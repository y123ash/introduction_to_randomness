
<file path=[Content_Types].xml><?xml version="1.0" encoding="utf-8"?>
<Types xmlns="http://schemas.openxmlformats.org/package/2006/content-types">
  <Default ContentType="image/jpeg" Extension="jpg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7.xml"/>
  <Override ContentType="application/vnd.openxmlformats-officedocument.presentationml.notesSlide+xml" PartName="/ppt/notesSlides/notesSlide5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117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1.xml"/>
  <Override ContentType="application/vnd.openxmlformats-officedocument.presentationml.notesSlide+xml" PartName="/ppt/notesSlides/notesSlide109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07.xml"/>
  <Override ContentType="application/vnd.openxmlformats-officedocument.presentationml.notesSlide+xml" PartName="/ppt/notesSlides/notesSlide100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85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77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73.xml"/>
  <Override ContentType="application/vnd.openxmlformats-officedocument.presentationml.notesSlide+xml" PartName="/ppt/notesSlides/notesSlide8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69.xml"/>
  <Override ContentType="application/vnd.openxmlformats-officedocument.presentationml.notesSlide+xml" PartName="/ppt/notesSlides/notesSlide105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93.xml"/>
  <Override ContentType="application/vnd.openxmlformats-officedocument.presentationml.notesSlide+xml" PartName="/ppt/notesSlides/notesSlide87.xml"/>
  <Override ContentType="application/vnd.openxmlformats-officedocument.presentationml.notesSlide+xml" PartName="/ppt/notesSlides/notesSlide57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11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75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54.xml"/>
  <Override ContentType="application/vnd.openxmlformats-officedocument.presentationml.notesSlide+xml" PartName="/ppt/notesSlides/notesSlide112.xml"/>
  <Override ContentType="application/vnd.openxmlformats-officedocument.presentationml.notesSlide+xml" PartName="/ppt/notesSlides/notesSlide103.xml"/>
  <Override ContentType="application/vnd.openxmlformats-officedocument.presentationml.notesSlide+xml" PartName="/ppt/notesSlides/notesSlide97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9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63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60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114.xml"/>
  <Override ContentType="application/vnd.openxmlformats-officedocument.presentationml.notesSlide+xml" PartName="/ppt/notesSlides/notesSlide101.xml"/>
  <Override ContentType="application/vnd.openxmlformats-officedocument.presentationml.notesSlide+xml" PartName="/ppt/notesSlides/notesSlide95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5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65.xml"/>
  <Override ContentType="application/vnd.openxmlformats-officedocument.presentationml.notesSlide+xml" PartName="/ppt/notesSlides/notesSlide78.xml"/>
  <Override ContentType="application/vnd.openxmlformats-officedocument.presentationml.notesSlide+xml" PartName="/ppt/notesSlides/notesSlide71.xml"/>
  <Override ContentType="application/vnd.openxmlformats-officedocument.presentationml.notesSlide+xml" PartName="/ppt/notesSlides/notesSlide92.xml"/>
  <Override ContentType="application/vnd.openxmlformats-officedocument.presentationml.notesSlide+xml" PartName="/ppt/notesSlides/notesSlide84.xml"/>
  <Override ContentType="application/vnd.openxmlformats-officedocument.presentationml.notesSlide+xml" PartName="/ppt/notesSlides/notesSlide116.xml"/>
  <Override ContentType="application/vnd.openxmlformats-officedocument.presentationml.notesSlide+xml" PartName="/ppt/notesSlides/notesSlide76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68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82.xml"/>
  <Override ContentType="application/vnd.openxmlformats-officedocument.presentationml.notesSlide+xml" PartName="/ppt/notesSlides/notesSlide9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108.xml"/>
  <Override ContentType="application/vnd.openxmlformats-officedocument.presentationml.notesSlide+xml" PartName="/ppt/notesSlides/notesSlide90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86.xml"/>
  <Override ContentType="application/vnd.openxmlformats-officedocument.presentationml.notesSlide+xml" PartName="/ppt/notesSlides/notesSlide106.xml"/>
  <Override ContentType="application/vnd.openxmlformats-officedocument.presentationml.notesSlide+xml" PartName="/ppt/notesSlides/notesSlide99.xml"/>
  <Override ContentType="application/vnd.openxmlformats-officedocument.presentationml.notesSlide+xml" PartName="/ppt/notesSlides/notesSlide56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80.xml"/>
  <Override ContentType="application/vnd.openxmlformats-officedocument.presentationml.notesSlide+xml" PartName="/ppt/notesSlides/notesSlide61.xml"/>
  <Override ContentType="application/vnd.openxmlformats-officedocument.presentationml.notesSlide+xml" PartName="/ppt/notesSlides/notesSlide118.xml"/>
  <Override ContentType="application/vnd.openxmlformats-officedocument.presentationml.notesSlide+xml" PartName="/ppt/notesSlides/notesSlide74.xml"/>
  <Override ContentType="application/vnd.openxmlformats-officedocument.presentationml.notesSlide+xml" PartName="/ppt/notesSlides/notesSlide58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88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6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70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1.xml"/>
  <Override ContentType="application/vnd.openxmlformats-officedocument.presentationml.notesSlide+xml" PartName="/ppt/notesSlides/notesSlide5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113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72.xml"/>
  <Override ContentType="application/vnd.openxmlformats-officedocument.presentationml.notesSlide+xml" PartName="/ppt/notesSlides/notesSlide98.xml"/>
  <Override ContentType="application/vnd.openxmlformats-officedocument.presentationml.notesSlide+xml" PartName="/ppt/notesSlides/notesSlide104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64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79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96.xml"/>
  <Override ContentType="application/vnd.openxmlformats-officedocument.presentationml.notesSlide+xml" PartName="/ppt/notesSlides/notesSlide102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83.xml"/>
  <Override ContentType="application/vnd.openxmlformats-officedocument.presentationml.notesSlide+xml" PartName="/ppt/notesSlides/notesSlide115.xml"/>
  <Override ContentType="application/vnd.openxmlformats-officedocument.presentationml.notesSlide+xml" PartName="/ppt/notesSlides/notesSlide53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66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3.xml"/>
  <Override ContentType="application/vnd.openxmlformats-officedocument.presentationml.slide+xml" PartName="/ppt/slides/slide78.xml"/>
  <Override ContentType="application/vnd.openxmlformats-officedocument.presentationml.slide+xml" PartName="/ppt/slides/slide86.xml"/>
  <Override ContentType="application/vnd.openxmlformats-officedocument.presentationml.slide+xml" PartName="/ppt/slides/slide35.xml"/>
  <Override ContentType="application/vnd.openxmlformats-officedocument.presentationml.slide+xml" PartName="/ppt/slides/slide105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13.xml"/>
  <Override ContentType="application/vnd.openxmlformats-officedocument.presentationml.slide+xml" PartName="/ppt/slides/slide68.xml"/>
  <Override ContentType="application/vnd.openxmlformats-officedocument.presentationml.slide+xml" PartName="/ppt/slides/slide94.xml"/>
  <Override ContentType="application/vnd.openxmlformats-officedocument.presentationml.slide+xml" PartName="/ppt/slides/slide84.xml"/>
  <Override ContentType="application/vnd.openxmlformats-officedocument.presentationml.slide+xml" PartName="/ppt/slides/slide107.xml"/>
  <Override ContentType="application/vnd.openxmlformats-officedocument.presentationml.slide+xml" PartName="/ppt/slides/slide37.xml"/>
  <Override ContentType="application/vnd.openxmlformats-officedocument.presentationml.slide+xml" PartName="/ppt/slides/slide71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66.xml"/>
  <Override ContentType="application/vnd.openxmlformats-officedocument.presentationml.slide+xml" PartName="/ppt/slides/slide23.xml"/>
  <Override ContentType="application/vnd.openxmlformats-officedocument.presentationml.slide+xml" PartName="/ppt/slides/slide10.xml"/>
  <Override ContentType="application/vnd.openxmlformats-officedocument.presentationml.slide+xml" PartName="/ppt/slides/slide111.xml"/>
  <Override ContentType="application/vnd.openxmlformats-officedocument.presentationml.slide+xml" PartName="/ppt/slides/slide53.xml"/>
  <Override ContentType="application/vnd.openxmlformats-officedocument.presentationml.slide+xml" PartName="/ppt/slides/slide96.xml"/>
  <Override ContentType="application/vnd.openxmlformats-officedocument.presentationml.slide+xml" PartName="/ppt/slides/slide48.xml"/>
  <Override ContentType="application/vnd.openxmlformats-officedocument.presentationml.slide+xml" PartName="/ppt/slides/slide22.xml"/>
  <Override ContentType="application/vnd.openxmlformats-officedocument.presentationml.slide+xml" PartName="/ppt/slides/slide82.xml"/>
  <Override ContentType="application/vnd.openxmlformats-officedocument.presentationml.slide+xml" PartName="/ppt/slides/slide65.xml"/>
  <Override ContentType="application/vnd.openxmlformats-officedocument.presentationml.slide+xml" PartName="/ppt/slides/slide9.xml"/>
  <Override ContentType="application/vnd.openxmlformats-officedocument.presentationml.slide+xml" PartName="/ppt/slides/slide118.xml"/>
  <Override ContentType="application/vnd.openxmlformats-officedocument.presentationml.slide+xml" PartName="/ppt/slides/slide12.xml"/>
  <Override ContentType="application/vnd.openxmlformats-officedocument.presentationml.slide+xml" PartName="/ppt/slides/slide108.xml"/>
  <Override ContentType="application/vnd.openxmlformats-officedocument.presentationml.slide+xml" PartName="/ppt/slides/slide98.xml"/>
  <Override ContentType="application/vnd.openxmlformats-officedocument.presentationml.slide+xml" PartName="/ppt/slides/slide72.xml"/>
  <Override ContentType="application/vnd.openxmlformats-officedocument.presentationml.slide+xml" PartName="/ppt/slides/slide20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55.xml"/>
  <Override ContentType="application/vnd.openxmlformats-officedocument.presentationml.slide+xml" PartName="/ppt/slides/slide29.xml"/>
  <Override ContentType="application/vnd.openxmlformats-officedocument.presentationml.slide+xml" PartName="/ppt/slides/slide59.xml"/>
  <Override ContentType="application/vnd.openxmlformats-officedocument.presentationml.slide+xml" PartName="/ppt/slides/slide89.xml"/>
  <Override ContentType="application/vnd.openxmlformats-officedocument.presentationml.slide+xml" PartName="/ppt/slides/slide76.xml"/>
  <Override ContentType="application/vnd.openxmlformats-officedocument.presentationml.slide+xml" PartName="/ppt/slides/slide63.xml"/>
  <Override ContentType="application/vnd.openxmlformats-officedocument.presentationml.slide+xml" PartName="/ppt/slides/slide93.xml"/>
  <Override ContentType="application/vnd.openxmlformats-officedocument.presentationml.slide+xml" PartName="/ppt/slides/slide101.xml"/>
  <Override ContentType="application/vnd.openxmlformats-officedocument.presentationml.slide+xml" PartName="/ppt/slides/slide116.xml"/>
  <Override ContentType="application/vnd.openxmlformats-officedocument.presentationml.slide+xml" PartName="/ppt/slides/slide80.xml"/>
  <Override ContentType="application/vnd.openxmlformats-officedocument.presentationml.slide+xml" PartName="/ppt/slides/slide103.xml"/>
  <Override ContentType="application/vnd.openxmlformats-officedocument.presentationml.slide+xml" PartName="/ppt/slides/slide61.xml"/>
  <Override ContentType="application/vnd.openxmlformats-officedocument.presentationml.slide+xml" PartName="/ppt/slides/slide91.xml"/>
  <Override ContentType="application/vnd.openxmlformats-officedocument.presentationml.slide+xml" PartName="/ppt/slides/slide114.xml"/>
  <Override ContentType="application/vnd.openxmlformats-officedocument.presentationml.slide+xml" PartName="/ppt/slides/slide31.xml"/>
  <Override ContentType="application/vnd.openxmlformats-officedocument.presentationml.slide+xml" PartName="/ppt/slides/slide87.xml"/>
  <Override ContentType="application/vnd.openxmlformats-officedocument.presentationml.slide+xml" PartName="/ppt/slides/slide74.xml"/>
  <Override ContentType="application/vnd.openxmlformats-officedocument.presentationml.slide+xml" PartName="/ppt/slides/slide27.xml"/>
  <Override ContentType="application/vnd.openxmlformats-officedocument.presentationml.slide+xml" PartName="/ppt/slides/slide5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60.xml"/>
  <Override ContentType="application/vnd.openxmlformats-officedocument.presentationml.slide+xml" PartName="/ppt/slides/slide52.xml"/>
  <Override ContentType="application/vnd.openxmlformats-officedocument.presentationml.slide+xml" PartName="/ppt/slides/slide26.xml"/>
  <Override ContentType="application/vnd.openxmlformats-officedocument.presentationml.slide+xml" PartName="/ppt/slides/slide112.xml"/>
  <Override ContentType="application/vnd.openxmlformats-officedocument.presentationml.slide+xml" PartName="/ppt/slides/slide95.xml"/>
  <Override ContentType="application/vnd.openxmlformats-officedocument.presentationml.slide+xml" PartName="/ppt/slides/slide69.xml"/>
  <Override ContentType="application/vnd.openxmlformats-officedocument.presentationml.slide+xml" PartName="/ppt/slides/slide85.xml"/>
  <Override ContentType="application/vnd.openxmlformats-officedocument.presentationml.slide+xml" PartName="/ppt/slides/slide42.xml"/>
  <Override ContentType="application/vnd.openxmlformats-officedocument.presentationml.slide+xml" PartName="/ppt/slides/slide50.xml"/>
  <Override ContentType="application/vnd.openxmlformats-officedocument.presentationml.slide+xml" PartName="/ppt/slides/slide77.xml"/>
  <Override ContentType="application/vnd.openxmlformats-officedocument.presentationml.slide+xml" PartName="/ppt/slides/slide34.xml"/>
  <Override ContentType="application/vnd.openxmlformats-officedocument.presentationml.slide+xml" PartName="/ppt/slides/slide16.xml"/>
  <Override ContentType="application/vnd.openxmlformats-officedocument.presentationml.slide+xml" PartName="/ppt/slides/slide104.xml"/>
  <Override ContentType="application/vnd.openxmlformats-officedocument.presentationml.slide+xml" PartName="/ppt/slides/slide24.xml"/>
  <Override ContentType="application/vnd.openxmlformats-officedocument.presentationml.slide+xml" PartName="/ppt/slides/slide97.xml"/>
  <Override ContentType="application/vnd.openxmlformats-officedocument.presentationml.slide+xml" PartName="/ppt/slides/slide11.xml"/>
  <Override ContentType="application/vnd.openxmlformats-officedocument.presentationml.slide+xml" PartName="/ppt/slides/slide110.xml"/>
  <Override ContentType="application/vnd.openxmlformats-officedocument.presentationml.slide+xml" PartName="/ppt/slides/slide67.xml"/>
  <Override ContentType="application/vnd.openxmlformats-officedocument.presentationml.slide+xml" PartName="/ppt/slides/slide54.xml"/>
  <Override ContentType="application/vnd.openxmlformats-officedocument.presentationml.slide+xml" PartName="/ppt/slides/slide36.xml"/>
  <Override ContentType="application/vnd.openxmlformats-officedocument.presentationml.slide+xml" PartName="/ppt/slides/slide79.xml"/>
  <Override ContentType="application/vnd.openxmlformats-officedocument.presentationml.slide+xml" PartName="/ppt/slides/slide49.xml"/>
  <Override ContentType="application/vnd.openxmlformats-officedocument.presentationml.slide+xml" PartName="/ppt/slides/slide83.xml"/>
  <Override ContentType="application/vnd.openxmlformats-officedocument.presentationml.slide+xml" PartName="/ppt/slides/slide106.xml"/>
  <Override ContentType="application/vnd.openxmlformats-officedocument.presentationml.slide+xml" PartName="/ppt/slides/slide7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73.xml"/>
  <Override ContentType="application/vnd.openxmlformats-officedocument.presentationml.slide+xml" PartName="/ppt/slides/slide30.xml"/>
  <Override ContentType="application/vnd.openxmlformats-officedocument.presentationml.slide+xml" PartName="/ppt/slides/slide109.xml"/>
  <Override ContentType="application/vnd.openxmlformats-officedocument.presentationml.slide+xml" PartName="/ppt/slides/slide99.xml"/>
  <Override ContentType="application/vnd.openxmlformats-officedocument.presentationml.slide+xml" PartName="/ppt/slides/slide39.xml"/>
  <Override ContentType="application/vnd.openxmlformats-officedocument.presentationml.slide+xml" PartName="/ppt/slides/slide13.xml"/>
  <Override ContentType="application/vnd.openxmlformats-officedocument.presentationml.slide+xml" PartName="/ppt/slides/slide56.xml"/>
  <Override ContentType="application/vnd.openxmlformats-officedocument.presentationml.slide+xml" PartName="/ppt/slides/slide47.xml"/>
  <Override ContentType="application/vnd.openxmlformats-officedocument.presentationml.slide+xml" PartName="/ppt/slides/slide21.xml"/>
  <Override ContentType="application/vnd.openxmlformats-officedocument.presentationml.slide+xml" PartName="/ppt/slides/slide100.xml"/>
  <Override ContentType="application/vnd.openxmlformats-officedocument.presentationml.slide+xml" PartName="/ppt/slides/slide64.xml"/>
  <Override ContentType="application/vnd.openxmlformats-officedocument.presentationml.slide+xml" PartName="/ppt/slides/slide81.xml"/>
  <Override ContentType="application/vnd.openxmlformats-officedocument.presentationml.slide+xml" PartName="/ppt/slides/slide90.xml"/>
  <Override ContentType="application/vnd.openxmlformats-officedocument.presentationml.slide+xml" PartName="/ppt/slides/slide8.xml"/>
  <Override ContentType="application/vnd.openxmlformats-officedocument.presentationml.slide+xml" PartName="/ppt/slides/slide117.xml"/>
  <Override ContentType="application/vnd.openxmlformats-officedocument.presentationml.slide+xml" PartName="/ppt/slides/slide32.xml"/>
  <Override ContentType="application/vnd.openxmlformats-officedocument.presentationml.slide+xml" PartName="/ppt/slides/slide62.xml"/>
  <Override ContentType="application/vnd.openxmlformats-officedocument.presentationml.slide+xml" PartName="/ppt/slides/slide75.xml"/>
  <Override ContentType="application/vnd.openxmlformats-officedocument.presentationml.slide+xml" PartName="/ppt/slides/slide1.xml"/>
  <Override ContentType="application/vnd.openxmlformats-officedocument.presentationml.slide+xml" PartName="/ppt/slides/slide58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88.xml"/>
  <Override ContentType="application/vnd.openxmlformats-officedocument.presentationml.slide+xml" PartName="/ppt/slides/slide92.xml"/>
  <Override ContentType="application/vnd.openxmlformats-officedocument.presentationml.slide+xml" PartName="/ppt/slides/slide115.xml"/>
  <Override ContentType="application/vnd.openxmlformats-officedocument.presentationml.slide+xml" PartName="/ppt/slides/slide102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strictFirstAndLastChars="0" saveSubsetFonts="1">
  <p:sldMasterIdLst>
    <p:sldMasterId id="2147483653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</p:sldIdLst>
  <p:sldSz cy="10693400" cx="7556500"/>
  <p:notesSz cx="7556500" cy="106934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2880">
          <p15:clr>
            <a:srgbClr val="000000"/>
          </p15:clr>
        </p15:guide>
        <p15:guide id="2" pos="2160">
          <p15:clr>
            <a:srgbClr val="000000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880" orient="horz"/>
        <p:guide pos="216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107" Type="http://schemas.openxmlformats.org/officeDocument/2006/relationships/slide" Target="slides/slide102.xml"/><Relationship Id="rId106" Type="http://schemas.openxmlformats.org/officeDocument/2006/relationships/slide" Target="slides/slide101.xml"/><Relationship Id="rId105" Type="http://schemas.openxmlformats.org/officeDocument/2006/relationships/slide" Target="slides/slide100.xml"/><Relationship Id="rId104" Type="http://schemas.openxmlformats.org/officeDocument/2006/relationships/slide" Target="slides/slide99.xml"/><Relationship Id="rId109" Type="http://schemas.openxmlformats.org/officeDocument/2006/relationships/slide" Target="slides/slide104.xml"/><Relationship Id="rId108" Type="http://schemas.openxmlformats.org/officeDocument/2006/relationships/slide" Target="slides/slide103.xml"/><Relationship Id="rId48" Type="http://schemas.openxmlformats.org/officeDocument/2006/relationships/slide" Target="slides/slide43.xml"/><Relationship Id="rId47" Type="http://schemas.openxmlformats.org/officeDocument/2006/relationships/slide" Target="slides/slide42.xml"/><Relationship Id="rId49" Type="http://schemas.openxmlformats.org/officeDocument/2006/relationships/slide" Target="slides/slide44.xml"/><Relationship Id="rId103" Type="http://schemas.openxmlformats.org/officeDocument/2006/relationships/slide" Target="slides/slide98.xml"/><Relationship Id="rId102" Type="http://schemas.openxmlformats.org/officeDocument/2006/relationships/slide" Target="slides/slide97.xml"/><Relationship Id="rId101" Type="http://schemas.openxmlformats.org/officeDocument/2006/relationships/slide" Target="slides/slide96.xml"/><Relationship Id="rId100" Type="http://schemas.openxmlformats.org/officeDocument/2006/relationships/slide" Target="slides/slide95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6" Type="http://schemas.openxmlformats.org/officeDocument/2006/relationships/slide" Target="slides/slide21.xml"/><Relationship Id="rId121" Type="http://schemas.openxmlformats.org/officeDocument/2006/relationships/slide" Target="slides/slide116.xml"/><Relationship Id="rId25" Type="http://schemas.openxmlformats.org/officeDocument/2006/relationships/slide" Target="slides/slide20.xml"/><Relationship Id="rId120" Type="http://schemas.openxmlformats.org/officeDocument/2006/relationships/slide" Target="slides/slide115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123" Type="http://schemas.openxmlformats.org/officeDocument/2006/relationships/slide" Target="slides/slide118.xml"/><Relationship Id="rId122" Type="http://schemas.openxmlformats.org/officeDocument/2006/relationships/slide" Target="slides/slide117.xml"/><Relationship Id="rId95" Type="http://schemas.openxmlformats.org/officeDocument/2006/relationships/slide" Target="slides/slide90.xml"/><Relationship Id="rId94" Type="http://schemas.openxmlformats.org/officeDocument/2006/relationships/slide" Target="slides/slide89.xml"/><Relationship Id="rId97" Type="http://schemas.openxmlformats.org/officeDocument/2006/relationships/slide" Target="slides/slide92.xml"/><Relationship Id="rId96" Type="http://schemas.openxmlformats.org/officeDocument/2006/relationships/slide" Target="slides/slide91.xml"/><Relationship Id="rId11" Type="http://schemas.openxmlformats.org/officeDocument/2006/relationships/slide" Target="slides/slide6.xml"/><Relationship Id="rId99" Type="http://schemas.openxmlformats.org/officeDocument/2006/relationships/slide" Target="slides/slide94.xml"/><Relationship Id="rId10" Type="http://schemas.openxmlformats.org/officeDocument/2006/relationships/slide" Target="slides/slide5.xml"/><Relationship Id="rId98" Type="http://schemas.openxmlformats.org/officeDocument/2006/relationships/slide" Target="slides/slide93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91" Type="http://schemas.openxmlformats.org/officeDocument/2006/relationships/slide" Target="slides/slide86.xml"/><Relationship Id="rId90" Type="http://schemas.openxmlformats.org/officeDocument/2006/relationships/slide" Target="slides/slide85.xml"/><Relationship Id="rId93" Type="http://schemas.openxmlformats.org/officeDocument/2006/relationships/slide" Target="slides/slide88.xml"/><Relationship Id="rId92" Type="http://schemas.openxmlformats.org/officeDocument/2006/relationships/slide" Target="slides/slide87.xml"/><Relationship Id="rId118" Type="http://schemas.openxmlformats.org/officeDocument/2006/relationships/slide" Target="slides/slide113.xml"/><Relationship Id="rId117" Type="http://schemas.openxmlformats.org/officeDocument/2006/relationships/slide" Target="slides/slide112.xml"/><Relationship Id="rId116" Type="http://schemas.openxmlformats.org/officeDocument/2006/relationships/slide" Target="slides/slide111.xml"/><Relationship Id="rId115" Type="http://schemas.openxmlformats.org/officeDocument/2006/relationships/slide" Target="slides/slide110.xml"/><Relationship Id="rId119" Type="http://schemas.openxmlformats.org/officeDocument/2006/relationships/slide" Target="slides/slide114.xml"/><Relationship Id="rId15" Type="http://schemas.openxmlformats.org/officeDocument/2006/relationships/slide" Target="slides/slide10.xml"/><Relationship Id="rId110" Type="http://schemas.openxmlformats.org/officeDocument/2006/relationships/slide" Target="slides/slide105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14" Type="http://schemas.openxmlformats.org/officeDocument/2006/relationships/slide" Target="slides/slide109.xml"/><Relationship Id="rId18" Type="http://schemas.openxmlformats.org/officeDocument/2006/relationships/slide" Target="slides/slide13.xml"/><Relationship Id="rId113" Type="http://schemas.openxmlformats.org/officeDocument/2006/relationships/slide" Target="slides/slide108.xml"/><Relationship Id="rId112" Type="http://schemas.openxmlformats.org/officeDocument/2006/relationships/slide" Target="slides/slide107.xml"/><Relationship Id="rId111" Type="http://schemas.openxmlformats.org/officeDocument/2006/relationships/slide" Target="slides/slide106.xml"/><Relationship Id="rId84" Type="http://schemas.openxmlformats.org/officeDocument/2006/relationships/slide" Target="slides/slide79.xml"/><Relationship Id="rId83" Type="http://schemas.openxmlformats.org/officeDocument/2006/relationships/slide" Target="slides/slide78.xml"/><Relationship Id="rId86" Type="http://schemas.openxmlformats.org/officeDocument/2006/relationships/slide" Target="slides/slide81.xml"/><Relationship Id="rId85" Type="http://schemas.openxmlformats.org/officeDocument/2006/relationships/slide" Target="slides/slide80.xml"/><Relationship Id="rId88" Type="http://schemas.openxmlformats.org/officeDocument/2006/relationships/slide" Target="slides/slide83.xml"/><Relationship Id="rId87" Type="http://schemas.openxmlformats.org/officeDocument/2006/relationships/slide" Target="slides/slide82.xml"/><Relationship Id="rId89" Type="http://schemas.openxmlformats.org/officeDocument/2006/relationships/slide" Target="slides/slide84.xml"/><Relationship Id="rId80" Type="http://schemas.openxmlformats.org/officeDocument/2006/relationships/slide" Target="slides/slide75.xml"/><Relationship Id="rId82" Type="http://schemas.openxmlformats.org/officeDocument/2006/relationships/slide" Target="slides/slide77.xml"/><Relationship Id="rId81" Type="http://schemas.openxmlformats.org/officeDocument/2006/relationships/slide" Target="slides/slide76.xml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73" Type="http://schemas.openxmlformats.org/officeDocument/2006/relationships/slide" Target="slides/slide68.xml"/><Relationship Id="rId72" Type="http://schemas.openxmlformats.org/officeDocument/2006/relationships/slide" Target="slides/slide67.xml"/><Relationship Id="rId75" Type="http://schemas.openxmlformats.org/officeDocument/2006/relationships/slide" Target="slides/slide70.xml"/><Relationship Id="rId74" Type="http://schemas.openxmlformats.org/officeDocument/2006/relationships/slide" Target="slides/slide69.xml"/><Relationship Id="rId77" Type="http://schemas.openxmlformats.org/officeDocument/2006/relationships/slide" Target="slides/slide72.xml"/><Relationship Id="rId76" Type="http://schemas.openxmlformats.org/officeDocument/2006/relationships/slide" Target="slides/slide71.xml"/><Relationship Id="rId79" Type="http://schemas.openxmlformats.org/officeDocument/2006/relationships/slide" Target="slides/slide74.xml"/><Relationship Id="rId78" Type="http://schemas.openxmlformats.org/officeDocument/2006/relationships/slide" Target="slides/slide73.xml"/><Relationship Id="rId71" Type="http://schemas.openxmlformats.org/officeDocument/2006/relationships/slide" Target="slides/slide66.xml"/><Relationship Id="rId70" Type="http://schemas.openxmlformats.org/officeDocument/2006/relationships/slide" Target="slides/slide65.xml"/><Relationship Id="rId62" Type="http://schemas.openxmlformats.org/officeDocument/2006/relationships/slide" Target="slides/slide57.xml"/><Relationship Id="rId61" Type="http://schemas.openxmlformats.org/officeDocument/2006/relationships/slide" Target="slides/slide56.xml"/><Relationship Id="rId64" Type="http://schemas.openxmlformats.org/officeDocument/2006/relationships/slide" Target="slides/slide59.xml"/><Relationship Id="rId63" Type="http://schemas.openxmlformats.org/officeDocument/2006/relationships/slide" Target="slides/slide58.xml"/><Relationship Id="rId66" Type="http://schemas.openxmlformats.org/officeDocument/2006/relationships/slide" Target="slides/slide61.xml"/><Relationship Id="rId65" Type="http://schemas.openxmlformats.org/officeDocument/2006/relationships/slide" Target="slides/slide60.xml"/><Relationship Id="rId68" Type="http://schemas.openxmlformats.org/officeDocument/2006/relationships/slide" Target="slides/slide63.xml"/><Relationship Id="rId67" Type="http://schemas.openxmlformats.org/officeDocument/2006/relationships/slide" Target="slides/slide62.xml"/><Relationship Id="rId60" Type="http://schemas.openxmlformats.org/officeDocument/2006/relationships/slide" Target="slides/slide55.xml"/><Relationship Id="rId69" Type="http://schemas.openxmlformats.org/officeDocument/2006/relationships/slide" Target="slides/slide64.xml"/><Relationship Id="rId51" Type="http://schemas.openxmlformats.org/officeDocument/2006/relationships/slide" Target="slides/slide46.xml"/><Relationship Id="rId50" Type="http://schemas.openxmlformats.org/officeDocument/2006/relationships/slide" Target="slides/slide45.xml"/><Relationship Id="rId53" Type="http://schemas.openxmlformats.org/officeDocument/2006/relationships/slide" Target="slides/slide48.xml"/><Relationship Id="rId52" Type="http://schemas.openxmlformats.org/officeDocument/2006/relationships/slide" Target="slides/slide47.xml"/><Relationship Id="rId55" Type="http://schemas.openxmlformats.org/officeDocument/2006/relationships/slide" Target="slides/slide50.xml"/><Relationship Id="rId54" Type="http://schemas.openxmlformats.org/officeDocument/2006/relationships/slide" Target="slides/slide49.xml"/><Relationship Id="rId57" Type="http://schemas.openxmlformats.org/officeDocument/2006/relationships/slide" Target="slides/slide52.xml"/><Relationship Id="rId56" Type="http://schemas.openxmlformats.org/officeDocument/2006/relationships/slide" Target="slides/slide51.xml"/><Relationship Id="rId59" Type="http://schemas.openxmlformats.org/officeDocument/2006/relationships/slide" Target="slides/slide54.xml"/><Relationship Id="rId58" Type="http://schemas.openxmlformats.org/officeDocument/2006/relationships/slide" Target="slides/slide5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p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p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3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Google Shape;464;p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5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p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" name="Google Shape;547;p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p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" name="Google Shape;598;p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8" name="Shape 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p1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1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9" name="Shape 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" name="Google Shape;830;p1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1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6" name="Shape 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" name="Google Shape;857;p1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" name="Google Shape;858;p1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7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Google Shape;878;p1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1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4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" name="Google Shape;1015;p1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" name="Google Shape;1016;p1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7" name="Shape 1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Google Shape;1098;p1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" name="Google Shape;1099;p1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7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p1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" name="Google Shape;1189;p1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5" name="Shape 1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" name="Google Shape;1216;p1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1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" name="Google Shape;1252;p1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3" name="Google Shape;1253;p1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7" name="Shape 1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8" name="Google Shape;1348;p1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9" name="Google Shape;1349;p1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3" name="Shape 1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" name="Google Shape;1384;p2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2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16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2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" name="Google Shape;1418;p2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3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" name="Google Shape;1485;p2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0" name="Shape 1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" name="Google Shape;1551;p2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" name="Google Shape;1552;p2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6" name="Shape 1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" name="Google Shape;1597;p2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" name="Google Shape;1598;p2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9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2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1" name="Google Shape;1671;p2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8" name="Shape 1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" name="Google Shape;1699;p2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2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54" name="Shape 1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5" name="Google Shape;1855;p2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" name="Google Shape;1856;p2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81" name="Shape 2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2" name="Google Shape;2082;p2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3" name="Google Shape;2083;p2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55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7" name="Google Shape;2257;p2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74" name="Shape 2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5" name="Google Shape;2275;p3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6" name="Google Shape;2276;p3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36" name="Shape 2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7" name="Google Shape;2337;p3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8" name="Google Shape;2338;p3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85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" name="Google Shape;2386;p3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7" name="Google Shape;2387;p3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66" name="Shape 2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" name="Google Shape;2467;p3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8" name="Google Shape;2468;p3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87" name="Shape 2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" name="Google Shape;2488;p3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9" name="Google Shape;2489;p3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27" name="Shape 2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8" name="Google Shape;2528;p3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9" name="Google Shape;2529;p3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67" name="Shape 2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8" name="Google Shape;2568;p3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9" name="Google Shape;2569;p3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09" name="Shape 2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" name="Google Shape;2610;p3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1" name="Google Shape;2611;p3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9" name="Shape 2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0" name="Google Shape;2630;p3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1" name="Google Shape;2631;p3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63" name="Shape 2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4" name="Google Shape;2664;p3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5" name="Google Shape;2665;p3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87" name="Shape 2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8" name="Google Shape;2688;p4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9" name="Google Shape;2689;p4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51" name="Shape 2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2" name="Google Shape;2852;p4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3" name="Google Shape;2853;p4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74" name="Shape 2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5" name="Google Shape;2875;p4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6" name="Google Shape;2876;p4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15" name="Shape 2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6" name="Google Shape;2916;p4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7" name="Google Shape;2917;p4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07" name="Shape 3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8" name="Google Shape;3008;p4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9" name="Google Shape;3009;p4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68" name="Shape 3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9" name="Google Shape;3069;p4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0" name="Google Shape;3070;p4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95" name="Shape 3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6" name="Google Shape;3096;p4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7" name="Google Shape;3097;p4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15" name="Shape 3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6" name="Google Shape;3116;p4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7" name="Google Shape;3117;p4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31" name="Shape 3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2" name="Google Shape;3132;p4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3" name="Google Shape;3133;p4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25" name="Shape 3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6" name="Google Shape;3226;p4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7" name="Google Shape;3227;p4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46" name="Shape 3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7" name="Google Shape;3247;p5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8" name="Google Shape;3248;p5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70" name="Shape 3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1" name="Google Shape;3271;p5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2" name="Google Shape;3272;p5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01" name="Shape 3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2" name="Google Shape;3302;p5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3" name="Google Shape;3303;p5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22" name="Shape 3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3" name="Google Shape;3323;p5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4" name="Google Shape;3324;p5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42" name="Shape 3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3" name="Google Shape;3343;p5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4" name="Google Shape;3344;p5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65" name="Shape 3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6" name="Google Shape;3366;p5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7" name="Google Shape;3367;p5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77" name="Shape 3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8" name="Google Shape;3478;p5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9" name="Google Shape;3479;p5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11" name="Shape 3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" name="Google Shape;3512;p5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3" name="Google Shape;3513;p5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48" name="Shape 3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9" name="Google Shape;3549;p5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0" name="Google Shape;3550;p5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85" name="Shape 3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6" name="Google Shape;3586;p5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7" name="Google Shape;3587;p5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17" name="Shape 3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8" name="Google Shape;3618;p6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9" name="Google Shape;3619;p6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42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3" name="Google Shape;3643;p6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4" name="Google Shape;3644;p6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48" name="Shape 3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9" name="Google Shape;3749;p6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0" name="Google Shape;3750;p6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86" name="Shape 3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7" name="Google Shape;3887;p6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8" name="Google Shape;3888;p6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12" name="Shape 4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3" name="Google Shape;4113;p6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4" name="Google Shape;4114;p6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45" name="Shape 4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6" name="Google Shape;4146;p6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7" name="Google Shape;4147;p6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35" name="Shape 4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6" name="Google Shape;4236;p6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7" name="Google Shape;4237;p6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77" name="Shape 4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8" name="Google Shape;4278;p6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9" name="Google Shape;4279;p6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75" name="Shape 4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6" name="Google Shape;4376;p6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7" name="Google Shape;4377;p6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75" name="Shape 4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6" name="Google Shape;4476;p6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7" name="Google Shape;4477;p6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36" name="Shape 4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7" name="Google Shape;4537;p7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8" name="Google Shape;4538;p7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64" name="Shape 4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5" name="Google Shape;4665;p7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6" name="Google Shape;4666;p7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12" name="Shape 4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" name="Google Shape;4813;p7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4" name="Google Shape;4814;p7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31" name="Shape 4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2" name="Google Shape;4832;p7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3" name="Google Shape;4833;p7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23" name="Shape 4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4" name="Google Shape;4924;p7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5" name="Google Shape;4925;p7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64" name="Shape 5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5" name="Google Shape;5065;p7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6" name="Google Shape;5066;p7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17" name="Shape 5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8" name="Google Shape;5118;p7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9" name="Google Shape;5119;p7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57" name="Shape 5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8" name="Google Shape;5158;p7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9" name="Google Shape;5159;p7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12" name="Shape 5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3" name="Google Shape;5213;p7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4" name="Google Shape;5214;p7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00" name="Shape 5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1" name="Google Shape;5301;p7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2" name="Google Shape;5302;p7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19" name="Shape 5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0" name="Google Shape;5320;p8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1" name="Google Shape;5321;p8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40" name="Shape 5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1" name="Google Shape;5441;p8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2" name="Google Shape;5442;p8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44" name="Shape 5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5" name="Google Shape;5545;p8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6" name="Google Shape;5546;p8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49" name="Shape 5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0" name="Google Shape;5650;p8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1" name="Google Shape;5651;p8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33" name="Shape 5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4" name="Google Shape;5934;p8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5" name="Google Shape;5935;p8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90" name="Shape 5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1" name="Google Shape;5991;p8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2" name="Google Shape;5992;p8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09" name="Shape 6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0" name="Google Shape;6010;p8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1" name="Google Shape;6011;p8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20" name="Shape 6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1" name="Google Shape;6121;p8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2" name="Google Shape;6122;p8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39" name="Shape 6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0" name="Google Shape;6140;p8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1" name="Google Shape;6141;p8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60" name="Shape 6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1" name="Google Shape;6161;p8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2" name="Google Shape;6162;p8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81" name="Shape 6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2" name="Google Shape;6182;p9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3" name="Google Shape;6183;p9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15" name="Shape 6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6" name="Google Shape;6216;p9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7" name="Google Shape;6217;p9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00" name="Shape 6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1" name="Google Shape;6401;p9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2" name="Google Shape;6402;p9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05" name="Shape 6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6" name="Google Shape;6506;p9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7" name="Google Shape;6507;p9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97" name="Shape 6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8" name="Google Shape;6598;p9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9" name="Google Shape;6599;p9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49" name="Shape 6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0" name="Google Shape;6650;p9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1" name="Google Shape;6651;p9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73" name="Shape 6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4" name="Google Shape;6774;p9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5" name="Google Shape;6775;p9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27" name="Shape 6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8" name="Google Shape;6928;p9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9" name="Google Shape;6929;p9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75" name="Shape 7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6" name="Google Shape;7076;p9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7" name="Google Shape;7077;p9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01" name="Shape 7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2" name="Google Shape;7202;p9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3" name="Google Shape;7203;p9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07" name="Shape 7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8" name="Google Shape;7308;p10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9" name="Google Shape;7309;p10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43" name="Shape 7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4" name="Google Shape;7544;p10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5" name="Google Shape;7545;p10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10" name="Shape 7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1" name="Google Shape;7611;p10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2" name="Google Shape;7612;p10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28" name="Shape 7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9" name="Google Shape;7829;p10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0" name="Google Shape;7830;p10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13" name="Shape 7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4" name="Google Shape;7914;p10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5" name="Google Shape;7915;p10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69" name="Shape 8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0" name="Google Shape;8070;p10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1" name="Google Shape;8071;p10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64" name="Shape 8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5" name="Google Shape;8265;p10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6" name="Google Shape;8266;p10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92" name="Shape 8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3" name="Google Shape;8393;p10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4" name="Google Shape;8394;p10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71" name="Shape 8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2" name="Google Shape;8472;p10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3" name="Google Shape;8473;p10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60" name="Shape 8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1" name="Google Shape;8561;p109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2" name="Google Shape;8562;p109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14" name="Shape 8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5" name="Google Shape;8715;p110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6" name="Google Shape;8716;p110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74" name="Shape 8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5" name="Google Shape;8875;p111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6" name="Google Shape;8876;p111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85" name="Shape 8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6" name="Google Shape;8886;p112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7" name="Google Shape;8887;p112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98" name="Shape 8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9" name="Google Shape;8899;p113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0" name="Google Shape;8900;p113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11" name="Shape 8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2" name="Google Shape;8912;p114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3" name="Google Shape;8913;p114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24" name="Shape 8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5" name="Google Shape;8925;p115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6" name="Google Shape;8926;p115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37" name="Shape 8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8" name="Google Shape;8938;p116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9" name="Google Shape;8939;p116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50" name="Shape 8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1" name="Google Shape;8951;p117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2" name="Google Shape;8952;p117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63" name="Shape 8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4" name="Google Shape;8964;p118:notes"/>
          <p:cNvSpPr txBox="1"/>
          <p:nvPr>
            <p:ph idx="1" type="body"/>
          </p:nvPr>
        </p:nvSpPr>
        <p:spPr>
          <a:xfrm>
            <a:off x="755650" y="5079350"/>
            <a:ext cx="6045200" cy="481202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5" name="Google Shape;8965;p118:notes"/>
          <p:cNvSpPr/>
          <p:nvPr>
            <p:ph idx="2" type="sldImg"/>
          </p:nvPr>
        </p:nvSpPr>
        <p:spPr>
          <a:xfrm>
            <a:off x="1259650" y="802000"/>
            <a:ext cx="5037900" cy="40100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obj">
  <p:cSld name="OBJECT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2"/>
          <p:cNvSpPr txBox="1"/>
          <p:nvPr>
            <p:ph idx="11" type="ft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" name="Google Shape;18;p2"/>
          <p:cNvSpPr txBox="1"/>
          <p:nvPr>
            <p:ph idx="10" type="dt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" name="Google Shape;19;p2"/>
          <p:cNvSpPr txBox="1"/>
          <p:nvPr>
            <p:ph idx="12" type="sldNum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0" lv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>
  <p:cSld name="Title Slide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3"/>
          <p:cNvSpPr txBox="1"/>
          <p:nvPr>
            <p:ph type="ctrTitle"/>
          </p:nvPr>
        </p:nvSpPr>
        <p:spPr>
          <a:xfrm>
            <a:off x="567213" y="3314954"/>
            <a:ext cx="6428422" cy="224561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" name="Google Shape;22;p3"/>
          <p:cNvSpPr txBox="1"/>
          <p:nvPr>
            <p:ph idx="1" type="subTitle"/>
          </p:nvPr>
        </p:nvSpPr>
        <p:spPr>
          <a:xfrm>
            <a:off x="1134427" y="5988304"/>
            <a:ext cx="5293995" cy="267335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" name="Google Shape;23;p3"/>
          <p:cNvSpPr txBox="1"/>
          <p:nvPr>
            <p:ph idx="11" type="ft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" name="Google Shape;24;p3"/>
          <p:cNvSpPr txBox="1"/>
          <p:nvPr>
            <p:ph idx="10" type="dt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" name="Google Shape;25;p3"/>
          <p:cNvSpPr txBox="1"/>
          <p:nvPr>
            <p:ph idx="12" type="sldNum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0" lv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Content">
  <p:cSld name="Title and Content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 txBox="1"/>
          <p:nvPr>
            <p:ph type="title"/>
          </p:nvPr>
        </p:nvSpPr>
        <p:spPr>
          <a:xfrm>
            <a:off x="378142" y="427736"/>
            <a:ext cx="6806565" cy="17109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" name="Google Shape;28;p4"/>
          <p:cNvSpPr txBox="1"/>
          <p:nvPr>
            <p:ph idx="1" type="body"/>
          </p:nvPr>
        </p:nvSpPr>
        <p:spPr>
          <a:xfrm>
            <a:off x="378142" y="2459482"/>
            <a:ext cx="6806565" cy="70576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" name="Google Shape;29;p4"/>
          <p:cNvSpPr txBox="1"/>
          <p:nvPr>
            <p:ph idx="11" type="ft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" name="Google Shape;30;p4"/>
          <p:cNvSpPr txBox="1"/>
          <p:nvPr>
            <p:ph idx="10" type="dt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" name="Google Shape;31;p4"/>
          <p:cNvSpPr txBox="1"/>
          <p:nvPr>
            <p:ph idx="12" type="sldNum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0" lv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ntent">
  <p:cSld name="Two Conten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5"/>
          <p:cNvSpPr txBox="1"/>
          <p:nvPr>
            <p:ph type="title"/>
          </p:nvPr>
        </p:nvSpPr>
        <p:spPr>
          <a:xfrm>
            <a:off x="378142" y="427736"/>
            <a:ext cx="6806565" cy="17109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" name="Google Shape;34;p5"/>
          <p:cNvSpPr txBox="1"/>
          <p:nvPr>
            <p:ph idx="1" type="body"/>
          </p:nvPr>
        </p:nvSpPr>
        <p:spPr>
          <a:xfrm>
            <a:off x="378142" y="2459482"/>
            <a:ext cx="3289839" cy="70576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" name="Google Shape;35;p5"/>
          <p:cNvSpPr txBox="1"/>
          <p:nvPr>
            <p:ph idx="2" type="body"/>
          </p:nvPr>
        </p:nvSpPr>
        <p:spPr>
          <a:xfrm>
            <a:off x="3894867" y="2459482"/>
            <a:ext cx="3289839" cy="70576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" name="Google Shape;36;p5"/>
          <p:cNvSpPr txBox="1"/>
          <p:nvPr>
            <p:ph idx="11" type="ft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" name="Google Shape;37;p5"/>
          <p:cNvSpPr txBox="1"/>
          <p:nvPr>
            <p:ph idx="10" type="dt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" name="Google Shape;38;p5"/>
          <p:cNvSpPr txBox="1"/>
          <p:nvPr>
            <p:ph idx="12" type="sldNum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0" lv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>
  <p:cSld name="Title Only"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6"/>
          <p:cNvSpPr txBox="1"/>
          <p:nvPr>
            <p:ph type="title"/>
          </p:nvPr>
        </p:nvSpPr>
        <p:spPr>
          <a:xfrm>
            <a:off x="378142" y="427736"/>
            <a:ext cx="6806565" cy="17109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" name="Google Shape;41;p6"/>
          <p:cNvSpPr txBox="1"/>
          <p:nvPr>
            <p:ph idx="11" type="ft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" name="Google Shape;42;p6"/>
          <p:cNvSpPr txBox="1"/>
          <p:nvPr>
            <p:ph idx="10" type="dt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" name="Google Shape;43;p6"/>
          <p:cNvSpPr txBox="1"/>
          <p:nvPr>
            <p:ph idx="12" type="sldNum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0" lv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image" Target="../media/image90.jpg"/><Relationship Id="rId2" Type="http://schemas.openxmlformats.org/officeDocument/2006/relationships/image" Target="../media/image10.png"/><Relationship Id="rId3" Type="http://schemas.openxmlformats.org/officeDocument/2006/relationships/image" Target="../media/image9.jpg"/><Relationship Id="rId4" Type="http://schemas.openxmlformats.org/officeDocument/2006/relationships/image" Target="../media/image1.png"/><Relationship Id="rId11" Type="http://schemas.openxmlformats.org/officeDocument/2006/relationships/theme" Target="../theme/theme2.xml"/><Relationship Id="rId10" Type="http://schemas.openxmlformats.org/officeDocument/2006/relationships/slideLayout" Target="../slideLayouts/slideLayout5.xml"/><Relationship Id="rId9" Type="http://schemas.openxmlformats.org/officeDocument/2006/relationships/slideLayout" Target="../slideLayouts/slideLayout4.xml"/><Relationship Id="rId5" Type="http://schemas.openxmlformats.org/officeDocument/2006/relationships/image" Target="../media/image13.png"/><Relationship Id="rId6" Type="http://schemas.openxmlformats.org/officeDocument/2006/relationships/slideLayout" Target="../slideLayouts/slideLayout1.xml"/><Relationship Id="rId7" Type="http://schemas.openxmlformats.org/officeDocument/2006/relationships/slideLayout" Target="../slideLayouts/slideLayout2.xml"/><Relationship Id="rId8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oogle Shape;6;p1"/>
          <p:cNvPicPr preferRelativeResize="0"/>
          <p:nvPr/>
        </p:nvPicPr>
        <p:blipFill rotWithShape="1">
          <a:blip r:embed="rId1">
            <a:alphaModFix/>
          </a:blip>
          <a:srcRect b="0" l="0" r="0" t="0"/>
          <a:stretch/>
        </p:blipFill>
        <p:spPr>
          <a:xfrm>
            <a:off x="6067044" y="8953500"/>
            <a:ext cx="571499" cy="638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Google Shape;7;p1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6298691" y="4690871"/>
            <a:ext cx="152400" cy="14508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Google Shape;8;p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6416039" y="754380"/>
            <a:ext cx="521208" cy="708660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Google Shape;9;p1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161532" y="676655"/>
            <a:ext cx="152399" cy="12832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Google Shape;10;p1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86371" y="8534400"/>
            <a:ext cx="117348" cy="1543812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1"/>
          <p:cNvSpPr txBox="1"/>
          <p:nvPr>
            <p:ph type="title"/>
          </p:nvPr>
        </p:nvSpPr>
        <p:spPr>
          <a:xfrm>
            <a:off x="378142" y="427736"/>
            <a:ext cx="6806565" cy="17109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/>
        </p:txBody>
      </p:sp>
      <p:sp>
        <p:nvSpPr>
          <p:cNvPr id="12" name="Google Shape;12;p1"/>
          <p:cNvSpPr txBox="1"/>
          <p:nvPr>
            <p:ph idx="1" type="body"/>
          </p:nvPr>
        </p:nvSpPr>
        <p:spPr>
          <a:xfrm>
            <a:off x="378142" y="2459482"/>
            <a:ext cx="6806565" cy="7057644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3" name="Google Shape;13;p1"/>
          <p:cNvSpPr txBox="1"/>
          <p:nvPr>
            <p:ph idx="11" type="ft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/>
        </p:txBody>
      </p:sp>
      <p:sp>
        <p:nvSpPr>
          <p:cNvPr id="14" name="Google Shape;14;p1"/>
          <p:cNvSpPr txBox="1"/>
          <p:nvPr>
            <p:ph idx="10" type="dt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888888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/>
        </p:txBody>
      </p:sp>
      <p:sp>
        <p:nvSpPr>
          <p:cNvPr id="15" name="Google Shape;15;p1"/>
          <p:cNvSpPr txBox="1"/>
          <p:nvPr>
            <p:ph idx="12" type="sldNum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0" lvl="0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1pPr>
            <a:lvl2pPr indent="0" lvl="1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2pPr>
            <a:lvl3pPr indent="0" lvl="2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3pPr>
            <a:lvl4pPr indent="0" lvl="3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4pPr>
            <a:lvl5pPr indent="0" lvl="4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5pPr>
            <a:lvl6pPr indent="0" lvl="5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6pPr>
            <a:lvl7pPr indent="0" lvl="6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7pPr>
            <a:lvl8pPr indent="0" lvl="7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8pPr>
            <a:lvl9pPr indent="0" lvl="8" algn="r">
              <a:spcBef>
                <a:spcPts val="0"/>
              </a:spcBef>
              <a:buNone/>
              <a:defRPr sz="1800"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sz="1400">
              <a:solidFill>
                <a:srgbClr val="000000"/>
              </a:solidFill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6"/>
    <p:sldLayoutId id="2147483649" r:id="rId7"/>
    <p:sldLayoutId id="2147483650" r:id="rId8"/>
    <p:sldLayoutId id="2147483651" r:id="rId9"/>
    <p:sldLayoutId id="2147483652" r:id="rId1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40" Type="http://schemas.openxmlformats.org/officeDocument/2006/relationships/image" Target="../media/image44.png"/><Relationship Id="rId42" Type="http://schemas.openxmlformats.org/officeDocument/2006/relationships/image" Target="../media/image45.png"/><Relationship Id="rId41" Type="http://schemas.openxmlformats.org/officeDocument/2006/relationships/image" Target="../media/image41.png"/><Relationship Id="rId44" Type="http://schemas.openxmlformats.org/officeDocument/2006/relationships/image" Target="../media/image48.png"/><Relationship Id="rId43" Type="http://schemas.openxmlformats.org/officeDocument/2006/relationships/image" Target="../media/image43.png"/><Relationship Id="rId46" Type="http://schemas.openxmlformats.org/officeDocument/2006/relationships/image" Target="../media/image47.png"/><Relationship Id="rId45" Type="http://schemas.openxmlformats.org/officeDocument/2006/relationships/image" Target="../media/image4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6.png"/><Relationship Id="rId4" Type="http://schemas.openxmlformats.org/officeDocument/2006/relationships/image" Target="../media/image5.png"/><Relationship Id="rId9" Type="http://schemas.openxmlformats.org/officeDocument/2006/relationships/image" Target="../media/image11.png"/><Relationship Id="rId48" Type="http://schemas.openxmlformats.org/officeDocument/2006/relationships/image" Target="../media/image52.png"/><Relationship Id="rId47" Type="http://schemas.openxmlformats.org/officeDocument/2006/relationships/image" Target="../media/image51.png"/><Relationship Id="rId49" Type="http://schemas.openxmlformats.org/officeDocument/2006/relationships/image" Target="../media/image70.png"/><Relationship Id="rId5" Type="http://schemas.openxmlformats.org/officeDocument/2006/relationships/image" Target="../media/image12.png"/><Relationship Id="rId6" Type="http://schemas.openxmlformats.org/officeDocument/2006/relationships/image" Target="../media/image4.png"/><Relationship Id="rId7" Type="http://schemas.openxmlformats.org/officeDocument/2006/relationships/image" Target="../media/image6.png"/><Relationship Id="rId8" Type="http://schemas.openxmlformats.org/officeDocument/2006/relationships/image" Target="../media/image2.png"/><Relationship Id="rId73" Type="http://schemas.openxmlformats.org/officeDocument/2006/relationships/image" Target="../media/image91.png"/><Relationship Id="rId72" Type="http://schemas.openxmlformats.org/officeDocument/2006/relationships/image" Target="../media/image78.png"/><Relationship Id="rId31" Type="http://schemas.openxmlformats.org/officeDocument/2006/relationships/image" Target="../media/image33.png"/><Relationship Id="rId75" Type="http://schemas.openxmlformats.org/officeDocument/2006/relationships/image" Target="../media/image72.png"/><Relationship Id="rId30" Type="http://schemas.openxmlformats.org/officeDocument/2006/relationships/image" Target="../media/image37.png"/><Relationship Id="rId74" Type="http://schemas.openxmlformats.org/officeDocument/2006/relationships/image" Target="../media/image75.png"/><Relationship Id="rId33" Type="http://schemas.openxmlformats.org/officeDocument/2006/relationships/image" Target="../media/image36.png"/><Relationship Id="rId77" Type="http://schemas.openxmlformats.org/officeDocument/2006/relationships/image" Target="../media/image80.png"/><Relationship Id="rId32" Type="http://schemas.openxmlformats.org/officeDocument/2006/relationships/image" Target="../media/image30.png"/><Relationship Id="rId76" Type="http://schemas.openxmlformats.org/officeDocument/2006/relationships/image" Target="../media/image74.png"/><Relationship Id="rId35" Type="http://schemas.openxmlformats.org/officeDocument/2006/relationships/image" Target="../media/image34.png"/><Relationship Id="rId34" Type="http://schemas.openxmlformats.org/officeDocument/2006/relationships/image" Target="../media/image27.png"/><Relationship Id="rId78" Type="http://schemas.openxmlformats.org/officeDocument/2006/relationships/image" Target="../media/image84.png"/><Relationship Id="rId71" Type="http://schemas.openxmlformats.org/officeDocument/2006/relationships/image" Target="../media/image71.png"/><Relationship Id="rId70" Type="http://schemas.openxmlformats.org/officeDocument/2006/relationships/image" Target="../media/image63.png"/><Relationship Id="rId37" Type="http://schemas.openxmlformats.org/officeDocument/2006/relationships/image" Target="../media/image35.png"/><Relationship Id="rId36" Type="http://schemas.openxmlformats.org/officeDocument/2006/relationships/image" Target="../media/image49.png"/><Relationship Id="rId39" Type="http://schemas.openxmlformats.org/officeDocument/2006/relationships/image" Target="../media/image39.png"/><Relationship Id="rId38" Type="http://schemas.openxmlformats.org/officeDocument/2006/relationships/image" Target="../media/image42.png"/><Relationship Id="rId62" Type="http://schemas.openxmlformats.org/officeDocument/2006/relationships/image" Target="../media/image62.png"/><Relationship Id="rId61" Type="http://schemas.openxmlformats.org/officeDocument/2006/relationships/image" Target="../media/image76.png"/><Relationship Id="rId20" Type="http://schemas.openxmlformats.org/officeDocument/2006/relationships/image" Target="../media/image31.png"/><Relationship Id="rId64" Type="http://schemas.openxmlformats.org/officeDocument/2006/relationships/image" Target="../media/image64.png"/><Relationship Id="rId63" Type="http://schemas.openxmlformats.org/officeDocument/2006/relationships/image" Target="../media/image58.png"/><Relationship Id="rId22" Type="http://schemas.openxmlformats.org/officeDocument/2006/relationships/image" Target="../media/image38.png"/><Relationship Id="rId66" Type="http://schemas.openxmlformats.org/officeDocument/2006/relationships/image" Target="../media/image67.png"/><Relationship Id="rId21" Type="http://schemas.openxmlformats.org/officeDocument/2006/relationships/image" Target="../media/image19.png"/><Relationship Id="rId65" Type="http://schemas.openxmlformats.org/officeDocument/2006/relationships/image" Target="../media/image73.png"/><Relationship Id="rId24" Type="http://schemas.openxmlformats.org/officeDocument/2006/relationships/image" Target="../media/image21.png"/><Relationship Id="rId68" Type="http://schemas.openxmlformats.org/officeDocument/2006/relationships/image" Target="../media/image77.png"/><Relationship Id="rId23" Type="http://schemas.openxmlformats.org/officeDocument/2006/relationships/image" Target="../media/image40.png"/><Relationship Id="rId67" Type="http://schemas.openxmlformats.org/officeDocument/2006/relationships/image" Target="../media/image79.png"/><Relationship Id="rId60" Type="http://schemas.openxmlformats.org/officeDocument/2006/relationships/image" Target="../media/image68.png"/><Relationship Id="rId26" Type="http://schemas.openxmlformats.org/officeDocument/2006/relationships/image" Target="../media/image25.png"/><Relationship Id="rId25" Type="http://schemas.openxmlformats.org/officeDocument/2006/relationships/image" Target="../media/image26.png"/><Relationship Id="rId69" Type="http://schemas.openxmlformats.org/officeDocument/2006/relationships/image" Target="../media/image66.png"/><Relationship Id="rId28" Type="http://schemas.openxmlformats.org/officeDocument/2006/relationships/image" Target="../media/image32.png"/><Relationship Id="rId27" Type="http://schemas.openxmlformats.org/officeDocument/2006/relationships/image" Target="../media/image29.png"/><Relationship Id="rId29" Type="http://schemas.openxmlformats.org/officeDocument/2006/relationships/image" Target="../media/image20.png"/><Relationship Id="rId51" Type="http://schemas.openxmlformats.org/officeDocument/2006/relationships/image" Target="../media/image54.png"/><Relationship Id="rId50" Type="http://schemas.openxmlformats.org/officeDocument/2006/relationships/image" Target="../media/image55.png"/><Relationship Id="rId53" Type="http://schemas.openxmlformats.org/officeDocument/2006/relationships/image" Target="../media/image69.png"/><Relationship Id="rId52" Type="http://schemas.openxmlformats.org/officeDocument/2006/relationships/image" Target="../media/image65.png"/><Relationship Id="rId11" Type="http://schemas.openxmlformats.org/officeDocument/2006/relationships/image" Target="../media/image28.png"/><Relationship Id="rId55" Type="http://schemas.openxmlformats.org/officeDocument/2006/relationships/image" Target="../media/image53.png"/><Relationship Id="rId10" Type="http://schemas.openxmlformats.org/officeDocument/2006/relationships/image" Target="../media/image7.png"/><Relationship Id="rId54" Type="http://schemas.openxmlformats.org/officeDocument/2006/relationships/image" Target="../media/image61.png"/><Relationship Id="rId13" Type="http://schemas.openxmlformats.org/officeDocument/2006/relationships/image" Target="../media/image3.png"/><Relationship Id="rId57" Type="http://schemas.openxmlformats.org/officeDocument/2006/relationships/image" Target="../media/image50.png"/><Relationship Id="rId12" Type="http://schemas.openxmlformats.org/officeDocument/2006/relationships/image" Target="../media/image8.png"/><Relationship Id="rId56" Type="http://schemas.openxmlformats.org/officeDocument/2006/relationships/image" Target="../media/image60.png"/><Relationship Id="rId15" Type="http://schemas.openxmlformats.org/officeDocument/2006/relationships/image" Target="../media/image17.png"/><Relationship Id="rId59" Type="http://schemas.openxmlformats.org/officeDocument/2006/relationships/image" Target="../media/image56.png"/><Relationship Id="rId14" Type="http://schemas.openxmlformats.org/officeDocument/2006/relationships/image" Target="../media/image14.png"/><Relationship Id="rId58" Type="http://schemas.openxmlformats.org/officeDocument/2006/relationships/image" Target="../media/image59.png"/><Relationship Id="rId17" Type="http://schemas.openxmlformats.org/officeDocument/2006/relationships/image" Target="../media/image23.png"/><Relationship Id="rId16" Type="http://schemas.openxmlformats.org/officeDocument/2006/relationships/image" Target="../media/image18.png"/><Relationship Id="rId19" Type="http://schemas.openxmlformats.org/officeDocument/2006/relationships/image" Target="../media/image22.png"/><Relationship Id="rId18" Type="http://schemas.openxmlformats.org/officeDocument/2006/relationships/image" Target="../media/image24.png"/></Relationships>
</file>

<file path=ppt/slides/_rels/slide2.xml.rels><?xml version="1.0" encoding="UTF-8" standalone="yes"?><Relationships xmlns="http://schemas.openxmlformats.org/package/2006/relationships"><Relationship Id="rId40" Type="http://schemas.openxmlformats.org/officeDocument/2006/relationships/image" Target="../media/image122.png"/><Relationship Id="rId42" Type="http://schemas.openxmlformats.org/officeDocument/2006/relationships/image" Target="../media/image113.png"/><Relationship Id="rId41" Type="http://schemas.openxmlformats.org/officeDocument/2006/relationships/image" Target="../media/image116.png"/><Relationship Id="rId44" Type="http://schemas.openxmlformats.org/officeDocument/2006/relationships/image" Target="../media/image125.png"/><Relationship Id="rId43" Type="http://schemas.openxmlformats.org/officeDocument/2006/relationships/image" Target="../media/image120.png"/><Relationship Id="rId46" Type="http://schemas.openxmlformats.org/officeDocument/2006/relationships/image" Target="../media/image126.png"/><Relationship Id="rId45" Type="http://schemas.openxmlformats.org/officeDocument/2006/relationships/image" Target="../media/image132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89.png"/><Relationship Id="rId4" Type="http://schemas.openxmlformats.org/officeDocument/2006/relationships/image" Target="../media/image92.png"/><Relationship Id="rId9" Type="http://schemas.openxmlformats.org/officeDocument/2006/relationships/image" Target="../media/image81.png"/><Relationship Id="rId48" Type="http://schemas.openxmlformats.org/officeDocument/2006/relationships/image" Target="../media/image134.png"/><Relationship Id="rId47" Type="http://schemas.openxmlformats.org/officeDocument/2006/relationships/image" Target="../media/image152.png"/><Relationship Id="rId49" Type="http://schemas.openxmlformats.org/officeDocument/2006/relationships/image" Target="../media/image127.png"/><Relationship Id="rId5" Type="http://schemas.openxmlformats.org/officeDocument/2006/relationships/image" Target="../media/image83.png"/><Relationship Id="rId6" Type="http://schemas.openxmlformats.org/officeDocument/2006/relationships/image" Target="../media/image97.png"/><Relationship Id="rId7" Type="http://schemas.openxmlformats.org/officeDocument/2006/relationships/image" Target="../media/image87.png"/><Relationship Id="rId8" Type="http://schemas.openxmlformats.org/officeDocument/2006/relationships/image" Target="../media/image85.png"/><Relationship Id="rId31" Type="http://schemas.openxmlformats.org/officeDocument/2006/relationships/image" Target="../media/image104.png"/><Relationship Id="rId30" Type="http://schemas.openxmlformats.org/officeDocument/2006/relationships/image" Target="../media/image109.png"/><Relationship Id="rId33" Type="http://schemas.openxmlformats.org/officeDocument/2006/relationships/image" Target="../media/image108.png"/><Relationship Id="rId32" Type="http://schemas.openxmlformats.org/officeDocument/2006/relationships/image" Target="../media/image110.png"/><Relationship Id="rId35" Type="http://schemas.openxmlformats.org/officeDocument/2006/relationships/image" Target="../media/image112.png"/><Relationship Id="rId34" Type="http://schemas.openxmlformats.org/officeDocument/2006/relationships/image" Target="../media/image115.png"/><Relationship Id="rId37" Type="http://schemas.openxmlformats.org/officeDocument/2006/relationships/image" Target="../media/image117.png"/><Relationship Id="rId36" Type="http://schemas.openxmlformats.org/officeDocument/2006/relationships/image" Target="../media/image130.png"/><Relationship Id="rId39" Type="http://schemas.openxmlformats.org/officeDocument/2006/relationships/image" Target="../media/image121.png"/><Relationship Id="rId38" Type="http://schemas.openxmlformats.org/officeDocument/2006/relationships/image" Target="../media/image118.png"/><Relationship Id="rId20" Type="http://schemas.openxmlformats.org/officeDocument/2006/relationships/image" Target="../media/image111.png"/><Relationship Id="rId22" Type="http://schemas.openxmlformats.org/officeDocument/2006/relationships/image" Target="../media/image105.png"/><Relationship Id="rId21" Type="http://schemas.openxmlformats.org/officeDocument/2006/relationships/image" Target="../media/image123.png"/><Relationship Id="rId24" Type="http://schemas.openxmlformats.org/officeDocument/2006/relationships/image" Target="../media/image107.png"/><Relationship Id="rId23" Type="http://schemas.openxmlformats.org/officeDocument/2006/relationships/image" Target="../media/image100.png"/><Relationship Id="rId26" Type="http://schemas.openxmlformats.org/officeDocument/2006/relationships/image" Target="../media/image106.png"/><Relationship Id="rId25" Type="http://schemas.openxmlformats.org/officeDocument/2006/relationships/image" Target="../media/image131.png"/><Relationship Id="rId28" Type="http://schemas.openxmlformats.org/officeDocument/2006/relationships/image" Target="../media/image102.png"/><Relationship Id="rId27" Type="http://schemas.openxmlformats.org/officeDocument/2006/relationships/image" Target="../media/image119.png"/><Relationship Id="rId29" Type="http://schemas.openxmlformats.org/officeDocument/2006/relationships/image" Target="../media/image103.png"/><Relationship Id="rId50" Type="http://schemas.openxmlformats.org/officeDocument/2006/relationships/image" Target="../media/image124.png"/><Relationship Id="rId11" Type="http://schemas.openxmlformats.org/officeDocument/2006/relationships/image" Target="../media/image94.png"/><Relationship Id="rId10" Type="http://schemas.openxmlformats.org/officeDocument/2006/relationships/image" Target="../media/image82.png"/><Relationship Id="rId13" Type="http://schemas.openxmlformats.org/officeDocument/2006/relationships/image" Target="../media/image98.png"/><Relationship Id="rId12" Type="http://schemas.openxmlformats.org/officeDocument/2006/relationships/image" Target="../media/image86.png"/><Relationship Id="rId15" Type="http://schemas.openxmlformats.org/officeDocument/2006/relationships/image" Target="../media/image93.png"/><Relationship Id="rId14" Type="http://schemas.openxmlformats.org/officeDocument/2006/relationships/image" Target="../media/image99.png"/><Relationship Id="rId17" Type="http://schemas.openxmlformats.org/officeDocument/2006/relationships/image" Target="../media/image114.png"/><Relationship Id="rId16" Type="http://schemas.openxmlformats.org/officeDocument/2006/relationships/image" Target="../media/image95.png"/><Relationship Id="rId19" Type="http://schemas.openxmlformats.org/officeDocument/2006/relationships/image" Target="../media/image96.png"/><Relationship Id="rId18" Type="http://schemas.openxmlformats.org/officeDocument/2006/relationships/image" Target="../media/image101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37.png"/><Relationship Id="rId4" Type="http://schemas.openxmlformats.org/officeDocument/2006/relationships/image" Target="../media/image148.png"/><Relationship Id="rId9" Type="http://schemas.openxmlformats.org/officeDocument/2006/relationships/image" Target="../media/image136.png"/><Relationship Id="rId5" Type="http://schemas.openxmlformats.org/officeDocument/2006/relationships/image" Target="../media/image129.png"/><Relationship Id="rId6" Type="http://schemas.openxmlformats.org/officeDocument/2006/relationships/image" Target="../media/image141.png"/><Relationship Id="rId7" Type="http://schemas.openxmlformats.org/officeDocument/2006/relationships/image" Target="../media/image133.png"/><Relationship Id="rId8" Type="http://schemas.openxmlformats.org/officeDocument/2006/relationships/image" Target="../media/image140.png"/><Relationship Id="rId20" Type="http://schemas.openxmlformats.org/officeDocument/2006/relationships/image" Target="../media/image151.png"/><Relationship Id="rId22" Type="http://schemas.openxmlformats.org/officeDocument/2006/relationships/image" Target="../media/image144.png"/><Relationship Id="rId21" Type="http://schemas.openxmlformats.org/officeDocument/2006/relationships/image" Target="../media/image147.png"/><Relationship Id="rId11" Type="http://schemas.openxmlformats.org/officeDocument/2006/relationships/image" Target="../media/image139.png"/><Relationship Id="rId10" Type="http://schemas.openxmlformats.org/officeDocument/2006/relationships/image" Target="../media/image135.png"/><Relationship Id="rId13" Type="http://schemas.openxmlformats.org/officeDocument/2006/relationships/image" Target="../media/image142.png"/><Relationship Id="rId12" Type="http://schemas.openxmlformats.org/officeDocument/2006/relationships/image" Target="../media/image157.png"/><Relationship Id="rId15" Type="http://schemas.openxmlformats.org/officeDocument/2006/relationships/image" Target="../media/image138.png"/><Relationship Id="rId14" Type="http://schemas.openxmlformats.org/officeDocument/2006/relationships/image" Target="../media/image154.png"/><Relationship Id="rId17" Type="http://schemas.openxmlformats.org/officeDocument/2006/relationships/image" Target="../media/image143.png"/><Relationship Id="rId16" Type="http://schemas.openxmlformats.org/officeDocument/2006/relationships/image" Target="../media/image145.png"/><Relationship Id="rId19" Type="http://schemas.openxmlformats.org/officeDocument/2006/relationships/image" Target="../media/image150.png"/><Relationship Id="rId18" Type="http://schemas.openxmlformats.org/officeDocument/2006/relationships/image" Target="../media/image149.png"/></Relationships>
</file>

<file path=ppt/slides/_rels/slide4.xml.rels><?xml version="1.0" encoding="UTF-8" standalone="yes"?><Relationships xmlns="http://schemas.openxmlformats.org/package/2006/relationships"><Relationship Id="rId40" Type="http://schemas.openxmlformats.org/officeDocument/2006/relationships/image" Target="../media/image204.png"/><Relationship Id="rId42" Type="http://schemas.openxmlformats.org/officeDocument/2006/relationships/image" Target="../media/image195.png"/><Relationship Id="rId41" Type="http://schemas.openxmlformats.org/officeDocument/2006/relationships/image" Target="../media/image198.png"/><Relationship Id="rId44" Type="http://schemas.openxmlformats.org/officeDocument/2006/relationships/image" Target="../media/image189.png"/><Relationship Id="rId43" Type="http://schemas.openxmlformats.org/officeDocument/2006/relationships/image" Target="../media/image191.png"/><Relationship Id="rId46" Type="http://schemas.openxmlformats.org/officeDocument/2006/relationships/image" Target="../media/image193.png"/><Relationship Id="rId45" Type="http://schemas.openxmlformats.org/officeDocument/2006/relationships/image" Target="../media/image19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46.png"/><Relationship Id="rId4" Type="http://schemas.openxmlformats.org/officeDocument/2006/relationships/image" Target="../media/image159.png"/><Relationship Id="rId9" Type="http://schemas.openxmlformats.org/officeDocument/2006/relationships/image" Target="../media/image166.png"/><Relationship Id="rId48" Type="http://schemas.openxmlformats.org/officeDocument/2006/relationships/image" Target="../media/image194.png"/><Relationship Id="rId47" Type="http://schemas.openxmlformats.org/officeDocument/2006/relationships/image" Target="../media/image210.png"/><Relationship Id="rId49" Type="http://schemas.openxmlformats.org/officeDocument/2006/relationships/image" Target="../media/image227.png"/><Relationship Id="rId5" Type="http://schemas.openxmlformats.org/officeDocument/2006/relationships/image" Target="../media/image161.png"/><Relationship Id="rId6" Type="http://schemas.openxmlformats.org/officeDocument/2006/relationships/image" Target="../media/image245.png"/><Relationship Id="rId7" Type="http://schemas.openxmlformats.org/officeDocument/2006/relationships/image" Target="../media/image168.png"/><Relationship Id="rId8" Type="http://schemas.openxmlformats.org/officeDocument/2006/relationships/image" Target="../media/image153.png"/><Relationship Id="rId31" Type="http://schemas.openxmlformats.org/officeDocument/2006/relationships/image" Target="../media/image178.png"/><Relationship Id="rId30" Type="http://schemas.openxmlformats.org/officeDocument/2006/relationships/image" Target="../media/image184.png"/><Relationship Id="rId33" Type="http://schemas.openxmlformats.org/officeDocument/2006/relationships/image" Target="../media/image199.png"/><Relationship Id="rId32" Type="http://schemas.openxmlformats.org/officeDocument/2006/relationships/image" Target="../media/image190.png"/><Relationship Id="rId35" Type="http://schemas.openxmlformats.org/officeDocument/2006/relationships/image" Target="../media/image187.png"/><Relationship Id="rId34" Type="http://schemas.openxmlformats.org/officeDocument/2006/relationships/image" Target="../media/image180.png"/><Relationship Id="rId37" Type="http://schemas.openxmlformats.org/officeDocument/2006/relationships/image" Target="../media/image188.png"/><Relationship Id="rId36" Type="http://schemas.openxmlformats.org/officeDocument/2006/relationships/image" Target="../media/image183.png"/><Relationship Id="rId39" Type="http://schemas.openxmlformats.org/officeDocument/2006/relationships/image" Target="../media/image186.png"/><Relationship Id="rId38" Type="http://schemas.openxmlformats.org/officeDocument/2006/relationships/image" Target="../media/image185.png"/><Relationship Id="rId20" Type="http://schemas.openxmlformats.org/officeDocument/2006/relationships/image" Target="../media/image172.png"/><Relationship Id="rId22" Type="http://schemas.openxmlformats.org/officeDocument/2006/relationships/image" Target="../media/image179.png"/><Relationship Id="rId21" Type="http://schemas.openxmlformats.org/officeDocument/2006/relationships/image" Target="../media/image169.png"/><Relationship Id="rId24" Type="http://schemas.openxmlformats.org/officeDocument/2006/relationships/image" Target="../media/image164.png"/><Relationship Id="rId23" Type="http://schemas.openxmlformats.org/officeDocument/2006/relationships/image" Target="../media/image174.png"/><Relationship Id="rId26" Type="http://schemas.openxmlformats.org/officeDocument/2006/relationships/image" Target="../media/image170.png"/><Relationship Id="rId25" Type="http://schemas.openxmlformats.org/officeDocument/2006/relationships/image" Target="../media/image177.png"/><Relationship Id="rId28" Type="http://schemas.openxmlformats.org/officeDocument/2006/relationships/image" Target="../media/image176.png"/><Relationship Id="rId27" Type="http://schemas.openxmlformats.org/officeDocument/2006/relationships/image" Target="../media/image173.png"/><Relationship Id="rId29" Type="http://schemas.openxmlformats.org/officeDocument/2006/relationships/image" Target="../media/image181.png"/><Relationship Id="rId51" Type="http://schemas.openxmlformats.org/officeDocument/2006/relationships/image" Target="../media/image192.png"/><Relationship Id="rId50" Type="http://schemas.openxmlformats.org/officeDocument/2006/relationships/image" Target="../media/image201.png"/><Relationship Id="rId53" Type="http://schemas.openxmlformats.org/officeDocument/2006/relationships/image" Target="../media/image197.png"/><Relationship Id="rId52" Type="http://schemas.openxmlformats.org/officeDocument/2006/relationships/image" Target="../media/image218.png"/><Relationship Id="rId11" Type="http://schemas.openxmlformats.org/officeDocument/2006/relationships/image" Target="../media/image165.png"/><Relationship Id="rId55" Type="http://schemas.openxmlformats.org/officeDocument/2006/relationships/image" Target="../media/image220.png"/><Relationship Id="rId10" Type="http://schemas.openxmlformats.org/officeDocument/2006/relationships/image" Target="../media/image182.png"/><Relationship Id="rId54" Type="http://schemas.openxmlformats.org/officeDocument/2006/relationships/image" Target="../media/image200.png"/><Relationship Id="rId13" Type="http://schemas.openxmlformats.org/officeDocument/2006/relationships/image" Target="../media/image155.png"/><Relationship Id="rId57" Type="http://schemas.openxmlformats.org/officeDocument/2006/relationships/image" Target="../media/image209.png"/><Relationship Id="rId12" Type="http://schemas.openxmlformats.org/officeDocument/2006/relationships/image" Target="../media/image158.png"/><Relationship Id="rId56" Type="http://schemas.openxmlformats.org/officeDocument/2006/relationships/image" Target="../media/image203.png"/><Relationship Id="rId15" Type="http://schemas.openxmlformats.org/officeDocument/2006/relationships/image" Target="../media/image163.png"/><Relationship Id="rId14" Type="http://schemas.openxmlformats.org/officeDocument/2006/relationships/image" Target="../media/image156.png"/><Relationship Id="rId58" Type="http://schemas.openxmlformats.org/officeDocument/2006/relationships/image" Target="../media/image205.png"/><Relationship Id="rId17" Type="http://schemas.openxmlformats.org/officeDocument/2006/relationships/image" Target="../media/image160.png"/><Relationship Id="rId16" Type="http://schemas.openxmlformats.org/officeDocument/2006/relationships/image" Target="../media/image167.png"/><Relationship Id="rId19" Type="http://schemas.openxmlformats.org/officeDocument/2006/relationships/image" Target="../media/image175.png"/><Relationship Id="rId18" Type="http://schemas.openxmlformats.org/officeDocument/2006/relationships/image" Target="../media/image171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02.png"/><Relationship Id="rId4" Type="http://schemas.openxmlformats.org/officeDocument/2006/relationships/image" Target="../media/image207.png"/><Relationship Id="rId9" Type="http://schemas.openxmlformats.org/officeDocument/2006/relationships/image" Target="../media/image233.png"/><Relationship Id="rId5" Type="http://schemas.openxmlformats.org/officeDocument/2006/relationships/image" Target="../media/image206.png"/><Relationship Id="rId6" Type="http://schemas.openxmlformats.org/officeDocument/2006/relationships/image" Target="../media/image208.png"/><Relationship Id="rId7" Type="http://schemas.openxmlformats.org/officeDocument/2006/relationships/image" Target="../media/image215.png"/><Relationship Id="rId8" Type="http://schemas.openxmlformats.org/officeDocument/2006/relationships/image" Target="../media/image217.png"/><Relationship Id="rId11" Type="http://schemas.openxmlformats.org/officeDocument/2006/relationships/image" Target="../media/image223.png"/><Relationship Id="rId10" Type="http://schemas.openxmlformats.org/officeDocument/2006/relationships/image" Target="../media/image211.png"/><Relationship Id="rId13" Type="http://schemas.openxmlformats.org/officeDocument/2006/relationships/image" Target="../media/image220.png"/><Relationship Id="rId12" Type="http://schemas.openxmlformats.org/officeDocument/2006/relationships/image" Target="../media/image225.png"/><Relationship Id="rId15" Type="http://schemas.openxmlformats.org/officeDocument/2006/relationships/image" Target="../media/image209.png"/><Relationship Id="rId14" Type="http://schemas.openxmlformats.org/officeDocument/2006/relationships/image" Target="../media/image203.png"/><Relationship Id="rId16" Type="http://schemas.openxmlformats.org/officeDocument/2006/relationships/image" Target="../media/image222.png"/></Relationships>
</file>

<file path=ppt/slides/_rels/slide6.xml.rels><?xml version="1.0" encoding="UTF-8" standalone="yes"?><Relationships xmlns="http://schemas.openxmlformats.org/package/2006/relationships"><Relationship Id="rId40" Type="http://schemas.openxmlformats.org/officeDocument/2006/relationships/image" Target="../media/image257.png"/><Relationship Id="rId42" Type="http://schemas.openxmlformats.org/officeDocument/2006/relationships/image" Target="../media/image280.jpg"/><Relationship Id="rId41" Type="http://schemas.openxmlformats.org/officeDocument/2006/relationships/image" Target="../media/image269.jp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52.png"/><Relationship Id="rId4" Type="http://schemas.openxmlformats.org/officeDocument/2006/relationships/image" Target="../media/image134.png"/><Relationship Id="rId9" Type="http://schemas.openxmlformats.org/officeDocument/2006/relationships/image" Target="../media/image232.png"/><Relationship Id="rId5" Type="http://schemas.openxmlformats.org/officeDocument/2006/relationships/image" Target="../media/image127.png"/><Relationship Id="rId6" Type="http://schemas.openxmlformats.org/officeDocument/2006/relationships/image" Target="../media/image229.png"/><Relationship Id="rId7" Type="http://schemas.openxmlformats.org/officeDocument/2006/relationships/image" Target="../media/image244.png"/><Relationship Id="rId8" Type="http://schemas.openxmlformats.org/officeDocument/2006/relationships/image" Target="../media/image221.png"/><Relationship Id="rId31" Type="http://schemas.openxmlformats.org/officeDocument/2006/relationships/image" Target="../media/image253.png"/><Relationship Id="rId30" Type="http://schemas.openxmlformats.org/officeDocument/2006/relationships/image" Target="../media/image255.png"/><Relationship Id="rId33" Type="http://schemas.openxmlformats.org/officeDocument/2006/relationships/image" Target="../media/image264.png"/><Relationship Id="rId32" Type="http://schemas.openxmlformats.org/officeDocument/2006/relationships/image" Target="../media/image243.png"/><Relationship Id="rId35" Type="http://schemas.openxmlformats.org/officeDocument/2006/relationships/image" Target="../media/image256.png"/><Relationship Id="rId34" Type="http://schemas.openxmlformats.org/officeDocument/2006/relationships/image" Target="../media/image250.png"/><Relationship Id="rId37" Type="http://schemas.openxmlformats.org/officeDocument/2006/relationships/image" Target="../media/image258.png"/><Relationship Id="rId36" Type="http://schemas.openxmlformats.org/officeDocument/2006/relationships/image" Target="../media/image259.png"/><Relationship Id="rId39" Type="http://schemas.openxmlformats.org/officeDocument/2006/relationships/image" Target="../media/image266.png"/><Relationship Id="rId38" Type="http://schemas.openxmlformats.org/officeDocument/2006/relationships/image" Target="../media/image254.png"/><Relationship Id="rId20" Type="http://schemas.openxmlformats.org/officeDocument/2006/relationships/image" Target="../media/image248.png"/><Relationship Id="rId22" Type="http://schemas.openxmlformats.org/officeDocument/2006/relationships/image" Target="../media/image252.png"/><Relationship Id="rId21" Type="http://schemas.openxmlformats.org/officeDocument/2006/relationships/image" Target="../media/image236.png"/><Relationship Id="rId24" Type="http://schemas.openxmlformats.org/officeDocument/2006/relationships/image" Target="../media/image261.png"/><Relationship Id="rId23" Type="http://schemas.openxmlformats.org/officeDocument/2006/relationships/image" Target="../media/image238.png"/><Relationship Id="rId26" Type="http://schemas.openxmlformats.org/officeDocument/2006/relationships/image" Target="../media/image241.png"/><Relationship Id="rId25" Type="http://schemas.openxmlformats.org/officeDocument/2006/relationships/image" Target="../media/image247.png"/><Relationship Id="rId28" Type="http://schemas.openxmlformats.org/officeDocument/2006/relationships/image" Target="../media/image251.png"/><Relationship Id="rId27" Type="http://schemas.openxmlformats.org/officeDocument/2006/relationships/image" Target="../media/image242.png"/><Relationship Id="rId29" Type="http://schemas.openxmlformats.org/officeDocument/2006/relationships/image" Target="../media/image262.png"/><Relationship Id="rId11" Type="http://schemas.openxmlformats.org/officeDocument/2006/relationships/image" Target="../media/image240.png"/><Relationship Id="rId10" Type="http://schemas.openxmlformats.org/officeDocument/2006/relationships/image" Target="../media/image228.png"/><Relationship Id="rId13" Type="http://schemas.openxmlformats.org/officeDocument/2006/relationships/image" Target="../media/image226.png"/><Relationship Id="rId12" Type="http://schemas.openxmlformats.org/officeDocument/2006/relationships/image" Target="../media/image249.png"/><Relationship Id="rId15" Type="http://schemas.openxmlformats.org/officeDocument/2006/relationships/image" Target="../media/image231.png"/><Relationship Id="rId14" Type="http://schemas.openxmlformats.org/officeDocument/2006/relationships/image" Target="../media/image237.png"/><Relationship Id="rId17" Type="http://schemas.openxmlformats.org/officeDocument/2006/relationships/image" Target="../media/image230.png"/><Relationship Id="rId16" Type="http://schemas.openxmlformats.org/officeDocument/2006/relationships/image" Target="../media/image246.png"/><Relationship Id="rId19" Type="http://schemas.openxmlformats.org/officeDocument/2006/relationships/image" Target="../media/image239.png"/><Relationship Id="rId18" Type="http://schemas.openxmlformats.org/officeDocument/2006/relationships/image" Target="../media/image235.png"/></Relationships>
</file>

<file path=ppt/slides/_rels/slide7.xml.rels><?xml version="1.0" encoding="UTF-8" standalone="yes"?><Relationships xmlns="http://schemas.openxmlformats.org/package/2006/relationships"><Relationship Id="rId40" Type="http://schemas.openxmlformats.org/officeDocument/2006/relationships/image" Target="../media/image306.png"/><Relationship Id="rId42" Type="http://schemas.openxmlformats.org/officeDocument/2006/relationships/image" Target="../media/image304.png"/><Relationship Id="rId41" Type="http://schemas.openxmlformats.org/officeDocument/2006/relationships/image" Target="../media/image298.png"/><Relationship Id="rId44" Type="http://schemas.openxmlformats.org/officeDocument/2006/relationships/image" Target="../media/image301.png"/><Relationship Id="rId43" Type="http://schemas.openxmlformats.org/officeDocument/2006/relationships/image" Target="../media/image315.png"/><Relationship Id="rId46" Type="http://schemas.openxmlformats.org/officeDocument/2006/relationships/image" Target="../media/image313.png"/><Relationship Id="rId45" Type="http://schemas.openxmlformats.org/officeDocument/2006/relationships/image" Target="../media/image31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63.png"/><Relationship Id="rId4" Type="http://schemas.openxmlformats.org/officeDocument/2006/relationships/image" Target="../media/image267.png"/><Relationship Id="rId9" Type="http://schemas.openxmlformats.org/officeDocument/2006/relationships/image" Target="../media/image272.png"/><Relationship Id="rId48" Type="http://schemas.openxmlformats.org/officeDocument/2006/relationships/image" Target="../media/image309.png"/><Relationship Id="rId47" Type="http://schemas.openxmlformats.org/officeDocument/2006/relationships/image" Target="../media/image311.png"/><Relationship Id="rId49" Type="http://schemas.openxmlformats.org/officeDocument/2006/relationships/image" Target="../media/image220.png"/><Relationship Id="rId5" Type="http://schemas.openxmlformats.org/officeDocument/2006/relationships/image" Target="../media/image260.png"/><Relationship Id="rId6" Type="http://schemas.openxmlformats.org/officeDocument/2006/relationships/image" Target="../media/image270.png"/><Relationship Id="rId7" Type="http://schemas.openxmlformats.org/officeDocument/2006/relationships/image" Target="../media/image278.png"/><Relationship Id="rId8" Type="http://schemas.openxmlformats.org/officeDocument/2006/relationships/image" Target="../media/image268.png"/><Relationship Id="rId31" Type="http://schemas.openxmlformats.org/officeDocument/2006/relationships/image" Target="../media/image284.png"/><Relationship Id="rId30" Type="http://schemas.openxmlformats.org/officeDocument/2006/relationships/image" Target="../media/image296.png"/><Relationship Id="rId33" Type="http://schemas.openxmlformats.org/officeDocument/2006/relationships/image" Target="../media/image299.png"/><Relationship Id="rId32" Type="http://schemas.openxmlformats.org/officeDocument/2006/relationships/image" Target="../media/image292.png"/><Relationship Id="rId35" Type="http://schemas.openxmlformats.org/officeDocument/2006/relationships/image" Target="../media/image297.png"/><Relationship Id="rId34" Type="http://schemas.openxmlformats.org/officeDocument/2006/relationships/image" Target="../media/image291.png"/><Relationship Id="rId37" Type="http://schemas.openxmlformats.org/officeDocument/2006/relationships/image" Target="../media/image303.png"/><Relationship Id="rId36" Type="http://schemas.openxmlformats.org/officeDocument/2006/relationships/image" Target="../media/image300.png"/><Relationship Id="rId39" Type="http://schemas.openxmlformats.org/officeDocument/2006/relationships/image" Target="../media/image332.png"/><Relationship Id="rId38" Type="http://schemas.openxmlformats.org/officeDocument/2006/relationships/image" Target="../media/image302.png"/><Relationship Id="rId20" Type="http://schemas.openxmlformats.org/officeDocument/2006/relationships/image" Target="../media/image283.png"/><Relationship Id="rId22" Type="http://schemas.openxmlformats.org/officeDocument/2006/relationships/image" Target="../media/image287.png"/><Relationship Id="rId21" Type="http://schemas.openxmlformats.org/officeDocument/2006/relationships/image" Target="../media/image290.png"/><Relationship Id="rId24" Type="http://schemas.openxmlformats.org/officeDocument/2006/relationships/image" Target="../media/image289.png"/><Relationship Id="rId23" Type="http://schemas.openxmlformats.org/officeDocument/2006/relationships/image" Target="../media/image293.png"/><Relationship Id="rId26" Type="http://schemas.openxmlformats.org/officeDocument/2006/relationships/image" Target="../media/image286.png"/><Relationship Id="rId25" Type="http://schemas.openxmlformats.org/officeDocument/2006/relationships/image" Target="../media/image282.png"/><Relationship Id="rId28" Type="http://schemas.openxmlformats.org/officeDocument/2006/relationships/image" Target="../media/image285.png"/><Relationship Id="rId27" Type="http://schemas.openxmlformats.org/officeDocument/2006/relationships/image" Target="../media/image294.png"/><Relationship Id="rId29" Type="http://schemas.openxmlformats.org/officeDocument/2006/relationships/image" Target="../media/image288.png"/><Relationship Id="rId51" Type="http://schemas.openxmlformats.org/officeDocument/2006/relationships/image" Target="../media/image209.png"/><Relationship Id="rId50" Type="http://schemas.openxmlformats.org/officeDocument/2006/relationships/image" Target="../media/image203.png"/><Relationship Id="rId52" Type="http://schemas.openxmlformats.org/officeDocument/2006/relationships/image" Target="../media/image307.png"/><Relationship Id="rId11" Type="http://schemas.openxmlformats.org/officeDocument/2006/relationships/image" Target="../media/image273.png"/><Relationship Id="rId10" Type="http://schemas.openxmlformats.org/officeDocument/2006/relationships/image" Target="../media/image265.png"/><Relationship Id="rId13" Type="http://schemas.openxmlformats.org/officeDocument/2006/relationships/image" Target="../media/image274.png"/><Relationship Id="rId12" Type="http://schemas.openxmlformats.org/officeDocument/2006/relationships/image" Target="../media/image277.png"/><Relationship Id="rId15" Type="http://schemas.openxmlformats.org/officeDocument/2006/relationships/image" Target="../media/image295.png"/><Relationship Id="rId14" Type="http://schemas.openxmlformats.org/officeDocument/2006/relationships/image" Target="../media/image271.png"/><Relationship Id="rId17" Type="http://schemas.openxmlformats.org/officeDocument/2006/relationships/image" Target="../media/image275.png"/><Relationship Id="rId16" Type="http://schemas.openxmlformats.org/officeDocument/2006/relationships/image" Target="../media/image279.png"/><Relationship Id="rId19" Type="http://schemas.openxmlformats.org/officeDocument/2006/relationships/image" Target="../media/image281.png"/><Relationship Id="rId18" Type="http://schemas.openxmlformats.org/officeDocument/2006/relationships/image" Target="../media/image276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308.png"/><Relationship Id="rId4" Type="http://schemas.openxmlformats.org/officeDocument/2006/relationships/image" Target="../media/image305.png"/><Relationship Id="rId9" Type="http://schemas.openxmlformats.org/officeDocument/2006/relationships/image" Target="../media/image312.png"/><Relationship Id="rId5" Type="http://schemas.openxmlformats.org/officeDocument/2006/relationships/image" Target="../media/image310.png"/><Relationship Id="rId6" Type="http://schemas.openxmlformats.org/officeDocument/2006/relationships/image" Target="../media/image314.png"/><Relationship Id="rId7" Type="http://schemas.openxmlformats.org/officeDocument/2006/relationships/image" Target="../media/image327.png"/><Relationship Id="rId8" Type="http://schemas.openxmlformats.org/officeDocument/2006/relationships/image" Target="../media/image316.png"/><Relationship Id="rId20" Type="http://schemas.openxmlformats.org/officeDocument/2006/relationships/image" Target="../media/image330.png"/><Relationship Id="rId22" Type="http://schemas.openxmlformats.org/officeDocument/2006/relationships/image" Target="../media/image326.png"/><Relationship Id="rId21" Type="http://schemas.openxmlformats.org/officeDocument/2006/relationships/image" Target="../media/image321.png"/><Relationship Id="rId24" Type="http://schemas.openxmlformats.org/officeDocument/2006/relationships/image" Target="../media/image333.png"/><Relationship Id="rId23" Type="http://schemas.openxmlformats.org/officeDocument/2006/relationships/image" Target="../media/image322.png"/><Relationship Id="rId25" Type="http://schemas.openxmlformats.org/officeDocument/2006/relationships/image" Target="../media/image328.png"/><Relationship Id="rId11" Type="http://schemas.openxmlformats.org/officeDocument/2006/relationships/image" Target="../media/image203.png"/><Relationship Id="rId10" Type="http://schemas.openxmlformats.org/officeDocument/2006/relationships/image" Target="../media/image220.png"/><Relationship Id="rId13" Type="http://schemas.openxmlformats.org/officeDocument/2006/relationships/image" Target="../media/image325.png"/><Relationship Id="rId12" Type="http://schemas.openxmlformats.org/officeDocument/2006/relationships/image" Target="../media/image209.png"/><Relationship Id="rId15" Type="http://schemas.openxmlformats.org/officeDocument/2006/relationships/image" Target="../media/image320.png"/><Relationship Id="rId14" Type="http://schemas.openxmlformats.org/officeDocument/2006/relationships/image" Target="../media/image319.png"/><Relationship Id="rId17" Type="http://schemas.openxmlformats.org/officeDocument/2006/relationships/image" Target="../media/image318.png"/><Relationship Id="rId16" Type="http://schemas.openxmlformats.org/officeDocument/2006/relationships/image" Target="../media/image323.png"/><Relationship Id="rId19" Type="http://schemas.openxmlformats.org/officeDocument/2006/relationships/image" Target="../media/image335.png"/><Relationship Id="rId18" Type="http://schemas.openxmlformats.org/officeDocument/2006/relationships/image" Target="../media/image324.png"/></Relationships>
</file>

<file path=ppt/slides/_rels/slide9.xml.rels><?xml version="1.0" encoding="UTF-8" standalone="yes"?><Relationships xmlns="http://schemas.openxmlformats.org/package/2006/relationships"><Relationship Id="rId40" Type="http://schemas.openxmlformats.org/officeDocument/2006/relationships/image" Target="../media/image365.png"/><Relationship Id="rId84" Type="http://schemas.openxmlformats.org/officeDocument/2006/relationships/image" Target="../media/image411.png"/><Relationship Id="rId83" Type="http://schemas.openxmlformats.org/officeDocument/2006/relationships/image" Target="../media/image422.png"/><Relationship Id="rId42" Type="http://schemas.openxmlformats.org/officeDocument/2006/relationships/image" Target="../media/image370.png"/><Relationship Id="rId86" Type="http://schemas.openxmlformats.org/officeDocument/2006/relationships/image" Target="../media/image410.png"/><Relationship Id="rId41" Type="http://schemas.openxmlformats.org/officeDocument/2006/relationships/image" Target="../media/image374.png"/><Relationship Id="rId85" Type="http://schemas.openxmlformats.org/officeDocument/2006/relationships/image" Target="../media/image413.png"/><Relationship Id="rId44" Type="http://schemas.openxmlformats.org/officeDocument/2006/relationships/image" Target="../media/image446.png"/><Relationship Id="rId88" Type="http://schemas.openxmlformats.org/officeDocument/2006/relationships/image" Target="../media/image476.png"/><Relationship Id="rId43" Type="http://schemas.openxmlformats.org/officeDocument/2006/relationships/image" Target="../media/image368.png"/><Relationship Id="rId87" Type="http://schemas.openxmlformats.org/officeDocument/2006/relationships/image" Target="../media/image419.png"/><Relationship Id="rId46" Type="http://schemas.openxmlformats.org/officeDocument/2006/relationships/image" Target="../media/image378.png"/><Relationship Id="rId45" Type="http://schemas.openxmlformats.org/officeDocument/2006/relationships/image" Target="../media/image366.png"/><Relationship Id="rId89" Type="http://schemas.openxmlformats.org/officeDocument/2006/relationships/image" Target="../media/image220.png"/><Relationship Id="rId80" Type="http://schemas.openxmlformats.org/officeDocument/2006/relationships/image" Target="../media/image405.png"/><Relationship Id="rId82" Type="http://schemas.openxmlformats.org/officeDocument/2006/relationships/image" Target="../media/image407.png"/><Relationship Id="rId81" Type="http://schemas.openxmlformats.org/officeDocument/2006/relationships/image" Target="../media/image414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352.png"/><Relationship Id="rId4" Type="http://schemas.openxmlformats.org/officeDocument/2006/relationships/image" Target="../media/image329.png"/><Relationship Id="rId9" Type="http://schemas.openxmlformats.org/officeDocument/2006/relationships/image" Target="../media/image336.png"/><Relationship Id="rId48" Type="http://schemas.openxmlformats.org/officeDocument/2006/relationships/image" Target="../media/image377.png"/><Relationship Id="rId47" Type="http://schemas.openxmlformats.org/officeDocument/2006/relationships/image" Target="../media/image379.png"/><Relationship Id="rId49" Type="http://schemas.openxmlformats.org/officeDocument/2006/relationships/image" Target="../media/image369.png"/><Relationship Id="rId5" Type="http://schemas.openxmlformats.org/officeDocument/2006/relationships/image" Target="../media/image334.png"/><Relationship Id="rId6" Type="http://schemas.openxmlformats.org/officeDocument/2006/relationships/image" Target="../media/image340.png"/><Relationship Id="rId7" Type="http://schemas.openxmlformats.org/officeDocument/2006/relationships/image" Target="../media/image331.png"/><Relationship Id="rId8" Type="http://schemas.openxmlformats.org/officeDocument/2006/relationships/image" Target="../media/image338.png"/><Relationship Id="rId73" Type="http://schemas.openxmlformats.org/officeDocument/2006/relationships/image" Target="../media/image398.png"/><Relationship Id="rId72" Type="http://schemas.openxmlformats.org/officeDocument/2006/relationships/image" Target="../media/image408.png"/><Relationship Id="rId31" Type="http://schemas.openxmlformats.org/officeDocument/2006/relationships/image" Target="../media/image356.png"/><Relationship Id="rId75" Type="http://schemas.openxmlformats.org/officeDocument/2006/relationships/image" Target="../media/image396.png"/><Relationship Id="rId30" Type="http://schemas.openxmlformats.org/officeDocument/2006/relationships/image" Target="../media/image364.png"/><Relationship Id="rId74" Type="http://schemas.openxmlformats.org/officeDocument/2006/relationships/image" Target="../media/image399.png"/><Relationship Id="rId33" Type="http://schemas.openxmlformats.org/officeDocument/2006/relationships/image" Target="../media/image376.png"/><Relationship Id="rId77" Type="http://schemas.openxmlformats.org/officeDocument/2006/relationships/image" Target="../media/image403.png"/><Relationship Id="rId32" Type="http://schemas.openxmlformats.org/officeDocument/2006/relationships/image" Target="../media/image359.png"/><Relationship Id="rId76" Type="http://schemas.openxmlformats.org/officeDocument/2006/relationships/image" Target="../media/image400.png"/><Relationship Id="rId35" Type="http://schemas.openxmlformats.org/officeDocument/2006/relationships/image" Target="../media/image358.png"/><Relationship Id="rId79" Type="http://schemas.openxmlformats.org/officeDocument/2006/relationships/image" Target="../media/image406.png"/><Relationship Id="rId34" Type="http://schemas.openxmlformats.org/officeDocument/2006/relationships/image" Target="../media/image363.png"/><Relationship Id="rId78" Type="http://schemas.openxmlformats.org/officeDocument/2006/relationships/image" Target="../media/image409.png"/><Relationship Id="rId71" Type="http://schemas.openxmlformats.org/officeDocument/2006/relationships/image" Target="../media/image397.png"/><Relationship Id="rId70" Type="http://schemas.openxmlformats.org/officeDocument/2006/relationships/image" Target="../media/image395.png"/><Relationship Id="rId37" Type="http://schemas.openxmlformats.org/officeDocument/2006/relationships/image" Target="../media/image373.png"/><Relationship Id="rId36" Type="http://schemas.openxmlformats.org/officeDocument/2006/relationships/image" Target="../media/image362.png"/><Relationship Id="rId39" Type="http://schemas.openxmlformats.org/officeDocument/2006/relationships/image" Target="../media/image371.png"/><Relationship Id="rId38" Type="http://schemas.openxmlformats.org/officeDocument/2006/relationships/image" Target="../media/image367.png"/><Relationship Id="rId62" Type="http://schemas.openxmlformats.org/officeDocument/2006/relationships/image" Target="../media/image385.png"/><Relationship Id="rId61" Type="http://schemas.openxmlformats.org/officeDocument/2006/relationships/image" Target="../media/image388.png"/><Relationship Id="rId20" Type="http://schemas.openxmlformats.org/officeDocument/2006/relationships/image" Target="../media/image361.png"/><Relationship Id="rId64" Type="http://schemas.openxmlformats.org/officeDocument/2006/relationships/image" Target="../media/image402.png"/><Relationship Id="rId63" Type="http://schemas.openxmlformats.org/officeDocument/2006/relationships/image" Target="../media/image387.png"/><Relationship Id="rId22" Type="http://schemas.openxmlformats.org/officeDocument/2006/relationships/image" Target="../media/image350.png"/><Relationship Id="rId66" Type="http://schemas.openxmlformats.org/officeDocument/2006/relationships/image" Target="../media/image389.png"/><Relationship Id="rId21" Type="http://schemas.openxmlformats.org/officeDocument/2006/relationships/image" Target="../media/image351.png"/><Relationship Id="rId65" Type="http://schemas.openxmlformats.org/officeDocument/2006/relationships/image" Target="../media/image394.png"/><Relationship Id="rId24" Type="http://schemas.openxmlformats.org/officeDocument/2006/relationships/image" Target="../media/image357.png"/><Relationship Id="rId68" Type="http://schemas.openxmlformats.org/officeDocument/2006/relationships/image" Target="../media/image390.png"/><Relationship Id="rId23" Type="http://schemas.openxmlformats.org/officeDocument/2006/relationships/image" Target="../media/image353.png"/><Relationship Id="rId67" Type="http://schemas.openxmlformats.org/officeDocument/2006/relationships/image" Target="../media/image412.png"/><Relationship Id="rId60" Type="http://schemas.openxmlformats.org/officeDocument/2006/relationships/image" Target="../media/image404.png"/><Relationship Id="rId26" Type="http://schemas.openxmlformats.org/officeDocument/2006/relationships/image" Target="../media/image346.png"/><Relationship Id="rId25" Type="http://schemas.openxmlformats.org/officeDocument/2006/relationships/image" Target="../media/image348.png"/><Relationship Id="rId69" Type="http://schemas.openxmlformats.org/officeDocument/2006/relationships/image" Target="../media/image393.png"/><Relationship Id="rId28" Type="http://schemas.openxmlformats.org/officeDocument/2006/relationships/image" Target="../media/image354.png"/><Relationship Id="rId27" Type="http://schemas.openxmlformats.org/officeDocument/2006/relationships/image" Target="../media/image372.png"/><Relationship Id="rId29" Type="http://schemas.openxmlformats.org/officeDocument/2006/relationships/image" Target="../media/image355.png"/><Relationship Id="rId51" Type="http://schemas.openxmlformats.org/officeDocument/2006/relationships/image" Target="../media/image382.png"/><Relationship Id="rId50" Type="http://schemas.openxmlformats.org/officeDocument/2006/relationships/image" Target="../media/image375.png"/><Relationship Id="rId53" Type="http://schemas.openxmlformats.org/officeDocument/2006/relationships/image" Target="../media/image384.png"/><Relationship Id="rId52" Type="http://schemas.openxmlformats.org/officeDocument/2006/relationships/image" Target="../media/image401.png"/><Relationship Id="rId11" Type="http://schemas.openxmlformats.org/officeDocument/2006/relationships/image" Target="../media/image349.png"/><Relationship Id="rId55" Type="http://schemas.openxmlformats.org/officeDocument/2006/relationships/image" Target="../media/image380.png"/><Relationship Id="rId10" Type="http://schemas.openxmlformats.org/officeDocument/2006/relationships/image" Target="../media/image337.png"/><Relationship Id="rId54" Type="http://schemas.openxmlformats.org/officeDocument/2006/relationships/image" Target="../media/image391.png"/><Relationship Id="rId13" Type="http://schemas.openxmlformats.org/officeDocument/2006/relationships/image" Target="../media/image345.png"/><Relationship Id="rId57" Type="http://schemas.openxmlformats.org/officeDocument/2006/relationships/image" Target="../media/image386.png"/><Relationship Id="rId12" Type="http://schemas.openxmlformats.org/officeDocument/2006/relationships/image" Target="../media/image339.png"/><Relationship Id="rId56" Type="http://schemas.openxmlformats.org/officeDocument/2006/relationships/image" Target="../media/image381.png"/><Relationship Id="rId91" Type="http://schemas.openxmlformats.org/officeDocument/2006/relationships/image" Target="../media/image209.png"/><Relationship Id="rId90" Type="http://schemas.openxmlformats.org/officeDocument/2006/relationships/image" Target="../media/image203.png"/><Relationship Id="rId92" Type="http://schemas.openxmlformats.org/officeDocument/2006/relationships/image" Target="../media/image417.png"/><Relationship Id="rId15" Type="http://schemas.openxmlformats.org/officeDocument/2006/relationships/image" Target="../media/image347.png"/><Relationship Id="rId59" Type="http://schemas.openxmlformats.org/officeDocument/2006/relationships/image" Target="../media/image392.png"/><Relationship Id="rId14" Type="http://schemas.openxmlformats.org/officeDocument/2006/relationships/image" Target="../media/image341.png"/><Relationship Id="rId58" Type="http://schemas.openxmlformats.org/officeDocument/2006/relationships/image" Target="../media/image383.png"/><Relationship Id="rId17" Type="http://schemas.openxmlformats.org/officeDocument/2006/relationships/image" Target="../media/image360.png"/><Relationship Id="rId16" Type="http://schemas.openxmlformats.org/officeDocument/2006/relationships/image" Target="../media/image344.png"/><Relationship Id="rId19" Type="http://schemas.openxmlformats.org/officeDocument/2006/relationships/image" Target="../media/image343.png"/><Relationship Id="rId18" Type="http://schemas.openxmlformats.org/officeDocument/2006/relationships/image" Target="../media/image342.png"/></Relationships>
</file>

<file path=ppt/slides/_rels/slide10.xml.rels><?xml version="1.0" encoding="UTF-8" standalone="yes"?><Relationships xmlns="http://schemas.openxmlformats.org/package/2006/relationships"><Relationship Id="rId40" Type="http://schemas.openxmlformats.org/officeDocument/2006/relationships/image" Target="../media/image460.png"/><Relationship Id="rId42" Type="http://schemas.openxmlformats.org/officeDocument/2006/relationships/image" Target="../media/image455.png"/><Relationship Id="rId41" Type="http://schemas.openxmlformats.org/officeDocument/2006/relationships/image" Target="../media/image456.png"/><Relationship Id="rId44" Type="http://schemas.openxmlformats.org/officeDocument/2006/relationships/image" Target="../media/image458.png"/><Relationship Id="rId43" Type="http://schemas.openxmlformats.org/officeDocument/2006/relationships/image" Target="../media/image463.png"/><Relationship Id="rId46" Type="http://schemas.openxmlformats.org/officeDocument/2006/relationships/image" Target="../media/image450.png"/><Relationship Id="rId45" Type="http://schemas.openxmlformats.org/officeDocument/2006/relationships/image" Target="../media/image46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429.png"/><Relationship Id="rId4" Type="http://schemas.openxmlformats.org/officeDocument/2006/relationships/image" Target="../media/image426.png"/><Relationship Id="rId9" Type="http://schemas.openxmlformats.org/officeDocument/2006/relationships/image" Target="../media/image424.png"/><Relationship Id="rId48" Type="http://schemas.openxmlformats.org/officeDocument/2006/relationships/image" Target="../media/image461.png"/><Relationship Id="rId47" Type="http://schemas.openxmlformats.org/officeDocument/2006/relationships/image" Target="../media/image457.png"/><Relationship Id="rId49" Type="http://schemas.openxmlformats.org/officeDocument/2006/relationships/image" Target="../media/image470.png"/><Relationship Id="rId5" Type="http://schemas.openxmlformats.org/officeDocument/2006/relationships/image" Target="../media/image421.png"/><Relationship Id="rId6" Type="http://schemas.openxmlformats.org/officeDocument/2006/relationships/image" Target="../media/image425.png"/><Relationship Id="rId7" Type="http://schemas.openxmlformats.org/officeDocument/2006/relationships/image" Target="../media/image415.png"/><Relationship Id="rId8" Type="http://schemas.openxmlformats.org/officeDocument/2006/relationships/image" Target="../media/image416.png"/><Relationship Id="rId31" Type="http://schemas.openxmlformats.org/officeDocument/2006/relationships/image" Target="../media/image438.png"/><Relationship Id="rId30" Type="http://schemas.openxmlformats.org/officeDocument/2006/relationships/image" Target="../media/image442.png"/><Relationship Id="rId33" Type="http://schemas.openxmlformats.org/officeDocument/2006/relationships/image" Target="../media/image449.png"/><Relationship Id="rId32" Type="http://schemas.openxmlformats.org/officeDocument/2006/relationships/image" Target="../media/image443.png"/><Relationship Id="rId35" Type="http://schemas.openxmlformats.org/officeDocument/2006/relationships/image" Target="../media/image451.png"/><Relationship Id="rId34" Type="http://schemas.openxmlformats.org/officeDocument/2006/relationships/image" Target="../media/image453.png"/><Relationship Id="rId37" Type="http://schemas.openxmlformats.org/officeDocument/2006/relationships/image" Target="../media/image448.png"/><Relationship Id="rId36" Type="http://schemas.openxmlformats.org/officeDocument/2006/relationships/image" Target="../media/image462.png"/><Relationship Id="rId39" Type="http://schemas.openxmlformats.org/officeDocument/2006/relationships/image" Target="../media/image459.png"/><Relationship Id="rId38" Type="http://schemas.openxmlformats.org/officeDocument/2006/relationships/image" Target="../media/image452.png"/><Relationship Id="rId20" Type="http://schemas.openxmlformats.org/officeDocument/2006/relationships/image" Target="../media/image445.png"/><Relationship Id="rId22" Type="http://schemas.openxmlformats.org/officeDocument/2006/relationships/image" Target="../media/image432.png"/><Relationship Id="rId21" Type="http://schemas.openxmlformats.org/officeDocument/2006/relationships/image" Target="../media/image441.png"/><Relationship Id="rId24" Type="http://schemas.openxmlformats.org/officeDocument/2006/relationships/image" Target="../media/image434.png"/><Relationship Id="rId23" Type="http://schemas.openxmlformats.org/officeDocument/2006/relationships/image" Target="../media/image440.png"/><Relationship Id="rId26" Type="http://schemas.openxmlformats.org/officeDocument/2006/relationships/image" Target="../media/image431.png"/><Relationship Id="rId25" Type="http://schemas.openxmlformats.org/officeDocument/2006/relationships/image" Target="../media/image437.png"/><Relationship Id="rId28" Type="http://schemas.openxmlformats.org/officeDocument/2006/relationships/image" Target="../media/image435.png"/><Relationship Id="rId27" Type="http://schemas.openxmlformats.org/officeDocument/2006/relationships/image" Target="../media/image436.png"/><Relationship Id="rId29" Type="http://schemas.openxmlformats.org/officeDocument/2006/relationships/image" Target="../media/image444.png"/><Relationship Id="rId51" Type="http://schemas.openxmlformats.org/officeDocument/2006/relationships/image" Target="../media/image471.png"/><Relationship Id="rId50" Type="http://schemas.openxmlformats.org/officeDocument/2006/relationships/image" Target="../media/image485.png"/><Relationship Id="rId53" Type="http://schemas.openxmlformats.org/officeDocument/2006/relationships/image" Target="../media/image465.png"/><Relationship Id="rId52" Type="http://schemas.openxmlformats.org/officeDocument/2006/relationships/image" Target="../media/image468.png"/><Relationship Id="rId11" Type="http://schemas.openxmlformats.org/officeDocument/2006/relationships/image" Target="../media/image420.png"/><Relationship Id="rId55" Type="http://schemas.openxmlformats.org/officeDocument/2006/relationships/image" Target="../media/image467.png"/><Relationship Id="rId10" Type="http://schemas.openxmlformats.org/officeDocument/2006/relationships/image" Target="../media/image418.png"/><Relationship Id="rId54" Type="http://schemas.openxmlformats.org/officeDocument/2006/relationships/image" Target="../media/image469.png"/><Relationship Id="rId13" Type="http://schemas.openxmlformats.org/officeDocument/2006/relationships/image" Target="../media/image428.png"/><Relationship Id="rId57" Type="http://schemas.openxmlformats.org/officeDocument/2006/relationships/image" Target="../media/image203.png"/><Relationship Id="rId12" Type="http://schemas.openxmlformats.org/officeDocument/2006/relationships/image" Target="../media/image427.png"/><Relationship Id="rId56" Type="http://schemas.openxmlformats.org/officeDocument/2006/relationships/image" Target="../media/image220.png"/><Relationship Id="rId15" Type="http://schemas.openxmlformats.org/officeDocument/2006/relationships/image" Target="../media/image433.png"/><Relationship Id="rId59" Type="http://schemas.openxmlformats.org/officeDocument/2006/relationships/image" Target="../media/image491.png"/><Relationship Id="rId14" Type="http://schemas.openxmlformats.org/officeDocument/2006/relationships/image" Target="../media/image423.png"/><Relationship Id="rId58" Type="http://schemas.openxmlformats.org/officeDocument/2006/relationships/image" Target="../media/image209.png"/><Relationship Id="rId17" Type="http://schemas.openxmlformats.org/officeDocument/2006/relationships/image" Target="../media/image454.png"/><Relationship Id="rId16" Type="http://schemas.openxmlformats.org/officeDocument/2006/relationships/image" Target="../media/image439.png"/><Relationship Id="rId19" Type="http://schemas.openxmlformats.org/officeDocument/2006/relationships/image" Target="../media/image447.png"/><Relationship Id="rId18" Type="http://schemas.openxmlformats.org/officeDocument/2006/relationships/image" Target="../media/image430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472.png"/><Relationship Id="rId4" Type="http://schemas.openxmlformats.org/officeDocument/2006/relationships/image" Target="../media/image464.png"/><Relationship Id="rId9" Type="http://schemas.openxmlformats.org/officeDocument/2006/relationships/image" Target="../media/image490.png"/><Relationship Id="rId5" Type="http://schemas.openxmlformats.org/officeDocument/2006/relationships/image" Target="../media/image474.png"/><Relationship Id="rId6" Type="http://schemas.openxmlformats.org/officeDocument/2006/relationships/image" Target="../media/image473.png"/><Relationship Id="rId7" Type="http://schemas.openxmlformats.org/officeDocument/2006/relationships/image" Target="../media/image498.png"/><Relationship Id="rId8" Type="http://schemas.openxmlformats.org/officeDocument/2006/relationships/image" Target="../media/image480.png"/><Relationship Id="rId11" Type="http://schemas.openxmlformats.org/officeDocument/2006/relationships/image" Target="../media/image220.png"/><Relationship Id="rId10" Type="http://schemas.openxmlformats.org/officeDocument/2006/relationships/image" Target="../media/image484.png"/><Relationship Id="rId13" Type="http://schemas.openxmlformats.org/officeDocument/2006/relationships/image" Target="../media/image209.png"/><Relationship Id="rId12" Type="http://schemas.openxmlformats.org/officeDocument/2006/relationships/image" Target="../media/image203.png"/><Relationship Id="rId15" Type="http://schemas.openxmlformats.org/officeDocument/2006/relationships/image" Target="../media/image481.png"/><Relationship Id="rId14" Type="http://schemas.openxmlformats.org/officeDocument/2006/relationships/image" Target="../media/image479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477.png"/><Relationship Id="rId4" Type="http://schemas.openxmlformats.org/officeDocument/2006/relationships/image" Target="../media/image492.png"/><Relationship Id="rId9" Type="http://schemas.openxmlformats.org/officeDocument/2006/relationships/image" Target="../media/image220.png"/><Relationship Id="rId5" Type="http://schemas.openxmlformats.org/officeDocument/2006/relationships/image" Target="../media/image482.png"/><Relationship Id="rId6" Type="http://schemas.openxmlformats.org/officeDocument/2006/relationships/image" Target="../media/image475.png"/><Relationship Id="rId7" Type="http://schemas.openxmlformats.org/officeDocument/2006/relationships/image" Target="../media/image494.png"/><Relationship Id="rId8" Type="http://schemas.openxmlformats.org/officeDocument/2006/relationships/image" Target="../media/image478.png"/><Relationship Id="rId11" Type="http://schemas.openxmlformats.org/officeDocument/2006/relationships/image" Target="../media/image209.png"/><Relationship Id="rId10" Type="http://schemas.openxmlformats.org/officeDocument/2006/relationships/image" Target="../media/image203.png"/><Relationship Id="rId12" Type="http://schemas.openxmlformats.org/officeDocument/2006/relationships/image" Target="../media/image505.png"/></Relationships>
</file>

<file path=ppt/slides/_rels/slide13.xml.rels><?xml version="1.0" encoding="UTF-8" standalone="yes"?><Relationships xmlns="http://schemas.openxmlformats.org/package/2006/relationships"><Relationship Id="rId40" Type="http://schemas.openxmlformats.org/officeDocument/2006/relationships/image" Target="../media/image521.png"/><Relationship Id="rId42" Type="http://schemas.openxmlformats.org/officeDocument/2006/relationships/image" Target="../media/image525.png"/><Relationship Id="rId41" Type="http://schemas.openxmlformats.org/officeDocument/2006/relationships/image" Target="../media/image528.png"/><Relationship Id="rId44" Type="http://schemas.openxmlformats.org/officeDocument/2006/relationships/image" Target="../media/image540.png"/><Relationship Id="rId43" Type="http://schemas.openxmlformats.org/officeDocument/2006/relationships/image" Target="../media/image529.png"/><Relationship Id="rId46" Type="http://schemas.openxmlformats.org/officeDocument/2006/relationships/image" Target="../media/image542.png"/><Relationship Id="rId45" Type="http://schemas.openxmlformats.org/officeDocument/2006/relationships/image" Target="../media/image532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486.png"/><Relationship Id="rId4" Type="http://schemas.openxmlformats.org/officeDocument/2006/relationships/image" Target="../media/image487.png"/><Relationship Id="rId9" Type="http://schemas.openxmlformats.org/officeDocument/2006/relationships/image" Target="../media/image489.png"/><Relationship Id="rId48" Type="http://schemas.openxmlformats.org/officeDocument/2006/relationships/image" Target="../media/image538.png"/><Relationship Id="rId47" Type="http://schemas.openxmlformats.org/officeDocument/2006/relationships/image" Target="../media/image535.png"/><Relationship Id="rId49" Type="http://schemas.openxmlformats.org/officeDocument/2006/relationships/image" Target="../media/image545.png"/><Relationship Id="rId5" Type="http://schemas.openxmlformats.org/officeDocument/2006/relationships/image" Target="../media/image483.png"/><Relationship Id="rId6" Type="http://schemas.openxmlformats.org/officeDocument/2006/relationships/image" Target="../media/image496.png"/><Relationship Id="rId7" Type="http://schemas.openxmlformats.org/officeDocument/2006/relationships/image" Target="../media/image488.png"/><Relationship Id="rId8" Type="http://schemas.openxmlformats.org/officeDocument/2006/relationships/image" Target="../media/image499.png"/><Relationship Id="rId73" Type="http://schemas.openxmlformats.org/officeDocument/2006/relationships/image" Target="../media/image203.png"/><Relationship Id="rId72" Type="http://schemas.openxmlformats.org/officeDocument/2006/relationships/image" Target="../media/image220.png"/><Relationship Id="rId31" Type="http://schemas.openxmlformats.org/officeDocument/2006/relationships/image" Target="../media/image526.png"/><Relationship Id="rId75" Type="http://schemas.openxmlformats.org/officeDocument/2006/relationships/image" Target="../media/image561.png"/><Relationship Id="rId30" Type="http://schemas.openxmlformats.org/officeDocument/2006/relationships/image" Target="../media/image523.png"/><Relationship Id="rId74" Type="http://schemas.openxmlformats.org/officeDocument/2006/relationships/image" Target="../media/image209.png"/><Relationship Id="rId33" Type="http://schemas.openxmlformats.org/officeDocument/2006/relationships/image" Target="../media/image524.png"/><Relationship Id="rId32" Type="http://schemas.openxmlformats.org/officeDocument/2006/relationships/image" Target="../media/image522.png"/><Relationship Id="rId35" Type="http://schemas.openxmlformats.org/officeDocument/2006/relationships/image" Target="../media/image517.png"/><Relationship Id="rId34" Type="http://schemas.openxmlformats.org/officeDocument/2006/relationships/image" Target="../media/image520.png"/><Relationship Id="rId71" Type="http://schemas.openxmlformats.org/officeDocument/2006/relationships/image" Target="../media/image551.png"/><Relationship Id="rId70" Type="http://schemas.openxmlformats.org/officeDocument/2006/relationships/image" Target="../media/image568.png"/><Relationship Id="rId37" Type="http://schemas.openxmlformats.org/officeDocument/2006/relationships/image" Target="../media/image530.png"/><Relationship Id="rId36" Type="http://schemas.openxmlformats.org/officeDocument/2006/relationships/image" Target="../media/image515.png"/><Relationship Id="rId39" Type="http://schemas.openxmlformats.org/officeDocument/2006/relationships/image" Target="../media/image518.png"/><Relationship Id="rId38" Type="http://schemas.openxmlformats.org/officeDocument/2006/relationships/image" Target="../media/image519.png"/><Relationship Id="rId62" Type="http://schemas.openxmlformats.org/officeDocument/2006/relationships/image" Target="../media/image541.png"/><Relationship Id="rId61" Type="http://schemas.openxmlformats.org/officeDocument/2006/relationships/image" Target="../media/image555.png"/><Relationship Id="rId20" Type="http://schemas.openxmlformats.org/officeDocument/2006/relationships/image" Target="../media/image506.png"/><Relationship Id="rId64" Type="http://schemas.openxmlformats.org/officeDocument/2006/relationships/image" Target="../media/image549.png"/><Relationship Id="rId63" Type="http://schemas.openxmlformats.org/officeDocument/2006/relationships/image" Target="../media/image546.png"/><Relationship Id="rId22" Type="http://schemas.openxmlformats.org/officeDocument/2006/relationships/image" Target="../media/image503.png"/><Relationship Id="rId66" Type="http://schemas.openxmlformats.org/officeDocument/2006/relationships/image" Target="../media/image553.png"/><Relationship Id="rId21" Type="http://schemas.openxmlformats.org/officeDocument/2006/relationships/image" Target="../media/image514.png"/><Relationship Id="rId65" Type="http://schemas.openxmlformats.org/officeDocument/2006/relationships/image" Target="../media/image550.png"/><Relationship Id="rId24" Type="http://schemas.openxmlformats.org/officeDocument/2006/relationships/image" Target="../media/image512.png"/><Relationship Id="rId68" Type="http://schemas.openxmlformats.org/officeDocument/2006/relationships/image" Target="../media/image554.png"/><Relationship Id="rId23" Type="http://schemas.openxmlformats.org/officeDocument/2006/relationships/image" Target="../media/image511.png"/><Relationship Id="rId67" Type="http://schemas.openxmlformats.org/officeDocument/2006/relationships/image" Target="../media/image556.png"/><Relationship Id="rId60" Type="http://schemas.openxmlformats.org/officeDocument/2006/relationships/image" Target="../media/image547.png"/><Relationship Id="rId26" Type="http://schemas.openxmlformats.org/officeDocument/2006/relationships/image" Target="../media/image510.png"/><Relationship Id="rId25" Type="http://schemas.openxmlformats.org/officeDocument/2006/relationships/image" Target="../media/image509.png"/><Relationship Id="rId69" Type="http://schemas.openxmlformats.org/officeDocument/2006/relationships/image" Target="../media/image557.png"/><Relationship Id="rId28" Type="http://schemas.openxmlformats.org/officeDocument/2006/relationships/image" Target="../media/image531.png"/><Relationship Id="rId27" Type="http://schemas.openxmlformats.org/officeDocument/2006/relationships/image" Target="../media/image527.png"/><Relationship Id="rId29" Type="http://schemas.openxmlformats.org/officeDocument/2006/relationships/image" Target="../media/image516.png"/><Relationship Id="rId51" Type="http://schemas.openxmlformats.org/officeDocument/2006/relationships/image" Target="../media/image537.png"/><Relationship Id="rId50" Type="http://schemas.openxmlformats.org/officeDocument/2006/relationships/image" Target="../media/image533.png"/><Relationship Id="rId53" Type="http://schemas.openxmlformats.org/officeDocument/2006/relationships/image" Target="../media/image563.png"/><Relationship Id="rId52" Type="http://schemas.openxmlformats.org/officeDocument/2006/relationships/image" Target="../media/image552.png"/><Relationship Id="rId11" Type="http://schemas.openxmlformats.org/officeDocument/2006/relationships/image" Target="../media/image500.png"/><Relationship Id="rId55" Type="http://schemas.openxmlformats.org/officeDocument/2006/relationships/image" Target="../media/image536.png"/><Relationship Id="rId10" Type="http://schemas.openxmlformats.org/officeDocument/2006/relationships/image" Target="../media/image495.png"/><Relationship Id="rId54" Type="http://schemas.openxmlformats.org/officeDocument/2006/relationships/image" Target="../media/image534.png"/><Relationship Id="rId13" Type="http://schemas.openxmlformats.org/officeDocument/2006/relationships/image" Target="../media/image508.png"/><Relationship Id="rId57" Type="http://schemas.openxmlformats.org/officeDocument/2006/relationships/image" Target="../media/image543.png"/><Relationship Id="rId12" Type="http://schemas.openxmlformats.org/officeDocument/2006/relationships/image" Target="../media/image493.png"/><Relationship Id="rId56" Type="http://schemas.openxmlformats.org/officeDocument/2006/relationships/image" Target="../media/image539.png"/><Relationship Id="rId15" Type="http://schemas.openxmlformats.org/officeDocument/2006/relationships/image" Target="../media/image513.png"/><Relationship Id="rId59" Type="http://schemas.openxmlformats.org/officeDocument/2006/relationships/image" Target="../media/image548.png"/><Relationship Id="rId14" Type="http://schemas.openxmlformats.org/officeDocument/2006/relationships/image" Target="../media/image502.png"/><Relationship Id="rId58" Type="http://schemas.openxmlformats.org/officeDocument/2006/relationships/image" Target="../media/image544.png"/><Relationship Id="rId17" Type="http://schemas.openxmlformats.org/officeDocument/2006/relationships/image" Target="../media/image507.png"/><Relationship Id="rId16" Type="http://schemas.openxmlformats.org/officeDocument/2006/relationships/image" Target="../media/image497.png"/><Relationship Id="rId19" Type="http://schemas.openxmlformats.org/officeDocument/2006/relationships/image" Target="../media/image501.png"/><Relationship Id="rId18" Type="http://schemas.openxmlformats.org/officeDocument/2006/relationships/image" Target="../media/image504.png"/></Relationships>
</file>

<file path=ppt/slides/_rels/slide14.xml.rels><?xml version="1.0" encoding="UTF-8" standalone="yes"?><Relationships xmlns="http://schemas.openxmlformats.org/package/2006/relationships"><Relationship Id="rId40" Type="http://schemas.openxmlformats.org/officeDocument/2006/relationships/image" Target="../media/image694.png"/><Relationship Id="rId42" Type="http://schemas.openxmlformats.org/officeDocument/2006/relationships/image" Target="../media/image598.png"/><Relationship Id="rId41" Type="http://schemas.openxmlformats.org/officeDocument/2006/relationships/image" Target="../media/image595.png"/><Relationship Id="rId44" Type="http://schemas.openxmlformats.org/officeDocument/2006/relationships/image" Target="../media/image599.png"/><Relationship Id="rId43" Type="http://schemas.openxmlformats.org/officeDocument/2006/relationships/image" Target="../media/image596.png"/><Relationship Id="rId46" Type="http://schemas.openxmlformats.org/officeDocument/2006/relationships/image" Target="../media/image615.png"/><Relationship Id="rId45" Type="http://schemas.openxmlformats.org/officeDocument/2006/relationships/image" Target="../media/image605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560.png"/><Relationship Id="rId4" Type="http://schemas.openxmlformats.org/officeDocument/2006/relationships/image" Target="../media/image577.png"/><Relationship Id="rId9" Type="http://schemas.openxmlformats.org/officeDocument/2006/relationships/image" Target="../media/image566.png"/><Relationship Id="rId48" Type="http://schemas.openxmlformats.org/officeDocument/2006/relationships/image" Target="../media/image220.png"/><Relationship Id="rId47" Type="http://schemas.openxmlformats.org/officeDocument/2006/relationships/image" Target="../media/image603.png"/><Relationship Id="rId49" Type="http://schemas.openxmlformats.org/officeDocument/2006/relationships/image" Target="../media/image203.png"/><Relationship Id="rId5" Type="http://schemas.openxmlformats.org/officeDocument/2006/relationships/image" Target="../media/image571.png"/><Relationship Id="rId6" Type="http://schemas.openxmlformats.org/officeDocument/2006/relationships/image" Target="../media/image558.png"/><Relationship Id="rId7" Type="http://schemas.openxmlformats.org/officeDocument/2006/relationships/image" Target="../media/image573.png"/><Relationship Id="rId8" Type="http://schemas.openxmlformats.org/officeDocument/2006/relationships/image" Target="../media/image559.png"/><Relationship Id="rId31" Type="http://schemas.openxmlformats.org/officeDocument/2006/relationships/image" Target="../media/image592.png"/><Relationship Id="rId30" Type="http://schemas.openxmlformats.org/officeDocument/2006/relationships/image" Target="../media/image587.png"/><Relationship Id="rId33" Type="http://schemas.openxmlformats.org/officeDocument/2006/relationships/image" Target="../media/image580.png"/><Relationship Id="rId32" Type="http://schemas.openxmlformats.org/officeDocument/2006/relationships/image" Target="../media/image583.png"/><Relationship Id="rId35" Type="http://schemas.openxmlformats.org/officeDocument/2006/relationships/image" Target="../media/image593.png"/><Relationship Id="rId34" Type="http://schemas.openxmlformats.org/officeDocument/2006/relationships/image" Target="../media/image594.png"/><Relationship Id="rId37" Type="http://schemas.openxmlformats.org/officeDocument/2006/relationships/image" Target="../media/image600.png"/><Relationship Id="rId36" Type="http://schemas.openxmlformats.org/officeDocument/2006/relationships/image" Target="../media/image590.png"/><Relationship Id="rId39" Type="http://schemas.openxmlformats.org/officeDocument/2006/relationships/image" Target="../media/image601.png"/><Relationship Id="rId38" Type="http://schemas.openxmlformats.org/officeDocument/2006/relationships/image" Target="../media/image597.png"/><Relationship Id="rId20" Type="http://schemas.openxmlformats.org/officeDocument/2006/relationships/image" Target="../media/image575.png"/><Relationship Id="rId22" Type="http://schemas.openxmlformats.org/officeDocument/2006/relationships/image" Target="../media/image584.png"/><Relationship Id="rId21" Type="http://schemas.openxmlformats.org/officeDocument/2006/relationships/image" Target="../media/image581.png"/><Relationship Id="rId24" Type="http://schemas.openxmlformats.org/officeDocument/2006/relationships/image" Target="../media/image578.png"/><Relationship Id="rId23" Type="http://schemas.openxmlformats.org/officeDocument/2006/relationships/image" Target="../media/image591.png"/><Relationship Id="rId26" Type="http://schemas.openxmlformats.org/officeDocument/2006/relationships/image" Target="../media/image585.png"/><Relationship Id="rId25" Type="http://schemas.openxmlformats.org/officeDocument/2006/relationships/image" Target="../media/image574.png"/><Relationship Id="rId28" Type="http://schemas.openxmlformats.org/officeDocument/2006/relationships/image" Target="../media/image604.png"/><Relationship Id="rId27" Type="http://schemas.openxmlformats.org/officeDocument/2006/relationships/image" Target="../media/image588.png"/><Relationship Id="rId29" Type="http://schemas.openxmlformats.org/officeDocument/2006/relationships/image" Target="../media/image586.png"/><Relationship Id="rId51" Type="http://schemas.openxmlformats.org/officeDocument/2006/relationships/image" Target="../media/image205.png"/><Relationship Id="rId50" Type="http://schemas.openxmlformats.org/officeDocument/2006/relationships/image" Target="../media/image209.png"/><Relationship Id="rId52" Type="http://schemas.openxmlformats.org/officeDocument/2006/relationships/image" Target="../media/image621.jpg"/><Relationship Id="rId11" Type="http://schemas.openxmlformats.org/officeDocument/2006/relationships/image" Target="../media/image576.png"/><Relationship Id="rId10" Type="http://schemas.openxmlformats.org/officeDocument/2006/relationships/image" Target="../media/image565.png"/><Relationship Id="rId13" Type="http://schemas.openxmlformats.org/officeDocument/2006/relationships/image" Target="../media/image569.png"/><Relationship Id="rId12" Type="http://schemas.openxmlformats.org/officeDocument/2006/relationships/image" Target="../media/image564.png"/><Relationship Id="rId15" Type="http://schemas.openxmlformats.org/officeDocument/2006/relationships/image" Target="../media/image567.png"/><Relationship Id="rId14" Type="http://schemas.openxmlformats.org/officeDocument/2006/relationships/image" Target="../media/image562.png"/><Relationship Id="rId17" Type="http://schemas.openxmlformats.org/officeDocument/2006/relationships/image" Target="../media/image579.png"/><Relationship Id="rId16" Type="http://schemas.openxmlformats.org/officeDocument/2006/relationships/image" Target="../media/image570.png"/><Relationship Id="rId19" Type="http://schemas.openxmlformats.org/officeDocument/2006/relationships/image" Target="../media/image572.png"/><Relationship Id="rId18" Type="http://schemas.openxmlformats.org/officeDocument/2006/relationships/image" Target="../media/image582.png"/></Relationships>
</file>

<file path=ppt/slides/_rels/slide15.xml.rels><?xml version="1.0" encoding="UTF-8" standalone="yes"?><Relationships xmlns="http://schemas.openxmlformats.org/package/2006/relationships"><Relationship Id="rId40" Type="http://schemas.openxmlformats.org/officeDocument/2006/relationships/image" Target="../media/image641.png"/><Relationship Id="rId42" Type="http://schemas.openxmlformats.org/officeDocument/2006/relationships/image" Target="../media/image642.png"/><Relationship Id="rId41" Type="http://schemas.openxmlformats.org/officeDocument/2006/relationships/image" Target="../media/image633.png"/><Relationship Id="rId44" Type="http://schemas.openxmlformats.org/officeDocument/2006/relationships/image" Target="../media/image650.png"/><Relationship Id="rId43" Type="http://schemas.openxmlformats.org/officeDocument/2006/relationships/image" Target="../media/image640.png"/><Relationship Id="rId46" Type="http://schemas.openxmlformats.org/officeDocument/2006/relationships/image" Target="../media/image659.png"/><Relationship Id="rId45" Type="http://schemas.openxmlformats.org/officeDocument/2006/relationships/image" Target="../media/image64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617.png"/><Relationship Id="rId4" Type="http://schemas.openxmlformats.org/officeDocument/2006/relationships/image" Target="../media/image607.png"/><Relationship Id="rId9" Type="http://schemas.openxmlformats.org/officeDocument/2006/relationships/image" Target="../media/image618.png"/><Relationship Id="rId48" Type="http://schemas.openxmlformats.org/officeDocument/2006/relationships/image" Target="../media/image663.png"/><Relationship Id="rId47" Type="http://schemas.openxmlformats.org/officeDocument/2006/relationships/image" Target="../media/image660.png"/><Relationship Id="rId49" Type="http://schemas.openxmlformats.org/officeDocument/2006/relationships/image" Target="../media/image656.png"/><Relationship Id="rId5" Type="http://schemas.openxmlformats.org/officeDocument/2006/relationships/image" Target="../media/image611.png"/><Relationship Id="rId6" Type="http://schemas.openxmlformats.org/officeDocument/2006/relationships/image" Target="../media/image619.png"/><Relationship Id="rId7" Type="http://schemas.openxmlformats.org/officeDocument/2006/relationships/image" Target="../media/image620.png"/><Relationship Id="rId8" Type="http://schemas.openxmlformats.org/officeDocument/2006/relationships/image" Target="../media/image616.png"/><Relationship Id="rId31" Type="http://schemas.openxmlformats.org/officeDocument/2006/relationships/image" Target="../media/image646.png"/><Relationship Id="rId30" Type="http://schemas.openxmlformats.org/officeDocument/2006/relationships/image" Target="../media/image647.png"/><Relationship Id="rId33" Type="http://schemas.openxmlformats.org/officeDocument/2006/relationships/image" Target="../media/image631.png"/><Relationship Id="rId32" Type="http://schemas.openxmlformats.org/officeDocument/2006/relationships/image" Target="../media/image648.png"/><Relationship Id="rId35" Type="http://schemas.openxmlformats.org/officeDocument/2006/relationships/image" Target="../media/image639.png"/><Relationship Id="rId34" Type="http://schemas.openxmlformats.org/officeDocument/2006/relationships/image" Target="../media/image636.png"/><Relationship Id="rId37" Type="http://schemas.openxmlformats.org/officeDocument/2006/relationships/image" Target="../media/image634.png"/><Relationship Id="rId36" Type="http://schemas.openxmlformats.org/officeDocument/2006/relationships/image" Target="../media/image632.png"/><Relationship Id="rId39" Type="http://schemas.openxmlformats.org/officeDocument/2006/relationships/image" Target="../media/image635.png"/><Relationship Id="rId38" Type="http://schemas.openxmlformats.org/officeDocument/2006/relationships/image" Target="../media/image645.png"/><Relationship Id="rId20" Type="http://schemas.openxmlformats.org/officeDocument/2006/relationships/image" Target="../media/image626.png"/><Relationship Id="rId22" Type="http://schemas.openxmlformats.org/officeDocument/2006/relationships/image" Target="../media/image644.png"/><Relationship Id="rId21" Type="http://schemas.openxmlformats.org/officeDocument/2006/relationships/image" Target="../media/image622.png"/><Relationship Id="rId24" Type="http://schemas.openxmlformats.org/officeDocument/2006/relationships/image" Target="../media/image623.png"/><Relationship Id="rId23" Type="http://schemas.openxmlformats.org/officeDocument/2006/relationships/image" Target="../media/image637.png"/><Relationship Id="rId26" Type="http://schemas.openxmlformats.org/officeDocument/2006/relationships/image" Target="../media/image624.png"/><Relationship Id="rId25" Type="http://schemas.openxmlformats.org/officeDocument/2006/relationships/image" Target="../media/image628.png"/><Relationship Id="rId28" Type="http://schemas.openxmlformats.org/officeDocument/2006/relationships/image" Target="../media/image629.png"/><Relationship Id="rId27" Type="http://schemas.openxmlformats.org/officeDocument/2006/relationships/image" Target="../media/image638.png"/><Relationship Id="rId29" Type="http://schemas.openxmlformats.org/officeDocument/2006/relationships/image" Target="../media/image627.png"/><Relationship Id="rId51" Type="http://schemas.openxmlformats.org/officeDocument/2006/relationships/image" Target="../media/image649.png"/><Relationship Id="rId50" Type="http://schemas.openxmlformats.org/officeDocument/2006/relationships/image" Target="../media/image651.png"/><Relationship Id="rId53" Type="http://schemas.openxmlformats.org/officeDocument/2006/relationships/image" Target="../media/image220.png"/><Relationship Id="rId52" Type="http://schemas.openxmlformats.org/officeDocument/2006/relationships/image" Target="../media/image653.png"/><Relationship Id="rId11" Type="http://schemas.openxmlformats.org/officeDocument/2006/relationships/image" Target="../media/image606.png"/><Relationship Id="rId55" Type="http://schemas.openxmlformats.org/officeDocument/2006/relationships/image" Target="../media/image209.png"/><Relationship Id="rId10" Type="http://schemas.openxmlformats.org/officeDocument/2006/relationships/image" Target="../media/image608.png"/><Relationship Id="rId54" Type="http://schemas.openxmlformats.org/officeDocument/2006/relationships/image" Target="../media/image203.png"/><Relationship Id="rId13" Type="http://schemas.openxmlformats.org/officeDocument/2006/relationships/image" Target="../media/image602.png"/><Relationship Id="rId12" Type="http://schemas.openxmlformats.org/officeDocument/2006/relationships/image" Target="../media/image613.png"/><Relationship Id="rId56" Type="http://schemas.openxmlformats.org/officeDocument/2006/relationships/image" Target="../media/image667.png"/><Relationship Id="rId15" Type="http://schemas.openxmlformats.org/officeDocument/2006/relationships/image" Target="../media/image625.png"/><Relationship Id="rId14" Type="http://schemas.openxmlformats.org/officeDocument/2006/relationships/image" Target="../media/image614.png"/><Relationship Id="rId17" Type="http://schemas.openxmlformats.org/officeDocument/2006/relationships/image" Target="../media/image609.png"/><Relationship Id="rId16" Type="http://schemas.openxmlformats.org/officeDocument/2006/relationships/image" Target="../media/image610.png"/><Relationship Id="rId19" Type="http://schemas.openxmlformats.org/officeDocument/2006/relationships/image" Target="../media/image612.png"/><Relationship Id="rId18" Type="http://schemas.openxmlformats.org/officeDocument/2006/relationships/image" Target="../media/image630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654.png"/><Relationship Id="rId4" Type="http://schemas.openxmlformats.org/officeDocument/2006/relationships/image" Target="../media/image661.png"/><Relationship Id="rId9" Type="http://schemas.openxmlformats.org/officeDocument/2006/relationships/image" Target="../media/image203.png"/><Relationship Id="rId5" Type="http://schemas.openxmlformats.org/officeDocument/2006/relationships/image" Target="../media/image655.png"/><Relationship Id="rId6" Type="http://schemas.openxmlformats.org/officeDocument/2006/relationships/image" Target="../media/image658.png"/><Relationship Id="rId7" Type="http://schemas.openxmlformats.org/officeDocument/2006/relationships/image" Target="../media/image662.png"/><Relationship Id="rId8" Type="http://schemas.openxmlformats.org/officeDocument/2006/relationships/image" Target="../media/image220.png"/><Relationship Id="rId11" Type="http://schemas.openxmlformats.org/officeDocument/2006/relationships/image" Target="../media/image657.png"/><Relationship Id="rId10" Type="http://schemas.openxmlformats.org/officeDocument/2006/relationships/image" Target="../media/image209.png"/><Relationship Id="rId12" Type="http://schemas.openxmlformats.org/officeDocument/2006/relationships/image" Target="../media/image67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64.png"/><Relationship Id="rId4" Type="http://schemas.openxmlformats.org/officeDocument/2006/relationships/image" Target="../media/image672.png"/><Relationship Id="rId9" Type="http://schemas.openxmlformats.org/officeDocument/2006/relationships/image" Target="../media/image665.png"/><Relationship Id="rId5" Type="http://schemas.openxmlformats.org/officeDocument/2006/relationships/image" Target="../media/image652.png"/><Relationship Id="rId6" Type="http://schemas.openxmlformats.org/officeDocument/2006/relationships/image" Target="../media/image684.png"/><Relationship Id="rId7" Type="http://schemas.openxmlformats.org/officeDocument/2006/relationships/image" Target="../media/image675.png"/><Relationship Id="rId8" Type="http://schemas.openxmlformats.org/officeDocument/2006/relationships/image" Target="../media/image674.png"/><Relationship Id="rId11" Type="http://schemas.openxmlformats.org/officeDocument/2006/relationships/image" Target="../media/image220.png"/><Relationship Id="rId10" Type="http://schemas.openxmlformats.org/officeDocument/2006/relationships/image" Target="../media/image669.png"/><Relationship Id="rId13" Type="http://schemas.openxmlformats.org/officeDocument/2006/relationships/image" Target="../media/image209.png"/><Relationship Id="rId12" Type="http://schemas.openxmlformats.org/officeDocument/2006/relationships/image" Target="../media/image203.png"/><Relationship Id="rId15" Type="http://schemas.openxmlformats.org/officeDocument/2006/relationships/image" Target="../media/image677.png"/><Relationship Id="rId14" Type="http://schemas.openxmlformats.org/officeDocument/2006/relationships/image" Target="../media/image668.png"/></Relationships>
</file>

<file path=ppt/slides/_rels/slide18.xml.rels><?xml version="1.0" encoding="UTF-8" standalone="yes"?><Relationships xmlns="http://schemas.openxmlformats.org/package/2006/relationships"><Relationship Id="rId40" Type="http://schemas.openxmlformats.org/officeDocument/2006/relationships/image" Target="../media/image708.png"/><Relationship Id="rId42" Type="http://schemas.openxmlformats.org/officeDocument/2006/relationships/image" Target="../media/image714.png"/><Relationship Id="rId41" Type="http://schemas.openxmlformats.org/officeDocument/2006/relationships/image" Target="../media/image713.png"/><Relationship Id="rId44" Type="http://schemas.openxmlformats.org/officeDocument/2006/relationships/image" Target="../media/image718.png"/><Relationship Id="rId43" Type="http://schemas.openxmlformats.org/officeDocument/2006/relationships/image" Target="../media/image716.png"/><Relationship Id="rId46" Type="http://schemas.openxmlformats.org/officeDocument/2006/relationships/image" Target="../media/image710.png"/><Relationship Id="rId45" Type="http://schemas.openxmlformats.org/officeDocument/2006/relationships/image" Target="../media/image725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673.png"/><Relationship Id="rId4" Type="http://schemas.openxmlformats.org/officeDocument/2006/relationships/image" Target="../media/image670.png"/><Relationship Id="rId9" Type="http://schemas.openxmlformats.org/officeDocument/2006/relationships/image" Target="../media/image681.png"/><Relationship Id="rId48" Type="http://schemas.openxmlformats.org/officeDocument/2006/relationships/image" Target="../media/image721.png"/><Relationship Id="rId47" Type="http://schemas.openxmlformats.org/officeDocument/2006/relationships/image" Target="../media/image728.png"/><Relationship Id="rId49" Type="http://schemas.openxmlformats.org/officeDocument/2006/relationships/image" Target="../media/image717.png"/><Relationship Id="rId5" Type="http://schemas.openxmlformats.org/officeDocument/2006/relationships/image" Target="../media/image688.png"/><Relationship Id="rId6" Type="http://schemas.openxmlformats.org/officeDocument/2006/relationships/image" Target="../media/image676.png"/><Relationship Id="rId7" Type="http://schemas.openxmlformats.org/officeDocument/2006/relationships/image" Target="../media/image666.png"/><Relationship Id="rId8" Type="http://schemas.openxmlformats.org/officeDocument/2006/relationships/image" Target="../media/image678.png"/><Relationship Id="rId31" Type="http://schemas.openxmlformats.org/officeDocument/2006/relationships/image" Target="../media/image701.png"/><Relationship Id="rId30" Type="http://schemas.openxmlformats.org/officeDocument/2006/relationships/image" Target="../media/image690.png"/><Relationship Id="rId33" Type="http://schemas.openxmlformats.org/officeDocument/2006/relationships/image" Target="../media/image709.png"/><Relationship Id="rId32" Type="http://schemas.openxmlformats.org/officeDocument/2006/relationships/image" Target="../media/image702.png"/><Relationship Id="rId35" Type="http://schemas.openxmlformats.org/officeDocument/2006/relationships/image" Target="../media/image704.png"/><Relationship Id="rId34" Type="http://schemas.openxmlformats.org/officeDocument/2006/relationships/image" Target="../media/image698.png"/><Relationship Id="rId37" Type="http://schemas.openxmlformats.org/officeDocument/2006/relationships/image" Target="../media/image712.png"/><Relationship Id="rId36" Type="http://schemas.openxmlformats.org/officeDocument/2006/relationships/image" Target="../media/image715.png"/><Relationship Id="rId39" Type="http://schemas.openxmlformats.org/officeDocument/2006/relationships/image" Target="../media/image722.png"/><Relationship Id="rId38" Type="http://schemas.openxmlformats.org/officeDocument/2006/relationships/image" Target="../media/image705.png"/><Relationship Id="rId20" Type="http://schemas.openxmlformats.org/officeDocument/2006/relationships/image" Target="../media/image700.png"/><Relationship Id="rId22" Type="http://schemas.openxmlformats.org/officeDocument/2006/relationships/image" Target="../media/image707.png"/><Relationship Id="rId21" Type="http://schemas.openxmlformats.org/officeDocument/2006/relationships/image" Target="../media/image697.png"/><Relationship Id="rId24" Type="http://schemas.openxmlformats.org/officeDocument/2006/relationships/image" Target="../media/image696.png"/><Relationship Id="rId23" Type="http://schemas.openxmlformats.org/officeDocument/2006/relationships/image" Target="../media/image695.png"/><Relationship Id="rId26" Type="http://schemas.openxmlformats.org/officeDocument/2006/relationships/image" Target="../media/image703.png"/><Relationship Id="rId25" Type="http://schemas.openxmlformats.org/officeDocument/2006/relationships/image" Target="../media/image711.png"/><Relationship Id="rId28" Type="http://schemas.openxmlformats.org/officeDocument/2006/relationships/image" Target="../media/image693.png"/><Relationship Id="rId27" Type="http://schemas.openxmlformats.org/officeDocument/2006/relationships/image" Target="../media/image699.png"/><Relationship Id="rId29" Type="http://schemas.openxmlformats.org/officeDocument/2006/relationships/image" Target="../media/image692.png"/><Relationship Id="rId51" Type="http://schemas.openxmlformats.org/officeDocument/2006/relationships/image" Target="../media/image719.png"/><Relationship Id="rId50" Type="http://schemas.openxmlformats.org/officeDocument/2006/relationships/image" Target="../media/image724.png"/><Relationship Id="rId53" Type="http://schemas.openxmlformats.org/officeDocument/2006/relationships/image" Target="../media/image747.png"/><Relationship Id="rId52" Type="http://schemas.openxmlformats.org/officeDocument/2006/relationships/image" Target="../media/image733.png"/><Relationship Id="rId11" Type="http://schemas.openxmlformats.org/officeDocument/2006/relationships/image" Target="../media/image680.png"/><Relationship Id="rId55" Type="http://schemas.openxmlformats.org/officeDocument/2006/relationships/image" Target="../media/image730.png"/><Relationship Id="rId10" Type="http://schemas.openxmlformats.org/officeDocument/2006/relationships/image" Target="../media/image679.png"/><Relationship Id="rId54" Type="http://schemas.openxmlformats.org/officeDocument/2006/relationships/image" Target="../media/image723.png"/><Relationship Id="rId13" Type="http://schemas.openxmlformats.org/officeDocument/2006/relationships/image" Target="../media/image691.png"/><Relationship Id="rId57" Type="http://schemas.openxmlformats.org/officeDocument/2006/relationships/image" Target="../media/image729.png"/><Relationship Id="rId12" Type="http://schemas.openxmlformats.org/officeDocument/2006/relationships/image" Target="../media/image683.png"/><Relationship Id="rId56" Type="http://schemas.openxmlformats.org/officeDocument/2006/relationships/image" Target="../media/image736.png"/><Relationship Id="rId15" Type="http://schemas.openxmlformats.org/officeDocument/2006/relationships/image" Target="../media/image686.png"/><Relationship Id="rId59" Type="http://schemas.openxmlformats.org/officeDocument/2006/relationships/image" Target="../media/image742.png"/><Relationship Id="rId14" Type="http://schemas.openxmlformats.org/officeDocument/2006/relationships/image" Target="../media/image687.png"/><Relationship Id="rId58" Type="http://schemas.openxmlformats.org/officeDocument/2006/relationships/image" Target="../media/image726.png"/><Relationship Id="rId17" Type="http://schemas.openxmlformats.org/officeDocument/2006/relationships/image" Target="../media/image685.png"/><Relationship Id="rId16" Type="http://schemas.openxmlformats.org/officeDocument/2006/relationships/image" Target="../media/image682.png"/><Relationship Id="rId19" Type="http://schemas.openxmlformats.org/officeDocument/2006/relationships/image" Target="../media/image706.png"/><Relationship Id="rId18" Type="http://schemas.openxmlformats.org/officeDocument/2006/relationships/image" Target="../media/image689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731.png"/><Relationship Id="rId4" Type="http://schemas.openxmlformats.org/officeDocument/2006/relationships/image" Target="../media/image334.png"/><Relationship Id="rId9" Type="http://schemas.openxmlformats.org/officeDocument/2006/relationships/image" Target="../media/image735.png"/><Relationship Id="rId5" Type="http://schemas.openxmlformats.org/officeDocument/2006/relationships/image" Target="../media/image727.png"/><Relationship Id="rId6" Type="http://schemas.openxmlformats.org/officeDocument/2006/relationships/image" Target="../media/image732.png"/><Relationship Id="rId7" Type="http://schemas.openxmlformats.org/officeDocument/2006/relationships/image" Target="../media/image743.png"/><Relationship Id="rId8" Type="http://schemas.openxmlformats.org/officeDocument/2006/relationships/image" Target="../media/image741.png"/><Relationship Id="rId11" Type="http://schemas.openxmlformats.org/officeDocument/2006/relationships/image" Target="../media/image737.png"/><Relationship Id="rId10" Type="http://schemas.openxmlformats.org/officeDocument/2006/relationships/image" Target="../media/image734.png"/><Relationship Id="rId13" Type="http://schemas.openxmlformats.org/officeDocument/2006/relationships/image" Target="../media/image203.png"/><Relationship Id="rId12" Type="http://schemas.openxmlformats.org/officeDocument/2006/relationships/image" Target="../media/image220.png"/><Relationship Id="rId15" Type="http://schemas.openxmlformats.org/officeDocument/2006/relationships/image" Target="../media/image740.png"/><Relationship Id="rId14" Type="http://schemas.openxmlformats.org/officeDocument/2006/relationships/image" Target="../media/image209.png"/><Relationship Id="rId16" Type="http://schemas.openxmlformats.org/officeDocument/2006/relationships/image" Target="../media/image745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739.png"/><Relationship Id="rId4" Type="http://schemas.openxmlformats.org/officeDocument/2006/relationships/image" Target="../media/image738.png"/><Relationship Id="rId9" Type="http://schemas.openxmlformats.org/officeDocument/2006/relationships/image" Target="../media/image750.png"/><Relationship Id="rId5" Type="http://schemas.openxmlformats.org/officeDocument/2006/relationships/image" Target="../media/image746.png"/><Relationship Id="rId6" Type="http://schemas.openxmlformats.org/officeDocument/2006/relationships/image" Target="../media/image753.png"/><Relationship Id="rId7" Type="http://schemas.openxmlformats.org/officeDocument/2006/relationships/image" Target="../media/image748.png"/><Relationship Id="rId8" Type="http://schemas.openxmlformats.org/officeDocument/2006/relationships/image" Target="../media/image744.png"/><Relationship Id="rId20" Type="http://schemas.openxmlformats.org/officeDocument/2006/relationships/image" Target="../media/image756.png"/><Relationship Id="rId11" Type="http://schemas.openxmlformats.org/officeDocument/2006/relationships/image" Target="../media/image758.png"/><Relationship Id="rId10" Type="http://schemas.openxmlformats.org/officeDocument/2006/relationships/image" Target="../media/image759.png"/><Relationship Id="rId13" Type="http://schemas.openxmlformats.org/officeDocument/2006/relationships/image" Target="../media/image751.png"/><Relationship Id="rId12" Type="http://schemas.openxmlformats.org/officeDocument/2006/relationships/image" Target="../media/image757.png"/><Relationship Id="rId15" Type="http://schemas.openxmlformats.org/officeDocument/2006/relationships/image" Target="../media/image752.png"/><Relationship Id="rId14" Type="http://schemas.openxmlformats.org/officeDocument/2006/relationships/image" Target="../media/image749.png"/><Relationship Id="rId17" Type="http://schemas.openxmlformats.org/officeDocument/2006/relationships/image" Target="../media/image152.png"/><Relationship Id="rId16" Type="http://schemas.openxmlformats.org/officeDocument/2006/relationships/image" Target="../media/image762.png"/><Relationship Id="rId19" Type="http://schemas.openxmlformats.org/officeDocument/2006/relationships/image" Target="../media/image127.png"/><Relationship Id="rId18" Type="http://schemas.openxmlformats.org/officeDocument/2006/relationships/image" Target="../media/image134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754.png"/><Relationship Id="rId4" Type="http://schemas.openxmlformats.org/officeDocument/2006/relationships/image" Target="../media/image774.png"/><Relationship Id="rId9" Type="http://schemas.openxmlformats.org/officeDocument/2006/relationships/image" Target="../media/image761.png"/><Relationship Id="rId5" Type="http://schemas.openxmlformats.org/officeDocument/2006/relationships/image" Target="../media/image763.png"/><Relationship Id="rId6" Type="http://schemas.openxmlformats.org/officeDocument/2006/relationships/image" Target="../media/image755.png"/><Relationship Id="rId7" Type="http://schemas.openxmlformats.org/officeDocument/2006/relationships/image" Target="../media/image760.png"/><Relationship Id="rId8" Type="http://schemas.openxmlformats.org/officeDocument/2006/relationships/image" Target="../media/image768.png"/><Relationship Id="rId31" Type="http://schemas.openxmlformats.org/officeDocument/2006/relationships/image" Target="../media/image209.png"/><Relationship Id="rId30" Type="http://schemas.openxmlformats.org/officeDocument/2006/relationships/image" Target="../media/image203.png"/><Relationship Id="rId33" Type="http://schemas.openxmlformats.org/officeDocument/2006/relationships/image" Target="../media/image780.png"/><Relationship Id="rId32" Type="http://schemas.openxmlformats.org/officeDocument/2006/relationships/image" Target="../media/image781.png"/><Relationship Id="rId20" Type="http://schemas.openxmlformats.org/officeDocument/2006/relationships/image" Target="../media/image770.png"/><Relationship Id="rId22" Type="http://schemas.openxmlformats.org/officeDocument/2006/relationships/image" Target="../media/image778.png"/><Relationship Id="rId21" Type="http://schemas.openxmlformats.org/officeDocument/2006/relationships/image" Target="../media/image776.png"/><Relationship Id="rId24" Type="http://schemas.openxmlformats.org/officeDocument/2006/relationships/image" Target="../media/image785.png"/><Relationship Id="rId23" Type="http://schemas.openxmlformats.org/officeDocument/2006/relationships/image" Target="../media/image777.png"/><Relationship Id="rId26" Type="http://schemas.openxmlformats.org/officeDocument/2006/relationships/image" Target="../media/image779.png"/><Relationship Id="rId25" Type="http://schemas.openxmlformats.org/officeDocument/2006/relationships/image" Target="../media/image775.png"/><Relationship Id="rId28" Type="http://schemas.openxmlformats.org/officeDocument/2006/relationships/image" Target="../media/image782.png"/><Relationship Id="rId27" Type="http://schemas.openxmlformats.org/officeDocument/2006/relationships/image" Target="../media/image783.png"/><Relationship Id="rId29" Type="http://schemas.openxmlformats.org/officeDocument/2006/relationships/image" Target="../media/image220.png"/><Relationship Id="rId11" Type="http://schemas.openxmlformats.org/officeDocument/2006/relationships/image" Target="../media/image764.png"/><Relationship Id="rId10" Type="http://schemas.openxmlformats.org/officeDocument/2006/relationships/image" Target="../media/image766.png"/><Relationship Id="rId13" Type="http://schemas.openxmlformats.org/officeDocument/2006/relationships/image" Target="../media/image772.png"/><Relationship Id="rId12" Type="http://schemas.openxmlformats.org/officeDocument/2006/relationships/image" Target="../media/image771.png"/><Relationship Id="rId15" Type="http://schemas.openxmlformats.org/officeDocument/2006/relationships/image" Target="../media/image765.png"/><Relationship Id="rId14" Type="http://schemas.openxmlformats.org/officeDocument/2006/relationships/image" Target="../media/image767.png"/><Relationship Id="rId17" Type="http://schemas.openxmlformats.org/officeDocument/2006/relationships/image" Target="../media/image769.png"/><Relationship Id="rId16" Type="http://schemas.openxmlformats.org/officeDocument/2006/relationships/image" Target="../media/image784.png"/><Relationship Id="rId19" Type="http://schemas.openxmlformats.org/officeDocument/2006/relationships/image" Target="../media/image773.png"/><Relationship Id="rId18" Type="http://schemas.openxmlformats.org/officeDocument/2006/relationships/image" Target="../media/image788.png"/></Relationships>
</file>

<file path=ppt/slides/_rels/slide22.xml.rels><?xml version="1.0" encoding="UTF-8" standalone="yes"?><Relationships xmlns="http://schemas.openxmlformats.org/package/2006/relationships"><Relationship Id="rId40" Type="http://schemas.openxmlformats.org/officeDocument/2006/relationships/image" Target="../media/image815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802.png"/><Relationship Id="rId4" Type="http://schemas.openxmlformats.org/officeDocument/2006/relationships/image" Target="../media/image787.png"/><Relationship Id="rId9" Type="http://schemas.openxmlformats.org/officeDocument/2006/relationships/image" Target="../media/image790.png"/><Relationship Id="rId5" Type="http://schemas.openxmlformats.org/officeDocument/2006/relationships/image" Target="../media/image806.png"/><Relationship Id="rId6" Type="http://schemas.openxmlformats.org/officeDocument/2006/relationships/image" Target="../media/image793.png"/><Relationship Id="rId7" Type="http://schemas.openxmlformats.org/officeDocument/2006/relationships/image" Target="../media/image789.png"/><Relationship Id="rId8" Type="http://schemas.openxmlformats.org/officeDocument/2006/relationships/image" Target="../media/image786.png"/><Relationship Id="rId31" Type="http://schemas.openxmlformats.org/officeDocument/2006/relationships/image" Target="../media/image811.png"/><Relationship Id="rId30" Type="http://schemas.openxmlformats.org/officeDocument/2006/relationships/image" Target="../media/image822.png"/><Relationship Id="rId33" Type="http://schemas.openxmlformats.org/officeDocument/2006/relationships/image" Target="../media/image807.png"/><Relationship Id="rId32" Type="http://schemas.openxmlformats.org/officeDocument/2006/relationships/image" Target="../media/image831.png"/><Relationship Id="rId35" Type="http://schemas.openxmlformats.org/officeDocument/2006/relationships/image" Target="../media/image825.png"/><Relationship Id="rId34" Type="http://schemas.openxmlformats.org/officeDocument/2006/relationships/image" Target="../media/image808.png"/><Relationship Id="rId37" Type="http://schemas.openxmlformats.org/officeDocument/2006/relationships/image" Target="../media/image203.png"/><Relationship Id="rId36" Type="http://schemas.openxmlformats.org/officeDocument/2006/relationships/image" Target="../media/image220.png"/><Relationship Id="rId39" Type="http://schemas.openxmlformats.org/officeDocument/2006/relationships/image" Target="../media/image819.png"/><Relationship Id="rId38" Type="http://schemas.openxmlformats.org/officeDocument/2006/relationships/image" Target="../media/image209.png"/><Relationship Id="rId20" Type="http://schemas.openxmlformats.org/officeDocument/2006/relationships/image" Target="../media/image796.png"/><Relationship Id="rId22" Type="http://schemas.openxmlformats.org/officeDocument/2006/relationships/image" Target="../media/image818.png"/><Relationship Id="rId21" Type="http://schemas.openxmlformats.org/officeDocument/2006/relationships/image" Target="../media/image798.png"/><Relationship Id="rId24" Type="http://schemas.openxmlformats.org/officeDocument/2006/relationships/image" Target="../media/image794.png"/><Relationship Id="rId23" Type="http://schemas.openxmlformats.org/officeDocument/2006/relationships/image" Target="../media/image804.png"/><Relationship Id="rId26" Type="http://schemas.openxmlformats.org/officeDocument/2006/relationships/image" Target="../media/image810.png"/><Relationship Id="rId25" Type="http://schemas.openxmlformats.org/officeDocument/2006/relationships/image" Target="../media/image801.png"/><Relationship Id="rId28" Type="http://schemas.openxmlformats.org/officeDocument/2006/relationships/image" Target="../media/image817.png"/><Relationship Id="rId27" Type="http://schemas.openxmlformats.org/officeDocument/2006/relationships/image" Target="../media/image809.png"/><Relationship Id="rId29" Type="http://schemas.openxmlformats.org/officeDocument/2006/relationships/image" Target="../media/image813.png"/><Relationship Id="rId11" Type="http://schemas.openxmlformats.org/officeDocument/2006/relationships/image" Target="../media/image795.png"/><Relationship Id="rId10" Type="http://schemas.openxmlformats.org/officeDocument/2006/relationships/image" Target="../media/image799.png"/><Relationship Id="rId13" Type="http://schemas.openxmlformats.org/officeDocument/2006/relationships/image" Target="../media/image792.png"/><Relationship Id="rId12" Type="http://schemas.openxmlformats.org/officeDocument/2006/relationships/image" Target="../media/image827.png"/><Relationship Id="rId15" Type="http://schemas.openxmlformats.org/officeDocument/2006/relationships/image" Target="../media/image791.png"/><Relationship Id="rId14" Type="http://schemas.openxmlformats.org/officeDocument/2006/relationships/image" Target="../media/image800.png"/><Relationship Id="rId17" Type="http://schemas.openxmlformats.org/officeDocument/2006/relationships/image" Target="../media/image805.png"/><Relationship Id="rId16" Type="http://schemas.openxmlformats.org/officeDocument/2006/relationships/image" Target="../media/image769.png"/><Relationship Id="rId19" Type="http://schemas.openxmlformats.org/officeDocument/2006/relationships/image" Target="../media/image812.png"/><Relationship Id="rId18" Type="http://schemas.openxmlformats.org/officeDocument/2006/relationships/image" Target="../media/image797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833.png"/><Relationship Id="rId4" Type="http://schemas.openxmlformats.org/officeDocument/2006/relationships/image" Target="../media/image816.png"/><Relationship Id="rId9" Type="http://schemas.openxmlformats.org/officeDocument/2006/relationships/image" Target="../media/image820.png"/><Relationship Id="rId5" Type="http://schemas.openxmlformats.org/officeDocument/2006/relationships/image" Target="../media/image824.png"/><Relationship Id="rId6" Type="http://schemas.openxmlformats.org/officeDocument/2006/relationships/image" Target="../media/image821.png"/><Relationship Id="rId7" Type="http://schemas.openxmlformats.org/officeDocument/2006/relationships/image" Target="../media/image828.png"/><Relationship Id="rId8" Type="http://schemas.openxmlformats.org/officeDocument/2006/relationships/image" Target="../media/image823.png"/><Relationship Id="rId20" Type="http://schemas.openxmlformats.org/officeDocument/2006/relationships/image" Target="../media/image843.png"/><Relationship Id="rId21" Type="http://schemas.openxmlformats.org/officeDocument/2006/relationships/image" Target="../media/image842.jpg"/><Relationship Id="rId11" Type="http://schemas.openxmlformats.org/officeDocument/2006/relationships/image" Target="../media/image832.png"/><Relationship Id="rId10" Type="http://schemas.openxmlformats.org/officeDocument/2006/relationships/image" Target="../media/image829.png"/><Relationship Id="rId13" Type="http://schemas.openxmlformats.org/officeDocument/2006/relationships/image" Target="../media/image826.png"/><Relationship Id="rId12" Type="http://schemas.openxmlformats.org/officeDocument/2006/relationships/image" Target="../media/image836.png"/><Relationship Id="rId15" Type="http://schemas.openxmlformats.org/officeDocument/2006/relationships/image" Target="../media/image834.png"/><Relationship Id="rId14" Type="http://schemas.openxmlformats.org/officeDocument/2006/relationships/image" Target="../media/image499.png"/><Relationship Id="rId17" Type="http://schemas.openxmlformats.org/officeDocument/2006/relationships/image" Target="../media/image203.png"/><Relationship Id="rId16" Type="http://schemas.openxmlformats.org/officeDocument/2006/relationships/image" Target="../media/image220.png"/><Relationship Id="rId19" Type="http://schemas.openxmlformats.org/officeDocument/2006/relationships/image" Target="../media/image830.png"/><Relationship Id="rId18" Type="http://schemas.openxmlformats.org/officeDocument/2006/relationships/image" Target="../media/image209.png"/></Relationships>
</file>

<file path=ppt/slides/_rels/slide24.xml.rels><?xml version="1.0" encoding="UTF-8" standalone="yes"?><Relationships xmlns="http://schemas.openxmlformats.org/package/2006/relationships"><Relationship Id="rId40" Type="http://schemas.openxmlformats.org/officeDocument/2006/relationships/image" Target="../media/image875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839.png"/><Relationship Id="rId4" Type="http://schemas.openxmlformats.org/officeDocument/2006/relationships/image" Target="../media/image835.png"/><Relationship Id="rId9" Type="http://schemas.openxmlformats.org/officeDocument/2006/relationships/image" Target="../media/image838.png"/><Relationship Id="rId5" Type="http://schemas.openxmlformats.org/officeDocument/2006/relationships/image" Target="../media/image840.png"/><Relationship Id="rId6" Type="http://schemas.openxmlformats.org/officeDocument/2006/relationships/image" Target="../media/image841.png"/><Relationship Id="rId7" Type="http://schemas.openxmlformats.org/officeDocument/2006/relationships/image" Target="../media/image847.png"/><Relationship Id="rId8" Type="http://schemas.openxmlformats.org/officeDocument/2006/relationships/image" Target="../media/image849.png"/><Relationship Id="rId31" Type="http://schemas.openxmlformats.org/officeDocument/2006/relationships/image" Target="../media/image868.png"/><Relationship Id="rId30" Type="http://schemas.openxmlformats.org/officeDocument/2006/relationships/image" Target="../media/image870.png"/><Relationship Id="rId33" Type="http://schemas.openxmlformats.org/officeDocument/2006/relationships/image" Target="../media/image858.png"/><Relationship Id="rId32" Type="http://schemas.openxmlformats.org/officeDocument/2006/relationships/image" Target="../media/image867.png"/><Relationship Id="rId35" Type="http://schemas.openxmlformats.org/officeDocument/2006/relationships/image" Target="../media/image891.png"/><Relationship Id="rId34" Type="http://schemas.openxmlformats.org/officeDocument/2006/relationships/image" Target="../media/image878.png"/><Relationship Id="rId37" Type="http://schemas.openxmlformats.org/officeDocument/2006/relationships/image" Target="../media/image203.png"/><Relationship Id="rId36" Type="http://schemas.openxmlformats.org/officeDocument/2006/relationships/image" Target="../media/image220.png"/><Relationship Id="rId39" Type="http://schemas.openxmlformats.org/officeDocument/2006/relationships/image" Target="../media/image866.png"/><Relationship Id="rId38" Type="http://schemas.openxmlformats.org/officeDocument/2006/relationships/image" Target="../media/image209.png"/><Relationship Id="rId20" Type="http://schemas.openxmlformats.org/officeDocument/2006/relationships/image" Target="../media/image853.png"/><Relationship Id="rId22" Type="http://schemas.openxmlformats.org/officeDocument/2006/relationships/image" Target="../media/image854.png"/><Relationship Id="rId21" Type="http://schemas.openxmlformats.org/officeDocument/2006/relationships/image" Target="../media/image856.png"/><Relationship Id="rId24" Type="http://schemas.openxmlformats.org/officeDocument/2006/relationships/image" Target="../media/image855.png"/><Relationship Id="rId23" Type="http://schemas.openxmlformats.org/officeDocument/2006/relationships/image" Target="../media/image863.png"/><Relationship Id="rId26" Type="http://schemas.openxmlformats.org/officeDocument/2006/relationships/image" Target="../media/image865.png"/><Relationship Id="rId25" Type="http://schemas.openxmlformats.org/officeDocument/2006/relationships/image" Target="../media/image864.png"/><Relationship Id="rId28" Type="http://schemas.openxmlformats.org/officeDocument/2006/relationships/image" Target="../media/image861.png"/><Relationship Id="rId27" Type="http://schemas.openxmlformats.org/officeDocument/2006/relationships/image" Target="../media/image860.png"/><Relationship Id="rId29" Type="http://schemas.openxmlformats.org/officeDocument/2006/relationships/image" Target="../media/image862.png"/><Relationship Id="rId11" Type="http://schemas.openxmlformats.org/officeDocument/2006/relationships/image" Target="../media/image837.png"/><Relationship Id="rId10" Type="http://schemas.openxmlformats.org/officeDocument/2006/relationships/image" Target="../media/image846.png"/><Relationship Id="rId13" Type="http://schemas.openxmlformats.org/officeDocument/2006/relationships/image" Target="../media/image859.png"/><Relationship Id="rId12" Type="http://schemas.openxmlformats.org/officeDocument/2006/relationships/image" Target="../media/image844.png"/><Relationship Id="rId15" Type="http://schemas.openxmlformats.org/officeDocument/2006/relationships/image" Target="../media/image848.png"/><Relationship Id="rId14" Type="http://schemas.openxmlformats.org/officeDocument/2006/relationships/image" Target="../media/image850.png"/><Relationship Id="rId17" Type="http://schemas.openxmlformats.org/officeDocument/2006/relationships/image" Target="../media/image845.png"/><Relationship Id="rId16" Type="http://schemas.openxmlformats.org/officeDocument/2006/relationships/image" Target="../media/image852.png"/><Relationship Id="rId19" Type="http://schemas.openxmlformats.org/officeDocument/2006/relationships/image" Target="../media/image857.png"/><Relationship Id="rId18" Type="http://schemas.openxmlformats.org/officeDocument/2006/relationships/image" Target="../media/image851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869.png"/><Relationship Id="rId4" Type="http://schemas.openxmlformats.org/officeDocument/2006/relationships/image" Target="../media/image881.png"/><Relationship Id="rId9" Type="http://schemas.openxmlformats.org/officeDocument/2006/relationships/image" Target="../media/image884.png"/><Relationship Id="rId5" Type="http://schemas.openxmlformats.org/officeDocument/2006/relationships/image" Target="../media/image873.png"/><Relationship Id="rId6" Type="http://schemas.openxmlformats.org/officeDocument/2006/relationships/image" Target="../media/image220.png"/><Relationship Id="rId7" Type="http://schemas.openxmlformats.org/officeDocument/2006/relationships/image" Target="../media/image203.png"/><Relationship Id="rId8" Type="http://schemas.openxmlformats.org/officeDocument/2006/relationships/image" Target="../media/image209.png"/><Relationship Id="rId10" Type="http://schemas.openxmlformats.org/officeDocument/2006/relationships/image" Target="../media/image879.png"/></Relationships>
</file>

<file path=ppt/slides/_rels/slide26.xml.rels><?xml version="1.0" encoding="UTF-8" standalone="yes"?><Relationships xmlns="http://schemas.openxmlformats.org/package/2006/relationships"><Relationship Id="rId40" Type="http://schemas.openxmlformats.org/officeDocument/2006/relationships/image" Target="../media/image912.png"/><Relationship Id="rId84" Type="http://schemas.openxmlformats.org/officeDocument/2006/relationships/image" Target="../media/image968.png"/><Relationship Id="rId83" Type="http://schemas.openxmlformats.org/officeDocument/2006/relationships/image" Target="../media/image978.png"/><Relationship Id="rId42" Type="http://schemas.openxmlformats.org/officeDocument/2006/relationships/image" Target="../media/image911.png"/><Relationship Id="rId86" Type="http://schemas.openxmlformats.org/officeDocument/2006/relationships/image" Target="../media/image960.png"/><Relationship Id="rId41" Type="http://schemas.openxmlformats.org/officeDocument/2006/relationships/image" Target="../media/image914.png"/><Relationship Id="rId85" Type="http://schemas.openxmlformats.org/officeDocument/2006/relationships/image" Target="../media/image970.png"/><Relationship Id="rId44" Type="http://schemas.openxmlformats.org/officeDocument/2006/relationships/image" Target="../media/image940.png"/><Relationship Id="rId88" Type="http://schemas.openxmlformats.org/officeDocument/2006/relationships/image" Target="../media/image961.png"/><Relationship Id="rId43" Type="http://schemas.openxmlformats.org/officeDocument/2006/relationships/image" Target="../media/image907.png"/><Relationship Id="rId87" Type="http://schemas.openxmlformats.org/officeDocument/2006/relationships/image" Target="../media/image956.png"/><Relationship Id="rId46" Type="http://schemas.openxmlformats.org/officeDocument/2006/relationships/image" Target="../media/image933.png"/><Relationship Id="rId45" Type="http://schemas.openxmlformats.org/officeDocument/2006/relationships/image" Target="../media/image927.png"/><Relationship Id="rId89" Type="http://schemas.openxmlformats.org/officeDocument/2006/relationships/image" Target="../media/image955.png"/><Relationship Id="rId80" Type="http://schemas.openxmlformats.org/officeDocument/2006/relationships/image" Target="../media/image953.png"/><Relationship Id="rId82" Type="http://schemas.openxmlformats.org/officeDocument/2006/relationships/image" Target="../media/image972.png"/><Relationship Id="rId81" Type="http://schemas.openxmlformats.org/officeDocument/2006/relationships/image" Target="../media/image96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874.png"/><Relationship Id="rId4" Type="http://schemas.openxmlformats.org/officeDocument/2006/relationships/image" Target="../media/image872.png"/><Relationship Id="rId9" Type="http://schemas.openxmlformats.org/officeDocument/2006/relationships/image" Target="../media/image876.png"/><Relationship Id="rId48" Type="http://schemas.openxmlformats.org/officeDocument/2006/relationships/image" Target="../media/image921.png"/><Relationship Id="rId47" Type="http://schemas.openxmlformats.org/officeDocument/2006/relationships/image" Target="../media/image917.png"/><Relationship Id="rId49" Type="http://schemas.openxmlformats.org/officeDocument/2006/relationships/image" Target="../media/image919.png"/><Relationship Id="rId5" Type="http://schemas.openxmlformats.org/officeDocument/2006/relationships/image" Target="../media/image880.png"/><Relationship Id="rId6" Type="http://schemas.openxmlformats.org/officeDocument/2006/relationships/image" Target="../media/image871.png"/><Relationship Id="rId7" Type="http://schemas.openxmlformats.org/officeDocument/2006/relationships/image" Target="../media/image886.png"/><Relationship Id="rId8" Type="http://schemas.openxmlformats.org/officeDocument/2006/relationships/image" Target="../media/image877.png"/><Relationship Id="rId73" Type="http://schemas.openxmlformats.org/officeDocument/2006/relationships/image" Target="../media/image944.png"/><Relationship Id="rId72" Type="http://schemas.openxmlformats.org/officeDocument/2006/relationships/image" Target="../media/image952.png"/><Relationship Id="rId31" Type="http://schemas.openxmlformats.org/officeDocument/2006/relationships/image" Target="../media/image897.png"/><Relationship Id="rId75" Type="http://schemas.openxmlformats.org/officeDocument/2006/relationships/image" Target="../media/image946.png"/><Relationship Id="rId30" Type="http://schemas.openxmlformats.org/officeDocument/2006/relationships/image" Target="../media/image899.png"/><Relationship Id="rId74" Type="http://schemas.openxmlformats.org/officeDocument/2006/relationships/image" Target="../media/image981.png"/><Relationship Id="rId33" Type="http://schemas.openxmlformats.org/officeDocument/2006/relationships/image" Target="../media/image901.png"/><Relationship Id="rId77" Type="http://schemas.openxmlformats.org/officeDocument/2006/relationships/image" Target="../media/image945.png"/><Relationship Id="rId32" Type="http://schemas.openxmlformats.org/officeDocument/2006/relationships/image" Target="../media/image902.png"/><Relationship Id="rId76" Type="http://schemas.openxmlformats.org/officeDocument/2006/relationships/image" Target="../media/image948.png"/><Relationship Id="rId35" Type="http://schemas.openxmlformats.org/officeDocument/2006/relationships/image" Target="../media/image913.png"/><Relationship Id="rId79" Type="http://schemas.openxmlformats.org/officeDocument/2006/relationships/image" Target="../media/image949.png"/><Relationship Id="rId34" Type="http://schemas.openxmlformats.org/officeDocument/2006/relationships/image" Target="../media/image909.png"/><Relationship Id="rId78" Type="http://schemas.openxmlformats.org/officeDocument/2006/relationships/image" Target="../media/image954.png"/><Relationship Id="rId71" Type="http://schemas.openxmlformats.org/officeDocument/2006/relationships/image" Target="../media/image943.png"/><Relationship Id="rId70" Type="http://schemas.openxmlformats.org/officeDocument/2006/relationships/image" Target="../media/image937.png"/><Relationship Id="rId37" Type="http://schemas.openxmlformats.org/officeDocument/2006/relationships/image" Target="../media/image915.png"/><Relationship Id="rId36" Type="http://schemas.openxmlformats.org/officeDocument/2006/relationships/image" Target="../media/image918.png"/><Relationship Id="rId39" Type="http://schemas.openxmlformats.org/officeDocument/2006/relationships/image" Target="../media/image916.png"/><Relationship Id="rId38" Type="http://schemas.openxmlformats.org/officeDocument/2006/relationships/image" Target="../media/image905.png"/><Relationship Id="rId62" Type="http://schemas.openxmlformats.org/officeDocument/2006/relationships/image" Target="../media/image941.png"/><Relationship Id="rId61" Type="http://schemas.openxmlformats.org/officeDocument/2006/relationships/image" Target="../media/image928.png"/><Relationship Id="rId20" Type="http://schemas.openxmlformats.org/officeDocument/2006/relationships/image" Target="../media/image922.png"/><Relationship Id="rId64" Type="http://schemas.openxmlformats.org/officeDocument/2006/relationships/image" Target="../media/image931.png"/><Relationship Id="rId63" Type="http://schemas.openxmlformats.org/officeDocument/2006/relationships/image" Target="../media/image951.png"/><Relationship Id="rId22" Type="http://schemas.openxmlformats.org/officeDocument/2006/relationships/image" Target="../media/image889.png"/><Relationship Id="rId66" Type="http://schemas.openxmlformats.org/officeDocument/2006/relationships/image" Target="../media/image934.png"/><Relationship Id="rId21" Type="http://schemas.openxmlformats.org/officeDocument/2006/relationships/image" Target="../media/image896.png"/><Relationship Id="rId65" Type="http://schemas.openxmlformats.org/officeDocument/2006/relationships/image" Target="../media/image936.png"/><Relationship Id="rId24" Type="http://schemas.openxmlformats.org/officeDocument/2006/relationships/image" Target="../media/image898.png"/><Relationship Id="rId68" Type="http://schemas.openxmlformats.org/officeDocument/2006/relationships/image" Target="../media/image935.png"/><Relationship Id="rId23" Type="http://schemas.openxmlformats.org/officeDocument/2006/relationships/image" Target="../media/image888.png"/><Relationship Id="rId67" Type="http://schemas.openxmlformats.org/officeDocument/2006/relationships/image" Target="../media/image947.png"/><Relationship Id="rId60" Type="http://schemas.openxmlformats.org/officeDocument/2006/relationships/image" Target="../media/image932.png"/><Relationship Id="rId26" Type="http://schemas.openxmlformats.org/officeDocument/2006/relationships/image" Target="../media/image892.png"/><Relationship Id="rId25" Type="http://schemas.openxmlformats.org/officeDocument/2006/relationships/image" Target="../media/image900.png"/><Relationship Id="rId69" Type="http://schemas.openxmlformats.org/officeDocument/2006/relationships/image" Target="../media/image950.png"/><Relationship Id="rId28" Type="http://schemas.openxmlformats.org/officeDocument/2006/relationships/image" Target="../media/image895.png"/><Relationship Id="rId27" Type="http://schemas.openxmlformats.org/officeDocument/2006/relationships/image" Target="../media/image910.png"/><Relationship Id="rId29" Type="http://schemas.openxmlformats.org/officeDocument/2006/relationships/image" Target="../media/image903.png"/><Relationship Id="rId51" Type="http://schemas.openxmlformats.org/officeDocument/2006/relationships/image" Target="../media/image923.png"/><Relationship Id="rId50" Type="http://schemas.openxmlformats.org/officeDocument/2006/relationships/image" Target="../media/image929.png"/><Relationship Id="rId94" Type="http://schemas.openxmlformats.org/officeDocument/2006/relationships/image" Target="../media/image957.png"/><Relationship Id="rId53" Type="http://schemas.openxmlformats.org/officeDocument/2006/relationships/image" Target="../media/image920.png"/><Relationship Id="rId52" Type="http://schemas.openxmlformats.org/officeDocument/2006/relationships/image" Target="../media/image925.png"/><Relationship Id="rId11" Type="http://schemas.openxmlformats.org/officeDocument/2006/relationships/image" Target="../media/image893.png"/><Relationship Id="rId55" Type="http://schemas.openxmlformats.org/officeDocument/2006/relationships/image" Target="../media/image926.png"/><Relationship Id="rId10" Type="http://schemas.openxmlformats.org/officeDocument/2006/relationships/image" Target="../media/image890.png"/><Relationship Id="rId54" Type="http://schemas.openxmlformats.org/officeDocument/2006/relationships/image" Target="../media/image938.png"/><Relationship Id="rId13" Type="http://schemas.openxmlformats.org/officeDocument/2006/relationships/image" Target="../media/image908.png"/><Relationship Id="rId57" Type="http://schemas.openxmlformats.org/officeDocument/2006/relationships/image" Target="../media/image939.png"/><Relationship Id="rId12" Type="http://schemas.openxmlformats.org/officeDocument/2006/relationships/image" Target="../media/image887.png"/><Relationship Id="rId56" Type="http://schemas.openxmlformats.org/officeDocument/2006/relationships/image" Target="../media/image942.png"/><Relationship Id="rId91" Type="http://schemas.openxmlformats.org/officeDocument/2006/relationships/image" Target="../media/image152.png"/><Relationship Id="rId90" Type="http://schemas.openxmlformats.org/officeDocument/2006/relationships/image" Target="../media/image964.png"/><Relationship Id="rId93" Type="http://schemas.openxmlformats.org/officeDocument/2006/relationships/image" Target="../media/image127.png"/><Relationship Id="rId92" Type="http://schemas.openxmlformats.org/officeDocument/2006/relationships/image" Target="../media/image134.png"/><Relationship Id="rId15" Type="http://schemas.openxmlformats.org/officeDocument/2006/relationships/image" Target="../media/image885.png"/><Relationship Id="rId59" Type="http://schemas.openxmlformats.org/officeDocument/2006/relationships/image" Target="../media/image924.png"/><Relationship Id="rId14" Type="http://schemas.openxmlformats.org/officeDocument/2006/relationships/image" Target="../media/image882.png"/><Relationship Id="rId58" Type="http://schemas.openxmlformats.org/officeDocument/2006/relationships/image" Target="../media/image930.png"/><Relationship Id="rId17" Type="http://schemas.openxmlformats.org/officeDocument/2006/relationships/image" Target="../media/image904.jpg"/><Relationship Id="rId16" Type="http://schemas.openxmlformats.org/officeDocument/2006/relationships/image" Target="../media/image906.png"/><Relationship Id="rId19" Type="http://schemas.openxmlformats.org/officeDocument/2006/relationships/image" Target="../media/image894.jpg"/><Relationship Id="rId18" Type="http://schemas.openxmlformats.org/officeDocument/2006/relationships/image" Target="../media/image883.jpg"/></Relationships>
</file>

<file path=ppt/slides/_rels/slide27.xml.rels><?xml version="1.0" encoding="UTF-8" standalone="yes"?><Relationships xmlns="http://schemas.openxmlformats.org/package/2006/relationships"><Relationship Id="rId40" Type="http://schemas.openxmlformats.org/officeDocument/2006/relationships/image" Target="../media/image1007.png"/><Relationship Id="rId42" Type="http://schemas.openxmlformats.org/officeDocument/2006/relationships/image" Target="../media/image1001.png"/><Relationship Id="rId41" Type="http://schemas.openxmlformats.org/officeDocument/2006/relationships/image" Target="../media/image1012.png"/><Relationship Id="rId44" Type="http://schemas.openxmlformats.org/officeDocument/2006/relationships/image" Target="../media/image1017.png"/><Relationship Id="rId43" Type="http://schemas.openxmlformats.org/officeDocument/2006/relationships/image" Target="../media/image1000.png"/><Relationship Id="rId46" Type="http://schemas.openxmlformats.org/officeDocument/2006/relationships/image" Target="../media/image1004.png"/><Relationship Id="rId45" Type="http://schemas.openxmlformats.org/officeDocument/2006/relationships/image" Target="../media/image1009.png"/><Relationship Id="rId107" Type="http://schemas.openxmlformats.org/officeDocument/2006/relationships/image" Target="../media/image1064.png"/><Relationship Id="rId106" Type="http://schemas.openxmlformats.org/officeDocument/2006/relationships/image" Target="../media/image1076.png"/><Relationship Id="rId105" Type="http://schemas.openxmlformats.org/officeDocument/2006/relationships/image" Target="../media/image1059.png"/><Relationship Id="rId104" Type="http://schemas.openxmlformats.org/officeDocument/2006/relationships/image" Target="../media/image1068.png"/><Relationship Id="rId109" Type="http://schemas.openxmlformats.org/officeDocument/2006/relationships/image" Target="../media/image1063.png"/><Relationship Id="rId108" Type="http://schemas.openxmlformats.org/officeDocument/2006/relationships/image" Target="../media/image1075.png"/><Relationship Id="rId48" Type="http://schemas.openxmlformats.org/officeDocument/2006/relationships/image" Target="../media/image1005.png"/><Relationship Id="rId47" Type="http://schemas.openxmlformats.org/officeDocument/2006/relationships/image" Target="../media/image1020.png"/><Relationship Id="rId49" Type="http://schemas.openxmlformats.org/officeDocument/2006/relationships/image" Target="../media/image1019.png"/><Relationship Id="rId103" Type="http://schemas.openxmlformats.org/officeDocument/2006/relationships/image" Target="../media/image127.png"/><Relationship Id="rId102" Type="http://schemas.openxmlformats.org/officeDocument/2006/relationships/image" Target="../media/image134.png"/><Relationship Id="rId101" Type="http://schemas.openxmlformats.org/officeDocument/2006/relationships/image" Target="../media/image152.png"/><Relationship Id="rId100" Type="http://schemas.openxmlformats.org/officeDocument/2006/relationships/image" Target="../media/image1062.png"/><Relationship Id="rId31" Type="http://schemas.openxmlformats.org/officeDocument/2006/relationships/image" Target="../media/image997.png"/><Relationship Id="rId30" Type="http://schemas.openxmlformats.org/officeDocument/2006/relationships/image" Target="../media/image989.png"/><Relationship Id="rId33" Type="http://schemas.openxmlformats.org/officeDocument/2006/relationships/image" Target="../media/image990.png"/><Relationship Id="rId32" Type="http://schemas.openxmlformats.org/officeDocument/2006/relationships/image" Target="../media/image988.png"/><Relationship Id="rId35" Type="http://schemas.openxmlformats.org/officeDocument/2006/relationships/image" Target="../media/image1003.png"/><Relationship Id="rId34" Type="http://schemas.openxmlformats.org/officeDocument/2006/relationships/image" Target="../media/image998.png"/><Relationship Id="rId37" Type="http://schemas.openxmlformats.org/officeDocument/2006/relationships/image" Target="../media/image1008.png"/><Relationship Id="rId36" Type="http://schemas.openxmlformats.org/officeDocument/2006/relationships/image" Target="../media/image999.png"/><Relationship Id="rId39" Type="http://schemas.openxmlformats.org/officeDocument/2006/relationships/image" Target="../media/image996.png"/><Relationship Id="rId38" Type="http://schemas.openxmlformats.org/officeDocument/2006/relationships/image" Target="../media/image993.png"/><Relationship Id="rId20" Type="http://schemas.openxmlformats.org/officeDocument/2006/relationships/image" Target="../media/image985.png"/><Relationship Id="rId22" Type="http://schemas.openxmlformats.org/officeDocument/2006/relationships/image" Target="../media/image983.png"/><Relationship Id="rId21" Type="http://schemas.openxmlformats.org/officeDocument/2006/relationships/image" Target="../media/image986.png"/><Relationship Id="rId24" Type="http://schemas.openxmlformats.org/officeDocument/2006/relationships/image" Target="../media/image994.png"/><Relationship Id="rId23" Type="http://schemas.openxmlformats.org/officeDocument/2006/relationships/image" Target="../media/image982.png"/><Relationship Id="rId129" Type="http://schemas.openxmlformats.org/officeDocument/2006/relationships/image" Target="../media/image1092.png"/><Relationship Id="rId128" Type="http://schemas.openxmlformats.org/officeDocument/2006/relationships/image" Target="../media/image1079.png"/><Relationship Id="rId127" Type="http://schemas.openxmlformats.org/officeDocument/2006/relationships/image" Target="../media/image1082.png"/><Relationship Id="rId126" Type="http://schemas.openxmlformats.org/officeDocument/2006/relationships/image" Target="../media/image1087.png"/><Relationship Id="rId26" Type="http://schemas.openxmlformats.org/officeDocument/2006/relationships/image" Target="../media/image1002.png"/><Relationship Id="rId121" Type="http://schemas.openxmlformats.org/officeDocument/2006/relationships/image" Target="../media/image1071.png"/><Relationship Id="rId25" Type="http://schemas.openxmlformats.org/officeDocument/2006/relationships/image" Target="../media/image991.png"/><Relationship Id="rId120" Type="http://schemas.openxmlformats.org/officeDocument/2006/relationships/image" Target="../media/image1086.png"/><Relationship Id="rId28" Type="http://schemas.openxmlformats.org/officeDocument/2006/relationships/image" Target="../media/image995.png"/><Relationship Id="rId27" Type="http://schemas.openxmlformats.org/officeDocument/2006/relationships/image" Target="../media/image984.png"/><Relationship Id="rId125" Type="http://schemas.openxmlformats.org/officeDocument/2006/relationships/image" Target="../media/image1081.png"/><Relationship Id="rId29" Type="http://schemas.openxmlformats.org/officeDocument/2006/relationships/image" Target="../media/image992.png"/><Relationship Id="rId124" Type="http://schemas.openxmlformats.org/officeDocument/2006/relationships/image" Target="../media/image1100.png"/><Relationship Id="rId123" Type="http://schemas.openxmlformats.org/officeDocument/2006/relationships/image" Target="../media/image1077.png"/><Relationship Id="rId122" Type="http://schemas.openxmlformats.org/officeDocument/2006/relationships/image" Target="../media/image1085.png"/><Relationship Id="rId95" Type="http://schemas.openxmlformats.org/officeDocument/2006/relationships/image" Target="../media/image1052.png"/><Relationship Id="rId94" Type="http://schemas.openxmlformats.org/officeDocument/2006/relationships/image" Target="../media/image1084.png"/><Relationship Id="rId97" Type="http://schemas.openxmlformats.org/officeDocument/2006/relationships/image" Target="../media/image1065.png"/><Relationship Id="rId96" Type="http://schemas.openxmlformats.org/officeDocument/2006/relationships/image" Target="../media/image1053.png"/><Relationship Id="rId11" Type="http://schemas.openxmlformats.org/officeDocument/2006/relationships/image" Target="../media/image973.png"/><Relationship Id="rId99" Type="http://schemas.openxmlformats.org/officeDocument/2006/relationships/image" Target="../media/image1054.png"/><Relationship Id="rId10" Type="http://schemas.openxmlformats.org/officeDocument/2006/relationships/image" Target="../media/image958.png"/><Relationship Id="rId98" Type="http://schemas.openxmlformats.org/officeDocument/2006/relationships/image" Target="../media/image1069.png"/><Relationship Id="rId13" Type="http://schemas.openxmlformats.org/officeDocument/2006/relationships/image" Target="../media/image971.png"/><Relationship Id="rId12" Type="http://schemas.openxmlformats.org/officeDocument/2006/relationships/image" Target="../media/image975.png"/><Relationship Id="rId91" Type="http://schemas.openxmlformats.org/officeDocument/2006/relationships/image" Target="../media/image1055.png"/><Relationship Id="rId90" Type="http://schemas.openxmlformats.org/officeDocument/2006/relationships/image" Target="../media/image1051.png"/><Relationship Id="rId93" Type="http://schemas.openxmlformats.org/officeDocument/2006/relationships/image" Target="../media/image1072.png"/><Relationship Id="rId92" Type="http://schemas.openxmlformats.org/officeDocument/2006/relationships/image" Target="../media/image1056.png"/><Relationship Id="rId118" Type="http://schemas.openxmlformats.org/officeDocument/2006/relationships/image" Target="../media/image1073.png"/><Relationship Id="rId117" Type="http://schemas.openxmlformats.org/officeDocument/2006/relationships/image" Target="../media/image1078.png"/><Relationship Id="rId116" Type="http://schemas.openxmlformats.org/officeDocument/2006/relationships/image" Target="../media/image1089.png"/><Relationship Id="rId115" Type="http://schemas.openxmlformats.org/officeDocument/2006/relationships/image" Target="../media/image1090.png"/><Relationship Id="rId119" Type="http://schemas.openxmlformats.org/officeDocument/2006/relationships/image" Target="../media/image1083.png"/><Relationship Id="rId15" Type="http://schemas.openxmlformats.org/officeDocument/2006/relationships/image" Target="../media/image979.png"/><Relationship Id="rId110" Type="http://schemas.openxmlformats.org/officeDocument/2006/relationships/image" Target="../media/image1066.png"/><Relationship Id="rId14" Type="http://schemas.openxmlformats.org/officeDocument/2006/relationships/image" Target="../media/image980.png"/><Relationship Id="rId17" Type="http://schemas.openxmlformats.org/officeDocument/2006/relationships/image" Target="../media/image974.png"/><Relationship Id="rId16" Type="http://schemas.openxmlformats.org/officeDocument/2006/relationships/image" Target="../media/image1010.png"/><Relationship Id="rId19" Type="http://schemas.openxmlformats.org/officeDocument/2006/relationships/image" Target="../media/image977.png"/><Relationship Id="rId114" Type="http://schemas.openxmlformats.org/officeDocument/2006/relationships/image" Target="../media/image1067.png"/><Relationship Id="rId18" Type="http://schemas.openxmlformats.org/officeDocument/2006/relationships/image" Target="../media/image976.png"/><Relationship Id="rId113" Type="http://schemas.openxmlformats.org/officeDocument/2006/relationships/image" Target="../media/image1074.png"/><Relationship Id="rId112" Type="http://schemas.openxmlformats.org/officeDocument/2006/relationships/image" Target="../media/image1070.png"/><Relationship Id="rId111" Type="http://schemas.openxmlformats.org/officeDocument/2006/relationships/image" Target="../media/image1058.png"/><Relationship Id="rId84" Type="http://schemas.openxmlformats.org/officeDocument/2006/relationships/image" Target="../media/image1057.png"/><Relationship Id="rId83" Type="http://schemas.openxmlformats.org/officeDocument/2006/relationships/image" Target="../media/image1039.png"/><Relationship Id="rId86" Type="http://schemas.openxmlformats.org/officeDocument/2006/relationships/image" Target="../media/image1038.png"/><Relationship Id="rId85" Type="http://schemas.openxmlformats.org/officeDocument/2006/relationships/image" Target="../media/image1048.png"/><Relationship Id="rId88" Type="http://schemas.openxmlformats.org/officeDocument/2006/relationships/image" Target="../media/image1061.png"/><Relationship Id="rId150" Type="http://schemas.openxmlformats.org/officeDocument/2006/relationships/image" Target="../media/image1123.png"/><Relationship Id="rId87" Type="http://schemas.openxmlformats.org/officeDocument/2006/relationships/image" Target="../media/image1047.png"/><Relationship Id="rId89" Type="http://schemas.openxmlformats.org/officeDocument/2006/relationships/image" Target="../media/image1049.png"/><Relationship Id="rId80" Type="http://schemas.openxmlformats.org/officeDocument/2006/relationships/image" Target="../media/image1037.png"/><Relationship Id="rId82" Type="http://schemas.openxmlformats.org/officeDocument/2006/relationships/image" Target="../media/image1044.png"/><Relationship Id="rId81" Type="http://schemas.openxmlformats.org/officeDocument/2006/relationships/image" Target="../media/image103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969.png"/><Relationship Id="rId149" Type="http://schemas.openxmlformats.org/officeDocument/2006/relationships/image" Target="../media/image1111.png"/><Relationship Id="rId4" Type="http://schemas.openxmlformats.org/officeDocument/2006/relationships/image" Target="../media/image967.png"/><Relationship Id="rId148" Type="http://schemas.openxmlformats.org/officeDocument/2006/relationships/image" Target="../media/image1107.png"/><Relationship Id="rId9" Type="http://schemas.openxmlformats.org/officeDocument/2006/relationships/image" Target="../media/image965.jpg"/><Relationship Id="rId143" Type="http://schemas.openxmlformats.org/officeDocument/2006/relationships/image" Target="../media/image1096.png"/><Relationship Id="rId142" Type="http://schemas.openxmlformats.org/officeDocument/2006/relationships/image" Target="../media/image1093.png"/><Relationship Id="rId141" Type="http://schemas.openxmlformats.org/officeDocument/2006/relationships/image" Target="../media/image1099.png"/><Relationship Id="rId140" Type="http://schemas.openxmlformats.org/officeDocument/2006/relationships/image" Target="../media/image1106.png"/><Relationship Id="rId5" Type="http://schemas.openxmlformats.org/officeDocument/2006/relationships/image" Target="../media/image962.png"/><Relationship Id="rId147" Type="http://schemas.openxmlformats.org/officeDocument/2006/relationships/image" Target="../media/image1115.png"/><Relationship Id="rId6" Type="http://schemas.openxmlformats.org/officeDocument/2006/relationships/image" Target="../media/image959.png"/><Relationship Id="rId146" Type="http://schemas.openxmlformats.org/officeDocument/2006/relationships/image" Target="../media/image1108.png"/><Relationship Id="rId7" Type="http://schemas.openxmlformats.org/officeDocument/2006/relationships/image" Target="../media/image963.png"/><Relationship Id="rId145" Type="http://schemas.openxmlformats.org/officeDocument/2006/relationships/image" Target="../media/image1103.png"/><Relationship Id="rId8" Type="http://schemas.openxmlformats.org/officeDocument/2006/relationships/image" Target="../media/image987.jpg"/><Relationship Id="rId144" Type="http://schemas.openxmlformats.org/officeDocument/2006/relationships/image" Target="../media/image1112.png"/><Relationship Id="rId73" Type="http://schemas.openxmlformats.org/officeDocument/2006/relationships/image" Target="../media/image1036.png"/><Relationship Id="rId72" Type="http://schemas.openxmlformats.org/officeDocument/2006/relationships/image" Target="../media/image1050.png"/><Relationship Id="rId75" Type="http://schemas.openxmlformats.org/officeDocument/2006/relationships/image" Target="../media/image1060.png"/><Relationship Id="rId74" Type="http://schemas.openxmlformats.org/officeDocument/2006/relationships/image" Target="../media/image1040.png"/><Relationship Id="rId77" Type="http://schemas.openxmlformats.org/officeDocument/2006/relationships/image" Target="../media/image1046.png"/><Relationship Id="rId76" Type="http://schemas.openxmlformats.org/officeDocument/2006/relationships/image" Target="../media/image1030.png"/><Relationship Id="rId79" Type="http://schemas.openxmlformats.org/officeDocument/2006/relationships/image" Target="../media/image1034.png"/><Relationship Id="rId78" Type="http://schemas.openxmlformats.org/officeDocument/2006/relationships/image" Target="../media/image1043.png"/><Relationship Id="rId71" Type="http://schemas.openxmlformats.org/officeDocument/2006/relationships/image" Target="../media/image1032.png"/><Relationship Id="rId70" Type="http://schemas.openxmlformats.org/officeDocument/2006/relationships/image" Target="../media/image1042.png"/><Relationship Id="rId139" Type="http://schemas.openxmlformats.org/officeDocument/2006/relationships/image" Target="../media/image1098.png"/><Relationship Id="rId138" Type="http://schemas.openxmlformats.org/officeDocument/2006/relationships/image" Target="../media/image1095.png"/><Relationship Id="rId137" Type="http://schemas.openxmlformats.org/officeDocument/2006/relationships/image" Target="../media/image1091.png"/><Relationship Id="rId132" Type="http://schemas.openxmlformats.org/officeDocument/2006/relationships/image" Target="../media/image1088.png"/><Relationship Id="rId131" Type="http://schemas.openxmlformats.org/officeDocument/2006/relationships/image" Target="../media/image1105.png"/><Relationship Id="rId130" Type="http://schemas.openxmlformats.org/officeDocument/2006/relationships/image" Target="../media/image1080.png"/><Relationship Id="rId136" Type="http://schemas.openxmlformats.org/officeDocument/2006/relationships/image" Target="../media/image1101.png"/><Relationship Id="rId135" Type="http://schemas.openxmlformats.org/officeDocument/2006/relationships/image" Target="../media/image1094.png"/><Relationship Id="rId134" Type="http://schemas.openxmlformats.org/officeDocument/2006/relationships/image" Target="../media/image1097.png"/><Relationship Id="rId133" Type="http://schemas.openxmlformats.org/officeDocument/2006/relationships/image" Target="../media/image1109.png"/><Relationship Id="rId62" Type="http://schemas.openxmlformats.org/officeDocument/2006/relationships/image" Target="../media/image1045.png"/><Relationship Id="rId61" Type="http://schemas.openxmlformats.org/officeDocument/2006/relationships/image" Target="../media/image1026.png"/><Relationship Id="rId64" Type="http://schemas.openxmlformats.org/officeDocument/2006/relationships/image" Target="../media/image1027.png"/><Relationship Id="rId63" Type="http://schemas.openxmlformats.org/officeDocument/2006/relationships/image" Target="../media/image1029.png"/><Relationship Id="rId66" Type="http://schemas.openxmlformats.org/officeDocument/2006/relationships/image" Target="../media/image1033.png"/><Relationship Id="rId65" Type="http://schemas.openxmlformats.org/officeDocument/2006/relationships/image" Target="../media/image1023.png"/><Relationship Id="rId68" Type="http://schemas.openxmlformats.org/officeDocument/2006/relationships/image" Target="../media/image1041.png"/><Relationship Id="rId67" Type="http://schemas.openxmlformats.org/officeDocument/2006/relationships/image" Target="../media/image1025.png"/><Relationship Id="rId60" Type="http://schemas.openxmlformats.org/officeDocument/2006/relationships/image" Target="../media/image1024.png"/><Relationship Id="rId69" Type="http://schemas.openxmlformats.org/officeDocument/2006/relationships/image" Target="../media/image1035.png"/><Relationship Id="rId51" Type="http://schemas.openxmlformats.org/officeDocument/2006/relationships/image" Target="../media/image1014.png"/><Relationship Id="rId50" Type="http://schemas.openxmlformats.org/officeDocument/2006/relationships/image" Target="../media/image1006.png"/><Relationship Id="rId53" Type="http://schemas.openxmlformats.org/officeDocument/2006/relationships/image" Target="../media/image1022.png"/><Relationship Id="rId52" Type="http://schemas.openxmlformats.org/officeDocument/2006/relationships/image" Target="../media/image1011.png"/><Relationship Id="rId55" Type="http://schemas.openxmlformats.org/officeDocument/2006/relationships/image" Target="../media/image1028.png"/><Relationship Id="rId54" Type="http://schemas.openxmlformats.org/officeDocument/2006/relationships/image" Target="../media/image1013.png"/><Relationship Id="rId57" Type="http://schemas.openxmlformats.org/officeDocument/2006/relationships/image" Target="../media/image1021.png"/><Relationship Id="rId56" Type="http://schemas.openxmlformats.org/officeDocument/2006/relationships/image" Target="../media/image1016.png"/><Relationship Id="rId59" Type="http://schemas.openxmlformats.org/officeDocument/2006/relationships/image" Target="../media/image1018.png"/><Relationship Id="rId154" Type="http://schemas.openxmlformats.org/officeDocument/2006/relationships/image" Target="../media/image1117.png"/><Relationship Id="rId58" Type="http://schemas.openxmlformats.org/officeDocument/2006/relationships/image" Target="../media/image1015.png"/><Relationship Id="rId153" Type="http://schemas.openxmlformats.org/officeDocument/2006/relationships/image" Target="../media/image1116.png"/><Relationship Id="rId152" Type="http://schemas.openxmlformats.org/officeDocument/2006/relationships/image" Target="../media/image1102.png"/><Relationship Id="rId151" Type="http://schemas.openxmlformats.org/officeDocument/2006/relationships/image" Target="../media/image1104.png"/><Relationship Id="rId156" Type="http://schemas.openxmlformats.org/officeDocument/2006/relationships/image" Target="../media/image1139.png"/><Relationship Id="rId155" Type="http://schemas.openxmlformats.org/officeDocument/2006/relationships/image" Target="../media/image1120.png"/></Relationships>
</file>

<file path=ppt/slides/_rels/slide28.xml.rels><?xml version="1.0" encoding="UTF-8" standalone="yes"?><Relationships xmlns="http://schemas.openxmlformats.org/package/2006/relationships"><Relationship Id="rId40" Type="http://schemas.openxmlformats.org/officeDocument/2006/relationships/image" Target="../media/image1143.png"/><Relationship Id="rId42" Type="http://schemas.openxmlformats.org/officeDocument/2006/relationships/image" Target="../media/image1172.png"/><Relationship Id="rId41" Type="http://schemas.openxmlformats.org/officeDocument/2006/relationships/image" Target="../media/image1160.png"/><Relationship Id="rId44" Type="http://schemas.openxmlformats.org/officeDocument/2006/relationships/image" Target="../media/image1162.png"/><Relationship Id="rId43" Type="http://schemas.openxmlformats.org/officeDocument/2006/relationships/image" Target="../media/image1159.png"/><Relationship Id="rId46" Type="http://schemas.openxmlformats.org/officeDocument/2006/relationships/image" Target="../media/image1163.png"/><Relationship Id="rId45" Type="http://schemas.openxmlformats.org/officeDocument/2006/relationships/image" Target="../media/image1155.png"/><Relationship Id="rId107" Type="http://schemas.openxmlformats.org/officeDocument/2006/relationships/image" Target="../media/image1218.png"/><Relationship Id="rId106" Type="http://schemas.openxmlformats.org/officeDocument/2006/relationships/image" Target="../media/image1217.png"/><Relationship Id="rId105" Type="http://schemas.openxmlformats.org/officeDocument/2006/relationships/image" Target="../media/image1210.png"/><Relationship Id="rId104" Type="http://schemas.openxmlformats.org/officeDocument/2006/relationships/image" Target="../media/image1231.png"/><Relationship Id="rId109" Type="http://schemas.openxmlformats.org/officeDocument/2006/relationships/image" Target="../media/image1221.png"/><Relationship Id="rId108" Type="http://schemas.openxmlformats.org/officeDocument/2006/relationships/image" Target="../media/image1219.png"/><Relationship Id="rId48" Type="http://schemas.openxmlformats.org/officeDocument/2006/relationships/image" Target="../media/image1161.png"/><Relationship Id="rId47" Type="http://schemas.openxmlformats.org/officeDocument/2006/relationships/image" Target="../media/image1157.png"/><Relationship Id="rId49" Type="http://schemas.openxmlformats.org/officeDocument/2006/relationships/image" Target="../media/image1165.png"/><Relationship Id="rId103" Type="http://schemas.openxmlformats.org/officeDocument/2006/relationships/image" Target="../media/image1228.png"/><Relationship Id="rId102" Type="http://schemas.openxmlformats.org/officeDocument/2006/relationships/image" Target="../media/image1222.png"/><Relationship Id="rId101" Type="http://schemas.openxmlformats.org/officeDocument/2006/relationships/image" Target="../media/image1209.png"/><Relationship Id="rId100" Type="http://schemas.openxmlformats.org/officeDocument/2006/relationships/image" Target="../media/image1220.png"/><Relationship Id="rId31" Type="http://schemas.openxmlformats.org/officeDocument/2006/relationships/image" Target="../media/image1150.png"/><Relationship Id="rId30" Type="http://schemas.openxmlformats.org/officeDocument/2006/relationships/image" Target="../media/image1148.png"/><Relationship Id="rId33" Type="http://schemas.openxmlformats.org/officeDocument/2006/relationships/image" Target="../media/image1152.png"/><Relationship Id="rId32" Type="http://schemas.openxmlformats.org/officeDocument/2006/relationships/image" Target="../media/image1134.png"/><Relationship Id="rId35" Type="http://schemas.openxmlformats.org/officeDocument/2006/relationships/image" Target="../media/image1142.png"/><Relationship Id="rId34" Type="http://schemas.openxmlformats.org/officeDocument/2006/relationships/image" Target="../media/image1154.png"/><Relationship Id="rId37" Type="http://schemas.openxmlformats.org/officeDocument/2006/relationships/image" Target="../media/image1151.png"/><Relationship Id="rId36" Type="http://schemas.openxmlformats.org/officeDocument/2006/relationships/image" Target="../media/image1147.png"/><Relationship Id="rId39" Type="http://schemas.openxmlformats.org/officeDocument/2006/relationships/image" Target="../media/image1156.png"/><Relationship Id="rId38" Type="http://schemas.openxmlformats.org/officeDocument/2006/relationships/image" Target="../media/image1144.png"/><Relationship Id="rId20" Type="http://schemas.openxmlformats.org/officeDocument/2006/relationships/image" Target="../media/image1153.png"/><Relationship Id="rId22" Type="http://schemas.openxmlformats.org/officeDocument/2006/relationships/image" Target="../media/image1141.png"/><Relationship Id="rId21" Type="http://schemas.openxmlformats.org/officeDocument/2006/relationships/image" Target="../media/image1137.png"/><Relationship Id="rId24" Type="http://schemas.openxmlformats.org/officeDocument/2006/relationships/image" Target="../media/image1133.png"/><Relationship Id="rId23" Type="http://schemas.openxmlformats.org/officeDocument/2006/relationships/image" Target="../media/image1140.png"/><Relationship Id="rId129" Type="http://schemas.openxmlformats.org/officeDocument/2006/relationships/image" Target="../media/image127.png"/><Relationship Id="rId128" Type="http://schemas.openxmlformats.org/officeDocument/2006/relationships/image" Target="../media/image134.png"/><Relationship Id="rId127" Type="http://schemas.openxmlformats.org/officeDocument/2006/relationships/image" Target="../media/image152.png"/><Relationship Id="rId126" Type="http://schemas.openxmlformats.org/officeDocument/2006/relationships/image" Target="../media/image1244.png"/><Relationship Id="rId26" Type="http://schemas.openxmlformats.org/officeDocument/2006/relationships/image" Target="../media/image1149.png"/><Relationship Id="rId121" Type="http://schemas.openxmlformats.org/officeDocument/2006/relationships/image" Target="../media/image1223.png"/><Relationship Id="rId25" Type="http://schemas.openxmlformats.org/officeDocument/2006/relationships/image" Target="../media/image1146.png"/><Relationship Id="rId120" Type="http://schemas.openxmlformats.org/officeDocument/2006/relationships/image" Target="../media/image1276.png"/><Relationship Id="rId28" Type="http://schemas.openxmlformats.org/officeDocument/2006/relationships/image" Target="../media/image1145.png"/><Relationship Id="rId27" Type="http://schemas.openxmlformats.org/officeDocument/2006/relationships/image" Target="../media/image1135.png"/><Relationship Id="rId125" Type="http://schemas.openxmlformats.org/officeDocument/2006/relationships/image" Target="../media/image1240.png"/><Relationship Id="rId29" Type="http://schemas.openxmlformats.org/officeDocument/2006/relationships/image" Target="../media/image1138.png"/><Relationship Id="rId124" Type="http://schemas.openxmlformats.org/officeDocument/2006/relationships/image" Target="../media/image1252.png"/><Relationship Id="rId123" Type="http://schemas.openxmlformats.org/officeDocument/2006/relationships/image" Target="../media/image1238.png"/><Relationship Id="rId122" Type="http://schemas.openxmlformats.org/officeDocument/2006/relationships/image" Target="../media/image1236.png"/><Relationship Id="rId95" Type="http://schemas.openxmlformats.org/officeDocument/2006/relationships/image" Target="../media/image1201.png"/><Relationship Id="rId94" Type="http://schemas.openxmlformats.org/officeDocument/2006/relationships/image" Target="../media/image1207.png"/><Relationship Id="rId97" Type="http://schemas.openxmlformats.org/officeDocument/2006/relationships/image" Target="../media/image1214.png"/><Relationship Id="rId96" Type="http://schemas.openxmlformats.org/officeDocument/2006/relationships/image" Target="../media/image1203.png"/><Relationship Id="rId11" Type="http://schemas.openxmlformats.org/officeDocument/2006/relationships/image" Target="../media/image1129.png"/><Relationship Id="rId99" Type="http://schemas.openxmlformats.org/officeDocument/2006/relationships/image" Target="../media/image1211.png"/><Relationship Id="rId10" Type="http://schemas.openxmlformats.org/officeDocument/2006/relationships/image" Target="../media/image1114.png"/><Relationship Id="rId98" Type="http://schemas.openxmlformats.org/officeDocument/2006/relationships/image" Target="../media/image1208.png"/><Relationship Id="rId13" Type="http://schemas.openxmlformats.org/officeDocument/2006/relationships/image" Target="../media/image1128.png"/><Relationship Id="rId12" Type="http://schemas.openxmlformats.org/officeDocument/2006/relationships/image" Target="../media/image1130.png"/><Relationship Id="rId91" Type="http://schemas.openxmlformats.org/officeDocument/2006/relationships/image" Target="../media/image1198.png"/><Relationship Id="rId90" Type="http://schemas.openxmlformats.org/officeDocument/2006/relationships/image" Target="../media/image1215.png"/><Relationship Id="rId93" Type="http://schemas.openxmlformats.org/officeDocument/2006/relationships/image" Target="../media/image1202.png"/><Relationship Id="rId92" Type="http://schemas.openxmlformats.org/officeDocument/2006/relationships/image" Target="../media/image1200.png"/><Relationship Id="rId118" Type="http://schemas.openxmlformats.org/officeDocument/2006/relationships/image" Target="../media/image1233.png"/><Relationship Id="rId117" Type="http://schemas.openxmlformats.org/officeDocument/2006/relationships/image" Target="../media/image1229.png"/><Relationship Id="rId116" Type="http://schemas.openxmlformats.org/officeDocument/2006/relationships/image" Target="../media/image1225.png"/><Relationship Id="rId115" Type="http://schemas.openxmlformats.org/officeDocument/2006/relationships/image" Target="../media/image1234.png"/><Relationship Id="rId119" Type="http://schemas.openxmlformats.org/officeDocument/2006/relationships/image" Target="../media/image1230.png"/><Relationship Id="rId15" Type="http://schemas.openxmlformats.org/officeDocument/2006/relationships/image" Target="../media/image1122.png"/><Relationship Id="rId110" Type="http://schemas.openxmlformats.org/officeDocument/2006/relationships/image" Target="../media/image1227.png"/><Relationship Id="rId14" Type="http://schemas.openxmlformats.org/officeDocument/2006/relationships/image" Target="../media/image1131.png"/><Relationship Id="rId17" Type="http://schemas.openxmlformats.org/officeDocument/2006/relationships/image" Target="../media/image1124.png"/><Relationship Id="rId16" Type="http://schemas.openxmlformats.org/officeDocument/2006/relationships/image" Target="../media/image1125.png"/><Relationship Id="rId19" Type="http://schemas.openxmlformats.org/officeDocument/2006/relationships/image" Target="../media/image1132.png"/><Relationship Id="rId114" Type="http://schemas.openxmlformats.org/officeDocument/2006/relationships/image" Target="../media/image1232.png"/><Relationship Id="rId18" Type="http://schemas.openxmlformats.org/officeDocument/2006/relationships/image" Target="../media/image1136.png"/><Relationship Id="rId113" Type="http://schemas.openxmlformats.org/officeDocument/2006/relationships/image" Target="../media/image1226.png"/><Relationship Id="rId112" Type="http://schemas.openxmlformats.org/officeDocument/2006/relationships/image" Target="../media/image1224.png"/><Relationship Id="rId111" Type="http://schemas.openxmlformats.org/officeDocument/2006/relationships/image" Target="../media/image1245.png"/><Relationship Id="rId84" Type="http://schemas.openxmlformats.org/officeDocument/2006/relationships/image" Target="../media/image1216.png"/><Relationship Id="rId83" Type="http://schemas.openxmlformats.org/officeDocument/2006/relationships/image" Target="../media/image1195.png"/><Relationship Id="rId86" Type="http://schemas.openxmlformats.org/officeDocument/2006/relationships/image" Target="../media/image1206.png"/><Relationship Id="rId85" Type="http://schemas.openxmlformats.org/officeDocument/2006/relationships/image" Target="../media/image1204.png"/><Relationship Id="rId88" Type="http://schemas.openxmlformats.org/officeDocument/2006/relationships/image" Target="../media/image1205.png"/><Relationship Id="rId87" Type="http://schemas.openxmlformats.org/officeDocument/2006/relationships/image" Target="../media/image1196.png"/><Relationship Id="rId89" Type="http://schemas.openxmlformats.org/officeDocument/2006/relationships/image" Target="../media/image1213.png"/><Relationship Id="rId80" Type="http://schemas.openxmlformats.org/officeDocument/2006/relationships/image" Target="../media/image1199.png"/><Relationship Id="rId82" Type="http://schemas.openxmlformats.org/officeDocument/2006/relationships/image" Target="../media/image1194.png"/><Relationship Id="rId81" Type="http://schemas.openxmlformats.org/officeDocument/2006/relationships/image" Target="../media/image118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113.png"/><Relationship Id="rId4" Type="http://schemas.openxmlformats.org/officeDocument/2006/relationships/image" Target="../media/image1126.png"/><Relationship Id="rId9" Type="http://schemas.openxmlformats.org/officeDocument/2006/relationships/image" Target="../media/image1127.png"/><Relationship Id="rId5" Type="http://schemas.openxmlformats.org/officeDocument/2006/relationships/image" Target="../media/image1118.png"/><Relationship Id="rId6" Type="http://schemas.openxmlformats.org/officeDocument/2006/relationships/image" Target="../media/image1121.png"/><Relationship Id="rId7" Type="http://schemas.openxmlformats.org/officeDocument/2006/relationships/image" Target="../media/image1119.png"/><Relationship Id="rId8" Type="http://schemas.openxmlformats.org/officeDocument/2006/relationships/image" Target="../media/image1110.png"/><Relationship Id="rId73" Type="http://schemas.openxmlformats.org/officeDocument/2006/relationships/image" Target="../media/image1192.png"/><Relationship Id="rId72" Type="http://schemas.openxmlformats.org/officeDocument/2006/relationships/image" Target="../media/image1179.png"/><Relationship Id="rId75" Type="http://schemas.openxmlformats.org/officeDocument/2006/relationships/image" Target="../media/image1185.png"/><Relationship Id="rId74" Type="http://schemas.openxmlformats.org/officeDocument/2006/relationships/image" Target="../media/image1182.png"/><Relationship Id="rId77" Type="http://schemas.openxmlformats.org/officeDocument/2006/relationships/image" Target="../media/image1197.png"/><Relationship Id="rId76" Type="http://schemas.openxmlformats.org/officeDocument/2006/relationships/image" Target="../media/image1212.png"/><Relationship Id="rId79" Type="http://schemas.openxmlformats.org/officeDocument/2006/relationships/image" Target="../media/image1186.png"/><Relationship Id="rId78" Type="http://schemas.openxmlformats.org/officeDocument/2006/relationships/image" Target="../media/image1193.png"/><Relationship Id="rId71" Type="http://schemas.openxmlformats.org/officeDocument/2006/relationships/image" Target="../media/image1190.png"/><Relationship Id="rId70" Type="http://schemas.openxmlformats.org/officeDocument/2006/relationships/image" Target="../media/image1173.png"/><Relationship Id="rId130" Type="http://schemas.openxmlformats.org/officeDocument/2006/relationships/image" Target="../media/image1235.png"/><Relationship Id="rId62" Type="http://schemas.openxmlformats.org/officeDocument/2006/relationships/image" Target="../media/image1178.png"/><Relationship Id="rId61" Type="http://schemas.openxmlformats.org/officeDocument/2006/relationships/image" Target="../media/image1191.png"/><Relationship Id="rId64" Type="http://schemas.openxmlformats.org/officeDocument/2006/relationships/image" Target="../media/image1175.png"/><Relationship Id="rId63" Type="http://schemas.openxmlformats.org/officeDocument/2006/relationships/image" Target="../media/image1180.png"/><Relationship Id="rId66" Type="http://schemas.openxmlformats.org/officeDocument/2006/relationships/image" Target="../media/image1177.png"/><Relationship Id="rId65" Type="http://schemas.openxmlformats.org/officeDocument/2006/relationships/image" Target="../media/image1183.png"/><Relationship Id="rId68" Type="http://schemas.openxmlformats.org/officeDocument/2006/relationships/image" Target="../media/image1181.png"/><Relationship Id="rId67" Type="http://schemas.openxmlformats.org/officeDocument/2006/relationships/image" Target="../media/image1189.png"/><Relationship Id="rId60" Type="http://schemas.openxmlformats.org/officeDocument/2006/relationships/image" Target="../media/image1168.png"/><Relationship Id="rId69" Type="http://schemas.openxmlformats.org/officeDocument/2006/relationships/image" Target="../media/image1188.png"/><Relationship Id="rId51" Type="http://schemas.openxmlformats.org/officeDocument/2006/relationships/image" Target="../media/image1166.png"/><Relationship Id="rId50" Type="http://schemas.openxmlformats.org/officeDocument/2006/relationships/image" Target="../media/image1176.png"/><Relationship Id="rId53" Type="http://schemas.openxmlformats.org/officeDocument/2006/relationships/image" Target="../media/image1169.png"/><Relationship Id="rId52" Type="http://schemas.openxmlformats.org/officeDocument/2006/relationships/image" Target="../media/image1174.png"/><Relationship Id="rId55" Type="http://schemas.openxmlformats.org/officeDocument/2006/relationships/image" Target="../media/image1167.png"/><Relationship Id="rId54" Type="http://schemas.openxmlformats.org/officeDocument/2006/relationships/image" Target="../media/image1158.png"/><Relationship Id="rId57" Type="http://schemas.openxmlformats.org/officeDocument/2006/relationships/image" Target="../media/image1184.png"/><Relationship Id="rId56" Type="http://schemas.openxmlformats.org/officeDocument/2006/relationships/image" Target="../media/image1171.png"/><Relationship Id="rId59" Type="http://schemas.openxmlformats.org/officeDocument/2006/relationships/image" Target="../media/image1164.png"/><Relationship Id="rId58" Type="http://schemas.openxmlformats.org/officeDocument/2006/relationships/image" Target="../media/image1170.png"/></Relationships>
</file>

<file path=ppt/slides/_rels/slide29.xml.rels><?xml version="1.0" encoding="UTF-8" standalone="yes"?><Relationships xmlns="http://schemas.openxmlformats.org/package/2006/relationships"><Relationship Id="rId11" Type="http://schemas.openxmlformats.org/officeDocument/2006/relationships/image" Target="../media/image1239.png"/><Relationship Id="rId10" Type="http://schemas.openxmlformats.org/officeDocument/2006/relationships/image" Target="../media/image12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353.png"/><Relationship Id="rId4" Type="http://schemas.openxmlformats.org/officeDocument/2006/relationships/image" Target="../media/image1243.png"/><Relationship Id="rId9" Type="http://schemas.openxmlformats.org/officeDocument/2006/relationships/image" Target="../media/image134.png"/><Relationship Id="rId5" Type="http://schemas.openxmlformats.org/officeDocument/2006/relationships/image" Target="../media/image1265.png"/><Relationship Id="rId6" Type="http://schemas.openxmlformats.org/officeDocument/2006/relationships/image" Target="../media/image1237.png"/><Relationship Id="rId7" Type="http://schemas.openxmlformats.org/officeDocument/2006/relationships/image" Target="../media/image1241.png"/><Relationship Id="rId8" Type="http://schemas.openxmlformats.org/officeDocument/2006/relationships/image" Target="../media/image152.png"/></Relationships>
</file>

<file path=ppt/slides/_rels/slide30.xml.rels><?xml version="1.0" encoding="UTF-8" standalone="yes"?><Relationships xmlns="http://schemas.openxmlformats.org/package/2006/relationships"><Relationship Id="rId31" Type="http://schemas.openxmlformats.org/officeDocument/2006/relationships/image" Target="../media/image1270.png"/><Relationship Id="rId30" Type="http://schemas.openxmlformats.org/officeDocument/2006/relationships/image" Target="../media/image1287.png"/><Relationship Id="rId33" Type="http://schemas.openxmlformats.org/officeDocument/2006/relationships/image" Target="../media/image1288.png"/><Relationship Id="rId32" Type="http://schemas.openxmlformats.org/officeDocument/2006/relationships/image" Target="../media/image1271.png"/><Relationship Id="rId35" Type="http://schemas.openxmlformats.org/officeDocument/2006/relationships/image" Target="../media/image1272.png"/><Relationship Id="rId34" Type="http://schemas.openxmlformats.org/officeDocument/2006/relationships/image" Target="../media/image1273.png"/><Relationship Id="rId37" Type="http://schemas.openxmlformats.org/officeDocument/2006/relationships/image" Target="../media/image1280.png"/><Relationship Id="rId36" Type="http://schemas.openxmlformats.org/officeDocument/2006/relationships/image" Target="../media/image1282.png"/><Relationship Id="rId20" Type="http://schemas.openxmlformats.org/officeDocument/2006/relationships/image" Target="../media/image1257.png"/><Relationship Id="rId22" Type="http://schemas.openxmlformats.org/officeDocument/2006/relationships/image" Target="../media/image1262.png"/><Relationship Id="rId21" Type="http://schemas.openxmlformats.org/officeDocument/2006/relationships/image" Target="../media/image1269.png"/><Relationship Id="rId24" Type="http://schemas.openxmlformats.org/officeDocument/2006/relationships/image" Target="../media/image1266.png"/><Relationship Id="rId23" Type="http://schemas.openxmlformats.org/officeDocument/2006/relationships/image" Target="../media/image1259.png"/><Relationship Id="rId26" Type="http://schemas.openxmlformats.org/officeDocument/2006/relationships/image" Target="../media/image1267.png"/><Relationship Id="rId25" Type="http://schemas.openxmlformats.org/officeDocument/2006/relationships/image" Target="../media/image1263.png"/><Relationship Id="rId28" Type="http://schemas.openxmlformats.org/officeDocument/2006/relationships/image" Target="../media/image1253.png"/><Relationship Id="rId27" Type="http://schemas.openxmlformats.org/officeDocument/2006/relationships/image" Target="../media/image1260.png"/><Relationship Id="rId29" Type="http://schemas.openxmlformats.org/officeDocument/2006/relationships/image" Target="../media/image1256.png"/><Relationship Id="rId11" Type="http://schemas.openxmlformats.org/officeDocument/2006/relationships/image" Target="../media/image1246.png"/><Relationship Id="rId10" Type="http://schemas.openxmlformats.org/officeDocument/2006/relationships/image" Target="../media/image209.png"/><Relationship Id="rId13" Type="http://schemas.openxmlformats.org/officeDocument/2006/relationships/image" Target="../media/image1268.png"/><Relationship Id="rId12" Type="http://schemas.openxmlformats.org/officeDocument/2006/relationships/image" Target="../media/image1250.png"/><Relationship Id="rId15" Type="http://schemas.openxmlformats.org/officeDocument/2006/relationships/image" Target="../media/image1261.png"/><Relationship Id="rId14" Type="http://schemas.openxmlformats.org/officeDocument/2006/relationships/image" Target="../media/image1258.png"/><Relationship Id="rId17" Type="http://schemas.openxmlformats.org/officeDocument/2006/relationships/image" Target="../media/image1255.png"/><Relationship Id="rId16" Type="http://schemas.openxmlformats.org/officeDocument/2006/relationships/image" Target="../media/image1249.png"/><Relationship Id="rId19" Type="http://schemas.openxmlformats.org/officeDocument/2006/relationships/image" Target="../media/image1278.png"/><Relationship Id="rId18" Type="http://schemas.openxmlformats.org/officeDocument/2006/relationships/image" Target="../media/image1264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727.png"/><Relationship Id="rId4" Type="http://schemas.openxmlformats.org/officeDocument/2006/relationships/image" Target="../media/image1247.png"/><Relationship Id="rId9" Type="http://schemas.openxmlformats.org/officeDocument/2006/relationships/image" Target="../media/image203.png"/><Relationship Id="rId5" Type="http://schemas.openxmlformats.org/officeDocument/2006/relationships/image" Target="../media/image1251.png"/><Relationship Id="rId6" Type="http://schemas.openxmlformats.org/officeDocument/2006/relationships/image" Target="../media/image1254.png"/><Relationship Id="rId7" Type="http://schemas.openxmlformats.org/officeDocument/2006/relationships/image" Target="../media/image1248.png"/><Relationship Id="rId8" Type="http://schemas.openxmlformats.org/officeDocument/2006/relationships/image" Target="../media/image220.png"/></Relationships>
</file>

<file path=ppt/slides/_rels/slide31.xml.rels><?xml version="1.0" encoding="UTF-8" standalone="yes"?><Relationships xmlns="http://schemas.openxmlformats.org/package/2006/relationships"><Relationship Id="rId20" Type="http://schemas.openxmlformats.org/officeDocument/2006/relationships/image" Target="../media/image1306.png"/><Relationship Id="rId22" Type="http://schemas.openxmlformats.org/officeDocument/2006/relationships/image" Target="../media/image1296.png"/><Relationship Id="rId21" Type="http://schemas.openxmlformats.org/officeDocument/2006/relationships/image" Target="../media/image1314.png"/><Relationship Id="rId24" Type="http://schemas.openxmlformats.org/officeDocument/2006/relationships/image" Target="../media/image203.png"/><Relationship Id="rId23" Type="http://schemas.openxmlformats.org/officeDocument/2006/relationships/image" Target="../media/image220.png"/><Relationship Id="rId26" Type="http://schemas.openxmlformats.org/officeDocument/2006/relationships/image" Target="../media/image1297.png"/><Relationship Id="rId25" Type="http://schemas.openxmlformats.org/officeDocument/2006/relationships/image" Target="../media/image209.png"/><Relationship Id="rId28" Type="http://schemas.openxmlformats.org/officeDocument/2006/relationships/image" Target="../media/image1301.png"/><Relationship Id="rId27" Type="http://schemas.openxmlformats.org/officeDocument/2006/relationships/image" Target="../media/image1299.png"/><Relationship Id="rId11" Type="http://schemas.openxmlformats.org/officeDocument/2006/relationships/image" Target="../media/image1281.png"/><Relationship Id="rId10" Type="http://schemas.openxmlformats.org/officeDocument/2006/relationships/image" Target="../media/image1289.png"/><Relationship Id="rId13" Type="http://schemas.openxmlformats.org/officeDocument/2006/relationships/image" Target="../media/image1284.png"/><Relationship Id="rId12" Type="http://schemas.openxmlformats.org/officeDocument/2006/relationships/image" Target="../media/image1283.png"/><Relationship Id="rId15" Type="http://schemas.openxmlformats.org/officeDocument/2006/relationships/image" Target="../media/image1286.png"/><Relationship Id="rId14" Type="http://schemas.openxmlformats.org/officeDocument/2006/relationships/image" Target="../media/image1298.png"/><Relationship Id="rId17" Type="http://schemas.openxmlformats.org/officeDocument/2006/relationships/image" Target="../media/image1293.png"/><Relationship Id="rId16" Type="http://schemas.openxmlformats.org/officeDocument/2006/relationships/image" Target="../media/image1300.png"/><Relationship Id="rId19" Type="http://schemas.openxmlformats.org/officeDocument/2006/relationships/image" Target="../media/image1305.png"/><Relationship Id="rId18" Type="http://schemas.openxmlformats.org/officeDocument/2006/relationships/image" Target="../media/image1294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275.png"/><Relationship Id="rId4" Type="http://schemas.openxmlformats.org/officeDocument/2006/relationships/image" Target="../media/image1292.png"/><Relationship Id="rId9" Type="http://schemas.openxmlformats.org/officeDocument/2006/relationships/image" Target="../media/image1285.png"/><Relationship Id="rId5" Type="http://schemas.openxmlformats.org/officeDocument/2006/relationships/image" Target="../media/image1277.png"/><Relationship Id="rId6" Type="http://schemas.openxmlformats.org/officeDocument/2006/relationships/image" Target="../media/image1274.png"/><Relationship Id="rId7" Type="http://schemas.openxmlformats.org/officeDocument/2006/relationships/image" Target="../media/image1290.png"/><Relationship Id="rId8" Type="http://schemas.openxmlformats.org/officeDocument/2006/relationships/image" Target="../media/image1279.png"/></Relationships>
</file>

<file path=ppt/slides/_rels/slide32.xml.rels><?xml version="1.0" encoding="UTF-8" standalone="yes"?><Relationships xmlns="http://schemas.openxmlformats.org/package/2006/relationships"><Relationship Id="rId40" Type="http://schemas.openxmlformats.org/officeDocument/2006/relationships/image" Target="../media/image1333.png"/><Relationship Id="rId42" Type="http://schemas.openxmlformats.org/officeDocument/2006/relationships/image" Target="../media/image1342.png"/><Relationship Id="rId41" Type="http://schemas.openxmlformats.org/officeDocument/2006/relationships/image" Target="../media/image1330.png"/><Relationship Id="rId31" Type="http://schemas.openxmlformats.org/officeDocument/2006/relationships/image" Target="../media/image1327.png"/><Relationship Id="rId30" Type="http://schemas.openxmlformats.org/officeDocument/2006/relationships/image" Target="../media/image1326.png"/><Relationship Id="rId33" Type="http://schemas.openxmlformats.org/officeDocument/2006/relationships/image" Target="../media/image1328.png"/><Relationship Id="rId32" Type="http://schemas.openxmlformats.org/officeDocument/2006/relationships/image" Target="../media/image1336.png"/><Relationship Id="rId35" Type="http://schemas.openxmlformats.org/officeDocument/2006/relationships/image" Target="../media/image1338.png"/><Relationship Id="rId34" Type="http://schemas.openxmlformats.org/officeDocument/2006/relationships/image" Target="../media/image1329.png"/><Relationship Id="rId37" Type="http://schemas.openxmlformats.org/officeDocument/2006/relationships/image" Target="../media/image1331.png"/><Relationship Id="rId36" Type="http://schemas.openxmlformats.org/officeDocument/2006/relationships/image" Target="../media/image1337.png"/><Relationship Id="rId39" Type="http://schemas.openxmlformats.org/officeDocument/2006/relationships/image" Target="../media/image1351.png"/><Relationship Id="rId38" Type="http://schemas.openxmlformats.org/officeDocument/2006/relationships/image" Target="../media/image1354.png"/><Relationship Id="rId20" Type="http://schemas.openxmlformats.org/officeDocument/2006/relationships/image" Target="../media/image1325.png"/><Relationship Id="rId22" Type="http://schemas.openxmlformats.org/officeDocument/2006/relationships/image" Target="../media/image1317.png"/><Relationship Id="rId21" Type="http://schemas.openxmlformats.org/officeDocument/2006/relationships/image" Target="../media/image1323.png"/><Relationship Id="rId24" Type="http://schemas.openxmlformats.org/officeDocument/2006/relationships/image" Target="../media/image1313.png"/><Relationship Id="rId23" Type="http://schemas.openxmlformats.org/officeDocument/2006/relationships/image" Target="../media/image1309.png"/><Relationship Id="rId26" Type="http://schemas.openxmlformats.org/officeDocument/2006/relationships/image" Target="../media/image1308.png"/><Relationship Id="rId25" Type="http://schemas.openxmlformats.org/officeDocument/2006/relationships/image" Target="../media/image1316.png"/><Relationship Id="rId28" Type="http://schemas.openxmlformats.org/officeDocument/2006/relationships/image" Target="../media/image1320.png"/><Relationship Id="rId27" Type="http://schemas.openxmlformats.org/officeDocument/2006/relationships/image" Target="../media/image1315.png"/><Relationship Id="rId29" Type="http://schemas.openxmlformats.org/officeDocument/2006/relationships/image" Target="../media/image1324.png"/><Relationship Id="rId11" Type="http://schemas.openxmlformats.org/officeDocument/2006/relationships/image" Target="../media/image203.png"/><Relationship Id="rId10" Type="http://schemas.openxmlformats.org/officeDocument/2006/relationships/image" Target="../media/image220.png"/><Relationship Id="rId13" Type="http://schemas.openxmlformats.org/officeDocument/2006/relationships/image" Target="../media/image1321.png"/><Relationship Id="rId12" Type="http://schemas.openxmlformats.org/officeDocument/2006/relationships/image" Target="../media/image209.png"/><Relationship Id="rId15" Type="http://schemas.openxmlformats.org/officeDocument/2006/relationships/image" Target="../media/image1311.png"/><Relationship Id="rId14" Type="http://schemas.openxmlformats.org/officeDocument/2006/relationships/image" Target="../media/image1312.png"/><Relationship Id="rId17" Type="http://schemas.openxmlformats.org/officeDocument/2006/relationships/image" Target="../media/image769.png"/><Relationship Id="rId16" Type="http://schemas.openxmlformats.org/officeDocument/2006/relationships/image" Target="../media/image1318.png"/><Relationship Id="rId19" Type="http://schemas.openxmlformats.org/officeDocument/2006/relationships/image" Target="../media/image1307.png"/><Relationship Id="rId18" Type="http://schemas.openxmlformats.org/officeDocument/2006/relationships/image" Target="../media/image131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1302.png"/><Relationship Id="rId4" Type="http://schemas.openxmlformats.org/officeDocument/2006/relationships/image" Target="../media/image1304.png"/><Relationship Id="rId9" Type="http://schemas.openxmlformats.org/officeDocument/2006/relationships/image" Target="../media/image1319.png"/><Relationship Id="rId5" Type="http://schemas.openxmlformats.org/officeDocument/2006/relationships/image" Target="../media/image1322.png"/><Relationship Id="rId6" Type="http://schemas.openxmlformats.org/officeDocument/2006/relationships/image" Target="../media/image473.png"/><Relationship Id="rId7" Type="http://schemas.openxmlformats.org/officeDocument/2006/relationships/image" Target="../media/image1303.png"/><Relationship Id="rId8" Type="http://schemas.openxmlformats.org/officeDocument/2006/relationships/image" Target="../media/image737.png"/></Relationships>
</file>

<file path=ppt/slides/_rels/slide33.xml.rels><?xml version="1.0" encoding="UTF-8" standalone="yes"?><Relationships xmlns="http://schemas.openxmlformats.org/package/2006/relationships"><Relationship Id="rId11" Type="http://schemas.openxmlformats.org/officeDocument/2006/relationships/image" Target="../media/image1357.png"/><Relationship Id="rId10" Type="http://schemas.openxmlformats.org/officeDocument/2006/relationships/image" Target="../media/image20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1339.png"/><Relationship Id="rId4" Type="http://schemas.openxmlformats.org/officeDocument/2006/relationships/image" Target="../media/image1347.png"/><Relationship Id="rId9" Type="http://schemas.openxmlformats.org/officeDocument/2006/relationships/image" Target="../media/image203.png"/><Relationship Id="rId5" Type="http://schemas.openxmlformats.org/officeDocument/2006/relationships/image" Target="../media/image1332.png"/><Relationship Id="rId6" Type="http://schemas.openxmlformats.org/officeDocument/2006/relationships/image" Target="../media/image1334.png"/><Relationship Id="rId7" Type="http://schemas.openxmlformats.org/officeDocument/2006/relationships/image" Target="../media/image1341.png"/><Relationship Id="rId8" Type="http://schemas.openxmlformats.org/officeDocument/2006/relationships/image" Target="../media/image220.png"/></Relationships>
</file>

<file path=ppt/slides/_rels/slide34.xml.rels><?xml version="1.0" encoding="UTF-8" standalone="yes"?><Relationships xmlns="http://schemas.openxmlformats.org/package/2006/relationships"><Relationship Id="rId20" Type="http://schemas.openxmlformats.org/officeDocument/2006/relationships/image" Target="../media/image1356.png"/><Relationship Id="rId21" Type="http://schemas.openxmlformats.org/officeDocument/2006/relationships/image" Target="../media/image1361.png"/><Relationship Id="rId11" Type="http://schemas.openxmlformats.org/officeDocument/2006/relationships/image" Target="../media/image1358.png"/><Relationship Id="rId10" Type="http://schemas.openxmlformats.org/officeDocument/2006/relationships/image" Target="../media/image1348.png"/><Relationship Id="rId13" Type="http://schemas.openxmlformats.org/officeDocument/2006/relationships/image" Target="../media/image1350.png"/><Relationship Id="rId12" Type="http://schemas.openxmlformats.org/officeDocument/2006/relationships/image" Target="../media/image1343.png"/><Relationship Id="rId15" Type="http://schemas.openxmlformats.org/officeDocument/2006/relationships/image" Target="../media/image1365.png"/><Relationship Id="rId14" Type="http://schemas.openxmlformats.org/officeDocument/2006/relationships/image" Target="../media/image1379.png"/><Relationship Id="rId17" Type="http://schemas.openxmlformats.org/officeDocument/2006/relationships/image" Target="../media/image220.png"/><Relationship Id="rId16" Type="http://schemas.openxmlformats.org/officeDocument/2006/relationships/image" Target="../media/image1359.png"/><Relationship Id="rId19" Type="http://schemas.openxmlformats.org/officeDocument/2006/relationships/image" Target="../media/image209.png"/><Relationship Id="rId18" Type="http://schemas.openxmlformats.org/officeDocument/2006/relationships/image" Target="../media/image20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1340.png"/><Relationship Id="rId4" Type="http://schemas.openxmlformats.org/officeDocument/2006/relationships/image" Target="../media/image1344.png"/><Relationship Id="rId9" Type="http://schemas.openxmlformats.org/officeDocument/2006/relationships/image" Target="../media/image1349.png"/><Relationship Id="rId5" Type="http://schemas.openxmlformats.org/officeDocument/2006/relationships/image" Target="../media/image1345.png"/><Relationship Id="rId6" Type="http://schemas.openxmlformats.org/officeDocument/2006/relationships/image" Target="../media/image1346.png"/><Relationship Id="rId7" Type="http://schemas.openxmlformats.org/officeDocument/2006/relationships/image" Target="../media/image1335.png"/><Relationship Id="rId8" Type="http://schemas.openxmlformats.org/officeDocument/2006/relationships/image" Target="../media/image1366.png"/></Relationships>
</file>

<file path=ppt/slides/_rels/slide35.xml.rels><?xml version="1.0" encoding="UTF-8" standalone="yes"?><Relationships xmlns="http://schemas.openxmlformats.org/package/2006/relationships"><Relationship Id="rId20" Type="http://schemas.openxmlformats.org/officeDocument/2006/relationships/image" Target="../media/image209.png"/><Relationship Id="rId22" Type="http://schemas.openxmlformats.org/officeDocument/2006/relationships/image" Target="../media/image1383.png"/><Relationship Id="rId21" Type="http://schemas.openxmlformats.org/officeDocument/2006/relationships/image" Target="../media/image1376.png"/><Relationship Id="rId11" Type="http://schemas.openxmlformats.org/officeDocument/2006/relationships/image" Target="../media/image1374.png"/><Relationship Id="rId10" Type="http://schemas.openxmlformats.org/officeDocument/2006/relationships/image" Target="../media/image1371.png"/><Relationship Id="rId13" Type="http://schemas.openxmlformats.org/officeDocument/2006/relationships/image" Target="../media/image1375.png"/><Relationship Id="rId12" Type="http://schemas.openxmlformats.org/officeDocument/2006/relationships/image" Target="../media/image1367.png"/><Relationship Id="rId15" Type="http://schemas.openxmlformats.org/officeDocument/2006/relationships/image" Target="../media/image1373.png"/><Relationship Id="rId14" Type="http://schemas.openxmlformats.org/officeDocument/2006/relationships/image" Target="../media/image1377.png"/><Relationship Id="rId17" Type="http://schemas.openxmlformats.org/officeDocument/2006/relationships/image" Target="../media/image1370.png"/><Relationship Id="rId16" Type="http://schemas.openxmlformats.org/officeDocument/2006/relationships/image" Target="../media/image1372.png"/><Relationship Id="rId19" Type="http://schemas.openxmlformats.org/officeDocument/2006/relationships/image" Target="../media/image203.png"/><Relationship Id="rId18" Type="http://schemas.openxmlformats.org/officeDocument/2006/relationships/image" Target="../media/image22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5.xml"/><Relationship Id="rId3" Type="http://schemas.openxmlformats.org/officeDocument/2006/relationships/image" Target="../media/image1363.png"/><Relationship Id="rId4" Type="http://schemas.openxmlformats.org/officeDocument/2006/relationships/image" Target="../media/image1364.png"/><Relationship Id="rId9" Type="http://schemas.openxmlformats.org/officeDocument/2006/relationships/image" Target="../media/image1360.png"/><Relationship Id="rId5" Type="http://schemas.openxmlformats.org/officeDocument/2006/relationships/image" Target="../media/image1355.png"/><Relationship Id="rId6" Type="http://schemas.openxmlformats.org/officeDocument/2006/relationships/image" Target="../media/image272.png"/><Relationship Id="rId7" Type="http://schemas.openxmlformats.org/officeDocument/2006/relationships/image" Target="../media/image1369.png"/><Relationship Id="rId8" Type="http://schemas.openxmlformats.org/officeDocument/2006/relationships/image" Target="../media/image1362.png"/></Relationships>
</file>

<file path=ppt/slides/_rels/slide36.xml.rels><?xml version="1.0" encoding="UTF-8" standalone="yes"?><Relationships xmlns="http://schemas.openxmlformats.org/package/2006/relationships"><Relationship Id="rId20" Type="http://schemas.openxmlformats.org/officeDocument/2006/relationships/image" Target="../media/image1393.png"/><Relationship Id="rId22" Type="http://schemas.openxmlformats.org/officeDocument/2006/relationships/image" Target="../media/image220.png"/><Relationship Id="rId21" Type="http://schemas.openxmlformats.org/officeDocument/2006/relationships/image" Target="../media/image1392.png"/><Relationship Id="rId24" Type="http://schemas.openxmlformats.org/officeDocument/2006/relationships/image" Target="../media/image209.png"/><Relationship Id="rId23" Type="http://schemas.openxmlformats.org/officeDocument/2006/relationships/image" Target="../media/image203.png"/><Relationship Id="rId26" Type="http://schemas.openxmlformats.org/officeDocument/2006/relationships/image" Target="../media/image1414.png"/><Relationship Id="rId25" Type="http://schemas.openxmlformats.org/officeDocument/2006/relationships/image" Target="../media/image1396.png"/><Relationship Id="rId11" Type="http://schemas.openxmlformats.org/officeDocument/2006/relationships/image" Target="../media/image1382.png"/><Relationship Id="rId10" Type="http://schemas.openxmlformats.org/officeDocument/2006/relationships/image" Target="../media/image1381.png"/><Relationship Id="rId13" Type="http://schemas.openxmlformats.org/officeDocument/2006/relationships/image" Target="../media/image1389.png"/><Relationship Id="rId12" Type="http://schemas.openxmlformats.org/officeDocument/2006/relationships/image" Target="../media/image1378.png"/><Relationship Id="rId15" Type="http://schemas.openxmlformats.org/officeDocument/2006/relationships/image" Target="../media/image1387.png"/><Relationship Id="rId14" Type="http://schemas.openxmlformats.org/officeDocument/2006/relationships/image" Target="../media/image1397.png"/><Relationship Id="rId17" Type="http://schemas.openxmlformats.org/officeDocument/2006/relationships/image" Target="../media/image1386.png"/><Relationship Id="rId16" Type="http://schemas.openxmlformats.org/officeDocument/2006/relationships/image" Target="../media/image1395.png"/><Relationship Id="rId19" Type="http://schemas.openxmlformats.org/officeDocument/2006/relationships/image" Target="../media/image1390.png"/><Relationship Id="rId18" Type="http://schemas.openxmlformats.org/officeDocument/2006/relationships/image" Target="../media/image1394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1385.png"/><Relationship Id="rId4" Type="http://schemas.openxmlformats.org/officeDocument/2006/relationships/image" Target="../media/image847.png"/><Relationship Id="rId9" Type="http://schemas.openxmlformats.org/officeDocument/2006/relationships/image" Target="../media/image1449.png"/><Relationship Id="rId5" Type="http://schemas.openxmlformats.org/officeDocument/2006/relationships/image" Target="../media/image1404.png"/><Relationship Id="rId6" Type="http://schemas.openxmlformats.org/officeDocument/2006/relationships/image" Target="../media/image1391.png"/><Relationship Id="rId7" Type="http://schemas.openxmlformats.org/officeDocument/2006/relationships/image" Target="../media/image1380.png"/><Relationship Id="rId8" Type="http://schemas.openxmlformats.org/officeDocument/2006/relationships/image" Target="../media/image1384.png"/></Relationships>
</file>

<file path=ppt/slides/_rels/slide37.xml.rels><?xml version="1.0" encoding="UTF-8" standalone="yes"?><Relationships xmlns="http://schemas.openxmlformats.org/package/2006/relationships"><Relationship Id="rId11" Type="http://schemas.openxmlformats.org/officeDocument/2006/relationships/image" Target="../media/image209.png"/><Relationship Id="rId10" Type="http://schemas.openxmlformats.org/officeDocument/2006/relationships/image" Target="../media/image203.png"/><Relationship Id="rId13" Type="http://schemas.openxmlformats.org/officeDocument/2006/relationships/image" Target="../media/image1430.png"/><Relationship Id="rId12" Type="http://schemas.openxmlformats.org/officeDocument/2006/relationships/image" Target="../media/image141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1403.png"/><Relationship Id="rId4" Type="http://schemas.openxmlformats.org/officeDocument/2006/relationships/image" Target="../media/image1408.png"/><Relationship Id="rId9" Type="http://schemas.openxmlformats.org/officeDocument/2006/relationships/image" Target="../media/image220.png"/><Relationship Id="rId5" Type="http://schemas.openxmlformats.org/officeDocument/2006/relationships/image" Target="../media/image1417.png"/><Relationship Id="rId6" Type="http://schemas.openxmlformats.org/officeDocument/2006/relationships/image" Target="../media/image1398.png"/><Relationship Id="rId7" Type="http://schemas.openxmlformats.org/officeDocument/2006/relationships/image" Target="../media/image732.png"/><Relationship Id="rId8" Type="http://schemas.openxmlformats.org/officeDocument/2006/relationships/image" Target="../media/image1402.png"/></Relationships>
</file>

<file path=ppt/slides/_rels/slide38.xml.rels><?xml version="1.0" encoding="UTF-8" standalone="yes"?><Relationships xmlns="http://schemas.openxmlformats.org/package/2006/relationships"><Relationship Id="rId11" Type="http://schemas.openxmlformats.org/officeDocument/2006/relationships/image" Target="../media/image1424.png"/><Relationship Id="rId10" Type="http://schemas.openxmlformats.org/officeDocument/2006/relationships/image" Target="../media/image1405.png"/><Relationship Id="rId13" Type="http://schemas.openxmlformats.org/officeDocument/2006/relationships/image" Target="../media/image203.png"/><Relationship Id="rId12" Type="http://schemas.openxmlformats.org/officeDocument/2006/relationships/image" Target="../media/image220.png"/><Relationship Id="rId15" Type="http://schemas.openxmlformats.org/officeDocument/2006/relationships/image" Target="../media/image1406.png"/><Relationship Id="rId14" Type="http://schemas.openxmlformats.org/officeDocument/2006/relationships/image" Target="../media/image209.png"/><Relationship Id="rId16" Type="http://schemas.openxmlformats.org/officeDocument/2006/relationships/image" Target="../media/image142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8.xml"/><Relationship Id="rId3" Type="http://schemas.openxmlformats.org/officeDocument/2006/relationships/image" Target="../media/image1399.png"/><Relationship Id="rId4" Type="http://schemas.openxmlformats.org/officeDocument/2006/relationships/image" Target="../media/image1415.png"/><Relationship Id="rId9" Type="http://schemas.openxmlformats.org/officeDocument/2006/relationships/image" Target="../media/image1416.png"/><Relationship Id="rId5" Type="http://schemas.openxmlformats.org/officeDocument/2006/relationships/image" Target="../media/image1407.png"/><Relationship Id="rId6" Type="http://schemas.openxmlformats.org/officeDocument/2006/relationships/image" Target="../media/image1401.png"/><Relationship Id="rId7" Type="http://schemas.openxmlformats.org/officeDocument/2006/relationships/image" Target="../media/image1418.png"/><Relationship Id="rId8" Type="http://schemas.openxmlformats.org/officeDocument/2006/relationships/image" Target="../media/image1400.png"/></Relationships>
</file>

<file path=ppt/slides/_rels/slide39.xml.rels><?xml version="1.0" encoding="UTF-8" standalone="yes"?><Relationships xmlns="http://schemas.openxmlformats.org/package/2006/relationships"><Relationship Id="rId11" Type="http://schemas.openxmlformats.org/officeDocument/2006/relationships/image" Target="../media/image209.png"/><Relationship Id="rId10" Type="http://schemas.openxmlformats.org/officeDocument/2006/relationships/image" Target="../media/image203.png"/><Relationship Id="rId13" Type="http://schemas.openxmlformats.org/officeDocument/2006/relationships/image" Target="../media/image1425.png"/><Relationship Id="rId12" Type="http://schemas.openxmlformats.org/officeDocument/2006/relationships/image" Target="../media/image142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9.xml"/><Relationship Id="rId3" Type="http://schemas.openxmlformats.org/officeDocument/2006/relationships/image" Target="../media/image1420.png"/><Relationship Id="rId4" Type="http://schemas.openxmlformats.org/officeDocument/2006/relationships/image" Target="../media/image1419.png"/><Relationship Id="rId9" Type="http://schemas.openxmlformats.org/officeDocument/2006/relationships/image" Target="../media/image220.png"/><Relationship Id="rId5" Type="http://schemas.openxmlformats.org/officeDocument/2006/relationships/image" Target="../media/image272.png"/><Relationship Id="rId6" Type="http://schemas.openxmlformats.org/officeDocument/2006/relationships/image" Target="../media/image1435.png"/><Relationship Id="rId7" Type="http://schemas.openxmlformats.org/officeDocument/2006/relationships/image" Target="../media/image1426.png"/><Relationship Id="rId8" Type="http://schemas.openxmlformats.org/officeDocument/2006/relationships/image" Target="../media/image1428.png"/></Relationships>
</file>

<file path=ppt/slides/_rels/slide40.xml.rels><?xml version="1.0" encoding="UTF-8" standalone="yes"?><Relationships xmlns="http://schemas.openxmlformats.org/package/2006/relationships"><Relationship Id="rId40" Type="http://schemas.openxmlformats.org/officeDocument/2006/relationships/image" Target="../media/image1490.png"/><Relationship Id="rId42" Type="http://schemas.openxmlformats.org/officeDocument/2006/relationships/image" Target="../media/image1458.png"/><Relationship Id="rId41" Type="http://schemas.openxmlformats.org/officeDocument/2006/relationships/image" Target="../media/image1456.png"/><Relationship Id="rId44" Type="http://schemas.openxmlformats.org/officeDocument/2006/relationships/image" Target="../media/image1455.png"/><Relationship Id="rId43" Type="http://schemas.openxmlformats.org/officeDocument/2006/relationships/image" Target="../media/image1472.png"/><Relationship Id="rId46" Type="http://schemas.openxmlformats.org/officeDocument/2006/relationships/image" Target="../media/image1461.png"/><Relationship Id="rId45" Type="http://schemas.openxmlformats.org/officeDocument/2006/relationships/image" Target="../media/image1467.png"/><Relationship Id="rId107" Type="http://schemas.openxmlformats.org/officeDocument/2006/relationships/image" Target="../media/image1518.png"/><Relationship Id="rId106" Type="http://schemas.openxmlformats.org/officeDocument/2006/relationships/image" Target="../media/image1526.png"/><Relationship Id="rId105" Type="http://schemas.openxmlformats.org/officeDocument/2006/relationships/image" Target="../media/image1522.png"/><Relationship Id="rId104" Type="http://schemas.openxmlformats.org/officeDocument/2006/relationships/image" Target="../media/image1534.png"/><Relationship Id="rId109" Type="http://schemas.openxmlformats.org/officeDocument/2006/relationships/image" Target="../media/image203.png"/><Relationship Id="rId108" Type="http://schemas.openxmlformats.org/officeDocument/2006/relationships/image" Target="../media/image220.png"/><Relationship Id="rId48" Type="http://schemas.openxmlformats.org/officeDocument/2006/relationships/image" Target="../media/image1462.png"/><Relationship Id="rId47" Type="http://schemas.openxmlformats.org/officeDocument/2006/relationships/image" Target="../media/image1475.png"/><Relationship Id="rId49" Type="http://schemas.openxmlformats.org/officeDocument/2006/relationships/image" Target="../media/image1480.png"/><Relationship Id="rId103" Type="http://schemas.openxmlformats.org/officeDocument/2006/relationships/image" Target="../media/image1515.png"/><Relationship Id="rId102" Type="http://schemas.openxmlformats.org/officeDocument/2006/relationships/image" Target="../media/image1535.png"/><Relationship Id="rId101" Type="http://schemas.openxmlformats.org/officeDocument/2006/relationships/image" Target="../media/image1523.png"/><Relationship Id="rId100" Type="http://schemas.openxmlformats.org/officeDocument/2006/relationships/image" Target="../media/image1524.png"/><Relationship Id="rId31" Type="http://schemas.openxmlformats.org/officeDocument/2006/relationships/image" Target="../media/image1451.png"/><Relationship Id="rId30" Type="http://schemas.openxmlformats.org/officeDocument/2006/relationships/image" Target="../media/image1454.png"/><Relationship Id="rId33" Type="http://schemas.openxmlformats.org/officeDocument/2006/relationships/image" Target="../media/image1464.png"/><Relationship Id="rId32" Type="http://schemas.openxmlformats.org/officeDocument/2006/relationships/image" Target="../media/image1448.png"/><Relationship Id="rId35" Type="http://schemas.openxmlformats.org/officeDocument/2006/relationships/image" Target="../media/image1459.png"/><Relationship Id="rId34" Type="http://schemas.openxmlformats.org/officeDocument/2006/relationships/image" Target="../media/image1457.png"/><Relationship Id="rId37" Type="http://schemas.openxmlformats.org/officeDocument/2006/relationships/image" Target="../media/image1465.png"/><Relationship Id="rId36" Type="http://schemas.openxmlformats.org/officeDocument/2006/relationships/image" Target="../media/image1450.png"/><Relationship Id="rId39" Type="http://schemas.openxmlformats.org/officeDocument/2006/relationships/image" Target="../media/image1452.png"/><Relationship Id="rId38" Type="http://schemas.openxmlformats.org/officeDocument/2006/relationships/image" Target="../media/image1469.png"/><Relationship Id="rId20" Type="http://schemas.openxmlformats.org/officeDocument/2006/relationships/image" Target="../media/image1466.png"/><Relationship Id="rId22" Type="http://schemas.openxmlformats.org/officeDocument/2006/relationships/image" Target="../media/image1438.png"/><Relationship Id="rId21" Type="http://schemas.openxmlformats.org/officeDocument/2006/relationships/image" Target="../media/image1437.png"/><Relationship Id="rId24" Type="http://schemas.openxmlformats.org/officeDocument/2006/relationships/image" Target="../media/image1439.png"/><Relationship Id="rId23" Type="http://schemas.openxmlformats.org/officeDocument/2006/relationships/image" Target="../media/image1444.png"/><Relationship Id="rId26" Type="http://schemas.openxmlformats.org/officeDocument/2006/relationships/image" Target="../media/image1453.png"/><Relationship Id="rId25" Type="http://schemas.openxmlformats.org/officeDocument/2006/relationships/image" Target="../media/image1443.png"/><Relationship Id="rId28" Type="http://schemas.openxmlformats.org/officeDocument/2006/relationships/image" Target="../media/image1442.png"/><Relationship Id="rId27" Type="http://schemas.openxmlformats.org/officeDocument/2006/relationships/image" Target="../media/image1445.png"/><Relationship Id="rId29" Type="http://schemas.openxmlformats.org/officeDocument/2006/relationships/image" Target="../media/image1440.png"/><Relationship Id="rId95" Type="http://schemas.openxmlformats.org/officeDocument/2006/relationships/image" Target="../media/image1531.png"/><Relationship Id="rId94" Type="http://schemas.openxmlformats.org/officeDocument/2006/relationships/image" Target="../media/image1519.png"/><Relationship Id="rId97" Type="http://schemas.openxmlformats.org/officeDocument/2006/relationships/image" Target="../media/image1516.png"/><Relationship Id="rId96" Type="http://schemas.openxmlformats.org/officeDocument/2006/relationships/image" Target="../media/image1529.png"/><Relationship Id="rId11" Type="http://schemas.openxmlformats.org/officeDocument/2006/relationships/image" Target="../media/image1426.png"/><Relationship Id="rId99" Type="http://schemas.openxmlformats.org/officeDocument/2006/relationships/image" Target="../media/image1521.png"/><Relationship Id="rId10" Type="http://schemas.openxmlformats.org/officeDocument/2006/relationships/image" Target="../media/image1435.png"/><Relationship Id="rId98" Type="http://schemas.openxmlformats.org/officeDocument/2006/relationships/image" Target="../media/image1533.png"/><Relationship Id="rId13" Type="http://schemas.openxmlformats.org/officeDocument/2006/relationships/image" Target="../media/image1429.png"/><Relationship Id="rId12" Type="http://schemas.openxmlformats.org/officeDocument/2006/relationships/image" Target="../media/image1428.png"/><Relationship Id="rId91" Type="http://schemas.openxmlformats.org/officeDocument/2006/relationships/image" Target="../media/image1502.png"/><Relationship Id="rId90" Type="http://schemas.openxmlformats.org/officeDocument/2006/relationships/image" Target="../media/image1520.png"/><Relationship Id="rId93" Type="http://schemas.openxmlformats.org/officeDocument/2006/relationships/image" Target="../media/image1507.png"/><Relationship Id="rId92" Type="http://schemas.openxmlformats.org/officeDocument/2006/relationships/image" Target="../media/image1510.png"/><Relationship Id="rId15" Type="http://schemas.openxmlformats.org/officeDocument/2006/relationships/image" Target="../media/image1446.png"/><Relationship Id="rId110" Type="http://schemas.openxmlformats.org/officeDocument/2006/relationships/image" Target="../media/image209.png"/><Relationship Id="rId14" Type="http://schemas.openxmlformats.org/officeDocument/2006/relationships/image" Target="../media/image1447.png"/><Relationship Id="rId17" Type="http://schemas.openxmlformats.org/officeDocument/2006/relationships/image" Target="../media/image1433.png"/><Relationship Id="rId16" Type="http://schemas.openxmlformats.org/officeDocument/2006/relationships/image" Target="../media/image1432.png"/><Relationship Id="rId19" Type="http://schemas.openxmlformats.org/officeDocument/2006/relationships/image" Target="../media/image1436.png"/><Relationship Id="rId18" Type="http://schemas.openxmlformats.org/officeDocument/2006/relationships/image" Target="../media/image1434.png"/><Relationship Id="rId111" Type="http://schemas.openxmlformats.org/officeDocument/2006/relationships/image" Target="../media/image1528.png"/><Relationship Id="rId84" Type="http://schemas.openxmlformats.org/officeDocument/2006/relationships/image" Target="../media/image1505.png"/><Relationship Id="rId83" Type="http://schemas.openxmlformats.org/officeDocument/2006/relationships/image" Target="../media/image1495.png"/><Relationship Id="rId86" Type="http://schemas.openxmlformats.org/officeDocument/2006/relationships/image" Target="../media/image1506.png"/><Relationship Id="rId85" Type="http://schemas.openxmlformats.org/officeDocument/2006/relationships/image" Target="../media/image1504.png"/><Relationship Id="rId88" Type="http://schemas.openxmlformats.org/officeDocument/2006/relationships/image" Target="../media/image1536.png"/><Relationship Id="rId87" Type="http://schemas.openxmlformats.org/officeDocument/2006/relationships/image" Target="../media/image1517.png"/><Relationship Id="rId89" Type="http://schemas.openxmlformats.org/officeDocument/2006/relationships/image" Target="../media/image1513.png"/><Relationship Id="rId80" Type="http://schemas.openxmlformats.org/officeDocument/2006/relationships/image" Target="../media/image1496.png"/><Relationship Id="rId82" Type="http://schemas.openxmlformats.org/officeDocument/2006/relationships/image" Target="../media/image1508.png"/><Relationship Id="rId81" Type="http://schemas.openxmlformats.org/officeDocument/2006/relationships/image" Target="../media/image149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0.xml"/><Relationship Id="rId3" Type="http://schemas.openxmlformats.org/officeDocument/2006/relationships/image" Target="../media/image90.jpg"/><Relationship Id="rId4" Type="http://schemas.openxmlformats.org/officeDocument/2006/relationships/image" Target="../media/image10.png"/><Relationship Id="rId9" Type="http://schemas.openxmlformats.org/officeDocument/2006/relationships/image" Target="../media/image272.png"/><Relationship Id="rId5" Type="http://schemas.openxmlformats.org/officeDocument/2006/relationships/image" Target="../media/image9.jpg"/><Relationship Id="rId6" Type="http://schemas.openxmlformats.org/officeDocument/2006/relationships/image" Target="../media/image13.png"/><Relationship Id="rId7" Type="http://schemas.openxmlformats.org/officeDocument/2006/relationships/image" Target="../media/image1420.png"/><Relationship Id="rId8" Type="http://schemas.openxmlformats.org/officeDocument/2006/relationships/image" Target="../media/image1419.png"/><Relationship Id="rId73" Type="http://schemas.openxmlformats.org/officeDocument/2006/relationships/image" Target="../media/image1511.png"/><Relationship Id="rId72" Type="http://schemas.openxmlformats.org/officeDocument/2006/relationships/image" Target="../media/image1492.png"/><Relationship Id="rId75" Type="http://schemas.openxmlformats.org/officeDocument/2006/relationships/image" Target="../media/image1497.png"/><Relationship Id="rId74" Type="http://schemas.openxmlformats.org/officeDocument/2006/relationships/image" Target="../media/image1498.png"/><Relationship Id="rId77" Type="http://schemas.openxmlformats.org/officeDocument/2006/relationships/image" Target="../media/image1494.png"/><Relationship Id="rId76" Type="http://schemas.openxmlformats.org/officeDocument/2006/relationships/image" Target="../media/image1493.png"/><Relationship Id="rId79" Type="http://schemas.openxmlformats.org/officeDocument/2006/relationships/image" Target="../media/image1509.png"/><Relationship Id="rId78" Type="http://schemas.openxmlformats.org/officeDocument/2006/relationships/image" Target="../media/image1499.png"/><Relationship Id="rId71" Type="http://schemas.openxmlformats.org/officeDocument/2006/relationships/image" Target="../media/image1500.png"/><Relationship Id="rId70" Type="http://schemas.openxmlformats.org/officeDocument/2006/relationships/image" Target="../media/image1503.png"/><Relationship Id="rId62" Type="http://schemas.openxmlformats.org/officeDocument/2006/relationships/image" Target="../media/image1479.png"/><Relationship Id="rId61" Type="http://schemas.openxmlformats.org/officeDocument/2006/relationships/image" Target="../media/image1476.png"/><Relationship Id="rId64" Type="http://schemas.openxmlformats.org/officeDocument/2006/relationships/image" Target="../media/image1483.png"/><Relationship Id="rId63" Type="http://schemas.openxmlformats.org/officeDocument/2006/relationships/image" Target="../media/image1487.png"/><Relationship Id="rId66" Type="http://schemas.openxmlformats.org/officeDocument/2006/relationships/image" Target="../media/image1478.png"/><Relationship Id="rId65" Type="http://schemas.openxmlformats.org/officeDocument/2006/relationships/image" Target="../media/image1485.png"/><Relationship Id="rId68" Type="http://schemas.openxmlformats.org/officeDocument/2006/relationships/image" Target="../media/image1488.png"/><Relationship Id="rId67" Type="http://schemas.openxmlformats.org/officeDocument/2006/relationships/image" Target="../media/image1489.png"/><Relationship Id="rId60" Type="http://schemas.openxmlformats.org/officeDocument/2006/relationships/image" Target="../media/image1482.png"/><Relationship Id="rId69" Type="http://schemas.openxmlformats.org/officeDocument/2006/relationships/image" Target="../media/image1481.png"/><Relationship Id="rId51" Type="http://schemas.openxmlformats.org/officeDocument/2006/relationships/image" Target="../media/image1470.png"/><Relationship Id="rId50" Type="http://schemas.openxmlformats.org/officeDocument/2006/relationships/image" Target="../media/image1460.png"/><Relationship Id="rId53" Type="http://schemas.openxmlformats.org/officeDocument/2006/relationships/image" Target="../media/image1471.png"/><Relationship Id="rId52" Type="http://schemas.openxmlformats.org/officeDocument/2006/relationships/image" Target="../media/image1477.png"/><Relationship Id="rId55" Type="http://schemas.openxmlformats.org/officeDocument/2006/relationships/image" Target="../media/image1484.png"/><Relationship Id="rId54" Type="http://schemas.openxmlformats.org/officeDocument/2006/relationships/image" Target="../media/image1468.png"/><Relationship Id="rId57" Type="http://schemas.openxmlformats.org/officeDocument/2006/relationships/image" Target="../media/image1473.png"/><Relationship Id="rId56" Type="http://schemas.openxmlformats.org/officeDocument/2006/relationships/image" Target="../media/image1474.png"/><Relationship Id="rId59" Type="http://schemas.openxmlformats.org/officeDocument/2006/relationships/image" Target="../media/image1501.png"/><Relationship Id="rId58" Type="http://schemas.openxmlformats.org/officeDocument/2006/relationships/image" Target="../media/image1486.png"/></Relationships>
</file>

<file path=ppt/slides/_rels/slide41.xml.rels><?xml version="1.0" encoding="UTF-8" standalone="yes"?><Relationships xmlns="http://schemas.openxmlformats.org/package/2006/relationships"><Relationship Id="rId10" Type="http://schemas.openxmlformats.org/officeDocument/2006/relationships/image" Target="../media/image153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1.xml"/><Relationship Id="rId3" Type="http://schemas.openxmlformats.org/officeDocument/2006/relationships/image" Target="../media/image352.png"/><Relationship Id="rId4" Type="http://schemas.openxmlformats.org/officeDocument/2006/relationships/image" Target="../media/image1525.png"/><Relationship Id="rId9" Type="http://schemas.openxmlformats.org/officeDocument/2006/relationships/image" Target="../media/image205.png"/><Relationship Id="rId5" Type="http://schemas.openxmlformats.org/officeDocument/2006/relationships/image" Target="../media/image472.png"/><Relationship Id="rId6" Type="http://schemas.openxmlformats.org/officeDocument/2006/relationships/image" Target="../media/image220.png"/><Relationship Id="rId7" Type="http://schemas.openxmlformats.org/officeDocument/2006/relationships/image" Target="../media/image203.png"/><Relationship Id="rId8" Type="http://schemas.openxmlformats.org/officeDocument/2006/relationships/image" Target="../media/image209.png"/></Relationships>
</file>

<file path=ppt/slides/_rels/slide42.xml.rels><?xml version="1.0" encoding="UTF-8" standalone="yes"?><Relationships xmlns="http://schemas.openxmlformats.org/package/2006/relationships"><Relationship Id="rId20" Type="http://schemas.openxmlformats.org/officeDocument/2006/relationships/image" Target="../media/image203.png"/><Relationship Id="rId22" Type="http://schemas.openxmlformats.org/officeDocument/2006/relationships/image" Target="../media/image1540.png"/><Relationship Id="rId21" Type="http://schemas.openxmlformats.org/officeDocument/2006/relationships/image" Target="../media/image209.png"/><Relationship Id="rId11" Type="http://schemas.openxmlformats.org/officeDocument/2006/relationships/image" Target="../media/image1558.png"/><Relationship Id="rId10" Type="http://schemas.openxmlformats.org/officeDocument/2006/relationships/image" Target="../media/image1538.png"/><Relationship Id="rId13" Type="http://schemas.openxmlformats.org/officeDocument/2006/relationships/image" Target="../media/image1548.png"/><Relationship Id="rId12" Type="http://schemas.openxmlformats.org/officeDocument/2006/relationships/image" Target="../media/image1547.png"/><Relationship Id="rId15" Type="http://schemas.openxmlformats.org/officeDocument/2006/relationships/image" Target="../media/image1541.png"/><Relationship Id="rId14" Type="http://schemas.openxmlformats.org/officeDocument/2006/relationships/image" Target="../media/image1546.png"/><Relationship Id="rId17" Type="http://schemas.openxmlformats.org/officeDocument/2006/relationships/image" Target="../media/image1550.png"/><Relationship Id="rId16" Type="http://schemas.openxmlformats.org/officeDocument/2006/relationships/image" Target="../media/image1542.png"/><Relationship Id="rId19" Type="http://schemas.openxmlformats.org/officeDocument/2006/relationships/image" Target="../media/image220.png"/><Relationship Id="rId18" Type="http://schemas.openxmlformats.org/officeDocument/2006/relationships/image" Target="../media/image1552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2.xml"/><Relationship Id="rId3" Type="http://schemas.openxmlformats.org/officeDocument/2006/relationships/image" Target="../media/image1532.png"/><Relationship Id="rId4" Type="http://schemas.openxmlformats.org/officeDocument/2006/relationships/image" Target="../media/image1530.png"/><Relationship Id="rId9" Type="http://schemas.openxmlformats.org/officeDocument/2006/relationships/image" Target="../media/image1527.png"/><Relationship Id="rId5" Type="http://schemas.openxmlformats.org/officeDocument/2006/relationships/image" Target="../media/image1549.png"/><Relationship Id="rId6" Type="http://schemas.openxmlformats.org/officeDocument/2006/relationships/image" Target="../media/image1544.png"/><Relationship Id="rId7" Type="http://schemas.openxmlformats.org/officeDocument/2006/relationships/image" Target="../media/image1543.png"/><Relationship Id="rId8" Type="http://schemas.openxmlformats.org/officeDocument/2006/relationships/image" Target="../media/image1564.png"/></Relationships>
</file>

<file path=ppt/slides/_rels/slide43.xml.rels><?xml version="1.0" encoding="UTF-8" standalone="yes"?><Relationships xmlns="http://schemas.openxmlformats.org/package/2006/relationships"><Relationship Id="rId40" Type="http://schemas.openxmlformats.org/officeDocument/2006/relationships/image" Target="../media/image1594.png"/><Relationship Id="rId42" Type="http://schemas.openxmlformats.org/officeDocument/2006/relationships/image" Target="../media/image1593.png"/><Relationship Id="rId41" Type="http://schemas.openxmlformats.org/officeDocument/2006/relationships/image" Target="../media/image1586.png"/><Relationship Id="rId44" Type="http://schemas.openxmlformats.org/officeDocument/2006/relationships/image" Target="../media/image1599.png"/><Relationship Id="rId43" Type="http://schemas.openxmlformats.org/officeDocument/2006/relationships/image" Target="../media/image1587.png"/><Relationship Id="rId46" Type="http://schemas.openxmlformats.org/officeDocument/2006/relationships/image" Target="../media/image1579.png"/><Relationship Id="rId45" Type="http://schemas.openxmlformats.org/officeDocument/2006/relationships/image" Target="../media/image1590.png"/><Relationship Id="rId48" Type="http://schemas.openxmlformats.org/officeDocument/2006/relationships/image" Target="../media/image1596.png"/><Relationship Id="rId47" Type="http://schemas.openxmlformats.org/officeDocument/2006/relationships/image" Target="../media/image1600.png"/><Relationship Id="rId49" Type="http://schemas.openxmlformats.org/officeDocument/2006/relationships/image" Target="../media/image1595.png"/><Relationship Id="rId31" Type="http://schemas.openxmlformats.org/officeDocument/2006/relationships/image" Target="../media/image1584.png"/><Relationship Id="rId30" Type="http://schemas.openxmlformats.org/officeDocument/2006/relationships/image" Target="../media/image1573.png"/><Relationship Id="rId33" Type="http://schemas.openxmlformats.org/officeDocument/2006/relationships/image" Target="../media/image1575.png"/><Relationship Id="rId32" Type="http://schemas.openxmlformats.org/officeDocument/2006/relationships/image" Target="../media/image1577.png"/><Relationship Id="rId35" Type="http://schemas.openxmlformats.org/officeDocument/2006/relationships/image" Target="../media/image1589.png"/><Relationship Id="rId34" Type="http://schemas.openxmlformats.org/officeDocument/2006/relationships/image" Target="../media/image1578.png"/><Relationship Id="rId37" Type="http://schemas.openxmlformats.org/officeDocument/2006/relationships/image" Target="../media/image1609.png"/><Relationship Id="rId36" Type="http://schemas.openxmlformats.org/officeDocument/2006/relationships/image" Target="../media/image1580.png"/><Relationship Id="rId39" Type="http://schemas.openxmlformats.org/officeDocument/2006/relationships/image" Target="../media/image1582.png"/><Relationship Id="rId38" Type="http://schemas.openxmlformats.org/officeDocument/2006/relationships/image" Target="../media/image1574.png"/><Relationship Id="rId20" Type="http://schemas.openxmlformats.org/officeDocument/2006/relationships/image" Target="../media/image1591.png"/><Relationship Id="rId22" Type="http://schemas.openxmlformats.org/officeDocument/2006/relationships/image" Target="../media/image1572.png"/><Relationship Id="rId21" Type="http://schemas.openxmlformats.org/officeDocument/2006/relationships/image" Target="../media/image1565.png"/><Relationship Id="rId24" Type="http://schemas.openxmlformats.org/officeDocument/2006/relationships/image" Target="../media/image1569.png"/><Relationship Id="rId23" Type="http://schemas.openxmlformats.org/officeDocument/2006/relationships/image" Target="../media/image1566.png"/><Relationship Id="rId26" Type="http://schemas.openxmlformats.org/officeDocument/2006/relationships/image" Target="../media/image1585.png"/><Relationship Id="rId25" Type="http://schemas.openxmlformats.org/officeDocument/2006/relationships/image" Target="../media/image1588.png"/><Relationship Id="rId28" Type="http://schemas.openxmlformats.org/officeDocument/2006/relationships/image" Target="../media/image1568.png"/><Relationship Id="rId27" Type="http://schemas.openxmlformats.org/officeDocument/2006/relationships/image" Target="../media/image1567.png"/><Relationship Id="rId29" Type="http://schemas.openxmlformats.org/officeDocument/2006/relationships/image" Target="../media/image1581.png"/><Relationship Id="rId11" Type="http://schemas.openxmlformats.org/officeDocument/2006/relationships/image" Target="../media/image1553.png"/><Relationship Id="rId10" Type="http://schemas.openxmlformats.org/officeDocument/2006/relationships/image" Target="../media/image1551.png"/><Relationship Id="rId13" Type="http://schemas.openxmlformats.org/officeDocument/2006/relationships/image" Target="../media/image1563.png"/><Relationship Id="rId12" Type="http://schemas.openxmlformats.org/officeDocument/2006/relationships/image" Target="../media/image1583.png"/><Relationship Id="rId15" Type="http://schemas.openxmlformats.org/officeDocument/2006/relationships/image" Target="../media/image1559.png"/><Relationship Id="rId14" Type="http://schemas.openxmlformats.org/officeDocument/2006/relationships/image" Target="../media/image1571.png"/><Relationship Id="rId17" Type="http://schemas.openxmlformats.org/officeDocument/2006/relationships/image" Target="../media/image1562.png"/><Relationship Id="rId16" Type="http://schemas.openxmlformats.org/officeDocument/2006/relationships/image" Target="../media/image1570.png"/><Relationship Id="rId19" Type="http://schemas.openxmlformats.org/officeDocument/2006/relationships/image" Target="../media/image1576.png"/><Relationship Id="rId18" Type="http://schemas.openxmlformats.org/officeDocument/2006/relationships/image" Target="../media/image155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3.xml"/><Relationship Id="rId3" Type="http://schemas.openxmlformats.org/officeDocument/2006/relationships/image" Target="../media/image1545.png"/><Relationship Id="rId4" Type="http://schemas.openxmlformats.org/officeDocument/2006/relationships/image" Target="../media/image1557.png"/><Relationship Id="rId9" Type="http://schemas.openxmlformats.org/officeDocument/2006/relationships/image" Target="../media/image1560.png"/><Relationship Id="rId5" Type="http://schemas.openxmlformats.org/officeDocument/2006/relationships/image" Target="../media/image1561.png"/><Relationship Id="rId6" Type="http://schemas.openxmlformats.org/officeDocument/2006/relationships/image" Target="../media/image731.png"/><Relationship Id="rId7" Type="http://schemas.openxmlformats.org/officeDocument/2006/relationships/image" Target="../media/image1554.png"/><Relationship Id="rId8" Type="http://schemas.openxmlformats.org/officeDocument/2006/relationships/image" Target="../media/image1555.png"/><Relationship Id="rId61" Type="http://schemas.openxmlformats.org/officeDocument/2006/relationships/image" Target="../media/image1610.png"/><Relationship Id="rId60" Type="http://schemas.openxmlformats.org/officeDocument/2006/relationships/image" Target="../media/image209.png"/><Relationship Id="rId51" Type="http://schemas.openxmlformats.org/officeDocument/2006/relationships/image" Target="../media/image1592.png"/><Relationship Id="rId50" Type="http://schemas.openxmlformats.org/officeDocument/2006/relationships/image" Target="../media/image1611.png"/><Relationship Id="rId53" Type="http://schemas.openxmlformats.org/officeDocument/2006/relationships/image" Target="../media/image1603.png"/><Relationship Id="rId52" Type="http://schemas.openxmlformats.org/officeDocument/2006/relationships/image" Target="../media/image1601.png"/><Relationship Id="rId55" Type="http://schemas.openxmlformats.org/officeDocument/2006/relationships/image" Target="../media/image1598.png"/><Relationship Id="rId54" Type="http://schemas.openxmlformats.org/officeDocument/2006/relationships/image" Target="../media/image1606.png"/><Relationship Id="rId57" Type="http://schemas.openxmlformats.org/officeDocument/2006/relationships/image" Target="../media/image1602.png"/><Relationship Id="rId56" Type="http://schemas.openxmlformats.org/officeDocument/2006/relationships/image" Target="../media/image1608.png"/><Relationship Id="rId59" Type="http://schemas.openxmlformats.org/officeDocument/2006/relationships/image" Target="../media/image203.png"/><Relationship Id="rId58" Type="http://schemas.openxmlformats.org/officeDocument/2006/relationships/image" Target="../media/image220.png"/></Relationships>
</file>

<file path=ppt/slides/_rels/slide44.xml.rels><?xml version="1.0" encoding="UTF-8" standalone="yes"?><Relationships xmlns="http://schemas.openxmlformats.org/package/2006/relationships"><Relationship Id="rId31" Type="http://schemas.openxmlformats.org/officeDocument/2006/relationships/image" Target="../media/image1628.png"/><Relationship Id="rId30" Type="http://schemas.openxmlformats.org/officeDocument/2006/relationships/image" Target="../media/image209.png"/><Relationship Id="rId20" Type="http://schemas.openxmlformats.org/officeDocument/2006/relationships/image" Target="../media/image1623.png"/><Relationship Id="rId22" Type="http://schemas.openxmlformats.org/officeDocument/2006/relationships/image" Target="../media/image1621.png"/><Relationship Id="rId21" Type="http://schemas.openxmlformats.org/officeDocument/2006/relationships/image" Target="../media/image1624.png"/><Relationship Id="rId24" Type="http://schemas.openxmlformats.org/officeDocument/2006/relationships/image" Target="../media/image1627.png"/><Relationship Id="rId23" Type="http://schemas.openxmlformats.org/officeDocument/2006/relationships/image" Target="../media/image1636.png"/><Relationship Id="rId26" Type="http://schemas.openxmlformats.org/officeDocument/2006/relationships/image" Target="../media/image1640.png"/><Relationship Id="rId25" Type="http://schemas.openxmlformats.org/officeDocument/2006/relationships/image" Target="../media/image1635.png"/><Relationship Id="rId28" Type="http://schemas.openxmlformats.org/officeDocument/2006/relationships/image" Target="../media/image220.png"/><Relationship Id="rId27" Type="http://schemas.openxmlformats.org/officeDocument/2006/relationships/image" Target="../media/image1641.png"/><Relationship Id="rId29" Type="http://schemas.openxmlformats.org/officeDocument/2006/relationships/image" Target="../media/image203.png"/><Relationship Id="rId11" Type="http://schemas.openxmlformats.org/officeDocument/2006/relationships/image" Target="../media/image1619.png"/><Relationship Id="rId10" Type="http://schemas.openxmlformats.org/officeDocument/2006/relationships/image" Target="../media/image1615.png"/><Relationship Id="rId13" Type="http://schemas.openxmlformats.org/officeDocument/2006/relationships/image" Target="../media/image1618.png"/><Relationship Id="rId12" Type="http://schemas.openxmlformats.org/officeDocument/2006/relationships/image" Target="../media/image1614.png"/><Relationship Id="rId15" Type="http://schemas.openxmlformats.org/officeDocument/2006/relationships/image" Target="../media/image1612.png"/><Relationship Id="rId14" Type="http://schemas.openxmlformats.org/officeDocument/2006/relationships/image" Target="../media/image1604.png"/><Relationship Id="rId17" Type="http://schemas.openxmlformats.org/officeDocument/2006/relationships/image" Target="../media/image1626.png"/><Relationship Id="rId16" Type="http://schemas.openxmlformats.org/officeDocument/2006/relationships/image" Target="../media/image1625.png"/><Relationship Id="rId19" Type="http://schemas.openxmlformats.org/officeDocument/2006/relationships/image" Target="../media/image1644.png"/><Relationship Id="rId18" Type="http://schemas.openxmlformats.org/officeDocument/2006/relationships/image" Target="../media/image161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4.xml"/><Relationship Id="rId3" Type="http://schemas.openxmlformats.org/officeDocument/2006/relationships/image" Target="../media/image1597.png"/><Relationship Id="rId4" Type="http://schemas.openxmlformats.org/officeDocument/2006/relationships/image" Target="../media/image1605.png"/><Relationship Id="rId9" Type="http://schemas.openxmlformats.org/officeDocument/2006/relationships/image" Target="../media/image1620.png"/><Relationship Id="rId5" Type="http://schemas.openxmlformats.org/officeDocument/2006/relationships/image" Target="../media/image1616.png"/><Relationship Id="rId6" Type="http://schemas.openxmlformats.org/officeDocument/2006/relationships/image" Target="../media/image1613.png"/><Relationship Id="rId7" Type="http://schemas.openxmlformats.org/officeDocument/2006/relationships/image" Target="../media/image1607.png"/><Relationship Id="rId8" Type="http://schemas.openxmlformats.org/officeDocument/2006/relationships/image" Target="../media/image1622.png"/></Relationships>
</file>

<file path=ppt/slides/_rels/slide45.xml.rels><?xml version="1.0" encoding="UTF-8" standalone="yes"?><Relationships xmlns="http://schemas.openxmlformats.org/package/2006/relationships"><Relationship Id="rId11" Type="http://schemas.openxmlformats.org/officeDocument/2006/relationships/image" Target="../media/image1643.png"/><Relationship Id="rId10" Type="http://schemas.openxmlformats.org/officeDocument/2006/relationships/image" Target="../media/image1647.png"/><Relationship Id="rId13" Type="http://schemas.openxmlformats.org/officeDocument/2006/relationships/image" Target="../media/image203.png"/><Relationship Id="rId12" Type="http://schemas.openxmlformats.org/officeDocument/2006/relationships/image" Target="../media/image220.png"/><Relationship Id="rId15" Type="http://schemas.openxmlformats.org/officeDocument/2006/relationships/image" Target="../media/image1634.png"/><Relationship Id="rId14" Type="http://schemas.openxmlformats.org/officeDocument/2006/relationships/image" Target="../media/image209.png"/><Relationship Id="rId17" Type="http://schemas.openxmlformats.org/officeDocument/2006/relationships/image" Target="../media/image1639.png"/><Relationship Id="rId16" Type="http://schemas.openxmlformats.org/officeDocument/2006/relationships/image" Target="../media/image1648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5.xml"/><Relationship Id="rId3" Type="http://schemas.openxmlformats.org/officeDocument/2006/relationships/image" Target="../media/image1637.png"/><Relationship Id="rId4" Type="http://schemas.openxmlformats.org/officeDocument/2006/relationships/image" Target="../media/image1633.png"/><Relationship Id="rId9" Type="http://schemas.openxmlformats.org/officeDocument/2006/relationships/image" Target="../media/image1631.png"/><Relationship Id="rId5" Type="http://schemas.openxmlformats.org/officeDocument/2006/relationships/image" Target="../media/image1630.png"/><Relationship Id="rId6" Type="http://schemas.openxmlformats.org/officeDocument/2006/relationships/image" Target="../media/image1629.png"/><Relationship Id="rId7" Type="http://schemas.openxmlformats.org/officeDocument/2006/relationships/image" Target="../media/image1642.png"/><Relationship Id="rId8" Type="http://schemas.openxmlformats.org/officeDocument/2006/relationships/image" Target="../media/image1638.png"/></Relationships>
</file>

<file path=ppt/slides/_rels/slide46.xml.rels><?xml version="1.0" encoding="UTF-8" standalone="yes"?><Relationships xmlns="http://schemas.openxmlformats.org/package/2006/relationships"><Relationship Id="rId11" Type="http://schemas.openxmlformats.org/officeDocument/2006/relationships/image" Target="../media/image1649.png"/><Relationship Id="rId10" Type="http://schemas.openxmlformats.org/officeDocument/2006/relationships/image" Target="../media/image164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6.xml"/><Relationship Id="rId3" Type="http://schemas.openxmlformats.org/officeDocument/2006/relationships/image" Target="../media/image1650.png"/><Relationship Id="rId4" Type="http://schemas.openxmlformats.org/officeDocument/2006/relationships/image" Target="../media/image1656.png"/><Relationship Id="rId9" Type="http://schemas.openxmlformats.org/officeDocument/2006/relationships/image" Target="../media/image209.png"/><Relationship Id="rId5" Type="http://schemas.openxmlformats.org/officeDocument/2006/relationships/image" Target="../media/image1651.png"/><Relationship Id="rId6" Type="http://schemas.openxmlformats.org/officeDocument/2006/relationships/image" Target="../media/image1632.png"/><Relationship Id="rId7" Type="http://schemas.openxmlformats.org/officeDocument/2006/relationships/image" Target="../media/image220.png"/><Relationship Id="rId8" Type="http://schemas.openxmlformats.org/officeDocument/2006/relationships/image" Target="../media/image203.png"/></Relationships>
</file>

<file path=ppt/slides/_rels/slide47.xml.rels><?xml version="1.0" encoding="UTF-8" standalone="yes"?><Relationships xmlns="http://schemas.openxmlformats.org/package/2006/relationships"><Relationship Id="rId10" Type="http://schemas.openxmlformats.org/officeDocument/2006/relationships/image" Target="../media/image165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7.xml"/><Relationship Id="rId3" Type="http://schemas.openxmlformats.org/officeDocument/2006/relationships/image" Target="../media/image1652.png"/><Relationship Id="rId4" Type="http://schemas.openxmlformats.org/officeDocument/2006/relationships/image" Target="../media/image1660.png"/><Relationship Id="rId9" Type="http://schemas.openxmlformats.org/officeDocument/2006/relationships/image" Target="../media/image1679.png"/><Relationship Id="rId5" Type="http://schemas.openxmlformats.org/officeDocument/2006/relationships/image" Target="../media/image1655.png"/><Relationship Id="rId6" Type="http://schemas.openxmlformats.org/officeDocument/2006/relationships/image" Target="../media/image220.png"/><Relationship Id="rId7" Type="http://schemas.openxmlformats.org/officeDocument/2006/relationships/image" Target="../media/image203.png"/><Relationship Id="rId8" Type="http://schemas.openxmlformats.org/officeDocument/2006/relationships/image" Target="../media/image209.png"/></Relationships>
</file>

<file path=ppt/slides/_rels/slide48.xml.rels><?xml version="1.0" encoding="UTF-8" standalone="yes"?><Relationships xmlns="http://schemas.openxmlformats.org/package/2006/relationships"><Relationship Id="rId40" Type="http://schemas.openxmlformats.org/officeDocument/2006/relationships/image" Target="../media/image1725.png"/><Relationship Id="rId42" Type="http://schemas.openxmlformats.org/officeDocument/2006/relationships/image" Target="../media/image1708.png"/><Relationship Id="rId41" Type="http://schemas.openxmlformats.org/officeDocument/2006/relationships/image" Target="../media/image1703.png"/><Relationship Id="rId44" Type="http://schemas.openxmlformats.org/officeDocument/2006/relationships/image" Target="../media/image1705.png"/><Relationship Id="rId43" Type="http://schemas.openxmlformats.org/officeDocument/2006/relationships/image" Target="../media/image1693.png"/><Relationship Id="rId46" Type="http://schemas.openxmlformats.org/officeDocument/2006/relationships/image" Target="../media/image1698.png"/><Relationship Id="rId45" Type="http://schemas.openxmlformats.org/officeDocument/2006/relationships/image" Target="../media/image1700.png"/><Relationship Id="rId48" Type="http://schemas.openxmlformats.org/officeDocument/2006/relationships/image" Target="../media/image1692.png"/><Relationship Id="rId47" Type="http://schemas.openxmlformats.org/officeDocument/2006/relationships/image" Target="../media/image1702.png"/><Relationship Id="rId49" Type="http://schemas.openxmlformats.org/officeDocument/2006/relationships/image" Target="../media/image1709.png"/><Relationship Id="rId31" Type="http://schemas.openxmlformats.org/officeDocument/2006/relationships/image" Target="../media/image1681.png"/><Relationship Id="rId30" Type="http://schemas.openxmlformats.org/officeDocument/2006/relationships/image" Target="../media/image1686.png"/><Relationship Id="rId33" Type="http://schemas.openxmlformats.org/officeDocument/2006/relationships/image" Target="../media/image1678.png"/><Relationship Id="rId32" Type="http://schemas.openxmlformats.org/officeDocument/2006/relationships/image" Target="../media/image1689.png"/><Relationship Id="rId35" Type="http://schemas.openxmlformats.org/officeDocument/2006/relationships/image" Target="../media/image1694.png"/><Relationship Id="rId34" Type="http://schemas.openxmlformats.org/officeDocument/2006/relationships/image" Target="../media/image1674.png"/><Relationship Id="rId37" Type="http://schemas.openxmlformats.org/officeDocument/2006/relationships/image" Target="../media/image1682.png"/><Relationship Id="rId36" Type="http://schemas.openxmlformats.org/officeDocument/2006/relationships/image" Target="../media/image1687.png"/><Relationship Id="rId39" Type="http://schemas.openxmlformats.org/officeDocument/2006/relationships/image" Target="../media/image1695.png"/><Relationship Id="rId38" Type="http://schemas.openxmlformats.org/officeDocument/2006/relationships/image" Target="../media/image1691.png"/><Relationship Id="rId20" Type="http://schemas.openxmlformats.org/officeDocument/2006/relationships/image" Target="../media/image1667.png"/><Relationship Id="rId22" Type="http://schemas.openxmlformats.org/officeDocument/2006/relationships/image" Target="../media/image1685.png"/><Relationship Id="rId21" Type="http://schemas.openxmlformats.org/officeDocument/2006/relationships/image" Target="../media/image1668.png"/><Relationship Id="rId24" Type="http://schemas.openxmlformats.org/officeDocument/2006/relationships/image" Target="../media/image1669.png"/><Relationship Id="rId23" Type="http://schemas.openxmlformats.org/officeDocument/2006/relationships/image" Target="../media/image1673.png"/><Relationship Id="rId26" Type="http://schemas.openxmlformats.org/officeDocument/2006/relationships/image" Target="../media/image1683.png"/><Relationship Id="rId25" Type="http://schemas.openxmlformats.org/officeDocument/2006/relationships/image" Target="../media/image1688.png"/><Relationship Id="rId28" Type="http://schemas.openxmlformats.org/officeDocument/2006/relationships/image" Target="../media/image1684.png"/><Relationship Id="rId27" Type="http://schemas.openxmlformats.org/officeDocument/2006/relationships/image" Target="../media/image1690.png"/><Relationship Id="rId29" Type="http://schemas.openxmlformats.org/officeDocument/2006/relationships/image" Target="../media/image1672.png"/><Relationship Id="rId11" Type="http://schemas.openxmlformats.org/officeDocument/2006/relationships/image" Target="../media/image1657.png"/><Relationship Id="rId10" Type="http://schemas.openxmlformats.org/officeDocument/2006/relationships/image" Target="../media/image1671.png"/><Relationship Id="rId13" Type="http://schemas.openxmlformats.org/officeDocument/2006/relationships/image" Target="../media/image1670.png"/><Relationship Id="rId12" Type="http://schemas.openxmlformats.org/officeDocument/2006/relationships/image" Target="../media/image1658.png"/><Relationship Id="rId15" Type="http://schemas.openxmlformats.org/officeDocument/2006/relationships/image" Target="../media/image1662.png"/><Relationship Id="rId14" Type="http://schemas.openxmlformats.org/officeDocument/2006/relationships/image" Target="../media/image1677.png"/><Relationship Id="rId17" Type="http://schemas.openxmlformats.org/officeDocument/2006/relationships/image" Target="../media/image1676.png"/><Relationship Id="rId16" Type="http://schemas.openxmlformats.org/officeDocument/2006/relationships/image" Target="../media/image1675.png"/><Relationship Id="rId19" Type="http://schemas.openxmlformats.org/officeDocument/2006/relationships/image" Target="../media/image1680.png"/><Relationship Id="rId18" Type="http://schemas.openxmlformats.org/officeDocument/2006/relationships/image" Target="../media/image1665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8.xml"/><Relationship Id="rId3" Type="http://schemas.openxmlformats.org/officeDocument/2006/relationships/image" Target="../media/image1645.png"/><Relationship Id="rId4" Type="http://schemas.openxmlformats.org/officeDocument/2006/relationships/image" Target="../media/image1661.png"/><Relationship Id="rId9" Type="http://schemas.openxmlformats.org/officeDocument/2006/relationships/image" Target="../media/image1659.png"/><Relationship Id="rId5" Type="http://schemas.openxmlformats.org/officeDocument/2006/relationships/image" Target="../media/image1666.png"/><Relationship Id="rId6" Type="http://schemas.openxmlformats.org/officeDocument/2006/relationships/image" Target="../media/image1663.png"/><Relationship Id="rId7" Type="http://schemas.openxmlformats.org/officeDocument/2006/relationships/image" Target="../media/image1664.png"/><Relationship Id="rId8" Type="http://schemas.openxmlformats.org/officeDocument/2006/relationships/image" Target="../media/image1654.png"/><Relationship Id="rId61" Type="http://schemas.openxmlformats.org/officeDocument/2006/relationships/image" Target="../media/image1712.png"/><Relationship Id="rId60" Type="http://schemas.openxmlformats.org/officeDocument/2006/relationships/image" Target="../media/image209.png"/><Relationship Id="rId51" Type="http://schemas.openxmlformats.org/officeDocument/2006/relationships/image" Target="../media/image1699.png"/><Relationship Id="rId50" Type="http://schemas.openxmlformats.org/officeDocument/2006/relationships/image" Target="../media/image1696.png"/><Relationship Id="rId53" Type="http://schemas.openxmlformats.org/officeDocument/2006/relationships/image" Target="../media/image1701.png"/><Relationship Id="rId52" Type="http://schemas.openxmlformats.org/officeDocument/2006/relationships/image" Target="../media/image1697.png"/><Relationship Id="rId55" Type="http://schemas.openxmlformats.org/officeDocument/2006/relationships/image" Target="../media/image1706.png"/><Relationship Id="rId54" Type="http://schemas.openxmlformats.org/officeDocument/2006/relationships/image" Target="../media/image1714.png"/><Relationship Id="rId57" Type="http://schemas.openxmlformats.org/officeDocument/2006/relationships/image" Target="../media/image1707.png"/><Relationship Id="rId56" Type="http://schemas.openxmlformats.org/officeDocument/2006/relationships/image" Target="../media/image1704.png"/><Relationship Id="rId59" Type="http://schemas.openxmlformats.org/officeDocument/2006/relationships/image" Target="../media/image203.png"/><Relationship Id="rId58" Type="http://schemas.openxmlformats.org/officeDocument/2006/relationships/image" Target="../media/image220.png"/></Relationships>
</file>

<file path=ppt/slides/_rels/slide49.xml.rels><?xml version="1.0" encoding="UTF-8" standalone="yes"?><Relationships xmlns="http://schemas.openxmlformats.org/package/2006/relationships"><Relationship Id="rId11" Type="http://schemas.openxmlformats.org/officeDocument/2006/relationships/image" Target="../media/image1716.png"/><Relationship Id="rId10" Type="http://schemas.openxmlformats.org/officeDocument/2006/relationships/image" Target="../media/image209.png"/><Relationship Id="rId12" Type="http://schemas.openxmlformats.org/officeDocument/2006/relationships/image" Target="../media/image172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9.xml"/><Relationship Id="rId3" Type="http://schemas.openxmlformats.org/officeDocument/2006/relationships/image" Target="../media/image1718.png"/><Relationship Id="rId4" Type="http://schemas.openxmlformats.org/officeDocument/2006/relationships/image" Target="../media/image1711.png"/><Relationship Id="rId9" Type="http://schemas.openxmlformats.org/officeDocument/2006/relationships/image" Target="../media/image203.png"/><Relationship Id="rId5" Type="http://schemas.openxmlformats.org/officeDocument/2006/relationships/image" Target="../media/image1713.png"/><Relationship Id="rId6" Type="http://schemas.openxmlformats.org/officeDocument/2006/relationships/image" Target="../media/image1719.png"/><Relationship Id="rId7" Type="http://schemas.openxmlformats.org/officeDocument/2006/relationships/image" Target="../media/image1710.png"/><Relationship Id="rId8" Type="http://schemas.openxmlformats.org/officeDocument/2006/relationships/image" Target="../media/image220.png"/></Relationships>
</file>

<file path=ppt/slides/_rels/slide50.xml.rels><?xml version="1.0" encoding="UTF-8" standalone="yes"?><Relationships xmlns="http://schemas.openxmlformats.org/package/2006/relationships"><Relationship Id="rId11" Type="http://schemas.openxmlformats.org/officeDocument/2006/relationships/image" Target="../media/image203.png"/><Relationship Id="rId10" Type="http://schemas.openxmlformats.org/officeDocument/2006/relationships/image" Target="../media/image220.png"/><Relationship Id="rId13" Type="http://schemas.openxmlformats.org/officeDocument/2006/relationships/image" Target="../media/image1733.png"/><Relationship Id="rId12" Type="http://schemas.openxmlformats.org/officeDocument/2006/relationships/image" Target="../media/image209.png"/><Relationship Id="rId14" Type="http://schemas.openxmlformats.org/officeDocument/2006/relationships/image" Target="../media/image1738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0.xml"/><Relationship Id="rId3" Type="http://schemas.openxmlformats.org/officeDocument/2006/relationships/image" Target="../media/image1717.png"/><Relationship Id="rId4" Type="http://schemas.openxmlformats.org/officeDocument/2006/relationships/image" Target="../media/image1724.png"/><Relationship Id="rId9" Type="http://schemas.openxmlformats.org/officeDocument/2006/relationships/image" Target="../media/image1727.png"/><Relationship Id="rId5" Type="http://schemas.openxmlformats.org/officeDocument/2006/relationships/image" Target="../media/image1720.png"/><Relationship Id="rId6" Type="http://schemas.openxmlformats.org/officeDocument/2006/relationships/image" Target="../media/image1730.png"/><Relationship Id="rId7" Type="http://schemas.openxmlformats.org/officeDocument/2006/relationships/image" Target="../media/image1722.png"/><Relationship Id="rId8" Type="http://schemas.openxmlformats.org/officeDocument/2006/relationships/image" Target="../media/image1715.png"/></Relationships>
</file>

<file path=ppt/slides/_rels/slide51.xml.rels><?xml version="1.0" encoding="UTF-8" standalone="yes"?><Relationships xmlns="http://schemas.openxmlformats.org/package/2006/relationships"><Relationship Id="rId11" Type="http://schemas.openxmlformats.org/officeDocument/2006/relationships/image" Target="../media/image220.png"/><Relationship Id="rId10" Type="http://schemas.openxmlformats.org/officeDocument/2006/relationships/image" Target="../media/image1746.png"/><Relationship Id="rId13" Type="http://schemas.openxmlformats.org/officeDocument/2006/relationships/image" Target="../media/image209.png"/><Relationship Id="rId12" Type="http://schemas.openxmlformats.org/officeDocument/2006/relationships/image" Target="../media/image203.png"/><Relationship Id="rId15" Type="http://schemas.openxmlformats.org/officeDocument/2006/relationships/image" Target="../media/image1734.png"/><Relationship Id="rId14" Type="http://schemas.openxmlformats.org/officeDocument/2006/relationships/image" Target="../media/image173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1.xml"/><Relationship Id="rId3" Type="http://schemas.openxmlformats.org/officeDocument/2006/relationships/image" Target="../media/image1745.png"/><Relationship Id="rId4" Type="http://schemas.openxmlformats.org/officeDocument/2006/relationships/image" Target="../media/image1726.png"/><Relationship Id="rId9" Type="http://schemas.openxmlformats.org/officeDocument/2006/relationships/image" Target="../media/image1743.png"/><Relationship Id="rId5" Type="http://schemas.openxmlformats.org/officeDocument/2006/relationships/image" Target="../media/image1744.png"/><Relationship Id="rId6" Type="http://schemas.openxmlformats.org/officeDocument/2006/relationships/image" Target="../media/image1723.png"/><Relationship Id="rId7" Type="http://schemas.openxmlformats.org/officeDocument/2006/relationships/image" Target="../media/image1735.png"/><Relationship Id="rId8" Type="http://schemas.openxmlformats.org/officeDocument/2006/relationships/image" Target="../media/image1732.png"/></Relationships>
</file>

<file path=ppt/slides/_rels/slide52.xml.rels><?xml version="1.0" encoding="UTF-8" standalone="yes"?><Relationships xmlns="http://schemas.openxmlformats.org/package/2006/relationships"><Relationship Id="rId11" Type="http://schemas.openxmlformats.org/officeDocument/2006/relationships/image" Target="../media/image1739.png"/><Relationship Id="rId10" Type="http://schemas.openxmlformats.org/officeDocument/2006/relationships/image" Target="../media/image175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2.xml"/><Relationship Id="rId3" Type="http://schemas.openxmlformats.org/officeDocument/2006/relationships/image" Target="../media/image1728.png"/><Relationship Id="rId4" Type="http://schemas.openxmlformats.org/officeDocument/2006/relationships/image" Target="../media/image1729.png"/><Relationship Id="rId9" Type="http://schemas.openxmlformats.org/officeDocument/2006/relationships/image" Target="../media/image209.png"/><Relationship Id="rId5" Type="http://schemas.openxmlformats.org/officeDocument/2006/relationships/image" Target="../media/image1731.png"/><Relationship Id="rId6" Type="http://schemas.openxmlformats.org/officeDocument/2006/relationships/image" Target="../media/image1736.png"/><Relationship Id="rId7" Type="http://schemas.openxmlformats.org/officeDocument/2006/relationships/image" Target="../media/image220.png"/><Relationship Id="rId8" Type="http://schemas.openxmlformats.org/officeDocument/2006/relationships/image" Target="../media/image203.png"/></Relationships>
</file>

<file path=ppt/slides/_rels/slide53.xml.rels><?xml version="1.0" encoding="UTF-8" standalone="yes"?><Relationships xmlns="http://schemas.openxmlformats.org/package/2006/relationships"><Relationship Id="rId11" Type="http://schemas.openxmlformats.org/officeDocument/2006/relationships/image" Target="../media/image1741.png"/><Relationship Id="rId10" Type="http://schemas.openxmlformats.org/officeDocument/2006/relationships/image" Target="../media/image175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3.xml"/><Relationship Id="rId3" Type="http://schemas.openxmlformats.org/officeDocument/2006/relationships/image" Target="../media/image1742.png"/><Relationship Id="rId4" Type="http://schemas.openxmlformats.org/officeDocument/2006/relationships/image" Target="../media/image1748.png"/><Relationship Id="rId9" Type="http://schemas.openxmlformats.org/officeDocument/2006/relationships/image" Target="../media/image209.png"/><Relationship Id="rId5" Type="http://schemas.openxmlformats.org/officeDocument/2006/relationships/image" Target="../media/image352.png"/><Relationship Id="rId6" Type="http://schemas.openxmlformats.org/officeDocument/2006/relationships/image" Target="../media/image1760.png"/><Relationship Id="rId7" Type="http://schemas.openxmlformats.org/officeDocument/2006/relationships/image" Target="../media/image220.png"/><Relationship Id="rId8" Type="http://schemas.openxmlformats.org/officeDocument/2006/relationships/image" Target="../media/image203.png"/></Relationships>
</file>

<file path=ppt/slides/_rels/slide54.xml.rels><?xml version="1.0" encoding="UTF-8" standalone="yes"?><Relationships xmlns="http://schemas.openxmlformats.org/package/2006/relationships"><Relationship Id="rId11" Type="http://schemas.openxmlformats.org/officeDocument/2006/relationships/image" Target="../media/image1749.png"/><Relationship Id="rId10" Type="http://schemas.openxmlformats.org/officeDocument/2006/relationships/image" Target="../media/image209.png"/><Relationship Id="rId12" Type="http://schemas.openxmlformats.org/officeDocument/2006/relationships/image" Target="../media/image176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4.xml"/><Relationship Id="rId3" Type="http://schemas.openxmlformats.org/officeDocument/2006/relationships/image" Target="../media/image1740.png"/><Relationship Id="rId4" Type="http://schemas.openxmlformats.org/officeDocument/2006/relationships/image" Target="../media/image1752.png"/><Relationship Id="rId9" Type="http://schemas.openxmlformats.org/officeDocument/2006/relationships/image" Target="../media/image203.png"/><Relationship Id="rId5" Type="http://schemas.openxmlformats.org/officeDocument/2006/relationships/image" Target="../media/image1747.png"/><Relationship Id="rId6" Type="http://schemas.openxmlformats.org/officeDocument/2006/relationships/image" Target="../media/image1754.png"/><Relationship Id="rId7" Type="http://schemas.openxmlformats.org/officeDocument/2006/relationships/image" Target="../media/image1758.png"/><Relationship Id="rId8" Type="http://schemas.openxmlformats.org/officeDocument/2006/relationships/image" Target="../media/image220.png"/></Relationships>
</file>

<file path=ppt/slides/_rels/slide55.xml.rels><?xml version="1.0" encoding="UTF-8" standalone="yes"?><Relationships xmlns="http://schemas.openxmlformats.org/package/2006/relationships"><Relationship Id="rId40" Type="http://schemas.openxmlformats.org/officeDocument/2006/relationships/image" Target="../media/image1884.png"/><Relationship Id="rId42" Type="http://schemas.openxmlformats.org/officeDocument/2006/relationships/image" Target="../media/image1802.png"/><Relationship Id="rId41" Type="http://schemas.openxmlformats.org/officeDocument/2006/relationships/image" Target="../media/image1785.png"/><Relationship Id="rId44" Type="http://schemas.openxmlformats.org/officeDocument/2006/relationships/image" Target="../media/image1788.png"/><Relationship Id="rId43" Type="http://schemas.openxmlformats.org/officeDocument/2006/relationships/image" Target="../media/image1797.png"/><Relationship Id="rId46" Type="http://schemas.openxmlformats.org/officeDocument/2006/relationships/image" Target="../media/image1822.png"/><Relationship Id="rId45" Type="http://schemas.openxmlformats.org/officeDocument/2006/relationships/image" Target="../media/image1796.png"/><Relationship Id="rId48" Type="http://schemas.openxmlformats.org/officeDocument/2006/relationships/image" Target="../media/image1801.png"/><Relationship Id="rId47" Type="http://schemas.openxmlformats.org/officeDocument/2006/relationships/image" Target="../media/image1799.png"/><Relationship Id="rId49" Type="http://schemas.openxmlformats.org/officeDocument/2006/relationships/image" Target="../media/image1795.png"/><Relationship Id="rId31" Type="http://schemas.openxmlformats.org/officeDocument/2006/relationships/image" Target="../media/image1784.png"/><Relationship Id="rId30" Type="http://schemas.openxmlformats.org/officeDocument/2006/relationships/image" Target="../media/image1782.png"/><Relationship Id="rId33" Type="http://schemas.openxmlformats.org/officeDocument/2006/relationships/image" Target="../media/image1809.png"/><Relationship Id="rId32" Type="http://schemas.openxmlformats.org/officeDocument/2006/relationships/image" Target="../media/image1778.png"/><Relationship Id="rId35" Type="http://schemas.openxmlformats.org/officeDocument/2006/relationships/image" Target="../media/image1776.png"/><Relationship Id="rId34" Type="http://schemas.openxmlformats.org/officeDocument/2006/relationships/image" Target="../media/image1793.png"/><Relationship Id="rId37" Type="http://schemas.openxmlformats.org/officeDocument/2006/relationships/image" Target="../media/image1939.png"/><Relationship Id="rId36" Type="http://schemas.openxmlformats.org/officeDocument/2006/relationships/image" Target="../media/image1791.png"/><Relationship Id="rId39" Type="http://schemas.openxmlformats.org/officeDocument/2006/relationships/image" Target="../media/image1792.png"/><Relationship Id="rId38" Type="http://schemas.openxmlformats.org/officeDocument/2006/relationships/image" Target="../media/image1789.png"/><Relationship Id="rId20" Type="http://schemas.openxmlformats.org/officeDocument/2006/relationships/image" Target="../media/image1773.png"/><Relationship Id="rId22" Type="http://schemas.openxmlformats.org/officeDocument/2006/relationships/image" Target="../media/image1777.png"/><Relationship Id="rId21" Type="http://schemas.openxmlformats.org/officeDocument/2006/relationships/image" Target="../media/image1771.png"/><Relationship Id="rId24" Type="http://schemas.openxmlformats.org/officeDocument/2006/relationships/image" Target="../media/image1787.png"/><Relationship Id="rId23" Type="http://schemas.openxmlformats.org/officeDocument/2006/relationships/image" Target="../media/image1772.png"/><Relationship Id="rId26" Type="http://schemas.openxmlformats.org/officeDocument/2006/relationships/image" Target="../media/image1781.png"/><Relationship Id="rId25" Type="http://schemas.openxmlformats.org/officeDocument/2006/relationships/image" Target="../media/image1774.png"/><Relationship Id="rId28" Type="http://schemas.openxmlformats.org/officeDocument/2006/relationships/image" Target="../media/image1779.png"/><Relationship Id="rId27" Type="http://schemas.openxmlformats.org/officeDocument/2006/relationships/image" Target="../media/image1790.png"/><Relationship Id="rId29" Type="http://schemas.openxmlformats.org/officeDocument/2006/relationships/image" Target="../media/image1794.png"/><Relationship Id="rId11" Type="http://schemas.openxmlformats.org/officeDocument/2006/relationships/image" Target="../media/image1768.png"/><Relationship Id="rId10" Type="http://schemas.openxmlformats.org/officeDocument/2006/relationships/image" Target="../media/image1753.png"/><Relationship Id="rId13" Type="http://schemas.openxmlformats.org/officeDocument/2006/relationships/image" Target="../media/image1780.png"/><Relationship Id="rId12" Type="http://schemas.openxmlformats.org/officeDocument/2006/relationships/image" Target="../media/image1762.png"/><Relationship Id="rId15" Type="http://schemas.openxmlformats.org/officeDocument/2006/relationships/image" Target="../media/image1766.png"/><Relationship Id="rId14" Type="http://schemas.openxmlformats.org/officeDocument/2006/relationships/image" Target="../media/image1775.png"/><Relationship Id="rId17" Type="http://schemas.openxmlformats.org/officeDocument/2006/relationships/image" Target="../media/image1765.png"/><Relationship Id="rId16" Type="http://schemas.openxmlformats.org/officeDocument/2006/relationships/image" Target="../media/image1783.png"/><Relationship Id="rId19" Type="http://schemas.openxmlformats.org/officeDocument/2006/relationships/image" Target="../media/image1770.png"/><Relationship Id="rId18" Type="http://schemas.openxmlformats.org/officeDocument/2006/relationships/image" Target="../media/image176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5.xml"/><Relationship Id="rId3" Type="http://schemas.openxmlformats.org/officeDocument/2006/relationships/image" Target="../media/image1769.png"/><Relationship Id="rId4" Type="http://schemas.openxmlformats.org/officeDocument/2006/relationships/image" Target="../media/image1755.png"/><Relationship Id="rId9" Type="http://schemas.openxmlformats.org/officeDocument/2006/relationships/image" Target="../media/image1759.png"/><Relationship Id="rId5" Type="http://schemas.openxmlformats.org/officeDocument/2006/relationships/image" Target="../media/image1751.png"/><Relationship Id="rId6" Type="http://schemas.openxmlformats.org/officeDocument/2006/relationships/image" Target="../media/image1764.png"/><Relationship Id="rId7" Type="http://schemas.openxmlformats.org/officeDocument/2006/relationships/image" Target="../media/image1761.png"/><Relationship Id="rId8" Type="http://schemas.openxmlformats.org/officeDocument/2006/relationships/image" Target="../media/image1756.png"/><Relationship Id="rId62" Type="http://schemas.openxmlformats.org/officeDocument/2006/relationships/image" Target="../media/image1820.png"/><Relationship Id="rId61" Type="http://schemas.openxmlformats.org/officeDocument/2006/relationships/image" Target="../media/image1825.png"/><Relationship Id="rId64" Type="http://schemas.openxmlformats.org/officeDocument/2006/relationships/image" Target="../media/image134.png"/><Relationship Id="rId63" Type="http://schemas.openxmlformats.org/officeDocument/2006/relationships/image" Target="../media/image152.png"/><Relationship Id="rId65" Type="http://schemas.openxmlformats.org/officeDocument/2006/relationships/image" Target="../media/image127.png"/><Relationship Id="rId60" Type="http://schemas.openxmlformats.org/officeDocument/2006/relationships/image" Target="../media/image1814.png"/><Relationship Id="rId51" Type="http://schemas.openxmlformats.org/officeDocument/2006/relationships/image" Target="../media/image1808.png"/><Relationship Id="rId50" Type="http://schemas.openxmlformats.org/officeDocument/2006/relationships/image" Target="../media/image1805.png"/><Relationship Id="rId53" Type="http://schemas.openxmlformats.org/officeDocument/2006/relationships/image" Target="../media/image1807.png"/><Relationship Id="rId52" Type="http://schemas.openxmlformats.org/officeDocument/2006/relationships/image" Target="../media/image1803.png"/><Relationship Id="rId55" Type="http://schemas.openxmlformats.org/officeDocument/2006/relationships/image" Target="../media/image1804.png"/><Relationship Id="rId54" Type="http://schemas.openxmlformats.org/officeDocument/2006/relationships/image" Target="../media/image1812.png"/><Relationship Id="rId57" Type="http://schemas.openxmlformats.org/officeDocument/2006/relationships/image" Target="../media/image1806.png"/><Relationship Id="rId56" Type="http://schemas.openxmlformats.org/officeDocument/2006/relationships/image" Target="../media/image1800.png"/><Relationship Id="rId59" Type="http://schemas.openxmlformats.org/officeDocument/2006/relationships/image" Target="../media/image1810.png"/><Relationship Id="rId58" Type="http://schemas.openxmlformats.org/officeDocument/2006/relationships/image" Target="../media/image1798.png"/></Relationships>
</file>

<file path=ppt/slides/_rels/slide56.xml.rels><?xml version="1.0" encoding="UTF-8" standalone="yes"?><Relationships xmlns="http://schemas.openxmlformats.org/package/2006/relationships"><Relationship Id="rId11" Type="http://schemas.openxmlformats.org/officeDocument/2006/relationships/image" Target="../media/image1824.png"/><Relationship Id="rId10" Type="http://schemas.openxmlformats.org/officeDocument/2006/relationships/image" Target="../media/image1818.png"/><Relationship Id="rId13" Type="http://schemas.openxmlformats.org/officeDocument/2006/relationships/image" Target="../media/image1819.png"/><Relationship Id="rId12" Type="http://schemas.openxmlformats.org/officeDocument/2006/relationships/image" Target="../media/image1828.png"/><Relationship Id="rId15" Type="http://schemas.openxmlformats.org/officeDocument/2006/relationships/image" Target="../media/image152.png"/><Relationship Id="rId14" Type="http://schemas.openxmlformats.org/officeDocument/2006/relationships/image" Target="../media/image1867.png"/><Relationship Id="rId17" Type="http://schemas.openxmlformats.org/officeDocument/2006/relationships/image" Target="../media/image127.png"/><Relationship Id="rId16" Type="http://schemas.openxmlformats.org/officeDocument/2006/relationships/image" Target="../media/image134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6.xml"/><Relationship Id="rId3" Type="http://schemas.openxmlformats.org/officeDocument/2006/relationships/image" Target="../media/image1813.png"/><Relationship Id="rId4" Type="http://schemas.openxmlformats.org/officeDocument/2006/relationships/image" Target="../media/image1829.png"/><Relationship Id="rId9" Type="http://schemas.openxmlformats.org/officeDocument/2006/relationships/image" Target="../media/image1831.png"/><Relationship Id="rId5" Type="http://schemas.openxmlformats.org/officeDocument/2006/relationships/image" Target="../media/image1811.png"/><Relationship Id="rId6" Type="http://schemas.openxmlformats.org/officeDocument/2006/relationships/image" Target="../media/image1816.png"/><Relationship Id="rId7" Type="http://schemas.openxmlformats.org/officeDocument/2006/relationships/image" Target="../media/image1815.png"/><Relationship Id="rId8" Type="http://schemas.openxmlformats.org/officeDocument/2006/relationships/image" Target="../media/image1821.png"/></Relationships>
</file>

<file path=ppt/slides/_rels/slide57.xml.rels><?xml version="1.0" encoding="UTF-8" standalone="yes"?><Relationships xmlns="http://schemas.openxmlformats.org/package/2006/relationships"><Relationship Id="rId20" Type="http://schemas.openxmlformats.org/officeDocument/2006/relationships/image" Target="../media/image127.png"/><Relationship Id="rId11" Type="http://schemas.openxmlformats.org/officeDocument/2006/relationships/image" Target="../media/image1848.png"/><Relationship Id="rId10" Type="http://schemas.openxmlformats.org/officeDocument/2006/relationships/image" Target="../media/image1832.png"/><Relationship Id="rId13" Type="http://schemas.openxmlformats.org/officeDocument/2006/relationships/image" Target="../media/image1851.png"/><Relationship Id="rId12" Type="http://schemas.openxmlformats.org/officeDocument/2006/relationships/image" Target="../media/image1834.png"/><Relationship Id="rId15" Type="http://schemas.openxmlformats.org/officeDocument/2006/relationships/image" Target="../media/image1838.png"/><Relationship Id="rId14" Type="http://schemas.openxmlformats.org/officeDocument/2006/relationships/image" Target="../media/image1830.png"/><Relationship Id="rId17" Type="http://schemas.openxmlformats.org/officeDocument/2006/relationships/image" Target="../media/image1839.png"/><Relationship Id="rId16" Type="http://schemas.openxmlformats.org/officeDocument/2006/relationships/image" Target="../media/image1836.png"/><Relationship Id="rId19" Type="http://schemas.openxmlformats.org/officeDocument/2006/relationships/image" Target="../media/image134.png"/><Relationship Id="rId18" Type="http://schemas.openxmlformats.org/officeDocument/2006/relationships/image" Target="../media/image152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7.xml"/><Relationship Id="rId3" Type="http://schemas.openxmlformats.org/officeDocument/2006/relationships/image" Target="../media/image1827.png"/><Relationship Id="rId4" Type="http://schemas.openxmlformats.org/officeDocument/2006/relationships/image" Target="../media/image1835.png"/><Relationship Id="rId9" Type="http://schemas.openxmlformats.org/officeDocument/2006/relationships/image" Target="../media/image1833.png"/><Relationship Id="rId5" Type="http://schemas.openxmlformats.org/officeDocument/2006/relationships/image" Target="../media/image1826.png"/><Relationship Id="rId6" Type="http://schemas.openxmlformats.org/officeDocument/2006/relationships/image" Target="../media/image1817.png"/><Relationship Id="rId7" Type="http://schemas.openxmlformats.org/officeDocument/2006/relationships/image" Target="../media/image1823.png"/><Relationship Id="rId8" Type="http://schemas.openxmlformats.org/officeDocument/2006/relationships/image" Target="../media/image1845.png"/></Relationships>
</file>

<file path=ppt/slides/_rels/slide58.xml.rels><?xml version="1.0" encoding="UTF-8" standalone="yes"?><Relationships xmlns="http://schemas.openxmlformats.org/package/2006/relationships"><Relationship Id="rId11" Type="http://schemas.openxmlformats.org/officeDocument/2006/relationships/image" Target="../media/image1841.png"/><Relationship Id="rId10" Type="http://schemas.openxmlformats.org/officeDocument/2006/relationships/image" Target="../media/image1849.png"/><Relationship Id="rId13" Type="http://schemas.openxmlformats.org/officeDocument/2006/relationships/image" Target="../media/image1850.png"/><Relationship Id="rId12" Type="http://schemas.openxmlformats.org/officeDocument/2006/relationships/image" Target="../media/image1844.png"/><Relationship Id="rId15" Type="http://schemas.openxmlformats.org/officeDocument/2006/relationships/image" Target="../media/image1864.png"/><Relationship Id="rId14" Type="http://schemas.openxmlformats.org/officeDocument/2006/relationships/image" Target="../media/image1853.png"/><Relationship Id="rId17" Type="http://schemas.openxmlformats.org/officeDocument/2006/relationships/image" Target="../media/image134.png"/><Relationship Id="rId16" Type="http://schemas.openxmlformats.org/officeDocument/2006/relationships/image" Target="../media/image152.png"/><Relationship Id="rId18" Type="http://schemas.openxmlformats.org/officeDocument/2006/relationships/image" Target="../media/image12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8.xml"/><Relationship Id="rId3" Type="http://schemas.openxmlformats.org/officeDocument/2006/relationships/image" Target="../media/image1846.png"/><Relationship Id="rId4" Type="http://schemas.openxmlformats.org/officeDocument/2006/relationships/image" Target="../media/image1837.png"/><Relationship Id="rId9" Type="http://schemas.openxmlformats.org/officeDocument/2006/relationships/image" Target="../media/image1843.png"/><Relationship Id="rId5" Type="http://schemas.openxmlformats.org/officeDocument/2006/relationships/image" Target="../media/image1840.png"/><Relationship Id="rId6" Type="http://schemas.openxmlformats.org/officeDocument/2006/relationships/image" Target="../media/image1847.png"/><Relationship Id="rId7" Type="http://schemas.openxmlformats.org/officeDocument/2006/relationships/image" Target="../media/image1854.png"/><Relationship Id="rId8" Type="http://schemas.openxmlformats.org/officeDocument/2006/relationships/image" Target="../media/image1842.png"/></Relationships>
</file>

<file path=ppt/slides/_rels/slide59.xml.rels><?xml version="1.0" encoding="UTF-8" standalone="yes"?><Relationships xmlns="http://schemas.openxmlformats.org/package/2006/relationships"><Relationship Id="rId11" Type="http://schemas.openxmlformats.org/officeDocument/2006/relationships/image" Target="../media/image1857.png"/><Relationship Id="rId10" Type="http://schemas.openxmlformats.org/officeDocument/2006/relationships/image" Target="../media/image1866.png"/><Relationship Id="rId13" Type="http://schemas.openxmlformats.org/officeDocument/2006/relationships/image" Target="../media/image1872.png"/><Relationship Id="rId12" Type="http://schemas.openxmlformats.org/officeDocument/2006/relationships/image" Target="../media/image1863.png"/><Relationship Id="rId15" Type="http://schemas.openxmlformats.org/officeDocument/2006/relationships/image" Target="../media/image134.png"/><Relationship Id="rId14" Type="http://schemas.openxmlformats.org/officeDocument/2006/relationships/image" Target="../media/image152.png"/><Relationship Id="rId16" Type="http://schemas.openxmlformats.org/officeDocument/2006/relationships/image" Target="../media/image12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9.xml"/><Relationship Id="rId3" Type="http://schemas.openxmlformats.org/officeDocument/2006/relationships/image" Target="../media/image1852.png"/><Relationship Id="rId4" Type="http://schemas.openxmlformats.org/officeDocument/2006/relationships/image" Target="../media/image1858.png"/><Relationship Id="rId9" Type="http://schemas.openxmlformats.org/officeDocument/2006/relationships/image" Target="../media/image1859.png"/><Relationship Id="rId5" Type="http://schemas.openxmlformats.org/officeDocument/2006/relationships/image" Target="../media/image1861.png"/><Relationship Id="rId6" Type="http://schemas.openxmlformats.org/officeDocument/2006/relationships/image" Target="../media/image1855.png"/><Relationship Id="rId7" Type="http://schemas.openxmlformats.org/officeDocument/2006/relationships/image" Target="../media/image1856.png"/><Relationship Id="rId8" Type="http://schemas.openxmlformats.org/officeDocument/2006/relationships/image" Target="../media/image1865.png"/></Relationships>
</file>

<file path=ppt/slides/_rels/slide60.xml.rels><?xml version="1.0" encoding="UTF-8" standalone="yes"?><Relationships xmlns="http://schemas.openxmlformats.org/package/2006/relationships"><Relationship Id="rId11" Type="http://schemas.openxmlformats.org/officeDocument/2006/relationships/image" Target="../media/image220.png"/><Relationship Id="rId10" Type="http://schemas.openxmlformats.org/officeDocument/2006/relationships/image" Target="../media/image1871.png"/><Relationship Id="rId13" Type="http://schemas.openxmlformats.org/officeDocument/2006/relationships/image" Target="../media/image209.png"/><Relationship Id="rId12" Type="http://schemas.openxmlformats.org/officeDocument/2006/relationships/image" Target="../media/image203.png"/><Relationship Id="rId14" Type="http://schemas.openxmlformats.org/officeDocument/2006/relationships/image" Target="../media/image187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0.xml"/><Relationship Id="rId3" Type="http://schemas.openxmlformats.org/officeDocument/2006/relationships/image" Target="../media/image1862.png"/><Relationship Id="rId4" Type="http://schemas.openxmlformats.org/officeDocument/2006/relationships/image" Target="../media/image1877.png"/><Relationship Id="rId9" Type="http://schemas.openxmlformats.org/officeDocument/2006/relationships/image" Target="../media/image1870.png"/><Relationship Id="rId5" Type="http://schemas.openxmlformats.org/officeDocument/2006/relationships/image" Target="../media/image1860.png"/><Relationship Id="rId6" Type="http://schemas.openxmlformats.org/officeDocument/2006/relationships/image" Target="../media/image1885.png"/><Relationship Id="rId7" Type="http://schemas.openxmlformats.org/officeDocument/2006/relationships/image" Target="../media/image1971.png"/><Relationship Id="rId8" Type="http://schemas.openxmlformats.org/officeDocument/2006/relationships/image" Target="../media/image1876.png"/></Relationships>
</file>

<file path=ppt/slides/_rels/slide61.xml.rels><?xml version="1.0" encoding="UTF-8" standalone="yes"?><Relationships xmlns="http://schemas.openxmlformats.org/package/2006/relationships"><Relationship Id="rId40" Type="http://schemas.openxmlformats.org/officeDocument/2006/relationships/image" Target="../media/image1916.png"/><Relationship Id="rId42" Type="http://schemas.openxmlformats.org/officeDocument/2006/relationships/image" Target="../media/image1913.png"/><Relationship Id="rId41" Type="http://schemas.openxmlformats.org/officeDocument/2006/relationships/image" Target="../media/image1901.png"/><Relationship Id="rId44" Type="http://schemas.openxmlformats.org/officeDocument/2006/relationships/image" Target="../media/image1910.png"/><Relationship Id="rId43" Type="http://schemas.openxmlformats.org/officeDocument/2006/relationships/image" Target="../media/image1909.png"/><Relationship Id="rId46" Type="http://schemas.openxmlformats.org/officeDocument/2006/relationships/image" Target="../media/image1917.png"/><Relationship Id="rId45" Type="http://schemas.openxmlformats.org/officeDocument/2006/relationships/image" Target="../media/image1908.png"/><Relationship Id="rId48" Type="http://schemas.openxmlformats.org/officeDocument/2006/relationships/image" Target="../media/image1921.png"/><Relationship Id="rId47" Type="http://schemas.openxmlformats.org/officeDocument/2006/relationships/image" Target="../media/image1914.png"/><Relationship Id="rId49" Type="http://schemas.openxmlformats.org/officeDocument/2006/relationships/image" Target="../media/image1920.png"/><Relationship Id="rId31" Type="http://schemas.openxmlformats.org/officeDocument/2006/relationships/image" Target="../media/image1903.png"/><Relationship Id="rId30" Type="http://schemas.openxmlformats.org/officeDocument/2006/relationships/image" Target="../media/image1900.png"/><Relationship Id="rId33" Type="http://schemas.openxmlformats.org/officeDocument/2006/relationships/image" Target="../media/image1892.png"/><Relationship Id="rId32" Type="http://schemas.openxmlformats.org/officeDocument/2006/relationships/image" Target="../media/image1899.png"/><Relationship Id="rId35" Type="http://schemas.openxmlformats.org/officeDocument/2006/relationships/image" Target="../media/image1915.png"/><Relationship Id="rId34" Type="http://schemas.openxmlformats.org/officeDocument/2006/relationships/image" Target="../media/image1906.png"/><Relationship Id="rId37" Type="http://schemas.openxmlformats.org/officeDocument/2006/relationships/image" Target="../media/image1911.png"/><Relationship Id="rId36" Type="http://schemas.openxmlformats.org/officeDocument/2006/relationships/image" Target="../media/image1898.png"/><Relationship Id="rId39" Type="http://schemas.openxmlformats.org/officeDocument/2006/relationships/image" Target="../media/image1902.png"/><Relationship Id="rId38" Type="http://schemas.openxmlformats.org/officeDocument/2006/relationships/image" Target="../media/image1919.png"/><Relationship Id="rId20" Type="http://schemas.openxmlformats.org/officeDocument/2006/relationships/image" Target="../media/image1904.png"/><Relationship Id="rId22" Type="http://schemas.openxmlformats.org/officeDocument/2006/relationships/image" Target="../media/image1894.png"/><Relationship Id="rId21" Type="http://schemas.openxmlformats.org/officeDocument/2006/relationships/image" Target="../media/image1888.png"/><Relationship Id="rId24" Type="http://schemas.openxmlformats.org/officeDocument/2006/relationships/image" Target="../media/image1907.png"/><Relationship Id="rId23" Type="http://schemas.openxmlformats.org/officeDocument/2006/relationships/image" Target="../media/image1891.png"/><Relationship Id="rId26" Type="http://schemas.openxmlformats.org/officeDocument/2006/relationships/image" Target="../media/image1890.png"/><Relationship Id="rId25" Type="http://schemas.openxmlformats.org/officeDocument/2006/relationships/image" Target="../media/image1895.png"/><Relationship Id="rId28" Type="http://schemas.openxmlformats.org/officeDocument/2006/relationships/image" Target="../media/image1893.png"/><Relationship Id="rId27" Type="http://schemas.openxmlformats.org/officeDocument/2006/relationships/image" Target="../media/image1897.png"/><Relationship Id="rId29" Type="http://schemas.openxmlformats.org/officeDocument/2006/relationships/image" Target="../media/image1905.png"/><Relationship Id="rId11" Type="http://schemas.openxmlformats.org/officeDocument/2006/relationships/image" Target="../media/image1874.png"/><Relationship Id="rId10" Type="http://schemas.openxmlformats.org/officeDocument/2006/relationships/image" Target="../media/image1869.png"/><Relationship Id="rId13" Type="http://schemas.openxmlformats.org/officeDocument/2006/relationships/image" Target="../media/image1881.png"/><Relationship Id="rId12" Type="http://schemas.openxmlformats.org/officeDocument/2006/relationships/image" Target="../media/image1868.png"/><Relationship Id="rId15" Type="http://schemas.openxmlformats.org/officeDocument/2006/relationships/image" Target="../media/image1896.png"/><Relationship Id="rId14" Type="http://schemas.openxmlformats.org/officeDocument/2006/relationships/image" Target="../media/image1880.png"/><Relationship Id="rId17" Type="http://schemas.openxmlformats.org/officeDocument/2006/relationships/image" Target="../media/image1882.png"/><Relationship Id="rId16" Type="http://schemas.openxmlformats.org/officeDocument/2006/relationships/image" Target="../media/image1878.png"/><Relationship Id="rId19" Type="http://schemas.openxmlformats.org/officeDocument/2006/relationships/image" Target="../media/image1886.png"/><Relationship Id="rId18" Type="http://schemas.openxmlformats.org/officeDocument/2006/relationships/image" Target="../media/image188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1.xml"/><Relationship Id="rId3" Type="http://schemas.openxmlformats.org/officeDocument/2006/relationships/image" Target="../media/image1875.png"/><Relationship Id="rId4" Type="http://schemas.openxmlformats.org/officeDocument/2006/relationships/image" Target="../media/image1887.png"/><Relationship Id="rId9" Type="http://schemas.openxmlformats.org/officeDocument/2006/relationships/image" Target="../media/image1889.png"/><Relationship Id="rId5" Type="http://schemas.openxmlformats.org/officeDocument/2006/relationships/image" Target="../media/image1879.png"/><Relationship Id="rId6" Type="http://schemas.openxmlformats.org/officeDocument/2006/relationships/image" Target="../media/image152.png"/><Relationship Id="rId7" Type="http://schemas.openxmlformats.org/officeDocument/2006/relationships/image" Target="../media/image134.png"/><Relationship Id="rId8" Type="http://schemas.openxmlformats.org/officeDocument/2006/relationships/image" Target="../media/image127.png"/><Relationship Id="rId62" Type="http://schemas.openxmlformats.org/officeDocument/2006/relationships/image" Target="../media/image1933.png"/><Relationship Id="rId61" Type="http://schemas.openxmlformats.org/officeDocument/2006/relationships/image" Target="../media/image1930.png"/><Relationship Id="rId64" Type="http://schemas.openxmlformats.org/officeDocument/2006/relationships/image" Target="../media/image1938.png"/><Relationship Id="rId63" Type="http://schemas.openxmlformats.org/officeDocument/2006/relationships/image" Target="../media/image1935.png"/><Relationship Id="rId66" Type="http://schemas.openxmlformats.org/officeDocument/2006/relationships/image" Target="../media/image1932.png"/><Relationship Id="rId65" Type="http://schemas.openxmlformats.org/officeDocument/2006/relationships/image" Target="../media/image1927.png"/><Relationship Id="rId68" Type="http://schemas.openxmlformats.org/officeDocument/2006/relationships/image" Target="../media/image229.png"/><Relationship Id="rId67" Type="http://schemas.openxmlformats.org/officeDocument/2006/relationships/image" Target="../media/image1926.png"/><Relationship Id="rId60" Type="http://schemas.openxmlformats.org/officeDocument/2006/relationships/image" Target="../media/image1941.png"/><Relationship Id="rId51" Type="http://schemas.openxmlformats.org/officeDocument/2006/relationships/image" Target="../media/image1912.png"/><Relationship Id="rId50" Type="http://schemas.openxmlformats.org/officeDocument/2006/relationships/image" Target="../media/image1922.png"/><Relationship Id="rId53" Type="http://schemas.openxmlformats.org/officeDocument/2006/relationships/image" Target="../media/image1929.png"/><Relationship Id="rId52" Type="http://schemas.openxmlformats.org/officeDocument/2006/relationships/image" Target="../media/image1923.png"/><Relationship Id="rId55" Type="http://schemas.openxmlformats.org/officeDocument/2006/relationships/image" Target="../media/image1925.png"/><Relationship Id="rId54" Type="http://schemas.openxmlformats.org/officeDocument/2006/relationships/image" Target="../media/image1918.png"/><Relationship Id="rId57" Type="http://schemas.openxmlformats.org/officeDocument/2006/relationships/image" Target="../media/image1924.png"/><Relationship Id="rId56" Type="http://schemas.openxmlformats.org/officeDocument/2006/relationships/image" Target="../media/image1940.png"/><Relationship Id="rId59" Type="http://schemas.openxmlformats.org/officeDocument/2006/relationships/image" Target="../media/image1928.png"/><Relationship Id="rId58" Type="http://schemas.openxmlformats.org/officeDocument/2006/relationships/image" Target="../media/image1931.png"/></Relationships>
</file>

<file path=ppt/slides/_rels/slide62.xml.rels><?xml version="1.0" encoding="UTF-8" standalone="yes"?><Relationships xmlns="http://schemas.openxmlformats.org/package/2006/relationships"><Relationship Id="rId40" Type="http://schemas.openxmlformats.org/officeDocument/2006/relationships/image" Target="../media/image1964.png"/><Relationship Id="rId42" Type="http://schemas.openxmlformats.org/officeDocument/2006/relationships/image" Target="../media/image1986.png"/><Relationship Id="rId41" Type="http://schemas.openxmlformats.org/officeDocument/2006/relationships/image" Target="../media/image1979.png"/><Relationship Id="rId44" Type="http://schemas.openxmlformats.org/officeDocument/2006/relationships/image" Target="../media/image1993.png"/><Relationship Id="rId43" Type="http://schemas.openxmlformats.org/officeDocument/2006/relationships/image" Target="../media/image1982.png"/><Relationship Id="rId46" Type="http://schemas.openxmlformats.org/officeDocument/2006/relationships/image" Target="../media/image1975.png"/><Relationship Id="rId45" Type="http://schemas.openxmlformats.org/officeDocument/2006/relationships/image" Target="../media/image1976.png"/><Relationship Id="rId48" Type="http://schemas.openxmlformats.org/officeDocument/2006/relationships/image" Target="../media/image1980.png"/><Relationship Id="rId47" Type="http://schemas.openxmlformats.org/officeDocument/2006/relationships/image" Target="../media/image1985.png"/><Relationship Id="rId49" Type="http://schemas.openxmlformats.org/officeDocument/2006/relationships/image" Target="../media/image1981.png"/><Relationship Id="rId31" Type="http://schemas.openxmlformats.org/officeDocument/2006/relationships/image" Target="../media/image1958.png"/><Relationship Id="rId30" Type="http://schemas.openxmlformats.org/officeDocument/2006/relationships/image" Target="../media/image1972.png"/><Relationship Id="rId33" Type="http://schemas.openxmlformats.org/officeDocument/2006/relationships/image" Target="../media/image1973.png"/><Relationship Id="rId32" Type="http://schemas.openxmlformats.org/officeDocument/2006/relationships/image" Target="../media/image1977.png"/><Relationship Id="rId35" Type="http://schemas.openxmlformats.org/officeDocument/2006/relationships/image" Target="../media/image1987.png"/><Relationship Id="rId34" Type="http://schemas.openxmlformats.org/officeDocument/2006/relationships/image" Target="../media/image1970.png"/><Relationship Id="rId37" Type="http://schemas.openxmlformats.org/officeDocument/2006/relationships/image" Target="../media/image1961.png"/><Relationship Id="rId36" Type="http://schemas.openxmlformats.org/officeDocument/2006/relationships/image" Target="../media/image1974.png"/><Relationship Id="rId39" Type="http://schemas.openxmlformats.org/officeDocument/2006/relationships/image" Target="../media/image1988.png"/><Relationship Id="rId38" Type="http://schemas.openxmlformats.org/officeDocument/2006/relationships/image" Target="../media/image1969.png"/><Relationship Id="rId20" Type="http://schemas.openxmlformats.org/officeDocument/2006/relationships/image" Target="../media/image1952.png"/><Relationship Id="rId22" Type="http://schemas.openxmlformats.org/officeDocument/2006/relationships/image" Target="../media/image1957.png"/><Relationship Id="rId21" Type="http://schemas.openxmlformats.org/officeDocument/2006/relationships/image" Target="../media/image1947.png"/><Relationship Id="rId24" Type="http://schemas.openxmlformats.org/officeDocument/2006/relationships/image" Target="../media/image1968.png"/><Relationship Id="rId23" Type="http://schemas.openxmlformats.org/officeDocument/2006/relationships/image" Target="../media/image1959.png"/><Relationship Id="rId26" Type="http://schemas.openxmlformats.org/officeDocument/2006/relationships/image" Target="../media/image1965.png"/><Relationship Id="rId25" Type="http://schemas.openxmlformats.org/officeDocument/2006/relationships/image" Target="../media/image1967.png"/><Relationship Id="rId28" Type="http://schemas.openxmlformats.org/officeDocument/2006/relationships/image" Target="../media/image1978.png"/><Relationship Id="rId27" Type="http://schemas.openxmlformats.org/officeDocument/2006/relationships/image" Target="../media/image1962.png"/><Relationship Id="rId29" Type="http://schemas.openxmlformats.org/officeDocument/2006/relationships/image" Target="../media/image1963.png"/><Relationship Id="rId11" Type="http://schemas.openxmlformats.org/officeDocument/2006/relationships/image" Target="../media/image1955.png"/><Relationship Id="rId10" Type="http://schemas.openxmlformats.org/officeDocument/2006/relationships/image" Target="../media/image654.png"/><Relationship Id="rId13" Type="http://schemas.openxmlformats.org/officeDocument/2006/relationships/image" Target="../media/image1951.png"/><Relationship Id="rId12" Type="http://schemas.openxmlformats.org/officeDocument/2006/relationships/image" Target="../media/image1942.png"/><Relationship Id="rId15" Type="http://schemas.openxmlformats.org/officeDocument/2006/relationships/image" Target="../media/image1953.png"/><Relationship Id="rId14" Type="http://schemas.openxmlformats.org/officeDocument/2006/relationships/image" Target="../media/image1949.png"/><Relationship Id="rId17" Type="http://schemas.openxmlformats.org/officeDocument/2006/relationships/image" Target="../media/image1956.png"/><Relationship Id="rId16" Type="http://schemas.openxmlformats.org/officeDocument/2006/relationships/image" Target="../media/image1960.png"/><Relationship Id="rId19" Type="http://schemas.openxmlformats.org/officeDocument/2006/relationships/image" Target="../media/image1954.png"/><Relationship Id="rId18" Type="http://schemas.openxmlformats.org/officeDocument/2006/relationships/image" Target="../media/image194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2.xml"/><Relationship Id="rId3" Type="http://schemas.openxmlformats.org/officeDocument/2006/relationships/image" Target="../media/image1936.png"/><Relationship Id="rId4" Type="http://schemas.openxmlformats.org/officeDocument/2006/relationships/image" Target="../media/image1946.png"/><Relationship Id="rId9" Type="http://schemas.openxmlformats.org/officeDocument/2006/relationships/image" Target="../media/image1950.png"/><Relationship Id="rId5" Type="http://schemas.openxmlformats.org/officeDocument/2006/relationships/image" Target="../media/image1937.png"/><Relationship Id="rId6" Type="http://schemas.openxmlformats.org/officeDocument/2006/relationships/image" Target="../media/image1948.png"/><Relationship Id="rId7" Type="http://schemas.openxmlformats.org/officeDocument/2006/relationships/image" Target="../media/image1944.png"/><Relationship Id="rId8" Type="http://schemas.openxmlformats.org/officeDocument/2006/relationships/image" Target="../media/image1966.png"/><Relationship Id="rId73" Type="http://schemas.openxmlformats.org/officeDocument/2006/relationships/image" Target="../media/image2020.png"/><Relationship Id="rId72" Type="http://schemas.openxmlformats.org/officeDocument/2006/relationships/image" Target="../media/image2010.png"/><Relationship Id="rId75" Type="http://schemas.openxmlformats.org/officeDocument/2006/relationships/image" Target="../media/image2030.png"/><Relationship Id="rId74" Type="http://schemas.openxmlformats.org/officeDocument/2006/relationships/image" Target="../media/image2014.png"/><Relationship Id="rId77" Type="http://schemas.openxmlformats.org/officeDocument/2006/relationships/image" Target="../media/image134.png"/><Relationship Id="rId76" Type="http://schemas.openxmlformats.org/officeDocument/2006/relationships/image" Target="../media/image152.png"/><Relationship Id="rId79" Type="http://schemas.openxmlformats.org/officeDocument/2006/relationships/image" Target="../media/image2008.png"/><Relationship Id="rId78" Type="http://schemas.openxmlformats.org/officeDocument/2006/relationships/image" Target="../media/image127.png"/><Relationship Id="rId71" Type="http://schemas.openxmlformats.org/officeDocument/2006/relationships/image" Target="../media/image2013.png"/><Relationship Id="rId70" Type="http://schemas.openxmlformats.org/officeDocument/2006/relationships/image" Target="../media/image2012.png"/><Relationship Id="rId62" Type="http://schemas.openxmlformats.org/officeDocument/2006/relationships/image" Target="../media/image1989.png"/><Relationship Id="rId61" Type="http://schemas.openxmlformats.org/officeDocument/2006/relationships/image" Target="../media/image1990.png"/><Relationship Id="rId64" Type="http://schemas.openxmlformats.org/officeDocument/2006/relationships/image" Target="../media/image2003.png"/><Relationship Id="rId63" Type="http://schemas.openxmlformats.org/officeDocument/2006/relationships/image" Target="../media/image2004.png"/><Relationship Id="rId66" Type="http://schemas.openxmlformats.org/officeDocument/2006/relationships/image" Target="../media/image2006.png"/><Relationship Id="rId65" Type="http://schemas.openxmlformats.org/officeDocument/2006/relationships/image" Target="../media/image1996.png"/><Relationship Id="rId68" Type="http://schemas.openxmlformats.org/officeDocument/2006/relationships/image" Target="../media/image2007.png"/><Relationship Id="rId67" Type="http://schemas.openxmlformats.org/officeDocument/2006/relationships/image" Target="../media/image1997.png"/><Relationship Id="rId60" Type="http://schemas.openxmlformats.org/officeDocument/2006/relationships/image" Target="../media/image2000.png"/><Relationship Id="rId69" Type="http://schemas.openxmlformats.org/officeDocument/2006/relationships/image" Target="../media/image2005.png"/><Relationship Id="rId51" Type="http://schemas.openxmlformats.org/officeDocument/2006/relationships/image" Target="../media/image2002.png"/><Relationship Id="rId50" Type="http://schemas.openxmlformats.org/officeDocument/2006/relationships/image" Target="../media/image1998.png"/><Relationship Id="rId53" Type="http://schemas.openxmlformats.org/officeDocument/2006/relationships/image" Target="../media/image1983.png"/><Relationship Id="rId52" Type="http://schemas.openxmlformats.org/officeDocument/2006/relationships/image" Target="../media/image1995.png"/><Relationship Id="rId55" Type="http://schemas.openxmlformats.org/officeDocument/2006/relationships/image" Target="../media/image1994.png"/><Relationship Id="rId54" Type="http://schemas.openxmlformats.org/officeDocument/2006/relationships/image" Target="../media/image1991.png"/><Relationship Id="rId57" Type="http://schemas.openxmlformats.org/officeDocument/2006/relationships/image" Target="../media/image1984.png"/><Relationship Id="rId56" Type="http://schemas.openxmlformats.org/officeDocument/2006/relationships/image" Target="../media/image2001.png"/><Relationship Id="rId59" Type="http://schemas.openxmlformats.org/officeDocument/2006/relationships/image" Target="../media/image1999.png"/><Relationship Id="rId58" Type="http://schemas.openxmlformats.org/officeDocument/2006/relationships/image" Target="../media/image1992.png"/></Relationships>
</file>

<file path=ppt/slides/_rels/slide63.xml.rels><?xml version="1.0" encoding="UTF-8" standalone="yes"?><Relationships xmlns="http://schemas.openxmlformats.org/package/2006/relationships"><Relationship Id="rId40" Type="http://schemas.openxmlformats.org/officeDocument/2006/relationships/image" Target="../media/image2046.png"/><Relationship Id="rId42" Type="http://schemas.openxmlformats.org/officeDocument/2006/relationships/image" Target="../media/image2047.png"/><Relationship Id="rId41" Type="http://schemas.openxmlformats.org/officeDocument/2006/relationships/image" Target="../media/image2051.png"/><Relationship Id="rId44" Type="http://schemas.openxmlformats.org/officeDocument/2006/relationships/image" Target="../media/image2052.png"/><Relationship Id="rId43" Type="http://schemas.openxmlformats.org/officeDocument/2006/relationships/image" Target="../media/image2044.png"/><Relationship Id="rId46" Type="http://schemas.openxmlformats.org/officeDocument/2006/relationships/image" Target="../media/image2053.png"/><Relationship Id="rId45" Type="http://schemas.openxmlformats.org/officeDocument/2006/relationships/image" Target="../media/image2054.png"/><Relationship Id="rId107" Type="http://schemas.openxmlformats.org/officeDocument/2006/relationships/image" Target="../media/image2146.png"/><Relationship Id="rId106" Type="http://schemas.openxmlformats.org/officeDocument/2006/relationships/image" Target="../media/image2106.png"/><Relationship Id="rId105" Type="http://schemas.openxmlformats.org/officeDocument/2006/relationships/image" Target="../media/image2118.png"/><Relationship Id="rId104" Type="http://schemas.openxmlformats.org/officeDocument/2006/relationships/image" Target="../media/image2114.png"/><Relationship Id="rId109" Type="http://schemas.openxmlformats.org/officeDocument/2006/relationships/image" Target="../media/image2115.png"/><Relationship Id="rId108" Type="http://schemas.openxmlformats.org/officeDocument/2006/relationships/image" Target="../media/image2131.png"/><Relationship Id="rId48" Type="http://schemas.openxmlformats.org/officeDocument/2006/relationships/image" Target="../media/image2059.png"/><Relationship Id="rId47" Type="http://schemas.openxmlformats.org/officeDocument/2006/relationships/image" Target="../media/image2058.png"/><Relationship Id="rId49" Type="http://schemas.openxmlformats.org/officeDocument/2006/relationships/image" Target="../media/image2064.png"/><Relationship Id="rId103" Type="http://schemas.openxmlformats.org/officeDocument/2006/relationships/image" Target="../media/image2112.png"/><Relationship Id="rId102" Type="http://schemas.openxmlformats.org/officeDocument/2006/relationships/image" Target="../media/image2107.png"/><Relationship Id="rId101" Type="http://schemas.openxmlformats.org/officeDocument/2006/relationships/image" Target="../media/image2113.png"/><Relationship Id="rId100" Type="http://schemas.openxmlformats.org/officeDocument/2006/relationships/image" Target="../media/image2097.png"/><Relationship Id="rId31" Type="http://schemas.openxmlformats.org/officeDocument/2006/relationships/image" Target="../media/image2040.png"/><Relationship Id="rId30" Type="http://schemas.openxmlformats.org/officeDocument/2006/relationships/image" Target="../media/image2061.png"/><Relationship Id="rId33" Type="http://schemas.openxmlformats.org/officeDocument/2006/relationships/image" Target="../media/image2043.png"/><Relationship Id="rId32" Type="http://schemas.openxmlformats.org/officeDocument/2006/relationships/image" Target="../media/image2037.png"/><Relationship Id="rId35" Type="http://schemas.openxmlformats.org/officeDocument/2006/relationships/image" Target="../media/image2069.png"/><Relationship Id="rId34" Type="http://schemas.openxmlformats.org/officeDocument/2006/relationships/image" Target="../media/image2041.png"/><Relationship Id="rId37" Type="http://schemas.openxmlformats.org/officeDocument/2006/relationships/image" Target="../media/image2048.png"/><Relationship Id="rId176" Type="http://schemas.openxmlformats.org/officeDocument/2006/relationships/image" Target="../media/image2183.png"/><Relationship Id="rId36" Type="http://schemas.openxmlformats.org/officeDocument/2006/relationships/image" Target="../media/image2060.png"/><Relationship Id="rId175" Type="http://schemas.openxmlformats.org/officeDocument/2006/relationships/image" Target="../media/image2187.png"/><Relationship Id="rId39" Type="http://schemas.openxmlformats.org/officeDocument/2006/relationships/image" Target="../media/image2050.png"/><Relationship Id="rId174" Type="http://schemas.openxmlformats.org/officeDocument/2006/relationships/image" Target="../media/image2192.png"/><Relationship Id="rId38" Type="http://schemas.openxmlformats.org/officeDocument/2006/relationships/image" Target="../media/image2057.png"/><Relationship Id="rId173" Type="http://schemas.openxmlformats.org/officeDocument/2006/relationships/image" Target="../media/image2178.png"/><Relationship Id="rId179" Type="http://schemas.openxmlformats.org/officeDocument/2006/relationships/image" Target="../media/image2186.png"/><Relationship Id="rId178" Type="http://schemas.openxmlformats.org/officeDocument/2006/relationships/image" Target="../media/image2193.png"/><Relationship Id="rId177" Type="http://schemas.openxmlformats.org/officeDocument/2006/relationships/image" Target="../media/image2176.png"/><Relationship Id="rId20" Type="http://schemas.openxmlformats.org/officeDocument/2006/relationships/image" Target="../media/image2025.png"/><Relationship Id="rId22" Type="http://schemas.openxmlformats.org/officeDocument/2006/relationships/image" Target="../media/image2029.png"/><Relationship Id="rId21" Type="http://schemas.openxmlformats.org/officeDocument/2006/relationships/image" Target="../media/image2034.png"/><Relationship Id="rId24" Type="http://schemas.openxmlformats.org/officeDocument/2006/relationships/image" Target="../media/image2042.png"/><Relationship Id="rId23" Type="http://schemas.openxmlformats.org/officeDocument/2006/relationships/image" Target="../media/image2032.png"/><Relationship Id="rId129" Type="http://schemas.openxmlformats.org/officeDocument/2006/relationships/image" Target="../media/image2139.png"/><Relationship Id="rId128" Type="http://schemas.openxmlformats.org/officeDocument/2006/relationships/image" Target="../media/image2162.png"/><Relationship Id="rId127" Type="http://schemas.openxmlformats.org/officeDocument/2006/relationships/image" Target="../media/image2130.png"/><Relationship Id="rId126" Type="http://schemas.openxmlformats.org/officeDocument/2006/relationships/image" Target="../media/image2127.png"/><Relationship Id="rId26" Type="http://schemas.openxmlformats.org/officeDocument/2006/relationships/image" Target="../media/image2035.png"/><Relationship Id="rId121" Type="http://schemas.openxmlformats.org/officeDocument/2006/relationships/image" Target="../media/image2123.png"/><Relationship Id="rId25" Type="http://schemas.openxmlformats.org/officeDocument/2006/relationships/image" Target="../media/image2049.png"/><Relationship Id="rId120" Type="http://schemas.openxmlformats.org/officeDocument/2006/relationships/image" Target="../media/image2125.png"/><Relationship Id="rId28" Type="http://schemas.openxmlformats.org/officeDocument/2006/relationships/image" Target="../media/image2036.png"/><Relationship Id="rId27" Type="http://schemas.openxmlformats.org/officeDocument/2006/relationships/image" Target="../media/image2031.png"/><Relationship Id="rId125" Type="http://schemas.openxmlformats.org/officeDocument/2006/relationships/image" Target="../media/image2135.png"/><Relationship Id="rId29" Type="http://schemas.openxmlformats.org/officeDocument/2006/relationships/image" Target="../media/image2039.png"/><Relationship Id="rId124" Type="http://schemas.openxmlformats.org/officeDocument/2006/relationships/image" Target="../media/image2126.png"/><Relationship Id="rId123" Type="http://schemas.openxmlformats.org/officeDocument/2006/relationships/image" Target="../media/image2164.png"/><Relationship Id="rId122" Type="http://schemas.openxmlformats.org/officeDocument/2006/relationships/image" Target="../media/image2128.png"/><Relationship Id="rId95" Type="http://schemas.openxmlformats.org/officeDocument/2006/relationships/image" Target="../media/image2111.png"/><Relationship Id="rId94" Type="http://schemas.openxmlformats.org/officeDocument/2006/relationships/image" Target="../media/image2102.png"/><Relationship Id="rId97" Type="http://schemas.openxmlformats.org/officeDocument/2006/relationships/image" Target="../media/image2105.png"/><Relationship Id="rId96" Type="http://schemas.openxmlformats.org/officeDocument/2006/relationships/image" Target="../media/image2117.png"/><Relationship Id="rId11" Type="http://schemas.openxmlformats.org/officeDocument/2006/relationships/image" Target="../media/image2033.png"/><Relationship Id="rId99" Type="http://schemas.openxmlformats.org/officeDocument/2006/relationships/image" Target="../media/image2103.png"/><Relationship Id="rId10" Type="http://schemas.openxmlformats.org/officeDocument/2006/relationships/image" Target="../media/image2026.png"/><Relationship Id="rId98" Type="http://schemas.openxmlformats.org/officeDocument/2006/relationships/image" Target="../media/image2110.png"/><Relationship Id="rId13" Type="http://schemas.openxmlformats.org/officeDocument/2006/relationships/image" Target="../media/image2023.png"/><Relationship Id="rId12" Type="http://schemas.openxmlformats.org/officeDocument/2006/relationships/image" Target="../media/image2018.png"/><Relationship Id="rId91" Type="http://schemas.openxmlformats.org/officeDocument/2006/relationships/image" Target="../media/image2098.png"/><Relationship Id="rId90" Type="http://schemas.openxmlformats.org/officeDocument/2006/relationships/image" Target="../media/image2119.png"/><Relationship Id="rId93" Type="http://schemas.openxmlformats.org/officeDocument/2006/relationships/image" Target="../media/image2099.png"/><Relationship Id="rId92" Type="http://schemas.openxmlformats.org/officeDocument/2006/relationships/image" Target="../media/image2109.png"/><Relationship Id="rId118" Type="http://schemas.openxmlformats.org/officeDocument/2006/relationships/image" Target="../media/image2124.png"/><Relationship Id="rId117" Type="http://schemas.openxmlformats.org/officeDocument/2006/relationships/image" Target="../media/image2120.png"/><Relationship Id="rId116" Type="http://schemas.openxmlformats.org/officeDocument/2006/relationships/image" Target="../media/image2134.png"/><Relationship Id="rId115" Type="http://schemas.openxmlformats.org/officeDocument/2006/relationships/image" Target="../media/image2149.png"/><Relationship Id="rId119" Type="http://schemas.openxmlformats.org/officeDocument/2006/relationships/image" Target="../media/image2143.png"/><Relationship Id="rId15" Type="http://schemas.openxmlformats.org/officeDocument/2006/relationships/image" Target="../media/image2045.png"/><Relationship Id="rId110" Type="http://schemas.openxmlformats.org/officeDocument/2006/relationships/image" Target="../media/image2121.png"/><Relationship Id="rId14" Type="http://schemas.openxmlformats.org/officeDocument/2006/relationships/image" Target="../media/image2022.png"/><Relationship Id="rId17" Type="http://schemas.openxmlformats.org/officeDocument/2006/relationships/image" Target="../media/image2028.png"/><Relationship Id="rId16" Type="http://schemas.openxmlformats.org/officeDocument/2006/relationships/image" Target="../media/image2024.png"/><Relationship Id="rId19" Type="http://schemas.openxmlformats.org/officeDocument/2006/relationships/image" Target="../media/image2038.png"/><Relationship Id="rId114" Type="http://schemas.openxmlformats.org/officeDocument/2006/relationships/image" Target="../media/image2129.png"/><Relationship Id="rId18" Type="http://schemas.openxmlformats.org/officeDocument/2006/relationships/image" Target="../media/image2027.png"/><Relationship Id="rId113" Type="http://schemas.openxmlformats.org/officeDocument/2006/relationships/image" Target="../media/image2136.png"/><Relationship Id="rId112" Type="http://schemas.openxmlformats.org/officeDocument/2006/relationships/image" Target="../media/image2122.png"/><Relationship Id="rId111" Type="http://schemas.openxmlformats.org/officeDocument/2006/relationships/image" Target="../media/image2132.png"/><Relationship Id="rId84" Type="http://schemas.openxmlformats.org/officeDocument/2006/relationships/image" Target="../media/image2095.png"/><Relationship Id="rId83" Type="http://schemas.openxmlformats.org/officeDocument/2006/relationships/image" Target="../media/image2087.png"/><Relationship Id="rId86" Type="http://schemas.openxmlformats.org/officeDocument/2006/relationships/image" Target="../media/image2101.png"/><Relationship Id="rId85" Type="http://schemas.openxmlformats.org/officeDocument/2006/relationships/image" Target="../media/image2086.png"/><Relationship Id="rId88" Type="http://schemas.openxmlformats.org/officeDocument/2006/relationships/image" Target="../media/image2100.jpg"/><Relationship Id="rId150" Type="http://schemas.openxmlformats.org/officeDocument/2006/relationships/image" Target="../media/image2170.png"/><Relationship Id="rId87" Type="http://schemas.openxmlformats.org/officeDocument/2006/relationships/image" Target="../media/image2094.png"/><Relationship Id="rId89" Type="http://schemas.openxmlformats.org/officeDocument/2006/relationships/image" Target="../media/image2104.png"/><Relationship Id="rId80" Type="http://schemas.openxmlformats.org/officeDocument/2006/relationships/image" Target="../media/image2116.png"/><Relationship Id="rId82" Type="http://schemas.openxmlformats.org/officeDocument/2006/relationships/image" Target="../media/image2093.png"/><Relationship Id="rId81" Type="http://schemas.openxmlformats.org/officeDocument/2006/relationships/image" Target="../media/image208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3.xml"/><Relationship Id="rId3" Type="http://schemas.openxmlformats.org/officeDocument/2006/relationships/image" Target="../media/image2009.png"/><Relationship Id="rId149" Type="http://schemas.openxmlformats.org/officeDocument/2006/relationships/image" Target="../media/image2169.png"/><Relationship Id="rId4" Type="http://schemas.openxmlformats.org/officeDocument/2006/relationships/image" Target="../media/image2017.png"/><Relationship Id="rId148" Type="http://schemas.openxmlformats.org/officeDocument/2006/relationships/image" Target="../media/image2155.png"/><Relationship Id="rId9" Type="http://schemas.openxmlformats.org/officeDocument/2006/relationships/image" Target="../media/image2019.png"/><Relationship Id="rId143" Type="http://schemas.openxmlformats.org/officeDocument/2006/relationships/image" Target="../media/image2157.png"/><Relationship Id="rId142" Type="http://schemas.openxmlformats.org/officeDocument/2006/relationships/image" Target="../media/image2154.png"/><Relationship Id="rId141" Type="http://schemas.openxmlformats.org/officeDocument/2006/relationships/image" Target="../media/image2156.png"/><Relationship Id="rId140" Type="http://schemas.openxmlformats.org/officeDocument/2006/relationships/image" Target="../media/image2141.png"/><Relationship Id="rId5" Type="http://schemas.openxmlformats.org/officeDocument/2006/relationships/image" Target="../media/image2016.png"/><Relationship Id="rId147" Type="http://schemas.openxmlformats.org/officeDocument/2006/relationships/image" Target="../media/image2151.png"/><Relationship Id="rId6" Type="http://schemas.openxmlformats.org/officeDocument/2006/relationships/image" Target="../media/image2011.png"/><Relationship Id="rId146" Type="http://schemas.openxmlformats.org/officeDocument/2006/relationships/image" Target="../media/image2153.png"/><Relationship Id="rId7" Type="http://schemas.openxmlformats.org/officeDocument/2006/relationships/image" Target="../media/image2015.png"/><Relationship Id="rId145" Type="http://schemas.openxmlformats.org/officeDocument/2006/relationships/image" Target="../media/image2150.png"/><Relationship Id="rId8" Type="http://schemas.openxmlformats.org/officeDocument/2006/relationships/image" Target="../media/image2021.png"/><Relationship Id="rId144" Type="http://schemas.openxmlformats.org/officeDocument/2006/relationships/image" Target="../media/image2160.png"/><Relationship Id="rId73" Type="http://schemas.openxmlformats.org/officeDocument/2006/relationships/image" Target="../media/image2079.png"/><Relationship Id="rId72" Type="http://schemas.openxmlformats.org/officeDocument/2006/relationships/image" Target="../media/image2085.png"/><Relationship Id="rId75" Type="http://schemas.openxmlformats.org/officeDocument/2006/relationships/image" Target="../media/image2084.png"/><Relationship Id="rId74" Type="http://schemas.openxmlformats.org/officeDocument/2006/relationships/image" Target="../media/image2092.png"/><Relationship Id="rId77" Type="http://schemas.openxmlformats.org/officeDocument/2006/relationships/image" Target="../media/image2108.png"/><Relationship Id="rId76" Type="http://schemas.openxmlformats.org/officeDocument/2006/relationships/image" Target="../media/image2090.png"/><Relationship Id="rId79" Type="http://schemas.openxmlformats.org/officeDocument/2006/relationships/image" Target="../media/image2082.png"/><Relationship Id="rId78" Type="http://schemas.openxmlformats.org/officeDocument/2006/relationships/image" Target="../media/image2091.png"/><Relationship Id="rId71" Type="http://schemas.openxmlformats.org/officeDocument/2006/relationships/image" Target="../media/image2076.png"/><Relationship Id="rId70" Type="http://schemas.openxmlformats.org/officeDocument/2006/relationships/image" Target="../media/image2075.png"/><Relationship Id="rId139" Type="http://schemas.openxmlformats.org/officeDocument/2006/relationships/image" Target="../media/image2142.png"/><Relationship Id="rId138" Type="http://schemas.openxmlformats.org/officeDocument/2006/relationships/image" Target="../media/image2158.png"/><Relationship Id="rId137" Type="http://schemas.openxmlformats.org/officeDocument/2006/relationships/image" Target="../media/image2148.png"/><Relationship Id="rId132" Type="http://schemas.openxmlformats.org/officeDocument/2006/relationships/image" Target="../media/image2138.png"/><Relationship Id="rId131" Type="http://schemas.openxmlformats.org/officeDocument/2006/relationships/image" Target="../media/image2133.png"/><Relationship Id="rId130" Type="http://schemas.openxmlformats.org/officeDocument/2006/relationships/image" Target="../media/image2147.png"/><Relationship Id="rId136" Type="http://schemas.openxmlformats.org/officeDocument/2006/relationships/image" Target="../media/image2144.png"/><Relationship Id="rId135" Type="http://schemas.openxmlformats.org/officeDocument/2006/relationships/image" Target="../media/image2145.png"/><Relationship Id="rId134" Type="http://schemas.openxmlformats.org/officeDocument/2006/relationships/image" Target="../media/image2140.png"/><Relationship Id="rId133" Type="http://schemas.openxmlformats.org/officeDocument/2006/relationships/image" Target="../media/image2137.png"/><Relationship Id="rId62" Type="http://schemas.openxmlformats.org/officeDocument/2006/relationships/image" Target="../media/image2089.png"/><Relationship Id="rId61" Type="http://schemas.openxmlformats.org/officeDocument/2006/relationships/image" Target="../media/image2072.png"/><Relationship Id="rId64" Type="http://schemas.openxmlformats.org/officeDocument/2006/relationships/image" Target="../media/image2063.png"/><Relationship Id="rId63" Type="http://schemas.openxmlformats.org/officeDocument/2006/relationships/image" Target="../media/image2077.png"/><Relationship Id="rId66" Type="http://schemas.openxmlformats.org/officeDocument/2006/relationships/image" Target="../media/image2080.png"/><Relationship Id="rId172" Type="http://schemas.openxmlformats.org/officeDocument/2006/relationships/image" Target="../media/image2188.png"/><Relationship Id="rId65" Type="http://schemas.openxmlformats.org/officeDocument/2006/relationships/image" Target="../media/image2088.png"/><Relationship Id="rId171" Type="http://schemas.openxmlformats.org/officeDocument/2006/relationships/image" Target="../media/image2177.png"/><Relationship Id="rId68" Type="http://schemas.openxmlformats.org/officeDocument/2006/relationships/image" Target="../media/image2073.png"/><Relationship Id="rId170" Type="http://schemas.openxmlformats.org/officeDocument/2006/relationships/image" Target="../media/image2174.png"/><Relationship Id="rId67" Type="http://schemas.openxmlformats.org/officeDocument/2006/relationships/image" Target="../media/image2078.png"/><Relationship Id="rId60" Type="http://schemas.openxmlformats.org/officeDocument/2006/relationships/image" Target="../media/image2074.png"/><Relationship Id="rId165" Type="http://schemas.openxmlformats.org/officeDocument/2006/relationships/image" Target="../media/image2180.png"/><Relationship Id="rId69" Type="http://schemas.openxmlformats.org/officeDocument/2006/relationships/image" Target="../media/image2096.png"/><Relationship Id="rId164" Type="http://schemas.openxmlformats.org/officeDocument/2006/relationships/image" Target="../media/image2207.png"/><Relationship Id="rId163" Type="http://schemas.openxmlformats.org/officeDocument/2006/relationships/image" Target="../media/image2175.png"/><Relationship Id="rId162" Type="http://schemas.openxmlformats.org/officeDocument/2006/relationships/image" Target="../media/image2172.png"/><Relationship Id="rId169" Type="http://schemas.openxmlformats.org/officeDocument/2006/relationships/image" Target="../media/image2181.png"/><Relationship Id="rId168" Type="http://schemas.openxmlformats.org/officeDocument/2006/relationships/image" Target="../media/image2199.png"/><Relationship Id="rId167" Type="http://schemas.openxmlformats.org/officeDocument/2006/relationships/image" Target="../media/image2211.png"/><Relationship Id="rId166" Type="http://schemas.openxmlformats.org/officeDocument/2006/relationships/image" Target="../media/image2179.png"/><Relationship Id="rId51" Type="http://schemas.openxmlformats.org/officeDocument/2006/relationships/image" Target="../media/image2062.png"/><Relationship Id="rId50" Type="http://schemas.openxmlformats.org/officeDocument/2006/relationships/image" Target="../media/image2056.png"/><Relationship Id="rId53" Type="http://schemas.openxmlformats.org/officeDocument/2006/relationships/image" Target="../media/image2081.png"/><Relationship Id="rId52" Type="http://schemas.openxmlformats.org/officeDocument/2006/relationships/image" Target="../media/image2055.png"/><Relationship Id="rId55" Type="http://schemas.openxmlformats.org/officeDocument/2006/relationships/image" Target="../media/image2066.png"/><Relationship Id="rId161" Type="http://schemas.openxmlformats.org/officeDocument/2006/relationships/image" Target="../media/image2171.png"/><Relationship Id="rId54" Type="http://schemas.openxmlformats.org/officeDocument/2006/relationships/image" Target="../media/image2067.png"/><Relationship Id="rId160" Type="http://schemas.openxmlformats.org/officeDocument/2006/relationships/image" Target="../media/image2173.png"/><Relationship Id="rId57" Type="http://schemas.openxmlformats.org/officeDocument/2006/relationships/image" Target="../media/image2068.png"/><Relationship Id="rId56" Type="http://schemas.openxmlformats.org/officeDocument/2006/relationships/image" Target="../media/image2065.png"/><Relationship Id="rId159" Type="http://schemas.openxmlformats.org/officeDocument/2006/relationships/image" Target="../media/image2168.png"/><Relationship Id="rId59" Type="http://schemas.openxmlformats.org/officeDocument/2006/relationships/image" Target="../media/image2071.png"/><Relationship Id="rId154" Type="http://schemas.openxmlformats.org/officeDocument/2006/relationships/image" Target="../media/image2161.png"/><Relationship Id="rId58" Type="http://schemas.openxmlformats.org/officeDocument/2006/relationships/image" Target="../media/image2070.png"/><Relationship Id="rId153" Type="http://schemas.openxmlformats.org/officeDocument/2006/relationships/image" Target="../media/image2152.png"/><Relationship Id="rId152" Type="http://schemas.openxmlformats.org/officeDocument/2006/relationships/image" Target="../media/image2182.png"/><Relationship Id="rId151" Type="http://schemas.openxmlformats.org/officeDocument/2006/relationships/image" Target="../media/image2167.png"/><Relationship Id="rId158" Type="http://schemas.openxmlformats.org/officeDocument/2006/relationships/image" Target="../media/image2163.png"/><Relationship Id="rId157" Type="http://schemas.openxmlformats.org/officeDocument/2006/relationships/image" Target="../media/image2166.png"/><Relationship Id="rId156" Type="http://schemas.openxmlformats.org/officeDocument/2006/relationships/image" Target="../media/image2159.png"/><Relationship Id="rId155" Type="http://schemas.openxmlformats.org/officeDocument/2006/relationships/image" Target="../media/image2165.png"/></Relationships>
</file>

<file path=ppt/slides/_rels/slide64.xml.rels><?xml version="1.0" encoding="UTF-8" standalone="yes"?><Relationships xmlns="http://schemas.openxmlformats.org/package/2006/relationships"><Relationship Id="rId11" Type="http://schemas.openxmlformats.org/officeDocument/2006/relationships/image" Target="../media/image2209.png"/><Relationship Id="rId10" Type="http://schemas.openxmlformats.org/officeDocument/2006/relationships/image" Target="../media/image2196.png"/><Relationship Id="rId13" Type="http://schemas.openxmlformats.org/officeDocument/2006/relationships/image" Target="../media/image2197.png"/><Relationship Id="rId12" Type="http://schemas.openxmlformats.org/officeDocument/2006/relationships/image" Target="../media/image2195.png"/><Relationship Id="rId14" Type="http://schemas.openxmlformats.org/officeDocument/2006/relationships/image" Target="../media/image219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4.xml"/><Relationship Id="rId3" Type="http://schemas.openxmlformats.org/officeDocument/2006/relationships/image" Target="../media/image2200.png"/><Relationship Id="rId4" Type="http://schemas.openxmlformats.org/officeDocument/2006/relationships/image" Target="../media/image2184.png"/><Relationship Id="rId9" Type="http://schemas.openxmlformats.org/officeDocument/2006/relationships/image" Target="../media/image2198.png"/><Relationship Id="rId5" Type="http://schemas.openxmlformats.org/officeDocument/2006/relationships/image" Target="../media/image2190.png"/><Relationship Id="rId6" Type="http://schemas.openxmlformats.org/officeDocument/2006/relationships/image" Target="../media/image2189.png"/><Relationship Id="rId7" Type="http://schemas.openxmlformats.org/officeDocument/2006/relationships/image" Target="../media/image2185.png"/><Relationship Id="rId8" Type="http://schemas.openxmlformats.org/officeDocument/2006/relationships/image" Target="../media/image2194.png"/></Relationships>
</file>

<file path=ppt/slides/_rels/slide65.xml.rels><?xml version="1.0" encoding="UTF-8" standalone="yes"?><Relationships xmlns="http://schemas.openxmlformats.org/package/2006/relationships"><Relationship Id="rId40" Type="http://schemas.openxmlformats.org/officeDocument/2006/relationships/image" Target="../media/image2238.png"/><Relationship Id="rId42" Type="http://schemas.openxmlformats.org/officeDocument/2006/relationships/image" Target="../media/image2243.png"/><Relationship Id="rId41" Type="http://schemas.openxmlformats.org/officeDocument/2006/relationships/image" Target="../media/image2246.png"/><Relationship Id="rId44" Type="http://schemas.openxmlformats.org/officeDocument/2006/relationships/image" Target="../media/image2250.png"/><Relationship Id="rId43" Type="http://schemas.openxmlformats.org/officeDocument/2006/relationships/image" Target="../media/image2245.png"/><Relationship Id="rId46" Type="http://schemas.openxmlformats.org/officeDocument/2006/relationships/image" Target="../media/image297.png"/><Relationship Id="rId45" Type="http://schemas.openxmlformats.org/officeDocument/2006/relationships/image" Target="../media/image2249.png"/><Relationship Id="rId48" Type="http://schemas.openxmlformats.org/officeDocument/2006/relationships/image" Target="../media/image2241.png"/><Relationship Id="rId47" Type="http://schemas.openxmlformats.org/officeDocument/2006/relationships/image" Target="../media/image2236.png"/><Relationship Id="rId49" Type="http://schemas.openxmlformats.org/officeDocument/2006/relationships/image" Target="../media/image2261.png"/><Relationship Id="rId31" Type="http://schemas.openxmlformats.org/officeDocument/2006/relationships/image" Target="../media/image2225.png"/><Relationship Id="rId30" Type="http://schemas.openxmlformats.org/officeDocument/2006/relationships/image" Target="../media/image2222.png"/><Relationship Id="rId33" Type="http://schemas.openxmlformats.org/officeDocument/2006/relationships/image" Target="../media/image2248.png"/><Relationship Id="rId32" Type="http://schemas.openxmlformats.org/officeDocument/2006/relationships/image" Target="../media/image2224.png"/><Relationship Id="rId35" Type="http://schemas.openxmlformats.org/officeDocument/2006/relationships/image" Target="../media/image2237.png"/><Relationship Id="rId34" Type="http://schemas.openxmlformats.org/officeDocument/2006/relationships/image" Target="../media/image2247.png"/><Relationship Id="rId37" Type="http://schemas.openxmlformats.org/officeDocument/2006/relationships/image" Target="../media/image2232.png"/><Relationship Id="rId36" Type="http://schemas.openxmlformats.org/officeDocument/2006/relationships/image" Target="../media/image2231.png"/><Relationship Id="rId39" Type="http://schemas.openxmlformats.org/officeDocument/2006/relationships/image" Target="../media/image2240.png"/><Relationship Id="rId38" Type="http://schemas.openxmlformats.org/officeDocument/2006/relationships/image" Target="../media/image2239.png"/><Relationship Id="rId20" Type="http://schemas.openxmlformats.org/officeDocument/2006/relationships/image" Target="../media/image2220.png"/><Relationship Id="rId22" Type="http://schemas.openxmlformats.org/officeDocument/2006/relationships/image" Target="../media/image2233.png"/><Relationship Id="rId21" Type="http://schemas.openxmlformats.org/officeDocument/2006/relationships/image" Target="../media/image2218.png"/><Relationship Id="rId24" Type="http://schemas.openxmlformats.org/officeDocument/2006/relationships/image" Target="../media/image2221.png"/><Relationship Id="rId23" Type="http://schemas.openxmlformats.org/officeDocument/2006/relationships/image" Target="../media/image2234.png"/><Relationship Id="rId26" Type="http://schemas.openxmlformats.org/officeDocument/2006/relationships/image" Target="../media/image2228.png"/><Relationship Id="rId25" Type="http://schemas.openxmlformats.org/officeDocument/2006/relationships/image" Target="../media/image2227.png"/><Relationship Id="rId28" Type="http://schemas.openxmlformats.org/officeDocument/2006/relationships/image" Target="../media/image2230.png"/><Relationship Id="rId27" Type="http://schemas.openxmlformats.org/officeDocument/2006/relationships/image" Target="../media/image2235.png"/><Relationship Id="rId29" Type="http://schemas.openxmlformats.org/officeDocument/2006/relationships/image" Target="../media/image2244.png"/><Relationship Id="rId11" Type="http://schemas.openxmlformats.org/officeDocument/2006/relationships/image" Target="../media/image2223.png"/><Relationship Id="rId10" Type="http://schemas.openxmlformats.org/officeDocument/2006/relationships/image" Target="../media/image2213.png"/><Relationship Id="rId13" Type="http://schemas.openxmlformats.org/officeDocument/2006/relationships/image" Target="../media/image2201.png"/><Relationship Id="rId12" Type="http://schemas.openxmlformats.org/officeDocument/2006/relationships/image" Target="../media/image2219.png"/><Relationship Id="rId15" Type="http://schemas.openxmlformats.org/officeDocument/2006/relationships/image" Target="../media/image2208.png"/><Relationship Id="rId14" Type="http://schemas.openxmlformats.org/officeDocument/2006/relationships/image" Target="../media/image2217.png"/><Relationship Id="rId17" Type="http://schemas.openxmlformats.org/officeDocument/2006/relationships/image" Target="../media/image2206.png"/><Relationship Id="rId16" Type="http://schemas.openxmlformats.org/officeDocument/2006/relationships/image" Target="../media/image2226.png"/><Relationship Id="rId19" Type="http://schemas.openxmlformats.org/officeDocument/2006/relationships/image" Target="../media/image2216.png"/><Relationship Id="rId18" Type="http://schemas.openxmlformats.org/officeDocument/2006/relationships/image" Target="../media/image2215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5.xml"/><Relationship Id="rId3" Type="http://schemas.openxmlformats.org/officeDocument/2006/relationships/image" Target="../media/image301.png"/><Relationship Id="rId4" Type="http://schemas.openxmlformats.org/officeDocument/2006/relationships/image" Target="../media/image2202.png"/><Relationship Id="rId9" Type="http://schemas.openxmlformats.org/officeDocument/2006/relationships/image" Target="../media/image2214.png"/><Relationship Id="rId5" Type="http://schemas.openxmlformats.org/officeDocument/2006/relationships/image" Target="../media/image2205.png"/><Relationship Id="rId6" Type="http://schemas.openxmlformats.org/officeDocument/2006/relationships/image" Target="../media/image2204.png"/><Relationship Id="rId7" Type="http://schemas.openxmlformats.org/officeDocument/2006/relationships/image" Target="../media/image2210.png"/><Relationship Id="rId8" Type="http://schemas.openxmlformats.org/officeDocument/2006/relationships/image" Target="../media/image2212.png"/><Relationship Id="rId51" Type="http://schemas.openxmlformats.org/officeDocument/2006/relationships/image" Target="../media/image2256.png"/><Relationship Id="rId50" Type="http://schemas.openxmlformats.org/officeDocument/2006/relationships/image" Target="../media/image2242.png"/><Relationship Id="rId53" Type="http://schemas.openxmlformats.org/officeDocument/2006/relationships/image" Target="../media/image2252.png"/><Relationship Id="rId52" Type="http://schemas.openxmlformats.org/officeDocument/2006/relationships/image" Target="../media/image2265.png"/><Relationship Id="rId55" Type="http://schemas.openxmlformats.org/officeDocument/2006/relationships/image" Target="../media/image2254.png"/><Relationship Id="rId54" Type="http://schemas.openxmlformats.org/officeDocument/2006/relationships/image" Target="../media/image2255.png"/><Relationship Id="rId57" Type="http://schemas.openxmlformats.org/officeDocument/2006/relationships/image" Target="../media/image2259.png"/><Relationship Id="rId56" Type="http://schemas.openxmlformats.org/officeDocument/2006/relationships/image" Target="../media/image2262.png"/><Relationship Id="rId58" Type="http://schemas.openxmlformats.org/officeDocument/2006/relationships/image" Target="../media/image2253.png"/></Relationships>
</file>

<file path=ppt/slides/_rels/slide66.xml.rels><?xml version="1.0" encoding="UTF-8" standalone="yes"?><Relationships xmlns="http://schemas.openxmlformats.org/package/2006/relationships"><Relationship Id="rId20" Type="http://schemas.openxmlformats.org/officeDocument/2006/relationships/image" Target="../media/image2278.png"/><Relationship Id="rId22" Type="http://schemas.openxmlformats.org/officeDocument/2006/relationships/image" Target="../media/image152.png"/><Relationship Id="rId21" Type="http://schemas.openxmlformats.org/officeDocument/2006/relationships/image" Target="../media/image2284.png"/><Relationship Id="rId24" Type="http://schemas.openxmlformats.org/officeDocument/2006/relationships/image" Target="../media/image127.png"/><Relationship Id="rId23" Type="http://schemas.openxmlformats.org/officeDocument/2006/relationships/image" Target="../media/image134.png"/><Relationship Id="rId25" Type="http://schemas.openxmlformats.org/officeDocument/2006/relationships/image" Target="../media/image2274.png"/><Relationship Id="rId11" Type="http://schemas.openxmlformats.org/officeDocument/2006/relationships/image" Target="../media/image2272.png"/><Relationship Id="rId10" Type="http://schemas.openxmlformats.org/officeDocument/2006/relationships/image" Target="../media/image2263.png"/><Relationship Id="rId13" Type="http://schemas.openxmlformats.org/officeDocument/2006/relationships/image" Target="../media/image2267.png"/><Relationship Id="rId12" Type="http://schemas.openxmlformats.org/officeDocument/2006/relationships/image" Target="../media/image2277.png"/><Relationship Id="rId15" Type="http://schemas.openxmlformats.org/officeDocument/2006/relationships/image" Target="../media/image2268.png"/><Relationship Id="rId14" Type="http://schemas.openxmlformats.org/officeDocument/2006/relationships/image" Target="../media/image2285.png"/><Relationship Id="rId17" Type="http://schemas.openxmlformats.org/officeDocument/2006/relationships/image" Target="../media/image2270.png"/><Relationship Id="rId16" Type="http://schemas.openxmlformats.org/officeDocument/2006/relationships/image" Target="../media/image2269.png"/><Relationship Id="rId19" Type="http://schemas.openxmlformats.org/officeDocument/2006/relationships/image" Target="../media/image2275.png"/><Relationship Id="rId18" Type="http://schemas.openxmlformats.org/officeDocument/2006/relationships/image" Target="../media/image227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6.xml"/><Relationship Id="rId3" Type="http://schemas.openxmlformats.org/officeDocument/2006/relationships/image" Target="../media/image2258.png"/><Relationship Id="rId4" Type="http://schemas.openxmlformats.org/officeDocument/2006/relationships/image" Target="../media/image2260.png"/><Relationship Id="rId9" Type="http://schemas.openxmlformats.org/officeDocument/2006/relationships/image" Target="../media/image2266.png"/><Relationship Id="rId5" Type="http://schemas.openxmlformats.org/officeDocument/2006/relationships/image" Target="../media/image2257.png"/><Relationship Id="rId6" Type="http://schemas.openxmlformats.org/officeDocument/2006/relationships/image" Target="../media/image2288.png"/><Relationship Id="rId7" Type="http://schemas.openxmlformats.org/officeDocument/2006/relationships/image" Target="../media/image2251.png"/><Relationship Id="rId8" Type="http://schemas.openxmlformats.org/officeDocument/2006/relationships/image" Target="../media/image2264.png"/></Relationships>
</file>

<file path=ppt/slides/_rels/slide67.xml.rels><?xml version="1.0" encoding="UTF-8" standalone="yes"?><Relationships xmlns="http://schemas.openxmlformats.org/package/2006/relationships"><Relationship Id="rId40" Type="http://schemas.openxmlformats.org/officeDocument/2006/relationships/image" Target="../media/image2319.png"/><Relationship Id="rId42" Type="http://schemas.openxmlformats.org/officeDocument/2006/relationships/image" Target="../media/image2315.png"/><Relationship Id="rId41" Type="http://schemas.openxmlformats.org/officeDocument/2006/relationships/image" Target="../media/image2317.png"/><Relationship Id="rId44" Type="http://schemas.openxmlformats.org/officeDocument/2006/relationships/image" Target="../media/image2330.png"/><Relationship Id="rId43" Type="http://schemas.openxmlformats.org/officeDocument/2006/relationships/image" Target="../media/image2322.png"/><Relationship Id="rId46" Type="http://schemas.openxmlformats.org/officeDocument/2006/relationships/image" Target="../media/image2334.png"/><Relationship Id="rId45" Type="http://schemas.openxmlformats.org/officeDocument/2006/relationships/image" Target="../media/image2321.png"/><Relationship Id="rId48" Type="http://schemas.openxmlformats.org/officeDocument/2006/relationships/image" Target="../media/image2323.png"/><Relationship Id="rId47" Type="http://schemas.openxmlformats.org/officeDocument/2006/relationships/image" Target="../media/image2342.png"/><Relationship Id="rId49" Type="http://schemas.openxmlformats.org/officeDocument/2006/relationships/image" Target="../media/image2329.png"/><Relationship Id="rId31" Type="http://schemas.openxmlformats.org/officeDocument/2006/relationships/image" Target="../media/image2316.png"/><Relationship Id="rId30" Type="http://schemas.openxmlformats.org/officeDocument/2006/relationships/image" Target="../media/image2303.png"/><Relationship Id="rId33" Type="http://schemas.openxmlformats.org/officeDocument/2006/relationships/image" Target="../media/image2309.png"/><Relationship Id="rId32" Type="http://schemas.openxmlformats.org/officeDocument/2006/relationships/image" Target="../media/image2307.png"/><Relationship Id="rId35" Type="http://schemas.openxmlformats.org/officeDocument/2006/relationships/image" Target="../media/image2313.png"/><Relationship Id="rId34" Type="http://schemas.openxmlformats.org/officeDocument/2006/relationships/image" Target="../media/image2306.png"/><Relationship Id="rId37" Type="http://schemas.openxmlformats.org/officeDocument/2006/relationships/image" Target="../media/image2305.png"/><Relationship Id="rId36" Type="http://schemas.openxmlformats.org/officeDocument/2006/relationships/image" Target="../media/image2311.png"/><Relationship Id="rId39" Type="http://schemas.openxmlformats.org/officeDocument/2006/relationships/image" Target="../media/image2318.png"/><Relationship Id="rId38" Type="http://schemas.openxmlformats.org/officeDocument/2006/relationships/image" Target="../media/image2312.png"/><Relationship Id="rId20" Type="http://schemas.openxmlformats.org/officeDocument/2006/relationships/image" Target="../media/image2314.png"/><Relationship Id="rId22" Type="http://schemas.openxmlformats.org/officeDocument/2006/relationships/image" Target="../media/image2300.png"/><Relationship Id="rId21" Type="http://schemas.openxmlformats.org/officeDocument/2006/relationships/image" Target="../media/image2295.png"/><Relationship Id="rId24" Type="http://schemas.openxmlformats.org/officeDocument/2006/relationships/image" Target="../media/image2308.png"/><Relationship Id="rId23" Type="http://schemas.openxmlformats.org/officeDocument/2006/relationships/image" Target="../media/image2301.png"/><Relationship Id="rId26" Type="http://schemas.openxmlformats.org/officeDocument/2006/relationships/image" Target="../media/image2302.png"/><Relationship Id="rId25" Type="http://schemas.openxmlformats.org/officeDocument/2006/relationships/image" Target="../media/image2297.png"/><Relationship Id="rId28" Type="http://schemas.openxmlformats.org/officeDocument/2006/relationships/image" Target="../media/image682.png"/><Relationship Id="rId27" Type="http://schemas.openxmlformats.org/officeDocument/2006/relationships/image" Target="../media/image2304.png"/><Relationship Id="rId29" Type="http://schemas.openxmlformats.org/officeDocument/2006/relationships/image" Target="../media/image2310.png"/><Relationship Id="rId11" Type="http://schemas.openxmlformats.org/officeDocument/2006/relationships/image" Target="../media/image2283.png"/><Relationship Id="rId10" Type="http://schemas.openxmlformats.org/officeDocument/2006/relationships/image" Target="../media/image2276.png"/><Relationship Id="rId13" Type="http://schemas.openxmlformats.org/officeDocument/2006/relationships/image" Target="../media/image2293.png"/><Relationship Id="rId12" Type="http://schemas.openxmlformats.org/officeDocument/2006/relationships/image" Target="../media/image2289.png"/><Relationship Id="rId15" Type="http://schemas.openxmlformats.org/officeDocument/2006/relationships/image" Target="../media/image2287.png"/><Relationship Id="rId14" Type="http://schemas.openxmlformats.org/officeDocument/2006/relationships/image" Target="../media/image2292.png"/><Relationship Id="rId17" Type="http://schemas.openxmlformats.org/officeDocument/2006/relationships/image" Target="../media/image2290.png"/><Relationship Id="rId16" Type="http://schemas.openxmlformats.org/officeDocument/2006/relationships/image" Target="../media/image2296.png"/><Relationship Id="rId19" Type="http://schemas.openxmlformats.org/officeDocument/2006/relationships/image" Target="../media/image2299.png"/><Relationship Id="rId18" Type="http://schemas.openxmlformats.org/officeDocument/2006/relationships/image" Target="../media/image229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7.xml"/><Relationship Id="rId3" Type="http://schemas.openxmlformats.org/officeDocument/2006/relationships/image" Target="../media/image2282.png"/><Relationship Id="rId4" Type="http://schemas.openxmlformats.org/officeDocument/2006/relationships/image" Target="../media/image2286.png"/><Relationship Id="rId9" Type="http://schemas.openxmlformats.org/officeDocument/2006/relationships/image" Target="../media/image2281.png"/><Relationship Id="rId5" Type="http://schemas.openxmlformats.org/officeDocument/2006/relationships/image" Target="../media/image2298.png"/><Relationship Id="rId6" Type="http://schemas.openxmlformats.org/officeDocument/2006/relationships/image" Target="../media/image2279.png"/><Relationship Id="rId7" Type="http://schemas.openxmlformats.org/officeDocument/2006/relationships/image" Target="../media/image2273.png"/><Relationship Id="rId8" Type="http://schemas.openxmlformats.org/officeDocument/2006/relationships/image" Target="../media/image2280.png"/><Relationship Id="rId51" Type="http://schemas.openxmlformats.org/officeDocument/2006/relationships/image" Target="../media/image2328.png"/><Relationship Id="rId50" Type="http://schemas.openxmlformats.org/officeDocument/2006/relationships/image" Target="../media/image2324.png"/><Relationship Id="rId53" Type="http://schemas.openxmlformats.org/officeDocument/2006/relationships/image" Target="../media/image2326.png"/><Relationship Id="rId52" Type="http://schemas.openxmlformats.org/officeDocument/2006/relationships/image" Target="../media/image2345.png"/><Relationship Id="rId55" Type="http://schemas.openxmlformats.org/officeDocument/2006/relationships/image" Target="../media/image2320.png"/><Relationship Id="rId54" Type="http://schemas.openxmlformats.org/officeDocument/2006/relationships/image" Target="../media/image2337.png"/><Relationship Id="rId57" Type="http://schemas.openxmlformats.org/officeDocument/2006/relationships/image" Target="../media/image2262.png"/><Relationship Id="rId56" Type="http://schemas.openxmlformats.org/officeDocument/2006/relationships/image" Target="../media/image2254.png"/><Relationship Id="rId59" Type="http://schemas.openxmlformats.org/officeDocument/2006/relationships/image" Target="../media/image2327.png"/><Relationship Id="rId58" Type="http://schemas.openxmlformats.org/officeDocument/2006/relationships/image" Target="../media/image2259.png"/></Relationships>
</file>

<file path=ppt/slides/_rels/slide68.xml.rels><?xml version="1.0" encoding="UTF-8" standalone="yes"?><Relationships xmlns="http://schemas.openxmlformats.org/package/2006/relationships"><Relationship Id="rId40" Type="http://schemas.openxmlformats.org/officeDocument/2006/relationships/image" Target="../media/image2380.png"/><Relationship Id="rId42" Type="http://schemas.openxmlformats.org/officeDocument/2006/relationships/image" Target="../media/image2388.png"/><Relationship Id="rId41" Type="http://schemas.openxmlformats.org/officeDocument/2006/relationships/image" Target="../media/image2370.png"/><Relationship Id="rId44" Type="http://schemas.openxmlformats.org/officeDocument/2006/relationships/image" Target="../media/image2375.png"/><Relationship Id="rId43" Type="http://schemas.openxmlformats.org/officeDocument/2006/relationships/image" Target="../media/image2371.png"/><Relationship Id="rId46" Type="http://schemas.openxmlformats.org/officeDocument/2006/relationships/image" Target="../media/image2379.png"/><Relationship Id="rId45" Type="http://schemas.openxmlformats.org/officeDocument/2006/relationships/image" Target="../media/image2376.png"/><Relationship Id="rId48" Type="http://schemas.openxmlformats.org/officeDocument/2006/relationships/image" Target="../media/image2385.png"/><Relationship Id="rId47" Type="http://schemas.openxmlformats.org/officeDocument/2006/relationships/image" Target="../media/image2373.png"/><Relationship Id="rId49" Type="http://schemas.openxmlformats.org/officeDocument/2006/relationships/image" Target="../media/image2389.png"/><Relationship Id="rId31" Type="http://schemas.openxmlformats.org/officeDocument/2006/relationships/image" Target="../media/image2362.png"/><Relationship Id="rId30" Type="http://schemas.openxmlformats.org/officeDocument/2006/relationships/image" Target="../media/image2361.png"/><Relationship Id="rId33" Type="http://schemas.openxmlformats.org/officeDocument/2006/relationships/image" Target="../media/image2366.png"/><Relationship Id="rId32" Type="http://schemas.openxmlformats.org/officeDocument/2006/relationships/image" Target="../media/image2377.png"/><Relationship Id="rId35" Type="http://schemas.openxmlformats.org/officeDocument/2006/relationships/image" Target="../media/image2363.png"/><Relationship Id="rId34" Type="http://schemas.openxmlformats.org/officeDocument/2006/relationships/image" Target="../media/image2359.png"/><Relationship Id="rId37" Type="http://schemas.openxmlformats.org/officeDocument/2006/relationships/image" Target="../media/image2369.png"/><Relationship Id="rId36" Type="http://schemas.openxmlformats.org/officeDocument/2006/relationships/image" Target="../media/image2365.png"/><Relationship Id="rId39" Type="http://schemas.openxmlformats.org/officeDocument/2006/relationships/image" Target="../media/image2367.png"/><Relationship Id="rId38" Type="http://schemas.openxmlformats.org/officeDocument/2006/relationships/image" Target="../media/image2368.png"/><Relationship Id="rId20" Type="http://schemas.openxmlformats.org/officeDocument/2006/relationships/image" Target="../media/image2349.png"/><Relationship Id="rId22" Type="http://schemas.openxmlformats.org/officeDocument/2006/relationships/image" Target="../media/image2355.png"/><Relationship Id="rId21" Type="http://schemas.openxmlformats.org/officeDocument/2006/relationships/image" Target="../media/image2347.png"/><Relationship Id="rId24" Type="http://schemas.openxmlformats.org/officeDocument/2006/relationships/image" Target="../media/image2356.png"/><Relationship Id="rId23" Type="http://schemas.openxmlformats.org/officeDocument/2006/relationships/image" Target="../media/image2364.png"/><Relationship Id="rId26" Type="http://schemas.openxmlformats.org/officeDocument/2006/relationships/image" Target="../media/image2357.png"/><Relationship Id="rId25" Type="http://schemas.openxmlformats.org/officeDocument/2006/relationships/image" Target="../media/image2351.png"/><Relationship Id="rId28" Type="http://schemas.openxmlformats.org/officeDocument/2006/relationships/image" Target="../media/image2354.png"/><Relationship Id="rId27" Type="http://schemas.openxmlformats.org/officeDocument/2006/relationships/image" Target="../media/image2352.png"/><Relationship Id="rId29" Type="http://schemas.openxmlformats.org/officeDocument/2006/relationships/image" Target="../media/image2374.png"/><Relationship Id="rId11" Type="http://schemas.openxmlformats.org/officeDocument/2006/relationships/image" Target="../media/image2339.png"/><Relationship Id="rId10" Type="http://schemas.openxmlformats.org/officeDocument/2006/relationships/image" Target="../media/image2331.png"/><Relationship Id="rId13" Type="http://schemas.openxmlformats.org/officeDocument/2006/relationships/image" Target="../media/image2353.png"/><Relationship Id="rId12" Type="http://schemas.openxmlformats.org/officeDocument/2006/relationships/image" Target="../media/image2360.png"/><Relationship Id="rId15" Type="http://schemas.openxmlformats.org/officeDocument/2006/relationships/image" Target="../media/image2340.png"/><Relationship Id="rId14" Type="http://schemas.openxmlformats.org/officeDocument/2006/relationships/image" Target="../media/image2343.png"/><Relationship Id="rId17" Type="http://schemas.openxmlformats.org/officeDocument/2006/relationships/image" Target="../media/image2350.png"/><Relationship Id="rId16" Type="http://schemas.openxmlformats.org/officeDocument/2006/relationships/image" Target="../media/image2344.png"/><Relationship Id="rId19" Type="http://schemas.openxmlformats.org/officeDocument/2006/relationships/image" Target="../media/image2348.png"/><Relationship Id="rId18" Type="http://schemas.openxmlformats.org/officeDocument/2006/relationships/image" Target="../media/image234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8.xml"/><Relationship Id="rId3" Type="http://schemas.openxmlformats.org/officeDocument/2006/relationships/image" Target="../media/image2325.png"/><Relationship Id="rId4" Type="http://schemas.openxmlformats.org/officeDocument/2006/relationships/image" Target="../media/image2333.png"/><Relationship Id="rId9" Type="http://schemas.openxmlformats.org/officeDocument/2006/relationships/image" Target="../media/image2336.png"/><Relationship Id="rId5" Type="http://schemas.openxmlformats.org/officeDocument/2006/relationships/image" Target="../media/image2335.png"/><Relationship Id="rId6" Type="http://schemas.openxmlformats.org/officeDocument/2006/relationships/image" Target="../media/image2338.png"/><Relationship Id="rId7" Type="http://schemas.openxmlformats.org/officeDocument/2006/relationships/image" Target="../media/image2332.png"/><Relationship Id="rId8" Type="http://schemas.openxmlformats.org/officeDocument/2006/relationships/image" Target="../media/image2341.png"/><Relationship Id="rId51" Type="http://schemas.openxmlformats.org/officeDocument/2006/relationships/image" Target="../media/image2386.png"/><Relationship Id="rId50" Type="http://schemas.openxmlformats.org/officeDocument/2006/relationships/image" Target="../media/image2372.png"/><Relationship Id="rId53" Type="http://schemas.openxmlformats.org/officeDocument/2006/relationships/image" Target="../media/image2378.png"/><Relationship Id="rId52" Type="http://schemas.openxmlformats.org/officeDocument/2006/relationships/image" Target="../media/image2391.png"/><Relationship Id="rId55" Type="http://schemas.openxmlformats.org/officeDocument/2006/relationships/image" Target="../media/image2399.png"/><Relationship Id="rId54" Type="http://schemas.openxmlformats.org/officeDocument/2006/relationships/image" Target="../media/image2384.png"/><Relationship Id="rId56" Type="http://schemas.openxmlformats.org/officeDocument/2006/relationships/image" Target="../media/image2383.png"/></Relationships>
</file>

<file path=ppt/slides/_rels/slide69.xml.rels><?xml version="1.0" encoding="UTF-8" standalone="yes"?><Relationships xmlns="http://schemas.openxmlformats.org/package/2006/relationships"><Relationship Id="rId31" Type="http://schemas.openxmlformats.org/officeDocument/2006/relationships/image" Target="../media/image220.png"/><Relationship Id="rId30" Type="http://schemas.openxmlformats.org/officeDocument/2006/relationships/image" Target="../media/image2416.png"/><Relationship Id="rId33" Type="http://schemas.openxmlformats.org/officeDocument/2006/relationships/image" Target="../media/image209.png"/><Relationship Id="rId32" Type="http://schemas.openxmlformats.org/officeDocument/2006/relationships/image" Target="../media/image203.png"/><Relationship Id="rId34" Type="http://schemas.openxmlformats.org/officeDocument/2006/relationships/image" Target="../media/image2418.png"/><Relationship Id="rId20" Type="http://schemas.openxmlformats.org/officeDocument/2006/relationships/image" Target="../media/image2403.png"/><Relationship Id="rId22" Type="http://schemas.openxmlformats.org/officeDocument/2006/relationships/image" Target="../media/image2407.png"/><Relationship Id="rId21" Type="http://schemas.openxmlformats.org/officeDocument/2006/relationships/image" Target="../media/image2409.png"/><Relationship Id="rId24" Type="http://schemas.openxmlformats.org/officeDocument/2006/relationships/image" Target="../media/image2410.png"/><Relationship Id="rId23" Type="http://schemas.openxmlformats.org/officeDocument/2006/relationships/image" Target="../media/image2408.png"/><Relationship Id="rId26" Type="http://schemas.openxmlformats.org/officeDocument/2006/relationships/image" Target="../media/image2411.png"/><Relationship Id="rId25" Type="http://schemas.openxmlformats.org/officeDocument/2006/relationships/image" Target="../media/image2412.png"/><Relationship Id="rId28" Type="http://schemas.openxmlformats.org/officeDocument/2006/relationships/image" Target="../media/image2415.png"/><Relationship Id="rId27" Type="http://schemas.openxmlformats.org/officeDocument/2006/relationships/image" Target="../media/image2413.png"/><Relationship Id="rId29" Type="http://schemas.openxmlformats.org/officeDocument/2006/relationships/image" Target="../media/image2414.png"/><Relationship Id="rId11" Type="http://schemas.openxmlformats.org/officeDocument/2006/relationships/image" Target="../media/image2394.png"/><Relationship Id="rId10" Type="http://schemas.openxmlformats.org/officeDocument/2006/relationships/image" Target="../media/image2396.png"/><Relationship Id="rId13" Type="http://schemas.openxmlformats.org/officeDocument/2006/relationships/image" Target="../media/image2392.png"/><Relationship Id="rId12" Type="http://schemas.openxmlformats.org/officeDocument/2006/relationships/image" Target="../media/image2401.png"/><Relationship Id="rId15" Type="http://schemas.openxmlformats.org/officeDocument/2006/relationships/image" Target="../media/image2393.png"/><Relationship Id="rId14" Type="http://schemas.openxmlformats.org/officeDocument/2006/relationships/image" Target="../media/image2400.png"/><Relationship Id="rId17" Type="http://schemas.openxmlformats.org/officeDocument/2006/relationships/image" Target="../media/image2405.png"/><Relationship Id="rId16" Type="http://schemas.openxmlformats.org/officeDocument/2006/relationships/image" Target="../media/image2398.png"/><Relationship Id="rId19" Type="http://schemas.openxmlformats.org/officeDocument/2006/relationships/image" Target="../media/image2404.png"/><Relationship Id="rId18" Type="http://schemas.openxmlformats.org/officeDocument/2006/relationships/image" Target="../media/image240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9.xml"/><Relationship Id="rId3" Type="http://schemas.openxmlformats.org/officeDocument/2006/relationships/image" Target="../media/image2387.png"/><Relationship Id="rId4" Type="http://schemas.openxmlformats.org/officeDocument/2006/relationships/image" Target="../media/image2381.png"/><Relationship Id="rId9" Type="http://schemas.openxmlformats.org/officeDocument/2006/relationships/image" Target="../media/image2390.png"/><Relationship Id="rId5" Type="http://schemas.openxmlformats.org/officeDocument/2006/relationships/image" Target="../media/image2382.png"/><Relationship Id="rId6" Type="http://schemas.openxmlformats.org/officeDocument/2006/relationships/image" Target="../media/image2395.png"/><Relationship Id="rId7" Type="http://schemas.openxmlformats.org/officeDocument/2006/relationships/image" Target="../media/image2397.png"/><Relationship Id="rId8" Type="http://schemas.openxmlformats.org/officeDocument/2006/relationships/image" Target="../media/image2402.png"/></Relationships>
</file>

<file path=ppt/slides/_rels/slide70.xml.rels><?xml version="1.0" encoding="UTF-8" standalone="yes"?><Relationships xmlns="http://schemas.openxmlformats.org/package/2006/relationships"><Relationship Id="rId40" Type="http://schemas.openxmlformats.org/officeDocument/2006/relationships/image" Target="../media/image2460.png"/><Relationship Id="rId42" Type="http://schemas.openxmlformats.org/officeDocument/2006/relationships/image" Target="../media/image2456.png"/><Relationship Id="rId41" Type="http://schemas.openxmlformats.org/officeDocument/2006/relationships/image" Target="../media/image2455.png"/><Relationship Id="rId44" Type="http://schemas.openxmlformats.org/officeDocument/2006/relationships/image" Target="../media/image2459.png"/><Relationship Id="rId43" Type="http://schemas.openxmlformats.org/officeDocument/2006/relationships/image" Target="../media/image2469.png"/><Relationship Id="rId46" Type="http://schemas.openxmlformats.org/officeDocument/2006/relationships/image" Target="../media/image2472.png"/><Relationship Id="rId45" Type="http://schemas.openxmlformats.org/officeDocument/2006/relationships/image" Target="../media/image2461.png"/><Relationship Id="rId48" Type="http://schemas.openxmlformats.org/officeDocument/2006/relationships/image" Target="../media/image2462.png"/><Relationship Id="rId47" Type="http://schemas.openxmlformats.org/officeDocument/2006/relationships/image" Target="../media/image2480.png"/><Relationship Id="rId49" Type="http://schemas.openxmlformats.org/officeDocument/2006/relationships/image" Target="../media/image2464.png"/><Relationship Id="rId31" Type="http://schemas.openxmlformats.org/officeDocument/2006/relationships/image" Target="../media/image2444.png"/><Relationship Id="rId30" Type="http://schemas.openxmlformats.org/officeDocument/2006/relationships/image" Target="../media/image2450.png"/><Relationship Id="rId33" Type="http://schemas.openxmlformats.org/officeDocument/2006/relationships/image" Target="../media/image2443.png"/><Relationship Id="rId32" Type="http://schemas.openxmlformats.org/officeDocument/2006/relationships/image" Target="../media/image2441.png"/><Relationship Id="rId35" Type="http://schemas.openxmlformats.org/officeDocument/2006/relationships/image" Target="../media/image2446.png"/><Relationship Id="rId34" Type="http://schemas.openxmlformats.org/officeDocument/2006/relationships/image" Target="../media/image2451.png"/><Relationship Id="rId37" Type="http://schemas.openxmlformats.org/officeDocument/2006/relationships/image" Target="../media/image2457.png"/><Relationship Id="rId36" Type="http://schemas.openxmlformats.org/officeDocument/2006/relationships/image" Target="../media/image2453.png"/><Relationship Id="rId39" Type="http://schemas.openxmlformats.org/officeDocument/2006/relationships/image" Target="../media/image2454.png"/><Relationship Id="rId38" Type="http://schemas.openxmlformats.org/officeDocument/2006/relationships/image" Target="../media/image2448.png"/><Relationship Id="rId20" Type="http://schemas.openxmlformats.org/officeDocument/2006/relationships/image" Target="../media/image2437.png"/><Relationship Id="rId22" Type="http://schemas.openxmlformats.org/officeDocument/2006/relationships/image" Target="../media/image2426.png"/><Relationship Id="rId21" Type="http://schemas.openxmlformats.org/officeDocument/2006/relationships/image" Target="../media/image2445.png"/><Relationship Id="rId24" Type="http://schemas.openxmlformats.org/officeDocument/2006/relationships/image" Target="../media/image2436.png"/><Relationship Id="rId23" Type="http://schemas.openxmlformats.org/officeDocument/2006/relationships/image" Target="../media/image2438.png"/><Relationship Id="rId26" Type="http://schemas.openxmlformats.org/officeDocument/2006/relationships/image" Target="../media/image2442.png"/><Relationship Id="rId25" Type="http://schemas.openxmlformats.org/officeDocument/2006/relationships/image" Target="../media/image2433.png"/><Relationship Id="rId28" Type="http://schemas.openxmlformats.org/officeDocument/2006/relationships/image" Target="../media/image2439.png"/><Relationship Id="rId27" Type="http://schemas.openxmlformats.org/officeDocument/2006/relationships/image" Target="../media/image2449.png"/><Relationship Id="rId29" Type="http://schemas.openxmlformats.org/officeDocument/2006/relationships/image" Target="../media/image2447.png"/><Relationship Id="rId11" Type="http://schemas.openxmlformats.org/officeDocument/2006/relationships/image" Target="../media/image2422.png"/><Relationship Id="rId10" Type="http://schemas.openxmlformats.org/officeDocument/2006/relationships/image" Target="../media/image2424.png"/><Relationship Id="rId13" Type="http://schemas.openxmlformats.org/officeDocument/2006/relationships/image" Target="../media/image2428.png"/><Relationship Id="rId12" Type="http://schemas.openxmlformats.org/officeDocument/2006/relationships/image" Target="../media/image2432.png"/><Relationship Id="rId15" Type="http://schemas.openxmlformats.org/officeDocument/2006/relationships/image" Target="../media/image2425.png"/><Relationship Id="rId14" Type="http://schemas.openxmlformats.org/officeDocument/2006/relationships/image" Target="../media/image2434.png"/><Relationship Id="rId17" Type="http://schemas.openxmlformats.org/officeDocument/2006/relationships/image" Target="../media/image2435.png"/><Relationship Id="rId16" Type="http://schemas.openxmlformats.org/officeDocument/2006/relationships/image" Target="../media/image2430.png"/><Relationship Id="rId19" Type="http://schemas.openxmlformats.org/officeDocument/2006/relationships/image" Target="../media/image2427.png"/><Relationship Id="rId18" Type="http://schemas.openxmlformats.org/officeDocument/2006/relationships/image" Target="../media/image244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0.xml"/><Relationship Id="rId3" Type="http://schemas.openxmlformats.org/officeDocument/2006/relationships/image" Target="../media/image2421.png"/><Relationship Id="rId4" Type="http://schemas.openxmlformats.org/officeDocument/2006/relationships/image" Target="../media/image2420.png"/><Relationship Id="rId9" Type="http://schemas.openxmlformats.org/officeDocument/2006/relationships/image" Target="../media/image2423.png"/><Relationship Id="rId5" Type="http://schemas.openxmlformats.org/officeDocument/2006/relationships/image" Target="../media/image2417.png"/><Relationship Id="rId6" Type="http://schemas.openxmlformats.org/officeDocument/2006/relationships/image" Target="../media/image2419.png"/><Relationship Id="rId7" Type="http://schemas.openxmlformats.org/officeDocument/2006/relationships/image" Target="../media/image2429.png"/><Relationship Id="rId8" Type="http://schemas.openxmlformats.org/officeDocument/2006/relationships/image" Target="../media/image2431.png"/><Relationship Id="rId73" Type="http://schemas.openxmlformats.org/officeDocument/2006/relationships/image" Target="../media/image2493.png"/><Relationship Id="rId72" Type="http://schemas.openxmlformats.org/officeDocument/2006/relationships/image" Target="../media/image2486.png"/><Relationship Id="rId75" Type="http://schemas.openxmlformats.org/officeDocument/2006/relationships/image" Target="../media/image152.png"/><Relationship Id="rId74" Type="http://schemas.openxmlformats.org/officeDocument/2006/relationships/image" Target="../media/image2488.png"/><Relationship Id="rId77" Type="http://schemas.openxmlformats.org/officeDocument/2006/relationships/image" Target="../media/image127.png"/><Relationship Id="rId76" Type="http://schemas.openxmlformats.org/officeDocument/2006/relationships/image" Target="../media/image134.png"/><Relationship Id="rId78" Type="http://schemas.openxmlformats.org/officeDocument/2006/relationships/image" Target="../media/image2484.png"/><Relationship Id="rId71" Type="http://schemas.openxmlformats.org/officeDocument/2006/relationships/image" Target="../media/image2508.png"/><Relationship Id="rId70" Type="http://schemas.openxmlformats.org/officeDocument/2006/relationships/image" Target="../media/image2487.png"/><Relationship Id="rId62" Type="http://schemas.openxmlformats.org/officeDocument/2006/relationships/image" Target="../media/image2479.png"/><Relationship Id="rId61" Type="http://schemas.openxmlformats.org/officeDocument/2006/relationships/image" Target="../media/image2483.png"/><Relationship Id="rId64" Type="http://schemas.openxmlformats.org/officeDocument/2006/relationships/image" Target="../media/image2481.png"/><Relationship Id="rId63" Type="http://schemas.openxmlformats.org/officeDocument/2006/relationships/image" Target="../media/image2489.png"/><Relationship Id="rId66" Type="http://schemas.openxmlformats.org/officeDocument/2006/relationships/image" Target="../media/image2492.png"/><Relationship Id="rId65" Type="http://schemas.openxmlformats.org/officeDocument/2006/relationships/image" Target="../media/image2478.png"/><Relationship Id="rId68" Type="http://schemas.openxmlformats.org/officeDocument/2006/relationships/image" Target="../media/image2485.png"/><Relationship Id="rId67" Type="http://schemas.openxmlformats.org/officeDocument/2006/relationships/image" Target="../media/image2477.png"/><Relationship Id="rId60" Type="http://schemas.openxmlformats.org/officeDocument/2006/relationships/image" Target="../media/image2467.png"/><Relationship Id="rId69" Type="http://schemas.openxmlformats.org/officeDocument/2006/relationships/image" Target="../media/image2494.png"/><Relationship Id="rId51" Type="http://schemas.openxmlformats.org/officeDocument/2006/relationships/image" Target="../media/image2468.png"/><Relationship Id="rId50" Type="http://schemas.openxmlformats.org/officeDocument/2006/relationships/image" Target="../media/image2466.png"/><Relationship Id="rId53" Type="http://schemas.openxmlformats.org/officeDocument/2006/relationships/image" Target="../media/image2471.png"/><Relationship Id="rId52" Type="http://schemas.openxmlformats.org/officeDocument/2006/relationships/image" Target="../media/image2463.png"/><Relationship Id="rId55" Type="http://schemas.openxmlformats.org/officeDocument/2006/relationships/image" Target="../media/image2470.png"/><Relationship Id="rId54" Type="http://schemas.openxmlformats.org/officeDocument/2006/relationships/image" Target="../media/image2482.png"/><Relationship Id="rId57" Type="http://schemas.openxmlformats.org/officeDocument/2006/relationships/image" Target="../media/image2475.png"/><Relationship Id="rId56" Type="http://schemas.openxmlformats.org/officeDocument/2006/relationships/image" Target="../media/image2474.png"/><Relationship Id="rId59" Type="http://schemas.openxmlformats.org/officeDocument/2006/relationships/image" Target="../media/image2465.png"/><Relationship Id="rId58" Type="http://schemas.openxmlformats.org/officeDocument/2006/relationships/image" Target="../media/image2473.png"/></Relationships>
</file>

<file path=ppt/slides/_rels/slide71.xml.rels><?xml version="1.0" encoding="UTF-8" standalone="yes"?><Relationships xmlns="http://schemas.openxmlformats.org/package/2006/relationships"><Relationship Id="rId40" Type="http://schemas.openxmlformats.org/officeDocument/2006/relationships/image" Target="../media/image2532.png"/><Relationship Id="rId42" Type="http://schemas.openxmlformats.org/officeDocument/2006/relationships/image" Target="../media/image2538.png"/><Relationship Id="rId41" Type="http://schemas.openxmlformats.org/officeDocument/2006/relationships/image" Target="../media/image2533.png"/><Relationship Id="rId44" Type="http://schemas.openxmlformats.org/officeDocument/2006/relationships/image" Target="../media/image2537.png"/><Relationship Id="rId43" Type="http://schemas.openxmlformats.org/officeDocument/2006/relationships/image" Target="../media/image2545.png"/><Relationship Id="rId46" Type="http://schemas.openxmlformats.org/officeDocument/2006/relationships/image" Target="../media/image2548.png"/><Relationship Id="rId45" Type="http://schemas.openxmlformats.org/officeDocument/2006/relationships/image" Target="../media/image2542.png"/><Relationship Id="rId105" Type="http://schemas.openxmlformats.org/officeDocument/2006/relationships/image" Target="../media/image2595.png"/><Relationship Id="rId104" Type="http://schemas.openxmlformats.org/officeDocument/2006/relationships/image" Target="../media/image127.png"/><Relationship Id="rId48" Type="http://schemas.openxmlformats.org/officeDocument/2006/relationships/image" Target="../media/image2527.png"/><Relationship Id="rId47" Type="http://schemas.openxmlformats.org/officeDocument/2006/relationships/image" Target="../media/image2534.png"/><Relationship Id="rId49" Type="http://schemas.openxmlformats.org/officeDocument/2006/relationships/image" Target="../media/image2541.png"/><Relationship Id="rId103" Type="http://schemas.openxmlformats.org/officeDocument/2006/relationships/image" Target="../media/image134.png"/><Relationship Id="rId102" Type="http://schemas.openxmlformats.org/officeDocument/2006/relationships/image" Target="../media/image152.png"/><Relationship Id="rId101" Type="http://schemas.openxmlformats.org/officeDocument/2006/relationships/image" Target="../media/image2597.png"/><Relationship Id="rId100" Type="http://schemas.openxmlformats.org/officeDocument/2006/relationships/image" Target="../media/image2591.png"/><Relationship Id="rId31" Type="http://schemas.openxmlformats.org/officeDocument/2006/relationships/image" Target="../media/image2521.png"/><Relationship Id="rId30" Type="http://schemas.openxmlformats.org/officeDocument/2006/relationships/image" Target="../media/image2520.png"/><Relationship Id="rId33" Type="http://schemas.openxmlformats.org/officeDocument/2006/relationships/image" Target="../media/image2531.png"/><Relationship Id="rId32" Type="http://schemas.openxmlformats.org/officeDocument/2006/relationships/image" Target="../media/image2526.png"/><Relationship Id="rId35" Type="http://schemas.openxmlformats.org/officeDocument/2006/relationships/image" Target="../media/image2530.png"/><Relationship Id="rId34" Type="http://schemas.openxmlformats.org/officeDocument/2006/relationships/image" Target="../media/image2525.png"/><Relationship Id="rId37" Type="http://schemas.openxmlformats.org/officeDocument/2006/relationships/image" Target="../media/image2523.png"/><Relationship Id="rId36" Type="http://schemas.openxmlformats.org/officeDocument/2006/relationships/image" Target="../media/image2524.png"/><Relationship Id="rId39" Type="http://schemas.openxmlformats.org/officeDocument/2006/relationships/image" Target="../media/image2550.png"/><Relationship Id="rId38" Type="http://schemas.openxmlformats.org/officeDocument/2006/relationships/image" Target="../media/image2528.png"/><Relationship Id="rId20" Type="http://schemas.openxmlformats.org/officeDocument/2006/relationships/image" Target="../media/image2517.png"/><Relationship Id="rId22" Type="http://schemas.openxmlformats.org/officeDocument/2006/relationships/image" Target="../media/image2511.png"/><Relationship Id="rId21" Type="http://schemas.openxmlformats.org/officeDocument/2006/relationships/image" Target="../media/image2507.png"/><Relationship Id="rId24" Type="http://schemas.openxmlformats.org/officeDocument/2006/relationships/image" Target="../media/image2510.png"/><Relationship Id="rId23" Type="http://schemas.openxmlformats.org/officeDocument/2006/relationships/image" Target="../media/image2518.png"/><Relationship Id="rId26" Type="http://schemas.openxmlformats.org/officeDocument/2006/relationships/image" Target="../media/image2519.png"/><Relationship Id="rId25" Type="http://schemas.openxmlformats.org/officeDocument/2006/relationships/image" Target="../media/image2509.png"/><Relationship Id="rId28" Type="http://schemas.openxmlformats.org/officeDocument/2006/relationships/image" Target="../media/image2522.png"/><Relationship Id="rId27" Type="http://schemas.openxmlformats.org/officeDocument/2006/relationships/image" Target="../media/image2516.png"/><Relationship Id="rId29" Type="http://schemas.openxmlformats.org/officeDocument/2006/relationships/image" Target="../media/image2513.png"/><Relationship Id="rId95" Type="http://schemas.openxmlformats.org/officeDocument/2006/relationships/image" Target="../media/image2588.png"/><Relationship Id="rId94" Type="http://schemas.openxmlformats.org/officeDocument/2006/relationships/image" Target="../media/image2583.png"/><Relationship Id="rId97" Type="http://schemas.openxmlformats.org/officeDocument/2006/relationships/image" Target="../media/image2592.png"/><Relationship Id="rId96" Type="http://schemas.openxmlformats.org/officeDocument/2006/relationships/image" Target="../media/image2590.png"/><Relationship Id="rId11" Type="http://schemas.openxmlformats.org/officeDocument/2006/relationships/image" Target="../media/image2503.png"/><Relationship Id="rId99" Type="http://schemas.openxmlformats.org/officeDocument/2006/relationships/image" Target="../media/image2585.png"/><Relationship Id="rId10" Type="http://schemas.openxmlformats.org/officeDocument/2006/relationships/image" Target="../media/image2497.png"/><Relationship Id="rId98" Type="http://schemas.openxmlformats.org/officeDocument/2006/relationships/image" Target="../media/image2598.png"/><Relationship Id="rId13" Type="http://schemas.openxmlformats.org/officeDocument/2006/relationships/image" Target="../media/image2500.png"/><Relationship Id="rId12" Type="http://schemas.openxmlformats.org/officeDocument/2006/relationships/image" Target="../media/image2496.png"/><Relationship Id="rId91" Type="http://schemas.openxmlformats.org/officeDocument/2006/relationships/image" Target="../media/image2578.png"/><Relationship Id="rId90" Type="http://schemas.openxmlformats.org/officeDocument/2006/relationships/image" Target="../media/image2575.png"/><Relationship Id="rId93" Type="http://schemas.openxmlformats.org/officeDocument/2006/relationships/image" Target="../media/image2605.png"/><Relationship Id="rId92" Type="http://schemas.openxmlformats.org/officeDocument/2006/relationships/image" Target="../media/image2589.png"/><Relationship Id="rId15" Type="http://schemas.openxmlformats.org/officeDocument/2006/relationships/image" Target="../media/image2502.png"/><Relationship Id="rId14" Type="http://schemas.openxmlformats.org/officeDocument/2006/relationships/image" Target="../media/image2514.png"/><Relationship Id="rId17" Type="http://schemas.openxmlformats.org/officeDocument/2006/relationships/image" Target="../media/image2515.png"/><Relationship Id="rId16" Type="http://schemas.openxmlformats.org/officeDocument/2006/relationships/image" Target="../media/image2501.png"/><Relationship Id="rId19" Type="http://schemas.openxmlformats.org/officeDocument/2006/relationships/image" Target="../media/image2512.png"/><Relationship Id="rId18" Type="http://schemas.openxmlformats.org/officeDocument/2006/relationships/image" Target="../media/image2506.png"/><Relationship Id="rId84" Type="http://schemas.openxmlformats.org/officeDocument/2006/relationships/image" Target="../media/image2571.png"/><Relationship Id="rId83" Type="http://schemas.openxmlformats.org/officeDocument/2006/relationships/image" Target="../media/image2581.png"/><Relationship Id="rId86" Type="http://schemas.openxmlformats.org/officeDocument/2006/relationships/image" Target="../media/image2587.png"/><Relationship Id="rId85" Type="http://schemas.openxmlformats.org/officeDocument/2006/relationships/image" Target="../media/image2576.png"/><Relationship Id="rId88" Type="http://schemas.openxmlformats.org/officeDocument/2006/relationships/image" Target="../media/image2579.png"/><Relationship Id="rId87" Type="http://schemas.openxmlformats.org/officeDocument/2006/relationships/image" Target="../media/image2577.png"/><Relationship Id="rId89" Type="http://schemas.openxmlformats.org/officeDocument/2006/relationships/image" Target="../media/image2580.png"/><Relationship Id="rId80" Type="http://schemas.openxmlformats.org/officeDocument/2006/relationships/image" Target="../media/image2574.png"/><Relationship Id="rId82" Type="http://schemas.openxmlformats.org/officeDocument/2006/relationships/image" Target="../media/image2573.png"/><Relationship Id="rId81" Type="http://schemas.openxmlformats.org/officeDocument/2006/relationships/image" Target="../media/image256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1.xml"/><Relationship Id="rId3" Type="http://schemas.openxmlformats.org/officeDocument/2006/relationships/image" Target="../media/image2495.png"/><Relationship Id="rId4" Type="http://schemas.openxmlformats.org/officeDocument/2006/relationships/image" Target="../media/image2505.png"/><Relationship Id="rId9" Type="http://schemas.openxmlformats.org/officeDocument/2006/relationships/image" Target="../media/image2504.png"/><Relationship Id="rId5" Type="http://schemas.openxmlformats.org/officeDocument/2006/relationships/image" Target="../media/image2498.png"/><Relationship Id="rId6" Type="http://schemas.openxmlformats.org/officeDocument/2006/relationships/image" Target="../media/image2491.png"/><Relationship Id="rId7" Type="http://schemas.openxmlformats.org/officeDocument/2006/relationships/image" Target="../media/image2490.png"/><Relationship Id="rId8" Type="http://schemas.openxmlformats.org/officeDocument/2006/relationships/image" Target="../media/image2499.png"/><Relationship Id="rId73" Type="http://schemas.openxmlformats.org/officeDocument/2006/relationships/image" Target="../media/image2584.png"/><Relationship Id="rId72" Type="http://schemas.openxmlformats.org/officeDocument/2006/relationships/image" Target="../media/image2553.png"/><Relationship Id="rId75" Type="http://schemas.openxmlformats.org/officeDocument/2006/relationships/image" Target="../media/image2559.png"/><Relationship Id="rId74" Type="http://schemas.openxmlformats.org/officeDocument/2006/relationships/image" Target="../media/image2567.png"/><Relationship Id="rId77" Type="http://schemas.openxmlformats.org/officeDocument/2006/relationships/image" Target="../media/image2566.png"/><Relationship Id="rId76" Type="http://schemas.openxmlformats.org/officeDocument/2006/relationships/image" Target="../media/image2570.png"/><Relationship Id="rId79" Type="http://schemas.openxmlformats.org/officeDocument/2006/relationships/image" Target="../media/image2586.png"/><Relationship Id="rId78" Type="http://schemas.openxmlformats.org/officeDocument/2006/relationships/image" Target="../media/image2565.png"/><Relationship Id="rId71" Type="http://schemas.openxmlformats.org/officeDocument/2006/relationships/image" Target="../media/image2568.png"/><Relationship Id="rId70" Type="http://schemas.openxmlformats.org/officeDocument/2006/relationships/image" Target="../media/image2562.png"/><Relationship Id="rId62" Type="http://schemas.openxmlformats.org/officeDocument/2006/relationships/image" Target="../media/image2557.png"/><Relationship Id="rId61" Type="http://schemas.openxmlformats.org/officeDocument/2006/relationships/image" Target="../media/image2551.png"/><Relationship Id="rId64" Type="http://schemas.openxmlformats.org/officeDocument/2006/relationships/image" Target="../media/image2564.png"/><Relationship Id="rId63" Type="http://schemas.openxmlformats.org/officeDocument/2006/relationships/image" Target="../media/image2558.png"/><Relationship Id="rId66" Type="http://schemas.openxmlformats.org/officeDocument/2006/relationships/image" Target="../media/image2563.png"/><Relationship Id="rId65" Type="http://schemas.openxmlformats.org/officeDocument/2006/relationships/image" Target="../media/image2560.png"/><Relationship Id="rId68" Type="http://schemas.openxmlformats.org/officeDocument/2006/relationships/image" Target="../media/image2561.png"/><Relationship Id="rId67" Type="http://schemas.openxmlformats.org/officeDocument/2006/relationships/image" Target="../media/image2554.png"/><Relationship Id="rId60" Type="http://schemas.openxmlformats.org/officeDocument/2006/relationships/image" Target="../media/image2547.png"/><Relationship Id="rId69" Type="http://schemas.openxmlformats.org/officeDocument/2006/relationships/image" Target="../media/image2555.png"/><Relationship Id="rId51" Type="http://schemas.openxmlformats.org/officeDocument/2006/relationships/image" Target="../media/image2536.png"/><Relationship Id="rId50" Type="http://schemas.openxmlformats.org/officeDocument/2006/relationships/image" Target="../media/image2539.png"/><Relationship Id="rId53" Type="http://schemas.openxmlformats.org/officeDocument/2006/relationships/image" Target="../media/image2535.png"/><Relationship Id="rId52" Type="http://schemas.openxmlformats.org/officeDocument/2006/relationships/image" Target="../media/image2529.png"/><Relationship Id="rId55" Type="http://schemas.openxmlformats.org/officeDocument/2006/relationships/image" Target="../media/image2556.png"/><Relationship Id="rId54" Type="http://schemas.openxmlformats.org/officeDocument/2006/relationships/image" Target="../media/image2549.png"/><Relationship Id="rId57" Type="http://schemas.openxmlformats.org/officeDocument/2006/relationships/image" Target="../media/image2540.png"/><Relationship Id="rId56" Type="http://schemas.openxmlformats.org/officeDocument/2006/relationships/image" Target="../media/image2543.png"/><Relationship Id="rId59" Type="http://schemas.openxmlformats.org/officeDocument/2006/relationships/image" Target="../media/image2552.png"/><Relationship Id="rId58" Type="http://schemas.openxmlformats.org/officeDocument/2006/relationships/image" Target="../media/image2544.png"/></Relationships>
</file>

<file path=ppt/slides/_rels/slide72.xml.rels><?xml version="1.0" encoding="UTF-8" standalone="yes"?><Relationships xmlns="http://schemas.openxmlformats.org/package/2006/relationships"><Relationship Id="rId10" Type="http://schemas.openxmlformats.org/officeDocument/2006/relationships/image" Target="../media/image260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2.xml"/><Relationship Id="rId3" Type="http://schemas.openxmlformats.org/officeDocument/2006/relationships/image" Target="../media/image2593.png"/><Relationship Id="rId4" Type="http://schemas.openxmlformats.org/officeDocument/2006/relationships/image" Target="../media/image2594.png"/><Relationship Id="rId9" Type="http://schemas.openxmlformats.org/officeDocument/2006/relationships/image" Target="../media/image127.png"/><Relationship Id="rId5" Type="http://schemas.openxmlformats.org/officeDocument/2006/relationships/image" Target="../media/image2603.png"/><Relationship Id="rId6" Type="http://schemas.openxmlformats.org/officeDocument/2006/relationships/image" Target="../media/image2602.png"/><Relationship Id="rId7" Type="http://schemas.openxmlformats.org/officeDocument/2006/relationships/image" Target="../media/image152.png"/><Relationship Id="rId8" Type="http://schemas.openxmlformats.org/officeDocument/2006/relationships/image" Target="../media/image134.png"/></Relationships>
</file>

<file path=ppt/slides/_rels/slide73.xml.rels><?xml version="1.0" encoding="UTF-8" standalone="yes"?><Relationships xmlns="http://schemas.openxmlformats.org/package/2006/relationships"><Relationship Id="rId40" Type="http://schemas.openxmlformats.org/officeDocument/2006/relationships/image" Target="../media/image2644.png"/><Relationship Id="rId42" Type="http://schemas.openxmlformats.org/officeDocument/2006/relationships/image" Target="../media/image2638.png"/><Relationship Id="rId41" Type="http://schemas.openxmlformats.org/officeDocument/2006/relationships/image" Target="../media/image2639.png"/><Relationship Id="rId44" Type="http://schemas.openxmlformats.org/officeDocument/2006/relationships/image" Target="../media/image2642.png"/><Relationship Id="rId43" Type="http://schemas.openxmlformats.org/officeDocument/2006/relationships/image" Target="../media/image2640.png"/><Relationship Id="rId46" Type="http://schemas.openxmlformats.org/officeDocument/2006/relationships/image" Target="../media/image2646.png"/><Relationship Id="rId45" Type="http://schemas.openxmlformats.org/officeDocument/2006/relationships/image" Target="../media/image2645.png"/><Relationship Id="rId48" Type="http://schemas.openxmlformats.org/officeDocument/2006/relationships/image" Target="../media/image2655.png"/><Relationship Id="rId47" Type="http://schemas.openxmlformats.org/officeDocument/2006/relationships/image" Target="../media/image2643.png"/><Relationship Id="rId49" Type="http://schemas.openxmlformats.org/officeDocument/2006/relationships/image" Target="../media/image2647.png"/><Relationship Id="rId31" Type="http://schemas.openxmlformats.org/officeDocument/2006/relationships/image" Target="../media/image2630.png"/><Relationship Id="rId30" Type="http://schemas.openxmlformats.org/officeDocument/2006/relationships/image" Target="../media/image2627.png"/><Relationship Id="rId33" Type="http://schemas.openxmlformats.org/officeDocument/2006/relationships/image" Target="../media/image2633.png"/><Relationship Id="rId32" Type="http://schemas.openxmlformats.org/officeDocument/2006/relationships/image" Target="../media/image2631.png"/><Relationship Id="rId35" Type="http://schemas.openxmlformats.org/officeDocument/2006/relationships/image" Target="../media/image2632.png"/><Relationship Id="rId34" Type="http://schemas.openxmlformats.org/officeDocument/2006/relationships/image" Target="../media/image2629.png"/><Relationship Id="rId37" Type="http://schemas.openxmlformats.org/officeDocument/2006/relationships/image" Target="../media/image2634.png"/><Relationship Id="rId36" Type="http://schemas.openxmlformats.org/officeDocument/2006/relationships/image" Target="../media/image2635.png"/><Relationship Id="rId39" Type="http://schemas.openxmlformats.org/officeDocument/2006/relationships/image" Target="../media/image2637.png"/><Relationship Id="rId38" Type="http://schemas.openxmlformats.org/officeDocument/2006/relationships/image" Target="../media/image2636.png"/><Relationship Id="rId20" Type="http://schemas.openxmlformats.org/officeDocument/2006/relationships/image" Target="../media/image2623.png"/><Relationship Id="rId22" Type="http://schemas.openxmlformats.org/officeDocument/2006/relationships/image" Target="../media/image2621.png"/><Relationship Id="rId21" Type="http://schemas.openxmlformats.org/officeDocument/2006/relationships/image" Target="../media/image2618.png"/><Relationship Id="rId24" Type="http://schemas.openxmlformats.org/officeDocument/2006/relationships/image" Target="../media/image2622.png"/><Relationship Id="rId23" Type="http://schemas.openxmlformats.org/officeDocument/2006/relationships/image" Target="../media/image2617.png"/><Relationship Id="rId26" Type="http://schemas.openxmlformats.org/officeDocument/2006/relationships/image" Target="../media/image2620.png"/><Relationship Id="rId25" Type="http://schemas.openxmlformats.org/officeDocument/2006/relationships/image" Target="../media/image2626.png"/><Relationship Id="rId28" Type="http://schemas.openxmlformats.org/officeDocument/2006/relationships/image" Target="../media/image2628.png"/><Relationship Id="rId27" Type="http://schemas.openxmlformats.org/officeDocument/2006/relationships/image" Target="../media/image2641.png"/><Relationship Id="rId29" Type="http://schemas.openxmlformats.org/officeDocument/2006/relationships/image" Target="../media/image2625.png"/><Relationship Id="rId11" Type="http://schemas.openxmlformats.org/officeDocument/2006/relationships/image" Target="../media/image2608.png"/><Relationship Id="rId10" Type="http://schemas.openxmlformats.org/officeDocument/2006/relationships/image" Target="../media/image2604.png"/><Relationship Id="rId13" Type="http://schemas.openxmlformats.org/officeDocument/2006/relationships/image" Target="../media/image2612.png"/><Relationship Id="rId12" Type="http://schemas.openxmlformats.org/officeDocument/2006/relationships/image" Target="../media/image2616.png"/><Relationship Id="rId15" Type="http://schemas.openxmlformats.org/officeDocument/2006/relationships/image" Target="../media/image2615.png"/><Relationship Id="rId14" Type="http://schemas.openxmlformats.org/officeDocument/2006/relationships/image" Target="../media/image2624.png"/><Relationship Id="rId17" Type="http://schemas.openxmlformats.org/officeDocument/2006/relationships/image" Target="../media/image2607.png"/><Relationship Id="rId16" Type="http://schemas.openxmlformats.org/officeDocument/2006/relationships/image" Target="../media/image2606.png"/><Relationship Id="rId19" Type="http://schemas.openxmlformats.org/officeDocument/2006/relationships/image" Target="../media/image2619.png"/><Relationship Id="rId18" Type="http://schemas.openxmlformats.org/officeDocument/2006/relationships/image" Target="../media/image2614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3.xml"/><Relationship Id="rId3" Type="http://schemas.openxmlformats.org/officeDocument/2006/relationships/image" Target="../media/image2600.png"/><Relationship Id="rId4" Type="http://schemas.openxmlformats.org/officeDocument/2006/relationships/image" Target="../media/image2596.png"/><Relationship Id="rId9" Type="http://schemas.openxmlformats.org/officeDocument/2006/relationships/image" Target="../media/image2613.png"/><Relationship Id="rId5" Type="http://schemas.openxmlformats.org/officeDocument/2006/relationships/image" Target="../media/image2599.png"/><Relationship Id="rId6" Type="http://schemas.openxmlformats.org/officeDocument/2006/relationships/image" Target="../media/image2611.png"/><Relationship Id="rId7" Type="http://schemas.openxmlformats.org/officeDocument/2006/relationships/image" Target="../media/image2610.png"/><Relationship Id="rId8" Type="http://schemas.openxmlformats.org/officeDocument/2006/relationships/image" Target="../media/image2609.png"/><Relationship Id="rId51" Type="http://schemas.openxmlformats.org/officeDocument/2006/relationships/image" Target="../media/image2650.png"/><Relationship Id="rId50" Type="http://schemas.openxmlformats.org/officeDocument/2006/relationships/image" Target="../media/image2648.png"/><Relationship Id="rId53" Type="http://schemas.openxmlformats.org/officeDocument/2006/relationships/image" Target="../media/image2652.png"/><Relationship Id="rId52" Type="http://schemas.openxmlformats.org/officeDocument/2006/relationships/image" Target="../media/image2649.png"/><Relationship Id="rId55" Type="http://schemas.openxmlformats.org/officeDocument/2006/relationships/image" Target="../media/image134.png"/><Relationship Id="rId54" Type="http://schemas.openxmlformats.org/officeDocument/2006/relationships/image" Target="../media/image152.png"/><Relationship Id="rId57" Type="http://schemas.openxmlformats.org/officeDocument/2006/relationships/image" Target="../media/image2651.png"/><Relationship Id="rId56" Type="http://schemas.openxmlformats.org/officeDocument/2006/relationships/image" Target="../media/image127.png"/></Relationships>
</file>

<file path=ppt/slides/_rels/slide74.xml.rels><?xml version="1.0" encoding="UTF-8" standalone="yes"?><Relationships xmlns="http://schemas.openxmlformats.org/package/2006/relationships"><Relationship Id="rId40" Type="http://schemas.openxmlformats.org/officeDocument/2006/relationships/image" Target="../media/image2694.png"/><Relationship Id="rId42" Type="http://schemas.openxmlformats.org/officeDocument/2006/relationships/image" Target="../media/image2693.png"/><Relationship Id="rId41" Type="http://schemas.openxmlformats.org/officeDocument/2006/relationships/image" Target="../media/image2696.png"/><Relationship Id="rId44" Type="http://schemas.openxmlformats.org/officeDocument/2006/relationships/image" Target="../media/image2692.png"/><Relationship Id="rId43" Type="http://schemas.openxmlformats.org/officeDocument/2006/relationships/image" Target="../media/image2701.png"/><Relationship Id="rId46" Type="http://schemas.openxmlformats.org/officeDocument/2006/relationships/image" Target="../media/image2698.png"/><Relationship Id="rId45" Type="http://schemas.openxmlformats.org/officeDocument/2006/relationships/image" Target="../media/image2695.png"/><Relationship Id="rId48" Type="http://schemas.openxmlformats.org/officeDocument/2006/relationships/image" Target="../media/image2703.png"/><Relationship Id="rId47" Type="http://schemas.openxmlformats.org/officeDocument/2006/relationships/image" Target="../media/image2700.png"/><Relationship Id="rId49" Type="http://schemas.openxmlformats.org/officeDocument/2006/relationships/image" Target="../media/image2697.png"/><Relationship Id="rId100" Type="http://schemas.openxmlformats.org/officeDocument/2006/relationships/image" Target="../media/image2749.png"/><Relationship Id="rId31" Type="http://schemas.openxmlformats.org/officeDocument/2006/relationships/image" Target="../media/image2683.png"/><Relationship Id="rId30" Type="http://schemas.openxmlformats.org/officeDocument/2006/relationships/image" Target="../media/image2680.png"/><Relationship Id="rId33" Type="http://schemas.openxmlformats.org/officeDocument/2006/relationships/image" Target="../media/image2690.png"/><Relationship Id="rId32" Type="http://schemas.openxmlformats.org/officeDocument/2006/relationships/image" Target="../media/image2686.png"/><Relationship Id="rId35" Type="http://schemas.openxmlformats.org/officeDocument/2006/relationships/image" Target="../media/image2684.png"/><Relationship Id="rId34" Type="http://schemas.openxmlformats.org/officeDocument/2006/relationships/image" Target="../media/image2688.png"/><Relationship Id="rId37" Type="http://schemas.openxmlformats.org/officeDocument/2006/relationships/image" Target="../media/image2687.png"/><Relationship Id="rId36" Type="http://schemas.openxmlformats.org/officeDocument/2006/relationships/image" Target="../media/image2685.png"/><Relationship Id="rId39" Type="http://schemas.openxmlformats.org/officeDocument/2006/relationships/image" Target="../media/image2682.png"/><Relationship Id="rId38" Type="http://schemas.openxmlformats.org/officeDocument/2006/relationships/image" Target="../media/image2689.png"/><Relationship Id="rId20" Type="http://schemas.openxmlformats.org/officeDocument/2006/relationships/image" Target="../media/image2679.png"/><Relationship Id="rId22" Type="http://schemas.openxmlformats.org/officeDocument/2006/relationships/image" Target="../media/image2663.png"/><Relationship Id="rId21" Type="http://schemas.openxmlformats.org/officeDocument/2006/relationships/image" Target="../media/image2675.png"/><Relationship Id="rId24" Type="http://schemas.openxmlformats.org/officeDocument/2006/relationships/image" Target="../media/image2678.png"/><Relationship Id="rId23" Type="http://schemas.openxmlformats.org/officeDocument/2006/relationships/image" Target="../media/image2677.png"/><Relationship Id="rId26" Type="http://schemas.openxmlformats.org/officeDocument/2006/relationships/image" Target="../media/image2672.png"/><Relationship Id="rId25" Type="http://schemas.openxmlformats.org/officeDocument/2006/relationships/image" Target="../media/image2674.png"/><Relationship Id="rId28" Type="http://schemas.openxmlformats.org/officeDocument/2006/relationships/image" Target="../media/image2676.png"/><Relationship Id="rId27" Type="http://schemas.openxmlformats.org/officeDocument/2006/relationships/image" Target="../media/image2681.png"/><Relationship Id="rId29" Type="http://schemas.openxmlformats.org/officeDocument/2006/relationships/image" Target="../media/image2673.png"/><Relationship Id="rId95" Type="http://schemas.openxmlformats.org/officeDocument/2006/relationships/image" Target="../media/image2751.png"/><Relationship Id="rId94" Type="http://schemas.openxmlformats.org/officeDocument/2006/relationships/image" Target="../media/image2743.png"/><Relationship Id="rId97" Type="http://schemas.openxmlformats.org/officeDocument/2006/relationships/image" Target="../media/image152.png"/><Relationship Id="rId96" Type="http://schemas.openxmlformats.org/officeDocument/2006/relationships/image" Target="../media/image2744.png"/><Relationship Id="rId11" Type="http://schemas.openxmlformats.org/officeDocument/2006/relationships/image" Target="../media/image2659.png"/><Relationship Id="rId99" Type="http://schemas.openxmlformats.org/officeDocument/2006/relationships/image" Target="../media/image127.png"/><Relationship Id="rId10" Type="http://schemas.openxmlformats.org/officeDocument/2006/relationships/image" Target="../media/image2669.png"/><Relationship Id="rId98" Type="http://schemas.openxmlformats.org/officeDocument/2006/relationships/image" Target="../media/image134.png"/><Relationship Id="rId13" Type="http://schemas.openxmlformats.org/officeDocument/2006/relationships/image" Target="../media/image2666.png"/><Relationship Id="rId12" Type="http://schemas.openxmlformats.org/officeDocument/2006/relationships/image" Target="../media/image2664.png"/><Relationship Id="rId91" Type="http://schemas.openxmlformats.org/officeDocument/2006/relationships/image" Target="../media/image2746.png"/><Relationship Id="rId90" Type="http://schemas.openxmlformats.org/officeDocument/2006/relationships/image" Target="../media/image2741.png"/><Relationship Id="rId93" Type="http://schemas.openxmlformats.org/officeDocument/2006/relationships/image" Target="../media/image2739.png"/><Relationship Id="rId92" Type="http://schemas.openxmlformats.org/officeDocument/2006/relationships/image" Target="../media/image2745.png"/><Relationship Id="rId15" Type="http://schemas.openxmlformats.org/officeDocument/2006/relationships/image" Target="../media/image2661.png"/><Relationship Id="rId14" Type="http://schemas.openxmlformats.org/officeDocument/2006/relationships/image" Target="../media/image2662.png"/><Relationship Id="rId17" Type="http://schemas.openxmlformats.org/officeDocument/2006/relationships/image" Target="../media/image2665.png"/><Relationship Id="rId16" Type="http://schemas.openxmlformats.org/officeDocument/2006/relationships/image" Target="../media/image2667.png"/><Relationship Id="rId19" Type="http://schemas.openxmlformats.org/officeDocument/2006/relationships/image" Target="../media/image2670.png"/><Relationship Id="rId18" Type="http://schemas.openxmlformats.org/officeDocument/2006/relationships/image" Target="../media/image2668.png"/><Relationship Id="rId84" Type="http://schemas.openxmlformats.org/officeDocument/2006/relationships/image" Target="../media/image2740.png"/><Relationship Id="rId83" Type="http://schemas.openxmlformats.org/officeDocument/2006/relationships/image" Target="../media/image2732.png"/><Relationship Id="rId86" Type="http://schemas.openxmlformats.org/officeDocument/2006/relationships/image" Target="../media/image2735.png"/><Relationship Id="rId85" Type="http://schemas.openxmlformats.org/officeDocument/2006/relationships/image" Target="../media/image2733.png"/><Relationship Id="rId88" Type="http://schemas.openxmlformats.org/officeDocument/2006/relationships/image" Target="../media/image2742.png"/><Relationship Id="rId87" Type="http://schemas.openxmlformats.org/officeDocument/2006/relationships/image" Target="../media/image2736.png"/><Relationship Id="rId89" Type="http://schemas.openxmlformats.org/officeDocument/2006/relationships/image" Target="../media/image2738.png"/><Relationship Id="rId80" Type="http://schemas.openxmlformats.org/officeDocument/2006/relationships/image" Target="../media/image2734.png"/><Relationship Id="rId82" Type="http://schemas.openxmlformats.org/officeDocument/2006/relationships/image" Target="../media/image2737.png"/><Relationship Id="rId81" Type="http://schemas.openxmlformats.org/officeDocument/2006/relationships/image" Target="../media/image272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4.xml"/><Relationship Id="rId3" Type="http://schemas.openxmlformats.org/officeDocument/2006/relationships/image" Target="../media/image2656.png"/><Relationship Id="rId4" Type="http://schemas.openxmlformats.org/officeDocument/2006/relationships/image" Target="../media/image2660.png"/><Relationship Id="rId9" Type="http://schemas.openxmlformats.org/officeDocument/2006/relationships/image" Target="../media/image2671.png"/><Relationship Id="rId5" Type="http://schemas.openxmlformats.org/officeDocument/2006/relationships/image" Target="../media/image2658.png"/><Relationship Id="rId6" Type="http://schemas.openxmlformats.org/officeDocument/2006/relationships/image" Target="../media/image2657.png"/><Relationship Id="rId7" Type="http://schemas.openxmlformats.org/officeDocument/2006/relationships/image" Target="../media/image2653.png"/><Relationship Id="rId8" Type="http://schemas.openxmlformats.org/officeDocument/2006/relationships/image" Target="../media/image2654.png"/><Relationship Id="rId73" Type="http://schemas.openxmlformats.org/officeDocument/2006/relationships/image" Target="../media/image2722.png"/><Relationship Id="rId72" Type="http://schemas.openxmlformats.org/officeDocument/2006/relationships/image" Target="../media/image2719.png"/><Relationship Id="rId75" Type="http://schemas.openxmlformats.org/officeDocument/2006/relationships/image" Target="../media/image2728.png"/><Relationship Id="rId74" Type="http://schemas.openxmlformats.org/officeDocument/2006/relationships/image" Target="../media/image2727.png"/><Relationship Id="rId77" Type="http://schemas.openxmlformats.org/officeDocument/2006/relationships/image" Target="../media/image2731.png"/><Relationship Id="rId76" Type="http://schemas.openxmlformats.org/officeDocument/2006/relationships/image" Target="../media/image2724.png"/><Relationship Id="rId79" Type="http://schemas.openxmlformats.org/officeDocument/2006/relationships/image" Target="../media/image2729.png"/><Relationship Id="rId78" Type="http://schemas.openxmlformats.org/officeDocument/2006/relationships/image" Target="../media/image2730.png"/><Relationship Id="rId71" Type="http://schemas.openxmlformats.org/officeDocument/2006/relationships/image" Target="../media/image2721.png"/><Relationship Id="rId70" Type="http://schemas.openxmlformats.org/officeDocument/2006/relationships/image" Target="../media/image2720.png"/><Relationship Id="rId62" Type="http://schemas.openxmlformats.org/officeDocument/2006/relationships/image" Target="../media/image2716.png"/><Relationship Id="rId61" Type="http://schemas.openxmlformats.org/officeDocument/2006/relationships/image" Target="../media/image2712.png"/><Relationship Id="rId64" Type="http://schemas.openxmlformats.org/officeDocument/2006/relationships/image" Target="../media/image2725.png"/><Relationship Id="rId63" Type="http://schemas.openxmlformats.org/officeDocument/2006/relationships/image" Target="../media/image2708.png"/><Relationship Id="rId66" Type="http://schemas.openxmlformats.org/officeDocument/2006/relationships/image" Target="../media/image2705.png"/><Relationship Id="rId65" Type="http://schemas.openxmlformats.org/officeDocument/2006/relationships/image" Target="../media/image2717.png"/><Relationship Id="rId68" Type="http://schemas.openxmlformats.org/officeDocument/2006/relationships/image" Target="../media/image2714.png"/><Relationship Id="rId67" Type="http://schemas.openxmlformats.org/officeDocument/2006/relationships/image" Target="../media/image2715.png"/><Relationship Id="rId60" Type="http://schemas.openxmlformats.org/officeDocument/2006/relationships/image" Target="../media/image2710.png"/><Relationship Id="rId69" Type="http://schemas.openxmlformats.org/officeDocument/2006/relationships/image" Target="../media/image2718.png"/><Relationship Id="rId51" Type="http://schemas.openxmlformats.org/officeDocument/2006/relationships/image" Target="../media/image2704.png"/><Relationship Id="rId50" Type="http://schemas.openxmlformats.org/officeDocument/2006/relationships/image" Target="../media/image2691.png"/><Relationship Id="rId53" Type="http://schemas.openxmlformats.org/officeDocument/2006/relationships/image" Target="../media/image2713.png"/><Relationship Id="rId52" Type="http://schemas.openxmlformats.org/officeDocument/2006/relationships/image" Target="../media/image2702.png"/><Relationship Id="rId55" Type="http://schemas.openxmlformats.org/officeDocument/2006/relationships/image" Target="../media/image2707.png"/><Relationship Id="rId54" Type="http://schemas.openxmlformats.org/officeDocument/2006/relationships/image" Target="../media/image2723.png"/><Relationship Id="rId57" Type="http://schemas.openxmlformats.org/officeDocument/2006/relationships/image" Target="../media/image2711.png"/><Relationship Id="rId56" Type="http://schemas.openxmlformats.org/officeDocument/2006/relationships/image" Target="../media/image2706.png"/><Relationship Id="rId59" Type="http://schemas.openxmlformats.org/officeDocument/2006/relationships/image" Target="../media/image2709.png"/><Relationship Id="rId58" Type="http://schemas.openxmlformats.org/officeDocument/2006/relationships/image" Target="../media/image2699.png"/></Relationships>
</file>

<file path=ppt/slides/_rels/slide75.xml.rels><?xml version="1.0" encoding="UTF-8" standalone="yes"?><Relationships xmlns="http://schemas.openxmlformats.org/package/2006/relationships"><Relationship Id="rId31" Type="http://schemas.openxmlformats.org/officeDocument/2006/relationships/image" Target="../media/image2787.png"/><Relationship Id="rId30" Type="http://schemas.openxmlformats.org/officeDocument/2006/relationships/image" Target="../media/image127.png"/><Relationship Id="rId20" Type="http://schemas.openxmlformats.org/officeDocument/2006/relationships/image" Target="../media/image2766.png"/><Relationship Id="rId22" Type="http://schemas.openxmlformats.org/officeDocument/2006/relationships/image" Target="../media/image2765.png"/><Relationship Id="rId21" Type="http://schemas.openxmlformats.org/officeDocument/2006/relationships/image" Target="../media/image2783.png"/><Relationship Id="rId24" Type="http://schemas.openxmlformats.org/officeDocument/2006/relationships/image" Target="../media/image2759.png"/><Relationship Id="rId23" Type="http://schemas.openxmlformats.org/officeDocument/2006/relationships/image" Target="../media/image2773.png"/><Relationship Id="rId26" Type="http://schemas.openxmlformats.org/officeDocument/2006/relationships/image" Target="../media/image2768.png"/><Relationship Id="rId25" Type="http://schemas.openxmlformats.org/officeDocument/2006/relationships/image" Target="../media/image2775.png"/><Relationship Id="rId28" Type="http://schemas.openxmlformats.org/officeDocument/2006/relationships/image" Target="../media/image152.png"/><Relationship Id="rId27" Type="http://schemas.openxmlformats.org/officeDocument/2006/relationships/image" Target="../media/image2776.png"/><Relationship Id="rId29" Type="http://schemas.openxmlformats.org/officeDocument/2006/relationships/image" Target="../media/image134.png"/><Relationship Id="rId11" Type="http://schemas.openxmlformats.org/officeDocument/2006/relationships/image" Target="../media/image2754.png"/><Relationship Id="rId10" Type="http://schemas.openxmlformats.org/officeDocument/2006/relationships/image" Target="../media/image2757.png"/><Relationship Id="rId13" Type="http://schemas.openxmlformats.org/officeDocument/2006/relationships/image" Target="../media/image2755.png"/><Relationship Id="rId12" Type="http://schemas.openxmlformats.org/officeDocument/2006/relationships/image" Target="../media/image2769.png"/><Relationship Id="rId15" Type="http://schemas.openxmlformats.org/officeDocument/2006/relationships/image" Target="../media/image2764.png"/><Relationship Id="rId14" Type="http://schemas.openxmlformats.org/officeDocument/2006/relationships/image" Target="../media/image2767.png"/><Relationship Id="rId17" Type="http://schemas.openxmlformats.org/officeDocument/2006/relationships/image" Target="../media/image2758.png"/><Relationship Id="rId16" Type="http://schemas.openxmlformats.org/officeDocument/2006/relationships/image" Target="../media/image2760.png"/><Relationship Id="rId19" Type="http://schemas.openxmlformats.org/officeDocument/2006/relationships/image" Target="../media/image2762.png"/><Relationship Id="rId18" Type="http://schemas.openxmlformats.org/officeDocument/2006/relationships/image" Target="../media/image276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5.xml"/><Relationship Id="rId3" Type="http://schemas.openxmlformats.org/officeDocument/2006/relationships/image" Target="../media/image2750.png"/><Relationship Id="rId4" Type="http://schemas.openxmlformats.org/officeDocument/2006/relationships/image" Target="../media/image2747.png"/><Relationship Id="rId9" Type="http://schemas.openxmlformats.org/officeDocument/2006/relationships/image" Target="../media/image2761.png"/><Relationship Id="rId5" Type="http://schemas.openxmlformats.org/officeDocument/2006/relationships/image" Target="../media/image2748.png"/><Relationship Id="rId6" Type="http://schemas.openxmlformats.org/officeDocument/2006/relationships/image" Target="../media/image2752.png"/><Relationship Id="rId7" Type="http://schemas.openxmlformats.org/officeDocument/2006/relationships/image" Target="../media/image2756.png"/><Relationship Id="rId8" Type="http://schemas.openxmlformats.org/officeDocument/2006/relationships/image" Target="../media/image2753.png"/></Relationships>
</file>

<file path=ppt/slides/_rels/slide76.xml.rels><?xml version="1.0" encoding="UTF-8" standalone="yes"?><Relationships xmlns="http://schemas.openxmlformats.org/package/2006/relationships"><Relationship Id="rId20" Type="http://schemas.openxmlformats.org/officeDocument/2006/relationships/image" Target="../media/image2790.png"/><Relationship Id="rId22" Type="http://schemas.openxmlformats.org/officeDocument/2006/relationships/image" Target="../media/image134.png"/><Relationship Id="rId21" Type="http://schemas.openxmlformats.org/officeDocument/2006/relationships/image" Target="../media/image152.png"/><Relationship Id="rId24" Type="http://schemas.openxmlformats.org/officeDocument/2006/relationships/image" Target="../media/image2807.png"/><Relationship Id="rId23" Type="http://schemas.openxmlformats.org/officeDocument/2006/relationships/image" Target="../media/image127.png"/><Relationship Id="rId11" Type="http://schemas.openxmlformats.org/officeDocument/2006/relationships/image" Target="../media/image2781.png"/><Relationship Id="rId10" Type="http://schemas.openxmlformats.org/officeDocument/2006/relationships/image" Target="../media/image2774.png"/><Relationship Id="rId13" Type="http://schemas.openxmlformats.org/officeDocument/2006/relationships/image" Target="../media/image2887.png"/><Relationship Id="rId12" Type="http://schemas.openxmlformats.org/officeDocument/2006/relationships/image" Target="../media/image2779.png"/><Relationship Id="rId15" Type="http://schemas.openxmlformats.org/officeDocument/2006/relationships/image" Target="../media/image2786.png"/><Relationship Id="rId14" Type="http://schemas.openxmlformats.org/officeDocument/2006/relationships/image" Target="../media/image2782.png"/><Relationship Id="rId17" Type="http://schemas.openxmlformats.org/officeDocument/2006/relationships/image" Target="../media/image2788.png"/><Relationship Id="rId16" Type="http://schemas.openxmlformats.org/officeDocument/2006/relationships/image" Target="../media/image2785.png"/><Relationship Id="rId19" Type="http://schemas.openxmlformats.org/officeDocument/2006/relationships/image" Target="../media/image2805.png"/><Relationship Id="rId18" Type="http://schemas.openxmlformats.org/officeDocument/2006/relationships/image" Target="../media/image279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6.xml"/><Relationship Id="rId3" Type="http://schemas.openxmlformats.org/officeDocument/2006/relationships/image" Target="../media/image734.png"/><Relationship Id="rId4" Type="http://schemas.openxmlformats.org/officeDocument/2006/relationships/image" Target="../media/image841.png"/><Relationship Id="rId9" Type="http://schemas.openxmlformats.org/officeDocument/2006/relationships/image" Target="../media/image2777.png"/><Relationship Id="rId5" Type="http://schemas.openxmlformats.org/officeDocument/2006/relationships/image" Target="../media/image2778.png"/><Relationship Id="rId6" Type="http://schemas.openxmlformats.org/officeDocument/2006/relationships/image" Target="../media/image2771.png"/><Relationship Id="rId7" Type="http://schemas.openxmlformats.org/officeDocument/2006/relationships/image" Target="../media/image2780.png"/><Relationship Id="rId8" Type="http://schemas.openxmlformats.org/officeDocument/2006/relationships/image" Target="../media/image2784.png"/></Relationships>
</file>

<file path=ppt/slides/_rels/slide77.xml.rels><?xml version="1.0" encoding="UTF-8" standalone="yes"?><Relationships xmlns="http://schemas.openxmlformats.org/package/2006/relationships"><Relationship Id="rId31" Type="http://schemas.openxmlformats.org/officeDocument/2006/relationships/image" Target="../media/image2820.png"/><Relationship Id="rId30" Type="http://schemas.openxmlformats.org/officeDocument/2006/relationships/image" Target="../media/image2817.png"/><Relationship Id="rId33" Type="http://schemas.openxmlformats.org/officeDocument/2006/relationships/image" Target="../media/image2819.png"/><Relationship Id="rId32" Type="http://schemas.openxmlformats.org/officeDocument/2006/relationships/image" Target="../media/image2828.png"/><Relationship Id="rId35" Type="http://schemas.openxmlformats.org/officeDocument/2006/relationships/image" Target="../media/image134.png"/><Relationship Id="rId34" Type="http://schemas.openxmlformats.org/officeDocument/2006/relationships/image" Target="../media/image152.png"/><Relationship Id="rId37" Type="http://schemas.openxmlformats.org/officeDocument/2006/relationships/image" Target="../media/image2818.png"/><Relationship Id="rId36" Type="http://schemas.openxmlformats.org/officeDocument/2006/relationships/image" Target="../media/image127.png"/><Relationship Id="rId20" Type="http://schemas.openxmlformats.org/officeDocument/2006/relationships/image" Target="../media/image2811.png"/><Relationship Id="rId22" Type="http://schemas.openxmlformats.org/officeDocument/2006/relationships/image" Target="../media/image2832.png"/><Relationship Id="rId21" Type="http://schemas.openxmlformats.org/officeDocument/2006/relationships/image" Target="../media/image2800.png"/><Relationship Id="rId24" Type="http://schemas.openxmlformats.org/officeDocument/2006/relationships/image" Target="../media/image2823.png"/><Relationship Id="rId23" Type="http://schemas.openxmlformats.org/officeDocument/2006/relationships/image" Target="../media/image2808.png"/><Relationship Id="rId26" Type="http://schemas.openxmlformats.org/officeDocument/2006/relationships/image" Target="../media/image2829.png"/><Relationship Id="rId25" Type="http://schemas.openxmlformats.org/officeDocument/2006/relationships/image" Target="../media/image2814.png"/><Relationship Id="rId28" Type="http://schemas.openxmlformats.org/officeDocument/2006/relationships/image" Target="../media/image2824.png"/><Relationship Id="rId27" Type="http://schemas.openxmlformats.org/officeDocument/2006/relationships/image" Target="../media/image2816.png"/><Relationship Id="rId29" Type="http://schemas.openxmlformats.org/officeDocument/2006/relationships/image" Target="../media/image2815.png"/><Relationship Id="rId11" Type="http://schemas.openxmlformats.org/officeDocument/2006/relationships/image" Target="../media/image2812.png"/><Relationship Id="rId10" Type="http://schemas.openxmlformats.org/officeDocument/2006/relationships/image" Target="../media/image2804.png"/><Relationship Id="rId13" Type="http://schemas.openxmlformats.org/officeDocument/2006/relationships/image" Target="../media/image2797.png"/><Relationship Id="rId12" Type="http://schemas.openxmlformats.org/officeDocument/2006/relationships/image" Target="../media/image2801.png"/><Relationship Id="rId15" Type="http://schemas.openxmlformats.org/officeDocument/2006/relationships/image" Target="../media/image2803.png"/><Relationship Id="rId14" Type="http://schemas.openxmlformats.org/officeDocument/2006/relationships/image" Target="../media/image2798.png"/><Relationship Id="rId17" Type="http://schemas.openxmlformats.org/officeDocument/2006/relationships/image" Target="../media/image2806.png"/><Relationship Id="rId16" Type="http://schemas.openxmlformats.org/officeDocument/2006/relationships/image" Target="../media/image2809.png"/><Relationship Id="rId19" Type="http://schemas.openxmlformats.org/officeDocument/2006/relationships/image" Target="../media/image2795.png"/><Relationship Id="rId18" Type="http://schemas.openxmlformats.org/officeDocument/2006/relationships/image" Target="../media/image2802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7.xml"/><Relationship Id="rId3" Type="http://schemas.openxmlformats.org/officeDocument/2006/relationships/image" Target="../media/image2793.png"/><Relationship Id="rId4" Type="http://schemas.openxmlformats.org/officeDocument/2006/relationships/image" Target="../media/image2792.png"/><Relationship Id="rId9" Type="http://schemas.openxmlformats.org/officeDocument/2006/relationships/image" Target="../media/image2796.png"/><Relationship Id="rId5" Type="http://schemas.openxmlformats.org/officeDocument/2006/relationships/image" Target="../media/image2789.png"/><Relationship Id="rId6" Type="http://schemas.openxmlformats.org/officeDocument/2006/relationships/image" Target="../media/image2810.png"/><Relationship Id="rId7" Type="http://schemas.openxmlformats.org/officeDocument/2006/relationships/image" Target="../media/image2799.png"/><Relationship Id="rId8" Type="http://schemas.openxmlformats.org/officeDocument/2006/relationships/image" Target="../media/image2794.png"/></Relationships>
</file>

<file path=ppt/slides/_rels/slide78.xml.rels><?xml version="1.0" encoding="UTF-8" standalone="yes"?><Relationships xmlns="http://schemas.openxmlformats.org/package/2006/relationships"><Relationship Id="rId40" Type="http://schemas.openxmlformats.org/officeDocument/2006/relationships/image" Target="../media/image2859.png"/><Relationship Id="rId42" Type="http://schemas.openxmlformats.org/officeDocument/2006/relationships/image" Target="../media/image2856.png"/><Relationship Id="rId41" Type="http://schemas.openxmlformats.org/officeDocument/2006/relationships/image" Target="../media/image2864.png"/><Relationship Id="rId44" Type="http://schemas.openxmlformats.org/officeDocument/2006/relationships/image" Target="../media/image2861.png"/><Relationship Id="rId43" Type="http://schemas.openxmlformats.org/officeDocument/2006/relationships/image" Target="../media/image2871.png"/><Relationship Id="rId46" Type="http://schemas.openxmlformats.org/officeDocument/2006/relationships/image" Target="../media/image2869.png"/><Relationship Id="rId45" Type="http://schemas.openxmlformats.org/officeDocument/2006/relationships/image" Target="../media/image2868.png"/><Relationship Id="rId48" Type="http://schemas.openxmlformats.org/officeDocument/2006/relationships/image" Target="../media/image134.png"/><Relationship Id="rId47" Type="http://schemas.openxmlformats.org/officeDocument/2006/relationships/image" Target="../media/image152.png"/><Relationship Id="rId49" Type="http://schemas.openxmlformats.org/officeDocument/2006/relationships/image" Target="../media/image127.png"/><Relationship Id="rId31" Type="http://schemas.openxmlformats.org/officeDocument/2006/relationships/image" Target="../media/image2850.png"/><Relationship Id="rId30" Type="http://schemas.openxmlformats.org/officeDocument/2006/relationships/image" Target="../media/image2854.png"/><Relationship Id="rId33" Type="http://schemas.openxmlformats.org/officeDocument/2006/relationships/image" Target="../media/image2847.png"/><Relationship Id="rId32" Type="http://schemas.openxmlformats.org/officeDocument/2006/relationships/image" Target="../media/image2858.png"/><Relationship Id="rId35" Type="http://schemas.openxmlformats.org/officeDocument/2006/relationships/image" Target="../media/image2846.png"/><Relationship Id="rId34" Type="http://schemas.openxmlformats.org/officeDocument/2006/relationships/image" Target="../media/image2848.png"/><Relationship Id="rId37" Type="http://schemas.openxmlformats.org/officeDocument/2006/relationships/image" Target="../media/image2860.png"/><Relationship Id="rId36" Type="http://schemas.openxmlformats.org/officeDocument/2006/relationships/image" Target="../media/image2855.png"/><Relationship Id="rId39" Type="http://schemas.openxmlformats.org/officeDocument/2006/relationships/image" Target="../media/image2865.png"/><Relationship Id="rId38" Type="http://schemas.openxmlformats.org/officeDocument/2006/relationships/image" Target="../media/image2863.png"/><Relationship Id="rId20" Type="http://schemas.openxmlformats.org/officeDocument/2006/relationships/image" Target="../media/image2852.png"/><Relationship Id="rId22" Type="http://schemas.openxmlformats.org/officeDocument/2006/relationships/image" Target="../media/image2836.png"/><Relationship Id="rId21" Type="http://schemas.openxmlformats.org/officeDocument/2006/relationships/image" Target="../media/image2833.png"/><Relationship Id="rId24" Type="http://schemas.openxmlformats.org/officeDocument/2006/relationships/image" Target="../media/image2835.png"/><Relationship Id="rId23" Type="http://schemas.openxmlformats.org/officeDocument/2006/relationships/image" Target="../media/image2840.png"/><Relationship Id="rId26" Type="http://schemas.openxmlformats.org/officeDocument/2006/relationships/image" Target="../media/image2843.png"/><Relationship Id="rId25" Type="http://schemas.openxmlformats.org/officeDocument/2006/relationships/image" Target="../media/image2839.png"/><Relationship Id="rId28" Type="http://schemas.openxmlformats.org/officeDocument/2006/relationships/image" Target="../media/image2844.png"/><Relationship Id="rId27" Type="http://schemas.openxmlformats.org/officeDocument/2006/relationships/image" Target="../media/image2853.png"/><Relationship Id="rId29" Type="http://schemas.openxmlformats.org/officeDocument/2006/relationships/image" Target="../media/image2849.png"/><Relationship Id="rId11" Type="http://schemas.openxmlformats.org/officeDocument/2006/relationships/image" Target="../media/image2837.png"/><Relationship Id="rId10" Type="http://schemas.openxmlformats.org/officeDocument/2006/relationships/image" Target="../media/image2825.png"/><Relationship Id="rId13" Type="http://schemas.openxmlformats.org/officeDocument/2006/relationships/image" Target="../media/image2838.png"/><Relationship Id="rId12" Type="http://schemas.openxmlformats.org/officeDocument/2006/relationships/image" Target="../media/image2822.png"/><Relationship Id="rId15" Type="http://schemas.openxmlformats.org/officeDocument/2006/relationships/image" Target="../media/image2834.png"/><Relationship Id="rId14" Type="http://schemas.openxmlformats.org/officeDocument/2006/relationships/image" Target="../media/image2831.png"/><Relationship Id="rId17" Type="http://schemas.openxmlformats.org/officeDocument/2006/relationships/image" Target="../media/image2845.png"/><Relationship Id="rId16" Type="http://schemas.openxmlformats.org/officeDocument/2006/relationships/image" Target="../media/image2830.png"/><Relationship Id="rId19" Type="http://schemas.openxmlformats.org/officeDocument/2006/relationships/image" Target="../media/image2842.png"/><Relationship Id="rId18" Type="http://schemas.openxmlformats.org/officeDocument/2006/relationships/image" Target="../media/image285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8.xml"/><Relationship Id="rId3" Type="http://schemas.openxmlformats.org/officeDocument/2006/relationships/image" Target="../media/image2821.png"/><Relationship Id="rId4" Type="http://schemas.openxmlformats.org/officeDocument/2006/relationships/image" Target="../media/image2827.png"/><Relationship Id="rId9" Type="http://schemas.openxmlformats.org/officeDocument/2006/relationships/image" Target="../media/image2867.png"/><Relationship Id="rId5" Type="http://schemas.openxmlformats.org/officeDocument/2006/relationships/image" Target="../media/image2813.png"/><Relationship Id="rId6" Type="http://schemas.openxmlformats.org/officeDocument/2006/relationships/image" Target="../media/image2857.png"/><Relationship Id="rId7" Type="http://schemas.openxmlformats.org/officeDocument/2006/relationships/image" Target="../media/image2826.png"/><Relationship Id="rId8" Type="http://schemas.openxmlformats.org/officeDocument/2006/relationships/image" Target="../media/image2841.png"/><Relationship Id="rId50" Type="http://schemas.openxmlformats.org/officeDocument/2006/relationships/image" Target="../media/image2872.png"/></Relationships>
</file>

<file path=ppt/slides/_rels/slide79.xml.rels><?xml version="1.0" encoding="UTF-8" standalone="yes"?><Relationships xmlns="http://schemas.openxmlformats.org/package/2006/relationships"><Relationship Id="rId11" Type="http://schemas.openxmlformats.org/officeDocument/2006/relationships/image" Target="../media/image127.png"/><Relationship Id="rId10" Type="http://schemas.openxmlformats.org/officeDocument/2006/relationships/image" Target="../media/image134.png"/><Relationship Id="rId12" Type="http://schemas.openxmlformats.org/officeDocument/2006/relationships/image" Target="../media/image287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9.xml"/><Relationship Id="rId3" Type="http://schemas.openxmlformats.org/officeDocument/2006/relationships/image" Target="../media/image2862.png"/><Relationship Id="rId4" Type="http://schemas.openxmlformats.org/officeDocument/2006/relationships/image" Target="../media/image2879.png"/><Relationship Id="rId9" Type="http://schemas.openxmlformats.org/officeDocument/2006/relationships/image" Target="../media/image152.png"/><Relationship Id="rId5" Type="http://schemas.openxmlformats.org/officeDocument/2006/relationships/image" Target="../media/image2866.png"/><Relationship Id="rId6" Type="http://schemas.openxmlformats.org/officeDocument/2006/relationships/image" Target="../media/image2874.png"/><Relationship Id="rId7" Type="http://schemas.openxmlformats.org/officeDocument/2006/relationships/image" Target="../media/image2873.png"/><Relationship Id="rId8" Type="http://schemas.openxmlformats.org/officeDocument/2006/relationships/image" Target="../media/image2877.png"/></Relationships>
</file>

<file path=ppt/slides/_rels/slide80.xml.rels><?xml version="1.0" encoding="UTF-8" standalone="yes"?><Relationships xmlns="http://schemas.openxmlformats.org/package/2006/relationships"><Relationship Id="rId40" Type="http://schemas.openxmlformats.org/officeDocument/2006/relationships/image" Target="../media/image2917.png"/><Relationship Id="rId42" Type="http://schemas.openxmlformats.org/officeDocument/2006/relationships/image" Target="../media/image2921.png"/><Relationship Id="rId41" Type="http://schemas.openxmlformats.org/officeDocument/2006/relationships/image" Target="../media/image2912.png"/><Relationship Id="rId44" Type="http://schemas.openxmlformats.org/officeDocument/2006/relationships/image" Target="../media/image2926.png"/><Relationship Id="rId43" Type="http://schemas.openxmlformats.org/officeDocument/2006/relationships/image" Target="../media/image2927.png"/><Relationship Id="rId46" Type="http://schemas.openxmlformats.org/officeDocument/2006/relationships/image" Target="../media/image2916.png"/><Relationship Id="rId45" Type="http://schemas.openxmlformats.org/officeDocument/2006/relationships/image" Target="../media/image2920.png"/><Relationship Id="rId48" Type="http://schemas.openxmlformats.org/officeDocument/2006/relationships/image" Target="../media/image2909.png"/><Relationship Id="rId47" Type="http://schemas.openxmlformats.org/officeDocument/2006/relationships/image" Target="../media/image2923.png"/><Relationship Id="rId49" Type="http://schemas.openxmlformats.org/officeDocument/2006/relationships/image" Target="../media/image2922.png"/><Relationship Id="rId31" Type="http://schemas.openxmlformats.org/officeDocument/2006/relationships/image" Target="../media/image2905.png"/><Relationship Id="rId30" Type="http://schemas.openxmlformats.org/officeDocument/2006/relationships/image" Target="../media/image2910.png"/><Relationship Id="rId33" Type="http://schemas.openxmlformats.org/officeDocument/2006/relationships/image" Target="../media/image2914.png"/><Relationship Id="rId32" Type="http://schemas.openxmlformats.org/officeDocument/2006/relationships/image" Target="../media/image2911.png"/><Relationship Id="rId35" Type="http://schemas.openxmlformats.org/officeDocument/2006/relationships/image" Target="../media/image2915.png"/><Relationship Id="rId34" Type="http://schemas.openxmlformats.org/officeDocument/2006/relationships/image" Target="../media/image2908.png"/><Relationship Id="rId37" Type="http://schemas.openxmlformats.org/officeDocument/2006/relationships/image" Target="../media/image2913.png"/><Relationship Id="rId36" Type="http://schemas.openxmlformats.org/officeDocument/2006/relationships/image" Target="../media/image2925.png"/><Relationship Id="rId39" Type="http://schemas.openxmlformats.org/officeDocument/2006/relationships/image" Target="../media/image2903.png"/><Relationship Id="rId38" Type="http://schemas.openxmlformats.org/officeDocument/2006/relationships/image" Target="../media/image2907.png"/><Relationship Id="rId20" Type="http://schemas.openxmlformats.org/officeDocument/2006/relationships/image" Target="../media/image2902.png"/><Relationship Id="rId22" Type="http://schemas.openxmlformats.org/officeDocument/2006/relationships/image" Target="../media/image2894.png"/><Relationship Id="rId21" Type="http://schemas.openxmlformats.org/officeDocument/2006/relationships/image" Target="../media/image2890.png"/><Relationship Id="rId24" Type="http://schemas.openxmlformats.org/officeDocument/2006/relationships/image" Target="../media/image2906.png"/><Relationship Id="rId23" Type="http://schemas.openxmlformats.org/officeDocument/2006/relationships/image" Target="../media/image2893.png"/><Relationship Id="rId26" Type="http://schemas.openxmlformats.org/officeDocument/2006/relationships/image" Target="../media/image2904.png"/><Relationship Id="rId25" Type="http://schemas.openxmlformats.org/officeDocument/2006/relationships/image" Target="../media/image2897.png"/><Relationship Id="rId28" Type="http://schemas.openxmlformats.org/officeDocument/2006/relationships/image" Target="../media/image2889.png"/><Relationship Id="rId27" Type="http://schemas.openxmlformats.org/officeDocument/2006/relationships/image" Target="../media/image2895.png"/><Relationship Id="rId29" Type="http://schemas.openxmlformats.org/officeDocument/2006/relationships/image" Target="../media/image2900.png"/><Relationship Id="rId11" Type="http://schemas.openxmlformats.org/officeDocument/2006/relationships/image" Target="../media/image2878.png"/><Relationship Id="rId10" Type="http://schemas.openxmlformats.org/officeDocument/2006/relationships/image" Target="../media/image2876.png"/><Relationship Id="rId13" Type="http://schemas.openxmlformats.org/officeDocument/2006/relationships/image" Target="../media/image2892.png"/><Relationship Id="rId12" Type="http://schemas.openxmlformats.org/officeDocument/2006/relationships/image" Target="../media/image2886.png"/><Relationship Id="rId15" Type="http://schemas.openxmlformats.org/officeDocument/2006/relationships/image" Target="../media/image2875.png"/><Relationship Id="rId14" Type="http://schemas.openxmlformats.org/officeDocument/2006/relationships/image" Target="../media/image2901.png"/><Relationship Id="rId17" Type="http://schemas.openxmlformats.org/officeDocument/2006/relationships/image" Target="../media/image2898.png"/><Relationship Id="rId16" Type="http://schemas.openxmlformats.org/officeDocument/2006/relationships/image" Target="../media/image2888.png"/><Relationship Id="rId19" Type="http://schemas.openxmlformats.org/officeDocument/2006/relationships/image" Target="../media/image2891.png"/><Relationship Id="rId18" Type="http://schemas.openxmlformats.org/officeDocument/2006/relationships/image" Target="../media/image2896.png"/><Relationship Id="rId84" Type="http://schemas.openxmlformats.org/officeDocument/2006/relationships/image" Target="../media/image2959.png"/><Relationship Id="rId83" Type="http://schemas.openxmlformats.org/officeDocument/2006/relationships/image" Target="../media/image2963.png"/><Relationship Id="rId86" Type="http://schemas.openxmlformats.org/officeDocument/2006/relationships/image" Target="../media/image2968.png"/><Relationship Id="rId85" Type="http://schemas.openxmlformats.org/officeDocument/2006/relationships/image" Target="../media/image2964.png"/><Relationship Id="rId80" Type="http://schemas.openxmlformats.org/officeDocument/2006/relationships/image" Target="../media/image2957.png"/><Relationship Id="rId82" Type="http://schemas.openxmlformats.org/officeDocument/2006/relationships/image" Target="../media/image2956.png"/><Relationship Id="rId81" Type="http://schemas.openxmlformats.org/officeDocument/2006/relationships/image" Target="../media/image2955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0.xml"/><Relationship Id="rId3" Type="http://schemas.openxmlformats.org/officeDocument/2006/relationships/image" Target="../media/image2899.png"/><Relationship Id="rId4" Type="http://schemas.openxmlformats.org/officeDocument/2006/relationships/image" Target="../media/image2880.png"/><Relationship Id="rId9" Type="http://schemas.openxmlformats.org/officeDocument/2006/relationships/image" Target="../media/image2885.png"/><Relationship Id="rId5" Type="http://schemas.openxmlformats.org/officeDocument/2006/relationships/image" Target="../media/image2883.png"/><Relationship Id="rId6" Type="http://schemas.openxmlformats.org/officeDocument/2006/relationships/image" Target="../media/image2884.png"/><Relationship Id="rId7" Type="http://schemas.openxmlformats.org/officeDocument/2006/relationships/image" Target="../media/image2881.png"/><Relationship Id="rId8" Type="http://schemas.openxmlformats.org/officeDocument/2006/relationships/image" Target="../media/image2882.png"/><Relationship Id="rId73" Type="http://schemas.openxmlformats.org/officeDocument/2006/relationships/image" Target="../media/image2950.png"/><Relationship Id="rId72" Type="http://schemas.openxmlformats.org/officeDocument/2006/relationships/image" Target="../media/image2948.png"/><Relationship Id="rId75" Type="http://schemas.openxmlformats.org/officeDocument/2006/relationships/image" Target="../media/image2953.png"/><Relationship Id="rId74" Type="http://schemas.openxmlformats.org/officeDocument/2006/relationships/image" Target="../media/image2966.png"/><Relationship Id="rId77" Type="http://schemas.openxmlformats.org/officeDocument/2006/relationships/image" Target="../media/image2947.png"/><Relationship Id="rId76" Type="http://schemas.openxmlformats.org/officeDocument/2006/relationships/image" Target="../media/image2954.png"/><Relationship Id="rId79" Type="http://schemas.openxmlformats.org/officeDocument/2006/relationships/image" Target="../media/image2951.png"/><Relationship Id="rId78" Type="http://schemas.openxmlformats.org/officeDocument/2006/relationships/image" Target="../media/image2949.png"/><Relationship Id="rId71" Type="http://schemas.openxmlformats.org/officeDocument/2006/relationships/image" Target="../media/image2938.png"/><Relationship Id="rId70" Type="http://schemas.openxmlformats.org/officeDocument/2006/relationships/image" Target="../media/image2942.png"/><Relationship Id="rId62" Type="http://schemas.openxmlformats.org/officeDocument/2006/relationships/image" Target="../media/image2940.png"/><Relationship Id="rId61" Type="http://schemas.openxmlformats.org/officeDocument/2006/relationships/image" Target="../media/image2930.png"/><Relationship Id="rId64" Type="http://schemas.openxmlformats.org/officeDocument/2006/relationships/image" Target="../media/image2934.png"/><Relationship Id="rId63" Type="http://schemas.openxmlformats.org/officeDocument/2006/relationships/image" Target="../media/image2946.png"/><Relationship Id="rId66" Type="http://schemas.openxmlformats.org/officeDocument/2006/relationships/image" Target="../media/image2945.png"/><Relationship Id="rId65" Type="http://schemas.openxmlformats.org/officeDocument/2006/relationships/image" Target="../media/image2939.png"/><Relationship Id="rId68" Type="http://schemas.openxmlformats.org/officeDocument/2006/relationships/image" Target="../media/image2933.png"/><Relationship Id="rId67" Type="http://schemas.openxmlformats.org/officeDocument/2006/relationships/image" Target="../media/image2941.png"/><Relationship Id="rId60" Type="http://schemas.openxmlformats.org/officeDocument/2006/relationships/image" Target="../media/image2931.png"/><Relationship Id="rId69" Type="http://schemas.openxmlformats.org/officeDocument/2006/relationships/image" Target="../media/image2944.png"/><Relationship Id="rId51" Type="http://schemas.openxmlformats.org/officeDocument/2006/relationships/image" Target="../media/image2918.png"/><Relationship Id="rId50" Type="http://schemas.openxmlformats.org/officeDocument/2006/relationships/image" Target="../media/image2919.png"/><Relationship Id="rId53" Type="http://schemas.openxmlformats.org/officeDocument/2006/relationships/image" Target="../media/image2943.png"/><Relationship Id="rId52" Type="http://schemas.openxmlformats.org/officeDocument/2006/relationships/image" Target="../media/image2929.png"/><Relationship Id="rId55" Type="http://schemas.openxmlformats.org/officeDocument/2006/relationships/image" Target="../media/image2928.png"/><Relationship Id="rId54" Type="http://schemas.openxmlformats.org/officeDocument/2006/relationships/image" Target="../media/image2924.png"/><Relationship Id="rId57" Type="http://schemas.openxmlformats.org/officeDocument/2006/relationships/image" Target="../media/image2937.png"/><Relationship Id="rId56" Type="http://schemas.openxmlformats.org/officeDocument/2006/relationships/image" Target="../media/image2932.png"/><Relationship Id="rId59" Type="http://schemas.openxmlformats.org/officeDocument/2006/relationships/image" Target="../media/image2936.png"/><Relationship Id="rId58" Type="http://schemas.openxmlformats.org/officeDocument/2006/relationships/image" Target="../media/image2935.png"/></Relationships>
</file>

<file path=ppt/slides/_rels/slide81.xml.rels><?xml version="1.0" encoding="UTF-8" standalone="yes"?><Relationships xmlns="http://schemas.openxmlformats.org/package/2006/relationships"><Relationship Id="rId40" Type="http://schemas.openxmlformats.org/officeDocument/2006/relationships/image" Target="../media/image3003.png"/><Relationship Id="rId42" Type="http://schemas.openxmlformats.org/officeDocument/2006/relationships/image" Target="../media/image3002.png"/><Relationship Id="rId41" Type="http://schemas.openxmlformats.org/officeDocument/2006/relationships/image" Target="../media/image2999.png"/><Relationship Id="rId44" Type="http://schemas.openxmlformats.org/officeDocument/2006/relationships/image" Target="../media/image3000.png"/><Relationship Id="rId43" Type="http://schemas.openxmlformats.org/officeDocument/2006/relationships/image" Target="../media/image2984.png"/><Relationship Id="rId46" Type="http://schemas.openxmlformats.org/officeDocument/2006/relationships/image" Target="../media/image2991.png"/><Relationship Id="rId45" Type="http://schemas.openxmlformats.org/officeDocument/2006/relationships/image" Target="../media/image3012.png"/><Relationship Id="rId48" Type="http://schemas.openxmlformats.org/officeDocument/2006/relationships/image" Target="../media/image3007.png"/><Relationship Id="rId47" Type="http://schemas.openxmlformats.org/officeDocument/2006/relationships/image" Target="../media/image3001.png"/><Relationship Id="rId49" Type="http://schemas.openxmlformats.org/officeDocument/2006/relationships/image" Target="../media/image3008.png"/><Relationship Id="rId31" Type="http://schemas.openxmlformats.org/officeDocument/2006/relationships/image" Target="../media/image3018.png"/><Relationship Id="rId30" Type="http://schemas.openxmlformats.org/officeDocument/2006/relationships/image" Target="../media/image2986.png"/><Relationship Id="rId33" Type="http://schemas.openxmlformats.org/officeDocument/2006/relationships/image" Target="../media/image2989.png"/><Relationship Id="rId32" Type="http://schemas.openxmlformats.org/officeDocument/2006/relationships/image" Target="../media/image3004.png"/><Relationship Id="rId35" Type="http://schemas.openxmlformats.org/officeDocument/2006/relationships/image" Target="../media/image3010.png"/><Relationship Id="rId34" Type="http://schemas.openxmlformats.org/officeDocument/2006/relationships/image" Target="../media/image2993.png"/><Relationship Id="rId37" Type="http://schemas.openxmlformats.org/officeDocument/2006/relationships/image" Target="../media/image2992.png"/><Relationship Id="rId36" Type="http://schemas.openxmlformats.org/officeDocument/2006/relationships/image" Target="../media/image2994.png"/><Relationship Id="rId39" Type="http://schemas.openxmlformats.org/officeDocument/2006/relationships/image" Target="../media/image2990.png"/><Relationship Id="rId38" Type="http://schemas.openxmlformats.org/officeDocument/2006/relationships/image" Target="../media/image3011.png"/><Relationship Id="rId20" Type="http://schemas.openxmlformats.org/officeDocument/2006/relationships/image" Target="../media/image2983.png"/><Relationship Id="rId22" Type="http://schemas.openxmlformats.org/officeDocument/2006/relationships/image" Target="../media/image2976.png"/><Relationship Id="rId21" Type="http://schemas.openxmlformats.org/officeDocument/2006/relationships/image" Target="../media/image2971.png"/><Relationship Id="rId24" Type="http://schemas.openxmlformats.org/officeDocument/2006/relationships/image" Target="../media/image2980.png"/><Relationship Id="rId23" Type="http://schemas.openxmlformats.org/officeDocument/2006/relationships/image" Target="../media/image2979.png"/><Relationship Id="rId26" Type="http://schemas.openxmlformats.org/officeDocument/2006/relationships/image" Target="../media/image2969.png"/><Relationship Id="rId25" Type="http://schemas.openxmlformats.org/officeDocument/2006/relationships/image" Target="../media/image2975.png"/><Relationship Id="rId28" Type="http://schemas.openxmlformats.org/officeDocument/2006/relationships/image" Target="../media/image2987.png"/><Relationship Id="rId27" Type="http://schemas.openxmlformats.org/officeDocument/2006/relationships/image" Target="../media/image2988.png"/><Relationship Id="rId29" Type="http://schemas.openxmlformats.org/officeDocument/2006/relationships/image" Target="../media/image2996.png"/><Relationship Id="rId11" Type="http://schemas.openxmlformats.org/officeDocument/2006/relationships/image" Target="../media/image2973.png"/><Relationship Id="rId10" Type="http://schemas.openxmlformats.org/officeDocument/2006/relationships/image" Target="../media/image2978.png"/><Relationship Id="rId13" Type="http://schemas.openxmlformats.org/officeDocument/2006/relationships/image" Target="../media/image2970.png"/><Relationship Id="rId12" Type="http://schemas.openxmlformats.org/officeDocument/2006/relationships/image" Target="../media/image2958.png"/><Relationship Id="rId15" Type="http://schemas.openxmlformats.org/officeDocument/2006/relationships/image" Target="../media/image2981.png"/><Relationship Id="rId14" Type="http://schemas.openxmlformats.org/officeDocument/2006/relationships/image" Target="../media/image2977.png"/><Relationship Id="rId17" Type="http://schemas.openxmlformats.org/officeDocument/2006/relationships/image" Target="../media/image2962.png"/><Relationship Id="rId16" Type="http://schemas.openxmlformats.org/officeDocument/2006/relationships/image" Target="../media/image2974.png"/><Relationship Id="rId19" Type="http://schemas.openxmlformats.org/officeDocument/2006/relationships/image" Target="../media/image2972.png"/><Relationship Id="rId18" Type="http://schemas.openxmlformats.org/officeDocument/2006/relationships/image" Target="../media/image2982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1.xml"/><Relationship Id="rId3" Type="http://schemas.openxmlformats.org/officeDocument/2006/relationships/image" Target="../media/image2967.png"/><Relationship Id="rId4" Type="http://schemas.openxmlformats.org/officeDocument/2006/relationships/image" Target="../media/image2985.png"/><Relationship Id="rId9" Type="http://schemas.openxmlformats.org/officeDocument/2006/relationships/image" Target="../media/image2961.png"/><Relationship Id="rId5" Type="http://schemas.openxmlformats.org/officeDocument/2006/relationships/image" Target="../media/image2960.png"/><Relationship Id="rId6" Type="http://schemas.openxmlformats.org/officeDocument/2006/relationships/image" Target="../media/image2952.png"/><Relationship Id="rId7" Type="http://schemas.openxmlformats.org/officeDocument/2006/relationships/image" Target="../media/image2995.png"/><Relationship Id="rId8" Type="http://schemas.openxmlformats.org/officeDocument/2006/relationships/image" Target="../media/image2965.png"/><Relationship Id="rId51" Type="http://schemas.openxmlformats.org/officeDocument/2006/relationships/image" Target="../media/image3014.png"/><Relationship Id="rId50" Type="http://schemas.openxmlformats.org/officeDocument/2006/relationships/image" Target="../media/image3016.png"/><Relationship Id="rId53" Type="http://schemas.openxmlformats.org/officeDocument/2006/relationships/image" Target="../media/image2998.png"/><Relationship Id="rId52" Type="http://schemas.openxmlformats.org/officeDocument/2006/relationships/image" Target="../media/image3015.png"/><Relationship Id="rId55" Type="http://schemas.openxmlformats.org/officeDocument/2006/relationships/image" Target="../media/image3009.png"/><Relationship Id="rId54" Type="http://schemas.openxmlformats.org/officeDocument/2006/relationships/image" Target="../media/image3020.png"/><Relationship Id="rId57" Type="http://schemas.openxmlformats.org/officeDocument/2006/relationships/image" Target="../media/image2959.png"/><Relationship Id="rId56" Type="http://schemas.openxmlformats.org/officeDocument/2006/relationships/image" Target="../media/image2963.png"/><Relationship Id="rId59" Type="http://schemas.openxmlformats.org/officeDocument/2006/relationships/image" Target="../media/image325.png"/><Relationship Id="rId58" Type="http://schemas.openxmlformats.org/officeDocument/2006/relationships/image" Target="../media/image2964.png"/></Relationships>
</file>

<file path=ppt/slides/_rels/slide82.xml.rels><?xml version="1.0" encoding="UTF-8" standalone="yes"?><Relationships xmlns="http://schemas.openxmlformats.org/package/2006/relationships"><Relationship Id="rId40" Type="http://schemas.openxmlformats.org/officeDocument/2006/relationships/image" Target="../media/image3046.png"/><Relationship Id="rId42" Type="http://schemas.openxmlformats.org/officeDocument/2006/relationships/image" Target="../media/image3054.png"/><Relationship Id="rId41" Type="http://schemas.openxmlformats.org/officeDocument/2006/relationships/image" Target="../media/image3058.png"/><Relationship Id="rId44" Type="http://schemas.openxmlformats.org/officeDocument/2006/relationships/image" Target="../media/image3060.png"/><Relationship Id="rId43" Type="http://schemas.openxmlformats.org/officeDocument/2006/relationships/image" Target="../media/image3051.png"/><Relationship Id="rId46" Type="http://schemas.openxmlformats.org/officeDocument/2006/relationships/image" Target="../media/image3059.png"/><Relationship Id="rId45" Type="http://schemas.openxmlformats.org/officeDocument/2006/relationships/image" Target="../media/image3062.png"/><Relationship Id="rId48" Type="http://schemas.openxmlformats.org/officeDocument/2006/relationships/image" Target="../media/image3061.png"/><Relationship Id="rId47" Type="http://schemas.openxmlformats.org/officeDocument/2006/relationships/image" Target="../media/image3069.png"/><Relationship Id="rId49" Type="http://schemas.openxmlformats.org/officeDocument/2006/relationships/image" Target="../media/image3063.png"/><Relationship Id="rId31" Type="http://schemas.openxmlformats.org/officeDocument/2006/relationships/image" Target="../media/image3084.png"/><Relationship Id="rId30" Type="http://schemas.openxmlformats.org/officeDocument/2006/relationships/image" Target="../media/image3043.png"/><Relationship Id="rId33" Type="http://schemas.openxmlformats.org/officeDocument/2006/relationships/image" Target="../media/image3047.png"/><Relationship Id="rId32" Type="http://schemas.openxmlformats.org/officeDocument/2006/relationships/image" Target="../media/image3050.png"/><Relationship Id="rId35" Type="http://schemas.openxmlformats.org/officeDocument/2006/relationships/image" Target="../media/image3053.png"/><Relationship Id="rId34" Type="http://schemas.openxmlformats.org/officeDocument/2006/relationships/image" Target="../media/image3055.png"/><Relationship Id="rId37" Type="http://schemas.openxmlformats.org/officeDocument/2006/relationships/image" Target="../media/image3045.png"/><Relationship Id="rId36" Type="http://schemas.openxmlformats.org/officeDocument/2006/relationships/image" Target="../media/image3048.png"/><Relationship Id="rId39" Type="http://schemas.openxmlformats.org/officeDocument/2006/relationships/image" Target="../media/image3049.png"/><Relationship Id="rId38" Type="http://schemas.openxmlformats.org/officeDocument/2006/relationships/image" Target="../media/image3052.png"/><Relationship Id="rId20" Type="http://schemas.openxmlformats.org/officeDocument/2006/relationships/image" Target="../media/image3026.png"/><Relationship Id="rId22" Type="http://schemas.openxmlformats.org/officeDocument/2006/relationships/image" Target="../media/image3033.png"/><Relationship Id="rId21" Type="http://schemas.openxmlformats.org/officeDocument/2006/relationships/image" Target="../media/image3034.png"/><Relationship Id="rId24" Type="http://schemas.openxmlformats.org/officeDocument/2006/relationships/image" Target="../media/image3041.png"/><Relationship Id="rId23" Type="http://schemas.openxmlformats.org/officeDocument/2006/relationships/image" Target="../media/image3032.png"/><Relationship Id="rId26" Type="http://schemas.openxmlformats.org/officeDocument/2006/relationships/image" Target="../media/image3040.png"/><Relationship Id="rId25" Type="http://schemas.openxmlformats.org/officeDocument/2006/relationships/image" Target="../media/image3035.png"/><Relationship Id="rId28" Type="http://schemas.openxmlformats.org/officeDocument/2006/relationships/image" Target="../media/image3039.png"/><Relationship Id="rId27" Type="http://schemas.openxmlformats.org/officeDocument/2006/relationships/image" Target="../media/image3031.png"/><Relationship Id="rId29" Type="http://schemas.openxmlformats.org/officeDocument/2006/relationships/image" Target="../media/image3056.png"/><Relationship Id="rId11" Type="http://schemas.openxmlformats.org/officeDocument/2006/relationships/image" Target="../media/image3030.png"/><Relationship Id="rId10" Type="http://schemas.openxmlformats.org/officeDocument/2006/relationships/image" Target="../media/image3057.png"/><Relationship Id="rId13" Type="http://schemas.openxmlformats.org/officeDocument/2006/relationships/image" Target="../media/image3022.png"/><Relationship Id="rId12" Type="http://schemas.openxmlformats.org/officeDocument/2006/relationships/image" Target="../media/image3023.png"/><Relationship Id="rId15" Type="http://schemas.openxmlformats.org/officeDocument/2006/relationships/image" Target="../media/image3038.png"/><Relationship Id="rId14" Type="http://schemas.openxmlformats.org/officeDocument/2006/relationships/image" Target="../media/image3037.png"/><Relationship Id="rId17" Type="http://schemas.openxmlformats.org/officeDocument/2006/relationships/image" Target="../media/image3024.png"/><Relationship Id="rId16" Type="http://schemas.openxmlformats.org/officeDocument/2006/relationships/image" Target="../media/image3021.png"/><Relationship Id="rId19" Type="http://schemas.openxmlformats.org/officeDocument/2006/relationships/image" Target="../media/image3029.png"/><Relationship Id="rId18" Type="http://schemas.openxmlformats.org/officeDocument/2006/relationships/image" Target="../media/image302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2.xml"/><Relationship Id="rId3" Type="http://schemas.openxmlformats.org/officeDocument/2006/relationships/image" Target="../media/image3044.png"/><Relationship Id="rId4" Type="http://schemas.openxmlformats.org/officeDocument/2006/relationships/image" Target="../media/image3019.png"/><Relationship Id="rId9" Type="http://schemas.openxmlformats.org/officeDocument/2006/relationships/image" Target="../media/image3028.png"/><Relationship Id="rId5" Type="http://schemas.openxmlformats.org/officeDocument/2006/relationships/image" Target="../media/image3017.png"/><Relationship Id="rId6" Type="http://schemas.openxmlformats.org/officeDocument/2006/relationships/image" Target="../media/image3036.png"/><Relationship Id="rId7" Type="http://schemas.openxmlformats.org/officeDocument/2006/relationships/image" Target="../media/image3042.png"/><Relationship Id="rId8" Type="http://schemas.openxmlformats.org/officeDocument/2006/relationships/image" Target="../media/image3025.png"/><Relationship Id="rId62" Type="http://schemas.openxmlformats.org/officeDocument/2006/relationships/image" Target="../media/image2964.png"/><Relationship Id="rId61" Type="http://schemas.openxmlformats.org/officeDocument/2006/relationships/image" Target="../media/image2959.png"/><Relationship Id="rId63" Type="http://schemas.openxmlformats.org/officeDocument/2006/relationships/image" Target="../media/image3085.png"/><Relationship Id="rId60" Type="http://schemas.openxmlformats.org/officeDocument/2006/relationships/image" Target="../media/image2963.png"/><Relationship Id="rId51" Type="http://schemas.openxmlformats.org/officeDocument/2006/relationships/image" Target="../media/image3067.png"/><Relationship Id="rId50" Type="http://schemas.openxmlformats.org/officeDocument/2006/relationships/image" Target="../media/image3064.png"/><Relationship Id="rId53" Type="http://schemas.openxmlformats.org/officeDocument/2006/relationships/image" Target="../media/image3065.png"/><Relationship Id="rId52" Type="http://schemas.openxmlformats.org/officeDocument/2006/relationships/image" Target="../media/image3066.png"/><Relationship Id="rId55" Type="http://schemas.openxmlformats.org/officeDocument/2006/relationships/image" Target="../media/image3068.png"/><Relationship Id="rId54" Type="http://schemas.openxmlformats.org/officeDocument/2006/relationships/image" Target="../media/image3077.png"/><Relationship Id="rId57" Type="http://schemas.openxmlformats.org/officeDocument/2006/relationships/image" Target="../media/image3075.png"/><Relationship Id="rId56" Type="http://schemas.openxmlformats.org/officeDocument/2006/relationships/image" Target="../media/image3072.png"/><Relationship Id="rId59" Type="http://schemas.openxmlformats.org/officeDocument/2006/relationships/image" Target="../media/image3081.png"/><Relationship Id="rId58" Type="http://schemas.openxmlformats.org/officeDocument/2006/relationships/image" Target="../media/image3076.png"/></Relationships>
</file>

<file path=ppt/slides/_rels/slide83.xml.rels><?xml version="1.0" encoding="UTF-8" standalone="yes"?><Relationships xmlns="http://schemas.openxmlformats.org/package/2006/relationships"><Relationship Id="rId40" Type="http://schemas.openxmlformats.org/officeDocument/2006/relationships/image" Target="../media/image3110.png"/><Relationship Id="rId42" Type="http://schemas.openxmlformats.org/officeDocument/2006/relationships/image" Target="../media/image3113.png"/><Relationship Id="rId41" Type="http://schemas.openxmlformats.org/officeDocument/2006/relationships/image" Target="../media/image3122.png"/><Relationship Id="rId44" Type="http://schemas.openxmlformats.org/officeDocument/2006/relationships/image" Target="../media/image3119.png"/><Relationship Id="rId43" Type="http://schemas.openxmlformats.org/officeDocument/2006/relationships/image" Target="../media/image3111.png"/><Relationship Id="rId46" Type="http://schemas.openxmlformats.org/officeDocument/2006/relationships/image" Target="../media/image3146.png"/><Relationship Id="rId45" Type="http://schemas.openxmlformats.org/officeDocument/2006/relationships/image" Target="../media/image3118.png"/><Relationship Id="rId107" Type="http://schemas.openxmlformats.org/officeDocument/2006/relationships/image" Target="../media/image3187.png"/><Relationship Id="rId106" Type="http://schemas.openxmlformats.org/officeDocument/2006/relationships/image" Target="../media/image3169.png"/><Relationship Id="rId105" Type="http://schemas.openxmlformats.org/officeDocument/2006/relationships/image" Target="../media/image3180.png"/><Relationship Id="rId104" Type="http://schemas.openxmlformats.org/officeDocument/2006/relationships/image" Target="../media/image3177.png"/><Relationship Id="rId109" Type="http://schemas.openxmlformats.org/officeDocument/2006/relationships/image" Target="../media/image3199.png"/><Relationship Id="rId108" Type="http://schemas.openxmlformats.org/officeDocument/2006/relationships/image" Target="../media/image3189.png"/><Relationship Id="rId48" Type="http://schemas.openxmlformats.org/officeDocument/2006/relationships/image" Target="../media/image3117.png"/><Relationship Id="rId47" Type="http://schemas.openxmlformats.org/officeDocument/2006/relationships/image" Target="../media/image3120.png"/><Relationship Id="rId49" Type="http://schemas.openxmlformats.org/officeDocument/2006/relationships/image" Target="../media/image3115.png"/><Relationship Id="rId103" Type="http://schemas.openxmlformats.org/officeDocument/2006/relationships/image" Target="../media/image3167.png"/><Relationship Id="rId102" Type="http://schemas.openxmlformats.org/officeDocument/2006/relationships/image" Target="../media/image3175.png"/><Relationship Id="rId101" Type="http://schemas.openxmlformats.org/officeDocument/2006/relationships/image" Target="../media/image3179.png"/><Relationship Id="rId100" Type="http://schemas.openxmlformats.org/officeDocument/2006/relationships/image" Target="../media/image3161.png"/><Relationship Id="rId31" Type="http://schemas.openxmlformats.org/officeDocument/2006/relationships/image" Target="../media/image3112.png"/><Relationship Id="rId30" Type="http://schemas.openxmlformats.org/officeDocument/2006/relationships/image" Target="../media/image3104.png"/><Relationship Id="rId33" Type="http://schemas.openxmlformats.org/officeDocument/2006/relationships/image" Target="../media/image3109.png"/><Relationship Id="rId32" Type="http://schemas.openxmlformats.org/officeDocument/2006/relationships/image" Target="../media/image3105.png"/><Relationship Id="rId35" Type="http://schemas.openxmlformats.org/officeDocument/2006/relationships/image" Target="../media/image3102.png"/><Relationship Id="rId34" Type="http://schemas.openxmlformats.org/officeDocument/2006/relationships/image" Target="../media/image3100.png"/><Relationship Id="rId37" Type="http://schemas.openxmlformats.org/officeDocument/2006/relationships/image" Target="../media/image3098.png"/><Relationship Id="rId176" Type="http://schemas.openxmlformats.org/officeDocument/2006/relationships/image" Target="../media/image3253.png"/><Relationship Id="rId36" Type="http://schemas.openxmlformats.org/officeDocument/2006/relationships/image" Target="../media/image3125.png"/><Relationship Id="rId175" Type="http://schemas.openxmlformats.org/officeDocument/2006/relationships/image" Target="../media/image3245.png"/><Relationship Id="rId39" Type="http://schemas.openxmlformats.org/officeDocument/2006/relationships/image" Target="../media/image3106.png"/><Relationship Id="rId174" Type="http://schemas.openxmlformats.org/officeDocument/2006/relationships/image" Target="../media/image3237.png"/><Relationship Id="rId38" Type="http://schemas.openxmlformats.org/officeDocument/2006/relationships/image" Target="../media/image3116.png"/><Relationship Id="rId173" Type="http://schemas.openxmlformats.org/officeDocument/2006/relationships/image" Target="../media/image3242.png"/><Relationship Id="rId177" Type="http://schemas.openxmlformats.org/officeDocument/2006/relationships/image" Target="../media/image3251.png"/><Relationship Id="rId20" Type="http://schemas.openxmlformats.org/officeDocument/2006/relationships/image" Target="../media/image3088.png"/><Relationship Id="rId22" Type="http://schemas.openxmlformats.org/officeDocument/2006/relationships/image" Target="../media/image3086.png"/><Relationship Id="rId21" Type="http://schemas.openxmlformats.org/officeDocument/2006/relationships/image" Target="../media/image3091.png"/><Relationship Id="rId24" Type="http://schemas.openxmlformats.org/officeDocument/2006/relationships/image" Target="../media/image3114.png"/><Relationship Id="rId23" Type="http://schemas.openxmlformats.org/officeDocument/2006/relationships/image" Target="../media/image3099.png"/><Relationship Id="rId129" Type="http://schemas.openxmlformats.org/officeDocument/2006/relationships/image" Target="../media/image3209.png"/><Relationship Id="rId128" Type="http://schemas.openxmlformats.org/officeDocument/2006/relationships/image" Target="../media/image3196.png"/><Relationship Id="rId127" Type="http://schemas.openxmlformats.org/officeDocument/2006/relationships/image" Target="../media/image3201.png"/><Relationship Id="rId126" Type="http://schemas.openxmlformats.org/officeDocument/2006/relationships/image" Target="../media/image3192.png"/><Relationship Id="rId26" Type="http://schemas.openxmlformats.org/officeDocument/2006/relationships/image" Target="../media/image3108.png"/><Relationship Id="rId121" Type="http://schemas.openxmlformats.org/officeDocument/2006/relationships/image" Target="../media/image3195.png"/><Relationship Id="rId25" Type="http://schemas.openxmlformats.org/officeDocument/2006/relationships/image" Target="../media/image3103.png"/><Relationship Id="rId120" Type="http://schemas.openxmlformats.org/officeDocument/2006/relationships/image" Target="../media/image3194.png"/><Relationship Id="rId28" Type="http://schemas.openxmlformats.org/officeDocument/2006/relationships/image" Target="../media/image3089.png"/><Relationship Id="rId27" Type="http://schemas.openxmlformats.org/officeDocument/2006/relationships/image" Target="../media/image3090.png"/><Relationship Id="rId125" Type="http://schemas.openxmlformats.org/officeDocument/2006/relationships/image" Target="../media/image3205.png"/><Relationship Id="rId29" Type="http://schemas.openxmlformats.org/officeDocument/2006/relationships/image" Target="../media/image3107.png"/><Relationship Id="rId124" Type="http://schemas.openxmlformats.org/officeDocument/2006/relationships/image" Target="../media/image3191.png"/><Relationship Id="rId123" Type="http://schemas.openxmlformats.org/officeDocument/2006/relationships/image" Target="../media/image3197.png"/><Relationship Id="rId122" Type="http://schemas.openxmlformats.org/officeDocument/2006/relationships/image" Target="../media/image3200.png"/><Relationship Id="rId95" Type="http://schemas.openxmlformats.org/officeDocument/2006/relationships/image" Target="../media/image3166.png"/><Relationship Id="rId94" Type="http://schemas.openxmlformats.org/officeDocument/2006/relationships/image" Target="../media/image3174.png"/><Relationship Id="rId97" Type="http://schemas.openxmlformats.org/officeDocument/2006/relationships/image" Target="../media/image3170.png"/><Relationship Id="rId96" Type="http://schemas.openxmlformats.org/officeDocument/2006/relationships/image" Target="../media/image3163.png"/><Relationship Id="rId11" Type="http://schemas.openxmlformats.org/officeDocument/2006/relationships/image" Target="../media/image3079.png"/><Relationship Id="rId99" Type="http://schemas.openxmlformats.org/officeDocument/2006/relationships/image" Target="../media/image3164.png"/><Relationship Id="rId10" Type="http://schemas.openxmlformats.org/officeDocument/2006/relationships/image" Target="../media/image3078.png"/><Relationship Id="rId98" Type="http://schemas.openxmlformats.org/officeDocument/2006/relationships/image" Target="../media/image3165.png"/><Relationship Id="rId13" Type="http://schemas.openxmlformats.org/officeDocument/2006/relationships/image" Target="../media/image3094.png"/><Relationship Id="rId12" Type="http://schemas.openxmlformats.org/officeDocument/2006/relationships/image" Target="../media/image3082.png"/><Relationship Id="rId91" Type="http://schemas.openxmlformats.org/officeDocument/2006/relationships/image" Target="../media/image3173.png"/><Relationship Id="rId90" Type="http://schemas.openxmlformats.org/officeDocument/2006/relationships/image" Target="../media/image3155.png"/><Relationship Id="rId93" Type="http://schemas.openxmlformats.org/officeDocument/2006/relationships/image" Target="../media/image3176.png"/><Relationship Id="rId92" Type="http://schemas.openxmlformats.org/officeDocument/2006/relationships/image" Target="../media/image3172.png"/><Relationship Id="rId118" Type="http://schemas.openxmlformats.org/officeDocument/2006/relationships/image" Target="../media/image3182.png"/><Relationship Id="rId117" Type="http://schemas.openxmlformats.org/officeDocument/2006/relationships/image" Target="../media/image3184.png"/><Relationship Id="rId116" Type="http://schemas.openxmlformats.org/officeDocument/2006/relationships/image" Target="../media/image3185.png"/><Relationship Id="rId115" Type="http://schemas.openxmlformats.org/officeDocument/2006/relationships/image" Target="../media/image3183.png"/><Relationship Id="rId119" Type="http://schemas.openxmlformats.org/officeDocument/2006/relationships/image" Target="../media/image3188.png"/><Relationship Id="rId15" Type="http://schemas.openxmlformats.org/officeDocument/2006/relationships/image" Target="../media/image3071.png"/><Relationship Id="rId110" Type="http://schemas.openxmlformats.org/officeDocument/2006/relationships/image" Target="../media/image3193.png"/><Relationship Id="rId14" Type="http://schemas.openxmlformats.org/officeDocument/2006/relationships/image" Target="../media/image3080.png"/><Relationship Id="rId17" Type="http://schemas.openxmlformats.org/officeDocument/2006/relationships/image" Target="../media/image3092.png"/><Relationship Id="rId16" Type="http://schemas.openxmlformats.org/officeDocument/2006/relationships/image" Target="../media/image3093.png"/><Relationship Id="rId19" Type="http://schemas.openxmlformats.org/officeDocument/2006/relationships/image" Target="../media/image3097.png"/><Relationship Id="rId114" Type="http://schemas.openxmlformats.org/officeDocument/2006/relationships/image" Target="../media/image3186.png"/><Relationship Id="rId18" Type="http://schemas.openxmlformats.org/officeDocument/2006/relationships/image" Target="../media/image3087.png"/><Relationship Id="rId113" Type="http://schemas.openxmlformats.org/officeDocument/2006/relationships/image" Target="../media/image3190.png"/><Relationship Id="rId112" Type="http://schemas.openxmlformats.org/officeDocument/2006/relationships/image" Target="../media/image3171.png"/><Relationship Id="rId111" Type="http://schemas.openxmlformats.org/officeDocument/2006/relationships/image" Target="../media/image3204.png"/><Relationship Id="rId84" Type="http://schemas.openxmlformats.org/officeDocument/2006/relationships/image" Target="../media/image3162.png"/><Relationship Id="rId83" Type="http://schemas.openxmlformats.org/officeDocument/2006/relationships/image" Target="../media/image3153.png"/><Relationship Id="rId86" Type="http://schemas.openxmlformats.org/officeDocument/2006/relationships/image" Target="../media/image3181.png"/><Relationship Id="rId85" Type="http://schemas.openxmlformats.org/officeDocument/2006/relationships/image" Target="../media/image3159.png"/><Relationship Id="rId88" Type="http://schemas.openxmlformats.org/officeDocument/2006/relationships/image" Target="../media/image3160.png"/><Relationship Id="rId150" Type="http://schemas.openxmlformats.org/officeDocument/2006/relationships/image" Target="../media/image3216.png"/><Relationship Id="rId87" Type="http://schemas.openxmlformats.org/officeDocument/2006/relationships/image" Target="../media/image3168.png"/><Relationship Id="rId89" Type="http://schemas.openxmlformats.org/officeDocument/2006/relationships/image" Target="../media/image3178.png"/><Relationship Id="rId80" Type="http://schemas.openxmlformats.org/officeDocument/2006/relationships/image" Target="../media/image3157.png"/><Relationship Id="rId82" Type="http://schemas.openxmlformats.org/officeDocument/2006/relationships/image" Target="../media/image3154.png"/><Relationship Id="rId81" Type="http://schemas.openxmlformats.org/officeDocument/2006/relationships/image" Target="../media/image315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3.xml"/><Relationship Id="rId3" Type="http://schemas.openxmlformats.org/officeDocument/2006/relationships/image" Target="../media/image3101.png"/><Relationship Id="rId149" Type="http://schemas.openxmlformats.org/officeDocument/2006/relationships/image" Target="../media/image3217.png"/><Relationship Id="rId4" Type="http://schemas.openxmlformats.org/officeDocument/2006/relationships/image" Target="../media/image3096.png"/><Relationship Id="rId148" Type="http://schemas.openxmlformats.org/officeDocument/2006/relationships/image" Target="../media/image3219.png"/><Relationship Id="rId9" Type="http://schemas.openxmlformats.org/officeDocument/2006/relationships/image" Target="../media/image3083.png"/><Relationship Id="rId143" Type="http://schemas.openxmlformats.org/officeDocument/2006/relationships/image" Target="../media/image3224.png"/><Relationship Id="rId142" Type="http://schemas.openxmlformats.org/officeDocument/2006/relationships/image" Target="../media/image3225.png"/><Relationship Id="rId141" Type="http://schemas.openxmlformats.org/officeDocument/2006/relationships/image" Target="../media/image3207.png"/><Relationship Id="rId140" Type="http://schemas.openxmlformats.org/officeDocument/2006/relationships/image" Target="../media/image3211.png"/><Relationship Id="rId5" Type="http://schemas.openxmlformats.org/officeDocument/2006/relationships/image" Target="../media/image3074.png"/><Relationship Id="rId147" Type="http://schemas.openxmlformats.org/officeDocument/2006/relationships/image" Target="../media/image3232.png"/><Relationship Id="rId6" Type="http://schemas.openxmlformats.org/officeDocument/2006/relationships/image" Target="../media/image3070.png"/><Relationship Id="rId146" Type="http://schemas.openxmlformats.org/officeDocument/2006/relationships/image" Target="../media/image3214.png"/><Relationship Id="rId7" Type="http://schemas.openxmlformats.org/officeDocument/2006/relationships/image" Target="../media/image3073.png"/><Relationship Id="rId145" Type="http://schemas.openxmlformats.org/officeDocument/2006/relationships/image" Target="../media/image3213.png"/><Relationship Id="rId8" Type="http://schemas.openxmlformats.org/officeDocument/2006/relationships/image" Target="../media/image3095.png"/><Relationship Id="rId144" Type="http://schemas.openxmlformats.org/officeDocument/2006/relationships/image" Target="../media/image3206.png"/><Relationship Id="rId73" Type="http://schemas.openxmlformats.org/officeDocument/2006/relationships/image" Target="../media/image3138.png"/><Relationship Id="rId72" Type="http://schemas.openxmlformats.org/officeDocument/2006/relationships/image" Target="../media/image3137.png"/><Relationship Id="rId75" Type="http://schemas.openxmlformats.org/officeDocument/2006/relationships/image" Target="../media/image3156.png"/><Relationship Id="rId74" Type="http://schemas.openxmlformats.org/officeDocument/2006/relationships/image" Target="../media/image3158.png"/><Relationship Id="rId77" Type="http://schemas.openxmlformats.org/officeDocument/2006/relationships/image" Target="../media/image3142.png"/><Relationship Id="rId76" Type="http://schemas.openxmlformats.org/officeDocument/2006/relationships/image" Target="../media/image3150.png"/><Relationship Id="rId79" Type="http://schemas.openxmlformats.org/officeDocument/2006/relationships/image" Target="../media/image3149.png"/><Relationship Id="rId78" Type="http://schemas.openxmlformats.org/officeDocument/2006/relationships/image" Target="../media/image3141.png"/><Relationship Id="rId71" Type="http://schemas.openxmlformats.org/officeDocument/2006/relationships/image" Target="../media/image3147.png"/><Relationship Id="rId70" Type="http://schemas.openxmlformats.org/officeDocument/2006/relationships/image" Target="../media/image3136.png"/><Relationship Id="rId139" Type="http://schemas.openxmlformats.org/officeDocument/2006/relationships/image" Target="../media/image3221.png"/><Relationship Id="rId138" Type="http://schemas.openxmlformats.org/officeDocument/2006/relationships/image" Target="../media/image3208.png"/><Relationship Id="rId137" Type="http://schemas.openxmlformats.org/officeDocument/2006/relationships/image" Target="../media/image3234.png"/><Relationship Id="rId132" Type="http://schemas.openxmlformats.org/officeDocument/2006/relationships/image" Target="../media/image3258.png"/><Relationship Id="rId131" Type="http://schemas.openxmlformats.org/officeDocument/2006/relationships/image" Target="../media/image3210.png"/><Relationship Id="rId130" Type="http://schemas.openxmlformats.org/officeDocument/2006/relationships/image" Target="../media/image3203.png"/><Relationship Id="rId136" Type="http://schemas.openxmlformats.org/officeDocument/2006/relationships/image" Target="../media/image3215.png"/><Relationship Id="rId135" Type="http://schemas.openxmlformats.org/officeDocument/2006/relationships/image" Target="../media/image3202.png"/><Relationship Id="rId134" Type="http://schemas.openxmlformats.org/officeDocument/2006/relationships/image" Target="../media/image3212.png"/><Relationship Id="rId133" Type="http://schemas.openxmlformats.org/officeDocument/2006/relationships/image" Target="../media/image3198.png"/><Relationship Id="rId62" Type="http://schemas.openxmlformats.org/officeDocument/2006/relationships/image" Target="../media/image3132.png"/><Relationship Id="rId61" Type="http://schemas.openxmlformats.org/officeDocument/2006/relationships/image" Target="../media/image3133.png"/><Relationship Id="rId64" Type="http://schemas.openxmlformats.org/officeDocument/2006/relationships/image" Target="../media/image3144.png"/><Relationship Id="rId63" Type="http://schemas.openxmlformats.org/officeDocument/2006/relationships/image" Target="../media/image3135.png"/><Relationship Id="rId66" Type="http://schemas.openxmlformats.org/officeDocument/2006/relationships/image" Target="../media/image3140.png"/><Relationship Id="rId172" Type="http://schemas.openxmlformats.org/officeDocument/2006/relationships/image" Target="../media/image3264.png"/><Relationship Id="rId65" Type="http://schemas.openxmlformats.org/officeDocument/2006/relationships/image" Target="../media/image3152.png"/><Relationship Id="rId171" Type="http://schemas.openxmlformats.org/officeDocument/2006/relationships/image" Target="../media/image3246.png"/><Relationship Id="rId68" Type="http://schemas.openxmlformats.org/officeDocument/2006/relationships/image" Target="../media/image3148.png"/><Relationship Id="rId170" Type="http://schemas.openxmlformats.org/officeDocument/2006/relationships/image" Target="../media/image3249.png"/><Relationship Id="rId67" Type="http://schemas.openxmlformats.org/officeDocument/2006/relationships/image" Target="../media/image3145.png"/><Relationship Id="rId60" Type="http://schemas.openxmlformats.org/officeDocument/2006/relationships/image" Target="../media/image3131.png"/><Relationship Id="rId165" Type="http://schemas.openxmlformats.org/officeDocument/2006/relationships/image" Target="../media/image3243.png"/><Relationship Id="rId69" Type="http://schemas.openxmlformats.org/officeDocument/2006/relationships/image" Target="../media/image3139.png"/><Relationship Id="rId164" Type="http://schemas.openxmlformats.org/officeDocument/2006/relationships/image" Target="../media/image3241.png"/><Relationship Id="rId163" Type="http://schemas.openxmlformats.org/officeDocument/2006/relationships/image" Target="../media/image3233.png"/><Relationship Id="rId162" Type="http://schemas.openxmlformats.org/officeDocument/2006/relationships/image" Target="../media/image3235.png"/><Relationship Id="rId169" Type="http://schemas.openxmlformats.org/officeDocument/2006/relationships/image" Target="../media/image3248.png"/><Relationship Id="rId168" Type="http://schemas.openxmlformats.org/officeDocument/2006/relationships/image" Target="../media/image3238.png"/><Relationship Id="rId167" Type="http://schemas.openxmlformats.org/officeDocument/2006/relationships/image" Target="../media/image3240.png"/><Relationship Id="rId166" Type="http://schemas.openxmlformats.org/officeDocument/2006/relationships/image" Target="../media/image3231.png"/><Relationship Id="rId51" Type="http://schemas.openxmlformats.org/officeDocument/2006/relationships/image" Target="../media/image3128.png"/><Relationship Id="rId50" Type="http://schemas.openxmlformats.org/officeDocument/2006/relationships/image" Target="../media/image3129.png"/><Relationship Id="rId53" Type="http://schemas.openxmlformats.org/officeDocument/2006/relationships/image" Target="../media/image3123.png"/><Relationship Id="rId52" Type="http://schemas.openxmlformats.org/officeDocument/2006/relationships/image" Target="../media/image3126.png"/><Relationship Id="rId55" Type="http://schemas.openxmlformats.org/officeDocument/2006/relationships/image" Target="../media/image3134.png"/><Relationship Id="rId161" Type="http://schemas.openxmlformats.org/officeDocument/2006/relationships/image" Target="../media/image3222.png"/><Relationship Id="rId54" Type="http://schemas.openxmlformats.org/officeDocument/2006/relationships/image" Target="../media/image3121.png"/><Relationship Id="rId160" Type="http://schemas.openxmlformats.org/officeDocument/2006/relationships/image" Target="../media/image3220.png"/><Relationship Id="rId57" Type="http://schemas.openxmlformats.org/officeDocument/2006/relationships/image" Target="../media/image3124.png"/><Relationship Id="rId56" Type="http://schemas.openxmlformats.org/officeDocument/2006/relationships/image" Target="../media/image3127.png"/><Relationship Id="rId159" Type="http://schemas.openxmlformats.org/officeDocument/2006/relationships/image" Target="../media/image3228.png"/><Relationship Id="rId59" Type="http://schemas.openxmlformats.org/officeDocument/2006/relationships/image" Target="../media/image3130.png"/><Relationship Id="rId154" Type="http://schemas.openxmlformats.org/officeDocument/2006/relationships/image" Target="../media/image3229.png"/><Relationship Id="rId58" Type="http://schemas.openxmlformats.org/officeDocument/2006/relationships/image" Target="../media/image3143.png"/><Relationship Id="rId153" Type="http://schemas.openxmlformats.org/officeDocument/2006/relationships/image" Target="../media/image3226.png"/><Relationship Id="rId152" Type="http://schemas.openxmlformats.org/officeDocument/2006/relationships/image" Target="../media/image3223.png"/><Relationship Id="rId151" Type="http://schemas.openxmlformats.org/officeDocument/2006/relationships/image" Target="../media/image3218.png"/><Relationship Id="rId158" Type="http://schemas.openxmlformats.org/officeDocument/2006/relationships/image" Target="../media/image3236.png"/><Relationship Id="rId157" Type="http://schemas.openxmlformats.org/officeDocument/2006/relationships/image" Target="../media/image3250.png"/><Relationship Id="rId156" Type="http://schemas.openxmlformats.org/officeDocument/2006/relationships/image" Target="../media/image3230.png"/><Relationship Id="rId155" Type="http://schemas.openxmlformats.org/officeDocument/2006/relationships/image" Target="../media/image3227.png"/></Relationships>
</file>

<file path=ppt/slides/_rels/slide84.xml.rels><?xml version="1.0" encoding="UTF-8" standalone="yes"?><Relationships xmlns="http://schemas.openxmlformats.org/package/2006/relationships"><Relationship Id="rId31" Type="http://schemas.openxmlformats.org/officeDocument/2006/relationships/image" Target="../media/image3280.png"/><Relationship Id="rId30" Type="http://schemas.openxmlformats.org/officeDocument/2006/relationships/image" Target="../media/image3285.png"/><Relationship Id="rId33" Type="http://schemas.openxmlformats.org/officeDocument/2006/relationships/image" Target="../media/image3317.png"/><Relationship Id="rId32" Type="http://schemas.openxmlformats.org/officeDocument/2006/relationships/image" Target="../media/image3283.png"/><Relationship Id="rId35" Type="http://schemas.openxmlformats.org/officeDocument/2006/relationships/image" Target="../media/image3304.png"/><Relationship Id="rId34" Type="http://schemas.openxmlformats.org/officeDocument/2006/relationships/image" Target="../media/image3295.png"/><Relationship Id="rId37" Type="http://schemas.openxmlformats.org/officeDocument/2006/relationships/image" Target="../media/image3281.png"/><Relationship Id="rId36" Type="http://schemas.openxmlformats.org/officeDocument/2006/relationships/image" Target="../media/image3284.png"/><Relationship Id="rId38" Type="http://schemas.openxmlformats.org/officeDocument/2006/relationships/image" Target="../media/image3277.png"/><Relationship Id="rId20" Type="http://schemas.openxmlformats.org/officeDocument/2006/relationships/image" Target="../media/image3265.png"/><Relationship Id="rId22" Type="http://schemas.openxmlformats.org/officeDocument/2006/relationships/image" Target="../media/image3267.png"/><Relationship Id="rId21" Type="http://schemas.openxmlformats.org/officeDocument/2006/relationships/image" Target="../media/image3274.png"/><Relationship Id="rId24" Type="http://schemas.openxmlformats.org/officeDocument/2006/relationships/image" Target="../media/image3273.png"/><Relationship Id="rId23" Type="http://schemas.openxmlformats.org/officeDocument/2006/relationships/image" Target="../media/image3269.png"/><Relationship Id="rId26" Type="http://schemas.openxmlformats.org/officeDocument/2006/relationships/image" Target="../media/image3261.png"/><Relationship Id="rId25" Type="http://schemas.openxmlformats.org/officeDocument/2006/relationships/image" Target="../media/image3275.png"/><Relationship Id="rId28" Type="http://schemas.openxmlformats.org/officeDocument/2006/relationships/image" Target="../media/image3288.png"/><Relationship Id="rId27" Type="http://schemas.openxmlformats.org/officeDocument/2006/relationships/image" Target="../media/image3272.png"/><Relationship Id="rId29" Type="http://schemas.openxmlformats.org/officeDocument/2006/relationships/image" Target="../media/image3278.png"/><Relationship Id="rId11" Type="http://schemas.openxmlformats.org/officeDocument/2006/relationships/image" Target="../media/image3271.png"/><Relationship Id="rId10" Type="http://schemas.openxmlformats.org/officeDocument/2006/relationships/image" Target="../media/image3270.png"/><Relationship Id="rId13" Type="http://schemas.openxmlformats.org/officeDocument/2006/relationships/image" Target="../media/image3252.png"/><Relationship Id="rId12" Type="http://schemas.openxmlformats.org/officeDocument/2006/relationships/image" Target="../media/image3268.png"/><Relationship Id="rId15" Type="http://schemas.openxmlformats.org/officeDocument/2006/relationships/image" Target="../media/image3257.png"/><Relationship Id="rId14" Type="http://schemas.openxmlformats.org/officeDocument/2006/relationships/image" Target="../media/image3262.png"/><Relationship Id="rId17" Type="http://schemas.openxmlformats.org/officeDocument/2006/relationships/image" Target="../media/image3260.png"/><Relationship Id="rId16" Type="http://schemas.openxmlformats.org/officeDocument/2006/relationships/image" Target="../media/image3266.png"/><Relationship Id="rId19" Type="http://schemas.openxmlformats.org/officeDocument/2006/relationships/image" Target="../media/image3276.png"/><Relationship Id="rId18" Type="http://schemas.openxmlformats.org/officeDocument/2006/relationships/image" Target="../media/image326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4.xml"/><Relationship Id="rId3" Type="http://schemas.openxmlformats.org/officeDocument/2006/relationships/image" Target="../media/image3256.png"/><Relationship Id="rId4" Type="http://schemas.openxmlformats.org/officeDocument/2006/relationships/image" Target="../media/image3244.png"/><Relationship Id="rId9" Type="http://schemas.openxmlformats.org/officeDocument/2006/relationships/image" Target="../media/image3259.png"/><Relationship Id="rId5" Type="http://schemas.openxmlformats.org/officeDocument/2006/relationships/image" Target="../media/image3239.png"/><Relationship Id="rId6" Type="http://schemas.openxmlformats.org/officeDocument/2006/relationships/image" Target="../media/image3254.png"/><Relationship Id="rId7" Type="http://schemas.openxmlformats.org/officeDocument/2006/relationships/image" Target="../media/image3247.png"/><Relationship Id="rId8" Type="http://schemas.openxmlformats.org/officeDocument/2006/relationships/image" Target="../media/image3255.png"/></Relationships>
</file>

<file path=ppt/slides/_rels/slide85.xml.rels><?xml version="1.0" encoding="UTF-8" standalone="yes"?><Relationships xmlns="http://schemas.openxmlformats.org/package/2006/relationships"><Relationship Id="rId11" Type="http://schemas.openxmlformats.org/officeDocument/2006/relationships/image" Target="../media/image3290.png"/><Relationship Id="rId10" Type="http://schemas.openxmlformats.org/officeDocument/2006/relationships/image" Target="../media/image12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5.xml"/><Relationship Id="rId3" Type="http://schemas.openxmlformats.org/officeDocument/2006/relationships/image" Target="../media/image3279.png"/><Relationship Id="rId4" Type="http://schemas.openxmlformats.org/officeDocument/2006/relationships/image" Target="../media/image3289.png"/><Relationship Id="rId9" Type="http://schemas.openxmlformats.org/officeDocument/2006/relationships/image" Target="../media/image134.png"/><Relationship Id="rId5" Type="http://schemas.openxmlformats.org/officeDocument/2006/relationships/image" Target="../media/image3282.png"/><Relationship Id="rId6" Type="http://schemas.openxmlformats.org/officeDocument/2006/relationships/image" Target="../media/image3286.png"/><Relationship Id="rId7" Type="http://schemas.openxmlformats.org/officeDocument/2006/relationships/image" Target="../media/image3297.png"/><Relationship Id="rId8" Type="http://schemas.openxmlformats.org/officeDocument/2006/relationships/image" Target="../media/image152.png"/></Relationships>
</file>

<file path=ppt/slides/_rels/slide86.xml.rels><?xml version="1.0" encoding="UTF-8" standalone="yes"?><Relationships xmlns="http://schemas.openxmlformats.org/package/2006/relationships"><Relationship Id="rId40" Type="http://schemas.openxmlformats.org/officeDocument/2006/relationships/image" Target="../media/image3330.png"/><Relationship Id="rId42" Type="http://schemas.openxmlformats.org/officeDocument/2006/relationships/image" Target="../media/image3334.png"/><Relationship Id="rId41" Type="http://schemas.openxmlformats.org/officeDocument/2006/relationships/image" Target="../media/image3322.png"/><Relationship Id="rId44" Type="http://schemas.openxmlformats.org/officeDocument/2006/relationships/image" Target="../media/image3341.png"/><Relationship Id="rId43" Type="http://schemas.openxmlformats.org/officeDocument/2006/relationships/image" Target="../media/image3338.png"/><Relationship Id="rId46" Type="http://schemas.openxmlformats.org/officeDocument/2006/relationships/image" Target="../media/image3329.png"/><Relationship Id="rId45" Type="http://schemas.openxmlformats.org/officeDocument/2006/relationships/image" Target="../media/image3342.png"/><Relationship Id="rId48" Type="http://schemas.openxmlformats.org/officeDocument/2006/relationships/image" Target="../media/image3345.png"/><Relationship Id="rId47" Type="http://schemas.openxmlformats.org/officeDocument/2006/relationships/image" Target="../media/image3339.png"/><Relationship Id="rId49" Type="http://schemas.openxmlformats.org/officeDocument/2006/relationships/image" Target="../media/image3353.png"/><Relationship Id="rId31" Type="http://schemas.openxmlformats.org/officeDocument/2006/relationships/image" Target="../media/image3340.png"/><Relationship Id="rId30" Type="http://schemas.openxmlformats.org/officeDocument/2006/relationships/image" Target="../media/image3323.png"/><Relationship Id="rId33" Type="http://schemas.openxmlformats.org/officeDocument/2006/relationships/image" Target="../media/image3332.png"/><Relationship Id="rId32" Type="http://schemas.openxmlformats.org/officeDocument/2006/relationships/image" Target="../media/image3321.png"/><Relationship Id="rId35" Type="http://schemas.openxmlformats.org/officeDocument/2006/relationships/image" Target="../media/image3331.png"/><Relationship Id="rId34" Type="http://schemas.openxmlformats.org/officeDocument/2006/relationships/image" Target="../media/image3315.png"/><Relationship Id="rId37" Type="http://schemas.openxmlformats.org/officeDocument/2006/relationships/image" Target="../media/image3326.png"/><Relationship Id="rId36" Type="http://schemas.openxmlformats.org/officeDocument/2006/relationships/image" Target="../media/image3327.png"/><Relationship Id="rId39" Type="http://schemas.openxmlformats.org/officeDocument/2006/relationships/image" Target="../media/image3325.png"/><Relationship Id="rId38" Type="http://schemas.openxmlformats.org/officeDocument/2006/relationships/image" Target="../media/image3319.png"/><Relationship Id="rId20" Type="http://schemas.openxmlformats.org/officeDocument/2006/relationships/image" Target="../media/image3309.png"/><Relationship Id="rId22" Type="http://schemas.openxmlformats.org/officeDocument/2006/relationships/image" Target="../media/image3311.png"/><Relationship Id="rId21" Type="http://schemas.openxmlformats.org/officeDocument/2006/relationships/image" Target="../media/image3316.png"/><Relationship Id="rId24" Type="http://schemas.openxmlformats.org/officeDocument/2006/relationships/image" Target="../media/image3324.png"/><Relationship Id="rId23" Type="http://schemas.openxmlformats.org/officeDocument/2006/relationships/image" Target="../media/image3328.png"/><Relationship Id="rId26" Type="http://schemas.openxmlformats.org/officeDocument/2006/relationships/image" Target="../media/image3300.png"/><Relationship Id="rId25" Type="http://schemas.openxmlformats.org/officeDocument/2006/relationships/image" Target="../media/image3313.png"/><Relationship Id="rId28" Type="http://schemas.openxmlformats.org/officeDocument/2006/relationships/image" Target="../media/image2640.png"/><Relationship Id="rId27" Type="http://schemas.openxmlformats.org/officeDocument/2006/relationships/image" Target="../media/image3302.png"/><Relationship Id="rId29" Type="http://schemas.openxmlformats.org/officeDocument/2006/relationships/image" Target="../media/image3320.png"/><Relationship Id="rId11" Type="http://schemas.openxmlformats.org/officeDocument/2006/relationships/image" Target="../media/image3301.png"/><Relationship Id="rId10" Type="http://schemas.openxmlformats.org/officeDocument/2006/relationships/image" Target="../media/image3294.png"/><Relationship Id="rId13" Type="http://schemas.openxmlformats.org/officeDocument/2006/relationships/image" Target="../media/image3305.png"/><Relationship Id="rId12" Type="http://schemas.openxmlformats.org/officeDocument/2006/relationships/image" Target="../media/image3287.png"/><Relationship Id="rId15" Type="http://schemas.openxmlformats.org/officeDocument/2006/relationships/image" Target="../media/image3308.png"/><Relationship Id="rId14" Type="http://schemas.openxmlformats.org/officeDocument/2006/relationships/image" Target="../media/image3303.png"/><Relationship Id="rId17" Type="http://schemas.openxmlformats.org/officeDocument/2006/relationships/image" Target="../media/image2599.png"/><Relationship Id="rId16" Type="http://schemas.openxmlformats.org/officeDocument/2006/relationships/image" Target="../media/image3306.png"/><Relationship Id="rId19" Type="http://schemas.openxmlformats.org/officeDocument/2006/relationships/image" Target="../media/image3310.png"/><Relationship Id="rId18" Type="http://schemas.openxmlformats.org/officeDocument/2006/relationships/image" Target="../media/image3312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6.xml"/><Relationship Id="rId3" Type="http://schemas.openxmlformats.org/officeDocument/2006/relationships/image" Target="../media/image3293.png"/><Relationship Id="rId4" Type="http://schemas.openxmlformats.org/officeDocument/2006/relationships/image" Target="../media/image3291.png"/><Relationship Id="rId9" Type="http://schemas.openxmlformats.org/officeDocument/2006/relationships/image" Target="../media/image3296.png"/><Relationship Id="rId5" Type="http://schemas.openxmlformats.org/officeDocument/2006/relationships/image" Target="../media/image3307.png"/><Relationship Id="rId6" Type="http://schemas.openxmlformats.org/officeDocument/2006/relationships/image" Target="../media/image3318.png"/><Relationship Id="rId7" Type="http://schemas.openxmlformats.org/officeDocument/2006/relationships/image" Target="../media/image3299.png"/><Relationship Id="rId8" Type="http://schemas.openxmlformats.org/officeDocument/2006/relationships/image" Target="../media/image3298.png"/><Relationship Id="rId62" Type="http://schemas.openxmlformats.org/officeDocument/2006/relationships/image" Target="../media/image3349.png"/><Relationship Id="rId61" Type="http://schemas.openxmlformats.org/officeDocument/2006/relationships/image" Target="../media/image3347.png"/><Relationship Id="rId64" Type="http://schemas.openxmlformats.org/officeDocument/2006/relationships/image" Target="../media/image134.png"/><Relationship Id="rId63" Type="http://schemas.openxmlformats.org/officeDocument/2006/relationships/image" Target="../media/image152.png"/><Relationship Id="rId66" Type="http://schemas.openxmlformats.org/officeDocument/2006/relationships/image" Target="../media/image3363.png"/><Relationship Id="rId65" Type="http://schemas.openxmlformats.org/officeDocument/2006/relationships/image" Target="../media/image127.png"/><Relationship Id="rId60" Type="http://schemas.openxmlformats.org/officeDocument/2006/relationships/image" Target="../media/image3346.png"/><Relationship Id="rId51" Type="http://schemas.openxmlformats.org/officeDocument/2006/relationships/image" Target="../media/image3355.png"/><Relationship Id="rId50" Type="http://schemas.openxmlformats.org/officeDocument/2006/relationships/image" Target="../media/image3335.png"/><Relationship Id="rId53" Type="http://schemas.openxmlformats.org/officeDocument/2006/relationships/image" Target="../media/image3333.png"/><Relationship Id="rId52" Type="http://schemas.openxmlformats.org/officeDocument/2006/relationships/image" Target="../media/image3337.png"/><Relationship Id="rId55" Type="http://schemas.openxmlformats.org/officeDocument/2006/relationships/image" Target="../media/image3348.png"/><Relationship Id="rId54" Type="http://schemas.openxmlformats.org/officeDocument/2006/relationships/image" Target="../media/image3336.png"/><Relationship Id="rId57" Type="http://schemas.openxmlformats.org/officeDocument/2006/relationships/image" Target="../media/image3350.png"/><Relationship Id="rId56" Type="http://schemas.openxmlformats.org/officeDocument/2006/relationships/image" Target="../media/image3344.png"/><Relationship Id="rId59" Type="http://schemas.openxmlformats.org/officeDocument/2006/relationships/image" Target="../media/image3362.png"/><Relationship Id="rId58" Type="http://schemas.openxmlformats.org/officeDocument/2006/relationships/image" Target="../media/image3356.png"/></Relationships>
</file>

<file path=ppt/slides/_rels/slide87.xml.rels><?xml version="1.0" encoding="UTF-8" standalone="yes"?><Relationships xmlns="http://schemas.openxmlformats.org/package/2006/relationships"><Relationship Id="rId11" Type="http://schemas.openxmlformats.org/officeDocument/2006/relationships/image" Target="../media/image3361.png"/><Relationship Id="rId10" Type="http://schemas.openxmlformats.org/officeDocument/2006/relationships/image" Target="../media/image12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7.xml"/><Relationship Id="rId3" Type="http://schemas.openxmlformats.org/officeDocument/2006/relationships/image" Target="../media/image3354.png"/><Relationship Id="rId4" Type="http://schemas.openxmlformats.org/officeDocument/2006/relationships/image" Target="../media/image3358.png"/><Relationship Id="rId9" Type="http://schemas.openxmlformats.org/officeDocument/2006/relationships/image" Target="../media/image134.png"/><Relationship Id="rId5" Type="http://schemas.openxmlformats.org/officeDocument/2006/relationships/image" Target="../media/image3367.png"/><Relationship Id="rId6" Type="http://schemas.openxmlformats.org/officeDocument/2006/relationships/image" Target="../media/image3343.png"/><Relationship Id="rId7" Type="http://schemas.openxmlformats.org/officeDocument/2006/relationships/image" Target="../media/image3359.png"/><Relationship Id="rId8" Type="http://schemas.openxmlformats.org/officeDocument/2006/relationships/image" Target="../media/image152.png"/></Relationships>
</file>

<file path=ppt/slides/_rels/slide88.xml.rels><?xml version="1.0" encoding="UTF-8" standalone="yes"?><Relationships xmlns="http://schemas.openxmlformats.org/package/2006/relationships"><Relationship Id="rId11" Type="http://schemas.openxmlformats.org/officeDocument/2006/relationships/image" Target="../media/image3365.png"/><Relationship Id="rId10" Type="http://schemas.openxmlformats.org/officeDocument/2006/relationships/image" Target="../media/image3364.png"/><Relationship Id="rId13" Type="http://schemas.openxmlformats.org/officeDocument/2006/relationships/image" Target="../media/image134.png"/><Relationship Id="rId12" Type="http://schemas.openxmlformats.org/officeDocument/2006/relationships/image" Target="../media/image152.png"/><Relationship Id="rId15" Type="http://schemas.openxmlformats.org/officeDocument/2006/relationships/image" Target="../media/image3376.png"/><Relationship Id="rId14" Type="http://schemas.openxmlformats.org/officeDocument/2006/relationships/image" Target="../media/image12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8.xml"/><Relationship Id="rId3" Type="http://schemas.openxmlformats.org/officeDocument/2006/relationships/image" Target="../media/image3351.png"/><Relationship Id="rId4" Type="http://schemas.openxmlformats.org/officeDocument/2006/relationships/image" Target="../media/image3369.png"/><Relationship Id="rId9" Type="http://schemas.openxmlformats.org/officeDocument/2006/relationships/image" Target="../media/image3388.png"/><Relationship Id="rId5" Type="http://schemas.openxmlformats.org/officeDocument/2006/relationships/image" Target="../media/image3357.png"/><Relationship Id="rId6" Type="http://schemas.openxmlformats.org/officeDocument/2006/relationships/image" Target="../media/image3366.png"/><Relationship Id="rId7" Type="http://schemas.openxmlformats.org/officeDocument/2006/relationships/image" Target="../media/image3374.png"/><Relationship Id="rId8" Type="http://schemas.openxmlformats.org/officeDocument/2006/relationships/image" Target="../media/image3360.png"/></Relationships>
</file>

<file path=ppt/slides/_rels/slide89.xml.rels><?xml version="1.0" encoding="UTF-8" standalone="yes"?><Relationships xmlns="http://schemas.openxmlformats.org/package/2006/relationships"><Relationship Id="rId11" Type="http://schemas.openxmlformats.org/officeDocument/2006/relationships/image" Target="../media/image3379.png"/><Relationship Id="rId10" Type="http://schemas.openxmlformats.org/officeDocument/2006/relationships/image" Target="../media/image3373.png"/><Relationship Id="rId13" Type="http://schemas.openxmlformats.org/officeDocument/2006/relationships/image" Target="../media/image134.png"/><Relationship Id="rId12" Type="http://schemas.openxmlformats.org/officeDocument/2006/relationships/image" Target="../media/image152.png"/><Relationship Id="rId15" Type="http://schemas.openxmlformats.org/officeDocument/2006/relationships/image" Target="../media/image3398.png"/><Relationship Id="rId14" Type="http://schemas.openxmlformats.org/officeDocument/2006/relationships/image" Target="../media/image12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9.xml"/><Relationship Id="rId3" Type="http://schemas.openxmlformats.org/officeDocument/2006/relationships/image" Target="../media/image3381.png"/><Relationship Id="rId4" Type="http://schemas.openxmlformats.org/officeDocument/2006/relationships/image" Target="../media/image3370.png"/><Relationship Id="rId9" Type="http://schemas.openxmlformats.org/officeDocument/2006/relationships/image" Target="../media/image3368.png"/><Relationship Id="rId5" Type="http://schemas.openxmlformats.org/officeDocument/2006/relationships/image" Target="../media/image3375.png"/><Relationship Id="rId6" Type="http://schemas.openxmlformats.org/officeDocument/2006/relationships/image" Target="../media/image3371.png"/><Relationship Id="rId7" Type="http://schemas.openxmlformats.org/officeDocument/2006/relationships/image" Target="../media/image3380.png"/><Relationship Id="rId8" Type="http://schemas.openxmlformats.org/officeDocument/2006/relationships/image" Target="../media/image3372.png"/></Relationships>
</file>

<file path=ppt/slides/_rels/slide90.xml.rels><?xml version="1.0" encoding="UTF-8" standalone="yes"?><Relationships xmlns="http://schemas.openxmlformats.org/package/2006/relationships"><Relationship Id="rId20" Type="http://schemas.openxmlformats.org/officeDocument/2006/relationships/image" Target="../media/image3392.png"/><Relationship Id="rId22" Type="http://schemas.openxmlformats.org/officeDocument/2006/relationships/image" Target="../media/image3397.png"/><Relationship Id="rId21" Type="http://schemas.openxmlformats.org/officeDocument/2006/relationships/image" Target="../media/image3386.png"/><Relationship Id="rId24" Type="http://schemas.openxmlformats.org/officeDocument/2006/relationships/image" Target="../media/image3416.png"/><Relationship Id="rId23" Type="http://schemas.openxmlformats.org/officeDocument/2006/relationships/image" Target="../media/image3396.png"/><Relationship Id="rId25" Type="http://schemas.openxmlformats.org/officeDocument/2006/relationships/image" Target="../media/image3411.png"/><Relationship Id="rId11" Type="http://schemas.openxmlformats.org/officeDocument/2006/relationships/image" Target="../media/image3400.png"/><Relationship Id="rId10" Type="http://schemas.openxmlformats.org/officeDocument/2006/relationships/image" Target="../media/image3384.png"/><Relationship Id="rId13" Type="http://schemas.openxmlformats.org/officeDocument/2006/relationships/image" Target="../media/image3385.png"/><Relationship Id="rId12" Type="http://schemas.openxmlformats.org/officeDocument/2006/relationships/image" Target="../media/image3382.png"/><Relationship Id="rId15" Type="http://schemas.openxmlformats.org/officeDocument/2006/relationships/image" Target="../media/image3389.png"/><Relationship Id="rId14" Type="http://schemas.openxmlformats.org/officeDocument/2006/relationships/image" Target="../media/image3383.png"/><Relationship Id="rId17" Type="http://schemas.openxmlformats.org/officeDocument/2006/relationships/image" Target="../media/image3401.png"/><Relationship Id="rId16" Type="http://schemas.openxmlformats.org/officeDocument/2006/relationships/image" Target="../media/image3394.png"/><Relationship Id="rId19" Type="http://schemas.openxmlformats.org/officeDocument/2006/relationships/image" Target="../media/image3399.png"/><Relationship Id="rId18" Type="http://schemas.openxmlformats.org/officeDocument/2006/relationships/image" Target="../media/image339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0.xml"/><Relationship Id="rId3" Type="http://schemas.openxmlformats.org/officeDocument/2006/relationships/image" Target="../media/image3393.png"/><Relationship Id="rId4" Type="http://schemas.openxmlformats.org/officeDocument/2006/relationships/image" Target="../media/image3414.png"/><Relationship Id="rId9" Type="http://schemas.openxmlformats.org/officeDocument/2006/relationships/image" Target="../media/image3378.png"/><Relationship Id="rId5" Type="http://schemas.openxmlformats.org/officeDocument/2006/relationships/image" Target="../media/image3390.png"/><Relationship Id="rId6" Type="http://schemas.openxmlformats.org/officeDocument/2006/relationships/image" Target="../media/image3387.png"/><Relationship Id="rId7" Type="http://schemas.openxmlformats.org/officeDocument/2006/relationships/image" Target="../media/image3395.png"/><Relationship Id="rId8" Type="http://schemas.openxmlformats.org/officeDocument/2006/relationships/image" Target="../media/image3377.png"/></Relationships>
</file>

<file path=ppt/slides/_rels/slide91.xml.rels><?xml version="1.0" encoding="UTF-8" standalone="yes"?><Relationships xmlns="http://schemas.openxmlformats.org/package/2006/relationships"><Relationship Id="rId40" Type="http://schemas.openxmlformats.org/officeDocument/2006/relationships/image" Target="../media/image3441.png"/><Relationship Id="rId42" Type="http://schemas.openxmlformats.org/officeDocument/2006/relationships/image" Target="../media/image3444.png"/><Relationship Id="rId41" Type="http://schemas.openxmlformats.org/officeDocument/2006/relationships/image" Target="../media/image3434.png"/><Relationship Id="rId44" Type="http://schemas.openxmlformats.org/officeDocument/2006/relationships/image" Target="../media/image3439.png"/><Relationship Id="rId43" Type="http://schemas.openxmlformats.org/officeDocument/2006/relationships/image" Target="../media/image3437.png"/><Relationship Id="rId46" Type="http://schemas.openxmlformats.org/officeDocument/2006/relationships/image" Target="../media/image3442.png"/><Relationship Id="rId45" Type="http://schemas.openxmlformats.org/officeDocument/2006/relationships/image" Target="../media/image3449.png"/><Relationship Id="rId107" Type="http://schemas.openxmlformats.org/officeDocument/2006/relationships/image" Target="../media/image3516.png"/><Relationship Id="rId106" Type="http://schemas.openxmlformats.org/officeDocument/2006/relationships/image" Target="../media/image3524.png"/><Relationship Id="rId105" Type="http://schemas.openxmlformats.org/officeDocument/2006/relationships/image" Target="../media/image3510.png"/><Relationship Id="rId104" Type="http://schemas.openxmlformats.org/officeDocument/2006/relationships/image" Target="../media/image3507.png"/><Relationship Id="rId109" Type="http://schemas.openxmlformats.org/officeDocument/2006/relationships/image" Target="../media/image3517.png"/><Relationship Id="rId108" Type="http://schemas.openxmlformats.org/officeDocument/2006/relationships/image" Target="../media/image3503.png"/><Relationship Id="rId48" Type="http://schemas.openxmlformats.org/officeDocument/2006/relationships/image" Target="../media/image3453.png"/><Relationship Id="rId47" Type="http://schemas.openxmlformats.org/officeDocument/2006/relationships/image" Target="../media/image3445.png"/><Relationship Id="rId49" Type="http://schemas.openxmlformats.org/officeDocument/2006/relationships/image" Target="../media/image3456.png"/><Relationship Id="rId103" Type="http://schemas.openxmlformats.org/officeDocument/2006/relationships/image" Target="../media/image3515.png"/><Relationship Id="rId102" Type="http://schemas.openxmlformats.org/officeDocument/2006/relationships/image" Target="../media/image3485.png"/><Relationship Id="rId101" Type="http://schemas.openxmlformats.org/officeDocument/2006/relationships/image" Target="../media/image3500.png"/><Relationship Id="rId100" Type="http://schemas.openxmlformats.org/officeDocument/2006/relationships/image" Target="../media/image3502.png"/><Relationship Id="rId31" Type="http://schemas.openxmlformats.org/officeDocument/2006/relationships/image" Target="../media/image3429.png"/><Relationship Id="rId30" Type="http://schemas.openxmlformats.org/officeDocument/2006/relationships/image" Target="../media/image3428.png"/><Relationship Id="rId33" Type="http://schemas.openxmlformats.org/officeDocument/2006/relationships/image" Target="../media/image3438.png"/><Relationship Id="rId32" Type="http://schemas.openxmlformats.org/officeDocument/2006/relationships/image" Target="../media/image3440.png"/><Relationship Id="rId35" Type="http://schemas.openxmlformats.org/officeDocument/2006/relationships/image" Target="../media/image3436.png"/><Relationship Id="rId34" Type="http://schemas.openxmlformats.org/officeDocument/2006/relationships/image" Target="../media/image3432.png"/><Relationship Id="rId37" Type="http://schemas.openxmlformats.org/officeDocument/2006/relationships/image" Target="../media/image3460.png"/><Relationship Id="rId36" Type="http://schemas.openxmlformats.org/officeDocument/2006/relationships/image" Target="../media/image3425.png"/><Relationship Id="rId39" Type="http://schemas.openxmlformats.org/officeDocument/2006/relationships/image" Target="../media/image3483.png"/><Relationship Id="rId38" Type="http://schemas.openxmlformats.org/officeDocument/2006/relationships/image" Target="../media/image3443.png"/><Relationship Id="rId20" Type="http://schemas.openxmlformats.org/officeDocument/2006/relationships/image" Target="../media/image3412.png"/><Relationship Id="rId22" Type="http://schemas.openxmlformats.org/officeDocument/2006/relationships/image" Target="../media/image3427.png"/><Relationship Id="rId21" Type="http://schemas.openxmlformats.org/officeDocument/2006/relationships/image" Target="../media/image3426.png"/><Relationship Id="rId24" Type="http://schemas.openxmlformats.org/officeDocument/2006/relationships/image" Target="../media/image3435.png"/><Relationship Id="rId23" Type="http://schemas.openxmlformats.org/officeDocument/2006/relationships/image" Target="../media/image3430.png"/><Relationship Id="rId26" Type="http://schemas.openxmlformats.org/officeDocument/2006/relationships/image" Target="../media/image3417.png"/><Relationship Id="rId121" Type="http://schemas.openxmlformats.org/officeDocument/2006/relationships/image" Target="../media/image3525.png"/><Relationship Id="rId25" Type="http://schemas.openxmlformats.org/officeDocument/2006/relationships/image" Target="../media/image3422.png"/><Relationship Id="rId120" Type="http://schemas.openxmlformats.org/officeDocument/2006/relationships/image" Target="../media/image3509.png"/><Relationship Id="rId28" Type="http://schemas.openxmlformats.org/officeDocument/2006/relationships/image" Target="../media/image3424.png"/><Relationship Id="rId27" Type="http://schemas.openxmlformats.org/officeDocument/2006/relationships/image" Target="../media/image3431.png"/><Relationship Id="rId29" Type="http://schemas.openxmlformats.org/officeDocument/2006/relationships/image" Target="../media/image3433.png"/><Relationship Id="rId122" Type="http://schemas.openxmlformats.org/officeDocument/2006/relationships/image" Target="../media/image3521.png"/><Relationship Id="rId95" Type="http://schemas.openxmlformats.org/officeDocument/2006/relationships/image" Target="../media/image3492.png"/><Relationship Id="rId94" Type="http://schemas.openxmlformats.org/officeDocument/2006/relationships/image" Target="../media/image3488.png"/><Relationship Id="rId97" Type="http://schemas.openxmlformats.org/officeDocument/2006/relationships/image" Target="../media/image3501.png"/><Relationship Id="rId96" Type="http://schemas.openxmlformats.org/officeDocument/2006/relationships/image" Target="../media/image3496.png"/><Relationship Id="rId11" Type="http://schemas.openxmlformats.org/officeDocument/2006/relationships/image" Target="../media/image3409.png"/><Relationship Id="rId99" Type="http://schemas.openxmlformats.org/officeDocument/2006/relationships/image" Target="../media/image3505.png"/><Relationship Id="rId10" Type="http://schemas.openxmlformats.org/officeDocument/2006/relationships/image" Target="../media/image3404.png"/><Relationship Id="rId98" Type="http://schemas.openxmlformats.org/officeDocument/2006/relationships/image" Target="../media/image3498.png"/><Relationship Id="rId13" Type="http://schemas.openxmlformats.org/officeDocument/2006/relationships/image" Target="../media/image3423.png"/><Relationship Id="rId12" Type="http://schemas.openxmlformats.org/officeDocument/2006/relationships/image" Target="../media/image3410.png"/><Relationship Id="rId91" Type="http://schemas.openxmlformats.org/officeDocument/2006/relationships/image" Target="../media/image3499.png"/><Relationship Id="rId90" Type="http://schemas.openxmlformats.org/officeDocument/2006/relationships/image" Target="../media/image3494.png"/><Relationship Id="rId93" Type="http://schemas.openxmlformats.org/officeDocument/2006/relationships/image" Target="../media/image3497.png"/><Relationship Id="rId92" Type="http://schemas.openxmlformats.org/officeDocument/2006/relationships/image" Target="../media/image3478.png"/><Relationship Id="rId118" Type="http://schemas.openxmlformats.org/officeDocument/2006/relationships/image" Target="../media/image3520.png"/><Relationship Id="rId117" Type="http://schemas.openxmlformats.org/officeDocument/2006/relationships/image" Target="../media/image3519.png"/><Relationship Id="rId116" Type="http://schemas.openxmlformats.org/officeDocument/2006/relationships/image" Target="../media/image3513.png"/><Relationship Id="rId115" Type="http://schemas.openxmlformats.org/officeDocument/2006/relationships/image" Target="../media/image3506.png"/><Relationship Id="rId119" Type="http://schemas.openxmlformats.org/officeDocument/2006/relationships/image" Target="../media/image3514.png"/><Relationship Id="rId15" Type="http://schemas.openxmlformats.org/officeDocument/2006/relationships/image" Target="../media/image3408.png"/><Relationship Id="rId110" Type="http://schemas.openxmlformats.org/officeDocument/2006/relationships/image" Target="../media/image3504.png"/><Relationship Id="rId14" Type="http://schemas.openxmlformats.org/officeDocument/2006/relationships/image" Target="../media/image3413.png"/><Relationship Id="rId17" Type="http://schemas.openxmlformats.org/officeDocument/2006/relationships/image" Target="../media/image3415.png"/><Relationship Id="rId16" Type="http://schemas.openxmlformats.org/officeDocument/2006/relationships/image" Target="../media/image3419.png"/><Relationship Id="rId19" Type="http://schemas.openxmlformats.org/officeDocument/2006/relationships/image" Target="../media/image3420.png"/><Relationship Id="rId114" Type="http://schemas.openxmlformats.org/officeDocument/2006/relationships/image" Target="../media/image3508.png"/><Relationship Id="rId18" Type="http://schemas.openxmlformats.org/officeDocument/2006/relationships/image" Target="../media/image3421.png"/><Relationship Id="rId113" Type="http://schemas.openxmlformats.org/officeDocument/2006/relationships/image" Target="../media/image3523.png"/><Relationship Id="rId112" Type="http://schemas.openxmlformats.org/officeDocument/2006/relationships/image" Target="../media/image3511.png"/><Relationship Id="rId111" Type="http://schemas.openxmlformats.org/officeDocument/2006/relationships/image" Target="../media/image3518.png"/><Relationship Id="rId84" Type="http://schemas.openxmlformats.org/officeDocument/2006/relationships/image" Target="../media/image3484.png"/><Relationship Id="rId83" Type="http://schemas.openxmlformats.org/officeDocument/2006/relationships/image" Target="../media/image3480.png"/><Relationship Id="rId86" Type="http://schemas.openxmlformats.org/officeDocument/2006/relationships/image" Target="../media/image3495.png"/><Relationship Id="rId85" Type="http://schemas.openxmlformats.org/officeDocument/2006/relationships/image" Target="../media/image3491.png"/><Relationship Id="rId88" Type="http://schemas.openxmlformats.org/officeDocument/2006/relationships/image" Target="../media/image3486.png"/><Relationship Id="rId87" Type="http://schemas.openxmlformats.org/officeDocument/2006/relationships/image" Target="../media/image3493.png"/><Relationship Id="rId89" Type="http://schemas.openxmlformats.org/officeDocument/2006/relationships/image" Target="../media/image3512.png"/><Relationship Id="rId80" Type="http://schemas.openxmlformats.org/officeDocument/2006/relationships/image" Target="../media/image3489.png"/><Relationship Id="rId82" Type="http://schemas.openxmlformats.org/officeDocument/2006/relationships/image" Target="../media/image3487.png"/><Relationship Id="rId81" Type="http://schemas.openxmlformats.org/officeDocument/2006/relationships/image" Target="../media/image349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1.xml"/><Relationship Id="rId3" Type="http://schemas.openxmlformats.org/officeDocument/2006/relationships/image" Target="../media/image3406.png"/><Relationship Id="rId4" Type="http://schemas.openxmlformats.org/officeDocument/2006/relationships/image" Target="../media/image3418.png"/><Relationship Id="rId9" Type="http://schemas.openxmlformats.org/officeDocument/2006/relationships/image" Target="../media/image3407.png"/><Relationship Id="rId5" Type="http://schemas.openxmlformats.org/officeDocument/2006/relationships/image" Target="../media/image3405.png"/><Relationship Id="rId6" Type="http://schemas.openxmlformats.org/officeDocument/2006/relationships/image" Target="../media/image3402.png"/><Relationship Id="rId7" Type="http://schemas.openxmlformats.org/officeDocument/2006/relationships/image" Target="../media/image3403.png"/><Relationship Id="rId8" Type="http://schemas.openxmlformats.org/officeDocument/2006/relationships/image" Target="../media/image3447.png"/><Relationship Id="rId73" Type="http://schemas.openxmlformats.org/officeDocument/2006/relationships/image" Target="../media/image3471.png"/><Relationship Id="rId72" Type="http://schemas.openxmlformats.org/officeDocument/2006/relationships/image" Target="../media/image3479.png"/><Relationship Id="rId75" Type="http://schemas.openxmlformats.org/officeDocument/2006/relationships/image" Target="../media/image3461.png"/><Relationship Id="rId74" Type="http://schemas.openxmlformats.org/officeDocument/2006/relationships/image" Target="../media/image3472.png"/><Relationship Id="rId77" Type="http://schemas.openxmlformats.org/officeDocument/2006/relationships/image" Target="../media/image3475.png"/><Relationship Id="rId76" Type="http://schemas.openxmlformats.org/officeDocument/2006/relationships/image" Target="../media/image3465.png"/><Relationship Id="rId79" Type="http://schemas.openxmlformats.org/officeDocument/2006/relationships/image" Target="../media/image3473.png"/><Relationship Id="rId78" Type="http://schemas.openxmlformats.org/officeDocument/2006/relationships/image" Target="../media/image3482.png"/><Relationship Id="rId71" Type="http://schemas.openxmlformats.org/officeDocument/2006/relationships/image" Target="../media/image3474.png"/><Relationship Id="rId70" Type="http://schemas.openxmlformats.org/officeDocument/2006/relationships/image" Target="../media/image3477.png"/><Relationship Id="rId62" Type="http://schemas.openxmlformats.org/officeDocument/2006/relationships/image" Target="../media/image3459.png"/><Relationship Id="rId61" Type="http://schemas.openxmlformats.org/officeDocument/2006/relationships/image" Target="../media/image3457.png"/><Relationship Id="rId64" Type="http://schemas.openxmlformats.org/officeDocument/2006/relationships/image" Target="../media/image3458.png"/><Relationship Id="rId63" Type="http://schemas.openxmlformats.org/officeDocument/2006/relationships/image" Target="../media/image3468.png"/><Relationship Id="rId66" Type="http://schemas.openxmlformats.org/officeDocument/2006/relationships/image" Target="../media/image3467.png"/><Relationship Id="rId65" Type="http://schemas.openxmlformats.org/officeDocument/2006/relationships/image" Target="../media/image3476.png"/><Relationship Id="rId68" Type="http://schemas.openxmlformats.org/officeDocument/2006/relationships/image" Target="../media/image3470.png"/><Relationship Id="rId67" Type="http://schemas.openxmlformats.org/officeDocument/2006/relationships/image" Target="../media/image3464.png"/><Relationship Id="rId60" Type="http://schemas.openxmlformats.org/officeDocument/2006/relationships/image" Target="../media/image3446.png"/><Relationship Id="rId69" Type="http://schemas.openxmlformats.org/officeDocument/2006/relationships/image" Target="../media/image3481.png"/><Relationship Id="rId51" Type="http://schemas.openxmlformats.org/officeDocument/2006/relationships/image" Target="../media/image3454.png"/><Relationship Id="rId50" Type="http://schemas.openxmlformats.org/officeDocument/2006/relationships/image" Target="../media/image3448.png"/><Relationship Id="rId53" Type="http://schemas.openxmlformats.org/officeDocument/2006/relationships/image" Target="../media/image3466.png"/><Relationship Id="rId52" Type="http://schemas.openxmlformats.org/officeDocument/2006/relationships/image" Target="../media/image3455.png"/><Relationship Id="rId55" Type="http://schemas.openxmlformats.org/officeDocument/2006/relationships/image" Target="../media/image3463.png"/><Relationship Id="rId54" Type="http://schemas.openxmlformats.org/officeDocument/2006/relationships/image" Target="../media/image3452.png"/><Relationship Id="rId57" Type="http://schemas.openxmlformats.org/officeDocument/2006/relationships/image" Target="../media/image3469.png"/><Relationship Id="rId56" Type="http://schemas.openxmlformats.org/officeDocument/2006/relationships/image" Target="../media/image3450.png"/><Relationship Id="rId59" Type="http://schemas.openxmlformats.org/officeDocument/2006/relationships/image" Target="../media/image3462.png"/><Relationship Id="rId58" Type="http://schemas.openxmlformats.org/officeDocument/2006/relationships/image" Target="../media/image3451.png"/></Relationships>
</file>

<file path=ppt/slides/_rels/slide92.xml.rels><?xml version="1.0" encoding="UTF-8" standalone="yes"?><Relationships xmlns="http://schemas.openxmlformats.org/package/2006/relationships"><Relationship Id="rId40" Type="http://schemas.openxmlformats.org/officeDocument/2006/relationships/image" Target="../media/image3573.png"/><Relationship Id="rId42" Type="http://schemas.openxmlformats.org/officeDocument/2006/relationships/image" Target="../media/image3571.png"/><Relationship Id="rId41" Type="http://schemas.openxmlformats.org/officeDocument/2006/relationships/image" Target="../media/image3565.png"/><Relationship Id="rId44" Type="http://schemas.openxmlformats.org/officeDocument/2006/relationships/image" Target="../media/image3574.png"/><Relationship Id="rId43" Type="http://schemas.openxmlformats.org/officeDocument/2006/relationships/image" Target="../media/image3562.png"/><Relationship Id="rId46" Type="http://schemas.openxmlformats.org/officeDocument/2006/relationships/image" Target="../media/image3563.png"/><Relationship Id="rId45" Type="http://schemas.openxmlformats.org/officeDocument/2006/relationships/image" Target="../media/image3558.png"/><Relationship Id="rId48" Type="http://schemas.openxmlformats.org/officeDocument/2006/relationships/image" Target="../media/image3564.png"/><Relationship Id="rId47" Type="http://schemas.openxmlformats.org/officeDocument/2006/relationships/image" Target="../media/image3570.png"/><Relationship Id="rId49" Type="http://schemas.openxmlformats.org/officeDocument/2006/relationships/image" Target="../media/image3579.png"/><Relationship Id="rId31" Type="http://schemas.openxmlformats.org/officeDocument/2006/relationships/image" Target="../media/image3585.png"/><Relationship Id="rId30" Type="http://schemas.openxmlformats.org/officeDocument/2006/relationships/image" Target="../media/image3586.png"/><Relationship Id="rId33" Type="http://schemas.openxmlformats.org/officeDocument/2006/relationships/image" Target="../media/image3549.png"/><Relationship Id="rId32" Type="http://schemas.openxmlformats.org/officeDocument/2006/relationships/image" Target="../media/image3568.png"/><Relationship Id="rId35" Type="http://schemas.openxmlformats.org/officeDocument/2006/relationships/image" Target="../media/image3557.png"/><Relationship Id="rId34" Type="http://schemas.openxmlformats.org/officeDocument/2006/relationships/image" Target="../media/image3560.png"/><Relationship Id="rId37" Type="http://schemas.openxmlformats.org/officeDocument/2006/relationships/image" Target="../media/image3561.png"/><Relationship Id="rId36" Type="http://schemas.openxmlformats.org/officeDocument/2006/relationships/image" Target="../media/image3546.png"/><Relationship Id="rId39" Type="http://schemas.openxmlformats.org/officeDocument/2006/relationships/image" Target="../media/image3551.png"/><Relationship Id="rId38" Type="http://schemas.openxmlformats.org/officeDocument/2006/relationships/image" Target="../media/image3555.png"/><Relationship Id="rId20" Type="http://schemas.openxmlformats.org/officeDocument/2006/relationships/image" Target="../media/image3532.png"/><Relationship Id="rId22" Type="http://schemas.openxmlformats.org/officeDocument/2006/relationships/image" Target="../media/image3538.png"/><Relationship Id="rId21" Type="http://schemas.openxmlformats.org/officeDocument/2006/relationships/image" Target="../media/image3547.png"/><Relationship Id="rId24" Type="http://schemas.openxmlformats.org/officeDocument/2006/relationships/image" Target="../media/image3548.png"/><Relationship Id="rId23" Type="http://schemas.openxmlformats.org/officeDocument/2006/relationships/image" Target="../media/image3552.png"/><Relationship Id="rId26" Type="http://schemas.openxmlformats.org/officeDocument/2006/relationships/image" Target="../media/image3544.png"/><Relationship Id="rId25" Type="http://schemas.openxmlformats.org/officeDocument/2006/relationships/image" Target="../media/image3535.png"/><Relationship Id="rId28" Type="http://schemas.openxmlformats.org/officeDocument/2006/relationships/image" Target="../media/image3545.png"/><Relationship Id="rId27" Type="http://schemas.openxmlformats.org/officeDocument/2006/relationships/image" Target="../media/image3550.png"/><Relationship Id="rId29" Type="http://schemas.openxmlformats.org/officeDocument/2006/relationships/image" Target="../media/image3541.png"/><Relationship Id="rId11" Type="http://schemas.openxmlformats.org/officeDocument/2006/relationships/image" Target="../media/image3526.png"/><Relationship Id="rId10" Type="http://schemas.openxmlformats.org/officeDocument/2006/relationships/image" Target="../media/image3528.png"/><Relationship Id="rId13" Type="http://schemas.openxmlformats.org/officeDocument/2006/relationships/image" Target="../media/image3539.png"/><Relationship Id="rId12" Type="http://schemas.openxmlformats.org/officeDocument/2006/relationships/image" Target="../media/image3522.png"/><Relationship Id="rId15" Type="http://schemas.openxmlformats.org/officeDocument/2006/relationships/image" Target="../media/image3540.png"/><Relationship Id="rId14" Type="http://schemas.openxmlformats.org/officeDocument/2006/relationships/image" Target="../media/image3553.png"/><Relationship Id="rId17" Type="http://schemas.openxmlformats.org/officeDocument/2006/relationships/image" Target="../media/image3534.png"/><Relationship Id="rId16" Type="http://schemas.openxmlformats.org/officeDocument/2006/relationships/image" Target="../media/image3554.png"/><Relationship Id="rId19" Type="http://schemas.openxmlformats.org/officeDocument/2006/relationships/image" Target="../media/image3536.png"/><Relationship Id="rId18" Type="http://schemas.openxmlformats.org/officeDocument/2006/relationships/image" Target="../media/image354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2.xml"/><Relationship Id="rId3" Type="http://schemas.openxmlformats.org/officeDocument/2006/relationships/image" Target="../media/image3542.png"/><Relationship Id="rId4" Type="http://schemas.openxmlformats.org/officeDocument/2006/relationships/image" Target="../media/image3529.png"/><Relationship Id="rId9" Type="http://schemas.openxmlformats.org/officeDocument/2006/relationships/image" Target="../media/image3533.png"/><Relationship Id="rId5" Type="http://schemas.openxmlformats.org/officeDocument/2006/relationships/image" Target="../media/image3531.png"/><Relationship Id="rId6" Type="http://schemas.openxmlformats.org/officeDocument/2006/relationships/image" Target="../media/image3527.png"/><Relationship Id="rId7" Type="http://schemas.openxmlformats.org/officeDocument/2006/relationships/image" Target="../media/image3530.png"/><Relationship Id="rId8" Type="http://schemas.openxmlformats.org/officeDocument/2006/relationships/image" Target="../media/image3537.png"/><Relationship Id="rId62" Type="http://schemas.openxmlformats.org/officeDocument/2006/relationships/image" Target="../media/image3589.png"/><Relationship Id="rId61" Type="http://schemas.openxmlformats.org/officeDocument/2006/relationships/image" Target="../media/image3583.png"/><Relationship Id="rId64" Type="http://schemas.openxmlformats.org/officeDocument/2006/relationships/image" Target="../media/image3581.png"/><Relationship Id="rId63" Type="http://schemas.openxmlformats.org/officeDocument/2006/relationships/image" Target="../media/image3580.png"/><Relationship Id="rId66" Type="http://schemas.openxmlformats.org/officeDocument/2006/relationships/image" Target="../media/image3591.png"/><Relationship Id="rId65" Type="http://schemas.openxmlformats.org/officeDocument/2006/relationships/image" Target="../media/image3578.png"/><Relationship Id="rId60" Type="http://schemas.openxmlformats.org/officeDocument/2006/relationships/image" Target="../media/image3602.png"/><Relationship Id="rId51" Type="http://schemas.openxmlformats.org/officeDocument/2006/relationships/image" Target="../media/image3569.png"/><Relationship Id="rId50" Type="http://schemas.openxmlformats.org/officeDocument/2006/relationships/image" Target="../media/image3556.png"/><Relationship Id="rId53" Type="http://schemas.openxmlformats.org/officeDocument/2006/relationships/image" Target="../media/image3567.png"/><Relationship Id="rId52" Type="http://schemas.openxmlformats.org/officeDocument/2006/relationships/image" Target="../media/image3559.png"/><Relationship Id="rId55" Type="http://schemas.openxmlformats.org/officeDocument/2006/relationships/image" Target="../media/image3575.png"/><Relationship Id="rId54" Type="http://schemas.openxmlformats.org/officeDocument/2006/relationships/image" Target="../media/image3576.png"/><Relationship Id="rId57" Type="http://schemas.openxmlformats.org/officeDocument/2006/relationships/image" Target="../media/image3566.png"/><Relationship Id="rId56" Type="http://schemas.openxmlformats.org/officeDocument/2006/relationships/image" Target="../media/image3582.png"/><Relationship Id="rId59" Type="http://schemas.openxmlformats.org/officeDocument/2006/relationships/image" Target="../media/image3577.png"/><Relationship Id="rId58" Type="http://schemas.openxmlformats.org/officeDocument/2006/relationships/image" Target="../media/image3584.png"/></Relationships>
</file>

<file path=ppt/slides/_rels/slide93.xml.rels><?xml version="1.0" encoding="UTF-8" standalone="yes"?><Relationships xmlns="http://schemas.openxmlformats.org/package/2006/relationships"><Relationship Id="rId40" Type="http://schemas.openxmlformats.org/officeDocument/2006/relationships/image" Target="../media/image3626.png"/><Relationship Id="rId42" Type="http://schemas.openxmlformats.org/officeDocument/2006/relationships/image" Target="../media/image3628.png"/><Relationship Id="rId41" Type="http://schemas.openxmlformats.org/officeDocument/2006/relationships/image" Target="../media/image3627.png"/><Relationship Id="rId44" Type="http://schemas.openxmlformats.org/officeDocument/2006/relationships/image" Target="../media/image3623.png"/><Relationship Id="rId43" Type="http://schemas.openxmlformats.org/officeDocument/2006/relationships/image" Target="../media/image3638.png"/><Relationship Id="rId31" Type="http://schemas.openxmlformats.org/officeDocument/2006/relationships/image" Target="../media/image3606.png"/><Relationship Id="rId30" Type="http://schemas.openxmlformats.org/officeDocument/2006/relationships/image" Target="../media/image3611.png"/><Relationship Id="rId33" Type="http://schemas.openxmlformats.org/officeDocument/2006/relationships/image" Target="../media/image3614.png"/><Relationship Id="rId32" Type="http://schemas.openxmlformats.org/officeDocument/2006/relationships/image" Target="../media/image3621.png"/><Relationship Id="rId35" Type="http://schemas.openxmlformats.org/officeDocument/2006/relationships/image" Target="../media/image3624.png"/><Relationship Id="rId34" Type="http://schemas.openxmlformats.org/officeDocument/2006/relationships/image" Target="../media/image3619.png"/><Relationship Id="rId37" Type="http://schemas.openxmlformats.org/officeDocument/2006/relationships/image" Target="../media/image3632.png"/><Relationship Id="rId36" Type="http://schemas.openxmlformats.org/officeDocument/2006/relationships/image" Target="../media/image3608.png"/><Relationship Id="rId39" Type="http://schemas.openxmlformats.org/officeDocument/2006/relationships/image" Target="../media/image3618.png"/><Relationship Id="rId38" Type="http://schemas.openxmlformats.org/officeDocument/2006/relationships/image" Target="../media/image3622.png"/><Relationship Id="rId20" Type="http://schemas.openxmlformats.org/officeDocument/2006/relationships/image" Target="../media/image3615.png"/><Relationship Id="rId22" Type="http://schemas.openxmlformats.org/officeDocument/2006/relationships/image" Target="../media/image3598.png"/><Relationship Id="rId21" Type="http://schemas.openxmlformats.org/officeDocument/2006/relationships/image" Target="../media/image3613.png"/><Relationship Id="rId24" Type="http://schemas.openxmlformats.org/officeDocument/2006/relationships/image" Target="../media/image3603.png"/><Relationship Id="rId23" Type="http://schemas.openxmlformats.org/officeDocument/2006/relationships/image" Target="../media/image3597.png"/><Relationship Id="rId26" Type="http://schemas.openxmlformats.org/officeDocument/2006/relationships/image" Target="../media/image3620.png"/><Relationship Id="rId25" Type="http://schemas.openxmlformats.org/officeDocument/2006/relationships/image" Target="../media/image3610.png"/><Relationship Id="rId28" Type="http://schemas.openxmlformats.org/officeDocument/2006/relationships/image" Target="../media/image3616.png"/><Relationship Id="rId27" Type="http://schemas.openxmlformats.org/officeDocument/2006/relationships/image" Target="../media/image3625.png"/><Relationship Id="rId29" Type="http://schemas.openxmlformats.org/officeDocument/2006/relationships/image" Target="../media/image3607.png"/><Relationship Id="rId11" Type="http://schemas.openxmlformats.org/officeDocument/2006/relationships/image" Target="../media/image3601.png"/><Relationship Id="rId10" Type="http://schemas.openxmlformats.org/officeDocument/2006/relationships/image" Target="../media/image3593.png"/><Relationship Id="rId13" Type="http://schemas.openxmlformats.org/officeDocument/2006/relationships/image" Target="../media/image3599.png"/><Relationship Id="rId12" Type="http://schemas.openxmlformats.org/officeDocument/2006/relationships/image" Target="../media/image3612.png"/><Relationship Id="rId15" Type="http://schemas.openxmlformats.org/officeDocument/2006/relationships/image" Target="../media/image3596.png"/><Relationship Id="rId14" Type="http://schemas.openxmlformats.org/officeDocument/2006/relationships/image" Target="../media/image3595.png"/><Relationship Id="rId17" Type="http://schemas.openxmlformats.org/officeDocument/2006/relationships/image" Target="../media/image3604.png"/><Relationship Id="rId16" Type="http://schemas.openxmlformats.org/officeDocument/2006/relationships/image" Target="../media/image3609.png"/><Relationship Id="rId19" Type="http://schemas.openxmlformats.org/officeDocument/2006/relationships/image" Target="../media/image3600.png"/><Relationship Id="rId18" Type="http://schemas.openxmlformats.org/officeDocument/2006/relationships/image" Target="../media/image355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3.xml"/><Relationship Id="rId3" Type="http://schemas.openxmlformats.org/officeDocument/2006/relationships/image" Target="../media/image3542.png"/><Relationship Id="rId4" Type="http://schemas.openxmlformats.org/officeDocument/2006/relationships/image" Target="../media/image3588.png"/><Relationship Id="rId9" Type="http://schemas.openxmlformats.org/officeDocument/2006/relationships/image" Target="../media/image3605.png"/><Relationship Id="rId5" Type="http://schemas.openxmlformats.org/officeDocument/2006/relationships/image" Target="../media/image3592.png"/><Relationship Id="rId6" Type="http://schemas.openxmlformats.org/officeDocument/2006/relationships/image" Target="../media/image3590.png"/><Relationship Id="rId7" Type="http://schemas.openxmlformats.org/officeDocument/2006/relationships/image" Target="../media/image3587.png"/><Relationship Id="rId8" Type="http://schemas.openxmlformats.org/officeDocument/2006/relationships/image" Target="../media/image3617.png"/></Relationships>
</file>

<file path=ppt/slides/_rels/slide94.xml.rels><?xml version="1.0" encoding="UTF-8" standalone="yes"?><Relationships xmlns="http://schemas.openxmlformats.org/package/2006/relationships"><Relationship Id="rId20" Type="http://schemas.openxmlformats.org/officeDocument/2006/relationships/image" Target="../media/image3647.png"/><Relationship Id="rId22" Type="http://schemas.openxmlformats.org/officeDocument/2006/relationships/image" Target="../media/image3649.png"/><Relationship Id="rId21" Type="http://schemas.openxmlformats.org/officeDocument/2006/relationships/image" Target="../media/image3644.png"/><Relationship Id="rId23" Type="http://schemas.openxmlformats.org/officeDocument/2006/relationships/image" Target="../media/image3648.png"/><Relationship Id="rId11" Type="http://schemas.openxmlformats.org/officeDocument/2006/relationships/image" Target="../media/image3634.png"/><Relationship Id="rId10" Type="http://schemas.openxmlformats.org/officeDocument/2006/relationships/image" Target="../media/image3629.png"/><Relationship Id="rId13" Type="http://schemas.openxmlformats.org/officeDocument/2006/relationships/image" Target="../media/image3641.png"/><Relationship Id="rId12" Type="http://schemas.openxmlformats.org/officeDocument/2006/relationships/image" Target="../media/image3630.png"/><Relationship Id="rId15" Type="http://schemas.openxmlformats.org/officeDocument/2006/relationships/image" Target="../media/image3652.png"/><Relationship Id="rId14" Type="http://schemas.openxmlformats.org/officeDocument/2006/relationships/image" Target="../media/image3642.png"/><Relationship Id="rId17" Type="http://schemas.openxmlformats.org/officeDocument/2006/relationships/image" Target="../media/image3640.png"/><Relationship Id="rId16" Type="http://schemas.openxmlformats.org/officeDocument/2006/relationships/image" Target="../media/image3643.png"/><Relationship Id="rId19" Type="http://schemas.openxmlformats.org/officeDocument/2006/relationships/image" Target="../media/image3645.png"/><Relationship Id="rId18" Type="http://schemas.openxmlformats.org/officeDocument/2006/relationships/image" Target="../media/image3656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4.xml"/><Relationship Id="rId3" Type="http://schemas.openxmlformats.org/officeDocument/2006/relationships/image" Target="../media/image3550.png"/><Relationship Id="rId4" Type="http://schemas.openxmlformats.org/officeDocument/2006/relationships/image" Target="../media/image3636.png"/><Relationship Id="rId9" Type="http://schemas.openxmlformats.org/officeDocument/2006/relationships/image" Target="../media/image3639.png"/><Relationship Id="rId5" Type="http://schemas.openxmlformats.org/officeDocument/2006/relationships/image" Target="../media/image3633.png"/><Relationship Id="rId6" Type="http://schemas.openxmlformats.org/officeDocument/2006/relationships/image" Target="../media/image3637.png"/><Relationship Id="rId7" Type="http://schemas.openxmlformats.org/officeDocument/2006/relationships/image" Target="../media/image3635.png"/><Relationship Id="rId8" Type="http://schemas.openxmlformats.org/officeDocument/2006/relationships/image" Target="../media/image3631.png"/></Relationships>
</file>

<file path=ppt/slides/_rels/slide95.xml.rels><?xml version="1.0" encoding="UTF-8" standalone="yes"?><Relationships xmlns="http://schemas.openxmlformats.org/package/2006/relationships"><Relationship Id="rId40" Type="http://schemas.openxmlformats.org/officeDocument/2006/relationships/image" Target="../media/image3685.png"/><Relationship Id="rId42" Type="http://schemas.openxmlformats.org/officeDocument/2006/relationships/image" Target="../media/image3683.png"/><Relationship Id="rId41" Type="http://schemas.openxmlformats.org/officeDocument/2006/relationships/image" Target="../media/image3687.png"/><Relationship Id="rId44" Type="http://schemas.openxmlformats.org/officeDocument/2006/relationships/image" Target="../media/image3689.png"/><Relationship Id="rId43" Type="http://schemas.openxmlformats.org/officeDocument/2006/relationships/image" Target="../media/image3686.png"/><Relationship Id="rId46" Type="http://schemas.openxmlformats.org/officeDocument/2006/relationships/image" Target="../media/image3690.png"/><Relationship Id="rId45" Type="http://schemas.openxmlformats.org/officeDocument/2006/relationships/image" Target="../media/image3692.png"/><Relationship Id="rId48" Type="http://schemas.openxmlformats.org/officeDocument/2006/relationships/image" Target="../media/image3691.png"/><Relationship Id="rId47" Type="http://schemas.openxmlformats.org/officeDocument/2006/relationships/image" Target="../media/image3693.png"/><Relationship Id="rId49" Type="http://schemas.openxmlformats.org/officeDocument/2006/relationships/image" Target="../media/image3695.png"/><Relationship Id="rId31" Type="http://schemas.openxmlformats.org/officeDocument/2006/relationships/image" Target="../media/image3675.png"/><Relationship Id="rId30" Type="http://schemas.openxmlformats.org/officeDocument/2006/relationships/image" Target="../media/image3672.png"/><Relationship Id="rId33" Type="http://schemas.openxmlformats.org/officeDocument/2006/relationships/image" Target="../media/image3679.png"/><Relationship Id="rId32" Type="http://schemas.openxmlformats.org/officeDocument/2006/relationships/image" Target="../media/image3682.png"/><Relationship Id="rId35" Type="http://schemas.openxmlformats.org/officeDocument/2006/relationships/image" Target="../media/image3676.png"/><Relationship Id="rId34" Type="http://schemas.openxmlformats.org/officeDocument/2006/relationships/image" Target="../media/image3688.png"/><Relationship Id="rId37" Type="http://schemas.openxmlformats.org/officeDocument/2006/relationships/image" Target="../media/image3705.png"/><Relationship Id="rId36" Type="http://schemas.openxmlformats.org/officeDocument/2006/relationships/image" Target="../media/image3678.png"/><Relationship Id="rId39" Type="http://schemas.openxmlformats.org/officeDocument/2006/relationships/image" Target="../media/image3680.png"/><Relationship Id="rId38" Type="http://schemas.openxmlformats.org/officeDocument/2006/relationships/image" Target="../media/image3684.png"/><Relationship Id="rId20" Type="http://schemas.openxmlformats.org/officeDocument/2006/relationships/image" Target="../media/image3666.png"/><Relationship Id="rId22" Type="http://schemas.openxmlformats.org/officeDocument/2006/relationships/image" Target="../media/image3674.png"/><Relationship Id="rId21" Type="http://schemas.openxmlformats.org/officeDocument/2006/relationships/image" Target="../media/image3673.png"/><Relationship Id="rId24" Type="http://schemas.openxmlformats.org/officeDocument/2006/relationships/image" Target="../media/image3671.png"/><Relationship Id="rId23" Type="http://schemas.openxmlformats.org/officeDocument/2006/relationships/image" Target="../media/image3669.png"/><Relationship Id="rId26" Type="http://schemas.openxmlformats.org/officeDocument/2006/relationships/image" Target="../media/image3670.png"/><Relationship Id="rId25" Type="http://schemas.openxmlformats.org/officeDocument/2006/relationships/image" Target="../media/image3668.png"/><Relationship Id="rId28" Type="http://schemas.openxmlformats.org/officeDocument/2006/relationships/image" Target="../media/image3550.png"/><Relationship Id="rId27" Type="http://schemas.openxmlformats.org/officeDocument/2006/relationships/image" Target="../media/image3681.png"/><Relationship Id="rId29" Type="http://schemas.openxmlformats.org/officeDocument/2006/relationships/image" Target="../media/image3677.png"/><Relationship Id="rId11" Type="http://schemas.openxmlformats.org/officeDocument/2006/relationships/image" Target="../media/image3665.png"/><Relationship Id="rId10" Type="http://schemas.openxmlformats.org/officeDocument/2006/relationships/image" Target="../media/image3534.png"/><Relationship Id="rId13" Type="http://schemas.openxmlformats.org/officeDocument/2006/relationships/image" Target="../media/image3657.png"/><Relationship Id="rId12" Type="http://schemas.openxmlformats.org/officeDocument/2006/relationships/image" Target="../media/image3658.png"/><Relationship Id="rId15" Type="http://schemas.openxmlformats.org/officeDocument/2006/relationships/image" Target="../media/image3660.png"/><Relationship Id="rId14" Type="http://schemas.openxmlformats.org/officeDocument/2006/relationships/image" Target="../media/image3531.png"/><Relationship Id="rId17" Type="http://schemas.openxmlformats.org/officeDocument/2006/relationships/image" Target="../media/image3659.png"/><Relationship Id="rId16" Type="http://schemas.openxmlformats.org/officeDocument/2006/relationships/image" Target="../media/image3663.png"/><Relationship Id="rId19" Type="http://schemas.openxmlformats.org/officeDocument/2006/relationships/image" Target="../media/image3543.png"/><Relationship Id="rId18" Type="http://schemas.openxmlformats.org/officeDocument/2006/relationships/image" Target="../media/image3667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5.xml"/><Relationship Id="rId3" Type="http://schemas.openxmlformats.org/officeDocument/2006/relationships/image" Target="../media/image3542.png"/><Relationship Id="rId4" Type="http://schemas.openxmlformats.org/officeDocument/2006/relationships/image" Target="../media/image3654.png"/><Relationship Id="rId9" Type="http://schemas.openxmlformats.org/officeDocument/2006/relationships/image" Target="../media/image3655.png"/><Relationship Id="rId5" Type="http://schemas.openxmlformats.org/officeDocument/2006/relationships/image" Target="../media/image3646.png"/><Relationship Id="rId6" Type="http://schemas.openxmlformats.org/officeDocument/2006/relationships/image" Target="../media/image3664.png"/><Relationship Id="rId7" Type="http://schemas.openxmlformats.org/officeDocument/2006/relationships/image" Target="../media/image3650.png"/><Relationship Id="rId8" Type="http://schemas.openxmlformats.org/officeDocument/2006/relationships/image" Target="../media/image3662.png"/><Relationship Id="rId73" Type="http://schemas.openxmlformats.org/officeDocument/2006/relationships/image" Target="../media/image3720.png"/><Relationship Id="rId72" Type="http://schemas.openxmlformats.org/officeDocument/2006/relationships/image" Target="../media/image3721.png"/><Relationship Id="rId71" Type="http://schemas.openxmlformats.org/officeDocument/2006/relationships/image" Target="../media/image3719.png"/><Relationship Id="rId70" Type="http://schemas.openxmlformats.org/officeDocument/2006/relationships/image" Target="../media/image3713.png"/><Relationship Id="rId62" Type="http://schemas.openxmlformats.org/officeDocument/2006/relationships/image" Target="../media/image3710.png"/><Relationship Id="rId61" Type="http://schemas.openxmlformats.org/officeDocument/2006/relationships/image" Target="../media/image3703.png"/><Relationship Id="rId64" Type="http://schemas.openxmlformats.org/officeDocument/2006/relationships/image" Target="../media/image3712.png"/><Relationship Id="rId63" Type="http://schemas.openxmlformats.org/officeDocument/2006/relationships/image" Target="../media/image3706.png"/><Relationship Id="rId66" Type="http://schemas.openxmlformats.org/officeDocument/2006/relationships/image" Target="../media/image3714.png"/><Relationship Id="rId65" Type="http://schemas.openxmlformats.org/officeDocument/2006/relationships/image" Target="../media/image3711.png"/><Relationship Id="rId68" Type="http://schemas.openxmlformats.org/officeDocument/2006/relationships/image" Target="../media/image3716.png"/><Relationship Id="rId67" Type="http://schemas.openxmlformats.org/officeDocument/2006/relationships/image" Target="../media/image3709.png"/><Relationship Id="rId60" Type="http://schemas.openxmlformats.org/officeDocument/2006/relationships/image" Target="../media/image3702.png"/><Relationship Id="rId69" Type="http://schemas.openxmlformats.org/officeDocument/2006/relationships/image" Target="../media/image3708.png"/><Relationship Id="rId51" Type="http://schemas.openxmlformats.org/officeDocument/2006/relationships/image" Target="../media/image3707.png"/><Relationship Id="rId50" Type="http://schemas.openxmlformats.org/officeDocument/2006/relationships/image" Target="../media/image3696.png"/><Relationship Id="rId53" Type="http://schemas.openxmlformats.org/officeDocument/2006/relationships/image" Target="../media/image3698.png"/><Relationship Id="rId52" Type="http://schemas.openxmlformats.org/officeDocument/2006/relationships/image" Target="../media/image3694.png"/><Relationship Id="rId55" Type="http://schemas.openxmlformats.org/officeDocument/2006/relationships/image" Target="../media/image3699.png"/><Relationship Id="rId54" Type="http://schemas.openxmlformats.org/officeDocument/2006/relationships/image" Target="../media/image3704.png"/><Relationship Id="rId57" Type="http://schemas.openxmlformats.org/officeDocument/2006/relationships/image" Target="../media/image3700.png"/><Relationship Id="rId56" Type="http://schemas.openxmlformats.org/officeDocument/2006/relationships/image" Target="../media/image3701.png"/><Relationship Id="rId59" Type="http://schemas.openxmlformats.org/officeDocument/2006/relationships/image" Target="../media/image3715.png"/><Relationship Id="rId58" Type="http://schemas.openxmlformats.org/officeDocument/2006/relationships/image" Target="../media/image3697.png"/></Relationships>
</file>

<file path=ppt/slides/_rels/slide96.xml.rels><?xml version="1.0" encoding="UTF-8" standalone="yes"?><Relationships xmlns="http://schemas.openxmlformats.org/package/2006/relationships"><Relationship Id="rId40" Type="http://schemas.openxmlformats.org/officeDocument/2006/relationships/image" Target="../media/image3778.png"/><Relationship Id="rId42" Type="http://schemas.openxmlformats.org/officeDocument/2006/relationships/image" Target="../media/image3757.png"/><Relationship Id="rId41" Type="http://schemas.openxmlformats.org/officeDocument/2006/relationships/image" Target="../media/image3755.png"/><Relationship Id="rId44" Type="http://schemas.openxmlformats.org/officeDocument/2006/relationships/image" Target="../media/image3753.png"/><Relationship Id="rId43" Type="http://schemas.openxmlformats.org/officeDocument/2006/relationships/image" Target="../media/image3764.png"/><Relationship Id="rId46" Type="http://schemas.openxmlformats.org/officeDocument/2006/relationships/image" Target="../media/image3777.png"/><Relationship Id="rId45" Type="http://schemas.openxmlformats.org/officeDocument/2006/relationships/image" Target="../media/image3767.png"/><Relationship Id="rId48" Type="http://schemas.openxmlformats.org/officeDocument/2006/relationships/image" Target="../media/image3775.png"/><Relationship Id="rId47" Type="http://schemas.openxmlformats.org/officeDocument/2006/relationships/image" Target="../media/image3770.png"/><Relationship Id="rId49" Type="http://schemas.openxmlformats.org/officeDocument/2006/relationships/image" Target="../media/image3773.png"/><Relationship Id="rId31" Type="http://schemas.openxmlformats.org/officeDocument/2006/relationships/image" Target="../media/image3748.png"/><Relationship Id="rId30" Type="http://schemas.openxmlformats.org/officeDocument/2006/relationships/image" Target="../media/image3758.png"/><Relationship Id="rId33" Type="http://schemas.openxmlformats.org/officeDocument/2006/relationships/image" Target="../media/image3754.png"/><Relationship Id="rId32" Type="http://schemas.openxmlformats.org/officeDocument/2006/relationships/image" Target="../media/image3749.png"/><Relationship Id="rId35" Type="http://schemas.openxmlformats.org/officeDocument/2006/relationships/image" Target="../media/image3751.png"/><Relationship Id="rId34" Type="http://schemas.openxmlformats.org/officeDocument/2006/relationships/image" Target="../media/image3745.png"/><Relationship Id="rId37" Type="http://schemas.openxmlformats.org/officeDocument/2006/relationships/image" Target="../media/image3750.png"/><Relationship Id="rId36" Type="http://schemas.openxmlformats.org/officeDocument/2006/relationships/image" Target="../media/image3756.png"/><Relationship Id="rId39" Type="http://schemas.openxmlformats.org/officeDocument/2006/relationships/image" Target="../media/image3761.png"/><Relationship Id="rId38" Type="http://schemas.openxmlformats.org/officeDocument/2006/relationships/image" Target="../media/image3752.png"/><Relationship Id="rId20" Type="http://schemas.openxmlformats.org/officeDocument/2006/relationships/image" Target="../media/image3742.png"/><Relationship Id="rId22" Type="http://schemas.openxmlformats.org/officeDocument/2006/relationships/image" Target="../media/image3738.png"/><Relationship Id="rId21" Type="http://schemas.openxmlformats.org/officeDocument/2006/relationships/image" Target="../media/image3736.png"/><Relationship Id="rId24" Type="http://schemas.openxmlformats.org/officeDocument/2006/relationships/image" Target="../media/image3741.png"/><Relationship Id="rId23" Type="http://schemas.openxmlformats.org/officeDocument/2006/relationships/image" Target="../media/image3744.png"/><Relationship Id="rId26" Type="http://schemas.openxmlformats.org/officeDocument/2006/relationships/image" Target="../media/image3734.png"/><Relationship Id="rId25" Type="http://schemas.openxmlformats.org/officeDocument/2006/relationships/image" Target="../media/image3743.png"/><Relationship Id="rId28" Type="http://schemas.openxmlformats.org/officeDocument/2006/relationships/image" Target="../media/image3760.png"/><Relationship Id="rId27" Type="http://schemas.openxmlformats.org/officeDocument/2006/relationships/image" Target="../media/image3747.png"/><Relationship Id="rId29" Type="http://schemas.openxmlformats.org/officeDocument/2006/relationships/image" Target="../media/image3763.png"/><Relationship Id="rId95" Type="http://schemas.openxmlformats.org/officeDocument/2006/relationships/image" Target="../media/image3808.png"/><Relationship Id="rId94" Type="http://schemas.openxmlformats.org/officeDocument/2006/relationships/image" Target="../media/image3816.png"/><Relationship Id="rId97" Type="http://schemas.openxmlformats.org/officeDocument/2006/relationships/image" Target="../media/image3814.png"/><Relationship Id="rId96" Type="http://schemas.openxmlformats.org/officeDocument/2006/relationships/image" Target="../media/image3815.png"/><Relationship Id="rId11" Type="http://schemas.openxmlformats.org/officeDocument/2006/relationships/image" Target="../media/image3730.png"/><Relationship Id="rId10" Type="http://schemas.openxmlformats.org/officeDocument/2006/relationships/image" Target="../media/image3727.png"/><Relationship Id="rId98" Type="http://schemas.openxmlformats.org/officeDocument/2006/relationships/image" Target="../media/image3821.png"/><Relationship Id="rId13" Type="http://schemas.openxmlformats.org/officeDocument/2006/relationships/image" Target="../media/image3737.png"/><Relationship Id="rId12" Type="http://schemas.openxmlformats.org/officeDocument/2006/relationships/image" Target="../media/image3726.png"/><Relationship Id="rId91" Type="http://schemas.openxmlformats.org/officeDocument/2006/relationships/image" Target="../media/image3807.png"/><Relationship Id="rId90" Type="http://schemas.openxmlformats.org/officeDocument/2006/relationships/image" Target="../media/image3806.png"/><Relationship Id="rId93" Type="http://schemas.openxmlformats.org/officeDocument/2006/relationships/image" Target="../media/image3817.png"/><Relationship Id="rId92" Type="http://schemas.openxmlformats.org/officeDocument/2006/relationships/image" Target="../media/image3809.png"/><Relationship Id="rId15" Type="http://schemas.openxmlformats.org/officeDocument/2006/relationships/image" Target="../media/image3740.png"/><Relationship Id="rId14" Type="http://schemas.openxmlformats.org/officeDocument/2006/relationships/image" Target="../media/image3733.png"/><Relationship Id="rId17" Type="http://schemas.openxmlformats.org/officeDocument/2006/relationships/image" Target="../media/image3732.png"/><Relationship Id="rId16" Type="http://schemas.openxmlformats.org/officeDocument/2006/relationships/image" Target="../media/image3725.png"/><Relationship Id="rId19" Type="http://schemas.openxmlformats.org/officeDocument/2006/relationships/image" Target="../media/image3735.png"/><Relationship Id="rId18" Type="http://schemas.openxmlformats.org/officeDocument/2006/relationships/image" Target="../media/image3739.png"/><Relationship Id="rId84" Type="http://schemas.openxmlformats.org/officeDocument/2006/relationships/image" Target="../media/image3803.png"/><Relationship Id="rId83" Type="http://schemas.openxmlformats.org/officeDocument/2006/relationships/image" Target="../media/image3804.png"/><Relationship Id="rId86" Type="http://schemas.openxmlformats.org/officeDocument/2006/relationships/image" Target="../media/image3810.png"/><Relationship Id="rId85" Type="http://schemas.openxmlformats.org/officeDocument/2006/relationships/image" Target="../media/image3800.png"/><Relationship Id="rId88" Type="http://schemas.openxmlformats.org/officeDocument/2006/relationships/image" Target="../media/image3813.png"/><Relationship Id="rId87" Type="http://schemas.openxmlformats.org/officeDocument/2006/relationships/image" Target="../media/image3797.png"/><Relationship Id="rId89" Type="http://schemas.openxmlformats.org/officeDocument/2006/relationships/image" Target="../media/image3805.png"/><Relationship Id="rId80" Type="http://schemas.openxmlformats.org/officeDocument/2006/relationships/image" Target="../media/image3802.png"/><Relationship Id="rId82" Type="http://schemas.openxmlformats.org/officeDocument/2006/relationships/image" Target="../media/image3794.png"/><Relationship Id="rId81" Type="http://schemas.openxmlformats.org/officeDocument/2006/relationships/image" Target="../media/image379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6.xml"/><Relationship Id="rId3" Type="http://schemas.openxmlformats.org/officeDocument/2006/relationships/image" Target="../media/image3717.png"/><Relationship Id="rId4" Type="http://schemas.openxmlformats.org/officeDocument/2006/relationships/image" Target="../media/image3722.png"/><Relationship Id="rId9" Type="http://schemas.openxmlformats.org/officeDocument/2006/relationships/image" Target="../media/image3724.png"/><Relationship Id="rId5" Type="http://schemas.openxmlformats.org/officeDocument/2006/relationships/image" Target="../media/image3718.png"/><Relationship Id="rId6" Type="http://schemas.openxmlformats.org/officeDocument/2006/relationships/image" Target="../media/image3723.png"/><Relationship Id="rId7" Type="http://schemas.openxmlformats.org/officeDocument/2006/relationships/image" Target="../media/image3728.png"/><Relationship Id="rId8" Type="http://schemas.openxmlformats.org/officeDocument/2006/relationships/image" Target="../media/image3731.png"/><Relationship Id="rId73" Type="http://schemas.openxmlformats.org/officeDocument/2006/relationships/image" Target="../media/image3792.png"/><Relationship Id="rId72" Type="http://schemas.openxmlformats.org/officeDocument/2006/relationships/image" Target="../media/image3795.png"/><Relationship Id="rId75" Type="http://schemas.openxmlformats.org/officeDocument/2006/relationships/image" Target="../media/image3801.png"/><Relationship Id="rId74" Type="http://schemas.openxmlformats.org/officeDocument/2006/relationships/image" Target="../media/image3787.png"/><Relationship Id="rId77" Type="http://schemas.openxmlformats.org/officeDocument/2006/relationships/image" Target="../media/image3786.png"/><Relationship Id="rId76" Type="http://schemas.openxmlformats.org/officeDocument/2006/relationships/image" Target="../media/image3796.png"/><Relationship Id="rId79" Type="http://schemas.openxmlformats.org/officeDocument/2006/relationships/image" Target="../media/image3811.png"/><Relationship Id="rId78" Type="http://schemas.openxmlformats.org/officeDocument/2006/relationships/image" Target="../media/image3791.png"/><Relationship Id="rId71" Type="http://schemas.openxmlformats.org/officeDocument/2006/relationships/image" Target="../media/image3789.png"/><Relationship Id="rId70" Type="http://schemas.openxmlformats.org/officeDocument/2006/relationships/image" Target="../media/image3793.png"/><Relationship Id="rId62" Type="http://schemas.openxmlformats.org/officeDocument/2006/relationships/image" Target="../media/image3768.png"/><Relationship Id="rId61" Type="http://schemas.openxmlformats.org/officeDocument/2006/relationships/image" Target="../media/image3784.png"/><Relationship Id="rId64" Type="http://schemas.openxmlformats.org/officeDocument/2006/relationships/image" Target="../media/image3798.png"/><Relationship Id="rId63" Type="http://schemas.openxmlformats.org/officeDocument/2006/relationships/image" Target="../media/image3785.png"/><Relationship Id="rId66" Type="http://schemas.openxmlformats.org/officeDocument/2006/relationships/image" Target="../media/image3783.png"/><Relationship Id="rId65" Type="http://schemas.openxmlformats.org/officeDocument/2006/relationships/image" Target="../media/image3788.png"/><Relationship Id="rId68" Type="http://schemas.openxmlformats.org/officeDocument/2006/relationships/image" Target="../media/image3781.png"/><Relationship Id="rId67" Type="http://schemas.openxmlformats.org/officeDocument/2006/relationships/image" Target="../media/image3780.png"/><Relationship Id="rId60" Type="http://schemas.openxmlformats.org/officeDocument/2006/relationships/image" Target="../media/image3779.png"/><Relationship Id="rId69" Type="http://schemas.openxmlformats.org/officeDocument/2006/relationships/image" Target="../media/image3782.png"/><Relationship Id="rId51" Type="http://schemas.openxmlformats.org/officeDocument/2006/relationships/image" Target="../media/image3765.png"/><Relationship Id="rId50" Type="http://schemas.openxmlformats.org/officeDocument/2006/relationships/image" Target="../media/image3762.png"/><Relationship Id="rId53" Type="http://schemas.openxmlformats.org/officeDocument/2006/relationships/image" Target="../media/image3759.png"/><Relationship Id="rId52" Type="http://schemas.openxmlformats.org/officeDocument/2006/relationships/image" Target="../media/image3771.png"/><Relationship Id="rId55" Type="http://schemas.openxmlformats.org/officeDocument/2006/relationships/image" Target="../media/image3772.png"/><Relationship Id="rId54" Type="http://schemas.openxmlformats.org/officeDocument/2006/relationships/image" Target="../media/image3790.png"/><Relationship Id="rId57" Type="http://schemas.openxmlformats.org/officeDocument/2006/relationships/image" Target="../media/image3769.png"/><Relationship Id="rId56" Type="http://schemas.openxmlformats.org/officeDocument/2006/relationships/image" Target="../media/image3766.png"/><Relationship Id="rId59" Type="http://schemas.openxmlformats.org/officeDocument/2006/relationships/image" Target="../media/image3774.png"/><Relationship Id="rId58" Type="http://schemas.openxmlformats.org/officeDocument/2006/relationships/image" Target="../media/image3776.png"/></Relationships>
</file>

<file path=ppt/slides/_rels/slide97.xml.rels><?xml version="1.0" encoding="UTF-8" standalone="yes"?><Relationships xmlns="http://schemas.openxmlformats.org/package/2006/relationships"><Relationship Id="rId40" Type="http://schemas.openxmlformats.org/officeDocument/2006/relationships/image" Target="../media/image3850.png"/><Relationship Id="rId42" Type="http://schemas.openxmlformats.org/officeDocument/2006/relationships/image" Target="../media/image3847.png"/><Relationship Id="rId41" Type="http://schemas.openxmlformats.org/officeDocument/2006/relationships/image" Target="../media/image3871.png"/><Relationship Id="rId44" Type="http://schemas.openxmlformats.org/officeDocument/2006/relationships/image" Target="../media/image3857.png"/><Relationship Id="rId43" Type="http://schemas.openxmlformats.org/officeDocument/2006/relationships/image" Target="../media/image3879.png"/><Relationship Id="rId46" Type="http://schemas.openxmlformats.org/officeDocument/2006/relationships/image" Target="../media/image3860.png"/><Relationship Id="rId45" Type="http://schemas.openxmlformats.org/officeDocument/2006/relationships/image" Target="../media/image3852.png"/><Relationship Id="rId48" Type="http://schemas.openxmlformats.org/officeDocument/2006/relationships/image" Target="../media/image3862.png"/><Relationship Id="rId47" Type="http://schemas.openxmlformats.org/officeDocument/2006/relationships/image" Target="../media/image3870.png"/><Relationship Id="rId49" Type="http://schemas.openxmlformats.org/officeDocument/2006/relationships/image" Target="../media/image3865.png"/><Relationship Id="rId31" Type="http://schemas.openxmlformats.org/officeDocument/2006/relationships/image" Target="../media/image3853.png"/><Relationship Id="rId30" Type="http://schemas.openxmlformats.org/officeDocument/2006/relationships/image" Target="../media/image3844.png"/><Relationship Id="rId33" Type="http://schemas.openxmlformats.org/officeDocument/2006/relationships/image" Target="../media/image3845.png"/><Relationship Id="rId32" Type="http://schemas.openxmlformats.org/officeDocument/2006/relationships/image" Target="../media/image3846.png"/><Relationship Id="rId35" Type="http://schemas.openxmlformats.org/officeDocument/2006/relationships/image" Target="../media/image3848.png"/><Relationship Id="rId34" Type="http://schemas.openxmlformats.org/officeDocument/2006/relationships/image" Target="../media/image3856.png"/><Relationship Id="rId37" Type="http://schemas.openxmlformats.org/officeDocument/2006/relationships/image" Target="../media/image3861.png"/><Relationship Id="rId36" Type="http://schemas.openxmlformats.org/officeDocument/2006/relationships/image" Target="../media/image3849.png"/><Relationship Id="rId39" Type="http://schemas.openxmlformats.org/officeDocument/2006/relationships/image" Target="../media/image3858.png"/><Relationship Id="rId38" Type="http://schemas.openxmlformats.org/officeDocument/2006/relationships/image" Target="../media/image3851.png"/><Relationship Id="rId20" Type="http://schemas.openxmlformats.org/officeDocument/2006/relationships/image" Target="../media/image3838.png"/><Relationship Id="rId22" Type="http://schemas.openxmlformats.org/officeDocument/2006/relationships/image" Target="../media/image3843.png"/><Relationship Id="rId21" Type="http://schemas.openxmlformats.org/officeDocument/2006/relationships/image" Target="../media/image3837.png"/><Relationship Id="rId24" Type="http://schemas.openxmlformats.org/officeDocument/2006/relationships/image" Target="../media/image3833.png"/><Relationship Id="rId23" Type="http://schemas.openxmlformats.org/officeDocument/2006/relationships/image" Target="../media/image3835.png"/><Relationship Id="rId26" Type="http://schemas.openxmlformats.org/officeDocument/2006/relationships/image" Target="../media/image3840.png"/><Relationship Id="rId25" Type="http://schemas.openxmlformats.org/officeDocument/2006/relationships/image" Target="../media/image3836.png"/><Relationship Id="rId28" Type="http://schemas.openxmlformats.org/officeDocument/2006/relationships/image" Target="../media/image3854.png"/><Relationship Id="rId27" Type="http://schemas.openxmlformats.org/officeDocument/2006/relationships/image" Target="../media/image3855.png"/><Relationship Id="rId29" Type="http://schemas.openxmlformats.org/officeDocument/2006/relationships/image" Target="../media/image3834.png"/><Relationship Id="rId11" Type="http://schemas.openxmlformats.org/officeDocument/2006/relationships/image" Target="../media/image3842.png"/><Relationship Id="rId10" Type="http://schemas.openxmlformats.org/officeDocument/2006/relationships/image" Target="../media/image3826.png"/><Relationship Id="rId13" Type="http://schemas.openxmlformats.org/officeDocument/2006/relationships/image" Target="../media/image3533.png"/><Relationship Id="rId12" Type="http://schemas.openxmlformats.org/officeDocument/2006/relationships/image" Target="../media/image3820.png"/><Relationship Id="rId15" Type="http://schemas.openxmlformats.org/officeDocument/2006/relationships/image" Target="../media/image3825.png"/><Relationship Id="rId14" Type="http://schemas.openxmlformats.org/officeDocument/2006/relationships/image" Target="../media/image3823.png"/><Relationship Id="rId17" Type="http://schemas.openxmlformats.org/officeDocument/2006/relationships/image" Target="../media/image3830.png"/><Relationship Id="rId16" Type="http://schemas.openxmlformats.org/officeDocument/2006/relationships/image" Target="../media/image3839.png"/><Relationship Id="rId19" Type="http://schemas.openxmlformats.org/officeDocument/2006/relationships/image" Target="../media/image3831.png"/><Relationship Id="rId18" Type="http://schemas.openxmlformats.org/officeDocument/2006/relationships/image" Target="../media/image3832.png"/><Relationship Id="rId84" Type="http://schemas.openxmlformats.org/officeDocument/2006/relationships/image" Target="../media/image3895.jpg"/><Relationship Id="rId83" Type="http://schemas.openxmlformats.org/officeDocument/2006/relationships/image" Target="../media/image3891.png"/><Relationship Id="rId80" Type="http://schemas.openxmlformats.org/officeDocument/2006/relationships/image" Target="../media/image3897.png"/><Relationship Id="rId82" Type="http://schemas.openxmlformats.org/officeDocument/2006/relationships/image" Target="../media/image3884.png"/><Relationship Id="rId81" Type="http://schemas.openxmlformats.org/officeDocument/2006/relationships/image" Target="../media/image3914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7.xml"/><Relationship Id="rId3" Type="http://schemas.openxmlformats.org/officeDocument/2006/relationships/image" Target="../media/image3812.png"/><Relationship Id="rId4" Type="http://schemas.openxmlformats.org/officeDocument/2006/relationships/image" Target="../media/image3824.png"/><Relationship Id="rId9" Type="http://schemas.openxmlformats.org/officeDocument/2006/relationships/image" Target="../media/image3818.png"/><Relationship Id="rId5" Type="http://schemas.openxmlformats.org/officeDocument/2006/relationships/image" Target="../media/image3827.png"/><Relationship Id="rId6" Type="http://schemas.openxmlformats.org/officeDocument/2006/relationships/image" Target="../media/image3828.png"/><Relationship Id="rId7" Type="http://schemas.openxmlformats.org/officeDocument/2006/relationships/image" Target="../media/image3822.png"/><Relationship Id="rId8" Type="http://schemas.openxmlformats.org/officeDocument/2006/relationships/image" Target="../media/image3829.png"/><Relationship Id="rId73" Type="http://schemas.openxmlformats.org/officeDocument/2006/relationships/image" Target="../media/image3890.png"/><Relationship Id="rId72" Type="http://schemas.openxmlformats.org/officeDocument/2006/relationships/image" Target="../media/image3900.png"/><Relationship Id="rId75" Type="http://schemas.openxmlformats.org/officeDocument/2006/relationships/image" Target="../media/image3888.png"/><Relationship Id="rId74" Type="http://schemas.openxmlformats.org/officeDocument/2006/relationships/image" Target="../media/image3887.png"/><Relationship Id="rId77" Type="http://schemas.openxmlformats.org/officeDocument/2006/relationships/image" Target="../media/image3917.png"/><Relationship Id="rId76" Type="http://schemas.openxmlformats.org/officeDocument/2006/relationships/image" Target="../media/image3898.png"/><Relationship Id="rId79" Type="http://schemas.openxmlformats.org/officeDocument/2006/relationships/image" Target="../media/image3893.png"/><Relationship Id="rId78" Type="http://schemas.openxmlformats.org/officeDocument/2006/relationships/image" Target="../media/image3894.png"/><Relationship Id="rId71" Type="http://schemas.openxmlformats.org/officeDocument/2006/relationships/image" Target="../media/image3885.png"/><Relationship Id="rId70" Type="http://schemas.openxmlformats.org/officeDocument/2006/relationships/image" Target="../media/image3899.png"/><Relationship Id="rId62" Type="http://schemas.openxmlformats.org/officeDocument/2006/relationships/image" Target="../media/image3874.png"/><Relationship Id="rId61" Type="http://schemas.openxmlformats.org/officeDocument/2006/relationships/image" Target="../media/image3864.png"/><Relationship Id="rId64" Type="http://schemas.openxmlformats.org/officeDocument/2006/relationships/image" Target="../media/image3872.png"/><Relationship Id="rId63" Type="http://schemas.openxmlformats.org/officeDocument/2006/relationships/image" Target="../media/image3875.png"/><Relationship Id="rId66" Type="http://schemas.openxmlformats.org/officeDocument/2006/relationships/image" Target="../media/image3883.png"/><Relationship Id="rId65" Type="http://schemas.openxmlformats.org/officeDocument/2006/relationships/image" Target="../media/image3873.png"/><Relationship Id="rId68" Type="http://schemas.openxmlformats.org/officeDocument/2006/relationships/image" Target="../media/image3892.png"/><Relationship Id="rId67" Type="http://schemas.openxmlformats.org/officeDocument/2006/relationships/image" Target="../media/image3886.png"/><Relationship Id="rId60" Type="http://schemas.openxmlformats.org/officeDocument/2006/relationships/image" Target="../media/image3881.png"/><Relationship Id="rId69" Type="http://schemas.openxmlformats.org/officeDocument/2006/relationships/image" Target="../media/image3896.png"/><Relationship Id="rId51" Type="http://schemas.openxmlformats.org/officeDocument/2006/relationships/image" Target="../media/image3867.png"/><Relationship Id="rId50" Type="http://schemas.openxmlformats.org/officeDocument/2006/relationships/image" Target="../media/image3876.png"/><Relationship Id="rId53" Type="http://schemas.openxmlformats.org/officeDocument/2006/relationships/image" Target="../media/image3863.png"/><Relationship Id="rId52" Type="http://schemas.openxmlformats.org/officeDocument/2006/relationships/image" Target="../media/image3878.png"/><Relationship Id="rId55" Type="http://schemas.openxmlformats.org/officeDocument/2006/relationships/image" Target="../media/image3880.png"/><Relationship Id="rId54" Type="http://schemas.openxmlformats.org/officeDocument/2006/relationships/image" Target="../media/image3868.png"/><Relationship Id="rId57" Type="http://schemas.openxmlformats.org/officeDocument/2006/relationships/image" Target="../media/image3869.png"/><Relationship Id="rId56" Type="http://schemas.openxmlformats.org/officeDocument/2006/relationships/image" Target="../media/image3877.png"/><Relationship Id="rId59" Type="http://schemas.openxmlformats.org/officeDocument/2006/relationships/image" Target="../media/image3859.png"/><Relationship Id="rId58" Type="http://schemas.openxmlformats.org/officeDocument/2006/relationships/image" Target="../media/image3866.png"/></Relationships>
</file>

<file path=ppt/slides/_rels/slide98.xml.rels><?xml version="1.0" encoding="UTF-8" standalone="yes"?><Relationships xmlns="http://schemas.openxmlformats.org/package/2006/relationships"><Relationship Id="rId40" Type="http://schemas.openxmlformats.org/officeDocument/2006/relationships/image" Target="../media/image3954.png"/><Relationship Id="rId42" Type="http://schemas.openxmlformats.org/officeDocument/2006/relationships/image" Target="../media/image3941.png"/><Relationship Id="rId41" Type="http://schemas.openxmlformats.org/officeDocument/2006/relationships/image" Target="../media/image3946.png"/><Relationship Id="rId44" Type="http://schemas.openxmlformats.org/officeDocument/2006/relationships/image" Target="../media/image3942.png"/><Relationship Id="rId43" Type="http://schemas.openxmlformats.org/officeDocument/2006/relationships/image" Target="../media/image3952.png"/><Relationship Id="rId46" Type="http://schemas.openxmlformats.org/officeDocument/2006/relationships/image" Target="../media/image3936.png"/><Relationship Id="rId45" Type="http://schemas.openxmlformats.org/officeDocument/2006/relationships/image" Target="../media/image3951.png"/><Relationship Id="rId48" Type="http://schemas.openxmlformats.org/officeDocument/2006/relationships/image" Target="../media/image3943.png"/><Relationship Id="rId47" Type="http://schemas.openxmlformats.org/officeDocument/2006/relationships/image" Target="../media/image3934.png"/><Relationship Id="rId49" Type="http://schemas.openxmlformats.org/officeDocument/2006/relationships/image" Target="../media/image3953.png"/><Relationship Id="rId31" Type="http://schemas.openxmlformats.org/officeDocument/2006/relationships/image" Target="../media/image3919.png"/><Relationship Id="rId30" Type="http://schemas.openxmlformats.org/officeDocument/2006/relationships/image" Target="../media/image3928.png"/><Relationship Id="rId33" Type="http://schemas.openxmlformats.org/officeDocument/2006/relationships/image" Target="../media/image3920.png"/><Relationship Id="rId32" Type="http://schemas.openxmlformats.org/officeDocument/2006/relationships/image" Target="../media/image3918.png"/><Relationship Id="rId35" Type="http://schemas.openxmlformats.org/officeDocument/2006/relationships/image" Target="../media/image3924.png"/><Relationship Id="rId34" Type="http://schemas.openxmlformats.org/officeDocument/2006/relationships/image" Target="../media/image3930.png"/><Relationship Id="rId37" Type="http://schemas.openxmlformats.org/officeDocument/2006/relationships/image" Target="../media/image3950.png"/><Relationship Id="rId36" Type="http://schemas.openxmlformats.org/officeDocument/2006/relationships/image" Target="../media/image3939.png"/><Relationship Id="rId39" Type="http://schemas.openxmlformats.org/officeDocument/2006/relationships/image" Target="../media/image3938.png"/><Relationship Id="rId38" Type="http://schemas.openxmlformats.org/officeDocument/2006/relationships/image" Target="../media/image3931.png"/><Relationship Id="rId20" Type="http://schemas.openxmlformats.org/officeDocument/2006/relationships/image" Target="../media/image3916.png"/><Relationship Id="rId22" Type="http://schemas.openxmlformats.org/officeDocument/2006/relationships/image" Target="../media/image3925.png"/><Relationship Id="rId21" Type="http://schemas.openxmlformats.org/officeDocument/2006/relationships/image" Target="../media/image3912.png"/><Relationship Id="rId24" Type="http://schemas.openxmlformats.org/officeDocument/2006/relationships/image" Target="../media/image3550.png"/><Relationship Id="rId23" Type="http://schemas.openxmlformats.org/officeDocument/2006/relationships/image" Target="../media/image3911.png"/><Relationship Id="rId26" Type="http://schemas.openxmlformats.org/officeDocument/2006/relationships/image" Target="../media/image3921.png"/><Relationship Id="rId25" Type="http://schemas.openxmlformats.org/officeDocument/2006/relationships/image" Target="../media/image3915.png"/><Relationship Id="rId28" Type="http://schemas.openxmlformats.org/officeDocument/2006/relationships/image" Target="../media/image3935.png"/><Relationship Id="rId27" Type="http://schemas.openxmlformats.org/officeDocument/2006/relationships/image" Target="../media/image3926.png"/><Relationship Id="rId29" Type="http://schemas.openxmlformats.org/officeDocument/2006/relationships/image" Target="../media/image3927.png"/><Relationship Id="rId11" Type="http://schemas.openxmlformats.org/officeDocument/2006/relationships/image" Target="../media/image3906.png"/><Relationship Id="rId10" Type="http://schemas.openxmlformats.org/officeDocument/2006/relationships/image" Target="../media/image3932.png"/><Relationship Id="rId13" Type="http://schemas.openxmlformats.org/officeDocument/2006/relationships/image" Target="../media/image3929.png"/><Relationship Id="rId12" Type="http://schemas.openxmlformats.org/officeDocument/2006/relationships/image" Target="../media/image3904.png"/><Relationship Id="rId15" Type="http://schemas.openxmlformats.org/officeDocument/2006/relationships/image" Target="../media/image3909.png"/><Relationship Id="rId14" Type="http://schemas.openxmlformats.org/officeDocument/2006/relationships/image" Target="../media/image3907.png"/><Relationship Id="rId17" Type="http://schemas.openxmlformats.org/officeDocument/2006/relationships/image" Target="../media/image3901.png"/><Relationship Id="rId16" Type="http://schemas.openxmlformats.org/officeDocument/2006/relationships/image" Target="../media/image3923.png"/><Relationship Id="rId19" Type="http://schemas.openxmlformats.org/officeDocument/2006/relationships/image" Target="../media/image3908.png"/><Relationship Id="rId18" Type="http://schemas.openxmlformats.org/officeDocument/2006/relationships/image" Target="../media/image391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8.xml"/><Relationship Id="rId3" Type="http://schemas.openxmlformats.org/officeDocument/2006/relationships/image" Target="../media/image3639.png"/><Relationship Id="rId4" Type="http://schemas.openxmlformats.org/officeDocument/2006/relationships/image" Target="../media/image3922.png"/><Relationship Id="rId9" Type="http://schemas.openxmlformats.org/officeDocument/2006/relationships/image" Target="../media/image3903.png"/><Relationship Id="rId5" Type="http://schemas.openxmlformats.org/officeDocument/2006/relationships/image" Target="../media/image3905.png"/><Relationship Id="rId6" Type="http://schemas.openxmlformats.org/officeDocument/2006/relationships/image" Target="../media/image3902.png"/><Relationship Id="rId7" Type="http://schemas.openxmlformats.org/officeDocument/2006/relationships/image" Target="../media/image3889.png"/><Relationship Id="rId8" Type="http://schemas.openxmlformats.org/officeDocument/2006/relationships/image" Target="../media/image3913.png"/><Relationship Id="rId62" Type="http://schemas.openxmlformats.org/officeDocument/2006/relationships/image" Target="../media/image3948.png"/><Relationship Id="rId61" Type="http://schemas.openxmlformats.org/officeDocument/2006/relationships/image" Target="../media/image3961.png"/><Relationship Id="rId64" Type="http://schemas.openxmlformats.org/officeDocument/2006/relationships/image" Target="../media/image3965.png"/><Relationship Id="rId63" Type="http://schemas.openxmlformats.org/officeDocument/2006/relationships/image" Target="../media/image3957.png"/><Relationship Id="rId66" Type="http://schemas.openxmlformats.org/officeDocument/2006/relationships/image" Target="../media/image3955.png"/><Relationship Id="rId65" Type="http://schemas.openxmlformats.org/officeDocument/2006/relationships/image" Target="../media/image3970.png"/><Relationship Id="rId60" Type="http://schemas.openxmlformats.org/officeDocument/2006/relationships/image" Target="../media/image3960.png"/><Relationship Id="rId51" Type="http://schemas.openxmlformats.org/officeDocument/2006/relationships/image" Target="../media/image3679.png"/><Relationship Id="rId50" Type="http://schemas.openxmlformats.org/officeDocument/2006/relationships/image" Target="../media/image3949.png"/><Relationship Id="rId53" Type="http://schemas.openxmlformats.org/officeDocument/2006/relationships/image" Target="../media/image3966.png"/><Relationship Id="rId52" Type="http://schemas.openxmlformats.org/officeDocument/2006/relationships/image" Target="../media/image3568.png"/><Relationship Id="rId55" Type="http://schemas.openxmlformats.org/officeDocument/2006/relationships/image" Target="../media/image3956.png"/><Relationship Id="rId54" Type="http://schemas.openxmlformats.org/officeDocument/2006/relationships/image" Target="../media/image3945.png"/><Relationship Id="rId57" Type="http://schemas.openxmlformats.org/officeDocument/2006/relationships/image" Target="../media/image3944.png"/><Relationship Id="rId56" Type="http://schemas.openxmlformats.org/officeDocument/2006/relationships/image" Target="../media/image3940.png"/><Relationship Id="rId59" Type="http://schemas.openxmlformats.org/officeDocument/2006/relationships/image" Target="../media/image3959.png"/><Relationship Id="rId58" Type="http://schemas.openxmlformats.org/officeDocument/2006/relationships/image" Target="../media/image3964.png"/></Relationships>
</file>

<file path=ppt/slides/_rels/slide99.xml.rels><?xml version="1.0" encoding="UTF-8" standalone="yes"?><Relationships xmlns="http://schemas.openxmlformats.org/package/2006/relationships"><Relationship Id="rId40" Type="http://schemas.openxmlformats.org/officeDocument/2006/relationships/image" Target="../media/image3997.png"/><Relationship Id="rId42" Type="http://schemas.openxmlformats.org/officeDocument/2006/relationships/image" Target="../media/image4006.png"/><Relationship Id="rId41" Type="http://schemas.openxmlformats.org/officeDocument/2006/relationships/image" Target="../media/image3992.png"/><Relationship Id="rId44" Type="http://schemas.openxmlformats.org/officeDocument/2006/relationships/image" Target="../media/image4000.png"/><Relationship Id="rId43" Type="http://schemas.openxmlformats.org/officeDocument/2006/relationships/image" Target="../media/image3994.png"/><Relationship Id="rId46" Type="http://schemas.openxmlformats.org/officeDocument/2006/relationships/image" Target="../media/image4001.png"/><Relationship Id="rId45" Type="http://schemas.openxmlformats.org/officeDocument/2006/relationships/image" Target="../media/image4003.png"/><Relationship Id="rId48" Type="http://schemas.openxmlformats.org/officeDocument/2006/relationships/image" Target="../media/image4025.png"/><Relationship Id="rId47" Type="http://schemas.openxmlformats.org/officeDocument/2006/relationships/image" Target="../media/image4008.png"/><Relationship Id="rId49" Type="http://schemas.openxmlformats.org/officeDocument/2006/relationships/image" Target="../media/image4004.png"/><Relationship Id="rId31" Type="http://schemas.openxmlformats.org/officeDocument/2006/relationships/image" Target="../media/image3984.png"/><Relationship Id="rId30" Type="http://schemas.openxmlformats.org/officeDocument/2006/relationships/image" Target="../media/image3982.png"/><Relationship Id="rId33" Type="http://schemas.openxmlformats.org/officeDocument/2006/relationships/image" Target="../media/image3701.png"/><Relationship Id="rId32" Type="http://schemas.openxmlformats.org/officeDocument/2006/relationships/image" Target="../media/image3990.png"/><Relationship Id="rId35" Type="http://schemas.openxmlformats.org/officeDocument/2006/relationships/image" Target="../media/image4009.png"/><Relationship Id="rId34" Type="http://schemas.openxmlformats.org/officeDocument/2006/relationships/image" Target="../media/image3995.png"/><Relationship Id="rId37" Type="http://schemas.openxmlformats.org/officeDocument/2006/relationships/image" Target="../media/image4002.png"/><Relationship Id="rId36" Type="http://schemas.openxmlformats.org/officeDocument/2006/relationships/image" Target="../media/image3996.png"/><Relationship Id="rId39" Type="http://schemas.openxmlformats.org/officeDocument/2006/relationships/image" Target="../media/image3999.png"/><Relationship Id="rId38" Type="http://schemas.openxmlformats.org/officeDocument/2006/relationships/image" Target="../media/image3998.png"/><Relationship Id="rId20" Type="http://schemas.openxmlformats.org/officeDocument/2006/relationships/image" Target="../media/image3989.png"/><Relationship Id="rId22" Type="http://schemas.openxmlformats.org/officeDocument/2006/relationships/image" Target="../media/image3991.png"/><Relationship Id="rId21" Type="http://schemas.openxmlformats.org/officeDocument/2006/relationships/image" Target="../media/image3550.png"/><Relationship Id="rId24" Type="http://schemas.openxmlformats.org/officeDocument/2006/relationships/image" Target="../media/image3988.png"/><Relationship Id="rId23" Type="http://schemas.openxmlformats.org/officeDocument/2006/relationships/image" Target="../media/image3986.png"/><Relationship Id="rId26" Type="http://schemas.openxmlformats.org/officeDocument/2006/relationships/image" Target="../media/image3987.png"/><Relationship Id="rId25" Type="http://schemas.openxmlformats.org/officeDocument/2006/relationships/image" Target="../media/image3983.png"/><Relationship Id="rId28" Type="http://schemas.openxmlformats.org/officeDocument/2006/relationships/image" Target="../media/image4007.png"/><Relationship Id="rId27" Type="http://schemas.openxmlformats.org/officeDocument/2006/relationships/image" Target="../media/image3977.png"/><Relationship Id="rId29" Type="http://schemas.openxmlformats.org/officeDocument/2006/relationships/image" Target="../media/image3979.png"/><Relationship Id="rId11" Type="http://schemas.openxmlformats.org/officeDocument/2006/relationships/image" Target="../media/image3599.png"/><Relationship Id="rId10" Type="http://schemas.openxmlformats.org/officeDocument/2006/relationships/image" Target="../media/image3980.png"/><Relationship Id="rId13" Type="http://schemas.openxmlformats.org/officeDocument/2006/relationships/image" Target="../media/image3596.png"/><Relationship Id="rId12" Type="http://schemas.openxmlformats.org/officeDocument/2006/relationships/image" Target="../media/image3595.png"/><Relationship Id="rId15" Type="http://schemas.openxmlformats.org/officeDocument/2006/relationships/image" Target="../media/image3975.png"/><Relationship Id="rId14" Type="http://schemas.openxmlformats.org/officeDocument/2006/relationships/image" Target="../media/image3609.png"/><Relationship Id="rId17" Type="http://schemas.openxmlformats.org/officeDocument/2006/relationships/image" Target="../media/image3976.png"/><Relationship Id="rId16" Type="http://schemas.openxmlformats.org/officeDocument/2006/relationships/image" Target="../media/image3967.png"/><Relationship Id="rId19" Type="http://schemas.openxmlformats.org/officeDocument/2006/relationships/image" Target="../media/image3969.png"/><Relationship Id="rId18" Type="http://schemas.openxmlformats.org/officeDocument/2006/relationships/image" Target="../media/image397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9.xml"/><Relationship Id="rId3" Type="http://schemas.openxmlformats.org/officeDocument/2006/relationships/image" Target="../media/image3962.png"/><Relationship Id="rId4" Type="http://schemas.openxmlformats.org/officeDocument/2006/relationships/image" Target="../media/image3993.png"/><Relationship Id="rId9" Type="http://schemas.openxmlformats.org/officeDocument/2006/relationships/image" Target="../media/image3974.png"/><Relationship Id="rId5" Type="http://schemas.openxmlformats.org/officeDocument/2006/relationships/image" Target="../media/image3542.png"/><Relationship Id="rId6" Type="http://schemas.openxmlformats.org/officeDocument/2006/relationships/image" Target="../media/image3971.png"/><Relationship Id="rId7" Type="http://schemas.openxmlformats.org/officeDocument/2006/relationships/image" Target="../media/image3985.png"/><Relationship Id="rId8" Type="http://schemas.openxmlformats.org/officeDocument/2006/relationships/image" Target="../media/image3981.png"/><Relationship Id="rId62" Type="http://schemas.openxmlformats.org/officeDocument/2006/relationships/image" Target="../media/image4029.png"/><Relationship Id="rId61" Type="http://schemas.openxmlformats.org/officeDocument/2006/relationships/image" Target="../media/image4016.png"/><Relationship Id="rId64" Type="http://schemas.openxmlformats.org/officeDocument/2006/relationships/image" Target="../media/image4026.png"/><Relationship Id="rId63" Type="http://schemas.openxmlformats.org/officeDocument/2006/relationships/image" Target="../media/image4022.png"/><Relationship Id="rId65" Type="http://schemas.openxmlformats.org/officeDocument/2006/relationships/image" Target="../media/image4019.png"/><Relationship Id="rId60" Type="http://schemas.openxmlformats.org/officeDocument/2006/relationships/image" Target="../media/image4012.png"/><Relationship Id="rId51" Type="http://schemas.openxmlformats.org/officeDocument/2006/relationships/image" Target="../media/image4005.png"/><Relationship Id="rId50" Type="http://schemas.openxmlformats.org/officeDocument/2006/relationships/image" Target="../media/image4017.png"/><Relationship Id="rId53" Type="http://schemas.openxmlformats.org/officeDocument/2006/relationships/image" Target="../media/image4010.png"/><Relationship Id="rId52" Type="http://schemas.openxmlformats.org/officeDocument/2006/relationships/image" Target="../media/image4020.png"/><Relationship Id="rId55" Type="http://schemas.openxmlformats.org/officeDocument/2006/relationships/image" Target="../media/image4014.png"/><Relationship Id="rId54" Type="http://schemas.openxmlformats.org/officeDocument/2006/relationships/image" Target="../media/image4011.png"/><Relationship Id="rId57" Type="http://schemas.openxmlformats.org/officeDocument/2006/relationships/image" Target="../media/image4015.png"/><Relationship Id="rId56" Type="http://schemas.openxmlformats.org/officeDocument/2006/relationships/image" Target="../media/image4013.png"/><Relationship Id="rId59" Type="http://schemas.openxmlformats.org/officeDocument/2006/relationships/image" Target="../media/image4030.png"/><Relationship Id="rId58" Type="http://schemas.openxmlformats.org/officeDocument/2006/relationships/image" Target="../media/image4032.png"/></Relationships>
</file>

<file path=ppt/slides/_rels/slide100.xml.rels><?xml version="1.0" encoding="UTF-8" standalone="yes"?><Relationships xmlns="http://schemas.openxmlformats.org/package/2006/relationships"><Relationship Id="rId40" Type="http://schemas.openxmlformats.org/officeDocument/2006/relationships/image" Target="../media/image4063.png"/><Relationship Id="rId42" Type="http://schemas.openxmlformats.org/officeDocument/2006/relationships/image" Target="../media/image4064.png"/><Relationship Id="rId41" Type="http://schemas.openxmlformats.org/officeDocument/2006/relationships/image" Target="../media/image4057.png"/><Relationship Id="rId44" Type="http://schemas.openxmlformats.org/officeDocument/2006/relationships/image" Target="../media/image4072.png"/><Relationship Id="rId43" Type="http://schemas.openxmlformats.org/officeDocument/2006/relationships/image" Target="../media/image4051.png"/><Relationship Id="rId46" Type="http://schemas.openxmlformats.org/officeDocument/2006/relationships/image" Target="../media/image4062.png"/><Relationship Id="rId45" Type="http://schemas.openxmlformats.org/officeDocument/2006/relationships/image" Target="../media/image4067.png"/><Relationship Id="rId107" Type="http://schemas.openxmlformats.org/officeDocument/2006/relationships/image" Target="../media/image4142.png"/><Relationship Id="rId106" Type="http://schemas.openxmlformats.org/officeDocument/2006/relationships/image" Target="../media/image4132.png"/><Relationship Id="rId105" Type="http://schemas.openxmlformats.org/officeDocument/2006/relationships/image" Target="../media/image4127.png"/><Relationship Id="rId104" Type="http://schemas.openxmlformats.org/officeDocument/2006/relationships/image" Target="../media/image4145.png"/><Relationship Id="rId109" Type="http://schemas.openxmlformats.org/officeDocument/2006/relationships/image" Target="../media/image4135.png"/><Relationship Id="rId108" Type="http://schemas.openxmlformats.org/officeDocument/2006/relationships/image" Target="../media/image4122.png"/><Relationship Id="rId48" Type="http://schemas.openxmlformats.org/officeDocument/2006/relationships/image" Target="../media/image4066.png"/><Relationship Id="rId47" Type="http://schemas.openxmlformats.org/officeDocument/2006/relationships/image" Target="../media/image4086.png"/><Relationship Id="rId49" Type="http://schemas.openxmlformats.org/officeDocument/2006/relationships/image" Target="../media/image4058.png"/><Relationship Id="rId103" Type="http://schemas.openxmlformats.org/officeDocument/2006/relationships/image" Target="../media/image4131.png"/><Relationship Id="rId102" Type="http://schemas.openxmlformats.org/officeDocument/2006/relationships/image" Target="../media/image4126.png"/><Relationship Id="rId101" Type="http://schemas.openxmlformats.org/officeDocument/2006/relationships/image" Target="../media/image4118.png"/><Relationship Id="rId100" Type="http://schemas.openxmlformats.org/officeDocument/2006/relationships/image" Target="../media/image4134.png"/><Relationship Id="rId31" Type="http://schemas.openxmlformats.org/officeDocument/2006/relationships/image" Target="../media/image4059.png"/><Relationship Id="rId30" Type="http://schemas.openxmlformats.org/officeDocument/2006/relationships/image" Target="../media/image4054.png"/><Relationship Id="rId33" Type="http://schemas.openxmlformats.org/officeDocument/2006/relationships/image" Target="../media/image4049.png"/><Relationship Id="rId32" Type="http://schemas.openxmlformats.org/officeDocument/2006/relationships/image" Target="../media/image4053.png"/><Relationship Id="rId35" Type="http://schemas.openxmlformats.org/officeDocument/2006/relationships/image" Target="../media/image4079.png"/><Relationship Id="rId34" Type="http://schemas.openxmlformats.org/officeDocument/2006/relationships/image" Target="../media/image4074.png"/><Relationship Id="rId37" Type="http://schemas.openxmlformats.org/officeDocument/2006/relationships/image" Target="../media/image4065.png"/><Relationship Id="rId36" Type="http://schemas.openxmlformats.org/officeDocument/2006/relationships/image" Target="../media/image4056.png"/><Relationship Id="rId39" Type="http://schemas.openxmlformats.org/officeDocument/2006/relationships/image" Target="../media/image4068.png"/><Relationship Id="rId38" Type="http://schemas.openxmlformats.org/officeDocument/2006/relationships/image" Target="../media/image4061.png"/><Relationship Id="rId20" Type="http://schemas.openxmlformats.org/officeDocument/2006/relationships/image" Target="../media/image4034.png"/><Relationship Id="rId22" Type="http://schemas.openxmlformats.org/officeDocument/2006/relationships/image" Target="../media/image4038.png"/><Relationship Id="rId21" Type="http://schemas.openxmlformats.org/officeDocument/2006/relationships/image" Target="../media/image4039.png"/><Relationship Id="rId24" Type="http://schemas.openxmlformats.org/officeDocument/2006/relationships/image" Target="../media/image4045.png"/><Relationship Id="rId23" Type="http://schemas.openxmlformats.org/officeDocument/2006/relationships/image" Target="../media/image4047.png"/><Relationship Id="rId26" Type="http://schemas.openxmlformats.org/officeDocument/2006/relationships/image" Target="../media/image4060.png"/><Relationship Id="rId121" Type="http://schemas.openxmlformats.org/officeDocument/2006/relationships/image" Target="../media/image4149.png"/><Relationship Id="rId25" Type="http://schemas.openxmlformats.org/officeDocument/2006/relationships/image" Target="../media/image4050.png"/><Relationship Id="rId120" Type="http://schemas.openxmlformats.org/officeDocument/2006/relationships/image" Target="../media/image4143.png"/><Relationship Id="rId28" Type="http://schemas.openxmlformats.org/officeDocument/2006/relationships/image" Target="../media/image4052.png"/><Relationship Id="rId27" Type="http://schemas.openxmlformats.org/officeDocument/2006/relationships/image" Target="../media/image4055.png"/><Relationship Id="rId125" Type="http://schemas.openxmlformats.org/officeDocument/2006/relationships/image" Target="../media/image4154.jpg"/><Relationship Id="rId29" Type="http://schemas.openxmlformats.org/officeDocument/2006/relationships/image" Target="../media/image4048.png"/><Relationship Id="rId124" Type="http://schemas.openxmlformats.org/officeDocument/2006/relationships/image" Target="../media/image4146.png"/><Relationship Id="rId123" Type="http://schemas.openxmlformats.org/officeDocument/2006/relationships/image" Target="../media/image4144.png"/><Relationship Id="rId122" Type="http://schemas.openxmlformats.org/officeDocument/2006/relationships/image" Target="../media/image4151.png"/><Relationship Id="rId95" Type="http://schemas.openxmlformats.org/officeDocument/2006/relationships/image" Target="../media/image4120.png"/><Relationship Id="rId94" Type="http://schemas.openxmlformats.org/officeDocument/2006/relationships/image" Target="../media/image4124.png"/><Relationship Id="rId97" Type="http://schemas.openxmlformats.org/officeDocument/2006/relationships/image" Target="../media/image4121.png"/><Relationship Id="rId96" Type="http://schemas.openxmlformats.org/officeDocument/2006/relationships/image" Target="../media/image4116.png"/><Relationship Id="rId11" Type="http://schemas.openxmlformats.org/officeDocument/2006/relationships/image" Target="../media/image4024.png"/><Relationship Id="rId99" Type="http://schemas.openxmlformats.org/officeDocument/2006/relationships/image" Target="../media/image4128.png"/><Relationship Id="rId10" Type="http://schemas.openxmlformats.org/officeDocument/2006/relationships/image" Target="../media/image4040.png"/><Relationship Id="rId98" Type="http://schemas.openxmlformats.org/officeDocument/2006/relationships/image" Target="../media/image4119.png"/><Relationship Id="rId13" Type="http://schemas.openxmlformats.org/officeDocument/2006/relationships/image" Target="../media/image4028.png"/><Relationship Id="rId12" Type="http://schemas.openxmlformats.org/officeDocument/2006/relationships/image" Target="../media/image4035.png"/><Relationship Id="rId91" Type="http://schemas.openxmlformats.org/officeDocument/2006/relationships/image" Target="../media/image4115.png"/><Relationship Id="rId90" Type="http://schemas.openxmlformats.org/officeDocument/2006/relationships/image" Target="../media/image4109.png"/><Relationship Id="rId93" Type="http://schemas.openxmlformats.org/officeDocument/2006/relationships/image" Target="../media/image4117.png"/><Relationship Id="rId92" Type="http://schemas.openxmlformats.org/officeDocument/2006/relationships/image" Target="../media/image4110.png"/><Relationship Id="rId118" Type="http://schemas.openxmlformats.org/officeDocument/2006/relationships/image" Target="../media/image4137.png"/><Relationship Id="rId117" Type="http://schemas.openxmlformats.org/officeDocument/2006/relationships/image" Target="../media/image4138.png"/><Relationship Id="rId116" Type="http://schemas.openxmlformats.org/officeDocument/2006/relationships/image" Target="../media/image4133.png"/><Relationship Id="rId115" Type="http://schemas.openxmlformats.org/officeDocument/2006/relationships/image" Target="../media/image4141.png"/><Relationship Id="rId119" Type="http://schemas.openxmlformats.org/officeDocument/2006/relationships/image" Target="../media/image4153.png"/><Relationship Id="rId15" Type="http://schemas.openxmlformats.org/officeDocument/2006/relationships/image" Target="../media/image4046.png"/><Relationship Id="rId110" Type="http://schemas.openxmlformats.org/officeDocument/2006/relationships/image" Target="../media/image4123.png"/><Relationship Id="rId14" Type="http://schemas.openxmlformats.org/officeDocument/2006/relationships/image" Target="../media/image4031.png"/><Relationship Id="rId17" Type="http://schemas.openxmlformats.org/officeDocument/2006/relationships/image" Target="../media/image4033.png"/><Relationship Id="rId16" Type="http://schemas.openxmlformats.org/officeDocument/2006/relationships/image" Target="../media/image4042.png"/><Relationship Id="rId19" Type="http://schemas.openxmlformats.org/officeDocument/2006/relationships/image" Target="../media/image4044.png"/><Relationship Id="rId114" Type="http://schemas.openxmlformats.org/officeDocument/2006/relationships/image" Target="../media/image4130.png"/><Relationship Id="rId18" Type="http://schemas.openxmlformats.org/officeDocument/2006/relationships/image" Target="../media/image4037.png"/><Relationship Id="rId113" Type="http://schemas.openxmlformats.org/officeDocument/2006/relationships/image" Target="../media/image4140.png"/><Relationship Id="rId112" Type="http://schemas.openxmlformats.org/officeDocument/2006/relationships/image" Target="../media/image4139.png"/><Relationship Id="rId111" Type="http://schemas.openxmlformats.org/officeDocument/2006/relationships/image" Target="../media/image4136.png"/><Relationship Id="rId84" Type="http://schemas.openxmlformats.org/officeDocument/2006/relationships/image" Target="../media/image4111.png"/><Relationship Id="rId83" Type="http://schemas.openxmlformats.org/officeDocument/2006/relationships/image" Target="../media/image4101.png"/><Relationship Id="rId86" Type="http://schemas.openxmlformats.org/officeDocument/2006/relationships/image" Target="../media/image4112.png"/><Relationship Id="rId85" Type="http://schemas.openxmlformats.org/officeDocument/2006/relationships/image" Target="../media/image4103.png"/><Relationship Id="rId88" Type="http://schemas.openxmlformats.org/officeDocument/2006/relationships/image" Target="../media/image4125.png"/><Relationship Id="rId87" Type="http://schemas.openxmlformats.org/officeDocument/2006/relationships/image" Target="../media/image4113.png"/><Relationship Id="rId89" Type="http://schemas.openxmlformats.org/officeDocument/2006/relationships/image" Target="../media/image4129.png"/><Relationship Id="rId80" Type="http://schemas.openxmlformats.org/officeDocument/2006/relationships/image" Target="../media/image4106.png"/><Relationship Id="rId82" Type="http://schemas.openxmlformats.org/officeDocument/2006/relationships/image" Target="../media/image4107.png"/><Relationship Id="rId81" Type="http://schemas.openxmlformats.org/officeDocument/2006/relationships/image" Target="../media/image4114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0.xml"/><Relationship Id="rId3" Type="http://schemas.openxmlformats.org/officeDocument/2006/relationships/image" Target="../media/image3639.png"/><Relationship Id="rId4" Type="http://schemas.openxmlformats.org/officeDocument/2006/relationships/image" Target="../media/image4027.png"/><Relationship Id="rId9" Type="http://schemas.openxmlformats.org/officeDocument/2006/relationships/image" Target="../media/image4041.png"/><Relationship Id="rId5" Type="http://schemas.openxmlformats.org/officeDocument/2006/relationships/image" Target="../media/image4021.png"/><Relationship Id="rId6" Type="http://schemas.openxmlformats.org/officeDocument/2006/relationships/image" Target="../media/image4036.png"/><Relationship Id="rId7" Type="http://schemas.openxmlformats.org/officeDocument/2006/relationships/image" Target="../media/image4018.png"/><Relationship Id="rId8" Type="http://schemas.openxmlformats.org/officeDocument/2006/relationships/image" Target="../media/image4023.png"/><Relationship Id="rId73" Type="http://schemas.openxmlformats.org/officeDocument/2006/relationships/image" Target="../media/image4091.png"/><Relationship Id="rId72" Type="http://schemas.openxmlformats.org/officeDocument/2006/relationships/image" Target="../media/image4093.png"/><Relationship Id="rId75" Type="http://schemas.openxmlformats.org/officeDocument/2006/relationships/image" Target="../media/image4105.png"/><Relationship Id="rId74" Type="http://schemas.openxmlformats.org/officeDocument/2006/relationships/image" Target="../media/image4096.png"/><Relationship Id="rId77" Type="http://schemas.openxmlformats.org/officeDocument/2006/relationships/image" Target="../media/image4089.png"/><Relationship Id="rId76" Type="http://schemas.openxmlformats.org/officeDocument/2006/relationships/image" Target="../media/image4104.png"/><Relationship Id="rId79" Type="http://schemas.openxmlformats.org/officeDocument/2006/relationships/image" Target="../media/image4108.png"/><Relationship Id="rId78" Type="http://schemas.openxmlformats.org/officeDocument/2006/relationships/image" Target="../media/image4098.png"/><Relationship Id="rId71" Type="http://schemas.openxmlformats.org/officeDocument/2006/relationships/image" Target="../media/image4102.png"/><Relationship Id="rId70" Type="http://schemas.openxmlformats.org/officeDocument/2006/relationships/image" Target="../media/image4097.png"/><Relationship Id="rId62" Type="http://schemas.openxmlformats.org/officeDocument/2006/relationships/image" Target="../media/image4080.png"/><Relationship Id="rId61" Type="http://schemas.openxmlformats.org/officeDocument/2006/relationships/image" Target="../media/image4094.png"/><Relationship Id="rId64" Type="http://schemas.openxmlformats.org/officeDocument/2006/relationships/image" Target="../media/image4082.png"/><Relationship Id="rId63" Type="http://schemas.openxmlformats.org/officeDocument/2006/relationships/image" Target="../media/image4099.png"/><Relationship Id="rId66" Type="http://schemas.openxmlformats.org/officeDocument/2006/relationships/image" Target="../media/image4073.png"/><Relationship Id="rId65" Type="http://schemas.openxmlformats.org/officeDocument/2006/relationships/image" Target="../media/image4090.png"/><Relationship Id="rId68" Type="http://schemas.openxmlformats.org/officeDocument/2006/relationships/image" Target="../media/image4085.png"/><Relationship Id="rId67" Type="http://schemas.openxmlformats.org/officeDocument/2006/relationships/image" Target="../media/image4081.png"/><Relationship Id="rId60" Type="http://schemas.openxmlformats.org/officeDocument/2006/relationships/image" Target="../media/image4083.png"/><Relationship Id="rId69" Type="http://schemas.openxmlformats.org/officeDocument/2006/relationships/image" Target="../media/image4092.png"/><Relationship Id="rId51" Type="http://schemas.openxmlformats.org/officeDocument/2006/relationships/image" Target="../media/image4069.png"/><Relationship Id="rId50" Type="http://schemas.openxmlformats.org/officeDocument/2006/relationships/image" Target="../media/image4078.png"/><Relationship Id="rId53" Type="http://schemas.openxmlformats.org/officeDocument/2006/relationships/image" Target="../media/image4070.png"/><Relationship Id="rId52" Type="http://schemas.openxmlformats.org/officeDocument/2006/relationships/image" Target="../media/image4077.png"/><Relationship Id="rId55" Type="http://schemas.openxmlformats.org/officeDocument/2006/relationships/image" Target="../media/image4071.png"/><Relationship Id="rId54" Type="http://schemas.openxmlformats.org/officeDocument/2006/relationships/image" Target="../media/image4075.png"/><Relationship Id="rId57" Type="http://schemas.openxmlformats.org/officeDocument/2006/relationships/image" Target="../media/image4076.png"/><Relationship Id="rId56" Type="http://schemas.openxmlformats.org/officeDocument/2006/relationships/image" Target="../media/image4095.png"/><Relationship Id="rId59" Type="http://schemas.openxmlformats.org/officeDocument/2006/relationships/image" Target="../media/image4084.png"/><Relationship Id="rId58" Type="http://schemas.openxmlformats.org/officeDocument/2006/relationships/image" Target="../media/image4087.png"/></Relationships>
</file>

<file path=ppt/slides/_rels/slide101.xml.rels><?xml version="1.0" encoding="UTF-8" standalone="yes"?><Relationships xmlns="http://schemas.openxmlformats.org/package/2006/relationships"><Relationship Id="rId31" Type="http://schemas.openxmlformats.org/officeDocument/2006/relationships/image" Target="../media/image4174.png"/><Relationship Id="rId30" Type="http://schemas.openxmlformats.org/officeDocument/2006/relationships/image" Target="../media/image4161.png"/><Relationship Id="rId33" Type="http://schemas.openxmlformats.org/officeDocument/2006/relationships/image" Target="../media/image4180.png"/><Relationship Id="rId32" Type="http://schemas.openxmlformats.org/officeDocument/2006/relationships/image" Target="../media/image4175.png"/><Relationship Id="rId35" Type="http://schemas.openxmlformats.org/officeDocument/2006/relationships/image" Target="../media/image4176.png"/><Relationship Id="rId34" Type="http://schemas.openxmlformats.org/officeDocument/2006/relationships/image" Target="../media/image4172.png"/><Relationship Id="rId37" Type="http://schemas.openxmlformats.org/officeDocument/2006/relationships/image" Target="../media/image4185.png"/><Relationship Id="rId36" Type="http://schemas.openxmlformats.org/officeDocument/2006/relationships/image" Target="../media/image4183.png"/><Relationship Id="rId39" Type="http://schemas.openxmlformats.org/officeDocument/2006/relationships/image" Target="../media/image4177.png"/><Relationship Id="rId38" Type="http://schemas.openxmlformats.org/officeDocument/2006/relationships/image" Target="../media/image4178.png"/><Relationship Id="rId20" Type="http://schemas.openxmlformats.org/officeDocument/2006/relationships/image" Target="../media/image3531.png"/><Relationship Id="rId22" Type="http://schemas.openxmlformats.org/officeDocument/2006/relationships/image" Target="../media/image4171.png"/><Relationship Id="rId21" Type="http://schemas.openxmlformats.org/officeDocument/2006/relationships/image" Target="../media/image4165.png"/><Relationship Id="rId24" Type="http://schemas.openxmlformats.org/officeDocument/2006/relationships/image" Target="../media/image4179.png"/><Relationship Id="rId23" Type="http://schemas.openxmlformats.org/officeDocument/2006/relationships/image" Target="../media/image3826.png"/><Relationship Id="rId26" Type="http://schemas.openxmlformats.org/officeDocument/2006/relationships/image" Target="../media/image4188.png"/><Relationship Id="rId25" Type="http://schemas.openxmlformats.org/officeDocument/2006/relationships/image" Target="../media/image4167.png"/><Relationship Id="rId28" Type="http://schemas.openxmlformats.org/officeDocument/2006/relationships/image" Target="../media/image4166.png"/><Relationship Id="rId27" Type="http://schemas.openxmlformats.org/officeDocument/2006/relationships/image" Target="../media/image4192.png"/><Relationship Id="rId29" Type="http://schemas.openxmlformats.org/officeDocument/2006/relationships/image" Target="../media/image4189.png"/><Relationship Id="rId11" Type="http://schemas.openxmlformats.org/officeDocument/2006/relationships/image" Target="../media/image4164.png"/><Relationship Id="rId10" Type="http://schemas.openxmlformats.org/officeDocument/2006/relationships/image" Target="../media/image4156.png"/><Relationship Id="rId13" Type="http://schemas.openxmlformats.org/officeDocument/2006/relationships/image" Target="../media/image4163.png"/><Relationship Id="rId12" Type="http://schemas.openxmlformats.org/officeDocument/2006/relationships/image" Target="../media/image4158.png"/><Relationship Id="rId15" Type="http://schemas.openxmlformats.org/officeDocument/2006/relationships/image" Target="../media/image4159.png"/><Relationship Id="rId14" Type="http://schemas.openxmlformats.org/officeDocument/2006/relationships/image" Target="../media/image4162.png"/><Relationship Id="rId17" Type="http://schemas.openxmlformats.org/officeDocument/2006/relationships/image" Target="../media/image4160.png"/><Relationship Id="rId16" Type="http://schemas.openxmlformats.org/officeDocument/2006/relationships/image" Target="../media/image4173.png"/><Relationship Id="rId19" Type="http://schemas.openxmlformats.org/officeDocument/2006/relationships/image" Target="../media/image4168.png"/><Relationship Id="rId18" Type="http://schemas.openxmlformats.org/officeDocument/2006/relationships/image" Target="../media/image4170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1.xml"/><Relationship Id="rId3" Type="http://schemas.openxmlformats.org/officeDocument/2006/relationships/image" Target="../media/image3542.png"/><Relationship Id="rId4" Type="http://schemas.openxmlformats.org/officeDocument/2006/relationships/image" Target="../media/image4157.png"/><Relationship Id="rId9" Type="http://schemas.openxmlformats.org/officeDocument/2006/relationships/image" Target="../media/image4150.png"/><Relationship Id="rId5" Type="http://schemas.openxmlformats.org/officeDocument/2006/relationships/image" Target="../media/image4147.png"/><Relationship Id="rId6" Type="http://schemas.openxmlformats.org/officeDocument/2006/relationships/image" Target="../media/image4148.png"/><Relationship Id="rId7" Type="http://schemas.openxmlformats.org/officeDocument/2006/relationships/image" Target="../media/image4152.png"/><Relationship Id="rId8" Type="http://schemas.openxmlformats.org/officeDocument/2006/relationships/image" Target="../media/image4155.png"/></Relationships>
</file>

<file path=ppt/slides/_rels/slide102.xml.rels><?xml version="1.0" encoding="UTF-8" standalone="yes"?><Relationships xmlns="http://schemas.openxmlformats.org/package/2006/relationships"><Relationship Id="rId40" Type="http://schemas.openxmlformats.org/officeDocument/2006/relationships/image" Target="../media/image4219.png"/><Relationship Id="rId42" Type="http://schemas.openxmlformats.org/officeDocument/2006/relationships/image" Target="../media/image4229.png"/><Relationship Id="rId41" Type="http://schemas.openxmlformats.org/officeDocument/2006/relationships/image" Target="../media/image4230.png"/><Relationship Id="rId44" Type="http://schemas.openxmlformats.org/officeDocument/2006/relationships/image" Target="../media/image4235.png"/><Relationship Id="rId43" Type="http://schemas.openxmlformats.org/officeDocument/2006/relationships/image" Target="../media/image4226.png"/><Relationship Id="rId46" Type="http://schemas.openxmlformats.org/officeDocument/2006/relationships/image" Target="../media/image4227.png"/><Relationship Id="rId45" Type="http://schemas.openxmlformats.org/officeDocument/2006/relationships/image" Target="../media/image4228.png"/><Relationship Id="rId107" Type="http://schemas.openxmlformats.org/officeDocument/2006/relationships/image" Target="../media/image4283.png"/><Relationship Id="rId106" Type="http://schemas.openxmlformats.org/officeDocument/2006/relationships/image" Target="../media/image4280.png"/><Relationship Id="rId105" Type="http://schemas.openxmlformats.org/officeDocument/2006/relationships/image" Target="../media/image4289.png"/><Relationship Id="rId104" Type="http://schemas.openxmlformats.org/officeDocument/2006/relationships/image" Target="../media/image4282.png"/><Relationship Id="rId109" Type="http://schemas.openxmlformats.org/officeDocument/2006/relationships/image" Target="../media/image4291.png"/><Relationship Id="rId108" Type="http://schemas.openxmlformats.org/officeDocument/2006/relationships/image" Target="../media/image4287.png"/><Relationship Id="rId48" Type="http://schemas.openxmlformats.org/officeDocument/2006/relationships/image" Target="../media/image4225.png"/><Relationship Id="rId47" Type="http://schemas.openxmlformats.org/officeDocument/2006/relationships/image" Target="../media/image4223.png"/><Relationship Id="rId49" Type="http://schemas.openxmlformats.org/officeDocument/2006/relationships/image" Target="../media/image4237.png"/><Relationship Id="rId103" Type="http://schemas.openxmlformats.org/officeDocument/2006/relationships/image" Target="../media/image4285.png"/><Relationship Id="rId102" Type="http://schemas.openxmlformats.org/officeDocument/2006/relationships/image" Target="../media/image4288.png"/><Relationship Id="rId101" Type="http://schemas.openxmlformats.org/officeDocument/2006/relationships/image" Target="../media/image4290.png"/><Relationship Id="rId100" Type="http://schemas.openxmlformats.org/officeDocument/2006/relationships/image" Target="../media/image4276.png"/><Relationship Id="rId31" Type="http://schemas.openxmlformats.org/officeDocument/2006/relationships/image" Target="../media/image4222.png"/><Relationship Id="rId30" Type="http://schemas.openxmlformats.org/officeDocument/2006/relationships/image" Target="../media/image4203.png"/><Relationship Id="rId33" Type="http://schemas.openxmlformats.org/officeDocument/2006/relationships/image" Target="../media/image4211.png"/><Relationship Id="rId32" Type="http://schemas.openxmlformats.org/officeDocument/2006/relationships/image" Target="../media/image4208.png"/><Relationship Id="rId35" Type="http://schemas.openxmlformats.org/officeDocument/2006/relationships/image" Target="../media/image4214.png"/><Relationship Id="rId34" Type="http://schemas.openxmlformats.org/officeDocument/2006/relationships/image" Target="../media/image4215.png"/><Relationship Id="rId37" Type="http://schemas.openxmlformats.org/officeDocument/2006/relationships/image" Target="../media/image4244.png"/><Relationship Id="rId36" Type="http://schemas.openxmlformats.org/officeDocument/2006/relationships/image" Target="../media/image4221.png"/><Relationship Id="rId39" Type="http://schemas.openxmlformats.org/officeDocument/2006/relationships/image" Target="../media/image4216.png"/><Relationship Id="rId38" Type="http://schemas.openxmlformats.org/officeDocument/2006/relationships/image" Target="../media/image4224.png"/><Relationship Id="rId20" Type="http://schemas.openxmlformats.org/officeDocument/2006/relationships/image" Target="../media/image4204.png"/><Relationship Id="rId22" Type="http://schemas.openxmlformats.org/officeDocument/2006/relationships/image" Target="../media/image4205.png"/><Relationship Id="rId21" Type="http://schemas.openxmlformats.org/officeDocument/2006/relationships/image" Target="../media/image4207.png"/><Relationship Id="rId24" Type="http://schemas.openxmlformats.org/officeDocument/2006/relationships/image" Target="../media/image4212.png"/><Relationship Id="rId23" Type="http://schemas.openxmlformats.org/officeDocument/2006/relationships/image" Target="../media/image4218.png"/><Relationship Id="rId129" Type="http://schemas.openxmlformats.org/officeDocument/2006/relationships/image" Target="../media/image4305.png"/><Relationship Id="rId128" Type="http://schemas.openxmlformats.org/officeDocument/2006/relationships/image" Target="../media/image4302.png"/><Relationship Id="rId127" Type="http://schemas.openxmlformats.org/officeDocument/2006/relationships/image" Target="../media/image4308.png"/><Relationship Id="rId126" Type="http://schemas.openxmlformats.org/officeDocument/2006/relationships/image" Target="../media/image4306.png"/><Relationship Id="rId26" Type="http://schemas.openxmlformats.org/officeDocument/2006/relationships/image" Target="../media/image4209.png"/><Relationship Id="rId121" Type="http://schemas.openxmlformats.org/officeDocument/2006/relationships/image" Target="../media/image4293.png"/><Relationship Id="rId25" Type="http://schemas.openxmlformats.org/officeDocument/2006/relationships/image" Target="../media/image4201.png"/><Relationship Id="rId120" Type="http://schemas.openxmlformats.org/officeDocument/2006/relationships/image" Target="../media/image4303.png"/><Relationship Id="rId28" Type="http://schemas.openxmlformats.org/officeDocument/2006/relationships/image" Target="../media/image4217.png"/><Relationship Id="rId27" Type="http://schemas.openxmlformats.org/officeDocument/2006/relationships/image" Target="../media/image4220.png"/><Relationship Id="rId125" Type="http://schemas.openxmlformats.org/officeDocument/2006/relationships/image" Target="../media/image4311.png"/><Relationship Id="rId29" Type="http://schemas.openxmlformats.org/officeDocument/2006/relationships/image" Target="../media/image4210.png"/><Relationship Id="rId124" Type="http://schemas.openxmlformats.org/officeDocument/2006/relationships/image" Target="../media/image4314.png"/><Relationship Id="rId123" Type="http://schemas.openxmlformats.org/officeDocument/2006/relationships/image" Target="../media/image4301.png"/><Relationship Id="rId122" Type="http://schemas.openxmlformats.org/officeDocument/2006/relationships/image" Target="../media/image4294.png"/><Relationship Id="rId95" Type="http://schemas.openxmlformats.org/officeDocument/2006/relationships/image" Target="../media/image4284.png"/><Relationship Id="rId94" Type="http://schemas.openxmlformats.org/officeDocument/2006/relationships/image" Target="../media/image4279.png"/><Relationship Id="rId97" Type="http://schemas.openxmlformats.org/officeDocument/2006/relationships/image" Target="../media/image4281.png"/><Relationship Id="rId96" Type="http://schemas.openxmlformats.org/officeDocument/2006/relationships/image" Target="../media/image4297.png"/><Relationship Id="rId11" Type="http://schemas.openxmlformats.org/officeDocument/2006/relationships/image" Target="../media/image4206.png"/><Relationship Id="rId99" Type="http://schemas.openxmlformats.org/officeDocument/2006/relationships/image" Target="../media/image4286.png"/><Relationship Id="rId10" Type="http://schemas.openxmlformats.org/officeDocument/2006/relationships/image" Target="../media/image4196.png"/><Relationship Id="rId98" Type="http://schemas.openxmlformats.org/officeDocument/2006/relationships/image" Target="../media/image4299.png"/><Relationship Id="rId13" Type="http://schemas.openxmlformats.org/officeDocument/2006/relationships/image" Target="../media/image4197.png"/><Relationship Id="rId12" Type="http://schemas.openxmlformats.org/officeDocument/2006/relationships/image" Target="../media/image4190.png"/><Relationship Id="rId91" Type="http://schemas.openxmlformats.org/officeDocument/2006/relationships/image" Target="../media/image4275.png"/><Relationship Id="rId90" Type="http://schemas.openxmlformats.org/officeDocument/2006/relationships/image" Target="../media/image4272.png"/><Relationship Id="rId93" Type="http://schemas.openxmlformats.org/officeDocument/2006/relationships/image" Target="../media/image4267.png"/><Relationship Id="rId92" Type="http://schemas.openxmlformats.org/officeDocument/2006/relationships/image" Target="../media/image4264.png"/><Relationship Id="rId118" Type="http://schemas.openxmlformats.org/officeDocument/2006/relationships/image" Target="../media/image4309.png"/><Relationship Id="rId117" Type="http://schemas.openxmlformats.org/officeDocument/2006/relationships/image" Target="../media/image4300.png"/><Relationship Id="rId116" Type="http://schemas.openxmlformats.org/officeDocument/2006/relationships/image" Target="../media/image4310.png"/><Relationship Id="rId115" Type="http://schemas.openxmlformats.org/officeDocument/2006/relationships/image" Target="../media/image4295.png"/><Relationship Id="rId119" Type="http://schemas.openxmlformats.org/officeDocument/2006/relationships/image" Target="../media/image4292.png"/><Relationship Id="rId15" Type="http://schemas.openxmlformats.org/officeDocument/2006/relationships/image" Target="../media/image4186.png"/><Relationship Id="rId110" Type="http://schemas.openxmlformats.org/officeDocument/2006/relationships/image" Target="../media/image4298.png"/><Relationship Id="rId14" Type="http://schemas.openxmlformats.org/officeDocument/2006/relationships/image" Target="../media/image4200.png"/><Relationship Id="rId17" Type="http://schemas.openxmlformats.org/officeDocument/2006/relationships/image" Target="../media/image4184.png"/><Relationship Id="rId16" Type="http://schemas.openxmlformats.org/officeDocument/2006/relationships/image" Target="../media/image4194.png"/><Relationship Id="rId19" Type="http://schemas.openxmlformats.org/officeDocument/2006/relationships/image" Target="../media/image4213.png"/><Relationship Id="rId114" Type="http://schemas.openxmlformats.org/officeDocument/2006/relationships/image" Target="../media/image4304.png"/><Relationship Id="rId18" Type="http://schemas.openxmlformats.org/officeDocument/2006/relationships/image" Target="../media/image4199.png"/><Relationship Id="rId113" Type="http://schemas.openxmlformats.org/officeDocument/2006/relationships/image" Target="../media/image4307.png"/><Relationship Id="rId112" Type="http://schemas.openxmlformats.org/officeDocument/2006/relationships/image" Target="../media/image4296.png"/><Relationship Id="rId111" Type="http://schemas.openxmlformats.org/officeDocument/2006/relationships/image" Target="../media/image4312.png"/><Relationship Id="rId84" Type="http://schemas.openxmlformats.org/officeDocument/2006/relationships/image" Target="../media/image4278.png"/><Relationship Id="rId83" Type="http://schemas.openxmlformats.org/officeDocument/2006/relationships/image" Target="../media/image4263.png"/><Relationship Id="rId86" Type="http://schemas.openxmlformats.org/officeDocument/2006/relationships/image" Target="../media/image4277.png"/><Relationship Id="rId85" Type="http://schemas.openxmlformats.org/officeDocument/2006/relationships/image" Target="../media/image4266.png"/><Relationship Id="rId88" Type="http://schemas.openxmlformats.org/officeDocument/2006/relationships/image" Target="../media/image4271.png"/><Relationship Id="rId87" Type="http://schemas.openxmlformats.org/officeDocument/2006/relationships/image" Target="../media/image4273.png"/><Relationship Id="rId89" Type="http://schemas.openxmlformats.org/officeDocument/2006/relationships/image" Target="../media/image4265.png"/><Relationship Id="rId80" Type="http://schemas.openxmlformats.org/officeDocument/2006/relationships/image" Target="../media/image4268.png"/><Relationship Id="rId82" Type="http://schemas.openxmlformats.org/officeDocument/2006/relationships/image" Target="../media/image4261.png"/><Relationship Id="rId81" Type="http://schemas.openxmlformats.org/officeDocument/2006/relationships/image" Target="../media/image425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2.xml"/><Relationship Id="rId3" Type="http://schemas.openxmlformats.org/officeDocument/2006/relationships/image" Target="../media/image4181.png"/><Relationship Id="rId4" Type="http://schemas.openxmlformats.org/officeDocument/2006/relationships/image" Target="../media/image4182.png"/><Relationship Id="rId9" Type="http://schemas.openxmlformats.org/officeDocument/2006/relationships/image" Target="../media/image4191.png"/><Relationship Id="rId5" Type="http://schemas.openxmlformats.org/officeDocument/2006/relationships/image" Target="../media/image4195.png"/><Relationship Id="rId6" Type="http://schemas.openxmlformats.org/officeDocument/2006/relationships/image" Target="../media/image4193.png"/><Relationship Id="rId7" Type="http://schemas.openxmlformats.org/officeDocument/2006/relationships/image" Target="../media/image4198.png"/><Relationship Id="rId8" Type="http://schemas.openxmlformats.org/officeDocument/2006/relationships/image" Target="../media/image4187.png"/><Relationship Id="rId73" Type="http://schemas.openxmlformats.org/officeDocument/2006/relationships/image" Target="../media/image4262.png"/><Relationship Id="rId72" Type="http://schemas.openxmlformats.org/officeDocument/2006/relationships/image" Target="../media/image4260.png"/><Relationship Id="rId75" Type="http://schemas.openxmlformats.org/officeDocument/2006/relationships/image" Target="../media/image4253.png"/><Relationship Id="rId74" Type="http://schemas.openxmlformats.org/officeDocument/2006/relationships/image" Target="../media/image4254.png"/><Relationship Id="rId77" Type="http://schemas.openxmlformats.org/officeDocument/2006/relationships/image" Target="../media/image4274.png"/><Relationship Id="rId76" Type="http://schemas.openxmlformats.org/officeDocument/2006/relationships/image" Target="../media/image4270.png"/><Relationship Id="rId79" Type="http://schemas.openxmlformats.org/officeDocument/2006/relationships/image" Target="../media/image4258.png"/><Relationship Id="rId78" Type="http://schemas.openxmlformats.org/officeDocument/2006/relationships/image" Target="../media/image4269.png"/><Relationship Id="rId71" Type="http://schemas.openxmlformats.org/officeDocument/2006/relationships/image" Target="../media/image4247.png"/><Relationship Id="rId70" Type="http://schemas.openxmlformats.org/officeDocument/2006/relationships/image" Target="../media/image4248.png"/><Relationship Id="rId139" Type="http://schemas.openxmlformats.org/officeDocument/2006/relationships/image" Target="../media/image4321.png"/><Relationship Id="rId138" Type="http://schemas.openxmlformats.org/officeDocument/2006/relationships/image" Target="../media/image4320.png"/><Relationship Id="rId137" Type="http://schemas.openxmlformats.org/officeDocument/2006/relationships/image" Target="../media/image4327.png"/><Relationship Id="rId132" Type="http://schemas.openxmlformats.org/officeDocument/2006/relationships/image" Target="../media/image4315.png"/><Relationship Id="rId131" Type="http://schemas.openxmlformats.org/officeDocument/2006/relationships/image" Target="../media/image4332.png"/><Relationship Id="rId130" Type="http://schemas.openxmlformats.org/officeDocument/2006/relationships/image" Target="../media/image4313.png"/><Relationship Id="rId136" Type="http://schemas.openxmlformats.org/officeDocument/2006/relationships/image" Target="../media/image4317.png"/><Relationship Id="rId135" Type="http://schemas.openxmlformats.org/officeDocument/2006/relationships/image" Target="../media/image4319.png"/><Relationship Id="rId134" Type="http://schemas.openxmlformats.org/officeDocument/2006/relationships/image" Target="../media/image4322.png"/><Relationship Id="rId133" Type="http://schemas.openxmlformats.org/officeDocument/2006/relationships/image" Target="../media/image4318.png"/><Relationship Id="rId62" Type="http://schemas.openxmlformats.org/officeDocument/2006/relationships/image" Target="../media/image4243.png"/><Relationship Id="rId61" Type="http://schemas.openxmlformats.org/officeDocument/2006/relationships/image" Target="../media/image4251.png"/><Relationship Id="rId64" Type="http://schemas.openxmlformats.org/officeDocument/2006/relationships/image" Target="../media/image4252.png"/><Relationship Id="rId63" Type="http://schemas.openxmlformats.org/officeDocument/2006/relationships/image" Target="../media/image4242.png"/><Relationship Id="rId66" Type="http://schemas.openxmlformats.org/officeDocument/2006/relationships/image" Target="../media/image4250.png"/><Relationship Id="rId65" Type="http://schemas.openxmlformats.org/officeDocument/2006/relationships/image" Target="../media/image4249.png"/><Relationship Id="rId68" Type="http://schemas.openxmlformats.org/officeDocument/2006/relationships/image" Target="../media/image4257.png"/><Relationship Id="rId67" Type="http://schemas.openxmlformats.org/officeDocument/2006/relationships/image" Target="../media/image4256.png"/><Relationship Id="rId60" Type="http://schemas.openxmlformats.org/officeDocument/2006/relationships/image" Target="../media/image4231.png"/><Relationship Id="rId69" Type="http://schemas.openxmlformats.org/officeDocument/2006/relationships/image" Target="../media/image4255.png"/><Relationship Id="rId51" Type="http://schemas.openxmlformats.org/officeDocument/2006/relationships/image" Target="../media/image4241.png"/><Relationship Id="rId50" Type="http://schemas.openxmlformats.org/officeDocument/2006/relationships/image" Target="../media/image4240.png"/><Relationship Id="rId53" Type="http://schemas.openxmlformats.org/officeDocument/2006/relationships/image" Target="../media/image4236.png"/><Relationship Id="rId52" Type="http://schemas.openxmlformats.org/officeDocument/2006/relationships/image" Target="../media/image4233.png"/><Relationship Id="rId55" Type="http://schemas.openxmlformats.org/officeDocument/2006/relationships/image" Target="../media/image4246.png"/><Relationship Id="rId54" Type="http://schemas.openxmlformats.org/officeDocument/2006/relationships/image" Target="../media/image4234.png"/><Relationship Id="rId57" Type="http://schemas.openxmlformats.org/officeDocument/2006/relationships/image" Target="../media/image4239.png"/><Relationship Id="rId56" Type="http://schemas.openxmlformats.org/officeDocument/2006/relationships/image" Target="../media/image4238.png"/><Relationship Id="rId59" Type="http://schemas.openxmlformats.org/officeDocument/2006/relationships/image" Target="../media/image4232.png"/><Relationship Id="rId58" Type="http://schemas.openxmlformats.org/officeDocument/2006/relationships/image" Target="../media/image4245.png"/></Relationships>
</file>

<file path=ppt/slides/_rels/slide103.xml.rels><?xml version="1.0" encoding="UTF-8" standalone="yes"?><Relationships xmlns="http://schemas.openxmlformats.org/package/2006/relationships"><Relationship Id="rId40" Type="http://schemas.openxmlformats.org/officeDocument/2006/relationships/image" Target="../media/image4368.jpg"/><Relationship Id="rId42" Type="http://schemas.openxmlformats.org/officeDocument/2006/relationships/image" Target="../media/image4360.jpg"/><Relationship Id="rId41" Type="http://schemas.openxmlformats.org/officeDocument/2006/relationships/image" Target="../media/image4377.jpg"/><Relationship Id="rId44" Type="http://schemas.openxmlformats.org/officeDocument/2006/relationships/image" Target="../media/image4361.png"/><Relationship Id="rId43" Type="http://schemas.openxmlformats.org/officeDocument/2006/relationships/image" Target="../media/image4369.jpg"/><Relationship Id="rId46" Type="http://schemas.openxmlformats.org/officeDocument/2006/relationships/image" Target="../media/image134.png"/><Relationship Id="rId45" Type="http://schemas.openxmlformats.org/officeDocument/2006/relationships/image" Target="../media/image152.png"/><Relationship Id="rId48" Type="http://schemas.openxmlformats.org/officeDocument/2006/relationships/image" Target="../media/image4359.png"/><Relationship Id="rId47" Type="http://schemas.openxmlformats.org/officeDocument/2006/relationships/image" Target="../media/image127.png"/><Relationship Id="rId31" Type="http://schemas.openxmlformats.org/officeDocument/2006/relationships/image" Target="../media/image4353.png"/><Relationship Id="rId30" Type="http://schemas.openxmlformats.org/officeDocument/2006/relationships/image" Target="../media/image4354.png"/><Relationship Id="rId33" Type="http://schemas.openxmlformats.org/officeDocument/2006/relationships/image" Target="../media/image4351.png"/><Relationship Id="rId32" Type="http://schemas.openxmlformats.org/officeDocument/2006/relationships/image" Target="../media/image4357.png"/><Relationship Id="rId35" Type="http://schemas.openxmlformats.org/officeDocument/2006/relationships/image" Target="../media/image4349.png"/><Relationship Id="rId34" Type="http://schemas.openxmlformats.org/officeDocument/2006/relationships/image" Target="../media/image4356.png"/><Relationship Id="rId37" Type="http://schemas.openxmlformats.org/officeDocument/2006/relationships/image" Target="../media/image4352.png"/><Relationship Id="rId36" Type="http://schemas.openxmlformats.org/officeDocument/2006/relationships/image" Target="../media/image4348.png"/><Relationship Id="rId39" Type="http://schemas.openxmlformats.org/officeDocument/2006/relationships/image" Target="../media/image4350.jpg"/><Relationship Id="rId38" Type="http://schemas.openxmlformats.org/officeDocument/2006/relationships/image" Target="../media/image4365.jpg"/><Relationship Id="rId20" Type="http://schemas.openxmlformats.org/officeDocument/2006/relationships/image" Target="../media/image4343.png"/><Relationship Id="rId22" Type="http://schemas.openxmlformats.org/officeDocument/2006/relationships/image" Target="../media/image4358.png"/><Relationship Id="rId21" Type="http://schemas.openxmlformats.org/officeDocument/2006/relationships/image" Target="../media/image4346.png"/><Relationship Id="rId24" Type="http://schemas.openxmlformats.org/officeDocument/2006/relationships/image" Target="../media/image4342.png"/><Relationship Id="rId23" Type="http://schemas.openxmlformats.org/officeDocument/2006/relationships/image" Target="../media/image4341.png"/><Relationship Id="rId26" Type="http://schemas.openxmlformats.org/officeDocument/2006/relationships/image" Target="../media/image4345.png"/><Relationship Id="rId25" Type="http://schemas.openxmlformats.org/officeDocument/2006/relationships/image" Target="../media/image4336.png"/><Relationship Id="rId28" Type="http://schemas.openxmlformats.org/officeDocument/2006/relationships/image" Target="../media/image4347.png"/><Relationship Id="rId27" Type="http://schemas.openxmlformats.org/officeDocument/2006/relationships/image" Target="../media/image4344.png"/><Relationship Id="rId29" Type="http://schemas.openxmlformats.org/officeDocument/2006/relationships/image" Target="../media/image4362.png"/><Relationship Id="rId11" Type="http://schemas.openxmlformats.org/officeDocument/2006/relationships/image" Target="../media/image4335.png"/><Relationship Id="rId10" Type="http://schemas.openxmlformats.org/officeDocument/2006/relationships/image" Target="../media/image4325.png"/><Relationship Id="rId13" Type="http://schemas.openxmlformats.org/officeDocument/2006/relationships/image" Target="../media/image4338.png"/><Relationship Id="rId12" Type="http://schemas.openxmlformats.org/officeDocument/2006/relationships/image" Target="../media/image4326.png"/><Relationship Id="rId15" Type="http://schemas.openxmlformats.org/officeDocument/2006/relationships/image" Target="../media/image4333.png"/><Relationship Id="rId14" Type="http://schemas.openxmlformats.org/officeDocument/2006/relationships/image" Target="../media/image4328.png"/><Relationship Id="rId17" Type="http://schemas.openxmlformats.org/officeDocument/2006/relationships/image" Target="../media/image4329.png"/><Relationship Id="rId16" Type="http://schemas.openxmlformats.org/officeDocument/2006/relationships/image" Target="../media/image4339.png"/><Relationship Id="rId19" Type="http://schemas.openxmlformats.org/officeDocument/2006/relationships/image" Target="../media/image4366.png"/><Relationship Id="rId18" Type="http://schemas.openxmlformats.org/officeDocument/2006/relationships/image" Target="../media/image4340.jp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3.xml"/><Relationship Id="rId3" Type="http://schemas.openxmlformats.org/officeDocument/2006/relationships/image" Target="../media/image4316.png"/><Relationship Id="rId4" Type="http://schemas.openxmlformats.org/officeDocument/2006/relationships/image" Target="../media/image4334.png"/><Relationship Id="rId9" Type="http://schemas.openxmlformats.org/officeDocument/2006/relationships/image" Target="../media/image4324.png"/><Relationship Id="rId5" Type="http://schemas.openxmlformats.org/officeDocument/2006/relationships/image" Target="../media/image4323.png"/><Relationship Id="rId6" Type="http://schemas.openxmlformats.org/officeDocument/2006/relationships/image" Target="../media/image4337.png"/><Relationship Id="rId7" Type="http://schemas.openxmlformats.org/officeDocument/2006/relationships/image" Target="../media/image4331.png"/><Relationship Id="rId8" Type="http://schemas.openxmlformats.org/officeDocument/2006/relationships/image" Target="../media/image4330.png"/></Relationships>
</file>

<file path=ppt/slides/_rels/slide104.xml.rels><?xml version="1.0" encoding="UTF-8" standalone="yes"?><Relationships xmlns="http://schemas.openxmlformats.org/package/2006/relationships"><Relationship Id="rId40" Type="http://schemas.openxmlformats.org/officeDocument/2006/relationships/image" Target="../media/image4407.png"/><Relationship Id="rId42" Type="http://schemas.openxmlformats.org/officeDocument/2006/relationships/image" Target="../media/image4401.png"/><Relationship Id="rId41" Type="http://schemas.openxmlformats.org/officeDocument/2006/relationships/image" Target="../media/image4392.png"/><Relationship Id="rId44" Type="http://schemas.openxmlformats.org/officeDocument/2006/relationships/image" Target="../media/image4416.png"/><Relationship Id="rId43" Type="http://schemas.openxmlformats.org/officeDocument/2006/relationships/image" Target="../media/image4403.png"/><Relationship Id="rId46" Type="http://schemas.openxmlformats.org/officeDocument/2006/relationships/image" Target="../media/image4398.png"/><Relationship Id="rId45" Type="http://schemas.openxmlformats.org/officeDocument/2006/relationships/image" Target="../media/image4414.png"/><Relationship Id="rId48" Type="http://schemas.openxmlformats.org/officeDocument/2006/relationships/image" Target="../media/image4405.png"/><Relationship Id="rId47" Type="http://schemas.openxmlformats.org/officeDocument/2006/relationships/image" Target="../media/image4413.png"/><Relationship Id="rId49" Type="http://schemas.openxmlformats.org/officeDocument/2006/relationships/image" Target="../media/image4415.png"/><Relationship Id="rId31" Type="http://schemas.openxmlformats.org/officeDocument/2006/relationships/image" Target="../media/image4390.png"/><Relationship Id="rId30" Type="http://schemas.openxmlformats.org/officeDocument/2006/relationships/image" Target="../media/image4404.png"/><Relationship Id="rId33" Type="http://schemas.openxmlformats.org/officeDocument/2006/relationships/image" Target="../media/image4400.png"/><Relationship Id="rId32" Type="http://schemas.openxmlformats.org/officeDocument/2006/relationships/image" Target="../media/image4402.png"/><Relationship Id="rId35" Type="http://schemas.openxmlformats.org/officeDocument/2006/relationships/image" Target="../media/image4391.png"/><Relationship Id="rId34" Type="http://schemas.openxmlformats.org/officeDocument/2006/relationships/image" Target="../media/image4409.png"/><Relationship Id="rId37" Type="http://schemas.openxmlformats.org/officeDocument/2006/relationships/image" Target="../media/image4399.png"/><Relationship Id="rId36" Type="http://schemas.openxmlformats.org/officeDocument/2006/relationships/image" Target="../media/image4394.png"/><Relationship Id="rId39" Type="http://schemas.openxmlformats.org/officeDocument/2006/relationships/image" Target="../media/image4397.png"/><Relationship Id="rId38" Type="http://schemas.openxmlformats.org/officeDocument/2006/relationships/image" Target="../media/image4410.png"/><Relationship Id="rId20" Type="http://schemas.openxmlformats.org/officeDocument/2006/relationships/image" Target="../media/image4376.png"/><Relationship Id="rId22" Type="http://schemas.openxmlformats.org/officeDocument/2006/relationships/image" Target="../media/image4373.png"/><Relationship Id="rId21" Type="http://schemas.openxmlformats.org/officeDocument/2006/relationships/image" Target="../media/image4387.png"/><Relationship Id="rId24" Type="http://schemas.openxmlformats.org/officeDocument/2006/relationships/image" Target="../media/image4389.png"/><Relationship Id="rId23" Type="http://schemas.openxmlformats.org/officeDocument/2006/relationships/image" Target="../media/image4396.png"/><Relationship Id="rId26" Type="http://schemas.openxmlformats.org/officeDocument/2006/relationships/image" Target="../media/image4384.png"/><Relationship Id="rId25" Type="http://schemas.openxmlformats.org/officeDocument/2006/relationships/image" Target="../media/image4393.png"/><Relationship Id="rId28" Type="http://schemas.openxmlformats.org/officeDocument/2006/relationships/image" Target="../media/image4380.png"/><Relationship Id="rId27" Type="http://schemas.openxmlformats.org/officeDocument/2006/relationships/image" Target="../media/image4385.png"/><Relationship Id="rId29" Type="http://schemas.openxmlformats.org/officeDocument/2006/relationships/image" Target="../media/image4395.png"/><Relationship Id="rId95" Type="http://schemas.openxmlformats.org/officeDocument/2006/relationships/image" Target="../media/image4457.png"/><Relationship Id="rId94" Type="http://schemas.openxmlformats.org/officeDocument/2006/relationships/image" Target="../media/image4465.png"/><Relationship Id="rId97" Type="http://schemas.openxmlformats.org/officeDocument/2006/relationships/image" Target="../media/image134.png"/><Relationship Id="rId96" Type="http://schemas.openxmlformats.org/officeDocument/2006/relationships/image" Target="../media/image152.png"/><Relationship Id="rId11" Type="http://schemas.openxmlformats.org/officeDocument/2006/relationships/image" Target="../media/image4378.png"/><Relationship Id="rId99" Type="http://schemas.openxmlformats.org/officeDocument/2006/relationships/image" Target="../media/image4452.png"/><Relationship Id="rId10" Type="http://schemas.openxmlformats.org/officeDocument/2006/relationships/image" Target="../media/image4371.png"/><Relationship Id="rId98" Type="http://schemas.openxmlformats.org/officeDocument/2006/relationships/image" Target="../media/image127.png"/><Relationship Id="rId13" Type="http://schemas.openxmlformats.org/officeDocument/2006/relationships/image" Target="../media/image4388.png"/><Relationship Id="rId12" Type="http://schemas.openxmlformats.org/officeDocument/2006/relationships/image" Target="../media/image4370.png"/><Relationship Id="rId91" Type="http://schemas.openxmlformats.org/officeDocument/2006/relationships/image" Target="../media/image4461.png"/><Relationship Id="rId90" Type="http://schemas.openxmlformats.org/officeDocument/2006/relationships/image" Target="../media/image4459.png"/><Relationship Id="rId93" Type="http://schemas.openxmlformats.org/officeDocument/2006/relationships/image" Target="../media/image4458.png"/><Relationship Id="rId92" Type="http://schemas.openxmlformats.org/officeDocument/2006/relationships/image" Target="../media/image4443.png"/><Relationship Id="rId15" Type="http://schemas.openxmlformats.org/officeDocument/2006/relationships/image" Target="../media/image4381.png"/><Relationship Id="rId14" Type="http://schemas.openxmlformats.org/officeDocument/2006/relationships/image" Target="../media/image4363.png"/><Relationship Id="rId17" Type="http://schemas.openxmlformats.org/officeDocument/2006/relationships/image" Target="../media/image4382.png"/><Relationship Id="rId16" Type="http://schemas.openxmlformats.org/officeDocument/2006/relationships/image" Target="../media/image4383.png"/><Relationship Id="rId19" Type="http://schemas.openxmlformats.org/officeDocument/2006/relationships/image" Target="../media/image4379.png"/><Relationship Id="rId18" Type="http://schemas.openxmlformats.org/officeDocument/2006/relationships/image" Target="../media/image4386.png"/><Relationship Id="rId84" Type="http://schemas.openxmlformats.org/officeDocument/2006/relationships/image" Target="../media/image4460.png"/><Relationship Id="rId83" Type="http://schemas.openxmlformats.org/officeDocument/2006/relationships/image" Target="../media/image4444.png"/><Relationship Id="rId86" Type="http://schemas.openxmlformats.org/officeDocument/2006/relationships/image" Target="../media/image4449.png"/><Relationship Id="rId85" Type="http://schemas.openxmlformats.org/officeDocument/2006/relationships/image" Target="../media/image4448.png"/><Relationship Id="rId88" Type="http://schemas.openxmlformats.org/officeDocument/2006/relationships/image" Target="../media/image4453.png"/><Relationship Id="rId87" Type="http://schemas.openxmlformats.org/officeDocument/2006/relationships/image" Target="../media/image4455.png"/><Relationship Id="rId89" Type="http://schemas.openxmlformats.org/officeDocument/2006/relationships/image" Target="../media/image4472.png"/><Relationship Id="rId80" Type="http://schemas.openxmlformats.org/officeDocument/2006/relationships/image" Target="../media/image4450.png"/><Relationship Id="rId82" Type="http://schemas.openxmlformats.org/officeDocument/2006/relationships/image" Target="../media/image4454.png"/><Relationship Id="rId81" Type="http://schemas.openxmlformats.org/officeDocument/2006/relationships/image" Target="../media/image445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4.xml"/><Relationship Id="rId3" Type="http://schemas.openxmlformats.org/officeDocument/2006/relationships/image" Target="../media/image4364.png"/><Relationship Id="rId4" Type="http://schemas.openxmlformats.org/officeDocument/2006/relationships/image" Target="../media/image4374.png"/><Relationship Id="rId9" Type="http://schemas.openxmlformats.org/officeDocument/2006/relationships/image" Target="../media/image4375.png"/><Relationship Id="rId5" Type="http://schemas.openxmlformats.org/officeDocument/2006/relationships/image" Target="../media/image2600.png"/><Relationship Id="rId6" Type="http://schemas.openxmlformats.org/officeDocument/2006/relationships/image" Target="../media/image4367.png"/><Relationship Id="rId7" Type="http://schemas.openxmlformats.org/officeDocument/2006/relationships/image" Target="../media/image727.png"/><Relationship Id="rId8" Type="http://schemas.openxmlformats.org/officeDocument/2006/relationships/image" Target="../media/image4372.png"/><Relationship Id="rId73" Type="http://schemas.openxmlformats.org/officeDocument/2006/relationships/image" Target="../media/image4434.png"/><Relationship Id="rId72" Type="http://schemas.openxmlformats.org/officeDocument/2006/relationships/image" Target="../media/image4437.png"/><Relationship Id="rId75" Type="http://schemas.openxmlformats.org/officeDocument/2006/relationships/image" Target="../media/image4430.png"/><Relationship Id="rId74" Type="http://schemas.openxmlformats.org/officeDocument/2006/relationships/image" Target="../media/image4424.png"/><Relationship Id="rId77" Type="http://schemas.openxmlformats.org/officeDocument/2006/relationships/image" Target="../media/image4440.png"/><Relationship Id="rId76" Type="http://schemas.openxmlformats.org/officeDocument/2006/relationships/image" Target="../media/image4421.png"/><Relationship Id="rId79" Type="http://schemas.openxmlformats.org/officeDocument/2006/relationships/image" Target="../media/image4447.png"/><Relationship Id="rId78" Type="http://schemas.openxmlformats.org/officeDocument/2006/relationships/image" Target="../media/image4439.png"/><Relationship Id="rId71" Type="http://schemas.openxmlformats.org/officeDocument/2006/relationships/image" Target="../media/image4429.png"/><Relationship Id="rId70" Type="http://schemas.openxmlformats.org/officeDocument/2006/relationships/image" Target="../media/image4431.png"/><Relationship Id="rId62" Type="http://schemas.openxmlformats.org/officeDocument/2006/relationships/image" Target="../media/image4435.png"/><Relationship Id="rId61" Type="http://schemas.openxmlformats.org/officeDocument/2006/relationships/image" Target="../media/image4433.png"/><Relationship Id="rId64" Type="http://schemas.openxmlformats.org/officeDocument/2006/relationships/image" Target="../media/image4425.png"/><Relationship Id="rId63" Type="http://schemas.openxmlformats.org/officeDocument/2006/relationships/image" Target="../media/image4438.png"/><Relationship Id="rId66" Type="http://schemas.openxmlformats.org/officeDocument/2006/relationships/image" Target="../media/image4423.png"/><Relationship Id="rId65" Type="http://schemas.openxmlformats.org/officeDocument/2006/relationships/image" Target="../media/image4441.png"/><Relationship Id="rId68" Type="http://schemas.openxmlformats.org/officeDocument/2006/relationships/image" Target="../media/image4427.png"/><Relationship Id="rId67" Type="http://schemas.openxmlformats.org/officeDocument/2006/relationships/image" Target="../media/image4420.png"/><Relationship Id="rId60" Type="http://schemas.openxmlformats.org/officeDocument/2006/relationships/image" Target="../media/image4428.png"/><Relationship Id="rId69" Type="http://schemas.openxmlformats.org/officeDocument/2006/relationships/image" Target="../media/image4422.png"/><Relationship Id="rId51" Type="http://schemas.openxmlformats.org/officeDocument/2006/relationships/image" Target="../media/image4426.png"/><Relationship Id="rId50" Type="http://schemas.openxmlformats.org/officeDocument/2006/relationships/image" Target="../media/image4408.png"/><Relationship Id="rId53" Type="http://schemas.openxmlformats.org/officeDocument/2006/relationships/image" Target="../media/image4412.png"/><Relationship Id="rId52" Type="http://schemas.openxmlformats.org/officeDocument/2006/relationships/image" Target="../media/image4406.png"/><Relationship Id="rId55" Type="http://schemas.openxmlformats.org/officeDocument/2006/relationships/image" Target="../media/image4436.png"/><Relationship Id="rId54" Type="http://schemas.openxmlformats.org/officeDocument/2006/relationships/image" Target="../media/image4411.png"/><Relationship Id="rId57" Type="http://schemas.openxmlformats.org/officeDocument/2006/relationships/image" Target="../media/image4417.png"/><Relationship Id="rId56" Type="http://schemas.openxmlformats.org/officeDocument/2006/relationships/image" Target="../media/image4432.png"/><Relationship Id="rId59" Type="http://schemas.openxmlformats.org/officeDocument/2006/relationships/image" Target="../media/image4418.png"/><Relationship Id="rId58" Type="http://schemas.openxmlformats.org/officeDocument/2006/relationships/image" Target="../media/image4419.png"/></Relationships>
</file>

<file path=ppt/slides/_rels/slide105.xml.rels><?xml version="1.0" encoding="UTF-8" standalone="yes"?><Relationships xmlns="http://schemas.openxmlformats.org/package/2006/relationships"><Relationship Id="rId40" Type="http://schemas.openxmlformats.org/officeDocument/2006/relationships/image" Target="../media/image4498.png"/><Relationship Id="rId42" Type="http://schemas.openxmlformats.org/officeDocument/2006/relationships/image" Target="../media/image4497.png"/><Relationship Id="rId41" Type="http://schemas.openxmlformats.org/officeDocument/2006/relationships/image" Target="../media/image4479.png"/><Relationship Id="rId44" Type="http://schemas.openxmlformats.org/officeDocument/2006/relationships/image" Target="../media/image4493.png"/><Relationship Id="rId43" Type="http://schemas.openxmlformats.org/officeDocument/2006/relationships/image" Target="../media/image4507.png"/><Relationship Id="rId46" Type="http://schemas.openxmlformats.org/officeDocument/2006/relationships/image" Target="../media/image4496.png"/><Relationship Id="rId45" Type="http://schemas.openxmlformats.org/officeDocument/2006/relationships/image" Target="../media/image4501.png"/><Relationship Id="rId107" Type="http://schemas.openxmlformats.org/officeDocument/2006/relationships/image" Target="../media/image4569.png"/><Relationship Id="rId106" Type="http://schemas.openxmlformats.org/officeDocument/2006/relationships/image" Target="../media/image4558.png"/><Relationship Id="rId105" Type="http://schemas.openxmlformats.org/officeDocument/2006/relationships/image" Target="../media/image4556.png"/><Relationship Id="rId104" Type="http://schemas.openxmlformats.org/officeDocument/2006/relationships/image" Target="../media/image4577.png"/><Relationship Id="rId109" Type="http://schemas.openxmlformats.org/officeDocument/2006/relationships/image" Target="../media/image4562.png"/><Relationship Id="rId108" Type="http://schemas.openxmlformats.org/officeDocument/2006/relationships/image" Target="../media/image4567.png"/><Relationship Id="rId48" Type="http://schemas.openxmlformats.org/officeDocument/2006/relationships/image" Target="../media/image4503.png"/><Relationship Id="rId47" Type="http://schemas.openxmlformats.org/officeDocument/2006/relationships/image" Target="../media/image4504.png"/><Relationship Id="rId49" Type="http://schemas.openxmlformats.org/officeDocument/2006/relationships/image" Target="../media/image4518.png"/><Relationship Id="rId103" Type="http://schemas.openxmlformats.org/officeDocument/2006/relationships/image" Target="../media/image4555.png"/><Relationship Id="rId102" Type="http://schemas.openxmlformats.org/officeDocument/2006/relationships/image" Target="../media/image4557.png"/><Relationship Id="rId101" Type="http://schemas.openxmlformats.org/officeDocument/2006/relationships/image" Target="../media/image4455.png"/><Relationship Id="rId100" Type="http://schemas.openxmlformats.org/officeDocument/2006/relationships/image" Target="../media/image4543.png"/><Relationship Id="rId31" Type="http://schemas.openxmlformats.org/officeDocument/2006/relationships/image" Target="../media/image4488.png"/><Relationship Id="rId30" Type="http://schemas.openxmlformats.org/officeDocument/2006/relationships/image" Target="../media/image4484.png"/><Relationship Id="rId33" Type="http://schemas.openxmlformats.org/officeDocument/2006/relationships/image" Target="../media/image3333.png"/><Relationship Id="rId32" Type="http://schemas.openxmlformats.org/officeDocument/2006/relationships/image" Target="../media/image4489.png"/><Relationship Id="rId35" Type="http://schemas.openxmlformats.org/officeDocument/2006/relationships/image" Target="../media/image4490.png"/><Relationship Id="rId34" Type="http://schemas.openxmlformats.org/officeDocument/2006/relationships/image" Target="../media/image4500.png"/><Relationship Id="rId37" Type="http://schemas.openxmlformats.org/officeDocument/2006/relationships/image" Target="../media/image4492.png"/><Relationship Id="rId36" Type="http://schemas.openxmlformats.org/officeDocument/2006/relationships/image" Target="../media/image4491.png"/><Relationship Id="rId39" Type="http://schemas.openxmlformats.org/officeDocument/2006/relationships/image" Target="../media/image4485.png"/><Relationship Id="rId38" Type="http://schemas.openxmlformats.org/officeDocument/2006/relationships/image" Target="../media/image4487.png"/><Relationship Id="rId20" Type="http://schemas.openxmlformats.org/officeDocument/2006/relationships/image" Target="../media/image4477.png"/><Relationship Id="rId22" Type="http://schemas.openxmlformats.org/officeDocument/2006/relationships/image" Target="../media/image4483.png"/><Relationship Id="rId21" Type="http://schemas.openxmlformats.org/officeDocument/2006/relationships/image" Target="../media/image2640.png"/><Relationship Id="rId24" Type="http://schemas.openxmlformats.org/officeDocument/2006/relationships/image" Target="../media/image4466.png"/><Relationship Id="rId23" Type="http://schemas.openxmlformats.org/officeDocument/2006/relationships/image" Target="../media/image4474.png"/><Relationship Id="rId129" Type="http://schemas.openxmlformats.org/officeDocument/2006/relationships/image" Target="../media/image134.png"/><Relationship Id="rId128" Type="http://schemas.openxmlformats.org/officeDocument/2006/relationships/image" Target="../media/image152.png"/><Relationship Id="rId127" Type="http://schemas.openxmlformats.org/officeDocument/2006/relationships/image" Target="../media/image4584.png"/><Relationship Id="rId126" Type="http://schemas.openxmlformats.org/officeDocument/2006/relationships/image" Target="../media/image4580.png"/><Relationship Id="rId26" Type="http://schemas.openxmlformats.org/officeDocument/2006/relationships/image" Target="../media/image4494.png"/><Relationship Id="rId121" Type="http://schemas.openxmlformats.org/officeDocument/2006/relationships/image" Target="../media/image4597.png"/><Relationship Id="rId25" Type="http://schemas.openxmlformats.org/officeDocument/2006/relationships/image" Target="../media/image4473.png"/><Relationship Id="rId120" Type="http://schemas.openxmlformats.org/officeDocument/2006/relationships/image" Target="../media/image4578.png"/><Relationship Id="rId28" Type="http://schemas.openxmlformats.org/officeDocument/2006/relationships/image" Target="../media/image4524.png"/><Relationship Id="rId27" Type="http://schemas.openxmlformats.org/officeDocument/2006/relationships/image" Target="../media/image4482.png"/><Relationship Id="rId125" Type="http://schemas.openxmlformats.org/officeDocument/2006/relationships/image" Target="../media/image4575.png"/><Relationship Id="rId29" Type="http://schemas.openxmlformats.org/officeDocument/2006/relationships/image" Target="../media/image4475.png"/><Relationship Id="rId124" Type="http://schemas.openxmlformats.org/officeDocument/2006/relationships/image" Target="../media/image4583.png"/><Relationship Id="rId123" Type="http://schemas.openxmlformats.org/officeDocument/2006/relationships/image" Target="../media/image4581.png"/><Relationship Id="rId122" Type="http://schemas.openxmlformats.org/officeDocument/2006/relationships/image" Target="../media/image4585.png"/><Relationship Id="rId95" Type="http://schemas.openxmlformats.org/officeDocument/2006/relationships/image" Target="../media/image4548.png"/><Relationship Id="rId94" Type="http://schemas.openxmlformats.org/officeDocument/2006/relationships/image" Target="../media/image4554.png"/><Relationship Id="rId97" Type="http://schemas.openxmlformats.org/officeDocument/2006/relationships/image" Target="../media/image4563.png"/><Relationship Id="rId96" Type="http://schemas.openxmlformats.org/officeDocument/2006/relationships/image" Target="../media/image4553.png"/><Relationship Id="rId11" Type="http://schemas.openxmlformats.org/officeDocument/2006/relationships/image" Target="../media/image4486.png"/><Relationship Id="rId99" Type="http://schemas.openxmlformats.org/officeDocument/2006/relationships/image" Target="../media/image4573.png"/><Relationship Id="rId10" Type="http://schemas.openxmlformats.org/officeDocument/2006/relationships/image" Target="../media/image4470.png"/><Relationship Id="rId98" Type="http://schemas.openxmlformats.org/officeDocument/2006/relationships/image" Target="../media/image4574.png"/><Relationship Id="rId13" Type="http://schemas.openxmlformats.org/officeDocument/2006/relationships/image" Target="../media/image4468.png"/><Relationship Id="rId12" Type="http://schemas.openxmlformats.org/officeDocument/2006/relationships/image" Target="../media/image4467.png"/><Relationship Id="rId91" Type="http://schemas.openxmlformats.org/officeDocument/2006/relationships/image" Target="../media/image4545.png"/><Relationship Id="rId90" Type="http://schemas.openxmlformats.org/officeDocument/2006/relationships/image" Target="../media/image4544.png"/><Relationship Id="rId93" Type="http://schemas.openxmlformats.org/officeDocument/2006/relationships/image" Target="../media/image4547.png"/><Relationship Id="rId92" Type="http://schemas.openxmlformats.org/officeDocument/2006/relationships/image" Target="../media/image4550.png"/><Relationship Id="rId118" Type="http://schemas.openxmlformats.org/officeDocument/2006/relationships/image" Target="../media/image4560.png"/><Relationship Id="rId117" Type="http://schemas.openxmlformats.org/officeDocument/2006/relationships/image" Target="../media/image4566.png"/><Relationship Id="rId116" Type="http://schemas.openxmlformats.org/officeDocument/2006/relationships/image" Target="../media/image4570.png"/><Relationship Id="rId115" Type="http://schemas.openxmlformats.org/officeDocument/2006/relationships/image" Target="../media/image4564.png"/><Relationship Id="rId119" Type="http://schemas.openxmlformats.org/officeDocument/2006/relationships/image" Target="../media/image4572.png"/><Relationship Id="rId15" Type="http://schemas.openxmlformats.org/officeDocument/2006/relationships/image" Target="../media/image4480.png"/><Relationship Id="rId110" Type="http://schemas.openxmlformats.org/officeDocument/2006/relationships/image" Target="../media/image4561.png"/><Relationship Id="rId14" Type="http://schemas.openxmlformats.org/officeDocument/2006/relationships/image" Target="../media/image4481.png"/><Relationship Id="rId17" Type="http://schemas.openxmlformats.org/officeDocument/2006/relationships/image" Target="../media/image4476.png"/><Relationship Id="rId16" Type="http://schemas.openxmlformats.org/officeDocument/2006/relationships/image" Target="../media/image4469.png"/><Relationship Id="rId19" Type="http://schemas.openxmlformats.org/officeDocument/2006/relationships/image" Target="../media/image4471.png"/><Relationship Id="rId114" Type="http://schemas.openxmlformats.org/officeDocument/2006/relationships/image" Target="../media/image4565.png"/><Relationship Id="rId18" Type="http://schemas.openxmlformats.org/officeDocument/2006/relationships/image" Target="../media/image4478.png"/><Relationship Id="rId113" Type="http://schemas.openxmlformats.org/officeDocument/2006/relationships/image" Target="../media/image4422.png"/><Relationship Id="rId112" Type="http://schemas.openxmlformats.org/officeDocument/2006/relationships/image" Target="../media/image4559.png"/><Relationship Id="rId111" Type="http://schemas.openxmlformats.org/officeDocument/2006/relationships/image" Target="../media/image4568.png"/><Relationship Id="rId84" Type="http://schemas.openxmlformats.org/officeDocument/2006/relationships/image" Target="../media/image4535.png"/><Relationship Id="rId83" Type="http://schemas.openxmlformats.org/officeDocument/2006/relationships/image" Target="../media/image4549.png"/><Relationship Id="rId86" Type="http://schemas.openxmlformats.org/officeDocument/2006/relationships/image" Target="../media/image4534.png"/><Relationship Id="rId85" Type="http://schemas.openxmlformats.org/officeDocument/2006/relationships/image" Target="../media/image4447.png"/><Relationship Id="rId88" Type="http://schemas.openxmlformats.org/officeDocument/2006/relationships/image" Target="../media/image4537.png"/><Relationship Id="rId87" Type="http://schemas.openxmlformats.org/officeDocument/2006/relationships/image" Target="../media/image4546.png"/><Relationship Id="rId89" Type="http://schemas.openxmlformats.org/officeDocument/2006/relationships/image" Target="../media/image4551.png"/><Relationship Id="rId80" Type="http://schemas.openxmlformats.org/officeDocument/2006/relationships/image" Target="../media/image4533.png"/><Relationship Id="rId82" Type="http://schemas.openxmlformats.org/officeDocument/2006/relationships/image" Target="../media/image4527.png"/><Relationship Id="rId81" Type="http://schemas.openxmlformats.org/officeDocument/2006/relationships/image" Target="../media/image4541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5.xml"/><Relationship Id="rId3" Type="http://schemas.openxmlformats.org/officeDocument/2006/relationships/image" Target="../media/image4316.png"/><Relationship Id="rId4" Type="http://schemas.openxmlformats.org/officeDocument/2006/relationships/image" Target="../media/image4334.png"/><Relationship Id="rId9" Type="http://schemas.openxmlformats.org/officeDocument/2006/relationships/image" Target="../media/image4462.png"/><Relationship Id="rId5" Type="http://schemas.openxmlformats.org/officeDocument/2006/relationships/image" Target="../media/image4323.png"/><Relationship Id="rId6" Type="http://schemas.openxmlformats.org/officeDocument/2006/relationships/image" Target="../media/image4463.png"/><Relationship Id="rId7" Type="http://schemas.openxmlformats.org/officeDocument/2006/relationships/image" Target="../media/image4464.png"/><Relationship Id="rId8" Type="http://schemas.openxmlformats.org/officeDocument/2006/relationships/image" Target="../media/image4456.png"/><Relationship Id="rId73" Type="http://schemas.openxmlformats.org/officeDocument/2006/relationships/image" Target="../media/image4520.png"/><Relationship Id="rId72" Type="http://schemas.openxmlformats.org/officeDocument/2006/relationships/image" Target="../media/image4528.png"/><Relationship Id="rId75" Type="http://schemas.openxmlformats.org/officeDocument/2006/relationships/image" Target="../media/image4531.png"/><Relationship Id="rId74" Type="http://schemas.openxmlformats.org/officeDocument/2006/relationships/image" Target="../media/image4526.png"/><Relationship Id="rId77" Type="http://schemas.openxmlformats.org/officeDocument/2006/relationships/image" Target="../media/image4530.png"/><Relationship Id="rId76" Type="http://schemas.openxmlformats.org/officeDocument/2006/relationships/image" Target="../media/image4529.png"/><Relationship Id="rId79" Type="http://schemas.openxmlformats.org/officeDocument/2006/relationships/image" Target="../media/image4536.png"/><Relationship Id="rId78" Type="http://schemas.openxmlformats.org/officeDocument/2006/relationships/image" Target="../media/image4532.png"/><Relationship Id="rId71" Type="http://schemas.openxmlformats.org/officeDocument/2006/relationships/image" Target="../media/image4521.png"/><Relationship Id="rId70" Type="http://schemas.openxmlformats.org/officeDocument/2006/relationships/image" Target="../media/image4525.png"/><Relationship Id="rId131" Type="http://schemas.openxmlformats.org/officeDocument/2006/relationships/image" Target="../media/image4589.png"/><Relationship Id="rId130" Type="http://schemas.openxmlformats.org/officeDocument/2006/relationships/image" Target="../media/image127.png"/><Relationship Id="rId62" Type="http://schemas.openxmlformats.org/officeDocument/2006/relationships/image" Target="../media/image4512.png"/><Relationship Id="rId61" Type="http://schemas.openxmlformats.org/officeDocument/2006/relationships/image" Target="../media/image4517.png"/><Relationship Id="rId64" Type="http://schemas.openxmlformats.org/officeDocument/2006/relationships/image" Target="../media/image4516.png"/><Relationship Id="rId63" Type="http://schemas.openxmlformats.org/officeDocument/2006/relationships/image" Target="../media/image4538.png"/><Relationship Id="rId66" Type="http://schemas.openxmlformats.org/officeDocument/2006/relationships/image" Target="../media/image4508.png"/><Relationship Id="rId65" Type="http://schemas.openxmlformats.org/officeDocument/2006/relationships/image" Target="../media/image4519.png"/><Relationship Id="rId68" Type="http://schemas.openxmlformats.org/officeDocument/2006/relationships/image" Target="../media/image4515.png"/><Relationship Id="rId67" Type="http://schemas.openxmlformats.org/officeDocument/2006/relationships/image" Target="../media/image4522.png"/><Relationship Id="rId60" Type="http://schemas.openxmlformats.org/officeDocument/2006/relationships/image" Target="../media/image4509.png"/><Relationship Id="rId69" Type="http://schemas.openxmlformats.org/officeDocument/2006/relationships/image" Target="../media/image4542.png"/><Relationship Id="rId51" Type="http://schemas.openxmlformats.org/officeDocument/2006/relationships/image" Target="../media/image4511.png"/><Relationship Id="rId50" Type="http://schemas.openxmlformats.org/officeDocument/2006/relationships/image" Target="../media/image4510.png"/><Relationship Id="rId53" Type="http://schemas.openxmlformats.org/officeDocument/2006/relationships/image" Target="../media/image4495.png"/><Relationship Id="rId52" Type="http://schemas.openxmlformats.org/officeDocument/2006/relationships/image" Target="../media/image4506.png"/><Relationship Id="rId55" Type="http://schemas.openxmlformats.org/officeDocument/2006/relationships/image" Target="../media/image4505.png"/><Relationship Id="rId54" Type="http://schemas.openxmlformats.org/officeDocument/2006/relationships/image" Target="../media/image4514.png"/><Relationship Id="rId57" Type="http://schemas.openxmlformats.org/officeDocument/2006/relationships/image" Target="../media/image4513.png"/><Relationship Id="rId56" Type="http://schemas.openxmlformats.org/officeDocument/2006/relationships/image" Target="../media/image4540.png"/><Relationship Id="rId59" Type="http://schemas.openxmlformats.org/officeDocument/2006/relationships/image" Target="../media/image4499.png"/><Relationship Id="rId58" Type="http://schemas.openxmlformats.org/officeDocument/2006/relationships/image" Target="../media/image4502.png"/></Relationships>
</file>

<file path=ppt/slides/_rels/slide106.xml.rels><?xml version="1.0" encoding="UTF-8" standalone="yes"?><Relationships xmlns="http://schemas.openxmlformats.org/package/2006/relationships"><Relationship Id="rId40" Type="http://schemas.openxmlformats.org/officeDocument/2006/relationships/image" Target="../media/image4554.png"/><Relationship Id="rId42" Type="http://schemas.openxmlformats.org/officeDocument/2006/relationships/image" Target="../media/image4616.png"/><Relationship Id="rId41" Type="http://schemas.openxmlformats.org/officeDocument/2006/relationships/image" Target="../media/image4619.png"/><Relationship Id="rId44" Type="http://schemas.openxmlformats.org/officeDocument/2006/relationships/image" Target="../media/image4612.png"/><Relationship Id="rId43" Type="http://schemas.openxmlformats.org/officeDocument/2006/relationships/image" Target="../media/image4618.png"/><Relationship Id="rId46" Type="http://schemas.openxmlformats.org/officeDocument/2006/relationships/image" Target="../media/image4621.png"/><Relationship Id="rId45" Type="http://schemas.openxmlformats.org/officeDocument/2006/relationships/image" Target="../media/image4624.png"/><Relationship Id="rId48" Type="http://schemas.openxmlformats.org/officeDocument/2006/relationships/image" Target="../media/image4622.png"/><Relationship Id="rId47" Type="http://schemas.openxmlformats.org/officeDocument/2006/relationships/image" Target="../media/image4613.png"/><Relationship Id="rId49" Type="http://schemas.openxmlformats.org/officeDocument/2006/relationships/image" Target="../media/image4627.png"/><Relationship Id="rId31" Type="http://schemas.openxmlformats.org/officeDocument/2006/relationships/image" Target="../media/image4588.png"/><Relationship Id="rId30" Type="http://schemas.openxmlformats.org/officeDocument/2006/relationships/image" Target="../media/image4600.png"/><Relationship Id="rId33" Type="http://schemas.openxmlformats.org/officeDocument/2006/relationships/image" Target="../media/image4617.png"/><Relationship Id="rId32" Type="http://schemas.openxmlformats.org/officeDocument/2006/relationships/image" Target="../media/image4606.png"/><Relationship Id="rId35" Type="http://schemas.openxmlformats.org/officeDocument/2006/relationships/image" Target="../media/image4607.png"/><Relationship Id="rId34" Type="http://schemas.openxmlformats.org/officeDocument/2006/relationships/image" Target="../media/image4609.png"/><Relationship Id="rId37" Type="http://schemas.openxmlformats.org/officeDocument/2006/relationships/image" Target="../media/image4611.png"/><Relationship Id="rId36" Type="http://schemas.openxmlformats.org/officeDocument/2006/relationships/image" Target="../media/image4628.png"/><Relationship Id="rId39" Type="http://schemas.openxmlformats.org/officeDocument/2006/relationships/image" Target="../media/image4608.png"/><Relationship Id="rId38" Type="http://schemas.openxmlformats.org/officeDocument/2006/relationships/image" Target="../media/image4610.png"/><Relationship Id="rId20" Type="http://schemas.openxmlformats.org/officeDocument/2006/relationships/image" Target="../media/image4595.png"/><Relationship Id="rId22" Type="http://schemas.openxmlformats.org/officeDocument/2006/relationships/image" Target="../media/image4594.png"/><Relationship Id="rId21" Type="http://schemas.openxmlformats.org/officeDocument/2006/relationships/image" Target="../media/image4590.png"/><Relationship Id="rId24" Type="http://schemas.openxmlformats.org/officeDocument/2006/relationships/image" Target="../media/image4592.png"/><Relationship Id="rId23" Type="http://schemas.openxmlformats.org/officeDocument/2006/relationships/image" Target="../media/image4587.png"/><Relationship Id="rId26" Type="http://schemas.openxmlformats.org/officeDocument/2006/relationships/image" Target="../media/image4599.png"/><Relationship Id="rId25" Type="http://schemas.openxmlformats.org/officeDocument/2006/relationships/image" Target="../media/image4620.png"/><Relationship Id="rId28" Type="http://schemas.openxmlformats.org/officeDocument/2006/relationships/image" Target="../media/image4601.png"/><Relationship Id="rId27" Type="http://schemas.openxmlformats.org/officeDocument/2006/relationships/image" Target="../media/image4593.png"/><Relationship Id="rId29" Type="http://schemas.openxmlformats.org/officeDocument/2006/relationships/image" Target="../media/image4605.png"/><Relationship Id="rId11" Type="http://schemas.openxmlformats.org/officeDocument/2006/relationships/image" Target="../media/image4586.png"/><Relationship Id="rId10" Type="http://schemas.openxmlformats.org/officeDocument/2006/relationships/image" Target="../media/image4323.png"/><Relationship Id="rId13" Type="http://schemas.openxmlformats.org/officeDocument/2006/relationships/image" Target="../media/image4335.png"/><Relationship Id="rId12" Type="http://schemas.openxmlformats.org/officeDocument/2006/relationships/image" Target="../media/image4623.png"/><Relationship Id="rId15" Type="http://schemas.openxmlformats.org/officeDocument/2006/relationships/image" Target="../media/image4582.png"/><Relationship Id="rId14" Type="http://schemas.openxmlformats.org/officeDocument/2006/relationships/image" Target="../media/image4602.png"/><Relationship Id="rId17" Type="http://schemas.openxmlformats.org/officeDocument/2006/relationships/image" Target="../media/image4596.png"/><Relationship Id="rId16" Type="http://schemas.openxmlformats.org/officeDocument/2006/relationships/image" Target="../media/image4591.png"/><Relationship Id="rId19" Type="http://schemas.openxmlformats.org/officeDocument/2006/relationships/image" Target="../media/image4603.png"/><Relationship Id="rId18" Type="http://schemas.openxmlformats.org/officeDocument/2006/relationships/image" Target="../media/image4604.png"/><Relationship Id="rId84" Type="http://schemas.openxmlformats.org/officeDocument/2006/relationships/image" Target="../media/image4657.png"/><Relationship Id="rId83" Type="http://schemas.openxmlformats.org/officeDocument/2006/relationships/image" Target="../media/image4661.png"/><Relationship Id="rId86" Type="http://schemas.openxmlformats.org/officeDocument/2006/relationships/image" Target="../media/image152.png"/><Relationship Id="rId85" Type="http://schemas.openxmlformats.org/officeDocument/2006/relationships/image" Target="../media/image4656.png"/><Relationship Id="rId88" Type="http://schemas.openxmlformats.org/officeDocument/2006/relationships/image" Target="../media/image127.png"/><Relationship Id="rId87" Type="http://schemas.openxmlformats.org/officeDocument/2006/relationships/image" Target="../media/image134.png"/><Relationship Id="rId89" Type="http://schemas.openxmlformats.org/officeDocument/2006/relationships/image" Target="../media/image4668.png"/><Relationship Id="rId80" Type="http://schemas.openxmlformats.org/officeDocument/2006/relationships/image" Target="../media/image4660.png"/><Relationship Id="rId82" Type="http://schemas.openxmlformats.org/officeDocument/2006/relationships/image" Target="../media/image4655.png"/><Relationship Id="rId81" Type="http://schemas.openxmlformats.org/officeDocument/2006/relationships/image" Target="../media/image4652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6.xml"/><Relationship Id="rId3" Type="http://schemas.openxmlformats.org/officeDocument/2006/relationships/image" Target="../media/image4579.png"/><Relationship Id="rId4" Type="http://schemas.openxmlformats.org/officeDocument/2006/relationships/image" Target="../media/image10.png"/><Relationship Id="rId9" Type="http://schemas.openxmlformats.org/officeDocument/2006/relationships/image" Target="../media/image4334.png"/><Relationship Id="rId5" Type="http://schemas.openxmlformats.org/officeDocument/2006/relationships/image" Target="../media/image9.jpg"/><Relationship Id="rId6" Type="http://schemas.openxmlformats.org/officeDocument/2006/relationships/image" Target="../media/image1.png"/><Relationship Id="rId7" Type="http://schemas.openxmlformats.org/officeDocument/2006/relationships/image" Target="../media/image13.png"/><Relationship Id="rId8" Type="http://schemas.openxmlformats.org/officeDocument/2006/relationships/image" Target="../media/image4316.png"/><Relationship Id="rId73" Type="http://schemas.openxmlformats.org/officeDocument/2006/relationships/image" Target="../media/image4635.png"/><Relationship Id="rId72" Type="http://schemas.openxmlformats.org/officeDocument/2006/relationships/image" Target="../media/image4638.png"/><Relationship Id="rId75" Type="http://schemas.openxmlformats.org/officeDocument/2006/relationships/image" Target="../media/image4646.png"/><Relationship Id="rId74" Type="http://schemas.openxmlformats.org/officeDocument/2006/relationships/image" Target="../media/image4649.png"/><Relationship Id="rId77" Type="http://schemas.openxmlformats.org/officeDocument/2006/relationships/image" Target="../media/image4643.png"/><Relationship Id="rId76" Type="http://schemas.openxmlformats.org/officeDocument/2006/relationships/image" Target="../media/image4637.png"/><Relationship Id="rId79" Type="http://schemas.openxmlformats.org/officeDocument/2006/relationships/image" Target="../media/image4663.png"/><Relationship Id="rId78" Type="http://schemas.openxmlformats.org/officeDocument/2006/relationships/image" Target="../media/image4640.png"/><Relationship Id="rId71" Type="http://schemas.openxmlformats.org/officeDocument/2006/relationships/image" Target="../media/image4653.png"/><Relationship Id="rId70" Type="http://schemas.openxmlformats.org/officeDocument/2006/relationships/image" Target="../media/image4648.png"/><Relationship Id="rId62" Type="http://schemas.openxmlformats.org/officeDocument/2006/relationships/image" Target="../media/image4647.png"/><Relationship Id="rId61" Type="http://schemas.openxmlformats.org/officeDocument/2006/relationships/image" Target="../media/image4651.png"/><Relationship Id="rId64" Type="http://schemas.openxmlformats.org/officeDocument/2006/relationships/image" Target="../media/image4642.png"/><Relationship Id="rId63" Type="http://schemas.openxmlformats.org/officeDocument/2006/relationships/image" Target="../media/image4629.png"/><Relationship Id="rId66" Type="http://schemas.openxmlformats.org/officeDocument/2006/relationships/image" Target="../media/image4671.png"/><Relationship Id="rId65" Type="http://schemas.openxmlformats.org/officeDocument/2006/relationships/image" Target="../media/image4631.png"/><Relationship Id="rId68" Type="http://schemas.openxmlformats.org/officeDocument/2006/relationships/image" Target="../media/image4633.png"/><Relationship Id="rId67" Type="http://schemas.openxmlformats.org/officeDocument/2006/relationships/image" Target="../media/image4650.png"/><Relationship Id="rId60" Type="http://schemas.openxmlformats.org/officeDocument/2006/relationships/image" Target="../media/image4634.png"/><Relationship Id="rId69" Type="http://schemas.openxmlformats.org/officeDocument/2006/relationships/image" Target="../media/image4639.png"/><Relationship Id="rId51" Type="http://schemas.openxmlformats.org/officeDocument/2006/relationships/image" Target="../media/image4630.png"/><Relationship Id="rId50" Type="http://schemas.openxmlformats.org/officeDocument/2006/relationships/image" Target="../media/image4626.png"/><Relationship Id="rId53" Type="http://schemas.openxmlformats.org/officeDocument/2006/relationships/image" Target="../media/image4615.png"/><Relationship Id="rId52" Type="http://schemas.openxmlformats.org/officeDocument/2006/relationships/image" Target="../media/image4632.png"/><Relationship Id="rId55" Type="http://schemas.openxmlformats.org/officeDocument/2006/relationships/image" Target="../media/image4614.png"/><Relationship Id="rId54" Type="http://schemas.openxmlformats.org/officeDocument/2006/relationships/image" Target="../media/image4625.png"/><Relationship Id="rId57" Type="http://schemas.openxmlformats.org/officeDocument/2006/relationships/image" Target="../media/image4645.png"/><Relationship Id="rId56" Type="http://schemas.openxmlformats.org/officeDocument/2006/relationships/image" Target="../media/image4644.png"/><Relationship Id="rId59" Type="http://schemas.openxmlformats.org/officeDocument/2006/relationships/image" Target="../media/image4641.png"/><Relationship Id="rId58" Type="http://schemas.openxmlformats.org/officeDocument/2006/relationships/image" Target="../media/image4636.png"/></Relationships>
</file>

<file path=ppt/slides/_rels/slide107.xml.rels><?xml version="1.0" encoding="UTF-8" standalone="yes"?><Relationships xmlns="http://schemas.openxmlformats.org/package/2006/relationships"><Relationship Id="rId40" Type="http://schemas.openxmlformats.org/officeDocument/2006/relationships/image" Target="../media/image4696.png"/><Relationship Id="rId42" Type="http://schemas.openxmlformats.org/officeDocument/2006/relationships/image" Target="../media/image4698.png"/><Relationship Id="rId41" Type="http://schemas.openxmlformats.org/officeDocument/2006/relationships/image" Target="../media/image4700.png"/><Relationship Id="rId44" Type="http://schemas.openxmlformats.org/officeDocument/2006/relationships/image" Target="../media/image4706.png"/><Relationship Id="rId43" Type="http://schemas.openxmlformats.org/officeDocument/2006/relationships/image" Target="../media/image4705.png"/><Relationship Id="rId46" Type="http://schemas.openxmlformats.org/officeDocument/2006/relationships/image" Target="../media/image4708.png"/><Relationship Id="rId45" Type="http://schemas.openxmlformats.org/officeDocument/2006/relationships/image" Target="../media/image4707.png"/><Relationship Id="rId48" Type="http://schemas.openxmlformats.org/officeDocument/2006/relationships/image" Target="../media/image4710.png"/><Relationship Id="rId47" Type="http://schemas.openxmlformats.org/officeDocument/2006/relationships/image" Target="../media/image4701.png"/><Relationship Id="rId49" Type="http://schemas.openxmlformats.org/officeDocument/2006/relationships/image" Target="../media/image4703.png"/><Relationship Id="rId31" Type="http://schemas.openxmlformats.org/officeDocument/2006/relationships/image" Target="../media/image4697.png"/><Relationship Id="rId30" Type="http://schemas.openxmlformats.org/officeDocument/2006/relationships/image" Target="../media/image4695.png"/><Relationship Id="rId33" Type="http://schemas.openxmlformats.org/officeDocument/2006/relationships/image" Target="../media/image4684.png"/><Relationship Id="rId32" Type="http://schemas.openxmlformats.org/officeDocument/2006/relationships/image" Target="../media/image4688.png"/><Relationship Id="rId35" Type="http://schemas.openxmlformats.org/officeDocument/2006/relationships/image" Target="../media/image4694.png"/><Relationship Id="rId34" Type="http://schemas.openxmlformats.org/officeDocument/2006/relationships/image" Target="../media/image4702.png"/><Relationship Id="rId37" Type="http://schemas.openxmlformats.org/officeDocument/2006/relationships/image" Target="../media/image4687.png"/><Relationship Id="rId36" Type="http://schemas.openxmlformats.org/officeDocument/2006/relationships/image" Target="../media/image4692.png"/><Relationship Id="rId39" Type="http://schemas.openxmlformats.org/officeDocument/2006/relationships/image" Target="../media/image4689.png"/><Relationship Id="rId38" Type="http://schemas.openxmlformats.org/officeDocument/2006/relationships/image" Target="../media/image4699.png"/><Relationship Id="rId20" Type="http://schemas.openxmlformats.org/officeDocument/2006/relationships/image" Target="../media/image4679.png"/><Relationship Id="rId22" Type="http://schemas.openxmlformats.org/officeDocument/2006/relationships/image" Target="../media/image4672.png"/><Relationship Id="rId21" Type="http://schemas.openxmlformats.org/officeDocument/2006/relationships/image" Target="../media/image4685.png"/><Relationship Id="rId24" Type="http://schemas.openxmlformats.org/officeDocument/2006/relationships/image" Target="../media/image4670.png"/><Relationship Id="rId23" Type="http://schemas.openxmlformats.org/officeDocument/2006/relationships/image" Target="../media/image4686.png"/><Relationship Id="rId26" Type="http://schemas.openxmlformats.org/officeDocument/2006/relationships/image" Target="../media/image4675.png"/><Relationship Id="rId25" Type="http://schemas.openxmlformats.org/officeDocument/2006/relationships/image" Target="../media/image4682.png"/><Relationship Id="rId28" Type="http://schemas.openxmlformats.org/officeDocument/2006/relationships/image" Target="../media/image4691.png"/><Relationship Id="rId27" Type="http://schemas.openxmlformats.org/officeDocument/2006/relationships/image" Target="../media/image4690.png"/><Relationship Id="rId29" Type="http://schemas.openxmlformats.org/officeDocument/2006/relationships/image" Target="../media/image4693.png"/><Relationship Id="rId11" Type="http://schemas.openxmlformats.org/officeDocument/2006/relationships/image" Target="../media/image4680.png"/><Relationship Id="rId10" Type="http://schemas.openxmlformats.org/officeDocument/2006/relationships/image" Target="../media/image4664.png"/><Relationship Id="rId13" Type="http://schemas.openxmlformats.org/officeDocument/2006/relationships/image" Target="../media/image4669.png"/><Relationship Id="rId12" Type="http://schemas.openxmlformats.org/officeDocument/2006/relationships/image" Target="../media/image4662.png"/><Relationship Id="rId15" Type="http://schemas.openxmlformats.org/officeDocument/2006/relationships/image" Target="../media/image4665.png"/><Relationship Id="rId14" Type="http://schemas.openxmlformats.org/officeDocument/2006/relationships/image" Target="../media/image4676.png"/><Relationship Id="rId17" Type="http://schemas.openxmlformats.org/officeDocument/2006/relationships/image" Target="../media/image4681.png"/><Relationship Id="rId16" Type="http://schemas.openxmlformats.org/officeDocument/2006/relationships/image" Target="../media/image4683.png"/><Relationship Id="rId19" Type="http://schemas.openxmlformats.org/officeDocument/2006/relationships/image" Target="../media/image4678.png"/><Relationship Id="rId18" Type="http://schemas.openxmlformats.org/officeDocument/2006/relationships/image" Target="../media/image4673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7.xml"/><Relationship Id="rId3" Type="http://schemas.openxmlformats.org/officeDocument/2006/relationships/image" Target="../media/image4666.png"/><Relationship Id="rId4" Type="http://schemas.openxmlformats.org/officeDocument/2006/relationships/image" Target="../media/image4674.png"/><Relationship Id="rId9" Type="http://schemas.openxmlformats.org/officeDocument/2006/relationships/image" Target="../media/image4667.png"/><Relationship Id="rId5" Type="http://schemas.openxmlformats.org/officeDocument/2006/relationships/image" Target="../media/image4659.png"/><Relationship Id="rId6" Type="http://schemas.openxmlformats.org/officeDocument/2006/relationships/image" Target="../media/image4677.png"/><Relationship Id="rId7" Type="http://schemas.openxmlformats.org/officeDocument/2006/relationships/image" Target="../media/image4658.png"/><Relationship Id="rId8" Type="http://schemas.openxmlformats.org/officeDocument/2006/relationships/image" Target="../media/image4654.png"/><Relationship Id="rId51" Type="http://schemas.openxmlformats.org/officeDocument/2006/relationships/image" Target="../media/image4709.png"/><Relationship Id="rId50" Type="http://schemas.openxmlformats.org/officeDocument/2006/relationships/image" Target="../media/image4704.png"/><Relationship Id="rId53" Type="http://schemas.openxmlformats.org/officeDocument/2006/relationships/image" Target="../media/image4711.png"/><Relationship Id="rId52" Type="http://schemas.openxmlformats.org/officeDocument/2006/relationships/image" Target="../media/image4714.png"/><Relationship Id="rId55" Type="http://schemas.openxmlformats.org/officeDocument/2006/relationships/image" Target="../media/image203.png"/><Relationship Id="rId54" Type="http://schemas.openxmlformats.org/officeDocument/2006/relationships/image" Target="../media/image220.png"/><Relationship Id="rId57" Type="http://schemas.openxmlformats.org/officeDocument/2006/relationships/image" Target="../media/image4712.png"/><Relationship Id="rId56" Type="http://schemas.openxmlformats.org/officeDocument/2006/relationships/image" Target="../media/image209.png"/></Relationships>
</file>

<file path=ppt/slides/_rels/slide108.xml.rels><?xml version="1.0" encoding="UTF-8" standalone="yes"?><Relationships xmlns="http://schemas.openxmlformats.org/package/2006/relationships"><Relationship Id="rId40" Type="http://schemas.openxmlformats.org/officeDocument/2006/relationships/image" Target="../media/image4754.png"/><Relationship Id="rId42" Type="http://schemas.openxmlformats.org/officeDocument/2006/relationships/image" Target="../media/image4750.png"/><Relationship Id="rId41" Type="http://schemas.openxmlformats.org/officeDocument/2006/relationships/image" Target="../media/image4749.png"/><Relationship Id="rId44" Type="http://schemas.openxmlformats.org/officeDocument/2006/relationships/image" Target="../media/image4759.png"/><Relationship Id="rId43" Type="http://schemas.openxmlformats.org/officeDocument/2006/relationships/image" Target="../media/image4752.png"/><Relationship Id="rId46" Type="http://schemas.openxmlformats.org/officeDocument/2006/relationships/image" Target="../media/image4756.png"/><Relationship Id="rId45" Type="http://schemas.openxmlformats.org/officeDocument/2006/relationships/image" Target="../media/image4761.png"/><Relationship Id="rId48" Type="http://schemas.openxmlformats.org/officeDocument/2006/relationships/image" Target="../media/image4767.png"/><Relationship Id="rId47" Type="http://schemas.openxmlformats.org/officeDocument/2006/relationships/image" Target="../media/image4757.png"/><Relationship Id="rId49" Type="http://schemas.openxmlformats.org/officeDocument/2006/relationships/image" Target="../media/image4758.png"/><Relationship Id="rId31" Type="http://schemas.openxmlformats.org/officeDocument/2006/relationships/image" Target="../media/image4739.png"/><Relationship Id="rId30" Type="http://schemas.openxmlformats.org/officeDocument/2006/relationships/image" Target="../media/image4745.png"/><Relationship Id="rId33" Type="http://schemas.openxmlformats.org/officeDocument/2006/relationships/image" Target="../media/image4743.png"/><Relationship Id="rId32" Type="http://schemas.openxmlformats.org/officeDocument/2006/relationships/image" Target="../media/image4741.png"/><Relationship Id="rId35" Type="http://schemas.openxmlformats.org/officeDocument/2006/relationships/image" Target="../media/image4746.png"/><Relationship Id="rId34" Type="http://schemas.openxmlformats.org/officeDocument/2006/relationships/image" Target="../media/image4742.png"/><Relationship Id="rId37" Type="http://schemas.openxmlformats.org/officeDocument/2006/relationships/image" Target="../media/image4753.png"/><Relationship Id="rId36" Type="http://schemas.openxmlformats.org/officeDocument/2006/relationships/image" Target="../media/image4748.png"/><Relationship Id="rId39" Type="http://schemas.openxmlformats.org/officeDocument/2006/relationships/image" Target="../media/image4747.png"/><Relationship Id="rId38" Type="http://schemas.openxmlformats.org/officeDocument/2006/relationships/image" Target="../media/image4751.png"/><Relationship Id="rId20" Type="http://schemas.openxmlformats.org/officeDocument/2006/relationships/image" Target="../media/image4731.png"/><Relationship Id="rId22" Type="http://schemas.openxmlformats.org/officeDocument/2006/relationships/image" Target="../media/image4732.png"/><Relationship Id="rId21" Type="http://schemas.openxmlformats.org/officeDocument/2006/relationships/image" Target="../media/image4733.png"/><Relationship Id="rId24" Type="http://schemas.openxmlformats.org/officeDocument/2006/relationships/image" Target="../media/image4736.png"/><Relationship Id="rId23" Type="http://schemas.openxmlformats.org/officeDocument/2006/relationships/image" Target="../media/image4735.png"/><Relationship Id="rId26" Type="http://schemas.openxmlformats.org/officeDocument/2006/relationships/image" Target="../media/image4737.png"/><Relationship Id="rId25" Type="http://schemas.openxmlformats.org/officeDocument/2006/relationships/image" Target="../media/image4734.png"/><Relationship Id="rId28" Type="http://schemas.openxmlformats.org/officeDocument/2006/relationships/image" Target="../media/image4744.png"/><Relationship Id="rId27" Type="http://schemas.openxmlformats.org/officeDocument/2006/relationships/image" Target="../media/image4738.png"/><Relationship Id="rId29" Type="http://schemas.openxmlformats.org/officeDocument/2006/relationships/image" Target="../media/image4740.png"/><Relationship Id="rId11" Type="http://schemas.openxmlformats.org/officeDocument/2006/relationships/image" Target="../media/image4728.png"/><Relationship Id="rId10" Type="http://schemas.openxmlformats.org/officeDocument/2006/relationships/image" Target="../media/image4723.png"/><Relationship Id="rId13" Type="http://schemas.openxmlformats.org/officeDocument/2006/relationships/image" Target="../media/image4720.png"/><Relationship Id="rId12" Type="http://schemas.openxmlformats.org/officeDocument/2006/relationships/image" Target="../media/image4724.png"/><Relationship Id="rId15" Type="http://schemas.openxmlformats.org/officeDocument/2006/relationships/image" Target="../media/image4726.png"/><Relationship Id="rId14" Type="http://schemas.openxmlformats.org/officeDocument/2006/relationships/image" Target="../media/image4722.png"/><Relationship Id="rId17" Type="http://schemas.openxmlformats.org/officeDocument/2006/relationships/image" Target="../media/image4725.png"/><Relationship Id="rId16" Type="http://schemas.openxmlformats.org/officeDocument/2006/relationships/image" Target="../media/image4727.png"/><Relationship Id="rId19" Type="http://schemas.openxmlformats.org/officeDocument/2006/relationships/image" Target="../media/image4730.png"/><Relationship Id="rId18" Type="http://schemas.openxmlformats.org/officeDocument/2006/relationships/image" Target="../media/image472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8.xml"/><Relationship Id="rId3" Type="http://schemas.openxmlformats.org/officeDocument/2006/relationships/image" Target="../media/image4713.png"/><Relationship Id="rId4" Type="http://schemas.openxmlformats.org/officeDocument/2006/relationships/image" Target="../media/image4716.png"/><Relationship Id="rId9" Type="http://schemas.openxmlformats.org/officeDocument/2006/relationships/image" Target="../media/image4721.png"/><Relationship Id="rId5" Type="http://schemas.openxmlformats.org/officeDocument/2006/relationships/image" Target="../media/image4717.png"/><Relationship Id="rId6" Type="http://schemas.openxmlformats.org/officeDocument/2006/relationships/image" Target="../media/image4718.png"/><Relationship Id="rId7" Type="http://schemas.openxmlformats.org/officeDocument/2006/relationships/image" Target="../media/image4715.png"/><Relationship Id="rId8" Type="http://schemas.openxmlformats.org/officeDocument/2006/relationships/image" Target="../media/image4719.png"/><Relationship Id="rId61" Type="http://schemas.openxmlformats.org/officeDocument/2006/relationships/image" Target="../media/image4772.png"/><Relationship Id="rId60" Type="http://schemas.openxmlformats.org/officeDocument/2006/relationships/image" Target="../media/image209.png"/><Relationship Id="rId51" Type="http://schemas.openxmlformats.org/officeDocument/2006/relationships/image" Target="../media/image4755.png"/><Relationship Id="rId50" Type="http://schemas.openxmlformats.org/officeDocument/2006/relationships/image" Target="../media/image4771.png"/><Relationship Id="rId53" Type="http://schemas.openxmlformats.org/officeDocument/2006/relationships/image" Target="../media/image4763.png"/><Relationship Id="rId52" Type="http://schemas.openxmlformats.org/officeDocument/2006/relationships/image" Target="../media/image4760.png"/><Relationship Id="rId55" Type="http://schemas.openxmlformats.org/officeDocument/2006/relationships/image" Target="../media/image4768.png"/><Relationship Id="rId54" Type="http://schemas.openxmlformats.org/officeDocument/2006/relationships/image" Target="../media/image4769.png"/><Relationship Id="rId57" Type="http://schemas.openxmlformats.org/officeDocument/2006/relationships/image" Target="../media/image4766.png"/><Relationship Id="rId56" Type="http://schemas.openxmlformats.org/officeDocument/2006/relationships/image" Target="../media/image4762.png"/><Relationship Id="rId59" Type="http://schemas.openxmlformats.org/officeDocument/2006/relationships/image" Target="../media/image203.png"/><Relationship Id="rId58" Type="http://schemas.openxmlformats.org/officeDocument/2006/relationships/image" Target="../media/image220.png"/></Relationships>
</file>

<file path=ppt/slides/_rels/slide109.xml.rels><?xml version="1.0" encoding="UTF-8" standalone="yes"?><Relationships xmlns="http://schemas.openxmlformats.org/package/2006/relationships"><Relationship Id="rId40" Type="http://schemas.openxmlformats.org/officeDocument/2006/relationships/image" Target="../media/image4810.png"/><Relationship Id="rId42" Type="http://schemas.openxmlformats.org/officeDocument/2006/relationships/image" Target="../media/image4814.png"/><Relationship Id="rId41" Type="http://schemas.openxmlformats.org/officeDocument/2006/relationships/image" Target="../media/image4805.png"/><Relationship Id="rId44" Type="http://schemas.openxmlformats.org/officeDocument/2006/relationships/image" Target="../media/image4801.png"/><Relationship Id="rId43" Type="http://schemas.openxmlformats.org/officeDocument/2006/relationships/image" Target="../media/image4803.png"/><Relationship Id="rId46" Type="http://schemas.openxmlformats.org/officeDocument/2006/relationships/image" Target="../media/image4809.png"/><Relationship Id="rId45" Type="http://schemas.openxmlformats.org/officeDocument/2006/relationships/image" Target="../media/image4818.png"/><Relationship Id="rId107" Type="http://schemas.openxmlformats.org/officeDocument/2006/relationships/image" Target="../media/image4880.png"/><Relationship Id="rId106" Type="http://schemas.openxmlformats.org/officeDocument/2006/relationships/image" Target="../media/image4874.png"/><Relationship Id="rId105" Type="http://schemas.openxmlformats.org/officeDocument/2006/relationships/image" Target="../media/image4868.png"/><Relationship Id="rId104" Type="http://schemas.openxmlformats.org/officeDocument/2006/relationships/image" Target="../media/image4871.png"/><Relationship Id="rId109" Type="http://schemas.openxmlformats.org/officeDocument/2006/relationships/image" Target="../media/image4877.png"/><Relationship Id="rId108" Type="http://schemas.openxmlformats.org/officeDocument/2006/relationships/image" Target="../media/image4882.png"/><Relationship Id="rId48" Type="http://schemas.openxmlformats.org/officeDocument/2006/relationships/image" Target="../media/image4819.png"/><Relationship Id="rId47" Type="http://schemas.openxmlformats.org/officeDocument/2006/relationships/image" Target="../media/image4813.png"/><Relationship Id="rId49" Type="http://schemas.openxmlformats.org/officeDocument/2006/relationships/image" Target="../media/image4825.png"/><Relationship Id="rId103" Type="http://schemas.openxmlformats.org/officeDocument/2006/relationships/image" Target="../media/image4876.png"/><Relationship Id="rId102" Type="http://schemas.openxmlformats.org/officeDocument/2006/relationships/image" Target="../media/image4864.png"/><Relationship Id="rId101" Type="http://schemas.openxmlformats.org/officeDocument/2006/relationships/image" Target="../media/image4872.png"/><Relationship Id="rId100" Type="http://schemas.openxmlformats.org/officeDocument/2006/relationships/image" Target="../media/image4867.png"/><Relationship Id="rId31" Type="http://schemas.openxmlformats.org/officeDocument/2006/relationships/image" Target="../media/image4792.png"/><Relationship Id="rId30" Type="http://schemas.openxmlformats.org/officeDocument/2006/relationships/image" Target="../media/image4794.png"/><Relationship Id="rId33" Type="http://schemas.openxmlformats.org/officeDocument/2006/relationships/image" Target="../media/image4807.png"/><Relationship Id="rId32" Type="http://schemas.openxmlformats.org/officeDocument/2006/relationships/image" Target="../media/image4799.png"/><Relationship Id="rId35" Type="http://schemas.openxmlformats.org/officeDocument/2006/relationships/image" Target="../media/image4802.png"/><Relationship Id="rId34" Type="http://schemas.openxmlformats.org/officeDocument/2006/relationships/image" Target="../media/image4798.png"/><Relationship Id="rId37" Type="http://schemas.openxmlformats.org/officeDocument/2006/relationships/image" Target="../media/image4806.png"/><Relationship Id="rId36" Type="http://schemas.openxmlformats.org/officeDocument/2006/relationships/image" Target="../media/image4808.png"/><Relationship Id="rId39" Type="http://schemas.openxmlformats.org/officeDocument/2006/relationships/image" Target="../media/image4804.png"/><Relationship Id="rId38" Type="http://schemas.openxmlformats.org/officeDocument/2006/relationships/image" Target="../media/image4811.png"/><Relationship Id="rId20" Type="http://schemas.openxmlformats.org/officeDocument/2006/relationships/image" Target="../media/image4781.png"/><Relationship Id="rId22" Type="http://schemas.openxmlformats.org/officeDocument/2006/relationships/image" Target="../media/image4782.png"/><Relationship Id="rId21" Type="http://schemas.openxmlformats.org/officeDocument/2006/relationships/image" Target="../media/image4784.png"/><Relationship Id="rId24" Type="http://schemas.openxmlformats.org/officeDocument/2006/relationships/image" Target="../media/image4789.png"/><Relationship Id="rId23" Type="http://schemas.openxmlformats.org/officeDocument/2006/relationships/image" Target="../media/image4800.png"/><Relationship Id="rId26" Type="http://schemas.openxmlformats.org/officeDocument/2006/relationships/image" Target="../media/image4790.png"/><Relationship Id="rId25" Type="http://schemas.openxmlformats.org/officeDocument/2006/relationships/image" Target="../media/image4793.png"/><Relationship Id="rId28" Type="http://schemas.openxmlformats.org/officeDocument/2006/relationships/image" Target="../media/image4795.png"/><Relationship Id="rId27" Type="http://schemas.openxmlformats.org/officeDocument/2006/relationships/image" Target="../media/image4796.png"/><Relationship Id="rId29" Type="http://schemas.openxmlformats.org/officeDocument/2006/relationships/image" Target="../media/image4797.png"/><Relationship Id="rId95" Type="http://schemas.openxmlformats.org/officeDocument/2006/relationships/image" Target="../media/image4860.png"/><Relationship Id="rId94" Type="http://schemas.openxmlformats.org/officeDocument/2006/relationships/image" Target="../media/image4857.png"/><Relationship Id="rId97" Type="http://schemas.openxmlformats.org/officeDocument/2006/relationships/image" Target="../media/image4863.png"/><Relationship Id="rId96" Type="http://schemas.openxmlformats.org/officeDocument/2006/relationships/image" Target="../media/image4858.png"/><Relationship Id="rId11" Type="http://schemas.openxmlformats.org/officeDocument/2006/relationships/image" Target="../media/image4777.png"/><Relationship Id="rId99" Type="http://schemas.openxmlformats.org/officeDocument/2006/relationships/image" Target="../media/image4862.png"/><Relationship Id="rId10" Type="http://schemas.openxmlformats.org/officeDocument/2006/relationships/image" Target="../media/image4773.png"/><Relationship Id="rId98" Type="http://schemas.openxmlformats.org/officeDocument/2006/relationships/image" Target="../media/image4859.png"/><Relationship Id="rId13" Type="http://schemas.openxmlformats.org/officeDocument/2006/relationships/image" Target="../media/image4774.png"/><Relationship Id="rId12" Type="http://schemas.openxmlformats.org/officeDocument/2006/relationships/image" Target="../media/image4779.png"/><Relationship Id="rId91" Type="http://schemas.openxmlformats.org/officeDocument/2006/relationships/image" Target="../media/image4856.png"/><Relationship Id="rId90" Type="http://schemas.openxmlformats.org/officeDocument/2006/relationships/image" Target="../media/image4861.png"/><Relationship Id="rId93" Type="http://schemas.openxmlformats.org/officeDocument/2006/relationships/image" Target="../media/image4865.png"/><Relationship Id="rId92" Type="http://schemas.openxmlformats.org/officeDocument/2006/relationships/image" Target="../media/image4851.png"/><Relationship Id="rId15" Type="http://schemas.openxmlformats.org/officeDocument/2006/relationships/image" Target="../media/image4776.png"/><Relationship Id="rId110" Type="http://schemas.openxmlformats.org/officeDocument/2006/relationships/image" Target="../media/image4873.png"/><Relationship Id="rId14" Type="http://schemas.openxmlformats.org/officeDocument/2006/relationships/image" Target="../media/image4778.png"/><Relationship Id="rId17" Type="http://schemas.openxmlformats.org/officeDocument/2006/relationships/image" Target="../media/image4787.png"/><Relationship Id="rId16" Type="http://schemas.openxmlformats.org/officeDocument/2006/relationships/image" Target="../media/image4791.png"/><Relationship Id="rId19" Type="http://schemas.openxmlformats.org/officeDocument/2006/relationships/image" Target="../media/image4788.png"/><Relationship Id="rId114" Type="http://schemas.openxmlformats.org/officeDocument/2006/relationships/image" Target="../media/image4885.png"/><Relationship Id="rId18" Type="http://schemas.openxmlformats.org/officeDocument/2006/relationships/image" Target="../media/image4786.png"/><Relationship Id="rId113" Type="http://schemas.openxmlformats.org/officeDocument/2006/relationships/image" Target="../media/image209.png"/><Relationship Id="rId112" Type="http://schemas.openxmlformats.org/officeDocument/2006/relationships/image" Target="../media/image203.png"/><Relationship Id="rId111" Type="http://schemas.openxmlformats.org/officeDocument/2006/relationships/image" Target="../media/image220.png"/><Relationship Id="rId84" Type="http://schemas.openxmlformats.org/officeDocument/2006/relationships/image" Target="../media/image4866.png"/><Relationship Id="rId83" Type="http://schemas.openxmlformats.org/officeDocument/2006/relationships/image" Target="../media/image4837.png"/><Relationship Id="rId86" Type="http://schemas.openxmlformats.org/officeDocument/2006/relationships/image" Target="../media/image4839.png"/><Relationship Id="rId85" Type="http://schemas.openxmlformats.org/officeDocument/2006/relationships/image" Target="../media/image4854.png"/><Relationship Id="rId88" Type="http://schemas.openxmlformats.org/officeDocument/2006/relationships/image" Target="../media/image4853.png"/><Relationship Id="rId87" Type="http://schemas.openxmlformats.org/officeDocument/2006/relationships/image" Target="../media/image4852.png"/><Relationship Id="rId89" Type="http://schemas.openxmlformats.org/officeDocument/2006/relationships/image" Target="../media/image4850.png"/><Relationship Id="rId80" Type="http://schemas.openxmlformats.org/officeDocument/2006/relationships/image" Target="../media/image4855.png"/><Relationship Id="rId82" Type="http://schemas.openxmlformats.org/officeDocument/2006/relationships/image" Target="../media/image4846.png"/><Relationship Id="rId81" Type="http://schemas.openxmlformats.org/officeDocument/2006/relationships/image" Target="../media/image4838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9.xml"/><Relationship Id="rId3" Type="http://schemas.openxmlformats.org/officeDocument/2006/relationships/image" Target="../media/image4713.png"/><Relationship Id="rId4" Type="http://schemas.openxmlformats.org/officeDocument/2006/relationships/image" Target="../media/image4716.png"/><Relationship Id="rId9" Type="http://schemas.openxmlformats.org/officeDocument/2006/relationships/image" Target="../media/image4780.png"/><Relationship Id="rId5" Type="http://schemas.openxmlformats.org/officeDocument/2006/relationships/image" Target="../media/image4785.png"/><Relationship Id="rId6" Type="http://schemas.openxmlformats.org/officeDocument/2006/relationships/image" Target="../media/image4775.png"/><Relationship Id="rId7" Type="http://schemas.openxmlformats.org/officeDocument/2006/relationships/image" Target="../media/image4770.png"/><Relationship Id="rId8" Type="http://schemas.openxmlformats.org/officeDocument/2006/relationships/image" Target="../media/image4783.png"/><Relationship Id="rId73" Type="http://schemas.openxmlformats.org/officeDocument/2006/relationships/image" Target="../media/image4848.png"/><Relationship Id="rId72" Type="http://schemas.openxmlformats.org/officeDocument/2006/relationships/image" Target="../media/image4840.png"/><Relationship Id="rId75" Type="http://schemas.openxmlformats.org/officeDocument/2006/relationships/image" Target="../media/image4847.png"/><Relationship Id="rId74" Type="http://schemas.openxmlformats.org/officeDocument/2006/relationships/image" Target="../media/image4849.png"/><Relationship Id="rId77" Type="http://schemas.openxmlformats.org/officeDocument/2006/relationships/image" Target="../media/image4717.png"/><Relationship Id="rId76" Type="http://schemas.openxmlformats.org/officeDocument/2006/relationships/image" Target="../media/image4844.png"/><Relationship Id="rId79" Type="http://schemas.openxmlformats.org/officeDocument/2006/relationships/image" Target="../media/image4842.png"/><Relationship Id="rId78" Type="http://schemas.openxmlformats.org/officeDocument/2006/relationships/image" Target="../media/image4843.png"/><Relationship Id="rId71" Type="http://schemas.openxmlformats.org/officeDocument/2006/relationships/image" Target="../media/image4836.png"/><Relationship Id="rId70" Type="http://schemas.openxmlformats.org/officeDocument/2006/relationships/image" Target="../media/image4870.png"/><Relationship Id="rId62" Type="http://schemas.openxmlformats.org/officeDocument/2006/relationships/image" Target="../media/image4829.png"/><Relationship Id="rId61" Type="http://schemas.openxmlformats.org/officeDocument/2006/relationships/image" Target="../media/image4845.png"/><Relationship Id="rId64" Type="http://schemas.openxmlformats.org/officeDocument/2006/relationships/image" Target="../media/image4826.png"/><Relationship Id="rId63" Type="http://schemas.openxmlformats.org/officeDocument/2006/relationships/image" Target="../media/image4821.png"/><Relationship Id="rId66" Type="http://schemas.openxmlformats.org/officeDocument/2006/relationships/image" Target="../media/image4830.png"/><Relationship Id="rId65" Type="http://schemas.openxmlformats.org/officeDocument/2006/relationships/image" Target="../media/image4834.png"/><Relationship Id="rId68" Type="http://schemas.openxmlformats.org/officeDocument/2006/relationships/image" Target="../media/image4831.png"/><Relationship Id="rId67" Type="http://schemas.openxmlformats.org/officeDocument/2006/relationships/image" Target="../media/image4835.png"/><Relationship Id="rId60" Type="http://schemas.openxmlformats.org/officeDocument/2006/relationships/image" Target="../media/image4828.png"/><Relationship Id="rId69" Type="http://schemas.openxmlformats.org/officeDocument/2006/relationships/image" Target="../media/image4832.png"/><Relationship Id="rId51" Type="http://schemas.openxmlformats.org/officeDocument/2006/relationships/image" Target="../media/image4823.png"/><Relationship Id="rId50" Type="http://schemas.openxmlformats.org/officeDocument/2006/relationships/image" Target="../media/image4841.png"/><Relationship Id="rId53" Type="http://schemas.openxmlformats.org/officeDocument/2006/relationships/image" Target="../media/image4822.png"/><Relationship Id="rId52" Type="http://schemas.openxmlformats.org/officeDocument/2006/relationships/image" Target="../media/image4827.png"/><Relationship Id="rId55" Type="http://schemas.openxmlformats.org/officeDocument/2006/relationships/image" Target="../media/image4812.png"/><Relationship Id="rId54" Type="http://schemas.openxmlformats.org/officeDocument/2006/relationships/image" Target="../media/image4817.png"/><Relationship Id="rId57" Type="http://schemas.openxmlformats.org/officeDocument/2006/relationships/image" Target="../media/image4815.png"/><Relationship Id="rId56" Type="http://schemas.openxmlformats.org/officeDocument/2006/relationships/image" Target="../media/image4824.png"/><Relationship Id="rId59" Type="http://schemas.openxmlformats.org/officeDocument/2006/relationships/image" Target="../media/image4816.png"/><Relationship Id="rId58" Type="http://schemas.openxmlformats.org/officeDocument/2006/relationships/image" Target="../media/image4820.png"/></Relationships>
</file>

<file path=ppt/slides/_rels/slide110.xml.rels><?xml version="1.0" encoding="UTF-8" standalone="yes"?><Relationships xmlns="http://schemas.openxmlformats.org/package/2006/relationships"><Relationship Id="rId40" Type="http://schemas.openxmlformats.org/officeDocument/2006/relationships/image" Target="../media/image4912.png"/><Relationship Id="rId42" Type="http://schemas.openxmlformats.org/officeDocument/2006/relationships/image" Target="../media/image4928.png"/><Relationship Id="rId41" Type="http://schemas.openxmlformats.org/officeDocument/2006/relationships/image" Target="../media/image4907.png"/><Relationship Id="rId44" Type="http://schemas.openxmlformats.org/officeDocument/2006/relationships/image" Target="../media/image4924.png"/><Relationship Id="rId43" Type="http://schemas.openxmlformats.org/officeDocument/2006/relationships/image" Target="../media/image4910.png"/><Relationship Id="rId46" Type="http://schemas.openxmlformats.org/officeDocument/2006/relationships/image" Target="../media/image4920.png"/><Relationship Id="rId45" Type="http://schemas.openxmlformats.org/officeDocument/2006/relationships/image" Target="../media/image4918.png"/><Relationship Id="rId107" Type="http://schemas.openxmlformats.org/officeDocument/2006/relationships/image" Target="../media/image4983.png"/><Relationship Id="rId106" Type="http://schemas.openxmlformats.org/officeDocument/2006/relationships/image" Target="../media/image4981.png"/><Relationship Id="rId105" Type="http://schemas.openxmlformats.org/officeDocument/2006/relationships/image" Target="../media/image4994.png"/><Relationship Id="rId104" Type="http://schemas.openxmlformats.org/officeDocument/2006/relationships/image" Target="../media/image4991.png"/><Relationship Id="rId109" Type="http://schemas.openxmlformats.org/officeDocument/2006/relationships/image" Target="../media/image4985.png"/><Relationship Id="rId108" Type="http://schemas.openxmlformats.org/officeDocument/2006/relationships/image" Target="../media/image4970.png"/><Relationship Id="rId48" Type="http://schemas.openxmlformats.org/officeDocument/2006/relationships/image" Target="../media/image4927.png"/><Relationship Id="rId47" Type="http://schemas.openxmlformats.org/officeDocument/2006/relationships/image" Target="../media/image4917.png"/><Relationship Id="rId49" Type="http://schemas.openxmlformats.org/officeDocument/2006/relationships/image" Target="../media/image4936.png"/><Relationship Id="rId103" Type="http://schemas.openxmlformats.org/officeDocument/2006/relationships/image" Target="../media/image4964.png"/><Relationship Id="rId102" Type="http://schemas.openxmlformats.org/officeDocument/2006/relationships/image" Target="../media/image4969.png"/><Relationship Id="rId101" Type="http://schemas.openxmlformats.org/officeDocument/2006/relationships/image" Target="../media/image4968.png"/><Relationship Id="rId100" Type="http://schemas.openxmlformats.org/officeDocument/2006/relationships/image" Target="../media/image4965.png"/><Relationship Id="rId31" Type="http://schemas.openxmlformats.org/officeDocument/2006/relationships/image" Target="../media/image4916.png"/><Relationship Id="rId30" Type="http://schemas.openxmlformats.org/officeDocument/2006/relationships/image" Target="../media/image4903.png"/><Relationship Id="rId33" Type="http://schemas.openxmlformats.org/officeDocument/2006/relationships/image" Target="../media/image4915.png"/><Relationship Id="rId32" Type="http://schemas.openxmlformats.org/officeDocument/2006/relationships/image" Target="../media/image4908.png"/><Relationship Id="rId35" Type="http://schemas.openxmlformats.org/officeDocument/2006/relationships/image" Target="../media/image4909.png"/><Relationship Id="rId34" Type="http://schemas.openxmlformats.org/officeDocument/2006/relationships/image" Target="../media/image4900.png"/><Relationship Id="rId37" Type="http://schemas.openxmlformats.org/officeDocument/2006/relationships/image" Target="../media/image4901.png"/><Relationship Id="rId36" Type="http://schemas.openxmlformats.org/officeDocument/2006/relationships/image" Target="../media/image4911.png"/><Relationship Id="rId39" Type="http://schemas.openxmlformats.org/officeDocument/2006/relationships/image" Target="../media/image4899.png"/><Relationship Id="rId38" Type="http://schemas.openxmlformats.org/officeDocument/2006/relationships/image" Target="../media/image4913.png"/><Relationship Id="rId20" Type="http://schemas.openxmlformats.org/officeDocument/2006/relationships/image" Target="../media/image4897.png"/><Relationship Id="rId22" Type="http://schemas.openxmlformats.org/officeDocument/2006/relationships/image" Target="../media/image4902.png"/><Relationship Id="rId21" Type="http://schemas.openxmlformats.org/officeDocument/2006/relationships/image" Target="../media/image4895.png"/><Relationship Id="rId24" Type="http://schemas.openxmlformats.org/officeDocument/2006/relationships/image" Target="../media/image4884.png"/><Relationship Id="rId23" Type="http://schemas.openxmlformats.org/officeDocument/2006/relationships/image" Target="../media/image4890.png"/><Relationship Id="rId26" Type="http://schemas.openxmlformats.org/officeDocument/2006/relationships/image" Target="../media/image4898.png"/><Relationship Id="rId25" Type="http://schemas.openxmlformats.org/officeDocument/2006/relationships/image" Target="../media/image4893.png"/><Relationship Id="rId28" Type="http://schemas.openxmlformats.org/officeDocument/2006/relationships/image" Target="../media/image4905.png"/><Relationship Id="rId27" Type="http://schemas.openxmlformats.org/officeDocument/2006/relationships/image" Target="../media/image4914.png"/><Relationship Id="rId29" Type="http://schemas.openxmlformats.org/officeDocument/2006/relationships/image" Target="../media/image4906.png"/><Relationship Id="rId95" Type="http://schemas.openxmlformats.org/officeDocument/2006/relationships/image" Target="../media/image4966.png"/><Relationship Id="rId94" Type="http://schemas.openxmlformats.org/officeDocument/2006/relationships/image" Target="../media/image4961.png"/><Relationship Id="rId97" Type="http://schemas.openxmlformats.org/officeDocument/2006/relationships/image" Target="../media/image4967.png"/><Relationship Id="rId96" Type="http://schemas.openxmlformats.org/officeDocument/2006/relationships/image" Target="../media/image4963.png"/><Relationship Id="rId11" Type="http://schemas.openxmlformats.org/officeDocument/2006/relationships/image" Target="../media/image4879.png"/><Relationship Id="rId99" Type="http://schemas.openxmlformats.org/officeDocument/2006/relationships/image" Target="../media/image4973.png"/><Relationship Id="rId10" Type="http://schemas.openxmlformats.org/officeDocument/2006/relationships/image" Target="../media/image4904.png"/><Relationship Id="rId98" Type="http://schemas.openxmlformats.org/officeDocument/2006/relationships/image" Target="../media/image4977.png"/><Relationship Id="rId13" Type="http://schemas.openxmlformats.org/officeDocument/2006/relationships/image" Target="../media/image4786.png"/><Relationship Id="rId12" Type="http://schemas.openxmlformats.org/officeDocument/2006/relationships/image" Target="../media/image4892.png"/><Relationship Id="rId91" Type="http://schemas.openxmlformats.org/officeDocument/2006/relationships/image" Target="../media/image4978.png"/><Relationship Id="rId90" Type="http://schemas.openxmlformats.org/officeDocument/2006/relationships/image" Target="../media/image4962.png"/><Relationship Id="rId93" Type="http://schemas.openxmlformats.org/officeDocument/2006/relationships/image" Target="../media/image4972.png"/><Relationship Id="rId92" Type="http://schemas.openxmlformats.org/officeDocument/2006/relationships/image" Target="../media/image4975.png"/><Relationship Id="rId15" Type="http://schemas.openxmlformats.org/officeDocument/2006/relationships/image" Target="../media/image4886.png"/><Relationship Id="rId110" Type="http://schemas.openxmlformats.org/officeDocument/2006/relationships/image" Target="../media/image220.png"/><Relationship Id="rId14" Type="http://schemas.openxmlformats.org/officeDocument/2006/relationships/image" Target="../media/image4888.png"/><Relationship Id="rId17" Type="http://schemas.openxmlformats.org/officeDocument/2006/relationships/image" Target="../media/image4891.png"/><Relationship Id="rId16" Type="http://schemas.openxmlformats.org/officeDocument/2006/relationships/image" Target="../media/image4878.png"/><Relationship Id="rId19" Type="http://schemas.openxmlformats.org/officeDocument/2006/relationships/image" Target="../media/image4889.png"/><Relationship Id="rId18" Type="http://schemas.openxmlformats.org/officeDocument/2006/relationships/image" Target="../media/image4894.png"/><Relationship Id="rId113" Type="http://schemas.openxmlformats.org/officeDocument/2006/relationships/image" Target="../media/image4984.png"/><Relationship Id="rId112" Type="http://schemas.openxmlformats.org/officeDocument/2006/relationships/image" Target="../media/image209.png"/><Relationship Id="rId111" Type="http://schemas.openxmlformats.org/officeDocument/2006/relationships/image" Target="../media/image203.png"/><Relationship Id="rId84" Type="http://schemas.openxmlformats.org/officeDocument/2006/relationships/image" Target="../media/image4976.png"/><Relationship Id="rId83" Type="http://schemas.openxmlformats.org/officeDocument/2006/relationships/image" Target="../media/image4956.png"/><Relationship Id="rId86" Type="http://schemas.openxmlformats.org/officeDocument/2006/relationships/image" Target="../media/image4949.png"/><Relationship Id="rId85" Type="http://schemas.openxmlformats.org/officeDocument/2006/relationships/image" Target="../media/image4957.png"/><Relationship Id="rId88" Type="http://schemas.openxmlformats.org/officeDocument/2006/relationships/image" Target="../media/image4953.png"/><Relationship Id="rId87" Type="http://schemas.openxmlformats.org/officeDocument/2006/relationships/image" Target="../media/image4974.png"/><Relationship Id="rId89" Type="http://schemas.openxmlformats.org/officeDocument/2006/relationships/image" Target="../media/image4959.png"/><Relationship Id="rId80" Type="http://schemas.openxmlformats.org/officeDocument/2006/relationships/image" Target="../media/image4954.png"/><Relationship Id="rId82" Type="http://schemas.openxmlformats.org/officeDocument/2006/relationships/image" Target="../media/image4971.png"/><Relationship Id="rId81" Type="http://schemas.openxmlformats.org/officeDocument/2006/relationships/image" Target="../media/image479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0.xml"/><Relationship Id="rId3" Type="http://schemas.openxmlformats.org/officeDocument/2006/relationships/image" Target="../media/image4713.png"/><Relationship Id="rId4" Type="http://schemas.openxmlformats.org/officeDocument/2006/relationships/image" Target="../media/image4716.png"/><Relationship Id="rId9" Type="http://schemas.openxmlformats.org/officeDocument/2006/relationships/image" Target="../media/image4883.png"/><Relationship Id="rId5" Type="http://schemas.openxmlformats.org/officeDocument/2006/relationships/image" Target="../media/image4785.png"/><Relationship Id="rId6" Type="http://schemas.openxmlformats.org/officeDocument/2006/relationships/image" Target="../media/image4887.png"/><Relationship Id="rId7" Type="http://schemas.openxmlformats.org/officeDocument/2006/relationships/image" Target="../media/image4896.png"/><Relationship Id="rId8" Type="http://schemas.openxmlformats.org/officeDocument/2006/relationships/image" Target="../media/image4881.png"/><Relationship Id="rId73" Type="http://schemas.openxmlformats.org/officeDocument/2006/relationships/image" Target="../media/image4944.png"/><Relationship Id="rId72" Type="http://schemas.openxmlformats.org/officeDocument/2006/relationships/image" Target="../media/image4958.png"/><Relationship Id="rId75" Type="http://schemas.openxmlformats.org/officeDocument/2006/relationships/image" Target="../media/image4952.png"/><Relationship Id="rId74" Type="http://schemas.openxmlformats.org/officeDocument/2006/relationships/image" Target="../media/image4942.png"/><Relationship Id="rId77" Type="http://schemas.openxmlformats.org/officeDocument/2006/relationships/image" Target="../media/image4943.png"/><Relationship Id="rId76" Type="http://schemas.openxmlformats.org/officeDocument/2006/relationships/image" Target="../media/image4960.png"/><Relationship Id="rId79" Type="http://schemas.openxmlformats.org/officeDocument/2006/relationships/image" Target="../media/image4951.png"/><Relationship Id="rId78" Type="http://schemas.openxmlformats.org/officeDocument/2006/relationships/image" Target="../media/image4947.png"/><Relationship Id="rId71" Type="http://schemas.openxmlformats.org/officeDocument/2006/relationships/image" Target="../media/image4938.png"/><Relationship Id="rId70" Type="http://schemas.openxmlformats.org/officeDocument/2006/relationships/image" Target="../media/image4941.png"/><Relationship Id="rId62" Type="http://schemas.openxmlformats.org/officeDocument/2006/relationships/image" Target="../media/image4948.png"/><Relationship Id="rId61" Type="http://schemas.openxmlformats.org/officeDocument/2006/relationships/image" Target="../media/image4923.png"/><Relationship Id="rId64" Type="http://schemas.openxmlformats.org/officeDocument/2006/relationships/image" Target="../media/image4932.png"/><Relationship Id="rId63" Type="http://schemas.openxmlformats.org/officeDocument/2006/relationships/image" Target="../media/image4935.png"/><Relationship Id="rId66" Type="http://schemas.openxmlformats.org/officeDocument/2006/relationships/image" Target="../media/image4946.png"/><Relationship Id="rId65" Type="http://schemas.openxmlformats.org/officeDocument/2006/relationships/image" Target="../media/image4955.png"/><Relationship Id="rId68" Type="http://schemas.openxmlformats.org/officeDocument/2006/relationships/image" Target="../media/image4939.png"/><Relationship Id="rId67" Type="http://schemas.openxmlformats.org/officeDocument/2006/relationships/image" Target="../media/image4945.png"/><Relationship Id="rId60" Type="http://schemas.openxmlformats.org/officeDocument/2006/relationships/image" Target="../media/image4933.png"/><Relationship Id="rId69" Type="http://schemas.openxmlformats.org/officeDocument/2006/relationships/image" Target="../media/image4937.png"/><Relationship Id="rId51" Type="http://schemas.openxmlformats.org/officeDocument/2006/relationships/image" Target="../media/image4929.png"/><Relationship Id="rId50" Type="http://schemas.openxmlformats.org/officeDocument/2006/relationships/image" Target="../media/image4922.png"/><Relationship Id="rId53" Type="http://schemas.openxmlformats.org/officeDocument/2006/relationships/image" Target="../media/image4931.png"/><Relationship Id="rId52" Type="http://schemas.openxmlformats.org/officeDocument/2006/relationships/image" Target="../media/image4926.png"/><Relationship Id="rId55" Type="http://schemas.openxmlformats.org/officeDocument/2006/relationships/image" Target="../media/image4950.png"/><Relationship Id="rId54" Type="http://schemas.openxmlformats.org/officeDocument/2006/relationships/image" Target="../media/image4930.png"/><Relationship Id="rId57" Type="http://schemas.openxmlformats.org/officeDocument/2006/relationships/image" Target="../media/image4925.png"/><Relationship Id="rId56" Type="http://schemas.openxmlformats.org/officeDocument/2006/relationships/image" Target="../media/image4919.png"/><Relationship Id="rId59" Type="http://schemas.openxmlformats.org/officeDocument/2006/relationships/image" Target="../media/image4934.png"/><Relationship Id="rId58" Type="http://schemas.openxmlformats.org/officeDocument/2006/relationships/image" Target="../media/image4921.png"/></Relationships>
</file>

<file path=ppt/slides/_rels/slide1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1.xml"/><Relationship Id="rId3" Type="http://schemas.openxmlformats.org/officeDocument/2006/relationships/image" Target="../media/image220.png"/><Relationship Id="rId4" Type="http://schemas.openxmlformats.org/officeDocument/2006/relationships/image" Target="../media/image203.png"/><Relationship Id="rId5" Type="http://schemas.openxmlformats.org/officeDocument/2006/relationships/image" Target="../media/image209.png"/><Relationship Id="rId6" Type="http://schemas.openxmlformats.org/officeDocument/2006/relationships/image" Target="../media/image4998.png"/></Relationships>
</file>

<file path=ppt/slides/_rels/slide1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2.xml"/><Relationship Id="rId3" Type="http://schemas.openxmlformats.org/officeDocument/2006/relationships/image" Target="../media/image220.png"/><Relationship Id="rId4" Type="http://schemas.openxmlformats.org/officeDocument/2006/relationships/image" Target="../media/image203.png"/><Relationship Id="rId5" Type="http://schemas.openxmlformats.org/officeDocument/2006/relationships/image" Target="../media/image209.png"/><Relationship Id="rId6" Type="http://schemas.openxmlformats.org/officeDocument/2006/relationships/image" Target="../media/image4980.png"/><Relationship Id="rId7" Type="http://schemas.openxmlformats.org/officeDocument/2006/relationships/image" Target="../media/image4988.png"/></Relationships>
</file>

<file path=ppt/slides/_rels/slide1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3.xml"/><Relationship Id="rId3" Type="http://schemas.openxmlformats.org/officeDocument/2006/relationships/image" Target="../media/image220.png"/><Relationship Id="rId4" Type="http://schemas.openxmlformats.org/officeDocument/2006/relationships/image" Target="../media/image203.png"/><Relationship Id="rId5" Type="http://schemas.openxmlformats.org/officeDocument/2006/relationships/image" Target="../media/image209.png"/><Relationship Id="rId6" Type="http://schemas.openxmlformats.org/officeDocument/2006/relationships/image" Target="../media/image4992.png"/><Relationship Id="rId7" Type="http://schemas.openxmlformats.org/officeDocument/2006/relationships/image" Target="../media/image4996.png"/></Relationships>
</file>

<file path=ppt/slides/_rels/slide1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4.xml"/><Relationship Id="rId3" Type="http://schemas.openxmlformats.org/officeDocument/2006/relationships/image" Target="../media/image220.png"/><Relationship Id="rId4" Type="http://schemas.openxmlformats.org/officeDocument/2006/relationships/image" Target="../media/image203.png"/><Relationship Id="rId5" Type="http://schemas.openxmlformats.org/officeDocument/2006/relationships/image" Target="../media/image209.png"/><Relationship Id="rId6" Type="http://schemas.openxmlformats.org/officeDocument/2006/relationships/image" Target="../media/image4986.png"/><Relationship Id="rId7" Type="http://schemas.openxmlformats.org/officeDocument/2006/relationships/image" Target="../media/image4997.png"/></Relationships>
</file>

<file path=ppt/slides/_rels/slide1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5.xml"/><Relationship Id="rId3" Type="http://schemas.openxmlformats.org/officeDocument/2006/relationships/image" Target="../media/image220.png"/><Relationship Id="rId4" Type="http://schemas.openxmlformats.org/officeDocument/2006/relationships/image" Target="../media/image203.png"/><Relationship Id="rId5" Type="http://schemas.openxmlformats.org/officeDocument/2006/relationships/image" Target="../media/image209.png"/><Relationship Id="rId6" Type="http://schemas.openxmlformats.org/officeDocument/2006/relationships/image" Target="../media/image4982.png"/><Relationship Id="rId7" Type="http://schemas.openxmlformats.org/officeDocument/2006/relationships/image" Target="../media/image4979.png"/></Relationships>
</file>

<file path=ppt/slides/_rels/slide1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6.xml"/><Relationship Id="rId3" Type="http://schemas.openxmlformats.org/officeDocument/2006/relationships/image" Target="../media/image220.png"/><Relationship Id="rId4" Type="http://schemas.openxmlformats.org/officeDocument/2006/relationships/image" Target="../media/image203.png"/><Relationship Id="rId5" Type="http://schemas.openxmlformats.org/officeDocument/2006/relationships/image" Target="../media/image209.png"/><Relationship Id="rId6" Type="http://schemas.openxmlformats.org/officeDocument/2006/relationships/image" Target="../media/image4987.png"/><Relationship Id="rId7" Type="http://schemas.openxmlformats.org/officeDocument/2006/relationships/image" Target="../media/image4995.png"/></Relationships>
</file>

<file path=ppt/slides/_rels/slide1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7.xml"/><Relationship Id="rId3" Type="http://schemas.openxmlformats.org/officeDocument/2006/relationships/image" Target="../media/image220.png"/><Relationship Id="rId4" Type="http://schemas.openxmlformats.org/officeDocument/2006/relationships/image" Target="../media/image203.png"/><Relationship Id="rId5" Type="http://schemas.openxmlformats.org/officeDocument/2006/relationships/image" Target="../media/image209.png"/><Relationship Id="rId6" Type="http://schemas.openxmlformats.org/officeDocument/2006/relationships/image" Target="../media/image4990.png"/><Relationship Id="rId7" Type="http://schemas.openxmlformats.org/officeDocument/2006/relationships/image" Target="../media/image4993.png"/></Relationships>
</file>

<file path=ppt/slides/_rels/slide1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8.xml"/><Relationship Id="rId3" Type="http://schemas.openxmlformats.org/officeDocument/2006/relationships/image" Target="../media/image220.png"/><Relationship Id="rId4" Type="http://schemas.openxmlformats.org/officeDocument/2006/relationships/image" Target="../media/image203.png"/><Relationship Id="rId5" Type="http://schemas.openxmlformats.org/officeDocument/2006/relationships/image" Target="../media/image209.png"/><Relationship Id="rId6" Type="http://schemas.openxmlformats.org/officeDocument/2006/relationships/image" Target="../media/image4999.png"/><Relationship Id="rId7" Type="http://schemas.openxmlformats.org/officeDocument/2006/relationships/image" Target="../media/image4989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7"/>
          <p:cNvSpPr/>
          <p:nvPr/>
        </p:nvSpPr>
        <p:spPr>
          <a:xfrm>
            <a:off x="918972" y="5199888"/>
            <a:ext cx="47625" cy="108585"/>
          </a:xfrm>
          <a:custGeom>
            <a:rect b="b" l="l" r="r" t="t"/>
            <a:pathLst>
              <a:path extrusionOk="0" h="108585" w="47625">
                <a:moveTo>
                  <a:pt x="47244" y="86868"/>
                </a:moveTo>
                <a:lnTo>
                  <a:pt x="45720" y="83820"/>
                </a:lnTo>
                <a:lnTo>
                  <a:pt x="42672" y="80772"/>
                </a:lnTo>
                <a:lnTo>
                  <a:pt x="39624" y="79248"/>
                </a:lnTo>
                <a:lnTo>
                  <a:pt x="38100" y="77724"/>
                </a:lnTo>
                <a:lnTo>
                  <a:pt x="27432" y="77724"/>
                </a:lnTo>
                <a:lnTo>
                  <a:pt x="25908" y="79248"/>
                </a:lnTo>
                <a:lnTo>
                  <a:pt x="22860" y="80772"/>
                </a:lnTo>
                <a:lnTo>
                  <a:pt x="19812" y="83820"/>
                </a:lnTo>
                <a:lnTo>
                  <a:pt x="13716" y="92964"/>
                </a:lnTo>
                <a:lnTo>
                  <a:pt x="12192" y="96012"/>
                </a:lnTo>
                <a:lnTo>
                  <a:pt x="10668" y="97536"/>
                </a:lnTo>
                <a:lnTo>
                  <a:pt x="9144" y="97536"/>
                </a:lnTo>
                <a:lnTo>
                  <a:pt x="9144" y="99060"/>
                </a:lnTo>
                <a:lnTo>
                  <a:pt x="6096" y="99060"/>
                </a:lnTo>
                <a:lnTo>
                  <a:pt x="6096" y="97536"/>
                </a:lnTo>
                <a:lnTo>
                  <a:pt x="4572" y="97536"/>
                </a:lnTo>
                <a:lnTo>
                  <a:pt x="4572" y="96012"/>
                </a:lnTo>
                <a:lnTo>
                  <a:pt x="3048" y="94488"/>
                </a:lnTo>
                <a:lnTo>
                  <a:pt x="3048" y="91440"/>
                </a:lnTo>
                <a:lnTo>
                  <a:pt x="6096" y="88392"/>
                </a:lnTo>
                <a:lnTo>
                  <a:pt x="7620" y="85344"/>
                </a:lnTo>
                <a:lnTo>
                  <a:pt x="10668" y="83820"/>
                </a:lnTo>
                <a:lnTo>
                  <a:pt x="15240" y="82296"/>
                </a:lnTo>
                <a:lnTo>
                  <a:pt x="15240" y="80772"/>
                </a:lnTo>
                <a:lnTo>
                  <a:pt x="0" y="80772"/>
                </a:lnTo>
                <a:lnTo>
                  <a:pt x="0" y="82296"/>
                </a:lnTo>
                <a:lnTo>
                  <a:pt x="3048" y="82296"/>
                </a:lnTo>
                <a:lnTo>
                  <a:pt x="3048" y="86868"/>
                </a:lnTo>
                <a:lnTo>
                  <a:pt x="1524" y="88392"/>
                </a:lnTo>
                <a:lnTo>
                  <a:pt x="0" y="91440"/>
                </a:lnTo>
                <a:lnTo>
                  <a:pt x="0" y="97536"/>
                </a:lnTo>
                <a:lnTo>
                  <a:pt x="1524" y="102108"/>
                </a:lnTo>
                <a:lnTo>
                  <a:pt x="4572" y="103632"/>
                </a:lnTo>
                <a:lnTo>
                  <a:pt x="7620" y="106680"/>
                </a:lnTo>
                <a:lnTo>
                  <a:pt x="10668" y="108204"/>
                </a:lnTo>
                <a:lnTo>
                  <a:pt x="16764" y="108204"/>
                </a:lnTo>
                <a:lnTo>
                  <a:pt x="19812" y="106680"/>
                </a:lnTo>
                <a:lnTo>
                  <a:pt x="27432" y="99060"/>
                </a:lnTo>
                <a:lnTo>
                  <a:pt x="30480" y="94488"/>
                </a:lnTo>
                <a:lnTo>
                  <a:pt x="33528" y="91440"/>
                </a:lnTo>
                <a:lnTo>
                  <a:pt x="35052" y="88392"/>
                </a:lnTo>
                <a:lnTo>
                  <a:pt x="36576" y="86868"/>
                </a:lnTo>
                <a:lnTo>
                  <a:pt x="42672" y="86868"/>
                </a:lnTo>
                <a:lnTo>
                  <a:pt x="42672" y="88392"/>
                </a:lnTo>
                <a:lnTo>
                  <a:pt x="44196" y="88392"/>
                </a:lnTo>
                <a:lnTo>
                  <a:pt x="44196" y="97536"/>
                </a:lnTo>
                <a:lnTo>
                  <a:pt x="41148" y="99060"/>
                </a:lnTo>
                <a:lnTo>
                  <a:pt x="39624" y="102108"/>
                </a:lnTo>
                <a:lnTo>
                  <a:pt x="36576" y="105156"/>
                </a:lnTo>
                <a:lnTo>
                  <a:pt x="32004" y="106680"/>
                </a:lnTo>
                <a:lnTo>
                  <a:pt x="32004" y="108204"/>
                </a:lnTo>
                <a:lnTo>
                  <a:pt x="47244" y="108204"/>
                </a:lnTo>
                <a:lnTo>
                  <a:pt x="47244" y="106680"/>
                </a:lnTo>
                <a:lnTo>
                  <a:pt x="45720" y="105156"/>
                </a:lnTo>
                <a:lnTo>
                  <a:pt x="44196" y="105156"/>
                </a:lnTo>
                <a:lnTo>
                  <a:pt x="44196" y="102108"/>
                </a:lnTo>
                <a:lnTo>
                  <a:pt x="45720" y="100584"/>
                </a:lnTo>
                <a:lnTo>
                  <a:pt x="47244" y="97536"/>
                </a:lnTo>
                <a:lnTo>
                  <a:pt x="47244" y="86868"/>
                </a:lnTo>
                <a:close/>
              </a:path>
              <a:path extrusionOk="0" h="108585" w="47625">
                <a:moveTo>
                  <a:pt x="47244" y="48768"/>
                </a:moveTo>
                <a:lnTo>
                  <a:pt x="46482" y="47244"/>
                </a:lnTo>
                <a:lnTo>
                  <a:pt x="45720" y="45720"/>
                </a:lnTo>
                <a:lnTo>
                  <a:pt x="44196" y="44196"/>
                </a:lnTo>
                <a:lnTo>
                  <a:pt x="42672" y="41148"/>
                </a:lnTo>
                <a:lnTo>
                  <a:pt x="39624" y="39624"/>
                </a:lnTo>
                <a:lnTo>
                  <a:pt x="38100" y="39624"/>
                </a:lnTo>
                <a:lnTo>
                  <a:pt x="35052" y="38100"/>
                </a:lnTo>
                <a:lnTo>
                  <a:pt x="30480" y="38100"/>
                </a:lnTo>
                <a:lnTo>
                  <a:pt x="27432" y="39624"/>
                </a:lnTo>
                <a:lnTo>
                  <a:pt x="25908" y="41148"/>
                </a:lnTo>
                <a:lnTo>
                  <a:pt x="22860" y="42672"/>
                </a:lnTo>
                <a:lnTo>
                  <a:pt x="19812" y="45720"/>
                </a:lnTo>
                <a:lnTo>
                  <a:pt x="13716" y="54864"/>
                </a:lnTo>
                <a:lnTo>
                  <a:pt x="12192" y="57912"/>
                </a:lnTo>
                <a:lnTo>
                  <a:pt x="10668" y="59436"/>
                </a:lnTo>
                <a:lnTo>
                  <a:pt x="6096" y="59436"/>
                </a:lnTo>
                <a:lnTo>
                  <a:pt x="3048" y="56388"/>
                </a:lnTo>
                <a:lnTo>
                  <a:pt x="3048" y="53340"/>
                </a:lnTo>
                <a:lnTo>
                  <a:pt x="4572" y="50292"/>
                </a:lnTo>
                <a:lnTo>
                  <a:pt x="10668" y="44196"/>
                </a:lnTo>
                <a:lnTo>
                  <a:pt x="15240" y="42672"/>
                </a:lnTo>
                <a:lnTo>
                  <a:pt x="15240" y="41148"/>
                </a:lnTo>
                <a:lnTo>
                  <a:pt x="0" y="41148"/>
                </a:lnTo>
                <a:lnTo>
                  <a:pt x="0" y="42672"/>
                </a:lnTo>
                <a:lnTo>
                  <a:pt x="1524" y="44196"/>
                </a:lnTo>
                <a:lnTo>
                  <a:pt x="3048" y="44196"/>
                </a:lnTo>
                <a:lnTo>
                  <a:pt x="3048" y="48768"/>
                </a:lnTo>
                <a:lnTo>
                  <a:pt x="1524" y="50292"/>
                </a:lnTo>
                <a:lnTo>
                  <a:pt x="0" y="53340"/>
                </a:lnTo>
                <a:lnTo>
                  <a:pt x="0" y="59436"/>
                </a:lnTo>
                <a:lnTo>
                  <a:pt x="1524" y="62484"/>
                </a:lnTo>
                <a:lnTo>
                  <a:pt x="4572" y="65532"/>
                </a:lnTo>
                <a:lnTo>
                  <a:pt x="10668" y="68580"/>
                </a:lnTo>
                <a:lnTo>
                  <a:pt x="16764" y="68580"/>
                </a:lnTo>
                <a:lnTo>
                  <a:pt x="22860" y="65532"/>
                </a:lnTo>
                <a:lnTo>
                  <a:pt x="27432" y="60960"/>
                </a:lnTo>
                <a:lnTo>
                  <a:pt x="28448" y="59436"/>
                </a:lnTo>
                <a:lnTo>
                  <a:pt x="33528" y="51816"/>
                </a:lnTo>
                <a:lnTo>
                  <a:pt x="35052" y="50292"/>
                </a:lnTo>
                <a:lnTo>
                  <a:pt x="35052" y="48768"/>
                </a:lnTo>
                <a:lnTo>
                  <a:pt x="36576" y="48768"/>
                </a:lnTo>
                <a:lnTo>
                  <a:pt x="38100" y="47244"/>
                </a:lnTo>
                <a:lnTo>
                  <a:pt x="41148" y="47244"/>
                </a:lnTo>
                <a:lnTo>
                  <a:pt x="44196" y="50292"/>
                </a:lnTo>
                <a:lnTo>
                  <a:pt x="44196" y="57912"/>
                </a:lnTo>
                <a:lnTo>
                  <a:pt x="41148" y="60960"/>
                </a:lnTo>
                <a:lnTo>
                  <a:pt x="39624" y="64008"/>
                </a:lnTo>
                <a:lnTo>
                  <a:pt x="36576" y="65532"/>
                </a:lnTo>
                <a:lnTo>
                  <a:pt x="32004" y="67056"/>
                </a:lnTo>
                <a:lnTo>
                  <a:pt x="32004" y="68580"/>
                </a:lnTo>
                <a:lnTo>
                  <a:pt x="47244" y="68580"/>
                </a:lnTo>
                <a:lnTo>
                  <a:pt x="47244" y="67056"/>
                </a:lnTo>
                <a:lnTo>
                  <a:pt x="45720" y="67056"/>
                </a:lnTo>
                <a:lnTo>
                  <a:pt x="44196" y="65532"/>
                </a:lnTo>
                <a:lnTo>
                  <a:pt x="44196" y="64008"/>
                </a:lnTo>
                <a:lnTo>
                  <a:pt x="45720" y="62484"/>
                </a:lnTo>
                <a:lnTo>
                  <a:pt x="47244" y="59436"/>
                </a:lnTo>
                <a:lnTo>
                  <a:pt x="47244" y="48768"/>
                </a:lnTo>
                <a:close/>
              </a:path>
              <a:path extrusionOk="0" h="108585" w="47625">
                <a:moveTo>
                  <a:pt x="47244" y="9144"/>
                </a:moveTo>
                <a:lnTo>
                  <a:pt x="45720" y="7620"/>
                </a:lnTo>
                <a:lnTo>
                  <a:pt x="44196" y="4572"/>
                </a:lnTo>
                <a:lnTo>
                  <a:pt x="42672" y="3048"/>
                </a:lnTo>
                <a:lnTo>
                  <a:pt x="39624" y="1524"/>
                </a:lnTo>
                <a:lnTo>
                  <a:pt x="38100" y="0"/>
                </a:lnTo>
                <a:lnTo>
                  <a:pt x="27432" y="0"/>
                </a:lnTo>
                <a:lnTo>
                  <a:pt x="25908" y="1524"/>
                </a:lnTo>
                <a:lnTo>
                  <a:pt x="22860" y="3048"/>
                </a:lnTo>
                <a:lnTo>
                  <a:pt x="19812" y="6096"/>
                </a:lnTo>
                <a:lnTo>
                  <a:pt x="16764" y="10668"/>
                </a:lnTo>
                <a:lnTo>
                  <a:pt x="13716" y="16764"/>
                </a:lnTo>
                <a:lnTo>
                  <a:pt x="9144" y="21336"/>
                </a:lnTo>
                <a:lnTo>
                  <a:pt x="6096" y="21336"/>
                </a:lnTo>
                <a:lnTo>
                  <a:pt x="6096" y="19812"/>
                </a:lnTo>
                <a:lnTo>
                  <a:pt x="4572" y="19812"/>
                </a:lnTo>
                <a:lnTo>
                  <a:pt x="4572" y="18288"/>
                </a:lnTo>
                <a:lnTo>
                  <a:pt x="3048" y="18288"/>
                </a:lnTo>
                <a:lnTo>
                  <a:pt x="3048" y="13716"/>
                </a:lnTo>
                <a:lnTo>
                  <a:pt x="6096" y="10668"/>
                </a:lnTo>
                <a:lnTo>
                  <a:pt x="7620" y="7620"/>
                </a:lnTo>
                <a:lnTo>
                  <a:pt x="10668" y="6096"/>
                </a:lnTo>
                <a:lnTo>
                  <a:pt x="15240" y="4572"/>
                </a:lnTo>
                <a:lnTo>
                  <a:pt x="15240" y="3048"/>
                </a:lnTo>
                <a:lnTo>
                  <a:pt x="0" y="3048"/>
                </a:lnTo>
                <a:lnTo>
                  <a:pt x="0" y="4572"/>
                </a:lnTo>
                <a:lnTo>
                  <a:pt x="1524" y="4572"/>
                </a:lnTo>
                <a:lnTo>
                  <a:pt x="3048" y="6096"/>
                </a:lnTo>
                <a:lnTo>
                  <a:pt x="3048" y="9144"/>
                </a:lnTo>
                <a:lnTo>
                  <a:pt x="1524" y="12192"/>
                </a:lnTo>
                <a:lnTo>
                  <a:pt x="0" y="13716"/>
                </a:lnTo>
                <a:lnTo>
                  <a:pt x="0" y="21336"/>
                </a:lnTo>
                <a:lnTo>
                  <a:pt x="1524" y="24384"/>
                </a:lnTo>
                <a:lnTo>
                  <a:pt x="4572" y="25908"/>
                </a:lnTo>
                <a:lnTo>
                  <a:pt x="7620" y="28956"/>
                </a:lnTo>
                <a:lnTo>
                  <a:pt x="10668" y="30480"/>
                </a:lnTo>
                <a:lnTo>
                  <a:pt x="16764" y="30480"/>
                </a:lnTo>
                <a:lnTo>
                  <a:pt x="22860" y="27432"/>
                </a:lnTo>
                <a:lnTo>
                  <a:pt x="24384" y="25908"/>
                </a:lnTo>
                <a:lnTo>
                  <a:pt x="27432" y="21336"/>
                </a:lnTo>
                <a:lnTo>
                  <a:pt x="30480" y="16764"/>
                </a:lnTo>
                <a:lnTo>
                  <a:pt x="33528" y="13716"/>
                </a:lnTo>
                <a:lnTo>
                  <a:pt x="35052" y="10668"/>
                </a:lnTo>
                <a:lnTo>
                  <a:pt x="36576" y="9144"/>
                </a:lnTo>
                <a:lnTo>
                  <a:pt x="42672" y="9144"/>
                </a:lnTo>
                <a:lnTo>
                  <a:pt x="42672" y="10668"/>
                </a:lnTo>
                <a:lnTo>
                  <a:pt x="44196" y="10668"/>
                </a:lnTo>
                <a:lnTo>
                  <a:pt x="44196" y="19812"/>
                </a:lnTo>
                <a:lnTo>
                  <a:pt x="36576" y="27432"/>
                </a:lnTo>
                <a:lnTo>
                  <a:pt x="32004" y="28956"/>
                </a:lnTo>
                <a:lnTo>
                  <a:pt x="32004" y="30480"/>
                </a:lnTo>
                <a:lnTo>
                  <a:pt x="47244" y="30480"/>
                </a:lnTo>
                <a:lnTo>
                  <a:pt x="47244" y="28956"/>
                </a:lnTo>
                <a:lnTo>
                  <a:pt x="45720" y="27432"/>
                </a:lnTo>
                <a:lnTo>
                  <a:pt x="44196" y="27432"/>
                </a:lnTo>
                <a:lnTo>
                  <a:pt x="44196" y="24384"/>
                </a:lnTo>
                <a:lnTo>
                  <a:pt x="45720" y="24384"/>
                </a:lnTo>
                <a:lnTo>
                  <a:pt x="47244" y="19812"/>
                </a:lnTo>
                <a:lnTo>
                  <a:pt x="47244" y="91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" name="Google Shape;49;p7"/>
          <p:cNvGrpSpPr/>
          <p:nvPr/>
        </p:nvGrpSpPr>
        <p:grpSpPr>
          <a:xfrm>
            <a:off x="1138428" y="6896100"/>
            <a:ext cx="432818" cy="1854835"/>
            <a:chOff x="1138428" y="6896100"/>
            <a:chExt cx="432818" cy="1854835"/>
          </a:xfrm>
        </p:grpSpPr>
        <p:sp>
          <p:nvSpPr>
            <p:cNvPr id="50" name="Google Shape;50;p7"/>
            <p:cNvSpPr/>
            <p:nvPr/>
          </p:nvSpPr>
          <p:spPr>
            <a:xfrm>
              <a:off x="1138428" y="8473440"/>
              <a:ext cx="327660" cy="277495"/>
            </a:xfrm>
            <a:custGeom>
              <a:rect b="b" l="l" r="r" t="t"/>
              <a:pathLst>
                <a:path extrusionOk="0" h="277495" w="327659">
                  <a:moveTo>
                    <a:pt x="9143" y="277368"/>
                  </a:moveTo>
                  <a:lnTo>
                    <a:pt x="0" y="277368"/>
                  </a:lnTo>
                  <a:lnTo>
                    <a:pt x="0" y="132588"/>
                  </a:lnTo>
                  <a:lnTo>
                    <a:pt x="5905" y="71818"/>
                  </a:lnTo>
                  <a:lnTo>
                    <a:pt x="24384" y="30480"/>
                  </a:lnTo>
                  <a:lnTo>
                    <a:pt x="69175" y="1976"/>
                  </a:lnTo>
                  <a:lnTo>
                    <a:pt x="86868" y="0"/>
                  </a:lnTo>
                  <a:lnTo>
                    <a:pt x="102298" y="1381"/>
                  </a:lnTo>
                  <a:lnTo>
                    <a:pt x="141732" y="19812"/>
                  </a:lnTo>
                  <a:lnTo>
                    <a:pt x="167663" y="58388"/>
                  </a:lnTo>
                  <a:lnTo>
                    <a:pt x="173130" y="79248"/>
                  </a:lnTo>
                  <a:lnTo>
                    <a:pt x="88392" y="79248"/>
                  </a:lnTo>
                  <a:lnTo>
                    <a:pt x="71270" y="80367"/>
                  </a:lnTo>
                  <a:lnTo>
                    <a:pt x="35052" y="96012"/>
                  </a:lnTo>
                  <a:lnTo>
                    <a:pt x="18400" y="143256"/>
                  </a:lnTo>
                  <a:lnTo>
                    <a:pt x="18288" y="155448"/>
                  </a:lnTo>
                  <a:lnTo>
                    <a:pt x="327660" y="155448"/>
                  </a:lnTo>
                  <a:lnTo>
                    <a:pt x="327660" y="231695"/>
                  </a:lnTo>
                  <a:lnTo>
                    <a:pt x="44958" y="231695"/>
                  </a:lnTo>
                  <a:lnTo>
                    <a:pt x="35814" y="232029"/>
                  </a:lnTo>
                  <a:lnTo>
                    <a:pt x="28956" y="232933"/>
                  </a:lnTo>
                  <a:lnTo>
                    <a:pt x="24384" y="234695"/>
                  </a:lnTo>
                  <a:lnTo>
                    <a:pt x="19812" y="236219"/>
                  </a:lnTo>
                  <a:lnTo>
                    <a:pt x="15240" y="240792"/>
                  </a:lnTo>
                  <a:lnTo>
                    <a:pt x="13716" y="245364"/>
                  </a:lnTo>
                  <a:lnTo>
                    <a:pt x="11715" y="250793"/>
                  </a:lnTo>
                  <a:lnTo>
                    <a:pt x="10287" y="257937"/>
                  </a:lnTo>
                  <a:lnTo>
                    <a:pt x="9429" y="266795"/>
                  </a:lnTo>
                  <a:lnTo>
                    <a:pt x="9143" y="277368"/>
                  </a:lnTo>
                  <a:close/>
                </a:path>
                <a:path extrusionOk="0" h="277495" w="327659">
                  <a:moveTo>
                    <a:pt x="178308" y="155448"/>
                  </a:moveTo>
                  <a:lnTo>
                    <a:pt x="160020" y="155448"/>
                  </a:lnTo>
                  <a:lnTo>
                    <a:pt x="160020" y="143256"/>
                  </a:lnTo>
                  <a:lnTo>
                    <a:pt x="158997" y="129659"/>
                  </a:lnTo>
                  <a:lnTo>
                    <a:pt x="158900" y="128373"/>
                  </a:lnTo>
                  <a:lnTo>
                    <a:pt x="155638" y="115633"/>
                  </a:lnTo>
                  <a:lnTo>
                    <a:pt x="150492" y="105132"/>
                  </a:lnTo>
                  <a:lnTo>
                    <a:pt x="150375" y="104894"/>
                  </a:lnTo>
                  <a:lnTo>
                    <a:pt x="105537" y="80367"/>
                  </a:lnTo>
                  <a:lnTo>
                    <a:pt x="88392" y="79248"/>
                  </a:lnTo>
                  <a:lnTo>
                    <a:pt x="173130" y="79248"/>
                  </a:lnTo>
                  <a:lnTo>
                    <a:pt x="177938" y="127825"/>
                  </a:lnTo>
                  <a:lnTo>
                    <a:pt x="178182" y="144780"/>
                  </a:lnTo>
                  <a:lnTo>
                    <a:pt x="178308" y="155448"/>
                  </a:lnTo>
                  <a:close/>
                </a:path>
                <a:path extrusionOk="0" h="277495" w="327659">
                  <a:moveTo>
                    <a:pt x="327660" y="155448"/>
                  </a:moveTo>
                  <a:lnTo>
                    <a:pt x="271272" y="155448"/>
                  </a:lnTo>
                  <a:lnTo>
                    <a:pt x="282702" y="155162"/>
                  </a:lnTo>
                  <a:lnTo>
                    <a:pt x="291846" y="154305"/>
                  </a:lnTo>
                  <a:lnTo>
                    <a:pt x="298704" y="152876"/>
                  </a:lnTo>
                  <a:lnTo>
                    <a:pt x="303276" y="150876"/>
                  </a:lnTo>
                  <a:lnTo>
                    <a:pt x="307848" y="149352"/>
                  </a:lnTo>
                  <a:lnTo>
                    <a:pt x="312420" y="146304"/>
                  </a:lnTo>
                  <a:lnTo>
                    <a:pt x="313944" y="140208"/>
                  </a:lnTo>
                  <a:lnTo>
                    <a:pt x="315944" y="134802"/>
                  </a:lnTo>
                  <a:lnTo>
                    <a:pt x="317260" y="128373"/>
                  </a:lnTo>
                  <a:lnTo>
                    <a:pt x="317373" y="127825"/>
                  </a:lnTo>
                  <a:lnTo>
                    <a:pt x="318230" y="119419"/>
                  </a:lnTo>
                  <a:lnTo>
                    <a:pt x="318516" y="109728"/>
                  </a:lnTo>
                  <a:lnTo>
                    <a:pt x="327660" y="109728"/>
                  </a:lnTo>
                  <a:lnTo>
                    <a:pt x="327660" y="155448"/>
                  </a:lnTo>
                  <a:close/>
                </a:path>
                <a:path extrusionOk="0" h="277495" w="327659">
                  <a:moveTo>
                    <a:pt x="327660" y="277368"/>
                  </a:moveTo>
                  <a:lnTo>
                    <a:pt x="318516" y="277368"/>
                  </a:lnTo>
                  <a:lnTo>
                    <a:pt x="318230" y="266795"/>
                  </a:lnTo>
                  <a:lnTo>
                    <a:pt x="317373" y="257937"/>
                  </a:lnTo>
                  <a:lnTo>
                    <a:pt x="315944" y="250793"/>
                  </a:lnTo>
                  <a:lnTo>
                    <a:pt x="313944" y="245364"/>
                  </a:lnTo>
                  <a:lnTo>
                    <a:pt x="307848" y="236219"/>
                  </a:lnTo>
                  <a:lnTo>
                    <a:pt x="303276" y="234695"/>
                  </a:lnTo>
                  <a:lnTo>
                    <a:pt x="298704" y="232933"/>
                  </a:lnTo>
                  <a:lnTo>
                    <a:pt x="291846" y="232029"/>
                  </a:lnTo>
                  <a:lnTo>
                    <a:pt x="282702" y="231695"/>
                  </a:lnTo>
                  <a:lnTo>
                    <a:pt x="327660" y="231695"/>
                  </a:lnTo>
                  <a:lnTo>
                    <a:pt x="327660" y="277368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" name="Google Shape;51;p7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34440" y="8252460"/>
              <a:ext cx="231647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" name="Google Shape;52;p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34440" y="8019288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" name="Google Shape;53;p7"/>
            <p:cNvSpPr/>
            <p:nvPr/>
          </p:nvSpPr>
          <p:spPr>
            <a:xfrm>
              <a:off x="1234696" y="7761732"/>
              <a:ext cx="336550" cy="220979"/>
            </a:xfrm>
            <a:custGeom>
              <a:rect b="b" l="l" r="r" t="t"/>
              <a:pathLst>
                <a:path extrusionOk="0" h="220979" w="336550">
                  <a:moveTo>
                    <a:pt x="80515" y="220980"/>
                  </a:moveTo>
                  <a:lnTo>
                    <a:pt x="36367" y="206192"/>
                  </a:lnTo>
                  <a:lnTo>
                    <a:pt x="5767" y="163710"/>
                  </a:lnTo>
                  <a:lnTo>
                    <a:pt x="5648" y="163449"/>
                  </a:lnTo>
                  <a:lnTo>
                    <a:pt x="1196" y="144922"/>
                  </a:lnTo>
                  <a:lnTo>
                    <a:pt x="0" y="128492"/>
                  </a:lnTo>
                  <a:lnTo>
                    <a:pt x="102" y="117776"/>
                  </a:lnTo>
                  <a:lnTo>
                    <a:pt x="199" y="115824"/>
                  </a:lnTo>
                  <a:lnTo>
                    <a:pt x="314" y="113514"/>
                  </a:lnTo>
                  <a:lnTo>
                    <a:pt x="1955" y="102417"/>
                  </a:lnTo>
                  <a:lnTo>
                    <a:pt x="2029" y="101917"/>
                  </a:lnTo>
                  <a:lnTo>
                    <a:pt x="4886" y="90035"/>
                  </a:lnTo>
                  <a:lnTo>
                    <a:pt x="8887" y="77724"/>
                  </a:lnTo>
                  <a:lnTo>
                    <a:pt x="8887" y="0"/>
                  </a:lnTo>
                  <a:lnTo>
                    <a:pt x="34795" y="0"/>
                  </a:lnTo>
                  <a:lnTo>
                    <a:pt x="34795" y="45720"/>
                  </a:lnTo>
                  <a:lnTo>
                    <a:pt x="134721" y="45720"/>
                  </a:lnTo>
                  <a:lnTo>
                    <a:pt x="140713" y="52768"/>
                  </a:lnTo>
                  <a:lnTo>
                    <a:pt x="146999" y="62936"/>
                  </a:lnTo>
                  <a:lnTo>
                    <a:pt x="157025" y="85820"/>
                  </a:lnTo>
                  <a:lnTo>
                    <a:pt x="157353" y="86868"/>
                  </a:lnTo>
                  <a:lnTo>
                    <a:pt x="85087" y="86868"/>
                  </a:lnTo>
                  <a:lnTo>
                    <a:pt x="67605" y="87630"/>
                  </a:lnTo>
                  <a:lnTo>
                    <a:pt x="66444" y="87630"/>
                  </a:lnTo>
                  <a:lnTo>
                    <a:pt x="50323" y="90035"/>
                  </a:lnTo>
                  <a:lnTo>
                    <a:pt x="50086" y="90035"/>
                  </a:lnTo>
                  <a:lnTo>
                    <a:pt x="36867" y="93940"/>
                  </a:lnTo>
                  <a:lnTo>
                    <a:pt x="27175" y="99060"/>
                  </a:lnTo>
                  <a:lnTo>
                    <a:pt x="19555" y="103632"/>
                  </a:lnTo>
                  <a:lnTo>
                    <a:pt x="16507" y="111252"/>
                  </a:lnTo>
                  <a:lnTo>
                    <a:pt x="16507" y="120396"/>
                  </a:lnTo>
                  <a:lnTo>
                    <a:pt x="51749" y="151638"/>
                  </a:lnTo>
                  <a:lnTo>
                    <a:pt x="88135" y="153924"/>
                  </a:lnTo>
                  <a:lnTo>
                    <a:pt x="162049" y="153924"/>
                  </a:lnTo>
                  <a:lnTo>
                    <a:pt x="164335" y="158496"/>
                  </a:lnTo>
                  <a:lnTo>
                    <a:pt x="167383" y="161544"/>
                  </a:lnTo>
                  <a:lnTo>
                    <a:pt x="155191" y="161544"/>
                  </a:lnTo>
                  <a:lnTo>
                    <a:pt x="149143" y="176403"/>
                  </a:lnTo>
                  <a:lnTo>
                    <a:pt x="124711" y="207264"/>
                  </a:lnTo>
                  <a:lnTo>
                    <a:pt x="92778" y="220122"/>
                  </a:lnTo>
                  <a:lnTo>
                    <a:pt x="80515" y="220980"/>
                  </a:lnTo>
                  <a:close/>
                </a:path>
                <a:path extrusionOk="0" h="220979" w="336550">
                  <a:moveTo>
                    <a:pt x="270253" y="170688"/>
                  </a:moveTo>
                  <a:lnTo>
                    <a:pt x="191767" y="170688"/>
                  </a:lnTo>
                  <a:lnTo>
                    <a:pt x="196339" y="169164"/>
                  </a:lnTo>
                  <a:lnTo>
                    <a:pt x="200911" y="164592"/>
                  </a:lnTo>
                  <a:lnTo>
                    <a:pt x="203959" y="160020"/>
                  </a:lnTo>
                  <a:lnTo>
                    <a:pt x="205483" y="152400"/>
                  </a:lnTo>
                  <a:lnTo>
                    <a:pt x="205488" y="98869"/>
                  </a:lnTo>
                  <a:lnTo>
                    <a:pt x="205613" y="93940"/>
                  </a:lnTo>
                  <a:lnTo>
                    <a:pt x="205713" y="90035"/>
                  </a:lnTo>
                  <a:lnTo>
                    <a:pt x="205793" y="86868"/>
                  </a:lnTo>
                  <a:lnTo>
                    <a:pt x="205919" y="81915"/>
                  </a:lnTo>
                  <a:lnTo>
                    <a:pt x="211280" y="40314"/>
                  </a:lnTo>
                  <a:lnTo>
                    <a:pt x="235772" y="7048"/>
                  </a:lnTo>
                  <a:lnTo>
                    <a:pt x="263395" y="0"/>
                  </a:lnTo>
                  <a:lnTo>
                    <a:pt x="273396" y="857"/>
                  </a:lnTo>
                  <a:lnTo>
                    <a:pt x="307639" y="20002"/>
                  </a:lnTo>
                  <a:lnTo>
                    <a:pt x="321031" y="38100"/>
                  </a:lnTo>
                  <a:lnTo>
                    <a:pt x="283207" y="38100"/>
                  </a:lnTo>
                  <a:lnTo>
                    <a:pt x="280159" y="39624"/>
                  </a:lnTo>
                  <a:lnTo>
                    <a:pt x="265986" y="85820"/>
                  </a:lnTo>
                  <a:lnTo>
                    <a:pt x="265871" y="87630"/>
                  </a:lnTo>
                  <a:lnTo>
                    <a:pt x="265793" y="90035"/>
                  </a:lnTo>
                  <a:lnTo>
                    <a:pt x="265707" y="92654"/>
                  </a:lnTo>
                  <a:lnTo>
                    <a:pt x="265585" y="96393"/>
                  </a:lnTo>
                  <a:lnTo>
                    <a:pt x="265498" y="99060"/>
                  </a:lnTo>
                  <a:lnTo>
                    <a:pt x="265389" y="102417"/>
                  </a:lnTo>
                  <a:lnTo>
                    <a:pt x="265360" y="148780"/>
                  </a:lnTo>
                  <a:lnTo>
                    <a:pt x="266062" y="156400"/>
                  </a:lnTo>
                  <a:lnTo>
                    <a:pt x="267365" y="163068"/>
                  </a:lnTo>
                  <a:lnTo>
                    <a:pt x="267491" y="163710"/>
                  </a:lnTo>
                  <a:lnTo>
                    <a:pt x="269491" y="169164"/>
                  </a:lnTo>
                  <a:lnTo>
                    <a:pt x="270253" y="170688"/>
                  </a:lnTo>
                  <a:close/>
                </a:path>
                <a:path extrusionOk="0" h="220979" w="336550">
                  <a:moveTo>
                    <a:pt x="134721" y="45720"/>
                  </a:moveTo>
                  <a:lnTo>
                    <a:pt x="34795" y="45720"/>
                  </a:lnTo>
                  <a:lnTo>
                    <a:pt x="40486" y="40314"/>
                  </a:lnTo>
                  <a:lnTo>
                    <a:pt x="76705" y="23383"/>
                  </a:lnTo>
                  <a:lnTo>
                    <a:pt x="83563" y="22860"/>
                  </a:lnTo>
                  <a:lnTo>
                    <a:pt x="94922" y="23717"/>
                  </a:lnTo>
                  <a:lnTo>
                    <a:pt x="133283" y="44029"/>
                  </a:lnTo>
                  <a:lnTo>
                    <a:pt x="134721" y="45720"/>
                  </a:lnTo>
                  <a:close/>
                </a:path>
                <a:path extrusionOk="0" h="220979" w="336550">
                  <a:moveTo>
                    <a:pt x="328258" y="182880"/>
                  </a:moveTo>
                  <a:lnTo>
                    <a:pt x="287779" y="182880"/>
                  </a:lnTo>
                  <a:lnTo>
                    <a:pt x="294137" y="182022"/>
                  </a:lnTo>
                  <a:lnTo>
                    <a:pt x="299780" y="179451"/>
                  </a:lnTo>
                  <a:lnTo>
                    <a:pt x="318774" y="135636"/>
                  </a:lnTo>
                  <a:lnTo>
                    <a:pt x="318900" y="134493"/>
                  </a:lnTo>
                  <a:lnTo>
                    <a:pt x="319015" y="133445"/>
                  </a:lnTo>
                  <a:lnTo>
                    <a:pt x="319115" y="132540"/>
                  </a:lnTo>
                  <a:lnTo>
                    <a:pt x="319200" y="96393"/>
                  </a:lnTo>
                  <a:lnTo>
                    <a:pt x="317497" y="81915"/>
                  </a:lnTo>
                  <a:lnTo>
                    <a:pt x="300733" y="43434"/>
                  </a:lnTo>
                  <a:lnTo>
                    <a:pt x="286255" y="38100"/>
                  </a:lnTo>
                  <a:lnTo>
                    <a:pt x="321031" y="38100"/>
                  </a:lnTo>
                  <a:lnTo>
                    <a:pt x="333308" y="80010"/>
                  </a:lnTo>
                  <a:lnTo>
                    <a:pt x="335841" y="101917"/>
                  </a:lnTo>
                  <a:lnTo>
                    <a:pt x="335912" y="103632"/>
                  </a:lnTo>
                  <a:lnTo>
                    <a:pt x="336027" y="106394"/>
                  </a:lnTo>
                  <a:lnTo>
                    <a:pt x="336077" y="135636"/>
                  </a:lnTo>
                  <a:lnTo>
                    <a:pt x="335240" y="147089"/>
                  </a:lnTo>
                  <a:lnTo>
                    <a:pt x="335213" y="147447"/>
                  </a:lnTo>
                  <a:lnTo>
                    <a:pt x="333496" y="159710"/>
                  </a:lnTo>
                  <a:lnTo>
                    <a:pt x="333452" y="160020"/>
                  </a:lnTo>
                  <a:lnTo>
                    <a:pt x="333332" y="160877"/>
                  </a:lnTo>
                  <a:lnTo>
                    <a:pt x="330451" y="173736"/>
                  </a:lnTo>
                  <a:lnTo>
                    <a:pt x="328258" y="182880"/>
                  </a:lnTo>
                  <a:close/>
                </a:path>
                <a:path extrusionOk="0" h="220979" w="336550">
                  <a:moveTo>
                    <a:pt x="162049" y="153924"/>
                  </a:moveTo>
                  <a:lnTo>
                    <a:pt x="88135" y="153924"/>
                  </a:lnTo>
                  <a:lnTo>
                    <a:pt x="104089" y="153352"/>
                  </a:lnTo>
                  <a:lnTo>
                    <a:pt x="117472" y="151638"/>
                  </a:lnTo>
                  <a:lnTo>
                    <a:pt x="148238" y="128492"/>
                  </a:lnTo>
                  <a:lnTo>
                    <a:pt x="149095" y="121920"/>
                  </a:lnTo>
                  <a:lnTo>
                    <a:pt x="148238" y="114466"/>
                  </a:lnTo>
                  <a:lnTo>
                    <a:pt x="117091" y="89344"/>
                  </a:lnTo>
                  <a:lnTo>
                    <a:pt x="85087" y="86868"/>
                  </a:lnTo>
                  <a:lnTo>
                    <a:pt x="157353" y="86868"/>
                  </a:lnTo>
                  <a:lnTo>
                    <a:pt x="160334" y="96393"/>
                  </a:lnTo>
                  <a:lnTo>
                    <a:pt x="162216" y="106394"/>
                  </a:lnTo>
                  <a:lnTo>
                    <a:pt x="162522" y="111252"/>
                  </a:lnTo>
                  <a:lnTo>
                    <a:pt x="162433" y="127206"/>
                  </a:lnTo>
                  <a:lnTo>
                    <a:pt x="162212" y="131659"/>
                  </a:lnTo>
                  <a:lnTo>
                    <a:pt x="162103" y="133445"/>
                  </a:lnTo>
                  <a:lnTo>
                    <a:pt x="161287" y="144780"/>
                  </a:lnTo>
                  <a:lnTo>
                    <a:pt x="161287" y="152400"/>
                  </a:lnTo>
                  <a:lnTo>
                    <a:pt x="162049" y="153924"/>
                  </a:lnTo>
                  <a:close/>
                </a:path>
                <a:path extrusionOk="0" h="220979" w="336550">
                  <a:moveTo>
                    <a:pt x="216151" y="214884"/>
                  </a:moveTo>
                  <a:lnTo>
                    <a:pt x="176004" y="195453"/>
                  </a:lnTo>
                  <a:lnTo>
                    <a:pt x="155191" y="161544"/>
                  </a:lnTo>
                  <a:lnTo>
                    <a:pt x="167383" y="161544"/>
                  </a:lnTo>
                  <a:lnTo>
                    <a:pt x="168907" y="163068"/>
                  </a:lnTo>
                  <a:lnTo>
                    <a:pt x="173479" y="169164"/>
                  </a:lnTo>
                  <a:lnTo>
                    <a:pt x="179575" y="170688"/>
                  </a:lnTo>
                  <a:lnTo>
                    <a:pt x="270253" y="170688"/>
                  </a:lnTo>
                  <a:lnTo>
                    <a:pt x="274063" y="178308"/>
                  </a:lnTo>
                  <a:lnTo>
                    <a:pt x="280159" y="182880"/>
                  </a:lnTo>
                  <a:lnTo>
                    <a:pt x="328258" y="182880"/>
                  </a:lnTo>
                  <a:lnTo>
                    <a:pt x="327892" y="184404"/>
                  </a:lnTo>
                  <a:lnTo>
                    <a:pt x="258823" y="184404"/>
                  </a:lnTo>
                  <a:lnTo>
                    <a:pt x="250227" y="198167"/>
                  </a:lnTo>
                  <a:lnTo>
                    <a:pt x="240344" y="207645"/>
                  </a:lnTo>
                  <a:lnTo>
                    <a:pt x="229034" y="213121"/>
                  </a:lnTo>
                  <a:lnTo>
                    <a:pt x="216151" y="214884"/>
                  </a:lnTo>
                  <a:close/>
                </a:path>
                <a:path extrusionOk="0" h="220979" w="336550">
                  <a:moveTo>
                    <a:pt x="299971" y="220980"/>
                  </a:moveTo>
                  <a:lnTo>
                    <a:pt x="286255" y="220980"/>
                  </a:lnTo>
                  <a:lnTo>
                    <a:pt x="278635" y="219456"/>
                  </a:lnTo>
                  <a:lnTo>
                    <a:pt x="274742" y="214264"/>
                  </a:lnTo>
                  <a:lnTo>
                    <a:pt x="273972" y="213264"/>
                  </a:lnTo>
                  <a:lnTo>
                    <a:pt x="269753" y="208835"/>
                  </a:lnTo>
                  <a:lnTo>
                    <a:pt x="265871" y="202311"/>
                  </a:lnTo>
                  <a:lnTo>
                    <a:pt x="262276" y="194071"/>
                  </a:lnTo>
                  <a:lnTo>
                    <a:pt x="258823" y="184404"/>
                  </a:lnTo>
                  <a:lnTo>
                    <a:pt x="327892" y="184404"/>
                  </a:lnTo>
                  <a:lnTo>
                    <a:pt x="307591" y="217932"/>
                  </a:lnTo>
                  <a:lnTo>
                    <a:pt x="299971" y="220980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4" name="Google Shape;54;p7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34440" y="7545323"/>
              <a:ext cx="231647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" name="Google Shape;55;p7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34440" y="7299959"/>
              <a:ext cx="234696" cy="2148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" name="Google Shape;56;p7"/>
            <p:cNvSpPr/>
            <p:nvPr/>
          </p:nvSpPr>
          <p:spPr>
            <a:xfrm>
              <a:off x="1234440" y="6896100"/>
              <a:ext cx="231775" cy="375285"/>
            </a:xfrm>
            <a:custGeom>
              <a:rect b="b" l="l" r="r" t="t"/>
              <a:pathLst>
                <a:path extrusionOk="0" h="375284" w="231775">
                  <a:moveTo>
                    <a:pt x="231648" y="374904"/>
                  </a:moveTo>
                  <a:lnTo>
                    <a:pt x="222503" y="374904"/>
                  </a:lnTo>
                  <a:lnTo>
                    <a:pt x="220979" y="365760"/>
                  </a:lnTo>
                  <a:lnTo>
                    <a:pt x="217932" y="359664"/>
                  </a:lnTo>
                  <a:lnTo>
                    <a:pt x="54864" y="352044"/>
                  </a:lnTo>
                  <a:lnTo>
                    <a:pt x="43434" y="352305"/>
                  </a:lnTo>
                  <a:lnTo>
                    <a:pt x="15240" y="374904"/>
                  </a:lnTo>
                  <a:lnTo>
                    <a:pt x="6096" y="374904"/>
                  </a:lnTo>
                  <a:lnTo>
                    <a:pt x="6096" y="284988"/>
                  </a:lnTo>
                  <a:lnTo>
                    <a:pt x="36576" y="284988"/>
                  </a:lnTo>
                  <a:lnTo>
                    <a:pt x="27122" y="275224"/>
                  </a:lnTo>
                  <a:lnTo>
                    <a:pt x="4500" y="241911"/>
                  </a:lnTo>
                  <a:lnTo>
                    <a:pt x="0" y="216408"/>
                  </a:lnTo>
                  <a:lnTo>
                    <a:pt x="595" y="205549"/>
                  </a:lnTo>
                  <a:lnTo>
                    <a:pt x="23050" y="166687"/>
                  </a:lnTo>
                  <a:lnTo>
                    <a:pt x="41148" y="156972"/>
                  </a:lnTo>
                  <a:lnTo>
                    <a:pt x="31432" y="147828"/>
                  </a:lnTo>
                  <a:lnTo>
                    <a:pt x="5143" y="111252"/>
                  </a:lnTo>
                  <a:lnTo>
                    <a:pt x="0" y="83820"/>
                  </a:lnTo>
                  <a:lnTo>
                    <a:pt x="595" y="72961"/>
                  </a:lnTo>
                  <a:lnTo>
                    <a:pt x="23241" y="35052"/>
                  </a:lnTo>
                  <a:lnTo>
                    <a:pt x="73675" y="23145"/>
                  </a:lnTo>
                  <a:lnTo>
                    <a:pt x="89916" y="22860"/>
                  </a:lnTo>
                  <a:lnTo>
                    <a:pt x="182879" y="22860"/>
                  </a:lnTo>
                  <a:lnTo>
                    <a:pt x="194309" y="22574"/>
                  </a:lnTo>
                  <a:lnTo>
                    <a:pt x="222503" y="0"/>
                  </a:lnTo>
                  <a:lnTo>
                    <a:pt x="231648" y="0"/>
                  </a:lnTo>
                  <a:lnTo>
                    <a:pt x="231648" y="114300"/>
                  </a:lnTo>
                  <a:lnTo>
                    <a:pt x="222503" y="114300"/>
                  </a:lnTo>
                  <a:lnTo>
                    <a:pt x="220979" y="105156"/>
                  </a:lnTo>
                  <a:lnTo>
                    <a:pt x="217932" y="97536"/>
                  </a:lnTo>
                  <a:lnTo>
                    <a:pt x="86868" y="89916"/>
                  </a:lnTo>
                  <a:lnTo>
                    <a:pt x="61531" y="90106"/>
                  </a:lnTo>
                  <a:lnTo>
                    <a:pt x="36576" y="99060"/>
                  </a:lnTo>
                  <a:lnTo>
                    <a:pt x="33528" y="102108"/>
                  </a:lnTo>
                  <a:lnTo>
                    <a:pt x="32004" y="106680"/>
                  </a:lnTo>
                  <a:lnTo>
                    <a:pt x="32004" y="117348"/>
                  </a:lnTo>
                  <a:lnTo>
                    <a:pt x="55054" y="148232"/>
                  </a:lnTo>
                  <a:lnTo>
                    <a:pt x="62484" y="153924"/>
                  </a:lnTo>
                  <a:lnTo>
                    <a:pt x="182879" y="153924"/>
                  </a:lnTo>
                  <a:lnTo>
                    <a:pt x="222503" y="138684"/>
                  </a:lnTo>
                  <a:lnTo>
                    <a:pt x="222503" y="128016"/>
                  </a:lnTo>
                  <a:lnTo>
                    <a:pt x="231648" y="128016"/>
                  </a:lnTo>
                  <a:lnTo>
                    <a:pt x="231648" y="243840"/>
                  </a:lnTo>
                  <a:lnTo>
                    <a:pt x="222503" y="243840"/>
                  </a:lnTo>
                  <a:lnTo>
                    <a:pt x="222503" y="237744"/>
                  </a:lnTo>
                  <a:lnTo>
                    <a:pt x="220979" y="233172"/>
                  </a:lnTo>
                  <a:lnTo>
                    <a:pt x="217932" y="228600"/>
                  </a:lnTo>
                  <a:lnTo>
                    <a:pt x="211836" y="222504"/>
                  </a:lnTo>
                  <a:lnTo>
                    <a:pt x="207264" y="222504"/>
                  </a:lnTo>
                  <a:lnTo>
                    <a:pt x="204215" y="220980"/>
                  </a:lnTo>
                  <a:lnTo>
                    <a:pt x="86868" y="220980"/>
                  </a:lnTo>
                  <a:lnTo>
                    <a:pt x="61531" y="221170"/>
                  </a:lnTo>
                  <a:lnTo>
                    <a:pt x="32004" y="239268"/>
                  </a:lnTo>
                  <a:lnTo>
                    <a:pt x="32004" y="249936"/>
                  </a:lnTo>
                  <a:lnTo>
                    <a:pt x="62484" y="284988"/>
                  </a:lnTo>
                  <a:lnTo>
                    <a:pt x="182879" y="284988"/>
                  </a:lnTo>
                  <a:lnTo>
                    <a:pt x="220979" y="271272"/>
                  </a:lnTo>
                  <a:lnTo>
                    <a:pt x="222503" y="262128"/>
                  </a:lnTo>
                  <a:lnTo>
                    <a:pt x="231648" y="262128"/>
                  </a:lnTo>
                  <a:lnTo>
                    <a:pt x="231648" y="374904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" name="Google Shape;57;p7"/>
          <p:cNvGrpSpPr/>
          <p:nvPr/>
        </p:nvGrpSpPr>
        <p:grpSpPr>
          <a:xfrm>
            <a:off x="1130808" y="6143243"/>
            <a:ext cx="342900" cy="588519"/>
            <a:chOff x="1130808" y="6143243"/>
            <a:chExt cx="342900" cy="588519"/>
          </a:xfrm>
        </p:grpSpPr>
        <p:sp>
          <p:nvSpPr>
            <p:cNvPr id="58" name="Google Shape;58;p7"/>
            <p:cNvSpPr/>
            <p:nvPr/>
          </p:nvSpPr>
          <p:spPr>
            <a:xfrm>
              <a:off x="1130808" y="6374892"/>
              <a:ext cx="342900" cy="356870"/>
            </a:xfrm>
            <a:custGeom>
              <a:rect b="b" l="l" r="r" t="t"/>
              <a:pathLst>
                <a:path extrusionOk="0" h="356870" w="342900">
                  <a:moveTo>
                    <a:pt x="175260" y="356615"/>
                  </a:moveTo>
                  <a:lnTo>
                    <a:pt x="107632" y="343852"/>
                  </a:lnTo>
                  <a:lnTo>
                    <a:pt x="50292" y="304800"/>
                  </a:lnTo>
                  <a:lnTo>
                    <a:pt x="12573" y="246888"/>
                  </a:lnTo>
                  <a:lnTo>
                    <a:pt x="0" y="175260"/>
                  </a:lnTo>
                  <a:lnTo>
                    <a:pt x="261" y="162996"/>
                  </a:lnTo>
                  <a:lnTo>
                    <a:pt x="4714" y="124729"/>
                  </a:lnTo>
                  <a:lnTo>
                    <a:pt x="10334" y="107489"/>
                  </a:lnTo>
                  <a:lnTo>
                    <a:pt x="13716" y="96012"/>
                  </a:lnTo>
                  <a:lnTo>
                    <a:pt x="17716" y="85725"/>
                  </a:lnTo>
                  <a:lnTo>
                    <a:pt x="20573" y="77724"/>
                  </a:lnTo>
                  <a:lnTo>
                    <a:pt x="22288" y="72009"/>
                  </a:lnTo>
                  <a:lnTo>
                    <a:pt x="22859" y="68580"/>
                  </a:lnTo>
                  <a:lnTo>
                    <a:pt x="22859" y="64008"/>
                  </a:lnTo>
                  <a:lnTo>
                    <a:pt x="21336" y="59436"/>
                  </a:lnTo>
                  <a:lnTo>
                    <a:pt x="18288" y="56388"/>
                  </a:lnTo>
                  <a:lnTo>
                    <a:pt x="15240" y="51816"/>
                  </a:lnTo>
                  <a:lnTo>
                    <a:pt x="9144" y="48768"/>
                  </a:lnTo>
                  <a:lnTo>
                    <a:pt x="0" y="45720"/>
                  </a:lnTo>
                  <a:lnTo>
                    <a:pt x="0" y="36576"/>
                  </a:lnTo>
                  <a:lnTo>
                    <a:pt x="112775" y="36576"/>
                  </a:lnTo>
                  <a:lnTo>
                    <a:pt x="112775" y="45720"/>
                  </a:lnTo>
                  <a:lnTo>
                    <a:pt x="91106" y="54625"/>
                  </a:lnTo>
                  <a:lnTo>
                    <a:pt x="72009" y="65532"/>
                  </a:lnTo>
                  <a:lnTo>
                    <a:pt x="42672" y="94488"/>
                  </a:lnTo>
                  <a:lnTo>
                    <a:pt x="24193" y="127825"/>
                  </a:lnTo>
                  <a:lnTo>
                    <a:pt x="18288" y="164592"/>
                  </a:lnTo>
                  <a:lnTo>
                    <a:pt x="19478" y="182046"/>
                  </a:lnTo>
                  <a:lnTo>
                    <a:pt x="39624" y="225551"/>
                  </a:lnTo>
                  <a:lnTo>
                    <a:pt x="78843" y="254269"/>
                  </a:lnTo>
                  <a:lnTo>
                    <a:pt x="134112" y="267462"/>
                  </a:lnTo>
                  <a:lnTo>
                    <a:pt x="172211" y="269748"/>
                  </a:lnTo>
                  <a:lnTo>
                    <a:pt x="195381" y="269152"/>
                  </a:lnTo>
                  <a:lnTo>
                    <a:pt x="237148" y="263961"/>
                  </a:lnTo>
                  <a:lnTo>
                    <a:pt x="286512" y="244411"/>
                  </a:lnTo>
                  <a:lnTo>
                    <a:pt x="314967" y="210883"/>
                  </a:lnTo>
                  <a:lnTo>
                    <a:pt x="324612" y="164592"/>
                  </a:lnTo>
                  <a:lnTo>
                    <a:pt x="324612" y="156972"/>
                  </a:lnTo>
                  <a:lnTo>
                    <a:pt x="323087" y="149352"/>
                  </a:lnTo>
                  <a:lnTo>
                    <a:pt x="321563" y="140208"/>
                  </a:lnTo>
                  <a:lnTo>
                    <a:pt x="320373" y="134254"/>
                  </a:lnTo>
                  <a:lnTo>
                    <a:pt x="318896" y="128016"/>
                  </a:lnTo>
                  <a:lnTo>
                    <a:pt x="316849" y="121777"/>
                  </a:lnTo>
                  <a:lnTo>
                    <a:pt x="313943" y="115824"/>
                  </a:lnTo>
                  <a:lnTo>
                    <a:pt x="225551" y="115824"/>
                  </a:lnTo>
                  <a:lnTo>
                    <a:pt x="220980" y="118872"/>
                  </a:lnTo>
                  <a:lnTo>
                    <a:pt x="217931" y="120396"/>
                  </a:lnTo>
                  <a:lnTo>
                    <a:pt x="214883" y="123444"/>
                  </a:lnTo>
                  <a:lnTo>
                    <a:pt x="211836" y="129540"/>
                  </a:lnTo>
                  <a:lnTo>
                    <a:pt x="208788" y="134112"/>
                  </a:lnTo>
                  <a:lnTo>
                    <a:pt x="207264" y="141732"/>
                  </a:lnTo>
                  <a:lnTo>
                    <a:pt x="207264" y="158496"/>
                  </a:lnTo>
                  <a:lnTo>
                    <a:pt x="198119" y="158496"/>
                  </a:lnTo>
                  <a:lnTo>
                    <a:pt x="198119" y="0"/>
                  </a:lnTo>
                  <a:lnTo>
                    <a:pt x="207264" y="0"/>
                  </a:lnTo>
                  <a:lnTo>
                    <a:pt x="207264" y="10668"/>
                  </a:lnTo>
                  <a:lnTo>
                    <a:pt x="211836" y="24384"/>
                  </a:lnTo>
                  <a:lnTo>
                    <a:pt x="214883" y="28956"/>
                  </a:lnTo>
                  <a:lnTo>
                    <a:pt x="217931" y="32004"/>
                  </a:lnTo>
                  <a:lnTo>
                    <a:pt x="224028" y="33528"/>
                  </a:lnTo>
                  <a:lnTo>
                    <a:pt x="227076" y="35052"/>
                  </a:lnTo>
                  <a:lnTo>
                    <a:pt x="233172" y="36576"/>
                  </a:lnTo>
                  <a:lnTo>
                    <a:pt x="313943" y="36576"/>
                  </a:lnTo>
                  <a:lnTo>
                    <a:pt x="321135" y="51958"/>
                  </a:lnTo>
                  <a:lnTo>
                    <a:pt x="335280" y="102108"/>
                  </a:lnTo>
                  <a:lnTo>
                    <a:pt x="342352" y="153971"/>
                  </a:lnTo>
                  <a:lnTo>
                    <a:pt x="342900" y="172212"/>
                  </a:lnTo>
                  <a:lnTo>
                    <a:pt x="342066" y="194190"/>
                  </a:lnTo>
                  <a:lnTo>
                    <a:pt x="335827" y="232433"/>
                  </a:lnTo>
                  <a:lnTo>
                    <a:pt x="315658" y="278130"/>
                  </a:lnTo>
                  <a:lnTo>
                    <a:pt x="286583" y="314134"/>
                  </a:lnTo>
                  <a:lnTo>
                    <a:pt x="249936" y="339851"/>
                  </a:lnTo>
                  <a:lnTo>
                    <a:pt x="195500" y="355711"/>
                  </a:lnTo>
                  <a:lnTo>
                    <a:pt x="175260" y="356615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9" name="Google Shape;59;p7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34439" y="6143243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0" name="Google Shape;60;p7"/>
          <p:cNvGrpSpPr/>
          <p:nvPr/>
        </p:nvGrpSpPr>
        <p:grpSpPr>
          <a:xfrm>
            <a:off x="1138427" y="5561076"/>
            <a:ext cx="333756" cy="536448"/>
            <a:chOff x="1138427" y="5561076"/>
            <a:chExt cx="333756" cy="536448"/>
          </a:xfrm>
        </p:grpSpPr>
        <p:pic>
          <p:nvPicPr>
            <p:cNvPr id="61" name="Google Shape;61;p7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34440" y="5882640"/>
              <a:ext cx="234696" cy="2148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" name="Google Shape;62;p7"/>
            <p:cNvSpPr/>
            <p:nvPr/>
          </p:nvSpPr>
          <p:spPr>
            <a:xfrm>
              <a:off x="1138427" y="5740908"/>
              <a:ext cx="327660" cy="121920"/>
            </a:xfrm>
            <a:custGeom>
              <a:rect b="b" l="l" r="r" t="t"/>
              <a:pathLst>
                <a:path extrusionOk="0" h="121920" w="327659">
                  <a:moveTo>
                    <a:pt x="327660" y="121920"/>
                  </a:moveTo>
                  <a:lnTo>
                    <a:pt x="318515" y="121920"/>
                  </a:lnTo>
                  <a:lnTo>
                    <a:pt x="318515" y="112776"/>
                  </a:lnTo>
                  <a:lnTo>
                    <a:pt x="315467" y="105156"/>
                  </a:lnTo>
                  <a:lnTo>
                    <a:pt x="280416" y="94488"/>
                  </a:lnTo>
                  <a:lnTo>
                    <a:pt x="47244" y="94488"/>
                  </a:lnTo>
                  <a:lnTo>
                    <a:pt x="9144" y="111252"/>
                  </a:lnTo>
                  <a:lnTo>
                    <a:pt x="9144" y="121920"/>
                  </a:lnTo>
                  <a:lnTo>
                    <a:pt x="0" y="121920"/>
                  </a:lnTo>
                  <a:lnTo>
                    <a:pt x="0" y="27432"/>
                  </a:lnTo>
                  <a:lnTo>
                    <a:pt x="280416" y="27432"/>
                  </a:lnTo>
                  <a:lnTo>
                    <a:pt x="290964" y="27146"/>
                  </a:lnTo>
                  <a:lnTo>
                    <a:pt x="318515" y="10668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21920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3" name="Google Shape;63;p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34440" y="5561076"/>
              <a:ext cx="237743" cy="15544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" name="Google Shape;64;p7"/>
          <p:cNvGrpSpPr/>
          <p:nvPr/>
        </p:nvGrpSpPr>
        <p:grpSpPr>
          <a:xfrm>
            <a:off x="1138427" y="4639055"/>
            <a:ext cx="334010" cy="757428"/>
            <a:chOff x="1138427" y="4639055"/>
            <a:chExt cx="334010" cy="757428"/>
          </a:xfrm>
        </p:grpSpPr>
        <p:pic>
          <p:nvPicPr>
            <p:cNvPr id="65" name="Google Shape;65;p7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34440" y="5181599"/>
              <a:ext cx="234696" cy="2148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" name="Google Shape;66;p7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234440" y="4914900"/>
              <a:ext cx="231647" cy="2407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" name="Google Shape;67;p7"/>
            <p:cNvSpPr/>
            <p:nvPr/>
          </p:nvSpPr>
          <p:spPr>
            <a:xfrm>
              <a:off x="1138427" y="4639055"/>
              <a:ext cx="334010" cy="243840"/>
            </a:xfrm>
            <a:custGeom>
              <a:rect b="b" l="l" r="r" t="t"/>
              <a:pathLst>
                <a:path extrusionOk="0" h="243839" w="334009">
                  <a:moveTo>
                    <a:pt x="9144" y="127920"/>
                  </a:moveTo>
                  <a:lnTo>
                    <a:pt x="0" y="127920"/>
                  </a:lnTo>
                  <a:lnTo>
                    <a:pt x="0" y="27408"/>
                  </a:lnTo>
                  <a:lnTo>
                    <a:pt x="270486" y="27408"/>
                  </a:lnTo>
                  <a:lnTo>
                    <a:pt x="279463" y="27241"/>
                  </a:lnTo>
                  <a:lnTo>
                    <a:pt x="301752" y="18288"/>
                  </a:lnTo>
                  <a:lnTo>
                    <a:pt x="304800" y="15240"/>
                  </a:lnTo>
                  <a:lnTo>
                    <a:pt x="306324" y="9144"/>
                  </a:lnTo>
                  <a:lnTo>
                    <a:pt x="306324" y="0"/>
                  </a:lnTo>
                  <a:lnTo>
                    <a:pt x="315467" y="0"/>
                  </a:lnTo>
                  <a:lnTo>
                    <a:pt x="333756" y="94488"/>
                  </a:lnTo>
                  <a:lnTo>
                    <a:pt x="53340" y="94488"/>
                  </a:lnTo>
                  <a:lnTo>
                    <a:pt x="41933" y="94749"/>
                  </a:lnTo>
                  <a:lnTo>
                    <a:pt x="9144" y="117348"/>
                  </a:lnTo>
                  <a:lnTo>
                    <a:pt x="9144" y="127920"/>
                  </a:lnTo>
                  <a:close/>
                </a:path>
                <a:path extrusionOk="0" h="243839" w="334009">
                  <a:moveTo>
                    <a:pt x="219456" y="243840"/>
                  </a:moveTo>
                  <a:lnTo>
                    <a:pt x="169092" y="236767"/>
                  </a:lnTo>
                  <a:lnTo>
                    <a:pt x="128587" y="216408"/>
                  </a:lnTo>
                  <a:lnTo>
                    <a:pt x="104370" y="185785"/>
                  </a:lnTo>
                  <a:lnTo>
                    <a:pt x="96119" y="150876"/>
                  </a:lnTo>
                  <a:lnTo>
                    <a:pt x="96195" y="144780"/>
                  </a:lnTo>
                  <a:lnTo>
                    <a:pt x="111252" y="108204"/>
                  </a:lnTo>
                  <a:lnTo>
                    <a:pt x="124968" y="94488"/>
                  </a:lnTo>
                  <a:lnTo>
                    <a:pt x="153924" y="94488"/>
                  </a:lnTo>
                  <a:lnTo>
                    <a:pt x="139041" y="104179"/>
                  </a:lnTo>
                  <a:lnTo>
                    <a:pt x="128587" y="114871"/>
                  </a:lnTo>
                  <a:lnTo>
                    <a:pt x="122420" y="126420"/>
                  </a:lnTo>
                  <a:lnTo>
                    <a:pt x="120396" y="138684"/>
                  </a:lnTo>
                  <a:lnTo>
                    <a:pt x="120396" y="144780"/>
                  </a:lnTo>
                  <a:lnTo>
                    <a:pt x="150876" y="167640"/>
                  </a:lnTo>
                  <a:lnTo>
                    <a:pt x="190738" y="173426"/>
                  </a:lnTo>
                  <a:lnTo>
                    <a:pt x="208788" y="173736"/>
                  </a:lnTo>
                  <a:lnTo>
                    <a:pt x="331702" y="173736"/>
                  </a:lnTo>
                  <a:lnTo>
                    <a:pt x="331446" y="176022"/>
                  </a:lnTo>
                  <a:lnTo>
                    <a:pt x="312539" y="210312"/>
                  </a:lnTo>
                  <a:lnTo>
                    <a:pt x="278820" y="232910"/>
                  </a:lnTo>
                  <a:lnTo>
                    <a:pt x="240577" y="242673"/>
                  </a:lnTo>
                  <a:lnTo>
                    <a:pt x="219456" y="243840"/>
                  </a:lnTo>
                  <a:close/>
                </a:path>
                <a:path extrusionOk="0" h="243839" w="334009">
                  <a:moveTo>
                    <a:pt x="331702" y="173736"/>
                  </a:moveTo>
                  <a:lnTo>
                    <a:pt x="208788" y="173736"/>
                  </a:lnTo>
                  <a:lnTo>
                    <a:pt x="229076" y="173426"/>
                  </a:lnTo>
                  <a:lnTo>
                    <a:pt x="246507" y="172402"/>
                  </a:lnTo>
                  <a:lnTo>
                    <a:pt x="289560" y="159829"/>
                  </a:lnTo>
                  <a:lnTo>
                    <a:pt x="306324" y="141636"/>
                  </a:lnTo>
                  <a:lnTo>
                    <a:pt x="306324" y="135636"/>
                  </a:lnTo>
                  <a:lnTo>
                    <a:pt x="272795" y="94488"/>
                  </a:lnTo>
                  <a:lnTo>
                    <a:pt x="298704" y="94488"/>
                  </a:lnTo>
                  <a:lnTo>
                    <a:pt x="326136" y="124968"/>
                  </a:lnTo>
                  <a:lnTo>
                    <a:pt x="333651" y="153924"/>
                  </a:lnTo>
                  <a:lnTo>
                    <a:pt x="333754" y="155424"/>
                  </a:lnTo>
                  <a:lnTo>
                    <a:pt x="331852" y="172402"/>
                  </a:lnTo>
                  <a:lnTo>
                    <a:pt x="331737" y="173426"/>
                  </a:lnTo>
                  <a:lnTo>
                    <a:pt x="331702" y="173736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" name="Google Shape;68;p7"/>
          <p:cNvGrpSpPr/>
          <p:nvPr/>
        </p:nvGrpSpPr>
        <p:grpSpPr>
          <a:xfrm>
            <a:off x="1130807" y="1766316"/>
            <a:ext cx="440436" cy="2723768"/>
            <a:chOff x="1130807" y="1766316"/>
            <a:chExt cx="440436" cy="2723768"/>
          </a:xfrm>
        </p:grpSpPr>
        <p:sp>
          <p:nvSpPr>
            <p:cNvPr id="69" name="Google Shape;69;p7"/>
            <p:cNvSpPr/>
            <p:nvPr/>
          </p:nvSpPr>
          <p:spPr>
            <a:xfrm>
              <a:off x="1138428" y="4213859"/>
              <a:ext cx="327660" cy="276225"/>
            </a:xfrm>
            <a:custGeom>
              <a:rect b="b" l="l" r="r" t="t"/>
              <a:pathLst>
                <a:path extrusionOk="0" h="276225" w="327659">
                  <a:moveTo>
                    <a:pt x="9143" y="275844"/>
                  </a:moveTo>
                  <a:lnTo>
                    <a:pt x="0" y="275844"/>
                  </a:lnTo>
                  <a:lnTo>
                    <a:pt x="0" y="132588"/>
                  </a:lnTo>
                  <a:lnTo>
                    <a:pt x="5905" y="71247"/>
                  </a:lnTo>
                  <a:lnTo>
                    <a:pt x="24384" y="30480"/>
                  </a:lnTo>
                  <a:lnTo>
                    <a:pt x="69175" y="1762"/>
                  </a:lnTo>
                  <a:lnTo>
                    <a:pt x="86868" y="0"/>
                  </a:lnTo>
                  <a:lnTo>
                    <a:pt x="102298" y="1166"/>
                  </a:lnTo>
                  <a:lnTo>
                    <a:pt x="141732" y="19812"/>
                  </a:lnTo>
                  <a:lnTo>
                    <a:pt x="167663" y="58173"/>
                  </a:lnTo>
                  <a:lnTo>
                    <a:pt x="173175" y="79248"/>
                  </a:lnTo>
                  <a:lnTo>
                    <a:pt x="88392" y="79248"/>
                  </a:lnTo>
                  <a:lnTo>
                    <a:pt x="71270" y="80129"/>
                  </a:lnTo>
                  <a:lnTo>
                    <a:pt x="35052" y="94488"/>
                  </a:lnTo>
                  <a:lnTo>
                    <a:pt x="18288" y="144780"/>
                  </a:lnTo>
                  <a:lnTo>
                    <a:pt x="18288" y="153924"/>
                  </a:lnTo>
                  <a:lnTo>
                    <a:pt x="327660" y="153924"/>
                  </a:lnTo>
                  <a:lnTo>
                    <a:pt x="327660" y="230124"/>
                  </a:lnTo>
                  <a:lnTo>
                    <a:pt x="56388" y="230124"/>
                  </a:lnTo>
                  <a:lnTo>
                    <a:pt x="44958" y="230385"/>
                  </a:lnTo>
                  <a:lnTo>
                    <a:pt x="13716" y="245364"/>
                  </a:lnTo>
                  <a:lnTo>
                    <a:pt x="11715" y="250555"/>
                  </a:lnTo>
                  <a:lnTo>
                    <a:pt x="10410" y="256603"/>
                  </a:lnTo>
                  <a:lnTo>
                    <a:pt x="10287" y="257175"/>
                  </a:lnTo>
                  <a:lnTo>
                    <a:pt x="9451" y="265295"/>
                  </a:lnTo>
                  <a:lnTo>
                    <a:pt x="9429" y="265509"/>
                  </a:lnTo>
                  <a:lnTo>
                    <a:pt x="9143" y="275844"/>
                  </a:lnTo>
                  <a:close/>
                </a:path>
                <a:path extrusionOk="0" h="276225" w="327659">
                  <a:moveTo>
                    <a:pt x="178308" y="153924"/>
                  </a:moveTo>
                  <a:lnTo>
                    <a:pt x="160020" y="153924"/>
                  </a:lnTo>
                  <a:lnTo>
                    <a:pt x="160020" y="141732"/>
                  </a:lnTo>
                  <a:lnTo>
                    <a:pt x="159003" y="128992"/>
                  </a:lnTo>
                  <a:lnTo>
                    <a:pt x="132969" y="87606"/>
                  </a:lnTo>
                  <a:lnTo>
                    <a:pt x="88392" y="79248"/>
                  </a:lnTo>
                  <a:lnTo>
                    <a:pt x="173175" y="79248"/>
                  </a:lnTo>
                  <a:lnTo>
                    <a:pt x="177960" y="127444"/>
                  </a:lnTo>
                  <a:lnTo>
                    <a:pt x="178160" y="141732"/>
                  </a:lnTo>
                  <a:lnTo>
                    <a:pt x="178284" y="151995"/>
                  </a:lnTo>
                  <a:lnTo>
                    <a:pt x="178308" y="153924"/>
                  </a:lnTo>
                  <a:close/>
                </a:path>
                <a:path extrusionOk="0" h="276225" w="327659">
                  <a:moveTo>
                    <a:pt x="327660" y="153924"/>
                  </a:moveTo>
                  <a:lnTo>
                    <a:pt x="271272" y="153924"/>
                  </a:lnTo>
                  <a:lnTo>
                    <a:pt x="282702" y="153662"/>
                  </a:lnTo>
                  <a:lnTo>
                    <a:pt x="291846" y="152971"/>
                  </a:lnTo>
                  <a:lnTo>
                    <a:pt x="313944" y="138684"/>
                  </a:lnTo>
                  <a:lnTo>
                    <a:pt x="315944" y="134135"/>
                  </a:lnTo>
                  <a:lnTo>
                    <a:pt x="317200" y="128254"/>
                  </a:lnTo>
                  <a:lnTo>
                    <a:pt x="317317" y="127706"/>
                  </a:lnTo>
                  <a:lnTo>
                    <a:pt x="317373" y="127444"/>
                  </a:lnTo>
                  <a:lnTo>
                    <a:pt x="318230" y="118752"/>
                  </a:lnTo>
                  <a:lnTo>
                    <a:pt x="318516" y="108204"/>
                  </a:lnTo>
                  <a:lnTo>
                    <a:pt x="327660" y="108204"/>
                  </a:lnTo>
                  <a:lnTo>
                    <a:pt x="327660" y="153924"/>
                  </a:lnTo>
                  <a:close/>
                </a:path>
                <a:path extrusionOk="0" h="276225" w="327659">
                  <a:moveTo>
                    <a:pt x="327660" y="275844"/>
                  </a:moveTo>
                  <a:lnTo>
                    <a:pt x="318516" y="275844"/>
                  </a:lnTo>
                  <a:lnTo>
                    <a:pt x="318236" y="265509"/>
                  </a:lnTo>
                  <a:lnTo>
                    <a:pt x="318230" y="265295"/>
                  </a:lnTo>
                  <a:lnTo>
                    <a:pt x="317429" y="257175"/>
                  </a:lnTo>
                  <a:lnTo>
                    <a:pt x="317373" y="256603"/>
                  </a:lnTo>
                  <a:lnTo>
                    <a:pt x="315944" y="249912"/>
                  </a:lnTo>
                  <a:lnTo>
                    <a:pt x="282702" y="230385"/>
                  </a:lnTo>
                  <a:lnTo>
                    <a:pt x="271272" y="230124"/>
                  </a:lnTo>
                  <a:lnTo>
                    <a:pt x="327660" y="230124"/>
                  </a:lnTo>
                  <a:lnTo>
                    <a:pt x="327660" y="275844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" name="Google Shape;70;p7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234439" y="3991356"/>
              <a:ext cx="231647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" name="Google Shape;71;p7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234439" y="3781044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" name="Google Shape;72;p7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234439" y="3561588"/>
              <a:ext cx="231647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" name="Google Shape;73;p7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234439" y="3351276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" name="Google Shape;74;p7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130807" y="1766316"/>
              <a:ext cx="440436" cy="155600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5" name="Google Shape;75;p7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856232" y="8948928"/>
            <a:ext cx="73151" cy="731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" name="Google Shape;76;p7"/>
          <p:cNvGrpSpPr/>
          <p:nvPr/>
        </p:nvGrpSpPr>
        <p:grpSpPr>
          <a:xfrm>
            <a:off x="1783079" y="8022335"/>
            <a:ext cx="211835" cy="670560"/>
            <a:chOff x="1783079" y="8022335"/>
            <a:chExt cx="211835" cy="670560"/>
          </a:xfrm>
        </p:grpSpPr>
        <p:pic>
          <p:nvPicPr>
            <p:cNvPr id="77" name="Google Shape;77;p7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787651" y="8351519"/>
              <a:ext cx="207263" cy="3413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" name="Google Shape;78;p7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783079" y="8136635"/>
              <a:ext cx="210312" cy="1950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" name="Google Shape;79;p7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1853183" y="8022335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0" name="Google Shape;80;p7"/>
          <p:cNvSpPr/>
          <p:nvPr/>
        </p:nvSpPr>
        <p:spPr>
          <a:xfrm>
            <a:off x="2304288" y="8441435"/>
            <a:ext cx="13970" cy="157480"/>
          </a:xfrm>
          <a:custGeom>
            <a:rect b="b" l="l" r="r" t="t"/>
            <a:pathLst>
              <a:path extrusionOk="0" h="157479" w="13969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" name="Google Shape;81;p7"/>
          <p:cNvGrpSpPr/>
          <p:nvPr/>
        </p:nvGrpSpPr>
        <p:grpSpPr>
          <a:xfrm>
            <a:off x="2174747" y="7400544"/>
            <a:ext cx="210821" cy="910336"/>
            <a:chOff x="2174747" y="7400544"/>
            <a:chExt cx="210821" cy="910336"/>
          </a:xfrm>
        </p:grpSpPr>
        <p:sp>
          <p:nvSpPr>
            <p:cNvPr id="82" name="Google Shape;82;p7"/>
            <p:cNvSpPr/>
            <p:nvPr/>
          </p:nvSpPr>
          <p:spPr>
            <a:xfrm>
              <a:off x="2174748" y="7680960"/>
              <a:ext cx="210820" cy="629920"/>
            </a:xfrm>
            <a:custGeom>
              <a:rect b="b" l="l" r="r" t="t"/>
              <a:pathLst>
                <a:path extrusionOk="0" h="629920" w="210819">
                  <a:moveTo>
                    <a:pt x="32004" y="27432"/>
                  </a:moveTo>
                  <a:lnTo>
                    <a:pt x="30480" y="24384"/>
                  </a:lnTo>
                  <a:lnTo>
                    <a:pt x="24384" y="18288"/>
                  </a:lnTo>
                  <a:lnTo>
                    <a:pt x="21336" y="16764"/>
                  </a:lnTo>
                  <a:lnTo>
                    <a:pt x="12192" y="16764"/>
                  </a:lnTo>
                  <a:lnTo>
                    <a:pt x="7620" y="18288"/>
                  </a:lnTo>
                  <a:lnTo>
                    <a:pt x="1524" y="24384"/>
                  </a:lnTo>
                  <a:lnTo>
                    <a:pt x="0" y="27432"/>
                  </a:lnTo>
                  <a:lnTo>
                    <a:pt x="0" y="36576"/>
                  </a:lnTo>
                  <a:lnTo>
                    <a:pt x="1524" y="41148"/>
                  </a:lnTo>
                  <a:lnTo>
                    <a:pt x="7620" y="47244"/>
                  </a:lnTo>
                  <a:lnTo>
                    <a:pt x="12192" y="48768"/>
                  </a:lnTo>
                  <a:lnTo>
                    <a:pt x="21336" y="48768"/>
                  </a:lnTo>
                  <a:lnTo>
                    <a:pt x="24384" y="47244"/>
                  </a:lnTo>
                  <a:lnTo>
                    <a:pt x="30480" y="41148"/>
                  </a:lnTo>
                  <a:lnTo>
                    <a:pt x="32004" y="36576"/>
                  </a:lnTo>
                  <a:lnTo>
                    <a:pt x="32004" y="27432"/>
                  </a:lnTo>
                  <a:close/>
                </a:path>
                <a:path extrusionOk="0" h="629920" w="210819">
                  <a:moveTo>
                    <a:pt x="207251" y="396240"/>
                  </a:moveTo>
                  <a:lnTo>
                    <a:pt x="202679" y="396240"/>
                  </a:lnTo>
                  <a:lnTo>
                    <a:pt x="202679" y="408432"/>
                  </a:lnTo>
                  <a:lnTo>
                    <a:pt x="199631" y="411480"/>
                  </a:lnTo>
                  <a:lnTo>
                    <a:pt x="196583" y="417576"/>
                  </a:lnTo>
                  <a:lnTo>
                    <a:pt x="190487" y="420624"/>
                  </a:lnTo>
                  <a:lnTo>
                    <a:pt x="114287" y="420624"/>
                  </a:lnTo>
                  <a:lnTo>
                    <a:pt x="105143" y="416052"/>
                  </a:lnTo>
                  <a:lnTo>
                    <a:pt x="99047" y="411480"/>
                  </a:lnTo>
                  <a:lnTo>
                    <a:pt x="91427" y="403860"/>
                  </a:lnTo>
                  <a:lnTo>
                    <a:pt x="91427" y="399288"/>
                  </a:lnTo>
                  <a:lnTo>
                    <a:pt x="92951" y="396240"/>
                  </a:lnTo>
                  <a:lnTo>
                    <a:pt x="100571" y="388620"/>
                  </a:lnTo>
                  <a:lnTo>
                    <a:pt x="102095" y="384048"/>
                  </a:lnTo>
                  <a:lnTo>
                    <a:pt x="102095" y="377952"/>
                  </a:lnTo>
                  <a:lnTo>
                    <a:pt x="100571" y="374904"/>
                  </a:lnTo>
                  <a:lnTo>
                    <a:pt x="97523" y="373380"/>
                  </a:lnTo>
                  <a:lnTo>
                    <a:pt x="95999" y="370332"/>
                  </a:lnTo>
                  <a:lnTo>
                    <a:pt x="91427" y="368808"/>
                  </a:lnTo>
                  <a:lnTo>
                    <a:pt x="83807" y="368808"/>
                  </a:lnTo>
                  <a:lnTo>
                    <a:pt x="79235" y="371856"/>
                  </a:lnTo>
                  <a:lnTo>
                    <a:pt x="76187" y="374904"/>
                  </a:lnTo>
                  <a:lnTo>
                    <a:pt x="71615" y="377952"/>
                  </a:lnTo>
                  <a:lnTo>
                    <a:pt x="70091" y="382524"/>
                  </a:lnTo>
                  <a:lnTo>
                    <a:pt x="70091" y="387096"/>
                  </a:lnTo>
                  <a:lnTo>
                    <a:pt x="72097" y="395986"/>
                  </a:lnTo>
                  <a:lnTo>
                    <a:pt x="78092" y="404431"/>
                  </a:lnTo>
                  <a:lnTo>
                    <a:pt x="88099" y="412610"/>
                  </a:lnTo>
                  <a:lnTo>
                    <a:pt x="102095" y="420624"/>
                  </a:lnTo>
                  <a:lnTo>
                    <a:pt x="70091" y="420624"/>
                  </a:lnTo>
                  <a:lnTo>
                    <a:pt x="70091" y="428244"/>
                  </a:lnTo>
                  <a:lnTo>
                    <a:pt x="86855" y="467868"/>
                  </a:lnTo>
                  <a:lnTo>
                    <a:pt x="91427" y="467868"/>
                  </a:lnTo>
                  <a:lnTo>
                    <a:pt x="89903" y="463296"/>
                  </a:lnTo>
                  <a:lnTo>
                    <a:pt x="89903" y="452628"/>
                  </a:lnTo>
                  <a:lnTo>
                    <a:pt x="91427" y="449580"/>
                  </a:lnTo>
                  <a:lnTo>
                    <a:pt x="92951" y="448056"/>
                  </a:lnTo>
                  <a:lnTo>
                    <a:pt x="95999" y="448056"/>
                  </a:lnTo>
                  <a:lnTo>
                    <a:pt x="99047" y="446532"/>
                  </a:lnTo>
                  <a:lnTo>
                    <a:pt x="116192" y="445249"/>
                  </a:lnTo>
                  <a:lnTo>
                    <a:pt x="126479" y="445008"/>
                  </a:lnTo>
                  <a:lnTo>
                    <a:pt x="185915" y="445008"/>
                  </a:lnTo>
                  <a:lnTo>
                    <a:pt x="190487" y="446532"/>
                  </a:lnTo>
                  <a:lnTo>
                    <a:pt x="192011" y="446532"/>
                  </a:lnTo>
                  <a:lnTo>
                    <a:pt x="198107" y="449580"/>
                  </a:lnTo>
                  <a:lnTo>
                    <a:pt x="199631" y="451104"/>
                  </a:lnTo>
                  <a:lnTo>
                    <a:pt x="201155" y="454152"/>
                  </a:lnTo>
                  <a:lnTo>
                    <a:pt x="202679" y="458724"/>
                  </a:lnTo>
                  <a:lnTo>
                    <a:pt x="202679" y="464820"/>
                  </a:lnTo>
                  <a:lnTo>
                    <a:pt x="207251" y="464820"/>
                  </a:lnTo>
                  <a:lnTo>
                    <a:pt x="207251" y="396240"/>
                  </a:lnTo>
                  <a:close/>
                </a:path>
                <a:path extrusionOk="0" h="629920" w="210819">
                  <a:moveTo>
                    <a:pt x="207264" y="547116"/>
                  </a:moveTo>
                  <a:lnTo>
                    <a:pt x="202692" y="547116"/>
                  </a:lnTo>
                  <a:lnTo>
                    <a:pt x="202692" y="562356"/>
                  </a:lnTo>
                  <a:lnTo>
                    <a:pt x="201168" y="568452"/>
                  </a:lnTo>
                  <a:lnTo>
                    <a:pt x="196596" y="571500"/>
                  </a:lnTo>
                  <a:lnTo>
                    <a:pt x="193548" y="574548"/>
                  </a:lnTo>
                  <a:lnTo>
                    <a:pt x="115824" y="574548"/>
                  </a:lnTo>
                  <a:lnTo>
                    <a:pt x="117348" y="568452"/>
                  </a:lnTo>
                  <a:lnTo>
                    <a:pt x="117348" y="562356"/>
                  </a:lnTo>
                  <a:lnTo>
                    <a:pt x="118872" y="557784"/>
                  </a:lnTo>
                  <a:lnTo>
                    <a:pt x="118770" y="541020"/>
                  </a:lnTo>
                  <a:lnTo>
                    <a:pt x="117983" y="528548"/>
                  </a:lnTo>
                  <a:lnTo>
                    <a:pt x="115252" y="516255"/>
                  </a:lnTo>
                  <a:lnTo>
                    <a:pt x="114046" y="513588"/>
                  </a:lnTo>
                  <a:lnTo>
                    <a:pt x="110502" y="505688"/>
                  </a:lnTo>
                  <a:lnTo>
                    <a:pt x="109728" y="504698"/>
                  </a:lnTo>
                  <a:lnTo>
                    <a:pt x="109728" y="551688"/>
                  </a:lnTo>
                  <a:lnTo>
                    <a:pt x="109728" y="560832"/>
                  </a:lnTo>
                  <a:lnTo>
                    <a:pt x="108204" y="565404"/>
                  </a:lnTo>
                  <a:lnTo>
                    <a:pt x="108204" y="569976"/>
                  </a:lnTo>
                  <a:lnTo>
                    <a:pt x="106680" y="574548"/>
                  </a:lnTo>
                  <a:lnTo>
                    <a:pt x="24384" y="574548"/>
                  </a:lnTo>
                  <a:lnTo>
                    <a:pt x="22860" y="566928"/>
                  </a:lnTo>
                  <a:lnTo>
                    <a:pt x="21336" y="560832"/>
                  </a:lnTo>
                  <a:lnTo>
                    <a:pt x="21336" y="548640"/>
                  </a:lnTo>
                  <a:lnTo>
                    <a:pt x="22860" y="541020"/>
                  </a:lnTo>
                  <a:lnTo>
                    <a:pt x="27432" y="534924"/>
                  </a:lnTo>
                  <a:lnTo>
                    <a:pt x="30480" y="527304"/>
                  </a:lnTo>
                  <a:lnTo>
                    <a:pt x="36576" y="522732"/>
                  </a:lnTo>
                  <a:lnTo>
                    <a:pt x="59436" y="513588"/>
                  </a:lnTo>
                  <a:lnTo>
                    <a:pt x="67056" y="513588"/>
                  </a:lnTo>
                  <a:lnTo>
                    <a:pt x="103289" y="530910"/>
                  </a:lnTo>
                  <a:lnTo>
                    <a:pt x="109728" y="551688"/>
                  </a:lnTo>
                  <a:lnTo>
                    <a:pt x="109728" y="504698"/>
                  </a:lnTo>
                  <a:lnTo>
                    <a:pt x="75984" y="481190"/>
                  </a:lnTo>
                  <a:lnTo>
                    <a:pt x="64008" y="480060"/>
                  </a:lnTo>
                  <a:lnTo>
                    <a:pt x="55384" y="480872"/>
                  </a:lnTo>
                  <a:lnTo>
                    <a:pt x="22098" y="502539"/>
                  </a:lnTo>
                  <a:lnTo>
                    <a:pt x="9448" y="545782"/>
                  </a:lnTo>
                  <a:lnTo>
                    <a:pt x="9296" y="551688"/>
                  </a:lnTo>
                  <a:lnTo>
                    <a:pt x="9144" y="557784"/>
                  </a:lnTo>
                  <a:lnTo>
                    <a:pt x="9144" y="629412"/>
                  </a:lnTo>
                  <a:lnTo>
                    <a:pt x="13716" y="629412"/>
                  </a:lnTo>
                  <a:lnTo>
                    <a:pt x="13716" y="615696"/>
                  </a:lnTo>
                  <a:lnTo>
                    <a:pt x="16764" y="609600"/>
                  </a:lnTo>
                  <a:lnTo>
                    <a:pt x="21336" y="606552"/>
                  </a:lnTo>
                  <a:lnTo>
                    <a:pt x="24384" y="603504"/>
                  </a:lnTo>
                  <a:lnTo>
                    <a:pt x="32004" y="601980"/>
                  </a:lnTo>
                  <a:lnTo>
                    <a:pt x="184404" y="601980"/>
                  </a:lnTo>
                  <a:lnTo>
                    <a:pt x="192024" y="603504"/>
                  </a:lnTo>
                  <a:lnTo>
                    <a:pt x="195072" y="605028"/>
                  </a:lnTo>
                  <a:lnTo>
                    <a:pt x="199644" y="609600"/>
                  </a:lnTo>
                  <a:lnTo>
                    <a:pt x="202692" y="614172"/>
                  </a:lnTo>
                  <a:lnTo>
                    <a:pt x="202692" y="629412"/>
                  </a:lnTo>
                  <a:lnTo>
                    <a:pt x="207264" y="629412"/>
                  </a:lnTo>
                  <a:lnTo>
                    <a:pt x="207264" y="601980"/>
                  </a:lnTo>
                  <a:lnTo>
                    <a:pt x="207264" y="574548"/>
                  </a:lnTo>
                  <a:lnTo>
                    <a:pt x="207264" y="547116"/>
                  </a:lnTo>
                  <a:close/>
                </a:path>
                <a:path extrusionOk="0" h="629920" w="210819">
                  <a:moveTo>
                    <a:pt x="207264" y="0"/>
                  </a:moveTo>
                  <a:lnTo>
                    <a:pt x="202692" y="0"/>
                  </a:lnTo>
                  <a:lnTo>
                    <a:pt x="202692" y="10668"/>
                  </a:lnTo>
                  <a:lnTo>
                    <a:pt x="201168" y="12192"/>
                  </a:lnTo>
                  <a:lnTo>
                    <a:pt x="199644" y="15240"/>
                  </a:lnTo>
                  <a:lnTo>
                    <a:pt x="198120" y="16764"/>
                  </a:lnTo>
                  <a:lnTo>
                    <a:pt x="195072" y="18288"/>
                  </a:lnTo>
                  <a:lnTo>
                    <a:pt x="192024" y="18288"/>
                  </a:lnTo>
                  <a:lnTo>
                    <a:pt x="185928" y="19812"/>
                  </a:lnTo>
                  <a:lnTo>
                    <a:pt x="70104" y="19812"/>
                  </a:lnTo>
                  <a:lnTo>
                    <a:pt x="70104" y="25908"/>
                  </a:lnTo>
                  <a:lnTo>
                    <a:pt x="86868" y="67056"/>
                  </a:lnTo>
                  <a:lnTo>
                    <a:pt x="91440" y="64008"/>
                  </a:lnTo>
                  <a:lnTo>
                    <a:pt x="89916" y="60960"/>
                  </a:lnTo>
                  <a:lnTo>
                    <a:pt x="89916" y="50292"/>
                  </a:lnTo>
                  <a:lnTo>
                    <a:pt x="94488" y="45720"/>
                  </a:lnTo>
                  <a:lnTo>
                    <a:pt x="97536" y="45720"/>
                  </a:lnTo>
                  <a:lnTo>
                    <a:pt x="102057" y="44843"/>
                  </a:lnTo>
                  <a:lnTo>
                    <a:pt x="108585" y="44386"/>
                  </a:lnTo>
                  <a:lnTo>
                    <a:pt x="117995" y="44196"/>
                  </a:lnTo>
                  <a:lnTo>
                    <a:pt x="192024" y="44196"/>
                  </a:lnTo>
                  <a:lnTo>
                    <a:pt x="198120" y="47244"/>
                  </a:lnTo>
                  <a:lnTo>
                    <a:pt x="201168" y="50292"/>
                  </a:lnTo>
                  <a:lnTo>
                    <a:pt x="202692" y="53340"/>
                  </a:lnTo>
                  <a:lnTo>
                    <a:pt x="202692" y="64008"/>
                  </a:lnTo>
                  <a:lnTo>
                    <a:pt x="207264" y="64008"/>
                  </a:lnTo>
                  <a:lnTo>
                    <a:pt x="207264" y="44196"/>
                  </a:lnTo>
                  <a:lnTo>
                    <a:pt x="207264" y="0"/>
                  </a:lnTo>
                  <a:close/>
                </a:path>
                <a:path extrusionOk="0" h="629920" w="210819">
                  <a:moveTo>
                    <a:pt x="210299" y="297180"/>
                  </a:moveTo>
                  <a:lnTo>
                    <a:pt x="201155" y="263652"/>
                  </a:lnTo>
                  <a:lnTo>
                    <a:pt x="201155" y="281940"/>
                  </a:lnTo>
                  <a:lnTo>
                    <a:pt x="201155" y="291084"/>
                  </a:lnTo>
                  <a:lnTo>
                    <a:pt x="168960" y="326453"/>
                  </a:lnTo>
                  <a:lnTo>
                    <a:pt x="157314" y="329666"/>
                  </a:lnTo>
                  <a:lnTo>
                    <a:pt x="157632" y="329666"/>
                  </a:lnTo>
                  <a:lnTo>
                    <a:pt x="143814" y="331647"/>
                  </a:lnTo>
                  <a:lnTo>
                    <a:pt x="129527" y="332232"/>
                  </a:lnTo>
                  <a:lnTo>
                    <a:pt x="120942" y="331952"/>
                  </a:lnTo>
                  <a:lnTo>
                    <a:pt x="80759" y="310896"/>
                  </a:lnTo>
                  <a:lnTo>
                    <a:pt x="79235" y="304800"/>
                  </a:lnTo>
                  <a:lnTo>
                    <a:pt x="79273" y="299923"/>
                  </a:lnTo>
                  <a:lnTo>
                    <a:pt x="104343" y="268084"/>
                  </a:lnTo>
                  <a:lnTo>
                    <a:pt x="149339" y="259080"/>
                  </a:lnTo>
                  <a:lnTo>
                    <a:pt x="162852" y="259651"/>
                  </a:lnTo>
                  <a:lnTo>
                    <a:pt x="198107" y="274320"/>
                  </a:lnTo>
                  <a:lnTo>
                    <a:pt x="201155" y="281940"/>
                  </a:lnTo>
                  <a:lnTo>
                    <a:pt x="201155" y="263652"/>
                  </a:lnTo>
                  <a:lnTo>
                    <a:pt x="164604" y="236791"/>
                  </a:lnTo>
                  <a:lnTo>
                    <a:pt x="138671" y="231648"/>
                  </a:lnTo>
                  <a:lnTo>
                    <a:pt x="126390" y="232752"/>
                  </a:lnTo>
                  <a:lnTo>
                    <a:pt x="82956" y="256870"/>
                  </a:lnTo>
                  <a:lnTo>
                    <a:pt x="71475" y="281940"/>
                  </a:lnTo>
                  <a:lnTo>
                    <a:pt x="70091" y="295656"/>
                  </a:lnTo>
                  <a:lnTo>
                    <a:pt x="70205" y="297180"/>
                  </a:lnTo>
                  <a:lnTo>
                    <a:pt x="70662" y="303657"/>
                  </a:lnTo>
                  <a:lnTo>
                    <a:pt x="72377" y="311658"/>
                  </a:lnTo>
                  <a:lnTo>
                    <a:pt x="96812" y="345668"/>
                  </a:lnTo>
                  <a:lnTo>
                    <a:pt x="132575" y="359092"/>
                  </a:lnTo>
                  <a:lnTo>
                    <a:pt x="141719" y="359664"/>
                  </a:lnTo>
                  <a:lnTo>
                    <a:pt x="154012" y="358787"/>
                  </a:lnTo>
                  <a:lnTo>
                    <a:pt x="197446" y="335330"/>
                  </a:lnTo>
                  <a:lnTo>
                    <a:pt x="208927" y="310896"/>
                  </a:lnTo>
                  <a:lnTo>
                    <a:pt x="210299" y="297180"/>
                  </a:lnTo>
                  <a:close/>
                </a:path>
                <a:path extrusionOk="0" h="629920" w="210819">
                  <a:moveTo>
                    <a:pt x="210299" y="144780"/>
                  </a:moveTo>
                  <a:lnTo>
                    <a:pt x="97523" y="97536"/>
                  </a:lnTo>
                  <a:lnTo>
                    <a:pt x="89903" y="94488"/>
                  </a:lnTo>
                  <a:lnTo>
                    <a:pt x="80759" y="88392"/>
                  </a:lnTo>
                  <a:lnTo>
                    <a:pt x="79235" y="86868"/>
                  </a:lnTo>
                  <a:lnTo>
                    <a:pt x="79235" y="83820"/>
                  </a:lnTo>
                  <a:lnTo>
                    <a:pt x="77711" y="77724"/>
                  </a:lnTo>
                  <a:lnTo>
                    <a:pt x="73139" y="77724"/>
                  </a:lnTo>
                  <a:lnTo>
                    <a:pt x="73139" y="120396"/>
                  </a:lnTo>
                  <a:lnTo>
                    <a:pt x="77711" y="120396"/>
                  </a:lnTo>
                  <a:lnTo>
                    <a:pt x="77711" y="111252"/>
                  </a:lnTo>
                  <a:lnTo>
                    <a:pt x="79235" y="109728"/>
                  </a:lnTo>
                  <a:lnTo>
                    <a:pt x="79235" y="108204"/>
                  </a:lnTo>
                  <a:lnTo>
                    <a:pt x="80759" y="106680"/>
                  </a:lnTo>
                  <a:lnTo>
                    <a:pt x="82283" y="106680"/>
                  </a:lnTo>
                  <a:lnTo>
                    <a:pt x="82283" y="105156"/>
                  </a:lnTo>
                  <a:lnTo>
                    <a:pt x="88379" y="105156"/>
                  </a:lnTo>
                  <a:lnTo>
                    <a:pt x="91427" y="106680"/>
                  </a:lnTo>
                  <a:lnTo>
                    <a:pt x="97523" y="108204"/>
                  </a:lnTo>
                  <a:lnTo>
                    <a:pt x="173723" y="140208"/>
                  </a:lnTo>
                  <a:lnTo>
                    <a:pt x="100571" y="170688"/>
                  </a:lnTo>
                  <a:lnTo>
                    <a:pt x="91427" y="173736"/>
                  </a:lnTo>
                  <a:lnTo>
                    <a:pt x="85331" y="173736"/>
                  </a:lnTo>
                  <a:lnTo>
                    <a:pt x="82283" y="172212"/>
                  </a:lnTo>
                  <a:lnTo>
                    <a:pt x="79235" y="169164"/>
                  </a:lnTo>
                  <a:lnTo>
                    <a:pt x="77711" y="166116"/>
                  </a:lnTo>
                  <a:lnTo>
                    <a:pt x="77711" y="158496"/>
                  </a:lnTo>
                  <a:lnTo>
                    <a:pt x="73139" y="158496"/>
                  </a:lnTo>
                  <a:lnTo>
                    <a:pt x="73139" y="220980"/>
                  </a:lnTo>
                  <a:lnTo>
                    <a:pt x="77711" y="220980"/>
                  </a:lnTo>
                  <a:lnTo>
                    <a:pt x="79235" y="216408"/>
                  </a:lnTo>
                  <a:lnTo>
                    <a:pt x="79235" y="213360"/>
                  </a:lnTo>
                  <a:lnTo>
                    <a:pt x="80759" y="211836"/>
                  </a:lnTo>
                  <a:lnTo>
                    <a:pt x="83807" y="205740"/>
                  </a:lnTo>
                  <a:lnTo>
                    <a:pt x="99047" y="198120"/>
                  </a:lnTo>
                  <a:lnTo>
                    <a:pt x="210299" y="150876"/>
                  </a:lnTo>
                  <a:lnTo>
                    <a:pt x="210299" y="1447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3" name="Google Shape;83;p7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174747" y="7400544"/>
              <a:ext cx="210312" cy="2606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4" name="Google Shape;84;p7"/>
          <p:cNvSpPr/>
          <p:nvPr/>
        </p:nvSpPr>
        <p:spPr>
          <a:xfrm>
            <a:off x="2174748" y="6272784"/>
            <a:ext cx="210820" cy="525780"/>
          </a:xfrm>
          <a:custGeom>
            <a:rect b="b" l="l" r="r" t="t"/>
            <a:pathLst>
              <a:path extrusionOk="0" h="525779" w="210819">
                <a:moveTo>
                  <a:pt x="32004" y="268224"/>
                </a:moveTo>
                <a:lnTo>
                  <a:pt x="30480" y="263652"/>
                </a:lnTo>
                <a:lnTo>
                  <a:pt x="24384" y="257556"/>
                </a:lnTo>
                <a:lnTo>
                  <a:pt x="21336" y="256032"/>
                </a:lnTo>
                <a:lnTo>
                  <a:pt x="12192" y="256032"/>
                </a:lnTo>
                <a:lnTo>
                  <a:pt x="7620" y="257556"/>
                </a:lnTo>
                <a:lnTo>
                  <a:pt x="1524" y="263652"/>
                </a:lnTo>
                <a:lnTo>
                  <a:pt x="0" y="268224"/>
                </a:lnTo>
                <a:lnTo>
                  <a:pt x="0" y="277368"/>
                </a:lnTo>
                <a:lnTo>
                  <a:pt x="1524" y="280416"/>
                </a:lnTo>
                <a:lnTo>
                  <a:pt x="7620" y="286512"/>
                </a:lnTo>
                <a:lnTo>
                  <a:pt x="12192" y="288036"/>
                </a:lnTo>
                <a:lnTo>
                  <a:pt x="21336" y="288036"/>
                </a:lnTo>
                <a:lnTo>
                  <a:pt x="24384" y="286512"/>
                </a:lnTo>
                <a:lnTo>
                  <a:pt x="30480" y="280416"/>
                </a:lnTo>
                <a:lnTo>
                  <a:pt x="32004" y="277368"/>
                </a:lnTo>
                <a:lnTo>
                  <a:pt x="32004" y="268224"/>
                </a:lnTo>
                <a:close/>
              </a:path>
              <a:path extrusionOk="0" h="525779" w="210819">
                <a:moveTo>
                  <a:pt x="207264" y="239268"/>
                </a:moveTo>
                <a:lnTo>
                  <a:pt x="202692" y="239268"/>
                </a:lnTo>
                <a:lnTo>
                  <a:pt x="202692" y="249936"/>
                </a:lnTo>
                <a:lnTo>
                  <a:pt x="201168" y="252984"/>
                </a:lnTo>
                <a:lnTo>
                  <a:pt x="198120" y="256032"/>
                </a:lnTo>
                <a:lnTo>
                  <a:pt x="192024" y="259080"/>
                </a:lnTo>
                <a:lnTo>
                  <a:pt x="70104" y="259080"/>
                </a:lnTo>
                <a:lnTo>
                  <a:pt x="70104" y="265176"/>
                </a:lnTo>
                <a:lnTo>
                  <a:pt x="86868" y="306324"/>
                </a:lnTo>
                <a:lnTo>
                  <a:pt x="91440" y="304800"/>
                </a:lnTo>
                <a:lnTo>
                  <a:pt x="89916" y="300228"/>
                </a:lnTo>
                <a:lnTo>
                  <a:pt x="89916" y="289560"/>
                </a:lnTo>
                <a:lnTo>
                  <a:pt x="92964" y="286512"/>
                </a:lnTo>
                <a:lnTo>
                  <a:pt x="94488" y="286512"/>
                </a:lnTo>
                <a:lnTo>
                  <a:pt x="97536" y="284988"/>
                </a:lnTo>
                <a:lnTo>
                  <a:pt x="102057" y="284759"/>
                </a:lnTo>
                <a:lnTo>
                  <a:pt x="108585" y="284226"/>
                </a:lnTo>
                <a:lnTo>
                  <a:pt x="116814" y="283705"/>
                </a:lnTo>
                <a:lnTo>
                  <a:pt x="126492" y="283464"/>
                </a:lnTo>
                <a:lnTo>
                  <a:pt x="185928" y="283464"/>
                </a:lnTo>
                <a:lnTo>
                  <a:pt x="192024" y="284988"/>
                </a:lnTo>
                <a:lnTo>
                  <a:pt x="195072" y="284988"/>
                </a:lnTo>
                <a:lnTo>
                  <a:pt x="198120" y="286512"/>
                </a:lnTo>
                <a:lnTo>
                  <a:pt x="199644" y="288036"/>
                </a:lnTo>
                <a:lnTo>
                  <a:pt x="201168" y="291084"/>
                </a:lnTo>
                <a:lnTo>
                  <a:pt x="202692" y="292608"/>
                </a:lnTo>
                <a:lnTo>
                  <a:pt x="202692" y="303276"/>
                </a:lnTo>
                <a:lnTo>
                  <a:pt x="207264" y="303276"/>
                </a:lnTo>
                <a:lnTo>
                  <a:pt x="207264" y="283464"/>
                </a:lnTo>
                <a:lnTo>
                  <a:pt x="207264" y="239268"/>
                </a:lnTo>
                <a:close/>
              </a:path>
              <a:path extrusionOk="0" h="525779" w="210819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3716"/>
                </a:lnTo>
                <a:lnTo>
                  <a:pt x="198120" y="16764"/>
                </a:lnTo>
                <a:lnTo>
                  <a:pt x="192024" y="19812"/>
                </a:lnTo>
                <a:lnTo>
                  <a:pt x="129540" y="19812"/>
                </a:lnTo>
                <a:lnTo>
                  <a:pt x="118719" y="20078"/>
                </a:lnTo>
                <a:lnTo>
                  <a:pt x="80772" y="30480"/>
                </a:lnTo>
                <a:lnTo>
                  <a:pt x="70104" y="47244"/>
                </a:lnTo>
                <a:lnTo>
                  <a:pt x="70104" y="62484"/>
                </a:lnTo>
                <a:lnTo>
                  <a:pt x="71628" y="68580"/>
                </a:lnTo>
                <a:lnTo>
                  <a:pt x="76200" y="74676"/>
                </a:lnTo>
                <a:lnTo>
                  <a:pt x="79336" y="79806"/>
                </a:lnTo>
                <a:lnTo>
                  <a:pt x="84201" y="85915"/>
                </a:lnTo>
                <a:lnTo>
                  <a:pt x="90766" y="92900"/>
                </a:lnTo>
                <a:lnTo>
                  <a:pt x="99060" y="100584"/>
                </a:lnTo>
                <a:lnTo>
                  <a:pt x="0" y="100584"/>
                </a:lnTo>
                <a:lnTo>
                  <a:pt x="0" y="108204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1732"/>
                </a:lnTo>
                <a:lnTo>
                  <a:pt x="19812" y="131064"/>
                </a:lnTo>
                <a:lnTo>
                  <a:pt x="24384" y="126492"/>
                </a:lnTo>
                <a:lnTo>
                  <a:pt x="28956" y="126492"/>
                </a:lnTo>
                <a:lnTo>
                  <a:pt x="46101" y="125209"/>
                </a:lnTo>
                <a:lnTo>
                  <a:pt x="56388" y="124968"/>
                </a:lnTo>
                <a:lnTo>
                  <a:pt x="185928" y="124968"/>
                </a:lnTo>
                <a:lnTo>
                  <a:pt x="192024" y="126492"/>
                </a:lnTo>
                <a:lnTo>
                  <a:pt x="195072" y="126492"/>
                </a:lnTo>
                <a:lnTo>
                  <a:pt x="196596" y="128016"/>
                </a:lnTo>
                <a:lnTo>
                  <a:pt x="199644" y="129540"/>
                </a:lnTo>
                <a:lnTo>
                  <a:pt x="199644" y="131064"/>
                </a:lnTo>
                <a:lnTo>
                  <a:pt x="202692" y="135636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91440"/>
                </a:lnTo>
                <a:lnTo>
                  <a:pt x="199644" y="97536"/>
                </a:lnTo>
                <a:lnTo>
                  <a:pt x="196596" y="99060"/>
                </a:lnTo>
                <a:lnTo>
                  <a:pt x="195072" y="99060"/>
                </a:lnTo>
                <a:lnTo>
                  <a:pt x="192024" y="100584"/>
                </a:lnTo>
                <a:lnTo>
                  <a:pt x="108204" y="100584"/>
                </a:lnTo>
                <a:lnTo>
                  <a:pt x="94488" y="86868"/>
                </a:lnTo>
                <a:lnTo>
                  <a:pt x="92964" y="82296"/>
                </a:lnTo>
                <a:lnTo>
                  <a:pt x="89916" y="76200"/>
                </a:lnTo>
                <a:lnTo>
                  <a:pt x="88392" y="71628"/>
                </a:lnTo>
                <a:lnTo>
                  <a:pt x="88392" y="62484"/>
                </a:lnTo>
                <a:lnTo>
                  <a:pt x="131064" y="44196"/>
                </a:lnTo>
                <a:lnTo>
                  <a:pt x="190500" y="44196"/>
                </a:lnTo>
                <a:lnTo>
                  <a:pt x="192024" y="45720"/>
                </a:lnTo>
                <a:lnTo>
                  <a:pt x="195072" y="45720"/>
                </a:lnTo>
                <a:lnTo>
                  <a:pt x="198120" y="47244"/>
                </a:lnTo>
                <a:lnTo>
                  <a:pt x="199644" y="50292"/>
                </a:lnTo>
                <a:lnTo>
                  <a:pt x="202692" y="51816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5779" w="210819">
                <a:moveTo>
                  <a:pt x="210299" y="376428"/>
                </a:moveTo>
                <a:lnTo>
                  <a:pt x="94475" y="332232"/>
                </a:lnTo>
                <a:lnTo>
                  <a:pt x="85331" y="327660"/>
                </a:lnTo>
                <a:lnTo>
                  <a:pt x="79235" y="321564"/>
                </a:lnTo>
                <a:lnTo>
                  <a:pt x="77711" y="313944"/>
                </a:lnTo>
                <a:lnTo>
                  <a:pt x="73139" y="313944"/>
                </a:lnTo>
                <a:lnTo>
                  <a:pt x="73139" y="355092"/>
                </a:lnTo>
                <a:lnTo>
                  <a:pt x="77711" y="355092"/>
                </a:lnTo>
                <a:lnTo>
                  <a:pt x="77711" y="348996"/>
                </a:lnTo>
                <a:lnTo>
                  <a:pt x="79235" y="344424"/>
                </a:lnTo>
                <a:lnTo>
                  <a:pt x="83807" y="339852"/>
                </a:lnTo>
                <a:lnTo>
                  <a:pt x="88379" y="339852"/>
                </a:lnTo>
                <a:lnTo>
                  <a:pt x="92951" y="341376"/>
                </a:lnTo>
                <a:lnTo>
                  <a:pt x="99047" y="342900"/>
                </a:lnTo>
                <a:lnTo>
                  <a:pt x="172199" y="371856"/>
                </a:lnTo>
                <a:lnTo>
                  <a:pt x="95999" y="403860"/>
                </a:lnTo>
                <a:lnTo>
                  <a:pt x="94475" y="403860"/>
                </a:lnTo>
                <a:lnTo>
                  <a:pt x="92951" y="405384"/>
                </a:lnTo>
                <a:lnTo>
                  <a:pt x="86855" y="405384"/>
                </a:lnTo>
                <a:lnTo>
                  <a:pt x="83807" y="403860"/>
                </a:lnTo>
                <a:lnTo>
                  <a:pt x="79235" y="399288"/>
                </a:lnTo>
                <a:lnTo>
                  <a:pt x="77711" y="394716"/>
                </a:lnTo>
                <a:lnTo>
                  <a:pt x="77711" y="388620"/>
                </a:lnTo>
                <a:lnTo>
                  <a:pt x="73139" y="388620"/>
                </a:lnTo>
                <a:lnTo>
                  <a:pt x="73139" y="451104"/>
                </a:lnTo>
                <a:lnTo>
                  <a:pt x="77711" y="451104"/>
                </a:lnTo>
                <a:lnTo>
                  <a:pt x="77711" y="445008"/>
                </a:lnTo>
                <a:lnTo>
                  <a:pt x="82283" y="435864"/>
                </a:lnTo>
                <a:lnTo>
                  <a:pt x="86855" y="432816"/>
                </a:lnTo>
                <a:lnTo>
                  <a:pt x="92951" y="429768"/>
                </a:lnTo>
                <a:lnTo>
                  <a:pt x="112763" y="422148"/>
                </a:lnTo>
                <a:lnTo>
                  <a:pt x="172199" y="449580"/>
                </a:lnTo>
                <a:lnTo>
                  <a:pt x="97523" y="478536"/>
                </a:lnTo>
                <a:lnTo>
                  <a:pt x="94475" y="480060"/>
                </a:lnTo>
                <a:lnTo>
                  <a:pt x="89903" y="481584"/>
                </a:lnTo>
                <a:lnTo>
                  <a:pt x="83807" y="481584"/>
                </a:lnTo>
                <a:lnTo>
                  <a:pt x="79235" y="477012"/>
                </a:lnTo>
                <a:lnTo>
                  <a:pt x="77711" y="473964"/>
                </a:lnTo>
                <a:lnTo>
                  <a:pt x="77711" y="469392"/>
                </a:lnTo>
                <a:lnTo>
                  <a:pt x="73139" y="469392"/>
                </a:lnTo>
                <a:lnTo>
                  <a:pt x="73139" y="525780"/>
                </a:lnTo>
                <a:lnTo>
                  <a:pt x="77711" y="525780"/>
                </a:lnTo>
                <a:lnTo>
                  <a:pt x="79235" y="519684"/>
                </a:lnTo>
                <a:lnTo>
                  <a:pt x="80759" y="516636"/>
                </a:lnTo>
                <a:lnTo>
                  <a:pt x="86855" y="510540"/>
                </a:lnTo>
                <a:lnTo>
                  <a:pt x="91427" y="507492"/>
                </a:lnTo>
                <a:lnTo>
                  <a:pt x="210299" y="460248"/>
                </a:lnTo>
                <a:lnTo>
                  <a:pt x="210299" y="457200"/>
                </a:lnTo>
                <a:lnTo>
                  <a:pt x="123431" y="417576"/>
                </a:lnTo>
                <a:lnTo>
                  <a:pt x="210299" y="381000"/>
                </a:lnTo>
                <a:lnTo>
                  <a:pt x="210299" y="376428"/>
                </a:lnTo>
                <a:close/>
              </a:path>
              <a:path extrusionOk="0" h="525779" w="210819">
                <a:moveTo>
                  <a:pt x="210312" y="176784"/>
                </a:moveTo>
                <a:lnTo>
                  <a:pt x="208788" y="169164"/>
                </a:lnTo>
                <a:lnTo>
                  <a:pt x="202692" y="163068"/>
                </a:lnTo>
                <a:lnTo>
                  <a:pt x="198120" y="156972"/>
                </a:lnTo>
                <a:lnTo>
                  <a:pt x="192024" y="152400"/>
                </a:lnTo>
                <a:lnTo>
                  <a:pt x="181356" y="149352"/>
                </a:lnTo>
                <a:lnTo>
                  <a:pt x="181356" y="155448"/>
                </a:lnTo>
                <a:lnTo>
                  <a:pt x="185928" y="156972"/>
                </a:lnTo>
                <a:lnTo>
                  <a:pt x="187452" y="158496"/>
                </a:lnTo>
                <a:lnTo>
                  <a:pt x="188976" y="161544"/>
                </a:lnTo>
                <a:lnTo>
                  <a:pt x="192024" y="164592"/>
                </a:lnTo>
                <a:lnTo>
                  <a:pt x="192024" y="175260"/>
                </a:lnTo>
                <a:lnTo>
                  <a:pt x="190500" y="178308"/>
                </a:lnTo>
                <a:lnTo>
                  <a:pt x="187452" y="179832"/>
                </a:lnTo>
                <a:lnTo>
                  <a:pt x="184404" y="182880"/>
                </a:lnTo>
                <a:lnTo>
                  <a:pt x="178308" y="184404"/>
                </a:lnTo>
                <a:lnTo>
                  <a:pt x="82296" y="184404"/>
                </a:lnTo>
                <a:lnTo>
                  <a:pt x="82296" y="152400"/>
                </a:lnTo>
                <a:lnTo>
                  <a:pt x="73152" y="152400"/>
                </a:lnTo>
                <a:lnTo>
                  <a:pt x="73152" y="184404"/>
                </a:lnTo>
                <a:lnTo>
                  <a:pt x="28956" y="184404"/>
                </a:lnTo>
                <a:lnTo>
                  <a:pt x="28956" y="187452"/>
                </a:lnTo>
                <a:lnTo>
                  <a:pt x="39624" y="192024"/>
                </a:lnTo>
                <a:lnTo>
                  <a:pt x="45720" y="195072"/>
                </a:lnTo>
                <a:lnTo>
                  <a:pt x="50292" y="196596"/>
                </a:lnTo>
                <a:lnTo>
                  <a:pt x="56388" y="202692"/>
                </a:lnTo>
                <a:lnTo>
                  <a:pt x="62484" y="207264"/>
                </a:lnTo>
                <a:lnTo>
                  <a:pt x="67056" y="213360"/>
                </a:lnTo>
                <a:lnTo>
                  <a:pt x="73152" y="219456"/>
                </a:lnTo>
                <a:lnTo>
                  <a:pt x="76200" y="225552"/>
                </a:lnTo>
                <a:lnTo>
                  <a:pt x="77724" y="231648"/>
                </a:lnTo>
                <a:lnTo>
                  <a:pt x="82296" y="231648"/>
                </a:lnTo>
                <a:lnTo>
                  <a:pt x="82296" y="208788"/>
                </a:lnTo>
                <a:lnTo>
                  <a:pt x="184404" y="208788"/>
                </a:lnTo>
                <a:lnTo>
                  <a:pt x="192024" y="207264"/>
                </a:lnTo>
                <a:lnTo>
                  <a:pt x="196596" y="205740"/>
                </a:lnTo>
                <a:lnTo>
                  <a:pt x="201168" y="202692"/>
                </a:lnTo>
                <a:lnTo>
                  <a:pt x="207264" y="196596"/>
                </a:lnTo>
                <a:lnTo>
                  <a:pt x="210312" y="187452"/>
                </a:lnTo>
                <a:lnTo>
                  <a:pt x="210312" y="1767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" name="Google Shape;85;p7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244851" y="5920739"/>
            <a:ext cx="140208" cy="266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6" name="Google Shape;86;p7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174747" y="4393691"/>
            <a:ext cx="210312" cy="1444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87" name="Google Shape;87;p7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203704" y="4102607"/>
            <a:ext cx="181356" cy="222504"/>
          </a:xfrm>
          <a:prstGeom prst="rect">
            <a:avLst/>
          </a:prstGeom>
          <a:noFill/>
          <a:ln>
            <a:noFill/>
          </a:ln>
        </p:spPr>
      </p:pic>
      <p:pic>
        <p:nvPicPr>
          <p:cNvPr id="88" name="Google Shape;88;p7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174748" y="3665220"/>
            <a:ext cx="210311" cy="3535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9" name="Google Shape;89;p7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174747" y="1815083"/>
            <a:ext cx="210312" cy="4175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0" name="Google Shape;90;p7"/>
          <p:cNvGrpSpPr/>
          <p:nvPr/>
        </p:nvGrpSpPr>
        <p:grpSpPr>
          <a:xfrm>
            <a:off x="2494788" y="5951220"/>
            <a:ext cx="210312" cy="547115"/>
            <a:chOff x="2494788" y="5951220"/>
            <a:chExt cx="210312" cy="547115"/>
          </a:xfrm>
        </p:grpSpPr>
        <p:pic>
          <p:nvPicPr>
            <p:cNvPr id="91" name="Google Shape;91;p7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564892" y="6243827"/>
              <a:ext cx="140208" cy="2545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2" name="Google Shape;92;p7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564892" y="6111239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3" name="Google Shape;93;p7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494788" y="5951220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94" name="Google Shape;94;p7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2523743" y="5657088"/>
            <a:ext cx="181356" cy="220979"/>
          </a:xfrm>
          <a:prstGeom prst="rect">
            <a:avLst/>
          </a:prstGeom>
          <a:noFill/>
          <a:ln>
            <a:noFill/>
          </a:ln>
        </p:spPr>
      </p:pic>
      <p:pic>
        <p:nvPicPr>
          <p:cNvPr id="95" name="Google Shape;95;p7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2564891" y="5187695"/>
            <a:ext cx="201167" cy="390144"/>
          </a:xfrm>
          <a:prstGeom prst="rect">
            <a:avLst/>
          </a:prstGeom>
          <a:noFill/>
          <a:ln>
            <a:noFill/>
          </a:ln>
        </p:spPr>
      </p:pic>
      <p:pic>
        <p:nvPicPr>
          <p:cNvPr id="96" name="Google Shape;96;p7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2174748" y="1696211"/>
            <a:ext cx="591312" cy="2023872"/>
          </a:xfrm>
          <a:prstGeom prst="rect">
            <a:avLst/>
          </a:prstGeom>
          <a:noFill/>
          <a:ln>
            <a:noFill/>
          </a:ln>
        </p:spPr>
      </p:pic>
      <p:sp>
        <p:nvSpPr>
          <p:cNvPr id="97" name="Google Shape;97;p7"/>
          <p:cNvSpPr/>
          <p:nvPr/>
        </p:nvSpPr>
        <p:spPr>
          <a:xfrm>
            <a:off x="2494775" y="4628388"/>
            <a:ext cx="210820" cy="539750"/>
          </a:xfrm>
          <a:custGeom>
            <a:rect b="b" l="l" r="r" t="t"/>
            <a:pathLst>
              <a:path extrusionOk="0" h="539750" w="210819">
                <a:moveTo>
                  <a:pt x="210324" y="441960"/>
                </a:moveTo>
                <a:lnTo>
                  <a:pt x="193548" y="400812"/>
                </a:lnTo>
                <a:lnTo>
                  <a:pt x="188976" y="402336"/>
                </a:lnTo>
                <a:lnTo>
                  <a:pt x="190500" y="406908"/>
                </a:lnTo>
                <a:lnTo>
                  <a:pt x="192024" y="409956"/>
                </a:lnTo>
                <a:lnTo>
                  <a:pt x="192024" y="417576"/>
                </a:lnTo>
                <a:lnTo>
                  <a:pt x="188976" y="420624"/>
                </a:lnTo>
                <a:lnTo>
                  <a:pt x="185928" y="422148"/>
                </a:lnTo>
                <a:lnTo>
                  <a:pt x="182880" y="422148"/>
                </a:lnTo>
                <a:lnTo>
                  <a:pt x="179438" y="423037"/>
                </a:lnTo>
                <a:lnTo>
                  <a:pt x="173545" y="423481"/>
                </a:lnTo>
                <a:lnTo>
                  <a:pt x="165100" y="423659"/>
                </a:lnTo>
                <a:lnTo>
                  <a:pt x="0" y="423659"/>
                </a:lnTo>
                <a:lnTo>
                  <a:pt x="0" y="431292"/>
                </a:lnTo>
                <a:lnTo>
                  <a:pt x="16764" y="470916"/>
                </a:lnTo>
                <a:lnTo>
                  <a:pt x="21336" y="469392"/>
                </a:lnTo>
                <a:lnTo>
                  <a:pt x="19812" y="464820"/>
                </a:lnTo>
                <a:lnTo>
                  <a:pt x="19812" y="454012"/>
                </a:lnTo>
                <a:lnTo>
                  <a:pt x="19964" y="454012"/>
                </a:lnTo>
                <a:lnTo>
                  <a:pt x="24384" y="449580"/>
                </a:lnTo>
                <a:lnTo>
                  <a:pt x="28956" y="449580"/>
                </a:lnTo>
                <a:lnTo>
                  <a:pt x="32385" y="448703"/>
                </a:lnTo>
                <a:lnTo>
                  <a:pt x="38100" y="448246"/>
                </a:lnTo>
                <a:lnTo>
                  <a:pt x="47244" y="448056"/>
                </a:lnTo>
                <a:lnTo>
                  <a:pt x="82296" y="448056"/>
                </a:lnTo>
                <a:lnTo>
                  <a:pt x="77241" y="454012"/>
                </a:lnTo>
                <a:lnTo>
                  <a:pt x="76276" y="455676"/>
                </a:lnTo>
                <a:lnTo>
                  <a:pt x="73342" y="460819"/>
                </a:lnTo>
                <a:lnTo>
                  <a:pt x="70942" y="468426"/>
                </a:lnTo>
                <a:lnTo>
                  <a:pt x="70853" y="469392"/>
                </a:lnTo>
                <a:lnTo>
                  <a:pt x="70104" y="477012"/>
                </a:lnTo>
                <a:lnTo>
                  <a:pt x="84251" y="513016"/>
                </a:lnTo>
                <a:lnTo>
                  <a:pt x="119253" y="535114"/>
                </a:lnTo>
                <a:lnTo>
                  <a:pt x="146304" y="539496"/>
                </a:lnTo>
                <a:lnTo>
                  <a:pt x="159664" y="538619"/>
                </a:lnTo>
                <a:lnTo>
                  <a:pt x="200025" y="515950"/>
                </a:lnTo>
                <a:lnTo>
                  <a:pt x="210324" y="480060"/>
                </a:lnTo>
                <a:lnTo>
                  <a:pt x="208788" y="472440"/>
                </a:lnTo>
                <a:lnTo>
                  <a:pt x="202692" y="460248"/>
                </a:lnTo>
                <a:lnTo>
                  <a:pt x="198120" y="455676"/>
                </a:lnTo>
                <a:lnTo>
                  <a:pt x="196418" y="454012"/>
                </a:lnTo>
                <a:lnTo>
                  <a:pt x="192024" y="450507"/>
                </a:lnTo>
                <a:lnTo>
                  <a:pt x="192024" y="472440"/>
                </a:lnTo>
                <a:lnTo>
                  <a:pt x="191160" y="480060"/>
                </a:lnTo>
                <a:lnTo>
                  <a:pt x="158877" y="508825"/>
                </a:lnTo>
                <a:lnTo>
                  <a:pt x="134112" y="512064"/>
                </a:lnTo>
                <a:lnTo>
                  <a:pt x="120383" y="511238"/>
                </a:lnTo>
                <a:lnTo>
                  <a:pt x="82486" y="489585"/>
                </a:lnTo>
                <a:lnTo>
                  <a:pt x="79248" y="477012"/>
                </a:lnTo>
                <a:lnTo>
                  <a:pt x="79248" y="473964"/>
                </a:lnTo>
                <a:lnTo>
                  <a:pt x="80772" y="469392"/>
                </a:lnTo>
                <a:lnTo>
                  <a:pt x="89916" y="455676"/>
                </a:lnTo>
                <a:lnTo>
                  <a:pt x="96012" y="452628"/>
                </a:lnTo>
                <a:lnTo>
                  <a:pt x="100584" y="451104"/>
                </a:lnTo>
                <a:lnTo>
                  <a:pt x="106680" y="448056"/>
                </a:lnTo>
                <a:lnTo>
                  <a:pt x="178308" y="448056"/>
                </a:lnTo>
                <a:lnTo>
                  <a:pt x="184315" y="454012"/>
                </a:lnTo>
                <a:lnTo>
                  <a:pt x="188595" y="460248"/>
                </a:lnTo>
                <a:lnTo>
                  <a:pt x="191173" y="466496"/>
                </a:lnTo>
                <a:lnTo>
                  <a:pt x="192024" y="472440"/>
                </a:lnTo>
                <a:lnTo>
                  <a:pt x="192024" y="450507"/>
                </a:lnTo>
                <a:lnTo>
                  <a:pt x="188976" y="448056"/>
                </a:lnTo>
                <a:lnTo>
                  <a:pt x="210324" y="448056"/>
                </a:lnTo>
                <a:lnTo>
                  <a:pt x="210324" y="441960"/>
                </a:lnTo>
                <a:close/>
              </a:path>
              <a:path extrusionOk="0" h="539750" w="210819">
                <a:moveTo>
                  <a:pt x="210324" y="291084"/>
                </a:moveTo>
                <a:lnTo>
                  <a:pt x="193560" y="251460"/>
                </a:lnTo>
                <a:lnTo>
                  <a:pt x="188988" y="252984"/>
                </a:lnTo>
                <a:lnTo>
                  <a:pt x="190512" y="257556"/>
                </a:lnTo>
                <a:lnTo>
                  <a:pt x="192036" y="260604"/>
                </a:lnTo>
                <a:lnTo>
                  <a:pt x="192036" y="268224"/>
                </a:lnTo>
                <a:lnTo>
                  <a:pt x="188988" y="271272"/>
                </a:lnTo>
                <a:lnTo>
                  <a:pt x="185940" y="272796"/>
                </a:lnTo>
                <a:lnTo>
                  <a:pt x="182892" y="272796"/>
                </a:lnTo>
                <a:lnTo>
                  <a:pt x="179222" y="273685"/>
                </a:lnTo>
                <a:lnTo>
                  <a:pt x="172986" y="274129"/>
                </a:lnTo>
                <a:lnTo>
                  <a:pt x="153936" y="274320"/>
                </a:lnTo>
                <a:lnTo>
                  <a:pt x="73164" y="274320"/>
                </a:lnTo>
                <a:lnTo>
                  <a:pt x="73164" y="318516"/>
                </a:lnTo>
                <a:lnTo>
                  <a:pt x="77736" y="318516"/>
                </a:lnTo>
                <a:lnTo>
                  <a:pt x="77736" y="310896"/>
                </a:lnTo>
                <a:lnTo>
                  <a:pt x="82308" y="301752"/>
                </a:lnTo>
                <a:lnTo>
                  <a:pt x="85356" y="300228"/>
                </a:lnTo>
                <a:lnTo>
                  <a:pt x="91452" y="298704"/>
                </a:lnTo>
                <a:lnTo>
                  <a:pt x="173748" y="298704"/>
                </a:lnTo>
                <a:lnTo>
                  <a:pt x="181368" y="306324"/>
                </a:lnTo>
                <a:lnTo>
                  <a:pt x="185940" y="312420"/>
                </a:lnTo>
                <a:lnTo>
                  <a:pt x="188988" y="316992"/>
                </a:lnTo>
                <a:lnTo>
                  <a:pt x="192036" y="323088"/>
                </a:lnTo>
                <a:lnTo>
                  <a:pt x="192036" y="338328"/>
                </a:lnTo>
                <a:lnTo>
                  <a:pt x="163080" y="355092"/>
                </a:lnTo>
                <a:lnTo>
                  <a:pt x="73164" y="355092"/>
                </a:lnTo>
                <a:lnTo>
                  <a:pt x="73164" y="402336"/>
                </a:lnTo>
                <a:lnTo>
                  <a:pt x="77736" y="402336"/>
                </a:lnTo>
                <a:lnTo>
                  <a:pt x="77736" y="394716"/>
                </a:lnTo>
                <a:lnTo>
                  <a:pt x="79260" y="390144"/>
                </a:lnTo>
                <a:lnTo>
                  <a:pt x="80784" y="387096"/>
                </a:lnTo>
                <a:lnTo>
                  <a:pt x="80784" y="384048"/>
                </a:lnTo>
                <a:lnTo>
                  <a:pt x="83832" y="382524"/>
                </a:lnTo>
                <a:lnTo>
                  <a:pt x="85356" y="381000"/>
                </a:lnTo>
                <a:lnTo>
                  <a:pt x="88404" y="379476"/>
                </a:lnTo>
                <a:lnTo>
                  <a:pt x="158508" y="379476"/>
                </a:lnTo>
                <a:lnTo>
                  <a:pt x="167309" y="379222"/>
                </a:lnTo>
                <a:lnTo>
                  <a:pt x="208800" y="358140"/>
                </a:lnTo>
                <a:lnTo>
                  <a:pt x="210324" y="352044"/>
                </a:lnTo>
                <a:lnTo>
                  <a:pt x="210324" y="338328"/>
                </a:lnTo>
                <a:lnTo>
                  <a:pt x="182892" y="298704"/>
                </a:lnTo>
                <a:lnTo>
                  <a:pt x="210324" y="298704"/>
                </a:lnTo>
                <a:lnTo>
                  <a:pt x="210324" y="291084"/>
                </a:lnTo>
                <a:close/>
              </a:path>
              <a:path extrusionOk="0" h="539750" w="210819">
                <a:moveTo>
                  <a:pt x="210324" y="185928"/>
                </a:moveTo>
                <a:lnTo>
                  <a:pt x="188887" y="144360"/>
                </a:lnTo>
                <a:lnTo>
                  <a:pt x="155460" y="131064"/>
                </a:lnTo>
                <a:lnTo>
                  <a:pt x="152412" y="134112"/>
                </a:lnTo>
                <a:lnTo>
                  <a:pt x="160959" y="137566"/>
                </a:lnTo>
                <a:lnTo>
                  <a:pt x="168224" y="141160"/>
                </a:lnTo>
                <a:lnTo>
                  <a:pt x="185940" y="175260"/>
                </a:lnTo>
                <a:lnTo>
                  <a:pt x="184810" y="185000"/>
                </a:lnTo>
                <a:lnTo>
                  <a:pt x="159740" y="213918"/>
                </a:lnTo>
                <a:lnTo>
                  <a:pt x="128028" y="220980"/>
                </a:lnTo>
                <a:lnTo>
                  <a:pt x="116281" y="220154"/>
                </a:lnTo>
                <a:lnTo>
                  <a:pt x="82308" y="198310"/>
                </a:lnTo>
                <a:lnTo>
                  <a:pt x="79260" y="184404"/>
                </a:lnTo>
                <a:lnTo>
                  <a:pt x="79260" y="178308"/>
                </a:lnTo>
                <a:lnTo>
                  <a:pt x="103644" y="164592"/>
                </a:lnTo>
                <a:lnTo>
                  <a:pt x="109740" y="161544"/>
                </a:lnTo>
                <a:lnTo>
                  <a:pt x="112788" y="158496"/>
                </a:lnTo>
                <a:lnTo>
                  <a:pt x="114312" y="153924"/>
                </a:lnTo>
                <a:lnTo>
                  <a:pt x="114312" y="140208"/>
                </a:lnTo>
                <a:lnTo>
                  <a:pt x="111264" y="138684"/>
                </a:lnTo>
                <a:lnTo>
                  <a:pt x="109740" y="135636"/>
                </a:lnTo>
                <a:lnTo>
                  <a:pt x="94500" y="135636"/>
                </a:lnTo>
                <a:lnTo>
                  <a:pt x="88404" y="138684"/>
                </a:lnTo>
                <a:lnTo>
                  <a:pt x="70116" y="179832"/>
                </a:lnTo>
                <a:lnTo>
                  <a:pt x="71488" y="192100"/>
                </a:lnTo>
                <a:lnTo>
                  <a:pt x="100787" y="232918"/>
                </a:lnTo>
                <a:lnTo>
                  <a:pt x="140220" y="243840"/>
                </a:lnTo>
                <a:lnTo>
                  <a:pt x="155600" y="242697"/>
                </a:lnTo>
                <a:lnTo>
                  <a:pt x="192036" y="225552"/>
                </a:lnTo>
                <a:lnTo>
                  <a:pt x="209181" y="197053"/>
                </a:lnTo>
                <a:lnTo>
                  <a:pt x="210324" y="185928"/>
                </a:lnTo>
                <a:close/>
              </a:path>
              <a:path extrusionOk="0" h="539750" w="210819">
                <a:moveTo>
                  <a:pt x="210324" y="54864"/>
                </a:moveTo>
                <a:lnTo>
                  <a:pt x="210197" y="53340"/>
                </a:lnTo>
                <a:lnTo>
                  <a:pt x="209435" y="44005"/>
                </a:lnTo>
                <a:lnTo>
                  <a:pt x="206705" y="34290"/>
                </a:lnTo>
                <a:lnTo>
                  <a:pt x="177939" y="5715"/>
                </a:lnTo>
                <a:lnTo>
                  <a:pt x="158508" y="0"/>
                </a:lnTo>
                <a:lnTo>
                  <a:pt x="155460" y="3048"/>
                </a:lnTo>
                <a:lnTo>
                  <a:pt x="163766" y="6527"/>
                </a:lnTo>
                <a:lnTo>
                  <a:pt x="170510" y="10287"/>
                </a:lnTo>
                <a:lnTo>
                  <a:pt x="175818" y="14630"/>
                </a:lnTo>
                <a:lnTo>
                  <a:pt x="179844" y="19812"/>
                </a:lnTo>
                <a:lnTo>
                  <a:pt x="184416" y="25908"/>
                </a:lnTo>
                <a:lnTo>
                  <a:pt x="185940" y="33528"/>
                </a:lnTo>
                <a:lnTo>
                  <a:pt x="185940" y="42672"/>
                </a:lnTo>
                <a:lnTo>
                  <a:pt x="160312" y="83083"/>
                </a:lnTo>
                <a:lnTo>
                  <a:pt x="123456" y="91440"/>
                </a:lnTo>
                <a:lnTo>
                  <a:pt x="123456" y="30480"/>
                </a:lnTo>
                <a:lnTo>
                  <a:pt x="123456" y="0"/>
                </a:lnTo>
                <a:lnTo>
                  <a:pt x="114312" y="723"/>
                </a:lnTo>
                <a:lnTo>
                  <a:pt x="114312" y="30480"/>
                </a:lnTo>
                <a:lnTo>
                  <a:pt x="114312" y="91440"/>
                </a:lnTo>
                <a:lnTo>
                  <a:pt x="79260" y="67056"/>
                </a:lnTo>
                <a:lnTo>
                  <a:pt x="79260" y="53340"/>
                </a:lnTo>
                <a:lnTo>
                  <a:pt x="106692" y="30480"/>
                </a:lnTo>
                <a:lnTo>
                  <a:pt x="114312" y="30480"/>
                </a:lnTo>
                <a:lnTo>
                  <a:pt x="114312" y="723"/>
                </a:lnTo>
                <a:lnTo>
                  <a:pt x="79108" y="22034"/>
                </a:lnTo>
                <a:lnTo>
                  <a:pt x="70116" y="51777"/>
                </a:lnTo>
                <a:lnTo>
                  <a:pt x="71488" y="64058"/>
                </a:lnTo>
                <a:lnTo>
                  <a:pt x="100164" y="102489"/>
                </a:lnTo>
                <a:lnTo>
                  <a:pt x="141744" y="112776"/>
                </a:lnTo>
                <a:lnTo>
                  <a:pt x="157200" y="111633"/>
                </a:lnTo>
                <a:lnTo>
                  <a:pt x="156984" y="111633"/>
                </a:lnTo>
                <a:lnTo>
                  <a:pt x="170319" y="108394"/>
                </a:lnTo>
                <a:lnTo>
                  <a:pt x="182029" y="103136"/>
                </a:lnTo>
                <a:lnTo>
                  <a:pt x="192036" y="96012"/>
                </a:lnTo>
                <a:lnTo>
                  <a:pt x="195910" y="91440"/>
                </a:lnTo>
                <a:lnTo>
                  <a:pt x="200037" y="86588"/>
                </a:lnTo>
                <a:lnTo>
                  <a:pt x="205752" y="76581"/>
                </a:lnTo>
                <a:lnTo>
                  <a:pt x="205867" y="76200"/>
                </a:lnTo>
                <a:lnTo>
                  <a:pt x="209181" y="66014"/>
                </a:lnTo>
                <a:lnTo>
                  <a:pt x="210324" y="548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8" name="Google Shape;98;p7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2244851" y="6059423"/>
            <a:ext cx="841247" cy="2255519"/>
          </a:xfrm>
          <a:prstGeom prst="rect">
            <a:avLst/>
          </a:prstGeom>
          <a:noFill/>
          <a:ln>
            <a:noFill/>
          </a:ln>
        </p:spPr>
      </p:pic>
      <p:pic>
        <p:nvPicPr>
          <p:cNvPr id="99" name="Google Shape;99;p7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2494788" y="3793235"/>
            <a:ext cx="271272" cy="743712"/>
          </a:xfrm>
          <a:prstGeom prst="rect">
            <a:avLst/>
          </a:prstGeom>
          <a:noFill/>
          <a:ln>
            <a:noFill/>
          </a:ln>
        </p:spPr>
      </p:pic>
      <p:sp>
        <p:nvSpPr>
          <p:cNvPr id="100" name="Google Shape;100;p7"/>
          <p:cNvSpPr/>
          <p:nvPr/>
        </p:nvSpPr>
        <p:spPr>
          <a:xfrm>
            <a:off x="3336035" y="8441435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7"/>
          <p:cNvSpPr/>
          <p:nvPr/>
        </p:nvSpPr>
        <p:spPr>
          <a:xfrm>
            <a:off x="3206483" y="7748016"/>
            <a:ext cx="212090" cy="556260"/>
          </a:xfrm>
          <a:custGeom>
            <a:rect b="b" l="l" r="r" t="t"/>
            <a:pathLst>
              <a:path extrusionOk="0" h="556259" w="212089">
                <a:moveTo>
                  <a:pt x="32004" y="307848"/>
                </a:moveTo>
                <a:lnTo>
                  <a:pt x="30480" y="303276"/>
                </a:lnTo>
                <a:lnTo>
                  <a:pt x="24384" y="297180"/>
                </a:lnTo>
                <a:lnTo>
                  <a:pt x="21336" y="295656"/>
                </a:lnTo>
                <a:lnTo>
                  <a:pt x="12192" y="295656"/>
                </a:lnTo>
                <a:lnTo>
                  <a:pt x="7620" y="297180"/>
                </a:lnTo>
                <a:lnTo>
                  <a:pt x="1524" y="303276"/>
                </a:lnTo>
                <a:lnTo>
                  <a:pt x="0" y="307848"/>
                </a:lnTo>
                <a:lnTo>
                  <a:pt x="0" y="316992"/>
                </a:lnTo>
                <a:lnTo>
                  <a:pt x="1524" y="320040"/>
                </a:lnTo>
                <a:lnTo>
                  <a:pt x="7620" y="326136"/>
                </a:lnTo>
                <a:lnTo>
                  <a:pt x="12192" y="327660"/>
                </a:lnTo>
                <a:lnTo>
                  <a:pt x="21336" y="327660"/>
                </a:lnTo>
                <a:lnTo>
                  <a:pt x="24384" y="326136"/>
                </a:lnTo>
                <a:lnTo>
                  <a:pt x="30480" y="320040"/>
                </a:lnTo>
                <a:lnTo>
                  <a:pt x="32004" y="316992"/>
                </a:lnTo>
                <a:lnTo>
                  <a:pt x="32004" y="307848"/>
                </a:lnTo>
                <a:close/>
              </a:path>
              <a:path extrusionOk="0" h="556259" w="212089">
                <a:moveTo>
                  <a:pt x="207264" y="278892"/>
                </a:moveTo>
                <a:lnTo>
                  <a:pt x="202692" y="278892"/>
                </a:lnTo>
                <a:lnTo>
                  <a:pt x="202692" y="289560"/>
                </a:lnTo>
                <a:lnTo>
                  <a:pt x="201168" y="292608"/>
                </a:lnTo>
                <a:lnTo>
                  <a:pt x="198120" y="295656"/>
                </a:lnTo>
                <a:lnTo>
                  <a:pt x="192024" y="298704"/>
                </a:lnTo>
                <a:lnTo>
                  <a:pt x="70104" y="298704"/>
                </a:lnTo>
                <a:lnTo>
                  <a:pt x="70104" y="306324"/>
                </a:lnTo>
                <a:lnTo>
                  <a:pt x="86868" y="345948"/>
                </a:lnTo>
                <a:lnTo>
                  <a:pt x="91440" y="344424"/>
                </a:lnTo>
                <a:lnTo>
                  <a:pt x="89916" y="339852"/>
                </a:lnTo>
                <a:lnTo>
                  <a:pt x="89916" y="329184"/>
                </a:lnTo>
                <a:lnTo>
                  <a:pt x="92964" y="326136"/>
                </a:lnTo>
                <a:lnTo>
                  <a:pt x="94488" y="326136"/>
                </a:lnTo>
                <a:lnTo>
                  <a:pt x="97536" y="324612"/>
                </a:lnTo>
                <a:lnTo>
                  <a:pt x="102069" y="324383"/>
                </a:lnTo>
                <a:lnTo>
                  <a:pt x="108585" y="323850"/>
                </a:lnTo>
                <a:lnTo>
                  <a:pt x="116827" y="323329"/>
                </a:lnTo>
                <a:lnTo>
                  <a:pt x="126492" y="323088"/>
                </a:lnTo>
                <a:lnTo>
                  <a:pt x="185928" y="323088"/>
                </a:lnTo>
                <a:lnTo>
                  <a:pt x="192024" y="324612"/>
                </a:lnTo>
                <a:lnTo>
                  <a:pt x="195072" y="326136"/>
                </a:lnTo>
                <a:lnTo>
                  <a:pt x="198120" y="326136"/>
                </a:lnTo>
                <a:lnTo>
                  <a:pt x="199644" y="329184"/>
                </a:lnTo>
                <a:lnTo>
                  <a:pt x="202692" y="332232"/>
                </a:lnTo>
                <a:lnTo>
                  <a:pt x="202692" y="342900"/>
                </a:lnTo>
                <a:lnTo>
                  <a:pt x="207264" y="342900"/>
                </a:lnTo>
                <a:lnTo>
                  <a:pt x="207264" y="323088"/>
                </a:lnTo>
                <a:lnTo>
                  <a:pt x="207264" y="278892"/>
                </a:lnTo>
                <a:close/>
              </a:path>
              <a:path extrusionOk="0" h="556259" w="212089">
                <a:moveTo>
                  <a:pt x="210312" y="192024"/>
                </a:moveTo>
                <a:lnTo>
                  <a:pt x="116332" y="153924"/>
                </a:lnTo>
                <a:lnTo>
                  <a:pt x="89916" y="143256"/>
                </a:lnTo>
                <a:lnTo>
                  <a:pt x="80772" y="137160"/>
                </a:lnTo>
                <a:lnTo>
                  <a:pt x="79248" y="135636"/>
                </a:lnTo>
                <a:lnTo>
                  <a:pt x="79248" y="131064"/>
                </a:lnTo>
                <a:lnTo>
                  <a:pt x="77724" y="126492"/>
                </a:lnTo>
                <a:lnTo>
                  <a:pt x="73152" y="126492"/>
                </a:lnTo>
                <a:lnTo>
                  <a:pt x="73152" y="169164"/>
                </a:lnTo>
                <a:lnTo>
                  <a:pt x="77724" y="169164"/>
                </a:lnTo>
                <a:lnTo>
                  <a:pt x="77724" y="160020"/>
                </a:lnTo>
                <a:lnTo>
                  <a:pt x="79248" y="158496"/>
                </a:lnTo>
                <a:lnTo>
                  <a:pt x="79248" y="156972"/>
                </a:lnTo>
                <a:lnTo>
                  <a:pt x="82296" y="153924"/>
                </a:lnTo>
                <a:lnTo>
                  <a:pt x="91440" y="153924"/>
                </a:lnTo>
                <a:lnTo>
                  <a:pt x="97536" y="156972"/>
                </a:lnTo>
                <a:lnTo>
                  <a:pt x="173736" y="187452"/>
                </a:lnTo>
                <a:lnTo>
                  <a:pt x="100584" y="219456"/>
                </a:lnTo>
                <a:lnTo>
                  <a:pt x="91440" y="222504"/>
                </a:lnTo>
                <a:lnTo>
                  <a:pt x="85344" y="222504"/>
                </a:lnTo>
                <a:lnTo>
                  <a:pt x="82296" y="220980"/>
                </a:lnTo>
                <a:lnTo>
                  <a:pt x="79248" y="217932"/>
                </a:lnTo>
                <a:lnTo>
                  <a:pt x="77724" y="214884"/>
                </a:lnTo>
                <a:lnTo>
                  <a:pt x="77724" y="207264"/>
                </a:lnTo>
                <a:lnTo>
                  <a:pt x="73152" y="207264"/>
                </a:lnTo>
                <a:lnTo>
                  <a:pt x="73152" y="269748"/>
                </a:lnTo>
                <a:lnTo>
                  <a:pt x="77724" y="269748"/>
                </a:lnTo>
                <a:lnTo>
                  <a:pt x="79248" y="265176"/>
                </a:lnTo>
                <a:lnTo>
                  <a:pt x="79248" y="262128"/>
                </a:lnTo>
                <a:lnTo>
                  <a:pt x="80772" y="260604"/>
                </a:lnTo>
                <a:lnTo>
                  <a:pt x="83820" y="254508"/>
                </a:lnTo>
                <a:lnTo>
                  <a:pt x="89916" y="251460"/>
                </a:lnTo>
                <a:lnTo>
                  <a:pt x="92964" y="248412"/>
                </a:lnTo>
                <a:lnTo>
                  <a:pt x="99060" y="246888"/>
                </a:lnTo>
                <a:lnTo>
                  <a:pt x="156489" y="222504"/>
                </a:lnTo>
                <a:lnTo>
                  <a:pt x="210312" y="199644"/>
                </a:lnTo>
                <a:lnTo>
                  <a:pt x="210312" y="192024"/>
                </a:lnTo>
                <a:close/>
              </a:path>
              <a:path extrusionOk="0" h="556259" w="212089">
                <a:moveTo>
                  <a:pt x="210324" y="53340"/>
                </a:moveTo>
                <a:lnTo>
                  <a:pt x="195084" y="16764"/>
                </a:lnTo>
                <a:lnTo>
                  <a:pt x="158508" y="0"/>
                </a:lnTo>
                <a:lnTo>
                  <a:pt x="155460" y="3048"/>
                </a:lnTo>
                <a:lnTo>
                  <a:pt x="163766" y="5867"/>
                </a:lnTo>
                <a:lnTo>
                  <a:pt x="170510" y="9525"/>
                </a:lnTo>
                <a:lnTo>
                  <a:pt x="175755" y="13716"/>
                </a:lnTo>
                <a:lnTo>
                  <a:pt x="179844" y="18288"/>
                </a:lnTo>
                <a:lnTo>
                  <a:pt x="184416" y="25908"/>
                </a:lnTo>
                <a:lnTo>
                  <a:pt x="185940" y="33528"/>
                </a:lnTo>
                <a:lnTo>
                  <a:pt x="185940" y="41148"/>
                </a:lnTo>
                <a:lnTo>
                  <a:pt x="169176" y="76200"/>
                </a:lnTo>
                <a:lnTo>
                  <a:pt x="123456" y="91440"/>
                </a:lnTo>
                <a:lnTo>
                  <a:pt x="123456" y="30480"/>
                </a:lnTo>
                <a:lnTo>
                  <a:pt x="123456" y="0"/>
                </a:lnTo>
                <a:lnTo>
                  <a:pt x="114312" y="723"/>
                </a:lnTo>
                <a:lnTo>
                  <a:pt x="114312" y="30480"/>
                </a:lnTo>
                <a:lnTo>
                  <a:pt x="114312" y="91440"/>
                </a:lnTo>
                <a:lnTo>
                  <a:pt x="79260" y="67056"/>
                </a:lnTo>
                <a:lnTo>
                  <a:pt x="79260" y="53340"/>
                </a:lnTo>
                <a:lnTo>
                  <a:pt x="80784" y="48768"/>
                </a:lnTo>
                <a:lnTo>
                  <a:pt x="86880" y="39624"/>
                </a:lnTo>
                <a:lnTo>
                  <a:pt x="91452" y="35052"/>
                </a:lnTo>
                <a:lnTo>
                  <a:pt x="97548" y="33528"/>
                </a:lnTo>
                <a:lnTo>
                  <a:pt x="100596" y="32004"/>
                </a:lnTo>
                <a:lnTo>
                  <a:pt x="106692" y="30480"/>
                </a:lnTo>
                <a:lnTo>
                  <a:pt x="114312" y="30480"/>
                </a:lnTo>
                <a:lnTo>
                  <a:pt x="114312" y="723"/>
                </a:lnTo>
                <a:lnTo>
                  <a:pt x="78473" y="21145"/>
                </a:lnTo>
                <a:lnTo>
                  <a:pt x="70980" y="39624"/>
                </a:lnTo>
                <a:lnTo>
                  <a:pt x="70853" y="41148"/>
                </a:lnTo>
                <a:lnTo>
                  <a:pt x="70231" y="48768"/>
                </a:lnTo>
                <a:lnTo>
                  <a:pt x="70180" y="51130"/>
                </a:lnTo>
                <a:lnTo>
                  <a:pt x="71272" y="63207"/>
                </a:lnTo>
                <a:lnTo>
                  <a:pt x="100164" y="102489"/>
                </a:lnTo>
                <a:lnTo>
                  <a:pt x="141744" y="112776"/>
                </a:lnTo>
                <a:lnTo>
                  <a:pt x="156883" y="111633"/>
                </a:lnTo>
                <a:lnTo>
                  <a:pt x="170319" y="108204"/>
                </a:lnTo>
                <a:lnTo>
                  <a:pt x="182029" y="102489"/>
                </a:lnTo>
                <a:lnTo>
                  <a:pt x="192036" y="94488"/>
                </a:lnTo>
                <a:lnTo>
                  <a:pt x="194881" y="91440"/>
                </a:lnTo>
                <a:lnTo>
                  <a:pt x="200037" y="85915"/>
                </a:lnTo>
                <a:lnTo>
                  <a:pt x="205752" y="76200"/>
                </a:lnTo>
                <a:lnTo>
                  <a:pt x="209181" y="65341"/>
                </a:lnTo>
                <a:lnTo>
                  <a:pt x="210324" y="53340"/>
                </a:lnTo>
                <a:close/>
              </a:path>
              <a:path extrusionOk="0" h="556259" w="212089">
                <a:moveTo>
                  <a:pt x="211836" y="448056"/>
                </a:moveTo>
                <a:lnTo>
                  <a:pt x="211556" y="438937"/>
                </a:lnTo>
                <a:lnTo>
                  <a:pt x="210693" y="429958"/>
                </a:lnTo>
                <a:lnTo>
                  <a:pt x="209270" y="421271"/>
                </a:lnTo>
                <a:lnTo>
                  <a:pt x="207264" y="413004"/>
                </a:lnTo>
                <a:lnTo>
                  <a:pt x="205574" y="404990"/>
                </a:lnTo>
                <a:lnTo>
                  <a:pt x="202882" y="396811"/>
                </a:lnTo>
                <a:lnTo>
                  <a:pt x="199339" y="388366"/>
                </a:lnTo>
                <a:lnTo>
                  <a:pt x="195072" y="379476"/>
                </a:lnTo>
                <a:lnTo>
                  <a:pt x="115824" y="379476"/>
                </a:lnTo>
                <a:lnTo>
                  <a:pt x="112776" y="376428"/>
                </a:lnTo>
                <a:lnTo>
                  <a:pt x="106680" y="374904"/>
                </a:lnTo>
                <a:lnTo>
                  <a:pt x="103632" y="368808"/>
                </a:lnTo>
                <a:lnTo>
                  <a:pt x="103632" y="356616"/>
                </a:lnTo>
                <a:lnTo>
                  <a:pt x="99060" y="356616"/>
                </a:lnTo>
                <a:lnTo>
                  <a:pt x="99060" y="432816"/>
                </a:lnTo>
                <a:lnTo>
                  <a:pt x="103632" y="432816"/>
                </a:lnTo>
                <a:lnTo>
                  <a:pt x="103632" y="425196"/>
                </a:lnTo>
                <a:lnTo>
                  <a:pt x="106680" y="416052"/>
                </a:lnTo>
                <a:lnTo>
                  <a:pt x="108204" y="413004"/>
                </a:lnTo>
                <a:lnTo>
                  <a:pt x="117348" y="408432"/>
                </a:lnTo>
                <a:lnTo>
                  <a:pt x="123444" y="406908"/>
                </a:lnTo>
                <a:lnTo>
                  <a:pt x="192024" y="406908"/>
                </a:lnTo>
                <a:lnTo>
                  <a:pt x="195072" y="414528"/>
                </a:lnTo>
                <a:lnTo>
                  <a:pt x="198120" y="420624"/>
                </a:lnTo>
                <a:lnTo>
                  <a:pt x="199644" y="426720"/>
                </a:lnTo>
                <a:lnTo>
                  <a:pt x="202692" y="434340"/>
                </a:lnTo>
                <a:lnTo>
                  <a:pt x="202692" y="448056"/>
                </a:lnTo>
                <a:lnTo>
                  <a:pt x="192024" y="484632"/>
                </a:lnTo>
                <a:lnTo>
                  <a:pt x="156972" y="512064"/>
                </a:lnTo>
                <a:lnTo>
                  <a:pt x="119468" y="522147"/>
                </a:lnTo>
                <a:lnTo>
                  <a:pt x="105156" y="522732"/>
                </a:lnTo>
                <a:lnTo>
                  <a:pt x="88353" y="521855"/>
                </a:lnTo>
                <a:lnTo>
                  <a:pt x="44196" y="507492"/>
                </a:lnTo>
                <a:lnTo>
                  <a:pt x="15697" y="468274"/>
                </a:lnTo>
                <a:lnTo>
                  <a:pt x="13716" y="451104"/>
                </a:lnTo>
                <a:lnTo>
                  <a:pt x="14859" y="437959"/>
                </a:lnTo>
                <a:lnTo>
                  <a:pt x="38557" y="399935"/>
                </a:lnTo>
                <a:lnTo>
                  <a:pt x="67056" y="385572"/>
                </a:lnTo>
                <a:lnTo>
                  <a:pt x="67056" y="381000"/>
                </a:lnTo>
                <a:lnTo>
                  <a:pt x="4572" y="385572"/>
                </a:lnTo>
                <a:lnTo>
                  <a:pt x="4572" y="390144"/>
                </a:lnTo>
                <a:lnTo>
                  <a:pt x="9144" y="391668"/>
                </a:lnTo>
                <a:lnTo>
                  <a:pt x="12192" y="391668"/>
                </a:lnTo>
                <a:lnTo>
                  <a:pt x="15240" y="394716"/>
                </a:lnTo>
                <a:lnTo>
                  <a:pt x="15240" y="403860"/>
                </a:lnTo>
                <a:lnTo>
                  <a:pt x="13716" y="408432"/>
                </a:lnTo>
                <a:lnTo>
                  <a:pt x="10820" y="416102"/>
                </a:lnTo>
                <a:lnTo>
                  <a:pt x="8763" y="422910"/>
                </a:lnTo>
                <a:lnTo>
                  <a:pt x="6096" y="432816"/>
                </a:lnTo>
                <a:lnTo>
                  <a:pt x="6096" y="438912"/>
                </a:lnTo>
                <a:lnTo>
                  <a:pt x="4572" y="446532"/>
                </a:lnTo>
                <a:lnTo>
                  <a:pt x="4572" y="452628"/>
                </a:lnTo>
                <a:lnTo>
                  <a:pt x="5435" y="466940"/>
                </a:lnTo>
                <a:lnTo>
                  <a:pt x="18288" y="504444"/>
                </a:lnTo>
                <a:lnTo>
                  <a:pt x="47866" y="536384"/>
                </a:lnTo>
                <a:lnTo>
                  <a:pt x="86106" y="553593"/>
                </a:lnTo>
                <a:lnTo>
                  <a:pt x="111252" y="556260"/>
                </a:lnTo>
                <a:lnTo>
                  <a:pt x="128968" y="555078"/>
                </a:lnTo>
                <a:lnTo>
                  <a:pt x="175260" y="534924"/>
                </a:lnTo>
                <a:lnTo>
                  <a:pt x="202692" y="498348"/>
                </a:lnTo>
                <a:lnTo>
                  <a:pt x="209550" y="474916"/>
                </a:lnTo>
                <a:lnTo>
                  <a:pt x="211836" y="4480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7"/>
          <p:cNvSpPr/>
          <p:nvPr/>
        </p:nvSpPr>
        <p:spPr>
          <a:xfrm>
            <a:off x="3276587" y="6531864"/>
            <a:ext cx="140335" cy="597535"/>
          </a:xfrm>
          <a:custGeom>
            <a:rect b="b" l="l" r="r" t="t"/>
            <a:pathLst>
              <a:path extrusionOk="0" h="597534" w="140335">
                <a:moveTo>
                  <a:pt x="137172" y="126492"/>
                </a:moveTo>
                <a:lnTo>
                  <a:pt x="132600" y="126492"/>
                </a:lnTo>
                <a:lnTo>
                  <a:pt x="132600" y="135636"/>
                </a:lnTo>
                <a:lnTo>
                  <a:pt x="129552" y="141732"/>
                </a:lnTo>
                <a:lnTo>
                  <a:pt x="126504" y="143256"/>
                </a:lnTo>
                <a:lnTo>
                  <a:pt x="124980" y="144780"/>
                </a:lnTo>
                <a:lnTo>
                  <a:pt x="121932" y="144780"/>
                </a:lnTo>
                <a:lnTo>
                  <a:pt x="115836" y="146304"/>
                </a:lnTo>
                <a:lnTo>
                  <a:pt x="41732" y="146354"/>
                </a:lnTo>
                <a:lnTo>
                  <a:pt x="34302" y="146685"/>
                </a:lnTo>
                <a:lnTo>
                  <a:pt x="6108" y="161544"/>
                </a:lnTo>
                <a:lnTo>
                  <a:pt x="1536" y="167640"/>
                </a:lnTo>
                <a:lnTo>
                  <a:pt x="12" y="173736"/>
                </a:lnTo>
                <a:lnTo>
                  <a:pt x="12" y="187452"/>
                </a:lnTo>
                <a:lnTo>
                  <a:pt x="1536" y="195072"/>
                </a:lnTo>
                <a:lnTo>
                  <a:pt x="6108" y="201168"/>
                </a:lnTo>
                <a:lnTo>
                  <a:pt x="9461" y="206273"/>
                </a:lnTo>
                <a:lnTo>
                  <a:pt x="14681" y="212217"/>
                </a:lnTo>
                <a:lnTo>
                  <a:pt x="21323" y="218744"/>
                </a:lnTo>
                <a:lnTo>
                  <a:pt x="28968" y="225552"/>
                </a:lnTo>
                <a:lnTo>
                  <a:pt x="19824" y="228600"/>
                </a:lnTo>
                <a:lnTo>
                  <a:pt x="12204" y="231648"/>
                </a:lnTo>
                <a:lnTo>
                  <a:pt x="3060" y="243840"/>
                </a:lnTo>
                <a:lnTo>
                  <a:pt x="12" y="251460"/>
                </a:lnTo>
                <a:lnTo>
                  <a:pt x="12" y="263652"/>
                </a:lnTo>
                <a:lnTo>
                  <a:pt x="1536" y="268224"/>
                </a:lnTo>
                <a:lnTo>
                  <a:pt x="3060" y="274320"/>
                </a:lnTo>
                <a:lnTo>
                  <a:pt x="12204" y="288036"/>
                </a:lnTo>
                <a:lnTo>
                  <a:pt x="28968" y="304800"/>
                </a:lnTo>
                <a:lnTo>
                  <a:pt x="12" y="304800"/>
                </a:lnTo>
                <a:lnTo>
                  <a:pt x="12" y="310896"/>
                </a:lnTo>
                <a:lnTo>
                  <a:pt x="16776" y="352044"/>
                </a:lnTo>
                <a:lnTo>
                  <a:pt x="21348" y="348996"/>
                </a:lnTo>
                <a:lnTo>
                  <a:pt x="19824" y="345948"/>
                </a:lnTo>
                <a:lnTo>
                  <a:pt x="19824" y="335280"/>
                </a:lnTo>
                <a:lnTo>
                  <a:pt x="24396" y="330708"/>
                </a:lnTo>
                <a:lnTo>
                  <a:pt x="27444" y="330708"/>
                </a:lnTo>
                <a:lnTo>
                  <a:pt x="31965" y="329831"/>
                </a:lnTo>
                <a:lnTo>
                  <a:pt x="38493" y="329374"/>
                </a:lnTo>
                <a:lnTo>
                  <a:pt x="56400" y="329184"/>
                </a:lnTo>
                <a:lnTo>
                  <a:pt x="121932" y="329184"/>
                </a:lnTo>
                <a:lnTo>
                  <a:pt x="128028" y="332232"/>
                </a:lnTo>
                <a:lnTo>
                  <a:pt x="129552" y="333756"/>
                </a:lnTo>
                <a:lnTo>
                  <a:pt x="131076" y="336804"/>
                </a:lnTo>
                <a:lnTo>
                  <a:pt x="132600" y="338328"/>
                </a:lnTo>
                <a:lnTo>
                  <a:pt x="132600" y="348996"/>
                </a:lnTo>
                <a:lnTo>
                  <a:pt x="137172" y="348996"/>
                </a:lnTo>
                <a:lnTo>
                  <a:pt x="137172" y="284988"/>
                </a:lnTo>
                <a:lnTo>
                  <a:pt x="132600" y="284988"/>
                </a:lnTo>
                <a:lnTo>
                  <a:pt x="132600" y="295656"/>
                </a:lnTo>
                <a:lnTo>
                  <a:pt x="131076" y="297180"/>
                </a:lnTo>
                <a:lnTo>
                  <a:pt x="129552" y="300228"/>
                </a:lnTo>
                <a:lnTo>
                  <a:pt x="128028" y="301752"/>
                </a:lnTo>
                <a:lnTo>
                  <a:pt x="124980" y="303276"/>
                </a:lnTo>
                <a:lnTo>
                  <a:pt x="121932" y="303276"/>
                </a:lnTo>
                <a:lnTo>
                  <a:pt x="115836" y="304800"/>
                </a:lnTo>
                <a:lnTo>
                  <a:pt x="36588" y="304800"/>
                </a:lnTo>
                <a:lnTo>
                  <a:pt x="32016" y="300228"/>
                </a:lnTo>
                <a:lnTo>
                  <a:pt x="27444" y="294132"/>
                </a:lnTo>
                <a:lnTo>
                  <a:pt x="22872" y="286512"/>
                </a:lnTo>
                <a:lnTo>
                  <a:pt x="19824" y="281940"/>
                </a:lnTo>
                <a:lnTo>
                  <a:pt x="18300" y="275844"/>
                </a:lnTo>
                <a:lnTo>
                  <a:pt x="18300" y="263652"/>
                </a:lnTo>
                <a:lnTo>
                  <a:pt x="21348" y="259080"/>
                </a:lnTo>
                <a:lnTo>
                  <a:pt x="27444" y="254508"/>
                </a:lnTo>
                <a:lnTo>
                  <a:pt x="32016" y="251460"/>
                </a:lnTo>
                <a:lnTo>
                  <a:pt x="39636" y="249936"/>
                </a:lnTo>
                <a:lnTo>
                  <a:pt x="121932" y="249936"/>
                </a:lnTo>
                <a:lnTo>
                  <a:pt x="128028" y="252984"/>
                </a:lnTo>
                <a:lnTo>
                  <a:pt x="129552" y="256032"/>
                </a:lnTo>
                <a:lnTo>
                  <a:pt x="132600" y="257556"/>
                </a:lnTo>
                <a:lnTo>
                  <a:pt x="132600" y="269748"/>
                </a:lnTo>
                <a:lnTo>
                  <a:pt x="137172" y="269748"/>
                </a:lnTo>
                <a:lnTo>
                  <a:pt x="137172" y="205740"/>
                </a:lnTo>
                <a:lnTo>
                  <a:pt x="132600" y="205740"/>
                </a:lnTo>
                <a:lnTo>
                  <a:pt x="132600" y="216408"/>
                </a:lnTo>
                <a:lnTo>
                  <a:pt x="131076" y="217932"/>
                </a:lnTo>
                <a:lnTo>
                  <a:pt x="129552" y="220980"/>
                </a:lnTo>
                <a:lnTo>
                  <a:pt x="126504" y="222504"/>
                </a:lnTo>
                <a:lnTo>
                  <a:pt x="124980" y="224028"/>
                </a:lnTo>
                <a:lnTo>
                  <a:pt x="121932" y="224028"/>
                </a:lnTo>
                <a:lnTo>
                  <a:pt x="115836" y="225552"/>
                </a:lnTo>
                <a:lnTo>
                  <a:pt x="36588" y="225552"/>
                </a:lnTo>
                <a:lnTo>
                  <a:pt x="30492" y="217932"/>
                </a:lnTo>
                <a:lnTo>
                  <a:pt x="24396" y="211836"/>
                </a:lnTo>
                <a:lnTo>
                  <a:pt x="22872" y="207264"/>
                </a:lnTo>
                <a:lnTo>
                  <a:pt x="19824" y="201168"/>
                </a:lnTo>
                <a:lnTo>
                  <a:pt x="18300" y="196596"/>
                </a:lnTo>
                <a:lnTo>
                  <a:pt x="18300" y="184404"/>
                </a:lnTo>
                <a:lnTo>
                  <a:pt x="21348" y="178308"/>
                </a:lnTo>
                <a:lnTo>
                  <a:pt x="27444" y="173736"/>
                </a:lnTo>
                <a:lnTo>
                  <a:pt x="32016" y="172212"/>
                </a:lnTo>
                <a:lnTo>
                  <a:pt x="39636" y="170688"/>
                </a:lnTo>
                <a:lnTo>
                  <a:pt x="121932" y="170688"/>
                </a:lnTo>
                <a:lnTo>
                  <a:pt x="128028" y="173736"/>
                </a:lnTo>
                <a:lnTo>
                  <a:pt x="132600" y="178308"/>
                </a:lnTo>
                <a:lnTo>
                  <a:pt x="132600" y="190500"/>
                </a:lnTo>
                <a:lnTo>
                  <a:pt x="137172" y="190500"/>
                </a:lnTo>
                <a:lnTo>
                  <a:pt x="137172" y="126492"/>
                </a:lnTo>
                <a:close/>
              </a:path>
              <a:path extrusionOk="0" h="597534" w="140335">
                <a:moveTo>
                  <a:pt x="140208" y="426720"/>
                </a:moveTo>
                <a:lnTo>
                  <a:pt x="131064" y="393192"/>
                </a:lnTo>
                <a:lnTo>
                  <a:pt x="131064" y="411480"/>
                </a:lnTo>
                <a:lnTo>
                  <a:pt x="131064" y="420624"/>
                </a:lnTo>
                <a:lnTo>
                  <a:pt x="98869" y="455993"/>
                </a:lnTo>
                <a:lnTo>
                  <a:pt x="87223" y="459206"/>
                </a:lnTo>
                <a:lnTo>
                  <a:pt x="87541" y="459206"/>
                </a:lnTo>
                <a:lnTo>
                  <a:pt x="73723" y="461187"/>
                </a:lnTo>
                <a:lnTo>
                  <a:pt x="59436" y="461772"/>
                </a:lnTo>
                <a:lnTo>
                  <a:pt x="50850" y="461492"/>
                </a:lnTo>
                <a:lnTo>
                  <a:pt x="13716" y="445008"/>
                </a:lnTo>
                <a:lnTo>
                  <a:pt x="13639" y="444842"/>
                </a:lnTo>
                <a:lnTo>
                  <a:pt x="10668" y="438912"/>
                </a:lnTo>
                <a:lnTo>
                  <a:pt x="9144" y="434340"/>
                </a:lnTo>
                <a:lnTo>
                  <a:pt x="9182" y="429463"/>
                </a:lnTo>
                <a:lnTo>
                  <a:pt x="10007" y="422084"/>
                </a:lnTo>
                <a:lnTo>
                  <a:pt x="47625" y="392239"/>
                </a:lnTo>
                <a:lnTo>
                  <a:pt x="79248" y="388620"/>
                </a:lnTo>
                <a:lnTo>
                  <a:pt x="92760" y="389191"/>
                </a:lnTo>
                <a:lnTo>
                  <a:pt x="128016" y="403860"/>
                </a:lnTo>
                <a:lnTo>
                  <a:pt x="131064" y="411480"/>
                </a:lnTo>
                <a:lnTo>
                  <a:pt x="131064" y="393192"/>
                </a:lnTo>
                <a:lnTo>
                  <a:pt x="94513" y="366331"/>
                </a:lnTo>
                <a:lnTo>
                  <a:pt x="68580" y="361188"/>
                </a:lnTo>
                <a:lnTo>
                  <a:pt x="56299" y="362077"/>
                </a:lnTo>
                <a:lnTo>
                  <a:pt x="12865" y="386410"/>
                </a:lnTo>
                <a:lnTo>
                  <a:pt x="1384" y="411480"/>
                </a:lnTo>
                <a:lnTo>
                  <a:pt x="0" y="425196"/>
                </a:lnTo>
                <a:lnTo>
                  <a:pt x="114" y="426720"/>
                </a:lnTo>
                <a:lnTo>
                  <a:pt x="571" y="433184"/>
                </a:lnTo>
                <a:lnTo>
                  <a:pt x="2286" y="440969"/>
                </a:lnTo>
                <a:lnTo>
                  <a:pt x="26720" y="475183"/>
                </a:lnTo>
                <a:lnTo>
                  <a:pt x="62484" y="488632"/>
                </a:lnTo>
                <a:lnTo>
                  <a:pt x="71628" y="489204"/>
                </a:lnTo>
                <a:lnTo>
                  <a:pt x="83921" y="488327"/>
                </a:lnTo>
                <a:lnTo>
                  <a:pt x="127355" y="464870"/>
                </a:lnTo>
                <a:lnTo>
                  <a:pt x="138785" y="440969"/>
                </a:lnTo>
                <a:lnTo>
                  <a:pt x="140208" y="426720"/>
                </a:lnTo>
                <a:close/>
              </a:path>
              <a:path extrusionOk="0" h="597534" w="140335">
                <a:moveTo>
                  <a:pt x="140220" y="551688"/>
                </a:moveTo>
                <a:lnTo>
                  <a:pt x="123520" y="513689"/>
                </a:lnTo>
                <a:lnTo>
                  <a:pt x="100596" y="505968"/>
                </a:lnTo>
                <a:lnTo>
                  <a:pt x="89496" y="507707"/>
                </a:lnTo>
                <a:lnTo>
                  <a:pt x="79260" y="513016"/>
                </a:lnTo>
                <a:lnTo>
                  <a:pt x="70154" y="522046"/>
                </a:lnTo>
                <a:lnTo>
                  <a:pt x="62496" y="534924"/>
                </a:lnTo>
                <a:lnTo>
                  <a:pt x="48780" y="566928"/>
                </a:lnTo>
                <a:lnTo>
                  <a:pt x="44208" y="571500"/>
                </a:lnTo>
                <a:lnTo>
                  <a:pt x="39636" y="574548"/>
                </a:lnTo>
                <a:lnTo>
                  <a:pt x="36588" y="577596"/>
                </a:lnTo>
                <a:lnTo>
                  <a:pt x="32016" y="579120"/>
                </a:lnTo>
                <a:lnTo>
                  <a:pt x="22872" y="579120"/>
                </a:lnTo>
                <a:lnTo>
                  <a:pt x="18300" y="577596"/>
                </a:lnTo>
                <a:lnTo>
                  <a:pt x="15252" y="573024"/>
                </a:lnTo>
                <a:lnTo>
                  <a:pt x="10680" y="568452"/>
                </a:lnTo>
                <a:lnTo>
                  <a:pt x="9156" y="563880"/>
                </a:lnTo>
                <a:lnTo>
                  <a:pt x="9156" y="548640"/>
                </a:lnTo>
                <a:lnTo>
                  <a:pt x="45732" y="521208"/>
                </a:lnTo>
                <a:lnTo>
                  <a:pt x="45732" y="516636"/>
                </a:lnTo>
                <a:lnTo>
                  <a:pt x="12" y="516636"/>
                </a:lnTo>
                <a:lnTo>
                  <a:pt x="12" y="521208"/>
                </a:lnTo>
                <a:lnTo>
                  <a:pt x="3060" y="522732"/>
                </a:lnTo>
                <a:lnTo>
                  <a:pt x="4584" y="522732"/>
                </a:lnTo>
                <a:lnTo>
                  <a:pt x="6108" y="524256"/>
                </a:lnTo>
                <a:lnTo>
                  <a:pt x="6108" y="533400"/>
                </a:lnTo>
                <a:lnTo>
                  <a:pt x="4584" y="537972"/>
                </a:lnTo>
                <a:lnTo>
                  <a:pt x="1536" y="545592"/>
                </a:lnTo>
                <a:lnTo>
                  <a:pt x="12" y="551688"/>
                </a:lnTo>
                <a:lnTo>
                  <a:pt x="12" y="556260"/>
                </a:lnTo>
                <a:lnTo>
                  <a:pt x="812" y="565099"/>
                </a:lnTo>
                <a:lnTo>
                  <a:pt x="30391" y="596607"/>
                </a:lnTo>
                <a:lnTo>
                  <a:pt x="38112" y="597408"/>
                </a:lnTo>
                <a:lnTo>
                  <a:pt x="45732" y="597408"/>
                </a:lnTo>
                <a:lnTo>
                  <a:pt x="53352" y="594360"/>
                </a:lnTo>
                <a:lnTo>
                  <a:pt x="57924" y="589788"/>
                </a:lnTo>
                <a:lnTo>
                  <a:pt x="62496" y="586155"/>
                </a:lnTo>
                <a:lnTo>
                  <a:pt x="67068" y="580072"/>
                </a:lnTo>
                <a:lnTo>
                  <a:pt x="71640" y="572008"/>
                </a:lnTo>
                <a:lnTo>
                  <a:pt x="76212" y="562356"/>
                </a:lnTo>
                <a:lnTo>
                  <a:pt x="81635" y="552932"/>
                </a:lnTo>
                <a:lnTo>
                  <a:pt x="86499" y="545211"/>
                </a:lnTo>
                <a:lnTo>
                  <a:pt x="90779" y="539216"/>
                </a:lnTo>
                <a:lnTo>
                  <a:pt x="94500" y="534924"/>
                </a:lnTo>
                <a:lnTo>
                  <a:pt x="99072" y="528828"/>
                </a:lnTo>
                <a:lnTo>
                  <a:pt x="103644" y="527304"/>
                </a:lnTo>
                <a:lnTo>
                  <a:pt x="117360" y="527304"/>
                </a:lnTo>
                <a:lnTo>
                  <a:pt x="121932" y="528828"/>
                </a:lnTo>
                <a:lnTo>
                  <a:pt x="124980" y="533400"/>
                </a:lnTo>
                <a:lnTo>
                  <a:pt x="129552" y="537972"/>
                </a:lnTo>
                <a:lnTo>
                  <a:pt x="131076" y="544068"/>
                </a:lnTo>
                <a:lnTo>
                  <a:pt x="131076" y="550164"/>
                </a:lnTo>
                <a:lnTo>
                  <a:pt x="108978" y="586930"/>
                </a:lnTo>
                <a:lnTo>
                  <a:pt x="91452" y="592836"/>
                </a:lnTo>
                <a:lnTo>
                  <a:pt x="91452" y="597408"/>
                </a:lnTo>
                <a:lnTo>
                  <a:pt x="138696" y="597408"/>
                </a:lnTo>
                <a:lnTo>
                  <a:pt x="140220" y="592836"/>
                </a:lnTo>
                <a:lnTo>
                  <a:pt x="134124" y="589788"/>
                </a:lnTo>
                <a:lnTo>
                  <a:pt x="134124" y="585216"/>
                </a:lnTo>
                <a:lnTo>
                  <a:pt x="135648" y="582168"/>
                </a:lnTo>
                <a:lnTo>
                  <a:pt x="135648" y="579120"/>
                </a:lnTo>
                <a:lnTo>
                  <a:pt x="137642" y="571411"/>
                </a:lnTo>
                <a:lnTo>
                  <a:pt x="139077" y="564261"/>
                </a:lnTo>
                <a:lnTo>
                  <a:pt x="139928" y="557695"/>
                </a:lnTo>
                <a:lnTo>
                  <a:pt x="140220" y="551688"/>
                </a:lnTo>
                <a:close/>
              </a:path>
              <a:path extrusionOk="0" h="597534" w="140335">
                <a:moveTo>
                  <a:pt x="140220" y="54864"/>
                </a:moveTo>
                <a:lnTo>
                  <a:pt x="140093" y="53340"/>
                </a:lnTo>
                <a:lnTo>
                  <a:pt x="139331" y="44005"/>
                </a:lnTo>
                <a:lnTo>
                  <a:pt x="136601" y="34290"/>
                </a:lnTo>
                <a:lnTo>
                  <a:pt x="107835" y="5715"/>
                </a:lnTo>
                <a:lnTo>
                  <a:pt x="88404" y="0"/>
                </a:lnTo>
                <a:lnTo>
                  <a:pt x="85356" y="3048"/>
                </a:lnTo>
                <a:lnTo>
                  <a:pt x="93662" y="6527"/>
                </a:lnTo>
                <a:lnTo>
                  <a:pt x="100406" y="10287"/>
                </a:lnTo>
                <a:lnTo>
                  <a:pt x="105714" y="14630"/>
                </a:lnTo>
                <a:lnTo>
                  <a:pt x="109740" y="19812"/>
                </a:lnTo>
                <a:lnTo>
                  <a:pt x="114312" y="25908"/>
                </a:lnTo>
                <a:lnTo>
                  <a:pt x="115836" y="33528"/>
                </a:lnTo>
                <a:lnTo>
                  <a:pt x="115836" y="42672"/>
                </a:lnTo>
                <a:lnTo>
                  <a:pt x="90208" y="83083"/>
                </a:lnTo>
                <a:lnTo>
                  <a:pt x="53352" y="91440"/>
                </a:lnTo>
                <a:lnTo>
                  <a:pt x="53352" y="30480"/>
                </a:lnTo>
                <a:lnTo>
                  <a:pt x="53352" y="0"/>
                </a:lnTo>
                <a:lnTo>
                  <a:pt x="44208" y="723"/>
                </a:lnTo>
                <a:lnTo>
                  <a:pt x="44208" y="30480"/>
                </a:lnTo>
                <a:lnTo>
                  <a:pt x="44208" y="91440"/>
                </a:lnTo>
                <a:lnTo>
                  <a:pt x="9156" y="67056"/>
                </a:lnTo>
                <a:lnTo>
                  <a:pt x="9156" y="53340"/>
                </a:lnTo>
                <a:lnTo>
                  <a:pt x="36588" y="30480"/>
                </a:lnTo>
                <a:lnTo>
                  <a:pt x="44208" y="30480"/>
                </a:lnTo>
                <a:lnTo>
                  <a:pt x="44208" y="723"/>
                </a:lnTo>
                <a:lnTo>
                  <a:pt x="8369" y="22034"/>
                </a:lnTo>
                <a:lnTo>
                  <a:pt x="12" y="51777"/>
                </a:lnTo>
                <a:lnTo>
                  <a:pt x="1168" y="64058"/>
                </a:lnTo>
                <a:lnTo>
                  <a:pt x="30060" y="102489"/>
                </a:lnTo>
                <a:lnTo>
                  <a:pt x="71640" y="112776"/>
                </a:lnTo>
                <a:lnTo>
                  <a:pt x="87096" y="111633"/>
                </a:lnTo>
                <a:lnTo>
                  <a:pt x="86880" y="111633"/>
                </a:lnTo>
                <a:lnTo>
                  <a:pt x="100215" y="108394"/>
                </a:lnTo>
                <a:lnTo>
                  <a:pt x="111925" y="103136"/>
                </a:lnTo>
                <a:lnTo>
                  <a:pt x="121932" y="96012"/>
                </a:lnTo>
                <a:lnTo>
                  <a:pt x="125806" y="91440"/>
                </a:lnTo>
                <a:lnTo>
                  <a:pt x="129933" y="86588"/>
                </a:lnTo>
                <a:lnTo>
                  <a:pt x="135648" y="76581"/>
                </a:lnTo>
                <a:lnTo>
                  <a:pt x="135763" y="76200"/>
                </a:lnTo>
                <a:lnTo>
                  <a:pt x="139077" y="66014"/>
                </a:lnTo>
                <a:lnTo>
                  <a:pt x="140220" y="548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" name="Google Shape;103;p7"/>
          <p:cNvGrpSpPr/>
          <p:nvPr/>
        </p:nvGrpSpPr>
        <p:grpSpPr>
          <a:xfrm>
            <a:off x="3206496" y="5359908"/>
            <a:ext cx="210820" cy="1088263"/>
            <a:chOff x="3206496" y="5359908"/>
            <a:chExt cx="210820" cy="1088263"/>
          </a:xfrm>
        </p:grpSpPr>
        <p:sp>
          <p:nvSpPr>
            <p:cNvPr id="104" name="Google Shape;104;p7"/>
            <p:cNvSpPr/>
            <p:nvPr/>
          </p:nvSpPr>
          <p:spPr>
            <a:xfrm>
              <a:off x="3206496" y="5667756"/>
              <a:ext cx="210820" cy="780415"/>
            </a:xfrm>
            <a:custGeom>
              <a:rect b="b" l="l" r="r" t="t"/>
              <a:pathLst>
                <a:path extrusionOk="0" h="780414" w="210820">
                  <a:moveTo>
                    <a:pt x="152400" y="0"/>
                  </a:moveTo>
                  <a:lnTo>
                    <a:pt x="126492" y="0"/>
                  </a:lnTo>
                  <a:lnTo>
                    <a:pt x="126492" y="76200"/>
                  </a:lnTo>
                  <a:lnTo>
                    <a:pt x="152400" y="76200"/>
                  </a:lnTo>
                  <a:lnTo>
                    <a:pt x="152400" y="0"/>
                  </a:lnTo>
                  <a:close/>
                </a:path>
                <a:path extrusionOk="0" h="780414" w="210820">
                  <a:moveTo>
                    <a:pt x="207264" y="632460"/>
                  </a:moveTo>
                  <a:lnTo>
                    <a:pt x="202692" y="632460"/>
                  </a:lnTo>
                  <a:lnTo>
                    <a:pt x="202692" y="643128"/>
                  </a:lnTo>
                  <a:lnTo>
                    <a:pt x="201168" y="644652"/>
                  </a:lnTo>
                  <a:lnTo>
                    <a:pt x="199644" y="647700"/>
                  </a:lnTo>
                  <a:lnTo>
                    <a:pt x="198120" y="649224"/>
                  </a:lnTo>
                  <a:lnTo>
                    <a:pt x="195072" y="649224"/>
                  </a:lnTo>
                  <a:lnTo>
                    <a:pt x="192024" y="650748"/>
                  </a:lnTo>
                  <a:lnTo>
                    <a:pt x="185928" y="652272"/>
                  </a:lnTo>
                  <a:lnTo>
                    <a:pt x="118719" y="652322"/>
                  </a:lnTo>
                  <a:lnTo>
                    <a:pt x="109347" y="652653"/>
                  </a:lnTo>
                  <a:lnTo>
                    <a:pt x="101676" y="653567"/>
                  </a:lnTo>
                  <a:lnTo>
                    <a:pt x="96012" y="655320"/>
                  </a:lnTo>
                  <a:lnTo>
                    <a:pt x="86868" y="656844"/>
                  </a:lnTo>
                  <a:lnTo>
                    <a:pt x="80772" y="661416"/>
                  </a:lnTo>
                  <a:lnTo>
                    <a:pt x="76200" y="667512"/>
                  </a:lnTo>
                  <a:lnTo>
                    <a:pt x="73152" y="672084"/>
                  </a:lnTo>
                  <a:lnTo>
                    <a:pt x="70104" y="679704"/>
                  </a:lnTo>
                  <a:lnTo>
                    <a:pt x="70104" y="693420"/>
                  </a:lnTo>
                  <a:lnTo>
                    <a:pt x="99060" y="733044"/>
                  </a:lnTo>
                  <a:lnTo>
                    <a:pt x="0" y="733044"/>
                  </a:lnTo>
                  <a:lnTo>
                    <a:pt x="0" y="739140"/>
                  </a:lnTo>
                  <a:lnTo>
                    <a:pt x="16764" y="780288"/>
                  </a:lnTo>
                  <a:lnTo>
                    <a:pt x="21336" y="777240"/>
                  </a:lnTo>
                  <a:lnTo>
                    <a:pt x="19812" y="772668"/>
                  </a:lnTo>
                  <a:lnTo>
                    <a:pt x="19812" y="763524"/>
                  </a:lnTo>
                  <a:lnTo>
                    <a:pt x="24384" y="758952"/>
                  </a:lnTo>
                  <a:lnTo>
                    <a:pt x="28956" y="758952"/>
                  </a:lnTo>
                  <a:lnTo>
                    <a:pt x="32385" y="758075"/>
                  </a:lnTo>
                  <a:lnTo>
                    <a:pt x="38100" y="757618"/>
                  </a:lnTo>
                  <a:lnTo>
                    <a:pt x="56388" y="757428"/>
                  </a:lnTo>
                  <a:lnTo>
                    <a:pt x="192024" y="757428"/>
                  </a:lnTo>
                  <a:lnTo>
                    <a:pt x="195072" y="758952"/>
                  </a:lnTo>
                  <a:lnTo>
                    <a:pt x="196596" y="760476"/>
                  </a:lnTo>
                  <a:lnTo>
                    <a:pt x="199644" y="762000"/>
                  </a:lnTo>
                  <a:lnTo>
                    <a:pt x="199644" y="763524"/>
                  </a:lnTo>
                  <a:lnTo>
                    <a:pt x="202692" y="766572"/>
                  </a:lnTo>
                  <a:lnTo>
                    <a:pt x="202692" y="777240"/>
                  </a:lnTo>
                  <a:lnTo>
                    <a:pt x="207264" y="777240"/>
                  </a:lnTo>
                  <a:lnTo>
                    <a:pt x="207264" y="713232"/>
                  </a:lnTo>
                  <a:lnTo>
                    <a:pt x="202692" y="713232"/>
                  </a:lnTo>
                  <a:lnTo>
                    <a:pt x="202692" y="723900"/>
                  </a:lnTo>
                  <a:lnTo>
                    <a:pt x="201168" y="725424"/>
                  </a:lnTo>
                  <a:lnTo>
                    <a:pt x="199644" y="728472"/>
                  </a:lnTo>
                  <a:lnTo>
                    <a:pt x="196596" y="729996"/>
                  </a:lnTo>
                  <a:lnTo>
                    <a:pt x="195072" y="731520"/>
                  </a:lnTo>
                  <a:lnTo>
                    <a:pt x="192024" y="731520"/>
                  </a:lnTo>
                  <a:lnTo>
                    <a:pt x="185928" y="733044"/>
                  </a:lnTo>
                  <a:lnTo>
                    <a:pt x="108204" y="733044"/>
                  </a:lnTo>
                  <a:lnTo>
                    <a:pt x="94488" y="719328"/>
                  </a:lnTo>
                  <a:lnTo>
                    <a:pt x="92964" y="713232"/>
                  </a:lnTo>
                  <a:lnTo>
                    <a:pt x="89916" y="708660"/>
                  </a:lnTo>
                  <a:lnTo>
                    <a:pt x="88392" y="702564"/>
                  </a:lnTo>
                  <a:lnTo>
                    <a:pt x="88392" y="693420"/>
                  </a:lnTo>
                  <a:lnTo>
                    <a:pt x="131064" y="676656"/>
                  </a:lnTo>
                  <a:lnTo>
                    <a:pt x="192024" y="676656"/>
                  </a:lnTo>
                  <a:lnTo>
                    <a:pt x="198120" y="679704"/>
                  </a:lnTo>
                  <a:lnTo>
                    <a:pt x="202692" y="684276"/>
                  </a:lnTo>
                  <a:lnTo>
                    <a:pt x="202692" y="696468"/>
                  </a:lnTo>
                  <a:lnTo>
                    <a:pt x="207264" y="696468"/>
                  </a:lnTo>
                  <a:lnTo>
                    <a:pt x="207264" y="632460"/>
                  </a:lnTo>
                  <a:close/>
                </a:path>
                <a:path extrusionOk="0" h="780414" w="210820">
                  <a:moveTo>
                    <a:pt x="207264" y="350520"/>
                  </a:moveTo>
                  <a:lnTo>
                    <a:pt x="202692" y="350520"/>
                  </a:lnTo>
                  <a:lnTo>
                    <a:pt x="202692" y="361188"/>
                  </a:lnTo>
                  <a:lnTo>
                    <a:pt x="201168" y="362712"/>
                  </a:lnTo>
                  <a:lnTo>
                    <a:pt x="199644" y="365760"/>
                  </a:lnTo>
                  <a:lnTo>
                    <a:pt x="198120" y="367284"/>
                  </a:lnTo>
                  <a:lnTo>
                    <a:pt x="192024" y="370332"/>
                  </a:lnTo>
                  <a:lnTo>
                    <a:pt x="120396" y="370332"/>
                  </a:lnTo>
                  <a:lnTo>
                    <a:pt x="111836" y="370598"/>
                  </a:lnTo>
                  <a:lnTo>
                    <a:pt x="76200" y="385572"/>
                  </a:lnTo>
                  <a:lnTo>
                    <a:pt x="71628" y="391668"/>
                  </a:lnTo>
                  <a:lnTo>
                    <a:pt x="70104" y="397764"/>
                  </a:lnTo>
                  <a:lnTo>
                    <a:pt x="70104" y="405384"/>
                  </a:lnTo>
                  <a:lnTo>
                    <a:pt x="72047" y="416610"/>
                  </a:lnTo>
                  <a:lnTo>
                    <a:pt x="77724" y="427672"/>
                  </a:lnTo>
                  <a:lnTo>
                    <a:pt x="86817" y="439039"/>
                  </a:lnTo>
                  <a:lnTo>
                    <a:pt x="99060" y="451104"/>
                  </a:lnTo>
                  <a:lnTo>
                    <a:pt x="70104" y="451104"/>
                  </a:lnTo>
                  <a:lnTo>
                    <a:pt x="70104" y="457200"/>
                  </a:lnTo>
                  <a:lnTo>
                    <a:pt x="86868" y="498348"/>
                  </a:lnTo>
                  <a:lnTo>
                    <a:pt x="91440" y="495300"/>
                  </a:lnTo>
                  <a:lnTo>
                    <a:pt x="89916" y="492252"/>
                  </a:lnTo>
                  <a:lnTo>
                    <a:pt x="89916" y="481584"/>
                  </a:lnTo>
                  <a:lnTo>
                    <a:pt x="94488" y="477012"/>
                  </a:lnTo>
                  <a:lnTo>
                    <a:pt x="99060" y="477012"/>
                  </a:lnTo>
                  <a:lnTo>
                    <a:pt x="102489" y="476135"/>
                  </a:lnTo>
                  <a:lnTo>
                    <a:pt x="108204" y="475678"/>
                  </a:lnTo>
                  <a:lnTo>
                    <a:pt x="126492" y="475488"/>
                  </a:lnTo>
                  <a:lnTo>
                    <a:pt x="187452" y="475488"/>
                  </a:lnTo>
                  <a:lnTo>
                    <a:pt x="193548" y="477012"/>
                  </a:lnTo>
                  <a:lnTo>
                    <a:pt x="198120" y="478536"/>
                  </a:lnTo>
                  <a:lnTo>
                    <a:pt x="201168" y="481584"/>
                  </a:lnTo>
                  <a:lnTo>
                    <a:pt x="202692" y="486156"/>
                  </a:lnTo>
                  <a:lnTo>
                    <a:pt x="202692" y="495300"/>
                  </a:lnTo>
                  <a:lnTo>
                    <a:pt x="207264" y="495300"/>
                  </a:lnTo>
                  <a:lnTo>
                    <a:pt x="207264" y="431292"/>
                  </a:lnTo>
                  <a:lnTo>
                    <a:pt x="202692" y="431292"/>
                  </a:lnTo>
                  <a:lnTo>
                    <a:pt x="202692" y="441960"/>
                  </a:lnTo>
                  <a:lnTo>
                    <a:pt x="201168" y="445008"/>
                  </a:lnTo>
                  <a:lnTo>
                    <a:pt x="198120" y="448056"/>
                  </a:lnTo>
                  <a:lnTo>
                    <a:pt x="192024" y="451104"/>
                  </a:lnTo>
                  <a:lnTo>
                    <a:pt x="108204" y="451104"/>
                  </a:lnTo>
                  <a:lnTo>
                    <a:pt x="99314" y="442201"/>
                  </a:lnTo>
                  <a:lnTo>
                    <a:pt x="93154" y="433578"/>
                  </a:lnTo>
                  <a:lnTo>
                    <a:pt x="89547" y="424967"/>
                  </a:lnTo>
                  <a:lnTo>
                    <a:pt x="88392" y="416052"/>
                  </a:lnTo>
                  <a:lnTo>
                    <a:pt x="88392" y="408432"/>
                  </a:lnTo>
                  <a:lnTo>
                    <a:pt x="123444" y="394716"/>
                  </a:lnTo>
                  <a:lnTo>
                    <a:pt x="192024" y="394716"/>
                  </a:lnTo>
                  <a:lnTo>
                    <a:pt x="198120" y="397764"/>
                  </a:lnTo>
                  <a:lnTo>
                    <a:pt x="202692" y="402336"/>
                  </a:lnTo>
                  <a:lnTo>
                    <a:pt x="202692" y="414528"/>
                  </a:lnTo>
                  <a:lnTo>
                    <a:pt x="207264" y="414528"/>
                  </a:lnTo>
                  <a:lnTo>
                    <a:pt x="207264" y="350520"/>
                  </a:lnTo>
                  <a:close/>
                </a:path>
                <a:path extrusionOk="0" h="780414" w="210820">
                  <a:moveTo>
                    <a:pt x="210299" y="531876"/>
                  </a:moveTo>
                  <a:lnTo>
                    <a:pt x="188963" y="499872"/>
                  </a:lnTo>
                  <a:lnTo>
                    <a:pt x="181343" y="499872"/>
                  </a:lnTo>
                  <a:lnTo>
                    <a:pt x="187439" y="505968"/>
                  </a:lnTo>
                  <a:lnTo>
                    <a:pt x="190487" y="510540"/>
                  </a:lnTo>
                  <a:lnTo>
                    <a:pt x="192011" y="512064"/>
                  </a:lnTo>
                  <a:lnTo>
                    <a:pt x="192011" y="519684"/>
                  </a:lnTo>
                  <a:lnTo>
                    <a:pt x="190487" y="519684"/>
                  </a:lnTo>
                  <a:lnTo>
                    <a:pt x="190487" y="521208"/>
                  </a:lnTo>
                  <a:lnTo>
                    <a:pt x="187439" y="522732"/>
                  </a:lnTo>
                  <a:lnTo>
                    <a:pt x="115811" y="522732"/>
                  </a:lnTo>
                  <a:lnTo>
                    <a:pt x="107264" y="522998"/>
                  </a:lnTo>
                  <a:lnTo>
                    <a:pt x="73952" y="544245"/>
                  </a:lnTo>
                  <a:lnTo>
                    <a:pt x="70091" y="568452"/>
                  </a:lnTo>
                  <a:lnTo>
                    <a:pt x="70218" y="570052"/>
                  </a:lnTo>
                  <a:lnTo>
                    <a:pt x="70904" y="579297"/>
                  </a:lnTo>
                  <a:lnTo>
                    <a:pt x="92379" y="613029"/>
                  </a:lnTo>
                  <a:lnTo>
                    <a:pt x="105143" y="615696"/>
                  </a:lnTo>
                  <a:lnTo>
                    <a:pt x="112763" y="615696"/>
                  </a:lnTo>
                  <a:lnTo>
                    <a:pt x="117335" y="611124"/>
                  </a:lnTo>
                  <a:lnTo>
                    <a:pt x="118859" y="608076"/>
                  </a:lnTo>
                  <a:lnTo>
                    <a:pt x="118859" y="600456"/>
                  </a:lnTo>
                  <a:lnTo>
                    <a:pt x="95999" y="592836"/>
                  </a:lnTo>
                  <a:lnTo>
                    <a:pt x="91427" y="592836"/>
                  </a:lnTo>
                  <a:lnTo>
                    <a:pt x="85331" y="586740"/>
                  </a:lnTo>
                  <a:lnTo>
                    <a:pt x="80759" y="583692"/>
                  </a:lnTo>
                  <a:lnTo>
                    <a:pt x="79298" y="579297"/>
                  </a:lnTo>
                  <a:lnTo>
                    <a:pt x="106362" y="547674"/>
                  </a:lnTo>
                  <a:lnTo>
                    <a:pt x="115811" y="547116"/>
                  </a:lnTo>
                  <a:lnTo>
                    <a:pt x="120383" y="547116"/>
                  </a:lnTo>
                  <a:lnTo>
                    <a:pt x="126809" y="563308"/>
                  </a:lnTo>
                  <a:lnTo>
                    <a:pt x="132194" y="576643"/>
                  </a:lnTo>
                  <a:lnTo>
                    <a:pt x="155435" y="613460"/>
                  </a:lnTo>
                  <a:lnTo>
                    <a:pt x="164579" y="620268"/>
                  </a:lnTo>
                  <a:lnTo>
                    <a:pt x="176771" y="620268"/>
                  </a:lnTo>
                  <a:lnTo>
                    <a:pt x="210299" y="598932"/>
                  </a:lnTo>
                  <a:lnTo>
                    <a:pt x="210299" y="595884"/>
                  </a:lnTo>
                  <a:lnTo>
                    <a:pt x="210299" y="583692"/>
                  </a:lnTo>
                  <a:lnTo>
                    <a:pt x="208775" y="579120"/>
                  </a:lnTo>
                  <a:lnTo>
                    <a:pt x="207251" y="573024"/>
                  </a:lnTo>
                  <a:lnTo>
                    <a:pt x="205016" y="569620"/>
                  </a:lnTo>
                  <a:lnTo>
                    <a:pt x="200774" y="564070"/>
                  </a:lnTo>
                  <a:lnTo>
                    <a:pt x="192011" y="552932"/>
                  </a:lnTo>
                  <a:lnTo>
                    <a:pt x="192011" y="576072"/>
                  </a:lnTo>
                  <a:lnTo>
                    <a:pt x="192011" y="582168"/>
                  </a:lnTo>
                  <a:lnTo>
                    <a:pt x="190487" y="586740"/>
                  </a:lnTo>
                  <a:lnTo>
                    <a:pt x="185915" y="589788"/>
                  </a:lnTo>
                  <a:lnTo>
                    <a:pt x="181343" y="594360"/>
                  </a:lnTo>
                  <a:lnTo>
                    <a:pt x="175247" y="595884"/>
                  </a:lnTo>
                  <a:lnTo>
                    <a:pt x="164579" y="595884"/>
                  </a:lnTo>
                  <a:lnTo>
                    <a:pt x="140030" y="571766"/>
                  </a:lnTo>
                  <a:lnTo>
                    <a:pt x="133794" y="557428"/>
                  </a:lnTo>
                  <a:lnTo>
                    <a:pt x="129527" y="547116"/>
                  </a:lnTo>
                  <a:lnTo>
                    <a:pt x="178295" y="547116"/>
                  </a:lnTo>
                  <a:lnTo>
                    <a:pt x="184302" y="555713"/>
                  </a:lnTo>
                  <a:lnTo>
                    <a:pt x="188582" y="563308"/>
                  </a:lnTo>
                  <a:lnTo>
                    <a:pt x="191160" y="570052"/>
                  </a:lnTo>
                  <a:lnTo>
                    <a:pt x="192011" y="576072"/>
                  </a:lnTo>
                  <a:lnTo>
                    <a:pt x="192011" y="552932"/>
                  </a:lnTo>
                  <a:lnTo>
                    <a:pt x="187439" y="547116"/>
                  </a:lnTo>
                  <a:lnTo>
                    <a:pt x="196583" y="547116"/>
                  </a:lnTo>
                  <a:lnTo>
                    <a:pt x="202679" y="545592"/>
                  </a:lnTo>
                  <a:lnTo>
                    <a:pt x="205727" y="544068"/>
                  </a:lnTo>
                  <a:lnTo>
                    <a:pt x="208775" y="541020"/>
                  </a:lnTo>
                  <a:lnTo>
                    <a:pt x="210299" y="536448"/>
                  </a:lnTo>
                  <a:lnTo>
                    <a:pt x="210299" y="531876"/>
                  </a:lnTo>
                  <a:close/>
                </a:path>
                <a:path extrusionOk="0" h="780414" w="210820">
                  <a:moveTo>
                    <a:pt x="210312" y="240792"/>
                  </a:moveTo>
                  <a:lnTo>
                    <a:pt x="193548" y="201168"/>
                  </a:lnTo>
                  <a:lnTo>
                    <a:pt x="188976" y="202692"/>
                  </a:lnTo>
                  <a:lnTo>
                    <a:pt x="190500" y="207264"/>
                  </a:lnTo>
                  <a:lnTo>
                    <a:pt x="192024" y="210312"/>
                  </a:lnTo>
                  <a:lnTo>
                    <a:pt x="192024" y="214884"/>
                  </a:lnTo>
                  <a:lnTo>
                    <a:pt x="190500" y="217932"/>
                  </a:lnTo>
                  <a:lnTo>
                    <a:pt x="190500" y="219456"/>
                  </a:lnTo>
                  <a:lnTo>
                    <a:pt x="188976" y="220980"/>
                  </a:lnTo>
                  <a:lnTo>
                    <a:pt x="185928" y="220980"/>
                  </a:lnTo>
                  <a:lnTo>
                    <a:pt x="182880" y="222504"/>
                  </a:lnTo>
                  <a:lnTo>
                    <a:pt x="179209" y="222745"/>
                  </a:lnTo>
                  <a:lnTo>
                    <a:pt x="172974" y="223266"/>
                  </a:lnTo>
                  <a:lnTo>
                    <a:pt x="164439" y="223799"/>
                  </a:lnTo>
                  <a:lnTo>
                    <a:pt x="153924" y="224028"/>
                  </a:lnTo>
                  <a:lnTo>
                    <a:pt x="0" y="224028"/>
                  </a:lnTo>
                  <a:lnTo>
                    <a:pt x="0" y="230124"/>
                  </a:lnTo>
                  <a:lnTo>
                    <a:pt x="16764" y="271272"/>
                  </a:lnTo>
                  <a:lnTo>
                    <a:pt x="21475" y="268135"/>
                  </a:lnTo>
                  <a:lnTo>
                    <a:pt x="21285" y="268135"/>
                  </a:lnTo>
                  <a:lnTo>
                    <a:pt x="19812" y="265176"/>
                  </a:lnTo>
                  <a:lnTo>
                    <a:pt x="19900" y="254419"/>
                  </a:lnTo>
                  <a:lnTo>
                    <a:pt x="24384" y="249936"/>
                  </a:lnTo>
                  <a:lnTo>
                    <a:pt x="28943" y="248412"/>
                  </a:lnTo>
                  <a:lnTo>
                    <a:pt x="82296" y="248412"/>
                  </a:lnTo>
                  <a:lnTo>
                    <a:pt x="77165" y="254419"/>
                  </a:lnTo>
                  <a:lnTo>
                    <a:pt x="73342" y="260985"/>
                  </a:lnTo>
                  <a:lnTo>
                    <a:pt x="70929" y="268135"/>
                  </a:lnTo>
                  <a:lnTo>
                    <a:pt x="70104" y="275844"/>
                  </a:lnTo>
                  <a:lnTo>
                    <a:pt x="71551" y="288988"/>
                  </a:lnTo>
                  <a:lnTo>
                    <a:pt x="94488" y="321564"/>
                  </a:lnTo>
                  <a:lnTo>
                    <a:pt x="131991" y="338709"/>
                  </a:lnTo>
                  <a:lnTo>
                    <a:pt x="146304" y="339852"/>
                  </a:lnTo>
                  <a:lnTo>
                    <a:pt x="159727" y="338709"/>
                  </a:lnTo>
                  <a:lnTo>
                    <a:pt x="159524" y="338709"/>
                  </a:lnTo>
                  <a:lnTo>
                    <a:pt x="171450" y="335470"/>
                  </a:lnTo>
                  <a:lnTo>
                    <a:pt x="182308" y="330212"/>
                  </a:lnTo>
                  <a:lnTo>
                    <a:pt x="192024" y="323088"/>
                  </a:lnTo>
                  <a:lnTo>
                    <a:pt x="200025" y="314807"/>
                  </a:lnTo>
                  <a:lnTo>
                    <a:pt x="201549" y="312420"/>
                  </a:lnTo>
                  <a:lnTo>
                    <a:pt x="205740" y="305943"/>
                  </a:lnTo>
                  <a:lnTo>
                    <a:pt x="209169" y="296519"/>
                  </a:lnTo>
                  <a:lnTo>
                    <a:pt x="210312" y="286512"/>
                  </a:lnTo>
                  <a:lnTo>
                    <a:pt x="210312" y="278892"/>
                  </a:lnTo>
                  <a:lnTo>
                    <a:pt x="208788" y="272796"/>
                  </a:lnTo>
                  <a:lnTo>
                    <a:pt x="202692" y="260604"/>
                  </a:lnTo>
                  <a:lnTo>
                    <a:pt x="196469" y="254419"/>
                  </a:lnTo>
                  <a:lnTo>
                    <a:pt x="192024" y="250863"/>
                  </a:lnTo>
                  <a:lnTo>
                    <a:pt x="192024" y="272796"/>
                  </a:lnTo>
                  <a:lnTo>
                    <a:pt x="191135" y="279654"/>
                  </a:lnTo>
                  <a:lnTo>
                    <a:pt x="158877" y="309181"/>
                  </a:lnTo>
                  <a:lnTo>
                    <a:pt x="147320" y="311569"/>
                  </a:lnTo>
                  <a:lnTo>
                    <a:pt x="147574" y="311569"/>
                  </a:lnTo>
                  <a:lnTo>
                    <a:pt x="134112" y="312420"/>
                  </a:lnTo>
                  <a:lnTo>
                    <a:pt x="120370" y="311569"/>
                  </a:lnTo>
                  <a:lnTo>
                    <a:pt x="108775" y="308991"/>
                  </a:lnTo>
                  <a:lnTo>
                    <a:pt x="99174" y="304711"/>
                  </a:lnTo>
                  <a:lnTo>
                    <a:pt x="91440" y="298704"/>
                  </a:lnTo>
                  <a:lnTo>
                    <a:pt x="83820" y="292608"/>
                  </a:lnTo>
                  <a:lnTo>
                    <a:pt x="79248" y="284988"/>
                  </a:lnTo>
                  <a:lnTo>
                    <a:pt x="79248" y="272796"/>
                  </a:lnTo>
                  <a:lnTo>
                    <a:pt x="80835" y="268135"/>
                  </a:lnTo>
                  <a:lnTo>
                    <a:pt x="86868" y="259080"/>
                  </a:lnTo>
                  <a:lnTo>
                    <a:pt x="89916" y="256032"/>
                  </a:lnTo>
                  <a:lnTo>
                    <a:pt x="96012" y="252984"/>
                  </a:lnTo>
                  <a:lnTo>
                    <a:pt x="100584" y="249936"/>
                  </a:lnTo>
                  <a:lnTo>
                    <a:pt x="106680" y="248412"/>
                  </a:lnTo>
                  <a:lnTo>
                    <a:pt x="178308" y="248412"/>
                  </a:lnTo>
                  <a:lnTo>
                    <a:pt x="184302" y="254152"/>
                  </a:lnTo>
                  <a:lnTo>
                    <a:pt x="188595" y="260032"/>
                  </a:lnTo>
                  <a:lnTo>
                    <a:pt x="191160" y="266204"/>
                  </a:lnTo>
                  <a:lnTo>
                    <a:pt x="192024" y="272796"/>
                  </a:lnTo>
                  <a:lnTo>
                    <a:pt x="192024" y="250863"/>
                  </a:lnTo>
                  <a:lnTo>
                    <a:pt x="188976" y="248412"/>
                  </a:lnTo>
                  <a:lnTo>
                    <a:pt x="210312" y="248412"/>
                  </a:lnTo>
                  <a:lnTo>
                    <a:pt x="210312" y="240792"/>
                  </a:lnTo>
                  <a:close/>
                </a:path>
                <a:path extrusionOk="0" h="780414" w="210820">
                  <a:moveTo>
                    <a:pt x="210312" y="140208"/>
                  </a:moveTo>
                  <a:lnTo>
                    <a:pt x="193611" y="102857"/>
                  </a:lnTo>
                  <a:lnTo>
                    <a:pt x="170688" y="94488"/>
                  </a:lnTo>
                  <a:lnTo>
                    <a:pt x="159588" y="96469"/>
                  </a:lnTo>
                  <a:lnTo>
                    <a:pt x="149352" y="102298"/>
                  </a:lnTo>
                  <a:lnTo>
                    <a:pt x="140246" y="111848"/>
                  </a:lnTo>
                  <a:lnTo>
                    <a:pt x="132588" y="124968"/>
                  </a:lnTo>
                  <a:lnTo>
                    <a:pt x="123444" y="146304"/>
                  </a:lnTo>
                  <a:lnTo>
                    <a:pt x="118872" y="155448"/>
                  </a:lnTo>
                  <a:lnTo>
                    <a:pt x="114300" y="161544"/>
                  </a:lnTo>
                  <a:lnTo>
                    <a:pt x="109728" y="164592"/>
                  </a:lnTo>
                  <a:lnTo>
                    <a:pt x="106680" y="166116"/>
                  </a:lnTo>
                  <a:lnTo>
                    <a:pt x="102108" y="167640"/>
                  </a:lnTo>
                  <a:lnTo>
                    <a:pt x="92964" y="167640"/>
                  </a:lnTo>
                  <a:lnTo>
                    <a:pt x="88392" y="166116"/>
                  </a:lnTo>
                  <a:lnTo>
                    <a:pt x="85344" y="161544"/>
                  </a:lnTo>
                  <a:lnTo>
                    <a:pt x="80772" y="158496"/>
                  </a:lnTo>
                  <a:lnTo>
                    <a:pt x="79248" y="152400"/>
                  </a:lnTo>
                  <a:lnTo>
                    <a:pt x="79248" y="137160"/>
                  </a:lnTo>
                  <a:lnTo>
                    <a:pt x="115824" y="109728"/>
                  </a:lnTo>
                  <a:lnTo>
                    <a:pt x="115824" y="105156"/>
                  </a:lnTo>
                  <a:lnTo>
                    <a:pt x="70104" y="105156"/>
                  </a:lnTo>
                  <a:lnTo>
                    <a:pt x="70104" y="109728"/>
                  </a:lnTo>
                  <a:lnTo>
                    <a:pt x="73152" y="111252"/>
                  </a:lnTo>
                  <a:lnTo>
                    <a:pt x="74676" y="112776"/>
                  </a:lnTo>
                  <a:lnTo>
                    <a:pt x="76200" y="112776"/>
                  </a:lnTo>
                  <a:lnTo>
                    <a:pt x="76200" y="121920"/>
                  </a:lnTo>
                  <a:lnTo>
                    <a:pt x="74676" y="126492"/>
                  </a:lnTo>
                  <a:lnTo>
                    <a:pt x="71628" y="134112"/>
                  </a:lnTo>
                  <a:lnTo>
                    <a:pt x="70104" y="140208"/>
                  </a:lnTo>
                  <a:lnTo>
                    <a:pt x="70104" y="146304"/>
                  </a:lnTo>
                  <a:lnTo>
                    <a:pt x="70904" y="154901"/>
                  </a:lnTo>
                  <a:lnTo>
                    <a:pt x="100482" y="185343"/>
                  </a:lnTo>
                  <a:lnTo>
                    <a:pt x="108204" y="185928"/>
                  </a:lnTo>
                  <a:lnTo>
                    <a:pt x="115824" y="185928"/>
                  </a:lnTo>
                  <a:lnTo>
                    <a:pt x="146304" y="150876"/>
                  </a:lnTo>
                  <a:lnTo>
                    <a:pt x="151726" y="141452"/>
                  </a:lnTo>
                  <a:lnTo>
                    <a:pt x="173736" y="115824"/>
                  </a:lnTo>
                  <a:lnTo>
                    <a:pt x="187452" y="115824"/>
                  </a:lnTo>
                  <a:lnTo>
                    <a:pt x="192024" y="118872"/>
                  </a:lnTo>
                  <a:lnTo>
                    <a:pt x="195072" y="123444"/>
                  </a:lnTo>
                  <a:lnTo>
                    <a:pt x="199644" y="126492"/>
                  </a:lnTo>
                  <a:lnTo>
                    <a:pt x="201168" y="132588"/>
                  </a:lnTo>
                  <a:lnTo>
                    <a:pt x="201168" y="140208"/>
                  </a:lnTo>
                  <a:lnTo>
                    <a:pt x="179070" y="176022"/>
                  </a:lnTo>
                  <a:lnTo>
                    <a:pt x="161544" y="181356"/>
                  </a:lnTo>
                  <a:lnTo>
                    <a:pt x="161544" y="185928"/>
                  </a:lnTo>
                  <a:lnTo>
                    <a:pt x="208788" y="185928"/>
                  </a:lnTo>
                  <a:lnTo>
                    <a:pt x="210312" y="181356"/>
                  </a:lnTo>
                  <a:lnTo>
                    <a:pt x="207264" y="181356"/>
                  </a:lnTo>
                  <a:lnTo>
                    <a:pt x="204216" y="178308"/>
                  </a:lnTo>
                  <a:lnTo>
                    <a:pt x="204216" y="175260"/>
                  </a:lnTo>
                  <a:lnTo>
                    <a:pt x="205740" y="172212"/>
                  </a:lnTo>
                  <a:lnTo>
                    <a:pt x="205740" y="169164"/>
                  </a:lnTo>
                  <a:lnTo>
                    <a:pt x="207733" y="161213"/>
                  </a:lnTo>
                  <a:lnTo>
                    <a:pt x="209169" y="153543"/>
                  </a:lnTo>
                  <a:lnTo>
                    <a:pt x="210019" y="146456"/>
                  </a:lnTo>
                  <a:lnTo>
                    <a:pt x="210312" y="140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05" name="Google Shape;105;p7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276599" y="5359908"/>
              <a:ext cx="140208" cy="28498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6" name="Google Shape;106;p7"/>
          <p:cNvSpPr/>
          <p:nvPr/>
        </p:nvSpPr>
        <p:spPr>
          <a:xfrm>
            <a:off x="3206483" y="3403092"/>
            <a:ext cx="210820" cy="525780"/>
          </a:xfrm>
          <a:custGeom>
            <a:rect b="b" l="l" r="r" t="t"/>
            <a:pathLst>
              <a:path extrusionOk="0" h="525779" w="210820">
                <a:moveTo>
                  <a:pt x="32004" y="268224"/>
                </a:moveTo>
                <a:lnTo>
                  <a:pt x="30480" y="263652"/>
                </a:lnTo>
                <a:lnTo>
                  <a:pt x="24384" y="257556"/>
                </a:lnTo>
                <a:lnTo>
                  <a:pt x="21336" y="256032"/>
                </a:lnTo>
                <a:lnTo>
                  <a:pt x="12192" y="256032"/>
                </a:lnTo>
                <a:lnTo>
                  <a:pt x="7620" y="257556"/>
                </a:lnTo>
                <a:lnTo>
                  <a:pt x="1524" y="263652"/>
                </a:lnTo>
                <a:lnTo>
                  <a:pt x="0" y="268224"/>
                </a:lnTo>
                <a:lnTo>
                  <a:pt x="0" y="275844"/>
                </a:lnTo>
                <a:lnTo>
                  <a:pt x="1524" y="280416"/>
                </a:lnTo>
                <a:lnTo>
                  <a:pt x="7620" y="286512"/>
                </a:lnTo>
                <a:lnTo>
                  <a:pt x="12192" y="288036"/>
                </a:lnTo>
                <a:lnTo>
                  <a:pt x="21336" y="288036"/>
                </a:lnTo>
                <a:lnTo>
                  <a:pt x="24384" y="286512"/>
                </a:lnTo>
                <a:lnTo>
                  <a:pt x="30480" y="280416"/>
                </a:lnTo>
                <a:lnTo>
                  <a:pt x="32004" y="275844"/>
                </a:lnTo>
                <a:lnTo>
                  <a:pt x="32004" y="268224"/>
                </a:lnTo>
                <a:close/>
              </a:path>
              <a:path extrusionOk="0" h="525779" w="210820">
                <a:moveTo>
                  <a:pt x="207264" y="239268"/>
                </a:moveTo>
                <a:lnTo>
                  <a:pt x="202692" y="239268"/>
                </a:lnTo>
                <a:lnTo>
                  <a:pt x="202692" y="249936"/>
                </a:lnTo>
                <a:lnTo>
                  <a:pt x="201168" y="251460"/>
                </a:lnTo>
                <a:lnTo>
                  <a:pt x="199644" y="254508"/>
                </a:lnTo>
                <a:lnTo>
                  <a:pt x="198120" y="256032"/>
                </a:lnTo>
                <a:lnTo>
                  <a:pt x="192024" y="259080"/>
                </a:lnTo>
                <a:lnTo>
                  <a:pt x="70104" y="259080"/>
                </a:lnTo>
                <a:lnTo>
                  <a:pt x="70104" y="265176"/>
                </a:lnTo>
                <a:lnTo>
                  <a:pt x="86868" y="306324"/>
                </a:lnTo>
                <a:lnTo>
                  <a:pt x="91440" y="304800"/>
                </a:lnTo>
                <a:lnTo>
                  <a:pt x="89916" y="300228"/>
                </a:lnTo>
                <a:lnTo>
                  <a:pt x="89916" y="289560"/>
                </a:lnTo>
                <a:lnTo>
                  <a:pt x="94488" y="284988"/>
                </a:lnTo>
                <a:lnTo>
                  <a:pt x="97536" y="284988"/>
                </a:lnTo>
                <a:lnTo>
                  <a:pt x="102069" y="284111"/>
                </a:lnTo>
                <a:lnTo>
                  <a:pt x="108585" y="283654"/>
                </a:lnTo>
                <a:lnTo>
                  <a:pt x="118008" y="283464"/>
                </a:lnTo>
                <a:lnTo>
                  <a:pt x="192024" y="283464"/>
                </a:lnTo>
                <a:lnTo>
                  <a:pt x="198120" y="286512"/>
                </a:lnTo>
                <a:lnTo>
                  <a:pt x="199644" y="288036"/>
                </a:lnTo>
                <a:lnTo>
                  <a:pt x="201168" y="291084"/>
                </a:lnTo>
                <a:lnTo>
                  <a:pt x="202692" y="292608"/>
                </a:lnTo>
                <a:lnTo>
                  <a:pt x="202692" y="303276"/>
                </a:lnTo>
                <a:lnTo>
                  <a:pt x="207264" y="303276"/>
                </a:lnTo>
                <a:lnTo>
                  <a:pt x="207264" y="283464"/>
                </a:lnTo>
                <a:lnTo>
                  <a:pt x="207264" y="239268"/>
                </a:lnTo>
                <a:close/>
              </a:path>
              <a:path extrusionOk="0" h="525779" w="210820">
                <a:moveTo>
                  <a:pt x="207276" y="0"/>
                </a:moveTo>
                <a:lnTo>
                  <a:pt x="202704" y="0"/>
                </a:lnTo>
                <a:lnTo>
                  <a:pt x="202704" y="10668"/>
                </a:lnTo>
                <a:lnTo>
                  <a:pt x="201180" y="12192"/>
                </a:lnTo>
                <a:lnTo>
                  <a:pt x="199656" y="15240"/>
                </a:lnTo>
                <a:lnTo>
                  <a:pt x="198132" y="16764"/>
                </a:lnTo>
                <a:lnTo>
                  <a:pt x="192036" y="19812"/>
                </a:lnTo>
                <a:lnTo>
                  <a:pt x="129552" y="19812"/>
                </a:lnTo>
                <a:lnTo>
                  <a:pt x="118732" y="20078"/>
                </a:lnTo>
                <a:lnTo>
                  <a:pt x="80784" y="28956"/>
                </a:lnTo>
                <a:lnTo>
                  <a:pt x="70116" y="47244"/>
                </a:lnTo>
                <a:lnTo>
                  <a:pt x="70116" y="60960"/>
                </a:lnTo>
                <a:lnTo>
                  <a:pt x="71640" y="68580"/>
                </a:lnTo>
                <a:lnTo>
                  <a:pt x="76212" y="74676"/>
                </a:lnTo>
                <a:lnTo>
                  <a:pt x="79349" y="79806"/>
                </a:lnTo>
                <a:lnTo>
                  <a:pt x="84213" y="85915"/>
                </a:lnTo>
                <a:lnTo>
                  <a:pt x="90779" y="92900"/>
                </a:lnTo>
                <a:lnTo>
                  <a:pt x="99072" y="100584"/>
                </a:lnTo>
                <a:lnTo>
                  <a:pt x="12" y="100584"/>
                </a:lnTo>
                <a:lnTo>
                  <a:pt x="12" y="106680"/>
                </a:lnTo>
                <a:lnTo>
                  <a:pt x="16776" y="147828"/>
                </a:lnTo>
                <a:lnTo>
                  <a:pt x="21348" y="146304"/>
                </a:lnTo>
                <a:lnTo>
                  <a:pt x="19824" y="141732"/>
                </a:lnTo>
                <a:lnTo>
                  <a:pt x="19824" y="131064"/>
                </a:lnTo>
                <a:lnTo>
                  <a:pt x="24396" y="126492"/>
                </a:lnTo>
                <a:lnTo>
                  <a:pt x="28968" y="126492"/>
                </a:lnTo>
                <a:lnTo>
                  <a:pt x="32397" y="125615"/>
                </a:lnTo>
                <a:lnTo>
                  <a:pt x="38112" y="125158"/>
                </a:lnTo>
                <a:lnTo>
                  <a:pt x="56400" y="124968"/>
                </a:lnTo>
                <a:lnTo>
                  <a:pt x="192036" y="124968"/>
                </a:lnTo>
                <a:lnTo>
                  <a:pt x="195084" y="126492"/>
                </a:lnTo>
                <a:lnTo>
                  <a:pt x="196608" y="128016"/>
                </a:lnTo>
                <a:lnTo>
                  <a:pt x="199656" y="129540"/>
                </a:lnTo>
                <a:lnTo>
                  <a:pt x="199656" y="131064"/>
                </a:lnTo>
                <a:lnTo>
                  <a:pt x="202704" y="134112"/>
                </a:lnTo>
                <a:lnTo>
                  <a:pt x="202704" y="144780"/>
                </a:lnTo>
                <a:lnTo>
                  <a:pt x="207276" y="144780"/>
                </a:lnTo>
                <a:lnTo>
                  <a:pt x="207276" y="80772"/>
                </a:lnTo>
                <a:lnTo>
                  <a:pt x="202704" y="80772"/>
                </a:lnTo>
                <a:lnTo>
                  <a:pt x="202704" y="91440"/>
                </a:lnTo>
                <a:lnTo>
                  <a:pt x="201180" y="94488"/>
                </a:lnTo>
                <a:lnTo>
                  <a:pt x="196608" y="99060"/>
                </a:lnTo>
                <a:lnTo>
                  <a:pt x="195084" y="99060"/>
                </a:lnTo>
                <a:lnTo>
                  <a:pt x="192036" y="100584"/>
                </a:lnTo>
                <a:lnTo>
                  <a:pt x="108216" y="100584"/>
                </a:lnTo>
                <a:lnTo>
                  <a:pt x="94500" y="86868"/>
                </a:lnTo>
                <a:lnTo>
                  <a:pt x="92976" y="82296"/>
                </a:lnTo>
                <a:lnTo>
                  <a:pt x="89928" y="76200"/>
                </a:lnTo>
                <a:lnTo>
                  <a:pt x="88404" y="71628"/>
                </a:lnTo>
                <a:lnTo>
                  <a:pt x="88404" y="60960"/>
                </a:lnTo>
                <a:lnTo>
                  <a:pt x="89928" y="57912"/>
                </a:lnTo>
                <a:lnTo>
                  <a:pt x="91452" y="53340"/>
                </a:lnTo>
                <a:lnTo>
                  <a:pt x="131076" y="44196"/>
                </a:lnTo>
                <a:lnTo>
                  <a:pt x="192036" y="44196"/>
                </a:lnTo>
                <a:lnTo>
                  <a:pt x="198132" y="47244"/>
                </a:lnTo>
                <a:lnTo>
                  <a:pt x="202704" y="51816"/>
                </a:lnTo>
                <a:lnTo>
                  <a:pt x="202704" y="64008"/>
                </a:lnTo>
                <a:lnTo>
                  <a:pt x="207276" y="64008"/>
                </a:lnTo>
                <a:lnTo>
                  <a:pt x="207276" y="0"/>
                </a:lnTo>
                <a:close/>
              </a:path>
              <a:path extrusionOk="0" h="525779" w="210820">
                <a:moveTo>
                  <a:pt x="210312" y="376428"/>
                </a:moveTo>
                <a:lnTo>
                  <a:pt x="94488" y="332232"/>
                </a:lnTo>
                <a:lnTo>
                  <a:pt x="85344" y="327660"/>
                </a:lnTo>
                <a:lnTo>
                  <a:pt x="79248" y="321564"/>
                </a:lnTo>
                <a:lnTo>
                  <a:pt x="77724" y="313944"/>
                </a:lnTo>
                <a:lnTo>
                  <a:pt x="73152" y="313944"/>
                </a:lnTo>
                <a:lnTo>
                  <a:pt x="73152" y="353568"/>
                </a:lnTo>
                <a:lnTo>
                  <a:pt x="77724" y="353568"/>
                </a:lnTo>
                <a:lnTo>
                  <a:pt x="77724" y="348996"/>
                </a:lnTo>
                <a:lnTo>
                  <a:pt x="79248" y="344424"/>
                </a:lnTo>
                <a:lnTo>
                  <a:pt x="83820" y="339852"/>
                </a:lnTo>
                <a:lnTo>
                  <a:pt x="88392" y="339852"/>
                </a:lnTo>
                <a:lnTo>
                  <a:pt x="92964" y="341376"/>
                </a:lnTo>
                <a:lnTo>
                  <a:pt x="99060" y="342900"/>
                </a:lnTo>
                <a:lnTo>
                  <a:pt x="172212" y="370332"/>
                </a:lnTo>
                <a:lnTo>
                  <a:pt x="96012" y="403860"/>
                </a:lnTo>
                <a:lnTo>
                  <a:pt x="94488" y="403860"/>
                </a:lnTo>
                <a:lnTo>
                  <a:pt x="92964" y="405384"/>
                </a:lnTo>
                <a:lnTo>
                  <a:pt x="86868" y="405384"/>
                </a:lnTo>
                <a:lnTo>
                  <a:pt x="83820" y="403860"/>
                </a:lnTo>
                <a:lnTo>
                  <a:pt x="79248" y="399288"/>
                </a:lnTo>
                <a:lnTo>
                  <a:pt x="77724" y="394716"/>
                </a:lnTo>
                <a:lnTo>
                  <a:pt x="77724" y="388620"/>
                </a:lnTo>
                <a:lnTo>
                  <a:pt x="73152" y="388620"/>
                </a:lnTo>
                <a:lnTo>
                  <a:pt x="73152" y="451104"/>
                </a:lnTo>
                <a:lnTo>
                  <a:pt x="77724" y="451104"/>
                </a:lnTo>
                <a:lnTo>
                  <a:pt x="77724" y="445008"/>
                </a:lnTo>
                <a:lnTo>
                  <a:pt x="79248" y="440436"/>
                </a:lnTo>
                <a:lnTo>
                  <a:pt x="86868" y="432816"/>
                </a:lnTo>
                <a:lnTo>
                  <a:pt x="92964" y="429768"/>
                </a:lnTo>
                <a:lnTo>
                  <a:pt x="112776" y="422148"/>
                </a:lnTo>
                <a:lnTo>
                  <a:pt x="172212" y="449580"/>
                </a:lnTo>
                <a:lnTo>
                  <a:pt x="97536" y="478536"/>
                </a:lnTo>
                <a:lnTo>
                  <a:pt x="94488" y="480060"/>
                </a:lnTo>
                <a:lnTo>
                  <a:pt x="89916" y="481584"/>
                </a:lnTo>
                <a:lnTo>
                  <a:pt x="83820" y="481584"/>
                </a:lnTo>
                <a:lnTo>
                  <a:pt x="79248" y="477012"/>
                </a:lnTo>
                <a:lnTo>
                  <a:pt x="79248" y="473964"/>
                </a:lnTo>
                <a:lnTo>
                  <a:pt x="77724" y="469392"/>
                </a:lnTo>
                <a:lnTo>
                  <a:pt x="73152" y="469392"/>
                </a:lnTo>
                <a:lnTo>
                  <a:pt x="73152" y="525780"/>
                </a:lnTo>
                <a:lnTo>
                  <a:pt x="77724" y="525780"/>
                </a:lnTo>
                <a:lnTo>
                  <a:pt x="79248" y="519684"/>
                </a:lnTo>
                <a:lnTo>
                  <a:pt x="80772" y="515112"/>
                </a:lnTo>
                <a:lnTo>
                  <a:pt x="83820" y="513588"/>
                </a:lnTo>
                <a:lnTo>
                  <a:pt x="86868" y="510540"/>
                </a:lnTo>
                <a:lnTo>
                  <a:pt x="91440" y="507492"/>
                </a:lnTo>
                <a:lnTo>
                  <a:pt x="210312" y="460248"/>
                </a:lnTo>
                <a:lnTo>
                  <a:pt x="210312" y="457200"/>
                </a:lnTo>
                <a:lnTo>
                  <a:pt x="123444" y="417576"/>
                </a:lnTo>
                <a:lnTo>
                  <a:pt x="210312" y="381000"/>
                </a:lnTo>
                <a:lnTo>
                  <a:pt x="210312" y="376428"/>
                </a:lnTo>
                <a:close/>
              </a:path>
              <a:path extrusionOk="0" h="525779" w="210820">
                <a:moveTo>
                  <a:pt x="210312" y="175260"/>
                </a:moveTo>
                <a:lnTo>
                  <a:pt x="208788" y="169164"/>
                </a:lnTo>
                <a:lnTo>
                  <a:pt x="202692" y="163068"/>
                </a:lnTo>
                <a:lnTo>
                  <a:pt x="198120" y="156972"/>
                </a:lnTo>
                <a:lnTo>
                  <a:pt x="192024" y="152400"/>
                </a:lnTo>
                <a:lnTo>
                  <a:pt x="181356" y="149352"/>
                </a:lnTo>
                <a:lnTo>
                  <a:pt x="181356" y="155448"/>
                </a:lnTo>
                <a:lnTo>
                  <a:pt x="185928" y="156972"/>
                </a:lnTo>
                <a:lnTo>
                  <a:pt x="187452" y="158496"/>
                </a:lnTo>
                <a:lnTo>
                  <a:pt x="188976" y="161544"/>
                </a:lnTo>
                <a:lnTo>
                  <a:pt x="192024" y="164592"/>
                </a:lnTo>
                <a:lnTo>
                  <a:pt x="192024" y="175260"/>
                </a:lnTo>
                <a:lnTo>
                  <a:pt x="190500" y="178308"/>
                </a:lnTo>
                <a:lnTo>
                  <a:pt x="187452" y="179832"/>
                </a:lnTo>
                <a:lnTo>
                  <a:pt x="184404" y="182880"/>
                </a:lnTo>
                <a:lnTo>
                  <a:pt x="178308" y="184404"/>
                </a:lnTo>
                <a:lnTo>
                  <a:pt x="82296" y="184404"/>
                </a:lnTo>
                <a:lnTo>
                  <a:pt x="82296" y="152400"/>
                </a:lnTo>
                <a:lnTo>
                  <a:pt x="73152" y="152400"/>
                </a:lnTo>
                <a:lnTo>
                  <a:pt x="73152" y="184404"/>
                </a:lnTo>
                <a:lnTo>
                  <a:pt x="28956" y="184404"/>
                </a:lnTo>
                <a:lnTo>
                  <a:pt x="28956" y="187452"/>
                </a:lnTo>
                <a:lnTo>
                  <a:pt x="39624" y="190500"/>
                </a:lnTo>
                <a:lnTo>
                  <a:pt x="45720" y="195072"/>
                </a:lnTo>
                <a:lnTo>
                  <a:pt x="50292" y="196596"/>
                </a:lnTo>
                <a:lnTo>
                  <a:pt x="56388" y="201168"/>
                </a:lnTo>
                <a:lnTo>
                  <a:pt x="62484" y="207264"/>
                </a:lnTo>
                <a:lnTo>
                  <a:pt x="67056" y="213360"/>
                </a:lnTo>
                <a:lnTo>
                  <a:pt x="73152" y="219456"/>
                </a:lnTo>
                <a:lnTo>
                  <a:pt x="76200" y="225552"/>
                </a:lnTo>
                <a:lnTo>
                  <a:pt x="77724" y="231648"/>
                </a:lnTo>
                <a:lnTo>
                  <a:pt x="82296" y="231648"/>
                </a:lnTo>
                <a:lnTo>
                  <a:pt x="82296" y="208788"/>
                </a:lnTo>
                <a:lnTo>
                  <a:pt x="184404" y="208788"/>
                </a:lnTo>
                <a:lnTo>
                  <a:pt x="192024" y="207264"/>
                </a:lnTo>
                <a:lnTo>
                  <a:pt x="208788" y="190500"/>
                </a:lnTo>
                <a:lnTo>
                  <a:pt x="210312" y="187452"/>
                </a:lnTo>
                <a:lnTo>
                  <a:pt x="210312" y="1752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7" name="Google Shape;107;p7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3206496" y="2973324"/>
            <a:ext cx="210311" cy="3550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8" name="Google Shape;108;p7"/>
          <p:cNvGrpSpPr/>
          <p:nvPr/>
        </p:nvGrpSpPr>
        <p:grpSpPr>
          <a:xfrm>
            <a:off x="3211067" y="2095500"/>
            <a:ext cx="207263" cy="778763"/>
            <a:chOff x="3211067" y="2095500"/>
            <a:chExt cx="207263" cy="778763"/>
          </a:xfrm>
        </p:grpSpPr>
        <p:pic>
          <p:nvPicPr>
            <p:cNvPr id="109" name="Google Shape;109;p7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211067" y="2746247"/>
              <a:ext cx="207263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0" name="Google Shape;110;p7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215639" y="2478023"/>
              <a:ext cx="198120" cy="2468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1" name="Google Shape;111;p7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211067" y="2095500"/>
              <a:ext cx="207263" cy="3596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12" name="Google Shape;112;p7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206495" y="1667255"/>
            <a:ext cx="210311" cy="3337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" name="Google Shape;113;p7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276600" y="6234683"/>
            <a:ext cx="460248" cy="2069592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" name="Google Shape;114;p7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206495" y="3997452"/>
            <a:ext cx="530352" cy="165506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" name="Google Shape;115;p7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526535" y="5731763"/>
            <a:ext cx="210312" cy="4206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" name="Google Shape;116;p7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526535" y="3148583"/>
            <a:ext cx="271271" cy="76504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" name="Google Shape;117;p7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3526535" y="2645664"/>
            <a:ext cx="210312" cy="4175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18" name="Google Shape;118;p7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3846576" y="7219188"/>
            <a:ext cx="210312" cy="1095756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" name="Google Shape;119;p7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846576" y="4175759"/>
            <a:ext cx="210312" cy="4206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" name="Google Shape;120;p7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846576" y="2231136"/>
            <a:ext cx="207263" cy="6553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" name="Google Shape;121;p7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3846576" y="4052315"/>
            <a:ext cx="592836" cy="307543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2" name="Google Shape;122;p7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846576" y="1719072"/>
            <a:ext cx="271231" cy="490727"/>
          </a:xfrm>
          <a:prstGeom prst="rect">
            <a:avLst/>
          </a:prstGeom>
          <a:noFill/>
          <a:ln>
            <a:noFill/>
          </a:ln>
        </p:spPr>
      </p:pic>
      <p:sp>
        <p:nvSpPr>
          <p:cNvPr id="123" name="Google Shape;123;p7"/>
          <p:cNvSpPr/>
          <p:nvPr/>
        </p:nvSpPr>
        <p:spPr>
          <a:xfrm>
            <a:off x="4168127" y="7679436"/>
            <a:ext cx="210820" cy="624840"/>
          </a:xfrm>
          <a:custGeom>
            <a:rect b="b" l="l" r="r" t="t"/>
            <a:pathLst>
              <a:path extrusionOk="0" h="624840" w="210820">
                <a:moveTo>
                  <a:pt x="32004" y="160020"/>
                </a:moveTo>
                <a:lnTo>
                  <a:pt x="30480" y="155448"/>
                </a:lnTo>
                <a:lnTo>
                  <a:pt x="25908" y="152400"/>
                </a:lnTo>
                <a:lnTo>
                  <a:pt x="22860" y="149352"/>
                </a:lnTo>
                <a:lnTo>
                  <a:pt x="19812" y="147828"/>
                </a:lnTo>
                <a:lnTo>
                  <a:pt x="10668" y="147828"/>
                </a:lnTo>
                <a:lnTo>
                  <a:pt x="7620" y="149352"/>
                </a:lnTo>
                <a:lnTo>
                  <a:pt x="1524" y="155448"/>
                </a:lnTo>
                <a:lnTo>
                  <a:pt x="0" y="160020"/>
                </a:lnTo>
                <a:lnTo>
                  <a:pt x="0" y="169164"/>
                </a:lnTo>
                <a:lnTo>
                  <a:pt x="1524" y="172212"/>
                </a:lnTo>
                <a:lnTo>
                  <a:pt x="7620" y="178308"/>
                </a:lnTo>
                <a:lnTo>
                  <a:pt x="10668" y="179832"/>
                </a:lnTo>
                <a:lnTo>
                  <a:pt x="19812" y="179832"/>
                </a:lnTo>
                <a:lnTo>
                  <a:pt x="22860" y="178308"/>
                </a:lnTo>
                <a:lnTo>
                  <a:pt x="25908" y="175260"/>
                </a:lnTo>
                <a:lnTo>
                  <a:pt x="30480" y="172212"/>
                </a:lnTo>
                <a:lnTo>
                  <a:pt x="32004" y="169164"/>
                </a:lnTo>
                <a:lnTo>
                  <a:pt x="32004" y="160020"/>
                </a:lnTo>
                <a:close/>
              </a:path>
              <a:path extrusionOk="0" h="624840" w="210820">
                <a:moveTo>
                  <a:pt x="207264" y="131064"/>
                </a:moveTo>
                <a:lnTo>
                  <a:pt x="202692" y="131064"/>
                </a:lnTo>
                <a:lnTo>
                  <a:pt x="202692" y="137160"/>
                </a:lnTo>
                <a:lnTo>
                  <a:pt x="201168" y="141732"/>
                </a:lnTo>
                <a:lnTo>
                  <a:pt x="199644" y="144780"/>
                </a:lnTo>
                <a:lnTo>
                  <a:pt x="196596" y="147828"/>
                </a:lnTo>
                <a:lnTo>
                  <a:pt x="190500" y="150876"/>
                </a:lnTo>
                <a:lnTo>
                  <a:pt x="70104" y="150876"/>
                </a:lnTo>
                <a:lnTo>
                  <a:pt x="70104" y="158496"/>
                </a:lnTo>
                <a:lnTo>
                  <a:pt x="86868" y="198120"/>
                </a:lnTo>
                <a:lnTo>
                  <a:pt x="91440" y="196596"/>
                </a:lnTo>
                <a:lnTo>
                  <a:pt x="89916" y="192024"/>
                </a:lnTo>
                <a:lnTo>
                  <a:pt x="88392" y="188976"/>
                </a:lnTo>
                <a:lnTo>
                  <a:pt x="88392" y="184404"/>
                </a:lnTo>
                <a:lnTo>
                  <a:pt x="89916" y="181356"/>
                </a:lnTo>
                <a:lnTo>
                  <a:pt x="89916" y="179832"/>
                </a:lnTo>
                <a:lnTo>
                  <a:pt x="91440" y="178308"/>
                </a:lnTo>
                <a:lnTo>
                  <a:pt x="94488" y="178308"/>
                </a:lnTo>
                <a:lnTo>
                  <a:pt x="97536" y="176784"/>
                </a:lnTo>
                <a:lnTo>
                  <a:pt x="101854" y="176555"/>
                </a:lnTo>
                <a:lnTo>
                  <a:pt x="108013" y="176022"/>
                </a:lnTo>
                <a:lnTo>
                  <a:pt x="116192" y="175501"/>
                </a:lnTo>
                <a:lnTo>
                  <a:pt x="126492" y="175260"/>
                </a:lnTo>
                <a:lnTo>
                  <a:pt x="184404" y="175260"/>
                </a:lnTo>
                <a:lnTo>
                  <a:pt x="190500" y="176784"/>
                </a:lnTo>
                <a:lnTo>
                  <a:pt x="193548" y="178308"/>
                </a:lnTo>
                <a:lnTo>
                  <a:pt x="196596" y="178308"/>
                </a:lnTo>
                <a:lnTo>
                  <a:pt x="198120" y="181356"/>
                </a:lnTo>
                <a:lnTo>
                  <a:pt x="201168" y="184404"/>
                </a:lnTo>
                <a:lnTo>
                  <a:pt x="202692" y="188976"/>
                </a:lnTo>
                <a:lnTo>
                  <a:pt x="202692" y="195072"/>
                </a:lnTo>
                <a:lnTo>
                  <a:pt x="207264" y="195072"/>
                </a:lnTo>
                <a:lnTo>
                  <a:pt x="207264" y="175260"/>
                </a:lnTo>
                <a:lnTo>
                  <a:pt x="207264" y="131064"/>
                </a:lnTo>
                <a:close/>
              </a:path>
              <a:path extrusionOk="0" h="624840" w="210820">
                <a:moveTo>
                  <a:pt x="210312" y="527304"/>
                </a:moveTo>
                <a:lnTo>
                  <a:pt x="193548" y="486156"/>
                </a:lnTo>
                <a:lnTo>
                  <a:pt x="188976" y="489204"/>
                </a:lnTo>
                <a:lnTo>
                  <a:pt x="190500" y="492252"/>
                </a:lnTo>
                <a:lnTo>
                  <a:pt x="190500" y="502920"/>
                </a:lnTo>
                <a:lnTo>
                  <a:pt x="187452" y="505968"/>
                </a:lnTo>
                <a:lnTo>
                  <a:pt x="181356" y="509016"/>
                </a:lnTo>
                <a:lnTo>
                  <a:pt x="0" y="509016"/>
                </a:lnTo>
                <a:lnTo>
                  <a:pt x="0" y="516636"/>
                </a:lnTo>
                <a:lnTo>
                  <a:pt x="16764" y="556260"/>
                </a:lnTo>
                <a:lnTo>
                  <a:pt x="21336" y="554736"/>
                </a:lnTo>
                <a:lnTo>
                  <a:pt x="21234" y="554405"/>
                </a:lnTo>
                <a:lnTo>
                  <a:pt x="19812" y="550164"/>
                </a:lnTo>
                <a:lnTo>
                  <a:pt x="18288" y="547116"/>
                </a:lnTo>
                <a:lnTo>
                  <a:pt x="18288" y="541020"/>
                </a:lnTo>
                <a:lnTo>
                  <a:pt x="19812" y="537972"/>
                </a:lnTo>
                <a:lnTo>
                  <a:pt x="21336" y="536448"/>
                </a:lnTo>
                <a:lnTo>
                  <a:pt x="24384" y="536448"/>
                </a:lnTo>
                <a:lnTo>
                  <a:pt x="27432" y="534924"/>
                </a:lnTo>
                <a:lnTo>
                  <a:pt x="30886" y="534695"/>
                </a:lnTo>
                <a:lnTo>
                  <a:pt x="36766" y="534162"/>
                </a:lnTo>
                <a:lnTo>
                  <a:pt x="45224" y="533641"/>
                </a:lnTo>
                <a:lnTo>
                  <a:pt x="56388" y="533400"/>
                </a:lnTo>
                <a:lnTo>
                  <a:pt x="80772" y="533400"/>
                </a:lnTo>
                <a:lnTo>
                  <a:pt x="75895" y="539648"/>
                </a:lnTo>
                <a:lnTo>
                  <a:pt x="72580" y="546735"/>
                </a:lnTo>
                <a:lnTo>
                  <a:pt x="72491" y="547116"/>
                </a:lnTo>
                <a:lnTo>
                  <a:pt x="70700" y="554405"/>
                </a:lnTo>
                <a:lnTo>
                  <a:pt x="70675" y="554736"/>
                </a:lnTo>
                <a:lnTo>
                  <a:pt x="70561" y="556260"/>
                </a:lnTo>
                <a:lnTo>
                  <a:pt x="70446" y="557784"/>
                </a:lnTo>
                <a:lnTo>
                  <a:pt x="70104" y="562356"/>
                </a:lnTo>
                <a:lnTo>
                  <a:pt x="71539" y="575500"/>
                </a:lnTo>
                <a:lnTo>
                  <a:pt x="92964" y="608076"/>
                </a:lnTo>
                <a:lnTo>
                  <a:pt x="131114" y="623938"/>
                </a:lnTo>
                <a:lnTo>
                  <a:pt x="144780" y="624840"/>
                </a:lnTo>
                <a:lnTo>
                  <a:pt x="159194" y="623938"/>
                </a:lnTo>
                <a:lnTo>
                  <a:pt x="158915" y="623938"/>
                </a:lnTo>
                <a:lnTo>
                  <a:pt x="171259" y="621220"/>
                </a:lnTo>
                <a:lnTo>
                  <a:pt x="202552" y="597408"/>
                </a:lnTo>
                <a:lnTo>
                  <a:pt x="210312" y="573024"/>
                </a:lnTo>
                <a:lnTo>
                  <a:pt x="210312" y="565404"/>
                </a:lnTo>
                <a:lnTo>
                  <a:pt x="192024" y="538022"/>
                </a:lnTo>
                <a:lnTo>
                  <a:pt x="192024" y="557784"/>
                </a:lnTo>
                <a:lnTo>
                  <a:pt x="190944" y="565404"/>
                </a:lnTo>
                <a:lnTo>
                  <a:pt x="157543" y="594741"/>
                </a:lnTo>
                <a:lnTo>
                  <a:pt x="132588" y="597408"/>
                </a:lnTo>
                <a:lnTo>
                  <a:pt x="119494" y="596798"/>
                </a:lnTo>
                <a:lnTo>
                  <a:pt x="82296" y="579120"/>
                </a:lnTo>
                <a:lnTo>
                  <a:pt x="79248" y="571500"/>
                </a:lnTo>
                <a:lnTo>
                  <a:pt x="79248" y="554736"/>
                </a:lnTo>
                <a:lnTo>
                  <a:pt x="85344" y="545592"/>
                </a:lnTo>
                <a:lnTo>
                  <a:pt x="99060" y="536448"/>
                </a:lnTo>
                <a:lnTo>
                  <a:pt x="105156" y="534924"/>
                </a:lnTo>
                <a:lnTo>
                  <a:pt x="112776" y="533400"/>
                </a:lnTo>
                <a:lnTo>
                  <a:pt x="178308" y="533400"/>
                </a:lnTo>
                <a:lnTo>
                  <a:pt x="184315" y="540004"/>
                </a:lnTo>
                <a:lnTo>
                  <a:pt x="188595" y="546163"/>
                </a:lnTo>
                <a:lnTo>
                  <a:pt x="191173" y="552056"/>
                </a:lnTo>
                <a:lnTo>
                  <a:pt x="192024" y="557784"/>
                </a:lnTo>
                <a:lnTo>
                  <a:pt x="192024" y="538022"/>
                </a:lnTo>
                <a:lnTo>
                  <a:pt x="187452" y="533400"/>
                </a:lnTo>
                <a:lnTo>
                  <a:pt x="210312" y="533400"/>
                </a:lnTo>
                <a:lnTo>
                  <a:pt x="210312" y="527304"/>
                </a:lnTo>
                <a:close/>
              </a:path>
              <a:path extrusionOk="0" h="624840" w="210820">
                <a:moveTo>
                  <a:pt x="210312" y="419100"/>
                </a:moveTo>
                <a:lnTo>
                  <a:pt x="193548" y="382524"/>
                </a:lnTo>
                <a:lnTo>
                  <a:pt x="156972" y="364236"/>
                </a:lnTo>
                <a:lnTo>
                  <a:pt x="155448" y="367284"/>
                </a:lnTo>
                <a:lnTo>
                  <a:pt x="162877" y="370979"/>
                </a:lnTo>
                <a:lnTo>
                  <a:pt x="169164" y="375094"/>
                </a:lnTo>
                <a:lnTo>
                  <a:pt x="174282" y="379476"/>
                </a:lnTo>
                <a:lnTo>
                  <a:pt x="178308" y="384048"/>
                </a:lnTo>
                <a:lnTo>
                  <a:pt x="182880" y="390144"/>
                </a:lnTo>
                <a:lnTo>
                  <a:pt x="185928" y="397764"/>
                </a:lnTo>
                <a:lnTo>
                  <a:pt x="185928" y="406908"/>
                </a:lnTo>
                <a:lnTo>
                  <a:pt x="169164" y="441960"/>
                </a:lnTo>
                <a:lnTo>
                  <a:pt x="123444" y="455676"/>
                </a:lnTo>
                <a:lnTo>
                  <a:pt x="123444" y="394716"/>
                </a:lnTo>
                <a:lnTo>
                  <a:pt x="123444" y="364236"/>
                </a:lnTo>
                <a:lnTo>
                  <a:pt x="114300" y="364921"/>
                </a:lnTo>
                <a:lnTo>
                  <a:pt x="114300" y="394716"/>
                </a:lnTo>
                <a:lnTo>
                  <a:pt x="114300" y="455676"/>
                </a:lnTo>
                <a:lnTo>
                  <a:pt x="79248" y="431292"/>
                </a:lnTo>
                <a:lnTo>
                  <a:pt x="79248" y="419100"/>
                </a:lnTo>
                <a:lnTo>
                  <a:pt x="105156" y="394716"/>
                </a:lnTo>
                <a:lnTo>
                  <a:pt x="114300" y="394716"/>
                </a:lnTo>
                <a:lnTo>
                  <a:pt x="114300" y="364921"/>
                </a:lnTo>
                <a:lnTo>
                  <a:pt x="77825" y="386905"/>
                </a:lnTo>
                <a:lnTo>
                  <a:pt x="70104" y="416052"/>
                </a:lnTo>
                <a:lnTo>
                  <a:pt x="70167" y="416674"/>
                </a:lnTo>
                <a:lnTo>
                  <a:pt x="71247" y="428320"/>
                </a:lnTo>
                <a:lnTo>
                  <a:pt x="98666" y="467372"/>
                </a:lnTo>
                <a:lnTo>
                  <a:pt x="141732" y="477012"/>
                </a:lnTo>
                <a:lnTo>
                  <a:pt x="156006" y="475894"/>
                </a:lnTo>
                <a:lnTo>
                  <a:pt x="194500" y="455676"/>
                </a:lnTo>
                <a:lnTo>
                  <a:pt x="208940" y="430250"/>
                </a:lnTo>
                <a:lnTo>
                  <a:pt x="210312" y="419100"/>
                </a:lnTo>
                <a:close/>
              </a:path>
              <a:path extrusionOk="0" h="624840" w="210820">
                <a:moveTo>
                  <a:pt x="210324" y="275844"/>
                </a:moveTo>
                <a:lnTo>
                  <a:pt x="88404" y="227076"/>
                </a:lnTo>
                <a:lnTo>
                  <a:pt x="83832" y="224028"/>
                </a:lnTo>
                <a:lnTo>
                  <a:pt x="80784" y="220980"/>
                </a:lnTo>
                <a:lnTo>
                  <a:pt x="77736" y="214884"/>
                </a:lnTo>
                <a:lnTo>
                  <a:pt x="77736" y="210312"/>
                </a:lnTo>
                <a:lnTo>
                  <a:pt x="73164" y="210312"/>
                </a:lnTo>
                <a:lnTo>
                  <a:pt x="73164" y="251460"/>
                </a:lnTo>
                <a:lnTo>
                  <a:pt x="77736" y="251460"/>
                </a:lnTo>
                <a:lnTo>
                  <a:pt x="77736" y="240792"/>
                </a:lnTo>
                <a:lnTo>
                  <a:pt x="80784" y="237744"/>
                </a:lnTo>
                <a:lnTo>
                  <a:pt x="82308" y="237744"/>
                </a:lnTo>
                <a:lnTo>
                  <a:pt x="82308" y="236220"/>
                </a:lnTo>
                <a:lnTo>
                  <a:pt x="86880" y="236220"/>
                </a:lnTo>
                <a:lnTo>
                  <a:pt x="91452" y="237744"/>
                </a:lnTo>
                <a:lnTo>
                  <a:pt x="96024" y="240792"/>
                </a:lnTo>
                <a:lnTo>
                  <a:pt x="172224" y="271272"/>
                </a:lnTo>
                <a:lnTo>
                  <a:pt x="99072" y="303276"/>
                </a:lnTo>
                <a:lnTo>
                  <a:pt x="89928" y="306324"/>
                </a:lnTo>
                <a:lnTo>
                  <a:pt x="83832" y="306324"/>
                </a:lnTo>
                <a:lnTo>
                  <a:pt x="82308" y="304800"/>
                </a:lnTo>
                <a:lnTo>
                  <a:pt x="79260" y="303276"/>
                </a:lnTo>
                <a:lnTo>
                  <a:pt x="77736" y="300228"/>
                </a:lnTo>
                <a:lnTo>
                  <a:pt x="77736" y="289560"/>
                </a:lnTo>
                <a:lnTo>
                  <a:pt x="73164" y="289560"/>
                </a:lnTo>
                <a:lnTo>
                  <a:pt x="73164" y="353568"/>
                </a:lnTo>
                <a:lnTo>
                  <a:pt x="77736" y="353568"/>
                </a:lnTo>
                <a:lnTo>
                  <a:pt x="77736" y="348996"/>
                </a:lnTo>
                <a:lnTo>
                  <a:pt x="79260" y="345948"/>
                </a:lnTo>
                <a:lnTo>
                  <a:pt x="79260" y="344424"/>
                </a:lnTo>
                <a:lnTo>
                  <a:pt x="80784" y="341376"/>
                </a:lnTo>
                <a:lnTo>
                  <a:pt x="85356" y="336804"/>
                </a:lnTo>
                <a:lnTo>
                  <a:pt x="88404" y="335280"/>
                </a:lnTo>
                <a:lnTo>
                  <a:pt x="92976" y="332232"/>
                </a:lnTo>
                <a:lnTo>
                  <a:pt x="97548" y="330708"/>
                </a:lnTo>
                <a:lnTo>
                  <a:pt x="210324" y="283464"/>
                </a:lnTo>
                <a:lnTo>
                  <a:pt x="210324" y="275844"/>
                </a:lnTo>
                <a:close/>
              </a:path>
              <a:path extrusionOk="0" h="624840" w="210820">
                <a:moveTo>
                  <a:pt x="210324" y="56388"/>
                </a:moveTo>
                <a:lnTo>
                  <a:pt x="195084" y="21336"/>
                </a:lnTo>
                <a:lnTo>
                  <a:pt x="153936" y="0"/>
                </a:lnTo>
                <a:lnTo>
                  <a:pt x="152412" y="3048"/>
                </a:lnTo>
                <a:lnTo>
                  <a:pt x="160070" y="6718"/>
                </a:lnTo>
                <a:lnTo>
                  <a:pt x="166890" y="10668"/>
                </a:lnTo>
                <a:lnTo>
                  <a:pt x="185940" y="45720"/>
                </a:lnTo>
                <a:lnTo>
                  <a:pt x="184797" y="55435"/>
                </a:lnTo>
                <a:lnTo>
                  <a:pt x="158216" y="82854"/>
                </a:lnTo>
                <a:lnTo>
                  <a:pt x="126504" y="89916"/>
                </a:lnTo>
                <a:lnTo>
                  <a:pt x="115620" y="89090"/>
                </a:lnTo>
                <a:lnTo>
                  <a:pt x="79260" y="64008"/>
                </a:lnTo>
                <a:lnTo>
                  <a:pt x="79260" y="48768"/>
                </a:lnTo>
                <a:lnTo>
                  <a:pt x="102120" y="33528"/>
                </a:lnTo>
                <a:lnTo>
                  <a:pt x="106692" y="32004"/>
                </a:lnTo>
                <a:lnTo>
                  <a:pt x="105168" y="4572"/>
                </a:lnTo>
                <a:lnTo>
                  <a:pt x="94500" y="4572"/>
                </a:lnTo>
                <a:lnTo>
                  <a:pt x="70688" y="39916"/>
                </a:lnTo>
                <a:lnTo>
                  <a:pt x="70116" y="48768"/>
                </a:lnTo>
                <a:lnTo>
                  <a:pt x="71259" y="61709"/>
                </a:lnTo>
                <a:lnTo>
                  <a:pt x="99275" y="102489"/>
                </a:lnTo>
                <a:lnTo>
                  <a:pt x="140220" y="112776"/>
                </a:lnTo>
                <a:lnTo>
                  <a:pt x="155359" y="111658"/>
                </a:lnTo>
                <a:lnTo>
                  <a:pt x="190512" y="96012"/>
                </a:lnTo>
                <a:lnTo>
                  <a:pt x="208940" y="67297"/>
                </a:lnTo>
                <a:lnTo>
                  <a:pt x="210324" y="563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24" name="Google Shape;124;p7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846576" y="2386583"/>
            <a:ext cx="592836" cy="17175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5" name="Google Shape;125;p7"/>
          <p:cNvGrpSpPr/>
          <p:nvPr/>
        </p:nvGrpSpPr>
        <p:grpSpPr>
          <a:xfrm>
            <a:off x="4238244" y="7432547"/>
            <a:ext cx="140335" cy="228854"/>
            <a:chOff x="4238244" y="7432547"/>
            <a:chExt cx="140335" cy="228854"/>
          </a:xfrm>
        </p:grpSpPr>
        <p:sp>
          <p:nvSpPr>
            <p:cNvPr id="126" name="Google Shape;126;p7"/>
            <p:cNvSpPr/>
            <p:nvPr/>
          </p:nvSpPr>
          <p:spPr>
            <a:xfrm>
              <a:off x="4238244" y="7548371"/>
              <a:ext cx="140335" cy="113030"/>
            </a:xfrm>
            <a:custGeom>
              <a:rect b="b" l="l" r="r" t="t"/>
              <a:pathLst>
                <a:path extrusionOk="0" h="113029" w="140335">
                  <a:moveTo>
                    <a:pt x="71628" y="112776"/>
                  </a:moveTo>
                  <a:lnTo>
                    <a:pt x="28551" y="103131"/>
                  </a:lnTo>
                  <a:lnTo>
                    <a:pt x="1143" y="64079"/>
                  </a:lnTo>
                  <a:lnTo>
                    <a:pt x="57" y="52435"/>
                  </a:lnTo>
                  <a:lnTo>
                    <a:pt x="0" y="51816"/>
                  </a:lnTo>
                  <a:lnTo>
                    <a:pt x="13716" y="15240"/>
                  </a:lnTo>
                  <a:lnTo>
                    <a:pt x="53340" y="0"/>
                  </a:lnTo>
                  <a:lnTo>
                    <a:pt x="53340" y="30480"/>
                  </a:lnTo>
                  <a:lnTo>
                    <a:pt x="44196" y="30480"/>
                  </a:lnTo>
                  <a:lnTo>
                    <a:pt x="35052" y="32004"/>
                  </a:lnTo>
                  <a:lnTo>
                    <a:pt x="28956" y="32004"/>
                  </a:lnTo>
                  <a:lnTo>
                    <a:pt x="19812" y="36576"/>
                  </a:lnTo>
                  <a:lnTo>
                    <a:pt x="16764" y="39624"/>
                  </a:lnTo>
                  <a:lnTo>
                    <a:pt x="10668" y="48768"/>
                  </a:lnTo>
                  <a:lnTo>
                    <a:pt x="9144" y="54864"/>
                  </a:lnTo>
                  <a:lnTo>
                    <a:pt x="9144" y="67056"/>
                  </a:lnTo>
                  <a:lnTo>
                    <a:pt x="35714" y="90582"/>
                  </a:lnTo>
                  <a:lnTo>
                    <a:pt x="35371" y="90582"/>
                  </a:lnTo>
                  <a:lnTo>
                    <a:pt x="44196" y="91440"/>
                  </a:lnTo>
                  <a:lnTo>
                    <a:pt x="124790" y="91440"/>
                  </a:lnTo>
                  <a:lnTo>
                    <a:pt x="120396" y="96012"/>
                  </a:lnTo>
                  <a:lnTo>
                    <a:pt x="110418" y="103774"/>
                  </a:lnTo>
                  <a:lnTo>
                    <a:pt x="98869" y="108966"/>
                  </a:lnTo>
                  <a:lnTo>
                    <a:pt x="85891" y="111871"/>
                  </a:lnTo>
                  <a:lnTo>
                    <a:pt x="71628" y="112776"/>
                  </a:lnTo>
                  <a:close/>
                </a:path>
                <a:path extrusionOk="0" h="113029" w="140335">
                  <a:moveTo>
                    <a:pt x="124790" y="91440"/>
                  </a:moveTo>
                  <a:lnTo>
                    <a:pt x="53340" y="91440"/>
                  </a:lnTo>
                  <a:lnTo>
                    <a:pt x="66484" y="90582"/>
                  </a:lnTo>
                  <a:lnTo>
                    <a:pt x="78486" y="88011"/>
                  </a:lnTo>
                  <a:lnTo>
                    <a:pt x="111442" y="61341"/>
                  </a:lnTo>
                  <a:lnTo>
                    <a:pt x="115824" y="42672"/>
                  </a:lnTo>
                  <a:lnTo>
                    <a:pt x="115824" y="33528"/>
                  </a:lnTo>
                  <a:lnTo>
                    <a:pt x="85344" y="3048"/>
                  </a:lnTo>
                  <a:lnTo>
                    <a:pt x="86868" y="0"/>
                  </a:lnTo>
                  <a:lnTo>
                    <a:pt x="123444" y="18288"/>
                  </a:lnTo>
                  <a:lnTo>
                    <a:pt x="140208" y="54864"/>
                  </a:lnTo>
                  <a:lnTo>
                    <a:pt x="138826" y="66865"/>
                  </a:lnTo>
                  <a:lnTo>
                    <a:pt x="134874" y="77724"/>
                  </a:lnTo>
                  <a:lnTo>
                    <a:pt x="128635" y="87439"/>
                  </a:lnTo>
                  <a:lnTo>
                    <a:pt x="124790" y="91440"/>
                  </a:lnTo>
                  <a:close/>
                </a:path>
                <a:path extrusionOk="0" h="113029" w="140335">
                  <a:moveTo>
                    <a:pt x="53340" y="91440"/>
                  </a:moveTo>
                  <a:lnTo>
                    <a:pt x="44196" y="91440"/>
                  </a:lnTo>
                  <a:lnTo>
                    <a:pt x="44196" y="30480"/>
                  </a:lnTo>
                  <a:lnTo>
                    <a:pt x="53340" y="30480"/>
                  </a:lnTo>
                  <a:lnTo>
                    <a:pt x="53340" y="914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7" name="Google Shape;127;p7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4238244" y="7432547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28" name="Google Shape;128;p7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168139" y="7007352"/>
            <a:ext cx="210312" cy="333756"/>
          </a:xfrm>
          <a:prstGeom prst="rect">
            <a:avLst/>
          </a:prstGeom>
          <a:noFill/>
          <a:ln>
            <a:noFill/>
          </a:ln>
        </p:spPr>
      </p:pic>
      <p:sp>
        <p:nvSpPr>
          <p:cNvPr id="129" name="Google Shape;129;p7"/>
          <p:cNvSpPr/>
          <p:nvPr/>
        </p:nvSpPr>
        <p:spPr>
          <a:xfrm>
            <a:off x="4687823" y="8441435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" name="Google Shape;130;p7"/>
          <p:cNvGrpSpPr/>
          <p:nvPr/>
        </p:nvGrpSpPr>
        <p:grpSpPr>
          <a:xfrm>
            <a:off x="4562855" y="7548371"/>
            <a:ext cx="207263" cy="755904"/>
            <a:chOff x="4562855" y="7548371"/>
            <a:chExt cx="207263" cy="755904"/>
          </a:xfrm>
        </p:grpSpPr>
        <p:pic>
          <p:nvPicPr>
            <p:cNvPr id="131" name="Google Shape;131;p7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562855" y="7895844"/>
              <a:ext cx="207263" cy="4084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2" name="Google Shape;132;p7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587239" y="7548371"/>
              <a:ext cx="181356" cy="32613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33" name="Google Shape;133;p7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628388" y="7339583"/>
            <a:ext cx="140208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" name="Google Shape;134;p7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4558284" y="5980176"/>
            <a:ext cx="210312" cy="12755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" name="Google Shape;135;p7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4558284" y="5559552"/>
            <a:ext cx="210311" cy="338327"/>
          </a:xfrm>
          <a:prstGeom prst="rect">
            <a:avLst/>
          </a:prstGeom>
          <a:noFill/>
          <a:ln>
            <a:noFill/>
          </a:ln>
        </p:spPr>
      </p:pic>
      <p:sp>
        <p:nvSpPr>
          <p:cNvPr id="136" name="Google Shape;136;p7"/>
          <p:cNvSpPr/>
          <p:nvPr/>
        </p:nvSpPr>
        <p:spPr>
          <a:xfrm>
            <a:off x="4558271" y="4678680"/>
            <a:ext cx="210820" cy="797560"/>
          </a:xfrm>
          <a:custGeom>
            <a:rect b="b" l="l" r="r" t="t"/>
            <a:pathLst>
              <a:path extrusionOk="0" h="797560" w="210820">
                <a:moveTo>
                  <a:pt x="207264" y="230124"/>
                </a:moveTo>
                <a:lnTo>
                  <a:pt x="202692" y="230124"/>
                </a:lnTo>
                <a:lnTo>
                  <a:pt x="202692" y="240792"/>
                </a:lnTo>
                <a:lnTo>
                  <a:pt x="201168" y="243840"/>
                </a:lnTo>
                <a:lnTo>
                  <a:pt x="198120" y="246888"/>
                </a:lnTo>
                <a:lnTo>
                  <a:pt x="192024" y="249936"/>
                </a:lnTo>
                <a:lnTo>
                  <a:pt x="131064" y="249936"/>
                </a:lnTo>
                <a:lnTo>
                  <a:pt x="119380" y="250202"/>
                </a:lnTo>
                <a:lnTo>
                  <a:pt x="80772" y="260604"/>
                </a:lnTo>
                <a:lnTo>
                  <a:pt x="70104" y="277368"/>
                </a:lnTo>
                <a:lnTo>
                  <a:pt x="70104" y="292608"/>
                </a:lnTo>
                <a:lnTo>
                  <a:pt x="99060" y="330708"/>
                </a:lnTo>
                <a:lnTo>
                  <a:pt x="0" y="330708"/>
                </a:lnTo>
                <a:lnTo>
                  <a:pt x="0" y="338328"/>
                </a:lnTo>
                <a:lnTo>
                  <a:pt x="16764" y="377952"/>
                </a:lnTo>
                <a:lnTo>
                  <a:pt x="21336" y="376428"/>
                </a:lnTo>
                <a:lnTo>
                  <a:pt x="19812" y="371856"/>
                </a:lnTo>
                <a:lnTo>
                  <a:pt x="19812" y="361188"/>
                </a:lnTo>
                <a:lnTo>
                  <a:pt x="22860" y="358140"/>
                </a:lnTo>
                <a:lnTo>
                  <a:pt x="25908" y="358140"/>
                </a:lnTo>
                <a:lnTo>
                  <a:pt x="28956" y="356616"/>
                </a:lnTo>
                <a:lnTo>
                  <a:pt x="46101" y="355333"/>
                </a:lnTo>
                <a:lnTo>
                  <a:pt x="56388" y="355092"/>
                </a:lnTo>
                <a:lnTo>
                  <a:pt x="185928" y="355092"/>
                </a:lnTo>
                <a:lnTo>
                  <a:pt x="192024" y="356616"/>
                </a:lnTo>
                <a:lnTo>
                  <a:pt x="195072" y="356616"/>
                </a:lnTo>
                <a:lnTo>
                  <a:pt x="198120" y="358140"/>
                </a:lnTo>
                <a:lnTo>
                  <a:pt x="201168" y="361188"/>
                </a:lnTo>
                <a:lnTo>
                  <a:pt x="202692" y="365760"/>
                </a:lnTo>
                <a:lnTo>
                  <a:pt x="202692" y="374904"/>
                </a:lnTo>
                <a:lnTo>
                  <a:pt x="207264" y="374904"/>
                </a:lnTo>
                <a:lnTo>
                  <a:pt x="207264" y="310896"/>
                </a:lnTo>
                <a:lnTo>
                  <a:pt x="202692" y="310896"/>
                </a:lnTo>
                <a:lnTo>
                  <a:pt x="202692" y="321564"/>
                </a:lnTo>
                <a:lnTo>
                  <a:pt x="199644" y="327660"/>
                </a:lnTo>
                <a:lnTo>
                  <a:pt x="198120" y="329184"/>
                </a:lnTo>
                <a:lnTo>
                  <a:pt x="195072" y="329184"/>
                </a:lnTo>
                <a:lnTo>
                  <a:pt x="193548" y="330708"/>
                </a:lnTo>
                <a:lnTo>
                  <a:pt x="108204" y="330708"/>
                </a:lnTo>
                <a:lnTo>
                  <a:pt x="100584" y="324612"/>
                </a:lnTo>
                <a:lnTo>
                  <a:pt x="96012" y="316992"/>
                </a:lnTo>
                <a:lnTo>
                  <a:pt x="92964" y="312420"/>
                </a:lnTo>
                <a:lnTo>
                  <a:pt x="89916" y="306324"/>
                </a:lnTo>
                <a:lnTo>
                  <a:pt x="88392" y="301752"/>
                </a:lnTo>
                <a:lnTo>
                  <a:pt x="88392" y="292608"/>
                </a:lnTo>
                <a:lnTo>
                  <a:pt x="89916" y="288036"/>
                </a:lnTo>
                <a:lnTo>
                  <a:pt x="92964" y="284988"/>
                </a:lnTo>
                <a:lnTo>
                  <a:pt x="94488" y="281940"/>
                </a:lnTo>
                <a:lnTo>
                  <a:pt x="131064" y="274320"/>
                </a:lnTo>
                <a:lnTo>
                  <a:pt x="190500" y="274320"/>
                </a:lnTo>
                <a:lnTo>
                  <a:pt x="192024" y="275844"/>
                </a:lnTo>
                <a:lnTo>
                  <a:pt x="195072" y="275844"/>
                </a:lnTo>
                <a:lnTo>
                  <a:pt x="198120" y="277368"/>
                </a:lnTo>
                <a:lnTo>
                  <a:pt x="199644" y="280416"/>
                </a:lnTo>
                <a:lnTo>
                  <a:pt x="202692" y="281940"/>
                </a:lnTo>
                <a:lnTo>
                  <a:pt x="202692" y="294132"/>
                </a:lnTo>
                <a:lnTo>
                  <a:pt x="207264" y="294132"/>
                </a:lnTo>
                <a:lnTo>
                  <a:pt x="207264" y="230124"/>
                </a:lnTo>
                <a:close/>
              </a:path>
              <a:path extrusionOk="0" h="797560" w="210820">
                <a:moveTo>
                  <a:pt x="207276" y="716280"/>
                </a:moveTo>
                <a:lnTo>
                  <a:pt x="202704" y="716280"/>
                </a:lnTo>
                <a:lnTo>
                  <a:pt x="202704" y="734568"/>
                </a:lnTo>
                <a:lnTo>
                  <a:pt x="201180" y="739140"/>
                </a:lnTo>
                <a:lnTo>
                  <a:pt x="193560" y="746760"/>
                </a:lnTo>
                <a:lnTo>
                  <a:pt x="82308" y="746760"/>
                </a:lnTo>
                <a:lnTo>
                  <a:pt x="82308" y="711708"/>
                </a:lnTo>
                <a:lnTo>
                  <a:pt x="73164" y="711708"/>
                </a:lnTo>
                <a:lnTo>
                  <a:pt x="73164" y="746760"/>
                </a:lnTo>
                <a:lnTo>
                  <a:pt x="49682" y="746747"/>
                </a:lnTo>
                <a:lnTo>
                  <a:pt x="13728" y="739140"/>
                </a:lnTo>
                <a:lnTo>
                  <a:pt x="10680" y="736092"/>
                </a:lnTo>
                <a:lnTo>
                  <a:pt x="9156" y="731520"/>
                </a:lnTo>
                <a:lnTo>
                  <a:pt x="9156" y="723900"/>
                </a:lnTo>
                <a:lnTo>
                  <a:pt x="13728" y="714756"/>
                </a:lnTo>
                <a:lnTo>
                  <a:pt x="18300" y="710184"/>
                </a:lnTo>
                <a:lnTo>
                  <a:pt x="22872" y="707136"/>
                </a:lnTo>
                <a:lnTo>
                  <a:pt x="28968" y="704088"/>
                </a:lnTo>
                <a:lnTo>
                  <a:pt x="32016" y="701040"/>
                </a:lnTo>
                <a:lnTo>
                  <a:pt x="35064" y="694944"/>
                </a:lnTo>
                <a:lnTo>
                  <a:pt x="35064" y="685800"/>
                </a:lnTo>
                <a:lnTo>
                  <a:pt x="27444" y="678180"/>
                </a:lnTo>
                <a:lnTo>
                  <a:pt x="18300" y="678180"/>
                </a:lnTo>
                <a:lnTo>
                  <a:pt x="13728" y="681228"/>
                </a:lnTo>
                <a:lnTo>
                  <a:pt x="10680" y="687324"/>
                </a:lnTo>
                <a:lnTo>
                  <a:pt x="5791" y="694207"/>
                </a:lnTo>
                <a:lnTo>
                  <a:pt x="2489" y="701230"/>
                </a:lnTo>
                <a:lnTo>
                  <a:pt x="596" y="708545"/>
                </a:lnTo>
                <a:lnTo>
                  <a:pt x="12" y="716280"/>
                </a:lnTo>
                <a:lnTo>
                  <a:pt x="584" y="724027"/>
                </a:lnTo>
                <a:lnTo>
                  <a:pt x="25438" y="761314"/>
                </a:lnTo>
                <a:lnTo>
                  <a:pt x="65544" y="771144"/>
                </a:lnTo>
                <a:lnTo>
                  <a:pt x="73164" y="771144"/>
                </a:lnTo>
                <a:lnTo>
                  <a:pt x="73164" y="797052"/>
                </a:lnTo>
                <a:lnTo>
                  <a:pt x="82308" y="797052"/>
                </a:lnTo>
                <a:lnTo>
                  <a:pt x="82308" y="771144"/>
                </a:lnTo>
                <a:lnTo>
                  <a:pt x="182892" y="771144"/>
                </a:lnTo>
                <a:lnTo>
                  <a:pt x="188988" y="772668"/>
                </a:lnTo>
                <a:lnTo>
                  <a:pt x="198132" y="777240"/>
                </a:lnTo>
                <a:lnTo>
                  <a:pt x="199656" y="780288"/>
                </a:lnTo>
                <a:lnTo>
                  <a:pt x="202704" y="783336"/>
                </a:lnTo>
                <a:lnTo>
                  <a:pt x="202704" y="797052"/>
                </a:lnTo>
                <a:lnTo>
                  <a:pt x="207276" y="797052"/>
                </a:lnTo>
                <a:lnTo>
                  <a:pt x="207276" y="716280"/>
                </a:lnTo>
                <a:close/>
              </a:path>
              <a:path extrusionOk="0" h="797560" w="210820">
                <a:moveTo>
                  <a:pt x="207276" y="490728"/>
                </a:moveTo>
                <a:lnTo>
                  <a:pt x="202704" y="490728"/>
                </a:lnTo>
                <a:lnTo>
                  <a:pt x="202704" y="501396"/>
                </a:lnTo>
                <a:lnTo>
                  <a:pt x="201180" y="504444"/>
                </a:lnTo>
                <a:lnTo>
                  <a:pt x="198132" y="509016"/>
                </a:lnTo>
                <a:lnTo>
                  <a:pt x="196608" y="510540"/>
                </a:lnTo>
                <a:lnTo>
                  <a:pt x="190512" y="513588"/>
                </a:lnTo>
                <a:lnTo>
                  <a:pt x="184416" y="515112"/>
                </a:lnTo>
                <a:lnTo>
                  <a:pt x="114312" y="515112"/>
                </a:lnTo>
                <a:lnTo>
                  <a:pt x="105168" y="510540"/>
                </a:lnTo>
                <a:lnTo>
                  <a:pt x="99072" y="505968"/>
                </a:lnTo>
                <a:lnTo>
                  <a:pt x="92976" y="499872"/>
                </a:lnTo>
                <a:lnTo>
                  <a:pt x="91452" y="496824"/>
                </a:lnTo>
                <a:lnTo>
                  <a:pt x="91452" y="493776"/>
                </a:lnTo>
                <a:lnTo>
                  <a:pt x="94500" y="490728"/>
                </a:lnTo>
                <a:lnTo>
                  <a:pt x="100596" y="481584"/>
                </a:lnTo>
                <a:lnTo>
                  <a:pt x="102120" y="478536"/>
                </a:lnTo>
                <a:lnTo>
                  <a:pt x="102120" y="472440"/>
                </a:lnTo>
                <a:lnTo>
                  <a:pt x="99072" y="466344"/>
                </a:lnTo>
                <a:lnTo>
                  <a:pt x="92976" y="463296"/>
                </a:lnTo>
                <a:lnTo>
                  <a:pt x="83832" y="463296"/>
                </a:lnTo>
                <a:lnTo>
                  <a:pt x="79260" y="464820"/>
                </a:lnTo>
                <a:lnTo>
                  <a:pt x="76212" y="467868"/>
                </a:lnTo>
                <a:lnTo>
                  <a:pt x="73164" y="472440"/>
                </a:lnTo>
                <a:lnTo>
                  <a:pt x="70116" y="475488"/>
                </a:lnTo>
                <a:lnTo>
                  <a:pt x="70116" y="481584"/>
                </a:lnTo>
                <a:lnTo>
                  <a:pt x="72136" y="489826"/>
                </a:lnTo>
                <a:lnTo>
                  <a:pt x="78308" y="498348"/>
                </a:lnTo>
                <a:lnTo>
                  <a:pt x="88760" y="506882"/>
                </a:lnTo>
                <a:lnTo>
                  <a:pt x="103644" y="515112"/>
                </a:lnTo>
                <a:lnTo>
                  <a:pt x="70116" y="515112"/>
                </a:lnTo>
                <a:lnTo>
                  <a:pt x="70116" y="521208"/>
                </a:lnTo>
                <a:lnTo>
                  <a:pt x="86880" y="562356"/>
                </a:lnTo>
                <a:lnTo>
                  <a:pt x="91452" y="560832"/>
                </a:lnTo>
                <a:lnTo>
                  <a:pt x="89928" y="556260"/>
                </a:lnTo>
                <a:lnTo>
                  <a:pt x="89928" y="545592"/>
                </a:lnTo>
                <a:lnTo>
                  <a:pt x="92976" y="542544"/>
                </a:lnTo>
                <a:lnTo>
                  <a:pt x="96024" y="541020"/>
                </a:lnTo>
                <a:lnTo>
                  <a:pt x="99072" y="541020"/>
                </a:lnTo>
                <a:lnTo>
                  <a:pt x="102501" y="540143"/>
                </a:lnTo>
                <a:lnTo>
                  <a:pt x="108216" y="539686"/>
                </a:lnTo>
                <a:lnTo>
                  <a:pt x="126504" y="539496"/>
                </a:lnTo>
                <a:lnTo>
                  <a:pt x="192036" y="539496"/>
                </a:lnTo>
                <a:lnTo>
                  <a:pt x="198132" y="542544"/>
                </a:lnTo>
                <a:lnTo>
                  <a:pt x="199656" y="545592"/>
                </a:lnTo>
                <a:lnTo>
                  <a:pt x="202704" y="548640"/>
                </a:lnTo>
                <a:lnTo>
                  <a:pt x="202704" y="559308"/>
                </a:lnTo>
                <a:lnTo>
                  <a:pt x="207276" y="559308"/>
                </a:lnTo>
                <a:lnTo>
                  <a:pt x="207276" y="490728"/>
                </a:lnTo>
                <a:close/>
              </a:path>
              <a:path extrusionOk="0" h="797560" w="210820">
                <a:moveTo>
                  <a:pt x="207276" y="27432"/>
                </a:moveTo>
                <a:lnTo>
                  <a:pt x="202704" y="27432"/>
                </a:lnTo>
                <a:lnTo>
                  <a:pt x="202704" y="39624"/>
                </a:lnTo>
                <a:lnTo>
                  <a:pt x="201180" y="42672"/>
                </a:lnTo>
                <a:lnTo>
                  <a:pt x="198132" y="45720"/>
                </a:lnTo>
                <a:lnTo>
                  <a:pt x="196608" y="48768"/>
                </a:lnTo>
                <a:lnTo>
                  <a:pt x="190512" y="51816"/>
                </a:lnTo>
                <a:lnTo>
                  <a:pt x="114312" y="51816"/>
                </a:lnTo>
                <a:lnTo>
                  <a:pt x="105168" y="47244"/>
                </a:lnTo>
                <a:lnTo>
                  <a:pt x="99072" y="42672"/>
                </a:lnTo>
                <a:lnTo>
                  <a:pt x="91452" y="35052"/>
                </a:lnTo>
                <a:lnTo>
                  <a:pt x="91452" y="30480"/>
                </a:lnTo>
                <a:lnTo>
                  <a:pt x="94500" y="27432"/>
                </a:lnTo>
                <a:lnTo>
                  <a:pt x="97548" y="22860"/>
                </a:lnTo>
                <a:lnTo>
                  <a:pt x="92976" y="0"/>
                </a:lnTo>
                <a:lnTo>
                  <a:pt x="83832" y="0"/>
                </a:lnTo>
                <a:lnTo>
                  <a:pt x="79260" y="3048"/>
                </a:lnTo>
                <a:lnTo>
                  <a:pt x="73164" y="9144"/>
                </a:lnTo>
                <a:lnTo>
                  <a:pt x="70116" y="13716"/>
                </a:lnTo>
                <a:lnTo>
                  <a:pt x="70116" y="18288"/>
                </a:lnTo>
                <a:lnTo>
                  <a:pt x="72136" y="27178"/>
                </a:lnTo>
                <a:lnTo>
                  <a:pt x="78308" y="35623"/>
                </a:lnTo>
                <a:lnTo>
                  <a:pt x="88760" y="43802"/>
                </a:lnTo>
                <a:lnTo>
                  <a:pt x="103644" y="51816"/>
                </a:lnTo>
                <a:lnTo>
                  <a:pt x="70116" y="51816"/>
                </a:lnTo>
                <a:lnTo>
                  <a:pt x="70116" y="59436"/>
                </a:lnTo>
                <a:lnTo>
                  <a:pt x="86880" y="99060"/>
                </a:lnTo>
                <a:lnTo>
                  <a:pt x="91452" y="99060"/>
                </a:lnTo>
                <a:lnTo>
                  <a:pt x="89928" y="94488"/>
                </a:lnTo>
                <a:lnTo>
                  <a:pt x="89928" y="83820"/>
                </a:lnTo>
                <a:lnTo>
                  <a:pt x="91452" y="80772"/>
                </a:lnTo>
                <a:lnTo>
                  <a:pt x="92976" y="79248"/>
                </a:lnTo>
                <a:lnTo>
                  <a:pt x="96024" y="79248"/>
                </a:lnTo>
                <a:lnTo>
                  <a:pt x="99072" y="77724"/>
                </a:lnTo>
                <a:lnTo>
                  <a:pt x="116217" y="76441"/>
                </a:lnTo>
                <a:lnTo>
                  <a:pt x="126504" y="76200"/>
                </a:lnTo>
                <a:lnTo>
                  <a:pt x="185940" y="76200"/>
                </a:lnTo>
                <a:lnTo>
                  <a:pt x="190512" y="77724"/>
                </a:lnTo>
                <a:lnTo>
                  <a:pt x="192036" y="77724"/>
                </a:lnTo>
                <a:lnTo>
                  <a:pt x="198132" y="80772"/>
                </a:lnTo>
                <a:lnTo>
                  <a:pt x="202704" y="85344"/>
                </a:lnTo>
                <a:lnTo>
                  <a:pt x="202704" y="96012"/>
                </a:lnTo>
                <a:lnTo>
                  <a:pt x="207276" y="96012"/>
                </a:lnTo>
                <a:lnTo>
                  <a:pt x="207276" y="27432"/>
                </a:lnTo>
                <a:close/>
              </a:path>
              <a:path extrusionOk="0" h="797560" w="210820">
                <a:moveTo>
                  <a:pt x="210312" y="600456"/>
                </a:moveTo>
                <a:lnTo>
                  <a:pt x="193548" y="559308"/>
                </a:lnTo>
                <a:lnTo>
                  <a:pt x="188976" y="562356"/>
                </a:lnTo>
                <a:lnTo>
                  <a:pt x="192024" y="568452"/>
                </a:lnTo>
                <a:lnTo>
                  <a:pt x="192024" y="576072"/>
                </a:lnTo>
                <a:lnTo>
                  <a:pt x="188976" y="579120"/>
                </a:lnTo>
                <a:lnTo>
                  <a:pt x="182880" y="582168"/>
                </a:lnTo>
                <a:lnTo>
                  <a:pt x="73152" y="582168"/>
                </a:lnTo>
                <a:lnTo>
                  <a:pt x="73152" y="626364"/>
                </a:lnTo>
                <a:lnTo>
                  <a:pt x="77724" y="626364"/>
                </a:lnTo>
                <a:lnTo>
                  <a:pt x="79248" y="618744"/>
                </a:lnTo>
                <a:lnTo>
                  <a:pt x="80772" y="612648"/>
                </a:lnTo>
                <a:lnTo>
                  <a:pt x="85344" y="608076"/>
                </a:lnTo>
                <a:lnTo>
                  <a:pt x="91440" y="606552"/>
                </a:lnTo>
                <a:lnTo>
                  <a:pt x="173736" y="606552"/>
                </a:lnTo>
                <a:lnTo>
                  <a:pt x="181356" y="614172"/>
                </a:lnTo>
                <a:lnTo>
                  <a:pt x="185928" y="620268"/>
                </a:lnTo>
                <a:lnTo>
                  <a:pt x="188976" y="626364"/>
                </a:lnTo>
                <a:lnTo>
                  <a:pt x="192024" y="630936"/>
                </a:lnTo>
                <a:lnTo>
                  <a:pt x="192024" y="647700"/>
                </a:lnTo>
                <a:lnTo>
                  <a:pt x="190500" y="652272"/>
                </a:lnTo>
                <a:lnTo>
                  <a:pt x="187452" y="656844"/>
                </a:lnTo>
                <a:lnTo>
                  <a:pt x="182880" y="661416"/>
                </a:lnTo>
                <a:lnTo>
                  <a:pt x="175260" y="662940"/>
                </a:lnTo>
                <a:lnTo>
                  <a:pt x="73152" y="662940"/>
                </a:lnTo>
                <a:lnTo>
                  <a:pt x="73152" y="710184"/>
                </a:lnTo>
                <a:lnTo>
                  <a:pt x="77724" y="710184"/>
                </a:lnTo>
                <a:lnTo>
                  <a:pt x="77724" y="704088"/>
                </a:lnTo>
                <a:lnTo>
                  <a:pt x="79248" y="697992"/>
                </a:lnTo>
                <a:lnTo>
                  <a:pt x="80772" y="696468"/>
                </a:lnTo>
                <a:lnTo>
                  <a:pt x="82296" y="693420"/>
                </a:lnTo>
                <a:lnTo>
                  <a:pt x="85344" y="690372"/>
                </a:lnTo>
                <a:lnTo>
                  <a:pt x="88392" y="688848"/>
                </a:lnTo>
                <a:lnTo>
                  <a:pt x="92964" y="687324"/>
                </a:lnTo>
                <a:lnTo>
                  <a:pt x="167957" y="687285"/>
                </a:lnTo>
                <a:lnTo>
                  <a:pt x="175831" y="686943"/>
                </a:lnTo>
                <a:lnTo>
                  <a:pt x="182295" y="686041"/>
                </a:lnTo>
                <a:lnTo>
                  <a:pt x="187452" y="684276"/>
                </a:lnTo>
                <a:lnTo>
                  <a:pt x="195072" y="682752"/>
                </a:lnTo>
                <a:lnTo>
                  <a:pt x="199644" y="678180"/>
                </a:lnTo>
                <a:lnTo>
                  <a:pt x="204216" y="672084"/>
                </a:lnTo>
                <a:lnTo>
                  <a:pt x="208788" y="667512"/>
                </a:lnTo>
                <a:lnTo>
                  <a:pt x="210312" y="659892"/>
                </a:lnTo>
                <a:lnTo>
                  <a:pt x="210312" y="646176"/>
                </a:lnTo>
                <a:lnTo>
                  <a:pt x="182880" y="606552"/>
                </a:lnTo>
                <a:lnTo>
                  <a:pt x="210312" y="606552"/>
                </a:lnTo>
                <a:lnTo>
                  <a:pt x="210312" y="600456"/>
                </a:lnTo>
                <a:close/>
              </a:path>
              <a:path extrusionOk="0" h="797560" w="210820">
                <a:moveTo>
                  <a:pt x="210312" y="161544"/>
                </a:moveTo>
                <a:lnTo>
                  <a:pt x="210197" y="160020"/>
                </a:lnTo>
                <a:lnTo>
                  <a:pt x="210070" y="158496"/>
                </a:lnTo>
                <a:lnTo>
                  <a:pt x="209435" y="150685"/>
                </a:lnTo>
                <a:lnTo>
                  <a:pt x="186791" y="117830"/>
                </a:lnTo>
                <a:lnTo>
                  <a:pt x="158496" y="106680"/>
                </a:lnTo>
                <a:lnTo>
                  <a:pt x="155448" y="109728"/>
                </a:lnTo>
                <a:lnTo>
                  <a:pt x="163766" y="113423"/>
                </a:lnTo>
                <a:lnTo>
                  <a:pt x="170497" y="117538"/>
                </a:lnTo>
                <a:lnTo>
                  <a:pt x="175780" y="121920"/>
                </a:lnTo>
                <a:lnTo>
                  <a:pt x="179832" y="126492"/>
                </a:lnTo>
                <a:lnTo>
                  <a:pt x="184404" y="132588"/>
                </a:lnTo>
                <a:lnTo>
                  <a:pt x="185928" y="140208"/>
                </a:lnTo>
                <a:lnTo>
                  <a:pt x="185813" y="150685"/>
                </a:lnTo>
                <a:lnTo>
                  <a:pt x="160312" y="190411"/>
                </a:lnTo>
                <a:lnTo>
                  <a:pt x="123444" y="198120"/>
                </a:lnTo>
                <a:lnTo>
                  <a:pt x="123444" y="137160"/>
                </a:lnTo>
                <a:lnTo>
                  <a:pt x="123444" y="106680"/>
                </a:lnTo>
                <a:lnTo>
                  <a:pt x="114300" y="107416"/>
                </a:lnTo>
                <a:lnTo>
                  <a:pt x="114300" y="137160"/>
                </a:lnTo>
                <a:lnTo>
                  <a:pt x="114300" y="198120"/>
                </a:lnTo>
                <a:lnTo>
                  <a:pt x="79248" y="173736"/>
                </a:lnTo>
                <a:lnTo>
                  <a:pt x="79248" y="160020"/>
                </a:lnTo>
                <a:lnTo>
                  <a:pt x="106680" y="137160"/>
                </a:lnTo>
                <a:lnTo>
                  <a:pt x="114300" y="137160"/>
                </a:lnTo>
                <a:lnTo>
                  <a:pt x="114300" y="107416"/>
                </a:lnTo>
                <a:lnTo>
                  <a:pt x="79108" y="129349"/>
                </a:lnTo>
                <a:lnTo>
                  <a:pt x="70104" y="158496"/>
                </a:lnTo>
                <a:lnTo>
                  <a:pt x="70180" y="159118"/>
                </a:lnTo>
                <a:lnTo>
                  <a:pt x="70281" y="160020"/>
                </a:lnTo>
                <a:lnTo>
                  <a:pt x="89916" y="202692"/>
                </a:lnTo>
                <a:lnTo>
                  <a:pt x="127000" y="218338"/>
                </a:lnTo>
                <a:lnTo>
                  <a:pt x="143256" y="219456"/>
                </a:lnTo>
                <a:lnTo>
                  <a:pt x="157530" y="218338"/>
                </a:lnTo>
                <a:lnTo>
                  <a:pt x="195910" y="198120"/>
                </a:lnTo>
                <a:lnTo>
                  <a:pt x="209169" y="172694"/>
                </a:lnTo>
                <a:lnTo>
                  <a:pt x="210312" y="161544"/>
                </a:lnTo>
                <a:close/>
              </a:path>
              <a:path extrusionOk="0" h="797560" w="210820">
                <a:moveTo>
                  <a:pt x="210324" y="406908"/>
                </a:moveTo>
                <a:lnTo>
                  <a:pt x="181368" y="379476"/>
                </a:lnTo>
                <a:lnTo>
                  <a:pt x="181368" y="385572"/>
                </a:lnTo>
                <a:lnTo>
                  <a:pt x="185940" y="387096"/>
                </a:lnTo>
                <a:lnTo>
                  <a:pt x="190512" y="391668"/>
                </a:lnTo>
                <a:lnTo>
                  <a:pt x="192036" y="394716"/>
                </a:lnTo>
                <a:lnTo>
                  <a:pt x="192036" y="405384"/>
                </a:lnTo>
                <a:lnTo>
                  <a:pt x="190512" y="408432"/>
                </a:lnTo>
                <a:lnTo>
                  <a:pt x="187464" y="409956"/>
                </a:lnTo>
                <a:lnTo>
                  <a:pt x="184416" y="413004"/>
                </a:lnTo>
                <a:lnTo>
                  <a:pt x="179844" y="414528"/>
                </a:lnTo>
                <a:lnTo>
                  <a:pt x="82308" y="414528"/>
                </a:lnTo>
                <a:lnTo>
                  <a:pt x="82308" y="382524"/>
                </a:lnTo>
                <a:lnTo>
                  <a:pt x="73164" y="382524"/>
                </a:lnTo>
                <a:lnTo>
                  <a:pt x="73164" y="414528"/>
                </a:lnTo>
                <a:lnTo>
                  <a:pt x="28968" y="414528"/>
                </a:lnTo>
                <a:lnTo>
                  <a:pt x="28968" y="417576"/>
                </a:lnTo>
                <a:lnTo>
                  <a:pt x="62496" y="437388"/>
                </a:lnTo>
                <a:lnTo>
                  <a:pt x="79260" y="461772"/>
                </a:lnTo>
                <a:lnTo>
                  <a:pt x="82308" y="461772"/>
                </a:lnTo>
                <a:lnTo>
                  <a:pt x="82308" y="438912"/>
                </a:lnTo>
                <a:lnTo>
                  <a:pt x="184416" y="438912"/>
                </a:lnTo>
                <a:lnTo>
                  <a:pt x="192036" y="437388"/>
                </a:lnTo>
                <a:lnTo>
                  <a:pt x="196608" y="435864"/>
                </a:lnTo>
                <a:lnTo>
                  <a:pt x="201180" y="432816"/>
                </a:lnTo>
                <a:lnTo>
                  <a:pt x="207276" y="426720"/>
                </a:lnTo>
                <a:lnTo>
                  <a:pt x="210324" y="422148"/>
                </a:lnTo>
                <a:lnTo>
                  <a:pt x="210324" y="4069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7" name="Google Shape;137;p7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4558284" y="3255264"/>
            <a:ext cx="271272" cy="13411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" name="Google Shape;138;p7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558284" y="2109216"/>
            <a:ext cx="271272" cy="10637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9" name="Google Shape;139;p7"/>
          <p:cNvGrpSpPr/>
          <p:nvPr/>
        </p:nvGrpSpPr>
        <p:grpSpPr>
          <a:xfrm>
            <a:off x="4882896" y="7667243"/>
            <a:ext cx="207263" cy="644652"/>
            <a:chOff x="4882896" y="7667243"/>
            <a:chExt cx="207263" cy="644652"/>
          </a:xfrm>
        </p:grpSpPr>
        <p:pic>
          <p:nvPicPr>
            <p:cNvPr id="140" name="Google Shape;140;p7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4887467" y="7929371"/>
              <a:ext cx="202692" cy="3825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1" name="Google Shape;141;p7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4882896" y="7775447"/>
              <a:ext cx="207263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2" name="Google Shape;142;p7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4887468" y="7667243"/>
              <a:ext cx="198120" cy="8229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43" name="Google Shape;143;p7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4878323" y="6806183"/>
            <a:ext cx="271272" cy="7635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44" name="Google Shape;144;p7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5343144" y="8948928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" name="Google Shape;145;p7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5269992" y="7179564"/>
            <a:ext cx="271272" cy="1519428"/>
          </a:xfrm>
          <a:prstGeom prst="rect">
            <a:avLst/>
          </a:prstGeom>
          <a:noFill/>
          <a:ln>
            <a:noFill/>
          </a:ln>
        </p:spPr>
      </p:pic>
      <p:sp>
        <p:nvSpPr>
          <p:cNvPr id="146" name="Google Shape;146;p7"/>
          <p:cNvSpPr/>
          <p:nvPr/>
        </p:nvSpPr>
        <p:spPr>
          <a:xfrm>
            <a:off x="5791200" y="8441435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" name="Google Shape;147;p7"/>
          <p:cNvGrpSpPr/>
          <p:nvPr/>
        </p:nvGrpSpPr>
        <p:grpSpPr>
          <a:xfrm>
            <a:off x="5661660" y="7664196"/>
            <a:ext cx="210312" cy="646176"/>
            <a:chOff x="5661660" y="7664196"/>
            <a:chExt cx="210312" cy="646176"/>
          </a:xfrm>
        </p:grpSpPr>
        <p:pic>
          <p:nvPicPr>
            <p:cNvPr id="148" name="Google Shape;148;p7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5670804" y="8133588"/>
              <a:ext cx="198120" cy="1767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9" name="Google Shape;149;p7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5661660" y="7796784"/>
              <a:ext cx="210312" cy="3124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0" name="Google Shape;150;p7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5731764" y="7664196"/>
              <a:ext cx="140208" cy="1127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51" name="Google Shape;151;p7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5661659" y="5908547"/>
            <a:ext cx="271272" cy="1674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52" name="Google Shape;152;p7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5661659" y="4645152"/>
            <a:ext cx="210312" cy="1175003"/>
          </a:xfrm>
          <a:prstGeom prst="rect">
            <a:avLst/>
          </a:prstGeom>
          <a:noFill/>
          <a:ln>
            <a:noFill/>
          </a:ln>
        </p:spPr>
      </p:pic>
      <p:pic>
        <p:nvPicPr>
          <p:cNvPr id="153" name="Google Shape;153;p7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5661659" y="4134611"/>
            <a:ext cx="210312" cy="4190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" name="Google Shape;154;p7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5661660" y="2785871"/>
            <a:ext cx="210312" cy="1264920"/>
          </a:xfrm>
          <a:prstGeom prst="rect">
            <a:avLst/>
          </a:prstGeom>
          <a:noFill/>
          <a:ln>
            <a:noFill/>
          </a:ln>
        </p:spPr>
      </p:pic>
      <p:sp>
        <p:nvSpPr>
          <p:cNvPr id="155" name="Google Shape;155;p7"/>
          <p:cNvSpPr/>
          <p:nvPr/>
        </p:nvSpPr>
        <p:spPr>
          <a:xfrm>
            <a:off x="6181344" y="8441435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" name="Google Shape;156;p7"/>
          <p:cNvGrpSpPr/>
          <p:nvPr/>
        </p:nvGrpSpPr>
        <p:grpSpPr>
          <a:xfrm>
            <a:off x="6053328" y="7664196"/>
            <a:ext cx="210312" cy="646176"/>
            <a:chOff x="6053328" y="7664196"/>
            <a:chExt cx="210312" cy="646176"/>
          </a:xfrm>
        </p:grpSpPr>
        <p:pic>
          <p:nvPicPr>
            <p:cNvPr id="157" name="Google Shape;157;p7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6062472" y="8133588"/>
              <a:ext cx="198120" cy="1767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8" name="Google Shape;158;p7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6053328" y="7796784"/>
              <a:ext cx="210312" cy="3124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9" name="Google Shape;159;p7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6123432" y="7664196"/>
              <a:ext cx="140208" cy="1127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60" name="Google Shape;160;p7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6053327" y="5908547"/>
            <a:ext cx="271272" cy="1674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1" name="Google Shape;161;p7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6053327" y="4925567"/>
            <a:ext cx="271224" cy="8945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" name="Google Shape;162;p7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6053327" y="4067555"/>
            <a:ext cx="271272" cy="76504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" name="Google Shape;163;p7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6890003" y="4879847"/>
            <a:ext cx="152399" cy="937259"/>
          </a:xfrm>
          <a:prstGeom prst="rect">
            <a:avLst/>
          </a:prstGeom>
          <a:noFill/>
          <a:ln>
            <a:noFill/>
          </a:ln>
        </p:spPr>
      </p:pic>
      <p:sp>
        <p:nvSpPr>
          <p:cNvPr id="164" name="Google Shape;164;p7"/>
          <p:cNvSpPr/>
          <p:nvPr/>
        </p:nvSpPr>
        <p:spPr>
          <a:xfrm>
            <a:off x="6655307" y="1918716"/>
            <a:ext cx="116205" cy="59690"/>
          </a:xfrm>
          <a:custGeom>
            <a:rect b="b" l="l" r="r" t="t"/>
            <a:pathLst>
              <a:path extrusionOk="0" h="59689" w="116204">
                <a:moveTo>
                  <a:pt x="115824" y="59436"/>
                </a:moveTo>
                <a:lnTo>
                  <a:pt x="112775" y="59436"/>
                </a:lnTo>
                <a:lnTo>
                  <a:pt x="112775" y="51816"/>
                </a:lnTo>
                <a:lnTo>
                  <a:pt x="111252" y="47244"/>
                </a:lnTo>
                <a:lnTo>
                  <a:pt x="109728" y="45720"/>
                </a:lnTo>
                <a:lnTo>
                  <a:pt x="109728" y="44196"/>
                </a:lnTo>
                <a:lnTo>
                  <a:pt x="108204" y="42672"/>
                </a:lnTo>
                <a:lnTo>
                  <a:pt x="105155" y="41148"/>
                </a:lnTo>
                <a:lnTo>
                  <a:pt x="22859" y="41148"/>
                </a:lnTo>
                <a:lnTo>
                  <a:pt x="21336" y="42672"/>
                </a:lnTo>
                <a:lnTo>
                  <a:pt x="21336" y="44196"/>
                </a:lnTo>
                <a:lnTo>
                  <a:pt x="19812" y="45720"/>
                </a:lnTo>
                <a:lnTo>
                  <a:pt x="19812" y="53340"/>
                </a:lnTo>
                <a:lnTo>
                  <a:pt x="22859" y="57912"/>
                </a:lnTo>
                <a:lnTo>
                  <a:pt x="19812" y="59436"/>
                </a:lnTo>
                <a:lnTo>
                  <a:pt x="0" y="18288"/>
                </a:lnTo>
                <a:lnTo>
                  <a:pt x="0" y="16764"/>
                </a:lnTo>
                <a:lnTo>
                  <a:pt x="99060" y="16764"/>
                </a:lnTo>
                <a:lnTo>
                  <a:pt x="103632" y="15240"/>
                </a:lnTo>
                <a:lnTo>
                  <a:pt x="106679" y="15240"/>
                </a:lnTo>
                <a:lnTo>
                  <a:pt x="109728" y="13716"/>
                </a:lnTo>
                <a:lnTo>
                  <a:pt x="109728" y="12192"/>
                </a:lnTo>
                <a:lnTo>
                  <a:pt x="112775" y="6096"/>
                </a:lnTo>
                <a:lnTo>
                  <a:pt x="112775" y="0"/>
                </a:lnTo>
                <a:lnTo>
                  <a:pt x="115824" y="0"/>
                </a:lnTo>
                <a:lnTo>
                  <a:pt x="115824" y="594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oogle Shape;169;p8"/>
          <p:cNvGrpSpPr/>
          <p:nvPr/>
        </p:nvGrpSpPr>
        <p:grpSpPr>
          <a:xfrm>
            <a:off x="1075931" y="8171688"/>
            <a:ext cx="335915" cy="1171956"/>
            <a:chOff x="1075931" y="8171688"/>
            <a:chExt cx="335915" cy="1171956"/>
          </a:xfrm>
        </p:grpSpPr>
        <p:sp>
          <p:nvSpPr>
            <p:cNvPr id="170" name="Google Shape;170;p8"/>
            <p:cNvSpPr/>
            <p:nvPr/>
          </p:nvSpPr>
          <p:spPr>
            <a:xfrm>
              <a:off x="1075931" y="8596884"/>
              <a:ext cx="335915" cy="746760"/>
            </a:xfrm>
            <a:custGeom>
              <a:rect b="b" l="l" r="r" t="t"/>
              <a:pathLst>
                <a:path extrusionOk="0" h="746759" w="335915">
                  <a:moveTo>
                    <a:pt x="327672" y="0"/>
                  </a:moveTo>
                  <a:lnTo>
                    <a:pt x="318516" y="0"/>
                  </a:lnTo>
                  <a:lnTo>
                    <a:pt x="316992" y="10668"/>
                  </a:lnTo>
                  <a:lnTo>
                    <a:pt x="315468" y="16764"/>
                  </a:lnTo>
                  <a:lnTo>
                    <a:pt x="192024" y="22860"/>
                  </a:lnTo>
                  <a:lnTo>
                    <a:pt x="174028" y="23393"/>
                  </a:lnTo>
                  <a:lnTo>
                    <a:pt x="129209" y="31838"/>
                  </a:lnTo>
                  <a:lnTo>
                    <a:pt x="99250" y="65913"/>
                  </a:lnTo>
                  <a:lnTo>
                    <a:pt x="96012" y="85344"/>
                  </a:lnTo>
                  <a:lnTo>
                    <a:pt x="96570" y="93345"/>
                  </a:lnTo>
                  <a:lnTo>
                    <a:pt x="115062" y="133540"/>
                  </a:lnTo>
                  <a:lnTo>
                    <a:pt x="131064" y="150876"/>
                  </a:lnTo>
                  <a:lnTo>
                    <a:pt x="0" y="150876"/>
                  </a:lnTo>
                  <a:lnTo>
                    <a:pt x="0" y="240792"/>
                  </a:lnTo>
                  <a:lnTo>
                    <a:pt x="9144" y="240792"/>
                  </a:lnTo>
                  <a:lnTo>
                    <a:pt x="10668" y="231648"/>
                  </a:lnTo>
                  <a:lnTo>
                    <a:pt x="13716" y="225552"/>
                  </a:lnTo>
                  <a:lnTo>
                    <a:pt x="48768" y="217932"/>
                  </a:lnTo>
                  <a:lnTo>
                    <a:pt x="278904" y="217932"/>
                  </a:lnTo>
                  <a:lnTo>
                    <a:pt x="318516" y="233172"/>
                  </a:lnTo>
                  <a:lnTo>
                    <a:pt x="318516" y="240792"/>
                  </a:lnTo>
                  <a:lnTo>
                    <a:pt x="327672" y="240792"/>
                  </a:lnTo>
                  <a:lnTo>
                    <a:pt x="327672" y="128016"/>
                  </a:lnTo>
                  <a:lnTo>
                    <a:pt x="318516" y="128016"/>
                  </a:lnTo>
                  <a:lnTo>
                    <a:pt x="316992" y="138684"/>
                  </a:lnTo>
                  <a:lnTo>
                    <a:pt x="313944" y="144780"/>
                  </a:lnTo>
                  <a:lnTo>
                    <a:pt x="158496" y="150876"/>
                  </a:lnTo>
                  <a:lnTo>
                    <a:pt x="150863" y="146075"/>
                  </a:lnTo>
                  <a:lnTo>
                    <a:pt x="144208" y="140970"/>
                  </a:lnTo>
                  <a:lnTo>
                    <a:pt x="139001" y="135877"/>
                  </a:lnTo>
                  <a:lnTo>
                    <a:pt x="135636" y="131064"/>
                  </a:lnTo>
                  <a:lnTo>
                    <a:pt x="131064" y="124968"/>
                  </a:lnTo>
                  <a:lnTo>
                    <a:pt x="128016" y="118872"/>
                  </a:lnTo>
                  <a:lnTo>
                    <a:pt x="128016" y="108204"/>
                  </a:lnTo>
                  <a:lnTo>
                    <a:pt x="165760" y="90182"/>
                  </a:lnTo>
                  <a:lnTo>
                    <a:pt x="178308" y="89916"/>
                  </a:lnTo>
                  <a:lnTo>
                    <a:pt x="278904" y="89916"/>
                  </a:lnTo>
                  <a:lnTo>
                    <a:pt x="316992" y="105156"/>
                  </a:lnTo>
                  <a:lnTo>
                    <a:pt x="318516" y="112776"/>
                  </a:lnTo>
                  <a:lnTo>
                    <a:pt x="327672" y="112776"/>
                  </a:lnTo>
                  <a:lnTo>
                    <a:pt x="327672" y="0"/>
                  </a:lnTo>
                  <a:close/>
                </a:path>
                <a:path extrusionOk="0" h="746759" w="335915">
                  <a:moveTo>
                    <a:pt x="335292" y="405384"/>
                  </a:moveTo>
                  <a:lnTo>
                    <a:pt x="65532" y="303276"/>
                  </a:lnTo>
                  <a:lnTo>
                    <a:pt x="21336" y="284988"/>
                  </a:lnTo>
                  <a:lnTo>
                    <a:pt x="9144" y="268224"/>
                  </a:lnTo>
                  <a:lnTo>
                    <a:pt x="9144" y="262128"/>
                  </a:lnTo>
                  <a:lnTo>
                    <a:pt x="0" y="262128"/>
                  </a:lnTo>
                  <a:lnTo>
                    <a:pt x="0" y="345948"/>
                  </a:lnTo>
                  <a:lnTo>
                    <a:pt x="9144" y="345948"/>
                  </a:lnTo>
                  <a:lnTo>
                    <a:pt x="9144" y="333756"/>
                  </a:lnTo>
                  <a:lnTo>
                    <a:pt x="12192" y="326136"/>
                  </a:lnTo>
                  <a:lnTo>
                    <a:pt x="15240" y="321564"/>
                  </a:lnTo>
                  <a:lnTo>
                    <a:pt x="19812" y="316992"/>
                  </a:lnTo>
                  <a:lnTo>
                    <a:pt x="24384" y="313944"/>
                  </a:lnTo>
                  <a:lnTo>
                    <a:pt x="35052" y="313944"/>
                  </a:lnTo>
                  <a:lnTo>
                    <a:pt x="41148" y="315468"/>
                  </a:lnTo>
                  <a:lnTo>
                    <a:pt x="45720" y="315468"/>
                  </a:lnTo>
                  <a:lnTo>
                    <a:pt x="50888" y="317144"/>
                  </a:lnTo>
                  <a:lnTo>
                    <a:pt x="65227" y="322757"/>
                  </a:lnTo>
                  <a:lnTo>
                    <a:pt x="74676" y="326136"/>
                  </a:lnTo>
                  <a:lnTo>
                    <a:pt x="216408" y="379476"/>
                  </a:lnTo>
                  <a:lnTo>
                    <a:pt x="60960" y="438912"/>
                  </a:lnTo>
                  <a:lnTo>
                    <a:pt x="27432" y="449580"/>
                  </a:lnTo>
                  <a:lnTo>
                    <a:pt x="22860" y="449580"/>
                  </a:lnTo>
                  <a:lnTo>
                    <a:pt x="19812" y="448056"/>
                  </a:lnTo>
                  <a:lnTo>
                    <a:pt x="18288" y="446532"/>
                  </a:lnTo>
                  <a:lnTo>
                    <a:pt x="15240" y="445008"/>
                  </a:lnTo>
                  <a:lnTo>
                    <a:pt x="12192" y="438912"/>
                  </a:lnTo>
                  <a:lnTo>
                    <a:pt x="10668" y="434340"/>
                  </a:lnTo>
                  <a:lnTo>
                    <a:pt x="9144" y="426720"/>
                  </a:lnTo>
                  <a:lnTo>
                    <a:pt x="9144" y="414528"/>
                  </a:lnTo>
                  <a:lnTo>
                    <a:pt x="0" y="414528"/>
                  </a:lnTo>
                  <a:lnTo>
                    <a:pt x="0" y="573024"/>
                  </a:lnTo>
                  <a:lnTo>
                    <a:pt x="9144" y="573024"/>
                  </a:lnTo>
                  <a:lnTo>
                    <a:pt x="9144" y="562356"/>
                  </a:lnTo>
                  <a:lnTo>
                    <a:pt x="10668" y="554736"/>
                  </a:lnTo>
                  <a:lnTo>
                    <a:pt x="13716" y="550164"/>
                  </a:lnTo>
                  <a:lnTo>
                    <a:pt x="16764" y="544068"/>
                  </a:lnTo>
                  <a:lnTo>
                    <a:pt x="21336" y="539496"/>
                  </a:lnTo>
                  <a:lnTo>
                    <a:pt x="27432" y="536448"/>
                  </a:lnTo>
                  <a:lnTo>
                    <a:pt x="33147" y="532739"/>
                  </a:lnTo>
                  <a:lnTo>
                    <a:pt x="41148" y="528447"/>
                  </a:lnTo>
                  <a:lnTo>
                    <a:pt x="51435" y="523595"/>
                  </a:lnTo>
                  <a:lnTo>
                    <a:pt x="64008" y="518160"/>
                  </a:lnTo>
                  <a:lnTo>
                    <a:pt x="99060" y="505968"/>
                  </a:lnTo>
                  <a:lnTo>
                    <a:pt x="224028" y="557784"/>
                  </a:lnTo>
                  <a:lnTo>
                    <a:pt x="65532" y="621792"/>
                  </a:lnTo>
                  <a:lnTo>
                    <a:pt x="25908" y="633984"/>
                  </a:lnTo>
                  <a:lnTo>
                    <a:pt x="21336" y="633984"/>
                  </a:lnTo>
                  <a:lnTo>
                    <a:pt x="12192" y="624840"/>
                  </a:lnTo>
                  <a:lnTo>
                    <a:pt x="9144" y="617220"/>
                  </a:lnTo>
                  <a:lnTo>
                    <a:pt x="9144" y="605028"/>
                  </a:lnTo>
                  <a:lnTo>
                    <a:pt x="0" y="605028"/>
                  </a:lnTo>
                  <a:lnTo>
                    <a:pt x="0" y="746760"/>
                  </a:lnTo>
                  <a:lnTo>
                    <a:pt x="9144" y="746760"/>
                  </a:lnTo>
                  <a:lnTo>
                    <a:pt x="10668" y="737616"/>
                  </a:lnTo>
                  <a:lnTo>
                    <a:pt x="13716" y="729996"/>
                  </a:lnTo>
                  <a:lnTo>
                    <a:pt x="50038" y="709993"/>
                  </a:lnTo>
                  <a:lnTo>
                    <a:pt x="335292" y="594360"/>
                  </a:lnTo>
                  <a:lnTo>
                    <a:pt x="335292" y="585216"/>
                  </a:lnTo>
                  <a:lnTo>
                    <a:pt x="121920" y="495300"/>
                  </a:lnTo>
                  <a:lnTo>
                    <a:pt x="335292" y="414528"/>
                  </a:lnTo>
                  <a:lnTo>
                    <a:pt x="335292" y="405384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1" name="Google Shape;171;p8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171956" y="8340851"/>
              <a:ext cx="234696" cy="2148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2" name="Google Shape;172;p8"/>
            <p:cNvSpPr/>
            <p:nvPr/>
          </p:nvSpPr>
          <p:spPr>
            <a:xfrm>
              <a:off x="1095756" y="8171688"/>
              <a:ext cx="311150" cy="151130"/>
            </a:xfrm>
            <a:custGeom>
              <a:rect b="b" l="l" r="r" t="t"/>
              <a:pathLst>
                <a:path extrusionOk="0" h="151129" w="311150">
                  <a:moveTo>
                    <a:pt x="106679" y="150875"/>
                  </a:moveTo>
                  <a:lnTo>
                    <a:pt x="99060" y="150875"/>
                  </a:lnTo>
                  <a:lnTo>
                    <a:pt x="87630" y="136350"/>
                  </a:lnTo>
                  <a:lnTo>
                    <a:pt x="76200" y="122681"/>
                  </a:lnTo>
                  <a:lnTo>
                    <a:pt x="41362" y="88820"/>
                  </a:lnTo>
                  <a:lnTo>
                    <a:pt x="0" y="60959"/>
                  </a:lnTo>
                  <a:lnTo>
                    <a:pt x="0" y="53339"/>
                  </a:lnTo>
                  <a:lnTo>
                    <a:pt x="82296" y="53339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39"/>
                  </a:lnTo>
                  <a:lnTo>
                    <a:pt x="245364" y="53339"/>
                  </a:lnTo>
                  <a:lnTo>
                    <a:pt x="283464" y="39623"/>
                  </a:lnTo>
                  <a:lnTo>
                    <a:pt x="283464" y="36575"/>
                  </a:lnTo>
                  <a:lnTo>
                    <a:pt x="282035" y="28836"/>
                  </a:lnTo>
                  <a:lnTo>
                    <a:pt x="277748" y="21526"/>
                  </a:lnTo>
                  <a:lnTo>
                    <a:pt x="270605" y="14501"/>
                  </a:lnTo>
                  <a:lnTo>
                    <a:pt x="260604" y="7619"/>
                  </a:lnTo>
                  <a:lnTo>
                    <a:pt x="266700" y="0"/>
                  </a:lnTo>
                  <a:lnTo>
                    <a:pt x="285821" y="11501"/>
                  </a:lnTo>
                  <a:lnTo>
                    <a:pt x="299656" y="25717"/>
                  </a:lnTo>
                  <a:lnTo>
                    <a:pt x="308062" y="43076"/>
                  </a:lnTo>
                  <a:lnTo>
                    <a:pt x="310895" y="64007"/>
                  </a:lnTo>
                  <a:lnTo>
                    <a:pt x="310276" y="73985"/>
                  </a:lnTo>
                  <a:lnTo>
                    <a:pt x="286321" y="111823"/>
                  </a:lnTo>
                  <a:lnTo>
                    <a:pt x="244935" y="120372"/>
                  </a:lnTo>
                  <a:lnTo>
                    <a:pt x="106679" y="120395"/>
                  </a:lnTo>
                  <a:lnTo>
                    <a:pt x="106679" y="150875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" name="Google Shape;173;p8"/>
          <p:cNvGrpSpPr/>
          <p:nvPr/>
        </p:nvGrpSpPr>
        <p:grpSpPr>
          <a:xfrm>
            <a:off x="1075944" y="7540752"/>
            <a:ext cx="334010" cy="486156"/>
            <a:chOff x="1075944" y="7540752"/>
            <a:chExt cx="334010" cy="486156"/>
          </a:xfrm>
        </p:grpSpPr>
        <p:sp>
          <p:nvSpPr>
            <p:cNvPr id="174" name="Google Shape;174;p8"/>
            <p:cNvSpPr/>
            <p:nvPr/>
          </p:nvSpPr>
          <p:spPr>
            <a:xfrm>
              <a:off x="1075944" y="7783068"/>
              <a:ext cx="334010" cy="243840"/>
            </a:xfrm>
            <a:custGeom>
              <a:rect b="b" l="l" r="r" t="t"/>
              <a:pathLst>
                <a:path extrusionOk="0" h="243840" w="334009">
                  <a:moveTo>
                    <a:pt x="9144" y="128016"/>
                  </a:moveTo>
                  <a:lnTo>
                    <a:pt x="0" y="128016"/>
                  </a:lnTo>
                  <a:lnTo>
                    <a:pt x="0" y="27408"/>
                  </a:lnTo>
                  <a:lnTo>
                    <a:pt x="271129" y="27408"/>
                  </a:lnTo>
                  <a:lnTo>
                    <a:pt x="280035" y="27241"/>
                  </a:lnTo>
                  <a:lnTo>
                    <a:pt x="286083" y="26789"/>
                  </a:lnTo>
                  <a:lnTo>
                    <a:pt x="289560" y="25908"/>
                  </a:lnTo>
                  <a:lnTo>
                    <a:pt x="295656" y="25908"/>
                  </a:lnTo>
                  <a:lnTo>
                    <a:pt x="301752" y="19812"/>
                  </a:lnTo>
                  <a:lnTo>
                    <a:pt x="304800" y="15240"/>
                  </a:lnTo>
                  <a:lnTo>
                    <a:pt x="306324" y="9144"/>
                  </a:lnTo>
                  <a:lnTo>
                    <a:pt x="306324" y="0"/>
                  </a:lnTo>
                  <a:lnTo>
                    <a:pt x="315467" y="0"/>
                  </a:lnTo>
                  <a:lnTo>
                    <a:pt x="333756" y="94488"/>
                  </a:lnTo>
                  <a:lnTo>
                    <a:pt x="53340" y="94488"/>
                  </a:lnTo>
                  <a:lnTo>
                    <a:pt x="41933" y="94749"/>
                  </a:lnTo>
                  <a:lnTo>
                    <a:pt x="9144" y="117348"/>
                  </a:lnTo>
                  <a:lnTo>
                    <a:pt x="9144" y="128016"/>
                  </a:lnTo>
                  <a:close/>
                </a:path>
                <a:path extrusionOk="0" h="243840" w="334009">
                  <a:moveTo>
                    <a:pt x="219456" y="243840"/>
                  </a:moveTo>
                  <a:lnTo>
                    <a:pt x="169092" y="237410"/>
                  </a:lnTo>
                  <a:lnTo>
                    <a:pt x="129159" y="216979"/>
                  </a:lnTo>
                  <a:lnTo>
                    <a:pt x="104370" y="186023"/>
                  </a:lnTo>
                  <a:lnTo>
                    <a:pt x="96384" y="156067"/>
                  </a:lnTo>
                  <a:lnTo>
                    <a:pt x="96413" y="144780"/>
                  </a:lnTo>
                  <a:lnTo>
                    <a:pt x="96535" y="142922"/>
                  </a:lnTo>
                  <a:lnTo>
                    <a:pt x="97848" y="135636"/>
                  </a:lnTo>
                  <a:lnTo>
                    <a:pt x="97917" y="135255"/>
                  </a:lnTo>
                  <a:lnTo>
                    <a:pt x="117538" y="101988"/>
                  </a:lnTo>
                  <a:lnTo>
                    <a:pt x="124968" y="94488"/>
                  </a:lnTo>
                  <a:lnTo>
                    <a:pt x="153924" y="94488"/>
                  </a:lnTo>
                  <a:lnTo>
                    <a:pt x="139684" y="104179"/>
                  </a:lnTo>
                  <a:lnTo>
                    <a:pt x="129159" y="114871"/>
                  </a:lnTo>
                  <a:lnTo>
                    <a:pt x="122634" y="126420"/>
                  </a:lnTo>
                  <a:lnTo>
                    <a:pt x="120396" y="138684"/>
                  </a:lnTo>
                  <a:lnTo>
                    <a:pt x="120396" y="144780"/>
                  </a:lnTo>
                  <a:lnTo>
                    <a:pt x="152400" y="169164"/>
                  </a:lnTo>
                  <a:lnTo>
                    <a:pt x="190336" y="173426"/>
                  </a:lnTo>
                  <a:lnTo>
                    <a:pt x="189259" y="173426"/>
                  </a:lnTo>
                  <a:lnTo>
                    <a:pt x="208788" y="173736"/>
                  </a:lnTo>
                  <a:lnTo>
                    <a:pt x="331702" y="173736"/>
                  </a:lnTo>
                  <a:lnTo>
                    <a:pt x="331446" y="176022"/>
                  </a:lnTo>
                  <a:lnTo>
                    <a:pt x="312539" y="210312"/>
                  </a:lnTo>
                  <a:lnTo>
                    <a:pt x="279034" y="232910"/>
                  </a:lnTo>
                  <a:lnTo>
                    <a:pt x="241220" y="242673"/>
                  </a:lnTo>
                  <a:lnTo>
                    <a:pt x="219456" y="243840"/>
                  </a:lnTo>
                  <a:close/>
                </a:path>
                <a:path extrusionOk="0" h="243840" w="334009">
                  <a:moveTo>
                    <a:pt x="331702" y="173736"/>
                  </a:moveTo>
                  <a:lnTo>
                    <a:pt x="208788" y="173736"/>
                  </a:lnTo>
                  <a:lnTo>
                    <a:pt x="229076" y="173426"/>
                  </a:lnTo>
                  <a:lnTo>
                    <a:pt x="246507" y="172402"/>
                  </a:lnTo>
                  <a:lnTo>
                    <a:pt x="290131" y="160401"/>
                  </a:lnTo>
                  <a:lnTo>
                    <a:pt x="306324" y="141732"/>
                  </a:lnTo>
                  <a:lnTo>
                    <a:pt x="306253" y="135255"/>
                  </a:lnTo>
                  <a:lnTo>
                    <a:pt x="272795" y="94488"/>
                  </a:lnTo>
                  <a:lnTo>
                    <a:pt x="298704" y="94488"/>
                  </a:lnTo>
                  <a:lnTo>
                    <a:pt x="326136" y="124968"/>
                  </a:lnTo>
                  <a:lnTo>
                    <a:pt x="333692" y="153924"/>
                  </a:lnTo>
                  <a:lnTo>
                    <a:pt x="333686" y="156067"/>
                  </a:lnTo>
                  <a:lnTo>
                    <a:pt x="331852" y="172402"/>
                  </a:lnTo>
                  <a:lnTo>
                    <a:pt x="331737" y="173426"/>
                  </a:lnTo>
                  <a:lnTo>
                    <a:pt x="331702" y="173736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5" name="Google Shape;175;p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171955" y="7540752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76" name="Google Shape;176;p8"/>
          <p:cNvGrpSpPr/>
          <p:nvPr/>
        </p:nvGrpSpPr>
        <p:grpSpPr>
          <a:xfrm>
            <a:off x="1171955" y="6923532"/>
            <a:ext cx="336932" cy="472567"/>
            <a:chOff x="1171955" y="6923532"/>
            <a:chExt cx="336932" cy="472567"/>
          </a:xfrm>
        </p:grpSpPr>
        <p:sp>
          <p:nvSpPr>
            <p:cNvPr id="177" name="Google Shape;177;p8"/>
            <p:cNvSpPr/>
            <p:nvPr/>
          </p:nvSpPr>
          <p:spPr>
            <a:xfrm>
              <a:off x="1178052" y="7156704"/>
              <a:ext cx="330835" cy="239395"/>
            </a:xfrm>
            <a:custGeom>
              <a:rect b="b" l="l" r="r" t="t"/>
              <a:pathLst>
                <a:path extrusionOk="0" h="239395" w="330834">
                  <a:moveTo>
                    <a:pt x="9143" y="239267"/>
                  </a:moveTo>
                  <a:lnTo>
                    <a:pt x="0" y="239267"/>
                  </a:lnTo>
                  <a:lnTo>
                    <a:pt x="0" y="118871"/>
                  </a:lnTo>
                  <a:lnTo>
                    <a:pt x="9143" y="118871"/>
                  </a:lnTo>
                  <a:lnTo>
                    <a:pt x="9143" y="126491"/>
                  </a:lnTo>
                  <a:lnTo>
                    <a:pt x="10667" y="131063"/>
                  </a:lnTo>
                  <a:lnTo>
                    <a:pt x="13715" y="135635"/>
                  </a:lnTo>
                  <a:lnTo>
                    <a:pt x="16764" y="138683"/>
                  </a:lnTo>
                  <a:lnTo>
                    <a:pt x="19811" y="140207"/>
                  </a:lnTo>
                  <a:lnTo>
                    <a:pt x="24383" y="140207"/>
                  </a:lnTo>
                  <a:lnTo>
                    <a:pt x="146303" y="89915"/>
                  </a:lnTo>
                  <a:lnTo>
                    <a:pt x="79247" y="64007"/>
                  </a:lnTo>
                  <a:lnTo>
                    <a:pt x="62388" y="58007"/>
                  </a:lnTo>
                  <a:lnTo>
                    <a:pt x="48386" y="53720"/>
                  </a:lnTo>
                  <a:lnTo>
                    <a:pt x="37242" y="51149"/>
                  </a:lnTo>
                  <a:lnTo>
                    <a:pt x="28955" y="50291"/>
                  </a:lnTo>
                  <a:lnTo>
                    <a:pt x="22859" y="50291"/>
                  </a:lnTo>
                  <a:lnTo>
                    <a:pt x="18288" y="51815"/>
                  </a:lnTo>
                  <a:lnTo>
                    <a:pt x="15240" y="56387"/>
                  </a:lnTo>
                  <a:lnTo>
                    <a:pt x="12191" y="59435"/>
                  </a:lnTo>
                  <a:lnTo>
                    <a:pt x="9143" y="67055"/>
                  </a:lnTo>
                  <a:lnTo>
                    <a:pt x="9143" y="76199"/>
                  </a:lnTo>
                  <a:lnTo>
                    <a:pt x="0" y="76199"/>
                  </a:lnTo>
                  <a:lnTo>
                    <a:pt x="0" y="0"/>
                  </a:lnTo>
                  <a:lnTo>
                    <a:pt x="9143" y="0"/>
                  </a:lnTo>
                  <a:lnTo>
                    <a:pt x="10667" y="7619"/>
                  </a:lnTo>
                  <a:lnTo>
                    <a:pt x="13715" y="13715"/>
                  </a:lnTo>
                  <a:lnTo>
                    <a:pt x="48506" y="33718"/>
                  </a:lnTo>
                  <a:lnTo>
                    <a:pt x="262675" y="117514"/>
                  </a:lnTo>
                  <a:lnTo>
                    <a:pt x="284797" y="127063"/>
                  </a:lnTo>
                  <a:lnTo>
                    <a:pt x="319778" y="151185"/>
                  </a:lnTo>
                  <a:lnTo>
                    <a:pt x="330707" y="184403"/>
                  </a:lnTo>
                  <a:lnTo>
                    <a:pt x="330112" y="194119"/>
                  </a:lnTo>
                  <a:lnTo>
                    <a:pt x="307466" y="225361"/>
                  </a:lnTo>
                  <a:lnTo>
                    <a:pt x="292607" y="228599"/>
                  </a:lnTo>
                  <a:lnTo>
                    <a:pt x="283463" y="228599"/>
                  </a:lnTo>
                  <a:lnTo>
                    <a:pt x="275843" y="225551"/>
                  </a:lnTo>
                  <a:lnTo>
                    <a:pt x="269747" y="220979"/>
                  </a:lnTo>
                  <a:lnTo>
                    <a:pt x="263651" y="214883"/>
                  </a:lnTo>
                  <a:lnTo>
                    <a:pt x="260603" y="207263"/>
                  </a:lnTo>
                  <a:lnTo>
                    <a:pt x="260603" y="192023"/>
                  </a:lnTo>
                  <a:lnTo>
                    <a:pt x="263651" y="184403"/>
                  </a:lnTo>
                  <a:lnTo>
                    <a:pt x="272795" y="175259"/>
                  </a:lnTo>
                  <a:lnTo>
                    <a:pt x="280415" y="172211"/>
                  </a:lnTo>
                  <a:lnTo>
                    <a:pt x="300227" y="172211"/>
                  </a:lnTo>
                  <a:lnTo>
                    <a:pt x="301751" y="170687"/>
                  </a:lnTo>
                  <a:lnTo>
                    <a:pt x="304799" y="169163"/>
                  </a:lnTo>
                  <a:lnTo>
                    <a:pt x="304799" y="161543"/>
                  </a:lnTo>
                  <a:lnTo>
                    <a:pt x="268700" y="137398"/>
                  </a:lnTo>
                  <a:lnTo>
                    <a:pt x="233171" y="123443"/>
                  </a:lnTo>
                  <a:lnTo>
                    <a:pt x="67055" y="195071"/>
                  </a:lnTo>
                  <a:lnTo>
                    <a:pt x="27622" y="215217"/>
                  </a:lnTo>
                  <a:lnTo>
                    <a:pt x="12191" y="231647"/>
                  </a:lnTo>
                  <a:lnTo>
                    <a:pt x="9143" y="239267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8" name="Google Shape;178;p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171955" y="6923532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79" name="Google Shape;179;p8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171955" y="6248400"/>
            <a:ext cx="231648" cy="240792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" name="Google Shape;180;p8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178052" y="6646164"/>
            <a:ext cx="231647" cy="2377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1" name="Google Shape;181;p8"/>
          <p:cNvGrpSpPr/>
          <p:nvPr/>
        </p:nvGrpSpPr>
        <p:grpSpPr>
          <a:xfrm>
            <a:off x="1075944" y="5532120"/>
            <a:ext cx="334010" cy="678178"/>
            <a:chOff x="1075944" y="5532120"/>
            <a:chExt cx="334010" cy="678178"/>
          </a:xfrm>
        </p:grpSpPr>
        <p:pic>
          <p:nvPicPr>
            <p:cNvPr id="182" name="Google Shape;182;p8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171956" y="5804916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3" name="Google Shape;183;p8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171956" y="6021323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4" name="Google Shape;184;p8"/>
            <p:cNvSpPr/>
            <p:nvPr/>
          </p:nvSpPr>
          <p:spPr>
            <a:xfrm>
              <a:off x="1075944" y="5532120"/>
              <a:ext cx="334010" cy="243840"/>
            </a:xfrm>
            <a:custGeom>
              <a:rect b="b" l="l" r="r" t="t"/>
              <a:pathLst>
                <a:path extrusionOk="0" h="243839" w="334009">
                  <a:moveTo>
                    <a:pt x="9144" y="128016"/>
                  </a:moveTo>
                  <a:lnTo>
                    <a:pt x="0" y="128016"/>
                  </a:lnTo>
                  <a:lnTo>
                    <a:pt x="0" y="27408"/>
                  </a:lnTo>
                  <a:lnTo>
                    <a:pt x="271129" y="27408"/>
                  </a:lnTo>
                  <a:lnTo>
                    <a:pt x="280035" y="27241"/>
                  </a:lnTo>
                  <a:lnTo>
                    <a:pt x="286083" y="26789"/>
                  </a:lnTo>
                  <a:lnTo>
                    <a:pt x="295656" y="24384"/>
                  </a:lnTo>
                  <a:lnTo>
                    <a:pt x="298704" y="22860"/>
                  </a:lnTo>
                  <a:lnTo>
                    <a:pt x="301752" y="18288"/>
                  </a:lnTo>
                  <a:lnTo>
                    <a:pt x="304800" y="15240"/>
                  </a:lnTo>
                  <a:lnTo>
                    <a:pt x="306324" y="9144"/>
                  </a:lnTo>
                  <a:lnTo>
                    <a:pt x="306324" y="0"/>
                  </a:lnTo>
                  <a:lnTo>
                    <a:pt x="315467" y="0"/>
                  </a:lnTo>
                  <a:lnTo>
                    <a:pt x="333756" y="94488"/>
                  </a:lnTo>
                  <a:lnTo>
                    <a:pt x="53340" y="94488"/>
                  </a:lnTo>
                  <a:lnTo>
                    <a:pt x="41933" y="94749"/>
                  </a:lnTo>
                  <a:lnTo>
                    <a:pt x="9144" y="117348"/>
                  </a:lnTo>
                  <a:lnTo>
                    <a:pt x="9144" y="128016"/>
                  </a:lnTo>
                  <a:close/>
                </a:path>
                <a:path extrusionOk="0" h="243839" w="334009">
                  <a:moveTo>
                    <a:pt x="219456" y="243840"/>
                  </a:moveTo>
                  <a:lnTo>
                    <a:pt x="169092" y="236767"/>
                  </a:lnTo>
                  <a:lnTo>
                    <a:pt x="129159" y="216408"/>
                  </a:lnTo>
                  <a:lnTo>
                    <a:pt x="104370" y="186023"/>
                  </a:lnTo>
                  <a:lnTo>
                    <a:pt x="96338" y="155424"/>
                  </a:lnTo>
                  <a:lnTo>
                    <a:pt x="96413" y="144780"/>
                  </a:lnTo>
                  <a:lnTo>
                    <a:pt x="96535" y="142922"/>
                  </a:lnTo>
                  <a:lnTo>
                    <a:pt x="97848" y="135636"/>
                  </a:lnTo>
                  <a:lnTo>
                    <a:pt x="97917" y="135255"/>
                  </a:lnTo>
                  <a:lnTo>
                    <a:pt x="117538" y="101346"/>
                  </a:lnTo>
                  <a:lnTo>
                    <a:pt x="124968" y="94488"/>
                  </a:lnTo>
                  <a:lnTo>
                    <a:pt x="153924" y="94488"/>
                  </a:lnTo>
                  <a:lnTo>
                    <a:pt x="139684" y="104179"/>
                  </a:lnTo>
                  <a:lnTo>
                    <a:pt x="129159" y="114871"/>
                  </a:lnTo>
                  <a:lnTo>
                    <a:pt x="122634" y="126420"/>
                  </a:lnTo>
                  <a:lnTo>
                    <a:pt x="120396" y="138684"/>
                  </a:lnTo>
                  <a:lnTo>
                    <a:pt x="120396" y="144780"/>
                  </a:lnTo>
                  <a:lnTo>
                    <a:pt x="162710" y="170521"/>
                  </a:lnTo>
                  <a:lnTo>
                    <a:pt x="208788" y="173736"/>
                  </a:lnTo>
                  <a:lnTo>
                    <a:pt x="331702" y="173736"/>
                  </a:lnTo>
                  <a:lnTo>
                    <a:pt x="331446" y="176022"/>
                  </a:lnTo>
                  <a:lnTo>
                    <a:pt x="312539" y="210312"/>
                  </a:lnTo>
                  <a:lnTo>
                    <a:pt x="279034" y="232910"/>
                  </a:lnTo>
                  <a:lnTo>
                    <a:pt x="241220" y="242673"/>
                  </a:lnTo>
                  <a:lnTo>
                    <a:pt x="219456" y="243840"/>
                  </a:lnTo>
                  <a:close/>
                </a:path>
                <a:path extrusionOk="0" h="243839" w="334009">
                  <a:moveTo>
                    <a:pt x="331702" y="173736"/>
                  </a:moveTo>
                  <a:lnTo>
                    <a:pt x="208788" y="173736"/>
                  </a:lnTo>
                  <a:lnTo>
                    <a:pt x="229076" y="173426"/>
                  </a:lnTo>
                  <a:lnTo>
                    <a:pt x="246507" y="172402"/>
                  </a:lnTo>
                  <a:lnTo>
                    <a:pt x="290131" y="159829"/>
                  </a:lnTo>
                  <a:lnTo>
                    <a:pt x="306324" y="141732"/>
                  </a:lnTo>
                  <a:lnTo>
                    <a:pt x="306254" y="135255"/>
                  </a:lnTo>
                  <a:lnTo>
                    <a:pt x="272795" y="94488"/>
                  </a:lnTo>
                  <a:lnTo>
                    <a:pt x="298704" y="94488"/>
                  </a:lnTo>
                  <a:lnTo>
                    <a:pt x="326136" y="124968"/>
                  </a:lnTo>
                  <a:lnTo>
                    <a:pt x="333692" y="153924"/>
                  </a:lnTo>
                  <a:lnTo>
                    <a:pt x="333755" y="155424"/>
                  </a:lnTo>
                  <a:lnTo>
                    <a:pt x="331852" y="172402"/>
                  </a:lnTo>
                  <a:lnTo>
                    <a:pt x="331737" y="173426"/>
                  </a:lnTo>
                  <a:lnTo>
                    <a:pt x="331702" y="173736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" name="Google Shape;185;p8"/>
          <p:cNvGrpSpPr/>
          <p:nvPr/>
        </p:nvGrpSpPr>
        <p:grpSpPr>
          <a:xfrm>
            <a:off x="1095755" y="4998720"/>
            <a:ext cx="313944" cy="387349"/>
            <a:chOff x="1095755" y="4998720"/>
            <a:chExt cx="313944" cy="387349"/>
          </a:xfrm>
        </p:grpSpPr>
        <p:sp>
          <p:nvSpPr>
            <p:cNvPr id="186" name="Google Shape;186;p8"/>
            <p:cNvSpPr/>
            <p:nvPr/>
          </p:nvSpPr>
          <p:spPr>
            <a:xfrm>
              <a:off x="1095755" y="5234939"/>
              <a:ext cx="311150" cy="151130"/>
            </a:xfrm>
            <a:custGeom>
              <a:rect b="b" l="l" r="r" t="t"/>
              <a:pathLst>
                <a:path extrusionOk="0" h="151129" w="311150">
                  <a:moveTo>
                    <a:pt x="106679" y="150876"/>
                  </a:moveTo>
                  <a:lnTo>
                    <a:pt x="99060" y="150876"/>
                  </a:lnTo>
                  <a:lnTo>
                    <a:pt x="87630" y="135707"/>
                  </a:lnTo>
                  <a:lnTo>
                    <a:pt x="76200" y="122110"/>
                  </a:lnTo>
                  <a:lnTo>
                    <a:pt x="41362" y="88177"/>
                  </a:lnTo>
                  <a:lnTo>
                    <a:pt x="0" y="60960"/>
                  </a:lnTo>
                  <a:lnTo>
                    <a:pt x="0" y="53340"/>
                  </a:lnTo>
                  <a:lnTo>
                    <a:pt x="82296" y="53340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40"/>
                  </a:lnTo>
                  <a:lnTo>
                    <a:pt x="245364" y="53340"/>
                  </a:lnTo>
                  <a:lnTo>
                    <a:pt x="281940" y="41148"/>
                  </a:lnTo>
                  <a:lnTo>
                    <a:pt x="283464" y="39624"/>
                  </a:lnTo>
                  <a:lnTo>
                    <a:pt x="283464" y="36576"/>
                  </a:lnTo>
                  <a:lnTo>
                    <a:pt x="282035" y="28836"/>
                  </a:lnTo>
                  <a:lnTo>
                    <a:pt x="277748" y="21526"/>
                  </a:lnTo>
                  <a:lnTo>
                    <a:pt x="270605" y="14501"/>
                  </a:lnTo>
                  <a:lnTo>
                    <a:pt x="260604" y="7620"/>
                  </a:lnTo>
                  <a:lnTo>
                    <a:pt x="266700" y="0"/>
                  </a:lnTo>
                  <a:lnTo>
                    <a:pt x="285821" y="10834"/>
                  </a:lnTo>
                  <a:lnTo>
                    <a:pt x="299656" y="24955"/>
                  </a:lnTo>
                  <a:lnTo>
                    <a:pt x="308062" y="42219"/>
                  </a:lnTo>
                  <a:lnTo>
                    <a:pt x="310895" y="62484"/>
                  </a:lnTo>
                  <a:lnTo>
                    <a:pt x="310276" y="73128"/>
                  </a:lnTo>
                  <a:lnTo>
                    <a:pt x="286321" y="110490"/>
                  </a:lnTo>
                  <a:lnTo>
                    <a:pt x="244935" y="120134"/>
                  </a:lnTo>
                  <a:lnTo>
                    <a:pt x="228600" y="120396"/>
                  </a:lnTo>
                  <a:lnTo>
                    <a:pt x="106679" y="120396"/>
                  </a:lnTo>
                  <a:lnTo>
                    <a:pt x="106679" y="150876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7" name="Google Shape;187;p8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171955" y="4998720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88" name="Google Shape;188;p8"/>
          <p:cNvGrpSpPr/>
          <p:nvPr/>
        </p:nvGrpSpPr>
        <p:grpSpPr>
          <a:xfrm>
            <a:off x="1075944" y="3709415"/>
            <a:ext cx="333883" cy="1129665"/>
            <a:chOff x="1075944" y="3709415"/>
            <a:chExt cx="333883" cy="1129665"/>
          </a:xfrm>
        </p:grpSpPr>
        <p:sp>
          <p:nvSpPr>
            <p:cNvPr id="189" name="Google Shape;189;p8"/>
            <p:cNvSpPr/>
            <p:nvPr/>
          </p:nvSpPr>
          <p:spPr>
            <a:xfrm>
              <a:off x="1075944" y="4578095"/>
              <a:ext cx="327660" cy="260985"/>
            </a:xfrm>
            <a:custGeom>
              <a:rect b="b" l="l" r="r" t="t"/>
              <a:pathLst>
                <a:path extrusionOk="0" h="260985" w="327659">
                  <a:moveTo>
                    <a:pt x="327660" y="260604"/>
                  </a:moveTo>
                  <a:lnTo>
                    <a:pt x="318515" y="260604"/>
                  </a:lnTo>
                  <a:lnTo>
                    <a:pt x="318515" y="251460"/>
                  </a:lnTo>
                  <a:lnTo>
                    <a:pt x="315467" y="245364"/>
                  </a:lnTo>
                  <a:lnTo>
                    <a:pt x="278892" y="237744"/>
                  </a:lnTo>
                  <a:lnTo>
                    <a:pt x="48768" y="237744"/>
                  </a:lnTo>
                  <a:lnTo>
                    <a:pt x="10668" y="251460"/>
                  </a:lnTo>
                  <a:lnTo>
                    <a:pt x="9144" y="260604"/>
                  </a:lnTo>
                  <a:lnTo>
                    <a:pt x="0" y="260604"/>
                  </a:lnTo>
                  <a:lnTo>
                    <a:pt x="0" y="170688"/>
                  </a:lnTo>
                  <a:lnTo>
                    <a:pt x="214883" y="170688"/>
                  </a:lnTo>
                  <a:lnTo>
                    <a:pt x="164592" y="118872"/>
                  </a:lnTo>
                  <a:lnTo>
                    <a:pt x="157162" y="111490"/>
                  </a:lnTo>
                  <a:lnTo>
                    <a:pt x="150876" y="105537"/>
                  </a:lnTo>
                  <a:lnTo>
                    <a:pt x="145732" y="101298"/>
                  </a:lnTo>
                  <a:lnTo>
                    <a:pt x="141732" y="99060"/>
                  </a:lnTo>
                  <a:lnTo>
                    <a:pt x="137160" y="96012"/>
                  </a:lnTo>
                  <a:lnTo>
                    <a:pt x="132588" y="94488"/>
                  </a:lnTo>
                  <a:lnTo>
                    <a:pt x="123444" y="94488"/>
                  </a:lnTo>
                  <a:lnTo>
                    <a:pt x="111252" y="120396"/>
                  </a:lnTo>
                  <a:lnTo>
                    <a:pt x="102108" y="120396"/>
                  </a:lnTo>
                  <a:lnTo>
                    <a:pt x="102108" y="18288"/>
                  </a:lnTo>
                  <a:lnTo>
                    <a:pt x="111252" y="18288"/>
                  </a:lnTo>
                  <a:lnTo>
                    <a:pt x="111799" y="25765"/>
                  </a:lnTo>
                  <a:lnTo>
                    <a:pt x="113347" y="32385"/>
                  </a:lnTo>
                  <a:lnTo>
                    <a:pt x="155448" y="86868"/>
                  </a:lnTo>
                  <a:lnTo>
                    <a:pt x="178307" y="109728"/>
                  </a:lnTo>
                  <a:lnTo>
                    <a:pt x="257556" y="57912"/>
                  </a:lnTo>
                  <a:lnTo>
                    <a:pt x="293751" y="32575"/>
                  </a:lnTo>
                  <a:lnTo>
                    <a:pt x="304276" y="24693"/>
                  </a:lnTo>
                  <a:lnTo>
                    <a:pt x="309372" y="19812"/>
                  </a:lnTo>
                  <a:lnTo>
                    <a:pt x="315467" y="15240"/>
                  </a:lnTo>
                  <a:lnTo>
                    <a:pt x="318515" y="7620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15824"/>
                  </a:lnTo>
                  <a:lnTo>
                    <a:pt x="318515" y="115824"/>
                  </a:lnTo>
                  <a:lnTo>
                    <a:pt x="318515" y="106680"/>
                  </a:lnTo>
                  <a:lnTo>
                    <a:pt x="315467" y="105156"/>
                  </a:lnTo>
                  <a:lnTo>
                    <a:pt x="313943" y="102108"/>
                  </a:lnTo>
                  <a:lnTo>
                    <a:pt x="312419" y="100584"/>
                  </a:lnTo>
                  <a:lnTo>
                    <a:pt x="306323" y="100584"/>
                  </a:lnTo>
                  <a:lnTo>
                    <a:pt x="298704" y="105156"/>
                  </a:lnTo>
                  <a:lnTo>
                    <a:pt x="222504" y="155448"/>
                  </a:lnTo>
                  <a:lnTo>
                    <a:pt x="237743" y="170688"/>
                  </a:lnTo>
                  <a:lnTo>
                    <a:pt x="278892" y="170688"/>
                  </a:lnTo>
                  <a:lnTo>
                    <a:pt x="290322" y="170402"/>
                  </a:lnTo>
                  <a:lnTo>
                    <a:pt x="318515" y="146304"/>
                  </a:lnTo>
                  <a:lnTo>
                    <a:pt x="327660" y="146304"/>
                  </a:lnTo>
                  <a:lnTo>
                    <a:pt x="327660" y="260604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90" name="Google Shape;190;p8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171956" y="4328159"/>
              <a:ext cx="231648" cy="2407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91" name="Google Shape;191;p8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171955" y="4079747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2" name="Google Shape;192;p8"/>
            <p:cNvSpPr/>
            <p:nvPr/>
          </p:nvSpPr>
          <p:spPr>
            <a:xfrm>
              <a:off x="1178052" y="3709415"/>
              <a:ext cx="231775" cy="349250"/>
            </a:xfrm>
            <a:custGeom>
              <a:rect b="b" l="l" r="r" t="t"/>
              <a:pathLst>
                <a:path extrusionOk="0" h="349250" w="231775">
                  <a:moveTo>
                    <a:pt x="9143" y="348995"/>
                  </a:moveTo>
                  <a:lnTo>
                    <a:pt x="0" y="348995"/>
                  </a:lnTo>
                  <a:lnTo>
                    <a:pt x="0" y="234695"/>
                  </a:lnTo>
                  <a:lnTo>
                    <a:pt x="9143" y="234695"/>
                  </a:lnTo>
                  <a:lnTo>
                    <a:pt x="9143" y="242315"/>
                  </a:lnTo>
                  <a:lnTo>
                    <a:pt x="10667" y="246887"/>
                  </a:lnTo>
                  <a:lnTo>
                    <a:pt x="12191" y="249935"/>
                  </a:lnTo>
                  <a:lnTo>
                    <a:pt x="15240" y="252983"/>
                  </a:lnTo>
                  <a:lnTo>
                    <a:pt x="18288" y="254507"/>
                  </a:lnTo>
                  <a:lnTo>
                    <a:pt x="19812" y="254507"/>
                  </a:lnTo>
                  <a:lnTo>
                    <a:pt x="22979" y="253960"/>
                  </a:lnTo>
                  <a:lnTo>
                    <a:pt x="28003" y="252412"/>
                  </a:lnTo>
                  <a:lnTo>
                    <a:pt x="44196" y="246887"/>
                  </a:lnTo>
                  <a:lnTo>
                    <a:pt x="132588" y="213359"/>
                  </a:lnTo>
                  <a:lnTo>
                    <a:pt x="47243" y="182879"/>
                  </a:lnTo>
                  <a:lnTo>
                    <a:pt x="10667" y="207263"/>
                  </a:lnTo>
                  <a:lnTo>
                    <a:pt x="9143" y="214883"/>
                  </a:lnTo>
                  <a:lnTo>
                    <a:pt x="0" y="214883"/>
                  </a:lnTo>
                  <a:lnTo>
                    <a:pt x="0" y="99059"/>
                  </a:lnTo>
                  <a:lnTo>
                    <a:pt x="9143" y="99059"/>
                  </a:lnTo>
                  <a:lnTo>
                    <a:pt x="9143" y="108203"/>
                  </a:lnTo>
                  <a:lnTo>
                    <a:pt x="10667" y="114299"/>
                  </a:lnTo>
                  <a:lnTo>
                    <a:pt x="13716" y="115823"/>
                  </a:lnTo>
                  <a:lnTo>
                    <a:pt x="15240" y="118871"/>
                  </a:lnTo>
                  <a:lnTo>
                    <a:pt x="24384" y="118871"/>
                  </a:lnTo>
                  <a:lnTo>
                    <a:pt x="33528" y="117347"/>
                  </a:lnTo>
                  <a:lnTo>
                    <a:pt x="44196" y="112775"/>
                  </a:lnTo>
                  <a:lnTo>
                    <a:pt x="132588" y="80771"/>
                  </a:lnTo>
                  <a:lnTo>
                    <a:pt x="51816" y="51815"/>
                  </a:lnTo>
                  <a:lnTo>
                    <a:pt x="39624" y="47243"/>
                  </a:lnTo>
                  <a:lnTo>
                    <a:pt x="32004" y="45719"/>
                  </a:lnTo>
                  <a:lnTo>
                    <a:pt x="21336" y="45719"/>
                  </a:lnTo>
                  <a:lnTo>
                    <a:pt x="18288" y="47243"/>
                  </a:lnTo>
                  <a:lnTo>
                    <a:pt x="12191" y="53339"/>
                  </a:lnTo>
                  <a:lnTo>
                    <a:pt x="10667" y="59435"/>
                  </a:lnTo>
                  <a:lnTo>
                    <a:pt x="9143" y="68579"/>
                  </a:lnTo>
                  <a:lnTo>
                    <a:pt x="0" y="68579"/>
                  </a:lnTo>
                  <a:lnTo>
                    <a:pt x="0" y="0"/>
                  </a:lnTo>
                  <a:lnTo>
                    <a:pt x="9143" y="0"/>
                  </a:lnTo>
                  <a:lnTo>
                    <a:pt x="10667" y="7619"/>
                  </a:lnTo>
                  <a:lnTo>
                    <a:pt x="13716" y="13715"/>
                  </a:lnTo>
                  <a:lnTo>
                    <a:pt x="53340" y="35051"/>
                  </a:lnTo>
                  <a:lnTo>
                    <a:pt x="231648" y="99059"/>
                  </a:lnTo>
                  <a:lnTo>
                    <a:pt x="231648" y="114299"/>
                  </a:lnTo>
                  <a:lnTo>
                    <a:pt x="68579" y="175259"/>
                  </a:lnTo>
                  <a:lnTo>
                    <a:pt x="231648" y="233171"/>
                  </a:lnTo>
                  <a:lnTo>
                    <a:pt x="231648" y="245363"/>
                  </a:lnTo>
                  <a:lnTo>
                    <a:pt x="68579" y="307847"/>
                  </a:lnTo>
                  <a:lnTo>
                    <a:pt x="27217" y="325850"/>
                  </a:lnTo>
                  <a:lnTo>
                    <a:pt x="12191" y="339852"/>
                  </a:lnTo>
                  <a:lnTo>
                    <a:pt x="9143" y="348995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" name="Google Shape;193;p8"/>
          <p:cNvGrpSpPr/>
          <p:nvPr/>
        </p:nvGrpSpPr>
        <p:grpSpPr>
          <a:xfrm>
            <a:off x="1095755" y="3186684"/>
            <a:ext cx="313944" cy="387350"/>
            <a:chOff x="1095755" y="3186684"/>
            <a:chExt cx="313944" cy="387350"/>
          </a:xfrm>
        </p:grpSpPr>
        <p:sp>
          <p:nvSpPr>
            <p:cNvPr id="194" name="Google Shape;194;p8"/>
            <p:cNvSpPr/>
            <p:nvPr/>
          </p:nvSpPr>
          <p:spPr>
            <a:xfrm>
              <a:off x="1095755" y="3422904"/>
              <a:ext cx="311150" cy="151130"/>
            </a:xfrm>
            <a:custGeom>
              <a:rect b="b" l="l" r="r" t="t"/>
              <a:pathLst>
                <a:path extrusionOk="0" h="151129" w="311150">
                  <a:moveTo>
                    <a:pt x="106679" y="150875"/>
                  </a:moveTo>
                  <a:lnTo>
                    <a:pt x="99060" y="150875"/>
                  </a:lnTo>
                  <a:lnTo>
                    <a:pt x="87630" y="136350"/>
                  </a:lnTo>
                  <a:lnTo>
                    <a:pt x="76200" y="122681"/>
                  </a:lnTo>
                  <a:lnTo>
                    <a:pt x="41362" y="88177"/>
                  </a:lnTo>
                  <a:lnTo>
                    <a:pt x="0" y="60959"/>
                  </a:lnTo>
                  <a:lnTo>
                    <a:pt x="0" y="53339"/>
                  </a:lnTo>
                  <a:lnTo>
                    <a:pt x="82296" y="53339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39"/>
                  </a:lnTo>
                  <a:lnTo>
                    <a:pt x="245364" y="53339"/>
                  </a:lnTo>
                  <a:lnTo>
                    <a:pt x="283464" y="39623"/>
                  </a:lnTo>
                  <a:lnTo>
                    <a:pt x="283464" y="36575"/>
                  </a:lnTo>
                  <a:lnTo>
                    <a:pt x="282035" y="28836"/>
                  </a:lnTo>
                  <a:lnTo>
                    <a:pt x="277748" y="21526"/>
                  </a:lnTo>
                  <a:lnTo>
                    <a:pt x="270605" y="14501"/>
                  </a:lnTo>
                  <a:lnTo>
                    <a:pt x="260604" y="7619"/>
                  </a:lnTo>
                  <a:lnTo>
                    <a:pt x="266700" y="0"/>
                  </a:lnTo>
                  <a:lnTo>
                    <a:pt x="285821" y="10834"/>
                  </a:lnTo>
                  <a:lnTo>
                    <a:pt x="299656" y="24955"/>
                  </a:lnTo>
                  <a:lnTo>
                    <a:pt x="308062" y="42219"/>
                  </a:lnTo>
                  <a:lnTo>
                    <a:pt x="310895" y="62483"/>
                  </a:lnTo>
                  <a:lnTo>
                    <a:pt x="310276" y="73342"/>
                  </a:lnTo>
                  <a:lnTo>
                    <a:pt x="286321" y="111632"/>
                  </a:lnTo>
                  <a:lnTo>
                    <a:pt x="244935" y="120134"/>
                  </a:lnTo>
                  <a:lnTo>
                    <a:pt x="228600" y="120395"/>
                  </a:lnTo>
                  <a:lnTo>
                    <a:pt x="106679" y="120395"/>
                  </a:lnTo>
                  <a:lnTo>
                    <a:pt x="106679" y="150875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95" name="Google Shape;195;p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171955" y="3186684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96" name="Google Shape;196;p8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1068324" y="1716023"/>
            <a:ext cx="440284" cy="131064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7" name="Google Shape;197;p8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1764792" y="9044940"/>
            <a:ext cx="234696" cy="2148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8" name="Google Shape;198;p8"/>
          <p:cNvGrpSpPr/>
          <p:nvPr/>
        </p:nvGrpSpPr>
        <p:grpSpPr>
          <a:xfrm>
            <a:off x="1668779" y="7281671"/>
            <a:ext cx="334010" cy="1609725"/>
            <a:chOff x="1668779" y="7281671"/>
            <a:chExt cx="334010" cy="1609725"/>
          </a:xfrm>
        </p:grpSpPr>
        <p:sp>
          <p:nvSpPr>
            <p:cNvPr id="199" name="Google Shape;199;p8"/>
            <p:cNvSpPr/>
            <p:nvPr/>
          </p:nvSpPr>
          <p:spPr>
            <a:xfrm>
              <a:off x="1764791" y="8516111"/>
              <a:ext cx="231775" cy="375285"/>
            </a:xfrm>
            <a:custGeom>
              <a:rect b="b" l="l" r="r" t="t"/>
              <a:pathLst>
                <a:path extrusionOk="0" h="375284" w="231775">
                  <a:moveTo>
                    <a:pt x="231647" y="374904"/>
                  </a:moveTo>
                  <a:lnTo>
                    <a:pt x="222503" y="374904"/>
                  </a:lnTo>
                  <a:lnTo>
                    <a:pt x="222503" y="367284"/>
                  </a:lnTo>
                  <a:lnTo>
                    <a:pt x="219455" y="359664"/>
                  </a:lnTo>
                  <a:lnTo>
                    <a:pt x="209669" y="354615"/>
                  </a:lnTo>
                  <a:lnTo>
                    <a:pt x="203263" y="353187"/>
                  </a:lnTo>
                  <a:lnTo>
                    <a:pt x="194286" y="352329"/>
                  </a:lnTo>
                  <a:lnTo>
                    <a:pt x="182879" y="352044"/>
                  </a:lnTo>
                  <a:lnTo>
                    <a:pt x="54863" y="352044"/>
                  </a:lnTo>
                  <a:lnTo>
                    <a:pt x="16763" y="365760"/>
                  </a:lnTo>
                  <a:lnTo>
                    <a:pt x="15239" y="374904"/>
                  </a:lnTo>
                  <a:lnTo>
                    <a:pt x="6095" y="374904"/>
                  </a:lnTo>
                  <a:lnTo>
                    <a:pt x="6095" y="284988"/>
                  </a:lnTo>
                  <a:lnTo>
                    <a:pt x="36575" y="284988"/>
                  </a:lnTo>
                  <a:lnTo>
                    <a:pt x="27146" y="276105"/>
                  </a:lnTo>
                  <a:lnTo>
                    <a:pt x="5143" y="243411"/>
                  </a:lnTo>
                  <a:lnTo>
                    <a:pt x="0" y="216408"/>
                  </a:lnTo>
                  <a:lnTo>
                    <a:pt x="595" y="206430"/>
                  </a:lnTo>
                  <a:lnTo>
                    <a:pt x="23050" y="167640"/>
                  </a:lnTo>
                  <a:lnTo>
                    <a:pt x="41147" y="158496"/>
                  </a:lnTo>
                  <a:lnTo>
                    <a:pt x="31456" y="149137"/>
                  </a:lnTo>
                  <a:lnTo>
                    <a:pt x="5786" y="112776"/>
                  </a:lnTo>
                  <a:lnTo>
                    <a:pt x="0" y="85344"/>
                  </a:lnTo>
                  <a:lnTo>
                    <a:pt x="809" y="74247"/>
                  </a:lnTo>
                  <a:lnTo>
                    <a:pt x="23240" y="35814"/>
                  </a:lnTo>
                  <a:lnTo>
                    <a:pt x="74318" y="23383"/>
                  </a:lnTo>
                  <a:lnTo>
                    <a:pt x="91439" y="22860"/>
                  </a:lnTo>
                  <a:lnTo>
                    <a:pt x="182879" y="22860"/>
                  </a:lnTo>
                  <a:lnTo>
                    <a:pt x="194309" y="22574"/>
                  </a:lnTo>
                  <a:lnTo>
                    <a:pt x="203454" y="21717"/>
                  </a:lnTo>
                  <a:lnTo>
                    <a:pt x="210312" y="20288"/>
                  </a:lnTo>
                  <a:lnTo>
                    <a:pt x="214883" y="18288"/>
                  </a:lnTo>
                  <a:lnTo>
                    <a:pt x="219455" y="16764"/>
                  </a:lnTo>
                  <a:lnTo>
                    <a:pt x="220979" y="10667"/>
                  </a:lnTo>
                  <a:lnTo>
                    <a:pt x="222503" y="0"/>
                  </a:lnTo>
                  <a:lnTo>
                    <a:pt x="231647" y="0"/>
                  </a:lnTo>
                  <a:lnTo>
                    <a:pt x="231647" y="114300"/>
                  </a:lnTo>
                  <a:lnTo>
                    <a:pt x="222503" y="114300"/>
                  </a:lnTo>
                  <a:lnTo>
                    <a:pt x="222503" y="105156"/>
                  </a:lnTo>
                  <a:lnTo>
                    <a:pt x="217931" y="99060"/>
                  </a:lnTo>
                  <a:lnTo>
                    <a:pt x="182879" y="89916"/>
                  </a:lnTo>
                  <a:lnTo>
                    <a:pt x="86867" y="89916"/>
                  </a:lnTo>
                  <a:lnTo>
                    <a:pt x="42671" y="94488"/>
                  </a:lnTo>
                  <a:lnTo>
                    <a:pt x="32003" y="108204"/>
                  </a:lnTo>
                  <a:lnTo>
                    <a:pt x="32003" y="118872"/>
                  </a:lnTo>
                  <a:lnTo>
                    <a:pt x="55268" y="149090"/>
                  </a:lnTo>
                  <a:lnTo>
                    <a:pt x="62483" y="153924"/>
                  </a:lnTo>
                  <a:lnTo>
                    <a:pt x="182879" y="153924"/>
                  </a:lnTo>
                  <a:lnTo>
                    <a:pt x="222503" y="138684"/>
                  </a:lnTo>
                  <a:lnTo>
                    <a:pt x="222503" y="128016"/>
                  </a:lnTo>
                  <a:lnTo>
                    <a:pt x="231647" y="128016"/>
                  </a:lnTo>
                  <a:lnTo>
                    <a:pt x="231647" y="243840"/>
                  </a:lnTo>
                  <a:lnTo>
                    <a:pt x="222503" y="243840"/>
                  </a:lnTo>
                  <a:lnTo>
                    <a:pt x="222503" y="237744"/>
                  </a:lnTo>
                  <a:lnTo>
                    <a:pt x="220979" y="233172"/>
                  </a:lnTo>
                  <a:lnTo>
                    <a:pt x="211835" y="224028"/>
                  </a:lnTo>
                  <a:lnTo>
                    <a:pt x="208788" y="224028"/>
                  </a:lnTo>
                  <a:lnTo>
                    <a:pt x="204739" y="222908"/>
                  </a:lnTo>
                  <a:lnTo>
                    <a:pt x="199262" y="221932"/>
                  </a:lnTo>
                  <a:lnTo>
                    <a:pt x="192071" y="221241"/>
                  </a:lnTo>
                  <a:lnTo>
                    <a:pt x="182879" y="220980"/>
                  </a:lnTo>
                  <a:lnTo>
                    <a:pt x="86867" y="220980"/>
                  </a:lnTo>
                  <a:lnTo>
                    <a:pt x="48767" y="224028"/>
                  </a:lnTo>
                  <a:lnTo>
                    <a:pt x="32003" y="239268"/>
                  </a:lnTo>
                  <a:lnTo>
                    <a:pt x="32003" y="249936"/>
                  </a:lnTo>
                  <a:lnTo>
                    <a:pt x="33527" y="256032"/>
                  </a:lnTo>
                  <a:lnTo>
                    <a:pt x="38099" y="262128"/>
                  </a:lnTo>
                  <a:lnTo>
                    <a:pt x="42124" y="267843"/>
                  </a:lnTo>
                  <a:lnTo>
                    <a:pt x="47434" y="273558"/>
                  </a:lnTo>
                  <a:lnTo>
                    <a:pt x="54173" y="279273"/>
                  </a:lnTo>
                  <a:lnTo>
                    <a:pt x="62483" y="284988"/>
                  </a:lnTo>
                  <a:lnTo>
                    <a:pt x="182879" y="284988"/>
                  </a:lnTo>
                  <a:lnTo>
                    <a:pt x="193428" y="284702"/>
                  </a:lnTo>
                  <a:lnTo>
                    <a:pt x="202120" y="283845"/>
                  </a:lnTo>
                  <a:lnTo>
                    <a:pt x="208811" y="282416"/>
                  </a:lnTo>
                  <a:lnTo>
                    <a:pt x="213359" y="280416"/>
                  </a:lnTo>
                  <a:lnTo>
                    <a:pt x="219455" y="278892"/>
                  </a:lnTo>
                  <a:lnTo>
                    <a:pt x="222503" y="272796"/>
                  </a:lnTo>
                  <a:lnTo>
                    <a:pt x="222503" y="262128"/>
                  </a:lnTo>
                  <a:lnTo>
                    <a:pt x="231647" y="262128"/>
                  </a:lnTo>
                  <a:lnTo>
                    <a:pt x="231647" y="374904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0" name="Google Shape;200;p8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764791" y="8273795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1" name="Google Shape;201;p8"/>
            <p:cNvSpPr/>
            <p:nvPr/>
          </p:nvSpPr>
          <p:spPr>
            <a:xfrm>
              <a:off x="1668779" y="7993379"/>
              <a:ext cx="334010" cy="243840"/>
            </a:xfrm>
            <a:custGeom>
              <a:rect b="b" l="l" r="r" t="t"/>
              <a:pathLst>
                <a:path extrusionOk="0" h="243840" w="334010">
                  <a:moveTo>
                    <a:pt x="9144" y="128016"/>
                  </a:moveTo>
                  <a:lnTo>
                    <a:pt x="0" y="128016"/>
                  </a:lnTo>
                  <a:lnTo>
                    <a:pt x="0" y="27408"/>
                  </a:lnTo>
                  <a:lnTo>
                    <a:pt x="271129" y="27408"/>
                  </a:lnTo>
                  <a:lnTo>
                    <a:pt x="280035" y="27241"/>
                  </a:lnTo>
                  <a:lnTo>
                    <a:pt x="286083" y="26789"/>
                  </a:lnTo>
                  <a:lnTo>
                    <a:pt x="295656" y="24384"/>
                  </a:lnTo>
                  <a:lnTo>
                    <a:pt x="304800" y="15240"/>
                  </a:lnTo>
                  <a:lnTo>
                    <a:pt x="306324" y="9144"/>
                  </a:lnTo>
                  <a:lnTo>
                    <a:pt x="306324" y="0"/>
                  </a:lnTo>
                  <a:lnTo>
                    <a:pt x="315467" y="0"/>
                  </a:lnTo>
                  <a:lnTo>
                    <a:pt x="333756" y="94488"/>
                  </a:lnTo>
                  <a:lnTo>
                    <a:pt x="43216" y="94488"/>
                  </a:lnTo>
                  <a:lnTo>
                    <a:pt x="32956" y="94678"/>
                  </a:lnTo>
                  <a:lnTo>
                    <a:pt x="9144" y="117348"/>
                  </a:lnTo>
                  <a:lnTo>
                    <a:pt x="9144" y="128016"/>
                  </a:lnTo>
                  <a:close/>
                </a:path>
                <a:path extrusionOk="0" h="243840" w="334010">
                  <a:moveTo>
                    <a:pt x="219456" y="243840"/>
                  </a:moveTo>
                  <a:lnTo>
                    <a:pt x="169092" y="236767"/>
                  </a:lnTo>
                  <a:lnTo>
                    <a:pt x="129159" y="216408"/>
                  </a:lnTo>
                  <a:lnTo>
                    <a:pt x="104370" y="185785"/>
                  </a:lnTo>
                  <a:lnTo>
                    <a:pt x="96012" y="149352"/>
                  </a:lnTo>
                  <a:lnTo>
                    <a:pt x="96535" y="141612"/>
                  </a:lnTo>
                  <a:lnTo>
                    <a:pt x="117538" y="101322"/>
                  </a:lnTo>
                  <a:lnTo>
                    <a:pt x="124968" y="94488"/>
                  </a:lnTo>
                  <a:lnTo>
                    <a:pt x="153924" y="94488"/>
                  </a:lnTo>
                  <a:lnTo>
                    <a:pt x="139791" y="103893"/>
                  </a:lnTo>
                  <a:lnTo>
                    <a:pt x="138471" y="105156"/>
                  </a:lnTo>
                  <a:lnTo>
                    <a:pt x="129159" y="114300"/>
                  </a:lnTo>
                  <a:lnTo>
                    <a:pt x="122634" y="125777"/>
                  </a:lnTo>
                  <a:lnTo>
                    <a:pt x="120396" y="138684"/>
                  </a:lnTo>
                  <a:lnTo>
                    <a:pt x="120396" y="144780"/>
                  </a:lnTo>
                  <a:lnTo>
                    <a:pt x="152400" y="167640"/>
                  </a:lnTo>
                  <a:lnTo>
                    <a:pt x="190761" y="173426"/>
                  </a:lnTo>
                  <a:lnTo>
                    <a:pt x="208788" y="173736"/>
                  </a:lnTo>
                  <a:lnTo>
                    <a:pt x="331702" y="173736"/>
                  </a:lnTo>
                  <a:lnTo>
                    <a:pt x="331446" y="176022"/>
                  </a:lnTo>
                  <a:lnTo>
                    <a:pt x="312539" y="210312"/>
                  </a:lnTo>
                  <a:lnTo>
                    <a:pt x="279034" y="232267"/>
                  </a:lnTo>
                  <a:lnTo>
                    <a:pt x="241220" y="242458"/>
                  </a:lnTo>
                  <a:lnTo>
                    <a:pt x="219456" y="243840"/>
                  </a:lnTo>
                  <a:close/>
                </a:path>
                <a:path extrusionOk="0" h="243840" w="334010">
                  <a:moveTo>
                    <a:pt x="331702" y="173736"/>
                  </a:moveTo>
                  <a:lnTo>
                    <a:pt x="208788" y="173736"/>
                  </a:lnTo>
                  <a:lnTo>
                    <a:pt x="229076" y="173212"/>
                  </a:lnTo>
                  <a:lnTo>
                    <a:pt x="246507" y="171831"/>
                  </a:lnTo>
                  <a:lnTo>
                    <a:pt x="290131" y="159639"/>
                  </a:lnTo>
                  <a:lnTo>
                    <a:pt x="301752" y="149352"/>
                  </a:lnTo>
                  <a:lnTo>
                    <a:pt x="304800" y="146304"/>
                  </a:lnTo>
                  <a:lnTo>
                    <a:pt x="306324" y="141612"/>
                  </a:lnTo>
                  <a:lnTo>
                    <a:pt x="306324" y="134112"/>
                  </a:lnTo>
                  <a:lnTo>
                    <a:pt x="304299" y="123848"/>
                  </a:lnTo>
                  <a:lnTo>
                    <a:pt x="298132" y="113728"/>
                  </a:lnTo>
                  <a:lnTo>
                    <a:pt x="287678" y="103893"/>
                  </a:lnTo>
                  <a:lnTo>
                    <a:pt x="272795" y="94488"/>
                  </a:lnTo>
                  <a:lnTo>
                    <a:pt x="298704" y="94488"/>
                  </a:lnTo>
                  <a:lnTo>
                    <a:pt x="326136" y="124968"/>
                  </a:lnTo>
                  <a:lnTo>
                    <a:pt x="333342" y="146304"/>
                  </a:lnTo>
                  <a:lnTo>
                    <a:pt x="333422" y="146827"/>
                  </a:lnTo>
                  <a:lnTo>
                    <a:pt x="333520" y="149352"/>
                  </a:lnTo>
                  <a:lnTo>
                    <a:pt x="333638" y="152400"/>
                  </a:lnTo>
                  <a:lnTo>
                    <a:pt x="333756" y="155448"/>
                  </a:lnTo>
                  <a:lnTo>
                    <a:pt x="331916" y="171831"/>
                  </a:lnTo>
                  <a:lnTo>
                    <a:pt x="331852" y="172402"/>
                  </a:lnTo>
                  <a:lnTo>
                    <a:pt x="331737" y="173426"/>
                  </a:lnTo>
                  <a:lnTo>
                    <a:pt x="331702" y="173736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2" name="Google Shape;202;p8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764792" y="7770875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3" name="Google Shape;203;p8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764791" y="7552943"/>
              <a:ext cx="231647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4" name="Google Shape;204;p8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764791" y="7281671"/>
              <a:ext cx="231647" cy="2407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05" name="Google Shape;205;p8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1661160" y="5797296"/>
            <a:ext cx="440289" cy="13243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6" name="Google Shape;206;p8"/>
          <p:cNvGrpSpPr/>
          <p:nvPr/>
        </p:nvGrpSpPr>
        <p:grpSpPr>
          <a:xfrm>
            <a:off x="1661160" y="3515867"/>
            <a:ext cx="440288" cy="2142745"/>
            <a:chOff x="1661160" y="3515867"/>
            <a:chExt cx="440288" cy="2142745"/>
          </a:xfrm>
        </p:grpSpPr>
        <p:sp>
          <p:nvSpPr>
            <p:cNvPr id="207" name="Google Shape;207;p8"/>
            <p:cNvSpPr/>
            <p:nvPr/>
          </p:nvSpPr>
          <p:spPr>
            <a:xfrm>
              <a:off x="1661160" y="5536692"/>
              <a:ext cx="335280" cy="121920"/>
            </a:xfrm>
            <a:custGeom>
              <a:rect b="b" l="l" r="r" t="t"/>
              <a:pathLst>
                <a:path extrusionOk="0" h="121920" w="335280">
                  <a:moveTo>
                    <a:pt x="38100" y="99060"/>
                  </a:moveTo>
                  <a:lnTo>
                    <a:pt x="3048" y="75628"/>
                  </a:lnTo>
                  <a:lnTo>
                    <a:pt x="0" y="60960"/>
                  </a:lnTo>
                  <a:lnTo>
                    <a:pt x="787" y="53482"/>
                  </a:lnTo>
                  <a:lnTo>
                    <a:pt x="809" y="53268"/>
                  </a:lnTo>
                  <a:lnTo>
                    <a:pt x="30384" y="24979"/>
                  </a:lnTo>
                  <a:lnTo>
                    <a:pt x="38100" y="24384"/>
                  </a:lnTo>
                  <a:lnTo>
                    <a:pt x="45577" y="24979"/>
                  </a:lnTo>
                  <a:lnTo>
                    <a:pt x="74019" y="53268"/>
                  </a:lnTo>
                  <a:lnTo>
                    <a:pt x="74676" y="60960"/>
                  </a:lnTo>
                  <a:lnTo>
                    <a:pt x="74080" y="68651"/>
                  </a:lnTo>
                  <a:lnTo>
                    <a:pt x="45577" y="98226"/>
                  </a:lnTo>
                  <a:lnTo>
                    <a:pt x="38100" y="99060"/>
                  </a:lnTo>
                  <a:close/>
                </a:path>
                <a:path extrusionOk="0" h="121920" w="335280">
                  <a:moveTo>
                    <a:pt x="118872" y="121920"/>
                  </a:moveTo>
                  <a:lnTo>
                    <a:pt x="109728" y="121920"/>
                  </a:lnTo>
                  <a:lnTo>
                    <a:pt x="109728" y="27432"/>
                  </a:lnTo>
                  <a:lnTo>
                    <a:pt x="288036" y="27432"/>
                  </a:lnTo>
                  <a:lnTo>
                    <a:pt x="299227" y="26908"/>
                  </a:lnTo>
                  <a:lnTo>
                    <a:pt x="326136" y="10668"/>
                  </a:lnTo>
                  <a:lnTo>
                    <a:pt x="326136" y="0"/>
                  </a:lnTo>
                  <a:lnTo>
                    <a:pt x="335280" y="0"/>
                  </a:lnTo>
                  <a:lnTo>
                    <a:pt x="335280" y="94488"/>
                  </a:lnTo>
                  <a:lnTo>
                    <a:pt x="158496" y="94488"/>
                  </a:lnTo>
                  <a:lnTo>
                    <a:pt x="147066" y="94773"/>
                  </a:lnTo>
                  <a:lnTo>
                    <a:pt x="120396" y="109728"/>
                  </a:lnTo>
                  <a:lnTo>
                    <a:pt x="118872" y="121920"/>
                  </a:lnTo>
                  <a:close/>
                </a:path>
                <a:path extrusionOk="0" h="121920" w="335280">
                  <a:moveTo>
                    <a:pt x="335280" y="121920"/>
                  </a:moveTo>
                  <a:lnTo>
                    <a:pt x="326136" y="121920"/>
                  </a:lnTo>
                  <a:lnTo>
                    <a:pt x="326136" y="111252"/>
                  </a:lnTo>
                  <a:lnTo>
                    <a:pt x="323088" y="103632"/>
                  </a:lnTo>
                  <a:lnTo>
                    <a:pt x="288036" y="94488"/>
                  </a:lnTo>
                  <a:lnTo>
                    <a:pt x="335280" y="94488"/>
                  </a:lnTo>
                  <a:lnTo>
                    <a:pt x="335280" y="121920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8" name="Google Shape;208;p8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1764791" y="5277611"/>
              <a:ext cx="231647" cy="2407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9" name="Google Shape;209;p8"/>
            <p:cNvSpPr/>
            <p:nvPr/>
          </p:nvSpPr>
          <p:spPr>
            <a:xfrm>
              <a:off x="1688591" y="5099304"/>
              <a:ext cx="311150" cy="151130"/>
            </a:xfrm>
            <a:custGeom>
              <a:rect b="b" l="l" r="r" t="t"/>
              <a:pathLst>
                <a:path extrusionOk="0" h="151129" w="311150">
                  <a:moveTo>
                    <a:pt x="106679" y="150876"/>
                  </a:moveTo>
                  <a:lnTo>
                    <a:pt x="99060" y="150876"/>
                  </a:lnTo>
                  <a:lnTo>
                    <a:pt x="87630" y="135707"/>
                  </a:lnTo>
                  <a:lnTo>
                    <a:pt x="76200" y="122110"/>
                  </a:lnTo>
                  <a:lnTo>
                    <a:pt x="41362" y="88177"/>
                  </a:lnTo>
                  <a:lnTo>
                    <a:pt x="0" y="60960"/>
                  </a:lnTo>
                  <a:lnTo>
                    <a:pt x="0" y="53340"/>
                  </a:lnTo>
                  <a:lnTo>
                    <a:pt x="82296" y="53340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40"/>
                  </a:lnTo>
                  <a:lnTo>
                    <a:pt x="245364" y="53340"/>
                  </a:lnTo>
                  <a:lnTo>
                    <a:pt x="254555" y="53078"/>
                  </a:lnTo>
                  <a:lnTo>
                    <a:pt x="261747" y="52387"/>
                  </a:lnTo>
                  <a:lnTo>
                    <a:pt x="267223" y="51411"/>
                  </a:lnTo>
                  <a:lnTo>
                    <a:pt x="271272" y="50292"/>
                  </a:lnTo>
                  <a:lnTo>
                    <a:pt x="274319" y="50292"/>
                  </a:lnTo>
                  <a:lnTo>
                    <a:pt x="280416" y="44196"/>
                  </a:lnTo>
                  <a:lnTo>
                    <a:pt x="283464" y="38100"/>
                  </a:lnTo>
                  <a:lnTo>
                    <a:pt x="283464" y="36576"/>
                  </a:lnTo>
                  <a:lnTo>
                    <a:pt x="282035" y="28598"/>
                  </a:lnTo>
                  <a:lnTo>
                    <a:pt x="277748" y="20764"/>
                  </a:lnTo>
                  <a:lnTo>
                    <a:pt x="270605" y="13215"/>
                  </a:lnTo>
                  <a:lnTo>
                    <a:pt x="260604" y="6096"/>
                  </a:lnTo>
                  <a:lnTo>
                    <a:pt x="266700" y="0"/>
                  </a:lnTo>
                  <a:lnTo>
                    <a:pt x="285821" y="10834"/>
                  </a:lnTo>
                  <a:lnTo>
                    <a:pt x="299656" y="24955"/>
                  </a:lnTo>
                  <a:lnTo>
                    <a:pt x="308062" y="42219"/>
                  </a:lnTo>
                  <a:lnTo>
                    <a:pt x="310895" y="62484"/>
                  </a:lnTo>
                  <a:lnTo>
                    <a:pt x="310276" y="72485"/>
                  </a:lnTo>
                  <a:lnTo>
                    <a:pt x="286321" y="110490"/>
                  </a:lnTo>
                  <a:lnTo>
                    <a:pt x="244935" y="120134"/>
                  </a:lnTo>
                  <a:lnTo>
                    <a:pt x="228600" y="120396"/>
                  </a:lnTo>
                  <a:lnTo>
                    <a:pt x="106679" y="120396"/>
                  </a:lnTo>
                  <a:lnTo>
                    <a:pt x="106679" y="150876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0" name="Google Shape;210;p8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1764792" y="4888991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1" name="Google Shape;211;p8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1688591" y="3787140"/>
              <a:ext cx="412857" cy="10683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2" name="Google Shape;212;p8"/>
            <p:cNvSpPr/>
            <p:nvPr/>
          </p:nvSpPr>
          <p:spPr>
            <a:xfrm>
              <a:off x="1668779" y="3515867"/>
              <a:ext cx="334010" cy="243840"/>
            </a:xfrm>
            <a:custGeom>
              <a:rect b="b" l="l" r="r" t="t"/>
              <a:pathLst>
                <a:path extrusionOk="0" h="243839" w="334010">
                  <a:moveTo>
                    <a:pt x="9144" y="128016"/>
                  </a:moveTo>
                  <a:lnTo>
                    <a:pt x="0" y="128016"/>
                  </a:lnTo>
                  <a:lnTo>
                    <a:pt x="0" y="27408"/>
                  </a:lnTo>
                  <a:lnTo>
                    <a:pt x="271129" y="27408"/>
                  </a:lnTo>
                  <a:lnTo>
                    <a:pt x="280035" y="27241"/>
                  </a:lnTo>
                  <a:lnTo>
                    <a:pt x="286083" y="26789"/>
                  </a:lnTo>
                  <a:lnTo>
                    <a:pt x="295656" y="24384"/>
                  </a:lnTo>
                  <a:lnTo>
                    <a:pt x="298704" y="22860"/>
                  </a:lnTo>
                  <a:lnTo>
                    <a:pt x="301752" y="18288"/>
                  </a:lnTo>
                  <a:lnTo>
                    <a:pt x="304800" y="15240"/>
                  </a:lnTo>
                  <a:lnTo>
                    <a:pt x="306324" y="9144"/>
                  </a:lnTo>
                  <a:lnTo>
                    <a:pt x="306324" y="0"/>
                  </a:lnTo>
                  <a:lnTo>
                    <a:pt x="315467" y="0"/>
                  </a:lnTo>
                  <a:lnTo>
                    <a:pt x="333756" y="94488"/>
                  </a:lnTo>
                  <a:lnTo>
                    <a:pt x="43216" y="94488"/>
                  </a:lnTo>
                  <a:lnTo>
                    <a:pt x="32956" y="94678"/>
                  </a:lnTo>
                  <a:lnTo>
                    <a:pt x="9144" y="117348"/>
                  </a:lnTo>
                  <a:lnTo>
                    <a:pt x="9144" y="128016"/>
                  </a:lnTo>
                  <a:close/>
                </a:path>
                <a:path extrusionOk="0" h="243839" w="334010">
                  <a:moveTo>
                    <a:pt x="219456" y="243840"/>
                  </a:moveTo>
                  <a:lnTo>
                    <a:pt x="169092" y="236767"/>
                  </a:lnTo>
                  <a:lnTo>
                    <a:pt x="129159" y="216408"/>
                  </a:lnTo>
                  <a:lnTo>
                    <a:pt x="104370" y="185785"/>
                  </a:lnTo>
                  <a:lnTo>
                    <a:pt x="96012" y="149352"/>
                  </a:lnTo>
                  <a:lnTo>
                    <a:pt x="96535" y="141612"/>
                  </a:lnTo>
                  <a:lnTo>
                    <a:pt x="117538" y="101322"/>
                  </a:lnTo>
                  <a:lnTo>
                    <a:pt x="124968" y="94488"/>
                  </a:lnTo>
                  <a:lnTo>
                    <a:pt x="153924" y="94488"/>
                  </a:lnTo>
                  <a:lnTo>
                    <a:pt x="139791" y="103893"/>
                  </a:lnTo>
                  <a:lnTo>
                    <a:pt x="138471" y="105156"/>
                  </a:lnTo>
                  <a:lnTo>
                    <a:pt x="129159" y="114300"/>
                  </a:lnTo>
                  <a:lnTo>
                    <a:pt x="122634" y="125777"/>
                  </a:lnTo>
                  <a:lnTo>
                    <a:pt x="120396" y="138684"/>
                  </a:lnTo>
                  <a:lnTo>
                    <a:pt x="120396" y="144780"/>
                  </a:lnTo>
                  <a:lnTo>
                    <a:pt x="152400" y="167640"/>
                  </a:lnTo>
                  <a:lnTo>
                    <a:pt x="190761" y="173426"/>
                  </a:lnTo>
                  <a:lnTo>
                    <a:pt x="208788" y="173736"/>
                  </a:lnTo>
                  <a:lnTo>
                    <a:pt x="331702" y="173736"/>
                  </a:lnTo>
                  <a:lnTo>
                    <a:pt x="331446" y="176022"/>
                  </a:lnTo>
                  <a:lnTo>
                    <a:pt x="312539" y="210312"/>
                  </a:lnTo>
                  <a:lnTo>
                    <a:pt x="279034" y="232267"/>
                  </a:lnTo>
                  <a:lnTo>
                    <a:pt x="241220" y="242458"/>
                  </a:lnTo>
                  <a:lnTo>
                    <a:pt x="219456" y="243840"/>
                  </a:lnTo>
                  <a:close/>
                </a:path>
                <a:path extrusionOk="0" h="243839" w="334010">
                  <a:moveTo>
                    <a:pt x="331702" y="173736"/>
                  </a:moveTo>
                  <a:lnTo>
                    <a:pt x="208788" y="173736"/>
                  </a:lnTo>
                  <a:lnTo>
                    <a:pt x="229076" y="173426"/>
                  </a:lnTo>
                  <a:lnTo>
                    <a:pt x="246507" y="172402"/>
                  </a:lnTo>
                  <a:lnTo>
                    <a:pt x="290131" y="159639"/>
                  </a:lnTo>
                  <a:lnTo>
                    <a:pt x="301752" y="149352"/>
                  </a:lnTo>
                  <a:lnTo>
                    <a:pt x="304800" y="146304"/>
                  </a:lnTo>
                  <a:lnTo>
                    <a:pt x="306324" y="141612"/>
                  </a:lnTo>
                  <a:lnTo>
                    <a:pt x="306324" y="134112"/>
                  </a:lnTo>
                  <a:lnTo>
                    <a:pt x="304299" y="123848"/>
                  </a:lnTo>
                  <a:lnTo>
                    <a:pt x="298132" y="113728"/>
                  </a:lnTo>
                  <a:lnTo>
                    <a:pt x="287678" y="103893"/>
                  </a:lnTo>
                  <a:lnTo>
                    <a:pt x="272795" y="94488"/>
                  </a:lnTo>
                  <a:lnTo>
                    <a:pt x="298704" y="94488"/>
                  </a:lnTo>
                  <a:lnTo>
                    <a:pt x="326136" y="124968"/>
                  </a:lnTo>
                  <a:lnTo>
                    <a:pt x="333342" y="146304"/>
                  </a:lnTo>
                  <a:lnTo>
                    <a:pt x="333422" y="146827"/>
                  </a:lnTo>
                  <a:lnTo>
                    <a:pt x="333520" y="149352"/>
                  </a:lnTo>
                  <a:lnTo>
                    <a:pt x="333638" y="152400"/>
                  </a:lnTo>
                  <a:lnTo>
                    <a:pt x="333756" y="155448"/>
                  </a:lnTo>
                  <a:lnTo>
                    <a:pt x="331852" y="172402"/>
                  </a:lnTo>
                  <a:lnTo>
                    <a:pt x="331737" y="173426"/>
                  </a:lnTo>
                  <a:lnTo>
                    <a:pt x="331702" y="173736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13" name="Google Shape;213;p8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1661160" y="1793748"/>
            <a:ext cx="341376" cy="1566672"/>
          </a:xfrm>
          <a:prstGeom prst="rect">
            <a:avLst/>
          </a:prstGeom>
          <a:noFill/>
          <a:ln>
            <a:noFill/>
          </a:ln>
        </p:spPr>
      </p:pic>
      <p:pic>
        <p:nvPicPr>
          <p:cNvPr id="214" name="Google Shape;214;p8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567939" y="8834628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5" name="Google Shape;215;p8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494788" y="6797040"/>
            <a:ext cx="211836" cy="177393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" name="Google Shape;216;p8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2494788" y="5462015"/>
            <a:ext cx="271271" cy="126492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" name="Google Shape;217;p8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959607" y="8834628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" name="Google Shape;218;p8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886455" y="7395971"/>
            <a:ext cx="210312" cy="11841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9" name="Google Shape;219;p8"/>
          <p:cNvGrpSpPr/>
          <p:nvPr/>
        </p:nvGrpSpPr>
        <p:grpSpPr>
          <a:xfrm>
            <a:off x="2886443" y="6446520"/>
            <a:ext cx="271780" cy="882904"/>
            <a:chOff x="2886443" y="6446520"/>
            <a:chExt cx="271780" cy="882904"/>
          </a:xfrm>
        </p:grpSpPr>
        <p:sp>
          <p:nvSpPr>
            <p:cNvPr id="220" name="Google Shape;220;p8"/>
            <p:cNvSpPr/>
            <p:nvPr/>
          </p:nvSpPr>
          <p:spPr>
            <a:xfrm>
              <a:off x="2886443" y="6691884"/>
              <a:ext cx="271780" cy="637540"/>
            </a:xfrm>
            <a:custGeom>
              <a:rect b="b" l="l" r="r" t="t"/>
              <a:pathLst>
                <a:path extrusionOk="0" h="637540" w="271780">
                  <a:moveTo>
                    <a:pt x="32004" y="27432"/>
                  </a:moveTo>
                  <a:lnTo>
                    <a:pt x="30480" y="24384"/>
                  </a:lnTo>
                  <a:lnTo>
                    <a:pt x="24384" y="18288"/>
                  </a:lnTo>
                  <a:lnTo>
                    <a:pt x="19812" y="16764"/>
                  </a:lnTo>
                  <a:lnTo>
                    <a:pt x="12192" y="16764"/>
                  </a:lnTo>
                  <a:lnTo>
                    <a:pt x="7620" y="18288"/>
                  </a:lnTo>
                  <a:lnTo>
                    <a:pt x="1524" y="24384"/>
                  </a:lnTo>
                  <a:lnTo>
                    <a:pt x="0" y="27432"/>
                  </a:lnTo>
                  <a:lnTo>
                    <a:pt x="0" y="36576"/>
                  </a:lnTo>
                  <a:lnTo>
                    <a:pt x="1524" y="41148"/>
                  </a:lnTo>
                  <a:lnTo>
                    <a:pt x="7620" y="47244"/>
                  </a:lnTo>
                  <a:lnTo>
                    <a:pt x="12192" y="48768"/>
                  </a:lnTo>
                  <a:lnTo>
                    <a:pt x="19812" y="48768"/>
                  </a:lnTo>
                  <a:lnTo>
                    <a:pt x="24384" y="47244"/>
                  </a:lnTo>
                  <a:lnTo>
                    <a:pt x="30480" y="41148"/>
                  </a:lnTo>
                  <a:lnTo>
                    <a:pt x="32004" y="36576"/>
                  </a:lnTo>
                  <a:lnTo>
                    <a:pt x="32004" y="27432"/>
                  </a:lnTo>
                  <a:close/>
                </a:path>
                <a:path extrusionOk="0" h="637540" w="271780">
                  <a:moveTo>
                    <a:pt x="207264" y="0"/>
                  </a:moveTo>
                  <a:lnTo>
                    <a:pt x="202692" y="0"/>
                  </a:lnTo>
                  <a:lnTo>
                    <a:pt x="202692" y="10668"/>
                  </a:lnTo>
                  <a:lnTo>
                    <a:pt x="201168" y="12192"/>
                  </a:lnTo>
                  <a:lnTo>
                    <a:pt x="199644" y="15240"/>
                  </a:lnTo>
                  <a:lnTo>
                    <a:pt x="193548" y="18288"/>
                  </a:lnTo>
                  <a:lnTo>
                    <a:pt x="192024" y="18288"/>
                  </a:lnTo>
                  <a:lnTo>
                    <a:pt x="185928" y="19812"/>
                  </a:lnTo>
                  <a:lnTo>
                    <a:pt x="70104" y="19812"/>
                  </a:lnTo>
                  <a:lnTo>
                    <a:pt x="70104" y="25908"/>
                  </a:lnTo>
                  <a:lnTo>
                    <a:pt x="86868" y="67056"/>
                  </a:lnTo>
                  <a:lnTo>
                    <a:pt x="91440" y="64008"/>
                  </a:lnTo>
                  <a:lnTo>
                    <a:pt x="89916" y="60960"/>
                  </a:lnTo>
                  <a:lnTo>
                    <a:pt x="89916" y="50292"/>
                  </a:lnTo>
                  <a:lnTo>
                    <a:pt x="94488" y="45720"/>
                  </a:lnTo>
                  <a:lnTo>
                    <a:pt x="97536" y="45720"/>
                  </a:lnTo>
                  <a:lnTo>
                    <a:pt x="101854" y="44843"/>
                  </a:lnTo>
                  <a:lnTo>
                    <a:pt x="108013" y="44386"/>
                  </a:lnTo>
                  <a:lnTo>
                    <a:pt x="117348" y="44196"/>
                  </a:lnTo>
                  <a:lnTo>
                    <a:pt x="192024" y="44196"/>
                  </a:lnTo>
                  <a:lnTo>
                    <a:pt x="198120" y="47244"/>
                  </a:lnTo>
                  <a:lnTo>
                    <a:pt x="201168" y="50292"/>
                  </a:lnTo>
                  <a:lnTo>
                    <a:pt x="202692" y="53340"/>
                  </a:lnTo>
                  <a:lnTo>
                    <a:pt x="202692" y="64008"/>
                  </a:lnTo>
                  <a:lnTo>
                    <a:pt x="207264" y="64008"/>
                  </a:lnTo>
                  <a:lnTo>
                    <a:pt x="207264" y="44196"/>
                  </a:lnTo>
                  <a:lnTo>
                    <a:pt x="207264" y="0"/>
                  </a:lnTo>
                  <a:close/>
                </a:path>
                <a:path extrusionOk="0" h="637540" w="271780">
                  <a:moveTo>
                    <a:pt x="207276" y="338328"/>
                  </a:moveTo>
                  <a:lnTo>
                    <a:pt x="202704" y="338328"/>
                  </a:lnTo>
                  <a:lnTo>
                    <a:pt x="202704" y="348996"/>
                  </a:lnTo>
                  <a:lnTo>
                    <a:pt x="201180" y="352044"/>
                  </a:lnTo>
                  <a:lnTo>
                    <a:pt x="198132" y="355092"/>
                  </a:lnTo>
                  <a:lnTo>
                    <a:pt x="192036" y="358140"/>
                  </a:lnTo>
                  <a:lnTo>
                    <a:pt x="129552" y="358140"/>
                  </a:lnTo>
                  <a:lnTo>
                    <a:pt x="118732" y="358406"/>
                  </a:lnTo>
                  <a:lnTo>
                    <a:pt x="80784" y="368808"/>
                  </a:lnTo>
                  <a:lnTo>
                    <a:pt x="70116" y="385572"/>
                  </a:lnTo>
                  <a:lnTo>
                    <a:pt x="70116" y="400812"/>
                  </a:lnTo>
                  <a:lnTo>
                    <a:pt x="99072" y="438912"/>
                  </a:lnTo>
                  <a:lnTo>
                    <a:pt x="12" y="438912"/>
                  </a:lnTo>
                  <a:lnTo>
                    <a:pt x="12" y="446532"/>
                  </a:lnTo>
                  <a:lnTo>
                    <a:pt x="16776" y="486156"/>
                  </a:lnTo>
                  <a:lnTo>
                    <a:pt x="21348" y="484632"/>
                  </a:lnTo>
                  <a:lnTo>
                    <a:pt x="19824" y="480060"/>
                  </a:lnTo>
                  <a:lnTo>
                    <a:pt x="19824" y="469392"/>
                  </a:lnTo>
                  <a:lnTo>
                    <a:pt x="22872" y="466344"/>
                  </a:lnTo>
                  <a:lnTo>
                    <a:pt x="24396" y="466344"/>
                  </a:lnTo>
                  <a:lnTo>
                    <a:pt x="28968" y="464820"/>
                  </a:lnTo>
                  <a:lnTo>
                    <a:pt x="46113" y="463537"/>
                  </a:lnTo>
                  <a:lnTo>
                    <a:pt x="56400" y="463296"/>
                  </a:lnTo>
                  <a:lnTo>
                    <a:pt x="185940" y="463296"/>
                  </a:lnTo>
                  <a:lnTo>
                    <a:pt x="192036" y="464820"/>
                  </a:lnTo>
                  <a:lnTo>
                    <a:pt x="193560" y="464820"/>
                  </a:lnTo>
                  <a:lnTo>
                    <a:pt x="199656" y="467868"/>
                  </a:lnTo>
                  <a:lnTo>
                    <a:pt x="199656" y="469392"/>
                  </a:lnTo>
                  <a:lnTo>
                    <a:pt x="201180" y="473964"/>
                  </a:lnTo>
                  <a:lnTo>
                    <a:pt x="202704" y="477012"/>
                  </a:lnTo>
                  <a:lnTo>
                    <a:pt x="202704" y="483108"/>
                  </a:lnTo>
                  <a:lnTo>
                    <a:pt x="207276" y="483108"/>
                  </a:lnTo>
                  <a:lnTo>
                    <a:pt x="207276" y="419100"/>
                  </a:lnTo>
                  <a:lnTo>
                    <a:pt x="202704" y="419100"/>
                  </a:lnTo>
                  <a:lnTo>
                    <a:pt x="202704" y="429768"/>
                  </a:lnTo>
                  <a:lnTo>
                    <a:pt x="199656" y="435864"/>
                  </a:lnTo>
                  <a:lnTo>
                    <a:pt x="196608" y="437388"/>
                  </a:lnTo>
                  <a:lnTo>
                    <a:pt x="195084" y="437388"/>
                  </a:lnTo>
                  <a:lnTo>
                    <a:pt x="192036" y="438912"/>
                  </a:lnTo>
                  <a:lnTo>
                    <a:pt x="108216" y="438912"/>
                  </a:lnTo>
                  <a:lnTo>
                    <a:pt x="94500" y="425196"/>
                  </a:lnTo>
                  <a:lnTo>
                    <a:pt x="92976" y="420624"/>
                  </a:lnTo>
                  <a:lnTo>
                    <a:pt x="89928" y="414528"/>
                  </a:lnTo>
                  <a:lnTo>
                    <a:pt x="88404" y="409956"/>
                  </a:lnTo>
                  <a:lnTo>
                    <a:pt x="88404" y="400812"/>
                  </a:lnTo>
                  <a:lnTo>
                    <a:pt x="131076" y="382524"/>
                  </a:lnTo>
                  <a:lnTo>
                    <a:pt x="188988" y="382524"/>
                  </a:lnTo>
                  <a:lnTo>
                    <a:pt x="190512" y="384048"/>
                  </a:lnTo>
                  <a:lnTo>
                    <a:pt x="195084" y="384048"/>
                  </a:lnTo>
                  <a:lnTo>
                    <a:pt x="198132" y="385572"/>
                  </a:lnTo>
                  <a:lnTo>
                    <a:pt x="199656" y="388620"/>
                  </a:lnTo>
                  <a:lnTo>
                    <a:pt x="201180" y="390144"/>
                  </a:lnTo>
                  <a:lnTo>
                    <a:pt x="202704" y="394716"/>
                  </a:lnTo>
                  <a:lnTo>
                    <a:pt x="202704" y="402336"/>
                  </a:lnTo>
                  <a:lnTo>
                    <a:pt x="207276" y="402336"/>
                  </a:lnTo>
                  <a:lnTo>
                    <a:pt x="207276" y="338328"/>
                  </a:lnTo>
                  <a:close/>
                </a:path>
                <a:path extrusionOk="0" h="637540" w="271780">
                  <a:moveTo>
                    <a:pt x="210312" y="128016"/>
                  </a:moveTo>
                  <a:lnTo>
                    <a:pt x="193624" y="91541"/>
                  </a:lnTo>
                  <a:lnTo>
                    <a:pt x="170688" y="83820"/>
                  </a:lnTo>
                  <a:lnTo>
                    <a:pt x="159600" y="85559"/>
                  </a:lnTo>
                  <a:lnTo>
                    <a:pt x="132588" y="112776"/>
                  </a:lnTo>
                  <a:lnTo>
                    <a:pt x="118872" y="143256"/>
                  </a:lnTo>
                  <a:lnTo>
                    <a:pt x="114300" y="149352"/>
                  </a:lnTo>
                  <a:lnTo>
                    <a:pt x="109728" y="152400"/>
                  </a:lnTo>
                  <a:lnTo>
                    <a:pt x="106680" y="155448"/>
                  </a:lnTo>
                  <a:lnTo>
                    <a:pt x="102108" y="156972"/>
                  </a:lnTo>
                  <a:lnTo>
                    <a:pt x="91440" y="156972"/>
                  </a:lnTo>
                  <a:lnTo>
                    <a:pt x="80772" y="146304"/>
                  </a:lnTo>
                  <a:lnTo>
                    <a:pt x="79248" y="140208"/>
                  </a:lnTo>
                  <a:lnTo>
                    <a:pt x="79248" y="124968"/>
                  </a:lnTo>
                  <a:lnTo>
                    <a:pt x="115824" y="99060"/>
                  </a:lnTo>
                  <a:lnTo>
                    <a:pt x="115824" y="94488"/>
                  </a:lnTo>
                  <a:lnTo>
                    <a:pt x="70104" y="94488"/>
                  </a:lnTo>
                  <a:lnTo>
                    <a:pt x="70104" y="99060"/>
                  </a:lnTo>
                  <a:lnTo>
                    <a:pt x="73152" y="99060"/>
                  </a:lnTo>
                  <a:lnTo>
                    <a:pt x="74676" y="100584"/>
                  </a:lnTo>
                  <a:lnTo>
                    <a:pt x="74676" y="102108"/>
                  </a:lnTo>
                  <a:lnTo>
                    <a:pt x="76200" y="102108"/>
                  </a:lnTo>
                  <a:lnTo>
                    <a:pt x="76200" y="109728"/>
                  </a:lnTo>
                  <a:lnTo>
                    <a:pt x="74676" y="115824"/>
                  </a:lnTo>
                  <a:lnTo>
                    <a:pt x="71628" y="123444"/>
                  </a:lnTo>
                  <a:lnTo>
                    <a:pt x="70104" y="129540"/>
                  </a:lnTo>
                  <a:lnTo>
                    <a:pt x="70104" y="134112"/>
                  </a:lnTo>
                  <a:lnTo>
                    <a:pt x="70700" y="142709"/>
                  </a:lnTo>
                  <a:lnTo>
                    <a:pt x="100495" y="174434"/>
                  </a:lnTo>
                  <a:lnTo>
                    <a:pt x="108204" y="175260"/>
                  </a:lnTo>
                  <a:lnTo>
                    <a:pt x="115824" y="175260"/>
                  </a:lnTo>
                  <a:lnTo>
                    <a:pt x="123444" y="172212"/>
                  </a:lnTo>
                  <a:lnTo>
                    <a:pt x="128016" y="167640"/>
                  </a:lnTo>
                  <a:lnTo>
                    <a:pt x="132588" y="163360"/>
                  </a:lnTo>
                  <a:lnTo>
                    <a:pt x="137160" y="157353"/>
                  </a:lnTo>
                  <a:lnTo>
                    <a:pt x="141732" y="149644"/>
                  </a:lnTo>
                  <a:lnTo>
                    <a:pt x="151523" y="129908"/>
                  </a:lnTo>
                  <a:lnTo>
                    <a:pt x="156019" y="121729"/>
                  </a:lnTo>
                  <a:lnTo>
                    <a:pt x="160235" y="115570"/>
                  </a:lnTo>
                  <a:lnTo>
                    <a:pt x="169164" y="106680"/>
                  </a:lnTo>
                  <a:lnTo>
                    <a:pt x="173736" y="105156"/>
                  </a:lnTo>
                  <a:lnTo>
                    <a:pt x="185928" y="105156"/>
                  </a:lnTo>
                  <a:lnTo>
                    <a:pt x="192024" y="106680"/>
                  </a:lnTo>
                  <a:lnTo>
                    <a:pt x="195072" y="111252"/>
                  </a:lnTo>
                  <a:lnTo>
                    <a:pt x="199644" y="115824"/>
                  </a:lnTo>
                  <a:lnTo>
                    <a:pt x="201168" y="120396"/>
                  </a:lnTo>
                  <a:lnTo>
                    <a:pt x="201168" y="128016"/>
                  </a:lnTo>
                  <a:lnTo>
                    <a:pt x="179070" y="164020"/>
                  </a:lnTo>
                  <a:lnTo>
                    <a:pt x="161544" y="170688"/>
                  </a:lnTo>
                  <a:lnTo>
                    <a:pt x="161544" y="175260"/>
                  </a:lnTo>
                  <a:lnTo>
                    <a:pt x="208788" y="175260"/>
                  </a:lnTo>
                  <a:lnTo>
                    <a:pt x="210312" y="170688"/>
                  </a:lnTo>
                  <a:lnTo>
                    <a:pt x="205740" y="169164"/>
                  </a:lnTo>
                  <a:lnTo>
                    <a:pt x="204216" y="167640"/>
                  </a:lnTo>
                  <a:lnTo>
                    <a:pt x="204216" y="160020"/>
                  </a:lnTo>
                  <a:lnTo>
                    <a:pt x="205740" y="156972"/>
                  </a:lnTo>
                  <a:lnTo>
                    <a:pt x="207746" y="149237"/>
                  </a:lnTo>
                  <a:lnTo>
                    <a:pt x="209169" y="141922"/>
                  </a:lnTo>
                  <a:lnTo>
                    <a:pt x="210032" y="134899"/>
                  </a:lnTo>
                  <a:lnTo>
                    <a:pt x="210312" y="128016"/>
                  </a:lnTo>
                  <a:close/>
                </a:path>
                <a:path extrusionOk="0" h="637540" w="271780">
                  <a:moveTo>
                    <a:pt x="271284" y="565404"/>
                  </a:moveTo>
                  <a:lnTo>
                    <a:pt x="266712" y="565404"/>
                  </a:lnTo>
                  <a:lnTo>
                    <a:pt x="266712" y="577596"/>
                  </a:lnTo>
                  <a:lnTo>
                    <a:pt x="265188" y="580644"/>
                  </a:lnTo>
                  <a:lnTo>
                    <a:pt x="260616" y="585216"/>
                  </a:lnTo>
                  <a:lnTo>
                    <a:pt x="259092" y="585216"/>
                  </a:lnTo>
                  <a:lnTo>
                    <a:pt x="256044" y="586740"/>
                  </a:lnTo>
                  <a:lnTo>
                    <a:pt x="249948" y="588264"/>
                  </a:lnTo>
                  <a:lnTo>
                    <a:pt x="198132" y="588264"/>
                  </a:lnTo>
                  <a:lnTo>
                    <a:pt x="202704" y="582168"/>
                  </a:lnTo>
                  <a:lnTo>
                    <a:pt x="205752" y="579120"/>
                  </a:lnTo>
                  <a:lnTo>
                    <a:pt x="208800" y="569976"/>
                  </a:lnTo>
                  <a:lnTo>
                    <a:pt x="210324" y="563880"/>
                  </a:lnTo>
                  <a:lnTo>
                    <a:pt x="210324" y="556260"/>
                  </a:lnTo>
                  <a:lnTo>
                    <a:pt x="209181" y="544258"/>
                  </a:lnTo>
                  <a:lnTo>
                    <a:pt x="205752" y="533400"/>
                  </a:lnTo>
                  <a:lnTo>
                    <a:pt x="201180" y="525627"/>
                  </a:lnTo>
                  <a:lnTo>
                    <a:pt x="201180" y="556260"/>
                  </a:lnTo>
                  <a:lnTo>
                    <a:pt x="201180" y="563880"/>
                  </a:lnTo>
                  <a:lnTo>
                    <a:pt x="199656" y="571500"/>
                  </a:lnTo>
                  <a:lnTo>
                    <a:pt x="195084" y="576072"/>
                  </a:lnTo>
                  <a:lnTo>
                    <a:pt x="190512" y="582168"/>
                  </a:lnTo>
                  <a:lnTo>
                    <a:pt x="185940" y="585216"/>
                  </a:lnTo>
                  <a:lnTo>
                    <a:pt x="179844" y="586740"/>
                  </a:lnTo>
                  <a:lnTo>
                    <a:pt x="176796" y="586740"/>
                  </a:lnTo>
                  <a:lnTo>
                    <a:pt x="170700" y="588264"/>
                  </a:lnTo>
                  <a:lnTo>
                    <a:pt x="111264" y="588264"/>
                  </a:lnTo>
                  <a:lnTo>
                    <a:pt x="102120" y="579120"/>
                  </a:lnTo>
                  <a:lnTo>
                    <a:pt x="97548" y="573024"/>
                  </a:lnTo>
                  <a:lnTo>
                    <a:pt x="94500" y="569976"/>
                  </a:lnTo>
                  <a:lnTo>
                    <a:pt x="91452" y="560832"/>
                  </a:lnTo>
                  <a:lnTo>
                    <a:pt x="91452" y="547116"/>
                  </a:lnTo>
                  <a:lnTo>
                    <a:pt x="122885" y="524446"/>
                  </a:lnTo>
                  <a:lnTo>
                    <a:pt x="149364" y="521208"/>
                  </a:lnTo>
                  <a:lnTo>
                    <a:pt x="161366" y="521804"/>
                  </a:lnTo>
                  <a:lnTo>
                    <a:pt x="198704" y="542353"/>
                  </a:lnTo>
                  <a:lnTo>
                    <a:pt x="201180" y="556260"/>
                  </a:lnTo>
                  <a:lnTo>
                    <a:pt x="201180" y="525627"/>
                  </a:lnTo>
                  <a:lnTo>
                    <a:pt x="200037" y="523684"/>
                  </a:lnTo>
                  <a:lnTo>
                    <a:pt x="197726" y="521208"/>
                  </a:lnTo>
                  <a:lnTo>
                    <a:pt x="192036" y="515112"/>
                  </a:lnTo>
                  <a:lnTo>
                    <a:pt x="180009" y="507111"/>
                  </a:lnTo>
                  <a:lnTo>
                    <a:pt x="166700" y="501396"/>
                  </a:lnTo>
                  <a:lnTo>
                    <a:pt x="151955" y="497967"/>
                  </a:lnTo>
                  <a:lnTo>
                    <a:pt x="135648" y="496824"/>
                  </a:lnTo>
                  <a:lnTo>
                    <a:pt x="121361" y="497713"/>
                  </a:lnTo>
                  <a:lnTo>
                    <a:pt x="85356" y="512064"/>
                  </a:lnTo>
                  <a:lnTo>
                    <a:pt x="70116" y="545592"/>
                  </a:lnTo>
                  <a:lnTo>
                    <a:pt x="70116" y="553212"/>
                  </a:lnTo>
                  <a:lnTo>
                    <a:pt x="73164" y="560832"/>
                  </a:lnTo>
                  <a:lnTo>
                    <a:pt x="77736" y="566928"/>
                  </a:lnTo>
                  <a:lnTo>
                    <a:pt x="81749" y="572414"/>
                  </a:lnTo>
                  <a:lnTo>
                    <a:pt x="87071" y="577596"/>
                  </a:lnTo>
                  <a:lnTo>
                    <a:pt x="93802" y="582790"/>
                  </a:lnTo>
                  <a:lnTo>
                    <a:pt x="102120" y="588264"/>
                  </a:lnTo>
                  <a:lnTo>
                    <a:pt x="70116" y="588264"/>
                  </a:lnTo>
                  <a:lnTo>
                    <a:pt x="70116" y="592836"/>
                  </a:lnTo>
                  <a:lnTo>
                    <a:pt x="86880" y="635508"/>
                  </a:lnTo>
                  <a:lnTo>
                    <a:pt x="91452" y="632460"/>
                  </a:lnTo>
                  <a:lnTo>
                    <a:pt x="89928" y="629412"/>
                  </a:lnTo>
                  <a:lnTo>
                    <a:pt x="89928" y="618744"/>
                  </a:lnTo>
                  <a:lnTo>
                    <a:pt x="96024" y="612648"/>
                  </a:lnTo>
                  <a:lnTo>
                    <a:pt x="256044" y="612648"/>
                  </a:lnTo>
                  <a:lnTo>
                    <a:pt x="259092" y="614172"/>
                  </a:lnTo>
                  <a:lnTo>
                    <a:pt x="260616" y="614172"/>
                  </a:lnTo>
                  <a:lnTo>
                    <a:pt x="262140" y="615696"/>
                  </a:lnTo>
                  <a:lnTo>
                    <a:pt x="263664" y="618744"/>
                  </a:lnTo>
                  <a:lnTo>
                    <a:pt x="266712" y="621792"/>
                  </a:lnTo>
                  <a:lnTo>
                    <a:pt x="266712" y="637032"/>
                  </a:lnTo>
                  <a:lnTo>
                    <a:pt x="271284" y="637032"/>
                  </a:lnTo>
                  <a:lnTo>
                    <a:pt x="271284" y="612648"/>
                  </a:lnTo>
                  <a:lnTo>
                    <a:pt x="271284" y="565404"/>
                  </a:lnTo>
                  <a:close/>
                </a:path>
                <a:path extrusionOk="0" h="637540" w="271780">
                  <a:moveTo>
                    <a:pt x="271284" y="309372"/>
                  </a:moveTo>
                  <a:lnTo>
                    <a:pt x="248234" y="273367"/>
                  </a:lnTo>
                  <a:lnTo>
                    <a:pt x="230136" y="265176"/>
                  </a:lnTo>
                  <a:lnTo>
                    <a:pt x="97548" y="211836"/>
                  </a:lnTo>
                  <a:lnTo>
                    <a:pt x="88404" y="207264"/>
                  </a:lnTo>
                  <a:lnTo>
                    <a:pt x="86880" y="207264"/>
                  </a:lnTo>
                  <a:lnTo>
                    <a:pt x="83832" y="204216"/>
                  </a:lnTo>
                  <a:lnTo>
                    <a:pt x="80784" y="202692"/>
                  </a:lnTo>
                  <a:lnTo>
                    <a:pt x="80784" y="201168"/>
                  </a:lnTo>
                  <a:lnTo>
                    <a:pt x="79260" y="198120"/>
                  </a:lnTo>
                  <a:lnTo>
                    <a:pt x="77736" y="196596"/>
                  </a:lnTo>
                  <a:lnTo>
                    <a:pt x="77736" y="192024"/>
                  </a:lnTo>
                  <a:lnTo>
                    <a:pt x="73164" y="192024"/>
                  </a:lnTo>
                  <a:lnTo>
                    <a:pt x="73164" y="234696"/>
                  </a:lnTo>
                  <a:lnTo>
                    <a:pt x="77736" y="234696"/>
                  </a:lnTo>
                  <a:lnTo>
                    <a:pt x="77736" y="228600"/>
                  </a:lnTo>
                  <a:lnTo>
                    <a:pt x="79260" y="225552"/>
                  </a:lnTo>
                  <a:lnTo>
                    <a:pt x="79260" y="224028"/>
                  </a:lnTo>
                  <a:lnTo>
                    <a:pt x="80784" y="224028"/>
                  </a:lnTo>
                  <a:lnTo>
                    <a:pt x="80784" y="222504"/>
                  </a:lnTo>
                  <a:lnTo>
                    <a:pt x="82308" y="222504"/>
                  </a:lnTo>
                  <a:lnTo>
                    <a:pt x="83832" y="220980"/>
                  </a:lnTo>
                  <a:lnTo>
                    <a:pt x="89928" y="220980"/>
                  </a:lnTo>
                  <a:lnTo>
                    <a:pt x="92976" y="222504"/>
                  </a:lnTo>
                  <a:lnTo>
                    <a:pt x="97548" y="224028"/>
                  </a:lnTo>
                  <a:lnTo>
                    <a:pt x="170700" y="252984"/>
                  </a:lnTo>
                  <a:lnTo>
                    <a:pt x="103644" y="284988"/>
                  </a:lnTo>
                  <a:lnTo>
                    <a:pt x="97548" y="288036"/>
                  </a:lnTo>
                  <a:lnTo>
                    <a:pt x="91452" y="289560"/>
                  </a:lnTo>
                  <a:lnTo>
                    <a:pt x="85356" y="289560"/>
                  </a:lnTo>
                  <a:lnTo>
                    <a:pt x="82308" y="288036"/>
                  </a:lnTo>
                  <a:lnTo>
                    <a:pt x="79260" y="284988"/>
                  </a:lnTo>
                  <a:lnTo>
                    <a:pt x="77736" y="280416"/>
                  </a:lnTo>
                  <a:lnTo>
                    <a:pt x="77736" y="274320"/>
                  </a:lnTo>
                  <a:lnTo>
                    <a:pt x="73164" y="274320"/>
                  </a:lnTo>
                  <a:lnTo>
                    <a:pt x="73164" y="336804"/>
                  </a:lnTo>
                  <a:lnTo>
                    <a:pt x="77736" y="336804"/>
                  </a:lnTo>
                  <a:lnTo>
                    <a:pt x="79260" y="332232"/>
                  </a:lnTo>
                  <a:lnTo>
                    <a:pt x="82308" y="326136"/>
                  </a:lnTo>
                  <a:lnTo>
                    <a:pt x="85356" y="323088"/>
                  </a:lnTo>
                  <a:lnTo>
                    <a:pt x="94500" y="316992"/>
                  </a:lnTo>
                  <a:lnTo>
                    <a:pt x="201180" y="265176"/>
                  </a:lnTo>
                  <a:lnTo>
                    <a:pt x="222516" y="274320"/>
                  </a:lnTo>
                  <a:lnTo>
                    <a:pt x="231660" y="277368"/>
                  </a:lnTo>
                  <a:lnTo>
                    <a:pt x="236232" y="280416"/>
                  </a:lnTo>
                  <a:lnTo>
                    <a:pt x="239280" y="283464"/>
                  </a:lnTo>
                  <a:lnTo>
                    <a:pt x="242328" y="288036"/>
                  </a:lnTo>
                  <a:lnTo>
                    <a:pt x="243852" y="291084"/>
                  </a:lnTo>
                  <a:lnTo>
                    <a:pt x="243852" y="297180"/>
                  </a:lnTo>
                  <a:lnTo>
                    <a:pt x="242328" y="300228"/>
                  </a:lnTo>
                  <a:lnTo>
                    <a:pt x="240804" y="306324"/>
                  </a:lnTo>
                  <a:lnTo>
                    <a:pt x="239280" y="310896"/>
                  </a:lnTo>
                  <a:lnTo>
                    <a:pt x="239280" y="318516"/>
                  </a:lnTo>
                  <a:lnTo>
                    <a:pt x="240804" y="323088"/>
                  </a:lnTo>
                  <a:lnTo>
                    <a:pt x="243852" y="324612"/>
                  </a:lnTo>
                  <a:lnTo>
                    <a:pt x="245376" y="327660"/>
                  </a:lnTo>
                  <a:lnTo>
                    <a:pt x="249948" y="329184"/>
                  </a:lnTo>
                  <a:lnTo>
                    <a:pt x="259092" y="329184"/>
                  </a:lnTo>
                  <a:lnTo>
                    <a:pt x="262140" y="327660"/>
                  </a:lnTo>
                  <a:lnTo>
                    <a:pt x="269760" y="320040"/>
                  </a:lnTo>
                  <a:lnTo>
                    <a:pt x="271284" y="315468"/>
                  </a:lnTo>
                  <a:lnTo>
                    <a:pt x="271284" y="3093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21" name="Google Shape;221;p8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956560" y="6559296"/>
              <a:ext cx="140207" cy="112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2" name="Google Shape;222;p8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956560" y="6446520"/>
              <a:ext cx="140207" cy="914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23" name="Google Shape;223;p8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351276" y="8834628"/>
            <a:ext cx="73151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224" name="Google Shape;224;p8"/>
          <p:cNvSpPr/>
          <p:nvPr/>
        </p:nvSpPr>
        <p:spPr>
          <a:xfrm>
            <a:off x="3278124" y="7766304"/>
            <a:ext cx="212090" cy="812800"/>
          </a:xfrm>
          <a:custGeom>
            <a:rect b="b" l="l" r="r" t="t"/>
            <a:pathLst>
              <a:path extrusionOk="0" h="812800" w="212089">
                <a:moveTo>
                  <a:pt x="32004" y="580644"/>
                </a:moveTo>
                <a:lnTo>
                  <a:pt x="30480" y="577596"/>
                </a:lnTo>
                <a:lnTo>
                  <a:pt x="24384" y="571500"/>
                </a:lnTo>
                <a:lnTo>
                  <a:pt x="19812" y="569976"/>
                </a:lnTo>
                <a:lnTo>
                  <a:pt x="10668" y="569976"/>
                </a:lnTo>
                <a:lnTo>
                  <a:pt x="7620" y="571500"/>
                </a:lnTo>
                <a:lnTo>
                  <a:pt x="1524" y="577596"/>
                </a:lnTo>
                <a:lnTo>
                  <a:pt x="0" y="580644"/>
                </a:lnTo>
                <a:lnTo>
                  <a:pt x="0" y="589788"/>
                </a:lnTo>
                <a:lnTo>
                  <a:pt x="1524" y="594360"/>
                </a:lnTo>
                <a:lnTo>
                  <a:pt x="7620" y="600456"/>
                </a:lnTo>
                <a:lnTo>
                  <a:pt x="10668" y="601980"/>
                </a:lnTo>
                <a:lnTo>
                  <a:pt x="19812" y="601980"/>
                </a:lnTo>
                <a:lnTo>
                  <a:pt x="24384" y="600456"/>
                </a:lnTo>
                <a:lnTo>
                  <a:pt x="30480" y="594360"/>
                </a:lnTo>
                <a:lnTo>
                  <a:pt x="32004" y="589788"/>
                </a:lnTo>
                <a:lnTo>
                  <a:pt x="32004" y="580644"/>
                </a:lnTo>
                <a:close/>
              </a:path>
              <a:path extrusionOk="0" h="812800" w="212089">
                <a:moveTo>
                  <a:pt x="32004" y="118872"/>
                </a:moveTo>
                <a:lnTo>
                  <a:pt x="30480" y="115824"/>
                </a:lnTo>
                <a:lnTo>
                  <a:pt x="27432" y="112776"/>
                </a:lnTo>
                <a:lnTo>
                  <a:pt x="24384" y="108204"/>
                </a:lnTo>
                <a:lnTo>
                  <a:pt x="19812" y="106680"/>
                </a:lnTo>
                <a:lnTo>
                  <a:pt x="10668" y="106680"/>
                </a:lnTo>
                <a:lnTo>
                  <a:pt x="7620" y="108204"/>
                </a:lnTo>
                <a:lnTo>
                  <a:pt x="4572" y="112776"/>
                </a:lnTo>
                <a:lnTo>
                  <a:pt x="1524" y="115824"/>
                </a:lnTo>
                <a:lnTo>
                  <a:pt x="0" y="118872"/>
                </a:lnTo>
                <a:lnTo>
                  <a:pt x="0" y="128016"/>
                </a:lnTo>
                <a:lnTo>
                  <a:pt x="1524" y="131064"/>
                </a:lnTo>
                <a:lnTo>
                  <a:pt x="7620" y="137160"/>
                </a:lnTo>
                <a:lnTo>
                  <a:pt x="10668" y="138684"/>
                </a:lnTo>
                <a:lnTo>
                  <a:pt x="19812" y="138684"/>
                </a:lnTo>
                <a:lnTo>
                  <a:pt x="24384" y="137160"/>
                </a:lnTo>
                <a:lnTo>
                  <a:pt x="30480" y="131064"/>
                </a:lnTo>
                <a:lnTo>
                  <a:pt x="32004" y="128016"/>
                </a:lnTo>
                <a:lnTo>
                  <a:pt x="32004" y="118872"/>
                </a:lnTo>
                <a:close/>
              </a:path>
              <a:path extrusionOk="0" h="812800" w="212089">
                <a:moveTo>
                  <a:pt x="207251" y="472440"/>
                </a:moveTo>
                <a:lnTo>
                  <a:pt x="202679" y="472440"/>
                </a:lnTo>
                <a:lnTo>
                  <a:pt x="202679" y="480060"/>
                </a:lnTo>
                <a:lnTo>
                  <a:pt x="201155" y="484632"/>
                </a:lnTo>
                <a:lnTo>
                  <a:pt x="198107" y="490728"/>
                </a:lnTo>
                <a:lnTo>
                  <a:pt x="193535" y="495300"/>
                </a:lnTo>
                <a:lnTo>
                  <a:pt x="188963" y="496824"/>
                </a:lnTo>
                <a:lnTo>
                  <a:pt x="114287" y="496824"/>
                </a:lnTo>
                <a:lnTo>
                  <a:pt x="105143" y="492252"/>
                </a:lnTo>
                <a:lnTo>
                  <a:pt x="97523" y="487680"/>
                </a:lnTo>
                <a:lnTo>
                  <a:pt x="94475" y="483108"/>
                </a:lnTo>
                <a:lnTo>
                  <a:pt x="91427" y="480060"/>
                </a:lnTo>
                <a:lnTo>
                  <a:pt x="91427" y="475488"/>
                </a:lnTo>
                <a:lnTo>
                  <a:pt x="92951" y="472440"/>
                </a:lnTo>
                <a:lnTo>
                  <a:pt x="95999" y="467868"/>
                </a:lnTo>
                <a:lnTo>
                  <a:pt x="100571" y="464820"/>
                </a:lnTo>
                <a:lnTo>
                  <a:pt x="102095" y="460248"/>
                </a:lnTo>
                <a:lnTo>
                  <a:pt x="102095" y="454152"/>
                </a:lnTo>
                <a:lnTo>
                  <a:pt x="100571" y="451104"/>
                </a:lnTo>
                <a:lnTo>
                  <a:pt x="97523" y="449580"/>
                </a:lnTo>
                <a:lnTo>
                  <a:pt x="94475" y="446532"/>
                </a:lnTo>
                <a:lnTo>
                  <a:pt x="91427" y="445008"/>
                </a:lnTo>
                <a:lnTo>
                  <a:pt x="82283" y="445008"/>
                </a:lnTo>
                <a:lnTo>
                  <a:pt x="79235" y="448056"/>
                </a:lnTo>
                <a:lnTo>
                  <a:pt x="74663" y="451104"/>
                </a:lnTo>
                <a:lnTo>
                  <a:pt x="71615" y="454152"/>
                </a:lnTo>
                <a:lnTo>
                  <a:pt x="70091" y="458724"/>
                </a:lnTo>
                <a:lnTo>
                  <a:pt x="70091" y="463296"/>
                </a:lnTo>
                <a:lnTo>
                  <a:pt x="72097" y="472186"/>
                </a:lnTo>
                <a:lnTo>
                  <a:pt x="78092" y="480631"/>
                </a:lnTo>
                <a:lnTo>
                  <a:pt x="88099" y="488810"/>
                </a:lnTo>
                <a:lnTo>
                  <a:pt x="102095" y="496824"/>
                </a:lnTo>
                <a:lnTo>
                  <a:pt x="70091" y="496824"/>
                </a:lnTo>
                <a:lnTo>
                  <a:pt x="70091" y="504444"/>
                </a:lnTo>
                <a:lnTo>
                  <a:pt x="86855" y="544068"/>
                </a:lnTo>
                <a:lnTo>
                  <a:pt x="91427" y="542544"/>
                </a:lnTo>
                <a:lnTo>
                  <a:pt x="88379" y="536448"/>
                </a:lnTo>
                <a:lnTo>
                  <a:pt x="88379" y="530352"/>
                </a:lnTo>
                <a:lnTo>
                  <a:pt x="89903" y="528828"/>
                </a:lnTo>
                <a:lnTo>
                  <a:pt x="91427" y="525780"/>
                </a:lnTo>
                <a:lnTo>
                  <a:pt x="92951" y="524256"/>
                </a:lnTo>
                <a:lnTo>
                  <a:pt x="94475" y="524256"/>
                </a:lnTo>
                <a:lnTo>
                  <a:pt x="97523" y="522732"/>
                </a:lnTo>
                <a:lnTo>
                  <a:pt x="115316" y="521449"/>
                </a:lnTo>
                <a:lnTo>
                  <a:pt x="126479" y="521208"/>
                </a:lnTo>
                <a:lnTo>
                  <a:pt x="184391" y="521208"/>
                </a:lnTo>
                <a:lnTo>
                  <a:pt x="188963" y="522732"/>
                </a:lnTo>
                <a:lnTo>
                  <a:pt x="192011" y="522732"/>
                </a:lnTo>
                <a:lnTo>
                  <a:pt x="198107" y="525780"/>
                </a:lnTo>
                <a:lnTo>
                  <a:pt x="199631" y="527304"/>
                </a:lnTo>
                <a:lnTo>
                  <a:pt x="201155" y="530352"/>
                </a:lnTo>
                <a:lnTo>
                  <a:pt x="202679" y="534924"/>
                </a:lnTo>
                <a:lnTo>
                  <a:pt x="202679" y="541020"/>
                </a:lnTo>
                <a:lnTo>
                  <a:pt x="207251" y="541020"/>
                </a:lnTo>
                <a:lnTo>
                  <a:pt x="207251" y="472440"/>
                </a:lnTo>
                <a:close/>
              </a:path>
              <a:path extrusionOk="0" h="812800" w="212089">
                <a:moveTo>
                  <a:pt x="207264" y="553212"/>
                </a:moveTo>
                <a:lnTo>
                  <a:pt x="202692" y="553212"/>
                </a:lnTo>
                <a:lnTo>
                  <a:pt x="202692" y="559308"/>
                </a:lnTo>
                <a:lnTo>
                  <a:pt x="201168" y="563880"/>
                </a:lnTo>
                <a:lnTo>
                  <a:pt x="201168" y="565404"/>
                </a:lnTo>
                <a:lnTo>
                  <a:pt x="199644" y="568452"/>
                </a:lnTo>
                <a:lnTo>
                  <a:pt x="190500" y="573024"/>
                </a:lnTo>
                <a:lnTo>
                  <a:pt x="70104" y="573024"/>
                </a:lnTo>
                <a:lnTo>
                  <a:pt x="70104" y="579120"/>
                </a:lnTo>
                <a:lnTo>
                  <a:pt x="86868" y="620268"/>
                </a:lnTo>
                <a:lnTo>
                  <a:pt x="91440" y="618744"/>
                </a:lnTo>
                <a:lnTo>
                  <a:pt x="89916" y="614172"/>
                </a:lnTo>
                <a:lnTo>
                  <a:pt x="88392" y="611124"/>
                </a:lnTo>
                <a:lnTo>
                  <a:pt x="88392" y="605028"/>
                </a:lnTo>
                <a:lnTo>
                  <a:pt x="91440" y="601980"/>
                </a:lnTo>
                <a:lnTo>
                  <a:pt x="91440" y="600456"/>
                </a:lnTo>
                <a:lnTo>
                  <a:pt x="94488" y="598932"/>
                </a:lnTo>
                <a:lnTo>
                  <a:pt x="97536" y="598932"/>
                </a:lnTo>
                <a:lnTo>
                  <a:pt x="101841" y="598055"/>
                </a:lnTo>
                <a:lnTo>
                  <a:pt x="108013" y="597598"/>
                </a:lnTo>
                <a:lnTo>
                  <a:pt x="117348" y="597408"/>
                </a:lnTo>
                <a:lnTo>
                  <a:pt x="190500" y="597408"/>
                </a:lnTo>
                <a:lnTo>
                  <a:pt x="199644" y="601980"/>
                </a:lnTo>
                <a:lnTo>
                  <a:pt x="201168" y="605028"/>
                </a:lnTo>
                <a:lnTo>
                  <a:pt x="201168" y="606552"/>
                </a:lnTo>
                <a:lnTo>
                  <a:pt x="202692" y="611124"/>
                </a:lnTo>
                <a:lnTo>
                  <a:pt x="202692" y="617220"/>
                </a:lnTo>
                <a:lnTo>
                  <a:pt x="207264" y="617220"/>
                </a:lnTo>
                <a:lnTo>
                  <a:pt x="207264" y="597408"/>
                </a:lnTo>
                <a:lnTo>
                  <a:pt x="207264" y="553212"/>
                </a:lnTo>
                <a:close/>
              </a:path>
              <a:path extrusionOk="0" h="812800" w="212089">
                <a:moveTo>
                  <a:pt x="207264" y="89916"/>
                </a:moveTo>
                <a:lnTo>
                  <a:pt x="202692" y="89916"/>
                </a:lnTo>
                <a:lnTo>
                  <a:pt x="202692" y="97536"/>
                </a:lnTo>
                <a:lnTo>
                  <a:pt x="201168" y="100584"/>
                </a:lnTo>
                <a:lnTo>
                  <a:pt x="201168" y="103632"/>
                </a:lnTo>
                <a:lnTo>
                  <a:pt x="199644" y="105156"/>
                </a:lnTo>
                <a:lnTo>
                  <a:pt x="190500" y="109728"/>
                </a:lnTo>
                <a:lnTo>
                  <a:pt x="70104" y="109728"/>
                </a:lnTo>
                <a:lnTo>
                  <a:pt x="70104" y="117348"/>
                </a:lnTo>
                <a:lnTo>
                  <a:pt x="86868" y="156972"/>
                </a:lnTo>
                <a:lnTo>
                  <a:pt x="91440" y="155448"/>
                </a:lnTo>
                <a:lnTo>
                  <a:pt x="89916" y="150876"/>
                </a:lnTo>
                <a:lnTo>
                  <a:pt x="88392" y="147828"/>
                </a:lnTo>
                <a:lnTo>
                  <a:pt x="88392" y="143256"/>
                </a:lnTo>
                <a:lnTo>
                  <a:pt x="89916" y="140208"/>
                </a:lnTo>
                <a:lnTo>
                  <a:pt x="91440" y="138684"/>
                </a:lnTo>
                <a:lnTo>
                  <a:pt x="97536" y="135636"/>
                </a:lnTo>
                <a:lnTo>
                  <a:pt x="101841" y="135407"/>
                </a:lnTo>
                <a:lnTo>
                  <a:pt x="108013" y="134874"/>
                </a:lnTo>
                <a:lnTo>
                  <a:pt x="116179" y="134353"/>
                </a:lnTo>
                <a:lnTo>
                  <a:pt x="126492" y="134112"/>
                </a:lnTo>
                <a:lnTo>
                  <a:pt x="185928" y="134112"/>
                </a:lnTo>
                <a:lnTo>
                  <a:pt x="190500" y="135636"/>
                </a:lnTo>
                <a:lnTo>
                  <a:pt x="199644" y="140208"/>
                </a:lnTo>
                <a:lnTo>
                  <a:pt x="201168" y="141732"/>
                </a:lnTo>
                <a:lnTo>
                  <a:pt x="201168" y="144780"/>
                </a:lnTo>
                <a:lnTo>
                  <a:pt x="202692" y="147828"/>
                </a:lnTo>
                <a:lnTo>
                  <a:pt x="202692" y="153924"/>
                </a:lnTo>
                <a:lnTo>
                  <a:pt x="207264" y="153924"/>
                </a:lnTo>
                <a:lnTo>
                  <a:pt x="207264" y="134112"/>
                </a:lnTo>
                <a:lnTo>
                  <a:pt x="207264" y="89916"/>
                </a:lnTo>
                <a:close/>
              </a:path>
              <a:path extrusionOk="0" h="812800" w="212089">
                <a:moveTo>
                  <a:pt x="210299" y="202692"/>
                </a:moveTo>
                <a:lnTo>
                  <a:pt x="193535" y="163068"/>
                </a:lnTo>
                <a:lnTo>
                  <a:pt x="188963" y="164592"/>
                </a:lnTo>
                <a:lnTo>
                  <a:pt x="190487" y="169164"/>
                </a:lnTo>
                <a:lnTo>
                  <a:pt x="192011" y="172212"/>
                </a:lnTo>
                <a:lnTo>
                  <a:pt x="192011" y="176784"/>
                </a:lnTo>
                <a:lnTo>
                  <a:pt x="190487" y="179832"/>
                </a:lnTo>
                <a:lnTo>
                  <a:pt x="187439" y="182880"/>
                </a:lnTo>
                <a:lnTo>
                  <a:pt x="185915" y="182880"/>
                </a:lnTo>
                <a:lnTo>
                  <a:pt x="181343" y="184404"/>
                </a:lnTo>
                <a:lnTo>
                  <a:pt x="164198" y="185699"/>
                </a:lnTo>
                <a:lnTo>
                  <a:pt x="153911" y="185928"/>
                </a:lnTo>
                <a:lnTo>
                  <a:pt x="73139" y="185928"/>
                </a:lnTo>
                <a:lnTo>
                  <a:pt x="73139" y="230124"/>
                </a:lnTo>
                <a:lnTo>
                  <a:pt x="77711" y="230124"/>
                </a:lnTo>
                <a:lnTo>
                  <a:pt x="77711" y="220980"/>
                </a:lnTo>
                <a:lnTo>
                  <a:pt x="79235" y="216408"/>
                </a:lnTo>
                <a:lnTo>
                  <a:pt x="82283" y="213360"/>
                </a:lnTo>
                <a:lnTo>
                  <a:pt x="85331" y="211836"/>
                </a:lnTo>
                <a:lnTo>
                  <a:pt x="91427" y="210312"/>
                </a:lnTo>
                <a:lnTo>
                  <a:pt x="173723" y="210312"/>
                </a:lnTo>
                <a:lnTo>
                  <a:pt x="179819" y="217932"/>
                </a:lnTo>
                <a:lnTo>
                  <a:pt x="185915" y="224028"/>
                </a:lnTo>
                <a:lnTo>
                  <a:pt x="187439" y="228600"/>
                </a:lnTo>
                <a:lnTo>
                  <a:pt x="190487" y="234696"/>
                </a:lnTo>
                <a:lnTo>
                  <a:pt x="192011" y="239268"/>
                </a:lnTo>
                <a:lnTo>
                  <a:pt x="192011" y="249936"/>
                </a:lnTo>
                <a:lnTo>
                  <a:pt x="190487" y="254508"/>
                </a:lnTo>
                <a:lnTo>
                  <a:pt x="161531" y="266700"/>
                </a:lnTo>
                <a:lnTo>
                  <a:pt x="73139" y="266700"/>
                </a:lnTo>
                <a:lnTo>
                  <a:pt x="73139" y="313944"/>
                </a:lnTo>
                <a:lnTo>
                  <a:pt x="77711" y="313944"/>
                </a:lnTo>
                <a:lnTo>
                  <a:pt x="77711" y="301752"/>
                </a:lnTo>
                <a:lnTo>
                  <a:pt x="80759" y="295656"/>
                </a:lnTo>
                <a:lnTo>
                  <a:pt x="82283" y="294132"/>
                </a:lnTo>
                <a:lnTo>
                  <a:pt x="88379" y="291084"/>
                </a:lnTo>
                <a:lnTo>
                  <a:pt x="158483" y="291084"/>
                </a:lnTo>
                <a:lnTo>
                  <a:pt x="167081" y="290830"/>
                </a:lnTo>
                <a:lnTo>
                  <a:pt x="204203" y="275844"/>
                </a:lnTo>
                <a:lnTo>
                  <a:pt x="210299" y="263652"/>
                </a:lnTo>
                <a:lnTo>
                  <a:pt x="210299" y="248412"/>
                </a:lnTo>
                <a:lnTo>
                  <a:pt x="181343" y="210312"/>
                </a:lnTo>
                <a:lnTo>
                  <a:pt x="210299" y="210312"/>
                </a:lnTo>
                <a:lnTo>
                  <a:pt x="210299" y="202692"/>
                </a:lnTo>
                <a:close/>
              </a:path>
              <a:path extrusionOk="0" h="812800" w="212089">
                <a:moveTo>
                  <a:pt x="210312" y="379476"/>
                </a:moveTo>
                <a:lnTo>
                  <a:pt x="187998" y="337235"/>
                </a:lnTo>
                <a:lnTo>
                  <a:pt x="153924" y="323088"/>
                </a:lnTo>
                <a:lnTo>
                  <a:pt x="152400" y="326136"/>
                </a:lnTo>
                <a:lnTo>
                  <a:pt x="160705" y="330479"/>
                </a:lnTo>
                <a:lnTo>
                  <a:pt x="167449" y="334518"/>
                </a:lnTo>
                <a:lnTo>
                  <a:pt x="185928" y="368808"/>
                </a:lnTo>
                <a:lnTo>
                  <a:pt x="184785" y="378523"/>
                </a:lnTo>
                <a:lnTo>
                  <a:pt x="158203" y="406577"/>
                </a:lnTo>
                <a:lnTo>
                  <a:pt x="126492" y="413004"/>
                </a:lnTo>
                <a:lnTo>
                  <a:pt x="115633" y="412394"/>
                </a:lnTo>
                <a:lnTo>
                  <a:pt x="105918" y="410337"/>
                </a:lnTo>
                <a:lnTo>
                  <a:pt x="97345" y="406577"/>
                </a:lnTo>
                <a:lnTo>
                  <a:pt x="89916" y="400812"/>
                </a:lnTo>
                <a:lnTo>
                  <a:pt x="82296" y="396240"/>
                </a:lnTo>
                <a:lnTo>
                  <a:pt x="79248" y="387096"/>
                </a:lnTo>
                <a:lnTo>
                  <a:pt x="79248" y="371856"/>
                </a:lnTo>
                <a:lnTo>
                  <a:pt x="80772" y="367284"/>
                </a:lnTo>
                <a:lnTo>
                  <a:pt x="86868" y="361188"/>
                </a:lnTo>
                <a:lnTo>
                  <a:pt x="91440" y="358140"/>
                </a:lnTo>
                <a:lnTo>
                  <a:pt x="102108" y="358140"/>
                </a:lnTo>
                <a:lnTo>
                  <a:pt x="106680" y="356616"/>
                </a:lnTo>
                <a:lnTo>
                  <a:pt x="108204" y="353568"/>
                </a:lnTo>
                <a:lnTo>
                  <a:pt x="112776" y="352044"/>
                </a:lnTo>
                <a:lnTo>
                  <a:pt x="114300" y="347472"/>
                </a:lnTo>
                <a:lnTo>
                  <a:pt x="114300" y="336804"/>
                </a:lnTo>
                <a:lnTo>
                  <a:pt x="112776" y="333756"/>
                </a:lnTo>
                <a:lnTo>
                  <a:pt x="108204" y="329184"/>
                </a:lnTo>
                <a:lnTo>
                  <a:pt x="105156" y="327660"/>
                </a:lnTo>
                <a:lnTo>
                  <a:pt x="94488" y="327660"/>
                </a:lnTo>
                <a:lnTo>
                  <a:pt x="86868" y="332232"/>
                </a:lnTo>
                <a:lnTo>
                  <a:pt x="80772" y="341376"/>
                </a:lnTo>
                <a:lnTo>
                  <a:pt x="75882" y="347662"/>
                </a:lnTo>
                <a:lnTo>
                  <a:pt x="72580" y="355092"/>
                </a:lnTo>
                <a:lnTo>
                  <a:pt x="70688" y="363664"/>
                </a:lnTo>
                <a:lnTo>
                  <a:pt x="70104" y="373380"/>
                </a:lnTo>
                <a:lnTo>
                  <a:pt x="71259" y="385648"/>
                </a:lnTo>
                <a:lnTo>
                  <a:pt x="99910" y="425577"/>
                </a:lnTo>
                <a:lnTo>
                  <a:pt x="140208" y="435864"/>
                </a:lnTo>
                <a:lnTo>
                  <a:pt x="155346" y="434962"/>
                </a:lnTo>
                <a:lnTo>
                  <a:pt x="190500" y="419100"/>
                </a:lnTo>
                <a:lnTo>
                  <a:pt x="209143" y="390601"/>
                </a:lnTo>
                <a:lnTo>
                  <a:pt x="210312" y="379476"/>
                </a:lnTo>
                <a:close/>
              </a:path>
              <a:path extrusionOk="0" h="812800" w="212089">
                <a:moveTo>
                  <a:pt x="210312" y="27432"/>
                </a:moveTo>
                <a:lnTo>
                  <a:pt x="181356" y="0"/>
                </a:lnTo>
                <a:lnTo>
                  <a:pt x="181356" y="6096"/>
                </a:lnTo>
                <a:lnTo>
                  <a:pt x="184404" y="7620"/>
                </a:lnTo>
                <a:lnTo>
                  <a:pt x="188976" y="12192"/>
                </a:lnTo>
                <a:lnTo>
                  <a:pt x="192024" y="18288"/>
                </a:lnTo>
                <a:lnTo>
                  <a:pt x="192024" y="25908"/>
                </a:lnTo>
                <a:lnTo>
                  <a:pt x="190500" y="28956"/>
                </a:lnTo>
                <a:lnTo>
                  <a:pt x="187452" y="32004"/>
                </a:lnTo>
                <a:lnTo>
                  <a:pt x="184404" y="33528"/>
                </a:lnTo>
                <a:lnTo>
                  <a:pt x="178308" y="35052"/>
                </a:lnTo>
                <a:lnTo>
                  <a:pt x="82296" y="35052"/>
                </a:lnTo>
                <a:lnTo>
                  <a:pt x="82296" y="4572"/>
                </a:lnTo>
                <a:lnTo>
                  <a:pt x="73152" y="4572"/>
                </a:lnTo>
                <a:lnTo>
                  <a:pt x="73152" y="35052"/>
                </a:lnTo>
                <a:lnTo>
                  <a:pt x="28956" y="35052"/>
                </a:lnTo>
                <a:lnTo>
                  <a:pt x="28956" y="38100"/>
                </a:lnTo>
                <a:lnTo>
                  <a:pt x="38100" y="42672"/>
                </a:lnTo>
                <a:lnTo>
                  <a:pt x="45720" y="45720"/>
                </a:lnTo>
                <a:lnTo>
                  <a:pt x="48768" y="48768"/>
                </a:lnTo>
                <a:lnTo>
                  <a:pt x="56388" y="53340"/>
                </a:lnTo>
                <a:lnTo>
                  <a:pt x="62484" y="57912"/>
                </a:lnTo>
                <a:lnTo>
                  <a:pt x="76200" y="76200"/>
                </a:lnTo>
                <a:lnTo>
                  <a:pt x="77724" y="82296"/>
                </a:lnTo>
                <a:lnTo>
                  <a:pt x="82296" y="82296"/>
                </a:lnTo>
                <a:lnTo>
                  <a:pt x="82296" y="59436"/>
                </a:lnTo>
                <a:lnTo>
                  <a:pt x="182880" y="59436"/>
                </a:lnTo>
                <a:lnTo>
                  <a:pt x="190500" y="57912"/>
                </a:lnTo>
                <a:lnTo>
                  <a:pt x="199644" y="54864"/>
                </a:lnTo>
                <a:lnTo>
                  <a:pt x="204216" y="51816"/>
                </a:lnTo>
                <a:lnTo>
                  <a:pt x="205740" y="47244"/>
                </a:lnTo>
                <a:lnTo>
                  <a:pt x="208788" y="42672"/>
                </a:lnTo>
                <a:lnTo>
                  <a:pt x="210312" y="38100"/>
                </a:lnTo>
                <a:lnTo>
                  <a:pt x="210312" y="27432"/>
                </a:lnTo>
                <a:close/>
              </a:path>
              <a:path extrusionOk="0" h="812800" w="212089">
                <a:moveTo>
                  <a:pt x="211836" y="717804"/>
                </a:moveTo>
                <a:lnTo>
                  <a:pt x="199644" y="672084"/>
                </a:lnTo>
                <a:lnTo>
                  <a:pt x="172631" y="645083"/>
                </a:lnTo>
                <a:lnTo>
                  <a:pt x="160020" y="637032"/>
                </a:lnTo>
                <a:lnTo>
                  <a:pt x="158496" y="641604"/>
                </a:lnTo>
                <a:lnTo>
                  <a:pt x="169926" y="650468"/>
                </a:lnTo>
                <a:lnTo>
                  <a:pt x="179070" y="658749"/>
                </a:lnTo>
                <a:lnTo>
                  <a:pt x="199072" y="698042"/>
                </a:lnTo>
                <a:lnTo>
                  <a:pt x="199644" y="707136"/>
                </a:lnTo>
                <a:lnTo>
                  <a:pt x="199047" y="717384"/>
                </a:lnTo>
                <a:lnTo>
                  <a:pt x="182918" y="753579"/>
                </a:lnTo>
                <a:lnTo>
                  <a:pt x="147891" y="774915"/>
                </a:lnTo>
                <a:lnTo>
                  <a:pt x="111252" y="778764"/>
                </a:lnTo>
                <a:lnTo>
                  <a:pt x="94957" y="778217"/>
                </a:lnTo>
                <a:lnTo>
                  <a:pt x="56388" y="771144"/>
                </a:lnTo>
                <a:lnTo>
                  <a:pt x="24384" y="746760"/>
                </a:lnTo>
                <a:lnTo>
                  <a:pt x="13716" y="711708"/>
                </a:lnTo>
                <a:lnTo>
                  <a:pt x="14566" y="700836"/>
                </a:lnTo>
                <a:lnTo>
                  <a:pt x="35191" y="665924"/>
                </a:lnTo>
                <a:lnTo>
                  <a:pt x="71628" y="647700"/>
                </a:lnTo>
                <a:lnTo>
                  <a:pt x="71628" y="643128"/>
                </a:lnTo>
                <a:lnTo>
                  <a:pt x="4572" y="647700"/>
                </a:lnTo>
                <a:lnTo>
                  <a:pt x="4572" y="652272"/>
                </a:lnTo>
                <a:lnTo>
                  <a:pt x="9144" y="653796"/>
                </a:lnTo>
                <a:lnTo>
                  <a:pt x="12192" y="655320"/>
                </a:lnTo>
                <a:lnTo>
                  <a:pt x="16764" y="659892"/>
                </a:lnTo>
                <a:lnTo>
                  <a:pt x="18288" y="662940"/>
                </a:lnTo>
                <a:lnTo>
                  <a:pt x="18288" y="665988"/>
                </a:lnTo>
                <a:lnTo>
                  <a:pt x="16764" y="669036"/>
                </a:lnTo>
                <a:lnTo>
                  <a:pt x="15240" y="673608"/>
                </a:lnTo>
                <a:lnTo>
                  <a:pt x="10350" y="683895"/>
                </a:lnTo>
                <a:lnTo>
                  <a:pt x="7048" y="694182"/>
                </a:lnTo>
                <a:lnTo>
                  <a:pt x="5156" y="704469"/>
                </a:lnTo>
                <a:lnTo>
                  <a:pt x="4572" y="714756"/>
                </a:lnTo>
                <a:lnTo>
                  <a:pt x="5422" y="728167"/>
                </a:lnTo>
                <a:lnTo>
                  <a:pt x="25730" y="774382"/>
                </a:lnTo>
                <a:lnTo>
                  <a:pt x="56388" y="800100"/>
                </a:lnTo>
                <a:lnTo>
                  <a:pt x="96672" y="811682"/>
                </a:lnTo>
                <a:lnTo>
                  <a:pt x="111252" y="812292"/>
                </a:lnTo>
                <a:lnTo>
                  <a:pt x="128968" y="811136"/>
                </a:lnTo>
                <a:lnTo>
                  <a:pt x="175260" y="792480"/>
                </a:lnTo>
                <a:lnTo>
                  <a:pt x="202692" y="760857"/>
                </a:lnTo>
                <a:lnTo>
                  <a:pt x="209550" y="740625"/>
                </a:lnTo>
                <a:lnTo>
                  <a:pt x="211836" y="7178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5" name="Google Shape;225;p8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278123" y="6920483"/>
            <a:ext cx="271272" cy="763524"/>
          </a:xfrm>
          <a:prstGeom prst="rect">
            <a:avLst/>
          </a:prstGeom>
          <a:noFill/>
          <a:ln>
            <a:noFill/>
          </a:ln>
        </p:spPr>
      </p:pic>
      <p:pic>
        <p:nvPicPr>
          <p:cNvPr id="226" name="Google Shape;226;p8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742944" y="8834628"/>
            <a:ext cx="73151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227" name="Google Shape;227;p8"/>
          <p:cNvSpPr/>
          <p:nvPr/>
        </p:nvSpPr>
        <p:spPr>
          <a:xfrm>
            <a:off x="3669792" y="7909560"/>
            <a:ext cx="271780" cy="673735"/>
          </a:xfrm>
          <a:custGeom>
            <a:rect b="b" l="l" r="r" t="t"/>
            <a:pathLst>
              <a:path extrusionOk="0" h="673734" w="271779">
                <a:moveTo>
                  <a:pt x="32004" y="160020"/>
                </a:moveTo>
                <a:lnTo>
                  <a:pt x="30480" y="155448"/>
                </a:lnTo>
                <a:lnTo>
                  <a:pt x="24384" y="149352"/>
                </a:lnTo>
                <a:lnTo>
                  <a:pt x="19812" y="147828"/>
                </a:lnTo>
                <a:lnTo>
                  <a:pt x="10668" y="147828"/>
                </a:lnTo>
                <a:lnTo>
                  <a:pt x="7620" y="149352"/>
                </a:lnTo>
                <a:lnTo>
                  <a:pt x="1524" y="155448"/>
                </a:lnTo>
                <a:lnTo>
                  <a:pt x="0" y="160020"/>
                </a:lnTo>
                <a:lnTo>
                  <a:pt x="0" y="167640"/>
                </a:lnTo>
                <a:lnTo>
                  <a:pt x="1524" y="172212"/>
                </a:lnTo>
                <a:lnTo>
                  <a:pt x="7620" y="178308"/>
                </a:lnTo>
                <a:lnTo>
                  <a:pt x="10668" y="179832"/>
                </a:lnTo>
                <a:lnTo>
                  <a:pt x="19812" y="179832"/>
                </a:lnTo>
                <a:lnTo>
                  <a:pt x="24384" y="178308"/>
                </a:lnTo>
                <a:lnTo>
                  <a:pt x="30480" y="172212"/>
                </a:lnTo>
                <a:lnTo>
                  <a:pt x="32004" y="167640"/>
                </a:lnTo>
                <a:lnTo>
                  <a:pt x="32004" y="160020"/>
                </a:lnTo>
                <a:close/>
              </a:path>
              <a:path extrusionOk="0" h="673734" w="271779">
                <a:moveTo>
                  <a:pt x="207264" y="522732"/>
                </a:moveTo>
                <a:lnTo>
                  <a:pt x="153924" y="507492"/>
                </a:lnTo>
                <a:lnTo>
                  <a:pt x="153924" y="513588"/>
                </a:lnTo>
                <a:lnTo>
                  <a:pt x="169926" y="521779"/>
                </a:lnTo>
                <a:lnTo>
                  <a:pt x="176212" y="525386"/>
                </a:lnTo>
                <a:lnTo>
                  <a:pt x="196329" y="565531"/>
                </a:lnTo>
                <a:lnTo>
                  <a:pt x="196596" y="576072"/>
                </a:lnTo>
                <a:lnTo>
                  <a:pt x="196596" y="601980"/>
                </a:lnTo>
                <a:lnTo>
                  <a:pt x="195072" y="609600"/>
                </a:lnTo>
                <a:lnTo>
                  <a:pt x="195072" y="611124"/>
                </a:lnTo>
                <a:lnTo>
                  <a:pt x="193548" y="614172"/>
                </a:lnTo>
                <a:lnTo>
                  <a:pt x="190500" y="617220"/>
                </a:lnTo>
                <a:lnTo>
                  <a:pt x="187452" y="618744"/>
                </a:lnTo>
                <a:lnTo>
                  <a:pt x="27432" y="618744"/>
                </a:lnTo>
                <a:lnTo>
                  <a:pt x="21336" y="615696"/>
                </a:lnTo>
                <a:lnTo>
                  <a:pt x="18288" y="612648"/>
                </a:lnTo>
                <a:lnTo>
                  <a:pt x="16764" y="608076"/>
                </a:lnTo>
                <a:lnTo>
                  <a:pt x="13716" y="605028"/>
                </a:lnTo>
                <a:lnTo>
                  <a:pt x="13716" y="586740"/>
                </a:lnTo>
                <a:lnTo>
                  <a:pt x="9144" y="586740"/>
                </a:lnTo>
                <a:lnTo>
                  <a:pt x="9144" y="673608"/>
                </a:lnTo>
                <a:lnTo>
                  <a:pt x="13716" y="673608"/>
                </a:lnTo>
                <a:lnTo>
                  <a:pt x="13716" y="659892"/>
                </a:lnTo>
                <a:lnTo>
                  <a:pt x="15240" y="653796"/>
                </a:lnTo>
                <a:lnTo>
                  <a:pt x="19812" y="650748"/>
                </a:lnTo>
                <a:lnTo>
                  <a:pt x="22860" y="647700"/>
                </a:lnTo>
                <a:lnTo>
                  <a:pt x="30480" y="646176"/>
                </a:lnTo>
                <a:lnTo>
                  <a:pt x="182880" y="646176"/>
                </a:lnTo>
                <a:lnTo>
                  <a:pt x="190500" y="647700"/>
                </a:lnTo>
                <a:lnTo>
                  <a:pt x="193548" y="649224"/>
                </a:lnTo>
                <a:lnTo>
                  <a:pt x="199644" y="653796"/>
                </a:lnTo>
                <a:lnTo>
                  <a:pt x="202692" y="658368"/>
                </a:lnTo>
                <a:lnTo>
                  <a:pt x="202692" y="673608"/>
                </a:lnTo>
                <a:lnTo>
                  <a:pt x="207264" y="673608"/>
                </a:lnTo>
                <a:lnTo>
                  <a:pt x="207264" y="522732"/>
                </a:lnTo>
                <a:close/>
              </a:path>
              <a:path extrusionOk="0" h="673734" w="271779">
                <a:moveTo>
                  <a:pt x="207264" y="131064"/>
                </a:moveTo>
                <a:lnTo>
                  <a:pt x="202692" y="131064"/>
                </a:lnTo>
                <a:lnTo>
                  <a:pt x="202692" y="137160"/>
                </a:lnTo>
                <a:lnTo>
                  <a:pt x="201168" y="141732"/>
                </a:lnTo>
                <a:lnTo>
                  <a:pt x="199644" y="143256"/>
                </a:lnTo>
                <a:lnTo>
                  <a:pt x="198120" y="146304"/>
                </a:lnTo>
                <a:lnTo>
                  <a:pt x="196596" y="147828"/>
                </a:lnTo>
                <a:lnTo>
                  <a:pt x="190500" y="150876"/>
                </a:lnTo>
                <a:lnTo>
                  <a:pt x="70104" y="150876"/>
                </a:lnTo>
                <a:lnTo>
                  <a:pt x="70104" y="156972"/>
                </a:lnTo>
                <a:lnTo>
                  <a:pt x="86868" y="198120"/>
                </a:lnTo>
                <a:lnTo>
                  <a:pt x="91440" y="196596"/>
                </a:lnTo>
                <a:lnTo>
                  <a:pt x="89916" y="192024"/>
                </a:lnTo>
                <a:lnTo>
                  <a:pt x="88392" y="188976"/>
                </a:lnTo>
                <a:lnTo>
                  <a:pt x="88392" y="182880"/>
                </a:lnTo>
                <a:lnTo>
                  <a:pt x="91440" y="179832"/>
                </a:lnTo>
                <a:lnTo>
                  <a:pt x="91440" y="178308"/>
                </a:lnTo>
                <a:lnTo>
                  <a:pt x="94488" y="176784"/>
                </a:lnTo>
                <a:lnTo>
                  <a:pt x="97536" y="176784"/>
                </a:lnTo>
                <a:lnTo>
                  <a:pt x="101841" y="175907"/>
                </a:lnTo>
                <a:lnTo>
                  <a:pt x="108013" y="175450"/>
                </a:lnTo>
                <a:lnTo>
                  <a:pt x="117348" y="175260"/>
                </a:lnTo>
                <a:lnTo>
                  <a:pt x="190500" y="175260"/>
                </a:lnTo>
                <a:lnTo>
                  <a:pt x="199644" y="179832"/>
                </a:lnTo>
                <a:lnTo>
                  <a:pt x="199644" y="182880"/>
                </a:lnTo>
                <a:lnTo>
                  <a:pt x="201168" y="184404"/>
                </a:lnTo>
                <a:lnTo>
                  <a:pt x="202692" y="188976"/>
                </a:lnTo>
                <a:lnTo>
                  <a:pt x="202692" y="195072"/>
                </a:lnTo>
                <a:lnTo>
                  <a:pt x="207264" y="195072"/>
                </a:lnTo>
                <a:lnTo>
                  <a:pt x="207264" y="175260"/>
                </a:lnTo>
                <a:lnTo>
                  <a:pt x="207264" y="131064"/>
                </a:lnTo>
                <a:close/>
              </a:path>
              <a:path extrusionOk="0" h="673734" w="271779">
                <a:moveTo>
                  <a:pt x="210299" y="54864"/>
                </a:moveTo>
                <a:lnTo>
                  <a:pt x="195059" y="19812"/>
                </a:lnTo>
                <a:lnTo>
                  <a:pt x="153911" y="0"/>
                </a:lnTo>
                <a:lnTo>
                  <a:pt x="152387" y="3048"/>
                </a:lnTo>
                <a:lnTo>
                  <a:pt x="160705" y="6502"/>
                </a:lnTo>
                <a:lnTo>
                  <a:pt x="167436" y="10096"/>
                </a:lnTo>
                <a:lnTo>
                  <a:pt x="185915" y="44196"/>
                </a:lnTo>
                <a:lnTo>
                  <a:pt x="184772" y="53936"/>
                </a:lnTo>
                <a:lnTo>
                  <a:pt x="158203" y="82854"/>
                </a:lnTo>
                <a:lnTo>
                  <a:pt x="126479" y="89916"/>
                </a:lnTo>
                <a:lnTo>
                  <a:pt x="115620" y="89090"/>
                </a:lnTo>
                <a:lnTo>
                  <a:pt x="81711" y="67246"/>
                </a:lnTo>
                <a:lnTo>
                  <a:pt x="79235" y="53340"/>
                </a:lnTo>
                <a:lnTo>
                  <a:pt x="79235" y="47244"/>
                </a:lnTo>
                <a:lnTo>
                  <a:pt x="80759" y="42672"/>
                </a:lnTo>
                <a:lnTo>
                  <a:pt x="86855" y="36576"/>
                </a:lnTo>
                <a:lnTo>
                  <a:pt x="95999" y="33528"/>
                </a:lnTo>
                <a:lnTo>
                  <a:pt x="102095" y="33528"/>
                </a:lnTo>
                <a:lnTo>
                  <a:pt x="106667" y="32004"/>
                </a:lnTo>
                <a:lnTo>
                  <a:pt x="108191" y="30480"/>
                </a:lnTo>
                <a:lnTo>
                  <a:pt x="112763" y="27432"/>
                </a:lnTo>
                <a:lnTo>
                  <a:pt x="114287" y="22860"/>
                </a:lnTo>
                <a:lnTo>
                  <a:pt x="114287" y="13716"/>
                </a:lnTo>
                <a:lnTo>
                  <a:pt x="111239" y="7620"/>
                </a:lnTo>
                <a:lnTo>
                  <a:pt x="108191" y="4572"/>
                </a:lnTo>
                <a:lnTo>
                  <a:pt x="94475" y="4572"/>
                </a:lnTo>
                <a:lnTo>
                  <a:pt x="86855" y="7620"/>
                </a:lnTo>
                <a:lnTo>
                  <a:pt x="80759" y="16764"/>
                </a:lnTo>
                <a:lnTo>
                  <a:pt x="75882" y="23050"/>
                </a:lnTo>
                <a:lnTo>
                  <a:pt x="72567" y="30480"/>
                </a:lnTo>
                <a:lnTo>
                  <a:pt x="70688" y="39052"/>
                </a:lnTo>
                <a:lnTo>
                  <a:pt x="70091" y="48768"/>
                </a:lnTo>
                <a:lnTo>
                  <a:pt x="71259" y="61036"/>
                </a:lnTo>
                <a:lnTo>
                  <a:pt x="99910" y="101854"/>
                </a:lnTo>
                <a:lnTo>
                  <a:pt x="140195" y="112776"/>
                </a:lnTo>
                <a:lnTo>
                  <a:pt x="155346" y="111633"/>
                </a:lnTo>
                <a:lnTo>
                  <a:pt x="190487" y="94488"/>
                </a:lnTo>
                <a:lnTo>
                  <a:pt x="209143" y="65989"/>
                </a:lnTo>
                <a:lnTo>
                  <a:pt x="210299" y="54864"/>
                </a:lnTo>
                <a:close/>
              </a:path>
              <a:path extrusionOk="0" h="673734" w="271779">
                <a:moveTo>
                  <a:pt x="210312" y="429768"/>
                </a:moveTo>
                <a:lnTo>
                  <a:pt x="210210" y="428244"/>
                </a:lnTo>
                <a:lnTo>
                  <a:pt x="209740" y="420674"/>
                </a:lnTo>
                <a:lnTo>
                  <a:pt x="208026" y="411861"/>
                </a:lnTo>
                <a:lnTo>
                  <a:pt x="205168" y="403631"/>
                </a:lnTo>
                <a:lnTo>
                  <a:pt x="201168" y="396240"/>
                </a:lnTo>
                <a:lnTo>
                  <a:pt x="201168" y="423672"/>
                </a:lnTo>
                <a:lnTo>
                  <a:pt x="199758" y="432269"/>
                </a:lnTo>
                <a:lnTo>
                  <a:pt x="168973" y="457758"/>
                </a:lnTo>
                <a:lnTo>
                  <a:pt x="129540" y="464820"/>
                </a:lnTo>
                <a:lnTo>
                  <a:pt x="120700" y="464540"/>
                </a:lnTo>
                <a:lnTo>
                  <a:pt x="83820" y="446532"/>
                </a:lnTo>
                <a:lnTo>
                  <a:pt x="80772" y="441960"/>
                </a:lnTo>
                <a:lnTo>
                  <a:pt x="79248" y="437388"/>
                </a:lnTo>
                <a:lnTo>
                  <a:pt x="79248" y="431292"/>
                </a:lnTo>
                <a:lnTo>
                  <a:pt x="104127" y="399389"/>
                </a:lnTo>
                <a:lnTo>
                  <a:pt x="149352" y="391668"/>
                </a:lnTo>
                <a:lnTo>
                  <a:pt x="162179" y="392239"/>
                </a:lnTo>
                <a:lnTo>
                  <a:pt x="197929" y="409956"/>
                </a:lnTo>
                <a:lnTo>
                  <a:pt x="201168" y="423672"/>
                </a:lnTo>
                <a:lnTo>
                  <a:pt x="201168" y="396240"/>
                </a:lnTo>
                <a:lnTo>
                  <a:pt x="198005" y="391668"/>
                </a:lnTo>
                <a:lnTo>
                  <a:pt x="196024" y="388797"/>
                </a:lnTo>
                <a:lnTo>
                  <a:pt x="189738" y="382333"/>
                </a:lnTo>
                <a:lnTo>
                  <a:pt x="146304" y="364578"/>
                </a:lnTo>
                <a:lnTo>
                  <a:pt x="137160" y="364236"/>
                </a:lnTo>
                <a:lnTo>
                  <a:pt x="124891" y="365125"/>
                </a:lnTo>
                <a:lnTo>
                  <a:pt x="82956" y="389242"/>
                </a:lnTo>
                <a:lnTo>
                  <a:pt x="70104" y="428244"/>
                </a:lnTo>
                <a:lnTo>
                  <a:pt x="70205" y="429768"/>
                </a:lnTo>
                <a:lnTo>
                  <a:pt x="70307" y="431292"/>
                </a:lnTo>
                <a:lnTo>
                  <a:pt x="89154" y="472630"/>
                </a:lnTo>
                <a:lnTo>
                  <a:pt x="123444" y="489966"/>
                </a:lnTo>
                <a:lnTo>
                  <a:pt x="141732" y="492252"/>
                </a:lnTo>
                <a:lnTo>
                  <a:pt x="153771" y="491159"/>
                </a:lnTo>
                <a:lnTo>
                  <a:pt x="196799" y="467283"/>
                </a:lnTo>
                <a:lnTo>
                  <a:pt x="198488" y="464820"/>
                </a:lnTo>
                <a:lnTo>
                  <a:pt x="204406" y="456247"/>
                </a:lnTo>
                <a:lnTo>
                  <a:pt x="208851" y="443801"/>
                </a:lnTo>
                <a:lnTo>
                  <a:pt x="210312" y="429768"/>
                </a:lnTo>
                <a:close/>
              </a:path>
              <a:path extrusionOk="0" h="673734" w="271779">
                <a:moveTo>
                  <a:pt x="271221" y="287451"/>
                </a:moveTo>
                <a:lnTo>
                  <a:pt x="269862" y="270611"/>
                </a:lnTo>
                <a:lnTo>
                  <a:pt x="265747" y="254889"/>
                </a:lnTo>
                <a:lnTo>
                  <a:pt x="259054" y="240893"/>
                </a:lnTo>
                <a:lnTo>
                  <a:pt x="252844" y="232524"/>
                </a:lnTo>
                <a:lnTo>
                  <a:pt x="252844" y="277368"/>
                </a:lnTo>
                <a:lnTo>
                  <a:pt x="252412" y="287451"/>
                </a:lnTo>
                <a:lnTo>
                  <a:pt x="252323" y="288036"/>
                </a:lnTo>
                <a:lnTo>
                  <a:pt x="250698" y="299275"/>
                </a:lnTo>
                <a:lnTo>
                  <a:pt x="247840" y="309689"/>
                </a:lnTo>
                <a:lnTo>
                  <a:pt x="243840" y="318516"/>
                </a:lnTo>
                <a:lnTo>
                  <a:pt x="240792" y="323088"/>
                </a:lnTo>
                <a:lnTo>
                  <a:pt x="236220" y="326136"/>
                </a:lnTo>
                <a:lnTo>
                  <a:pt x="224028" y="326136"/>
                </a:lnTo>
                <a:lnTo>
                  <a:pt x="220980" y="323088"/>
                </a:lnTo>
                <a:lnTo>
                  <a:pt x="216408" y="321564"/>
                </a:lnTo>
                <a:lnTo>
                  <a:pt x="214884" y="320040"/>
                </a:lnTo>
                <a:lnTo>
                  <a:pt x="210312" y="315468"/>
                </a:lnTo>
                <a:lnTo>
                  <a:pt x="207264" y="312420"/>
                </a:lnTo>
                <a:lnTo>
                  <a:pt x="207289" y="310896"/>
                </a:lnTo>
                <a:lnTo>
                  <a:pt x="207416" y="305752"/>
                </a:lnTo>
                <a:lnTo>
                  <a:pt x="207518" y="301752"/>
                </a:lnTo>
                <a:lnTo>
                  <a:pt x="207632" y="299275"/>
                </a:lnTo>
                <a:lnTo>
                  <a:pt x="207721" y="297180"/>
                </a:lnTo>
                <a:lnTo>
                  <a:pt x="207848" y="294347"/>
                </a:lnTo>
                <a:lnTo>
                  <a:pt x="207924" y="292608"/>
                </a:lnTo>
                <a:lnTo>
                  <a:pt x="208026" y="290512"/>
                </a:lnTo>
                <a:lnTo>
                  <a:pt x="208140" y="287451"/>
                </a:lnTo>
                <a:lnTo>
                  <a:pt x="208521" y="277368"/>
                </a:lnTo>
                <a:lnTo>
                  <a:pt x="208610" y="271729"/>
                </a:lnTo>
                <a:lnTo>
                  <a:pt x="209181" y="248323"/>
                </a:lnTo>
                <a:lnTo>
                  <a:pt x="209702" y="241541"/>
                </a:lnTo>
                <a:lnTo>
                  <a:pt x="209778" y="240893"/>
                </a:lnTo>
                <a:lnTo>
                  <a:pt x="210705" y="234035"/>
                </a:lnTo>
                <a:lnTo>
                  <a:pt x="210769" y="233743"/>
                </a:lnTo>
                <a:lnTo>
                  <a:pt x="210883" y="233172"/>
                </a:lnTo>
                <a:lnTo>
                  <a:pt x="211836" y="228600"/>
                </a:lnTo>
                <a:lnTo>
                  <a:pt x="214884" y="224028"/>
                </a:lnTo>
                <a:lnTo>
                  <a:pt x="217932" y="220980"/>
                </a:lnTo>
                <a:lnTo>
                  <a:pt x="230124" y="220980"/>
                </a:lnTo>
                <a:lnTo>
                  <a:pt x="252323" y="260946"/>
                </a:lnTo>
                <a:lnTo>
                  <a:pt x="252844" y="277368"/>
                </a:lnTo>
                <a:lnTo>
                  <a:pt x="252844" y="232524"/>
                </a:lnTo>
                <a:lnTo>
                  <a:pt x="217932" y="211836"/>
                </a:lnTo>
                <a:lnTo>
                  <a:pt x="210312" y="211836"/>
                </a:lnTo>
                <a:lnTo>
                  <a:pt x="188722" y="234696"/>
                </a:lnTo>
                <a:lnTo>
                  <a:pt x="188620" y="235267"/>
                </a:lnTo>
                <a:lnTo>
                  <a:pt x="187452" y="242316"/>
                </a:lnTo>
                <a:lnTo>
                  <a:pt x="186563" y="248323"/>
                </a:lnTo>
                <a:lnTo>
                  <a:pt x="186448" y="250507"/>
                </a:lnTo>
                <a:lnTo>
                  <a:pt x="186334" y="252818"/>
                </a:lnTo>
                <a:lnTo>
                  <a:pt x="186220" y="255066"/>
                </a:lnTo>
                <a:lnTo>
                  <a:pt x="186105" y="257556"/>
                </a:lnTo>
                <a:lnTo>
                  <a:pt x="186004" y="265176"/>
                </a:lnTo>
                <a:lnTo>
                  <a:pt x="185928" y="303276"/>
                </a:lnTo>
                <a:lnTo>
                  <a:pt x="184404" y="309372"/>
                </a:lnTo>
                <a:lnTo>
                  <a:pt x="184404" y="312420"/>
                </a:lnTo>
                <a:lnTo>
                  <a:pt x="181356" y="315468"/>
                </a:lnTo>
                <a:lnTo>
                  <a:pt x="173723" y="315468"/>
                </a:lnTo>
                <a:lnTo>
                  <a:pt x="170675" y="313944"/>
                </a:lnTo>
                <a:lnTo>
                  <a:pt x="164579" y="307848"/>
                </a:lnTo>
                <a:lnTo>
                  <a:pt x="161531" y="303276"/>
                </a:lnTo>
                <a:lnTo>
                  <a:pt x="163055" y="297180"/>
                </a:lnTo>
                <a:lnTo>
                  <a:pt x="164579" y="289560"/>
                </a:lnTo>
                <a:lnTo>
                  <a:pt x="164579" y="283464"/>
                </a:lnTo>
                <a:lnTo>
                  <a:pt x="163728" y="271729"/>
                </a:lnTo>
                <a:lnTo>
                  <a:pt x="156959" y="253009"/>
                </a:lnTo>
                <a:lnTo>
                  <a:pt x="156959" y="274320"/>
                </a:lnTo>
                <a:lnTo>
                  <a:pt x="156959" y="289560"/>
                </a:lnTo>
                <a:lnTo>
                  <a:pt x="122097" y="310324"/>
                </a:lnTo>
                <a:lnTo>
                  <a:pt x="111239" y="310896"/>
                </a:lnTo>
                <a:lnTo>
                  <a:pt x="103555" y="310565"/>
                </a:lnTo>
                <a:lnTo>
                  <a:pt x="77711" y="292608"/>
                </a:lnTo>
                <a:lnTo>
                  <a:pt x="77711" y="277368"/>
                </a:lnTo>
                <a:lnTo>
                  <a:pt x="111290" y="255320"/>
                </a:lnTo>
                <a:lnTo>
                  <a:pt x="121907" y="254508"/>
                </a:lnTo>
                <a:lnTo>
                  <a:pt x="130467" y="255066"/>
                </a:lnTo>
                <a:lnTo>
                  <a:pt x="156959" y="274320"/>
                </a:lnTo>
                <a:lnTo>
                  <a:pt x="156959" y="253009"/>
                </a:lnTo>
                <a:lnTo>
                  <a:pt x="120383" y="230124"/>
                </a:lnTo>
                <a:lnTo>
                  <a:pt x="112699" y="230695"/>
                </a:lnTo>
                <a:lnTo>
                  <a:pt x="105714" y="232410"/>
                </a:lnTo>
                <a:lnTo>
                  <a:pt x="99606" y="235267"/>
                </a:lnTo>
                <a:lnTo>
                  <a:pt x="94475" y="239268"/>
                </a:lnTo>
                <a:lnTo>
                  <a:pt x="94475" y="214884"/>
                </a:lnTo>
                <a:lnTo>
                  <a:pt x="92951" y="214884"/>
                </a:lnTo>
                <a:lnTo>
                  <a:pt x="92951" y="213360"/>
                </a:lnTo>
                <a:lnTo>
                  <a:pt x="91427" y="211836"/>
                </a:lnTo>
                <a:lnTo>
                  <a:pt x="85331" y="211836"/>
                </a:lnTo>
                <a:lnTo>
                  <a:pt x="82283" y="213360"/>
                </a:lnTo>
                <a:lnTo>
                  <a:pt x="80759" y="213360"/>
                </a:lnTo>
                <a:lnTo>
                  <a:pt x="80759" y="249936"/>
                </a:lnTo>
                <a:lnTo>
                  <a:pt x="75882" y="257111"/>
                </a:lnTo>
                <a:lnTo>
                  <a:pt x="72567" y="264985"/>
                </a:lnTo>
                <a:lnTo>
                  <a:pt x="72529" y="265176"/>
                </a:lnTo>
                <a:lnTo>
                  <a:pt x="70688" y="273735"/>
                </a:lnTo>
                <a:lnTo>
                  <a:pt x="70662" y="274320"/>
                </a:lnTo>
                <a:lnTo>
                  <a:pt x="77812" y="313258"/>
                </a:lnTo>
                <a:lnTo>
                  <a:pt x="117335" y="335280"/>
                </a:lnTo>
                <a:lnTo>
                  <a:pt x="126479" y="335280"/>
                </a:lnTo>
                <a:lnTo>
                  <a:pt x="134099" y="333756"/>
                </a:lnTo>
                <a:lnTo>
                  <a:pt x="149339" y="324612"/>
                </a:lnTo>
                <a:lnTo>
                  <a:pt x="153911" y="318516"/>
                </a:lnTo>
                <a:lnTo>
                  <a:pt x="158483" y="310896"/>
                </a:lnTo>
                <a:lnTo>
                  <a:pt x="164160" y="318071"/>
                </a:lnTo>
                <a:lnTo>
                  <a:pt x="185928" y="335280"/>
                </a:lnTo>
                <a:lnTo>
                  <a:pt x="195072" y="335280"/>
                </a:lnTo>
                <a:lnTo>
                  <a:pt x="199644" y="330708"/>
                </a:lnTo>
                <a:lnTo>
                  <a:pt x="202692" y="326136"/>
                </a:lnTo>
                <a:lnTo>
                  <a:pt x="205740" y="320040"/>
                </a:lnTo>
                <a:lnTo>
                  <a:pt x="214884" y="329184"/>
                </a:lnTo>
                <a:lnTo>
                  <a:pt x="220980" y="333756"/>
                </a:lnTo>
                <a:lnTo>
                  <a:pt x="220980" y="335280"/>
                </a:lnTo>
                <a:lnTo>
                  <a:pt x="227076" y="339852"/>
                </a:lnTo>
                <a:lnTo>
                  <a:pt x="239268" y="345948"/>
                </a:lnTo>
                <a:lnTo>
                  <a:pt x="248412" y="345948"/>
                </a:lnTo>
                <a:lnTo>
                  <a:pt x="252984" y="342900"/>
                </a:lnTo>
                <a:lnTo>
                  <a:pt x="263067" y="326136"/>
                </a:lnTo>
                <a:lnTo>
                  <a:pt x="263550" y="325335"/>
                </a:lnTo>
                <a:lnTo>
                  <a:pt x="267843" y="313944"/>
                </a:lnTo>
                <a:lnTo>
                  <a:pt x="270408" y="301421"/>
                </a:lnTo>
                <a:lnTo>
                  <a:pt x="271106" y="290512"/>
                </a:lnTo>
                <a:lnTo>
                  <a:pt x="271221" y="2874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8" name="Google Shape;228;p8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669791" y="7051547"/>
            <a:ext cx="271224" cy="765047"/>
          </a:xfrm>
          <a:prstGeom prst="rect">
            <a:avLst/>
          </a:prstGeom>
          <a:noFill/>
          <a:ln>
            <a:noFill/>
          </a:ln>
        </p:spPr>
      </p:pic>
      <p:pic>
        <p:nvPicPr>
          <p:cNvPr id="229" name="Google Shape;229;p8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4134611" y="8834628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30" name="Google Shape;230;p8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4061459" y="7459980"/>
            <a:ext cx="271271" cy="1110995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" name="Google Shape;231;p8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4061460" y="6952488"/>
            <a:ext cx="210312" cy="420623"/>
          </a:xfrm>
          <a:prstGeom prst="rect">
            <a:avLst/>
          </a:prstGeom>
          <a:noFill/>
          <a:ln>
            <a:noFill/>
          </a:ln>
        </p:spPr>
      </p:pic>
      <p:pic>
        <p:nvPicPr>
          <p:cNvPr id="232" name="Google Shape;232;p8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4090415" y="5951220"/>
            <a:ext cx="242315" cy="912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33" name="Google Shape;233;p8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4061460" y="4471416"/>
            <a:ext cx="271271" cy="1385315"/>
          </a:xfrm>
          <a:prstGeom prst="rect">
            <a:avLst/>
          </a:prstGeom>
          <a:noFill/>
          <a:ln>
            <a:noFill/>
          </a:ln>
        </p:spPr>
      </p:pic>
      <p:pic>
        <p:nvPicPr>
          <p:cNvPr id="234" name="Google Shape;234;p8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4524755" y="8834628"/>
            <a:ext cx="73151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235" name="Google Shape;235;p8"/>
          <p:cNvSpPr/>
          <p:nvPr/>
        </p:nvSpPr>
        <p:spPr>
          <a:xfrm>
            <a:off x="4456163" y="7795260"/>
            <a:ext cx="207645" cy="788035"/>
          </a:xfrm>
          <a:custGeom>
            <a:rect b="b" l="l" r="r" t="t"/>
            <a:pathLst>
              <a:path extrusionOk="0" h="788034" w="207645">
                <a:moveTo>
                  <a:pt x="202692" y="208788"/>
                </a:moveTo>
                <a:lnTo>
                  <a:pt x="198120" y="208788"/>
                </a:lnTo>
                <a:lnTo>
                  <a:pt x="198120" y="216408"/>
                </a:lnTo>
                <a:lnTo>
                  <a:pt x="196596" y="222504"/>
                </a:lnTo>
                <a:lnTo>
                  <a:pt x="126492" y="258318"/>
                </a:lnTo>
                <a:lnTo>
                  <a:pt x="126492" y="288036"/>
                </a:lnTo>
                <a:lnTo>
                  <a:pt x="126492" y="353568"/>
                </a:lnTo>
                <a:lnTo>
                  <a:pt x="47244" y="320040"/>
                </a:lnTo>
                <a:lnTo>
                  <a:pt x="126492" y="288036"/>
                </a:lnTo>
                <a:lnTo>
                  <a:pt x="126492" y="258318"/>
                </a:lnTo>
                <a:lnTo>
                  <a:pt x="0" y="309372"/>
                </a:lnTo>
                <a:lnTo>
                  <a:pt x="0" y="312420"/>
                </a:lnTo>
                <a:lnTo>
                  <a:pt x="163068" y="384048"/>
                </a:lnTo>
                <a:lnTo>
                  <a:pt x="173380" y="387718"/>
                </a:lnTo>
                <a:lnTo>
                  <a:pt x="181546" y="391668"/>
                </a:lnTo>
                <a:lnTo>
                  <a:pt x="198120" y="416052"/>
                </a:lnTo>
                <a:lnTo>
                  <a:pt x="202692" y="416052"/>
                </a:lnTo>
                <a:lnTo>
                  <a:pt x="202692" y="376428"/>
                </a:lnTo>
                <a:lnTo>
                  <a:pt x="202692" y="355092"/>
                </a:lnTo>
                <a:lnTo>
                  <a:pt x="198120" y="355092"/>
                </a:lnTo>
                <a:lnTo>
                  <a:pt x="198120" y="364236"/>
                </a:lnTo>
                <a:lnTo>
                  <a:pt x="196596" y="370332"/>
                </a:lnTo>
                <a:lnTo>
                  <a:pt x="193548" y="373380"/>
                </a:lnTo>
                <a:lnTo>
                  <a:pt x="192024" y="376428"/>
                </a:lnTo>
                <a:lnTo>
                  <a:pt x="181356" y="376428"/>
                </a:lnTo>
                <a:lnTo>
                  <a:pt x="167640" y="371856"/>
                </a:lnTo>
                <a:lnTo>
                  <a:pt x="137160" y="359664"/>
                </a:lnTo>
                <a:lnTo>
                  <a:pt x="137160" y="353568"/>
                </a:lnTo>
                <a:lnTo>
                  <a:pt x="137160" y="288036"/>
                </a:lnTo>
                <a:lnTo>
                  <a:pt x="137160" y="283464"/>
                </a:lnTo>
                <a:lnTo>
                  <a:pt x="164592" y="272796"/>
                </a:lnTo>
                <a:lnTo>
                  <a:pt x="175260" y="268224"/>
                </a:lnTo>
                <a:lnTo>
                  <a:pt x="181356" y="266700"/>
                </a:lnTo>
                <a:lnTo>
                  <a:pt x="188976" y="266700"/>
                </a:lnTo>
                <a:lnTo>
                  <a:pt x="192024" y="268224"/>
                </a:lnTo>
                <a:lnTo>
                  <a:pt x="196596" y="272796"/>
                </a:lnTo>
                <a:lnTo>
                  <a:pt x="198120" y="278892"/>
                </a:lnTo>
                <a:lnTo>
                  <a:pt x="198120" y="286512"/>
                </a:lnTo>
                <a:lnTo>
                  <a:pt x="202692" y="286512"/>
                </a:lnTo>
                <a:lnTo>
                  <a:pt x="202692" y="266700"/>
                </a:lnTo>
                <a:lnTo>
                  <a:pt x="202692" y="208788"/>
                </a:lnTo>
                <a:close/>
              </a:path>
              <a:path extrusionOk="0" h="788034" w="207645">
                <a:moveTo>
                  <a:pt x="202692" y="111252"/>
                </a:moveTo>
                <a:lnTo>
                  <a:pt x="200939" y="84416"/>
                </a:lnTo>
                <a:lnTo>
                  <a:pt x="195453" y="61150"/>
                </a:lnTo>
                <a:lnTo>
                  <a:pt x="193548" y="57226"/>
                </a:lnTo>
                <a:lnTo>
                  <a:pt x="193548" y="112776"/>
                </a:lnTo>
                <a:lnTo>
                  <a:pt x="193497" y="114300"/>
                </a:lnTo>
                <a:lnTo>
                  <a:pt x="193294" y="119926"/>
                </a:lnTo>
                <a:lnTo>
                  <a:pt x="192595" y="127635"/>
                </a:lnTo>
                <a:lnTo>
                  <a:pt x="191516" y="136804"/>
                </a:lnTo>
                <a:lnTo>
                  <a:pt x="190500" y="144780"/>
                </a:lnTo>
                <a:lnTo>
                  <a:pt x="18288" y="144780"/>
                </a:lnTo>
                <a:lnTo>
                  <a:pt x="16294" y="136804"/>
                </a:lnTo>
                <a:lnTo>
                  <a:pt x="14859" y="128968"/>
                </a:lnTo>
                <a:lnTo>
                  <a:pt x="14008" y="121424"/>
                </a:lnTo>
                <a:lnTo>
                  <a:pt x="13906" y="118872"/>
                </a:lnTo>
                <a:lnTo>
                  <a:pt x="13716" y="114300"/>
                </a:lnTo>
                <a:lnTo>
                  <a:pt x="27863" y="68656"/>
                </a:lnTo>
                <a:lnTo>
                  <a:pt x="66865" y="39243"/>
                </a:lnTo>
                <a:lnTo>
                  <a:pt x="103632" y="33528"/>
                </a:lnTo>
                <a:lnTo>
                  <a:pt x="123304" y="34963"/>
                </a:lnTo>
                <a:lnTo>
                  <a:pt x="169164" y="56388"/>
                </a:lnTo>
                <a:lnTo>
                  <a:pt x="192100" y="96469"/>
                </a:lnTo>
                <a:lnTo>
                  <a:pt x="193548" y="112776"/>
                </a:lnTo>
                <a:lnTo>
                  <a:pt x="193548" y="57226"/>
                </a:lnTo>
                <a:lnTo>
                  <a:pt x="157645" y="14795"/>
                </a:lnTo>
                <a:lnTo>
                  <a:pt x="103632" y="0"/>
                </a:lnTo>
                <a:lnTo>
                  <a:pt x="88201" y="863"/>
                </a:lnTo>
                <a:lnTo>
                  <a:pt x="48768" y="13716"/>
                </a:lnTo>
                <a:lnTo>
                  <a:pt x="20916" y="40944"/>
                </a:lnTo>
                <a:lnTo>
                  <a:pt x="7620" y="80200"/>
                </a:lnTo>
                <a:lnTo>
                  <a:pt x="4572" y="118872"/>
                </a:lnTo>
                <a:lnTo>
                  <a:pt x="4572" y="199644"/>
                </a:lnTo>
                <a:lnTo>
                  <a:pt x="9144" y="199644"/>
                </a:lnTo>
                <a:lnTo>
                  <a:pt x="9144" y="185928"/>
                </a:lnTo>
                <a:lnTo>
                  <a:pt x="12192" y="179832"/>
                </a:lnTo>
                <a:lnTo>
                  <a:pt x="16764" y="176784"/>
                </a:lnTo>
                <a:lnTo>
                  <a:pt x="19812" y="173736"/>
                </a:lnTo>
                <a:lnTo>
                  <a:pt x="27432" y="172212"/>
                </a:lnTo>
                <a:lnTo>
                  <a:pt x="179832" y="172212"/>
                </a:lnTo>
                <a:lnTo>
                  <a:pt x="187452" y="173736"/>
                </a:lnTo>
                <a:lnTo>
                  <a:pt x="196596" y="178308"/>
                </a:lnTo>
                <a:lnTo>
                  <a:pt x="198120" y="184404"/>
                </a:lnTo>
                <a:lnTo>
                  <a:pt x="198120" y="199644"/>
                </a:lnTo>
                <a:lnTo>
                  <a:pt x="202692" y="199644"/>
                </a:lnTo>
                <a:lnTo>
                  <a:pt x="202692" y="172212"/>
                </a:lnTo>
                <a:lnTo>
                  <a:pt x="202692" y="144780"/>
                </a:lnTo>
                <a:lnTo>
                  <a:pt x="202692" y="111252"/>
                </a:lnTo>
                <a:close/>
              </a:path>
              <a:path extrusionOk="0" h="788034" w="207645">
                <a:moveTo>
                  <a:pt x="202704" y="637032"/>
                </a:moveTo>
                <a:lnTo>
                  <a:pt x="152412" y="618744"/>
                </a:lnTo>
                <a:lnTo>
                  <a:pt x="152412" y="624840"/>
                </a:lnTo>
                <a:lnTo>
                  <a:pt x="169176" y="635317"/>
                </a:lnTo>
                <a:lnTo>
                  <a:pt x="175983" y="640067"/>
                </a:lnTo>
                <a:lnTo>
                  <a:pt x="192036" y="664464"/>
                </a:lnTo>
                <a:lnTo>
                  <a:pt x="192036" y="726948"/>
                </a:lnTo>
                <a:lnTo>
                  <a:pt x="185940" y="733044"/>
                </a:lnTo>
                <a:lnTo>
                  <a:pt x="103644" y="733044"/>
                </a:lnTo>
                <a:lnTo>
                  <a:pt x="103644" y="681228"/>
                </a:lnTo>
                <a:lnTo>
                  <a:pt x="105168" y="675132"/>
                </a:lnTo>
                <a:lnTo>
                  <a:pt x="106692" y="672084"/>
                </a:lnTo>
                <a:lnTo>
                  <a:pt x="108216" y="667512"/>
                </a:lnTo>
                <a:lnTo>
                  <a:pt x="111264" y="664464"/>
                </a:lnTo>
                <a:lnTo>
                  <a:pt x="117360" y="661416"/>
                </a:lnTo>
                <a:lnTo>
                  <a:pt x="121932" y="659892"/>
                </a:lnTo>
                <a:lnTo>
                  <a:pt x="131076" y="658368"/>
                </a:lnTo>
                <a:lnTo>
                  <a:pt x="131076" y="653796"/>
                </a:lnTo>
                <a:lnTo>
                  <a:pt x="65544" y="653796"/>
                </a:lnTo>
                <a:lnTo>
                  <a:pt x="65544" y="658368"/>
                </a:lnTo>
                <a:lnTo>
                  <a:pt x="76212" y="659892"/>
                </a:lnTo>
                <a:lnTo>
                  <a:pt x="83832" y="662940"/>
                </a:lnTo>
                <a:lnTo>
                  <a:pt x="91452" y="670560"/>
                </a:lnTo>
                <a:lnTo>
                  <a:pt x="92976" y="678180"/>
                </a:lnTo>
                <a:lnTo>
                  <a:pt x="92976" y="733044"/>
                </a:lnTo>
                <a:lnTo>
                  <a:pt x="15252" y="733044"/>
                </a:lnTo>
                <a:lnTo>
                  <a:pt x="15252" y="679704"/>
                </a:lnTo>
                <a:lnTo>
                  <a:pt x="15252" y="669036"/>
                </a:lnTo>
                <a:lnTo>
                  <a:pt x="16776" y="662940"/>
                </a:lnTo>
                <a:lnTo>
                  <a:pt x="19824" y="653796"/>
                </a:lnTo>
                <a:lnTo>
                  <a:pt x="22872" y="649224"/>
                </a:lnTo>
                <a:lnTo>
                  <a:pt x="25920" y="647700"/>
                </a:lnTo>
                <a:lnTo>
                  <a:pt x="30492" y="644652"/>
                </a:lnTo>
                <a:lnTo>
                  <a:pt x="38112" y="643128"/>
                </a:lnTo>
                <a:lnTo>
                  <a:pt x="47256" y="640080"/>
                </a:lnTo>
                <a:lnTo>
                  <a:pt x="47256" y="633984"/>
                </a:lnTo>
                <a:lnTo>
                  <a:pt x="4584" y="635508"/>
                </a:lnTo>
                <a:lnTo>
                  <a:pt x="4584" y="787908"/>
                </a:lnTo>
                <a:lnTo>
                  <a:pt x="9156" y="787908"/>
                </a:lnTo>
                <a:lnTo>
                  <a:pt x="9156" y="774192"/>
                </a:lnTo>
                <a:lnTo>
                  <a:pt x="12204" y="768096"/>
                </a:lnTo>
                <a:lnTo>
                  <a:pt x="18300" y="762000"/>
                </a:lnTo>
                <a:lnTo>
                  <a:pt x="27444" y="760476"/>
                </a:lnTo>
                <a:lnTo>
                  <a:pt x="178320" y="760476"/>
                </a:lnTo>
                <a:lnTo>
                  <a:pt x="184416" y="762000"/>
                </a:lnTo>
                <a:lnTo>
                  <a:pt x="187464" y="762000"/>
                </a:lnTo>
                <a:lnTo>
                  <a:pt x="193560" y="765048"/>
                </a:lnTo>
                <a:lnTo>
                  <a:pt x="195084" y="768096"/>
                </a:lnTo>
                <a:lnTo>
                  <a:pt x="198132" y="772668"/>
                </a:lnTo>
                <a:lnTo>
                  <a:pt x="198132" y="787908"/>
                </a:lnTo>
                <a:lnTo>
                  <a:pt x="202704" y="787908"/>
                </a:lnTo>
                <a:lnTo>
                  <a:pt x="202704" y="637032"/>
                </a:lnTo>
                <a:close/>
              </a:path>
              <a:path extrusionOk="0" h="788034" w="207645">
                <a:moveTo>
                  <a:pt x="207264" y="510540"/>
                </a:moveTo>
                <a:lnTo>
                  <a:pt x="195072" y="464820"/>
                </a:lnTo>
                <a:lnTo>
                  <a:pt x="155448" y="431292"/>
                </a:lnTo>
                <a:lnTo>
                  <a:pt x="153924" y="435864"/>
                </a:lnTo>
                <a:lnTo>
                  <a:pt x="165379" y="443852"/>
                </a:lnTo>
                <a:lnTo>
                  <a:pt x="174688" y="451675"/>
                </a:lnTo>
                <a:lnTo>
                  <a:pt x="194741" y="490994"/>
                </a:lnTo>
                <a:lnTo>
                  <a:pt x="195072" y="499872"/>
                </a:lnTo>
                <a:lnTo>
                  <a:pt x="194487" y="510755"/>
                </a:lnTo>
                <a:lnTo>
                  <a:pt x="179006" y="546315"/>
                </a:lnTo>
                <a:lnTo>
                  <a:pt x="143979" y="567880"/>
                </a:lnTo>
                <a:lnTo>
                  <a:pt x="106680" y="573024"/>
                </a:lnTo>
                <a:lnTo>
                  <a:pt x="91249" y="572452"/>
                </a:lnTo>
                <a:lnTo>
                  <a:pt x="51816" y="563880"/>
                </a:lnTo>
                <a:lnTo>
                  <a:pt x="19812" y="539496"/>
                </a:lnTo>
                <a:lnTo>
                  <a:pt x="9144" y="504444"/>
                </a:lnTo>
                <a:lnTo>
                  <a:pt x="10007" y="494207"/>
                </a:lnTo>
                <a:lnTo>
                  <a:pt x="30848" y="458685"/>
                </a:lnTo>
                <a:lnTo>
                  <a:pt x="67056" y="441960"/>
                </a:lnTo>
                <a:lnTo>
                  <a:pt x="67056" y="437388"/>
                </a:lnTo>
                <a:lnTo>
                  <a:pt x="0" y="441960"/>
                </a:lnTo>
                <a:lnTo>
                  <a:pt x="0" y="446532"/>
                </a:lnTo>
                <a:lnTo>
                  <a:pt x="4572" y="446532"/>
                </a:lnTo>
                <a:lnTo>
                  <a:pt x="9144" y="448056"/>
                </a:lnTo>
                <a:lnTo>
                  <a:pt x="10668" y="451104"/>
                </a:lnTo>
                <a:lnTo>
                  <a:pt x="13716" y="452628"/>
                </a:lnTo>
                <a:lnTo>
                  <a:pt x="13716" y="461772"/>
                </a:lnTo>
                <a:lnTo>
                  <a:pt x="0" y="507492"/>
                </a:lnTo>
                <a:lnTo>
                  <a:pt x="863" y="520928"/>
                </a:lnTo>
                <a:lnTo>
                  <a:pt x="13716" y="557784"/>
                </a:lnTo>
                <a:lnTo>
                  <a:pt x="41363" y="585647"/>
                </a:lnTo>
                <a:lnTo>
                  <a:pt x="78295" y="603123"/>
                </a:lnTo>
                <a:lnTo>
                  <a:pt x="106680" y="606552"/>
                </a:lnTo>
                <a:lnTo>
                  <a:pt x="124396" y="605180"/>
                </a:lnTo>
                <a:lnTo>
                  <a:pt x="170688" y="586740"/>
                </a:lnTo>
                <a:lnTo>
                  <a:pt x="198120" y="554355"/>
                </a:lnTo>
                <a:lnTo>
                  <a:pt x="204978" y="534022"/>
                </a:lnTo>
                <a:lnTo>
                  <a:pt x="207264" y="510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6" name="Google Shape;236;p8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916424" y="8834628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37" name="Google Shape;237;p8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4843271" y="6970776"/>
            <a:ext cx="271272" cy="1613916"/>
          </a:xfrm>
          <a:prstGeom prst="rect">
            <a:avLst/>
          </a:prstGeom>
          <a:noFill/>
          <a:ln>
            <a:noFill/>
          </a:ln>
        </p:spPr>
      </p:pic>
      <p:pic>
        <p:nvPicPr>
          <p:cNvPr id="238" name="Google Shape;238;p8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5308092" y="8834628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39" name="Google Shape;239;p8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5234939" y="8089392"/>
            <a:ext cx="210312" cy="495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0" name="Google Shape;240;p8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5234939" y="6690359"/>
            <a:ext cx="271272" cy="1304543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" name="Google Shape;241;p8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5234939" y="5702807"/>
            <a:ext cx="271272" cy="900684"/>
          </a:xfrm>
          <a:prstGeom prst="rect">
            <a:avLst/>
          </a:prstGeom>
          <a:noFill/>
          <a:ln>
            <a:noFill/>
          </a:ln>
        </p:spPr>
      </p:pic>
      <p:pic>
        <p:nvPicPr>
          <p:cNvPr id="242" name="Google Shape;242;p8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5234939" y="4329684"/>
            <a:ext cx="271272" cy="12938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3" name="Google Shape;243;p8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244" name="Google Shape;244;p8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5" name="Google Shape;245;p8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46" name="Google Shape;246;p8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47" name="Google Shape;247;p8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48" name="Google Shape;248;p8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6655307" y="1914144"/>
            <a:ext cx="115824" cy="76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" name="Google Shape;253;p9"/>
          <p:cNvGrpSpPr/>
          <p:nvPr/>
        </p:nvGrpSpPr>
        <p:grpSpPr>
          <a:xfrm>
            <a:off x="1446275" y="4738116"/>
            <a:ext cx="334010" cy="1594230"/>
            <a:chOff x="1446275" y="4738116"/>
            <a:chExt cx="334010" cy="1594230"/>
          </a:xfrm>
        </p:grpSpPr>
        <p:sp>
          <p:nvSpPr>
            <p:cNvPr id="254" name="Google Shape;254;p9"/>
            <p:cNvSpPr/>
            <p:nvPr/>
          </p:nvSpPr>
          <p:spPr>
            <a:xfrm>
              <a:off x="1446275" y="5887212"/>
              <a:ext cx="327660" cy="445134"/>
            </a:xfrm>
            <a:custGeom>
              <a:rect b="b" l="l" r="r" t="t"/>
              <a:pathLst>
                <a:path extrusionOk="0" h="445135" w="327660">
                  <a:moveTo>
                    <a:pt x="327660" y="445007"/>
                  </a:moveTo>
                  <a:lnTo>
                    <a:pt x="318515" y="445007"/>
                  </a:lnTo>
                  <a:lnTo>
                    <a:pt x="318515" y="441959"/>
                  </a:lnTo>
                  <a:lnTo>
                    <a:pt x="320039" y="434339"/>
                  </a:lnTo>
                  <a:lnTo>
                    <a:pt x="318515" y="428243"/>
                  </a:lnTo>
                  <a:lnTo>
                    <a:pt x="288036" y="400811"/>
                  </a:lnTo>
                  <a:lnTo>
                    <a:pt x="285488" y="399930"/>
                  </a:lnTo>
                  <a:lnTo>
                    <a:pt x="280225" y="399478"/>
                  </a:lnTo>
                  <a:lnTo>
                    <a:pt x="272391" y="399311"/>
                  </a:lnTo>
                  <a:lnTo>
                    <a:pt x="56387" y="399287"/>
                  </a:lnTo>
                  <a:lnTo>
                    <a:pt x="45196" y="399549"/>
                  </a:lnTo>
                  <a:lnTo>
                    <a:pt x="15240" y="413003"/>
                  </a:lnTo>
                  <a:lnTo>
                    <a:pt x="10668" y="419099"/>
                  </a:lnTo>
                  <a:lnTo>
                    <a:pt x="9144" y="425195"/>
                  </a:lnTo>
                  <a:lnTo>
                    <a:pt x="9144" y="445007"/>
                  </a:lnTo>
                  <a:lnTo>
                    <a:pt x="0" y="445007"/>
                  </a:lnTo>
                  <a:lnTo>
                    <a:pt x="0" y="312419"/>
                  </a:lnTo>
                  <a:lnTo>
                    <a:pt x="214883" y="219455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9144" y="0"/>
                  </a:lnTo>
                  <a:lnTo>
                    <a:pt x="9144" y="19811"/>
                  </a:lnTo>
                  <a:lnTo>
                    <a:pt x="12192" y="27431"/>
                  </a:lnTo>
                  <a:lnTo>
                    <a:pt x="45839" y="45458"/>
                  </a:lnTo>
                  <a:lnTo>
                    <a:pt x="56387" y="45719"/>
                  </a:lnTo>
                  <a:lnTo>
                    <a:pt x="271272" y="45719"/>
                  </a:lnTo>
                  <a:lnTo>
                    <a:pt x="313943" y="32003"/>
                  </a:lnTo>
                  <a:lnTo>
                    <a:pt x="318515" y="18287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70687"/>
                  </a:lnTo>
                  <a:lnTo>
                    <a:pt x="318515" y="170687"/>
                  </a:lnTo>
                  <a:lnTo>
                    <a:pt x="318515" y="149351"/>
                  </a:lnTo>
                  <a:lnTo>
                    <a:pt x="316991" y="141731"/>
                  </a:lnTo>
                  <a:lnTo>
                    <a:pt x="313943" y="137159"/>
                  </a:lnTo>
                  <a:lnTo>
                    <a:pt x="312419" y="132587"/>
                  </a:lnTo>
                  <a:lnTo>
                    <a:pt x="307848" y="129539"/>
                  </a:lnTo>
                  <a:lnTo>
                    <a:pt x="28956" y="124967"/>
                  </a:lnTo>
                  <a:lnTo>
                    <a:pt x="327660" y="248411"/>
                  </a:lnTo>
                  <a:lnTo>
                    <a:pt x="327660" y="252983"/>
                  </a:lnTo>
                  <a:lnTo>
                    <a:pt x="32004" y="380999"/>
                  </a:lnTo>
                  <a:lnTo>
                    <a:pt x="262128" y="380999"/>
                  </a:lnTo>
                  <a:lnTo>
                    <a:pt x="300228" y="377951"/>
                  </a:lnTo>
                  <a:lnTo>
                    <a:pt x="318515" y="335279"/>
                  </a:lnTo>
                  <a:lnTo>
                    <a:pt x="327660" y="335279"/>
                  </a:lnTo>
                  <a:lnTo>
                    <a:pt x="327660" y="445007"/>
                  </a:lnTo>
                  <a:close/>
                </a:path>
              </a:pathLst>
            </a:custGeom>
            <a:solidFill>
              <a:srgbClr val="FB0128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5" name="Google Shape;255;p9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2287" y="5649468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6" name="Google Shape;256;p9"/>
            <p:cNvSpPr/>
            <p:nvPr/>
          </p:nvSpPr>
          <p:spPr>
            <a:xfrm>
              <a:off x="1446275" y="5369052"/>
              <a:ext cx="334010" cy="243840"/>
            </a:xfrm>
            <a:custGeom>
              <a:rect b="b" l="l" r="r" t="t"/>
              <a:pathLst>
                <a:path extrusionOk="0" h="243839" w="334010">
                  <a:moveTo>
                    <a:pt x="9144" y="128016"/>
                  </a:moveTo>
                  <a:lnTo>
                    <a:pt x="0" y="128016"/>
                  </a:lnTo>
                  <a:lnTo>
                    <a:pt x="0" y="27408"/>
                  </a:lnTo>
                  <a:lnTo>
                    <a:pt x="271367" y="27408"/>
                  </a:lnTo>
                  <a:lnTo>
                    <a:pt x="280797" y="27241"/>
                  </a:lnTo>
                  <a:lnTo>
                    <a:pt x="287369" y="26789"/>
                  </a:lnTo>
                  <a:lnTo>
                    <a:pt x="291083" y="25908"/>
                  </a:lnTo>
                  <a:lnTo>
                    <a:pt x="300228" y="22860"/>
                  </a:lnTo>
                  <a:lnTo>
                    <a:pt x="301752" y="18288"/>
                  </a:lnTo>
                  <a:lnTo>
                    <a:pt x="304800" y="15240"/>
                  </a:lnTo>
                  <a:lnTo>
                    <a:pt x="306324" y="9144"/>
                  </a:lnTo>
                  <a:lnTo>
                    <a:pt x="306324" y="0"/>
                  </a:lnTo>
                  <a:lnTo>
                    <a:pt x="315467" y="0"/>
                  </a:lnTo>
                  <a:lnTo>
                    <a:pt x="333756" y="94488"/>
                  </a:lnTo>
                  <a:lnTo>
                    <a:pt x="53340" y="94488"/>
                  </a:lnTo>
                  <a:lnTo>
                    <a:pt x="42148" y="94749"/>
                  </a:lnTo>
                  <a:lnTo>
                    <a:pt x="13716" y="106680"/>
                  </a:lnTo>
                  <a:lnTo>
                    <a:pt x="10668" y="109728"/>
                  </a:lnTo>
                  <a:lnTo>
                    <a:pt x="9144" y="117348"/>
                  </a:lnTo>
                  <a:lnTo>
                    <a:pt x="9144" y="128016"/>
                  </a:lnTo>
                  <a:close/>
                </a:path>
                <a:path extrusionOk="0" h="243839" w="334010">
                  <a:moveTo>
                    <a:pt x="219456" y="243840"/>
                  </a:moveTo>
                  <a:lnTo>
                    <a:pt x="169092" y="236767"/>
                  </a:lnTo>
                  <a:lnTo>
                    <a:pt x="129159" y="216408"/>
                  </a:lnTo>
                  <a:lnTo>
                    <a:pt x="105013" y="186023"/>
                  </a:lnTo>
                  <a:lnTo>
                    <a:pt x="96012" y="150876"/>
                  </a:lnTo>
                  <a:lnTo>
                    <a:pt x="96559" y="142922"/>
                  </a:lnTo>
                  <a:lnTo>
                    <a:pt x="98030" y="135636"/>
                  </a:lnTo>
                  <a:lnTo>
                    <a:pt x="98107" y="135255"/>
                  </a:lnTo>
                  <a:lnTo>
                    <a:pt x="100512" y="128158"/>
                  </a:lnTo>
                  <a:lnTo>
                    <a:pt x="103632" y="121920"/>
                  </a:lnTo>
                  <a:lnTo>
                    <a:pt x="106751" y="115062"/>
                  </a:lnTo>
                  <a:lnTo>
                    <a:pt x="111442" y="108204"/>
                  </a:lnTo>
                  <a:lnTo>
                    <a:pt x="117562" y="101346"/>
                  </a:lnTo>
                  <a:lnTo>
                    <a:pt x="124968" y="94488"/>
                  </a:lnTo>
                  <a:lnTo>
                    <a:pt x="153924" y="94488"/>
                  </a:lnTo>
                  <a:lnTo>
                    <a:pt x="139684" y="104179"/>
                  </a:lnTo>
                  <a:lnTo>
                    <a:pt x="129159" y="114871"/>
                  </a:lnTo>
                  <a:lnTo>
                    <a:pt x="122634" y="126420"/>
                  </a:lnTo>
                  <a:lnTo>
                    <a:pt x="120396" y="138684"/>
                  </a:lnTo>
                  <a:lnTo>
                    <a:pt x="120396" y="144780"/>
                  </a:lnTo>
                  <a:lnTo>
                    <a:pt x="152400" y="167640"/>
                  </a:lnTo>
                  <a:lnTo>
                    <a:pt x="192047" y="173426"/>
                  </a:lnTo>
                  <a:lnTo>
                    <a:pt x="210312" y="173736"/>
                  </a:lnTo>
                  <a:lnTo>
                    <a:pt x="331702" y="173736"/>
                  </a:lnTo>
                  <a:lnTo>
                    <a:pt x="331446" y="176022"/>
                  </a:lnTo>
                  <a:lnTo>
                    <a:pt x="312539" y="210312"/>
                  </a:lnTo>
                  <a:lnTo>
                    <a:pt x="279677" y="232910"/>
                  </a:lnTo>
                  <a:lnTo>
                    <a:pt x="241434" y="242673"/>
                  </a:lnTo>
                  <a:lnTo>
                    <a:pt x="219456" y="243840"/>
                  </a:lnTo>
                  <a:close/>
                </a:path>
                <a:path extrusionOk="0" h="243839" w="334010">
                  <a:moveTo>
                    <a:pt x="331702" y="173736"/>
                  </a:moveTo>
                  <a:lnTo>
                    <a:pt x="210312" y="173736"/>
                  </a:lnTo>
                  <a:lnTo>
                    <a:pt x="229719" y="173426"/>
                  </a:lnTo>
                  <a:lnTo>
                    <a:pt x="246697" y="172402"/>
                  </a:lnTo>
                  <a:lnTo>
                    <a:pt x="290131" y="159829"/>
                  </a:lnTo>
                  <a:lnTo>
                    <a:pt x="306324" y="141732"/>
                  </a:lnTo>
                  <a:lnTo>
                    <a:pt x="306255" y="135255"/>
                  </a:lnTo>
                  <a:lnTo>
                    <a:pt x="304409" y="124968"/>
                  </a:lnTo>
                  <a:lnTo>
                    <a:pt x="304323" y="124491"/>
                  </a:lnTo>
                  <a:lnTo>
                    <a:pt x="298323" y="113919"/>
                  </a:lnTo>
                  <a:lnTo>
                    <a:pt x="288321" y="103917"/>
                  </a:lnTo>
                  <a:lnTo>
                    <a:pt x="274319" y="94488"/>
                  </a:lnTo>
                  <a:lnTo>
                    <a:pt x="298704" y="94488"/>
                  </a:lnTo>
                  <a:lnTo>
                    <a:pt x="327660" y="124968"/>
                  </a:lnTo>
                  <a:lnTo>
                    <a:pt x="333755" y="155424"/>
                  </a:lnTo>
                  <a:lnTo>
                    <a:pt x="331852" y="172402"/>
                  </a:lnTo>
                  <a:lnTo>
                    <a:pt x="331737" y="173426"/>
                  </a:lnTo>
                  <a:lnTo>
                    <a:pt x="331702" y="173736"/>
                  </a:lnTo>
                  <a:close/>
                </a:path>
              </a:pathLst>
            </a:custGeom>
            <a:solidFill>
              <a:srgbClr val="FB0128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7" name="Google Shape;257;p9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8383" y="5100828"/>
              <a:ext cx="231647" cy="2377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8" name="Google Shape;258;p9"/>
            <p:cNvSpPr/>
            <p:nvPr/>
          </p:nvSpPr>
          <p:spPr>
            <a:xfrm>
              <a:off x="1446275" y="4945380"/>
              <a:ext cx="327660" cy="121920"/>
            </a:xfrm>
            <a:custGeom>
              <a:rect b="b" l="l" r="r" t="t"/>
              <a:pathLst>
                <a:path extrusionOk="0" h="121920" w="327660">
                  <a:moveTo>
                    <a:pt x="327660" y="121920"/>
                  </a:moveTo>
                  <a:lnTo>
                    <a:pt x="318515" y="121920"/>
                  </a:lnTo>
                  <a:lnTo>
                    <a:pt x="318515" y="112776"/>
                  </a:lnTo>
                  <a:lnTo>
                    <a:pt x="315467" y="105156"/>
                  </a:lnTo>
                  <a:lnTo>
                    <a:pt x="280416" y="94488"/>
                  </a:lnTo>
                  <a:lnTo>
                    <a:pt x="47244" y="94488"/>
                  </a:lnTo>
                  <a:lnTo>
                    <a:pt x="10668" y="111252"/>
                  </a:lnTo>
                  <a:lnTo>
                    <a:pt x="9144" y="121920"/>
                  </a:lnTo>
                  <a:lnTo>
                    <a:pt x="0" y="121920"/>
                  </a:lnTo>
                  <a:lnTo>
                    <a:pt x="0" y="27432"/>
                  </a:lnTo>
                  <a:lnTo>
                    <a:pt x="280416" y="27432"/>
                  </a:lnTo>
                  <a:lnTo>
                    <a:pt x="291822" y="27146"/>
                  </a:lnTo>
                  <a:lnTo>
                    <a:pt x="318515" y="10668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21920"/>
                  </a:lnTo>
                  <a:close/>
                </a:path>
              </a:pathLst>
            </a:custGeom>
            <a:solidFill>
              <a:srgbClr val="FB0128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9" name="Google Shape;259;p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2288" y="4738116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60" name="Google Shape;260;p9"/>
          <p:cNvSpPr/>
          <p:nvPr/>
        </p:nvSpPr>
        <p:spPr>
          <a:xfrm>
            <a:off x="1440180" y="4390644"/>
            <a:ext cx="334010" cy="177165"/>
          </a:xfrm>
          <a:custGeom>
            <a:rect b="b" l="l" r="r" t="t"/>
            <a:pathLst>
              <a:path extrusionOk="0" h="177164" w="334010">
                <a:moveTo>
                  <a:pt x="54864" y="176783"/>
                </a:moveTo>
                <a:lnTo>
                  <a:pt x="0" y="56387"/>
                </a:lnTo>
                <a:lnTo>
                  <a:pt x="0" y="48767"/>
                </a:lnTo>
                <a:lnTo>
                  <a:pt x="281035" y="48720"/>
                </a:lnTo>
                <a:lnTo>
                  <a:pt x="292227" y="48386"/>
                </a:lnTo>
                <a:lnTo>
                  <a:pt x="300561" y="47482"/>
                </a:lnTo>
                <a:lnTo>
                  <a:pt x="306323" y="45719"/>
                </a:lnTo>
                <a:lnTo>
                  <a:pt x="312419" y="44195"/>
                </a:lnTo>
                <a:lnTo>
                  <a:pt x="324612" y="7619"/>
                </a:lnTo>
                <a:lnTo>
                  <a:pt x="324612" y="0"/>
                </a:lnTo>
                <a:lnTo>
                  <a:pt x="333756" y="0"/>
                </a:lnTo>
                <a:lnTo>
                  <a:pt x="333756" y="172211"/>
                </a:lnTo>
                <a:lnTo>
                  <a:pt x="324612" y="172211"/>
                </a:lnTo>
                <a:lnTo>
                  <a:pt x="324612" y="164591"/>
                </a:lnTo>
                <a:lnTo>
                  <a:pt x="324326" y="154257"/>
                </a:lnTo>
                <a:lnTo>
                  <a:pt x="301204" y="120800"/>
                </a:lnTo>
                <a:lnTo>
                  <a:pt x="266700" y="118871"/>
                </a:lnTo>
                <a:lnTo>
                  <a:pt x="97536" y="118871"/>
                </a:lnTo>
                <a:lnTo>
                  <a:pt x="60960" y="129539"/>
                </a:lnTo>
                <a:lnTo>
                  <a:pt x="57912" y="132587"/>
                </a:lnTo>
                <a:lnTo>
                  <a:pt x="56387" y="137159"/>
                </a:lnTo>
                <a:lnTo>
                  <a:pt x="56387" y="143255"/>
                </a:lnTo>
                <a:lnTo>
                  <a:pt x="56935" y="149494"/>
                </a:lnTo>
                <a:lnTo>
                  <a:pt x="58483" y="156590"/>
                </a:lnTo>
                <a:lnTo>
                  <a:pt x="60888" y="164258"/>
                </a:lnTo>
                <a:lnTo>
                  <a:pt x="64008" y="172211"/>
                </a:lnTo>
                <a:lnTo>
                  <a:pt x="54864" y="176783"/>
                </a:lnTo>
                <a:close/>
              </a:path>
            </a:pathLst>
          </a:custGeom>
          <a:solidFill>
            <a:srgbClr val="FB012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" name="Google Shape;261;p9"/>
          <p:cNvGrpSpPr/>
          <p:nvPr/>
        </p:nvGrpSpPr>
        <p:grpSpPr>
          <a:xfrm>
            <a:off x="3118104" y="5329428"/>
            <a:ext cx="315595" cy="1729993"/>
            <a:chOff x="3118104" y="5329428"/>
            <a:chExt cx="315595" cy="1729993"/>
          </a:xfrm>
        </p:grpSpPr>
        <p:sp>
          <p:nvSpPr>
            <p:cNvPr id="262" name="Google Shape;262;p9"/>
            <p:cNvSpPr/>
            <p:nvPr/>
          </p:nvSpPr>
          <p:spPr>
            <a:xfrm>
              <a:off x="3125724" y="6771131"/>
              <a:ext cx="307975" cy="288290"/>
            </a:xfrm>
            <a:custGeom>
              <a:rect b="b" l="l" r="r" t="t"/>
              <a:pathLst>
                <a:path extrusionOk="0" h="288290" w="307975">
                  <a:moveTo>
                    <a:pt x="152400" y="288036"/>
                  </a:moveTo>
                  <a:lnTo>
                    <a:pt x="89535" y="276415"/>
                  </a:lnTo>
                  <a:lnTo>
                    <a:pt x="38100" y="240792"/>
                  </a:lnTo>
                  <a:lnTo>
                    <a:pt x="9334" y="195262"/>
                  </a:lnTo>
                  <a:lnTo>
                    <a:pt x="0" y="141732"/>
                  </a:lnTo>
                  <a:lnTo>
                    <a:pt x="2619" y="114038"/>
                  </a:lnTo>
                  <a:lnTo>
                    <a:pt x="24431" y="64365"/>
                  </a:lnTo>
                  <a:lnTo>
                    <a:pt x="67103" y="23788"/>
                  </a:lnTo>
                  <a:lnTo>
                    <a:pt x="120919" y="2595"/>
                  </a:lnTo>
                  <a:lnTo>
                    <a:pt x="152400" y="0"/>
                  </a:lnTo>
                  <a:lnTo>
                    <a:pt x="184356" y="2595"/>
                  </a:lnTo>
                  <a:lnTo>
                    <a:pt x="213740" y="10477"/>
                  </a:lnTo>
                  <a:lnTo>
                    <a:pt x="240268" y="23788"/>
                  </a:lnTo>
                  <a:lnTo>
                    <a:pt x="263652" y="42672"/>
                  </a:lnTo>
                  <a:lnTo>
                    <a:pt x="270288" y="50292"/>
                  </a:lnTo>
                  <a:lnTo>
                    <a:pt x="158496" y="50292"/>
                  </a:lnTo>
                  <a:lnTo>
                    <a:pt x="122420" y="52268"/>
                  </a:lnTo>
                  <a:lnTo>
                    <a:pt x="65698" y="67651"/>
                  </a:lnTo>
                  <a:lnTo>
                    <a:pt x="31313" y="93368"/>
                  </a:lnTo>
                  <a:lnTo>
                    <a:pt x="15240" y="146304"/>
                  </a:lnTo>
                  <a:lnTo>
                    <a:pt x="16978" y="164853"/>
                  </a:lnTo>
                  <a:lnTo>
                    <a:pt x="44196" y="208788"/>
                  </a:lnTo>
                  <a:lnTo>
                    <a:pt x="89725" y="230695"/>
                  </a:lnTo>
                  <a:lnTo>
                    <a:pt x="118859" y="235981"/>
                  </a:lnTo>
                  <a:lnTo>
                    <a:pt x="118533" y="235981"/>
                  </a:lnTo>
                  <a:lnTo>
                    <a:pt x="152400" y="237744"/>
                  </a:lnTo>
                  <a:lnTo>
                    <a:pt x="273118" y="237744"/>
                  </a:lnTo>
                  <a:lnTo>
                    <a:pt x="265176" y="246888"/>
                  </a:lnTo>
                  <a:lnTo>
                    <a:pt x="241768" y="264890"/>
                  </a:lnTo>
                  <a:lnTo>
                    <a:pt x="215074" y="277749"/>
                  </a:lnTo>
                  <a:lnTo>
                    <a:pt x="185237" y="285464"/>
                  </a:lnTo>
                  <a:lnTo>
                    <a:pt x="152400" y="288036"/>
                  </a:lnTo>
                  <a:close/>
                </a:path>
                <a:path extrusionOk="0" h="288290" w="307975">
                  <a:moveTo>
                    <a:pt x="273118" y="237744"/>
                  </a:moveTo>
                  <a:lnTo>
                    <a:pt x="152400" y="237744"/>
                  </a:lnTo>
                  <a:lnTo>
                    <a:pt x="185856" y="235981"/>
                  </a:lnTo>
                  <a:lnTo>
                    <a:pt x="215455" y="230505"/>
                  </a:lnTo>
                  <a:lnTo>
                    <a:pt x="263652" y="207264"/>
                  </a:lnTo>
                  <a:lnTo>
                    <a:pt x="290655" y="163329"/>
                  </a:lnTo>
                  <a:lnTo>
                    <a:pt x="292607" y="144780"/>
                  </a:lnTo>
                  <a:lnTo>
                    <a:pt x="290678" y="125991"/>
                  </a:lnTo>
                  <a:lnTo>
                    <a:pt x="260604" y="77724"/>
                  </a:lnTo>
                  <a:lnTo>
                    <a:pt x="218122" y="57150"/>
                  </a:lnTo>
                  <a:lnTo>
                    <a:pt x="158496" y="50292"/>
                  </a:lnTo>
                  <a:lnTo>
                    <a:pt x="270288" y="50292"/>
                  </a:lnTo>
                  <a:lnTo>
                    <a:pt x="282773" y="64627"/>
                  </a:lnTo>
                  <a:lnTo>
                    <a:pt x="296608" y="89154"/>
                  </a:lnTo>
                  <a:lnTo>
                    <a:pt x="305014" y="115966"/>
                  </a:lnTo>
                  <a:lnTo>
                    <a:pt x="307848" y="144780"/>
                  </a:lnTo>
                  <a:lnTo>
                    <a:pt x="305252" y="174236"/>
                  </a:lnTo>
                  <a:lnTo>
                    <a:pt x="297370" y="200977"/>
                  </a:lnTo>
                  <a:lnTo>
                    <a:pt x="284059" y="225147"/>
                  </a:lnTo>
                  <a:lnTo>
                    <a:pt x="273118" y="2377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3" name="Google Shape;263;p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3227831" y="6539484"/>
              <a:ext cx="205739" cy="2148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4" name="Google Shape;264;p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3221736" y="6348984"/>
              <a:ext cx="211836" cy="1691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5" name="Google Shape;265;p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3221735" y="5971032"/>
              <a:ext cx="211835" cy="35813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6" name="Google Shape;266;p9"/>
            <p:cNvSpPr/>
            <p:nvPr/>
          </p:nvSpPr>
          <p:spPr>
            <a:xfrm>
              <a:off x="3118104" y="5852159"/>
              <a:ext cx="309880" cy="97790"/>
            </a:xfrm>
            <a:custGeom>
              <a:rect b="b" l="l" r="r" t="t"/>
              <a:pathLst>
                <a:path extrusionOk="0" h="97789" w="309879">
                  <a:moveTo>
                    <a:pt x="27432" y="68580"/>
                  </a:moveTo>
                  <a:lnTo>
                    <a:pt x="15240" y="68580"/>
                  </a:lnTo>
                  <a:lnTo>
                    <a:pt x="10668" y="65532"/>
                  </a:lnTo>
                  <a:lnTo>
                    <a:pt x="6096" y="60960"/>
                  </a:lnTo>
                  <a:lnTo>
                    <a:pt x="1524" y="57912"/>
                  </a:lnTo>
                  <a:lnTo>
                    <a:pt x="0" y="51816"/>
                  </a:lnTo>
                  <a:lnTo>
                    <a:pt x="0" y="39624"/>
                  </a:lnTo>
                  <a:lnTo>
                    <a:pt x="1524" y="35052"/>
                  </a:lnTo>
                  <a:lnTo>
                    <a:pt x="10668" y="25908"/>
                  </a:lnTo>
                  <a:lnTo>
                    <a:pt x="15240" y="24384"/>
                  </a:lnTo>
                  <a:lnTo>
                    <a:pt x="27432" y="24384"/>
                  </a:lnTo>
                  <a:lnTo>
                    <a:pt x="33528" y="25908"/>
                  </a:lnTo>
                  <a:lnTo>
                    <a:pt x="42672" y="35052"/>
                  </a:lnTo>
                  <a:lnTo>
                    <a:pt x="44196" y="39624"/>
                  </a:lnTo>
                  <a:lnTo>
                    <a:pt x="44196" y="51816"/>
                  </a:lnTo>
                  <a:lnTo>
                    <a:pt x="42672" y="57912"/>
                  </a:lnTo>
                  <a:lnTo>
                    <a:pt x="38100" y="60960"/>
                  </a:lnTo>
                  <a:lnTo>
                    <a:pt x="33528" y="65532"/>
                  </a:lnTo>
                  <a:lnTo>
                    <a:pt x="27432" y="68580"/>
                  </a:lnTo>
                  <a:close/>
                </a:path>
                <a:path extrusionOk="0" h="97789" w="309879">
                  <a:moveTo>
                    <a:pt x="128016" y="97536"/>
                  </a:moveTo>
                  <a:lnTo>
                    <a:pt x="103632" y="38100"/>
                  </a:lnTo>
                  <a:lnTo>
                    <a:pt x="103632" y="28956"/>
                  </a:lnTo>
                  <a:lnTo>
                    <a:pt x="263652" y="28956"/>
                  </a:lnTo>
                  <a:lnTo>
                    <a:pt x="272843" y="28694"/>
                  </a:lnTo>
                  <a:lnTo>
                    <a:pt x="303276" y="9144"/>
                  </a:lnTo>
                  <a:lnTo>
                    <a:pt x="303276" y="0"/>
                  </a:lnTo>
                  <a:lnTo>
                    <a:pt x="309372" y="0"/>
                  </a:lnTo>
                  <a:lnTo>
                    <a:pt x="309372" y="65555"/>
                  </a:lnTo>
                  <a:lnTo>
                    <a:pt x="171973" y="65555"/>
                  </a:lnTo>
                  <a:lnTo>
                    <a:pt x="159639" y="65722"/>
                  </a:lnTo>
                  <a:lnTo>
                    <a:pt x="134112" y="71628"/>
                  </a:lnTo>
                  <a:lnTo>
                    <a:pt x="131064" y="73152"/>
                  </a:lnTo>
                  <a:lnTo>
                    <a:pt x="131064" y="83820"/>
                  </a:lnTo>
                  <a:lnTo>
                    <a:pt x="132588" y="88392"/>
                  </a:lnTo>
                  <a:lnTo>
                    <a:pt x="134112" y="94488"/>
                  </a:lnTo>
                  <a:lnTo>
                    <a:pt x="128016" y="97536"/>
                  </a:lnTo>
                  <a:close/>
                </a:path>
                <a:path extrusionOk="0" h="97789" w="309879">
                  <a:moveTo>
                    <a:pt x="309372" y="94488"/>
                  </a:moveTo>
                  <a:lnTo>
                    <a:pt x="303276" y="94488"/>
                  </a:lnTo>
                  <a:lnTo>
                    <a:pt x="303276" y="85344"/>
                  </a:lnTo>
                  <a:lnTo>
                    <a:pt x="301752" y="79248"/>
                  </a:lnTo>
                  <a:lnTo>
                    <a:pt x="300227" y="74676"/>
                  </a:lnTo>
                  <a:lnTo>
                    <a:pt x="298703" y="71628"/>
                  </a:lnTo>
                  <a:lnTo>
                    <a:pt x="289560" y="68580"/>
                  </a:lnTo>
                  <a:lnTo>
                    <a:pt x="285511" y="66817"/>
                  </a:lnTo>
                  <a:lnTo>
                    <a:pt x="280035" y="65913"/>
                  </a:lnTo>
                  <a:lnTo>
                    <a:pt x="272329" y="65555"/>
                  </a:lnTo>
                  <a:lnTo>
                    <a:pt x="309372" y="65555"/>
                  </a:lnTo>
                  <a:lnTo>
                    <a:pt x="309372" y="944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7" name="Google Shape;267;p9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3221736" y="5655564"/>
              <a:ext cx="211836" cy="16916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8" name="Google Shape;268;p9"/>
            <p:cNvSpPr/>
            <p:nvPr/>
          </p:nvSpPr>
          <p:spPr>
            <a:xfrm>
              <a:off x="3227831" y="5329428"/>
              <a:ext cx="205740" cy="312420"/>
            </a:xfrm>
            <a:custGeom>
              <a:rect b="b" l="l" r="r" t="t"/>
              <a:pathLst>
                <a:path extrusionOk="0" h="312420" w="205739">
                  <a:moveTo>
                    <a:pt x="6095" y="312419"/>
                  </a:moveTo>
                  <a:lnTo>
                    <a:pt x="0" y="312419"/>
                  </a:lnTo>
                  <a:lnTo>
                    <a:pt x="0" y="227075"/>
                  </a:lnTo>
                  <a:lnTo>
                    <a:pt x="6095" y="227075"/>
                  </a:lnTo>
                  <a:lnTo>
                    <a:pt x="6095" y="234695"/>
                  </a:lnTo>
                  <a:lnTo>
                    <a:pt x="7619" y="240791"/>
                  </a:lnTo>
                  <a:lnTo>
                    <a:pt x="10667" y="242315"/>
                  </a:lnTo>
                  <a:lnTo>
                    <a:pt x="12191" y="245363"/>
                  </a:lnTo>
                  <a:lnTo>
                    <a:pt x="15239" y="246887"/>
                  </a:lnTo>
                  <a:lnTo>
                    <a:pt x="24383" y="246887"/>
                  </a:lnTo>
                  <a:lnTo>
                    <a:pt x="30479" y="245363"/>
                  </a:lnTo>
                  <a:lnTo>
                    <a:pt x="36575" y="242315"/>
                  </a:lnTo>
                  <a:lnTo>
                    <a:pt x="147827" y="201167"/>
                  </a:lnTo>
                  <a:lnTo>
                    <a:pt x="57911" y="158495"/>
                  </a:lnTo>
                  <a:lnTo>
                    <a:pt x="30479" y="170687"/>
                  </a:lnTo>
                  <a:lnTo>
                    <a:pt x="19811" y="173735"/>
                  </a:lnTo>
                  <a:lnTo>
                    <a:pt x="13715" y="178307"/>
                  </a:lnTo>
                  <a:lnTo>
                    <a:pt x="10667" y="184403"/>
                  </a:lnTo>
                  <a:lnTo>
                    <a:pt x="7619" y="187451"/>
                  </a:lnTo>
                  <a:lnTo>
                    <a:pt x="6095" y="193547"/>
                  </a:lnTo>
                  <a:lnTo>
                    <a:pt x="6095" y="201167"/>
                  </a:lnTo>
                  <a:lnTo>
                    <a:pt x="0" y="201167"/>
                  </a:lnTo>
                  <a:lnTo>
                    <a:pt x="0" y="106679"/>
                  </a:lnTo>
                  <a:lnTo>
                    <a:pt x="6095" y="106679"/>
                  </a:lnTo>
                  <a:lnTo>
                    <a:pt x="6095" y="117347"/>
                  </a:lnTo>
                  <a:lnTo>
                    <a:pt x="9143" y="123443"/>
                  </a:lnTo>
                  <a:lnTo>
                    <a:pt x="12191" y="128015"/>
                  </a:lnTo>
                  <a:lnTo>
                    <a:pt x="15239" y="131063"/>
                  </a:lnTo>
                  <a:lnTo>
                    <a:pt x="19811" y="132587"/>
                  </a:lnTo>
                  <a:lnTo>
                    <a:pt x="30479" y="132587"/>
                  </a:lnTo>
                  <a:lnTo>
                    <a:pt x="33527" y="131063"/>
                  </a:lnTo>
                  <a:lnTo>
                    <a:pt x="144779" y="85343"/>
                  </a:lnTo>
                  <a:lnTo>
                    <a:pt x="38099" y="45719"/>
                  </a:lnTo>
                  <a:lnTo>
                    <a:pt x="28955" y="42671"/>
                  </a:lnTo>
                  <a:lnTo>
                    <a:pt x="22859" y="41147"/>
                  </a:lnTo>
                  <a:lnTo>
                    <a:pt x="15239" y="41147"/>
                  </a:lnTo>
                  <a:lnTo>
                    <a:pt x="12191" y="42671"/>
                  </a:lnTo>
                  <a:lnTo>
                    <a:pt x="7619" y="47243"/>
                  </a:lnTo>
                  <a:lnTo>
                    <a:pt x="6095" y="53339"/>
                  </a:lnTo>
                  <a:lnTo>
                    <a:pt x="6095" y="60959"/>
                  </a:lnTo>
                  <a:lnTo>
                    <a:pt x="0" y="60959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8643" y="9453"/>
                  </a:lnTo>
                  <a:lnTo>
                    <a:pt x="13906" y="17335"/>
                  </a:lnTo>
                  <a:lnTo>
                    <a:pt x="21740" y="23788"/>
                  </a:lnTo>
                  <a:lnTo>
                    <a:pt x="32003" y="28955"/>
                  </a:lnTo>
                  <a:lnTo>
                    <a:pt x="205739" y="94487"/>
                  </a:lnTo>
                  <a:lnTo>
                    <a:pt x="205739" y="102107"/>
                  </a:lnTo>
                  <a:lnTo>
                    <a:pt x="76199" y="152399"/>
                  </a:lnTo>
                  <a:lnTo>
                    <a:pt x="205739" y="211835"/>
                  </a:lnTo>
                  <a:lnTo>
                    <a:pt x="205739" y="217931"/>
                  </a:lnTo>
                  <a:lnTo>
                    <a:pt x="38099" y="281939"/>
                  </a:lnTo>
                  <a:lnTo>
                    <a:pt x="29813" y="284487"/>
                  </a:lnTo>
                  <a:lnTo>
                    <a:pt x="23240" y="287464"/>
                  </a:lnTo>
                  <a:lnTo>
                    <a:pt x="18383" y="290726"/>
                  </a:lnTo>
                  <a:lnTo>
                    <a:pt x="15239" y="294131"/>
                  </a:lnTo>
                  <a:lnTo>
                    <a:pt x="10667" y="297179"/>
                  </a:lnTo>
                  <a:lnTo>
                    <a:pt x="7619" y="304799"/>
                  </a:lnTo>
                  <a:lnTo>
                    <a:pt x="6095" y="31241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" name="Google Shape;269;p9"/>
          <p:cNvGrpSpPr/>
          <p:nvPr/>
        </p:nvGrpSpPr>
        <p:grpSpPr>
          <a:xfrm>
            <a:off x="3118104" y="4796027"/>
            <a:ext cx="315466" cy="402336"/>
            <a:chOff x="3118104" y="4796027"/>
            <a:chExt cx="315466" cy="402336"/>
          </a:xfrm>
        </p:grpSpPr>
        <p:pic>
          <p:nvPicPr>
            <p:cNvPr id="270" name="Google Shape;270;p9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3221735" y="5006339"/>
              <a:ext cx="211835" cy="1920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1" name="Google Shape;271;p9"/>
            <p:cNvSpPr/>
            <p:nvPr/>
          </p:nvSpPr>
          <p:spPr>
            <a:xfrm>
              <a:off x="3118104" y="4796027"/>
              <a:ext cx="309880" cy="177165"/>
            </a:xfrm>
            <a:custGeom>
              <a:rect b="b" l="l" r="r" t="t"/>
              <a:pathLst>
                <a:path extrusionOk="0" h="177164" w="309879">
                  <a:moveTo>
                    <a:pt x="309372" y="176783"/>
                  </a:moveTo>
                  <a:lnTo>
                    <a:pt x="303275" y="176783"/>
                  </a:lnTo>
                  <a:lnTo>
                    <a:pt x="303275" y="161543"/>
                  </a:lnTo>
                  <a:lnTo>
                    <a:pt x="301751" y="155447"/>
                  </a:lnTo>
                  <a:lnTo>
                    <a:pt x="266366" y="138707"/>
                  </a:lnTo>
                  <a:lnTo>
                    <a:pt x="123443" y="138683"/>
                  </a:lnTo>
                  <a:lnTo>
                    <a:pt x="123443" y="176783"/>
                  </a:lnTo>
                  <a:lnTo>
                    <a:pt x="109727" y="176783"/>
                  </a:lnTo>
                  <a:lnTo>
                    <a:pt x="109727" y="138683"/>
                  </a:lnTo>
                  <a:lnTo>
                    <a:pt x="96011" y="138683"/>
                  </a:lnTo>
                  <a:lnTo>
                    <a:pt x="81724" y="137874"/>
                  </a:lnTo>
                  <a:lnTo>
                    <a:pt x="35980" y="122848"/>
                  </a:lnTo>
                  <a:lnTo>
                    <a:pt x="7072" y="88725"/>
                  </a:lnTo>
                  <a:lnTo>
                    <a:pt x="0" y="54863"/>
                  </a:lnTo>
                  <a:lnTo>
                    <a:pt x="857" y="43481"/>
                  </a:lnTo>
                  <a:lnTo>
                    <a:pt x="21335" y="3047"/>
                  </a:lnTo>
                  <a:lnTo>
                    <a:pt x="27431" y="0"/>
                  </a:lnTo>
                  <a:lnTo>
                    <a:pt x="39623" y="0"/>
                  </a:lnTo>
                  <a:lnTo>
                    <a:pt x="33527" y="41147"/>
                  </a:lnTo>
                  <a:lnTo>
                    <a:pt x="25907" y="47243"/>
                  </a:lnTo>
                  <a:lnTo>
                    <a:pt x="21335" y="51815"/>
                  </a:lnTo>
                  <a:lnTo>
                    <a:pt x="15239" y="60959"/>
                  </a:lnTo>
                  <a:lnTo>
                    <a:pt x="13715" y="65531"/>
                  </a:lnTo>
                  <a:lnTo>
                    <a:pt x="13715" y="77723"/>
                  </a:lnTo>
                  <a:lnTo>
                    <a:pt x="15239" y="83819"/>
                  </a:lnTo>
                  <a:lnTo>
                    <a:pt x="19811" y="88391"/>
                  </a:lnTo>
                  <a:lnTo>
                    <a:pt x="22859" y="92963"/>
                  </a:lnTo>
                  <a:lnTo>
                    <a:pt x="73652" y="101846"/>
                  </a:lnTo>
                  <a:lnTo>
                    <a:pt x="94487" y="102107"/>
                  </a:lnTo>
                  <a:lnTo>
                    <a:pt x="109727" y="102107"/>
                  </a:lnTo>
                  <a:lnTo>
                    <a:pt x="109727" y="50291"/>
                  </a:lnTo>
                  <a:lnTo>
                    <a:pt x="123443" y="50291"/>
                  </a:lnTo>
                  <a:lnTo>
                    <a:pt x="123443" y="102107"/>
                  </a:lnTo>
                  <a:lnTo>
                    <a:pt x="256031" y="102107"/>
                  </a:lnTo>
                  <a:lnTo>
                    <a:pt x="300227" y="89915"/>
                  </a:lnTo>
                  <a:lnTo>
                    <a:pt x="303275" y="82295"/>
                  </a:lnTo>
                  <a:lnTo>
                    <a:pt x="303275" y="56387"/>
                  </a:lnTo>
                  <a:lnTo>
                    <a:pt x="309372" y="56387"/>
                  </a:lnTo>
                  <a:lnTo>
                    <a:pt x="309372" y="176783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2" name="Google Shape;272;p9"/>
          <p:cNvSpPr/>
          <p:nvPr/>
        </p:nvSpPr>
        <p:spPr>
          <a:xfrm>
            <a:off x="3125724" y="3750564"/>
            <a:ext cx="307975" cy="972819"/>
          </a:xfrm>
          <a:custGeom>
            <a:rect b="b" l="l" r="r" t="t"/>
            <a:pathLst>
              <a:path extrusionOk="0" h="972820" w="307975">
                <a:moveTo>
                  <a:pt x="301739" y="419100"/>
                </a:moveTo>
                <a:lnTo>
                  <a:pt x="222491" y="393192"/>
                </a:lnTo>
                <a:lnTo>
                  <a:pt x="220967" y="400812"/>
                </a:lnTo>
                <a:lnTo>
                  <a:pt x="233807" y="406527"/>
                </a:lnTo>
                <a:lnTo>
                  <a:pt x="244779" y="412242"/>
                </a:lnTo>
                <a:lnTo>
                  <a:pt x="276021" y="442747"/>
                </a:lnTo>
                <a:lnTo>
                  <a:pt x="283171" y="481088"/>
                </a:lnTo>
                <a:lnTo>
                  <a:pt x="283451" y="496824"/>
                </a:lnTo>
                <a:lnTo>
                  <a:pt x="283451" y="518160"/>
                </a:lnTo>
                <a:lnTo>
                  <a:pt x="280403" y="556260"/>
                </a:lnTo>
                <a:lnTo>
                  <a:pt x="274307" y="560832"/>
                </a:lnTo>
                <a:lnTo>
                  <a:pt x="269735" y="563880"/>
                </a:lnTo>
                <a:lnTo>
                  <a:pt x="50165" y="563841"/>
                </a:lnTo>
                <a:lnTo>
                  <a:pt x="40563" y="563499"/>
                </a:lnTo>
                <a:lnTo>
                  <a:pt x="33540" y="562597"/>
                </a:lnTo>
                <a:lnTo>
                  <a:pt x="28943" y="560832"/>
                </a:lnTo>
                <a:lnTo>
                  <a:pt x="22847" y="559308"/>
                </a:lnTo>
                <a:lnTo>
                  <a:pt x="12179" y="515112"/>
                </a:lnTo>
                <a:lnTo>
                  <a:pt x="6083" y="515112"/>
                </a:lnTo>
                <a:lnTo>
                  <a:pt x="6083" y="647700"/>
                </a:lnTo>
                <a:lnTo>
                  <a:pt x="12179" y="647700"/>
                </a:lnTo>
                <a:lnTo>
                  <a:pt x="12179" y="637032"/>
                </a:lnTo>
                <a:lnTo>
                  <a:pt x="12750" y="629348"/>
                </a:lnTo>
                <a:lnTo>
                  <a:pt x="44691" y="605561"/>
                </a:lnTo>
                <a:lnTo>
                  <a:pt x="57899" y="605028"/>
                </a:lnTo>
                <a:lnTo>
                  <a:pt x="249923" y="605028"/>
                </a:lnTo>
                <a:lnTo>
                  <a:pt x="288582" y="614743"/>
                </a:lnTo>
                <a:lnTo>
                  <a:pt x="295643" y="637032"/>
                </a:lnTo>
                <a:lnTo>
                  <a:pt x="295643" y="647700"/>
                </a:lnTo>
                <a:lnTo>
                  <a:pt x="301739" y="647700"/>
                </a:lnTo>
                <a:lnTo>
                  <a:pt x="301739" y="419100"/>
                </a:lnTo>
                <a:close/>
              </a:path>
              <a:path extrusionOk="0" h="972820" w="307975">
                <a:moveTo>
                  <a:pt x="301752" y="0"/>
                </a:moveTo>
                <a:lnTo>
                  <a:pt x="295656" y="0"/>
                </a:lnTo>
                <a:lnTo>
                  <a:pt x="295656" y="10668"/>
                </a:lnTo>
                <a:lnTo>
                  <a:pt x="295656" y="18288"/>
                </a:lnTo>
                <a:lnTo>
                  <a:pt x="294132" y="24384"/>
                </a:lnTo>
                <a:lnTo>
                  <a:pt x="289560" y="30480"/>
                </a:lnTo>
                <a:lnTo>
                  <a:pt x="288036" y="35052"/>
                </a:lnTo>
                <a:lnTo>
                  <a:pt x="249936" y="42672"/>
                </a:lnTo>
                <a:lnTo>
                  <a:pt x="57912" y="42672"/>
                </a:lnTo>
                <a:lnTo>
                  <a:pt x="17970" y="32321"/>
                </a:lnTo>
                <a:lnTo>
                  <a:pt x="12192" y="10668"/>
                </a:lnTo>
                <a:lnTo>
                  <a:pt x="12192" y="0"/>
                </a:lnTo>
                <a:lnTo>
                  <a:pt x="6096" y="0"/>
                </a:lnTo>
                <a:lnTo>
                  <a:pt x="6096" y="126492"/>
                </a:lnTo>
                <a:lnTo>
                  <a:pt x="12192" y="126492"/>
                </a:lnTo>
                <a:lnTo>
                  <a:pt x="12192" y="108204"/>
                </a:lnTo>
                <a:lnTo>
                  <a:pt x="13716" y="102108"/>
                </a:lnTo>
                <a:lnTo>
                  <a:pt x="47358" y="84086"/>
                </a:lnTo>
                <a:lnTo>
                  <a:pt x="57912" y="83820"/>
                </a:lnTo>
                <a:lnTo>
                  <a:pt x="249936" y="83820"/>
                </a:lnTo>
                <a:lnTo>
                  <a:pt x="289864" y="93535"/>
                </a:lnTo>
                <a:lnTo>
                  <a:pt x="295656" y="115824"/>
                </a:lnTo>
                <a:lnTo>
                  <a:pt x="295656" y="126492"/>
                </a:lnTo>
                <a:lnTo>
                  <a:pt x="301752" y="126492"/>
                </a:lnTo>
                <a:lnTo>
                  <a:pt x="301752" y="0"/>
                </a:lnTo>
                <a:close/>
              </a:path>
              <a:path extrusionOk="0" h="972820" w="307975">
                <a:moveTo>
                  <a:pt x="307835" y="804672"/>
                </a:moveTo>
                <a:lnTo>
                  <a:pt x="100215" y="719328"/>
                </a:lnTo>
                <a:lnTo>
                  <a:pt x="59423" y="702564"/>
                </a:lnTo>
                <a:lnTo>
                  <a:pt x="47713" y="697979"/>
                </a:lnTo>
                <a:lnTo>
                  <a:pt x="37706" y="693229"/>
                </a:lnTo>
                <a:lnTo>
                  <a:pt x="12179" y="658368"/>
                </a:lnTo>
                <a:lnTo>
                  <a:pt x="6083" y="658368"/>
                </a:lnTo>
                <a:lnTo>
                  <a:pt x="6083" y="749808"/>
                </a:lnTo>
                <a:lnTo>
                  <a:pt x="12179" y="749808"/>
                </a:lnTo>
                <a:lnTo>
                  <a:pt x="12179" y="746760"/>
                </a:lnTo>
                <a:lnTo>
                  <a:pt x="13703" y="736092"/>
                </a:lnTo>
                <a:lnTo>
                  <a:pt x="16751" y="729996"/>
                </a:lnTo>
                <a:lnTo>
                  <a:pt x="21323" y="725424"/>
                </a:lnTo>
                <a:lnTo>
                  <a:pt x="24371" y="720852"/>
                </a:lnTo>
                <a:lnTo>
                  <a:pt x="28943" y="719328"/>
                </a:lnTo>
                <a:lnTo>
                  <a:pt x="33515" y="719328"/>
                </a:lnTo>
                <a:lnTo>
                  <a:pt x="239255" y="798576"/>
                </a:lnTo>
                <a:lnTo>
                  <a:pt x="65519" y="873252"/>
                </a:lnTo>
                <a:lnTo>
                  <a:pt x="54927" y="878141"/>
                </a:lnTo>
                <a:lnTo>
                  <a:pt x="45897" y="881443"/>
                </a:lnTo>
                <a:lnTo>
                  <a:pt x="38303" y="883335"/>
                </a:lnTo>
                <a:lnTo>
                  <a:pt x="31991" y="883920"/>
                </a:lnTo>
                <a:lnTo>
                  <a:pt x="27419" y="883920"/>
                </a:lnTo>
                <a:lnTo>
                  <a:pt x="22847" y="882396"/>
                </a:lnTo>
                <a:lnTo>
                  <a:pt x="19799" y="877824"/>
                </a:lnTo>
                <a:lnTo>
                  <a:pt x="16903" y="873785"/>
                </a:lnTo>
                <a:lnTo>
                  <a:pt x="14846" y="868299"/>
                </a:lnTo>
                <a:lnTo>
                  <a:pt x="13373" y="861110"/>
                </a:lnTo>
                <a:lnTo>
                  <a:pt x="12179" y="851916"/>
                </a:lnTo>
                <a:lnTo>
                  <a:pt x="6083" y="851916"/>
                </a:lnTo>
                <a:lnTo>
                  <a:pt x="6083" y="972312"/>
                </a:lnTo>
                <a:lnTo>
                  <a:pt x="12179" y="972312"/>
                </a:lnTo>
                <a:lnTo>
                  <a:pt x="12179" y="963168"/>
                </a:lnTo>
                <a:lnTo>
                  <a:pt x="15227" y="955548"/>
                </a:lnTo>
                <a:lnTo>
                  <a:pt x="16751" y="950976"/>
                </a:lnTo>
                <a:lnTo>
                  <a:pt x="19799" y="944880"/>
                </a:lnTo>
                <a:lnTo>
                  <a:pt x="24371" y="940308"/>
                </a:lnTo>
                <a:lnTo>
                  <a:pt x="28943" y="937260"/>
                </a:lnTo>
                <a:lnTo>
                  <a:pt x="32118" y="934935"/>
                </a:lnTo>
                <a:lnTo>
                  <a:pt x="37134" y="932307"/>
                </a:lnTo>
                <a:lnTo>
                  <a:pt x="44170" y="929119"/>
                </a:lnTo>
                <a:lnTo>
                  <a:pt x="147472" y="883920"/>
                </a:lnTo>
                <a:lnTo>
                  <a:pt x="307835" y="813816"/>
                </a:lnTo>
                <a:lnTo>
                  <a:pt x="307835" y="804672"/>
                </a:lnTo>
                <a:close/>
              </a:path>
              <a:path extrusionOk="0" h="972820" w="307975">
                <a:moveTo>
                  <a:pt x="307848" y="256032"/>
                </a:moveTo>
                <a:lnTo>
                  <a:pt x="294335" y="202679"/>
                </a:lnTo>
                <a:lnTo>
                  <a:pt x="256794" y="168402"/>
                </a:lnTo>
                <a:lnTo>
                  <a:pt x="225552" y="161544"/>
                </a:lnTo>
                <a:lnTo>
                  <a:pt x="216662" y="162115"/>
                </a:lnTo>
                <a:lnTo>
                  <a:pt x="177165" y="179832"/>
                </a:lnTo>
                <a:lnTo>
                  <a:pt x="149923" y="214884"/>
                </a:lnTo>
                <a:lnTo>
                  <a:pt x="116624" y="272796"/>
                </a:lnTo>
                <a:lnTo>
                  <a:pt x="105156" y="291084"/>
                </a:lnTo>
                <a:lnTo>
                  <a:pt x="73723" y="320802"/>
                </a:lnTo>
                <a:lnTo>
                  <a:pt x="60960" y="323088"/>
                </a:lnTo>
                <a:lnTo>
                  <a:pt x="52095" y="322211"/>
                </a:lnTo>
                <a:lnTo>
                  <a:pt x="18669" y="291846"/>
                </a:lnTo>
                <a:lnTo>
                  <a:pt x="15240" y="271272"/>
                </a:lnTo>
                <a:lnTo>
                  <a:pt x="15824" y="261010"/>
                </a:lnTo>
                <a:lnTo>
                  <a:pt x="31051" y="222846"/>
                </a:lnTo>
                <a:lnTo>
                  <a:pt x="63068" y="197535"/>
                </a:lnTo>
                <a:lnTo>
                  <a:pt x="100584" y="187452"/>
                </a:lnTo>
                <a:lnTo>
                  <a:pt x="100584" y="181356"/>
                </a:lnTo>
                <a:lnTo>
                  <a:pt x="0" y="181356"/>
                </a:lnTo>
                <a:lnTo>
                  <a:pt x="0" y="187452"/>
                </a:lnTo>
                <a:lnTo>
                  <a:pt x="6096" y="188976"/>
                </a:lnTo>
                <a:lnTo>
                  <a:pt x="10668" y="192024"/>
                </a:lnTo>
                <a:lnTo>
                  <a:pt x="13716" y="193548"/>
                </a:lnTo>
                <a:lnTo>
                  <a:pt x="16764" y="199644"/>
                </a:lnTo>
                <a:lnTo>
                  <a:pt x="16764" y="207264"/>
                </a:lnTo>
                <a:lnTo>
                  <a:pt x="15240" y="211836"/>
                </a:lnTo>
                <a:lnTo>
                  <a:pt x="10668" y="220980"/>
                </a:lnTo>
                <a:lnTo>
                  <a:pt x="5778" y="233553"/>
                </a:lnTo>
                <a:lnTo>
                  <a:pt x="2476" y="246126"/>
                </a:lnTo>
                <a:lnTo>
                  <a:pt x="584" y="258699"/>
                </a:lnTo>
                <a:lnTo>
                  <a:pt x="0" y="271272"/>
                </a:lnTo>
                <a:lnTo>
                  <a:pt x="1422" y="289610"/>
                </a:lnTo>
                <a:lnTo>
                  <a:pt x="22860" y="333756"/>
                </a:lnTo>
                <a:lnTo>
                  <a:pt x="62293" y="356692"/>
                </a:lnTo>
                <a:lnTo>
                  <a:pt x="77724" y="358140"/>
                </a:lnTo>
                <a:lnTo>
                  <a:pt x="85928" y="357593"/>
                </a:lnTo>
                <a:lnTo>
                  <a:pt x="124777" y="340042"/>
                </a:lnTo>
                <a:lnTo>
                  <a:pt x="152590" y="304419"/>
                </a:lnTo>
                <a:lnTo>
                  <a:pt x="172212" y="271272"/>
                </a:lnTo>
                <a:lnTo>
                  <a:pt x="181635" y="253822"/>
                </a:lnTo>
                <a:lnTo>
                  <a:pt x="189357" y="240220"/>
                </a:lnTo>
                <a:lnTo>
                  <a:pt x="215493" y="209461"/>
                </a:lnTo>
                <a:lnTo>
                  <a:pt x="236220" y="199644"/>
                </a:lnTo>
                <a:lnTo>
                  <a:pt x="243840" y="199644"/>
                </a:lnTo>
                <a:lnTo>
                  <a:pt x="284238" y="225031"/>
                </a:lnTo>
                <a:lnTo>
                  <a:pt x="292608" y="260604"/>
                </a:lnTo>
                <a:lnTo>
                  <a:pt x="292011" y="272021"/>
                </a:lnTo>
                <a:lnTo>
                  <a:pt x="276174" y="313613"/>
                </a:lnTo>
                <a:lnTo>
                  <a:pt x="246900" y="338289"/>
                </a:lnTo>
                <a:lnTo>
                  <a:pt x="207264" y="348996"/>
                </a:lnTo>
                <a:lnTo>
                  <a:pt x="207264" y="355092"/>
                </a:lnTo>
                <a:lnTo>
                  <a:pt x="307848" y="355092"/>
                </a:lnTo>
                <a:lnTo>
                  <a:pt x="307848" y="348996"/>
                </a:lnTo>
                <a:lnTo>
                  <a:pt x="300228" y="348996"/>
                </a:lnTo>
                <a:lnTo>
                  <a:pt x="297180" y="347472"/>
                </a:lnTo>
                <a:lnTo>
                  <a:pt x="292608" y="342900"/>
                </a:lnTo>
                <a:lnTo>
                  <a:pt x="291084" y="339852"/>
                </a:lnTo>
                <a:lnTo>
                  <a:pt x="291084" y="335280"/>
                </a:lnTo>
                <a:lnTo>
                  <a:pt x="291388" y="331876"/>
                </a:lnTo>
                <a:lnTo>
                  <a:pt x="292417" y="326326"/>
                </a:lnTo>
                <a:lnTo>
                  <a:pt x="294297" y="318782"/>
                </a:lnTo>
                <a:lnTo>
                  <a:pt x="306324" y="280416"/>
                </a:lnTo>
                <a:lnTo>
                  <a:pt x="307848" y="272796"/>
                </a:lnTo>
                <a:lnTo>
                  <a:pt x="307848" y="25603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9"/>
          <p:cNvSpPr/>
          <p:nvPr/>
        </p:nvSpPr>
        <p:spPr>
          <a:xfrm>
            <a:off x="3221736" y="3651503"/>
            <a:ext cx="212090" cy="50800"/>
          </a:xfrm>
          <a:custGeom>
            <a:rect b="b" l="l" r="r" t="t"/>
            <a:pathLst>
              <a:path extrusionOk="0" h="50800" w="212089">
                <a:moveTo>
                  <a:pt x="32004" y="50292"/>
                </a:moveTo>
                <a:lnTo>
                  <a:pt x="18288" y="50292"/>
                </a:lnTo>
                <a:lnTo>
                  <a:pt x="12192" y="47244"/>
                </a:lnTo>
                <a:lnTo>
                  <a:pt x="3048" y="38100"/>
                </a:lnTo>
                <a:lnTo>
                  <a:pt x="0" y="32004"/>
                </a:lnTo>
                <a:lnTo>
                  <a:pt x="0" y="18288"/>
                </a:lnTo>
                <a:lnTo>
                  <a:pt x="3048" y="12192"/>
                </a:lnTo>
                <a:lnTo>
                  <a:pt x="7620" y="6096"/>
                </a:lnTo>
                <a:lnTo>
                  <a:pt x="12192" y="1524"/>
                </a:lnTo>
                <a:lnTo>
                  <a:pt x="18288" y="0"/>
                </a:lnTo>
                <a:lnTo>
                  <a:pt x="32004" y="0"/>
                </a:lnTo>
                <a:lnTo>
                  <a:pt x="38100" y="1524"/>
                </a:lnTo>
                <a:lnTo>
                  <a:pt x="42672" y="6096"/>
                </a:lnTo>
                <a:lnTo>
                  <a:pt x="47244" y="12192"/>
                </a:lnTo>
                <a:lnTo>
                  <a:pt x="50292" y="18288"/>
                </a:lnTo>
                <a:lnTo>
                  <a:pt x="50292" y="32004"/>
                </a:lnTo>
                <a:lnTo>
                  <a:pt x="47244" y="38100"/>
                </a:lnTo>
                <a:lnTo>
                  <a:pt x="38100" y="47244"/>
                </a:lnTo>
                <a:lnTo>
                  <a:pt x="32004" y="50292"/>
                </a:lnTo>
                <a:close/>
              </a:path>
              <a:path extrusionOk="0" h="50800" w="212089">
                <a:moveTo>
                  <a:pt x="193548" y="50292"/>
                </a:moveTo>
                <a:lnTo>
                  <a:pt x="179832" y="50292"/>
                </a:lnTo>
                <a:lnTo>
                  <a:pt x="173736" y="47244"/>
                </a:lnTo>
                <a:lnTo>
                  <a:pt x="164592" y="38100"/>
                </a:lnTo>
                <a:lnTo>
                  <a:pt x="161544" y="32004"/>
                </a:lnTo>
                <a:lnTo>
                  <a:pt x="161544" y="18288"/>
                </a:lnTo>
                <a:lnTo>
                  <a:pt x="164592" y="12192"/>
                </a:lnTo>
                <a:lnTo>
                  <a:pt x="169163" y="6096"/>
                </a:lnTo>
                <a:lnTo>
                  <a:pt x="173736" y="1524"/>
                </a:lnTo>
                <a:lnTo>
                  <a:pt x="179832" y="0"/>
                </a:lnTo>
                <a:lnTo>
                  <a:pt x="193548" y="0"/>
                </a:lnTo>
                <a:lnTo>
                  <a:pt x="199644" y="1524"/>
                </a:lnTo>
                <a:lnTo>
                  <a:pt x="204215" y="6096"/>
                </a:lnTo>
                <a:lnTo>
                  <a:pt x="208788" y="12192"/>
                </a:lnTo>
                <a:lnTo>
                  <a:pt x="211836" y="18288"/>
                </a:lnTo>
                <a:lnTo>
                  <a:pt x="211836" y="32004"/>
                </a:lnTo>
                <a:lnTo>
                  <a:pt x="208788" y="38100"/>
                </a:lnTo>
                <a:lnTo>
                  <a:pt x="199644" y="47244"/>
                </a:lnTo>
                <a:lnTo>
                  <a:pt x="193548" y="5029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4" name="Google Shape;274;p9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3758184" y="6207252"/>
            <a:ext cx="403860" cy="21686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5" name="Google Shape;275;p9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3758184" y="4814315"/>
            <a:ext cx="403836" cy="12496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6" name="Google Shape;276;p9"/>
          <p:cNvGrpSpPr/>
          <p:nvPr/>
        </p:nvGrpSpPr>
        <p:grpSpPr>
          <a:xfrm>
            <a:off x="3758171" y="2305811"/>
            <a:ext cx="403872" cy="2386966"/>
            <a:chOff x="3758171" y="2305811"/>
            <a:chExt cx="403872" cy="2386966"/>
          </a:xfrm>
        </p:grpSpPr>
        <p:sp>
          <p:nvSpPr>
            <p:cNvPr id="277" name="Google Shape;277;p9"/>
            <p:cNvSpPr/>
            <p:nvPr/>
          </p:nvSpPr>
          <p:spPr>
            <a:xfrm>
              <a:off x="3771899" y="4309872"/>
              <a:ext cx="295910" cy="382905"/>
            </a:xfrm>
            <a:custGeom>
              <a:rect b="b" l="l" r="r" t="t"/>
              <a:pathLst>
                <a:path extrusionOk="0" h="382904" w="295910">
                  <a:moveTo>
                    <a:pt x="295656" y="382523"/>
                  </a:moveTo>
                  <a:lnTo>
                    <a:pt x="289560" y="382523"/>
                  </a:lnTo>
                  <a:lnTo>
                    <a:pt x="289560" y="371855"/>
                  </a:lnTo>
                  <a:lnTo>
                    <a:pt x="288940" y="363283"/>
                  </a:lnTo>
                  <a:lnTo>
                    <a:pt x="256151" y="340137"/>
                  </a:lnTo>
                  <a:lnTo>
                    <a:pt x="243840" y="339851"/>
                  </a:lnTo>
                  <a:lnTo>
                    <a:pt x="51816" y="339851"/>
                  </a:lnTo>
                  <a:lnTo>
                    <a:pt x="13716" y="350519"/>
                  </a:lnTo>
                  <a:lnTo>
                    <a:pt x="6096" y="382523"/>
                  </a:lnTo>
                  <a:lnTo>
                    <a:pt x="0" y="382523"/>
                  </a:lnTo>
                  <a:lnTo>
                    <a:pt x="0" y="297179"/>
                  </a:lnTo>
                  <a:lnTo>
                    <a:pt x="231648" y="19049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6096" y="10667"/>
                  </a:lnTo>
                  <a:lnTo>
                    <a:pt x="6929" y="19240"/>
                  </a:lnTo>
                  <a:lnTo>
                    <a:pt x="40147" y="42386"/>
                  </a:lnTo>
                  <a:lnTo>
                    <a:pt x="51816" y="42671"/>
                  </a:lnTo>
                  <a:lnTo>
                    <a:pt x="243840" y="42671"/>
                  </a:lnTo>
                  <a:lnTo>
                    <a:pt x="284416" y="31670"/>
                  </a:lnTo>
                  <a:lnTo>
                    <a:pt x="289560" y="10667"/>
                  </a:lnTo>
                  <a:lnTo>
                    <a:pt x="289560" y="0"/>
                  </a:lnTo>
                  <a:lnTo>
                    <a:pt x="295656" y="0"/>
                  </a:lnTo>
                  <a:lnTo>
                    <a:pt x="295656" y="126491"/>
                  </a:lnTo>
                  <a:lnTo>
                    <a:pt x="289560" y="126491"/>
                  </a:lnTo>
                  <a:lnTo>
                    <a:pt x="289560" y="115823"/>
                  </a:lnTo>
                  <a:lnTo>
                    <a:pt x="288940" y="107251"/>
                  </a:lnTo>
                  <a:lnTo>
                    <a:pt x="256151" y="84105"/>
                  </a:lnTo>
                  <a:lnTo>
                    <a:pt x="243840" y="83819"/>
                  </a:lnTo>
                  <a:lnTo>
                    <a:pt x="47244" y="83819"/>
                  </a:lnTo>
                  <a:lnTo>
                    <a:pt x="295656" y="198119"/>
                  </a:lnTo>
                  <a:lnTo>
                    <a:pt x="295656" y="205739"/>
                  </a:lnTo>
                  <a:lnTo>
                    <a:pt x="47244" y="320039"/>
                  </a:lnTo>
                  <a:lnTo>
                    <a:pt x="243840" y="320039"/>
                  </a:lnTo>
                  <a:lnTo>
                    <a:pt x="284416" y="309038"/>
                  </a:lnTo>
                  <a:lnTo>
                    <a:pt x="289560" y="277367"/>
                  </a:lnTo>
                  <a:lnTo>
                    <a:pt x="295656" y="277367"/>
                  </a:lnTo>
                  <a:lnTo>
                    <a:pt x="295656" y="382523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78" name="Google Shape;278;p9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3861815" y="4116324"/>
              <a:ext cx="211836" cy="16916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9" name="Google Shape;279;p9"/>
            <p:cNvSpPr/>
            <p:nvPr/>
          </p:nvSpPr>
          <p:spPr>
            <a:xfrm>
              <a:off x="3758171" y="3761232"/>
              <a:ext cx="313055" cy="342900"/>
            </a:xfrm>
            <a:custGeom>
              <a:rect b="b" l="l" r="r" t="t"/>
              <a:pathLst>
                <a:path extrusionOk="0" h="342900" w="313054">
                  <a:moveTo>
                    <a:pt x="309372" y="0"/>
                  </a:moveTo>
                  <a:lnTo>
                    <a:pt x="303276" y="0"/>
                  </a:lnTo>
                  <a:lnTo>
                    <a:pt x="303276" y="9144"/>
                  </a:lnTo>
                  <a:lnTo>
                    <a:pt x="301752" y="15240"/>
                  </a:lnTo>
                  <a:lnTo>
                    <a:pt x="300228" y="18288"/>
                  </a:lnTo>
                  <a:lnTo>
                    <a:pt x="298704" y="22860"/>
                  </a:lnTo>
                  <a:lnTo>
                    <a:pt x="295656" y="24384"/>
                  </a:lnTo>
                  <a:lnTo>
                    <a:pt x="291084" y="25908"/>
                  </a:lnTo>
                  <a:lnTo>
                    <a:pt x="286804" y="27673"/>
                  </a:lnTo>
                  <a:lnTo>
                    <a:pt x="280797" y="28575"/>
                  </a:lnTo>
                  <a:lnTo>
                    <a:pt x="273088" y="28917"/>
                  </a:lnTo>
                  <a:lnTo>
                    <a:pt x="193548" y="28956"/>
                  </a:lnTo>
                  <a:lnTo>
                    <a:pt x="176695" y="29248"/>
                  </a:lnTo>
                  <a:lnTo>
                    <a:pt x="133565" y="36385"/>
                  </a:lnTo>
                  <a:lnTo>
                    <a:pt x="105918" y="64579"/>
                  </a:lnTo>
                  <a:lnTo>
                    <a:pt x="103632" y="80772"/>
                  </a:lnTo>
                  <a:lnTo>
                    <a:pt x="104190" y="87630"/>
                  </a:lnTo>
                  <a:lnTo>
                    <a:pt x="123444" y="124968"/>
                  </a:lnTo>
                  <a:lnTo>
                    <a:pt x="144780" y="146304"/>
                  </a:lnTo>
                  <a:lnTo>
                    <a:pt x="0" y="146304"/>
                  </a:lnTo>
                  <a:lnTo>
                    <a:pt x="0" y="156972"/>
                  </a:lnTo>
                  <a:lnTo>
                    <a:pt x="24384" y="214884"/>
                  </a:lnTo>
                  <a:lnTo>
                    <a:pt x="30480" y="211836"/>
                  </a:lnTo>
                  <a:lnTo>
                    <a:pt x="28956" y="205740"/>
                  </a:lnTo>
                  <a:lnTo>
                    <a:pt x="27432" y="201168"/>
                  </a:lnTo>
                  <a:lnTo>
                    <a:pt x="27432" y="192024"/>
                  </a:lnTo>
                  <a:lnTo>
                    <a:pt x="83820" y="182880"/>
                  </a:lnTo>
                  <a:lnTo>
                    <a:pt x="263652" y="182880"/>
                  </a:lnTo>
                  <a:lnTo>
                    <a:pt x="298704" y="192024"/>
                  </a:lnTo>
                  <a:lnTo>
                    <a:pt x="301752" y="196596"/>
                  </a:lnTo>
                  <a:lnTo>
                    <a:pt x="303276" y="204216"/>
                  </a:lnTo>
                  <a:lnTo>
                    <a:pt x="303276" y="211836"/>
                  </a:lnTo>
                  <a:lnTo>
                    <a:pt x="309372" y="211836"/>
                  </a:lnTo>
                  <a:lnTo>
                    <a:pt x="309372" y="114300"/>
                  </a:lnTo>
                  <a:lnTo>
                    <a:pt x="303276" y="114300"/>
                  </a:lnTo>
                  <a:lnTo>
                    <a:pt x="303276" y="124968"/>
                  </a:lnTo>
                  <a:lnTo>
                    <a:pt x="301752" y="131064"/>
                  </a:lnTo>
                  <a:lnTo>
                    <a:pt x="263652" y="146304"/>
                  </a:lnTo>
                  <a:lnTo>
                    <a:pt x="158496" y="146304"/>
                  </a:lnTo>
                  <a:lnTo>
                    <a:pt x="150215" y="138595"/>
                  </a:lnTo>
                  <a:lnTo>
                    <a:pt x="143637" y="131445"/>
                  </a:lnTo>
                  <a:lnTo>
                    <a:pt x="138785" y="124879"/>
                  </a:lnTo>
                  <a:lnTo>
                    <a:pt x="135636" y="118872"/>
                  </a:lnTo>
                  <a:lnTo>
                    <a:pt x="131064" y="111252"/>
                  </a:lnTo>
                  <a:lnTo>
                    <a:pt x="129540" y="103632"/>
                  </a:lnTo>
                  <a:lnTo>
                    <a:pt x="129540" y="89916"/>
                  </a:lnTo>
                  <a:lnTo>
                    <a:pt x="131064" y="85344"/>
                  </a:lnTo>
                  <a:lnTo>
                    <a:pt x="135636" y="79248"/>
                  </a:lnTo>
                  <a:lnTo>
                    <a:pt x="138684" y="74676"/>
                  </a:lnTo>
                  <a:lnTo>
                    <a:pt x="178104" y="65798"/>
                  </a:lnTo>
                  <a:lnTo>
                    <a:pt x="193548" y="65532"/>
                  </a:lnTo>
                  <a:lnTo>
                    <a:pt x="283464" y="65532"/>
                  </a:lnTo>
                  <a:lnTo>
                    <a:pt x="284988" y="67056"/>
                  </a:lnTo>
                  <a:lnTo>
                    <a:pt x="291084" y="68580"/>
                  </a:lnTo>
                  <a:lnTo>
                    <a:pt x="295656" y="70104"/>
                  </a:lnTo>
                  <a:lnTo>
                    <a:pt x="298704" y="74676"/>
                  </a:lnTo>
                  <a:lnTo>
                    <a:pt x="301752" y="77724"/>
                  </a:lnTo>
                  <a:lnTo>
                    <a:pt x="303276" y="83820"/>
                  </a:lnTo>
                  <a:lnTo>
                    <a:pt x="303276" y="97536"/>
                  </a:lnTo>
                  <a:lnTo>
                    <a:pt x="309372" y="97536"/>
                  </a:lnTo>
                  <a:lnTo>
                    <a:pt x="309372" y="0"/>
                  </a:lnTo>
                  <a:close/>
                </a:path>
                <a:path extrusionOk="0" h="342900" w="313054">
                  <a:moveTo>
                    <a:pt x="312432" y="271272"/>
                  </a:moveTo>
                  <a:lnTo>
                    <a:pt x="295452" y="234251"/>
                  </a:lnTo>
                  <a:lnTo>
                    <a:pt x="268236" y="219456"/>
                  </a:lnTo>
                  <a:lnTo>
                    <a:pt x="268236" y="228600"/>
                  </a:lnTo>
                  <a:lnTo>
                    <a:pt x="274332" y="231648"/>
                  </a:lnTo>
                  <a:lnTo>
                    <a:pt x="278904" y="234696"/>
                  </a:lnTo>
                  <a:lnTo>
                    <a:pt x="285000" y="243840"/>
                  </a:lnTo>
                  <a:lnTo>
                    <a:pt x="286524" y="248412"/>
                  </a:lnTo>
                  <a:lnTo>
                    <a:pt x="286524" y="259080"/>
                  </a:lnTo>
                  <a:lnTo>
                    <a:pt x="252996" y="274320"/>
                  </a:lnTo>
                  <a:lnTo>
                    <a:pt x="123456" y="274320"/>
                  </a:lnTo>
                  <a:lnTo>
                    <a:pt x="123456" y="227076"/>
                  </a:lnTo>
                  <a:lnTo>
                    <a:pt x="109740" y="227076"/>
                  </a:lnTo>
                  <a:lnTo>
                    <a:pt x="109740" y="274320"/>
                  </a:lnTo>
                  <a:lnTo>
                    <a:pt x="44208" y="274320"/>
                  </a:lnTo>
                  <a:lnTo>
                    <a:pt x="44208" y="278892"/>
                  </a:lnTo>
                  <a:lnTo>
                    <a:pt x="82397" y="299847"/>
                  </a:lnTo>
                  <a:lnTo>
                    <a:pt x="110883" y="329946"/>
                  </a:lnTo>
                  <a:lnTo>
                    <a:pt x="117360" y="342900"/>
                  </a:lnTo>
                  <a:lnTo>
                    <a:pt x="123456" y="342900"/>
                  </a:lnTo>
                  <a:lnTo>
                    <a:pt x="123456" y="310896"/>
                  </a:lnTo>
                  <a:lnTo>
                    <a:pt x="259092" y="310896"/>
                  </a:lnTo>
                  <a:lnTo>
                    <a:pt x="268808" y="310616"/>
                  </a:lnTo>
                  <a:lnTo>
                    <a:pt x="306336" y="291084"/>
                  </a:lnTo>
                  <a:lnTo>
                    <a:pt x="310908" y="284988"/>
                  </a:lnTo>
                  <a:lnTo>
                    <a:pt x="312432" y="277368"/>
                  </a:lnTo>
                  <a:lnTo>
                    <a:pt x="312432" y="2712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0" name="Google Shape;280;p9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3861815" y="3550919"/>
              <a:ext cx="211835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1" name="Google Shape;281;p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3758183" y="2305811"/>
              <a:ext cx="403860" cy="121462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82" name="Google Shape;282;p9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5594603" y="3575303"/>
            <a:ext cx="201168" cy="345948"/>
          </a:xfrm>
          <a:prstGeom prst="rect">
            <a:avLst/>
          </a:prstGeom>
          <a:noFill/>
          <a:ln>
            <a:noFill/>
          </a:ln>
        </p:spPr>
      </p:pic>
      <p:pic>
        <p:nvPicPr>
          <p:cNvPr id="283" name="Google Shape;283;p9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5585460" y="2461260"/>
            <a:ext cx="210312" cy="1014984"/>
          </a:xfrm>
          <a:prstGeom prst="rect">
            <a:avLst/>
          </a:prstGeom>
          <a:noFill/>
          <a:ln>
            <a:noFill/>
          </a:ln>
        </p:spPr>
      </p:pic>
      <p:pic>
        <p:nvPicPr>
          <p:cNvPr id="284" name="Google Shape;284;p9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5585460" y="1278635"/>
            <a:ext cx="210312" cy="1103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5" name="Google Shape;285;p9"/>
          <p:cNvGrpSpPr/>
          <p:nvPr/>
        </p:nvGrpSpPr>
        <p:grpSpPr>
          <a:xfrm>
            <a:off x="6903719" y="5583935"/>
            <a:ext cx="116205" cy="158496"/>
            <a:chOff x="6903719" y="5583935"/>
            <a:chExt cx="116205" cy="158496"/>
          </a:xfrm>
        </p:grpSpPr>
        <p:pic>
          <p:nvPicPr>
            <p:cNvPr id="286" name="Google Shape;286;p9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6903719" y="5666231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7" name="Google Shape;287;p9"/>
            <p:cNvSpPr/>
            <p:nvPr/>
          </p:nvSpPr>
          <p:spPr>
            <a:xfrm>
              <a:off x="6903719" y="558393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3632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4384" y="41148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3340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6680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88" name="Google Shape;288;p9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6905244" y="5192268"/>
            <a:ext cx="150875" cy="330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289" name="Google Shape;289;p9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6903719" y="4803647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90" name="Google Shape;290;p9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6655308" y="1914144"/>
            <a:ext cx="117348" cy="76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" name="Google Shape;295;p10"/>
          <p:cNvGrpSpPr/>
          <p:nvPr/>
        </p:nvGrpSpPr>
        <p:grpSpPr>
          <a:xfrm>
            <a:off x="1446276" y="5394960"/>
            <a:ext cx="333756" cy="1623314"/>
            <a:chOff x="1446276" y="5394960"/>
            <a:chExt cx="333756" cy="1623314"/>
          </a:xfrm>
        </p:grpSpPr>
        <p:sp>
          <p:nvSpPr>
            <p:cNvPr id="296" name="Google Shape;296;p10"/>
            <p:cNvSpPr/>
            <p:nvPr/>
          </p:nvSpPr>
          <p:spPr>
            <a:xfrm>
              <a:off x="1446276" y="6714744"/>
              <a:ext cx="327660" cy="303530"/>
            </a:xfrm>
            <a:custGeom>
              <a:rect b="b" l="l" r="r" t="t"/>
              <a:pathLst>
                <a:path extrusionOk="0" h="303529" w="327660">
                  <a:moveTo>
                    <a:pt x="327660" y="303275"/>
                  </a:moveTo>
                  <a:lnTo>
                    <a:pt x="318516" y="303275"/>
                  </a:lnTo>
                  <a:lnTo>
                    <a:pt x="318516" y="283463"/>
                  </a:lnTo>
                  <a:lnTo>
                    <a:pt x="316992" y="275843"/>
                  </a:lnTo>
                  <a:lnTo>
                    <a:pt x="313944" y="269748"/>
                  </a:lnTo>
                  <a:lnTo>
                    <a:pt x="312420" y="265175"/>
                  </a:lnTo>
                  <a:lnTo>
                    <a:pt x="307848" y="262127"/>
                  </a:lnTo>
                  <a:lnTo>
                    <a:pt x="301752" y="260603"/>
                  </a:lnTo>
                  <a:lnTo>
                    <a:pt x="298061" y="259484"/>
                  </a:lnTo>
                  <a:lnTo>
                    <a:pt x="291655" y="258508"/>
                  </a:lnTo>
                  <a:lnTo>
                    <a:pt x="282678" y="257817"/>
                  </a:lnTo>
                  <a:lnTo>
                    <a:pt x="271272" y="257555"/>
                  </a:lnTo>
                  <a:lnTo>
                    <a:pt x="56388" y="257555"/>
                  </a:lnTo>
                  <a:lnTo>
                    <a:pt x="18288" y="265175"/>
                  </a:lnTo>
                  <a:lnTo>
                    <a:pt x="15240" y="271272"/>
                  </a:lnTo>
                  <a:lnTo>
                    <a:pt x="10667" y="275843"/>
                  </a:lnTo>
                  <a:lnTo>
                    <a:pt x="9143" y="283463"/>
                  </a:lnTo>
                  <a:lnTo>
                    <a:pt x="9143" y="303275"/>
                  </a:lnTo>
                  <a:lnTo>
                    <a:pt x="0" y="303275"/>
                  </a:lnTo>
                  <a:lnTo>
                    <a:pt x="0" y="128015"/>
                  </a:lnTo>
                  <a:lnTo>
                    <a:pt x="9143" y="128015"/>
                  </a:lnTo>
                  <a:lnTo>
                    <a:pt x="9143" y="152399"/>
                  </a:lnTo>
                  <a:lnTo>
                    <a:pt x="12192" y="160019"/>
                  </a:lnTo>
                  <a:lnTo>
                    <a:pt x="15240" y="166115"/>
                  </a:lnTo>
                  <a:lnTo>
                    <a:pt x="16764" y="170687"/>
                  </a:lnTo>
                  <a:lnTo>
                    <a:pt x="21336" y="173736"/>
                  </a:lnTo>
                  <a:lnTo>
                    <a:pt x="56388" y="178307"/>
                  </a:lnTo>
                  <a:lnTo>
                    <a:pt x="265176" y="178307"/>
                  </a:lnTo>
                  <a:lnTo>
                    <a:pt x="306324" y="169163"/>
                  </a:lnTo>
                  <a:lnTo>
                    <a:pt x="309372" y="108203"/>
                  </a:lnTo>
                  <a:lnTo>
                    <a:pt x="308800" y="95297"/>
                  </a:lnTo>
                  <a:lnTo>
                    <a:pt x="295060" y="56054"/>
                  </a:lnTo>
                  <a:lnTo>
                    <a:pt x="259842" y="28455"/>
                  </a:lnTo>
                  <a:lnTo>
                    <a:pt x="211836" y="10667"/>
                  </a:lnTo>
                  <a:lnTo>
                    <a:pt x="211836" y="0"/>
                  </a:lnTo>
                  <a:lnTo>
                    <a:pt x="327660" y="12191"/>
                  </a:lnTo>
                  <a:lnTo>
                    <a:pt x="327660" y="30327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97" name="Google Shape;297;p1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2288" y="6490716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8" name="Google Shape;298;p1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2287" y="6274308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9" name="Google Shape;299;p10"/>
            <p:cNvSpPr/>
            <p:nvPr/>
          </p:nvSpPr>
          <p:spPr>
            <a:xfrm>
              <a:off x="1466088" y="6099047"/>
              <a:ext cx="311150" cy="151130"/>
            </a:xfrm>
            <a:custGeom>
              <a:rect b="b" l="l" r="r" t="t"/>
              <a:pathLst>
                <a:path extrusionOk="0" h="151129" w="311150">
                  <a:moveTo>
                    <a:pt x="106679" y="150876"/>
                  </a:moveTo>
                  <a:lnTo>
                    <a:pt x="99060" y="150876"/>
                  </a:lnTo>
                  <a:lnTo>
                    <a:pt x="87844" y="135707"/>
                  </a:lnTo>
                  <a:lnTo>
                    <a:pt x="76771" y="122110"/>
                  </a:lnTo>
                  <a:lnTo>
                    <a:pt x="41362" y="88177"/>
                  </a:lnTo>
                  <a:lnTo>
                    <a:pt x="0" y="60960"/>
                  </a:lnTo>
                  <a:lnTo>
                    <a:pt x="0" y="53340"/>
                  </a:lnTo>
                  <a:lnTo>
                    <a:pt x="82296" y="53340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40"/>
                  </a:lnTo>
                  <a:lnTo>
                    <a:pt x="259080" y="53340"/>
                  </a:lnTo>
                  <a:lnTo>
                    <a:pt x="268224" y="51816"/>
                  </a:lnTo>
                  <a:lnTo>
                    <a:pt x="271272" y="51816"/>
                  </a:lnTo>
                  <a:lnTo>
                    <a:pt x="275843" y="50292"/>
                  </a:lnTo>
                  <a:lnTo>
                    <a:pt x="278892" y="47244"/>
                  </a:lnTo>
                  <a:lnTo>
                    <a:pt x="280416" y="44196"/>
                  </a:lnTo>
                  <a:lnTo>
                    <a:pt x="283464" y="41148"/>
                  </a:lnTo>
                  <a:lnTo>
                    <a:pt x="283464" y="36576"/>
                  </a:lnTo>
                  <a:lnTo>
                    <a:pt x="282035" y="28836"/>
                  </a:lnTo>
                  <a:lnTo>
                    <a:pt x="277748" y="21526"/>
                  </a:lnTo>
                  <a:lnTo>
                    <a:pt x="270605" y="14501"/>
                  </a:lnTo>
                  <a:lnTo>
                    <a:pt x="260604" y="7620"/>
                  </a:lnTo>
                  <a:lnTo>
                    <a:pt x="266700" y="0"/>
                  </a:lnTo>
                  <a:lnTo>
                    <a:pt x="286464" y="10834"/>
                  </a:lnTo>
                  <a:lnTo>
                    <a:pt x="300227" y="24955"/>
                  </a:lnTo>
                  <a:lnTo>
                    <a:pt x="308276" y="42219"/>
                  </a:lnTo>
                  <a:lnTo>
                    <a:pt x="310895" y="62484"/>
                  </a:lnTo>
                  <a:lnTo>
                    <a:pt x="310300" y="72485"/>
                  </a:lnTo>
                  <a:lnTo>
                    <a:pt x="287083" y="110490"/>
                  </a:lnTo>
                  <a:lnTo>
                    <a:pt x="245149" y="120134"/>
                  </a:lnTo>
                  <a:lnTo>
                    <a:pt x="228600" y="120396"/>
                  </a:lnTo>
                  <a:lnTo>
                    <a:pt x="106679" y="120396"/>
                  </a:lnTo>
                  <a:lnTo>
                    <a:pt x="106679" y="15087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00" name="Google Shape;300;p1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8384" y="5841491"/>
              <a:ext cx="231647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1" name="Google Shape;301;p1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2288" y="5615939"/>
              <a:ext cx="231648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2" name="Google Shape;302;p1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2288" y="5394960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03" name="Google Shape;303;p10"/>
          <p:cNvGrpSpPr/>
          <p:nvPr/>
        </p:nvGrpSpPr>
        <p:grpSpPr>
          <a:xfrm>
            <a:off x="1438656" y="3677411"/>
            <a:ext cx="343408" cy="1561084"/>
            <a:chOff x="1438656" y="3677411"/>
            <a:chExt cx="343408" cy="1561084"/>
          </a:xfrm>
        </p:grpSpPr>
        <p:sp>
          <p:nvSpPr>
            <p:cNvPr id="304" name="Google Shape;304;p10"/>
            <p:cNvSpPr/>
            <p:nvPr/>
          </p:nvSpPr>
          <p:spPr>
            <a:xfrm>
              <a:off x="1441704" y="4890515"/>
              <a:ext cx="340360" cy="347980"/>
            </a:xfrm>
            <a:custGeom>
              <a:rect b="b" l="l" r="r" t="t"/>
              <a:pathLst>
                <a:path extrusionOk="0" h="347979" w="340360">
                  <a:moveTo>
                    <a:pt x="167640" y="347472"/>
                  </a:moveTo>
                  <a:lnTo>
                    <a:pt x="100965" y="335089"/>
                  </a:lnTo>
                  <a:lnTo>
                    <a:pt x="45720" y="298704"/>
                  </a:lnTo>
                  <a:lnTo>
                    <a:pt x="10287" y="242887"/>
                  </a:lnTo>
                  <a:lnTo>
                    <a:pt x="0" y="176784"/>
                  </a:lnTo>
                  <a:lnTo>
                    <a:pt x="1885" y="141160"/>
                  </a:lnTo>
                  <a:lnTo>
                    <a:pt x="24860" y="75414"/>
                  </a:lnTo>
                  <a:lnTo>
                    <a:pt x="72056" y="27646"/>
                  </a:lnTo>
                  <a:lnTo>
                    <a:pt x="132730" y="3119"/>
                  </a:lnTo>
                  <a:lnTo>
                    <a:pt x="167640" y="0"/>
                  </a:lnTo>
                  <a:lnTo>
                    <a:pt x="197643" y="2286"/>
                  </a:lnTo>
                  <a:lnTo>
                    <a:pt x="252507" y="20574"/>
                  </a:lnTo>
                  <a:lnTo>
                    <a:pt x="305133" y="63150"/>
                  </a:lnTo>
                  <a:lnTo>
                    <a:pt x="319698" y="86868"/>
                  </a:lnTo>
                  <a:lnTo>
                    <a:pt x="172212" y="86868"/>
                  </a:lnTo>
                  <a:lnTo>
                    <a:pt x="141327" y="87701"/>
                  </a:lnTo>
                  <a:lnTo>
                    <a:pt x="92702" y="93940"/>
                  </a:lnTo>
                  <a:lnTo>
                    <a:pt x="47244" y="112585"/>
                  </a:lnTo>
                  <a:lnTo>
                    <a:pt x="18669" y="150495"/>
                  </a:lnTo>
                  <a:lnTo>
                    <a:pt x="15240" y="173736"/>
                  </a:lnTo>
                  <a:lnTo>
                    <a:pt x="18121" y="194310"/>
                  </a:lnTo>
                  <a:lnTo>
                    <a:pt x="41600" y="228600"/>
                  </a:lnTo>
                  <a:lnTo>
                    <a:pt x="83034" y="250317"/>
                  </a:lnTo>
                  <a:lnTo>
                    <a:pt x="137279" y="259461"/>
                  </a:lnTo>
                  <a:lnTo>
                    <a:pt x="170688" y="260604"/>
                  </a:lnTo>
                  <a:lnTo>
                    <a:pt x="319497" y="260604"/>
                  </a:lnTo>
                  <a:lnTo>
                    <a:pt x="306419" y="282821"/>
                  </a:lnTo>
                  <a:lnTo>
                    <a:pt x="280415" y="309372"/>
                  </a:lnTo>
                  <a:lnTo>
                    <a:pt x="255508" y="326255"/>
                  </a:lnTo>
                  <a:lnTo>
                    <a:pt x="228600" y="338137"/>
                  </a:lnTo>
                  <a:lnTo>
                    <a:pt x="199405" y="345162"/>
                  </a:lnTo>
                  <a:lnTo>
                    <a:pt x="167640" y="347472"/>
                  </a:lnTo>
                  <a:close/>
                </a:path>
                <a:path extrusionOk="0" h="347979" w="340360">
                  <a:moveTo>
                    <a:pt x="319497" y="260604"/>
                  </a:moveTo>
                  <a:lnTo>
                    <a:pt x="170688" y="260604"/>
                  </a:lnTo>
                  <a:lnTo>
                    <a:pt x="209264" y="258865"/>
                  </a:lnTo>
                  <a:lnTo>
                    <a:pt x="242697" y="253555"/>
                  </a:lnTo>
                  <a:lnTo>
                    <a:pt x="294132" y="231648"/>
                  </a:lnTo>
                  <a:lnTo>
                    <a:pt x="319849" y="191142"/>
                  </a:lnTo>
                  <a:lnTo>
                    <a:pt x="321564" y="173736"/>
                  </a:lnTo>
                  <a:lnTo>
                    <a:pt x="320935" y="161686"/>
                  </a:lnTo>
                  <a:lnTo>
                    <a:pt x="301109" y="121991"/>
                  </a:lnTo>
                  <a:lnTo>
                    <a:pt x="260603" y="99060"/>
                  </a:lnTo>
                  <a:lnTo>
                    <a:pt x="221551" y="90106"/>
                  </a:lnTo>
                  <a:lnTo>
                    <a:pt x="172212" y="86868"/>
                  </a:lnTo>
                  <a:lnTo>
                    <a:pt x="319698" y="86868"/>
                  </a:lnTo>
                  <a:lnTo>
                    <a:pt x="324612" y="94869"/>
                  </a:lnTo>
                  <a:lnTo>
                    <a:pt x="336089" y="131730"/>
                  </a:lnTo>
                  <a:lnTo>
                    <a:pt x="339852" y="173736"/>
                  </a:lnTo>
                  <a:lnTo>
                    <a:pt x="336137" y="214860"/>
                  </a:lnTo>
                  <a:lnTo>
                    <a:pt x="324993" y="251269"/>
                  </a:lnTo>
                  <a:lnTo>
                    <a:pt x="319497" y="2606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05" name="Google Shape;305;p10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8384" y="4622291"/>
              <a:ext cx="231647" cy="2377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6" name="Google Shape;306;p10"/>
            <p:cNvSpPr/>
            <p:nvPr/>
          </p:nvSpPr>
          <p:spPr>
            <a:xfrm>
              <a:off x="1438656" y="4166616"/>
              <a:ext cx="338455" cy="424180"/>
            </a:xfrm>
            <a:custGeom>
              <a:rect b="b" l="l" r="r" t="t"/>
              <a:pathLst>
                <a:path extrusionOk="0" h="424179" w="338454">
                  <a:moveTo>
                    <a:pt x="74676" y="60960"/>
                  </a:moveTo>
                  <a:lnTo>
                    <a:pt x="52768" y="26860"/>
                  </a:lnTo>
                  <a:lnTo>
                    <a:pt x="38100" y="24384"/>
                  </a:lnTo>
                  <a:lnTo>
                    <a:pt x="30403" y="24980"/>
                  </a:lnTo>
                  <a:lnTo>
                    <a:pt x="825" y="53492"/>
                  </a:lnTo>
                  <a:lnTo>
                    <a:pt x="0" y="60960"/>
                  </a:lnTo>
                  <a:lnTo>
                    <a:pt x="825" y="68681"/>
                  </a:lnTo>
                  <a:lnTo>
                    <a:pt x="30403" y="98259"/>
                  </a:lnTo>
                  <a:lnTo>
                    <a:pt x="38100" y="99060"/>
                  </a:lnTo>
                  <a:lnTo>
                    <a:pt x="45783" y="98259"/>
                  </a:lnTo>
                  <a:lnTo>
                    <a:pt x="74079" y="68681"/>
                  </a:lnTo>
                  <a:lnTo>
                    <a:pt x="74676" y="60960"/>
                  </a:lnTo>
                  <a:close/>
                </a:path>
                <a:path extrusionOk="0" h="424179" w="338454">
                  <a:moveTo>
                    <a:pt x="335267" y="137160"/>
                  </a:moveTo>
                  <a:lnTo>
                    <a:pt x="326123" y="137160"/>
                  </a:lnTo>
                  <a:lnTo>
                    <a:pt x="326123" y="149352"/>
                  </a:lnTo>
                  <a:lnTo>
                    <a:pt x="323075" y="155448"/>
                  </a:lnTo>
                  <a:lnTo>
                    <a:pt x="288023" y="164592"/>
                  </a:lnTo>
                  <a:lnTo>
                    <a:pt x="7607" y="164592"/>
                  </a:lnTo>
                  <a:lnTo>
                    <a:pt x="7607" y="259080"/>
                  </a:lnTo>
                  <a:lnTo>
                    <a:pt x="16751" y="259080"/>
                  </a:lnTo>
                  <a:lnTo>
                    <a:pt x="18275" y="248412"/>
                  </a:lnTo>
                  <a:lnTo>
                    <a:pt x="21323" y="242316"/>
                  </a:lnTo>
                  <a:lnTo>
                    <a:pt x="54851" y="231648"/>
                  </a:lnTo>
                  <a:lnTo>
                    <a:pt x="288023" y="231648"/>
                  </a:lnTo>
                  <a:lnTo>
                    <a:pt x="326123" y="249936"/>
                  </a:lnTo>
                  <a:lnTo>
                    <a:pt x="326123" y="259080"/>
                  </a:lnTo>
                  <a:lnTo>
                    <a:pt x="335267" y="259080"/>
                  </a:lnTo>
                  <a:lnTo>
                    <a:pt x="335267" y="137160"/>
                  </a:lnTo>
                  <a:close/>
                </a:path>
                <a:path extrusionOk="0" h="424179" w="338454">
                  <a:moveTo>
                    <a:pt x="335280" y="0"/>
                  </a:moveTo>
                  <a:lnTo>
                    <a:pt x="326136" y="0"/>
                  </a:lnTo>
                  <a:lnTo>
                    <a:pt x="326136" y="10668"/>
                  </a:lnTo>
                  <a:lnTo>
                    <a:pt x="323088" y="18288"/>
                  </a:lnTo>
                  <a:lnTo>
                    <a:pt x="318516" y="21336"/>
                  </a:lnTo>
                  <a:lnTo>
                    <a:pt x="314820" y="24218"/>
                  </a:lnTo>
                  <a:lnTo>
                    <a:pt x="308419" y="26098"/>
                  </a:lnTo>
                  <a:lnTo>
                    <a:pt x="299440" y="27127"/>
                  </a:lnTo>
                  <a:lnTo>
                    <a:pt x="288036" y="27432"/>
                  </a:lnTo>
                  <a:lnTo>
                    <a:pt x="109728" y="27432"/>
                  </a:lnTo>
                  <a:lnTo>
                    <a:pt x="109728" y="121920"/>
                  </a:lnTo>
                  <a:lnTo>
                    <a:pt x="118872" y="121920"/>
                  </a:lnTo>
                  <a:lnTo>
                    <a:pt x="120396" y="111252"/>
                  </a:lnTo>
                  <a:lnTo>
                    <a:pt x="123444" y="103632"/>
                  </a:lnTo>
                  <a:lnTo>
                    <a:pt x="158496" y="94488"/>
                  </a:lnTo>
                  <a:lnTo>
                    <a:pt x="288036" y="94488"/>
                  </a:lnTo>
                  <a:lnTo>
                    <a:pt x="326136" y="111252"/>
                  </a:lnTo>
                  <a:lnTo>
                    <a:pt x="326136" y="121920"/>
                  </a:lnTo>
                  <a:lnTo>
                    <a:pt x="335280" y="121920"/>
                  </a:lnTo>
                  <a:lnTo>
                    <a:pt x="335280" y="94488"/>
                  </a:lnTo>
                  <a:lnTo>
                    <a:pt x="335280" y="0"/>
                  </a:lnTo>
                  <a:close/>
                </a:path>
                <a:path extrusionOk="0" h="424179" w="338454">
                  <a:moveTo>
                    <a:pt x="338315" y="336804"/>
                  </a:moveTo>
                  <a:lnTo>
                    <a:pt x="335699" y="316522"/>
                  </a:lnTo>
                  <a:lnTo>
                    <a:pt x="327647" y="299085"/>
                  </a:lnTo>
                  <a:lnTo>
                    <a:pt x="313893" y="284518"/>
                  </a:lnTo>
                  <a:lnTo>
                    <a:pt x="294119" y="272796"/>
                  </a:lnTo>
                  <a:lnTo>
                    <a:pt x="288023" y="280416"/>
                  </a:lnTo>
                  <a:lnTo>
                    <a:pt x="298030" y="287540"/>
                  </a:lnTo>
                  <a:lnTo>
                    <a:pt x="305168" y="295084"/>
                  </a:lnTo>
                  <a:lnTo>
                    <a:pt x="309460" y="302920"/>
                  </a:lnTo>
                  <a:lnTo>
                    <a:pt x="310883" y="310896"/>
                  </a:lnTo>
                  <a:lnTo>
                    <a:pt x="310883" y="315468"/>
                  </a:lnTo>
                  <a:lnTo>
                    <a:pt x="307835" y="318516"/>
                  </a:lnTo>
                  <a:lnTo>
                    <a:pt x="306311" y="321564"/>
                  </a:lnTo>
                  <a:lnTo>
                    <a:pt x="303263" y="323088"/>
                  </a:lnTo>
                  <a:lnTo>
                    <a:pt x="298691" y="324612"/>
                  </a:lnTo>
                  <a:lnTo>
                    <a:pt x="295643" y="326136"/>
                  </a:lnTo>
                  <a:lnTo>
                    <a:pt x="134099" y="326136"/>
                  </a:lnTo>
                  <a:lnTo>
                    <a:pt x="134099" y="272796"/>
                  </a:lnTo>
                  <a:lnTo>
                    <a:pt x="109715" y="272796"/>
                  </a:lnTo>
                  <a:lnTo>
                    <a:pt x="109715" y="326136"/>
                  </a:lnTo>
                  <a:lnTo>
                    <a:pt x="27419" y="326136"/>
                  </a:lnTo>
                  <a:lnTo>
                    <a:pt x="27419" y="335280"/>
                  </a:lnTo>
                  <a:lnTo>
                    <a:pt x="68783" y="361861"/>
                  </a:lnTo>
                  <a:lnTo>
                    <a:pt x="104190" y="396049"/>
                  </a:lnTo>
                  <a:lnTo>
                    <a:pt x="126479" y="423672"/>
                  </a:lnTo>
                  <a:lnTo>
                    <a:pt x="134099" y="423672"/>
                  </a:lnTo>
                  <a:lnTo>
                    <a:pt x="134099" y="393192"/>
                  </a:lnTo>
                  <a:lnTo>
                    <a:pt x="272580" y="393179"/>
                  </a:lnTo>
                  <a:lnTo>
                    <a:pt x="285546" y="393001"/>
                  </a:lnTo>
                  <a:lnTo>
                    <a:pt x="321005" y="379031"/>
                  </a:lnTo>
                  <a:lnTo>
                    <a:pt x="337731" y="346786"/>
                  </a:lnTo>
                  <a:lnTo>
                    <a:pt x="338315" y="3368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07" name="Google Shape;307;p10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2287" y="3902964"/>
              <a:ext cx="231648" cy="2407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8" name="Google Shape;308;p10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42288" y="3677411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09" name="Google Shape;309;p10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561843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" name="Google Shape;310;p10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494788" y="7537704"/>
            <a:ext cx="210312" cy="1161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" name="Google Shape;311;p10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494788" y="5932932"/>
            <a:ext cx="271271" cy="1517904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" name="Google Shape;312;p10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494788" y="4312920"/>
            <a:ext cx="271271" cy="153466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" name="Google Shape;313;p10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988564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314" name="Google Shape;314;p10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921507" y="7237476"/>
            <a:ext cx="210312" cy="1459992"/>
          </a:xfrm>
          <a:prstGeom prst="rect">
            <a:avLst/>
          </a:prstGeom>
          <a:noFill/>
          <a:ln>
            <a:noFill/>
          </a:ln>
        </p:spPr>
      </p:pic>
      <p:pic>
        <p:nvPicPr>
          <p:cNvPr id="315" name="Google Shape;315;p10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950464" y="6943343"/>
            <a:ext cx="181356" cy="222504"/>
          </a:xfrm>
          <a:prstGeom prst="rect">
            <a:avLst/>
          </a:prstGeom>
          <a:noFill/>
          <a:ln>
            <a:noFill/>
          </a:ln>
        </p:spPr>
      </p:pic>
      <p:pic>
        <p:nvPicPr>
          <p:cNvPr id="316" name="Google Shape;316;p10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991864" y="6728459"/>
            <a:ext cx="139955" cy="120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7" name="Google Shape;317;p10"/>
          <p:cNvGrpSpPr/>
          <p:nvPr/>
        </p:nvGrpSpPr>
        <p:grpSpPr>
          <a:xfrm>
            <a:off x="2921507" y="6054852"/>
            <a:ext cx="210313" cy="600456"/>
            <a:chOff x="2921507" y="6054852"/>
            <a:chExt cx="210313" cy="600456"/>
          </a:xfrm>
        </p:grpSpPr>
        <p:pic>
          <p:nvPicPr>
            <p:cNvPr id="318" name="Google Shape;318;p10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921508" y="6516624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9" name="Google Shape;319;p10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921507" y="6054852"/>
              <a:ext cx="210312" cy="44195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20" name="Google Shape;320;p10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921507" y="5219699"/>
            <a:ext cx="271272" cy="743712"/>
          </a:xfrm>
          <a:prstGeom prst="rect">
            <a:avLst/>
          </a:prstGeom>
          <a:noFill/>
          <a:ln>
            <a:noFill/>
          </a:ln>
        </p:spPr>
      </p:pic>
      <p:pic>
        <p:nvPicPr>
          <p:cNvPr id="321" name="Google Shape;321;p10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950464" y="4024884"/>
            <a:ext cx="242315" cy="1107947"/>
          </a:xfrm>
          <a:prstGeom prst="rect">
            <a:avLst/>
          </a:prstGeom>
          <a:noFill/>
          <a:ln>
            <a:noFill/>
          </a:ln>
        </p:spPr>
      </p:pic>
      <p:pic>
        <p:nvPicPr>
          <p:cNvPr id="322" name="Google Shape;322;p10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416808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3" name="Google Shape;323;p10"/>
          <p:cNvGrpSpPr/>
          <p:nvPr/>
        </p:nvGrpSpPr>
        <p:grpSpPr>
          <a:xfrm>
            <a:off x="3349752" y="8186928"/>
            <a:ext cx="210312" cy="512063"/>
            <a:chOff x="3349752" y="8186928"/>
            <a:chExt cx="210312" cy="512063"/>
          </a:xfrm>
        </p:grpSpPr>
        <p:pic>
          <p:nvPicPr>
            <p:cNvPr id="324" name="Google Shape;324;p10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3358896" y="8552687"/>
              <a:ext cx="198119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5" name="Google Shape;325;p10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3349752" y="8186928"/>
              <a:ext cx="210312" cy="34289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26" name="Google Shape;326;p10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349752" y="7318247"/>
            <a:ext cx="210312" cy="772667"/>
          </a:xfrm>
          <a:prstGeom prst="rect">
            <a:avLst/>
          </a:prstGeom>
          <a:noFill/>
          <a:ln>
            <a:noFill/>
          </a:ln>
        </p:spPr>
      </p:pic>
      <p:pic>
        <p:nvPicPr>
          <p:cNvPr id="327" name="Google Shape;327;p10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378708" y="5815583"/>
            <a:ext cx="242315" cy="14127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8" name="Google Shape;328;p10"/>
          <p:cNvGrpSpPr/>
          <p:nvPr/>
        </p:nvGrpSpPr>
        <p:grpSpPr>
          <a:xfrm>
            <a:off x="3349752" y="5455920"/>
            <a:ext cx="210312" cy="266700"/>
            <a:chOff x="3349752" y="5455920"/>
            <a:chExt cx="210312" cy="266700"/>
          </a:xfrm>
        </p:grpSpPr>
        <p:pic>
          <p:nvPicPr>
            <p:cNvPr id="329" name="Google Shape;329;p10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419856" y="5594604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0" name="Google Shape;330;p10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349752" y="5455920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31" name="Google Shape;331;p10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420001" y="5282183"/>
            <a:ext cx="140062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332" name="Google Shape;332;p10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378708" y="4088891"/>
            <a:ext cx="242315" cy="1109472"/>
          </a:xfrm>
          <a:prstGeom prst="rect">
            <a:avLst/>
          </a:prstGeom>
          <a:noFill/>
          <a:ln>
            <a:noFill/>
          </a:ln>
        </p:spPr>
      </p:pic>
      <p:pic>
        <p:nvPicPr>
          <p:cNvPr id="333" name="Google Shape;333;p10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843527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334" name="Google Shape;334;p10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776471" y="6763511"/>
            <a:ext cx="271271" cy="1862328"/>
          </a:xfrm>
          <a:prstGeom prst="rect">
            <a:avLst/>
          </a:prstGeom>
          <a:noFill/>
          <a:ln>
            <a:noFill/>
          </a:ln>
        </p:spPr>
      </p:pic>
      <p:pic>
        <p:nvPicPr>
          <p:cNvPr id="335" name="Google Shape;335;p10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4270247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36" name="Google Shape;336;p10"/>
          <p:cNvGrpSpPr/>
          <p:nvPr/>
        </p:nvGrpSpPr>
        <p:grpSpPr>
          <a:xfrm>
            <a:off x="4207764" y="8420100"/>
            <a:ext cx="207263" cy="277367"/>
            <a:chOff x="4207764" y="8420100"/>
            <a:chExt cx="207263" cy="277367"/>
          </a:xfrm>
        </p:grpSpPr>
        <p:pic>
          <p:nvPicPr>
            <p:cNvPr id="337" name="Google Shape;337;p10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4212335" y="8615172"/>
              <a:ext cx="198120" cy="822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8" name="Google Shape;338;p10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4207764" y="8420100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39" name="Google Shape;339;p10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4203191" y="7557516"/>
            <a:ext cx="271272" cy="765047"/>
          </a:xfrm>
          <a:prstGeom prst="rect">
            <a:avLst/>
          </a:prstGeom>
          <a:noFill/>
          <a:ln>
            <a:noFill/>
          </a:ln>
        </p:spPr>
      </p:pic>
      <p:pic>
        <p:nvPicPr>
          <p:cNvPr id="340" name="Google Shape;340;p10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4203191" y="6181344"/>
            <a:ext cx="210312" cy="12938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1" name="Google Shape;341;p10"/>
          <p:cNvGrpSpPr/>
          <p:nvPr/>
        </p:nvGrpSpPr>
        <p:grpSpPr>
          <a:xfrm>
            <a:off x="4203191" y="5542788"/>
            <a:ext cx="210312" cy="560832"/>
            <a:chOff x="4203191" y="5542788"/>
            <a:chExt cx="210312" cy="560832"/>
          </a:xfrm>
        </p:grpSpPr>
        <p:pic>
          <p:nvPicPr>
            <p:cNvPr id="342" name="Google Shape;342;p10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4203191" y="6038088"/>
              <a:ext cx="207263" cy="65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3" name="Google Shape;343;p10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4203191" y="5542788"/>
              <a:ext cx="210312" cy="47548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44" name="Google Shape;344;p10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4696967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345" name="Google Shape;345;p10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639055" y="7549895"/>
            <a:ext cx="201168" cy="1149096"/>
          </a:xfrm>
          <a:prstGeom prst="rect">
            <a:avLst/>
          </a:prstGeom>
          <a:noFill/>
          <a:ln>
            <a:noFill/>
          </a:ln>
        </p:spPr>
      </p:pic>
      <p:sp>
        <p:nvSpPr>
          <p:cNvPr id="346" name="Google Shape;346;p10"/>
          <p:cNvSpPr/>
          <p:nvPr/>
        </p:nvSpPr>
        <p:spPr>
          <a:xfrm>
            <a:off x="4629912" y="6781800"/>
            <a:ext cx="210820" cy="692150"/>
          </a:xfrm>
          <a:custGeom>
            <a:rect b="b" l="l" r="r" t="t"/>
            <a:pathLst>
              <a:path extrusionOk="0" h="692150" w="210820">
                <a:moveTo>
                  <a:pt x="207264" y="568452"/>
                </a:moveTo>
                <a:lnTo>
                  <a:pt x="202692" y="568452"/>
                </a:lnTo>
                <a:lnTo>
                  <a:pt x="202692" y="582168"/>
                </a:lnTo>
                <a:lnTo>
                  <a:pt x="201168" y="588264"/>
                </a:lnTo>
                <a:lnTo>
                  <a:pt x="196596" y="591312"/>
                </a:lnTo>
                <a:lnTo>
                  <a:pt x="193548" y="594360"/>
                </a:lnTo>
                <a:lnTo>
                  <a:pt x="184404" y="595884"/>
                </a:lnTo>
                <a:lnTo>
                  <a:pt x="19812" y="595884"/>
                </a:lnTo>
                <a:lnTo>
                  <a:pt x="19812" y="559308"/>
                </a:lnTo>
                <a:lnTo>
                  <a:pt x="21336" y="553212"/>
                </a:lnTo>
                <a:lnTo>
                  <a:pt x="24384" y="547116"/>
                </a:lnTo>
                <a:lnTo>
                  <a:pt x="25908" y="542544"/>
                </a:lnTo>
                <a:lnTo>
                  <a:pt x="30480" y="537972"/>
                </a:lnTo>
                <a:lnTo>
                  <a:pt x="39624" y="533400"/>
                </a:lnTo>
                <a:lnTo>
                  <a:pt x="45720" y="531876"/>
                </a:lnTo>
                <a:lnTo>
                  <a:pt x="53340" y="530352"/>
                </a:lnTo>
                <a:lnTo>
                  <a:pt x="53340" y="525780"/>
                </a:lnTo>
                <a:lnTo>
                  <a:pt x="9144" y="527304"/>
                </a:lnTo>
                <a:lnTo>
                  <a:pt x="9144" y="690372"/>
                </a:lnTo>
                <a:lnTo>
                  <a:pt x="53340" y="691896"/>
                </a:lnTo>
                <a:lnTo>
                  <a:pt x="53340" y="685800"/>
                </a:lnTo>
                <a:lnTo>
                  <a:pt x="44196" y="685800"/>
                </a:lnTo>
                <a:lnTo>
                  <a:pt x="32004" y="679704"/>
                </a:lnTo>
                <a:lnTo>
                  <a:pt x="27432" y="676656"/>
                </a:lnTo>
                <a:lnTo>
                  <a:pt x="24384" y="672084"/>
                </a:lnTo>
                <a:lnTo>
                  <a:pt x="19812" y="662940"/>
                </a:lnTo>
                <a:lnTo>
                  <a:pt x="19812" y="623316"/>
                </a:lnTo>
                <a:lnTo>
                  <a:pt x="192024" y="623316"/>
                </a:lnTo>
                <a:lnTo>
                  <a:pt x="195072" y="626364"/>
                </a:lnTo>
                <a:lnTo>
                  <a:pt x="199644" y="629412"/>
                </a:lnTo>
                <a:lnTo>
                  <a:pt x="202692" y="635508"/>
                </a:lnTo>
                <a:lnTo>
                  <a:pt x="202692" y="650748"/>
                </a:lnTo>
                <a:lnTo>
                  <a:pt x="207264" y="650748"/>
                </a:lnTo>
                <a:lnTo>
                  <a:pt x="207264" y="568452"/>
                </a:lnTo>
                <a:close/>
              </a:path>
              <a:path extrusionOk="0" h="692150" w="210820">
                <a:moveTo>
                  <a:pt x="207264" y="457200"/>
                </a:moveTo>
                <a:lnTo>
                  <a:pt x="202692" y="457200"/>
                </a:lnTo>
                <a:lnTo>
                  <a:pt x="202692" y="463296"/>
                </a:lnTo>
                <a:lnTo>
                  <a:pt x="201168" y="467868"/>
                </a:lnTo>
                <a:lnTo>
                  <a:pt x="199644" y="470916"/>
                </a:lnTo>
                <a:lnTo>
                  <a:pt x="198120" y="475488"/>
                </a:lnTo>
                <a:lnTo>
                  <a:pt x="195072" y="477012"/>
                </a:lnTo>
                <a:lnTo>
                  <a:pt x="193548" y="478536"/>
                </a:lnTo>
                <a:lnTo>
                  <a:pt x="184404" y="481584"/>
                </a:lnTo>
                <a:lnTo>
                  <a:pt x="114300" y="481584"/>
                </a:lnTo>
                <a:lnTo>
                  <a:pt x="105156" y="477012"/>
                </a:lnTo>
                <a:lnTo>
                  <a:pt x="99060" y="472440"/>
                </a:lnTo>
                <a:lnTo>
                  <a:pt x="92964" y="466344"/>
                </a:lnTo>
                <a:lnTo>
                  <a:pt x="91440" y="463296"/>
                </a:lnTo>
                <a:lnTo>
                  <a:pt x="91440" y="460248"/>
                </a:lnTo>
                <a:lnTo>
                  <a:pt x="92964" y="457200"/>
                </a:lnTo>
                <a:lnTo>
                  <a:pt x="97536" y="452628"/>
                </a:lnTo>
                <a:lnTo>
                  <a:pt x="100584" y="448056"/>
                </a:lnTo>
                <a:lnTo>
                  <a:pt x="102108" y="445008"/>
                </a:lnTo>
                <a:lnTo>
                  <a:pt x="102108" y="437388"/>
                </a:lnTo>
                <a:lnTo>
                  <a:pt x="97536" y="432816"/>
                </a:lnTo>
                <a:lnTo>
                  <a:pt x="91440" y="429768"/>
                </a:lnTo>
                <a:lnTo>
                  <a:pt x="82296" y="429768"/>
                </a:lnTo>
                <a:lnTo>
                  <a:pt x="79248" y="431292"/>
                </a:lnTo>
                <a:lnTo>
                  <a:pt x="74676" y="434340"/>
                </a:lnTo>
                <a:lnTo>
                  <a:pt x="71628" y="438912"/>
                </a:lnTo>
                <a:lnTo>
                  <a:pt x="70104" y="441960"/>
                </a:lnTo>
                <a:lnTo>
                  <a:pt x="70104" y="448056"/>
                </a:lnTo>
                <a:lnTo>
                  <a:pt x="72097" y="456298"/>
                </a:lnTo>
                <a:lnTo>
                  <a:pt x="78105" y="464820"/>
                </a:lnTo>
                <a:lnTo>
                  <a:pt x="88099" y="473354"/>
                </a:lnTo>
                <a:lnTo>
                  <a:pt x="102108" y="481584"/>
                </a:lnTo>
                <a:lnTo>
                  <a:pt x="70104" y="481584"/>
                </a:lnTo>
                <a:lnTo>
                  <a:pt x="70104" y="487680"/>
                </a:lnTo>
                <a:lnTo>
                  <a:pt x="86868" y="528828"/>
                </a:lnTo>
                <a:lnTo>
                  <a:pt x="91440" y="527304"/>
                </a:lnTo>
                <a:lnTo>
                  <a:pt x="89916" y="522732"/>
                </a:lnTo>
                <a:lnTo>
                  <a:pt x="89916" y="512064"/>
                </a:lnTo>
                <a:lnTo>
                  <a:pt x="94488" y="507492"/>
                </a:lnTo>
                <a:lnTo>
                  <a:pt x="97536" y="507492"/>
                </a:lnTo>
                <a:lnTo>
                  <a:pt x="101193" y="506615"/>
                </a:lnTo>
                <a:lnTo>
                  <a:pt x="107442" y="506158"/>
                </a:lnTo>
                <a:lnTo>
                  <a:pt x="126492" y="505968"/>
                </a:lnTo>
                <a:lnTo>
                  <a:pt x="192024" y="505968"/>
                </a:lnTo>
                <a:lnTo>
                  <a:pt x="198120" y="509016"/>
                </a:lnTo>
                <a:lnTo>
                  <a:pt x="201168" y="515112"/>
                </a:lnTo>
                <a:lnTo>
                  <a:pt x="202692" y="519684"/>
                </a:lnTo>
                <a:lnTo>
                  <a:pt x="202692" y="525780"/>
                </a:lnTo>
                <a:lnTo>
                  <a:pt x="207264" y="525780"/>
                </a:lnTo>
                <a:lnTo>
                  <a:pt x="207264" y="457200"/>
                </a:lnTo>
                <a:close/>
              </a:path>
              <a:path extrusionOk="0" h="692150" w="210820">
                <a:moveTo>
                  <a:pt x="207264" y="149352"/>
                </a:moveTo>
                <a:lnTo>
                  <a:pt x="202692" y="149352"/>
                </a:lnTo>
                <a:lnTo>
                  <a:pt x="202692" y="160020"/>
                </a:lnTo>
                <a:lnTo>
                  <a:pt x="201168" y="163068"/>
                </a:lnTo>
                <a:lnTo>
                  <a:pt x="199644" y="164592"/>
                </a:lnTo>
                <a:lnTo>
                  <a:pt x="196596" y="166116"/>
                </a:lnTo>
                <a:lnTo>
                  <a:pt x="195072" y="167640"/>
                </a:lnTo>
                <a:lnTo>
                  <a:pt x="192024" y="169164"/>
                </a:lnTo>
                <a:lnTo>
                  <a:pt x="120396" y="169164"/>
                </a:lnTo>
                <a:lnTo>
                  <a:pt x="111823" y="169430"/>
                </a:lnTo>
                <a:lnTo>
                  <a:pt x="76200" y="185928"/>
                </a:lnTo>
                <a:lnTo>
                  <a:pt x="71628" y="190500"/>
                </a:lnTo>
                <a:lnTo>
                  <a:pt x="70104" y="196596"/>
                </a:lnTo>
                <a:lnTo>
                  <a:pt x="70104" y="204216"/>
                </a:lnTo>
                <a:lnTo>
                  <a:pt x="71831" y="215646"/>
                </a:lnTo>
                <a:lnTo>
                  <a:pt x="77152" y="227076"/>
                </a:lnTo>
                <a:lnTo>
                  <a:pt x="86169" y="238506"/>
                </a:lnTo>
                <a:lnTo>
                  <a:pt x="99060" y="249936"/>
                </a:lnTo>
                <a:lnTo>
                  <a:pt x="70104" y="249936"/>
                </a:lnTo>
                <a:lnTo>
                  <a:pt x="70104" y="256032"/>
                </a:lnTo>
                <a:lnTo>
                  <a:pt x="86868" y="297180"/>
                </a:lnTo>
                <a:lnTo>
                  <a:pt x="91440" y="295656"/>
                </a:lnTo>
                <a:lnTo>
                  <a:pt x="89916" y="291084"/>
                </a:lnTo>
                <a:lnTo>
                  <a:pt x="89916" y="280416"/>
                </a:lnTo>
                <a:lnTo>
                  <a:pt x="94488" y="275844"/>
                </a:lnTo>
                <a:lnTo>
                  <a:pt x="97536" y="275844"/>
                </a:lnTo>
                <a:lnTo>
                  <a:pt x="101841" y="274967"/>
                </a:lnTo>
                <a:lnTo>
                  <a:pt x="108013" y="274510"/>
                </a:lnTo>
                <a:lnTo>
                  <a:pt x="126492" y="274320"/>
                </a:lnTo>
                <a:lnTo>
                  <a:pt x="187452" y="274320"/>
                </a:lnTo>
                <a:lnTo>
                  <a:pt x="193548" y="275844"/>
                </a:lnTo>
                <a:lnTo>
                  <a:pt x="198120" y="277368"/>
                </a:lnTo>
                <a:lnTo>
                  <a:pt x="201168" y="280416"/>
                </a:lnTo>
                <a:lnTo>
                  <a:pt x="202692" y="284988"/>
                </a:lnTo>
                <a:lnTo>
                  <a:pt x="202692" y="294132"/>
                </a:lnTo>
                <a:lnTo>
                  <a:pt x="207264" y="294132"/>
                </a:lnTo>
                <a:lnTo>
                  <a:pt x="207264" y="230124"/>
                </a:lnTo>
                <a:lnTo>
                  <a:pt x="202692" y="230124"/>
                </a:lnTo>
                <a:lnTo>
                  <a:pt x="202692" y="240792"/>
                </a:lnTo>
                <a:lnTo>
                  <a:pt x="201168" y="243840"/>
                </a:lnTo>
                <a:lnTo>
                  <a:pt x="199644" y="245364"/>
                </a:lnTo>
                <a:lnTo>
                  <a:pt x="193548" y="248412"/>
                </a:lnTo>
                <a:lnTo>
                  <a:pt x="192024" y="249936"/>
                </a:lnTo>
                <a:lnTo>
                  <a:pt x="106680" y="249936"/>
                </a:lnTo>
                <a:lnTo>
                  <a:pt x="98679" y="241681"/>
                </a:lnTo>
                <a:lnTo>
                  <a:pt x="92964" y="232981"/>
                </a:lnTo>
                <a:lnTo>
                  <a:pt x="89535" y="224015"/>
                </a:lnTo>
                <a:lnTo>
                  <a:pt x="88392" y="214884"/>
                </a:lnTo>
                <a:lnTo>
                  <a:pt x="88392" y="207264"/>
                </a:lnTo>
                <a:lnTo>
                  <a:pt x="123444" y="193548"/>
                </a:lnTo>
                <a:lnTo>
                  <a:pt x="188976" y="193548"/>
                </a:lnTo>
                <a:lnTo>
                  <a:pt x="190500" y="195072"/>
                </a:lnTo>
                <a:lnTo>
                  <a:pt x="195072" y="195072"/>
                </a:lnTo>
                <a:lnTo>
                  <a:pt x="198120" y="196596"/>
                </a:lnTo>
                <a:lnTo>
                  <a:pt x="199644" y="199644"/>
                </a:lnTo>
                <a:lnTo>
                  <a:pt x="201168" y="201168"/>
                </a:lnTo>
                <a:lnTo>
                  <a:pt x="202692" y="205740"/>
                </a:lnTo>
                <a:lnTo>
                  <a:pt x="202692" y="213360"/>
                </a:lnTo>
                <a:lnTo>
                  <a:pt x="207264" y="213360"/>
                </a:lnTo>
                <a:lnTo>
                  <a:pt x="207264" y="149352"/>
                </a:lnTo>
                <a:close/>
              </a:path>
              <a:path extrusionOk="0" h="692150" w="210820">
                <a:moveTo>
                  <a:pt x="210312" y="362712"/>
                </a:moveTo>
                <a:lnTo>
                  <a:pt x="210185" y="361188"/>
                </a:lnTo>
                <a:lnTo>
                  <a:pt x="209423" y="351840"/>
                </a:lnTo>
                <a:lnTo>
                  <a:pt x="206692" y="341947"/>
                </a:lnTo>
                <a:lnTo>
                  <a:pt x="177927" y="313372"/>
                </a:lnTo>
                <a:lnTo>
                  <a:pt x="158496" y="307848"/>
                </a:lnTo>
                <a:lnTo>
                  <a:pt x="155448" y="310896"/>
                </a:lnTo>
                <a:lnTo>
                  <a:pt x="163753" y="314350"/>
                </a:lnTo>
                <a:lnTo>
                  <a:pt x="170497" y="317944"/>
                </a:lnTo>
                <a:lnTo>
                  <a:pt x="175806" y="321830"/>
                </a:lnTo>
                <a:lnTo>
                  <a:pt x="179832" y="326136"/>
                </a:lnTo>
                <a:lnTo>
                  <a:pt x="184404" y="333756"/>
                </a:lnTo>
                <a:lnTo>
                  <a:pt x="185928" y="341376"/>
                </a:lnTo>
                <a:lnTo>
                  <a:pt x="185928" y="350520"/>
                </a:lnTo>
                <a:lnTo>
                  <a:pt x="160299" y="390931"/>
                </a:lnTo>
                <a:lnTo>
                  <a:pt x="123444" y="399288"/>
                </a:lnTo>
                <a:lnTo>
                  <a:pt x="123444" y="338328"/>
                </a:lnTo>
                <a:lnTo>
                  <a:pt x="123444" y="307848"/>
                </a:lnTo>
                <a:lnTo>
                  <a:pt x="114300" y="308521"/>
                </a:lnTo>
                <a:lnTo>
                  <a:pt x="114300" y="338328"/>
                </a:lnTo>
                <a:lnTo>
                  <a:pt x="114300" y="399288"/>
                </a:lnTo>
                <a:lnTo>
                  <a:pt x="79248" y="374904"/>
                </a:lnTo>
                <a:lnTo>
                  <a:pt x="79248" y="361188"/>
                </a:lnTo>
                <a:lnTo>
                  <a:pt x="106680" y="338328"/>
                </a:lnTo>
                <a:lnTo>
                  <a:pt x="114300" y="338328"/>
                </a:lnTo>
                <a:lnTo>
                  <a:pt x="114300" y="308521"/>
                </a:lnTo>
                <a:lnTo>
                  <a:pt x="78460" y="329209"/>
                </a:lnTo>
                <a:lnTo>
                  <a:pt x="70104" y="358140"/>
                </a:lnTo>
                <a:lnTo>
                  <a:pt x="71247" y="371271"/>
                </a:lnTo>
                <a:lnTo>
                  <a:pt x="99288" y="410337"/>
                </a:lnTo>
                <a:lnTo>
                  <a:pt x="141732" y="420624"/>
                </a:lnTo>
                <a:lnTo>
                  <a:pt x="157187" y="419481"/>
                </a:lnTo>
                <a:lnTo>
                  <a:pt x="156972" y="419481"/>
                </a:lnTo>
                <a:lnTo>
                  <a:pt x="170307" y="416242"/>
                </a:lnTo>
                <a:lnTo>
                  <a:pt x="182016" y="410984"/>
                </a:lnTo>
                <a:lnTo>
                  <a:pt x="192024" y="403860"/>
                </a:lnTo>
                <a:lnTo>
                  <a:pt x="195897" y="399288"/>
                </a:lnTo>
                <a:lnTo>
                  <a:pt x="200025" y="394436"/>
                </a:lnTo>
                <a:lnTo>
                  <a:pt x="205740" y="384429"/>
                </a:lnTo>
                <a:lnTo>
                  <a:pt x="205854" y="384048"/>
                </a:lnTo>
                <a:lnTo>
                  <a:pt x="209169" y="373862"/>
                </a:lnTo>
                <a:lnTo>
                  <a:pt x="210312" y="362712"/>
                </a:lnTo>
                <a:close/>
              </a:path>
              <a:path extrusionOk="0" h="692150" w="210820">
                <a:moveTo>
                  <a:pt x="210312" y="39624"/>
                </a:moveTo>
                <a:lnTo>
                  <a:pt x="193548" y="0"/>
                </a:lnTo>
                <a:lnTo>
                  <a:pt x="188976" y="1524"/>
                </a:lnTo>
                <a:lnTo>
                  <a:pt x="190500" y="6096"/>
                </a:lnTo>
                <a:lnTo>
                  <a:pt x="192024" y="9144"/>
                </a:lnTo>
                <a:lnTo>
                  <a:pt x="192024" y="13716"/>
                </a:lnTo>
                <a:lnTo>
                  <a:pt x="190500" y="16764"/>
                </a:lnTo>
                <a:lnTo>
                  <a:pt x="185928" y="21336"/>
                </a:lnTo>
                <a:lnTo>
                  <a:pt x="182880" y="21336"/>
                </a:lnTo>
                <a:lnTo>
                  <a:pt x="178562" y="22225"/>
                </a:lnTo>
                <a:lnTo>
                  <a:pt x="172402" y="22669"/>
                </a:lnTo>
                <a:lnTo>
                  <a:pt x="164223" y="22847"/>
                </a:lnTo>
                <a:lnTo>
                  <a:pt x="0" y="22847"/>
                </a:lnTo>
                <a:lnTo>
                  <a:pt x="0" y="28956"/>
                </a:lnTo>
                <a:lnTo>
                  <a:pt x="16764" y="70104"/>
                </a:lnTo>
                <a:lnTo>
                  <a:pt x="21336" y="68580"/>
                </a:lnTo>
                <a:lnTo>
                  <a:pt x="19812" y="64008"/>
                </a:lnTo>
                <a:lnTo>
                  <a:pt x="19875" y="53276"/>
                </a:lnTo>
                <a:lnTo>
                  <a:pt x="24384" y="48768"/>
                </a:lnTo>
                <a:lnTo>
                  <a:pt x="27432" y="48768"/>
                </a:lnTo>
                <a:lnTo>
                  <a:pt x="31737" y="47891"/>
                </a:lnTo>
                <a:lnTo>
                  <a:pt x="37909" y="47434"/>
                </a:lnTo>
                <a:lnTo>
                  <a:pt x="47244" y="47244"/>
                </a:lnTo>
                <a:lnTo>
                  <a:pt x="82296" y="47244"/>
                </a:lnTo>
                <a:lnTo>
                  <a:pt x="77165" y="53276"/>
                </a:lnTo>
                <a:lnTo>
                  <a:pt x="73342" y="60007"/>
                </a:lnTo>
                <a:lnTo>
                  <a:pt x="70929" y="67614"/>
                </a:lnTo>
                <a:lnTo>
                  <a:pt x="70840" y="68580"/>
                </a:lnTo>
                <a:lnTo>
                  <a:pt x="70104" y="76200"/>
                </a:lnTo>
                <a:lnTo>
                  <a:pt x="94488" y="120396"/>
                </a:lnTo>
                <a:lnTo>
                  <a:pt x="131991" y="137541"/>
                </a:lnTo>
                <a:lnTo>
                  <a:pt x="146304" y="138684"/>
                </a:lnTo>
                <a:lnTo>
                  <a:pt x="159727" y="137541"/>
                </a:lnTo>
                <a:lnTo>
                  <a:pt x="159524" y="137541"/>
                </a:lnTo>
                <a:lnTo>
                  <a:pt x="171450" y="134302"/>
                </a:lnTo>
                <a:lnTo>
                  <a:pt x="182308" y="129044"/>
                </a:lnTo>
                <a:lnTo>
                  <a:pt x="192024" y="121920"/>
                </a:lnTo>
                <a:lnTo>
                  <a:pt x="200025" y="113639"/>
                </a:lnTo>
                <a:lnTo>
                  <a:pt x="201549" y="111252"/>
                </a:lnTo>
                <a:lnTo>
                  <a:pt x="205740" y="104775"/>
                </a:lnTo>
                <a:lnTo>
                  <a:pt x="209169" y="95351"/>
                </a:lnTo>
                <a:lnTo>
                  <a:pt x="210312" y="85344"/>
                </a:lnTo>
                <a:lnTo>
                  <a:pt x="210312" y="77724"/>
                </a:lnTo>
                <a:lnTo>
                  <a:pt x="208788" y="71628"/>
                </a:lnTo>
                <a:lnTo>
                  <a:pt x="202692" y="59436"/>
                </a:lnTo>
                <a:lnTo>
                  <a:pt x="196494" y="53276"/>
                </a:lnTo>
                <a:lnTo>
                  <a:pt x="192024" y="49695"/>
                </a:lnTo>
                <a:lnTo>
                  <a:pt x="192024" y="71628"/>
                </a:lnTo>
                <a:lnTo>
                  <a:pt x="191135" y="79349"/>
                </a:lnTo>
                <a:lnTo>
                  <a:pt x="158115" y="108013"/>
                </a:lnTo>
                <a:lnTo>
                  <a:pt x="132588" y="111252"/>
                </a:lnTo>
                <a:lnTo>
                  <a:pt x="119697" y="110426"/>
                </a:lnTo>
                <a:lnTo>
                  <a:pt x="82296" y="91440"/>
                </a:lnTo>
                <a:lnTo>
                  <a:pt x="79248" y="85344"/>
                </a:lnTo>
                <a:lnTo>
                  <a:pt x="79248" y="71628"/>
                </a:lnTo>
                <a:lnTo>
                  <a:pt x="80772" y="67056"/>
                </a:lnTo>
                <a:lnTo>
                  <a:pt x="83820" y="62484"/>
                </a:lnTo>
                <a:lnTo>
                  <a:pt x="85344" y="57912"/>
                </a:lnTo>
                <a:lnTo>
                  <a:pt x="94488" y="51816"/>
                </a:lnTo>
                <a:lnTo>
                  <a:pt x="100584" y="48768"/>
                </a:lnTo>
                <a:lnTo>
                  <a:pt x="106680" y="47244"/>
                </a:lnTo>
                <a:lnTo>
                  <a:pt x="178308" y="47244"/>
                </a:lnTo>
                <a:lnTo>
                  <a:pt x="184302" y="52984"/>
                </a:lnTo>
                <a:lnTo>
                  <a:pt x="188595" y="58864"/>
                </a:lnTo>
                <a:lnTo>
                  <a:pt x="191160" y="65036"/>
                </a:lnTo>
                <a:lnTo>
                  <a:pt x="192024" y="71628"/>
                </a:lnTo>
                <a:lnTo>
                  <a:pt x="192024" y="49695"/>
                </a:lnTo>
                <a:lnTo>
                  <a:pt x="188976" y="47244"/>
                </a:lnTo>
                <a:lnTo>
                  <a:pt x="210312" y="47244"/>
                </a:lnTo>
                <a:lnTo>
                  <a:pt x="210312" y="396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47" name="Google Shape;347;p10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5123687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348" name="Google Shape;348;p10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5056632" y="6900671"/>
            <a:ext cx="271271" cy="1798319"/>
          </a:xfrm>
          <a:prstGeom prst="rect">
            <a:avLst/>
          </a:prstGeom>
          <a:noFill/>
          <a:ln>
            <a:noFill/>
          </a:ln>
        </p:spPr>
      </p:pic>
      <p:sp>
        <p:nvSpPr>
          <p:cNvPr id="349" name="Google Shape;349;p10"/>
          <p:cNvSpPr/>
          <p:nvPr/>
        </p:nvSpPr>
        <p:spPr>
          <a:xfrm>
            <a:off x="5056632" y="6103620"/>
            <a:ext cx="210820" cy="718185"/>
          </a:xfrm>
          <a:custGeom>
            <a:rect b="b" l="l" r="r" t="t"/>
            <a:pathLst>
              <a:path extrusionOk="0" h="718184" w="210820">
                <a:moveTo>
                  <a:pt x="207251" y="562356"/>
                </a:moveTo>
                <a:lnTo>
                  <a:pt x="202679" y="562356"/>
                </a:lnTo>
                <a:lnTo>
                  <a:pt x="202679" y="574548"/>
                </a:lnTo>
                <a:lnTo>
                  <a:pt x="199631" y="577596"/>
                </a:lnTo>
                <a:lnTo>
                  <a:pt x="196583" y="583692"/>
                </a:lnTo>
                <a:lnTo>
                  <a:pt x="190487" y="586740"/>
                </a:lnTo>
                <a:lnTo>
                  <a:pt x="114287" y="586740"/>
                </a:lnTo>
                <a:lnTo>
                  <a:pt x="105143" y="582168"/>
                </a:lnTo>
                <a:lnTo>
                  <a:pt x="99047" y="577596"/>
                </a:lnTo>
                <a:lnTo>
                  <a:pt x="91427" y="569976"/>
                </a:lnTo>
                <a:lnTo>
                  <a:pt x="91427" y="565404"/>
                </a:lnTo>
                <a:lnTo>
                  <a:pt x="92951" y="562356"/>
                </a:lnTo>
                <a:lnTo>
                  <a:pt x="100571" y="554736"/>
                </a:lnTo>
                <a:lnTo>
                  <a:pt x="102095" y="550164"/>
                </a:lnTo>
                <a:lnTo>
                  <a:pt x="102095" y="544068"/>
                </a:lnTo>
                <a:lnTo>
                  <a:pt x="100571" y="541020"/>
                </a:lnTo>
                <a:lnTo>
                  <a:pt x="97523" y="539496"/>
                </a:lnTo>
                <a:lnTo>
                  <a:pt x="95999" y="536448"/>
                </a:lnTo>
                <a:lnTo>
                  <a:pt x="91427" y="534924"/>
                </a:lnTo>
                <a:lnTo>
                  <a:pt x="83807" y="534924"/>
                </a:lnTo>
                <a:lnTo>
                  <a:pt x="79235" y="537972"/>
                </a:lnTo>
                <a:lnTo>
                  <a:pt x="76187" y="541020"/>
                </a:lnTo>
                <a:lnTo>
                  <a:pt x="71615" y="544068"/>
                </a:lnTo>
                <a:lnTo>
                  <a:pt x="70091" y="548640"/>
                </a:lnTo>
                <a:lnTo>
                  <a:pt x="70091" y="553212"/>
                </a:lnTo>
                <a:lnTo>
                  <a:pt x="72097" y="562102"/>
                </a:lnTo>
                <a:lnTo>
                  <a:pt x="78092" y="570547"/>
                </a:lnTo>
                <a:lnTo>
                  <a:pt x="88099" y="578726"/>
                </a:lnTo>
                <a:lnTo>
                  <a:pt x="102095" y="586740"/>
                </a:lnTo>
                <a:lnTo>
                  <a:pt x="70091" y="586740"/>
                </a:lnTo>
                <a:lnTo>
                  <a:pt x="70091" y="594360"/>
                </a:lnTo>
                <a:lnTo>
                  <a:pt x="86855" y="633984"/>
                </a:lnTo>
                <a:lnTo>
                  <a:pt x="91427" y="632460"/>
                </a:lnTo>
                <a:lnTo>
                  <a:pt x="89903" y="629412"/>
                </a:lnTo>
                <a:lnTo>
                  <a:pt x="89903" y="618744"/>
                </a:lnTo>
                <a:lnTo>
                  <a:pt x="91427" y="615696"/>
                </a:lnTo>
                <a:lnTo>
                  <a:pt x="92951" y="614172"/>
                </a:lnTo>
                <a:lnTo>
                  <a:pt x="94475" y="614172"/>
                </a:lnTo>
                <a:lnTo>
                  <a:pt x="97523" y="612648"/>
                </a:lnTo>
                <a:lnTo>
                  <a:pt x="115963" y="611365"/>
                </a:lnTo>
                <a:lnTo>
                  <a:pt x="126479" y="611124"/>
                </a:lnTo>
                <a:lnTo>
                  <a:pt x="185915" y="611124"/>
                </a:lnTo>
                <a:lnTo>
                  <a:pt x="190487" y="612648"/>
                </a:lnTo>
                <a:lnTo>
                  <a:pt x="192011" y="612648"/>
                </a:lnTo>
                <a:lnTo>
                  <a:pt x="198107" y="615696"/>
                </a:lnTo>
                <a:lnTo>
                  <a:pt x="199631" y="617220"/>
                </a:lnTo>
                <a:lnTo>
                  <a:pt x="201155" y="620268"/>
                </a:lnTo>
                <a:lnTo>
                  <a:pt x="202679" y="624840"/>
                </a:lnTo>
                <a:lnTo>
                  <a:pt x="202679" y="630936"/>
                </a:lnTo>
                <a:lnTo>
                  <a:pt x="207251" y="630936"/>
                </a:lnTo>
                <a:lnTo>
                  <a:pt x="207251" y="562356"/>
                </a:lnTo>
                <a:close/>
              </a:path>
              <a:path extrusionOk="0" h="718184" w="210820">
                <a:moveTo>
                  <a:pt x="207251" y="256032"/>
                </a:moveTo>
                <a:lnTo>
                  <a:pt x="202679" y="256032"/>
                </a:lnTo>
                <a:lnTo>
                  <a:pt x="202679" y="266700"/>
                </a:lnTo>
                <a:lnTo>
                  <a:pt x="201155" y="268224"/>
                </a:lnTo>
                <a:lnTo>
                  <a:pt x="199631" y="271272"/>
                </a:lnTo>
                <a:lnTo>
                  <a:pt x="198107" y="272796"/>
                </a:lnTo>
                <a:lnTo>
                  <a:pt x="195059" y="272796"/>
                </a:lnTo>
                <a:lnTo>
                  <a:pt x="192011" y="274320"/>
                </a:lnTo>
                <a:lnTo>
                  <a:pt x="185915" y="275844"/>
                </a:lnTo>
                <a:lnTo>
                  <a:pt x="111810" y="275894"/>
                </a:lnTo>
                <a:lnTo>
                  <a:pt x="104381" y="276225"/>
                </a:lnTo>
                <a:lnTo>
                  <a:pt x="76187" y="291084"/>
                </a:lnTo>
                <a:lnTo>
                  <a:pt x="71615" y="297180"/>
                </a:lnTo>
                <a:lnTo>
                  <a:pt x="70091" y="303276"/>
                </a:lnTo>
                <a:lnTo>
                  <a:pt x="70091" y="310896"/>
                </a:lnTo>
                <a:lnTo>
                  <a:pt x="71831" y="321475"/>
                </a:lnTo>
                <a:lnTo>
                  <a:pt x="77139" y="332613"/>
                </a:lnTo>
                <a:lnTo>
                  <a:pt x="86169" y="344335"/>
                </a:lnTo>
                <a:lnTo>
                  <a:pt x="99047" y="356616"/>
                </a:lnTo>
                <a:lnTo>
                  <a:pt x="70091" y="356616"/>
                </a:lnTo>
                <a:lnTo>
                  <a:pt x="70091" y="362712"/>
                </a:lnTo>
                <a:lnTo>
                  <a:pt x="86855" y="403860"/>
                </a:lnTo>
                <a:lnTo>
                  <a:pt x="91427" y="400812"/>
                </a:lnTo>
                <a:lnTo>
                  <a:pt x="89903" y="397764"/>
                </a:lnTo>
                <a:lnTo>
                  <a:pt x="89903" y="387096"/>
                </a:lnTo>
                <a:lnTo>
                  <a:pt x="94475" y="382524"/>
                </a:lnTo>
                <a:lnTo>
                  <a:pt x="99047" y="381000"/>
                </a:lnTo>
                <a:lnTo>
                  <a:pt x="193535" y="381000"/>
                </a:lnTo>
                <a:lnTo>
                  <a:pt x="198107" y="384048"/>
                </a:lnTo>
                <a:lnTo>
                  <a:pt x="201155" y="387096"/>
                </a:lnTo>
                <a:lnTo>
                  <a:pt x="202679" y="390144"/>
                </a:lnTo>
                <a:lnTo>
                  <a:pt x="202679" y="400812"/>
                </a:lnTo>
                <a:lnTo>
                  <a:pt x="207251" y="400812"/>
                </a:lnTo>
                <a:lnTo>
                  <a:pt x="207251" y="336804"/>
                </a:lnTo>
                <a:lnTo>
                  <a:pt x="202679" y="336804"/>
                </a:lnTo>
                <a:lnTo>
                  <a:pt x="202679" y="347472"/>
                </a:lnTo>
                <a:lnTo>
                  <a:pt x="201155" y="348996"/>
                </a:lnTo>
                <a:lnTo>
                  <a:pt x="199631" y="352044"/>
                </a:lnTo>
                <a:lnTo>
                  <a:pt x="198107" y="353568"/>
                </a:lnTo>
                <a:lnTo>
                  <a:pt x="195059" y="355092"/>
                </a:lnTo>
                <a:lnTo>
                  <a:pt x="192011" y="355092"/>
                </a:lnTo>
                <a:lnTo>
                  <a:pt x="185915" y="356616"/>
                </a:lnTo>
                <a:lnTo>
                  <a:pt x="108191" y="356616"/>
                </a:lnTo>
                <a:lnTo>
                  <a:pt x="99314" y="347497"/>
                </a:lnTo>
                <a:lnTo>
                  <a:pt x="93141" y="338518"/>
                </a:lnTo>
                <a:lnTo>
                  <a:pt x="89547" y="329831"/>
                </a:lnTo>
                <a:lnTo>
                  <a:pt x="88379" y="321564"/>
                </a:lnTo>
                <a:lnTo>
                  <a:pt x="88379" y="313944"/>
                </a:lnTo>
                <a:lnTo>
                  <a:pt x="123431" y="300228"/>
                </a:lnTo>
                <a:lnTo>
                  <a:pt x="192011" y="300228"/>
                </a:lnTo>
                <a:lnTo>
                  <a:pt x="198107" y="303276"/>
                </a:lnTo>
                <a:lnTo>
                  <a:pt x="202679" y="307848"/>
                </a:lnTo>
                <a:lnTo>
                  <a:pt x="202679" y="320040"/>
                </a:lnTo>
                <a:lnTo>
                  <a:pt x="207251" y="320040"/>
                </a:lnTo>
                <a:lnTo>
                  <a:pt x="207251" y="256032"/>
                </a:lnTo>
                <a:close/>
              </a:path>
              <a:path extrusionOk="0" h="718184" w="210820">
                <a:moveTo>
                  <a:pt x="210299" y="662940"/>
                </a:moveTo>
                <a:lnTo>
                  <a:pt x="208775" y="656844"/>
                </a:lnTo>
                <a:lnTo>
                  <a:pt x="202679" y="649224"/>
                </a:lnTo>
                <a:lnTo>
                  <a:pt x="198107" y="643128"/>
                </a:lnTo>
                <a:lnTo>
                  <a:pt x="190487" y="638556"/>
                </a:lnTo>
                <a:lnTo>
                  <a:pt x="181343" y="635508"/>
                </a:lnTo>
                <a:lnTo>
                  <a:pt x="181343" y="641604"/>
                </a:lnTo>
                <a:lnTo>
                  <a:pt x="187439" y="644652"/>
                </a:lnTo>
                <a:lnTo>
                  <a:pt x="188963" y="647700"/>
                </a:lnTo>
                <a:lnTo>
                  <a:pt x="192011" y="650748"/>
                </a:lnTo>
                <a:lnTo>
                  <a:pt x="192011" y="661416"/>
                </a:lnTo>
                <a:lnTo>
                  <a:pt x="190487" y="664464"/>
                </a:lnTo>
                <a:lnTo>
                  <a:pt x="187439" y="667512"/>
                </a:lnTo>
                <a:lnTo>
                  <a:pt x="184391" y="669036"/>
                </a:lnTo>
                <a:lnTo>
                  <a:pt x="178295" y="670560"/>
                </a:lnTo>
                <a:lnTo>
                  <a:pt x="82283" y="670560"/>
                </a:lnTo>
                <a:lnTo>
                  <a:pt x="82283" y="640080"/>
                </a:lnTo>
                <a:lnTo>
                  <a:pt x="73139" y="640080"/>
                </a:lnTo>
                <a:lnTo>
                  <a:pt x="73139" y="670560"/>
                </a:lnTo>
                <a:lnTo>
                  <a:pt x="28943" y="670560"/>
                </a:lnTo>
                <a:lnTo>
                  <a:pt x="28943" y="673608"/>
                </a:lnTo>
                <a:lnTo>
                  <a:pt x="62471" y="693420"/>
                </a:lnTo>
                <a:lnTo>
                  <a:pt x="67043" y="699516"/>
                </a:lnTo>
                <a:lnTo>
                  <a:pt x="73139" y="705612"/>
                </a:lnTo>
                <a:lnTo>
                  <a:pt x="76187" y="711708"/>
                </a:lnTo>
                <a:lnTo>
                  <a:pt x="77711" y="717804"/>
                </a:lnTo>
                <a:lnTo>
                  <a:pt x="82283" y="717804"/>
                </a:lnTo>
                <a:lnTo>
                  <a:pt x="82283" y="694944"/>
                </a:lnTo>
                <a:lnTo>
                  <a:pt x="184391" y="694944"/>
                </a:lnTo>
                <a:lnTo>
                  <a:pt x="196583" y="691896"/>
                </a:lnTo>
                <a:lnTo>
                  <a:pt x="201155" y="690372"/>
                </a:lnTo>
                <a:lnTo>
                  <a:pt x="204203" y="687324"/>
                </a:lnTo>
                <a:lnTo>
                  <a:pt x="207251" y="682752"/>
                </a:lnTo>
                <a:lnTo>
                  <a:pt x="210299" y="673608"/>
                </a:lnTo>
                <a:lnTo>
                  <a:pt x="210299" y="662940"/>
                </a:lnTo>
                <a:close/>
              </a:path>
              <a:path extrusionOk="0" h="718184" w="210820">
                <a:moveTo>
                  <a:pt x="210299" y="86868"/>
                </a:moveTo>
                <a:lnTo>
                  <a:pt x="204203" y="83820"/>
                </a:lnTo>
                <a:lnTo>
                  <a:pt x="204203" y="79248"/>
                </a:lnTo>
                <a:lnTo>
                  <a:pt x="205727" y="77724"/>
                </a:lnTo>
                <a:lnTo>
                  <a:pt x="205727" y="73152"/>
                </a:lnTo>
                <a:lnTo>
                  <a:pt x="210248" y="46964"/>
                </a:lnTo>
                <a:lnTo>
                  <a:pt x="210197" y="44196"/>
                </a:lnTo>
                <a:lnTo>
                  <a:pt x="210096" y="42672"/>
                </a:lnTo>
                <a:lnTo>
                  <a:pt x="209715" y="36868"/>
                </a:lnTo>
                <a:lnTo>
                  <a:pt x="186867" y="3429"/>
                </a:lnTo>
                <a:lnTo>
                  <a:pt x="170675" y="0"/>
                </a:lnTo>
                <a:lnTo>
                  <a:pt x="159588" y="1981"/>
                </a:lnTo>
                <a:lnTo>
                  <a:pt x="132575" y="30480"/>
                </a:lnTo>
                <a:lnTo>
                  <a:pt x="123482" y="51727"/>
                </a:lnTo>
                <a:lnTo>
                  <a:pt x="118859" y="60960"/>
                </a:lnTo>
                <a:lnTo>
                  <a:pt x="114287" y="67056"/>
                </a:lnTo>
                <a:lnTo>
                  <a:pt x="109715" y="68580"/>
                </a:lnTo>
                <a:lnTo>
                  <a:pt x="106667" y="71628"/>
                </a:lnTo>
                <a:lnTo>
                  <a:pt x="102095" y="73152"/>
                </a:lnTo>
                <a:lnTo>
                  <a:pt x="92951" y="73152"/>
                </a:lnTo>
                <a:lnTo>
                  <a:pt x="88379" y="71628"/>
                </a:lnTo>
                <a:lnTo>
                  <a:pt x="85331" y="67056"/>
                </a:lnTo>
                <a:lnTo>
                  <a:pt x="80759" y="62484"/>
                </a:lnTo>
                <a:lnTo>
                  <a:pt x="79235" y="57912"/>
                </a:lnTo>
                <a:lnTo>
                  <a:pt x="79235" y="42672"/>
                </a:lnTo>
                <a:lnTo>
                  <a:pt x="115811" y="15240"/>
                </a:lnTo>
                <a:lnTo>
                  <a:pt x="115811" y="10668"/>
                </a:lnTo>
                <a:lnTo>
                  <a:pt x="70091" y="10668"/>
                </a:lnTo>
                <a:lnTo>
                  <a:pt x="70091" y="15240"/>
                </a:lnTo>
                <a:lnTo>
                  <a:pt x="73139" y="16764"/>
                </a:lnTo>
                <a:lnTo>
                  <a:pt x="76187" y="19812"/>
                </a:lnTo>
                <a:lnTo>
                  <a:pt x="76187" y="27432"/>
                </a:lnTo>
                <a:lnTo>
                  <a:pt x="74663" y="32004"/>
                </a:lnTo>
                <a:lnTo>
                  <a:pt x="71615" y="39624"/>
                </a:lnTo>
                <a:lnTo>
                  <a:pt x="70091" y="45720"/>
                </a:lnTo>
                <a:lnTo>
                  <a:pt x="70091" y="51727"/>
                </a:lnTo>
                <a:lnTo>
                  <a:pt x="70904" y="59778"/>
                </a:lnTo>
                <a:lnTo>
                  <a:pt x="100482" y="90855"/>
                </a:lnTo>
                <a:lnTo>
                  <a:pt x="108191" y="91440"/>
                </a:lnTo>
                <a:lnTo>
                  <a:pt x="115811" y="91440"/>
                </a:lnTo>
                <a:lnTo>
                  <a:pt x="123431" y="89916"/>
                </a:lnTo>
                <a:lnTo>
                  <a:pt x="128003" y="85344"/>
                </a:lnTo>
                <a:lnTo>
                  <a:pt x="132638" y="80962"/>
                </a:lnTo>
                <a:lnTo>
                  <a:pt x="137147" y="74866"/>
                </a:lnTo>
                <a:lnTo>
                  <a:pt x="138112" y="73152"/>
                </a:lnTo>
                <a:lnTo>
                  <a:pt x="141719" y="66700"/>
                </a:lnTo>
                <a:lnTo>
                  <a:pt x="146291" y="56388"/>
                </a:lnTo>
                <a:lnTo>
                  <a:pt x="151726" y="46964"/>
                </a:lnTo>
                <a:lnTo>
                  <a:pt x="173723" y="21336"/>
                </a:lnTo>
                <a:lnTo>
                  <a:pt x="187439" y="21336"/>
                </a:lnTo>
                <a:lnTo>
                  <a:pt x="192011" y="24384"/>
                </a:lnTo>
                <a:lnTo>
                  <a:pt x="199631" y="32004"/>
                </a:lnTo>
                <a:lnTo>
                  <a:pt x="201155" y="38100"/>
                </a:lnTo>
                <a:lnTo>
                  <a:pt x="201053" y="45720"/>
                </a:lnTo>
                <a:lnTo>
                  <a:pt x="200952" y="46964"/>
                </a:lnTo>
                <a:lnTo>
                  <a:pt x="200609" y="51727"/>
                </a:lnTo>
                <a:lnTo>
                  <a:pt x="171018" y="84277"/>
                </a:lnTo>
                <a:lnTo>
                  <a:pt x="161531" y="86868"/>
                </a:lnTo>
                <a:lnTo>
                  <a:pt x="161531" y="91440"/>
                </a:lnTo>
                <a:lnTo>
                  <a:pt x="208775" y="91440"/>
                </a:lnTo>
                <a:lnTo>
                  <a:pt x="210299" y="86868"/>
                </a:lnTo>
                <a:close/>
              </a:path>
              <a:path extrusionOk="0" h="718184" w="210820">
                <a:moveTo>
                  <a:pt x="210312" y="464820"/>
                </a:moveTo>
                <a:lnTo>
                  <a:pt x="195072" y="428244"/>
                </a:lnTo>
                <a:lnTo>
                  <a:pt x="158496" y="409956"/>
                </a:lnTo>
                <a:lnTo>
                  <a:pt x="155448" y="413004"/>
                </a:lnTo>
                <a:lnTo>
                  <a:pt x="163753" y="416699"/>
                </a:lnTo>
                <a:lnTo>
                  <a:pt x="170497" y="420814"/>
                </a:lnTo>
                <a:lnTo>
                  <a:pt x="175768" y="425196"/>
                </a:lnTo>
                <a:lnTo>
                  <a:pt x="179832" y="429768"/>
                </a:lnTo>
                <a:lnTo>
                  <a:pt x="184404" y="435864"/>
                </a:lnTo>
                <a:lnTo>
                  <a:pt x="185928" y="443484"/>
                </a:lnTo>
                <a:lnTo>
                  <a:pt x="185801" y="453961"/>
                </a:lnTo>
                <a:lnTo>
                  <a:pt x="160299" y="493687"/>
                </a:lnTo>
                <a:lnTo>
                  <a:pt x="123444" y="501396"/>
                </a:lnTo>
                <a:lnTo>
                  <a:pt x="123444" y="440436"/>
                </a:lnTo>
                <a:lnTo>
                  <a:pt x="123444" y="409956"/>
                </a:lnTo>
                <a:lnTo>
                  <a:pt x="114300" y="410692"/>
                </a:lnTo>
                <a:lnTo>
                  <a:pt x="114300" y="440436"/>
                </a:lnTo>
                <a:lnTo>
                  <a:pt x="114300" y="501396"/>
                </a:lnTo>
                <a:lnTo>
                  <a:pt x="106146" y="500545"/>
                </a:lnTo>
                <a:lnTo>
                  <a:pt x="106451" y="500545"/>
                </a:lnTo>
                <a:lnTo>
                  <a:pt x="99631" y="498348"/>
                </a:lnTo>
                <a:lnTo>
                  <a:pt x="93510" y="494969"/>
                </a:lnTo>
                <a:lnTo>
                  <a:pt x="88392" y="490728"/>
                </a:lnTo>
                <a:lnTo>
                  <a:pt x="82296" y="484632"/>
                </a:lnTo>
                <a:lnTo>
                  <a:pt x="79248" y="477012"/>
                </a:lnTo>
                <a:lnTo>
                  <a:pt x="79248" y="464820"/>
                </a:lnTo>
                <a:lnTo>
                  <a:pt x="80772" y="458724"/>
                </a:lnTo>
                <a:lnTo>
                  <a:pt x="86868" y="449580"/>
                </a:lnTo>
                <a:lnTo>
                  <a:pt x="96012" y="443484"/>
                </a:lnTo>
                <a:lnTo>
                  <a:pt x="100584" y="441960"/>
                </a:lnTo>
                <a:lnTo>
                  <a:pt x="106680" y="441960"/>
                </a:lnTo>
                <a:lnTo>
                  <a:pt x="114300" y="440436"/>
                </a:lnTo>
                <a:lnTo>
                  <a:pt x="114300" y="410692"/>
                </a:lnTo>
                <a:lnTo>
                  <a:pt x="112344" y="410845"/>
                </a:lnTo>
                <a:lnTo>
                  <a:pt x="102108" y="413575"/>
                </a:lnTo>
                <a:lnTo>
                  <a:pt x="73723" y="441198"/>
                </a:lnTo>
                <a:lnTo>
                  <a:pt x="70104" y="461772"/>
                </a:lnTo>
                <a:lnTo>
                  <a:pt x="70154" y="462394"/>
                </a:lnTo>
                <a:lnTo>
                  <a:pt x="89916" y="505968"/>
                </a:lnTo>
                <a:lnTo>
                  <a:pt x="125704" y="521614"/>
                </a:lnTo>
                <a:lnTo>
                  <a:pt x="141732" y="522732"/>
                </a:lnTo>
                <a:lnTo>
                  <a:pt x="156870" y="521830"/>
                </a:lnTo>
                <a:lnTo>
                  <a:pt x="170307" y="518922"/>
                </a:lnTo>
                <a:lnTo>
                  <a:pt x="182016" y="513740"/>
                </a:lnTo>
                <a:lnTo>
                  <a:pt x="192024" y="505968"/>
                </a:lnTo>
                <a:lnTo>
                  <a:pt x="196291" y="501396"/>
                </a:lnTo>
                <a:lnTo>
                  <a:pt x="200025" y="497395"/>
                </a:lnTo>
                <a:lnTo>
                  <a:pt x="205740" y="487680"/>
                </a:lnTo>
                <a:lnTo>
                  <a:pt x="209169" y="476821"/>
                </a:lnTo>
                <a:lnTo>
                  <a:pt x="210312" y="464820"/>
                </a:lnTo>
                <a:close/>
              </a:path>
              <a:path extrusionOk="0" h="718184" w="210820">
                <a:moveTo>
                  <a:pt x="210312" y="146304"/>
                </a:moveTo>
                <a:lnTo>
                  <a:pt x="193548" y="105156"/>
                </a:lnTo>
                <a:lnTo>
                  <a:pt x="188976" y="108204"/>
                </a:lnTo>
                <a:lnTo>
                  <a:pt x="190500" y="111252"/>
                </a:lnTo>
                <a:lnTo>
                  <a:pt x="192024" y="115824"/>
                </a:lnTo>
                <a:lnTo>
                  <a:pt x="192024" y="120396"/>
                </a:lnTo>
                <a:lnTo>
                  <a:pt x="188976" y="123444"/>
                </a:lnTo>
                <a:lnTo>
                  <a:pt x="188976" y="124968"/>
                </a:lnTo>
                <a:lnTo>
                  <a:pt x="182880" y="128016"/>
                </a:lnTo>
                <a:lnTo>
                  <a:pt x="0" y="128016"/>
                </a:lnTo>
                <a:lnTo>
                  <a:pt x="0" y="135636"/>
                </a:lnTo>
                <a:lnTo>
                  <a:pt x="16764" y="175260"/>
                </a:lnTo>
                <a:lnTo>
                  <a:pt x="21336" y="173736"/>
                </a:lnTo>
                <a:lnTo>
                  <a:pt x="21221" y="173405"/>
                </a:lnTo>
                <a:lnTo>
                  <a:pt x="19812" y="169164"/>
                </a:lnTo>
                <a:lnTo>
                  <a:pt x="19812" y="160020"/>
                </a:lnTo>
                <a:lnTo>
                  <a:pt x="21336" y="156972"/>
                </a:lnTo>
                <a:lnTo>
                  <a:pt x="22860" y="155448"/>
                </a:lnTo>
                <a:lnTo>
                  <a:pt x="24384" y="155448"/>
                </a:lnTo>
                <a:lnTo>
                  <a:pt x="28956" y="153924"/>
                </a:lnTo>
                <a:lnTo>
                  <a:pt x="32385" y="153695"/>
                </a:lnTo>
                <a:lnTo>
                  <a:pt x="38100" y="153162"/>
                </a:lnTo>
                <a:lnTo>
                  <a:pt x="46101" y="152641"/>
                </a:lnTo>
                <a:lnTo>
                  <a:pt x="56388" y="152400"/>
                </a:lnTo>
                <a:lnTo>
                  <a:pt x="82296" y="152400"/>
                </a:lnTo>
                <a:lnTo>
                  <a:pt x="77165" y="158648"/>
                </a:lnTo>
                <a:lnTo>
                  <a:pt x="73342" y="165735"/>
                </a:lnTo>
                <a:lnTo>
                  <a:pt x="70929" y="173405"/>
                </a:lnTo>
                <a:lnTo>
                  <a:pt x="70891" y="173736"/>
                </a:lnTo>
                <a:lnTo>
                  <a:pt x="70104" y="181356"/>
                </a:lnTo>
                <a:lnTo>
                  <a:pt x="71551" y="194500"/>
                </a:lnTo>
                <a:lnTo>
                  <a:pt x="94488" y="227076"/>
                </a:lnTo>
                <a:lnTo>
                  <a:pt x="131991" y="242938"/>
                </a:lnTo>
                <a:lnTo>
                  <a:pt x="146304" y="243840"/>
                </a:lnTo>
                <a:lnTo>
                  <a:pt x="159791" y="242938"/>
                </a:lnTo>
                <a:lnTo>
                  <a:pt x="159550" y="242938"/>
                </a:lnTo>
                <a:lnTo>
                  <a:pt x="171450" y="240220"/>
                </a:lnTo>
                <a:lnTo>
                  <a:pt x="182308" y="235483"/>
                </a:lnTo>
                <a:lnTo>
                  <a:pt x="192024" y="228600"/>
                </a:lnTo>
                <a:lnTo>
                  <a:pt x="200025" y="220319"/>
                </a:lnTo>
                <a:lnTo>
                  <a:pt x="202539" y="216408"/>
                </a:lnTo>
                <a:lnTo>
                  <a:pt x="205740" y="211455"/>
                </a:lnTo>
                <a:lnTo>
                  <a:pt x="209169" y="202031"/>
                </a:lnTo>
                <a:lnTo>
                  <a:pt x="210312" y="192024"/>
                </a:lnTo>
                <a:lnTo>
                  <a:pt x="210312" y="184404"/>
                </a:lnTo>
                <a:lnTo>
                  <a:pt x="192024" y="155486"/>
                </a:lnTo>
                <a:lnTo>
                  <a:pt x="192024" y="178308"/>
                </a:lnTo>
                <a:lnTo>
                  <a:pt x="191135" y="185153"/>
                </a:lnTo>
                <a:lnTo>
                  <a:pt x="158877" y="213741"/>
                </a:lnTo>
                <a:lnTo>
                  <a:pt x="134112" y="216408"/>
                </a:lnTo>
                <a:lnTo>
                  <a:pt x="120345" y="215798"/>
                </a:lnTo>
                <a:lnTo>
                  <a:pt x="83820" y="198120"/>
                </a:lnTo>
                <a:lnTo>
                  <a:pt x="79248" y="190500"/>
                </a:lnTo>
                <a:lnTo>
                  <a:pt x="79248" y="178308"/>
                </a:lnTo>
                <a:lnTo>
                  <a:pt x="80772" y="173736"/>
                </a:lnTo>
                <a:lnTo>
                  <a:pt x="86868" y="164592"/>
                </a:lnTo>
                <a:lnTo>
                  <a:pt x="89916" y="161544"/>
                </a:lnTo>
                <a:lnTo>
                  <a:pt x="96012" y="158496"/>
                </a:lnTo>
                <a:lnTo>
                  <a:pt x="100584" y="155448"/>
                </a:lnTo>
                <a:lnTo>
                  <a:pt x="106680" y="153924"/>
                </a:lnTo>
                <a:lnTo>
                  <a:pt x="114300" y="152400"/>
                </a:lnTo>
                <a:lnTo>
                  <a:pt x="178308" y="152400"/>
                </a:lnTo>
                <a:lnTo>
                  <a:pt x="184302" y="159029"/>
                </a:lnTo>
                <a:lnTo>
                  <a:pt x="188595" y="165354"/>
                </a:lnTo>
                <a:lnTo>
                  <a:pt x="191160" y="171691"/>
                </a:lnTo>
                <a:lnTo>
                  <a:pt x="191223" y="172212"/>
                </a:lnTo>
                <a:lnTo>
                  <a:pt x="192024" y="178308"/>
                </a:lnTo>
                <a:lnTo>
                  <a:pt x="192024" y="155486"/>
                </a:lnTo>
                <a:lnTo>
                  <a:pt x="188976" y="152400"/>
                </a:lnTo>
                <a:lnTo>
                  <a:pt x="210312" y="152400"/>
                </a:lnTo>
                <a:lnTo>
                  <a:pt x="210312" y="1463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0" name="Google Shape;350;p10"/>
          <p:cNvGrpSpPr/>
          <p:nvPr/>
        </p:nvGrpSpPr>
        <p:grpSpPr>
          <a:xfrm>
            <a:off x="5056632" y="5745479"/>
            <a:ext cx="210311" cy="268225"/>
            <a:chOff x="5056632" y="5745479"/>
            <a:chExt cx="210311" cy="268225"/>
          </a:xfrm>
        </p:grpSpPr>
        <p:pic>
          <p:nvPicPr>
            <p:cNvPr id="351" name="Google Shape;351;p10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5126735" y="5885688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2" name="Google Shape;352;p10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5056632" y="5745479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53" name="Google Shape;353;p10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5065775" y="5612891"/>
            <a:ext cx="198120" cy="822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4" name="Google Shape;354;p10"/>
          <p:cNvGrpSpPr/>
          <p:nvPr/>
        </p:nvGrpSpPr>
        <p:grpSpPr>
          <a:xfrm>
            <a:off x="5061203" y="5297423"/>
            <a:ext cx="207263" cy="294131"/>
            <a:chOff x="5061203" y="5297423"/>
            <a:chExt cx="207263" cy="294131"/>
          </a:xfrm>
        </p:grpSpPr>
        <p:pic>
          <p:nvPicPr>
            <p:cNvPr id="355" name="Google Shape;355;p10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5126735" y="5297423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6" name="Google Shape;356;p10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5061203" y="5416295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57" name="Google Shape;357;p10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5550408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8" name="Google Shape;358;p10"/>
          <p:cNvGrpSpPr/>
          <p:nvPr/>
        </p:nvGrpSpPr>
        <p:grpSpPr>
          <a:xfrm>
            <a:off x="5487923" y="7722107"/>
            <a:ext cx="205740" cy="976884"/>
            <a:chOff x="5487923" y="7722107"/>
            <a:chExt cx="205740" cy="976884"/>
          </a:xfrm>
        </p:grpSpPr>
        <p:pic>
          <p:nvPicPr>
            <p:cNvPr id="359" name="Google Shape;359;p10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5492495" y="8301227"/>
              <a:ext cx="201167" cy="3977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0" name="Google Shape;360;p10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5553455" y="7918703"/>
              <a:ext cx="140208" cy="36271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1" name="Google Shape;361;p10"/>
            <p:cNvSpPr/>
            <p:nvPr/>
          </p:nvSpPr>
          <p:spPr>
            <a:xfrm>
              <a:off x="5487923" y="7840979"/>
              <a:ext cx="78105" cy="44450"/>
            </a:xfrm>
            <a:custGeom>
              <a:rect b="b" l="l" r="r" t="t"/>
              <a:pathLst>
                <a:path extrusionOk="0" h="44450" w="78104">
                  <a:moveTo>
                    <a:pt x="22860" y="44196"/>
                  </a:moveTo>
                  <a:lnTo>
                    <a:pt x="13716" y="44196"/>
                  </a:lnTo>
                  <a:lnTo>
                    <a:pt x="9144" y="42672"/>
                  </a:lnTo>
                  <a:lnTo>
                    <a:pt x="6096" y="39624"/>
                  </a:lnTo>
                  <a:lnTo>
                    <a:pt x="285" y="30908"/>
                  </a:lnTo>
                  <a:lnTo>
                    <a:pt x="0" y="30408"/>
                  </a:lnTo>
                  <a:lnTo>
                    <a:pt x="0" y="18288"/>
                  </a:lnTo>
                  <a:lnTo>
                    <a:pt x="3048" y="12192"/>
                  </a:lnTo>
                  <a:lnTo>
                    <a:pt x="15240" y="3048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3830" y="13716"/>
                  </a:lnTo>
                  <a:lnTo>
                    <a:pt x="35052" y="13716"/>
                  </a:lnTo>
                  <a:lnTo>
                    <a:pt x="32004" y="16764"/>
                  </a:lnTo>
                  <a:lnTo>
                    <a:pt x="32004" y="22860"/>
                  </a:lnTo>
                  <a:lnTo>
                    <a:pt x="33528" y="25908"/>
                  </a:lnTo>
                  <a:lnTo>
                    <a:pt x="33528" y="33528"/>
                  </a:lnTo>
                  <a:lnTo>
                    <a:pt x="32004" y="36576"/>
                  </a:lnTo>
                  <a:lnTo>
                    <a:pt x="25908" y="42672"/>
                  </a:lnTo>
                  <a:lnTo>
                    <a:pt x="22860" y="44196"/>
                  </a:lnTo>
                  <a:close/>
                </a:path>
                <a:path extrusionOk="0" h="44450" w="78104">
                  <a:moveTo>
                    <a:pt x="77724" y="38100"/>
                  </a:moveTo>
                  <a:lnTo>
                    <a:pt x="71628" y="38100"/>
                  </a:lnTo>
                  <a:lnTo>
                    <a:pt x="67079" y="30908"/>
                  </a:lnTo>
                  <a:lnTo>
                    <a:pt x="62674" y="25146"/>
                  </a:lnTo>
                  <a:lnTo>
                    <a:pt x="58554" y="20526"/>
                  </a:lnTo>
                  <a:lnTo>
                    <a:pt x="54864" y="16764"/>
                  </a:lnTo>
                  <a:lnTo>
                    <a:pt x="45720" y="13716"/>
                  </a:lnTo>
                  <a:lnTo>
                    <a:pt x="63830" y="13716"/>
                  </a:lnTo>
                  <a:lnTo>
                    <a:pt x="67008" y="17311"/>
                  </a:lnTo>
                  <a:lnTo>
                    <a:pt x="71247" y="23431"/>
                  </a:lnTo>
                  <a:lnTo>
                    <a:pt x="74914" y="30408"/>
                  </a:lnTo>
                  <a:lnTo>
                    <a:pt x="77724" y="38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2" name="Google Shape;362;p10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5553455" y="7722107"/>
              <a:ext cx="140208" cy="9143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63" name="Google Shape;363;p10"/>
          <p:cNvGrpSpPr/>
          <p:nvPr/>
        </p:nvGrpSpPr>
        <p:grpSpPr>
          <a:xfrm>
            <a:off x="5492495" y="7114031"/>
            <a:ext cx="201168" cy="522732"/>
            <a:chOff x="5492495" y="7114031"/>
            <a:chExt cx="201168" cy="522732"/>
          </a:xfrm>
        </p:grpSpPr>
        <p:pic>
          <p:nvPicPr>
            <p:cNvPr id="364" name="Google Shape;364;p10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5492495" y="7470647"/>
              <a:ext cx="198120" cy="1661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5" name="Google Shape;365;p10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5553708" y="7114031"/>
              <a:ext cx="139955" cy="33375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66" name="Google Shape;366;p10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67" name="Google Shape;367;p10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8" name="Google Shape;368;p10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69" name="Google Shape;369;p10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" name="Google Shape;370;p10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71" name="Google Shape;371;p10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6655307" y="1801368"/>
            <a:ext cx="115824" cy="746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" name="Google Shape;376;p11"/>
          <p:cNvGrpSpPr/>
          <p:nvPr/>
        </p:nvGrpSpPr>
        <p:grpSpPr>
          <a:xfrm>
            <a:off x="3209531" y="5806440"/>
            <a:ext cx="341643" cy="2665603"/>
            <a:chOff x="3209531" y="5806440"/>
            <a:chExt cx="341643" cy="2665603"/>
          </a:xfrm>
        </p:grpSpPr>
        <p:sp>
          <p:nvSpPr>
            <p:cNvPr id="377" name="Google Shape;377;p11"/>
            <p:cNvSpPr/>
            <p:nvPr/>
          </p:nvSpPr>
          <p:spPr>
            <a:xfrm>
              <a:off x="3217164" y="8301228"/>
              <a:ext cx="327660" cy="170815"/>
            </a:xfrm>
            <a:custGeom>
              <a:rect b="b" l="l" r="r" t="t"/>
              <a:pathLst>
                <a:path extrusionOk="0" h="170815" w="327660">
                  <a:moveTo>
                    <a:pt x="327659" y="170687"/>
                  </a:moveTo>
                  <a:lnTo>
                    <a:pt x="318515" y="170687"/>
                  </a:lnTo>
                  <a:lnTo>
                    <a:pt x="318515" y="150876"/>
                  </a:lnTo>
                  <a:lnTo>
                    <a:pt x="316991" y="143256"/>
                  </a:lnTo>
                  <a:lnTo>
                    <a:pt x="312419" y="137160"/>
                  </a:lnTo>
                  <a:lnTo>
                    <a:pt x="310895" y="134112"/>
                  </a:lnTo>
                  <a:lnTo>
                    <a:pt x="306323" y="129540"/>
                  </a:lnTo>
                  <a:lnTo>
                    <a:pt x="271271" y="124968"/>
                  </a:lnTo>
                  <a:lnTo>
                    <a:pt x="56387" y="124968"/>
                  </a:lnTo>
                  <a:lnTo>
                    <a:pt x="13715" y="138684"/>
                  </a:lnTo>
                  <a:lnTo>
                    <a:pt x="9143" y="150876"/>
                  </a:lnTo>
                  <a:lnTo>
                    <a:pt x="9143" y="170687"/>
                  </a:lnTo>
                  <a:lnTo>
                    <a:pt x="0" y="170687"/>
                  </a:lnTo>
                  <a:lnTo>
                    <a:pt x="0" y="0"/>
                  </a:lnTo>
                  <a:lnTo>
                    <a:pt x="9143" y="0"/>
                  </a:lnTo>
                  <a:lnTo>
                    <a:pt x="9143" y="19812"/>
                  </a:lnTo>
                  <a:lnTo>
                    <a:pt x="10667" y="27432"/>
                  </a:lnTo>
                  <a:lnTo>
                    <a:pt x="44981" y="45696"/>
                  </a:lnTo>
                  <a:lnTo>
                    <a:pt x="282678" y="45672"/>
                  </a:lnTo>
                  <a:lnTo>
                    <a:pt x="291655" y="45339"/>
                  </a:lnTo>
                  <a:lnTo>
                    <a:pt x="298061" y="44434"/>
                  </a:lnTo>
                  <a:lnTo>
                    <a:pt x="301751" y="42672"/>
                  </a:lnTo>
                  <a:lnTo>
                    <a:pt x="306323" y="41148"/>
                  </a:lnTo>
                  <a:lnTo>
                    <a:pt x="310895" y="38100"/>
                  </a:lnTo>
                  <a:lnTo>
                    <a:pt x="313943" y="32004"/>
                  </a:lnTo>
                  <a:lnTo>
                    <a:pt x="316991" y="27432"/>
                  </a:lnTo>
                  <a:lnTo>
                    <a:pt x="318515" y="19812"/>
                  </a:lnTo>
                  <a:lnTo>
                    <a:pt x="318515" y="10668"/>
                  </a:lnTo>
                  <a:lnTo>
                    <a:pt x="318515" y="0"/>
                  </a:lnTo>
                  <a:lnTo>
                    <a:pt x="327659" y="0"/>
                  </a:lnTo>
                  <a:lnTo>
                    <a:pt x="327659" y="17068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8" name="Google Shape;378;p1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3313176" y="8033004"/>
              <a:ext cx="231648" cy="2407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9" name="Google Shape;379;p11"/>
            <p:cNvSpPr/>
            <p:nvPr/>
          </p:nvSpPr>
          <p:spPr>
            <a:xfrm>
              <a:off x="3236975" y="7854695"/>
              <a:ext cx="311150" cy="151130"/>
            </a:xfrm>
            <a:custGeom>
              <a:rect b="b" l="l" r="r" t="t"/>
              <a:pathLst>
                <a:path extrusionOk="0" h="151129" w="311150">
                  <a:moveTo>
                    <a:pt x="106679" y="150875"/>
                  </a:moveTo>
                  <a:lnTo>
                    <a:pt x="97536" y="150875"/>
                  </a:lnTo>
                  <a:lnTo>
                    <a:pt x="86987" y="135683"/>
                  </a:lnTo>
                  <a:lnTo>
                    <a:pt x="76009" y="121919"/>
                  </a:lnTo>
                  <a:lnTo>
                    <a:pt x="40719" y="87534"/>
                  </a:lnTo>
                  <a:lnTo>
                    <a:pt x="0" y="60959"/>
                  </a:lnTo>
                  <a:lnTo>
                    <a:pt x="0" y="53339"/>
                  </a:lnTo>
                  <a:lnTo>
                    <a:pt x="82296" y="53339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39"/>
                  </a:lnTo>
                  <a:lnTo>
                    <a:pt x="245364" y="53339"/>
                  </a:lnTo>
                  <a:lnTo>
                    <a:pt x="254555" y="53078"/>
                  </a:lnTo>
                  <a:lnTo>
                    <a:pt x="261747" y="52387"/>
                  </a:lnTo>
                  <a:lnTo>
                    <a:pt x="267223" y="51411"/>
                  </a:lnTo>
                  <a:lnTo>
                    <a:pt x="271272" y="50291"/>
                  </a:lnTo>
                  <a:lnTo>
                    <a:pt x="274319" y="50291"/>
                  </a:lnTo>
                  <a:lnTo>
                    <a:pt x="280416" y="44195"/>
                  </a:lnTo>
                  <a:lnTo>
                    <a:pt x="283464" y="38099"/>
                  </a:lnTo>
                  <a:lnTo>
                    <a:pt x="283464" y="36575"/>
                  </a:lnTo>
                  <a:lnTo>
                    <a:pt x="282035" y="28598"/>
                  </a:lnTo>
                  <a:lnTo>
                    <a:pt x="277748" y="20764"/>
                  </a:lnTo>
                  <a:lnTo>
                    <a:pt x="270605" y="13215"/>
                  </a:lnTo>
                  <a:lnTo>
                    <a:pt x="260604" y="6095"/>
                  </a:lnTo>
                  <a:lnTo>
                    <a:pt x="265176" y="0"/>
                  </a:lnTo>
                  <a:lnTo>
                    <a:pt x="285178" y="10834"/>
                  </a:lnTo>
                  <a:lnTo>
                    <a:pt x="299465" y="24955"/>
                  </a:lnTo>
                  <a:lnTo>
                    <a:pt x="308038" y="42219"/>
                  </a:lnTo>
                  <a:lnTo>
                    <a:pt x="310895" y="62483"/>
                  </a:lnTo>
                  <a:lnTo>
                    <a:pt x="310062" y="72485"/>
                  </a:lnTo>
                  <a:lnTo>
                    <a:pt x="286321" y="110489"/>
                  </a:lnTo>
                  <a:lnTo>
                    <a:pt x="244292" y="120134"/>
                  </a:lnTo>
                  <a:lnTo>
                    <a:pt x="228600" y="120395"/>
                  </a:lnTo>
                  <a:lnTo>
                    <a:pt x="106679" y="120395"/>
                  </a:lnTo>
                  <a:lnTo>
                    <a:pt x="106679" y="15087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80" name="Google Shape;380;p1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3313176" y="7642860"/>
              <a:ext cx="231648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1" name="Google Shape;381;p1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3313175" y="7405116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82" name="Google Shape;382;p11"/>
            <p:cNvSpPr/>
            <p:nvPr/>
          </p:nvSpPr>
          <p:spPr>
            <a:xfrm>
              <a:off x="3217164" y="7120128"/>
              <a:ext cx="334010" cy="243840"/>
            </a:xfrm>
            <a:custGeom>
              <a:rect b="b" l="l" r="r" t="t"/>
              <a:pathLst>
                <a:path extrusionOk="0" h="243840" w="334010">
                  <a:moveTo>
                    <a:pt x="9144" y="127920"/>
                  </a:moveTo>
                  <a:lnTo>
                    <a:pt x="0" y="127920"/>
                  </a:lnTo>
                  <a:lnTo>
                    <a:pt x="0" y="27408"/>
                  </a:lnTo>
                  <a:lnTo>
                    <a:pt x="270486" y="27408"/>
                  </a:lnTo>
                  <a:lnTo>
                    <a:pt x="279463" y="27241"/>
                  </a:lnTo>
                  <a:lnTo>
                    <a:pt x="306324" y="0"/>
                  </a:lnTo>
                  <a:lnTo>
                    <a:pt x="315467" y="0"/>
                  </a:lnTo>
                  <a:lnTo>
                    <a:pt x="333756" y="94488"/>
                  </a:lnTo>
                  <a:lnTo>
                    <a:pt x="43216" y="94488"/>
                  </a:lnTo>
                  <a:lnTo>
                    <a:pt x="32956" y="94678"/>
                  </a:lnTo>
                  <a:lnTo>
                    <a:pt x="9144" y="117348"/>
                  </a:lnTo>
                  <a:lnTo>
                    <a:pt x="9144" y="127920"/>
                  </a:lnTo>
                  <a:close/>
                </a:path>
                <a:path extrusionOk="0" h="243840" w="334010">
                  <a:moveTo>
                    <a:pt x="217931" y="243840"/>
                  </a:moveTo>
                  <a:lnTo>
                    <a:pt x="168425" y="236767"/>
                  </a:lnTo>
                  <a:lnTo>
                    <a:pt x="128397" y="216408"/>
                  </a:lnTo>
                  <a:lnTo>
                    <a:pt x="103727" y="185785"/>
                  </a:lnTo>
                  <a:lnTo>
                    <a:pt x="96012" y="149352"/>
                  </a:lnTo>
                  <a:lnTo>
                    <a:pt x="96113" y="146827"/>
                  </a:lnTo>
                  <a:lnTo>
                    <a:pt x="96195" y="144780"/>
                  </a:lnTo>
                  <a:lnTo>
                    <a:pt x="111252" y="108204"/>
                  </a:lnTo>
                  <a:lnTo>
                    <a:pt x="124968" y="94488"/>
                  </a:lnTo>
                  <a:lnTo>
                    <a:pt x="153924" y="94488"/>
                  </a:lnTo>
                  <a:lnTo>
                    <a:pt x="139153" y="103893"/>
                  </a:lnTo>
                  <a:lnTo>
                    <a:pt x="137836" y="105156"/>
                  </a:lnTo>
                  <a:lnTo>
                    <a:pt x="128587" y="114300"/>
                  </a:lnTo>
                  <a:lnTo>
                    <a:pt x="122420" y="125777"/>
                  </a:lnTo>
                  <a:lnTo>
                    <a:pt x="120396" y="138684"/>
                  </a:lnTo>
                  <a:lnTo>
                    <a:pt x="120396" y="144780"/>
                  </a:lnTo>
                  <a:lnTo>
                    <a:pt x="150876" y="167640"/>
                  </a:lnTo>
                  <a:lnTo>
                    <a:pt x="190523" y="173426"/>
                  </a:lnTo>
                  <a:lnTo>
                    <a:pt x="208788" y="173736"/>
                  </a:lnTo>
                  <a:lnTo>
                    <a:pt x="331512" y="173736"/>
                  </a:lnTo>
                  <a:lnTo>
                    <a:pt x="331231" y="176022"/>
                  </a:lnTo>
                  <a:lnTo>
                    <a:pt x="311896" y="210312"/>
                  </a:lnTo>
                  <a:lnTo>
                    <a:pt x="278796" y="232910"/>
                  </a:lnTo>
                  <a:lnTo>
                    <a:pt x="239934" y="242673"/>
                  </a:lnTo>
                  <a:lnTo>
                    <a:pt x="217931" y="243840"/>
                  </a:lnTo>
                  <a:close/>
                </a:path>
                <a:path extrusionOk="0" h="243840" w="334010">
                  <a:moveTo>
                    <a:pt x="331512" y="173736"/>
                  </a:moveTo>
                  <a:lnTo>
                    <a:pt x="208788" y="173736"/>
                  </a:lnTo>
                  <a:lnTo>
                    <a:pt x="228838" y="173426"/>
                  </a:lnTo>
                  <a:lnTo>
                    <a:pt x="245745" y="172402"/>
                  </a:lnTo>
                  <a:lnTo>
                    <a:pt x="289369" y="159639"/>
                  </a:lnTo>
                  <a:lnTo>
                    <a:pt x="306324" y="141636"/>
                  </a:lnTo>
                  <a:lnTo>
                    <a:pt x="306324" y="134112"/>
                  </a:lnTo>
                  <a:lnTo>
                    <a:pt x="304299" y="123848"/>
                  </a:lnTo>
                  <a:lnTo>
                    <a:pt x="298132" y="113728"/>
                  </a:lnTo>
                  <a:lnTo>
                    <a:pt x="287678" y="103893"/>
                  </a:lnTo>
                  <a:lnTo>
                    <a:pt x="272795" y="94488"/>
                  </a:lnTo>
                  <a:lnTo>
                    <a:pt x="297180" y="94488"/>
                  </a:lnTo>
                  <a:lnTo>
                    <a:pt x="326136" y="124968"/>
                  </a:lnTo>
                  <a:lnTo>
                    <a:pt x="333103" y="146304"/>
                  </a:lnTo>
                  <a:lnTo>
                    <a:pt x="333208" y="146827"/>
                  </a:lnTo>
                  <a:lnTo>
                    <a:pt x="333659" y="153924"/>
                  </a:lnTo>
                  <a:lnTo>
                    <a:pt x="333756" y="155448"/>
                  </a:lnTo>
                  <a:lnTo>
                    <a:pt x="331675" y="172402"/>
                  </a:lnTo>
                  <a:lnTo>
                    <a:pt x="331550" y="173426"/>
                  </a:lnTo>
                  <a:lnTo>
                    <a:pt x="331512" y="17373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83" name="Google Shape;383;p1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3319272" y="6856476"/>
              <a:ext cx="231648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4" name="Google Shape;384;p11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3313175" y="6626352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85" name="Google Shape;385;p11"/>
            <p:cNvSpPr/>
            <p:nvPr/>
          </p:nvSpPr>
          <p:spPr>
            <a:xfrm>
              <a:off x="3209531" y="6321552"/>
              <a:ext cx="338455" cy="287020"/>
            </a:xfrm>
            <a:custGeom>
              <a:rect b="b" l="l" r="r" t="t"/>
              <a:pathLst>
                <a:path extrusionOk="0" h="287020" w="338454">
                  <a:moveTo>
                    <a:pt x="74676" y="62484"/>
                  </a:moveTo>
                  <a:lnTo>
                    <a:pt x="51435" y="26860"/>
                  </a:lnTo>
                  <a:lnTo>
                    <a:pt x="36576" y="24384"/>
                  </a:lnTo>
                  <a:lnTo>
                    <a:pt x="29743" y="24980"/>
                  </a:lnTo>
                  <a:lnTo>
                    <a:pt x="596" y="54775"/>
                  </a:lnTo>
                  <a:lnTo>
                    <a:pt x="0" y="62484"/>
                  </a:lnTo>
                  <a:lnTo>
                    <a:pt x="596" y="69329"/>
                  </a:lnTo>
                  <a:lnTo>
                    <a:pt x="29743" y="98475"/>
                  </a:lnTo>
                  <a:lnTo>
                    <a:pt x="36576" y="99060"/>
                  </a:lnTo>
                  <a:lnTo>
                    <a:pt x="44297" y="98475"/>
                  </a:lnTo>
                  <a:lnTo>
                    <a:pt x="73875" y="69329"/>
                  </a:lnTo>
                  <a:lnTo>
                    <a:pt x="74676" y="62484"/>
                  </a:lnTo>
                  <a:close/>
                </a:path>
                <a:path extrusionOk="0" h="287020" w="338454">
                  <a:moveTo>
                    <a:pt x="335280" y="0"/>
                  </a:moveTo>
                  <a:lnTo>
                    <a:pt x="326136" y="0"/>
                  </a:lnTo>
                  <a:lnTo>
                    <a:pt x="324612" y="10668"/>
                  </a:lnTo>
                  <a:lnTo>
                    <a:pt x="323088" y="18288"/>
                  </a:lnTo>
                  <a:lnTo>
                    <a:pt x="288036" y="27432"/>
                  </a:lnTo>
                  <a:lnTo>
                    <a:pt x="109728" y="27432"/>
                  </a:lnTo>
                  <a:lnTo>
                    <a:pt x="109728" y="121920"/>
                  </a:lnTo>
                  <a:lnTo>
                    <a:pt x="118872" y="121920"/>
                  </a:lnTo>
                  <a:lnTo>
                    <a:pt x="118872" y="111252"/>
                  </a:lnTo>
                  <a:lnTo>
                    <a:pt x="121920" y="103632"/>
                  </a:lnTo>
                  <a:lnTo>
                    <a:pt x="126492" y="100584"/>
                  </a:lnTo>
                  <a:lnTo>
                    <a:pt x="131064" y="97713"/>
                  </a:lnTo>
                  <a:lnTo>
                    <a:pt x="137922" y="95821"/>
                  </a:lnTo>
                  <a:lnTo>
                    <a:pt x="147281" y="94780"/>
                  </a:lnTo>
                  <a:lnTo>
                    <a:pt x="147955" y="94780"/>
                  </a:lnTo>
                  <a:lnTo>
                    <a:pt x="158496" y="94488"/>
                  </a:lnTo>
                  <a:lnTo>
                    <a:pt x="288036" y="94488"/>
                  </a:lnTo>
                  <a:lnTo>
                    <a:pt x="298564" y="94780"/>
                  </a:lnTo>
                  <a:lnTo>
                    <a:pt x="326136" y="111252"/>
                  </a:lnTo>
                  <a:lnTo>
                    <a:pt x="326136" y="121920"/>
                  </a:lnTo>
                  <a:lnTo>
                    <a:pt x="335280" y="121920"/>
                  </a:lnTo>
                  <a:lnTo>
                    <a:pt x="335280" y="94488"/>
                  </a:lnTo>
                  <a:lnTo>
                    <a:pt x="335280" y="0"/>
                  </a:lnTo>
                  <a:close/>
                </a:path>
                <a:path extrusionOk="0" h="287020" w="338454">
                  <a:moveTo>
                    <a:pt x="338328" y="198120"/>
                  </a:moveTo>
                  <a:lnTo>
                    <a:pt x="335470" y="177863"/>
                  </a:lnTo>
                  <a:lnTo>
                    <a:pt x="326898" y="160591"/>
                  </a:lnTo>
                  <a:lnTo>
                    <a:pt x="312610" y="146481"/>
                  </a:lnTo>
                  <a:lnTo>
                    <a:pt x="292608" y="135636"/>
                  </a:lnTo>
                  <a:lnTo>
                    <a:pt x="288036" y="143256"/>
                  </a:lnTo>
                  <a:lnTo>
                    <a:pt x="298043" y="150139"/>
                  </a:lnTo>
                  <a:lnTo>
                    <a:pt x="305181" y="157162"/>
                  </a:lnTo>
                  <a:lnTo>
                    <a:pt x="309473" y="164477"/>
                  </a:lnTo>
                  <a:lnTo>
                    <a:pt x="310896" y="172212"/>
                  </a:lnTo>
                  <a:lnTo>
                    <a:pt x="310896" y="175260"/>
                  </a:lnTo>
                  <a:lnTo>
                    <a:pt x="272796" y="188976"/>
                  </a:lnTo>
                  <a:lnTo>
                    <a:pt x="134112" y="188976"/>
                  </a:lnTo>
                  <a:lnTo>
                    <a:pt x="134112" y="135636"/>
                  </a:lnTo>
                  <a:lnTo>
                    <a:pt x="109728" y="135636"/>
                  </a:lnTo>
                  <a:lnTo>
                    <a:pt x="109728" y="188976"/>
                  </a:lnTo>
                  <a:lnTo>
                    <a:pt x="27432" y="188976"/>
                  </a:lnTo>
                  <a:lnTo>
                    <a:pt x="27432" y="196596"/>
                  </a:lnTo>
                  <a:lnTo>
                    <a:pt x="68160" y="223824"/>
                  </a:lnTo>
                  <a:lnTo>
                    <a:pt x="103441" y="257746"/>
                  </a:lnTo>
                  <a:lnTo>
                    <a:pt x="124968" y="286512"/>
                  </a:lnTo>
                  <a:lnTo>
                    <a:pt x="134112" y="286512"/>
                  </a:lnTo>
                  <a:lnTo>
                    <a:pt x="134112" y="256032"/>
                  </a:lnTo>
                  <a:lnTo>
                    <a:pt x="256032" y="256032"/>
                  </a:lnTo>
                  <a:lnTo>
                    <a:pt x="271729" y="255778"/>
                  </a:lnTo>
                  <a:lnTo>
                    <a:pt x="313753" y="246697"/>
                  </a:lnTo>
                  <a:lnTo>
                    <a:pt x="337502" y="208775"/>
                  </a:lnTo>
                  <a:lnTo>
                    <a:pt x="338328" y="1981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86" name="Google Shape;386;p11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3313175" y="6086856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7" name="Google Shape;387;p11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3313176" y="5806440"/>
              <a:ext cx="231648" cy="2407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88" name="Google Shape;388;p11"/>
          <p:cNvGrpSpPr/>
          <p:nvPr/>
        </p:nvGrpSpPr>
        <p:grpSpPr>
          <a:xfrm>
            <a:off x="3236975" y="5273040"/>
            <a:ext cx="313944" cy="382778"/>
            <a:chOff x="3236975" y="5273040"/>
            <a:chExt cx="313944" cy="382778"/>
          </a:xfrm>
        </p:grpSpPr>
        <p:sp>
          <p:nvSpPr>
            <p:cNvPr id="389" name="Google Shape;389;p11"/>
            <p:cNvSpPr/>
            <p:nvPr/>
          </p:nvSpPr>
          <p:spPr>
            <a:xfrm>
              <a:off x="3236975" y="5504688"/>
              <a:ext cx="311150" cy="151130"/>
            </a:xfrm>
            <a:custGeom>
              <a:rect b="b" l="l" r="r" t="t"/>
              <a:pathLst>
                <a:path extrusionOk="0" h="151129" w="311150">
                  <a:moveTo>
                    <a:pt x="106679" y="150876"/>
                  </a:moveTo>
                  <a:lnTo>
                    <a:pt x="97536" y="150876"/>
                  </a:lnTo>
                  <a:lnTo>
                    <a:pt x="86987" y="135707"/>
                  </a:lnTo>
                  <a:lnTo>
                    <a:pt x="76009" y="122110"/>
                  </a:lnTo>
                  <a:lnTo>
                    <a:pt x="40719" y="88177"/>
                  </a:lnTo>
                  <a:lnTo>
                    <a:pt x="0" y="60960"/>
                  </a:lnTo>
                  <a:lnTo>
                    <a:pt x="0" y="53340"/>
                  </a:lnTo>
                  <a:lnTo>
                    <a:pt x="82296" y="53340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40"/>
                  </a:lnTo>
                  <a:lnTo>
                    <a:pt x="245364" y="53340"/>
                  </a:lnTo>
                  <a:lnTo>
                    <a:pt x="281940" y="41148"/>
                  </a:lnTo>
                  <a:lnTo>
                    <a:pt x="283464" y="39624"/>
                  </a:lnTo>
                  <a:lnTo>
                    <a:pt x="283464" y="36576"/>
                  </a:lnTo>
                  <a:lnTo>
                    <a:pt x="282035" y="28813"/>
                  </a:lnTo>
                  <a:lnTo>
                    <a:pt x="277748" y="21336"/>
                  </a:lnTo>
                  <a:lnTo>
                    <a:pt x="270605" y="13858"/>
                  </a:lnTo>
                  <a:lnTo>
                    <a:pt x="260604" y="6096"/>
                  </a:lnTo>
                  <a:lnTo>
                    <a:pt x="265176" y="0"/>
                  </a:lnTo>
                  <a:lnTo>
                    <a:pt x="285178" y="10834"/>
                  </a:lnTo>
                  <a:lnTo>
                    <a:pt x="299465" y="24955"/>
                  </a:lnTo>
                  <a:lnTo>
                    <a:pt x="308038" y="42219"/>
                  </a:lnTo>
                  <a:lnTo>
                    <a:pt x="310895" y="62484"/>
                  </a:lnTo>
                  <a:lnTo>
                    <a:pt x="310062" y="72485"/>
                  </a:lnTo>
                  <a:lnTo>
                    <a:pt x="286321" y="110490"/>
                  </a:lnTo>
                  <a:lnTo>
                    <a:pt x="244292" y="120134"/>
                  </a:lnTo>
                  <a:lnTo>
                    <a:pt x="228600" y="120396"/>
                  </a:lnTo>
                  <a:lnTo>
                    <a:pt x="106679" y="120396"/>
                  </a:lnTo>
                  <a:lnTo>
                    <a:pt x="106679" y="15087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0" name="Google Shape;390;p11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3313175" y="5273040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91" name="Google Shape;391;p11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3209543" y="3704844"/>
            <a:ext cx="440231" cy="1420367"/>
          </a:xfrm>
          <a:prstGeom prst="rect">
            <a:avLst/>
          </a:prstGeom>
          <a:noFill/>
          <a:ln>
            <a:noFill/>
          </a:ln>
        </p:spPr>
      </p:pic>
      <p:pic>
        <p:nvPicPr>
          <p:cNvPr id="392" name="Google Shape;392;p11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3209543" y="1897379"/>
            <a:ext cx="342900" cy="16657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93" name="Google Shape;393;p11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94" name="Google Shape;394;p11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5" name="Google Shape;395;p11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96" name="Google Shape;396;p11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97" name="Google Shape;397;p11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98" name="Google Shape;398;p11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6656832" y="1801368"/>
            <a:ext cx="115823" cy="74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12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404" name="Google Shape;404;p1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5" name="Google Shape;405;p12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06" name="Google Shape;406;p12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12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12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6655307" y="1801367"/>
            <a:ext cx="117348" cy="746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09" name="Google Shape;409;p12"/>
          <p:cNvGrpSpPr/>
          <p:nvPr/>
        </p:nvGrpSpPr>
        <p:grpSpPr>
          <a:xfrm>
            <a:off x="1388351" y="7229856"/>
            <a:ext cx="351155" cy="1065276"/>
            <a:chOff x="1388351" y="7229856"/>
            <a:chExt cx="351155" cy="1065276"/>
          </a:xfrm>
        </p:grpSpPr>
        <p:sp>
          <p:nvSpPr>
            <p:cNvPr id="410" name="Google Shape;410;p12"/>
            <p:cNvSpPr/>
            <p:nvPr/>
          </p:nvSpPr>
          <p:spPr>
            <a:xfrm>
              <a:off x="1388351" y="7594092"/>
              <a:ext cx="351155" cy="701040"/>
            </a:xfrm>
            <a:custGeom>
              <a:rect b="b" l="l" r="r" t="t"/>
              <a:pathLst>
                <a:path extrusionOk="0" h="701040" w="351155">
                  <a:moveTo>
                    <a:pt x="342900" y="0"/>
                  </a:moveTo>
                  <a:lnTo>
                    <a:pt x="335280" y="0"/>
                  </a:lnTo>
                  <a:lnTo>
                    <a:pt x="335280" y="10668"/>
                  </a:lnTo>
                  <a:lnTo>
                    <a:pt x="333756" y="1828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6011" y="33820"/>
                  </a:lnTo>
                  <a:lnTo>
                    <a:pt x="147929" y="41846"/>
                  </a:lnTo>
                  <a:lnTo>
                    <a:pt x="118300" y="72961"/>
                  </a:lnTo>
                  <a:lnTo>
                    <a:pt x="115824" y="91440"/>
                  </a:lnTo>
                  <a:lnTo>
                    <a:pt x="116395" y="99212"/>
                  </a:lnTo>
                  <a:lnTo>
                    <a:pt x="137541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2004" y="228600"/>
                  </a:lnTo>
                  <a:lnTo>
                    <a:pt x="32004" y="213360"/>
                  </a:lnTo>
                  <a:lnTo>
                    <a:pt x="35052" y="211836"/>
                  </a:lnTo>
                  <a:lnTo>
                    <a:pt x="36576" y="208788"/>
                  </a:lnTo>
                  <a:lnTo>
                    <a:pt x="45720" y="205740"/>
                  </a:lnTo>
                  <a:lnTo>
                    <a:pt x="75514" y="204457"/>
                  </a:lnTo>
                  <a:lnTo>
                    <a:pt x="92964" y="204216"/>
                  </a:lnTo>
                  <a:lnTo>
                    <a:pt x="292608" y="204216"/>
                  </a:lnTo>
                  <a:lnTo>
                    <a:pt x="333756" y="220980"/>
                  </a:lnTo>
                  <a:lnTo>
                    <a:pt x="335280" y="228600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0208"/>
                  </a:lnTo>
                  <a:lnTo>
                    <a:pt x="333756" y="149352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50876" y="134112"/>
                  </a:lnTo>
                  <a:lnTo>
                    <a:pt x="144780" y="117348"/>
                  </a:lnTo>
                  <a:lnTo>
                    <a:pt x="144780" y="102108"/>
                  </a:lnTo>
                  <a:lnTo>
                    <a:pt x="146304" y="94488"/>
                  </a:lnTo>
                  <a:lnTo>
                    <a:pt x="150876" y="89916"/>
                  </a:lnTo>
                  <a:lnTo>
                    <a:pt x="153924" y="83820"/>
                  </a:lnTo>
                  <a:lnTo>
                    <a:pt x="160020" y="79248"/>
                  </a:lnTo>
                  <a:lnTo>
                    <a:pt x="167640" y="77724"/>
                  </a:lnTo>
                  <a:lnTo>
                    <a:pt x="174815" y="75730"/>
                  </a:lnTo>
                  <a:lnTo>
                    <a:pt x="184975" y="74295"/>
                  </a:lnTo>
                  <a:lnTo>
                    <a:pt x="198297" y="73444"/>
                  </a:lnTo>
                  <a:lnTo>
                    <a:pt x="214884" y="73152"/>
                  </a:lnTo>
                  <a:lnTo>
                    <a:pt x="313944" y="73152"/>
                  </a:lnTo>
                  <a:lnTo>
                    <a:pt x="315468" y="74676"/>
                  </a:lnTo>
                  <a:lnTo>
                    <a:pt x="323088" y="76200"/>
                  </a:lnTo>
                  <a:lnTo>
                    <a:pt x="327660" y="77724"/>
                  </a:lnTo>
                  <a:lnTo>
                    <a:pt x="333756" y="86868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701040" w="351155">
                  <a:moveTo>
                    <a:pt x="350532" y="387096"/>
                  </a:moveTo>
                  <a:lnTo>
                    <a:pt x="85356" y="297180"/>
                  </a:lnTo>
                  <a:lnTo>
                    <a:pt x="44208" y="281940"/>
                  </a:lnTo>
                  <a:lnTo>
                    <a:pt x="22872" y="254508"/>
                  </a:lnTo>
                  <a:lnTo>
                    <a:pt x="22872" y="245364"/>
                  </a:lnTo>
                  <a:lnTo>
                    <a:pt x="15252" y="245364"/>
                  </a:lnTo>
                  <a:lnTo>
                    <a:pt x="15252" y="344424"/>
                  </a:lnTo>
                  <a:lnTo>
                    <a:pt x="22872" y="344424"/>
                  </a:lnTo>
                  <a:lnTo>
                    <a:pt x="22872" y="333756"/>
                  </a:lnTo>
                  <a:lnTo>
                    <a:pt x="24396" y="326136"/>
                  </a:lnTo>
                  <a:lnTo>
                    <a:pt x="25920" y="320040"/>
                  </a:lnTo>
                  <a:lnTo>
                    <a:pt x="27444" y="316992"/>
                  </a:lnTo>
                  <a:lnTo>
                    <a:pt x="33540" y="310896"/>
                  </a:lnTo>
                  <a:lnTo>
                    <a:pt x="39636" y="307848"/>
                  </a:lnTo>
                  <a:lnTo>
                    <a:pt x="44208" y="307848"/>
                  </a:lnTo>
                  <a:lnTo>
                    <a:pt x="86880" y="318516"/>
                  </a:lnTo>
                  <a:lnTo>
                    <a:pt x="266712" y="381000"/>
                  </a:lnTo>
                  <a:lnTo>
                    <a:pt x="89928" y="443484"/>
                  </a:lnTo>
                  <a:lnTo>
                    <a:pt x="62687" y="451104"/>
                  </a:lnTo>
                  <a:lnTo>
                    <a:pt x="52844" y="453351"/>
                  </a:lnTo>
                  <a:lnTo>
                    <a:pt x="45732" y="454152"/>
                  </a:lnTo>
                  <a:lnTo>
                    <a:pt x="38112" y="454152"/>
                  </a:lnTo>
                  <a:lnTo>
                    <a:pt x="28968" y="448056"/>
                  </a:lnTo>
                  <a:lnTo>
                    <a:pt x="24396" y="443484"/>
                  </a:lnTo>
                  <a:lnTo>
                    <a:pt x="22872" y="435864"/>
                  </a:lnTo>
                  <a:lnTo>
                    <a:pt x="22872" y="419100"/>
                  </a:lnTo>
                  <a:lnTo>
                    <a:pt x="15252" y="419100"/>
                  </a:lnTo>
                  <a:lnTo>
                    <a:pt x="15252" y="547116"/>
                  </a:lnTo>
                  <a:lnTo>
                    <a:pt x="22872" y="547116"/>
                  </a:lnTo>
                  <a:lnTo>
                    <a:pt x="22872" y="534924"/>
                  </a:lnTo>
                  <a:lnTo>
                    <a:pt x="24396" y="531876"/>
                  </a:lnTo>
                  <a:lnTo>
                    <a:pt x="39636" y="512064"/>
                  </a:lnTo>
                  <a:lnTo>
                    <a:pt x="45732" y="507492"/>
                  </a:lnTo>
                  <a:lnTo>
                    <a:pt x="60972" y="501396"/>
                  </a:lnTo>
                  <a:lnTo>
                    <a:pt x="83832" y="493776"/>
                  </a:lnTo>
                  <a:lnTo>
                    <a:pt x="111264" y="483108"/>
                  </a:lnTo>
                  <a:lnTo>
                    <a:pt x="268236" y="534924"/>
                  </a:lnTo>
                  <a:lnTo>
                    <a:pt x="83832" y="600456"/>
                  </a:lnTo>
                  <a:lnTo>
                    <a:pt x="42684" y="611124"/>
                  </a:lnTo>
                  <a:lnTo>
                    <a:pt x="38112" y="611124"/>
                  </a:lnTo>
                  <a:lnTo>
                    <a:pt x="33540" y="608076"/>
                  </a:lnTo>
                  <a:lnTo>
                    <a:pt x="24396" y="598932"/>
                  </a:lnTo>
                  <a:lnTo>
                    <a:pt x="22872" y="592836"/>
                  </a:lnTo>
                  <a:lnTo>
                    <a:pt x="22872" y="579120"/>
                  </a:lnTo>
                  <a:lnTo>
                    <a:pt x="15252" y="579120"/>
                  </a:lnTo>
                  <a:lnTo>
                    <a:pt x="15252" y="701040"/>
                  </a:lnTo>
                  <a:lnTo>
                    <a:pt x="22872" y="701040"/>
                  </a:lnTo>
                  <a:lnTo>
                    <a:pt x="22872" y="691896"/>
                  </a:lnTo>
                  <a:lnTo>
                    <a:pt x="24396" y="684276"/>
                  </a:lnTo>
                  <a:lnTo>
                    <a:pt x="64947" y="656564"/>
                  </a:lnTo>
                  <a:lnTo>
                    <a:pt x="79260" y="652272"/>
                  </a:lnTo>
                  <a:lnTo>
                    <a:pt x="350532" y="554736"/>
                  </a:lnTo>
                  <a:lnTo>
                    <a:pt x="350532" y="541020"/>
                  </a:lnTo>
                  <a:lnTo>
                    <a:pt x="144792" y="470916"/>
                  </a:lnTo>
                  <a:lnTo>
                    <a:pt x="350532" y="399288"/>
                  </a:lnTo>
                  <a:lnTo>
                    <a:pt x="350532" y="38709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1" name="Google Shape;411;p1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04188" y="7373112"/>
              <a:ext cx="232862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2" name="Google Shape;412;p12"/>
            <p:cNvSpPr/>
            <p:nvPr/>
          </p:nvSpPr>
          <p:spPr>
            <a:xfrm>
              <a:off x="1437132" y="7229856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9659"/>
                  </a:lnTo>
                  <a:lnTo>
                    <a:pt x="74104" y="123253"/>
                  </a:lnTo>
                  <a:lnTo>
                    <a:pt x="42148" y="8958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10667"/>
                  </a:lnTo>
                  <a:lnTo>
                    <a:pt x="88391" y="10667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5907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72795" y="96011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" name="Google Shape;413;p12"/>
          <p:cNvGrpSpPr/>
          <p:nvPr/>
        </p:nvGrpSpPr>
        <p:grpSpPr>
          <a:xfrm>
            <a:off x="1388363" y="6793992"/>
            <a:ext cx="348996" cy="297560"/>
            <a:chOff x="1388363" y="6793992"/>
            <a:chExt cx="348996" cy="297560"/>
          </a:xfrm>
        </p:grpSpPr>
        <p:sp>
          <p:nvSpPr>
            <p:cNvPr id="414" name="Google Shape;414;p12"/>
            <p:cNvSpPr/>
            <p:nvPr/>
          </p:nvSpPr>
          <p:spPr>
            <a:xfrm>
              <a:off x="1388363" y="6982967"/>
              <a:ext cx="342900" cy="108585"/>
            </a:xfrm>
            <a:custGeom>
              <a:rect b="b" l="l" r="r" t="t"/>
              <a:pathLst>
                <a:path extrusionOk="0" h="108584" w="342900">
                  <a:moveTo>
                    <a:pt x="30480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41148"/>
                  </a:lnTo>
                  <a:lnTo>
                    <a:pt x="7620" y="35052"/>
                  </a:lnTo>
                  <a:lnTo>
                    <a:pt x="12192" y="30480"/>
                  </a:lnTo>
                  <a:lnTo>
                    <a:pt x="18288" y="28956"/>
                  </a:lnTo>
                  <a:lnTo>
                    <a:pt x="30480" y="28956"/>
                  </a:lnTo>
                  <a:lnTo>
                    <a:pt x="36576" y="30480"/>
                  </a:lnTo>
                  <a:lnTo>
                    <a:pt x="47244" y="41148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41148" y="70104"/>
                  </a:lnTo>
                  <a:lnTo>
                    <a:pt x="36576" y="74676"/>
                  </a:lnTo>
                  <a:lnTo>
                    <a:pt x="30480" y="77724"/>
                  </a:lnTo>
                  <a:close/>
                </a:path>
                <a:path extrusionOk="0" h="108584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275" y="33266"/>
                  </a:lnTo>
                  <a:lnTo>
                    <a:pt x="310515" y="32575"/>
                  </a:lnTo>
                  <a:lnTo>
                    <a:pt x="317039" y="31599"/>
                  </a:lnTo>
                  <a:lnTo>
                    <a:pt x="321564" y="30480"/>
                  </a:lnTo>
                  <a:lnTo>
                    <a:pt x="326136" y="27432"/>
                  </a:lnTo>
                  <a:lnTo>
                    <a:pt x="329183" y="25908"/>
                  </a:lnTo>
                  <a:lnTo>
                    <a:pt x="332232" y="21336"/>
                  </a:lnTo>
                  <a:lnTo>
                    <a:pt x="333756" y="16764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75"/>
                  </a:lnTo>
                  <a:lnTo>
                    <a:pt x="192190" y="73175"/>
                  </a:lnTo>
                  <a:lnTo>
                    <a:pt x="178879" y="73342"/>
                  </a:lnTo>
                  <a:lnTo>
                    <a:pt x="147828" y="82296"/>
                  </a:lnTo>
                  <a:lnTo>
                    <a:pt x="147828" y="92964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4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96012"/>
                  </a:lnTo>
                  <a:lnTo>
                    <a:pt x="333756" y="88392"/>
                  </a:lnTo>
                  <a:lnTo>
                    <a:pt x="332232" y="85344"/>
                  </a:lnTo>
                  <a:lnTo>
                    <a:pt x="330707" y="80772"/>
                  </a:lnTo>
                  <a:lnTo>
                    <a:pt x="326136" y="77724"/>
                  </a:lnTo>
                  <a:lnTo>
                    <a:pt x="321564" y="76200"/>
                  </a:lnTo>
                  <a:lnTo>
                    <a:pt x="317039" y="74437"/>
                  </a:lnTo>
                  <a:lnTo>
                    <a:pt x="310515" y="73533"/>
                  </a:lnTo>
                  <a:lnTo>
                    <a:pt x="301687" y="73175"/>
                  </a:lnTo>
                  <a:lnTo>
                    <a:pt x="342900" y="73175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5" name="Google Shape;415;p1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04187" y="6793992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16" name="Google Shape;416;p12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504382" y="6435851"/>
            <a:ext cx="232667" cy="201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7" name="Google Shape;417;p12"/>
          <p:cNvGrpSpPr/>
          <p:nvPr/>
        </p:nvGrpSpPr>
        <p:grpSpPr>
          <a:xfrm>
            <a:off x="1388351" y="5055108"/>
            <a:ext cx="448309" cy="1240536"/>
            <a:chOff x="1388351" y="5055108"/>
            <a:chExt cx="448309" cy="1240536"/>
          </a:xfrm>
        </p:grpSpPr>
        <p:sp>
          <p:nvSpPr>
            <p:cNvPr id="418" name="Google Shape;418;p12"/>
            <p:cNvSpPr/>
            <p:nvPr/>
          </p:nvSpPr>
          <p:spPr>
            <a:xfrm>
              <a:off x="1388351" y="5404104"/>
              <a:ext cx="448309" cy="891540"/>
            </a:xfrm>
            <a:custGeom>
              <a:rect b="b" l="l" r="r" t="t"/>
              <a:pathLst>
                <a:path extrusionOk="0" h="891539" w="448310">
                  <a:moveTo>
                    <a:pt x="48768" y="583692"/>
                  </a:moveTo>
                  <a:lnTo>
                    <a:pt x="47244" y="577596"/>
                  </a:lnTo>
                  <a:lnTo>
                    <a:pt x="41148" y="573024"/>
                  </a:lnTo>
                  <a:lnTo>
                    <a:pt x="36576" y="568452"/>
                  </a:lnTo>
                  <a:lnTo>
                    <a:pt x="30480" y="565404"/>
                  </a:lnTo>
                  <a:lnTo>
                    <a:pt x="18288" y="565404"/>
                  </a:lnTo>
                  <a:lnTo>
                    <a:pt x="12192" y="568452"/>
                  </a:lnTo>
                  <a:lnTo>
                    <a:pt x="3048" y="577596"/>
                  </a:lnTo>
                  <a:lnTo>
                    <a:pt x="0" y="583692"/>
                  </a:lnTo>
                  <a:lnTo>
                    <a:pt x="0" y="597408"/>
                  </a:lnTo>
                  <a:lnTo>
                    <a:pt x="3048" y="603504"/>
                  </a:lnTo>
                  <a:lnTo>
                    <a:pt x="12192" y="612648"/>
                  </a:lnTo>
                  <a:lnTo>
                    <a:pt x="18288" y="614172"/>
                  </a:lnTo>
                  <a:lnTo>
                    <a:pt x="30480" y="614172"/>
                  </a:lnTo>
                  <a:lnTo>
                    <a:pt x="36576" y="612648"/>
                  </a:lnTo>
                  <a:lnTo>
                    <a:pt x="47244" y="601980"/>
                  </a:lnTo>
                  <a:lnTo>
                    <a:pt x="48768" y="597408"/>
                  </a:lnTo>
                  <a:lnTo>
                    <a:pt x="48768" y="583692"/>
                  </a:lnTo>
                  <a:close/>
                </a:path>
                <a:path extrusionOk="0" h="891539" w="448310">
                  <a:moveTo>
                    <a:pt x="48768" y="193548"/>
                  </a:moveTo>
                  <a:lnTo>
                    <a:pt x="47244" y="187452"/>
                  </a:lnTo>
                  <a:lnTo>
                    <a:pt x="41148" y="182880"/>
                  </a:lnTo>
                  <a:lnTo>
                    <a:pt x="36576" y="178308"/>
                  </a:lnTo>
                  <a:lnTo>
                    <a:pt x="30480" y="175260"/>
                  </a:lnTo>
                  <a:lnTo>
                    <a:pt x="18288" y="175260"/>
                  </a:lnTo>
                  <a:lnTo>
                    <a:pt x="12192" y="178308"/>
                  </a:lnTo>
                  <a:lnTo>
                    <a:pt x="3048" y="187452"/>
                  </a:lnTo>
                  <a:lnTo>
                    <a:pt x="0" y="193548"/>
                  </a:lnTo>
                  <a:lnTo>
                    <a:pt x="0" y="207264"/>
                  </a:lnTo>
                  <a:lnTo>
                    <a:pt x="3048" y="213360"/>
                  </a:lnTo>
                  <a:lnTo>
                    <a:pt x="12192" y="222504"/>
                  </a:lnTo>
                  <a:lnTo>
                    <a:pt x="18288" y="224028"/>
                  </a:lnTo>
                  <a:lnTo>
                    <a:pt x="30480" y="224028"/>
                  </a:lnTo>
                  <a:lnTo>
                    <a:pt x="36576" y="222504"/>
                  </a:lnTo>
                  <a:lnTo>
                    <a:pt x="41148" y="217932"/>
                  </a:lnTo>
                  <a:lnTo>
                    <a:pt x="47244" y="213360"/>
                  </a:lnTo>
                  <a:lnTo>
                    <a:pt x="48768" y="207264"/>
                  </a:lnTo>
                  <a:lnTo>
                    <a:pt x="48768" y="193548"/>
                  </a:lnTo>
                  <a:close/>
                </a:path>
                <a:path extrusionOk="0" h="891539" w="448310">
                  <a:moveTo>
                    <a:pt x="342912" y="536448"/>
                  </a:moveTo>
                  <a:lnTo>
                    <a:pt x="335292" y="536448"/>
                  </a:lnTo>
                  <a:lnTo>
                    <a:pt x="335292" y="547116"/>
                  </a:lnTo>
                  <a:lnTo>
                    <a:pt x="333768" y="554736"/>
                  </a:lnTo>
                  <a:lnTo>
                    <a:pt x="332244" y="557784"/>
                  </a:lnTo>
                  <a:lnTo>
                    <a:pt x="329184" y="562356"/>
                  </a:lnTo>
                  <a:lnTo>
                    <a:pt x="326136" y="565404"/>
                  </a:lnTo>
                  <a:lnTo>
                    <a:pt x="321564" y="566928"/>
                  </a:lnTo>
                  <a:lnTo>
                    <a:pt x="317042" y="568693"/>
                  </a:lnTo>
                  <a:lnTo>
                    <a:pt x="310515" y="569595"/>
                  </a:lnTo>
                  <a:lnTo>
                    <a:pt x="302285" y="569937"/>
                  </a:lnTo>
                  <a:lnTo>
                    <a:pt x="115824" y="569937"/>
                  </a:lnTo>
                  <a:lnTo>
                    <a:pt x="115824" y="580644"/>
                  </a:lnTo>
                  <a:lnTo>
                    <a:pt x="143256" y="644652"/>
                  </a:lnTo>
                  <a:lnTo>
                    <a:pt x="150876" y="641604"/>
                  </a:lnTo>
                  <a:lnTo>
                    <a:pt x="149352" y="635508"/>
                  </a:lnTo>
                  <a:lnTo>
                    <a:pt x="147828" y="630936"/>
                  </a:lnTo>
                  <a:lnTo>
                    <a:pt x="147828" y="618744"/>
                  </a:lnTo>
                  <a:lnTo>
                    <a:pt x="150876" y="617220"/>
                  </a:lnTo>
                  <a:lnTo>
                    <a:pt x="152400" y="614172"/>
                  </a:lnTo>
                  <a:lnTo>
                    <a:pt x="155448" y="612648"/>
                  </a:lnTo>
                  <a:lnTo>
                    <a:pt x="161544" y="612648"/>
                  </a:lnTo>
                  <a:lnTo>
                    <a:pt x="168719" y="611530"/>
                  </a:lnTo>
                  <a:lnTo>
                    <a:pt x="178879" y="610552"/>
                  </a:lnTo>
                  <a:lnTo>
                    <a:pt x="192201" y="609866"/>
                  </a:lnTo>
                  <a:lnTo>
                    <a:pt x="208788" y="609600"/>
                  </a:lnTo>
                  <a:lnTo>
                    <a:pt x="292608" y="609600"/>
                  </a:lnTo>
                  <a:lnTo>
                    <a:pt x="330708" y="618744"/>
                  </a:lnTo>
                  <a:lnTo>
                    <a:pt x="335292" y="632460"/>
                  </a:lnTo>
                  <a:lnTo>
                    <a:pt x="335292" y="643128"/>
                  </a:lnTo>
                  <a:lnTo>
                    <a:pt x="342912" y="643128"/>
                  </a:lnTo>
                  <a:lnTo>
                    <a:pt x="342912" y="609600"/>
                  </a:lnTo>
                  <a:lnTo>
                    <a:pt x="342912" y="536448"/>
                  </a:lnTo>
                  <a:close/>
                </a:path>
                <a:path extrusionOk="0" h="891539" w="448310">
                  <a:moveTo>
                    <a:pt x="342912" y="146304"/>
                  </a:moveTo>
                  <a:lnTo>
                    <a:pt x="335292" y="146304"/>
                  </a:lnTo>
                  <a:lnTo>
                    <a:pt x="335292" y="156972"/>
                  </a:lnTo>
                  <a:lnTo>
                    <a:pt x="333768" y="164592"/>
                  </a:lnTo>
                  <a:lnTo>
                    <a:pt x="332244" y="169164"/>
                  </a:lnTo>
                  <a:lnTo>
                    <a:pt x="326136" y="175260"/>
                  </a:lnTo>
                  <a:lnTo>
                    <a:pt x="321564" y="176784"/>
                  </a:lnTo>
                  <a:lnTo>
                    <a:pt x="317042" y="178549"/>
                  </a:lnTo>
                  <a:lnTo>
                    <a:pt x="310515" y="179451"/>
                  </a:lnTo>
                  <a:lnTo>
                    <a:pt x="302285" y="179793"/>
                  </a:lnTo>
                  <a:lnTo>
                    <a:pt x="115824" y="179793"/>
                  </a:lnTo>
                  <a:lnTo>
                    <a:pt x="115824" y="190500"/>
                  </a:lnTo>
                  <a:lnTo>
                    <a:pt x="143256" y="254508"/>
                  </a:lnTo>
                  <a:lnTo>
                    <a:pt x="150876" y="251460"/>
                  </a:lnTo>
                  <a:lnTo>
                    <a:pt x="149352" y="245364"/>
                  </a:lnTo>
                  <a:lnTo>
                    <a:pt x="147828" y="240792"/>
                  </a:lnTo>
                  <a:lnTo>
                    <a:pt x="147828" y="230124"/>
                  </a:lnTo>
                  <a:lnTo>
                    <a:pt x="155448" y="222504"/>
                  </a:lnTo>
                  <a:lnTo>
                    <a:pt x="161544" y="222504"/>
                  </a:lnTo>
                  <a:lnTo>
                    <a:pt x="168719" y="221386"/>
                  </a:lnTo>
                  <a:lnTo>
                    <a:pt x="178879" y="220408"/>
                  </a:lnTo>
                  <a:lnTo>
                    <a:pt x="192201" y="219722"/>
                  </a:lnTo>
                  <a:lnTo>
                    <a:pt x="208788" y="219456"/>
                  </a:lnTo>
                  <a:lnTo>
                    <a:pt x="292608" y="219456"/>
                  </a:lnTo>
                  <a:lnTo>
                    <a:pt x="301472" y="219722"/>
                  </a:lnTo>
                  <a:lnTo>
                    <a:pt x="302056" y="219722"/>
                  </a:lnTo>
                  <a:lnTo>
                    <a:pt x="310515" y="220599"/>
                  </a:lnTo>
                  <a:lnTo>
                    <a:pt x="317042" y="222034"/>
                  </a:lnTo>
                  <a:lnTo>
                    <a:pt x="321564" y="224028"/>
                  </a:lnTo>
                  <a:lnTo>
                    <a:pt x="326136" y="225552"/>
                  </a:lnTo>
                  <a:lnTo>
                    <a:pt x="330708" y="228600"/>
                  </a:lnTo>
                  <a:lnTo>
                    <a:pt x="332244" y="231648"/>
                  </a:lnTo>
                  <a:lnTo>
                    <a:pt x="333768" y="236220"/>
                  </a:lnTo>
                  <a:lnTo>
                    <a:pt x="335292" y="242316"/>
                  </a:lnTo>
                  <a:lnTo>
                    <a:pt x="335292" y="252984"/>
                  </a:lnTo>
                  <a:lnTo>
                    <a:pt x="342912" y="252984"/>
                  </a:lnTo>
                  <a:lnTo>
                    <a:pt x="342912" y="219456"/>
                  </a:lnTo>
                  <a:lnTo>
                    <a:pt x="342912" y="146304"/>
                  </a:lnTo>
                  <a:close/>
                </a:path>
                <a:path extrusionOk="0" h="891539" w="448310">
                  <a:moveTo>
                    <a:pt x="345960" y="56388"/>
                  </a:moveTo>
                  <a:lnTo>
                    <a:pt x="327190" y="16941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9384" y="16764"/>
                  </a:lnTo>
                  <a:lnTo>
                    <a:pt x="312432" y="22860"/>
                  </a:lnTo>
                  <a:lnTo>
                    <a:pt x="315480" y="27432"/>
                  </a:lnTo>
                  <a:lnTo>
                    <a:pt x="317004" y="33528"/>
                  </a:lnTo>
                  <a:lnTo>
                    <a:pt x="317004" y="44196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9144"/>
                  </a:lnTo>
                  <a:lnTo>
                    <a:pt x="121932" y="9144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90919" y="88277"/>
                  </a:lnTo>
                  <a:lnTo>
                    <a:pt x="118186" y="115062"/>
                  </a:lnTo>
                  <a:lnTo>
                    <a:pt x="129552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7992" y="100304"/>
                  </a:lnTo>
                  <a:lnTo>
                    <a:pt x="335292" y="86868"/>
                  </a:lnTo>
                  <a:lnTo>
                    <a:pt x="345960" y="64008"/>
                  </a:lnTo>
                  <a:lnTo>
                    <a:pt x="345960" y="56388"/>
                  </a:lnTo>
                  <a:close/>
                </a:path>
                <a:path extrusionOk="0" h="891539" w="448310">
                  <a:moveTo>
                    <a:pt x="348996" y="726948"/>
                  </a:moveTo>
                  <a:lnTo>
                    <a:pt x="321564" y="662940"/>
                  </a:lnTo>
                  <a:lnTo>
                    <a:pt x="313944" y="665988"/>
                  </a:lnTo>
                  <a:lnTo>
                    <a:pt x="316992" y="672084"/>
                  </a:lnTo>
                  <a:lnTo>
                    <a:pt x="318516" y="678180"/>
                  </a:lnTo>
                  <a:lnTo>
                    <a:pt x="318516" y="685800"/>
                  </a:lnTo>
                  <a:lnTo>
                    <a:pt x="315468" y="691896"/>
                  </a:lnTo>
                  <a:lnTo>
                    <a:pt x="273494" y="697979"/>
                  </a:lnTo>
                  <a:lnTo>
                    <a:pt x="0" y="697979"/>
                  </a:lnTo>
                  <a:lnTo>
                    <a:pt x="0" y="708660"/>
                  </a:lnTo>
                  <a:lnTo>
                    <a:pt x="27432" y="772668"/>
                  </a:lnTo>
                  <a:lnTo>
                    <a:pt x="35052" y="769620"/>
                  </a:lnTo>
                  <a:lnTo>
                    <a:pt x="32004" y="763524"/>
                  </a:lnTo>
                  <a:lnTo>
                    <a:pt x="32054" y="748245"/>
                  </a:lnTo>
                  <a:lnTo>
                    <a:pt x="35052" y="745236"/>
                  </a:lnTo>
                  <a:lnTo>
                    <a:pt x="36576" y="742188"/>
                  </a:lnTo>
                  <a:lnTo>
                    <a:pt x="46012" y="739051"/>
                  </a:lnTo>
                  <a:lnTo>
                    <a:pt x="48247" y="739051"/>
                  </a:lnTo>
                  <a:lnTo>
                    <a:pt x="52031" y="738911"/>
                  </a:lnTo>
                  <a:lnTo>
                    <a:pt x="61912" y="738378"/>
                  </a:lnTo>
                  <a:lnTo>
                    <a:pt x="75514" y="737857"/>
                  </a:lnTo>
                  <a:lnTo>
                    <a:pt x="92964" y="737616"/>
                  </a:lnTo>
                  <a:lnTo>
                    <a:pt x="135636" y="737616"/>
                  </a:lnTo>
                  <a:lnTo>
                    <a:pt x="126758" y="748245"/>
                  </a:lnTo>
                  <a:lnTo>
                    <a:pt x="120650" y="759625"/>
                  </a:lnTo>
                  <a:lnTo>
                    <a:pt x="120053" y="761619"/>
                  </a:lnTo>
                  <a:lnTo>
                    <a:pt x="116992" y="772337"/>
                  </a:lnTo>
                  <a:lnTo>
                    <a:pt x="116967" y="772668"/>
                  </a:lnTo>
                  <a:lnTo>
                    <a:pt x="116840" y="774192"/>
                  </a:lnTo>
                  <a:lnTo>
                    <a:pt x="115824" y="786384"/>
                  </a:lnTo>
                  <a:lnTo>
                    <a:pt x="118376" y="808367"/>
                  </a:lnTo>
                  <a:lnTo>
                    <a:pt x="118491" y="808672"/>
                  </a:lnTo>
                  <a:lnTo>
                    <a:pt x="125920" y="828484"/>
                  </a:lnTo>
                  <a:lnTo>
                    <a:pt x="155448" y="862584"/>
                  </a:lnTo>
                  <a:lnTo>
                    <a:pt x="196596" y="884491"/>
                  </a:lnTo>
                  <a:lnTo>
                    <a:pt x="242316" y="891540"/>
                  </a:lnTo>
                  <a:lnTo>
                    <a:pt x="264922" y="889812"/>
                  </a:lnTo>
                  <a:lnTo>
                    <a:pt x="264490" y="889812"/>
                  </a:lnTo>
                  <a:lnTo>
                    <a:pt x="284416" y="884872"/>
                  </a:lnTo>
                  <a:lnTo>
                    <a:pt x="318516" y="865632"/>
                  </a:lnTo>
                  <a:lnTo>
                    <a:pt x="347243" y="819988"/>
                  </a:lnTo>
                  <a:lnTo>
                    <a:pt x="348996" y="803148"/>
                  </a:lnTo>
                  <a:lnTo>
                    <a:pt x="348665" y="794270"/>
                  </a:lnTo>
                  <a:lnTo>
                    <a:pt x="332041" y="753618"/>
                  </a:lnTo>
                  <a:lnTo>
                    <a:pt x="323088" y="743483"/>
                  </a:lnTo>
                  <a:lnTo>
                    <a:pt x="323088" y="780288"/>
                  </a:lnTo>
                  <a:lnTo>
                    <a:pt x="321398" y="792581"/>
                  </a:lnTo>
                  <a:lnTo>
                    <a:pt x="297180" y="826008"/>
                  </a:lnTo>
                  <a:lnTo>
                    <a:pt x="245960" y="846162"/>
                  </a:lnTo>
                  <a:lnTo>
                    <a:pt x="222504" y="847344"/>
                  </a:lnTo>
                  <a:lnTo>
                    <a:pt x="199961" y="846162"/>
                  </a:lnTo>
                  <a:lnTo>
                    <a:pt x="150876" y="826008"/>
                  </a:lnTo>
                  <a:lnTo>
                    <a:pt x="135724" y="808367"/>
                  </a:lnTo>
                  <a:lnTo>
                    <a:pt x="132232" y="798791"/>
                  </a:lnTo>
                  <a:lnTo>
                    <a:pt x="131064" y="787908"/>
                  </a:lnTo>
                  <a:lnTo>
                    <a:pt x="131064" y="781812"/>
                  </a:lnTo>
                  <a:lnTo>
                    <a:pt x="158496" y="746760"/>
                  </a:lnTo>
                  <a:lnTo>
                    <a:pt x="188976" y="737616"/>
                  </a:lnTo>
                  <a:lnTo>
                    <a:pt x="300228" y="737616"/>
                  </a:lnTo>
                  <a:lnTo>
                    <a:pt x="321665" y="769124"/>
                  </a:lnTo>
                  <a:lnTo>
                    <a:pt x="323088" y="780288"/>
                  </a:lnTo>
                  <a:lnTo>
                    <a:pt x="323088" y="743483"/>
                  </a:lnTo>
                  <a:lnTo>
                    <a:pt x="316992" y="737616"/>
                  </a:lnTo>
                  <a:lnTo>
                    <a:pt x="348996" y="737616"/>
                  </a:lnTo>
                  <a:lnTo>
                    <a:pt x="348996" y="726948"/>
                  </a:lnTo>
                  <a:close/>
                </a:path>
                <a:path extrusionOk="0" h="891539" w="448310">
                  <a:moveTo>
                    <a:pt x="447954" y="411480"/>
                  </a:moveTo>
                  <a:lnTo>
                    <a:pt x="446011" y="383819"/>
                  </a:lnTo>
                  <a:lnTo>
                    <a:pt x="439686" y="357759"/>
                  </a:lnTo>
                  <a:lnTo>
                    <a:pt x="428777" y="334568"/>
                  </a:lnTo>
                  <a:lnTo>
                    <a:pt x="418871" y="321614"/>
                  </a:lnTo>
                  <a:lnTo>
                    <a:pt x="418871" y="395884"/>
                  </a:lnTo>
                  <a:lnTo>
                    <a:pt x="418223" y="411822"/>
                  </a:lnTo>
                  <a:lnTo>
                    <a:pt x="415493" y="430911"/>
                  </a:lnTo>
                  <a:lnTo>
                    <a:pt x="410768" y="447090"/>
                  </a:lnTo>
                  <a:lnTo>
                    <a:pt x="403872" y="460248"/>
                  </a:lnTo>
                  <a:lnTo>
                    <a:pt x="399300" y="469392"/>
                  </a:lnTo>
                  <a:lnTo>
                    <a:pt x="391680" y="475488"/>
                  </a:lnTo>
                  <a:lnTo>
                    <a:pt x="379488" y="475488"/>
                  </a:lnTo>
                  <a:lnTo>
                    <a:pt x="371868" y="473964"/>
                  </a:lnTo>
                  <a:lnTo>
                    <a:pt x="365772" y="469392"/>
                  </a:lnTo>
                  <a:lnTo>
                    <a:pt x="362381" y="467868"/>
                  </a:lnTo>
                  <a:lnTo>
                    <a:pt x="360057" y="466826"/>
                  </a:lnTo>
                  <a:lnTo>
                    <a:pt x="354342" y="463677"/>
                  </a:lnTo>
                  <a:lnTo>
                    <a:pt x="348627" y="459968"/>
                  </a:lnTo>
                  <a:lnTo>
                    <a:pt x="346976" y="458724"/>
                  </a:lnTo>
                  <a:lnTo>
                    <a:pt x="342912" y="455676"/>
                  </a:lnTo>
                  <a:lnTo>
                    <a:pt x="342950" y="455320"/>
                  </a:lnTo>
                  <a:lnTo>
                    <a:pt x="344944" y="438912"/>
                  </a:lnTo>
                  <a:lnTo>
                    <a:pt x="345071" y="437388"/>
                  </a:lnTo>
                  <a:lnTo>
                    <a:pt x="346532" y="419100"/>
                  </a:lnTo>
                  <a:lnTo>
                    <a:pt x="347827" y="395884"/>
                  </a:lnTo>
                  <a:lnTo>
                    <a:pt x="347941" y="393192"/>
                  </a:lnTo>
                  <a:lnTo>
                    <a:pt x="349021" y="368503"/>
                  </a:lnTo>
                  <a:lnTo>
                    <a:pt x="353072" y="325310"/>
                  </a:lnTo>
                  <a:lnTo>
                    <a:pt x="364248" y="304800"/>
                  </a:lnTo>
                  <a:lnTo>
                    <a:pt x="371868" y="304800"/>
                  </a:lnTo>
                  <a:lnTo>
                    <a:pt x="410743" y="336575"/>
                  </a:lnTo>
                  <a:lnTo>
                    <a:pt x="418312" y="371716"/>
                  </a:lnTo>
                  <a:lnTo>
                    <a:pt x="418388" y="373380"/>
                  </a:lnTo>
                  <a:lnTo>
                    <a:pt x="418490" y="375666"/>
                  </a:lnTo>
                  <a:lnTo>
                    <a:pt x="418833" y="383819"/>
                  </a:lnTo>
                  <a:lnTo>
                    <a:pt x="418871" y="395884"/>
                  </a:lnTo>
                  <a:lnTo>
                    <a:pt x="418871" y="321614"/>
                  </a:lnTo>
                  <a:lnTo>
                    <a:pt x="389013" y="295465"/>
                  </a:lnTo>
                  <a:lnTo>
                    <a:pt x="362724" y="289560"/>
                  </a:lnTo>
                  <a:lnTo>
                    <a:pt x="353860" y="290398"/>
                  </a:lnTo>
                  <a:lnTo>
                    <a:pt x="319481" y="317754"/>
                  </a:lnTo>
                  <a:lnTo>
                    <a:pt x="311670" y="362521"/>
                  </a:lnTo>
                  <a:lnTo>
                    <a:pt x="311416" y="366522"/>
                  </a:lnTo>
                  <a:lnTo>
                    <a:pt x="311289" y="368503"/>
                  </a:lnTo>
                  <a:lnTo>
                    <a:pt x="311175" y="370332"/>
                  </a:lnTo>
                  <a:lnTo>
                    <a:pt x="311099" y="371716"/>
                  </a:lnTo>
                  <a:lnTo>
                    <a:pt x="310997" y="373380"/>
                  </a:lnTo>
                  <a:lnTo>
                    <a:pt x="310527" y="380987"/>
                  </a:lnTo>
                  <a:lnTo>
                    <a:pt x="309486" y="401764"/>
                  </a:lnTo>
                  <a:lnTo>
                    <a:pt x="309359" y="414909"/>
                  </a:lnTo>
                  <a:lnTo>
                    <a:pt x="309232" y="423938"/>
                  </a:lnTo>
                  <a:lnTo>
                    <a:pt x="297192" y="458724"/>
                  </a:lnTo>
                  <a:lnTo>
                    <a:pt x="291096" y="458724"/>
                  </a:lnTo>
                  <a:lnTo>
                    <a:pt x="288048" y="457200"/>
                  </a:lnTo>
                  <a:lnTo>
                    <a:pt x="278904" y="451104"/>
                  </a:lnTo>
                  <a:lnTo>
                    <a:pt x="274332" y="446532"/>
                  </a:lnTo>
                  <a:lnTo>
                    <a:pt x="268236" y="438912"/>
                  </a:lnTo>
                  <a:lnTo>
                    <a:pt x="270230" y="430911"/>
                  </a:lnTo>
                  <a:lnTo>
                    <a:pt x="270344" y="430250"/>
                  </a:lnTo>
                  <a:lnTo>
                    <a:pt x="271665" y="422910"/>
                  </a:lnTo>
                  <a:lnTo>
                    <a:pt x="271703" y="422529"/>
                  </a:lnTo>
                  <a:lnTo>
                    <a:pt x="272516" y="414909"/>
                  </a:lnTo>
                  <a:lnTo>
                    <a:pt x="272643" y="411480"/>
                  </a:lnTo>
                  <a:lnTo>
                    <a:pt x="272808" y="406908"/>
                  </a:lnTo>
                  <a:lnTo>
                    <a:pt x="272694" y="405384"/>
                  </a:lnTo>
                  <a:lnTo>
                    <a:pt x="272580" y="403860"/>
                  </a:lnTo>
                  <a:lnTo>
                    <a:pt x="271399" y="387477"/>
                  </a:lnTo>
                  <a:lnTo>
                    <a:pt x="267284" y="370332"/>
                  </a:lnTo>
                  <a:lnTo>
                    <a:pt x="263842" y="362712"/>
                  </a:lnTo>
                  <a:lnTo>
                    <a:pt x="263766" y="362521"/>
                  </a:lnTo>
                  <a:lnTo>
                    <a:pt x="260616" y="355536"/>
                  </a:lnTo>
                  <a:lnTo>
                    <a:pt x="260616" y="405384"/>
                  </a:lnTo>
                  <a:lnTo>
                    <a:pt x="259727" y="414248"/>
                  </a:lnTo>
                  <a:lnTo>
                    <a:pt x="233946" y="444512"/>
                  </a:lnTo>
                  <a:lnTo>
                    <a:pt x="185940" y="454152"/>
                  </a:lnTo>
                  <a:lnTo>
                    <a:pt x="172173" y="453326"/>
                  </a:lnTo>
                  <a:lnTo>
                    <a:pt x="135737" y="435063"/>
                  </a:lnTo>
                  <a:lnTo>
                    <a:pt x="128028" y="411480"/>
                  </a:lnTo>
                  <a:lnTo>
                    <a:pt x="129146" y="401764"/>
                  </a:lnTo>
                  <a:lnTo>
                    <a:pt x="156222" y="371716"/>
                  </a:lnTo>
                  <a:lnTo>
                    <a:pt x="204228" y="362712"/>
                  </a:lnTo>
                  <a:lnTo>
                    <a:pt x="217957" y="363308"/>
                  </a:lnTo>
                  <a:lnTo>
                    <a:pt x="252895" y="380314"/>
                  </a:lnTo>
                  <a:lnTo>
                    <a:pt x="260616" y="405384"/>
                  </a:lnTo>
                  <a:lnTo>
                    <a:pt x="260616" y="355536"/>
                  </a:lnTo>
                  <a:lnTo>
                    <a:pt x="227088" y="325755"/>
                  </a:lnTo>
                  <a:lnTo>
                    <a:pt x="198132" y="320040"/>
                  </a:lnTo>
                  <a:lnTo>
                    <a:pt x="185216" y="320878"/>
                  </a:lnTo>
                  <a:lnTo>
                    <a:pt x="173748" y="323278"/>
                  </a:lnTo>
                  <a:lnTo>
                    <a:pt x="163410" y="327113"/>
                  </a:lnTo>
                  <a:lnTo>
                    <a:pt x="153936" y="332232"/>
                  </a:lnTo>
                  <a:lnTo>
                    <a:pt x="153860" y="291020"/>
                  </a:lnTo>
                  <a:lnTo>
                    <a:pt x="150888" y="288036"/>
                  </a:lnTo>
                  <a:lnTo>
                    <a:pt x="137172" y="288036"/>
                  </a:lnTo>
                  <a:lnTo>
                    <a:pt x="135648" y="289560"/>
                  </a:lnTo>
                  <a:lnTo>
                    <a:pt x="134124" y="289560"/>
                  </a:lnTo>
                  <a:lnTo>
                    <a:pt x="132664" y="291020"/>
                  </a:lnTo>
                  <a:lnTo>
                    <a:pt x="132600" y="350520"/>
                  </a:lnTo>
                  <a:lnTo>
                    <a:pt x="125476" y="362521"/>
                  </a:lnTo>
                  <a:lnTo>
                    <a:pt x="125399" y="362712"/>
                  </a:lnTo>
                  <a:lnTo>
                    <a:pt x="120218" y="375666"/>
                  </a:lnTo>
                  <a:lnTo>
                    <a:pt x="116954" y="389953"/>
                  </a:lnTo>
                  <a:lnTo>
                    <a:pt x="116941" y="390144"/>
                  </a:lnTo>
                  <a:lnTo>
                    <a:pt x="115938" y="403860"/>
                  </a:lnTo>
                  <a:lnTo>
                    <a:pt x="115951" y="406908"/>
                  </a:lnTo>
                  <a:lnTo>
                    <a:pt x="129336" y="455320"/>
                  </a:lnTo>
                  <a:lnTo>
                    <a:pt x="165557" y="487108"/>
                  </a:lnTo>
                  <a:lnTo>
                    <a:pt x="196608" y="493776"/>
                  </a:lnTo>
                  <a:lnTo>
                    <a:pt x="206870" y="492950"/>
                  </a:lnTo>
                  <a:lnTo>
                    <a:pt x="243941" y="476186"/>
                  </a:lnTo>
                  <a:lnTo>
                    <a:pt x="261772" y="454152"/>
                  </a:lnTo>
                  <a:lnTo>
                    <a:pt x="263664" y="451104"/>
                  </a:lnTo>
                  <a:lnTo>
                    <a:pt x="273380" y="462534"/>
                  </a:lnTo>
                  <a:lnTo>
                    <a:pt x="281952" y="471678"/>
                  </a:lnTo>
                  <a:lnTo>
                    <a:pt x="289382" y="478536"/>
                  </a:lnTo>
                  <a:lnTo>
                    <a:pt x="295668" y="483108"/>
                  </a:lnTo>
                  <a:lnTo>
                    <a:pt x="301764" y="487680"/>
                  </a:lnTo>
                  <a:lnTo>
                    <a:pt x="309384" y="490728"/>
                  </a:lnTo>
                  <a:lnTo>
                    <a:pt x="320052" y="490728"/>
                  </a:lnTo>
                  <a:lnTo>
                    <a:pt x="324624" y="489204"/>
                  </a:lnTo>
                  <a:lnTo>
                    <a:pt x="327672" y="484632"/>
                  </a:lnTo>
                  <a:lnTo>
                    <a:pt x="332244" y="481584"/>
                  </a:lnTo>
                  <a:lnTo>
                    <a:pt x="336816" y="477012"/>
                  </a:lnTo>
                  <a:lnTo>
                    <a:pt x="341388" y="467868"/>
                  </a:lnTo>
                  <a:lnTo>
                    <a:pt x="351650" y="477901"/>
                  </a:lnTo>
                  <a:lnTo>
                    <a:pt x="386791" y="504901"/>
                  </a:lnTo>
                  <a:lnTo>
                    <a:pt x="399300" y="510540"/>
                  </a:lnTo>
                  <a:lnTo>
                    <a:pt x="402348" y="510540"/>
                  </a:lnTo>
                  <a:lnTo>
                    <a:pt x="428332" y="492086"/>
                  </a:lnTo>
                  <a:lnTo>
                    <a:pt x="436956" y="475488"/>
                  </a:lnTo>
                  <a:lnTo>
                    <a:pt x="437134" y="475157"/>
                  </a:lnTo>
                  <a:lnTo>
                    <a:pt x="443306" y="456057"/>
                  </a:lnTo>
                  <a:lnTo>
                    <a:pt x="443369" y="455676"/>
                  </a:lnTo>
                  <a:lnTo>
                    <a:pt x="443433" y="455320"/>
                  </a:lnTo>
                  <a:lnTo>
                    <a:pt x="446900" y="435254"/>
                  </a:lnTo>
                  <a:lnTo>
                    <a:pt x="446951" y="434086"/>
                  </a:lnTo>
                  <a:lnTo>
                    <a:pt x="447878" y="416420"/>
                  </a:lnTo>
                  <a:lnTo>
                    <a:pt x="447954" y="4114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9" name="Google Shape;419;p1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04187" y="5186172"/>
              <a:ext cx="232862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0" name="Google Shape;420;p12"/>
            <p:cNvSpPr/>
            <p:nvPr/>
          </p:nvSpPr>
          <p:spPr>
            <a:xfrm>
              <a:off x="1388363" y="5055108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10514" y="34861"/>
                  </a:lnTo>
                  <a:lnTo>
                    <a:pt x="335280" y="12192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9060"/>
                  </a:lnTo>
                  <a:lnTo>
                    <a:pt x="333756" y="91440"/>
                  </a:lnTo>
                  <a:lnTo>
                    <a:pt x="332232" y="86868"/>
                  </a:lnTo>
                  <a:lnTo>
                    <a:pt x="330708" y="83820"/>
                  </a:lnTo>
                  <a:lnTo>
                    <a:pt x="326136" y="80772"/>
                  </a:lnTo>
                  <a:lnTo>
                    <a:pt x="321563" y="79248"/>
                  </a:lnTo>
                  <a:lnTo>
                    <a:pt x="317039" y="77247"/>
                  </a:lnTo>
                  <a:lnTo>
                    <a:pt x="310514" y="75819"/>
                  </a:lnTo>
                  <a:lnTo>
                    <a:pt x="302275" y="74961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75509" y="74937"/>
                  </a:lnTo>
                  <a:lnTo>
                    <a:pt x="61912" y="75628"/>
                  </a:lnTo>
                  <a:lnTo>
                    <a:pt x="52030" y="76604"/>
                  </a:lnTo>
                  <a:lnTo>
                    <a:pt x="45719" y="77724"/>
                  </a:lnTo>
                  <a:lnTo>
                    <a:pt x="41148" y="77724"/>
                  </a:lnTo>
                  <a:lnTo>
                    <a:pt x="36576" y="79248"/>
                  </a:lnTo>
                  <a:lnTo>
                    <a:pt x="35052" y="82296"/>
                  </a:lnTo>
                  <a:lnTo>
                    <a:pt x="32004" y="85344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21" name="Google Shape;421;p12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395983" y="2945891"/>
            <a:ext cx="440436" cy="1961388"/>
          </a:xfrm>
          <a:prstGeom prst="rect">
            <a:avLst/>
          </a:prstGeom>
          <a:noFill/>
          <a:ln>
            <a:noFill/>
          </a:ln>
        </p:spPr>
      </p:pic>
      <p:sp>
        <p:nvSpPr>
          <p:cNvPr id="422" name="Google Shape;422;p12"/>
          <p:cNvSpPr/>
          <p:nvPr/>
        </p:nvSpPr>
        <p:spPr>
          <a:xfrm>
            <a:off x="1396094" y="2622804"/>
            <a:ext cx="341630" cy="180340"/>
          </a:xfrm>
          <a:custGeom>
            <a:rect b="b" l="l" r="r" t="t"/>
            <a:pathLst>
              <a:path extrusionOk="0" h="180339" w="341630">
                <a:moveTo>
                  <a:pt x="68469" y="179832"/>
                </a:moveTo>
                <a:lnTo>
                  <a:pt x="31822" y="166973"/>
                </a:lnTo>
                <a:lnTo>
                  <a:pt x="5414" y="128206"/>
                </a:lnTo>
                <a:lnTo>
                  <a:pt x="0" y="92964"/>
                </a:lnTo>
                <a:lnTo>
                  <a:pt x="108" y="88487"/>
                </a:lnTo>
                <a:lnTo>
                  <a:pt x="6938" y="48006"/>
                </a:lnTo>
                <a:lnTo>
                  <a:pt x="39656" y="10287"/>
                </a:lnTo>
                <a:lnTo>
                  <a:pt x="76089" y="0"/>
                </a:lnTo>
                <a:lnTo>
                  <a:pt x="85233" y="547"/>
                </a:lnTo>
                <a:lnTo>
                  <a:pt x="122143" y="12811"/>
                </a:lnTo>
                <a:lnTo>
                  <a:pt x="156861" y="38100"/>
                </a:lnTo>
                <a:lnTo>
                  <a:pt x="163958" y="44196"/>
                </a:lnTo>
                <a:lnTo>
                  <a:pt x="80661" y="44196"/>
                </a:lnTo>
                <a:lnTo>
                  <a:pt x="65755" y="45315"/>
                </a:lnTo>
                <a:lnTo>
                  <a:pt x="23892" y="69532"/>
                </a:lnTo>
                <a:lnTo>
                  <a:pt x="13605" y="102108"/>
                </a:lnTo>
                <a:lnTo>
                  <a:pt x="14099" y="110894"/>
                </a:lnTo>
                <a:lnTo>
                  <a:pt x="14201" y="112704"/>
                </a:lnTo>
                <a:lnTo>
                  <a:pt x="16082" y="121729"/>
                </a:lnTo>
                <a:lnTo>
                  <a:pt x="19392" y="129325"/>
                </a:lnTo>
                <a:lnTo>
                  <a:pt x="24273" y="135636"/>
                </a:lnTo>
                <a:lnTo>
                  <a:pt x="30369" y="144780"/>
                </a:lnTo>
                <a:lnTo>
                  <a:pt x="37989" y="149352"/>
                </a:lnTo>
                <a:lnTo>
                  <a:pt x="106569" y="149352"/>
                </a:lnTo>
                <a:lnTo>
                  <a:pt x="106569" y="160020"/>
                </a:lnTo>
                <a:lnTo>
                  <a:pt x="77066" y="179284"/>
                </a:lnTo>
                <a:lnTo>
                  <a:pt x="68469" y="179832"/>
                </a:lnTo>
                <a:close/>
              </a:path>
              <a:path extrusionOk="0" h="180339" w="341630">
                <a:moveTo>
                  <a:pt x="258969" y="99060"/>
                </a:moveTo>
                <a:lnTo>
                  <a:pt x="218893" y="95845"/>
                </a:lnTo>
                <a:lnTo>
                  <a:pt x="169458" y="76890"/>
                </a:lnTo>
                <a:lnTo>
                  <a:pt x="139193" y="61412"/>
                </a:lnTo>
                <a:lnTo>
                  <a:pt x="127524" y="55816"/>
                </a:lnTo>
                <a:lnTo>
                  <a:pt x="87758" y="44481"/>
                </a:lnTo>
                <a:lnTo>
                  <a:pt x="80661" y="44196"/>
                </a:lnTo>
                <a:lnTo>
                  <a:pt x="163958" y="44196"/>
                </a:lnTo>
                <a:lnTo>
                  <a:pt x="203582" y="75390"/>
                </a:lnTo>
                <a:lnTo>
                  <a:pt x="244968" y="88487"/>
                </a:lnTo>
                <a:lnTo>
                  <a:pt x="258969" y="89916"/>
                </a:lnTo>
                <a:lnTo>
                  <a:pt x="258969" y="99060"/>
                </a:lnTo>
                <a:close/>
              </a:path>
              <a:path extrusionOk="0" h="180339" w="341630">
                <a:moveTo>
                  <a:pt x="106569" y="149352"/>
                </a:moveTo>
                <a:lnTo>
                  <a:pt x="50181" y="149352"/>
                </a:lnTo>
                <a:lnTo>
                  <a:pt x="57801" y="146304"/>
                </a:lnTo>
                <a:lnTo>
                  <a:pt x="82185" y="134112"/>
                </a:lnTo>
                <a:lnTo>
                  <a:pt x="92853" y="134112"/>
                </a:lnTo>
                <a:lnTo>
                  <a:pt x="97425" y="135636"/>
                </a:lnTo>
                <a:lnTo>
                  <a:pt x="100473" y="140208"/>
                </a:lnTo>
                <a:lnTo>
                  <a:pt x="105045" y="143256"/>
                </a:lnTo>
                <a:lnTo>
                  <a:pt x="106569" y="147828"/>
                </a:lnTo>
                <a:lnTo>
                  <a:pt x="106569" y="149352"/>
                </a:lnTo>
                <a:close/>
              </a:path>
              <a:path extrusionOk="0" h="180339" w="341630">
                <a:moveTo>
                  <a:pt x="321453" y="120396"/>
                </a:moveTo>
                <a:lnTo>
                  <a:pt x="307737" y="120396"/>
                </a:lnTo>
                <a:lnTo>
                  <a:pt x="301641" y="117348"/>
                </a:lnTo>
                <a:lnTo>
                  <a:pt x="295545" y="112776"/>
                </a:lnTo>
                <a:lnTo>
                  <a:pt x="290973" y="108204"/>
                </a:lnTo>
                <a:lnTo>
                  <a:pt x="287925" y="102108"/>
                </a:lnTo>
                <a:lnTo>
                  <a:pt x="287925" y="86868"/>
                </a:lnTo>
                <a:lnTo>
                  <a:pt x="290973" y="80772"/>
                </a:lnTo>
                <a:lnTo>
                  <a:pt x="295545" y="74676"/>
                </a:lnTo>
                <a:lnTo>
                  <a:pt x="301641" y="70104"/>
                </a:lnTo>
                <a:lnTo>
                  <a:pt x="307737" y="67056"/>
                </a:lnTo>
                <a:lnTo>
                  <a:pt x="321453" y="67056"/>
                </a:lnTo>
                <a:lnTo>
                  <a:pt x="329073" y="70104"/>
                </a:lnTo>
                <a:lnTo>
                  <a:pt x="333645" y="74676"/>
                </a:lnTo>
                <a:lnTo>
                  <a:pt x="338217" y="80772"/>
                </a:lnTo>
                <a:lnTo>
                  <a:pt x="341265" y="86868"/>
                </a:lnTo>
                <a:lnTo>
                  <a:pt x="341265" y="102108"/>
                </a:lnTo>
                <a:lnTo>
                  <a:pt x="338217" y="108204"/>
                </a:lnTo>
                <a:lnTo>
                  <a:pt x="329073" y="117348"/>
                </a:lnTo>
                <a:lnTo>
                  <a:pt x="321453" y="12039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23" name="Google Shape;423;p12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170175" y="8730995"/>
            <a:ext cx="202692" cy="205740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" name="Google Shape;424;p12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165604" y="8240267"/>
            <a:ext cx="210312" cy="4160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" name="Google Shape;425;p12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165604" y="7001255"/>
            <a:ext cx="210312" cy="1153668"/>
          </a:xfrm>
          <a:prstGeom prst="rect">
            <a:avLst/>
          </a:prstGeom>
          <a:noFill/>
          <a:ln>
            <a:noFill/>
          </a:ln>
        </p:spPr>
      </p:pic>
      <p:pic>
        <p:nvPicPr>
          <p:cNvPr id="426" name="Google Shape;426;p12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165604" y="5928360"/>
            <a:ext cx="210312" cy="998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" name="Google Shape;427;p12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165604" y="5402579"/>
            <a:ext cx="210312" cy="4450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28" name="Google Shape;428;p12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194560" y="4465320"/>
            <a:ext cx="242316" cy="854964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" name="Google Shape;429;p12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165604" y="3346704"/>
            <a:ext cx="271272" cy="1031747"/>
          </a:xfrm>
          <a:prstGeom prst="rect">
            <a:avLst/>
          </a:prstGeom>
          <a:noFill/>
          <a:ln>
            <a:noFill/>
          </a:ln>
        </p:spPr>
      </p:pic>
      <p:sp>
        <p:nvSpPr>
          <p:cNvPr id="430" name="Google Shape;430;p12"/>
          <p:cNvSpPr/>
          <p:nvPr/>
        </p:nvSpPr>
        <p:spPr>
          <a:xfrm>
            <a:off x="2165591" y="2667000"/>
            <a:ext cx="271780" cy="601980"/>
          </a:xfrm>
          <a:custGeom>
            <a:rect b="b" l="l" r="r" t="t"/>
            <a:pathLst>
              <a:path extrusionOk="0" h="601979" w="271780">
                <a:moveTo>
                  <a:pt x="32004" y="563880"/>
                </a:moveTo>
                <a:lnTo>
                  <a:pt x="30480" y="559308"/>
                </a:lnTo>
                <a:lnTo>
                  <a:pt x="24384" y="553212"/>
                </a:lnTo>
                <a:lnTo>
                  <a:pt x="21336" y="551688"/>
                </a:lnTo>
                <a:lnTo>
                  <a:pt x="12192" y="551688"/>
                </a:lnTo>
                <a:lnTo>
                  <a:pt x="7620" y="553212"/>
                </a:lnTo>
                <a:lnTo>
                  <a:pt x="1524" y="559308"/>
                </a:lnTo>
                <a:lnTo>
                  <a:pt x="0" y="563880"/>
                </a:lnTo>
                <a:lnTo>
                  <a:pt x="0" y="573024"/>
                </a:lnTo>
                <a:lnTo>
                  <a:pt x="1524" y="576072"/>
                </a:lnTo>
                <a:lnTo>
                  <a:pt x="7620" y="582168"/>
                </a:lnTo>
                <a:lnTo>
                  <a:pt x="12192" y="583692"/>
                </a:lnTo>
                <a:lnTo>
                  <a:pt x="21336" y="583692"/>
                </a:lnTo>
                <a:lnTo>
                  <a:pt x="24384" y="582168"/>
                </a:lnTo>
                <a:lnTo>
                  <a:pt x="30480" y="576072"/>
                </a:lnTo>
                <a:lnTo>
                  <a:pt x="32004" y="571500"/>
                </a:lnTo>
                <a:lnTo>
                  <a:pt x="32004" y="563880"/>
                </a:lnTo>
                <a:close/>
              </a:path>
              <a:path extrusionOk="0" h="601979" w="271780">
                <a:moveTo>
                  <a:pt x="207264" y="534924"/>
                </a:moveTo>
                <a:lnTo>
                  <a:pt x="202692" y="534924"/>
                </a:lnTo>
                <a:lnTo>
                  <a:pt x="202692" y="545592"/>
                </a:lnTo>
                <a:lnTo>
                  <a:pt x="201168" y="547116"/>
                </a:lnTo>
                <a:lnTo>
                  <a:pt x="199644" y="550164"/>
                </a:lnTo>
                <a:lnTo>
                  <a:pt x="198120" y="551688"/>
                </a:lnTo>
                <a:lnTo>
                  <a:pt x="192024" y="554736"/>
                </a:lnTo>
                <a:lnTo>
                  <a:pt x="70104" y="554736"/>
                </a:lnTo>
                <a:lnTo>
                  <a:pt x="70104" y="560832"/>
                </a:lnTo>
                <a:lnTo>
                  <a:pt x="86868" y="601980"/>
                </a:lnTo>
                <a:lnTo>
                  <a:pt x="91440" y="600456"/>
                </a:lnTo>
                <a:lnTo>
                  <a:pt x="89916" y="595884"/>
                </a:lnTo>
                <a:lnTo>
                  <a:pt x="89916" y="585216"/>
                </a:lnTo>
                <a:lnTo>
                  <a:pt x="94488" y="580644"/>
                </a:lnTo>
                <a:lnTo>
                  <a:pt x="97536" y="580644"/>
                </a:lnTo>
                <a:lnTo>
                  <a:pt x="102069" y="579767"/>
                </a:lnTo>
                <a:lnTo>
                  <a:pt x="108585" y="579310"/>
                </a:lnTo>
                <a:lnTo>
                  <a:pt x="118008" y="579120"/>
                </a:lnTo>
                <a:lnTo>
                  <a:pt x="185928" y="579120"/>
                </a:lnTo>
                <a:lnTo>
                  <a:pt x="192024" y="580644"/>
                </a:lnTo>
                <a:lnTo>
                  <a:pt x="195072" y="580644"/>
                </a:lnTo>
                <a:lnTo>
                  <a:pt x="198120" y="582168"/>
                </a:lnTo>
                <a:lnTo>
                  <a:pt x="199644" y="583692"/>
                </a:lnTo>
                <a:lnTo>
                  <a:pt x="201168" y="586740"/>
                </a:lnTo>
                <a:lnTo>
                  <a:pt x="202692" y="588264"/>
                </a:lnTo>
                <a:lnTo>
                  <a:pt x="202692" y="598932"/>
                </a:lnTo>
                <a:lnTo>
                  <a:pt x="207264" y="598932"/>
                </a:lnTo>
                <a:lnTo>
                  <a:pt x="207264" y="579120"/>
                </a:lnTo>
                <a:lnTo>
                  <a:pt x="207264" y="534924"/>
                </a:lnTo>
                <a:close/>
              </a:path>
              <a:path extrusionOk="0" h="601979" w="271780">
                <a:moveTo>
                  <a:pt x="207276" y="379476"/>
                </a:moveTo>
                <a:lnTo>
                  <a:pt x="202704" y="379476"/>
                </a:lnTo>
                <a:lnTo>
                  <a:pt x="202704" y="390144"/>
                </a:lnTo>
                <a:lnTo>
                  <a:pt x="201180" y="391668"/>
                </a:lnTo>
                <a:lnTo>
                  <a:pt x="199656" y="394716"/>
                </a:lnTo>
                <a:lnTo>
                  <a:pt x="198132" y="396240"/>
                </a:lnTo>
                <a:lnTo>
                  <a:pt x="195084" y="396240"/>
                </a:lnTo>
                <a:lnTo>
                  <a:pt x="192036" y="397764"/>
                </a:lnTo>
                <a:lnTo>
                  <a:pt x="185940" y="399288"/>
                </a:lnTo>
                <a:lnTo>
                  <a:pt x="111848" y="399338"/>
                </a:lnTo>
                <a:lnTo>
                  <a:pt x="104597" y="399669"/>
                </a:lnTo>
                <a:lnTo>
                  <a:pt x="98755" y="400583"/>
                </a:lnTo>
                <a:lnTo>
                  <a:pt x="94500" y="402336"/>
                </a:lnTo>
                <a:lnTo>
                  <a:pt x="85356" y="405384"/>
                </a:lnTo>
                <a:lnTo>
                  <a:pt x="79260" y="409956"/>
                </a:lnTo>
                <a:lnTo>
                  <a:pt x="76212" y="414528"/>
                </a:lnTo>
                <a:lnTo>
                  <a:pt x="70116" y="426720"/>
                </a:lnTo>
                <a:lnTo>
                  <a:pt x="70116" y="434340"/>
                </a:lnTo>
                <a:lnTo>
                  <a:pt x="72059" y="444919"/>
                </a:lnTo>
                <a:lnTo>
                  <a:pt x="77736" y="456057"/>
                </a:lnTo>
                <a:lnTo>
                  <a:pt x="86829" y="467779"/>
                </a:lnTo>
                <a:lnTo>
                  <a:pt x="99072" y="480060"/>
                </a:lnTo>
                <a:lnTo>
                  <a:pt x="70116" y="480060"/>
                </a:lnTo>
                <a:lnTo>
                  <a:pt x="70116" y="486156"/>
                </a:lnTo>
                <a:lnTo>
                  <a:pt x="86880" y="527304"/>
                </a:lnTo>
                <a:lnTo>
                  <a:pt x="91452" y="524256"/>
                </a:lnTo>
                <a:lnTo>
                  <a:pt x="89928" y="521208"/>
                </a:lnTo>
                <a:lnTo>
                  <a:pt x="89928" y="510540"/>
                </a:lnTo>
                <a:lnTo>
                  <a:pt x="94500" y="505968"/>
                </a:lnTo>
                <a:lnTo>
                  <a:pt x="99072" y="504444"/>
                </a:lnTo>
                <a:lnTo>
                  <a:pt x="193560" y="504444"/>
                </a:lnTo>
                <a:lnTo>
                  <a:pt x="198132" y="507492"/>
                </a:lnTo>
                <a:lnTo>
                  <a:pt x="201180" y="509016"/>
                </a:lnTo>
                <a:lnTo>
                  <a:pt x="202704" y="513588"/>
                </a:lnTo>
                <a:lnTo>
                  <a:pt x="202704" y="524256"/>
                </a:lnTo>
                <a:lnTo>
                  <a:pt x="207276" y="524256"/>
                </a:lnTo>
                <a:lnTo>
                  <a:pt x="207276" y="460248"/>
                </a:lnTo>
                <a:lnTo>
                  <a:pt x="202704" y="460248"/>
                </a:lnTo>
                <a:lnTo>
                  <a:pt x="202704" y="470916"/>
                </a:lnTo>
                <a:lnTo>
                  <a:pt x="201180" y="472440"/>
                </a:lnTo>
                <a:lnTo>
                  <a:pt x="199656" y="475488"/>
                </a:lnTo>
                <a:lnTo>
                  <a:pt x="198132" y="477012"/>
                </a:lnTo>
                <a:lnTo>
                  <a:pt x="195084" y="478536"/>
                </a:lnTo>
                <a:lnTo>
                  <a:pt x="192036" y="478536"/>
                </a:lnTo>
                <a:lnTo>
                  <a:pt x="187464" y="480060"/>
                </a:lnTo>
                <a:lnTo>
                  <a:pt x="108216" y="480060"/>
                </a:lnTo>
                <a:lnTo>
                  <a:pt x="99326" y="470916"/>
                </a:lnTo>
                <a:lnTo>
                  <a:pt x="93167" y="461772"/>
                </a:lnTo>
                <a:lnTo>
                  <a:pt x="89560" y="452628"/>
                </a:lnTo>
                <a:lnTo>
                  <a:pt x="88404" y="443484"/>
                </a:lnTo>
                <a:lnTo>
                  <a:pt x="88404" y="435864"/>
                </a:lnTo>
                <a:lnTo>
                  <a:pt x="123456" y="423672"/>
                </a:lnTo>
                <a:lnTo>
                  <a:pt x="192036" y="423672"/>
                </a:lnTo>
                <a:lnTo>
                  <a:pt x="198132" y="426720"/>
                </a:lnTo>
                <a:lnTo>
                  <a:pt x="202704" y="431292"/>
                </a:lnTo>
                <a:lnTo>
                  <a:pt x="202704" y="443484"/>
                </a:lnTo>
                <a:lnTo>
                  <a:pt x="207276" y="443484"/>
                </a:lnTo>
                <a:lnTo>
                  <a:pt x="207276" y="379476"/>
                </a:lnTo>
                <a:close/>
              </a:path>
              <a:path extrusionOk="0" h="601979" w="271780">
                <a:moveTo>
                  <a:pt x="210312" y="120396"/>
                </a:moveTo>
                <a:lnTo>
                  <a:pt x="193548" y="79248"/>
                </a:lnTo>
                <a:lnTo>
                  <a:pt x="188976" y="80772"/>
                </a:lnTo>
                <a:lnTo>
                  <a:pt x="190500" y="85344"/>
                </a:lnTo>
                <a:lnTo>
                  <a:pt x="192024" y="88392"/>
                </a:lnTo>
                <a:lnTo>
                  <a:pt x="192024" y="96012"/>
                </a:lnTo>
                <a:lnTo>
                  <a:pt x="188976" y="99060"/>
                </a:lnTo>
                <a:lnTo>
                  <a:pt x="185928" y="100584"/>
                </a:lnTo>
                <a:lnTo>
                  <a:pt x="182880" y="100584"/>
                </a:lnTo>
                <a:lnTo>
                  <a:pt x="179222" y="101473"/>
                </a:lnTo>
                <a:lnTo>
                  <a:pt x="172974" y="101917"/>
                </a:lnTo>
                <a:lnTo>
                  <a:pt x="153924" y="102108"/>
                </a:lnTo>
                <a:lnTo>
                  <a:pt x="73152" y="102108"/>
                </a:lnTo>
                <a:lnTo>
                  <a:pt x="73152" y="146304"/>
                </a:lnTo>
                <a:lnTo>
                  <a:pt x="77724" y="146304"/>
                </a:lnTo>
                <a:lnTo>
                  <a:pt x="77724" y="138684"/>
                </a:lnTo>
                <a:lnTo>
                  <a:pt x="79248" y="132588"/>
                </a:lnTo>
                <a:lnTo>
                  <a:pt x="82296" y="131064"/>
                </a:lnTo>
                <a:lnTo>
                  <a:pt x="85344" y="128016"/>
                </a:lnTo>
                <a:lnTo>
                  <a:pt x="91440" y="126492"/>
                </a:lnTo>
                <a:lnTo>
                  <a:pt x="173736" y="126492"/>
                </a:lnTo>
                <a:lnTo>
                  <a:pt x="181356" y="134112"/>
                </a:lnTo>
                <a:lnTo>
                  <a:pt x="185928" y="140208"/>
                </a:lnTo>
                <a:lnTo>
                  <a:pt x="188976" y="146304"/>
                </a:lnTo>
                <a:lnTo>
                  <a:pt x="192024" y="155448"/>
                </a:lnTo>
                <a:lnTo>
                  <a:pt x="192024" y="166116"/>
                </a:lnTo>
                <a:lnTo>
                  <a:pt x="190500" y="172212"/>
                </a:lnTo>
                <a:lnTo>
                  <a:pt x="187452" y="176784"/>
                </a:lnTo>
                <a:lnTo>
                  <a:pt x="182880" y="181356"/>
                </a:lnTo>
                <a:lnTo>
                  <a:pt x="175260" y="182880"/>
                </a:lnTo>
                <a:lnTo>
                  <a:pt x="73152" y="182880"/>
                </a:lnTo>
                <a:lnTo>
                  <a:pt x="73152" y="230124"/>
                </a:lnTo>
                <a:lnTo>
                  <a:pt x="77724" y="230124"/>
                </a:lnTo>
                <a:lnTo>
                  <a:pt x="77724" y="222504"/>
                </a:lnTo>
                <a:lnTo>
                  <a:pt x="79248" y="217932"/>
                </a:lnTo>
                <a:lnTo>
                  <a:pt x="80772" y="214884"/>
                </a:lnTo>
                <a:lnTo>
                  <a:pt x="80772" y="213360"/>
                </a:lnTo>
                <a:lnTo>
                  <a:pt x="85344" y="208788"/>
                </a:lnTo>
                <a:lnTo>
                  <a:pt x="88392" y="208788"/>
                </a:lnTo>
                <a:lnTo>
                  <a:pt x="92964" y="207264"/>
                </a:lnTo>
                <a:lnTo>
                  <a:pt x="158496" y="207264"/>
                </a:lnTo>
                <a:lnTo>
                  <a:pt x="199644" y="198120"/>
                </a:lnTo>
                <a:lnTo>
                  <a:pt x="204216" y="192024"/>
                </a:lnTo>
                <a:lnTo>
                  <a:pt x="208788" y="187452"/>
                </a:lnTo>
                <a:lnTo>
                  <a:pt x="210312" y="179832"/>
                </a:lnTo>
                <a:lnTo>
                  <a:pt x="210312" y="166116"/>
                </a:lnTo>
                <a:lnTo>
                  <a:pt x="182880" y="126492"/>
                </a:lnTo>
                <a:lnTo>
                  <a:pt x="210312" y="126492"/>
                </a:lnTo>
                <a:lnTo>
                  <a:pt x="210312" y="120396"/>
                </a:lnTo>
                <a:close/>
              </a:path>
              <a:path extrusionOk="0" h="601979" w="271780">
                <a:moveTo>
                  <a:pt x="210312" y="27432"/>
                </a:moveTo>
                <a:lnTo>
                  <a:pt x="181356" y="0"/>
                </a:lnTo>
                <a:lnTo>
                  <a:pt x="181356" y="6096"/>
                </a:lnTo>
                <a:lnTo>
                  <a:pt x="185928" y="7620"/>
                </a:lnTo>
                <a:lnTo>
                  <a:pt x="190500" y="12192"/>
                </a:lnTo>
                <a:lnTo>
                  <a:pt x="192024" y="15240"/>
                </a:lnTo>
                <a:lnTo>
                  <a:pt x="192024" y="25908"/>
                </a:lnTo>
                <a:lnTo>
                  <a:pt x="190500" y="28956"/>
                </a:lnTo>
                <a:lnTo>
                  <a:pt x="187452" y="30480"/>
                </a:lnTo>
                <a:lnTo>
                  <a:pt x="184404" y="33528"/>
                </a:lnTo>
                <a:lnTo>
                  <a:pt x="178308" y="35052"/>
                </a:lnTo>
                <a:lnTo>
                  <a:pt x="82296" y="35052"/>
                </a:lnTo>
                <a:lnTo>
                  <a:pt x="82296" y="3048"/>
                </a:lnTo>
                <a:lnTo>
                  <a:pt x="73152" y="3048"/>
                </a:lnTo>
                <a:lnTo>
                  <a:pt x="73152" y="35052"/>
                </a:lnTo>
                <a:lnTo>
                  <a:pt x="28956" y="35052"/>
                </a:lnTo>
                <a:lnTo>
                  <a:pt x="28956" y="38100"/>
                </a:lnTo>
                <a:lnTo>
                  <a:pt x="62484" y="57912"/>
                </a:lnTo>
                <a:lnTo>
                  <a:pt x="79248" y="82296"/>
                </a:lnTo>
                <a:lnTo>
                  <a:pt x="82296" y="82296"/>
                </a:lnTo>
                <a:lnTo>
                  <a:pt x="82296" y="59436"/>
                </a:lnTo>
                <a:lnTo>
                  <a:pt x="184404" y="59436"/>
                </a:lnTo>
                <a:lnTo>
                  <a:pt x="192024" y="57912"/>
                </a:lnTo>
                <a:lnTo>
                  <a:pt x="196596" y="56388"/>
                </a:lnTo>
                <a:lnTo>
                  <a:pt x="201168" y="53340"/>
                </a:lnTo>
                <a:lnTo>
                  <a:pt x="207264" y="47244"/>
                </a:lnTo>
                <a:lnTo>
                  <a:pt x="210312" y="42672"/>
                </a:lnTo>
                <a:lnTo>
                  <a:pt x="210312" y="27432"/>
                </a:lnTo>
                <a:close/>
              </a:path>
              <a:path extrusionOk="0" h="601979" w="271780">
                <a:moveTo>
                  <a:pt x="271284" y="307848"/>
                </a:moveTo>
                <a:lnTo>
                  <a:pt x="266712" y="307848"/>
                </a:lnTo>
                <a:lnTo>
                  <a:pt x="266712" y="321564"/>
                </a:lnTo>
                <a:lnTo>
                  <a:pt x="265188" y="323088"/>
                </a:lnTo>
                <a:lnTo>
                  <a:pt x="262140" y="329184"/>
                </a:lnTo>
                <a:lnTo>
                  <a:pt x="259092" y="329184"/>
                </a:lnTo>
                <a:lnTo>
                  <a:pt x="256044" y="330708"/>
                </a:lnTo>
                <a:lnTo>
                  <a:pt x="198132" y="330708"/>
                </a:lnTo>
                <a:lnTo>
                  <a:pt x="202704" y="326136"/>
                </a:lnTo>
                <a:lnTo>
                  <a:pt x="205752" y="321564"/>
                </a:lnTo>
                <a:lnTo>
                  <a:pt x="210324" y="312420"/>
                </a:lnTo>
                <a:lnTo>
                  <a:pt x="210324" y="300228"/>
                </a:lnTo>
                <a:lnTo>
                  <a:pt x="209181" y="288226"/>
                </a:lnTo>
                <a:lnTo>
                  <a:pt x="205752" y="277368"/>
                </a:lnTo>
                <a:lnTo>
                  <a:pt x="201180" y="269595"/>
                </a:lnTo>
                <a:lnTo>
                  <a:pt x="201180" y="300228"/>
                </a:lnTo>
                <a:lnTo>
                  <a:pt x="201180" y="307848"/>
                </a:lnTo>
                <a:lnTo>
                  <a:pt x="199656" y="313944"/>
                </a:lnTo>
                <a:lnTo>
                  <a:pt x="195084" y="320040"/>
                </a:lnTo>
                <a:lnTo>
                  <a:pt x="185940" y="329184"/>
                </a:lnTo>
                <a:lnTo>
                  <a:pt x="181368" y="330708"/>
                </a:lnTo>
                <a:lnTo>
                  <a:pt x="111264" y="330708"/>
                </a:lnTo>
                <a:lnTo>
                  <a:pt x="102120" y="323088"/>
                </a:lnTo>
                <a:lnTo>
                  <a:pt x="97548" y="316992"/>
                </a:lnTo>
                <a:lnTo>
                  <a:pt x="96024" y="313944"/>
                </a:lnTo>
                <a:lnTo>
                  <a:pt x="92976" y="309372"/>
                </a:lnTo>
                <a:lnTo>
                  <a:pt x="91452" y="304800"/>
                </a:lnTo>
                <a:lnTo>
                  <a:pt x="91452" y="300228"/>
                </a:lnTo>
                <a:lnTo>
                  <a:pt x="123075" y="267081"/>
                </a:lnTo>
                <a:lnTo>
                  <a:pt x="135470" y="264490"/>
                </a:lnTo>
                <a:lnTo>
                  <a:pt x="135750" y="264490"/>
                </a:lnTo>
                <a:lnTo>
                  <a:pt x="149364" y="263652"/>
                </a:lnTo>
                <a:lnTo>
                  <a:pt x="190512" y="275844"/>
                </a:lnTo>
                <a:lnTo>
                  <a:pt x="200647" y="293662"/>
                </a:lnTo>
                <a:lnTo>
                  <a:pt x="201180" y="300228"/>
                </a:lnTo>
                <a:lnTo>
                  <a:pt x="201180" y="269595"/>
                </a:lnTo>
                <a:lnTo>
                  <a:pt x="200037" y="267652"/>
                </a:lnTo>
                <a:lnTo>
                  <a:pt x="196303" y="263652"/>
                </a:lnTo>
                <a:lnTo>
                  <a:pt x="192036" y="259080"/>
                </a:lnTo>
                <a:lnTo>
                  <a:pt x="180644" y="250850"/>
                </a:lnTo>
                <a:lnTo>
                  <a:pt x="167271" y="244602"/>
                </a:lnTo>
                <a:lnTo>
                  <a:pt x="152171" y="240652"/>
                </a:lnTo>
                <a:lnTo>
                  <a:pt x="135648" y="239268"/>
                </a:lnTo>
                <a:lnTo>
                  <a:pt x="121373" y="240398"/>
                </a:lnTo>
                <a:lnTo>
                  <a:pt x="79756" y="263207"/>
                </a:lnTo>
                <a:lnTo>
                  <a:pt x="70116" y="289560"/>
                </a:lnTo>
                <a:lnTo>
                  <a:pt x="70116" y="297180"/>
                </a:lnTo>
                <a:lnTo>
                  <a:pt x="102120" y="330708"/>
                </a:lnTo>
                <a:lnTo>
                  <a:pt x="70116" y="330708"/>
                </a:lnTo>
                <a:lnTo>
                  <a:pt x="70116" y="336804"/>
                </a:lnTo>
                <a:lnTo>
                  <a:pt x="86880" y="377952"/>
                </a:lnTo>
                <a:lnTo>
                  <a:pt x="91452" y="376428"/>
                </a:lnTo>
                <a:lnTo>
                  <a:pt x="89928" y="373380"/>
                </a:lnTo>
                <a:lnTo>
                  <a:pt x="89928" y="362712"/>
                </a:lnTo>
                <a:lnTo>
                  <a:pt x="94500" y="358140"/>
                </a:lnTo>
                <a:lnTo>
                  <a:pt x="97548" y="356616"/>
                </a:lnTo>
                <a:lnTo>
                  <a:pt x="99072" y="356616"/>
                </a:lnTo>
                <a:lnTo>
                  <a:pt x="105168" y="355092"/>
                </a:lnTo>
                <a:lnTo>
                  <a:pt x="251472" y="355092"/>
                </a:lnTo>
                <a:lnTo>
                  <a:pt x="256044" y="356616"/>
                </a:lnTo>
                <a:lnTo>
                  <a:pt x="259092" y="356616"/>
                </a:lnTo>
                <a:lnTo>
                  <a:pt x="262140" y="358140"/>
                </a:lnTo>
                <a:lnTo>
                  <a:pt x="263664" y="359664"/>
                </a:lnTo>
                <a:lnTo>
                  <a:pt x="263664" y="361188"/>
                </a:lnTo>
                <a:lnTo>
                  <a:pt x="266712" y="365760"/>
                </a:lnTo>
                <a:lnTo>
                  <a:pt x="266712" y="379476"/>
                </a:lnTo>
                <a:lnTo>
                  <a:pt x="271284" y="379476"/>
                </a:lnTo>
                <a:lnTo>
                  <a:pt x="271284" y="355092"/>
                </a:lnTo>
                <a:lnTo>
                  <a:pt x="271284" y="3078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31" name="Google Shape;431;p12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522220" y="7481316"/>
            <a:ext cx="254508" cy="1450847"/>
          </a:xfrm>
          <a:prstGeom prst="rect">
            <a:avLst/>
          </a:prstGeom>
          <a:noFill/>
          <a:ln>
            <a:noFill/>
          </a:ln>
        </p:spPr>
      </p:pic>
      <p:pic>
        <p:nvPicPr>
          <p:cNvPr id="432" name="Google Shape;432;p12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592323" y="6188963"/>
            <a:ext cx="201168" cy="1130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33" name="Google Shape;433;p12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522220" y="5943600"/>
            <a:ext cx="210311" cy="160020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" name="Google Shape;434;p12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522220" y="4706111"/>
            <a:ext cx="271224" cy="1153668"/>
          </a:xfrm>
          <a:prstGeom prst="rect">
            <a:avLst/>
          </a:prstGeom>
          <a:noFill/>
          <a:ln>
            <a:noFill/>
          </a:ln>
        </p:spPr>
      </p:pic>
      <p:pic>
        <p:nvPicPr>
          <p:cNvPr id="435" name="Google Shape;435;p12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551175" y="4410455"/>
            <a:ext cx="181356" cy="2179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36" name="Google Shape;436;p12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592469" y="4195571"/>
            <a:ext cx="140062" cy="120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7" name="Google Shape;437;p12"/>
          <p:cNvGrpSpPr/>
          <p:nvPr/>
        </p:nvGrpSpPr>
        <p:grpSpPr>
          <a:xfrm>
            <a:off x="2522219" y="3755135"/>
            <a:ext cx="210312" cy="358139"/>
            <a:chOff x="2522219" y="3755135"/>
            <a:chExt cx="210312" cy="358139"/>
          </a:xfrm>
        </p:grpSpPr>
        <p:pic>
          <p:nvPicPr>
            <p:cNvPr id="438" name="Google Shape;438;p12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522219" y="4047743"/>
              <a:ext cx="207263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9" name="Google Shape;439;p12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522219" y="3960876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0" name="Google Shape;440;p12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551175" y="3755135"/>
              <a:ext cx="181356" cy="18592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41" name="Google Shape;441;p12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522219" y="2226564"/>
            <a:ext cx="271272" cy="14462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2" name="Google Shape;442;p12"/>
          <p:cNvGrpSpPr/>
          <p:nvPr/>
        </p:nvGrpSpPr>
        <p:grpSpPr>
          <a:xfrm>
            <a:off x="2877311" y="8212835"/>
            <a:ext cx="210554" cy="712217"/>
            <a:chOff x="2877311" y="8212835"/>
            <a:chExt cx="210554" cy="712217"/>
          </a:xfrm>
        </p:grpSpPr>
        <p:sp>
          <p:nvSpPr>
            <p:cNvPr id="443" name="Google Shape;443;p12"/>
            <p:cNvSpPr/>
            <p:nvPr/>
          </p:nvSpPr>
          <p:spPr>
            <a:xfrm>
              <a:off x="2906255" y="8371332"/>
              <a:ext cx="181610" cy="553720"/>
            </a:xfrm>
            <a:custGeom>
              <a:rect b="b" l="l" r="r" t="t"/>
              <a:pathLst>
                <a:path extrusionOk="0" h="553720" w="181610">
                  <a:moveTo>
                    <a:pt x="178320" y="149352"/>
                  </a:moveTo>
                  <a:lnTo>
                    <a:pt x="173748" y="149352"/>
                  </a:lnTo>
                  <a:lnTo>
                    <a:pt x="173748" y="161544"/>
                  </a:lnTo>
                  <a:lnTo>
                    <a:pt x="170700" y="164592"/>
                  </a:lnTo>
                  <a:lnTo>
                    <a:pt x="167652" y="170688"/>
                  </a:lnTo>
                  <a:lnTo>
                    <a:pt x="164604" y="170688"/>
                  </a:lnTo>
                  <a:lnTo>
                    <a:pt x="161556" y="173736"/>
                  </a:lnTo>
                  <a:lnTo>
                    <a:pt x="85356" y="173736"/>
                  </a:lnTo>
                  <a:lnTo>
                    <a:pt x="76212" y="169164"/>
                  </a:lnTo>
                  <a:lnTo>
                    <a:pt x="70116" y="164592"/>
                  </a:lnTo>
                  <a:lnTo>
                    <a:pt x="62496" y="156972"/>
                  </a:lnTo>
                  <a:lnTo>
                    <a:pt x="62496" y="152400"/>
                  </a:lnTo>
                  <a:lnTo>
                    <a:pt x="64020" y="149352"/>
                  </a:lnTo>
                  <a:lnTo>
                    <a:pt x="68592" y="144780"/>
                  </a:lnTo>
                  <a:lnTo>
                    <a:pt x="71640" y="140208"/>
                  </a:lnTo>
                  <a:lnTo>
                    <a:pt x="73164" y="137160"/>
                  </a:lnTo>
                  <a:lnTo>
                    <a:pt x="73164" y="131064"/>
                  </a:lnTo>
                  <a:lnTo>
                    <a:pt x="71640" y="128016"/>
                  </a:lnTo>
                  <a:lnTo>
                    <a:pt x="68592" y="126492"/>
                  </a:lnTo>
                  <a:lnTo>
                    <a:pt x="67068" y="123444"/>
                  </a:lnTo>
                  <a:lnTo>
                    <a:pt x="62496" y="121920"/>
                  </a:lnTo>
                  <a:lnTo>
                    <a:pt x="54876" y="121920"/>
                  </a:lnTo>
                  <a:lnTo>
                    <a:pt x="50304" y="123444"/>
                  </a:lnTo>
                  <a:lnTo>
                    <a:pt x="47256" y="128016"/>
                  </a:lnTo>
                  <a:lnTo>
                    <a:pt x="42684" y="131064"/>
                  </a:lnTo>
                  <a:lnTo>
                    <a:pt x="41160" y="135636"/>
                  </a:lnTo>
                  <a:lnTo>
                    <a:pt x="41160" y="140208"/>
                  </a:lnTo>
                  <a:lnTo>
                    <a:pt x="43154" y="149098"/>
                  </a:lnTo>
                  <a:lnTo>
                    <a:pt x="49161" y="157543"/>
                  </a:lnTo>
                  <a:lnTo>
                    <a:pt x="59156" y="165722"/>
                  </a:lnTo>
                  <a:lnTo>
                    <a:pt x="73164" y="173736"/>
                  </a:lnTo>
                  <a:lnTo>
                    <a:pt x="41160" y="173736"/>
                  </a:lnTo>
                  <a:lnTo>
                    <a:pt x="41160" y="179832"/>
                  </a:lnTo>
                  <a:lnTo>
                    <a:pt x="57924" y="220980"/>
                  </a:lnTo>
                  <a:lnTo>
                    <a:pt x="62496" y="219456"/>
                  </a:lnTo>
                  <a:lnTo>
                    <a:pt x="60972" y="216408"/>
                  </a:lnTo>
                  <a:lnTo>
                    <a:pt x="60972" y="204216"/>
                  </a:lnTo>
                  <a:lnTo>
                    <a:pt x="64020" y="201168"/>
                  </a:lnTo>
                  <a:lnTo>
                    <a:pt x="67068" y="199644"/>
                  </a:lnTo>
                  <a:lnTo>
                    <a:pt x="70116" y="199644"/>
                  </a:lnTo>
                  <a:lnTo>
                    <a:pt x="87261" y="198361"/>
                  </a:lnTo>
                  <a:lnTo>
                    <a:pt x="97548" y="198120"/>
                  </a:lnTo>
                  <a:lnTo>
                    <a:pt x="161556" y="198120"/>
                  </a:lnTo>
                  <a:lnTo>
                    <a:pt x="163080" y="199644"/>
                  </a:lnTo>
                  <a:lnTo>
                    <a:pt x="166128" y="199644"/>
                  </a:lnTo>
                  <a:lnTo>
                    <a:pt x="169176" y="201168"/>
                  </a:lnTo>
                  <a:lnTo>
                    <a:pt x="170700" y="204216"/>
                  </a:lnTo>
                  <a:lnTo>
                    <a:pt x="173748" y="207264"/>
                  </a:lnTo>
                  <a:lnTo>
                    <a:pt x="173748" y="217932"/>
                  </a:lnTo>
                  <a:lnTo>
                    <a:pt x="178320" y="217932"/>
                  </a:lnTo>
                  <a:lnTo>
                    <a:pt x="178320" y="149352"/>
                  </a:lnTo>
                  <a:close/>
                </a:path>
                <a:path extrusionOk="0" h="553720" w="181610">
                  <a:moveTo>
                    <a:pt x="181356" y="397764"/>
                  </a:moveTo>
                  <a:lnTo>
                    <a:pt x="179832" y="391668"/>
                  </a:lnTo>
                  <a:lnTo>
                    <a:pt x="173736" y="385572"/>
                  </a:lnTo>
                  <a:lnTo>
                    <a:pt x="169976" y="380415"/>
                  </a:lnTo>
                  <a:lnTo>
                    <a:pt x="165354" y="376237"/>
                  </a:lnTo>
                  <a:lnTo>
                    <a:pt x="159600" y="372935"/>
                  </a:lnTo>
                  <a:lnTo>
                    <a:pt x="152400" y="370332"/>
                  </a:lnTo>
                  <a:lnTo>
                    <a:pt x="152400" y="376428"/>
                  </a:lnTo>
                  <a:lnTo>
                    <a:pt x="156972" y="377952"/>
                  </a:lnTo>
                  <a:lnTo>
                    <a:pt x="160020" y="384048"/>
                  </a:lnTo>
                  <a:lnTo>
                    <a:pt x="163068" y="387096"/>
                  </a:lnTo>
                  <a:lnTo>
                    <a:pt x="163068" y="396240"/>
                  </a:lnTo>
                  <a:lnTo>
                    <a:pt x="161544" y="399288"/>
                  </a:lnTo>
                  <a:lnTo>
                    <a:pt x="158496" y="402336"/>
                  </a:lnTo>
                  <a:lnTo>
                    <a:pt x="155448" y="403860"/>
                  </a:lnTo>
                  <a:lnTo>
                    <a:pt x="149352" y="405384"/>
                  </a:lnTo>
                  <a:lnTo>
                    <a:pt x="53340" y="405384"/>
                  </a:lnTo>
                  <a:lnTo>
                    <a:pt x="53340" y="374904"/>
                  </a:lnTo>
                  <a:lnTo>
                    <a:pt x="44196" y="374904"/>
                  </a:lnTo>
                  <a:lnTo>
                    <a:pt x="44196" y="405384"/>
                  </a:lnTo>
                  <a:lnTo>
                    <a:pt x="0" y="405384"/>
                  </a:lnTo>
                  <a:lnTo>
                    <a:pt x="0" y="408432"/>
                  </a:lnTo>
                  <a:lnTo>
                    <a:pt x="33528" y="428244"/>
                  </a:lnTo>
                  <a:lnTo>
                    <a:pt x="38100" y="434340"/>
                  </a:lnTo>
                  <a:lnTo>
                    <a:pt x="44196" y="440436"/>
                  </a:lnTo>
                  <a:lnTo>
                    <a:pt x="47244" y="446532"/>
                  </a:lnTo>
                  <a:lnTo>
                    <a:pt x="48768" y="452628"/>
                  </a:lnTo>
                  <a:lnTo>
                    <a:pt x="53340" y="452628"/>
                  </a:lnTo>
                  <a:lnTo>
                    <a:pt x="53340" y="429768"/>
                  </a:lnTo>
                  <a:lnTo>
                    <a:pt x="155448" y="429768"/>
                  </a:lnTo>
                  <a:lnTo>
                    <a:pt x="163068" y="428244"/>
                  </a:lnTo>
                  <a:lnTo>
                    <a:pt x="172212" y="425196"/>
                  </a:lnTo>
                  <a:lnTo>
                    <a:pt x="175260" y="422148"/>
                  </a:lnTo>
                  <a:lnTo>
                    <a:pt x="178308" y="417576"/>
                  </a:lnTo>
                  <a:lnTo>
                    <a:pt x="181356" y="408432"/>
                  </a:lnTo>
                  <a:lnTo>
                    <a:pt x="181356" y="397764"/>
                  </a:lnTo>
                  <a:close/>
                </a:path>
                <a:path extrusionOk="0" h="553720" w="181610">
                  <a:moveTo>
                    <a:pt x="181356" y="297180"/>
                  </a:moveTo>
                  <a:lnTo>
                    <a:pt x="172212" y="263652"/>
                  </a:lnTo>
                  <a:lnTo>
                    <a:pt x="172212" y="280416"/>
                  </a:lnTo>
                  <a:lnTo>
                    <a:pt x="172110" y="291871"/>
                  </a:lnTo>
                  <a:lnTo>
                    <a:pt x="140017" y="325170"/>
                  </a:lnTo>
                  <a:lnTo>
                    <a:pt x="100584" y="332232"/>
                  </a:lnTo>
                  <a:lnTo>
                    <a:pt x="91998" y="331952"/>
                  </a:lnTo>
                  <a:lnTo>
                    <a:pt x="84391" y="331089"/>
                  </a:lnTo>
                  <a:lnTo>
                    <a:pt x="77660" y="329666"/>
                  </a:lnTo>
                  <a:lnTo>
                    <a:pt x="71628" y="327660"/>
                  </a:lnTo>
                  <a:lnTo>
                    <a:pt x="64008" y="323088"/>
                  </a:lnTo>
                  <a:lnTo>
                    <a:pt x="57912" y="320040"/>
                  </a:lnTo>
                  <a:lnTo>
                    <a:pt x="54864" y="313944"/>
                  </a:lnTo>
                  <a:lnTo>
                    <a:pt x="51816" y="309372"/>
                  </a:lnTo>
                  <a:lnTo>
                    <a:pt x="50292" y="304800"/>
                  </a:lnTo>
                  <a:lnTo>
                    <a:pt x="50292" y="298704"/>
                  </a:lnTo>
                  <a:lnTo>
                    <a:pt x="51155" y="291871"/>
                  </a:lnTo>
                  <a:lnTo>
                    <a:pt x="88773" y="262509"/>
                  </a:lnTo>
                  <a:lnTo>
                    <a:pt x="120396" y="259080"/>
                  </a:lnTo>
                  <a:lnTo>
                    <a:pt x="133908" y="259651"/>
                  </a:lnTo>
                  <a:lnTo>
                    <a:pt x="172212" y="280416"/>
                  </a:lnTo>
                  <a:lnTo>
                    <a:pt x="172212" y="263652"/>
                  </a:lnTo>
                  <a:lnTo>
                    <a:pt x="135661" y="235508"/>
                  </a:lnTo>
                  <a:lnTo>
                    <a:pt x="109728" y="231648"/>
                  </a:lnTo>
                  <a:lnTo>
                    <a:pt x="97447" y="232537"/>
                  </a:lnTo>
                  <a:lnTo>
                    <a:pt x="54013" y="256654"/>
                  </a:lnTo>
                  <a:lnTo>
                    <a:pt x="46748" y="268224"/>
                  </a:lnTo>
                  <a:lnTo>
                    <a:pt x="42583" y="280758"/>
                  </a:lnTo>
                  <a:lnTo>
                    <a:pt x="41148" y="295656"/>
                  </a:lnTo>
                  <a:lnTo>
                    <a:pt x="41262" y="297180"/>
                  </a:lnTo>
                  <a:lnTo>
                    <a:pt x="41376" y="298704"/>
                  </a:lnTo>
                  <a:lnTo>
                    <a:pt x="60960" y="340042"/>
                  </a:lnTo>
                  <a:lnTo>
                    <a:pt x="103632" y="359092"/>
                  </a:lnTo>
                  <a:lnTo>
                    <a:pt x="112776" y="359664"/>
                  </a:lnTo>
                  <a:lnTo>
                    <a:pt x="125069" y="358571"/>
                  </a:lnTo>
                  <a:lnTo>
                    <a:pt x="168503" y="334695"/>
                  </a:lnTo>
                  <a:lnTo>
                    <a:pt x="170091" y="332232"/>
                  </a:lnTo>
                  <a:lnTo>
                    <a:pt x="175641" y="323659"/>
                  </a:lnTo>
                  <a:lnTo>
                    <a:pt x="179933" y="311213"/>
                  </a:lnTo>
                  <a:lnTo>
                    <a:pt x="181356" y="297180"/>
                  </a:lnTo>
                  <a:close/>
                </a:path>
                <a:path extrusionOk="0" h="553720" w="181610">
                  <a:moveTo>
                    <a:pt x="181368" y="507492"/>
                  </a:moveTo>
                  <a:lnTo>
                    <a:pt x="164668" y="469493"/>
                  </a:lnTo>
                  <a:lnTo>
                    <a:pt x="141744" y="461772"/>
                  </a:lnTo>
                  <a:lnTo>
                    <a:pt x="130644" y="463511"/>
                  </a:lnTo>
                  <a:lnTo>
                    <a:pt x="120408" y="468820"/>
                  </a:lnTo>
                  <a:lnTo>
                    <a:pt x="111302" y="477850"/>
                  </a:lnTo>
                  <a:lnTo>
                    <a:pt x="103644" y="490728"/>
                  </a:lnTo>
                  <a:lnTo>
                    <a:pt x="89928" y="522732"/>
                  </a:lnTo>
                  <a:lnTo>
                    <a:pt x="85356" y="527304"/>
                  </a:lnTo>
                  <a:lnTo>
                    <a:pt x="80784" y="530352"/>
                  </a:lnTo>
                  <a:lnTo>
                    <a:pt x="77736" y="533400"/>
                  </a:lnTo>
                  <a:lnTo>
                    <a:pt x="73164" y="534924"/>
                  </a:lnTo>
                  <a:lnTo>
                    <a:pt x="64020" y="534924"/>
                  </a:lnTo>
                  <a:lnTo>
                    <a:pt x="59448" y="533400"/>
                  </a:lnTo>
                  <a:lnTo>
                    <a:pt x="56400" y="528828"/>
                  </a:lnTo>
                  <a:lnTo>
                    <a:pt x="51828" y="524256"/>
                  </a:lnTo>
                  <a:lnTo>
                    <a:pt x="50304" y="519684"/>
                  </a:lnTo>
                  <a:lnTo>
                    <a:pt x="50304" y="504444"/>
                  </a:lnTo>
                  <a:lnTo>
                    <a:pt x="86880" y="477012"/>
                  </a:lnTo>
                  <a:lnTo>
                    <a:pt x="86880" y="472440"/>
                  </a:lnTo>
                  <a:lnTo>
                    <a:pt x="41160" y="472440"/>
                  </a:lnTo>
                  <a:lnTo>
                    <a:pt x="41160" y="477012"/>
                  </a:lnTo>
                  <a:lnTo>
                    <a:pt x="44208" y="478536"/>
                  </a:lnTo>
                  <a:lnTo>
                    <a:pt x="45732" y="478536"/>
                  </a:lnTo>
                  <a:lnTo>
                    <a:pt x="47256" y="480060"/>
                  </a:lnTo>
                  <a:lnTo>
                    <a:pt x="47256" y="489204"/>
                  </a:lnTo>
                  <a:lnTo>
                    <a:pt x="45732" y="493776"/>
                  </a:lnTo>
                  <a:lnTo>
                    <a:pt x="42684" y="501396"/>
                  </a:lnTo>
                  <a:lnTo>
                    <a:pt x="41160" y="507492"/>
                  </a:lnTo>
                  <a:lnTo>
                    <a:pt x="41160" y="512064"/>
                  </a:lnTo>
                  <a:lnTo>
                    <a:pt x="41960" y="520903"/>
                  </a:lnTo>
                  <a:lnTo>
                    <a:pt x="71539" y="552411"/>
                  </a:lnTo>
                  <a:lnTo>
                    <a:pt x="79260" y="553212"/>
                  </a:lnTo>
                  <a:lnTo>
                    <a:pt x="86880" y="553212"/>
                  </a:lnTo>
                  <a:lnTo>
                    <a:pt x="94500" y="550164"/>
                  </a:lnTo>
                  <a:lnTo>
                    <a:pt x="99072" y="545592"/>
                  </a:lnTo>
                  <a:lnTo>
                    <a:pt x="103644" y="541959"/>
                  </a:lnTo>
                  <a:lnTo>
                    <a:pt x="108216" y="535876"/>
                  </a:lnTo>
                  <a:lnTo>
                    <a:pt x="112788" y="527812"/>
                  </a:lnTo>
                  <a:lnTo>
                    <a:pt x="117360" y="518160"/>
                  </a:lnTo>
                  <a:lnTo>
                    <a:pt x="122783" y="508736"/>
                  </a:lnTo>
                  <a:lnTo>
                    <a:pt x="127647" y="501015"/>
                  </a:lnTo>
                  <a:lnTo>
                    <a:pt x="131927" y="495020"/>
                  </a:lnTo>
                  <a:lnTo>
                    <a:pt x="135648" y="490728"/>
                  </a:lnTo>
                  <a:lnTo>
                    <a:pt x="140220" y="484632"/>
                  </a:lnTo>
                  <a:lnTo>
                    <a:pt x="144792" y="483108"/>
                  </a:lnTo>
                  <a:lnTo>
                    <a:pt x="158508" y="483108"/>
                  </a:lnTo>
                  <a:lnTo>
                    <a:pt x="163080" y="484632"/>
                  </a:lnTo>
                  <a:lnTo>
                    <a:pt x="166128" y="489204"/>
                  </a:lnTo>
                  <a:lnTo>
                    <a:pt x="170700" y="493776"/>
                  </a:lnTo>
                  <a:lnTo>
                    <a:pt x="172224" y="499872"/>
                  </a:lnTo>
                  <a:lnTo>
                    <a:pt x="172224" y="505968"/>
                  </a:lnTo>
                  <a:lnTo>
                    <a:pt x="150126" y="542734"/>
                  </a:lnTo>
                  <a:lnTo>
                    <a:pt x="132600" y="548640"/>
                  </a:lnTo>
                  <a:lnTo>
                    <a:pt x="132600" y="553212"/>
                  </a:lnTo>
                  <a:lnTo>
                    <a:pt x="179844" y="553212"/>
                  </a:lnTo>
                  <a:lnTo>
                    <a:pt x="181368" y="548640"/>
                  </a:lnTo>
                  <a:lnTo>
                    <a:pt x="175272" y="545592"/>
                  </a:lnTo>
                  <a:lnTo>
                    <a:pt x="175272" y="541020"/>
                  </a:lnTo>
                  <a:lnTo>
                    <a:pt x="176796" y="537972"/>
                  </a:lnTo>
                  <a:lnTo>
                    <a:pt x="176796" y="534924"/>
                  </a:lnTo>
                  <a:lnTo>
                    <a:pt x="178790" y="527215"/>
                  </a:lnTo>
                  <a:lnTo>
                    <a:pt x="180225" y="520065"/>
                  </a:lnTo>
                  <a:lnTo>
                    <a:pt x="181076" y="513499"/>
                  </a:lnTo>
                  <a:lnTo>
                    <a:pt x="181368" y="507492"/>
                  </a:lnTo>
                  <a:close/>
                </a:path>
                <a:path extrusionOk="0" h="553720" w="181610">
                  <a:moveTo>
                    <a:pt x="181368" y="54864"/>
                  </a:moveTo>
                  <a:lnTo>
                    <a:pt x="166128" y="18288"/>
                  </a:lnTo>
                  <a:lnTo>
                    <a:pt x="129552" y="0"/>
                  </a:lnTo>
                  <a:lnTo>
                    <a:pt x="126504" y="3048"/>
                  </a:lnTo>
                  <a:lnTo>
                    <a:pt x="134810" y="6743"/>
                  </a:lnTo>
                  <a:lnTo>
                    <a:pt x="141554" y="10858"/>
                  </a:lnTo>
                  <a:lnTo>
                    <a:pt x="146824" y="15240"/>
                  </a:lnTo>
                  <a:lnTo>
                    <a:pt x="150888" y="19812"/>
                  </a:lnTo>
                  <a:lnTo>
                    <a:pt x="155460" y="25908"/>
                  </a:lnTo>
                  <a:lnTo>
                    <a:pt x="156984" y="33528"/>
                  </a:lnTo>
                  <a:lnTo>
                    <a:pt x="156857" y="44005"/>
                  </a:lnTo>
                  <a:lnTo>
                    <a:pt x="131356" y="83731"/>
                  </a:lnTo>
                  <a:lnTo>
                    <a:pt x="94500" y="91440"/>
                  </a:lnTo>
                  <a:lnTo>
                    <a:pt x="94500" y="30480"/>
                  </a:lnTo>
                  <a:lnTo>
                    <a:pt x="94500" y="0"/>
                  </a:lnTo>
                  <a:lnTo>
                    <a:pt x="85356" y="736"/>
                  </a:lnTo>
                  <a:lnTo>
                    <a:pt x="85356" y="30480"/>
                  </a:lnTo>
                  <a:lnTo>
                    <a:pt x="85356" y="91440"/>
                  </a:lnTo>
                  <a:lnTo>
                    <a:pt x="50304" y="67056"/>
                  </a:lnTo>
                  <a:lnTo>
                    <a:pt x="50304" y="54864"/>
                  </a:lnTo>
                  <a:lnTo>
                    <a:pt x="77736" y="30480"/>
                  </a:lnTo>
                  <a:lnTo>
                    <a:pt x="85356" y="30480"/>
                  </a:lnTo>
                  <a:lnTo>
                    <a:pt x="85356" y="736"/>
                  </a:lnTo>
                  <a:lnTo>
                    <a:pt x="49517" y="22669"/>
                  </a:lnTo>
                  <a:lnTo>
                    <a:pt x="41160" y="51816"/>
                  </a:lnTo>
                  <a:lnTo>
                    <a:pt x="41211" y="52438"/>
                  </a:lnTo>
                  <a:lnTo>
                    <a:pt x="60972" y="96012"/>
                  </a:lnTo>
                  <a:lnTo>
                    <a:pt x="97396" y="111658"/>
                  </a:lnTo>
                  <a:lnTo>
                    <a:pt x="112788" y="112776"/>
                  </a:lnTo>
                  <a:lnTo>
                    <a:pt x="127927" y="111658"/>
                  </a:lnTo>
                  <a:lnTo>
                    <a:pt x="141363" y="108394"/>
                  </a:lnTo>
                  <a:lnTo>
                    <a:pt x="153073" y="103136"/>
                  </a:lnTo>
                  <a:lnTo>
                    <a:pt x="163080" y="96012"/>
                  </a:lnTo>
                  <a:lnTo>
                    <a:pt x="166954" y="91440"/>
                  </a:lnTo>
                  <a:lnTo>
                    <a:pt x="171081" y="86588"/>
                  </a:lnTo>
                  <a:lnTo>
                    <a:pt x="176796" y="76581"/>
                  </a:lnTo>
                  <a:lnTo>
                    <a:pt x="180225" y="66014"/>
                  </a:lnTo>
                  <a:lnTo>
                    <a:pt x="181368" y="548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44" name="Google Shape;444;p12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877311" y="8212835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45" name="Google Shape;445;p12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2877311" y="6810755"/>
            <a:ext cx="254508" cy="13213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46" name="Google Shape;446;p12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2877311" y="6297168"/>
            <a:ext cx="210312" cy="417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47" name="Google Shape;447;p12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2877311" y="5161788"/>
            <a:ext cx="271271" cy="1063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" name="Google Shape;448;p12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2877311" y="4727447"/>
            <a:ext cx="210312" cy="352044"/>
          </a:xfrm>
          <a:prstGeom prst="rect">
            <a:avLst/>
          </a:prstGeom>
          <a:noFill/>
          <a:ln>
            <a:noFill/>
          </a:ln>
        </p:spPr>
      </p:pic>
      <p:pic>
        <p:nvPicPr>
          <p:cNvPr id="449" name="Google Shape;449;p12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2877311" y="3608832"/>
            <a:ext cx="271272" cy="1034796"/>
          </a:xfrm>
          <a:prstGeom prst="rect">
            <a:avLst/>
          </a:prstGeom>
          <a:noFill/>
          <a:ln>
            <a:noFill/>
          </a:ln>
        </p:spPr>
      </p:pic>
      <p:sp>
        <p:nvSpPr>
          <p:cNvPr id="450" name="Google Shape;450;p12"/>
          <p:cNvSpPr/>
          <p:nvPr/>
        </p:nvSpPr>
        <p:spPr>
          <a:xfrm>
            <a:off x="2906255" y="2776728"/>
            <a:ext cx="242570" cy="746760"/>
          </a:xfrm>
          <a:custGeom>
            <a:rect b="b" l="l" r="r" t="t"/>
            <a:pathLst>
              <a:path extrusionOk="0" h="746760" w="242569">
                <a:moveTo>
                  <a:pt x="181356" y="684276"/>
                </a:moveTo>
                <a:lnTo>
                  <a:pt x="172097" y="650608"/>
                </a:lnTo>
                <a:lnTo>
                  <a:pt x="172097" y="668731"/>
                </a:lnTo>
                <a:lnTo>
                  <a:pt x="171996" y="679856"/>
                </a:lnTo>
                <a:lnTo>
                  <a:pt x="140017" y="713549"/>
                </a:lnTo>
                <a:lnTo>
                  <a:pt x="128371" y="716762"/>
                </a:lnTo>
                <a:lnTo>
                  <a:pt x="128689" y="716762"/>
                </a:lnTo>
                <a:lnTo>
                  <a:pt x="114871" y="718743"/>
                </a:lnTo>
                <a:lnTo>
                  <a:pt x="100584" y="719328"/>
                </a:lnTo>
                <a:lnTo>
                  <a:pt x="91998" y="719048"/>
                </a:lnTo>
                <a:lnTo>
                  <a:pt x="51816" y="697992"/>
                </a:lnTo>
                <a:lnTo>
                  <a:pt x="50292" y="691896"/>
                </a:lnTo>
                <a:lnTo>
                  <a:pt x="50330" y="687019"/>
                </a:lnTo>
                <a:lnTo>
                  <a:pt x="75399" y="655180"/>
                </a:lnTo>
                <a:lnTo>
                  <a:pt x="120396" y="646176"/>
                </a:lnTo>
                <a:lnTo>
                  <a:pt x="133908" y="646747"/>
                </a:lnTo>
                <a:lnTo>
                  <a:pt x="169164" y="661416"/>
                </a:lnTo>
                <a:lnTo>
                  <a:pt x="172097" y="668731"/>
                </a:lnTo>
                <a:lnTo>
                  <a:pt x="172097" y="650608"/>
                </a:lnTo>
                <a:lnTo>
                  <a:pt x="135661" y="623887"/>
                </a:lnTo>
                <a:lnTo>
                  <a:pt x="109728" y="618744"/>
                </a:lnTo>
                <a:lnTo>
                  <a:pt x="97447" y="619874"/>
                </a:lnTo>
                <a:lnTo>
                  <a:pt x="54013" y="645248"/>
                </a:lnTo>
                <a:lnTo>
                  <a:pt x="42557" y="669036"/>
                </a:lnTo>
                <a:lnTo>
                  <a:pt x="41148" y="682752"/>
                </a:lnTo>
                <a:lnTo>
                  <a:pt x="41262" y="684276"/>
                </a:lnTo>
                <a:lnTo>
                  <a:pt x="41719" y="690753"/>
                </a:lnTo>
                <a:lnTo>
                  <a:pt x="43434" y="698754"/>
                </a:lnTo>
                <a:lnTo>
                  <a:pt x="67868" y="732764"/>
                </a:lnTo>
                <a:lnTo>
                  <a:pt x="103632" y="746188"/>
                </a:lnTo>
                <a:lnTo>
                  <a:pt x="112776" y="746760"/>
                </a:lnTo>
                <a:lnTo>
                  <a:pt x="125069" y="745909"/>
                </a:lnTo>
                <a:lnTo>
                  <a:pt x="168503" y="723074"/>
                </a:lnTo>
                <a:lnTo>
                  <a:pt x="170815" y="719328"/>
                </a:lnTo>
                <a:lnTo>
                  <a:pt x="175641" y="711517"/>
                </a:lnTo>
                <a:lnTo>
                  <a:pt x="179857" y="698754"/>
                </a:lnTo>
                <a:lnTo>
                  <a:pt x="179984" y="697992"/>
                </a:lnTo>
                <a:lnTo>
                  <a:pt x="181356" y="684276"/>
                </a:lnTo>
                <a:close/>
              </a:path>
              <a:path extrusionOk="0" h="746760" w="242569">
                <a:moveTo>
                  <a:pt x="181356" y="406908"/>
                </a:moveTo>
                <a:lnTo>
                  <a:pt x="179832" y="399288"/>
                </a:lnTo>
                <a:lnTo>
                  <a:pt x="173736" y="393192"/>
                </a:lnTo>
                <a:lnTo>
                  <a:pt x="169164" y="387096"/>
                </a:lnTo>
                <a:lnTo>
                  <a:pt x="163068" y="382524"/>
                </a:lnTo>
                <a:lnTo>
                  <a:pt x="152400" y="379476"/>
                </a:lnTo>
                <a:lnTo>
                  <a:pt x="152400" y="385572"/>
                </a:lnTo>
                <a:lnTo>
                  <a:pt x="156972" y="387096"/>
                </a:lnTo>
                <a:lnTo>
                  <a:pt x="158496" y="388620"/>
                </a:lnTo>
                <a:lnTo>
                  <a:pt x="160020" y="391668"/>
                </a:lnTo>
                <a:lnTo>
                  <a:pt x="163068" y="394716"/>
                </a:lnTo>
                <a:lnTo>
                  <a:pt x="163068" y="405384"/>
                </a:lnTo>
                <a:lnTo>
                  <a:pt x="161544" y="408432"/>
                </a:lnTo>
                <a:lnTo>
                  <a:pt x="158496" y="409956"/>
                </a:lnTo>
                <a:lnTo>
                  <a:pt x="155448" y="413004"/>
                </a:lnTo>
                <a:lnTo>
                  <a:pt x="149352" y="414528"/>
                </a:lnTo>
                <a:lnTo>
                  <a:pt x="53340" y="414528"/>
                </a:lnTo>
                <a:lnTo>
                  <a:pt x="53340" y="382524"/>
                </a:lnTo>
                <a:lnTo>
                  <a:pt x="44196" y="382524"/>
                </a:lnTo>
                <a:lnTo>
                  <a:pt x="44196" y="414528"/>
                </a:lnTo>
                <a:lnTo>
                  <a:pt x="0" y="414528"/>
                </a:lnTo>
                <a:lnTo>
                  <a:pt x="0" y="417576"/>
                </a:lnTo>
                <a:lnTo>
                  <a:pt x="10668" y="422148"/>
                </a:lnTo>
                <a:lnTo>
                  <a:pt x="16764" y="425196"/>
                </a:lnTo>
                <a:lnTo>
                  <a:pt x="21336" y="426720"/>
                </a:lnTo>
                <a:lnTo>
                  <a:pt x="27432" y="432816"/>
                </a:lnTo>
                <a:lnTo>
                  <a:pt x="33528" y="437388"/>
                </a:lnTo>
                <a:lnTo>
                  <a:pt x="38100" y="443484"/>
                </a:lnTo>
                <a:lnTo>
                  <a:pt x="44196" y="449580"/>
                </a:lnTo>
                <a:lnTo>
                  <a:pt x="47244" y="455676"/>
                </a:lnTo>
                <a:lnTo>
                  <a:pt x="48768" y="461772"/>
                </a:lnTo>
                <a:lnTo>
                  <a:pt x="53340" y="461772"/>
                </a:lnTo>
                <a:lnTo>
                  <a:pt x="53340" y="438912"/>
                </a:lnTo>
                <a:lnTo>
                  <a:pt x="155448" y="438912"/>
                </a:lnTo>
                <a:lnTo>
                  <a:pt x="163068" y="437388"/>
                </a:lnTo>
                <a:lnTo>
                  <a:pt x="167640" y="435864"/>
                </a:lnTo>
                <a:lnTo>
                  <a:pt x="172212" y="432816"/>
                </a:lnTo>
                <a:lnTo>
                  <a:pt x="178308" y="426720"/>
                </a:lnTo>
                <a:lnTo>
                  <a:pt x="181356" y="417576"/>
                </a:lnTo>
                <a:lnTo>
                  <a:pt x="181356" y="406908"/>
                </a:lnTo>
                <a:close/>
              </a:path>
              <a:path extrusionOk="0" h="746760" w="242569">
                <a:moveTo>
                  <a:pt x="181356" y="27432"/>
                </a:moveTo>
                <a:lnTo>
                  <a:pt x="179832" y="19812"/>
                </a:lnTo>
                <a:lnTo>
                  <a:pt x="173736" y="13716"/>
                </a:lnTo>
                <a:lnTo>
                  <a:pt x="169164" y="7620"/>
                </a:lnTo>
                <a:lnTo>
                  <a:pt x="163068" y="3048"/>
                </a:lnTo>
                <a:lnTo>
                  <a:pt x="152400" y="0"/>
                </a:lnTo>
                <a:lnTo>
                  <a:pt x="152400" y="6096"/>
                </a:lnTo>
                <a:lnTo>
                  <a:pt x="156972" y="7620"/>
                </a:lnTo>
                <a:lnTo>
                  <a:pt x="158496" y="9144"/>
                </a:lnTo>
                <a:lnTo>
                  <a:pt x="160020" y="12192"/>
                </a:lnTo>
                <a:lnTo>
                  <a:pt x="163068" y="15240"/>
                </a:lnTo>
                <a:lnTo>
                  <a:pt x="163068" y="25908"/>
                </a:lnTo>
                <a:lnTo>
                  <a:pt x="161544" y="28956"/>
                </a:lnTo>
                <a:lnTo>
                  <a:pt x="158496" y="30480"/>
                </a:lnTo>
                <a:lnTo>
                  <a:pt x="155448" y="33528"/>
                </a:lnTo>
                <a:lnTo>
                  <a:pt x="149352" y="35052"/>
                </a:lnTo>
                <a:lnTo>
                  <a:pt x="53340" y="35052"/>
                </a:lnTo>
                <a:lnTo>
                  <a:pt x="53340" y="3048"/>
                </a:lnTo>
                <a:lnTo>
                  <a:pt x="44196" y="3048"/>
                </a:lnTo>
                <a:lnTo>
                  <a:pt x="44196" y="35052"/>
                </a:lnTo>
                <a:lnTo>
                  <a:pt x="0" y="35052"/>
                </a:lnTo>
                <a:lnTo>
                  <a:pt x="0" y="38100"/>
                </a:lnTo>
                <a:lnTo>
                  <a:pt x="10668" y="42672"/>
                </a:lnTo>
                <a:lnTo>
                  <a:pt x="16764" y="45720"/>
                </a:lnTo>
                <a:lnTo>
                  <a:pt x="21336" y="47244"/>
                </a:lnTo>
                <a:lnTo>
                  <a:pt x="27432" y="53340"/>
                </a:lnTo>
                <a:lnTo>
                  <a:pt x="33528" y="57912"/>
                </a:lnTo>
                <a:lnTo>
                  <a:pt x="38100" y="64008"/>
                </a:lnTo>
                <a:lnTo>
                  <a:pt x="44196" y="70104"/>
                </a:lnTo>
                <a:lnTo>
                  <a:pt x="47244" y="76200"/>
                </a:lnTo>
                <a:lnTo>
                  <a:pt x="48768" y="82296"/>
                </a:lnTo>
                <a:lnTo>
                  <a:pt x="53340" y="82296"/>
                </a:lnTo>
                <a:lnTo>
                  <a:pt x="53340" y="59436"/>
                </a:lnTo>
                <a:lnTo>
                  <a:pt x="155448" y="59436"/>
                </a:lnTo>
                <a:lnTo>
                  <a:pt x="163068" y="57912"/>
                </a:lnTo>
                <a:lnTo>
                  <a:pt x="167640" y="56388"/>
                </a:lnTo>
                <a:lnTo>
                  <a:pt x="172212" y="53340"/>
                </a:lnTo>
                <a:lnTo>
                  <a:pt x="178308" y="47244"/>
                </a:lnTo>
                <a:lnTo>
                  <a:pt x="181356" y="38100"/>
                </a:lnTo>
                <a:lnTo>
                  <a:pt x="181356" y="27432"/>
                </a:lnTo>
                <a:close/>
              </a:path>
              <a:path extrusionOk="0" h="746760" w="242569">
                <a:moveTo>
                  <a:pt x="181368" y="499872"/>
                </a:moveTo>
                <a:lnTo>
                  <a:pt x="164604" y="458724"/>
                </a:lnTo>
                <a:lnTo>
                  <a:pt x="160032" y="460248"/>
                </a:lnTo>
                <a:lnTo>
                  <a:pt x="161556" y="464820"/>
                </a:lnTo>
                <a:lnTo>
                  <a:pt x="163080" y="467868"/>
                </a:lnTo>
                <a:lnTo>
                  <a:pt x="163080" y="473964"/>
                </a:lnTo>
                <a:lnTo>
                  <a:pt x="161556" y="475488"/>
                </a:lnTo>
                <a:lnTo>
                  <a:pt x="161556" y="477012"/>
                </a:lnTo>
                <a:lnTo>
                  <a:pt x="160032" y="478536"/>
                </a:lnTo>
                <a:lnTo>
                  <a:pt x="156984" y="480060"/>
                </a:lnTo>
                <a:lnTo>
                  <a:pt x="153936" y="480060"/>
                </a:lnTo>
                <a:lnTo>
                  <a:pt x="150266" y="480949"/>
                </a:lnTo>
                <a:lnTo>
                  <a:pt x="144030" y="481393"/>
                </a:lnTo>
                <a:lnTo>
                  <a:pt x="124980" y="481584"/>
                </a:lnTo>
                <a:lnTo>
                  <a:pt x="44208" y="481584"/>
                </a:lnTo>
                <a:lnTo>
                  <a:pt x="44208" y="525780"/>
                </a:lnTo>
                <a:lnTo>
                  <a:pt x="48780" y="525780"/>
                </a:lnTo>
                <a:lnTo>
                  <a:pt x="48780" y="518160"/>
                </a:lnTo>
                <a:lnTo>
                  <a:pt x="50304" y="512064"/>
                </a:lnTo>
                <a:lnTo>
                  <a:pt x="53352" y="510540"/>
                </a:lnTo>
                <a:lnTo>
                  <a:pt x="56400" y="507492"/>
                </a:lnTo>
                <a:lnTo>
                  <a:pt x="62496" y="505968"/>
                </a:lnTo>
                <a:lnTo>
                  <a:pt x="144792" y="505968"/>
                </a:lnTo>
                <a:lnTo>
                  <a:pt x="152412" y="513588"/>
                </a:lnTo>
                <a:lnTo>
                  <a:pt x="156984" y="519684"/>
                </a:lnTo>
                <a:lnTo>
                  <a:pt x="160032" y="525780"/>
                </a:lnTo>
                <a:lnTo>
                  <a:pt x="163080" y="534924"/>
                </a:lnTo>
                <a:lnTo>
                  <a:pt x="163080" y="545592"/>
                </a:lnTo>
                <a:lnTo>
                  <a:pt x="161556" y="551688"/>
                </a:lnTo>
                <a:lnTo>
                  <a:pt x="156984" y="556260"/>
                </a:lnTo>
                <a:lnTo>
                  <a:pt x="153936" y="560832"/>
                </a:lnTo>
                <a:lnTo>
                  <a:pt x="146316" y="562356"/>
                </a:lnTo>
                <a:lnTo>
                  <a:pt x="44208" y="562356"/>
                </a:lnTo>
                <a:lnTo>
                  <a:pt x="44208" y="609600"/>
                </a:lnTo>
                <a:lnTo>
                  <a:pt x="48780" y="609600"/>
                </a:lnTo>
                <a:lnTo>
                  <a:pt x="48780" y="601980"/>
                </a:lnTo>
                <a:lnTo>
                  <a:pt x="50304" y="597408"/>
                </a:lnTo>
                <a:lnTo>
                  <a:pt x="50304" y="594360"/>
                </a:lnTo>
                <a:lnTo>
                  <a:pt x="56400" y="588264"/>
                </a:lnTo>
                <a:lnTo>
                  <a:pt x="59448" y="588264"/>
                </a:lnTo>
                <a:lnTo>
                  <a:pt x="64020" y="586740"/>
                </a:lnTo>
                <a:lnTo>
                  <a:pt x="129552" y="586740"/>
                </a:lnTo>
                <a:lnTo>
                  <a:pt x="138353" y="586486"/>
                </a:lnTo>
                <a:lnTo>
                  <a:pt x="175272" y="571500"/>
                </a:lnTo>
                <a:lnTo>
                  <a:pt x="179844" y="566928"/>
                </a:lnTo>
                <a:lnTo>
                  <a:pt x="181368" y="559308"/>
                </a:lnTo>
                <a:lnTo>
                  <a:pt x="181368" y="545592"/>
                </a:lnTo>
                <a:lnTo>
                  <a:pt x="152412" y="505968"/>
                </a:lnTo>
                <a:lnTo>
                  <a:pt x="181368" y="505968"/>
                </a:lnTo>
                <a:lnTo>
                  <a:pt x="181368" y="499872"/>
                </a:lnTo>
                <a:close/>
              </a:path>
              <a:path extrusionOk="0" h="746760" w="242569">
                <a:moveTo>
                  <a:pt x="181368" y="120396"/>
                </a:moveTo>
                <a:lnTo>
                  <a:pt x="164604" y="79248"/>
                </a:lnTo>
                <a:lnTo>
                  <a:pt x="160032" y="80772"/>
                </a:lnTo>
                <a:lnTo>
                  <a:pt x="161556" y="85344"/>
                </a:lnTo>
                <a:lnTo>
                  <a:pt x="163080" y="88392"/>
                </a:lnTo>
                <a:lnTo>
                  <a:pt x="163080" y="94488"/>
                </a:lnTo>
                <a:lnTo>
                  <a:pt x="161556" y="96012"/>
                </a:lnTo>
                <a:lnTo>
                  <a:pt x="161556" y="97536"/>
                </a:lnTo>
                <a:lnTo>
                  <a:pt x="160032" y="99060"/>
                </a:lnTo>
                <a:lnTo>
                  <a:pt x="156984" y="100584"/>
                </a:lnTo>
                <a:lnTo>
                  <a:pt x="153936" y="100584"/>
                </a:lnTo>
                <a:lnTo>
                  <a:pt x="150266" y="101473"/>
                </a:lnTo>
                <a:lnTo>
                  <a:pt x="144030" y="101917"/>
                </a:lnTo>
                <a:lnTo>
                  <a:pt x="124980" y="102108"/>
                </a:lnTo>
                <a:lnTo>
                  <a:pt x="44208" y="102108"/>
                </a:lnTo>
                <a:lnTo>
                  <a:pt x="44208" y="146304"/>
                </a:lnTo>
                <a:lnTo>
                  <a:pt x="48780" y="146304"/>
                </a:lnTo>
                <a:lnTo>
                  <a:pt x="48780" y="138684"/>
                </a:lnTo>
                <a:lnTo>
                  <a:pt x="50304" y="132588"/>
                </a:lnTo>
                <a:lnTo>
                  <a:pt x="53352" y="131064"/>
                </a:lnTo>
                <a:lnTo>
                  <a:pt x="56400" y="128016"/>
                </a:lnTo>
                <a:lnTo>
                  <a:pt x="62496" y="126492"/>
                </a:lnTo>
                <a:lnTo>
                  <a:pt x="144792" y="126492"/>
                </a:lnTo>
                <a:lnTo>
                  <a:pt x="152412" y="134112"/>
                </a:lnTo>
                <a:lnTo>
                  <a:pt x="156984" y="140208"/>
                </a:lnTo>
                <a:lnTo>
                  <a:pt x="160032" y="146304"/>
                </a:lnTo>
                <a:lnTo>
                  <a:pt x="163080" y="155448"/>
                </a:lnTo>
                <a:lnTo>
                  <a:pt x="163080" y="166116"/>
                </a:lnTo>
                <a:lnTo>
                  <a:pt x="161556" y="172212"/>
                </a:lnTo>
                <a:lnTo>
                  <a:pt x="156984" y="176784"/>
                </a:lnTo>
                <a:lnTo>
                  <a:pt x="153936" y="181356"/>
                </a:lnTo>
                <a:lnTo>
                  <a:pt x="146316" y="182880"/>
                </a:lnTo>
                <a:lnTo>
                  <a:pt x="44208" y="182880"/>
                </a:lnTo>
                <a:lnTo>
                  <a:pt x="44208" y="230124"/>
                </a:lnTo>
                <a:lnTo>
                  <a:pt x="48780" y="230124"/>
                </a:lnTo>
                <a:lnTo>
                  <a:pt x="48780" y="222504"/>
                </a:lnTo>
                <a:lnTo>
                  <a:pt x="50304" y="217932"/>
                </a:lnTo>
                <a:lnTo>
                  <a:pt x="50304" y="214884"/>
                </a:lnTo>
                <a:lnTo>
                  <a:pt x="56400" y="208788"/>
                </a:lnTo>
                <a:lnTo>
                  <a:pt x="59448" y="208788"/>
                </a:lnTo>
                <a:lnTo>
                  <a:pt x="64020" y="207264"/>
                </a:lnTo>
                <a:lnTo>
                  <a:pt x="129552" y="207264"/>
                </a:lnTo>
                <a:lnTo>
                  <a:pt x="138353" y="207010"/>
                </a:lnTo>
                <a:lnTo>
                  <a:pt x="175272" y="192024"/>
                </a:lnTo>
                <a:lnTo>
                  <a:pt x="179844" y="187452"/>
                </a:lnTo>
                <a:lnTo>
                  <a:pt x="181368" y="179832"/>
                </a:lnTo>
                <a:lnTo>
                  <a:pt x="181368" y="166116"/>
                </a:lnTo>
                <a:lnTo>
                  <a:pt x="152412" y="126492"/>
                </a:lnTo>
                <a:lnTo>
                  <a:pt x="181368" y="126492"/>
                </a:lnTo>
                <a:lnTo>
                  <a:pt x="181368" y="120396"/>
                </a:lnTo>
                <a:close/>
              </a:path>
              <a:path extrusionOk="0" h="746760" w="242569">
                <a:moveTo>
                  <a:pt x="242316" y="307848"/>
                </a:moveTo>
                <a:lnTo>
                  <a:pt x="237744" y="307848"/>
                </a:lnTo>
                <a:lnTo>
                  <a:pt x="237744" y="321564"/>
                </a:lnTo>
                <a:lnTo>
                  <a:pt x="236220" y="323088"/>
                </a:lnTo>
                <a:lnTo>
                  <a:pt x="234696" y="326136"/>
                </a:lnTo>
                <a:lnTo>
                  <a:pt x="231648" y="327660"/>
                </a:lnTo>
                <a:lnTo>
                  <a:pt x="230124" y="329184"/>
                </a:lnTo>
                <a:lnTo>
                  <a:pt x="227076" y="330708"/>
                </a:lnTo>
                <a:lnTo>
                  <a:pt x="169164" y="330708"/>
                </a:lnTo>
                <a:lnTo>
                  <a:pt x="173736" y="326136"/>
                </a:lnTo>
                <a:lnTo>
                  <a:pt x="176784" y="321564"/>
                </a:lnTo>
                <a:lnTo>
                  <a:pt x="181356" y="312420"/>
                </a:lnTo>
                <a:lnTo>
                  <a:pt x="181356" y="300228"/>
                </a:lnTo>
                <a:lnTo>
                  <a:pt x="180213" y="288226"/>
                </a:lnTo>
                <a:lnTo>
                  <a:pt x="176784" y="277368"/>
                </a:lnTo>
                <a:lnTo>
                  <a:pt x="172212" y="269595"/>
                </a:lnTo>
                <a:lnTo>
                  <a:pt x="172212" y="300228"/>
                </a:lnTo>
                <a:lnTo>
                  <a:pt x="172212" y="307848"/>
                </a:lnTo>
                <a:lnTo>
                  <a:pt x="170688" y="313944"/>
                </a:lnTo>
                <a:lnTo>
                  <a:pt x="166116" y="320040"/>
                </a:lnTo>
                <a:lnTo>
                  <a:pt x="156972" y="329184"/>
                </a:lnTo>
                <a:lnTo>
                  <a:pt x="152400" y="329184"/>
                </a:lnTo>
                <a:lnTo>
                  <a:pt x="147828" y="330708"/>
                </a:lnTo>
                <a:lnTo>
                  <a:pt x="82296" y="330708"/>
                </a:lnTo>
                <a:lnTo>
                  <a:pt x="73152" y="323088"/>
                </a:lnTo>
                <a:lnTo>
                  <a:pt x="68580" y="316992"/>
                </a:lnTo>
                <a:lnTo>
                  <a:pt x="65532" y="313944"/>
                </a:lnTo>
                <a:lnTo>
                  <a:pt x="62484" y="304800"/>
                </a:lnTo>
                <a:lnTo>
                  <a:pt x="62484" y="300228"/>
                </a:lnTo>
                <a:lnTo>
                  <a:pt x="94107" y="267081"/>
                </a:lnTo>
                <a:lnTo>
                  <a:pt x="106514" y="264490"/>
                </a:lnTo>
                <a:lnTo>
                  <a:pt x="106794" y="264490"/>
                </a:lnTo>
                <a:lnTo>
                  <a:pt x="120396" y="263652"/>
                </a:lnTo>
                <a:lnTo>
                  <a:pt x="161544" y="275844"/>
                </a:lnTo>
                <a:lnTo>
                  <a:pt x="171691" y="293662"/>
                </a:lnTo>
                <a:lnTo>
                  <a:pt x="172212" y="300228"/>
                </a:lnTo>
                <a:lnTo>
                  <a:pt x="172212" y="269595"/>
                </a:lnTo>
                <a:lnTo>
                  <a:pt x="171069" y="267652"/>
                </a:lnTo>
                <a:lnTo>
                  <a:pt x="167335" y="263652"/>
                </a:lnTo>
                <a:lnTo>
                  <a:pt x="163068" y="259080"/>
                </a:lnTo>
                <a:lnTo>
                  <a:pt x="151053" y="250850"/>
                </a:lnTo>
                <a:lnTo>
                  <a:pt x="137731" y="244602"/>
                </a:lnTo>
                <a:lnTo>
                  <a:pt x="122999" y="240652"/>
                </a:lnTo>
                <a:lnTo>
                  <a:pt x="106680" y="239268"/>
                </a:lnTo>
                <a:lnTo>
                  <a:pt x="92392" y="240398"/>
                </a:lnTo>
                <a:lnTo>
                  <a:pt x="56388" y="256032"/>
                </a:lnTo>
                <a:lnTo>
                  <a:pt x="45250" y="271373"/>
                </a:lnTo>
                <a:lnTo>
                  <a:pt x="42252" y="279831"/>
                </a:lnTo>
                <a:lnTo>
                  <a:pt x="42151" y="280733"/>
                </a:lnTo>
                <a:lnTo>
                  <a:pt x="41148" y="289560"/>
                </a:lnTo>
                <a:lnTo>
                  <a:pt x="41148" y="297180"/>
                </a:lnTo>
                <a:lnTo>
                  <a:pt x="73152" y="330708"/>
                </a:lnTo>
                <a:lnTo>
                  <a:pt x="41148" y="330708"/>
                </a:lnTo>
                <a:lnTo>
                  <a:pt x="41148" y="336804"/>
                </a:lnTo>
                <a:lnTo>
                  <a:pt x="57912" y="377952"/>
                </a:lnTo>
                <a:lnTo>
                  <a:pt x="62484" y="376428"/>
                </a:lnTo>
                <a:lnTo>
                  <a:pt x="60960" y="373380"/>
                </a:lnTo>
                <a:lnTo>
                  <a:pt x="60960" y="362712"/>
                </a:lnTo>
                <a:lnTo>
                  <a:pt x="62484" y="361188"/>
                </a:lnTo>
                <a:lnTo>
                  <a:pt x="64008" y="358140"/>
                </a:lnTo>
                <a:lnTo>
                  <a:pt x="65532" y="358140"/>
                </a:lnTo>
                <a:lnTo>
                  <a:pt x="67056" y="356616"/>
                </a:lnTo>
                <a:lnTo>
                  <a:pt x="70104" y="356616"/>
                </a:lnTo>
                <a:lnTo>
                  <a:pt x="76200" y="355092"/>
                </a:lnTo>
                <a:lnTo>
                  <a:pt x="220980" y="355092"/>
                </a:lnTo>
                <a:lnTo>
                  <a:pt x="227076" y="356616"/>
                </a:lnTo>
                <a:lnTo>
                  <a:pt x="230124" y="356616"/>
                </a:lnTo>
                <a:lnTo>
                  <a:pt x="231648" y="358140"/>
                </a:lnTo>
                <a:lnTo>
                  <a:pt x="234696" y="359664"/>
                </a:lnTo>
                <a:lnTo>
                  <a:pt x="234696" y="361188"/>
                </a:lnTo>
                <a:lnTo>
                  <a:pt x="237744" y="365760"/>
                </a:lnTo>
                <a:lnTo>
                  <a:pt x="237744" y="379476"/>
                </a:lnTo>
                <a:lnTo>
                  <a:pt x="242316" y="379476"/>
                </a:lnTo>
                <a:lnTo>
                  <a:pt x="242316" y="355092"/>
                </a:lnTo>
                <a:lnTo>
                  <a:pt x="242316" y="3078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51" name="Google Shape;451;p12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233927" y="7485888"/>
            <a:ext cx="210311" cy="14462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2" name="Google Shape;452;p12"/>
          <p:cNvGrpSpPr/>
          <p:nvPr/>
        </p:nvGrpSpPr>
        <p:grpSpPr>
          <a:xfrm>
            <a:off x="4180332" y="8339328"/>
            <a:ext cx="210312" cy="455674"/>
            <a:chOff x="4180332" y="8339328"/>
            <a:chExt cx="210312" cy="455674"/>
          </a:xfrm>
        </p:grpSpPr>
        <p:pic>
          <p:nvPicPr>
            <p:cNvPr id="453" name="Google Shape;453;p12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4180332" y="8546591"/>
              <a:ext cx="207264" cy="2484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12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4209288" y="8339328"/>
              <a:ext cx="181356" cy="1828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55" name="Google Shape;455;p12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4180332" y="6569964"/>
            <a:ext cx="210312" cy="1687068"/>
          </a:xfrm>
          <a:prstGeom prst="rect">
            <a:avLst/>
          </a:prstGeom>
          <a:noFill/>
          <a:ln>
            <a:noFill/>
          </a:ln>
        </p:spPr>
      </p:pic>
      <p:pic>
        <p:nvPicPr>
          <p:cNvPr id="456" name="Google Shape;456;p12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4184903" y="4863084"/>
            <a:ext cx="266700" cy="11734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57" name="Google Shape;457;p12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4250435" y="3787140"/>
            <a:ext cx="201168" cy="1001267"/>
          </a:xfrm>
          <a:prstGeom prst="rect">
            <a:avLst/>
          </a:prstGeom>
          <a:noFill/>
          <a:ln>
            <a:noFill/>
          </a:ln>
        </p:spPr>
      </p:pic>
      <p:sp>
        <p:nvSpPr>
          <p:cNvPr id="458" name="Google Shape;458;p12"/>
          <p:cNvSpPr/>
          <p:nvPr/>
        </p:nvSpPr>
        <p:spPr>
          <a:xfrm>
            <a:off x="4892027" y="7885176"/>
            <a:ext cx="210820" cy="909955"/>
          </a:xfrm>
          <a:custGeom>
            <a:rect b="b" l="l" r="r" t="t"/>
            <a:pathLst>
              <a:path extrusionOk="0" h="909954" w="210820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2192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8288"/>
                </a:lnTo>
                <a:lnTo>
                  <a:pt x="192024" y="19812"/>
                </a:lnTo>
                <a:lnTo>
                  <a:pt x="0" y="19812"/>
                </a:lnTo>
                <a:lnTo>
                  <a:pt x="0" y="25908"/>
                </a:lnTo>
                <a:lnTo>
                  <a:pt x="16764" y="65532"/>
                </a:lnTo>
                <a:lnTo>
                  <a:pt x="21336" y="62484"/>
                </a:lnTo>
                <a:lnTo>
                  <a:pt x="19812" y="59436"/>
                </a:lnTo>
                <a:lnTo>
                  <a:pt x="19812" y="50292"/>
                </a:lnTo>
                <a:lnTo>
                  <a:pt x="24384" y="45720"/>
                </a:lnTo>
                <a:lnTo>
                  <a:pt x="28956" y="45720"/>
                </a:lnTo>
                <a:lnTo>
                  <a:pt x="32385" y="44843"/>
                </a:lnTo>
                <a:lnTo>
                  <a:pt x="38100" y="44386"/>
                </a:lnTo>
                <a:lnTo>
                  <a:pt x="56388" y="44196"/>
                </a:lnTo>
                <a:lnTo>
                  <a:pt x="192024" y="44196"/>
                </a:lnTo>
                <a:lnTo>
                  <a:pt x="198120" y="47244"/>
                </a:lnTo>
                <a:lnTo>
                  <a:pt x="199644" y="48768"/>
                </a:lnTo>
                <a:lnTo>
                  <a:pt x="201168" y="51816"/>
                </a:lnTo>
                <a:lnTo>
                  <a:pt x="202692" y="53340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909954" w="210820">
                <a:moveTo>
                  <a:pt x="207276" y="827532"/>
                </a:moveTo>
                <a:lnTo>
                  <a:pt x="202704" y="827532"/>
                </a:lnTo>
                <a:lnTo>
                  <a:pt x="202704" y="835152"/>
                </a:lnTo>
                <a:lnTo>
                  <a:pt x="202704" y="839724"/>
                </a:lnTo>
                <a:lnTo>
                  <a:pt x="201180" y="844296"/>
                </a:lnTo>
                <a:lnTo>
                  <a:pt x="198132" y="850392"/>
                </a:lnTo>
                <a:lnTo>
                  <a:pt x="195084" y="853440"/>
                </a:lnTo>
                <a:lnTo>
                  <a:pt x="193560" y="853440"/>
                </a:lnTo>
                <a:lnTo>
                  <a:pt x="190512" y="854964"/>
                </a:lnTo>
                <a:lnTo>
                  <a:pt x="24396" y="854964"/>
                </a:lnTo>
                <a:lnTo>
                  <a:pt x="21348" y="851916"/>
                </a:lnTo>
                <a:lnTo>
                  <a:pt x="16776" y="848868"/>
                </a:lnTo>
                <a:lnTo>
                  <a:pt x="13728" y="842772"/>
                </a:lnTo>
                <a:lnTo>
                  <a:pt x="13728" y="827532"/>
                </a:lnTo>
                <a:lnTo>
                  <a:pt x="9156" y="827532"/>
                </a:lnTo>
                <a:lnTo>
                  <a:pt x="9156" y="909828"/>
                </a:lnTo>
                <a:lnTo>
                  <a:pt x="13728" y="909828"/>
                </a:lnTo>
                <a:lnTo>
                  <a:pt x="13728" y="899160"/>
                </a:lnTo>
                <a:lnTo>
                  <a:pt x="15252" y="894588"/>
                </a:lnTo>
                <a:lnTo>
                  <a:pt x="18300" y="890016"/>
                </a:lnTo>
                <a:lnTo>
                  <a:pt x="19824" y="888492"/>
                </a:lnTo>
                <a:lnTo>
                  <a:pt x="21348" y="885444"/>
                </a:lnTo>
                <a:lnTo>
                  <a:pt x="24396" y="885444"/>
                </a:lnTo>
                <a:lnTo>
                  <a:pt x="27444" y="883920"/>
                </a:lnTo>
                <a:lnTo>
                  <a:pt x="35064" y="882396"/>
                </a:lnTo>
                <a:lnTo>
                  <a:pt x="184416" y="882396"/>
                </a:lnTo>
                <a:lnTo>
                  <a:pt x="192036" y="883920"/>
                </a:lnTo>
                <a:lnTo>
                  <a:pt x="195084" y="886968"/>
                </a:lnTo>
                <a:lnTo>
                  <a:pt x="201180" y="890016"/>
                </a:lnTo>
                <a:lnTo>
                  <a:pt x="202704" y="896112"/>
                </a:lnTo>
                <a:lnTo>
                  <a:pt x="202704" y="909828"/>
                </a:lnTo>
                <a:lnTo>
                  <a:pt x="207276" y="909828"/>
                </a:lnTo>
                <a:lnTo>
                  <a:pt x="207276" y="827532"/>
                </a:lnTo>
                <a:close/>
              </a:path>
              <a:path extrusionOk="0" h="909954" w="210820">
                <a:moveTo>
                  <a:pt x="207276" y="670560"/>
                </a:moveTo>
                <a:lnTo>
                  <a:pt x="202704" y="670560"/>
                </a:lnTo>
                <a:lnTo>
                  <a:pt x="202704" y="681228"/>
                </a:lnTo>
                <a:lnTo>
                  <a:pt x="201180" y="684276"/>
                </a:lnTo>
                <a:lnTo>
                  <a:pt x="198132" y="687324"/>
                </a:lnTo>
                <a:lnTo>
                  <a:pt x="192036" y="690372"/>
                </a:lnTo>
                <a:lnTo>
                  <a:pt x="120408" y="690372"/>
                </a:lnTo>
                <a:lnTo>
                  <a:pt x="111848" y="690638"/>
                </a:lnTo>
                <a:lnTo>
                  <a:pt x="76212" y="707136"/>
                </a:lnTo>
                <a:lnTo>
                  <a:pt x="71640" y="711708"/>
                </a:lnTo>
                <a:lnTo>
                  <a:pt x="70116" y="717804"/>
                </a:lnTo>
                <a:lnTo>
                  <a:pt x="70116" y="725424"/>
                </a:lnTo>
                <a:lnTo>
                  <a:pt x="72059" y="736854"/>
                </a:lnTo>
                <a:lnTo>
                  <a:pt x="77736" y="748284"/>
                </a:lnTo>
                <a:lnTo>
                  <a:pt x="86829" y="759714"/>
                </a:lnTo>
                <a:lnTo>
                  <a:pt x="99072" y="771144"/>
                </a:lnTo>
                <a:lnTo>
                  <a:pt x="70116" y="771144"/>
                </a:lnTo>
                <a:lnTo>
                  <a:pt x="70116" y="777240"/>
                </a:lnTo>
                <a:lnTo>
                  <a:pt x="86880" y="818388"/>
                </a:lnTo>
                <a:lnTo>
                  <a:pt x="91452" y="816864"/>
                </a:lnTo>
                <a:lnTo>
                  <a:pt x="89928" y="812292"/>
                </a:lnTo>
                <a:lnTo>
                  <a:pt x="89928" y="801624"/>
                </a:lnTo>
                <a:lnTo>
                  <a:pt x="94500" y="797052"/>
                </a:lnTo>
                <a:lnTo>
                  <a:pt x="99072" y="797052"/>
                </a:lnTo>
                <a:lnTo>
                  <a:pt x="102501" y="796175"/>
                </a:lnTo>
                <a:lnTo>
                  <a:pt x="108216" y="795718"/>
                </a:lnTo>
                <a:lnTo>
                  <a:pt x="126504" y="795528"/>
                </a:lnTo>
                <a:lnTo>
                  <a:pt x="187464" y="795528"/>
                </a:lnTo>
                <a:lnTo>
                  <a:pt x="193560" y="797052"/>
                </a:lnTo>
                <a:lnTo>
                  <a:pt x="198132" y="800100"/>
                </a:lnTo>
                <a:lnTo>
                  <a:pt x="201180" y="801624"/>
                </a:lnTo>
                <a:lnTo>
                  <a:pt x="202704" y="806196"/>
                </a:lnTo>
                <a:lnTo>
                  <a:pt x="202704" y="815340"/>
                </a:lnTo>
                <a:lnTo>
                  <a:pt x="207276" y="815340"/>
                </a:lnTo>
                <a:lnTo>
                  <a:pt x="207276" y="751332"/>
                </a:lnTo>
                <a:lnTo>
                  <a:pt x="202704" y="751332"/>
                </a:lnTo>
                <a:lnTo>
                  <a:pt x="202704" y="762000"/>
                </a:lnTo>
                <a:lnTo>
                  <a:pt x="201180" y="765048"/>
                </a:lnTo>
                <a:lnTo>
                  <a:pt x="198132" y="768096"/>
                </a:lnTo>
                <a:lnTo>
                  <a:pt x="192036" y="771144"/>
                </a:lnTo>
                <a:lnTo>
                  <a:pt x="108216" y="771144"/>
                </a:lnTo>
                <a:lnTo>
                  <a:pt x="99326" y="762889"/>
                </a:lnTo>
                <a:lnTo>
                  <a:pt x="93167" y="754189"/>
                </a:lnTo>
                <a:lnTo>
                  <a:pt x="89560" y="745223"/>
                </a:lnTo>
                <a:lnTo>
                  <a:pt x="88404" y="736092"/>
                </a:lnTo>
                <a:lnTo>
                  <a:pt x="88404" y="728472"/>
                </a:lnTo>
                <a:lnTo>
                  <a:pt x="123456" y="714756"/>
                </a:lnTo>
                <a:lnTo>
                  <a:pt x="190512" y="714756"/>
                </a:lnTo>
                <a:lnTo>
                  <a:pt x="192036" y="716280"/>
                </a:lnTo>
                <a:lnTo>
                  <a:pt x="195084" y="716280"/>
                </a:lnTo>
                <a:lnTo>
                  <a:pt x="198132" y="717804"/>
                </a:lnTo>
                <a:lnTo>
                  <a:pt x="199656" y="720852"/>
                </a:lnTo>
                <a:lnTo>
                  <a:pt x="202704" y="722376"/>
                </a:lnTo>
                <a:lnTo>
                  <a:pt x="202704" y="734568"/>
                </a:lnTo>
                <a:lnTo>
                  <a:pt x="207276" y="734568"/>
                </a:lnTo>
                <a:lnTo>
                  <a:pt x="207276" y="670560"/>
                </a:lnTo>
                <a:close/>
              </a:path>
              <a:path extrusionOk="0" h="909954" w="210820">
                <a:moveTo>
                  <a:pt x="207276" y="382524"/>
                </a:moveTo>
                <a:lnTo>
                  <a:pt x="202704" y="382524"/>
                </a:lnTo>
                <a:lnTo>
                  <a:pt x="202704" y="393192"/>
                </a:lnTo>
                <a:lnTo>
                  <a:pt x="199656" y="396240"/>
                </a:lnTo>
                <a:lnTo>
                  <a:pt x="198132" y="400812"/>
                </a:lnTo>
                <a:lnTo>
                  <a:pt x="196608" y="402336"/>
                </a:lnTo>
                <a:lnTo>
                  <a:pt x="190512" y="405384"/>
                </a:lnTo>
                <a:lnTo>
                  <a:pt x="184416" y="406908"/>
                </a:lnTo>
                <a:lnTo>
                  <a:pt x="114312" y="406908"/>
                </a:lnTo>
                <a:lnTo>
                  <a:pt x="105168" y="402336"/>
                </a:lnTo>
                <a:lnTo>
                  <a:pt x="99072" y="397764"/>
                </a:lnTo>
                <a:lnTo>
                  <a:pt x="92976" y="391668"/>
                </a:lnTo>
                <a:lnTo>
                  <a:pt x="91452" y="388620"/>
                </a:lnTo>
                <a:lnTo>
                  <a:pt x="91452" y="385572"/>
                </a:lnTo>
                <a:lnTo>
                  <a:pt x="92976" y="382524"/>
                </a:lnTo>
                <a:lnTo>
                  <a:pt x="97548" y="377952"/>
                </a:lnTo>
                <a:lnTo>
                  <a:pt x="100596" y="373380"/>
                </a:lnTo>
                <a:lnTo>
                  <a:pt x="102120" y="370332"/>
                </a:lnTo>
                <a:lnTo>
                  <a:pt x="102120" y="362712"/>
                </a:lnTo>
                <a:lnTo>
                  <a:pt x="96024" y="356616"/>
                </a:lnTo>
                <a:lnTo>
                  <a:pt x="91452" y="355092"/>
                </a:lnTo>
                <a:lnTo>
                  <a:pt x="83832" y="355092"/>
                </a:lnTo>
                <a:lnTo>
                  <a:pt x="79260" y="356616"/>
                </a:lnTo>
                <a:lnTo>
                  <a:pt x="71640" y="364236"/>
                </a:lnTo>
                <a:lnTo>
                  <a:pt x="70116" y="367284"/>
                </a:lnTo>
                <a:lnTo>
                  <a:pt x="70116" y="373380"/>
                </a:lnTo>
                <a:lnTo>
                  <a:pt x="72110" y="381622"/>
                </a:lnTo>
                <a:lnTo>
                  <a:pt x="78117" y="390144"/>
                </a:lnTo>
                <a:lnTo>
                  <a:pt x="88112" y="398678"/>
                </a:lnTo>
                <a:lnTo>
                  <a:pt x="102120" y="406908"/>
                </a:lnTo>
                <a:lnTo>
                  <a:pt x="70116" y="406908"/>
                </a:lnTo>
                <a:lnTo>
                  <a:pt x="70116" y="413004"/>
                </a:lnTo>
                <a:lnTo>
                  <a:pt x="86880" y="454152"/>
                </a:lnTo>
                <a:lnTo>
                  <a:pt x="91452" y="452628"/>
                </a:lnTo>
                <a:lnTo>
                  <a:pt x="89928" y="448056"/>
                </a:lnTo>
                <a:lnTo>
                  <a:pt x="89928" y="437388"/>
                </a:lnTo>
                <a:lnTo>
                  <a:pt x="92976" y="434340"/>
                </a:lnTo>
                <a:lnTo>
                  <a:pt x="96024" y="432816"/>
                </a:lnTo>
                <a:lnTo>
                  <a:pt x="99072" y="432816"/>
                </a:lnTo>
                <a:lnTo>
                  <a:pt x="102501" y="431939"/>
                </a:lnTo>
                <a:lnTo>
                  <a:pt x="108216" y="431482"/>
                </a:lnTo>
                <a:lnTo>
                  <a:pt x="126504" y="431292"/>
                </a:lnTo>
                <a:lnTo>
                  <a:pt x="192036" y="431292"/>
                </a:lnTo>
                <a:lnTo>
                  <a:pt x="198132" y="434340"/>
                </a:lnTo>
                <a:lnTo>
                  <a:pt x="199656" y="437388"/>
                </a:lnTo>
                <a:lnTo>
                  <a:pt x="202704" y="440436"/>
                </a:lnTo>
                <a:lnTo>
                  <a:pt x="202704" y="451104"/>
                </a:lnTo>
                <a:lnTo>
                  <a:pt x="207276" y="451104"/>
                </a:lnTo>
                <a:lnTo>
                  <a:pt x="207276" y="382524"/>
                </a:lnTo>
                <a:close/>
              </a:path>
              <a:path extrusionOk="0" h="909954" w="210820">
                <a:moveTo>
                  <a:pt x="207276" y="205740"/>
                </a:moveTo>
                <a:lnTo>
                  <a:pt x="202704" y="205740"/>
                </a:lnTo>
                <a:lnTo>
                  <a:pt x="202704" y="216408"/>
                </a:lnTo>
                <a:lnTo>
                  <a:pt x="201180" y="217932"/>
                </a:lnTo>
                <a:lnTo>
                  <a:pt x="199656" y="220980"/>
                </a:lnTo>
                <a:lnTo>
                  <a:pt x="198132" y="222504"/>
                </a:lnTo>
                <a:lnTo>
                  <a:pt x="195084" y="222504"/>
                </a:lnTo>
                <a:lnTo>
                  <a:pt x="192036" y="224028"/>
                </a:lnTo>
                <a:lnTo>
                  <a:pt x="185940" y="225552"/>
                </a:lnTo>
                <a:lnTo>
                  <a:pt x="120408" y="225552"/>
                </a:lnTo>
                <a:lnTo>
                  <a:pt x="111848" y="225818"/>
                </a:lnTo>
                <a:lnTo>
                  <a:pt x="76212" y="240792"/>
                </a:lnTo>
                <a:lnTo>
                  <a:pt x="71640" y="246888"/>
                </a:lnTo>
                <a:lnTo>
                  <a:pt x="70116" y="252984"/>
                </a:lnTo>
                <a:lnTo>
                  <a:pt x="70116" y="260604"/>
                </a:lnTo>
                <a:lnTo>
                  <a:pt x="72059" y="271183"/>
                </a:lnTo>
                <a:lnTo>
                  <a:pt x="77736" y="282321"/>
                </a:lnTo>
                <a:lnTo>
                  <a:pt x="86829" y="294043"/>
                </a:lnTo>
                <a:lnTo>
                  <a:pt x="99072" y="306324"/>
                </a:lnTo>
                <a:lnTo>
                  <a:pt x="70116" y="306324"/>
                </a:lnTo>
                <a:lnTo>
                  <a:pt x="70116" y="312420"/>
                </a:lnTo>
                <a:lnTo>
                  <a:pt x="86880" y="353568"/>
                </a:lnTo>
                <a:lnTo>
                  <a:pt x="91452" y="350520"/>
                </a:lnTo>
                <a:lnTo>
                  <a:pt x="89928" y="347472"/>
                </a:lnTo>
                <a:lnTo>
                  <a:pt x="89928" y="336804"/>
                </a:lnTo>
                <a:lnTo>
                  <a:pt x="94500" y="332232"/>
                </a:lnTo>
                <a:lnTo>
                  <a:pt x="99072" y="332232"/>
                </a:lnTo>
                <a:lnTo>
                  <a:pt x="102501" y="331355"/>
                </a:lnTo>
                <a:lnTo>
                  <a:pt x="108216" y="330898"/>
                </a:lnTo>
                <a:lnTo>
                  <a:pt x="126504" y="330708"/>
                </a:lnTo>
                <a:lnTo>
                  <a:pt x="187464" y="330708"/>
                </a:lnTo>
                <a:lnTo>
                  <a:pt x="193560" y="332232"/>
                </a:lnTo>
                <a:lnTo>
                  <a:pt x="198132" y="333756"/>
                </a:lnTo>
                <a:lnTo>
                  <a:pt x="201180" y="336804"/>
                </a:lnTo>
                <a:lnTo>
                  <a:pt x="202704" y="341376"/>
                </a:lnTo>
                <a:lnTo>
                  <a:pt x="202704" y="350520"/>
                </a:lnTo>
                <a:lnTo>
                  <a:pt x="207276" y="350520"/>
                </a:lnTo>
                <a:lnTo>
                  <a:pt x="207276" y="286512"/>
                </a:lnTo>
                <a:lnTo>
                  <a:pt x="202704" y="286512"/>
                </a:lnTo>
                <a:lnTo>
                  <a:pt x="202704" y="297180"/>
                </a:lnTo>
                <a:lnTo>
                  <a:pt x="201180" y="298704"/>
                </a:lnTo>
                <a:lnTo>
                  <a:pt x="199656" y="301752"/>
                </a:lnTo>
                <a:lnTo>
                  <a:pt x="198132" y="303276"/>
                </a:lnTo>
                <a:lnTo>
                  <a:pt x="195084" y="304800"/>
                </a:lnTo>
                <a:lnTo>
                  <a:pt x="192036" y="304800"/>
                </a:lnTo>
                <a:lnTo>
                  <a:pt x="185940" y="306324"/>
                </a:lnTo>
                <a:lnTo>
                  <a:pt x="108216" y="306324"/>
                </a:lnTo>
                <a:lnTo>
                  <a:pt x="99326" y="297205"/>
                </a:lnTo>
                <a:lnTo>
                  <a:pt x="93167" y="288226"/>
                </a:lnTo>
                <a:lnTo>
                  <a:pt x="89560" y="279539"/>
                </a:lnTo>
                <a:lnTo>
                  <a:pt x="88404" y="271272"/>
                </a:lnTo>
                <a:lnTo>
                  <a:pt x="88404" y="263652"/>
                </a:lnTo>
                <a:lnTo>
                  <a:pt x="123456" y="249936"/>
                </a:lnTo>
                <a:lnTo>
                  <a:pt x="192036" y="249936"/>
                </a:lnTo>
                <a:lnTo>
                  <a:pt x="198132" y="252984"/>
                </a:lnTo>
                <a:lnTo>
                  <a:pt x="202704" y="257556"/>
                </a:lnTo>
                <a:lnTo>
                  <a:pt x="202704" y="269748"/>
                </a:lnTo>
                <a:lnTo>
                  <a:pt x="207276" y="269748"/>
                </a:lnTo>
                <a:lnTo>
                  <a:pt x="207276" y="205740"/>
                </a:lnTo>
                <a:close/>
              </a:path>
              <a:path extrusionOk="0" h="909954" w="210820">
                <a:moveTo>
                  <a:pt x="210312" y="518160"/>
                </a:moveTo>
                <a:lnTo>
                  <a:pt x="195072" y="481584"/>
                </a:lnTo>
                <a:lnTo>
                  <a:pt x="158496" y="463296"/>
                </a:lnTo>
                <a:lnTo>
                  <a:pt x="155448" y="466344"/>
                </a:lnTo>
                <a:lnTo>
                  <a:pt x="163766" y="470039"/>
                </a:lnTo>
                <a:lnTo>
                  <a:pt x="170497" y="474154"/>
                </a:lnTo>
                <a:lnTo>
                  <a:pt x="175780" y="478536"/>
                </a:lnTo>
                <a:lnTo>
                  <a:pt x="179832" y="483108"/>
                </a:lnTo>
                <a:lnTo>
                  <a:pt x="184404" y="490728"/>
                </a:lnTo>
                <a:lnTo>
                  <a:pt x="185928" y="498348"/>
                </a:lnTo>
                <a:lnTo>
                  <a:pt x="185928" y="505968"/>
                </a:lnTo>
                <a:lnTo>
                  <a:pt x="169164" y="541020"/>
                </a:lnTo>
                <a:lnTo>
                  <a:pt x="123444" y="554736"/>
                </a:lnTo>
                <a:lnTo>
                  <a:pt x="123444" y="493776"/>
                </a:lnTo>
                <a:lnTo>
                  <a:pt x="123444" y="463296"/>
                </a:lnTo>
                <a:lnTo>
                  <a:pt x="114300" y="464210"/>
                </a:lnTo>
                <a:lnTo>
                  <a:pt x="114300" y="493776"/>
                </a:lnTo>
                <a:lnTo>
                  <a:pt x="114300" y="554736"/>
                </a:lnTo>
                <a:lnTo>
                  <a:pt x="79248" y="530352"/>
                </a:lnTo>
                <a:lnTo>
                  <a:pt x="79248" y="518160"/>
                </a:lnTo>
                <a:lnTo>
                  <a:pt x="100584" y="495300"/>
                </a:lnTo>
                <a:lnTo>
                  <a:pt x="106680" y="495300"/>
                </a:lnTo>
                <a:lnTo>
                  <a:pt x="114300" y="493776"/>
                </a:lnTo>
                <a:lnTo>
                  <a:pt x="114300" y="464210"/>
                </a:lnTo>
                <a:lnTo>
                  <a:pt x="112356" y="464400"/>
                </a:lnTo>
                <a:lnTo>
                  <a:pt x="102108" y="467487"/>
                </a:lnTo>
                <a:lnTo>
                  <a:pt x="73723" y="494538"/>
                </a:lnTo>
                <a:lnTo>
                  <a:pt x="70180" y="515950"/>
                </a:lnTo>
                <a:lnTo>
                  <a:pt x="71272" y="528027"/>
                </a:lnTo>
                <a:lnTo>
                  <a:pt x="100164" y="567080"/>
                </a:lnTo>
                <a:lnTo>
                  <a:pt x="141732" y="576072"/>
                </a:lnTo>
                <a:lnTo>
                  <a:pt x="156883" y="575170"/>
                </a:lnTo>
                <a:lnTo>
                  <a:pt x="170307" y="572262"/>
                </a:lnTo>
                <a:lnTo>
                  <a:pt x="182029" y="567080"/>
                </a:lnTo>
                <a:lnTo>
                  <a:pt x="192024" y="559308"/>
                </a:lnTo>
                <a:lnTo>
                  <a:pt x="196291" y="554736"/>
                </a:lnTo>
                <a:lnTo>
                  <a:pt x="200025" y="550735"/>
                </a:lnTo>
                <a:lnTo>
                  <a:pt x="205740" y="541020"/>
                </a:lnTo>
                <a:lnTo>
                  <a:pt x="209169" y="530161"/>
                </a:lnTo>
                <a:lnTo>
                  <a:pt x="210312" y="518160"/>
                </a:lnTo>
                <a:close/>
              </a:path>
              <a:path extrusionOk="0" h="909954" w="210820">
                <a:moveTo>
                  <a:pt x="210324" y="615696"/>
                </a:moveTo>
                <a:lnTo>
                  <a:pt x="208800" y="609600"/>
                </a:lnTo>
                <a:lnTo>
                  <a:pt x="202704" y="601980"/>
                </a:lnTo>
                <a:lnTo>
                  <a:pt x="198132" y="595884"/>
                </a:lnTo>
                <a:lnTo>
                  <a:pt x="192036" y="591312"/>
                </a:lnTo>
                <a:lnTo>
                  <a:pt x="181368" y="588264"/>
                </a:lnTo>
                <a:lnTo>
                  <a:pt x="181368" y="594360"/>
                </a:lnTo>
                <a:lnTo>
                  <a:pt x="185940" y="595884"/>
                </a:lnTo>
                <a:lnTo>
                  <a:pt x="187464" y="598932"/>
                </a:lnTo>
                <a:lnTo>
                  <a:pt x="192036" y="603504"/>
                </a:lnTo>
                <a:lnTo>
                  <a:pt x="192036" y="614172"/>
                </a:lnTo>
                <a:lnTo>
                  <a:pt x="190512" y="617220"/>
                </a:lnTo>
                <a:lnTo>
                  <a:pt x="187464" y="620268"/>
                </a:lnTo>
                <a:lnTo>
                  <a:pt x="184416" y="621792"/>
                </a:lnTo>
                <a:lnTo>
                  <a:pt x="178320" y="623316"/>
                </a:lnTo>
                <a:lnTo>
                  <a:pt x="82308" y="623316"/>
                </a:lnTo>
                <a:lnTo>
                  <a:pt x="82308" y="592836"/>
                </a:lnTo>
                <a:lnTo>
                  <a:pt x="73164" y="592836"/>
                </a:lnTo>
                <a:lnTo>
                  <a:pt x="73164" y="623316"/>
                </a:lnTo>
                <a:lnTo>
                  <a:pt x="28968" y="623316"/>
                </a:lnTo>
                <a:lnTo>
                  <a:pt x="28968" y="626364"/>
                </a:lnTo>
                <a:lnTo>
                  <a:pt x="62496" y="646176"/>
                </a:lnTo>
                <a:lnTo>
                  <a:pt x="67068" y="652272"/>
                </a:lnTo>
                <a:lnTo>
                  <a:pt x="73164" y="658368"/>
                </a:lnTo>
                <a:lnTo>
                  <a:pt x="76212" y="664464"/>
                </a:lnTo>
                <a:lnTo>
                  <a:pt x="77736" y="670560"/>
                </a:lnTo>
                <a:lnTo>
                  <a:pt x="82308" y="670560"/>
                </a:lnTo>
                <a:lnTo>
                  <a:pt x="82308" y="647700"/>
                </a:lnTo>
                <a:lnTo>
                  <a:pt x="184416" y="647700"/>
                </a:lnTo>
                <a:lnTo>
                  <a:pt x="192036" y="646176"/>
                </a:lnTo>
                <a:lnTo>
                  <a:pt x="201180" y="643128"/>
                </a:lnTo>
                <a:lnTo>
                  <a:pt x="204228" y="640080"/>
                </a:lnTo>
                <a:lnTo>
                  <a:pt x="207276" y="635508"/>
                </a:lnTo>
                <a:lnTo>
                  <a:pt x="210324" y="626364"/>
                </a:lnTo>
                <a:lnTo>
                  <a:pt x="210324" y="615696"/>
                </a:lnTo>
                <a:close/>
              </a:path>
              <a:path extrusionOk="0" h="909954" w="210820">
                <a:moveTo>
                  <a:pt x="210324" y="105156"/>
                </a:moveTo>
                <a:lnTo>
                  <a:pt x="209130" y="98044"/>
                </a:lnTo>
                <a:lnTo>
                  <a:pt x="205371" y="90487"/>
                </a:lnTo>
                <a:lnTo>
                  <a:pt x="198742" y="82664"/>
                </a:lnTo>
                <a:lnTo>
                  <a:pt x="188988" y="74676"/>
                </a:lnTo>
                <a:lnTo>
                  <a:pt x="181368" y="74676"/>
                </a:lnTo>
                <a:lnTo>
                  <a:pt x="187464" y="79248"/>
                </a:lnTo>
                <a:lnTo>
                  <a:pt x="190512" y="83820"/>
                </a:lnTo>
                <a:lnTo>
                  <a:pt x="192036" y="85344"/>
                </a:lnTo>
                <a:lnTo>
                  <a:pt x="192036" y="92964"/>
                </a:lnTo>
                <a:lnTo>
                  <a:pt x="190512" y="92964"/>
                </a:lnTo>
                <a:lnTo>
                  <a:pt x="190512" y="94488"/>
                </a:lnTo>
                <a:lnTo>
                  <a:pt x="187464" y="96012"/>
                </a:lnTo>
                <a:lnTo>
                  <a:pt x="182892" y="96012"/>
                </a:lnTo>
                <a:lnTo>
                  <a:pt x="175272" y="97536"/>
                </a:lnTo>
                <a:lnTo>
                  <a:pt x="108318" y="97536"/>
                </a:lnTo>
                <a:lnTo>
                  <a:pt x="100025" y="97726"/>
                </a:lnTo>
                <a:lnTo>
                  <a:pt x="72021" y="124968"/>
                </a:lnTo>
                <a:lnTo>
                  <a:pt x="70116" y="141732"/>
                </a:lnTo>
                <a:lnTo>
                  <a:pt x="70205" y="142925"/>
                </a:lnTo>
                <a:lnTo>
                  <a:pt x="70281" y="144005"/>
                </a:lnTo>
                <a:lnTo>
                  <a:pt x="86512" y="182791"/>
                </a:lnTo>
                <a:lnTo>
                  <a:pt x="105168" y="190500"/>
                </a:lnTo>
                <a:lnTo>
                  <a:pt x="109740" y="190500"/>
                </a:lnTo>
                <a:lnTo>
                  <a:pt x="112788" y="188976"/>
                </a:lnTo>
                <a:lnTo>
                  <a:pt x="117360" y="184404"/>
                </a:lnTo>
                <a:lnTo>
                  <a:pt x="118884" y="181356"/>
                </a:lnTo>
                <a:lnTo>
                  <a:pt x="118884" y="173736"/>
                </a:lnTo>
                <a:lnTo>
                  <a:pt x="117360" y="170688"/>
                </a:lnTo>
                <a:lnTo>
                  <a:pt x="112788" y="166116"/>
                </a:lnTo>
                <a:lnTo>
                  <a:pt x="91452" y="166116"/>
                </a:lnTo>
                <a:lnTo>
                  <a:pt x="88404" y="164592"/>
                </a:lnTo>
                <a:lnTo>
                  <a:pt x="85356" y="160020"/>
                </a:lnTo>
                <a:lnTo>
                  <a:pt x="80784" y="156972"/>
                </a:lnTo>
                <a:lnTo>
                  <a:pt x="79311" y="152577"/>
                </a:lnTo>
                <a:lnTo>
                  <a:pt x="106375" y="122237"/>
                </a:lnTo>
                <a:lnTo>
                  <a:pt x="115836" y="121920"/>
                </a:lnTo>
                <a:lnTo>
                  <a:pt x="120408" y="121920"/>
                </a:lnTo>
                <a:lnTo>
                  <a:pt x="132219" y="150114"/>
                </a:lnTo>
                <a:lnTo>
                  <a:pt x="137121" y="160934"/>
                </a:lnTo>
                <a:lnTo>
                  <a:pt x="164604" y="193548"/>
                </a:lnTo>
                <a:lnTo>
                  <a:pt x="170700" y="195072"/>
                </a:lnTo>
                <a:lnTo>
                  <a:pt x="176796" y="195072"/>
                </a:lnTo>
                <a:lnTo>
                  <a:pt x="210324" y="172212"/>
                </a:lnTo>
                <a:lnTo>
                  <a:pt x="210324" y="170688"/>
                </a:lnTo>
                <a:lnTo>
                  <a:pt x="210324" y="156972"/>
                </a:lnTo>
                <a:lnTo>
                  <a:pt x="208800" y="152400"/>
                </a:lnTo>
                <a:lnTo>
                  <a:pt x="207276" y="146304"/>
                </a:lnTo>
                <a:lnTo>
                  <a:pt x="205028" y="142925"/>
                </a:lnTo>
                <a:lnTo>
                  <a:pt x="200799" y="137541"/>
                </a:lnTo>
                <a:lnTo>
                  <a:pt x="194843" y="130454"/>
                </a:lnTo>
                <a:lnTo>
                  <a:pt x="192036" y="127215"/>
                </a:lnTo>
                <a:lnTo>
                  <a:pt x="192036" y="149352"/>
                </a:lnTo>
                <a:lnTo>
                  <a:pt x="192036" y="155448"/>
                </a:lnTo>
                <a:lnTo>
                  <a:pt x="190512" y="160020"/>
                </a:lnTo>
                <a:lnTo>
                  <a:pt x="185940" y="164592"/>
                </a:lnTo>
                <a:lnTo>
                  <a:pt x="181368" y="167640"/>
                </a:lnTo>
                <a:lnTo>
                  <a:pt x="175272" y="170688"/>
                </a:lnTo>
                <a:lnTo>
                  <a:pt x="164604" y="170688"/>
                </a:lnTo>
                <a:lnTo>
                  <a:pt x="140042" y="145072"/>
                </a:lnTo>
                <a:lnTo>
                  <a:pt x="137363" y="139065"/>
                </a:lnTo>
                <a:lnTo>
                  <a:pt x="133807" y="131356"/>
                </a:lnTo>
                <a:lnTo>
                  <a:pt x="129552" y="121920"/>
                </a:lnTo>
                <a:lnTo>
                  <a:pt x="178320" y="121920"/>
                </a:lnTo>
                <a:lnTo>
                  <a:pt x="184315" y="129857"/>
                </a:lnTo>
                <a:lnTo>
                  <a:pt x="188607" y="137350"/>
                </a:lnTo>
                <a:lnTo>
                  <a:pt x="188671" y="137541"/>
                </a:lnTo>
                <a:lnTo>
                  <a:pt x="191173" y="144005"/>
                </a:lnTo>
                <a:lnTo>
                  <a:pt x="192036" y="149352"/>
                </a:lnTo>
                <a:lnTo>
                  <a:pt x="192036" y="127215"/>
                </a:lnTo>
                <a:lnTo>
                  <a:pt x="187464" y="121920"/>
                </a:lnTo>
                <a:lnTo>
                  <a:pt x="196608" y="120396"/>
                </a:lnTo>
                <a:lnTo>
                  <a:pt x="202704" y="120396"/>
                </a:lnTo>
                <a:lnTo>
                  <a:pt x="208800" y="114300"/>
                </a:lnTo>
                <a:lnTo>
                  <a:pt x="210324" y="109728"/>
                </a:lnTo>
                <a:lnTo>
                  <a:pt x="210324" y="1051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59" name="Google Shape;459;p12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4920996" y="6958583"/>
            <a:ext cx="242275" cy="835151"/>
          </a:xfrm>
          <a:prstGeom prst="rect">
            <a:avLst/>
          </a:prstGeom>
          <a:noFill/>
          <a:ln>
            <a:noFill/>
          </a:ln>
        </p:spPr>
      </p:pic>
      <p:sp>
        <p:nvSpPr>
          <p:cNvPr id="460" name="Google Shape;460;p12"/>
          <p:cNvSpPr/>
          <p:nvPr/>
        </p:nvSpPr>
        <p:spPr>
          <a:xfrm>
            <a:off x="4901171" y="5341620"/>
            <a:ext cx="262255" cy="1012190"/>
          </a:xfrm>
          <a:custGeom>
            <a:rect b="b" l="l" r="r" t="t"/>
            <a:pathLst>
              <a:path extrusionOk="0" h="1012189" w="262254">
                <a:moveTo>
                  <a:pt x="198120" y="758952"/>
                </a:moveTo>
                <a:lnTo>
                  <a:pt x="193548" y="758952"/>
                </a:lnTo>
                <a:lnTo>
                  <a:pt x="193548" y="774192"/>
                </a:lnTo>
                <a:lnTo>
                  <a:pt x="192024" y="778764"/>
                </a:lnTo>
                <a:lnTo>
                  <a:pt x="187452" y="783336"/>
                </a:lnTo>
                <a:lnTo>
                  <a:pt x="184404" y="784860"/>
                </a:lnTo>
                <a:lnTo>
                  <a:pt x="176784" y="786384"/>
                </a:lnTo>
                <a:lnTo>
                  <a:pt x="16764" y="786384"/>
                </a:lnTo>
                <a:lnTo>
                  <a:pt x="13716" y="783336"/>
                </a:lnTo>
                <a:lnTo>
                  <a:pt x="7620" y="780288"/>
                </a:lnTo>
                <a:lnTo>
                  <a:pt x="4572" y="774192"/>
                </a:lnTo>
                <a:lnTo>
                  <a:pt x="4572" y="758952"/>
                </a:lnTo>
                <a:lnTo>
                  <a:pt x="0" y="758952"/>
                </a:lnTo>
                <a:lnTo>
                  <a:pt x="0" y="812292"/>
                </a:lnTo>
                <a:lnTo>
                  <a:pt x="155448" y="886968"/>
                </a:lnTo>
                <a:lnTo>
                  <a:pt x="0" y="957072"/>
                </a:lnTo>
                <a:lnTo>
                  <a:pt x="0" y="1011936"/>
                </a:lnTo>
                <a:lnTo>
                  <a:pt x="4572" y="1011936"/>
                </a:lnTo>
                <a:lnTo>
                  <a:pt x="4572" y="1004316"/>
                </a:lnTo>
                <a:lnTo>
                  <a:pt x="6096" y="998220"/>
                </a:lnTo>
                <a:lnTo>
                  <a:pt x="7620" y="995172"/>
                </a:lnTo>
                <a:lnTo>
                  <a:pt x="10668" y="992124"/>
                </a:lnTo>
                <a:lnTo>
                  <a:pt x="12192" y="989076"/>
                </a:lnTo>
                <a:lnTo>
                  <a:pt x="15240" y="987552"/>
                </a:lnTo>
                <a:lnTo>
                  <a:pt x="19812" y="986028"/>
                </a:lnTo>
                <a:lnTo>
                  <a:pt x="25908" y="984504"/>
                </a:lnTo>
                <a:lnTo>
                  <a:pt x="175260" y="984504"/>
                </a:lnTo>
                <a:lnTo>
                  <a:pt x="182880" y="986028"/>
                </a:lnTo>
                <a:lnTo>
                  <a:pt x="185928" y="987552"/>
                </a:lnTo>
                <a:lnTo>
                  <a:pt x="192024" y="992124"/>
                </a:lnTo>
                <a:lnTo>
                  <a:pt x="193548" y="996696"/>
                </a:lnTo>
                <a:lnTo>
                  <a:pt x="193548" y="1011936"/>
                </a:lnTo>
                <a:lnTo>
                  <a:pt x="198120" y="1011936"/>
                </a:lnTo>
                <a:lnTo>
                  <a:pt x="198120" y="944880"/>
                </a:lnTo>
                <a:lnTo>
                  <a:pt x="193548" y="944880"/>
                </a:lnTo>
                <a:lnTo>
                  <a:pt x="193548" y="960120"/>
                </a:lnTo>
                <a:lnTo>
                  <a:pt x="192024" y="966216"/>
                </a:lnTo>
                <a:lnTo>
                  <a:pt x="187452" y="969264"/>
                </a:lnTo>
                <a:lnTo>
                  <a:pt x="184404" y="972312"/>
                </a:lnTo>
                <a:lnTo>
                  <a:pt x="32004" y="972312"/>
                </a:lnTo>
                <a:lnTo>
                  <a:pt x="198120" y="896112"/>
                </a:lnTo>
                <a:lnTo>
                  <a:pt x="198120" y="893064"/>
                </a:lnTo>
                <a:lnTo>
                  <a:pt x="32004" y="813816"/>
                </a:lnTo>
                <a:lnTo>
                  <a:pt x="175260" y="813816"/>
                </a:lnTo>
                <a:lnTo>
                  <a:pt x="182880" y="815340"/>
                </a:lnTo>
                <a:lnTo>
                  <a:pt x="185928" y="816864"/>
                </a:lnTo>
                <a:lnTo>
                  <a:pt x="192024" y="821436"/>
                </a:lnTo>
                <a:lnTo>
                  <a:pt x="193548" y="826008"/>
                </a:lnTo>
                <a:lnTo>
                  <a:pt x="193548" y="841248"/>
                </a:lnTo>
                <a:lnTo>
                  <a:pt x="198120" y="841248"/>
                </a:lnTo>
                <a:lnTo>
                  <a:pt x="198120" y="758952"/>
                </a:lnTo>
                <a:close/>
              </a:path>
              <a:path extrusionOk="0" h="1012189" w="262254">
                <a:moveTo>
                  <a:pt x="198132" y="397764"/>
                </a:moveTo>
                <a:lnTo>
                  <a:pt x="193560" y="397764"/>
                </a:lnTo>
                <a:lnTo>
                  <a:pt x="193560" y="406908"/>
                </a:lnTo>
                <a:lnTo>
                  <a:pt x="190512" y="413004"/>
                </a:lnTo>
                <a:lnTo>
                  <a:pt x="187464" y="414528"/>
                </a:lnTo>
                <a:lnTo>
                  <a:pt x="185940" y="414528"/>
                </a:lnTo>
                <a:lnTo>
                  <a:pt x="182892" y="416052"/>
                </a:lnTo>
                <a:lnTo>
                  <a:pt x="176796" y="417576"/>
                </a:lnTo>
                <a:lnTo>
                  <a:pt x="102692" y="417626"/>
                </a:lnTo>
                <a:lnTo>
                  <a:pt x="95262" y="417957"/>
                </a:lnTo>
                <a:lnTo>
                  <a:pt x="67068" y="432816"/>
                </a:lnTo>
                <a:lnTo>
                  <a:pt x="62496" y="438912"/>
                </a:lnTo>
                <a:lnTo>
                  <a:pt x="60972" y="445008"/>
                </a:lnTo>
                <a:lnTo>
                  <a:pt x="60972" y="458724"/>
                </a:lnTo>
                <a:lnTo>
                  <a:pt x="64020" y="464820"/>
                </a:lnTo>
                <a:lnTo>
                  <a:pt x="67068" y="472440"/>
                </a:lnTo>
                <a:lnTo>
                  <a:pt x="70421" y="477545"/>
                </a:lnTo>
                <a:lnTo>
                  <a:pt x="75641" y="483489"/>
                </a:lnTo>
                <a:lnTo>
                  <a:pt x="82283" y="490016"/>
                </a:lnTo>
                <a:lnTo>
                  <a:pt x="89928" y="496824"/>
                </a:lnTo>
                <a:lnTo>
                  <a:pt x="80784" y="498348"/>
                </a:lnTo>
                <a:lnTo>
                  <a:pt x="73164" y="502920"/>
                </a:lnTo>
                <a:lnTo>
                  <a:pt x="64020" y="515112"/>
                </a:lnTo>
                <a:lnTo>
                  <a:pt x="60972" y="521208"/>
                </a:lnTo>
                <a:lnTo>
                  <a:pt x="60972" y="534924"/>
                </a:lnTo>
                <a:lnTo>
                  <a:pt x="80784" y="565404"/>
                </a:lnTo>
                <a:lnTo>
                  <a:pt x="89928" y="576072"/>
                </a:lnTo>
                <a:lnTo>
                  <a:pt x="60972" y="576072"/>
                </a:lnTo>
                <a:lnTo>
                  <a:pt x="60972" y="582168"/>
                </a:lnTo>
                <a:lnTo>
                  <a:pt x="77736" y="623316"/>
                </a:lnTo>
                <a:lnTo>
                  <a:pt x="82308" y="620268"/>
                </a:lnTo>
                <a:lnTo>
                  <a:pt x="80784" y="617220"/>
                </a:lnTo>
                <a:lnTo>
                  <a:pt x="80784" y="606552"/>
                </a:lnTo>
                <a:lnTo>
                  <a:pt x="85356" y="601980"/>
                </a:lnTo>
                <a:lnTo>
                  <a:pt x="88404" y="600456"/>
                </a:lnTo>
                <a:lnTo>
                  <a:pt x="182892" y="600456"/>
                </a:lnTo>
                <a:lnTo>
                  <a:pt x="188988" y="603504"/>
                </a:lnTo>
                <a:lnTo>
                  <a:pt x="192036" y="606552"/>
                </a:lnTo>
                <a:lnTo>
                  <a:pt x="193560" y="609600"/>
                </a:lnTo>
                <a:lnTo>
                  <a:pt x="193560" y="620268"/>
                </a:lnTo>
                <a:lnTo>
                  <a:pt x="198132" y="620268"/>
                </a:lnTo>
                <a:lnTo>
                  <a:pt x="198132" y="556260"/>
                </a:lnTo>
                <a:lnTo>
                  <a:pt x="193560" y="556260"/>
                </a:lnTo>
                <a:lnTo>
                  <a:pt x="193560" y="566928"/>
                </a:lnTo>
                <a:lnTo>
                  <a:pt x="192036" y="568452"/>
                </a:lnTo>
                <a:lnTo>
                  <a:pt x="190512" y="571500"/>
                </a:lnTo>
                <a:lnTo>
                  <a:pt x="188988" y="573024"/>
                </a:lnTo>
                <a:lnTo>
                  <a:pt x="185940" y="574548"/>
                </a:lnTo>
                <a:lnTo>
                  <a:pt x="182892" y="574548"/>
                </a:lnTo>
                <a:lnTo>
                  <a:pt x="176796" y="576072"/>
                </a:lnTo>
                <a:lnTo>
                  <a:pt x="97548" y="576072"/>
                </a:lnTo>
                <a:lnTo>
                  <a:pt x="92976" y="571500"/>
                </a:lnTo>
                <a:lnTo>
                  <a:pt x="88404" y="565404"/>
                </a:lnTo>
                <a:lnTo>
                  <a:pt x="83832" y="557784"/>
                </a:lnTo>
                <a:lnTo>
                  <a:pt x="80784" y="553212"/>
                </a:lnTo>
                <a:lnTo>
                  <a:pt x="79260" y="547116"/>
                </a:lnTo>
                <a:lnTo>
                  <a:pt x="79260" y="534924"/>
                </a:lnTo>
                <a:lnTo>
                  <a:pt x="82308" y="528828"/>
                </a:lnTo>
                <a:lnTo>
                  <a:pt x="88404" y="525780"/>
                </a:lnTo>
                <a:lnTo>
                  <a:pt x="92976" y="522732"/>
                </a:lnTo>
                <a:lnTo>
                  <a:pt x="100596" y="521208"/>
                </a:lnTo>
                <a:lnTo>
                  <a:pt x="182892" y="521208"/>
                </a:lnTo>
                <a:lnTo>
                  <a:pt x="187464" y="522732"/>
                </a:lnTo>
                <a:lnTo>
                  <a:pt x="193560" y="528828"/>
                </a:lnTo>
                <a:lnTo>
                  <a:pt x="193560" y="541020"/>
                </a:lnTo>
                <a:lnTo>
                  <a:pt x="198132" y="541020"/>
                </a:lnTo>
                <a:lnTo>
                  <a:pt x="198132" y="477012"/>
                </a:lnTo>
                <a:lnTo>
                  <a:pt x="193560" y="477012"/>
                </a:lnTo>
                <a:lnTo>
                  <a:pt x="193560" y="487680"/>
                </a:lnTo>
                <a:lnTo>
                  <a:pt x="192036" y="489204"/>
                </a:lnTo>
                <a:lnTo>
                  <a:pt x="190512" y="492252"/>
                </a:lnTo>
                <a:lnTo>
                  <a:pt x="187464" y="493776"/>
                </a:lnTo>
                <a:lnTo>
                  <a:pt x="185940" y="495300"/>
                </a:lnTo>
                <a:lnTo>
                  <a:pt x="182892" y="495300"/>
                </a:lnTo>
                <a:lnTo>
                  <a:pt x="178320" y="496824"/>
                </a:lnTo>
                <a:lnTo>
                  <a:pt x="99072" y="496824"/>
                </a:lnTo>
                <a:lnTo>
                  <a:pt x="85356" y="483108"/>
                </a:lnTo>
                <a:lnTo>
                  <a:pt x="83832" y="477012"/>
                </a:lnTo>
                <a:lnTo>
                  <a:pt x="80784" y="472440"/>
                </a:lnTo>
                <a:lnTo>
                  <a:pt x="79260" y="467868"/>
                </a:lnTo>
                <a:lnTo>
                  <a:pt x="79260" y="454152"/>
                </a:lnTo>
                <a:lnTo>
                  <a:pt x="82308" y="449580"/>
                </a:lnTo>
                <a:lnTo>
                  <a:pt x="88404" y="445008"/>
                </a:lnTo>
                <a:lnTo>
                  <a:pt x="92976" y="441960"/>
                </a:lnTo>
                <a:lnTo>
                  <a:pt x="182892" y="441960"/>
                </a:lnTo>
                <a:lnTo>
                  <a:pt x="188988" y="445008"/>
                </a:lnTo>
                <a:lnTo>
                  <a:pt x="193560" y="449580"/>
                </a:lnTo>
                <a:lnTo>
                  <a:pt x="193560" y="461772"/>
                </a:lnTo>
                <a:lnTo>
                  <a:pt x="198132" y="461772"/>
                </a:lnTo>
                <a:lnTo>
                  <a:pt x="198132" y="397764"/>
                </a:lnTo>
                <a:close/>
              </a:path>
              <a:path extrusionOk="0" h="1012189" w="262254">
                <a:moveTo>
                  <a:pt x="198132" y="175260"/>
                </a:moveTo>
                <a:lnTo>
                  <a:pt x="193560" y="175260"/>
                </a:lnTo>
                <a:lnTo>
                  <a:pt x="193560" y="185928"/>
                </a:lnTo>
                <a:lnTo>
                  <a:pt x="190512" y="188976"/>
                </a:lnTo>
                <a:lnTo>
                  <a:pt x="187464" y="195072"/>
                </a:lnTo>
                <a:lnTo>
                  <a:pt x="181368" y="198120"/>
                </a:lnTo>
                <a:lnTo>
                  <a:pt x="175272" y="199644"/>
                </a:lnTo>
                <a:lnTo>
                  <a:pt x="105168" y="199644"/>
                </a:lnTo>
                <a:lnTo>
                  <a:pt x="96024" y="193548"/>
                </a:lnTo>
                <a:lnTo>
                  <a:pt x="89928" y="188976"/>
                </a:lnTo>
                <a:lnTo>
                  <a:pt x="85356" y="185928"/>
                </a:lnTo>
                <a:lnTo>
                  <a:pt x="83832" y="182880"/>
                </a:lnTo>
                <a:lnTo>
                  <a:pt x="82308" y="181356"/>
                </a:lnTo>
                <a:lnTo>
                  <a:pt x="82308" y="176784"/>
                </a:lnTo>
                <a:lnTo>
                  <a:pt x="83832" y="173736"/>
                </a:lnTo>
                <a:lnTo>
                  <a:pt x="91452" y="166116"/>
                </a:lnTo>
                <a:lnTo>
                  <a:pt x="92976" y="161544"/>
                </a:lnTo>
                <a:lnTo>
                  <a:pt x="92976" y="155448"/>
                </a:lnTo>
                <a:lnTo>
                  <a:pt x="91452" y="152400"/>
                </a:lnTo>
                <a:lnTo>
                  <a:pt x="88404" y="150876"/>
                </a:lnTo>
                <a:lnTo>
                  <a:pt x="86880" y="147828"/>
                </a:lnTo>
                <a:lnTo>
                  <a:pt x="74688" y="147828"/>
                </a:lnTo>
                <a:lnTo>
                  <a:pt x="70116" y="149352"/>
                </a:lnTo>
                <a:lnTo>
                  <a:pt x="67068" y="152400"/>
                </a:lnTo>
                <a:lnTo>
                  <a:pt x="62496" y="155448"/>
                </a:lnTo>
                <a:lnTo>
                  <a:pt x="60972" y="160020"/>
                </a:lnTo>
                <a:lnTo>
                  <a:pt x="60972" y="164592"/>
                </a:lnTo>
                <a:lnTo>
                  <a:pt x="62966" y="173507"/>
                </a:lnTo>
                <a:lnTo>
                  <a:pt x="68973" y="182118"/>
                </a:lnTo>
                <a:lnTo>
                  <a:pt x="78968" y="190741"/>
                </a:lnTo>
                <a:lnTo>
                  <a:pt x="92976" y="199644"/>
                </a:lnTo>
                <a:lnTo>
                  <a:pt x="60972" y="199644"/>
                </a:lnTo>
                <a:lnTo>
                  <a:pt x="60972" y="205740"/>
                </a:lnTo>
                <a:lnTo>
                  <a:pt x="77736" y="246888"/>
                </a:lnTo>
                <a:lnTo>
                  <a:pt x="82308" y="245364"/>
                </a:lnTo>
                <a:lnTo>
                  <a:pt x="80784" y="240792"/>
                </a:lnTo>
                <a:lnTo>
                  <a:pt x="80784" y="230124"/>
                </a:lnTo>
                <a:lnTo>
                  <a:pt x="82308" y="228600"/>
                </a:lnTo>
                <a:lnTo>
                  <a:pt x="83832" y="225552"/>
                </a:lnTo>
                <a:lnTo>
                  <a:pt x="86880" y="225552"/>
                </a:lnTo>
                <a:lnTo>
                  <a:pt x="89928" y="224028"/>
                </a:lnTo>
                <a:lnTo>
                  <a:pt x="182892" y="224028"/>
                </a:lnTo>
                <a:lnTo>
                  <a:pt x="188988" y="227076"/>
                </a:lnTo>
                <a:lnTo>
                  <a:pt x="193560" y="231648"/>
                </a:lnTo>
                <a:lnTo>
                  <a:pt x="193560" y="243840"/>
                </a:lnTo>
                <a:lnTo>
                  <a:pt x="198132" y="243840"/>
                </a:lnTo>
                <a:lnTo>
                  <a:pt x="198132" y="175260"/>
                </a:lnTo>
                <a:close/>
              </a:path>
              <a:path extrusionOk="0" h="1012189" w="262254">
                <a:moveTo>
                  <a:pt x="201168" y="684276"/>
                </a:moveTo>
                <a:lnTo>
                  <a:pt x="185928" y="647700"/>
                </a:lnTo>
                <a:lnTo>
                  <a:pt x="149352" y="629412"/>
                </a:lnTo>
                <a:lnTo>
                  <a:pt x="146304" y="632460"/>
                </a:lnTo>
                <a:lnTo>
                  <a:pt x="154622" y="636155"/>
                </a:lnTo>
                <a:lnTo>
                  <a:pt x="161353" y="640270"/>
                </a:lnTo>
                <a:lnTo>
                  <a:pt x="166636" y="644652"/>
                </a:lnTo>
                <a:lnTo>
                  <a:pt x="170688" y="649224"/>
                </a:lnTo>
                <a:lnTo>
                  <a:pt x="175260" y="655320"/>
                </a:lnTo>
                <a:lnTo>
                  <a:pt x="176784" y="662940"/>
                </a:lnTo>
                <a:lnTo>
                  <a:pt x="176669" y="673417"/>
                </a:lnTo>
                <a:lnTo>
                  <a:pt x="151168" y="713143"/>
                </a:lnTo>
                <a:lnTo>
                  <a:pt x="114300" y="720852"/>
                </a:lnTo>
                <a:lnTo>
                  <a:pt x="114300" y="659892"/>
                </a:lnTo>
                <a:lnTo>
                  <a:pt x="114300" y="629412"/>
                </a:lnTo>
                <a:lnTo>
                  <a:pt x="105156" y="630148"/>
                </a:lnTo>
                <a:lnTo>
                  <a:pt x="105156" y="659892"/>
                </a:lnTo>
                <a:lnTo>
                  <a:pt x="105156" y="720852"/>
                </a:lnTo>
                <a:lnTo>
                  <a:pt x="97015" y="720001"/>
                </a:lnTo>
                <a:lnTo>
                  <a:pt x="97320" y="720001"/>
                </a:lnTo>
                <a:lnTo>
                  <a:pt x="90487" y="717804"/>
                </a:lnTo>
                <a:lnTo>
                  <a:pt x="84378" y="714425"/>
                </a:lnTo>
                <a:lnTo>
                  <a:pt x="79248" y="710184"/>
                </a:lnTo>
                <a:lnTo>
                  <a:pt x="73152" y="704088"/>
                </a:lnTo>
                <a:lnTo>
                  <a:pt x="70104" y="696468"/>
                </a:lnTo>
                <a:lnTo>
                  <a:pt x="70104" y="684276"/>
                </a:lnTo>
                <a:lnTo>
                  <a:pt x="71628" y="678180"/>
                </a:lnTo>
                <a:lnTo>
                  <a:pt x="77724" y="669036"/>
                </a:lnTo>
                <a:lnTo>
                  <a:pt x="82296" y="665988"/>
                </a:lnTo>
                <a:lnTo>
                  <a:pt x="91440" y="661416"/>
                </a:lnTo>
                <a:lnTo>
                  <a:pt x="97536" y="661416"/>
                </a:lnTo>
                <a:lnTo>
                  <a:pt x="105156" y="659892"/>
                </a:lnTo>
                <a:lnTo>
                  <a:pt x="105156" y="630148"/>
                </a:lnTo>
                <a:lnTo>
                  <a:pt x="103212" y="630301"/>
                </a:lnTo>
                <a:lnTo>
                  <a:pt x="69329" y="652081"/>
                </a:lnTo>
                <a:lnTo>
                  <a:pt x="60960" y="681228"/>
                </a:lnTo>
                <a:lnTo>
                  <a:pt x="61023" y="681850"/>
                </a:lnTo>
                <a:lnTo>
                  <a:pt x="62128" y="693496"/>
                </a:lnTo>
                <a:lnTo>
                  <a:pt x="91020" y="732548"/>
                </a:lnTo>
                <a:lnTo>
                  <a:pt x="132588" y="742188"/>
                </a:lnTo>
                <a:lnTo>
                  <a:pt x="147739" y="741070"/>
                </a:lnTo>
                <a:lnTo>
                  <a:pt x="161163" y="737806"/>
                </a:lnTo>
                <a:lnTo>
                  <a:pt x="172885" y="732548"/>
                </a:lnTo>
                <a:lnTo>
                  <a:pt x="182880" y="725424"/>
                </a:lnTo>
                <a:lnTo>
                  <a:pt x="187147" y="720852"/>
                </a:lnTo>
                <a:lnTo>
                  <a:pt x="190881" y="716851"/>
                </a:lnTo>
                <a:lnTo>
                  <a:pt x="196596" y="707136"/>
                </a:lnTo>
                <a:lnTo>
                  <a:pt x="200025" y="696277"/>
                </a:lnTo>
                <a:lnTo>
                  <a:pt x="201168" y="684276"/>
                </a:lnTo>
                <a:close/>
              </a:path>
              <a:path extrusionOk="0" h="1012189" w="262254">
                <a:moveTo>
                  <a:pt x="201168" y="321564"/>
                </a:moveTo>
                <a:lnTo>
                  <a:pt x="192024" y="288036"/>
                </a:lnTo>
                <a:lnTo>
                  <a:pt x="192024" y="306324"/>
                </a:lnTo>
                <a:lnTo>
                  <a:pt x="192024" y="315468"/>
                </a:lnTo>
                <a:lnTo>
                  <a:pt x="159829" y="349554"/>
                </a:lnTo>
                <a:lnTo>
                  <a:pt x="120396" y="356616"/>
                </a:lnTo>
                <a:lnTo>
                  <a:pt x="111810" y="356336"/>
                </a:lnTo>
                <a:lnTo>
                  <a:pt x="74676" y="339852"/>
                </a:lnTo>
                <a:lnTo>
                  <a:pt x="70104" y="329184"/>
                </a:lnTo>
                <a:lnTo>
                  <a:pt x="70167" y="324065"/>
                </a:lnTo>
                <a:lnTo>
                  <a:pt x="95211" y="291833"/>
                </a:lnTo>
                <a:lnTo>
                  <a:pt x="140208" y="283464"/>
                </a:lnTo>
                <a:lnTo>
                  <a:pt x="153924" y="284035"/>
                </a:lnTo>
                <a:lnTo>
                  <a:pt x="192024" y="306324"/>
                </a:lnTo>
                <a:lnTo>
                  <a:pt x="192024" y="288036"/>
                </a:lnTo>
                <a:lnTo>
                  <a:pt x="155473" y="260540"/>
                </a:lnTo>
                <a:lnTo>
                  <a:pt x="129540" y="256032"/>
                </a:lnTo>
                <a:lnTo>
                  <a:pt x="117259" y="256921"/>
                </a:lnTo>
                <a:lnTo>
                  <a:pt x="73825" y="281254"/>
                </a:lnTo>
                <a:lnTo>
                  <a:pt x="62344" y="306324"/>
                </a:lnTo>
                <a:lnTo>
                  <a:pt x="60960" y="320040"/>
                </a:lnTo>
                <a:lnTo>
                  <a:pt x="61074" y="321564"/>
                </a:lnTo>
                <a:lnTo>
                  <a:pt x="61531" y="328028"/>
                </a:lnTo>
                <a:lnTo>
                  <a:pt x="63246" y="335851"/>
                </a:lnTo>
                <a:lnTo>
                  <a:pt x="87680" y="370027"/>
                </a:lnTo>
                <a:lnTo>
                  <a:pt x="123444" y="383476"/>
                </a:lnTo>
                <a:lnTo>
                  <a:pt x="132588" y="384048"/>
                </a:lnTo>
                <a:lnTo>
                  <a:pt x="144881" y="383171"/>
                </a:lnTo>
                <a:lnTo>
                  <a:pt x="188315" y="359079"/>
                </a:lnTo>
                <a:lnTo>
                  <a:pt x="189903" y="356616"/>
                </a:lnTo>
                <a:lnTo>
                  <a:pt x="195453" y="348043"/>
                </a:lnTo>
                <a:lnTo>
                  <a:pt x="199745" y="335597"/>
                </a:lnTo>
                <a:lnTo>
                  <a:pt x="201168" y="321564"/>
                </a:lnTo>
                <a:close/>
              </a:path>
              <a:path extrusionOk="0" h="1012189" w="262254">
                <a:moveTo>
                  <a:pt x="262140" y="115824"/>
                </a:moveTo>
                <a:lnTo>
                  <a:pt x="239090" y="80391"/>
                </a:lnTo>
                <a:lnTo>
                  <a:pt x="114922" y="28956"/>
                </a:lnTo>
                <a:lnTo>
                  <a:pt x="88404" y="18288"/>
                </a:lnTo>
                <a:lnTo>
                  <a:pt x="82308" y="16764"/>
                </a:lnTo>
                <a:lnTo>
                  <a:pt x="79260" y="15240"/>
                </a:lnTo>
                <a:lnTo>
                  <a:pt x="77736" y="13716"/>
                </a:lnTo>
                <a:lnTo>
                  <a:pt x="74688" y="12192"/>
                </a:lnTo>
                <a:lnTo>
                  <a:pt x="73164" y="9144"/>
                </a:lnTo>
                <a:lnTo>
                  <a:pt x="70116" y="6096"/>
                </a:lnTo>
                <a:lnTo>
                  <a:pt x="70116" y="3048"/>
                </a:lnTo>
                <a:lnTo>
                  <a:pt x="68592" y="0"/>
                </a:lnTo>
                <a:lnTo>
                  <a:pt x="64020" y="0"/>
                </a:lnTo>
                <a:lnTo>
                  <a:pt x="64020" y="42672"/>
                </a:lnTo>
                <a:lnTo>
                  <a:pt x="68592" y="42672"/>
                </a:lnTo>
                <a:lnTo>
                  <a:pt x="68592" y="35052"/>
                </a:lnTo>
                <a:lnTo>
                  <a:pt x="70116" y="33528"/>
                </a:lnTo>
                <a:lnTo>
                  <a:pt x="70116" y="32004"/>
                </a:lnTo>
                <a:lnTo>
                  <a:pt x="73164" y="28956"/>
                </a:lnTo>
                <a:lnTo>
                  <a:pt x="85356" y="28956"/>
                </a:lnTo>
                <a:lnTo>
                  <a:pt x="88404" y="30480"/>
                </a:lnTo>
                <a:lnTo>
                  <a:pt x="161556" y="59436"/>
                </a:lnTo>
                <a:lnTo>
                  <a:pt x="94500" y="91440"/>
                </a:lnTo>
                <a:lnTo>
                  <a:pt x="82308" y="97536"/>
                </a:lnTo>
                <a:lnTo>
                  <a:pt x="76212" y="97536"/>
                </a:lnTo>
                <a:lnTo>
                  <a:pt x="73164" y="96012"/>
                </a:lnTo>
                <a:lnTo>
                  <a:pt x="71640" y="92964"/>
                </a:lnTo>
                <a:lnTo>
                  <a:pt x="70116" y="91440"/>
                </a:lnTo>
                <a:lnTo>
                  <a:pt x="68592" y="88392"/>
                </a:lnTo>
                <a:lnTo>
                  <a:pt x="68592" y="80772"/>
                </a:lnTo>
                <a:lnTo>
                  <a:pt x="64020" y="80772"/>
                </a:lnTo>
                <a:lnTo>
                  <a:pt x="64020" y="143256"/>
                </a:lnTo>
                <a:lnTo>
                  <a:pt x="68592" y="143256"/>
                </a:lnTo>
                <a:lnTo>
                  <a:pt x="70116" y="138684"/>
                </a:lnTo>
                <a:lnTo>
                  <a:pt x="73164" y="132588"/>
                </a:lnTo>
                <a:lnTo>
                  <a:pt x="76212" y="129540"/>
                </a:lnTo>
                <a:lnTo>
                  <a:pt x="80784" y="128016"/>
                </a:lnTo>
                <a:lnTo>
                  <a:pt x="85356" y="123444"/>
                </a:lnTo>
                <a:lnTo>
                  <a:pt x="91452" y="120396"/>
                </a:lnTo>
                <a:lnTo>
                  <a:pt x="138595" y="97536"/>
                </a:lnTo>
                <a:lnTo>
                  <a:pt x="192036" y="71628"/>
                </a:lnTo>
                <a:lnTo>
                  <a:pt x="213372" y="80772"/>
                </a:lnTo>
                <a:lnTo>
                  <a:pt x="222516" y="83820"/>
                </a:lnTo>
                <a:lnTo>
                  <a:pt x="228612" y="88392"/>
                </a:lnTo>
                <a:lnTo>
                  <a:pt x="230136" y="91440"/>
                </a:lnTo>
                <a:lnTo>
                  <a:pt x="233184" y="94488"/>
                </a:lnTo>
                <a:lnTo>
                  <a:pt x="234708" y="97536"/>
                </a:lnTo>
                <a:lnTo>
                  <a:pt x="234708" y="103632"/>
                </a:lnTo>
                <a:lnTo>
                  <a:pt x="233184" y="108204"/>
                </a:lnTo>
                <a:lnTo>
                  <a:pt x="231660" y="114300"/>
                </a:lnTo>
                <a:lnTo>
                  <a:pt x="230136" y="117348"/>
                </a:lnTo>
                <a:lnTo>
                  <a:pt x="230136" y="126492"/>
                </a:lnTo>
                <a:lnTo>
                  <a:pt x="231660" y="129540"/>
                </a:lnTo>
                <a:lnTo>
                  <a:pt x="237756" y="135636"/>
                </a:lnTo>
                <a:lnTo>
                  <a:pt x="249948" y="135636"/>
                </a:lnTo>
                <a:lnTo>
                  <a:pt x="252996" y="134112"/>
                </a:lnTo>
                <a:lnTo>
                  <a:pt x="257568" y="131064"/>
                </a:lnTo>
                <a:lnTo>
                  <a:pt x="260616" y="126492"/>
                </a:lnTo>
                <a:lnTo>
                  <a:pt x="262140" y="121920"/>
                </a:lnTo>
                <a:lnTo>
                  <a:pt x="262140" y="1158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61" name="Google Shape;461;p12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191000" y="6165053"/>
            <a:ext cx="257354" cy="257928"/>
          </a:xfrm>
          <a:prstGeom prst="rect">
            <a:avLst/>
          </a:prstGeom>
          <a:noFill/>
          <a:ln>
            <a:noFill/>
          </a:ln>
        </p:spPr>
      </p:pic>
      <p:pic>
        <p:nvPicPr>
          <p:cNvPr id="462" name="Google Shape;462;p12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4887467" y="6511544"/>
            <a:ext cx="258529" cy="2600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p13"/>
          <p:cNvSpPr/>
          <p:nvPr/>
        </p:nvSpPr>
        <p:spPr>
          <a:xfrm>
            <a:off x="1135367" y="6472428"/>
            <a:ext cx="349250" cy="1793875"/>
          </a:xfrm>
          <a:custGeom>
            <a:rect b="b" l="l" r="r" t="t"/>
            <a:pathLst>
              <a:path extrusionOk="0" h="1793875" w="349250">
                <a:moveTo>
                  <a:pt x="48780" y="1367028"/>
                </a:moveTo>
                <a:lnTo>
                  <a:pt x="45732" y="1362456"/>
                </a:lnTo>
                <a:lnTo>
                  <a:pt x="41160" y="1357884"/>
                </a:lnTo>
                <a:lnTo>
                  <a:pt x="36588" y="1351788"/>
                </a:lnTo>
                <a:lnTo>
                  <a:pt x="30492" y="1350264"/>
                </a:lnTo>
                <a:lnTo>
                  <a:pt x="16776" y="1350264"/>
                </a:lnTo>
                <a:lnTo>
                  <a:pt x="12204" y="1351788"/>
                </a:lnTo>
                <a:lnTo>
                  <a:pt x="7632" y="1357884"/>
                </a:lnTo>
                <a:lnTo>
                  <a:pt x="1524" y="1362456"/>
                </a:lnTo>
                <a:lnTo>
                  <a:pt x="0" y="1367028"/>
                </a:lnTo>
                <a:lnTo>
                  <a:pt x="0" y="1380744"/>
                </a:lnTo>
                <a:lnTo>
                  <a:pt x="1524" y="1386840"/>
                </a:lnTo>
                <a:lnTo>
                  <a:pt x="7632" y="1391412"/>
                </a:lnTo>
                <a:lnTo>
                  <a:pt x="12204" y="1395984"/>
                </a:lnTo>
                <a:lnTo>
                  <a:pt x="16776" y="1399032"/>
                </a:lnTo>
                <a:lnTo>
                  <a:pt x="30492" y="1399032"/>
                </a:lnTo>
                <a:lnTo>
                  <a:pt x="36588" y="1395984"/>
                </a:lnTo>
                <a:lnTo>
                  <a:pt x="45732" y="1386840"/>
                </a:lnTo>
                <a:lnTo>
                  <a:pt x="48780" y="1380744"/>
                </a:lnTo>
                <a:lnTo>
                  <a:pt x="48780" y="1367028"/>
                </a:lnTo>
                <a:close/>
              </a:path>
              <a:path extrusionOk="0" h="1793875" w="349250">
                <a:moveTo>
                  <a:pt x="342900" y="1647444"/>
                </a:moveTo>
                <a:lnTo>
                  <a:pt x="339737" y="1602562"/>
                </a:lnTo>
                <a:lnTo>
                  <a:pt x="330136" y="1563814"/>
                </a:lnTo>
                <a:lnTo>
                  <a:pt x="326136" y="1555724"/>
                </a:lnTo>
                <a:lnTo>
                  <a:pt x="326136" y="1648968"/>
                </a:lnTo>
                <a:lnTo>
                  <a:pt x="326072" y="1650492"/>
                </a:lnTo>
                <a:lnTo>
                  <a:pt x="325589" y="1660067"/>
                </a:lnTo>
                <a:lnTo>
                  <a:pt x="324040" y="1672590"/>
                </a:lnTo>
                <a:lnTo>
                  <a:pt x="321640" y="1686267"/>
                </a:lnTo>
                <a:lnTo>
                  <a:pt x="318516" y="1700784"/>
                </a:lnTo>
                <a:lnTo>
                  <a:pt x="39624" y="1700784"/>
                </a:lnTo>
                <a:lnTo>
                  <a:pt x="32346" y="1662214"/>
                </a:lnTo>
                <a:lnTo>
                  <a:pt x="32004" y="1650492"/>
                </a:lnTo>
                <a:lnTo>
                  <a:pt x="34556" y="1623085"/>
                </a:lnTo>
                <a:lnTo>
                  <a:pt x="54508" y="1575701"/>
                </a:lnTo>
                <a:lnTo>
                  <a:pt x="93014" y="1539125"/>
                </a:lnTo>
                <a:lnTo>
                  <a:pt x="146646" y="1520215"/>
                </a:lnTo>
                <a:lnTo>
                  <a:pt x="178308" y="1517904"/>
                </a:lnTo>
                <a:lnTo>
                  <a:pt x="210870" y="1520215"/>
                </a:lnTo>
                <a:lnTo>
                  <a:pt x="265112" y="1539125"/>
                </a:lnTo>
                <a:lnTo>
                  <a:pt x="303644" y="1575460"/>
                </a:lnTo>
                <a:lnTo>
                  <a:pt x="323596" y="1621802"/>
                </a:lnTo>
                <a:lnTo>
                  <a:pt x="323710" y="1623085"/>
                </a:lnTo>
                <a:lnTo>
                  <a:pt x="326136" y="1648968"/>
                </a:lnTo>
                <a:lnTo>
                  <a:pt x="326136" y="1555724"/>
                </a:lnTo>
                <a:lnTo>
                  <a:pt x="313969" y="1531073"/>
                </a:lnTo>
                <a:lnTo>
                  <a:pt x="266801" y="1486192"/>
                </a:lnTo>
                <a:lnTo>
                  <a:pt x="209651" y="1465618"/>
                </a:lnTo>
                <a:lnTo>
                  <a:pt x="176784" y="1463040"/>
                </a:lnTo>
                <a:lnTo>
                  <a:pt x="152234" y="1464475"/>
                </a:lnTo>
                <a:lnTo>
                  <a:pt x="107137" y="1475905"/>
                </a:lnTo>
                <a:lnTo>
                  <a:pt x="68872" y="1499095"/>
                </a:lnTo>
                <a:lnTo>
                  <a:pt x="41440" y="1530057"/>
                </a:lnTo>
                <a:lnTo>
                  <a:pt x="24892" y="1569847"/>
                </a:lnTo>
                <a:lnTo>
                  <a:pt x="16370" y="1625333"/>
                </a:lnTo>
                <a:lnTo>
                  <a:pt x="15240" y="1659636"/>
                </a:lnTo>
                <a:lnTo>
                  <a:pt x="15240" y="1793748"/>
                </a:lnTo>
                <a:lnTo>
                  <a:pt x="22860" y="1793748"/>
                </a:lnTo>
                <a:lnTo>
                  <a:pt x="22860" y="1781556"/>
                </a:lnTo>
                <a:lnTo>
                  <a:pt x="23456" y="1772983"/>
                </a:lnTo>
                <a:lnTo>
                  <a:pt x="58826" y="1747062"/>
                </a:lnTo>
                <a:lnTo>
                  <a:pt x="73152" y="1746504"/>
                </a:lnTo>
                <a:lnTo>
                  <a:pt x="284988" y="1746504"/>
                </a:lnTo>
                <a:lnTo>
                  <a:pt x="327571" y="1757133"/>
                </a:lnTo>
                <a:lnTo>
                  <a:pt x="335280" y="1781556"/>
                </a:lnTo>
                <a:lnTo>
                  <a:pt x="335280" y="1793748"/>
                </a:lnTo>
                <a:lnTo>
                  <a:pt x="342900" y="1793748"/>
                </a:lnTo>
                <a:lnTo>
                  <a:pt x="342900" y="1746504"/>
                </a:lnTo>
                <a:lnTo>
                  <a:pt x="342900" y="1700784"/>
                </a:lnTo>
                <a:lnTo>
                  <a:pt x="342900" y="1647444"/>
                </a:lnTo>
                <a:close/>
              </a:path>
              <a:path extrusionOk="0" h="1793875" w="349250">
                <a:moveTo>
                  <a:pt x="342912" y="1321308"/>
                </a:moveTo>
                <a:lnTo>
                  <a:pt x="335292" y="1321308"/>
                </a:lnTo>
                <a:lnTo>
                  <a:pt x="335292" y="1331976"/>
                </a:lnTo>
                <a:lnTo>
                  <a:pt x="333768" y="1339596"/>
                </a:lnTo>
                <a:lnTo>
                  <a:pt x="292620" y="1354836"/>
                </a:lnTo>
                <a:lnTo>
                  <a:pt x="115836" y="1354836"/>
                </a:lnTo>
                <a:lnTo>
                  <a:pt x="115836" y="1365504"/>
                </a:lnTo>
                <a:lnTo>
                  <a:pt x="143268" y="1429512"/>
                </a:lnTo>
                <a:lnTo>
                  <a:pt x="150888" y="1426464"/>
                </a:lnTo>
                <a:lnTo>
                  <a:pt x="147840" y="1420368"/>
                </a:lnTo>
                <a:lnTo>
                  <a:pt x="147840" y="1403604"/>
                </a:lnTo>
                <a:lnTo>
                  <a:pt x="193941" y="1394460"/>
                </a:lnTo>
                <a:lnTo>
                  <a:pt x="292620" y="1394460"/>
                </a:lnTo>
                <a:lnTo>
                  <a:pt x="299491" y="1394650"/>
                </a:lnTo>
                <a:lnTo>
                  <a:pt x="301256" y="1394650"/>
                </a:lnTo>
                <a:lnTo>
                  <a:pt x="335292" y="1417320"/>
                </a:lnTo>
                <a:lnTo>
                  <a:pt x="335292" y="1427988"/>
                </a:lnTo>
                <a:lnTo>
                  <a:pt x="342912" y="1427988"/>
                </a:lnTo>
                <a:lnTo>
                  <a:pt x="342912" y="1394460"/>
                </a:lnTo>
                <a:lnTo>
                  <a:pt x="342912" y="1321308"/>
                </a:lnTo>
                <a:close/>
              </a:path>
              <a:path extrusionOk="0" h="1793875" w="349250">
                <a:moveTo>
                  <a:pt x="342912" y="1155192"/>
                </a:moveTo>
                <a:lnTo>
                  <a:pt x="335292" y="1155192"/>
                </a:lnTo>
                <a:lnTo>
                  <a:pt x="335292" y="1175004"/>
                </a:lnTo>
                <a:lnTo>
                  <a:pt x="334479" y="1182458"/>
                </a:lnTo>
                <a:lnTo>
                  <a:pt x="298043" y="1205179"/>
                </a:lnTo>
                <a:lnTo>
                  <a:pt x="283476" y="1205484"/>
                </a:lnTo>
                <a:lnTo>
                  <a:pt x="137172" y="1205484"/>
                </a:lnTo>
                <a:lnTo>
                  <a:pt x="137172" y="1147572"/>
                </a:lnTo>
                <a:lnTo>
                  <a:pt x="121932" y="1147572"/>
                </a:lnTo>
                <a:lnTo>
                  <a:pt x="121932" y="1205484"/>
                </a:lnTo>
                <a:lnTo>
                  <a:pt x="81419" y="1205445"/>
                </a:lnTo>
                <a:lnTo>
                  <a:pt x="32016" y="1200912"/>
                </a:lnTo>
                <a:lnTo>
                  <a:pt x="15252" y="1179576"/>
                </a:lnTo>
                <a:lnTo>
                  <a:pt x="15252" y="1165860"/>
                </a:lnTo>
                <a:lnTo>
                  <a:pt x="16776" y="1159764"/>
                </a:lnTo>
                <a:lnTo>
                  <a:pt x="22872" y="1150620"/>
                </a:lnTo>
                <a:lnTo>
                  <a:pt x="28968" y="1144524"/>
                </a:lnTo>
                <a:lnTo>
                  <a:pt x="47256" y="1132332"/>
                </a:lnTo>
                <a:lnTo>
                  <a:pt x="51828" y="1127760"/>
                </a:lnTo>
                <a:lnTo>
                  <a:pt x="44208" y="1091184"/>
                </a:lnTo>
                <a:lnTo>
                  <a:pt x="39636" y="1091184"/>
                </a:lnTo>
                <a:lnTo>
                  <a:pt x="8369" y="1116355"/>
                </a:lnTo>
                <a:lnTo>
                  <a:pt x="12" y="1152144"/>
                </a:lnTo>
                <a:lnTo>
                  <a:pt x="863" y="1165580"/>
                </a:lnTo>
                <a:lnTo>
                  <a:pt x="13728" y="1202436"/>
                </a:lnTo>
                <a:lnTo>
                  <a:pt x="51828" y="1234440"/>
                </a:lnTo>
                <a:lnTo>
                  <a:pt x="91262" y="1244523"/>
                </a:lnTo>
                <a:lnTo>
                  <a:pt x="106692" y="1245108"/>
                </a:lnTo>
                <a:lnTo>
                  <a:pt x="121932" y="1245108"/>
                </a:lnTo>
                <a:lnTo>
                  <a:pt x="121932" y="1287780"/>
                </a:lnTo>
                <a:lnTo>
                  <a:pt x="137172" y="1287780"/>
                </a:lnTo>
                <a:lnTo>
                  <a:pt x="137172" y="1245108"/>
                </a:lnTo>
                <a:lnTo>
                  <a:pt x="283476" y="1245108"/>
                </a:lnTo>
                <a:lnTo>
                  <a:pt x="326148" y="1254252"/>
                </a:lnTo>
                <a:lnTo>
                  <a:pt x="335292" y="1271016"/>
                </a:lnTo>
                <a:lnTo>
                  <a:pt x="335292" y="1287780"/>
                </a:lnTo>
                <a:lnTo>
                  <a:pt x="342912" y="1287780"/>
                </a:lnTo>
                <a:lnTo>
                  <a:pt x="342912" y="1155192"/>
                </a:lnTo>
                <a:close/>
              </a:path>
              <a:path extrusionOk="0" h="1793875" w="349250">
                <a:moveTo>
                  <a:pt x="342912" y="998220"/>
                </a:moveTo>
                <a:lnTo>
                  <a:pt x="335292" y="998220"/>
                </a:lnTo>
                <a:lnTo>
                  <a:pt x="335292" y="1027176"/>
                </a:lnTo>
                <a:lnTo>
                  <a:pt x="330720" y="1034796"/>
                </a:lnTo>
                <a:lnTo>
                  <a:pt x="283476" y="1048512"/>
                </a:lnTo>
                <a:lnTo>
                  <a:pt x="137172" y="1048512"/>
                </a:lnTo>
                <a:lnTo>
                  <a:pt x="137172" y="990600"/>
                </a:lnTo>
                <a:lnTo>
                  <a:pt x="121932" y="990600"/>
                </a:lnTo>
                <a:lnTo>
                  <a:pt x="121932" y="1048512"/>
                </a:lnTo>
                <a:lnTo>
                  <a:pt x="105168" y="1048512"/>
                </a:lnTo>
                <a:lnTo>
                  <a:pt x="62687" y="1047369"/>
                </a:lnTo>
                <a:lnTo>
                  <a:pt x="16776" y="1028700"/>
                </a:lnTo>
                <a:lnTo>
                  <a:pt x="15252" y="1021080"/>
                </a:lnTo>
                <a:lnTo>
                  <a:pt x="15252" y="1007364"/>
                </a:lnTo>
                <a:lnTo>
                  <a:pt x="38112" y="981456"/>
                </a:lnTo>
                <a:lnTo>
                  <a:pt x="47256" y="975360"/>
                </a:lnTo>
                <a:lnTo>
                  <a:pt x="51828" y="969264"/>
                </a:lnTo>
                <a:lnTo>
                  <a:pt x="54876" y="966216"/>
                </a:lnTo>
                <a:lnTo>
                  <a:pt x="57924" y="961644"/>
                </a:lnTo>
                <a:lnTo>
                  <a:pt x="44208" y="934212"/>
                </a:lnTo>
                <a:lnTo>
                  <a:pt x="39636" y="934212"/>
                </a:lnTo>
                <a:lnTo>
                  <a:pt x="8369" y="958532"/>
                </a:lnTo>
                <a:lnTo>
                  <a:pt x="12" y="995172"/>
                </a:lnTo>
                <a:lnTo>
                  <a:pt x="863" y="1008367"/>
                </a:lnTo>
                <a:lnTo>
                  <a:pt x="21170" y="1054544"/>
                </a:lnTo>
                <a:lnTo>
                  <a:pt x="51828" y="1077468"/>
                </a:lnTo>
                <a:lnTo>
                  <a:pt x="91262" y="1087335"/>
                </a:lnTo>
                <a:lnTo>
                  <a:pt x="106692" y="1088136"/>
                </a:lnTo>
                <a:lnTo>
                  <a:pt x="121932" y="1088136"/>
                </a:lnTo>
                <a:lnTo>
                  <a:pt x="121932" y="1130808"/>
                </a:lnTo>
                <a:lnTo>
                  <a:pt x="137172" y="1130808"/>
                </a:lnTo>
                <a:lnTo>
                  <a:pt x="137172" y="1088136"/>
                </a:lnTo>
                <a:lnTo>
                  <a:pt x="294919" y="1088186"/>
                </a:lnTo>
                <a:lnTo>
                  <a:pt x="330720" y="1101852"/>
                </a:lnTo>
                <a:lnTo>
                  <a:pt x="335292" y="1114044"/>
                </a:lnTo>
                <a:lnTo>
                  <a:pt x="335292" y="1130808"/>
                </a:lnTo>
                <a:lnTo>
                  <a:pt x="342912" y="1130808"/>
                </a:lnTo>
                <a:lnTo>
                  <a:pt x="342912" y="998220"/>
                </a:lnTo>
                <a:close/>
              </a:path>
              <a:path extrusionOk="0" h="1793875" w="349250">
                <a:moveTo>
                  <a:pt x="342912" y="650748"/>
                </a:moveTo>
                <a:lnTo>
                  <a:pt x="335292" y="650748"/>
                </a:lnTo>
                <a:lnTo>
                  <a:pt x="335292" y="661416"/>
                </a:lnTo>
                <a:lnTo>
                  <a:pt x="333768" y="669036"/>
                </a:lnTo>
                <a:lnTo>
                  <a:pt x="330720" y="675132"/>
                </a:lnTo>
                <a:lnTo>
                  <a:pt x="327672" y="679704"/>
                </a:lnTo>
                <a:lnTo>
                  <a:pt x="323100" y="684276"/>
                </a:lnTo>
                <a:lnTo>
                  <a:pt x="318528" y="685800"/>
                </a:lnTo>
                <a:lnTo>
                  <a:pt x="313613" y="687806"/>
                </a:lnTo>
                <a:lnTo>
                  <a:pt x="307860" y="689229"/>
                </a:lnTo>
                <a:lnTo>
                  <a:pt x="300951" y="690092"/>
                </a:lnTo>
                <a:lnTo>
                  <a:pt x="292620" y="690372"/>
                </a:lnTo>
                <a:lnTo>
                  <a:pt x="184416" y="690372"/>
                </a:lnTo>
                <a:lnTo>
                  <a:pt x="174955" y="684657"/>
                </a:lnTo>
                <a:lnTo>
                  <a:pt x="167081" y="678942"/>
                </a:lnTo>
                <a:lnTo>
                  <a:pt x="160616" y="673227"/>
                </a:lnTo>
                <a:lnTo>
                  <a:pt x="155460" y="667512"/>
                </a:lnTo>
                <a:lnTo>
                  <a:pt x="152412" y="664464"/>
                </a:lnTo>
                <a:lnTo>
                  <a:pt x="150888" y="661416"/>
                </a:lnTo>
                <a:lnTo>
                  <a:pt x="150888" y="655320"/>
                </a:lnTo>
                <a:lnTo>
                  <a:pt x="152412" y="649224"/>
                </a:lnTo>
                <a:lnTo>
                  <a:pt x="156984" y="643128"/>
                </a:lnTo>
                <a:lnTo>
                  <a:pt x="161556" y="635508"/>
                </a:lnTo>
                <a:lnTo>
                  <a:pt x="164604" y="629412"/>
                </a:lnTo>
                <a:lnTo>
                  <a:pt x="164604" y="617220"/>
                </a:lnTo>
                <a:lnTo>
                  <a:pt x="158508" y="608076"/>
                </a:lnTo>
                <a:lnTo>
                  <a:pt x="153936" y="605028"/>
                </a:lnTo>
                <a:lnTo>
                  <a:pt x="147840" y="601980"/>
                </a:lnTo>
                <a:lnTo>
                  <a:pt x="135648" y="601980"/>
                </a:lnTo>
                <a:lnTo>
                  <a:pt x="129552" y="605028"/>
                </a:lnTo>
                <a:lnTo>
                  <a:pt x="123456" y="611124"/>
                </a:lnTo>
                <a:lnTo>
                  <a:pt x="118884" y="617220"/>
                </a:lnTo>
                <a:lnTo>
                  <a:pt x="115836" y="624840"/>
                </a:lnTo>
                <a:lnTo>
                  <a:pt x="115836" y="632460"/>
                </a:lnTo>
                <a:lnTo>
                  <a:pt x="118948" y="647306"/>
                </a:lnTo>
                <a:lnTo>
                  <a:pt x="128219" y="661987"/>
                </a:lnTo>
                <a:lnTo>
                  <a:pt x="143471" y="676402"/>
                </a:lnTo>
                <a:lnTo>
                  <a:pt x="164604" y="690372"/>
                </a:lnTo>
                <a:lnTo>
                  <a:pt x="115836" y="690372"/>
                </a:lnTo>
                <a:lnTo>
                  <a:pt x="115836" y="701040"/>
                </a:lnTo>
                <a:lnTo>
                  <a:pt x="143268" y="765048"/>
                </a:lnTo>
                <a:lnTo>
                  <a:pt x="150888" y="763524"/>
                </a:lnTo>
                <a:lnTo>
                  <a:pt x="147840" y="757428"/>
                </a:lnTo>
                <a:lnTo>
                  <a:pt x="147840" y="739140"/>
                </a:lnTo>
                <a:lnTo>
                  <a:pt x="150888" y="737616"/>
                </a:lnTo>
                <a:lnTo>
                  <a:pt x="152412" y="734568"/>
                </a:lnTo>
                <a:lnTo>
                  <a:pt x="161556" y="731520"/>
                </a:lnTo>
                <a:lnTo>
                  <a:pt x="167220" y="730643"/>
                </a:lnTo>
                <a:lnTo>
                  <a:pt x="177177" y="730186"/>
                </a:lnTo>
                <a:lnTo>
                  <a:pt x="208800" y="729996"/>
                </a:lnTo>
                <a:lnTo>
                  <a:pt x="313956" y="729996"/>
                </a:lnTo>
                <a:lnTo>
                  <a:pt x="317004" y="731520"/>
                </a:lnTo>
                <a:lnTo>
                  <a:pt x="323100" y="733044"/>
                </a:lnTo>
                <a:lnTo>
                  <a:pt x="327672" y="736092"/>
                </a:lnTo>
                <a:lnTo>
                  <a:pt x="329196" y="740664"/>
                </a:lnTo>
                <a:lnTo>
                  <a:pt x="333768" y="745236"/>
                </a:lnTo>
                <a:lnTo>
                  <a:pt x="335292" y="754380"/>
                </a:lnTo>
                <a:lnTo>
                  <a:pt x="335292" y="765048"/>
                </a:lnTo>
                <a:lnTo>
                  <a:pt x="342912" y="765048"/>
                </a:lnTo>
                <a:lnTo>
                  <a:pt x="342912" y="650748"/>
                </a:lnTo>
                <a:close/>
              </a:path>
              <a:path extrusionOk="0" h="1793875" w="349250">
                <a:moveTo>
                  <a:pt x="342912" y="141732"/>
                </a:moveTo>
                <a:lnTo>
                  <a:pt x="335292" y="141732"/>
                </a:lnTo>
                <a:lnTo>
                  <a:pt x="335292" y="150876"/>
                </a:lnTo>
                <a:lnTo>
                  <a:pt x="333768" y="158496"/>
                </a:lnTo>
                <a:lnTo>
                  <a:pt x="332244" y="163068"/>
                </a:lnTo>
                <a:lnTo>
                  <a:pt x="326148" y="169164"/>
                </a:lnTo>
                <a:lnTo>
                  <a:pt x="321576" y="170688"/>
                </a:lnTo>
                <a:lnTo>
                  <a:pt x="317042" y="172694"/>
                </a:lnTo>
                <a:lnTo>
                  <a:pt x="310527" y="174117"/>
                </a:lnTo>
                <a:lnTo>
                  <a:pt x="302285" y="174980"/>
                </a:lnTo>
                <a:lnTo>
                  <a:pt x="292620" y="175260"/>
                </a:lnTo>
                <a:lnTo>
                  <a:pt x="198132" y="175260"/>
                </a:lnTo>
                <a:lnTo>
                  <a:pt x="184365" y="175552"/>
                </a:lnTo>
                <a:lnTo>
                  <a:pt x="144475" y="183819"/>
                </a:lnTo>
                <a:lnTo>
                  <a:pt x="118122" y="214693"/>
                </a:lnTo>
                <a:lnTo>
                  <a:pt x="115836" y="231648"/>
                </a:lnTo>
                <a:lnTo>
                  <a:pt x="118694" y="249326"/>
                </a:lnTo>
                <a:lnTo>
                  <a:pt x="127266" y="267843"/>
                </a:lnTo>
                <a:lnTo>
                  <a:pt x="141554" y="286943"/>
                </a:lnTo>
                <a:lnTo>
                  <a:pt x="161556" y="306324"/>
                </a:lnTo>
                <a:lnTo>
                  <a:pt x="115836" y="306324"/>
                </a:lnTo>
                <a:lnTo>
                  <a:pt x="115836" y="315468"/>
                </a:lnTo>
                <a:lnTo>
                  <a:pt x="143268" y="381000"/>
                </a:lnTo>
                <a:lnTo>
                  <a:pt x="150888" y="376428"/>
                </a:lnTo>
                <a:lnTo>
                  <a:pt x="147840" y="370332"/>
                </a:lnTo>
                <a:lnTo>
                  <a:pt x="147840" y="355092"/>
                </a:lnTo>
                <a:lnTo>
                  <a:pt x="152412" y="350520"/>
                </a:lnTo>
                <a:lnTo>
                  <a:pt x="156984" y="347472"/>
                </a:lnTo>
                <a:lnTo>
                  <a:pt x="161556" y="347472"/>
                </a:lnTo>
                <a:lnTo>
                  <a:pt x="168122" y="346595"/>
                </a:lnTo>
                <a:lnTo>
                  <a:pt x="178701" y="346138"/>
                </a:lnTo>
                <a:lnTo>
                  <a:pt x="211848" y="345948"/>
                </a:lnTo>
                <a:lnTo>
                  <a:pt x="292620" y="345948"/>
                </a:lnTo>
                <a:lnTo>
                  <a:pt x="332244" y="355092"/>
                </a:lnTo>
                <a:lnTo>
                  <a:pt x="335292" y="362712"/>
                </a:lnTo>
                <a:lnTo>
                  <a:pt x="335292" y="379476"/>
                </a:lnTo>
                <a:lnTo>
                  <a:pt x="342912" y="379476"/>
                </a:lnTo>
                <a:lnTo>
                  <a:pt x="342912" y="269748"/>
                </a:lnTo>
                <a:lnTo>
                  <a:pt x="335292" y="269748"/>
                </a:lnTo>
                <a:lnTo>
                  <a:pt x="335292" y="281940"/>
                </a:lnTo>
                <a:lnTo>
                  <a:pt x="333768" y="289560"/>
                </a:lnTo>
                <a:lnTo>
                  <a:pt x="292620" y="306324"/>
                </a:lnTo>
                <a:lnTo>
                  <a:pt x="175272" y="306324"/>
                </a:lnTo>
                <a:lnTo>
                  <a:pt x="162140" y="291706"/>
                </a:lnTo>
                <a:lnTo>
                  <a:pt x="152603" y="277368"/>
                </a:lnTo>
                <a:lnTo>
                  <a:pt x="146761" y="263042"/>
                </a:lnTo>
                <a:lnTo>
                  <a:pt x="144792" y="248412"/>
                </a:lnTo>
                <a:lnTo>
                  <a:pt x="145643" y="239864"/>
                </a:lnTo>
                <a:lnTo>
                  <a:pt x="176034" y="216408"/>
                </a:lnTo>
                <a:lnTo>
                  <a:pt x="202704" y="214884"/>
                </a:lnTo>
                <a:lnTo>
                  <a:pt x="315480" y="214884"/>
                </a:lnTo>
                <a:lnTo>
                  <a:pt x="321576" y="216408"/>
                </a:lnTo>
                <a:lnTo>
                  <a:pt x="327672" y="219456"/>
                </a:lnTo>
                <a:lnTo>
                  <a:pt x="330720" y="224028"/>
                </a:lnTo>
                <a:lnTo>
                  <a:pt x="333768" y="227076"/>
                </a:lnTo>
                <a:lnTo>
                  <a:pt x="335292" y="234696"/>
                </a:lnTo>
                <a:lnTo>
                  <a:pt x="335292" y="249936"/>
                </a:lnTo>
                <a:lnTo>
                  <a:pt x="342912" y="249936"/>
                </a:lnTo>
                <a:lnTo>
                  <a:pt x="342912" y="141732"/>
                </a:lnTo>
                <a:close/>
              </a:path>
              <a:path extrusionOk="0" h="1793875" w="349250">
                <a:moveTo>
                  <a:pt x="345960" y="56388"/>
                </a:moveTo>
                <a:lnTo>
                  <a:pt x="326542" y="16725"/>
                </a:lnTo>
                <a:lnTo>
                  <a:pt x="297192" y="0"/>
                </a:lnTo>
                <a:lnTo>
                  <a:pt x="297192" y="10668"/>
                </a:lnTo>
                <a:lnTo>
                  <a:pt x="303276" y="12192"/>
                </a:lnTo>
                <a:lnTo>
                  <a:pt x="312432" y="21336"/>
                </a:lnTo>
                <a:lnTo>
                  <a:pt x="315480" y="27432"/>
                </a:lnTo>
                <a:lnTo>
                  <a:pt x="317004" y="32004"/>
                </a:lnTo>
                <a:lnTo>
                  <a:pt x="317004" y="44196"/>
                </a:lnTo>
                <a:lnTo>
                  <a:pt x="280428" y="60960"/>
                </a:lnTo>
                <a:lnTo>
                  <a:pt x="137172" y="60960"/>
                </a:lnTo>
                <a:lnTo>
                  <a:pt x="137172" y="9144"/>
                </a:lnTo>
                <a:lnTo>
                  <a:pt x="121932" y="9144"/>
                </a:lnTo>
                <a:lnTo>
                  <a:pt x="121932" y="60960"/>
                </a:lnTo>
                <a:lnTo>
                  <a:pt x="48780" y="60960"/>
                </a:lnTo>
                <a:lnTo>
                  <a:pt x="48780" y="67056"/>
                </a:lnTo>
                <a:lnTo>
                  <a:pt x="90919" y="88277"/>
                </a:lnTo>
                <a:lnTo>
                  <a:pt x="118186" y="115062"/>
                </a:lnTo>
                <a:lnTo>
                  <a:pt x="129552" y="135636"/>
                </a:lnTo>
                <a:lnTo>
                  <a:pt x="137172" y="135636"/>
                </a:lnTo>
                <a:lnTo>
                  <a:pt x="137172" y="100584"/>
                </a:lnTo>
                <a:lnTo>
                  <a:pt x="286512" y="100584"/>
                </a:lnTo>
                <a:lnTo>
                  <a:pt x="297357" y="100063"/>
                </a:lnTo>
                <a:lnTo>
                  <a:pt x="335292" y="85344"/>
                </a:lnTo>
                <a:lnTo>
                  <a:pt x="345960" y="64008"/>
                </a:lnTo>
                <a:lnTo>
                  <a:pt x="345960" y="56388"/>
                </a:lnTo>
                <a:close/>
              </a:path>
              <a:path extrusionOk="0" h="1793875" w="349250">
                <a:moveTo>
                  <a:pt x="349008" y="873252"/>
                </a:moveTo>
                <a:lnTo>
                  <a:pt x="333578" y="825461"/>
                </a:lnTo>
                <a:lnTo>
                  <a:pt x="294144" y="792670"/>
                </a:lnTo>
                <a:lnTo>
                  <a:pt x="262140" y="783336"/>
                </a:lnTo>
                <a:lnTo>
                  <a:pt x="257568" y="789432"/>
                </a:lnTo>
                <a:lnTo>
                  <a:pt x="271043" y="794562"/>
                </a:lnTo>
                <a:lnTo>
                  <a:pt x="281952" y="800671"/>
                </a:lnTo>
                <a:lnTo>
                  <a:pt x="306146" y="833818"/>
                </a:lnTo>
                <a:lnTo>
                  <a:pt x="309384" y="853440"/>
                </a:lnTo>
                <a:lnTo>
                  <a:pt x="307670" y="869784"/>
                </a:lnTo>
                <a:lnTo>
                  <a:pt x="281952" y="911352"/>
                </a:lnTo>
                <a:lnTo>
                  <a:pt x="228587" y="934288"/>
                </a:lnTo>
                <a:lnTo>
                  <a:pt x="205752" y="935736"/>
                </a:lnTo>
                <a:lnTo>
                  <a:pt x="205752" y="833628"/>
                </a:lnTo>
                <a:lnTo>
                  <a:pt x="205752" y="783336"/>
                </a:lnTo>
                <a:lnTo>
                  <a:pt x="190512" y="784466"/>
                </a:lnTo>
                <a:lnTo>
                  <a:pt x="190512" y="833628"/>
                </a:lnTo>
                <a:lnTo>
                  <a:pt x="190512" y="935736"/>
                </a:lnTo>
                <a:lnTo>
                  <a:pt x="146316" y="917448"/>
                </a:lnTo>
                <a:lnTo>
                  <a:pt x="131838" y="889546"/>
                </a:lnTo>
                <a:lnTo>
                  <a:pt x="131076" y="880872"/>
                </a:lnTo>
                <a:lnTo>
                  <a:pt x="147650" y="846201"/>
                </a:lnTo>
                <a:lnTo>
                  <a:pt x="181749" y="833818"/>
                </a:lnTo>
                <a:lnTo>
                  <a:pt x="184048" y="833818"/>
                </a:lnTo>
                <a:lnTo>
                  <a:pt x="190512" y="833628"/>
                </a:lnTo>
                <a:lnTo>
                  <a:pt x="190512" y="784466"/>
                </a:lnTo>
                <a:lnTo>
                  <a:pt x="186296" y="784771"/>
                </a:lnTo>
                <a:lnTo>
                  <a:pt x="168986" y="789051"/>
                </a:lnTo>
                <a:lnTo>
                  <a:pt x="129336" y="819391"/>
                </a:lnTo>
                <a:lnTo>
                  <a:pt x="115874" y="868108"/>
                </a:lnTo>
                <a:lnTo>
                  <a:pt x="115938" y="869784"/>
                </a:lnTo>
                <a:lnTo>
                  <a:pt x="123837" y="908685"/>
                </a:lnTo>
                <a:lnTo>
                  <a:pt x="147840" y="941832"/>
                </a:lnTo>
                <a:lnTo>
                  <a:pt x="184988" y="963168"/>
                </a:lnTo>
                <a:lnTo>
                  <a:pt x="234708" y="970788"/>
                </a:lnTo>
                <a:lnTo>
                  <a:pt x="259588" y="968844"/>
                </a:lnTo>
                <a:lnTo>
                  <a:pt x="281762" y="963168"/>
                </a:lnTo>
                <a:lnTo>
                  <a:pt x="301358" y="954074"/>
                </a:lnTo>
                <a:lnTo>
                  <a:pt x="318528" y="941832"/>
                </a:lnTo>
                <a:lnTo>
                  <a:pt x="324015" y="935736"/>
                </a:lnTo>
                <a:lnTo>
                  <a:pt x="331647" y="927265"/>
                </a:lnTo>
                <a:lnTo>
                  <a:pt x="341198" y="910971"/>
                </a:lnTo>
                <a:lnTo>
                  <a:pt x="347027" y="892975"/>
                </a:lnTo>
                <a:lnTo>
                  <a:pt x="349008" y="873252"/>
                </a:lnTo>
                <a:close/>
              </a:path>
              <a:path extrusionOk="0" h="1793875" w="349250">
                <a:moveTo>
                  <a:pt x="349008" y="489204"/>
                </a:moveTo>
                <a:lnTo>
                  <a:pt x="333578" y="439915"/>
                </a:lnTo>
                <a:lnTo>
                  <a:pt x="294144" y="407670"/>
                </a:lnTo>
                <a:lnTo>
                  <a:pt x="262140" y="397764"/>
                </a:lnTo>
                <a:lnTo>
                  <a:pt x="257568" y="403860"/>
                </a:lnTo>
                <a:lnTo>
                  <a:pt x="271043" y="409867"/>
                </a:lnTo>
                <a:lnTo>
                  <a:pt x="281952" y="416433"/>
                </a:lnTo>
                <a:lnTo>
                  <a:pt x="306146" y="448627"/>
                </a:lnTo>
                <a:lnTo>
                  <a:pt x="309384" y="469392"/>
                </a:lnTo>
                <a:lnTo>
                  <a:pt x="307670" y="485063"/>
                </a:lnTo>
                <a:lnTo>
                  <a:pt x="281952" y="525780"/>
                </a:lnTo>
                <a:lnTo>
                  <a:pt x="228587" y="548716"/>
                </a:lnTo>
                <a:lnTo>
                  <a:pt x="205752" y="550164"/>
                </a:lnTo>
                <a:lnTo>
                  <a:pt x="205752" y="448056"/>
                </a:lnTo>
                <a:lnTo>
                  <a:pt x="205752" y="397764"/>
                </a:lnTo>
                <a:lnTo>
                  <a:pt x="190512" y="398919"/>
                </a:lnTo>
                <a:lnTo>
                  <a:pt x="190512" y="448056"/>
                </a:lnTo>
                <a:lnTo>
                  <a:pt x="190512" y="550164"/>
                </a:lnTo>
                <a:lnTo>
                  <a:pt x="146316" y="531876"/>
                </a:lnTo>
                <a:lnTo>
                  <a:pt x="131838" y="503974"/>
                </a:lnTo>
                <a:lnTo>
                  <a:pt x="131076" y="495300"/>
                </a:lnTo>
                <a:lnTo>
                  <a:pt x="147650" y="460629"/>
                </a:lnTo>
                <a:lnTo>
                  <a:pt x="190512" y="448056"/>
                </a:lnTo>
                <a:lnTo>
                  <a:pt x="190512" y="398919"/>
                </a:lnTo>
                <a:lnTo>
                  <a:pt x="153670" y="411276"/>
                </a:lnTo>
                <a:lnTo>
                  <a:pt x="121742" y="449199"/>
                </a:lnTo>
                <a:lnTo>
                  <a:pt x="115836" y="483108"/>
                </a:lnTo>
                <a:lnTo>
                  <a:pt x="117830" y="503974"/>
                </a:lnTo>
                <a:lnTo>
                  <a:pt x="133832" y="540550"/>
                </a:lnTo>
                <a:lnTo>
                  <a:pt x="164617" y="569150"/>
                </a:lnTo>
                <a:lnTo>
                  <a:pt x="208483" y="583488"/>
                </a:lnTo>
                <a:lnTo>
                  <a:pt x="234708" y="585216"/>
                </a:lnTo>
                <a:lnTo>
                  <a:pt x="259588" y="583488"/>
                </a:lnTo>
                <a:lnTo>
                  <a:pt x="281762" y="578167"/>
                </a:lnTo>
                <a:lnTo>
                  <a:pt x="301358" y="569150"/>
                </a:lnTo>
                <a:lnTo>
                  <a:pt x="318528" y="556260"/>
                </a:lnTo>
                <a:lnTo>
                  <a:pt x="324015" y="550164"/>
                </a:lnTo>
                <a:lnTo>
                  <a:pt x="331647" y="541718"/>
                </a:lnTo>
                <a:lnTo>
                  <a:pt x="341198" y="525589"/>
                </a:lnTo>
                <a:lnTo>
                  <a:pt x="347027" y="508050"/>
                </a:lnTo>
                <a:lnTo>
                  <a:pt x="349008" y="48920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13"/>
          <p:cNvSpPr/>
          <p:nvPr/>
        </p:nvSpPr>
        <p:spPr>
          <a:xfrm>
            <a:off x="1150620" y="5608320"/>
            <a:ext cx="433070" cy="730250"/>
          </a:xfrm>
          <a:custGeom>
            <a:rect b="b" l="l" r="r" t="t"/>
            <a:pathLst>
              <a:path extrusionOk="0" h="730250" w="433069">
                <a:moveTo>
                  <a:pt x="327660" y="524256"/>
                </a:moveTo>
                <a:lnTo>
                  <a:pt x="320040" y="524256"/>
                </a:lnTo>
                <a:lnTo>
                  <a:pt x="320040" y="536448"/>
                </a:lnTo>
                <a:lnTo>
                  <a:pt x="319443" y="545261"/>
                </a:lnTo>
                <a:lnTo>
                  <a:pt x="284073" y="571195"/>
                </a:lnTo>
                <a:lnTo>
                  <a:pt x="269748" y="571500"/>
                </a:lnTo>
                <a:lnTo>
                  <a:pt x="19812" y="571500"/>
                </a:lnTo>
                <a:lnTo>
                  <a:pt x="19812" y="525780"/>
                </a:lnTo>
                <a:lnTo>
                  <a:pt x="20116" y="516051"/>
                </a:lnTo>
                <a:lnTo>
                  <a:pt x="40690" y="476402"/>
                </a:lnTo>
                <a:lnTo>
                  <a:pt x="76200" y="464820"/>
                </a:lnTo>
                <a:lnTo>
                  <a:pt x="76200" y="455676"/>
                </a:lnTo>
                <a:lnTo>
                  <a:pt x="0" y="458724"/>
                </a:lnTo>
                <a:lnTo>
                  <a:pt x="0" y="726948"/>
                </a:lnTo>
                <a:lnTo>
                  <a:pt x="76200" y="729996"/>
                </a:lnTo>
                <a:lnTo>
                  <a:pt x="76200" y="720852"/>
                </a:lnTo>
                <a:lnTo>
                  <a:pt x="65354" y="719404"/>
                </a:lnTo>
                <a:lnTo>
                  <a:pt x="55816" y="717232"/>
                </a:lnTo>
                <a:lnTo>
                  <a:pt x="22860" y="688848"/>
                </a:lnTo>
                <a:lnTo>
                  <a:pt x="19812" y="656844"/>
                </a:lnTo>
                <a:lnTo>
                  <a:pt x="19812" y="617220"/>
                </a:lnTo>
                <a:lnTo>
                  <a:pt x="269748" y="617220"/>
                </a:lnTo>
                <a:lnTo>
                  <a:pt x="283171" y="617537"/>
                </a:lnTo>
                <a:lnTo>
                  <a:pt x="319176" y="642823"/>
                </a:lnTo>
                <a:lnTo>
                  <a:pt x="320040" y="652272"/>
                </a:lnTo>
                <a:lnTo>
                  <a:pt x="320040" y="664464"/>
                </a:lnTo>
                <a:lnTo>
                  <a:pt x="327660" y="664464"/>
                </a:lnTo>
                <a:lnTo>
                  <a:pt x="327660" y="524256"/>
                </a:lnTo>
                <a:close/>
              </a:path>
              <a:path extrusionOk="0" h="730250" w="433069">
                <a:moveTo>
                  <a:pt x="432803" y="118872"/>
                </a:moveTo>
                <a:lnTo>
                  <a:pt x="425183" y="118872"/>
                </a:lnTo>
                <a:lnTo>
                  <a:pt x="425183" y="131064"/>
                </a:lnTo>
                <a:lnTo>
                  <a:pt x="423659" y="138684"/>
                </a:lnTo>
                <a:lnTo>
                  <a:pt x="420611" y="143256"/>
                </a:lnTo>
                <a:lnTo>
                  <a:pt x="419087" y="146304"/>
                </a:lnTo>
                <a:lnTo>
                  <a:pt x="416039" y="149352"/>
                </a:lnTo>
                <a:lnTo>
                  <a:pt x="411467" y="152400"/>
                </a:lnTo>
                <a:lnTo>
                  <a:pt x="407162" y="153289"/>
                </a:lnTo>
                <a:lnTo>
                  <a:pt x="400989" y="153733"/>
                </a:lnTo>
                <a:lnTo>
                  <a:pt x="392823" y="153911"/>
                </a:lnTo>
                <a:lnTo>
                  <a:pt x="313956" y="153911"/>
                </a:lnTo>
                <a:lnTo>
                  <a:pt x="321551" y="146304"/>
                </a:lnTo>
                <a:lnTo>
                  <a:pt x="326123" y="138684"/>
                </a:lnTo>
                <a:lnTo>
                  <a:pt x="327647" y="132588"/>
                </a:lnTo>
                <a:lnTo>
                  <a:pt x="330530" y="125476"/>
                </a:lnTo>
                <a:lnTo>
                  <a:pt x="330657" y="124968"/>
                </a:lnTo>
                <a:lnTo>
                  <a:pt x="332409" y="117919"/>
                </a:lnTo>
                <a:lnTo>
                  <a:pt x="332486" y="117348"/>
                </a:lnTo>
                <a:lnTo>
                  <a:pt x="333438" y="110096"/>
                </a:lnTo>
                <a:lnTo>
                  <a:pt x="333451" y="109728"/>
                </a:lnTo>
                <a:lnTo>
                  <a:pt x="333743" y="102108"/>
                </a:lnTo>
                <a:lnTo>
                  <a:pt x="331774" y="82397"/>
                </a:lnTo>
                <a:lnTo>
                  <a:pt x="325932" y="64389"/>
                </a:lnTo>
                <a:lnTo>
                  <a:pt x="318503" y="51714"/>
                </a:lnTo>
                <a:lnTo>
                  <a:pt x="318503" y="102108"/>
                </a:lnTo>
                <a:lnTo>
                  <a:pt x="317919" y="111848"/>
                </a:lnTo>
                <a:lnTo>
                  <a:pt x="316026" y="120586"/>
                </a:lnTo>
                <a:lnTo>
                  <a:pt x="312724" y="128473"/>
                </a:lnTo>
                <a:lnTo>
                  <a:pt x="312610" y="128638"/>
                </a:lnTo>
                <a:lnTo>
                  <a:pt x="307835" y="135636"/>
                </a:lnTo>
                <a:lnTo>
                  <a:pt x="270497" y="153733"/>
                </a:lnTo>
                <a:lnTo>
                  <a:pt x="260743" y="153911"/>
                </a:lnTo>
                <a:lnTo>
                  <a:pt x="167614" y="153911"/>
                </a:lnTo>
                <a:lnTo>
                  <a:pt x="141719" y="124968"/>
                </a:lnTo>
                <a:lnTo>
                  <a:pt x="135623" y="102108"/>
                </a:lnTo>
                <a:lnTo>
                  <a:pt x="136766" y="92113"/>
                </a:lnTo>
                <a:lnTo>
                  <a:pt x="169062" y="55537"/>
                </a:lnTo>
                <a:lnTo>
                  <a:pt x="208153" y="44056"/>
                </a:lnTo>
                <a:lnTo>
                  <a:pt x="208711" y="44056"/>
                </a:lnTo>
                <a:lnTo>
                  <a:pt x="231635" y="42672"/>
                </a:lnTo>
                <a:lnTo>
                  <a:pt x="270497" y="48006"/>
                </a:lnTo>
                <a:lnTo>
                  <a:pt x="308216" y="70827"/>
                </a:lnTo>
                <a:lnTo>
                  <a:pt x="318503" y="102108"/>
                </a:lnTo>
                <a:lnTo>
                  <a:pt x="318503" y="51714"/>
                </a:lnTo>
                <a:lnTo>
                  <a:pt x="283578" y="18656"/>
                </a:lnTo>
                <a:lnTo>
                  <a:pt x="236194" y="2032"/>
                </a:lnTo>
                <a:lnTo>
                  <a:pt x="208775" y="0"/>
                </a:lnTo>
                <a:lnTo>
                  <a:pt x="184772" y="1714"/>
                </a:lnTo>
                <a:lnTo>
                  <a:pt x="143624" y="15430"/>
                </a:lnTo>
                <a:lnTo>
                  <a:pt x="107238" y="52768"/>
                </a:lnTo>
                <a:lnTo>
                  <a:pt x="100571" y="83820"/>
                </a:lnTo>
                <a:lnTo>
                  <a:pt x="101193" y="92964"/>
                </a:lnTo>
                <a:lnTo>
                  <a:pt x="119608" y="128638"/>
                </a:lnTo>
                <a:lnTo>
                  <a:pt x="152361" y="153911"/>
                </a:lnTo>
                <a:lnTo>
                  <a:pt x="100571" y="153911"/>
                </a:lnTo>
                <a:lnTo>
                  <a:pt x="100571" y="163068"/>
                </a:lnTo>
                <a:lnTo>
                  <a:pt x="128003" y="228600"/>
                </a:lnTo>
                <a:lnTo>
                  <a:pt x="135623" y="225552"/>
                </a:lnTo>
                <a:lnTo>
                  <a:pt x="132575" y="220980"/>
                </a:lnTo>
                <a:lnTo>
                  <a:pt x="132575" y="204216"/>
                </a:lnTo>
                <a:lnTo>
                  <a:pt x="135623" y="201168"/>
                </a:lnTo>
                <a:lnTo>
                  <a:pt x="137147" y="198120"/>
                </a:lnTo>
                <a:lnTo>
                  <a:pt x="143243" y="195072"/>
                </a:lnTo>
                <a:lnTo>
                  <a:pt x="147535" y="194843"/>
                </a:lnTo>
                <a:lnTo>
                  <a:pt x="153530" y="194310"/>
                </a:lnTo>
                <a:lnTo>
                  <a:pt x="161251" y="193789"/>
                </a:lnTo>
                <a:lnTo>
                  <a:pt x="170675" y="193548"/>
                </a:lnTo>
                <a:lnTo>
                  <a:pt x="379463" y="193548"/>
                </a:lnTo>
                <a:lnTo>
                  <a:pt x="389864" y="193789"/>
                </a:lnTo>
                <a:lnTo>
                  <a:pt x="390588" y="193789"/>
                </a:lnTo>
                <a:lnTo>
                  <a:pt x="419087" y="204216"/>
                </a:lnTo>
                <a:lnTo>
                  <a:pt x="423659" y="210312"/>
                </a:lnTo>
                <a:lnTo>
                  <a:pt x="425183" y="217932"/>
                </a:lnTo>
                <a:lnTo>
                  <a:pt x="425183" y="233172"/>
                </a:lnTo>
                <a:lnTo>
                  <a:pt x="432803" y="233172"/>
                </a:lnTo>
                <a:lnTo>
                  <a:pt x="432803" y="193548"/>
                </a:lnTo>
                <a:lnTo>
                  <a:pt x="432803" y="118872"/>
                </a:lnTo>
                <a:close/>
              </a:path>
              <a:path extrusionOk="0" h="730250" w="433069">
                <a:moveTo>
                  <a:pt x="432816" y="431292"/>
                </a:moveTo>
                <a:lnTo>
                  <a:pt x="416052" y="390144"/>
                </a:lnTo>
                <a:lnTo>
                  <a:pt x="383679" y="362508"/>
                </a:lnTo>
                <a:lnTo>
                  <a:pt x="147828" y="265176"/>
                </a:lnTo>
                <a:lnTo>
                  <a:pt x="137160" y="260604"/>
                </a:lnTo>
                <a:lnTo>
                  <a:pt x="131064" y="259080"/>
                </a:lnTo>
                <a:lnTo>
                  <a:pt x="129540" y="257556"/>
                </a:lnTo>
                <a:lnTo>
                  <a:pt x="123444" y="252984"/>
                </a:lnTo>
                <a:lnTo>
                  <a:pt x="117348" y="246888"/>
                </a:lnTo>
                <a:lnTo>
                  <a:pt x="115824" y="243840"/>
                </a:lnTo>
                <a:lnTo>
                  <a:pt x="114300" y="239268"/>
                </a:lnTo>
                <a:lnTo>
                  <a:pt x="114300" y="233172"/>
                </a:lnTo>
                <a:lnTo>
                  <a:pt x="106680" y="233172"/>
                </a:lnTo>
                <a:lnTo>
                  <a:pt x="106680" y="303276"/>
                </a:lnTo>
                <a:lnTo>
                  <a:pt x="114300" y="303276"/>
                </a:lnTo>
                <a:lnTo>
                  <a:pt x="114300" y="291084"/>
                </a:lnTo>
                <a:lnTo>
                  <a:pt x="115824" y="289560"/>
                </a:lnTo>
                <a:lnTo>
                  <a:pt x="118872" y="283464"/>
                </a:lnTo>
                <a:lnTo>
                  <a:pt x="120396" y="283464"/>
                </a:lnTo>
                <a:lnTo>
                  <a:pt x="121920" y="281940"/>
                </a:lnTo>
                <a:lnTo>
                  <a:pt x="140208" y="281940"/>
                </a:lnTo>
                <a:lnTo>
                  <a:pt x="269748" y="335280"/>
                </a:lnTo>
                <a:lnTo>
                  <a:pt x="158496" y="390144"/>
                </a:lnTo>
                <a:lnTo>
                  <a:pt x="131064" y="397764"/>
                </a:lnTo>
                <a:lnTo>
                  <a:pt x="126492" y="397764"/>
                </a:lnTo>
                <a:lnTo>
                  <a:pt x="121920" y="396240"/>
                </a:lnTo>
                <a:lnTo>
                  <a:pt x="118872" y="393192"/>
                </a:lnTo>
                <a:lnTo>
                  <a:pt x="115824" y="388620"/>
                </a:lnTo>
                <a:lnTo>
                  <a:pt x="114300" y="384048"/>
                </a:lnTo>
                <a:lnTo>
                  <a:pt x="114300" y="371856"/>
                </a:lnTo>
                <a:lnTo>
                  <a:pt x="106680" y="371856"/>
                </a:lnTo>
                <a:lnTo>
                  <a:pt x="106680" y="477012"/>
                </a:lnTo>
                <a:lnTo>
                  <a:pt x="114300" y="477012"/>
                </a:lnTo>
                <a:lnTo>
                  <a:pt x="115824" y="467868"/>
                </a:lnTo>
                <a:lnTo>
                  <a:pt x="118872" y="461772"/>
                </a:lnTo>
                <a:lnTo>
                  <a:pt x="121920" y="458724"/>
                </a:lnTo>
                <a:lnTo>
                  <a:pt x="123444" y="455676"/>
                </a:lnTo>
                <a:lnTo>
                  <a:pt x="126492" y="452628"/>
                </a:lnTo>
                <a:lnTo>
                  <a:pt x="132588" y="448056"/>
                </a:lnTo>
                <a:lnTo>
                  <a:pt x="147828" y="438912"/>
                </a:lnTo>
                <a:lnTo>
                  <a:pt x="152400" y="437388"/>
                </a:lnTo>
                <a:lnTo>
                  <a:pt x="318516" y="355092"/>
                </a:lnTo>
                <a:lnTo>
                  <a:pt x="356616" y="371856"/>
                </a:lnTo>
                <a:lnTo>
                  <a:pt x="366280" y="375551"/>
                </a:lnTo>
                <a:lnTo>
                  <a:pt x="374523" y="379666"/>
                </a:lnTo>
                <a:lnTo>
                  <a:pt x="381038" y="384073"/>
                </a:lnTo>
                <a:lnTo>
                  <a:pt x="385572" y="388620"/>
                </a:lnTo>
                <a:lnTo>
                  <a:pt x="390144" y="394716"/>
                </a:lnTo>
                <a:lnTo>
                  <a:pt x="393192" y="399288"/>
                </a:lnTo>
                <a:lnTo>
                  <a:pt x="393192" y="406908"/>
                </a:lnTo>
                <a:lnTo>
                  <a:pt x="391668" y="409956"/>
                </a:lnTo>
                <a:lnTo>
                  <a:pt x="388620" y="417576"/>
                </a:lnTo>
                <a:lnTo>
                  <a:pt x="385572" y="426720"/>
                </a:lnTo>
                <a:lnTo>
                  <a:pt x="384048" y="432816"/>
                </a:lnTo>
                <a:lnTo>
                  <a:pt x="384048" y="446532"/>
                </a:lnTo>
                <a:lnTo>
                  <a:pt x="385572" y="452628"/>
                </a:lnTo>
                <a:lnTo>
                  <a:pt x="394716" y="461772"/>
                </a:lnTo>
                <a:lnTo>
                  <a:pt x="399288" y="463296"/>
                </a:lnTo>
                <a:lnTo>
                  <a:pt x="413004" y="463296"/>
                </a:lnTo>
                <a:lnTo>
                  <a:pt x="419100" y="460248"/>
                </a:lnTo>
                <a:lnTo>
                  <a:pt x="425196" y="454152"/>
                </a:lnTo>
                <a:lnTo>
                  <a:pt x="429768" y="448056"/>
                </a:lnTo>
                <a:lnTo>
                  <a:pt x="432816" y="440436"/>
                </a:lnTo>
                <a:lnTo>
                  <a:pt x="432816" y="43129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" name="Google Shape;469;p13"/>
          <p:cNvGrpSpPr/>
          <p:nvPr/>
        </p:nvGrpSpPr>
        <p:grpSpPr>
          <a:xfrm>
            <a:off x="1251204" y="5201411"/>
            <a:ext cx="233172" cy="374904"/>
            <a:chOff x="1251204" y="5201411"/>
            <a:chExt cx="233172" cy="374904"/>
          </a:xfrm>
        </p:grpSpPr>
        <p:pic>
          <p:nvPicPr>
            <p:cNvPr id="470" name="Google Shape;470;p13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51204" y="5201411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1" name="Google Shape;471;p13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51204" y="5388863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72" name="Google Shape;472;p13"/>
          <p:cNvGrpSpPr/>
          <p:nvPr/>
        </p:nvGrpSpPr>
        <p:grpSpPr>
          <a:xfrm>
            <a:off x="1135379" y="4346447"/>
            <a:ext cx="349250" cy="696468"/>
            <a:chOff x="1135379" y="4346447"/>
            <a:chExt cx="349250" cy="696468"/>
          </a:xfrm>
        </p:grpSpPr>
        <p:pic>
          <p:nvPicPr>
            <p:cNvPr id="473" name="Google Shape;473;p13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51203" y="4594859"/>
              <a:ext cx="233172" cy="4480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74" name="Google Shape;474;p13"/>
            <p:cNvSpPr/>
            <p:nvPr/>
          </p:nvSpPr>
          <p:spPr>
            <a:xfrm>
              <a:off x="1135379" y="4346447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813"/>
                  </a:lnTo>
                  <a:lnTo>
                    <a:pt x="287083" y="34290"/>
                  </a:lnTo>
                  <a:lnTo>
                    <a:pt x="296965" y="33766"/>
                  </a:lnTo>
                  <a:lnTo>
                    <a:pt x="303275" y="33528"/>
                  </a:lnTo>
                  <a:lnTo>
                    <a:pt x="312419" y="30480"/>
                  </a:lnTo>
                  <a:lnTo>
                    <a:pt x="313943" y="27432"/>
                  </a:lnTo>
                  <a:lnTo>
                    <a:pt x="316991" y="24384"/>
                  </a:lnTo>
                  <a:lnTo>
                    <a:pt x="318515" y="21336"/>
                  </a:lnTo>
                  <a:lnTo>
                    <a:pt x="318515" y="13716"/>
                  </a:lnTo>
                  <a:lnTo>
                    <a:pt x="316991" y="9144"/>
                  </a:lnTo>
                  <a:lnTo>
                    <a:pt x="313943" y="1524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7451" y="74676"/>
                  </a:lnTo>
                  <a:lnTo>
                    <a:pt x="61912" y="74866"/>
                  </a:lnTo>
                  <a:lnTo>
                    <a:pt x="54110" y="75223"/>
                  </a:lnTo>
                  <a:lnTo>
                    <a:pt x="52712" y="75223"/>
                  </a:lnTo>
                  <a:lnTo>
                    <a:pt x="45719" y="76200"/>
                  </a:lnTo>
                  <a:lnTo>
                    <a:pt x="39623" y="77724"/>
                  </a:lnTo>
                  <a:lnTo>
                    <a:pt x="33528" y="80772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99060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0789"/>
                  </a:lnTo>
                  <a:lnTo>
                    <a:pt x="155447" y="198120"/>
                  </a:lnTo>
                  <a:lnTo>
                    <a:pt x="125348" y="164592"/>
                  </a:lnTo>
                  <a:lnTo>
                    <a:pt x="115823" y="121920"/>
                  </a:lnTo>
                  <a:lnTo>
                    <a:pt x="116990" y="107894"/>
                  </a:lnTo>
                  <a:lnTo>
                    <a:pt x="120586" y="95440"/>
                  </a:lnTo>
                  <a:lnTo>
                    <a:pt x="126753" y="84415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5223"/>
                  </a:lnTo>
                  <a:lnTo>
                    <a:pt x="172592" y="76771"/>
                  </a:lnTo>
                  <a:lnTo>
                    <a:pt x="137159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49352" y="161544"/>
                  </a:lnTo>
                  <a:lnTo>
                    <a:pt x="199929" y="182975"/>
                  </a:lnTo>
                  <a:lnTo>
                    <a:pt x="222503" y="184404"/>
                  </a:lnTo>
                  <a:lnTo>
                    <a:pt x="333375" y="184404"/>
                  </a:lnTo>
                  <a:lnTo>
                    <a:pt x="331636" y="187118"/>
                  </a:lnTo>
                  <a:lnTo>
                    <a:pt x="318515" y="201168"/>
                  </a:lnTo>
                  <a:lnTo>
                    <a:pt x="302513" y="213169"/>
                  </a:lnTo>
                  <a:lnTo>
                    <a:pt x="284225" y="221742"/>
                  </a:lnTo>
                  <a:lnTo>
                    <a:pt x="263651" y="226885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3375" y="184404"/>
                  </a:moveTo>
                  <a:lnTo>
                    <a:pt x="222503" y="184404"/>
                  </a:lnTo>
                  <a:lnTo>
                    <a:pt x="245703" y="182975"/>
                  </a:lnTo>
                  <a:lnTo>
                    <a:pt x="245433" y="182975"/>
                  </a:lnTo>
                  <a:lnTo>
                    <a:pt x="282940" y="172188"/>
                  </a:lnTo>
                  <a:lnTo>
                    <a:pt x="316420" y="141160"/>
                  </a:lnTo>
                  <a:lnTo>
                    <a:pt x="323088" y="115824"/>
                  </a:lnTo>
                  <a:lnTo>
                    <a:pt x="321659" y="105537"/>
                  </a:lnTo>
                  <a:lnTo>
                    <a:pt x="317452" y="95440"/>
                  </a:lnTo>
                  <a:lnTo>
                    <a:pt x="317372" y="95250"/>
                  </a:lnTo>
                  <a:lnTo>
                    <a:pt x="310229" y="84963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5156"/>
                  </a:lnTo>
                  <a:lnTo>
                    <a:pt x="348996" y="138684"/>
                  </a:lnTo>
                  <a:lnTo>
                    <a:pt x="347019" y="156162"/>
                  </a:lnTo>
                  <a:lnTo>
                    <a:pt x="341194" y="172188"/>
                  </a:lnTo>
                  <a:lnTo>
                    <a:pt x="333375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" name="Google Shape;475;p13"/>
          <p:cNvGrpSpPr/>
          <p:nvPr/>
        </p:nvGrpSpPr>
        <p:grpSpPr>
          <a:xfrm>
            <a:off x="1150619" y="2974848"/>
            <a:ext cx="333756" cy="1239138"/>
            <a:chOff x="1150619" y="2974848"/>
            <a:chExt cx="333756" cy="1239138"/>
          </a:xfrm>
        </p:grpSpPr>
        <p:sp>
          <p:nvSpPr>
            <p:cNvPr id="476" name="Google Shape;476;p13"/>
            <p:cNvSpPr/>
            <p:nvPr/>
          </p:nvSpPr>
          <p:spPr>
            <a:xfrm>
              <a:off x="1150619" y="3966971"/>
              <a:ext cx="327660" cy="247015"/>
            </a:xfrm>
            <a:custGeom>
              <a:rect b="b" l="l" r="r" t="t"/>
              <a:pathLst>
                <a:path extrusionOk="0" h="247014" w="327659">
                  <a:moveTo>
                    <a:pt x="327659" y="246888"/>
                  </a:moveTo>
                  <a:lnTo>
                    <a:pt x="320039" y="246888"/>
                  </a:lnTo>
                  <a:lnTo>
                    <a:pt x="320039" y="234696"/>
                  </a:lnTo>
                  <a:lnTo>
                    <a:pt x="319206" y="225242"/>
                  </a:lnTo>
                  <a:lnTo>
                    <a:pt x="283202" y="199953"/>
                  </a:lnTo>
                  <a:lnTo>
                    <a:pt x="269747" y="199644"/>
                  </a:lnTo>
                  <a:lnTo>
                    <a:pt x="46243" y="199691"/>
                  </a:lnTo>
                  <a:lnTo>
                    <a:pt x="9143" y="219456"/>
                  </a:lnTo>
                  <a:lnTo>
                    <a:pt x="7619" y="227076"/>
                  </a:lnTo>
                  <a:lnTo>
                    <a:pt x="7619" y="246888"/>
                  </a:lnTo>
                  <a:lnTo>
                    <a:pt x="0" y="246888"/>
                  </a:lnTo>
                  <a:lnTo>
                    <a:pt x="0" y="3048"/>
                  </a:lnTo>
                  <a:lnTo>
                    <a:pt x="71627" y="0"/>
                  </a:lnTo>
                  <a:lnTo>
                    <a:pt x="71627" y="10668"/>
                  </a:lnTo>
                  <a:lnTo>
                    <a:pt x="61031" y="13215"/>
                  </a:lnTo>
                  <a:lnTo>
                    <a:pt x="52006" y="16192"/>
                  </a:lnTo>
                  <a:lnTo>
                    <a:pt x="22859" y="42672"/>
                  </a:lnTo>
                  <a:lnTo>
                    <a:pt x="18287" y="80772"/>
                  </a:lnTo>
                  <a:lnTo>
                    <a:pt x="18287" y="153924"/>
                  </a:lnTo>
                  <a:lnTo>
                    <a:pt x="146303" y="153924"/>
                  </a:lnTo>
                  <a:lnTo>
                    <a:pt x="146303" y="96012"/>
                  </a:lnTo>
                  <a:lnTo>
                    <a:pt x="131421" y="59745"/>
                  </a:lnTo>
                  <a:lnTo>
                    <a:pt x="99059" y="51816"/>
                  </a:lnTo>
                  <a:lnTo>
                    <a:pt x="99059" y="44196"/>
                  </a:lnTo>
                  <a:lnTo>
                    <a:pt x="213359" y="44196"/>
                  </a:lnTo>
                  <a:lnTo>
                    <a:pt x="213359" y="51816"/>
                  </a:lnTo>
                  <a:lnTo>
                    <a:pt x="203906" y="52101"/>
                  </a:lnTo>
                  <a:lnTo>
                    <a:pt x="196024" y="52959"/>
                  </a:lnTo>
                  <a:lnTo>
                    <a:pt x="167258" y="80772"/>
                  </a:lnTo>
                  <a:lnTo>
                    <a:pt x="166115" y="96012"/>
                  </a:lnTo>
                  <a:lnTo>
                    <a:pt x="166115" y="153924"/>
                  </a:lnTo>
                  <a:lnTo>
                    <a:pt x="269747" y="153924"/>
                  </a:lnTo>
                  <a:lnTo>
                    <a:pt x="281201" y="153662"/>
                  </a:lnTo>
                  <a:lnTo>
                    <a:pt x="318516" y="132588"/>
                  </a:lnTo>
                  <a:lnTo>
                    <a:pt x="320039" y="126492"/>
                  </a:lnTo>
                  <a:lnTo>
                    <a:pt x="320039" y="106680"/>
                  </a:lnTo>
                  <a:lnTo>
                    <a:pt x="327659" y="106680"/>
                  </a:lnTo>
                  <a:lnTo>
                    <a:pt x="327659" y="2468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77" name="Google Shape;477;p1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51203" y="3720084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8" name="Google Shape;478;p13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51203" y="3535680"/>
              <a:ext cx="227075" cy="1630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79" name="Google Shape;479;p13"/>
            <p:cNvSpPr/>
            <p:nvPr/>
          </p:nvSpPr>
          <p:spPr>
            <a:xfrm>
              <a:off x="1251203" y="3154679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9372"/>
                  </a:lnTo>
                  <a:lnTo>
                    <a:pt x="0" y="298704"/>
                  </a:lnTo>
                  <a:lnTo>
                    <a:pt x="47244" y="298704"/>
                  </a:lnTo>
                  <a:lnTo>
                    <a:pt x="36099" y="288417"/>
                  </a:lnTo>
                  <a:lnTo>
                    <a:pt x="7381" y="254127"/>
                  </a:lnTo>
                  <a:lnTo>
                    <a:pt x="0" y="231648"/>
                  </a:lnTo>
                  <a:lnTo>
                    <a:pt x="0" y="224028"/>
                  </a:lnTo>
                  <a:lnTo>
                    <a:pt x="12192" y="187452"/>
                  </a:lnTo>
                  <a:lnTo>
                    <a:pt x="47244" y="167640"/>
                  </a:lnTo>
                  <a:lnTo>
                    <a:pt x="33789" y="156281"/>
                  </a:lnTo>
                  <a:lnTo>
                    <a:pt x="9144" y="126492"/>
                  </a:lnTo>
                  <a:lnTo>
                    <a:pt x="0" y="91440"/>
                  </a:lnTo>
                  <a:lnTo>
                    <a:pt x="571" y="83462"/>
                  </a:lnTo>
                  <a:lnTo>
                    <a:pt x="20764" y="48577"/>
                  </a:lnTo>
                  <a:lnTo>
                    <a:pt x="68318" y="34051"/>
                  </a:lnTo>
                  <a:lnTo>
                    <a:pt x="186451" y="33480"/>
                  </a:lnTo>
                  <a:lnTo>
                    <a:pt x="194691" y="33147"/>
                  </a:lnTo>
                  <a:lnTo>
                    <a:pt x="201215" y="32242"/>
                  </a:lnTo>
                  <a:lnTo>
                    <a:pt x="205740" y="30480"/>
                  </a:lnTo>
                  <a:lnTo>
                    <a:pt x="210311" y="28956"/>
                  </a:lnTo>
                  <a:lnTo>
                    <a:pt x="213359" y="25908"/>
                  </a:lnTo>
                  <a:lnTo>
                    <a:pt x="214883" y="22860"/>
                  </a:lnTo>
                  <a:lnTo>
                    <a:pt x="217931" y="18288"/>
                  </a:lnTo>
                  <a:lnTo>
                    <a:pt x="219456" y="10668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7931" y="88392"/>
                  </a:lnTo>
                  <a:lnTo>
                    <a:pt x="213359" y="82296"/>
                  </a:lnTo>
                  <a:lnTo>
                    <a:pt x="207264" y="76200"/>
                  </a:lnTo>
                  <a:lnTo>
                    <a:pt x="201168" y="74676"/>
                  </a:lnTo>
                  <a:lnTo>
                    <a:pt x="198119" y="74676"/>
                  </a:lnTo>
                  <a:lnTo>
                    <a:pt x="190500" y="73152"/>
                  </a:lnTo>
                  <a:lnTo>
                    <a:pt x="82296" y="73152"/>
                  </a:lnTo>
                  <a:lnTo>
                    <a:pt x="69699" y="73699"/>
                  </a:lnTo>
                  <a:lnTo>
                    <a:pt x="32575" y="92392"/>
                  </a:lnTo>
                  <a:lnTo>
                    <a:pt x="28956" y="109728"/>
                  </a:lnTo>
                  <a:lnTo>
                    <a:pt x="29265" y="116347"/>
                  </a:lnTo>
                  <a:lnTo>
                    <a:pt x="51125" y="157495"/>
                  </a:lnTo>
                  <a:lnTo>
                    <a:pt x="60960" y="167640"/>
                  </a:lnTo>
                  <a:lnTo>
                    <a:pt x="71628" y="164592"/>
                  </a:lnTo>
                  <a:lnTo>
                    <a:pt x="176783" y="164592"/>
                  </a:lnTo>
                  <a:lnTo>
                    <a:pt x="214883" y="153924"/>
                  </a:lnTo>
                  <a:lnTo>
                    <a:pt x="217931" y="149352"/>
                  </a:lnTo>
                  <a:lnTo>
                    <a:pt x="219456" y="141732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8600"/>
                  </a:lnTo>
                  <a:lnTo>
                    <a:pt x="217931" y="219456"/>
                  </a:lnTo>
                  <a:lnTo>
                    <a:pt x="211836" y="210312"/>
                  </a:lnTo>
                  <a:lnTo>
                    <a:pt x="207264" y="207264"/>
                  </a:lnTo>
                  <a:lnTo>
                    <a:pt x="201168" y="205740"/>
                  </a:lnTo>
                  <a:lnTo>
                    <a:pt x="198119" y="205740"/>
                  </a:lnTo>
                  <a:lnTo>
                    <a:pt x="190500" y="204216"/>
                  </a:lnTo>
                  <a:lnTo>
                    <a:pt x="82296" y="204216"/>
                  </a:lnTo>
                  <a:lnTo>
                    <a:pt x="69699" y="204787"/>
                  </a:lnTo>
                  <a:lnTo>
                    <a:pt x="32575" y="225552"/>
                  </a:lnTo>
                  <a:lnTo>
                    <a:pt x="28956" y="242316"/>
                  </a:lnTo>
                  <a:lnTo>
                    <a:pt x="29265" y="249150"/>
                  </a:lnTo>
                  <a:lnTo>
                    <a:pt x="46672" y="286321"/>
                  </a:lnTo>
                  <a:lnTo>
                    <a:pt x="59436" y="298704"/>
                  </a:lnTo>
                  <a:lnTo>
                    <a:pt x="176783" y="298704"/>
                  </a:lnTo>
                  <a:lnTo>
                    <a:pt x="216407" y="288036"/>
                  </a:lnTo>
                  <a:lnTo>
                    <a:pt x="219456" y="27584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62712"/>
                  </a:lnTo>
                  <a:lnTo>
                    <a:pt x="217931" y="355092"/>
                  </a:lnTo>
                  <a:lnTo>
                    <a:pt x="216407" y="352044"/>
                  </a:lnTo>
                  <a:lnTo>
                    <a:pt x="213359" y="347472"/>
                  </a:lnTo>
                  <a:lnTo>
                    <a:pt x="210311" y="344424"/>
                  </a:lnTo>
                  <a:lnTo>
                    <a:pt x="205740" y="342900"/>
                  </a:lnTo>
                  <a:lnTo>
                    <a:pt x="200572" y="340899"/>
                  </a:lnTo>
                  <a:lnTo>
                    <a:pt x="194119" y="339471"/>
                  </a:lnTo>
                  <a:lnTo>
                    <a:pt x="186237" y="338613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52244" y="340256"/>
                  </a:lnTo>
                  <a:lnTo>
                    <a:pt x="32004" y="348996"/>
                  </a:lnTo>
                  <a:lnTo>
                    <a:pt x="32004" y="364236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80" name="Google Shape;480;p13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51203" y="2974848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81" name="Google Shape;481;p13"/>
          <p:cNvGrpSpPr/>
          <p:nvPr/>
        </p:nvGrpSpPr>
        <p:grpSpPr>
          <a:xfrm>
            <a:off x="1135380" y="2371344"/>
            <a:ext cx="348995" cy="446530"/>
            <a:chOff x="1135380" y="2371344"/>
            <a:chExt cx="348995" cy="446530"/>
          </a:xfrm>
        </p:grpSpPr>
        <p:pic>
          <p:nvPicPr>
            <p:cNvPr id="482" name="Google Shape;482;p13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51203" y="2604515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3" name="Google Shape;483;p13"/>
            <p:cNvSpPr/>
            <p:nvPr/>
          </p:nvSpPr>
          <p:spPr>
            <a:xfrm>
              <a:off x="1135380" y="2371344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6"/>
                  </a:moveTo>
                  <a:lnTo>
                    <a:pt x="335279" y="196596"/>
                  </a:lnTo>
                  <a:lnTo>
                    <a:pt x="335279" y="179832"/>
                  </a:lnTo>
                  <a:lnTo>
                    <a:pt x="333755" y="173736"/>
                  </a:lnTo>
                  <a:lnTo>
                    <a:pt x="294917" y="153971"/>
                  </a:lnTo>
                  <a:lnTo>
                    <a:pt x="137159" y="153924"/>
                  </a:lnTo>
                  <a:lnTo>
                    <a:pt x="137159" y="196596"/>
                  </a:lnTo>
                  <a:lnTo>
                    <a:pt x="121919" y="196596"/>
                  </a:lnTo>
                  <a:lnTo>
                    <a:pt x="121919" y="153924"/>
                  </a:lnTo>
                  <a:lnTo>
                    <a:pt x="106679" y="153924"/>
                  </a:lnTo>
                  <a:lnTo>
                    <a:pt x="91249" y="153114"/>
                  </a:lnTo>
                  <a:lnTo>
                    <a:pt x="51815" y="143256"/>
                  </a:lnTo>
                  <a:lnTo>
                    <a:pt x="21169" y="120324"/>
                  </a:lnTo>
                  <a:lnTo>
                    <a:pt x="3428" y="86487"/>
                  </a:lnTo>
                  <a:lnTo>
                    <a:pt x="0" y="60960"/>
                  </a:lnTo>
                  <a:lnTo>
                    <a:pt x="881" y="47791"/>
                  </a:lnTo>
                  <a:lnTo>
                    <a:pt x="20978" y="7715"/>
                  </a:lnTo>
                  <a:lnTo>
                    <a:pt x="39623" y="0"/>
                  </a:lnTo>
                  <a:lnTo>
                    <a:pt x="44195" y="0"/>
                  </a:lnTo>
                  <a:lnTo>
                    <a:pt x="54863" y="30480"/>
                  </a:lnTo>
                  <a:lnTo>
                    <a:pt x="51815" y="35052"/>
                  </a:lnTo>
                  <a:lnTo>
                    <a:pt x="47243" y="41148"/>
                  </a:lnTo>
                  <a:lnTo>
                    <a:pt x="38099" y="45720"/>
                  </a:lnTo>
                  <a:lnTo>
                    <a:pt x="28955" y="51816"/>
                  </a:lnTo>
                  <a:lnTo>
                    <a:pt x="22859" y="57912"/>
                  </a:lnTo>
                  <a:lnTo>
                    <a:pt x="19811" y="62484"/>
                  </a:lnTo>
                  <a:lnTo>
                    <a:pt x="16763" y="68580"/>
                  </a:lnTo>
                  <a:lnTo>
                    <a:pt x="15239" y="73152"/>
                  </a:lnTo>
                  <a:lnTo>
                    <a:pt x="15239" y="86868"/>
                  </a:lnTo>
                  <a:lnTo>
                    <a:pt x="48791" y="111728"/>
                  </a:lnTo>
                  <a:lnTo>
                    <a:pt x="105155" y="114300"/>
                  </a:lnTo>
                  <a:lnTo>
                    <a:pt x="121919" y="114300"/>
                  </a:lnTo>
                  <a:lnTo>
                    <a:pt x="121919" y="56388"/>
                  </a:lnTo>
                  <a:lnTo>
                    <a:pt x="137159" y="56388"/>
                  </a:lnTo>
                  <a:lnTo>
                    <a:pt x="137159" y="114300"/>
                  </a:lnTo>
                  <a:lnTo>
                    <a:pt x="283463" y="114300"/>
                  </a:lnTo>
                  <a:lnTo>
                    <a:pt x="324611" y="106680"/>
                  </a:lnTo>
                  <a:lnTo>
                    <a:pt x="335279" y="92964"/>
                  </a:lnTo>
                  <a:lnTo>
                    <a:pt x="335279" y="64008"/>
                  </a:lnTo>
                  <a:lnTo>
                    <a:pt x="342900" y="64008"/>
                  </a:lnTo>
                  <a:lnTo>
                    <a:pt x="342900" y="19659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84" name="Google Shape;484;p13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735836" y="4357115"/>
            <a:ext cx="440435" cy="1961387"/>
          </a:xfrm>
          <a:prstGeom prst="rect">
            <a:avLst/>
          </a:prstGeom>
          <a:noFill/>
          <a:ln>
            <a:noFill/>
          </a:ln>
        </p:spPr>
      </p:pic>
      <p:pic>
        <p:nvPicPr>
          <p:cNvPr id="485" name="Google Shape;485;p13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567939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" name="Google Shape;486;p13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494788" y="7688579"/>
            <a:ext cx="210311" cy="1008887"/>
          </a:xfrm>
          <a:prstGeom prst="rect">
            <a:avLst/>
          </a:prstGeom>
          <a:noFill/>
          <a:ln>
            <a:noFill/>
          </a:ln>
        </p:spPr>
      </p:pic>
      <p:pic>
        <p:nvPicPr>
          <p:cNvPr id="487" name="Google Shape;487;p13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499360" y="6315455"/>
            <a:ext cx="266699" cy="1281683"/>
          </a:xfrm>
          <a:prstGeom prst="rect">
            <a:avLst/>
          </a:prstGeom>
          <a:noFill/>
          <a:ln>
            <a:noFill/>
          </a:ln>
        </p:spPr>
      </p:pic>
      <p:pic>
        <p:nvPicPr>
          <p:cNvPr id="488" name="Google Shape;488;p13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494787" y="5154168"/>
            <a:ext cx="271272" cy="10683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9" name="Google Shape;489;p13"/>
          <p:cNvGrpSpPr/>
          <p:nvPr/>
        </p:nvGrpSpPr>
        <p:grpSpPr>
          <a:xfrm>
            <a:off x="2494787" y="4507992"/>
            <a:ext cx="271780" cy="560831"/>
            <a:chOff x="2494787" y="4507992"/>
            <a:chExt cx="271780" cy="560831"/>
          </a:xfrm>
        </p:grpSpPr>
        <p:pic>
          <p:nvPicPr>
            <p:cNvPr id="490" name="Google Shape;490;p13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03931" y="4919471"/>
              <a:ext cx="198120" cy="1493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1" name="Google Shape;491;p13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499359" y="4721352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2" name="Google Shape;492;p13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564891" y="4605528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93" name="Google Shape;493;p13"/>
            <p:cNvSpPr/>
            <p:nvPr/>
          </p:nvSpPr>
          <p:spPr>
            <a:xfrm>
              <a:off x="2494787" y="4507992"/>
              <a:ext cx="271780" cy="81280"/>
            </a:xfrm>
            <a:custGeom>
              <a:rect b="b" l="l" r="r" t="t"/>
              <a:pathLst>
                <a:path extrusionOk="0" h="81279" w="271780">
                  <a:moveTo>
                    <a:pt x="271272" y="80771"/>
                  </a:moveTo>
                  <a:lnTo>
                    <a:pt x="265175" y="80771"/>
                  </a:lnTo>
                  <a:lnTo>
                    <a:pt x="260056" y="71937"/>
                  </a:lnTo>
                  <a:lnTo>
                    <a:pt x="253936" y="63817"/>
                  </a:lnTo>
                  <a:lnTo>
                    <a:pt x="219455" y="40195"/>
                  </a:lnTo>
                  <a:lnTo>
                    <a:pt x="181355" y="30646"/>
                  </a:lnTo>
                  <a:lnTo>
                    <a:pt x="140207" y="27431"/>
                  </a:lnTo>
                  <a:lnTo>
                    <a:pt x="124753" y="27717"/>
                  </a:lnTo>
                  <a:lnTo>
                    <a:pt x="83819" y="32003"/>
                  </a:lnTo>
                  <a:lnTo>
                    <a:pt x="45219" y="44600"/>
                  </a:lnTo>
                  <a:lnTo>
                    <a:pt x="11572" y="73318"/>
                  </a:lnTo>
                  <a:lnTo>
                    <a:pt x="6095" y="80771"/>
                  </a:lnTo>
                  <a:lnTo>
                    <a:pt x="0" y="80771"/>
                  </a:lnTo>
                  <a:lnTo>
                    <a:pt x="25907" y="44195"/>
                  </a:lnTo>
                  <a:lnTo>
                    <a:pt x="62769" y="16978"/>
                  </a:lnTo>
                  <a:lnTo>
                    <a:pt x="105917" y="2476"/>
                  </a:lnTo>
                  <a:lnTo>
                    <a:pt x="135635" y="0"/>
                  </a:lnTo>
                  <a:lnTo>
                    <a:pt x="157924" y="1404"/>
                  </a:lnTo>
                  <a:lnTo>
                    <a:pt x="199072" y="12215"/>
                  </a:lnTo>
                  <a:lnTo>
                    <a:pt x="235696" y="33623"/>
                  </a:lnTo>
                  <a:lnTo>
                    <a:pt x="262080" y="63341"/>
                  </a:lnTo>
                  <a:lnTo>
                    <a:pt x="271272" y="807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94" name="Google Shape;494;p13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994659" y="8947403"/>
            <a:ext cx="73152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95" name="Google Shape;495;p13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921507" y="7531607"/>
            <a:ext cx="211836" cy="1176528"/>
          </a:xfrm>
          <a:prstGeom prst="rect">
            <a:avLst/>
          </a:prstGeom>
          <a:noFill/>
          <a:ln>
            <a:noFill/>
          </a:ln>
        </p:spPr>
      </p:pic>
      <p:pic>
        <p:nvPicPr>
          <p:cNvPr id="496" name="Google Shape;496;p13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950464" y="6233159"/>
            <a:ext cx="242315" cy="12161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7" name="Google Shape;497;p13"/>
          <p:cNvGrpSpPr/>
          <p:nvPr/>
        </p:nvGrpSpPr>
        <p:grpSpPr>
          <a:xfrm>
            <a:off x="2921508" y="5222748"/>
            <a:ext cx="271780" cy="919480"/>
            <a:chOff x="2921508" y="5222748"/>
            <a:chExt cx="271780" cy="919480"/>
          </a:xfrm>
        </p:grpSpPr>
        <p:sp>
          <p:nvSpPr>
            <p:cNvPr id="498" name="Google Shape;498;p13"/>
            <p:cNvSpPr/>
            <p:nvPr/>
          </p:nvSpPr>
          <p:spPr>
            <a:xfrm>
              <a:off x="2921508" y="6060948"/>
              <a:ext cx="271780" cy="81280"/>
            </a:xfrm>
            <a:custGeom>
              <a:rect b="b" l="l" r="r" t="t"/>
              <a:pathLst>
                <a:path extrusionOk="0" h="81279" w="271780">
                  <a:moveTo>
                    <a:pt x="137159" y="80772"/>
                  </a:moveTo>
                  <a:lnTo>
                    <a:pt x="93535" y="75247"/>
                  </a:lnTo>
                  <a:lnTo>
                    <a:pt x="53339" y="59436"/>
                  </a:lnTo>
                  <a:lnTo>
                    <a:pt x="22098" y="33147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12096" y="8834"/>
                  </a:lnTo>
                  <a:lnTo>
                    <a:pt x="18668" y="16954"/>
                  </a:lnTo>
                  <a:lnTo>
                    <a:pt x="53339" y="40576"/>
                  </a:lnTo>
                  <a:lnTo>
                    <a:pt x="90582" y="50125"/>
                  </a:lnTo>
                  <a:lnTo>
                    <a:pt x="132587" y="53340"/>
                  </a:lnTo>
                  <a:lnTo>
                    <a:pt x="147399" y="53054"/>
                  </a:lnTo>
                  <a:lnTo>
                    <a:pt x="188975" y="48768"/>
                  </a:lnTo>
                  <a:lnTo>
                    <a:pt x="232981" y="32575"/>
                  </a:lnTo>
                  <a:lnTo>
                    <a:pt x="265175" y="0"/>
                  </a:lnTo>
                  <a:lnTo>
                    <a:pt x="271271" y="0"/>
                  </a:lnTo>
                  <a:lnTo>
                    <a:pt x="234529" y="47172"/>
                  </a:lnTo>
                  <a:lnTo>
                    <a:pt x="196595" y="70104"/>
                  </a:lnTo>
                  <a:lnTo>
                    <a:pt x="152018" y="80176"/>
                  </a:lnTo>
                  <a:lnTo>
                    <a:pt x="137159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9" name="Google Shape;499;p13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930652" y="5879592"/>
              <a:ext cx="198119" cy="1661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00" name="Google Shape;500;p13"/>
            <p:cNvSpPr/>
            <p:nvPr/>
          </p:nvSpPr>
          <p:spPr>
            <a:xfrm>
              <a:off x="2950464" y="5222748"/>
              <a:ext cx="242570" cy="637540"/>
            </a:xfrm>
            <a:custGeom>
              <a:rect b="b" l="l" r="r" t="t"/>
              <a:pathLst>
                <a:path extrusionOk="0" h="637539" w="242569">
                  <a:moveTo>
                    <a:pt x="181356" y="548640"/>
                  </a:moveTo>
                  <a:lnTo>
                    <a:pt x="180162" y="540854"/>
                  </a:lnTo>
                  <a:lnTo>
                    <a:pt x="176403" y="533209"/>
                  </a:lnTo>
                  <a:lnTo>
                    <a:pt x="169773" y="525284"/>
                  </a:lnTo>
                  <a:lnTo>
                    <a:pt x="160020" y="516636"/>
                  </a:lnTo>
                  <a:lnTo>
                    <a:pt x="152400" y="516636"/>
                  </a:lnTo>
                  <a:lnTo>
                    <a:pt x="158496" y="522732"/>
                  </a:lnTo>
                  <a:lnTo>
                    <a:pt x="161544" y="527304"/>
                  </a:lnTo>
                  <a:lnTo>
                    <a:pt x="163068" y="528828"/>
                  </a:lnTo>
                  <a:lnTo>
                    <a:pt x="163068" y="536448"/>
                  </a:lnTo>
                  <a:lnTo>
                    <a:pt x="160020" y="539496"/>
                  </a:lnTo>
                  <a:lnTo>
                    <a:pt x="88392" y="539496"/>
                  </a:lnTo>
                  <a:lnTo>
                    <a:pt x="78981" y="539762"/>
                  </a:lnTo>
                  <a:lnTo>
                    <a:pt x="44996" y="560984"/>
                  </a:lnTo>
                  <a:lnTo>
                    <a:pt x="41148" y="583692"/>
                  </a:lnTo>
                  <a:lnTo>
                    <a:pt x="41973" y="595198"/>
                  </a:lnTo>
                  <a:lnTo>
                    <a:pt x="44386" y="604837"/>
                  </a:lnTo>
                  <a:lnTo>
                    <a:pt x="44475" y="605028"/>
                  </a:lnTo>
                  <a:lnTo>
                    <a:pt x="48209" y="613054"/>
                  </a:lnTo>
                  <a:lnTo>
                    <a:pt x="76200" y="632460"/>
                  </a:lnTo>
                  <a:lnTo>
                    <a:pt x="83820" y="632460"/>
                  </a:lnTo>
                  <a:lnTo>
                    <a:pt x="86868" y="629412"/>
                  </a:lnTo>
                  <a:lnTo>
                    <a:pt x="89916" y="627888"/>
                  </a:lnTo>
                  <a:lnTo>
                    <a:pt x="89916" y="614172"/>
                  </a:lnTo>
                  <a:lnTo>
                    <a:pt x="86868" y="612648"/>
                  </a:lnTo>
                  <a:lnTo>
                    <a:pt x="83820" y="609600"/>
                  </a:lnTo>
                  <a:lnTo>
                    <a:pt x="80772" y="608076"/>
                  </a:lnTo>
                  <a:lnTo>
                    <a:pt x="76200" y="608076"/>
                  </a:lnTo>
                  <a:lnTo>
                    <a:pt x="67056" y="609600"/>
                  </a:lnTo>
                  <a:lnTo>
                    <a:pt x="64008" y="609600"/>
                  </a:lnTo>
                  <a:lnTo>
                    <a:pt x="59436" y="606552"/>
                  </a:lnTo>
                  <a:lnTo>
                    <a:pt x="53340" y="600456"/>
                  </a:lnTo>
                  <a:lnTo>
                    <a:pt x="50292" y="594360"/>
                  </a:lnTo>
                  <a:lnTo>
                    <a:pt x="50292" y="580644"/>
                  </a:lnTo>
                  <a:lnTo>
                    <a:pt x="86868" y="563880"/>
                  </a:lnTo>
                  <a:lnTo>
                    <a:pt x="91440" y="563880"/>
                  </a:lnTo>
                  <a:lnTo>
                    <a:pt x="97853" y="580072"/>
                  </a:lnTo>
                  <a:lnTo>
                    <a:pt x="103251" y="593407"/>
                  </a:lnTo>
                  <a:lnTo>
                    <a:pt x="126492" y="630224"/>
                  </a:lnTo>
                  <a:lnTo>
                    <a:pt x="141732" y="637032"/>
                  </a:lnTo>
                  <a:lnTo>
                    <a:pt x="147828" y="637032"/>
                  </a:lnTo>
                  <a:lnTo>
                    <a:pt x="181356" y="615696"/>
                  </a:lnTo>
                  <a:lnTo>
                    <a:pt x="181356" y="612648"/>
                  </a:lnTo>
                  <a:lnTo>
                    <a:pt x="181356" y="594360"/>
                  </a:lnTo>
                  <a:lnTo>
                    <a:pt x="178308" y="589788"/>
                  </a:lnTo>
                  <a:lnTo>
                    <a:pt x="176276" y="586384"/>
                  </a:lnTo>
                  <a:lnTo>
                    <a:pt x="172402" y="580834"/>
                  </a:lnTo>
                  <a:lnTo>
                    <a:pt x="166509" y="573290"/>
                  </a:lnTo>
                  <a:lnTo>
                    <a:pt x="163068" y="569252"/>
                  </a:lnTo>
                  <a:lnTo>
                    <a:pt x="163068" y="592836"/>
                  </a:lnTo>
                  <a:lnTo>
                    <a:pt x="163068" y="598932"/>
                  </a:lnTo>
                  <a:lnTo>
                    <a:pt x="161544" y="603504"/>
                  </a:lnTo>
                  <a:lnTo>
                    <a:pt x="156972" y="606552"/>
                  </a:lnTo>
                  <a:lnTo>
                    <a:pt x="152400" y="611124"/>
                  </a:lnTo>
                  <a:lnTo>
                    <a:pt x="147828" y="612648"/>
                  </a:lnTo>
                  <a:lnTo>
                    <a:pt x="135636" y="612648"/>
                  </a:lnTo>
                  <a:lnTo>
                    <a:pt x="111074" y="588530"/>
                  </a:lnTo>
                  <a:lnTo>
                    <a:pt x="104838" y="574192"/>
                  </a:lnTo>
                  <a:lnTo>
                    <a:pt x="100584" y="563880"/>
                  </a:lnTo>
                  <a:lnTo>
                    <a:pt x="149352" y="563880"/>
                  </a:lnTo>
                  <a:lnTo>
                    <a:pt x="155346" y="572477"/>
                  </a:lnTo>
                  <a:lnTo>
                    <a:pt x="159639" y="580072"/>
                  </a:lnTo>
                  <a:lnTo>
                    <a:pt x="162204" y="586816"/>
                  </a:lnTo>
                  <a:lnTo>
                    <a:pt x="163068" y="592836"/>
                  </a:lnTo>
                  <a:lnTo>
                    <a:pt x="163068" y="569252"/>
                  </a:lnTo>
                  <a:lnTo>
                    <a:pt x="158496" y="563880"/>
                  </a:lnTo>
                  <a:lnTo>
                    <a:pt x="167640" y="563880"/>
                  </a:lnTo>
                  <a:lnTo>
                    <a:pt x="173736" y="562356"/>
                  </a:lnTo>
                  <a:lnTo>
                    <a:pt x="176784" y="560832"/>
                  </a:lnTo>
                  <a:lnTo>
                    <a:pt x="179832" y="557784"/>
                  </a:lnTo>
                  <a:lnTo>
                    <a:pt x="181356" y="553212"/>
                  </a:lnTo>
                  <a:lnTo>
                    <a:pt x="181356" y="548640"/>
                  </a:lnTo>
                  <a:close/>
                </a:path>
                <a:path extrusionOk="0" h="637539" w="242569">
                  <a:moveTo>
                    <a:pt x="181356" y="313944"/>
                  </a:moveTo>
                  <a:lnTo>
                    <a:pt x="152400" y="288036"/>
                  </a:lnTo>
                  <a:lnTo>
                    <a:pt x="152400" y="294132"/>
                  </a:lnTo>
                  <a:lnTo>
                    <a:pt x="156972" y="295656"/>
                  </a:lnTo>
                  <a:lnTo>
                    <a:pt x="160020" y="297180"/>
                  </a:lnTo>
                  <a:lnTo>
                    <a:pt x="163068" y="303276"/>
                  </a:lnTo>
                  <a:lnTo>
                    <a:pt x="163068" y="316992"/>
                  </a:lnTo>
                  <a:lnTo>
                    <a:pt x="158496" y="318516"/>
                  </a:lnTo>
                  <a:lnTo>
                    <a:pt x="156972" y="321564"/>
                  </a:lnTo>
                  <a:lnTo>
                    <a:pt x="150876" y="323088"/>
                  </a:lnTo>
                  <a:lnTo>
                    <a:pt x="53340" y="323088"/>
                  </a:lnTo>
                  <a:lnTo>
                    <a:pt x="53340" y="291084"/>
                  </a:lnTo>
                  <a:lnTo>
                    <a:pt x="44196" y="291084"/>
                  </a:lnTo>
                  <a:lnTo>
                    <a:pt x="44196" y="323088"/>
                  </a:lnTo>
                  <a:lnTo>
                    <a:pt x="0" y="323088"/>
                  </a:lnTo>
                  <a:lnTo>
                    <a:pt x="0" y="326136"/>
                  </a:lnTo>
                  <a:lnTo>
                    <a:pt x="10668" y="329184"/>
                  </a:lnTo>
                  <a:lnTo>
                    <a:pt x="16764" y="333756"/>
                  </a:lnTo>
                  <a:lnTo>
                    <a:pt x="21336" y="335280"/>
                  </a:lnTo>
                  <a:lnTo>
                    <a:pt x="28956" y="339852"/>
                  </a:lnTo>
                  <a:lnTo>
                    <a:pt x="33528" y="345948"/>
                  </a:lnTo>
                  <a:lnTo>
                    <a:pt x="39624" y="352044"/>
                  </a:lnTo>
                  <a:lnTo>
                    <a:pt x="44196" y="358140"/>
                  </a:lnTo>
                  <a:lnTo>
                    <a:pt x="50292" y="370332"/>
                  </a:lnTo>
                  <a:lnTo>
                    <a:pt x="53340" y="370332"/>
                  </a:lnTo>
                  <a:lnTo>
                    <a:pt x="53340" y="347472"/>
                  </a:lnTo>
                  <a:lnTo>
                    <a:pt x="155448" y="347472"/>
                  </a:lnTo>
                  <a:lnTo>
                    <a:pt x="163068" y="345948"/>
                  </a:lnTo>
                  <a:lnTo>
                    <a:pt x="167640" y="344424"/>
                  </a:lnTo>
                  <a:lnTo>
                    <a:pt x="172212" y="341376"/>
                  </a:lnTo>
                  <a:lnTo>
                    <a:pt x="175260" y="338328"/>
                  </a:lnTo>
                  <a:lnTo>
                    <a:pt x="181356" y="329184"/>
                  </a:lnTo>
                  <a:lnTo>
                    <a:pt x="181356" y="313944"/>
                  </a:lnTo>
                  <a:close/>
                </a:path>
                <a:path extrusionOk="0" h="637539" w="242569">
                  <a:moveTo>
                    <a:pt x="181356" y="213360"/>
                  </a:moveTo>
                  <a:lnTo>
                    <a:pt x="181254" y="211836"/>
                  </a:lnTo>
                  <a:lnTo>
                    <a:pt x="180784" y="204482"/>
                  </a:lnTo>
                  <a:lnTo>
                    <a:pt x="179070" y="196024"/>
                  </a:lnTo>
                  <a:lnTo>
                    <a:pt x="176212" y="187858"/>
                  </a:lnTo>
                  <a:lnTo>
                    <a:pt x="172212" y="179832"/>
                  </a:lnTo>
                  <a:lnTo>
                    <a:pt x="172212" y="198120"/>
                  </a:lnTo>
                  <a:lnTo>
                    <a:pt x="172212" y="207264"/>
                  </a:lnTo>
                  <a:lnTo>
                    <a:pt x="140677" y="242633"/>
                  </a:lnTo>
                  <a:lnTo>
                    <a:pt x="128739" y="245846"/>
                  </a:lnTo>
                  <a:lnTo>
                    <a:pt x="129044" y="245846"/>
                  </a:lnTo>
                  <a:lnTo>
                    <a:pt x="115531" y="247827"/>
                  </a:lnTo>
                  <a:lnTo>
                    <a:pt x="102108" y="248412"/>
                  </a:lnTo>
                  <a:lnTo>
                    <a:pt x="93268" y="248132"/>
                  </a:lnTo>
                  <a:lnTo>
                    <a:pt x="53340" y="227076"/>
                  </a:lnTo>
                  <a:lnTo>
                    <a:pt x="50292" y="220980"/>
                  </a:lnTo>
                  <a:lnTo>
                    <a:pt x="50330" y="216103"/>
                  </a:lnTo>
                  <a:lnTo>
                    <a:pt x="76669" y="183629"/>
                  </a:lnTo>
                  <a:lnTo>
                    <a:pt x="120396" y="175260"/>
                  </a:lnTo>
                  <a:lnTo>
                    <a:pt x="134112" y="175831"/>
                  </a:lnTo>
                  <a:lnTo>
                    <a:pt x="172212" y="198120"/>
                  </a:lnTo>
                  <a:lnTo>
                    <a:pt x="172212" y="179832"/>
                  </a:lnTo>
                  <a:lnTo>
                    <a:pt x="135864" y="152971"/>
                  </a:lnTo>
                  <a:lnTo>
                    <a:pt x="109728" y="147828"/>
                  </a:lnTo>
                  <a:lnTo>
                    <a:pt x="97434" y="148717"/>
                  </a:lnTo>
                  <a:lnTo>
                    <a:pt x="54000" y="173050"/>
                  </a:lnTo>
                  <a:lnTo>
                    <a:pt x="42519" y="198120"/>
                  </a:lnTo>
                  <a:lnTo>
                    <a:pt x="41148" y="211836"/>
                  </a:lnTo>
                  <a:lnTo>
                    <a:pt x="55435" y="249770"/>
                  </a:lnTo>
                  <a:lnTo>
                    <a:pt x="94678" y="273558"/>
                  </a:lnTo>
                  <a:lnTo>
                    <a:pt x="112776" y="275844"/>
                  </a:lnTo>
                  <a:lnTo>
                    <a:pt x="125056" y="274967"/>
                  </a:lnTo>
                  <a:lnTo>
                    <a:pt x="168490" y="251510"/>
                  </a:lnTo>
                  <a:lnTo>
                    <a:pt x="170484" y="248412"/>
                  </a:lnTo>
                  <a:lnTo>
                    <a:pt x="175641" y="240411"/>
                  </a:lnTo>
                  <a:lnTo>
                    <a:pt x="179920" y="227609"/>
                  </a:lnTo>
                  <a:lnTo>
                    <a:pt x="179971" y="227076"/>
                  </a:lnTo>
                  <a:lnTo>
                    <a:pt x="181356" y="213360"/>
                  </a:lnTo>
                  <a:close/>
                </a:path>
                <a:path extrusionOk="0" h="637539" w="242569">
                  <a:moveTo>
                    <a:pt x="242316" y="448056"/>
                  </a:moveTo>
                  <a:lnTo>
                    <a:pt x="237744" y="448056"/>
                  </a:lnTo>
                  <a:lnTo>
                    <a:pt x="237744" y="460248"/>
                  </a:lnTo>
                  <a:lnTo>
                    <a:pt x="234696" y="466344"/>
                  </a:lnTo>
                  <a:lnTo>
                    <a:pt x="233172" y="467868"/>
                  </a:lnTo>
                  <a:lnTo>
                    <a:pt x="230124" y="469392"/>
                  </a:lnTo>
                  <a:lnTo>
                    <a:pt x="227076" y="469392"/>
                  </a:lnTo>
                  <a:lnTo>
                    <a:pt x="222504" y="470916"/>
                  </a:lnTo>
                  <a:lnTo>
                    <a:pt x="170688" y="470916"/>
                  </a:lnTo>
                  <a:lnTo>
                    <a:pt x="176784" y="461772"/>
                  </a:lnTo>
                  <a:lnTo>
                    <a:pt x="178308" y="457200"/>
                  </a:lnTo>
                  <a:lnTo>
                    <a:pt x="181356" y="452628"/>
                  </a:lnTo>
                  <a:lnTo>
                    <a:pt x="181356" y="438912"/>
                  </a:lnTo>
                  <a:lnTo>
                    <a:pt x="180213" y="427799"/>
                  </a:lnTo>
                  <a:lnTo>
                    <a:pt x="176784" y="417385"/>
                  </a:lnTo>
                  <a:lnTo>
                    <a:pt x="172212" y="409765"/>
                  </a:lnTo>
                  <a:lnTo>
                    <a:pt x="172212" y="429768"/>
                  </a:lnTo>
                  <a:lnTo>
                    <a:pt x="172212" y="446532"/>
                  </a:lnTo>
                  <a:lnTo>
                    <a:pt x="170688" y="454152"/>
                  </a:lnTo>
                  <a:lnTo>
                    <a:pt x="166116" y="458724"/>
                  </a:lnTo>
                  <a:lnTo>
                    <a:pt x="163068" y="464820"/>
                  </a:lnTo>
                  <a:lnTo>
                    <a:pt x="156972" y="467868"/>
                  </a:lnTo>
                  <a:lnTo>
                    <a:pt x="152400" y="469392"/>
                  </a:lnTo>
                  <a:lnTo>
                    <a:pt x="149352" y="470916"/>
                  </a:lnTo>
                  <a:lnTo>
                    <a:pt x="82296" y="470916"/>
                  </a:lnTo>
                  <a:lnTo>
                    <a:pt x="68580" y="457200"/>
                  </a:lnTo>
                  <a:lnTo>
                    <a:pt x="67056" y="452628"/>
                  </a:lnTo>
                  <a:lnTo>
                    <a:pt x="64008" y="448056"/>
                  </a:lnTo>
                  <a:lnTo>
                    <a:pt x="62484" y="443484"/>
                  </a:lnTo>
                  <a:lnTo>
                    <a:pt x="62484" y="431292"/>
                  </a:lnTo>
                  <a:lnTo>
                    <a:pt x="94107" y="407289"/>
                  </a:lnTo>
                  <a:lnTo>
                    <a:pt x="120396" y="403860"/>
                  </a:lnTo>
                  <a:lnTo>
                    <a:pt x="133248" y="404482"/>
                  </a:lnTo>
                  <a:lnTo>
                    <a:pt x="169164" y="422148"/>
                  </a:lnTo>
                  <a:lnTo>
                    <a:pt x="172212" y="429768"/>
                  </a:lnTo>
                  <a:lnTo>
                    <a:pt x="172212" y="409765"/>
                  </a:lnTo>
                  <a:lnTo>
                    <a:pt x="171069" y="407847"/>
                  </a:lnTo>
                  <a:lnTo>
                    <a:pt x="167335" y="403860"/>
                  </a:lnTo>
                  <a:lnTo>
                    <a:pt x="163068" y="399288"/>
                  </a:lnTo>
                  <a:lnTo>
                    <a:pt x="151676" y="390410"/>
                  </a:lnTo>
                  <a:lnTo>
                    <a:pt x="138303" y="384238"/>
                  </a:lnTo>
                  <a:lnTo>
                    <a:pt x="123202" y="380644"/>
                  </a:lnTo>
                  <a:lnTo>
                    <a:pt x="106680" y="379476"/>
                  </a:lnTo>
                  <a:lnTo>
                    <a:pt x="92405" y="380365"/>
                  </a:lnTo>
                  <a:lnTo>
                    <a:pt x="50787" y="401891"/>
                  </a:lnTo>
                  <a:lnTo>
                    <a:pt x="41148" y="435864"/>
                  </a:lnTo>
                  <a:lnTo>
                    <a:pt x="44196" y="443484"/>
                  </a:lnTo>
                  <a:lnTo>
                    <a:pt x="73152" y="470916"/>
                  </a:lnTo>
                  <a:lnTo>
                    <a:pt x="41148" y="470916"/>
                  </a:lnTo>
                  <a:lnTo>
                    <a:pt x="41148" y="475488"/>
                  </a:lnTo>
                  <a:lnTo>
                    <a:pt x="57912" y="518160"/>
                  </a:lnTo>
                  <a:lnTo>
                    <a:pt x="62484" y="516636"/>
                  </a:lnTo>
                  <a:lnTo>
                    <a:pt x="62484" y="512064"/>
                  </a:lnTo>
                  <a:lnTo>
                    <a:pt x="60960" y="509016"/>
                  </a:lnTo>
                  <a:lnTo>
                    <a:pt x="60960" y="504444"/>
                  </a:lnTo>
                  <a:lnTo>
                    <a:pt x="62484" y="501396"/>
                  </a:lnTo>
                  <a:lnTo>
                    <a:pt x="62484" y="499872"/>
                  </a:lnTo>
                  <a:lnTo>
                    <a:pt x="65532" y="496824"/>
                  </a:lnTo>
                  <a:lnTo>
                    <a:pt x="68580" y="496824"/>
                  </a:lnTo>
                  <a:lnTo>
                    <a:pt x="70104" y="495300"/>
                  </a:lnTo>
                  <a:lnTo>
                    <a:pt x="228600" y="495300"/>
                  </a:lnTo>
                  <a:lnTo>
                    <a:pt x="230124" y="496824"/>
                  </a:lnTo>
                  <a:lnTo>
                    <a:pt x="233172" y="498348"/>
                  </a:lnTo>
                  <a:lnTo>
                    <a:pt x="236220" y="501396"/>
                  </a:lnTo>
                  <a:lnTo>
                    <a:pt x="237744" y="504444"/>
                  </a:lnTo>
                  <a:lnTo>
                    <a:pt x="239268" y="510540"/>
                  </a:lnTo>
                  <a:lnTo>
                    <a:pt x="237744" y="515112"/>
                  </a:lnTo>
                  <a:lnTo>
                    <a:pt x="237744" y="519684"/>
                  </a:lnTo>
                  <a:lnTo>
                    <a:pt x="242316" y="519684"/>
                  </a:lnTo>
                  <a:lnTo>
                    <a:pt x="242316" y="495300"/>
                  </a:lnTo>
                  <a:lnTo>
                    <a:pt x="242316" y="448056"/>
                  </a:lnTo>
                  <a:close/>
                </a:path>
                <a:path extrusionOk="0" h="637539" w="242569">
                  <a:moveTo>
                    <a:pt x="242316" y="68580"/>
                  </a:moveTo>
                  <a:lnTo>
                    <a:pt x="237744" y="68580"/>
                  </a:lnTo>
                  <a:lnTo>
                    <a:pt x="237744" y="80772"/>
                  </a:lnTo>
                  <a:lnTo>
                    <a:pt x="234696" y="86868"/>
                  </a:lnTo>
                  <a:lnTo>
                    <a:pt x="233172" y="88392"/>
                  </a:lnTo>
                  <a:lnTo>
                    <a:pt x="230124" y="89916"/>
                  </a:lnTo>
                  <a:lnTo>
                    <a:pt x="227076" y="89916"/>
                  </a:lnTo>
                  <a:lnTo>
                    <a:pt x="222504" y="91440"/>
                  </a:lnTo>
                  <a:lnTo>
                    <a:pt x="170688" y="91440"/>
                  </a:lnTo>
                  <a:lnTo>
                    <a:pt x="176784" y="82296"/>
                  </a:lnTo>
                  <a:lnTo>
                    <a:pt x="178308" y="77724"/>
                  </a:lnTo>
                  <a:lnTo>
                    <a:pt x="181356" y="73152"/>
                  </a:lnTo>
                  <a:lnTo>
                    <a:pt x="181356" y="59436"/>
                  </a:lnTo>
                  <a:lnTo>
                    <a:pt x="180213" y="48323"/>
                  </a:lnTo>
                  <a:lnTo>
                    <a:pt x="176784" y="37909"/>
                  </a:lnTo>
                  <a:lnTo>
                    <a:pt x="172212" y="30289"/>
                  </a:lnTo>
                  <a:lnTo>
                    <a:pt x="172212" y="50292"/>
                  </a:lnTo>
                  <a:lnTo>
                    <a:pt x="172212" y="67056"/>
                  </a:lnTo>
                  <a:lnTo>
                    <a:pt x="170688" y="74676"/>
                  </a:lnTo>
                  <a:lnTo>
                    <a:pt x="166116" y="79248"/>
                  </a:lnTo>
                  <a:lnTo>
                    <a:pt x="163068" y="85344"/>
                  </a:lnTo>
                  <a:lnTo>
                    <a:pt x="156972" y="88392"/>
                  </a:lnTo>
                  <a:lnTo>
                    <a:pt x="152400" y="89916"/>
                  </a:lnTo>
                  <a:lnTo>
                    <a:pt x="149352" y="89916"/>
                  </a:lnTo>
                  <a:lnTo>
                    <a:pt x="141732" y="91440"/>
                  </a:lnTo>
                  <a:lnTo>
                    <a:pt x="82296" y="91440"/>
                  </a:lnTo>
                  <a:lnTo>
                    <a:pt x="68580" y="77724"/>
                  </a:lnTo>
                  <a:lnTo>
                    <a:pt x="67056" y="73152"/>
                  </a:lnTo>
                  <a:lnTo>
                    <a:pt x="64008" y="68580"/>
                  </a:lnTo>
                  <a:lnTo>
                    <a:pt x="62484" y="64008"/>
                  </a:lnTo>
                  <a:lnTo>
                    <a:pt x="62484" y="51816"/>
                  </a:lnTo>
                  <a:lnTo>
                    <a:pt x="94107" y="27813"/>
                  </a:lnTo>
                  <a:lnTo>
                    <a:pt x="120396" y="24384"/>
                  </a:lnTo>
                  <a:lnTo>
                    <a:pt x="133248" y="25006"/>
                  </a:lnTo>
                  <a:lnTo>
                    <a:pt x="169164" y="42672"/>
                  </a:lnTo>
                  <a:lnTo>
                    <a:pt x="172212" y="50292"/>
                  </a:lnTo>
                  <a:lnTo>
                    <a:pt x="172212" y="30289"/>
                  </a:lnTo>
                  <a:lnTo>
                    <a:pt x="171069" y="28371"/>
                  </a:lnTo>
                  <a:lnTo>
                    <a:pt x="167335" y="24384"/>
                  </a:lnTo>
                  <a:lnTo>
                    <a:pt x="163068" y="19812"/>
                  </a:lnTo>
                  <a:lnTo>
                    <a:pt x="151676" y="10934"/>
                  </a:lnTo>
                  <a:lnTo>
                    <a:pt x="138303" y="4762"/>
                  </a:lnTo>
                  <a:lnTo>
                    <a:pt x="123202" y="1168"/>
                  </a:lnTo>
                  <a:lnTo>
                    <a:pt x="106680" y="0"/>
                  </a:lnTo>
                  <a:lnTo>
                    <a:pt x="92405" y="889"/>
                  </a:lnTo>
                  <a:lnTo>
                    <a:pt x="50787" y="22415"/>
                  </a:lnTo>
                  <a:lnTo>
                    <a:pt x="41148" y="56388"/>
                  </a:lnTo>
                  <a:lnTo>
                    <a:pt x="44196" y="64008"/>
                  </a:lnTo>
                  <a:lnTo>
                    <a:pt x="73152" y="91440"/>
                  </a:lnTo>
                  <a:lnTo>
                    <a:pt x="41148" y="91440"/>
                  </a:lnTo>
                  <a:lnTo>
                    <a:pt x="41148" y="96012"/>
                  </a:lnTo>
                  <a:lnTo>
                    <a:pt x="57912" y="138684"/>
                  </a:lnTo>
                  <a:lnTo>
                    <a:pt x="62484" y="137160"/>
                  </a:lnTo>
                  <a:lnTo>
                    <a:pt x="62484" y="132588"/>
                  </a:lnTo>
                  <a:lnTo>
                    <a:pt x="60960" y="129540"/>
                  </a:lnTo>
                  <a:lnTo>
                    <a:pt x="60960" y="124968"/>
                  </a:lnTo>
                  <a:lnTo>
                    <a:pt x="62484" y="121920"/>
                  </a:lnTo>
                  <a:lnTo>
                    <a:pt x="62484" y="120396"/>
                  </a:lnTo>
                  <a:lnTo>
                    <a:pt x="65532" y="117348"/>
                  </a:lnTo>
                  <a:lnTo>
                    <a:pt x="68580" y="117348"/>
                  </a:lnTo>
                  <a:lnTo>
                    <a:pt x="70104" y="115824"/>
                  </a:lnTo>
                  <a:lnTo>
                    <a:pt x="228600" y="115824"/>
                  </a:lnTo>
                  <a:lnTo>
                    <a:pt x="230124" y="117348"/>
                  </a:lnTo>
                  <a:lnTo>
                    <a:pt x="233172" y="118872"/>
                  </a:lnTo>
                  <a:lnTo>
                    <a:pt x="236220" y="121920"/>
                  </a:lnTo>
                  <a:lnTo>
                    <a:pt x="237744" y="124968"/>
                  </a:lnTo>
                  <a:lnTo>
                    <a:pt x="239268" y="131064"/>
                  </a:lnTo>
                  <a:lnTo>
                    <a:pt x="237744" y="135636"/>
                  </a:lnTo>
                  <a:lnTo>
                    <a:pt x="237744" y="140208"/>
                  </a:lnTo>
                  <a:lnTo>
                    <a:pt x="242316" y="140208"/>
                  </a:lnTo>
                  <a:lnTo>
                    <a:pt x="242316" y="115824"/>
                  </a:lnTo>
                  <a:lnTo>
                    <a:pt x="242316" y="68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01" name="Google Shape;501;p13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921508" y="3817620"/>
            <a:ext cx="271272" cy="1313688"/>
          </a:xfrm>
          <a:prstGeom prst="rect">
            <a:avLst/>
          </a:prstGeom>
          <a:noFill/>
          <a:ln>
            <a:noFill/>
          </a:ln>
        </p:spPr>
      </p:pic>
      <p:pic>
        <p:nvPicPr>
          <p:cNvPr id="502" name="Google Shape;502;p13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422904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3" name="Google Shape;503;p13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349752" y="7548371"/>
            <a:ext cx="210312" cy="11490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4" name="Google Shape;504;p13"/>
          <p:cNvGrpSpPr/>
          <p:nvPr/>
        </p:nvGrpSpPr>
        <p:grpSpPr>
          <a:xfrm>
            <a:off x="3354323" y="7010400"/>
            <a:ext cx="207263" cy="463296"/>
            <a:chOff x="3354323" y="7010400"/>
            <a:chExt cx="207263" cy="463296"/>
          </a:xfrm>
        </p:grpSpPr>
        <p:pic>
          <p:nvPicPr>
            <p:cNvPr id="505" name="Google Shape;505;p13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358895" y="7324344"/>
              <a:ext cx="198120" cy="1493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6" name="Google Shape;506;p13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354323" y="7126224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7" name="Google Shape;507;p13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419855" y="7010400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08" name="Google Shape;508;p13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849623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13"/>
          <p:cNvGrpSpPr/>
          <p:nvPr/>
        </p:nvGrpSpPr>
        <p:grpSpPr>
          <a:xfrm>
            <a:off x="3776472" y="7897367"/>
            <a:ext cx="210312" cy="800100"/>
            <a:chOff x="3776472" y="7897367"/>
            <a:chExt cx="210312" cy="800100"/>
          </a:xfrm>
        </p:grpSpPr>
        <p:pic>
          <p:nvPicPr>
            <p:cNvPr id="510" name="Google Shape;510;p13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785615" y="8548115"/>
              <a:ext cx="198120" cy="1493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1" name="Google Shape;511;p13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846576" y="8400287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2" name="Google Shape;512;p13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776472" y="7897367"/>
              <a:ext cx="210312" cy="48310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13" name="Google Shape;513;p13"/>
          <p:cNvGrpSpPr/>
          <p:nvPr/>
        </p:nvGrpSpPr>
        <p:grpSpPr>
          <a:xfrm>
            <a:off x="3781044" y="7353300"/>
            <a:ext cx="207263" cy="464820"/>
            <a:chOff x="3781044" y="7353300"/>
            <a:chExt cx="207263" cy="464820"/>
          </a:xfrm>
        </p:grpSpPr>
        <p:pic>
          <p:nvPicPr>
            <p:cNvPr id="514" name="Google Shape;514;p13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785615" y="7668768"/>
              <a:ext cx="198120" cy="1493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5" name="Google Shape;515;p13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781044" y="7473696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6" name="Google Shape;516;p13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846576" y="7353300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17" name="Google Shape;517;p13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4276344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" name="Google Shape;518;p13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4203191" y="7155179"/>
            <a:ext cx="211835" cy="154228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19" name="Google Shape;519;p13"/>
          <p:cNvGrpSpPr/>
          <p:nvPr/>
        </p:nvGrpSpPr>
        <p:grpSpPr>
          <a:xfrm>
            <a:off x="4203191" y="6437376"/>
            <a:ext cx="271780" cy="623823"/>
            <a:chOff x="4203191" y="6437376"/>
            <a:chExt cx="271780" cy="623823"/>
          </a:xfrm>
        </p:grpSpPr>
        <p:sp>
          <p:nvSpPr>
            <p:cNvPr id="520" name="Google Shape;520;p13"/>
            <p:cNvSpPr/>
            <p:nvPr/>
          </p:nvSpPr>
          <p:spPr>
            <a:xfrm>
              <a:off x="4203191" y="6979919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135635" y="80772"/>
                  </a:moveTo>
                  <a:lnTo>
                    <a:pt x="92201" y="75247"/>
                  </a:lnTo>
                  <a:lnTo>
                    <a:pt x="53339" y="59436"/>
                  </a:lnTo>
                  <a:lnTo>
                    <a:pt x="21526" y="33147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11239" y="8834"/>
                  </a:lnTo>
                  <a:lnTo>
                    <a:pt x="17525" y="16954"/>
                  </a:lnTo>
                  <a:lnTo>
                    <a:pt x="52577" y="40767"/>
                  </a:lnTo>
                  <a:lnTo>
                    <a:pt x="89915" y="50768"/>
                  </a:lnTo>
                  <a:lnTo>
                    <a:pt x="131063" y="53340"/>
                  </a:lnTo>
                  <a:lnTo>
                    <a:pt x="146518" y="53054"/>
                  </a:lnTo>
                  <a:lnTo>
                    <a:pt x="187451" y="48768"/>
                  </a:lnTo>
                  <a:lnTo>
                    <a:pt x="226694" y="36814"/>
                  </a:lnTo>
                  <a:lnTo>
                    <a:pt x="259699" y="7453"/>
                  </a:lnTo>
                  <a:lnTo>
                    <a:pt x="265175" y="0"/>
                  </a:lnTo>
                  <a:lnTo>
                    <a:pt x="271271" y="0"/>
                  </a:lnTo>
                  <a:lnTo>
                    <a:pt x="245363" y="38100"/>
                  </a:lnTo>
                  <a:lnTo>
                    <a:pt x="209359" y="63817"/>
                  </a:lnTo>
                  <a:lnTo>
                    <a:pt x="166496" y="78295"/>
                  </a:lnTo>
                  <a:lnTo>
                    <a:pt x="151352" y="80176"/>
                  </a:lnTo>
                  <a:lnTo>
                    <a:pt x="135635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21" name="Google Shape;521;p13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4207763" y="6827519"/>
              <a:ext cx="207263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2" name="Google Shape;522;p13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4207763" y="6505956"/>
              <a:ext cx="207263" cy="2910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3" name="Google Shape;523;p13"/>
            <p:cNvSpPr/>
            <p:nvPr/>
          </p:nvSpPr>
          <p:spPr>
            <a:xfrm>
              <a:off x="4379975" y="6437376"/>
              <a:ext cx="78105" cy="44450"/>
            </a:xfrm>
            <a:custGeom>
              <a:rect b="b" l="l" r="r" t="t"/>
              <a:pathLst>
                <a:path extrusionOk="0" h="44450" w="78104">
                  <a:moveTo>
                    <a:pt x="77724" y="44195"/>
                  </a:moveTo>
                  <a:lnTo>
                    <a:pt x="71628" y="44195"/>
                  </a:lnTo>
                  <a:lnTo>
                    <a:pt x="68818" y="37623"/>
                  </a:lnTo>
                  <a:lnTo>
                    <a:pt x="65151" y="31622"/>
                  </a:lnTo>
                  <a:lnTo>
                    <a:pt x="60912" y="26193"/>
                  </a:lnTo>
                  <a:lnTo>
                    <a:pt x="56388" y="21335"/>
                  </a:lnTo>
                  <a:lnTo>
                    <a:pt x="50292" y="16763"/>
                  </a:lnTo>
                  <a:lnTo>
                    <a:pt x="42672" y="13715"/>
                  </a:lnTo>
                  <a:lnTo>
                    <a:pt x="32004" y="13715"/>
                  </a:lnTo>
                  <a:lnTo>
                    <a:pt x="30480" y="15239"/>
                  </a:lnTo>
                  <a:lnTo>
                    <a:pt x="28956" y="15239"/>
                  </a:lnTo>
                  <a:lnTo>
                    <a:pt x="28956" y="18287"/>
                  </a:lnTo>
                  <a:lnTo>
                    <a:pt x="30480" y="19811"/>
                  </a:lnTo>
                  <a:lnTo>
                    <a:pt x="33528" y="25907"/>
                  </a:lnTo>
                  <a:lnTo>
                    <a:pt x="33528" y="33527"/>
                  </a:lnTo>
                  <a:lnTo>
                    <a:pt x="32004" y="36575"/>
                  </a:lnTo>
                  <a:lnTo>
                    <a:pt x="25908" y="42671"/>
                  </a:lnTo>
                  <a:lnTo>
                    <a:pt x="22860" y="44195"/>
                  </a:lnTo>
                  <a:lnTo>
                    <a:pt x="12192" y="44195"/>
                  </a:lnTo>
                  <a:lnTo>
                    <a:pt x="9144" y="42671"/>
                  </a:lnTo>
                  <a:lnTo>
                    <a:pt x="1524" y="35051"/>
                  </a:lnTo>
                  <a:lnTo>
                    <a:pt x="0" y="30479"/>
                  </a:lnTo>
                  <a:lnTo>
                    <a:pt x="0" y="18287"/>
                  </a:lnTo>
                  <a:lnTo>
                    <a:pt x="3048" y="12191"/>
                  </a:lnTo>
                  <a:lnTo>
                    <a:pt x="7620" y="7619"/>
                  </a:lnTo>
                  <a:lnTo>
                    <a:pt x="13716" y="3047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8961" y="24574"/>
                  </a:lnTo>
                  <a:lnTo>
                    <a:pt x="73771" y="33599"/>
                  </a:lnTo>
                  <a:lnTo>
                    <a:pt x="77724" y="441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24" name="Google Shape;524;p13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4212335" y="5942076"/>
            <a:ext cx="245364" cy="4023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5" name="Google Shape;525;p13"/>
          <p:cNvGrpSpPr/>
          <p:nvPr/>
        </p:nvGrpSpPr>
        <p:grpSpPr>
          <a:xfrm>
            <a:off x="4212335" y="5233415"/>
            <a:ext cx="245746" cy="614171"/>
            <a:chOff x="4212335" y="5233415"/>
            <a:chExt cx="245746" cy="614171"/>
          </a:xfrm>
        </p:grpSpPr>
        <p:pic>
          <p:nvPicPr>
            <p:cNvPr id="526" name="Google Shape;526;p13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4212335" y="5571743"/>
              <a:ext cx="198120" cy="2758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7" name="Google Shape;527;p13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4212336" y="5298948"/>
              <a:ext cx="198119" cy="2529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13"/>
            <p:cNvSpPr/>
            <p:nvPr/>
          </p:nvSpPr>
          <p:spPr>
            <a:xfrm>
              <a:off x="4379976" y="5233415"/>
              <a:ext cx="78105" cy="44450"/>
            </a:xfrm>
            <a:custGeom>
              <a:rect b="b" l="l" r="r" t="t"/>
              <a:pathLst>
                <a:path extrusionOk="0" h="44450" w="78104">
                  <a:moveTo>
                    <a:pt x="77724" y="44195"/>
                  </a:moveTo>
                  <a:lnTo>
                    <a:pt x="71628" y="44195"/>
                  </a:lnTo>
                  <a:lnTo>
                    <a:pt x="68818" y="37623"/>
                  </a:lnTo>
                  <a:lnTo>
                    <a:pt x="65151" y="31622"/>
                  </a:lnTo>
                  <a:lnTo>
                    <a:pt x="60912" y="26193"/>
                  </a:lnTo>
                  <a:lnTo>
                    <a:pt x="56388" y="21335"/>
                  </a:lnTo>
                  <a:lnTo>
                    <a:pt x="50292" y="16763"/>
                  </a:lnTo>
                  <a:lnTo>
                    <a:pt x="42672" y="13715"/>
                  </a:lnTo>
                  <a:lnTo>
                    <a:pt x="32004" y="13715"/>
                  </a:lnTo>
                  <a:lnTo>
                    <a:pt x="30480" y="15239"/>
                  </a:lnTo>
                  <a:lnTo>
                    <a:pt x="28956" y="15239"/>
                  </a:lnTo>
                  <a:lnTo>
                    <a:pt x="28956" y="18287"/>
                  </a:lnTo>
                  <a:lnTo>
                    <a:pt x="30480" y="19811"/>
                  </a:lnTo>
                  <a:lnTo>
                    <a:pt x="32004" y="24383"/>
                  </a:lnTo>
                  <a:lnTo>
                    <a:pt x="33528" y="25907"/>
                  </a:lnTo>
                  <a:lnTo>
                    <a:pt x="33528" y="33527"/>
                  </a:lnTo>
                  <a:lnTo>
                    <a:pt x="32004" y="38099"/>
                  </a:lnTo>
                  <a:lnTo>
                    <a:pt x="28956" y="39623"/>
                  </a:lnTo>
                  <a:lnTo>
                    <a:pt x="25908" y="42671"/>
                  </a:lnTo>
                  <a:lnTo>
                    <a:pt x="22860" y="44195"/>
                  </a:lnTo>
                  <a:lnTo>
                    <a:pt x="12192" y="44195"/>
                  </a:lnTo>
                  <a:lnTo>
                    <a:pt x="9144" y="42671"/>
                  </a:lnTo>
                  <a:lnTo>
                    <a:pt x="1524" y="35051"/>
                  </a:lnTo>
                  <a:lnTo>
                    <a:pt x="0" y="30479"/>
                  </a:lnTo>
                  <a:lnTo>
                    <a:pt x="0" y="18287"/>
                  </a:lnTo>
                  <a:lnTo>
                    <a:pt x="3048" y="12191"/>
                  </a:lnTo>
                  <a:lnTo>
                    <a:pt x="7620" y="7619"/>
                  </a:lnTo>
                  <a:lnTo>
                    <a:pt x="13716" y="3047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8961" y="24574"/>
                  </a:lnTo>
                  <a:lnTo>
                    <a:pt x="73771" y="33599"/>
                  </a:lnTo>
                  <a:lnTo>
                    <a:pt x="77724" y="441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" name="Google Shape;529;p13"/>
          <p:cNvGrpSpPr/>
          <p:nvPr/>
        </p:nvGrpSpPr>
        <p:grpSpPr>
          <a:xfrm>
            <a:off x="4203191" y="4463796"/>
            <a:ext cx="271780" cy="662938"/>
            <a:chOff x="4203191" y="4463796"/>
            <a:chExt cx="271780" cy="662938"/>
          </a:xfrm>
        </p:grpSpPr>
        <p:pic>
          <p:nvPicPr>
            <p:cNvPr id="530" name="Google Shape;530;p13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4207763" y="4998719"/>
              <a:ext cx="207263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1" name="Google Shape;531;p13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4212335" y="4555236"/>
              <a:ext cx="202691" cy="4221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2" name="Google Shape;532;p13"/>
            <p:cNvSpPr/>
            <p:nvPr/>
          </p:nvSpPr>
          <p:spPr>
            <a:xfrm>
              <a:off x="4203191" y="4463796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271272" y="80771"/>
                  </a:moveTo>
                  <a:lnTo>
                    <a:pt x="265175" y="80771"/>
                  </a:lnTo>
                  <a:lnTo>
                    <a:pt x="260032" y="71937"/>
                  </a:lnTo>
                  <a:lnTo>
                    <a:pt x="253746" y="63817"/>
                  </a:lnTo>
                  <a:lnTo>
                    <a:pt x="218694" y="40004"/>
                  </a:lnTo>
                  <a:lnTo>
                    <a:pt x="181332" y="30003"/>
                  </a:lnTo>
                  <a:lnTo>
                    <a:pt x="138684" y="27431"/>
                  </a:lnTo>
                  <a:lnTo>
                    <a:pt x="124086" y="27717"/>
                  </a:lnTo>
                  <a:lnTo>
                    <a:pt x="82296" y="32003"/>
                  </a:lnTo>
                  <a:lnTo>
                    <a:pt x="44577" y="43957"/>
                  </a:lnTo>
                  <a:lnTo>
                    <a:pt x="10929" y="73318"/>
                  </a:lnTo>
                  <a:lnTo>
                    <a:pt x="6096" y="80771"/>
                  </a:lnTo>
                  <a:lnTo>
                    <a:pt x="0" y="80771"/>
                  </a:lnTo>
                  <a:lnTo>
                    <a:pt x="25908" y="42671"/>
                  </a:lnTo>
                  <a:lnTo>
                    <a:pt x="61912" y="16954"/>
                  </a:lnTo>
                  <a:lnTo>
                    <a:pt x="104775" y="2476"/>
                  </a:lnTo>
                  <a:lnTo>
                    <a:pt x="135636" y="0"/>
                  </a:lnTo>
                  <a:lnTo>
                    <a:pt x="157924" y="1404"/>
                  </a:lnTo>
                  <a:lnTo>
                    <a:pt x="199072" y="12215"/>
                  </a:lnTo>
                  <a:lnTo>
                    <a:pt x="235053" y="33623"/>
                  </a:lnTo>
                  <a:lnTo>
                    <a:pt x="261866" y="63341"/>
                  </a:lnTo>
                  <a:lnTo>
                    <a:pt x="271272" y="807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33" name="Google Shape;533;p13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4703064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534" name="Google Shape;534;p13"/>
          <p:cNvSpPr/>
          <p:nvPr/>
        </p:nvSpPr>
        <p:spPr>
          <a:xfrm>
            <a:off x="4634471" y="8083296"/>
            <a:ext cx="203200" cy="617220"/>
          </a:xfrm>
          <a:custGeom>
            <a:rect b="b" l="l" r="r" t="t"/>
            <a:pathLst>
              <a:path extrusionOk="0" h="617220" w="203200">
                <a:moveTo>
                  <a:pt x="202692" y="409956"/>
                </a:moveTo>
                <a:lnTo>
                  <a:pt x="198120" y="409956"/>
                </a:lnTo>
                <a:lnTo>
                  <a:pt x="198120" y="417576"/>
                </a:lnTo>
                <a:lnTo>
                  <a:pt x="195072" y="425196"/>
                </a:lnTo>
                <a:lnTo>
                  <a:pt x="164592" y="443484"/>
                </a:lnTo>
                <a:lnTo>
                  <a:pt x="126492" y="459016"/>
                </a:lnTo>
                <a:lnTo>
                  <a:pt x="126492" y="489204"/>
                </a:lnTo>
                <a:lnTo>
                  <a:pt x="126492" y="556260"/>
                </a:lnTo>
                <a:lnTo>
                  <a:pt x="47244" y="521208"/>
                </a:lnTo>
                <a:lnTo>
                  <a:pt x="126492" y="489204"/>
                </a:lnTo>
                <a:lnTo>
                  <a:pt x="126492" y="459016"/>
                </a:lnTo>
                <a:lnTo>
                  <a:pt x="0" y="510540"/>
                </a:lnTo>
                <a:lnTo>
                  <a:pt x="0" y="513588"/>
                </a:lnTo>
                <a:lnTo>
                  <a:pt x="163068" y="585216"/>
                </a:lnTo>
                <a:lnTo>
                  <a:pt x="173380" y="589534"/>
                </a:lnTo>
                <a:lnTo>
                  <a:pt x="181546" y="593407"/>
                </a:lnTo>
                <a:lnTo>
                  <a:pt x="198120" y="617220"/>
                </a:lnTo>
                <a:lnTo>
                  <a:pt x="202692" y="617220"/>
                </a:lnTo>
                <a:lnTo>
                  <a:pt x="202692" y="579120"/>
                </a:lnTo>
                <a:lnTo>
                  <a:pt x="202692" y="556260"/>
                </a:lnTo>
                <a:lnTo>
                  <a:pt x="198120" y="556260"/>
                </a:lnTo>
                <a:lnTo>
                  <a:pt x="198120" y="565404"/>
                </a:lnTo>
                <a:lnTo>
                  <a:pt x="196596" y="571500"/>
                </a:lnTo>
                <a:lnTo>
                  <a:pt x="193548" y="574548"/>
                </a:lnTo>
                <a:lnTo>
                  <a:pt x="192024" y="577596"/>
                </a:lnTo>
                <a:lnTo>
                  <a:pt x="188976" y="579120"/>
                </a:lnTo>
                <a:lnTo>
                  <a:pt x="181356" y="579120"/>
                </a:lnTo>
                <a:lnTo>
                  <a:pt x="175260" y="576072"/>
                </a:lnTo>
                <a:lnTo>
                  <a:pt x="137160" y="560832"/>
                </a:lnTo>
                <a:lnTo>
                  <a:pt x="137160" y="556260"/>
                </a:lnTo>
                <a:lnTo>
                  <a:pt x="137160" y="489204"/>
                </a:lnTo>
                <a:lnTo>
                  <a:pt x="137160" y="484632"/>
                </a:lnTo>
                <a:lnTo>
                  <a:pt x="164592" y="473964"/>
                </a:lnTo>
                <a:lnTo>
                  <a:pt x="173736" y="469392"/>
                </a:lnTo>
                <a:lnTo>
                  <a:pt x="181356" y="467868"/>
                </a:lnTo>
                <a:lnTo>
                  <a:pt x="188976" y="467868"/>
                </a:lnTo>
                <a:lnTo>
                  <a:pt x="192024" y="469392"/>
                </a:lnTo>
                <a:lnTo>
                  <a:pt x="193548" y="472440"/>
                </a:lnTo>
                <a:lnTo>
                  <a:pt x="196596" y="473964"/>
                </a:lnTo>
                <a:lnTo>
                  <a:pt x="198120" y="480060"/>
                </a:lnTo>
                <a:lnTo>
                  <a:pt x="198120" y="487680"/>
                </a:lnTo>
                <a:lnTo>
                  <a:pt x="202692" y="487680"/>
                </a:lnTo>
                <a:lnTo>
                  <a:pt x="202692" y="467868"/>
                </a:lnTo>
                <a:lnTo>
                  <a:pt x="202692" y="409956"/>
                </a:lnTo>
                <a:close/>
              </a:path>
              <a:path extrusionOk="0" h="617220" w="203200">
                <a:moveTo>
                  <a:pt x="202692" y="0"/>
                </a:moveTo>
                <a:lnTo>
                  <a:pt x="198120" y="0"/>
                </a:lnTo>
                <a:lnTo>
                  <a:pt x="198120" y="13716"/>
                </a:lnTo>
                <a:lnTo>
                  <a:pt x="196596" y="19812"/>
                </a:lnTo>
                <a:lnTo>
                  <a:pt x="192024" y="22860"/>
                </a:lnTo>
                <a:lnTo>
                  <a:pt x="188976" y="25908"/>
                </a:lnTo>
                <a:lnTo>
                  <a:pt x="179832" y="27432"/>
                </a:lnTo>
                <a:lnTo>
                  <a:pt x="27432" y="27432"/>
                </a:lnTo>
                <a:lnTo>
                  <a:pt x="19812" y="25908"/>
                </a:lnTo>
                <a:lnTo>
                  <a:pt x="16764" y="24384"/>
                </a:lnTo>
                <a:lnTo>
                  <a:pt x="12192" y="21336"/>
                </a:lnTo>
                <a:lnTo>
                  <a:pt x="9144" y="15240"/>
                </a:lnTo>
                <a:lnTo>
                  <a:pt x="9144" y="0"/>
                </a:lnTo>
                <a:lnTo>
                  <a:pt x="4572" y="0"/>
                </a:lnTo>
                <a:lnTo>
                  <a:pt x="4572" y="53340"/>
                </a:lnTo>
                <a:lnTo>
                  <a:pt x="160020" y="126492"/>
                </a:lnTo>
                <a:lnTo>
                  <a:pt x="4572" y="198120"/>
                </a:lnTo>
                <a:lnTo>
                  <a:pt x="4572" y="252984"/>
                </a:lnTo>
                <a:lnTo>
                  <a:pt x="9144" y="252984"/>
                </a:lnTo>
                <a:lnTo>
                  <a:pt x="9144" y="245364"/>
                </a:lnTo>
                <a:lnTo>
                  <a:pt x="10668" y="239268"/>
                </a:lnTo>
                <a:lnTo>
                  <a:pt x="12192" y="236220"/>
                </a:lnTo>
                <a:lnTo>
                  <a:pt x="13716" y="231648"/>
                </a:lnTo>
                <a:lnTo>
                  <a:pt x="19812" y="228600"/>
                </a:lnTo>
                <a:lnTo>
                  <a:pt x="24384" y="227076"/>
                </a:lnTo>
                <a:lnTo>
                  <a:pt x="30480" y="225552"/>
                </a:lnTo>
                <a:lnTo>
                  <a:pt x="179832" y="225552"/>
                </a:lnTo>
                <a:lnTo>
                  <a:pt x="187452" y="227076"/>
                </a:lnTo>
                <a:lnTo>
                  <a:pt x="190500" y="228600"/>
                </a:lnTo>
                <a:lnTo>
                  <a:pt x="195072" y="231648"/>
                </a:lnTo>
                <a:lnTo>
                  <a:pt x="198120" y="237744"/>
                </a:lnTo>
                <a:lnTo>
                  <a:pt x="198120" y="252984"/>
                </a:lnTo>
                <a:lnTo>
                  <a:pt x="202692" y="252984"/>
                </a:lnTo>
                <a:lnTo>
                  <a:pt x="202692" y="185928"/>
                </a:lnTo>
                <a:lnTo>
                  <a:pt x="198120" y="185928"/>
                </a:lnTo>
                <a:lnTo>
                  <a:pt x="198120" y="199644"/>
                </a:lnTo>
                <a:lnTo>
                  <a:pt x="196596" y="205740"/>
                </a:lnTo>
                <a:lnTo>
                  <a:pt x="192024" y="208788"/>
                </a:lnTo>
                <a:lnTo>
                  <a:pt x="188976" y="211836"/>
                </a:lnTo>
                <a:lnTo>
                  <a:pt x="179832" y="213360"/>
                </a:lnTo>
                <a:lnTo>
                  <a:pt x="36576" y="213360"/>
                </a:lnTo>
                <a:lnTo>
                  <a:pt x="202692" y="137160"/>
                </a:lnTo>
                <a:lnTo>
                  <a:pt x="202692" y="134112"/>
                </a:lnTo>
                <a:lnTo>
                  <a:pt x="36576" y="54864"/>
                </a:lnTo>
                <a:lnTo>
                  <a:pt x="179832" y="54864"/>
                </a:lnTo>
                <a:lnTo>
                  <a:pt x="198120" y="82296"/>
                </a:lnTo>
                <a:lnTo>
                  <a:pt x="202692" y="82296"/>
                </a:lnTo>
                <a:lnTo>
                  <a:pt x="202692" y="0"/>
                </a:lnTo>
                <a:close/>
              </a:path>
              <a:path extrusionOk="0" h="617220" w="203200">
                <a:moveTo>
                  <a:pt x="202704" y="306324"/>
                </a:moveTo>
                <a:lnTo>
                  <a:pt x="198132" y="306324"/>
                </a:lnTo>
                <a:lnTo>
                  <a:pt x="198132" y="320040"/>
                </a:lnTo>
                <a:lnTo>
                  <a:pt x="196608" y="326136"/>
                </a:lnTo>
                <a:lnTo>
                  <a:pt x="192036" y="329184"/>
                </a:lnTo>
                <a:lnTo>
                  <a:pt x="188988" y="332232"/>
                </a:lnTo>
                <a:lnTo>
                  <a:pt x="179844" y="333756"/>
                </a:lnTo>
                <a:lnTo>
                  <a:pt x="15252" y="333756"/>
                </a:lnTo>
                <a:lnTo>
                  <a:pt x="15252" y="297180"/>
                </a:lnTo>
                <a:lnTo>
                  <a:pt x="16776" y="289560"/>
                </a:lnTo>
                <a:lnTo>
                  <a:pt x="19824" y="284988"/>
                </a:lnTo>
                <a:lnTo>
                  <a:pt x="21348" y="280416"/>
                </a:lnTo>
                <a:lnTo>
                  <a:pt x="25920" y="275844"/>
                </a:lnTo>
                <a:lnTo>
                  <a:pt x="35064" y="271272"/>
                </a:lnTo>
                <a:lnTo>
                  <a:pt x="41160" y="269748"/>
                </a:lnTo>
                <a:lnTo>
                  <a:pt x="48780" y="268224"/>
                </a:lnTo>
                <a:lnTo>
                  <a:pt x="48780" y="263652"/>
                </a:lnTo>
                <a:lnTo>
                  <a:pt x="4584" y="265176"/>
                </a:lnTo>
                <a:lnTo>
                  <a:pt x="4584" y="428244"/>
                </a:lnTo>
                <a:lnTo>
                  <a:pt x="48780" y="429768"/>
                </a:lnTo>
                <a:lnTo>
                  <a:pt x="48780" y="423672"/>
                </a:lnTo>
                <a:lnTo>
                  <a:pt x="39636" y="423672"/>
                </a:lnTo>
                <a:lnTo>
                  <a:pt x="27444" y="417576"/>
                </a:lnTo>
                <a:lnTo>
                  <a:pt x="19824" y="409956"/>
                </a:lnTo>
                <a:lnTo>
                  <a:pt x="15252" y="400812"/>
                </a:lnTo>
                <a:lnTo>
                  <a:pt x="15252" y="361188"/>
                </a:lnTo>
                <a:lnTo>
                  <a:pt x="187464" y="361188"/>
                </a:lnTo>
                <a:lnTo>
                  <a:pt x="190512" y="364236"/>
                </a:lnTo>
                <a:lnTo>
                  <a:pt x="195084" y="367284"/>
                </a:lnTo>
                <a:lnTo>
                  <a:pt x="198132" y="373380"/>
                </a:lnTo>
                <a:lnTo>
                  <a:pt x="198132" y="388620"/>
                </a:lnTo>
                <a:lnTo>
                  <a:pt x="202704" y="388620"/>
                </a:lnTo>
                <a:lnTo>
                  <a:pt x="202704" y="3063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5" name="Google Shape;535;p13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4629911" y="6635495"/>
            <a:ext cx="271272" cy="135636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6" name="Google Shape;536;p13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4629911" y="5536692"/>
            <a:ext cx="271272" cy="1013459"/>
          </a:xfrm>
          <a:prstGeom prst="rect">
            <a:avLst/>
          </a:prstGeom>
          <a:noFill/>
          <a:ln>
            <a:noFill/>
          </a:ln>
        </p:spPr>
      </p:pic>
      <p:pic>
        <p:nvPicPr>
          <p:cNvPr id="537" name="Google Shape;537;p13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5129783" y="8947403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" name="Google Shape;538;p13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5061203" y="6784847"/>
            <a:ext cx="266699" cy="18989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9" name="Google Shape;539;p13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540" name="Google Shape;540;p13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41" name="Google Shape;541;p13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42" name="Google Shape;542;p13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" name="Google Shape;543;p13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4" name="Google Shape;544;p13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6656832" y="1798320"/>
            <a:ext cx="114300" cy="777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8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9" name="Google Shape;549;p14"/>
          <p:cNvGrpSpPr/>
          <p:nvPr/>
        </p:nvGrpSpPr>
        <p:grpSpPr>
          <a:xfrm>
            <a:off x="1098791" y="7309103"/>
            <a:ext cx="349009" cy="858521"/>
            <a:chOff x="1098791" y="7309103"/>
            <a:chExt cx="349009" cy="858521"/>
          </a:xfrm>
        </p:grpSpPr>
        <p:sp>
          <p:nvSpPr>
            <p:cNvPr id="550" name="Google Shape;550;p14"/>
            <p:cNvSpPr/>
            <p:nvPr/>
          </p:nvSpPr>
          <p:spPr>
            <a:xfrm>
              <a:off x="1098791" y="7773924"/>
              <a:ext cx="343535" cy="393700"/>
            </a:xfrm>
            <a:custGeom>
              <a:rect b="b" l="l" r="r" t="t"/>
              <a:pathLst>
                <a:path extrusionOk="0" h="393700" w="343534">
                  <a:moveTo>
                    <a:pt x="48780" y="45720"/>
                  </a:moveTo>
                  <a:lnTo>
                    <a:pt x="45732" y="39624"/>
                  </a:lnTo>
                  <a:lnTo>
                    <a:pt x="36588" y="30480"/>
                  </a:lnTo>
                  <a:lnTo>
                    <a:pt x="30492" y="28956"/>
                  </a:lnTo>
                  <a:lnTo>
                    <a:pt x="16776" y="28956"/>
                  </a:lnTo>
                  <a:lnTo>
                    <a:pt x="10680" y="30480"/>
                  </a:lnTo>
                  <a:lnTo>
                    <a:pt x="1524" y="39624"/>
                  </a:lnTo>
                  <a:lnTo>
                    <a:pt x="0" y="45720"/>
                  </a:lnTo>
                  <a:lnTo>
                    <a:pt x="0" y="59436"/>
                  </a:lnTo>
                  <a:lnTo>
                    <a:pt x="1524" y="65532"/>
                  </a:lnTo>
                  <a:lnTo>
                    <a:pt x="10680" y="74676"/>
                  </a:lnTo>
                  <a:lnTo>
                    <a:pt x="16776" y="77724"/>
                  </a:lnTo>
                  <a:lnTo>
                    <a:pt x="30492" y="77724"/>
                  </a:lnTo>
                  <a:lnTo>
                    <a:pt x="36588" y="74676"/>
                  </a:lnTo>
                  <a:lnTo>
                    <a:pt x="45732" y="65532"/>
                  </a:lnTo>
                  <a:lnTo>
                    <a:pt x="48780" y="59436"/>
                  </a:lnTo>
                  <a:lnTo>
                    <a:pt x="48780" y="45720"/>
                  </a:lnTo>
                  <a:close/>
                </a:path>
                <a:path extrusionOk="0" h="393700" w="343534">
                  <a:moveTo>
                    <a:pt x="342900" y="252984"/>
                  </a:moveTo>
                  <a:lnTo>
                    <a:pt x="335280" y="252984"/>
                  </a:lnTo>
                  <a:lnTo>
                    <a:pt x="335280" y="272796"/>
                  </a:lnTo>
                  <a:lnTo>
                    <a:pt x="332232" y="280416"/>
                  </a:lnTo>
                  <a:lnTo>
                    <a:pt x="296443" y="299974"/>
                  </a:lnTo>
                  <a:lnTo>
                    <a:pt x="284988" y="300228"/>
                  </a:lnTo>
                  <a:lnTo>
                    <a:pt x="181356" y="300228"/>
                  </a:lnTo>
                  <a:lnTo>
                    <a:pt x="181356" y="242316"/>
                  </a:lnTo>
                  <a:lnTo>
                    <a:pt x="181648" y="234632"/>
                  </a:lnTo>
                  <a:lnTo>
                    <a:pt x="204812" y="200698"/>
                  </a:lnTo>
                  <a:lnTo>
                    <a:pt x="228600" y="198120"/>
                  </a:lnTo>
                  <a:lnTo>
                    <a:pt x="228600" y="190500"/>
                  </a:lnTo>
                  <a:lnTo>
                    <a:pt x="114300" y="190500"/>
                  </a:lnTo>
                  <a:lnTo>
                    <a:pt x="114300" y="198120"/>
                  </a:lnTo>
                  <a:lnTo>
                    <a:pt x="127114" y="199834"/>
                  </a:lnTo>
                  <a:lnTo>
                    <a:pt x="137922" y="202692"/>
                  </a:lnTo>
                  <a:lnTo>
                    <a:pt x="161544" y="242316"/>
                  </a:lnTo>
                  <a:lnTo>
                    <a:pt x="161544" y="300228"/>
                  </a:lnTo>
                  <a:lnTo>
                    <a:pt x="33528" y="300228"/>
                  </a:lnTo>
                  <a:lnTo>
                    <a:pt x="33528" y="227076"/>
                  </a:lnTo>
                  <a:lnTo>
                    <a:pt x="41148" y="181356"/>
                  </a:lnTo>
                  <a:lnTo>
                    <a:pt x="53340" y="170688"/>
                  </a:lnTo>
                  <a:lnTo>
                    <a:pt x="59016" y="166408"/>
                  </a:lnTo>
                  <a:lnTo>
                    <a:pt x="66675" y="162687"/>
                  </a:lnTo>
                  <a:lnTo>
                    <a:pt x="76060" y="159550"/>
                  </a:lnTo>
                  <a:lnTo>
                    <a:pt x="86868" y="156972"/>
                  </a:lnTo>
                  <a:lnTo>
                    <a:pt x="86868" y="146304"/>
                  </a:lnTo>
                  <a:lnTo>
                    <a:pt x="15240" y="149352"/>
                  </a:lnTo>
                  <a:lnTo>
                    <a:pt x="15240" y="393192"/>
                  </a:lnTo>
                  <a:lnTo>
                    <a:pt x="22860" y="393192"/>
                  </a:lnTo>
                  <a:lnTo>
                    <a:pt x="22860" y="373380"/>
                  </a:lnTo>
                  <a:lnTo>
                    <a:pt x="24384" y="365760"/>
                  </a:lnTo>
                  <a:lnTo>
                    <a:pt x="60820" y="346214"/>
                  </a:lnTo>
                  <a:lnTo>
                    <a:pt x="73152" y="345948"/>
                  </a:lnTo>
                  <a:lnTo>
                    <a:pt x="284988" y="345948"/>
                  </a:lnTo>
                  <a:lnTo>
                    <a:pt x="323088" y="352044"/>
                  </a:lnTo>
                  <a:lnTo>
                    <a:pt x="335280" y="381000"/>
                  </a:lnTo>
                  <a:lnTo>
                    <a:pt x="335280" y="393192"/>
                  </a:lnTo>
                  <a:lnTo>
                    <a:pt x="342900" y="393192"/>
                  </a:lnTo>
                  <a:lnTo>
                    <a:pt x="342900" y="252984"/>
                  </a:lnTo>
                  <a:close/>
                </a:path>
                <a:path extrusionOk="0" h="393700" w="343534">
                  <a:moveTo>
                    <a:pt x="342912" y="0"/>
                  </a:moveTo>
                  <a:lnTo>
                    <a:pt x="335292" y="0"/>
                  </a:lnTo>
                  <a:lnTo>
                    <a:pt x="335292" y="9144"/>
                  </a:lnTo>
                  <a:lnTo>
                    <a:pt x="333768" y="16764"/>
                  </a:lnTo>
                  <a:lnTo>
                    <a:pt x="330720" y="21336"/>
                  </a:lnTo>
                  <a:lnTo>
                    <a:pt x="329184" y="24384"/>
                  </a:lnTo>
                  <a:lnTo>
                    <a:pt x="320040" y="30480"/>
                  </a:lnTo>
                  <a:lnTo>
                    <a:pt x="315760" y="31610"/>
                  </a:lnTo>
                  <a:lnTo>
                    <a:pt x="309765" y="32575"/>
                  </a:lnTo>
                  <a:lnTo>
                    <a:pt x="302044" y="33274"/>
                  </a:lnTo>
                  <a:lnTo>
                    <a:pt x="292620" y="33528"/>
                  </a:lnTo>
                  <a:lnTo>
                    <a:pt x="115836" y="33528"/>
                  </a:lnTo>
                  <a:lnTo>
                    <a:pt x="115836" y="42672"/>
                  </a:lnTo>
                  <a:lnTo>
                    <a:pt x="143268" y="108204"/>
                  </a:lnTo>
                  <a:lnTo>
                    <a:pt x="150888" y="105156"/>
                  </a:lnTo>
                  <a:lnTo>
                    <a:pt x="147840" y="99060"/>
                  </a:lnTo>
                  <a:lnTo>
                    <a:pt x="146316" y="92964"/>
                  </a:lnTo>
                  <a:lnTo>
                    <a:pt x="146316" y="85344"/>
                  </a:lnTo>
                  <a:lnTo>
                    <a:pt x="149364" y="79248"/>
                  </a:lnTo>
                  <a:lnTo>
                    <a:pt x="191312" y="73177"/>
                  </a:lnTo>
                  <a:lnTo>
                    <a:pt x="301498" y="73177"/>
                  </a:lnTo>
                  <a:lnTo>
                    <a:pt x="309765" y="73533"/>
                  </a:lnTo>
                  <a:lnTo>
                    <a:pt x="315760" y="74447"/>
                  </a:lnTo>
                  <a:lnTo>
                    <a:pt x="320040" y="76200"/>
                  </a:lnTo>
                  <a:lnTo>
                    <a:pt x="326136" y="77724"/>
                  </a:lnTo>
                  <a:lnTo>
                    <a:pt x="329184" y="80772"/>
                  </a:lnTo>
                  <a:lnTo>
                    <a:pt x="330720" y="83820"/>
                  </a:lnTo>
                  <a:lnTo>
                    <a:pt x="333768" y="88392"/>
                  </a:lnTo>
                  <a:lnTo>
                    <a:pt x="335292" y="96012"/>
                  </a:lnTo>
                  <a:lnTo>
                    <a:pt x="335292" y="106680"/>
                  </a:lnTo>
                  <a:lnTo>
                    <a:pt x="342912" y="106680"/>
                  </a:lnTo>
                  <a:lnTo>
                    <a:pt x="342912" y="73177"/>
                  </a:lnTo>
                  <a:lnTo>
                    <a:pt x="3429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51" name="Google Shape;551;p14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20724" y="7525511"/>
              <a:ext cx="227076" cy="2362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2" name="Google Shape;552;p1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14628" y="7309103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53" name="Google Shape;553;p14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098803" y="5867400"/>
            <a:ext cx="348996" cy="1287779"/>
          </a:xfrm>
          <a:prstGeom prst="rect">
            <a:avLst/>
          </a:prstGeom>
          <a:noFill/>
          <a:ln>
            <a:noFill/>
          </a:ln>
        </p:spPr>
      </p:pic>
      <p:pic>
        <p:nvPicPr>
          <p:cNvPr id="554" name="Google Shape;554;p14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147572" y="3354323"/>
            <a:ext cx="399287" cy="23606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5" name="Google Shape;555;p14"/>
          <p:cNvGrpSpPr/>
          <p:nvPr/>
        </p:nvGrpSpPr>
        <p:grpSpPr>
          <a:xfrm>
            <a:off x="1098803" y="2755392"/>
            <a:ext cx="348997" cy="446530"/>
            <a:chOff x="1098803" y="2755392"/>
            <a:chExt cx="348997" cy="446530"/>
          </a:xfrm>
        </p:grpSpPr>
        <p:pic>
          <p:nvPicPr>
            <p:cNvPr id="556" name="Google Shape;556;p14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14628" y="2988563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57" name="Google Shape;557;p14"/>
            <p:cNvSpPr/>
            <p:nvPr/>
          </p:nvSpPr>
          <p:spPr>
            <a:xfrm>
              <a:off x="1098803" y="2755392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6"/>
                  </a:moveTo>
                  <a:lnTo>
                    <a:pt x="335279" y="196596"/>
                  </a:lnTo>
                  <a:lnTo>
                    <a:pt x="335279" y="179832"/>
                  </a:lnTo>
                  <a:lnTo>
                    <a:pt x="329184" y="167640"/>
                  </a:lnTo>
                  <a:lnTo>
                    <a:pt x="283463" y="153924"/>
                  </a:lnTo>
                  <a:lnTo>
                    <a:pt x="137159" y="153924"/>
                  </a:lnTo>
                  <a:lnTo>
                    <a:pt x="137159" y="196596"/>
                  </a:lnTo>
                  <a:lnTo>
                    <a:pt x="121919" y="196596"/>
                  </a:lnTo>
                  <a:lnTo>
                    <a:pt x="121919" y="153924"/>
                  </a:lnTo>
                  <a:lnTo>
                    <a:pt x="106679" y="153924"/>
                  </a:lnTo>
                  <a:lnTo>
                    <a:pt x="91011" y="153328"/>
                  </a:lnTo>
                  <a:lnTo>
                    <a:pt x="50291" y="143256"/>
                  </a:lnTo>
                  <a:lnTo>
                    <a:pt x="13715" y="109728"/>
                  </a:lnTo>
                  <a:lnTo>
                    <a:pt x="0" y="60960"/>
                  </a:lnTo>
                  <a:lnTo>
                    <a:pt x="881" y="48434"/>
                  </a:lnTo>
                  <a:lnTo>
                    <a:pt x="20978" y="7715"/>
                  </a:lnTo>
                  <a:lnTo>
                    <a:pt x="39623" y="0"/>
                  </a:lnTo>
                  <a:lnTo>
                    <a:pt x="44195" y="0"/>
                  </a:lnTo>
                  <a:lnTo>
                    <a:pt x="48767" y="1524"/>
                  </a:lnTo>
                  <a:lnTo>
                    <a:pt x="51815" y="6096"/>
                  </a:lnTo>
                  <a:lnTo>
                    <a:pt x="56387" y="10668"/>
                  </a:lnTo>
                  <a:lnTo>
                    <a:pt x="59435" y="15240"/>
                  </a:lnTo>
                  <a:lnTo>
                    <a:pt x="59435" y="22860"/>
                  </a:lnTo>
                  <a:lnTo>
                    <a:pt x="57911" y="27432"/>
                  </a:lnTo>
                  <a:lnTo>
                    <a:pt x="54863" y="32004"/>
                  </a:lnTo>
                  <a:lnTo>
                    <a:pt x="45719" y="41148"/>
                  </a:lnTo>
                  <a:lnTo>
                    <a:pt x="36575" y="47244"/>
                  </a:lnTo>
                  <a:lnTo>
                    <a:pt x="28955" y="53340"/>
                  </a:lnTo>
                  <a:lnTo>
                    <a:pt x="22859" y="57912"/>
                  </a:lnTo>
                  <a:lnTo>
                    <a:pt x="19811" y="64008"/>
                  </a:lnTo>
                  <a:lnTo>
                    <a:pt x="16763" y="68580"/>
                  </a:lnTo>
                  <a:lnTo>
                    <a:pt x="15239" y="74676"/>
                  </a:lnTo>
                  <a:lnTo>
                    <a:pt x="15239" y="88392"/>
                  </a:lnTo>
                  <a:lnTo>
                    <a:pt x="48148" y="112371"/>
                  </a:lnTo>
                  <a:lnTo>
                    <a:pt x="105155" y="114300"/>
                  </a:lnTo>
                  <a:lnTo>
                    <a:pt x="121919" y="114300"/>
                  </a:lnTo>
                  <a:lnTo>
                    <a:pt x="121919" y="56388"/>
                  </a:lnTo>
                  <a:lnTo>
                    <a:pt x="137159" y="56388"/>
                  </a:lnTo>
                  <a:lnTo>
                    <a:pt x="137159" y="114300"/>
                  </a:lnTo>
                  <a:lnTo>
                    <a:pt x="283463" y="114300"/>
                  </a:lnTo>
                  <a:lnTo>
                    <a:pt x="323088" y="106680"/>
                  </a:lnTo>
                  <a:lnTo>
                    <a:pt x="335279" y="83820"/>
                  </a:lnTo>
                  <a:lnTo>
                    <a:pt x="335279" y="64008"/>
                  </a:lnTo>
                  <a:lnTo>
                    <a:pt x="342900" y="64008"/>
                  </a:lnTo>
                  <a:lnTo>
                    <a:pt x="342900" y="19659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58" name="Google Shape;558;p14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214911" y="2462784"/>
            <a:ext cx="232888" cy="201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9" name="Google Shape;559;p14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699260" y="4329683"/>
            <a:ext cx="440436" cy="19598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0" name="Google Shape;560;p14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561" name="Google Shape;561;p14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2" name="Google Shape;562;p14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63" name="Google Shape;563;p14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64" name="Google Shape;564;p14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65" name="Google Shape;565;p14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655307" y="1801367"/>
            <a:ext cx="117348" cy="746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66" name="Google Shape;566;p14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177795" y="3310127"/>
            <a:ext cx="2679191" cy="44058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7" name="Google Shape;567;p14"/>
          <p:cNvGrpSpPr/>
          <p:nvPr/>
        </p:nvGrpSpPr>
        <p:grpSpPr>
          <a:xfrm>
            <a:off x="4876787" y="9226295"/>
            <a:ext cx="271792" cy="401067"/>
            <a:chOff x="4876787" y="9226295"/>
            <a:chExt cx="271792" cy="401067"/>
          </a:xfrm>
        </p:grpSpPr>
        <p:sp>
          <p:nvSpPr>
            <p:cNvPr id="568" name="Google Shape;568;p14"/>
            <p:cNvSpPr/>
            <p:nvPr/>
          </p:nvSpPr>
          <p:spPr>
            <a:xfrm>
              <a:off x="4876787" y="9468612"/>
              <a:ext cx="271780" cy="158750"/>
            </a:xfrm>
            <a:custGeom>
              <a:rect b="b" l="l" r="r" t="t"/>
              <a:pathLst>
                <a:path extrusionOk="0" h="158750" w="271779">
                  <a:moveTo>
                    <a:pt x="254508" y="97536"/>
                  </a:moveTo>
                  <a:lnTo>
                    <a:pt x="249936" y="97536"/>
                  </a:lnTo>
                  <a:lnTo>
                    <a:pt x="243840" y="105156"/>
                  </a:lnTo>
                  <a:lnTo>
                    <a:pt x="239268" y="111252"/>
                  </a:lnTo>
                  <a:lnTo>
                    <a:pt x="233172" y="115824"/>
                  </a:lnTo>
                  <a:lnTo>
                    <a:pt x="192024" y="134112"/>
                  </a:lnTo>
                  <a:lnTo>
                    <a:pt x="150876" y="137160"/>
                  </a:lnTo>
                  <a:lnTo>
                    <a:pt x="139738" y="136880"/>
                  </a:lnTo>
                  <a:lnTo>
                    <a:pt x="100012" y="130263"/>
                  </a:lnTo>
                  <a:lnTo>
                    <a:pt x="66103" y="110109"/>
                  </a:lnTo>
                  <a:lnTo>
                    <a:pt x="57912" y="97536"/>
                  </a:lnTo>
                  <a:lnTo>
                    <a:pt x="53340" y="97536"/>
                  </a:lnTo>
                  <a:lnTo>
                    <a:pt x="78854" y="132905"/>
                  </a:lnTo>
                  <a:lnTo>
                    <a:pt x="121539" y="154114"/>
                  </a:lnTo>
                  <a:lnTo>
                    <a:pt x="153924" y="158496"/>
                  </a:lnTo>
                  <a:lnTo>
                    <a:pt x="165125" y="157949"/>
                  </a:lnTo>
                  <a:lnTo>
                    <a:pt x="208127" y="145757"/>
                  </a:lnTo>
                  <a:lnTo>
                    <a:pt x="240157" y="119621"/>
                  </a:lnTo>
                  <a:lnTo>
                    <a:pt x="249923" y="105473"/>
                  </a:lnTo>
                  <a:lnTo>
                    <a:pt x="254508" y="97536"/>
                  </a:lnTo>
                  <a:close/>
                </a:path>
                <a:path extrusionOk="0" h="158750" w="271779">
                  <a:moveTo>
                    <a:pt x="271272" y="0"/>
                  </a:moveTo>
                  <a:lnTo>
                    <a:pt x="265176" y="0"/>
                  </a:lnTo>
                  <a:lnTo>
                    <a:pt x="259486" y="7454"/>
                  </a:lnTo>
                  <a:lnTo>
                    <a:pt x="253936" y="13906"/>
                  </a:lnTo>
                  <a:lnTo>
                    <a:pt x="213169" y="42773"/>
                  </a:lnTo>
                  <a:lnTo>
                    <a:pt x="174574" y="50774"/>
                  </a:lnTo>
                  <a:lnTo>
                    <a:pt x="131064" y="53340"/>
                  </a:lnTo>
                  <a:lnTo>
                    <a:pt x="116497" y="53060"/>
                  </a:lnTo>
                  <a:lnTo>
                    <a:pt x="76200" y="48768"/>
                  </a:lnTo>
                  <a:lnTo>
                    <a:pt x="32004" y="30480"/>
                  </a:lnTo>
                  <a:lnTo>
                    <a:pt x="6096" y="0"/>
                  </a:lnTo>
                  <a:lnTo>
                    <a:pt x="0" y="0"/>
                  </a:lnTo>
                  <a:lnTo>
                    <a:pt x="20955" y="33147"/>
                  </a:lnTo>
                  <a:lnTo>
                    <a:pt x="53340" y="59436"/>
                  </a:lnTo>
                  <a:lnTo>
                    <a:pt x="92202" y="75819"/>
                  </a:lnTo>
                  <a:lnTo>
                    <a:pt x="135636" y="80772"/>
                  </a:lnTo>
                  <a:lnTo>
                    <a:pt x="150495" y="80187"/>
                  </a:lnTo>
                  <a:lnTo>
                    <a:pt x="195072" y="70104"/>
                  </a:lnTo>
                  <a:lnTo>
                    <a:pt x="233654" y="47815"/>
                  </a:lnTo>
                  <a:lnTo>
                    <a:pt x="265303" y="10883"/>
                  </a:lnTo>
                  <a:lnTo>
                    <a:pt x="2712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69" name="Google Shape;569;p14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4882896" y="9349739"/>
              <a:ext cx="201168" cy="777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0" name="Google Shape;570;p14"/>
            <p:cNvSpPr/>
            <p:nvPr/>
          </p:nvSpPr>
          <p:spPr>
            <a:xfrm>
              <a:off x="4876799" y="9226295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271272" y="80772"/>
                  </a:moveTo>
                  <a:lnTo>
                    <a:pt x="265175" y="80772"/>
                  </a:lnTo>
                  <a:lnTo>
                    <a:pt x="259175" y="71937"/>
                  </a:lnTo>
                  <a:lnTo>
                    <a:pt x="252603" y="63817"/>
                  </a:lnTo>
                  <a:lnTo>
                    <a:pt x="217932" y="40195"/>
                  </a:lnTo>
                  <a:lnTo>
                    <a:pt x="180689" y="30646"/>
                  </a:lnTo>
                  <a:lnTo>
                    <a:pt x="138684" y="27432"/>
                  </a:lnTo>
                  <a:lnTo>
                    <a:pt x="123872" y="27717"/>
                  </a:lnTo>
                  <a:lnTo>
                    <a:pt x="82296" y="32004"/>
                  </a:lnTo>
                  <a:lnTo>
                    <a:pt x="38290" y="48196"/>
                  </a:lnTo>
                  <a:lnTo>
                    <a:pt x="6096" y="80772"/>
                  </a:lnTo>
                  <a:lnTo>
                    <a:pt x="0" y="80772"/>
                  </a:lnTo>
                  <a:lnTo>
                    <a:pt x="24384" y="44196"/>
                  </a:lnTo>
                  <a:lnTo>
                    <a:pt x="61245" y="18478"/>
                  </a:lnTo>
                  <a:lnTo>
                    <a:pt x="104394" y="3238"/>
                  </a:lnTo>
                  <a:lnTo>
                    <a:pt x="134112" y="0"/>
                  </a:lnTo>
                  <a:lnTo>
                    <a:pt x="156424" y="1428"/>
                  </a:lnTo>
                  <a:lnTo>
                    <a:pt x="198191" y="12858"/>
                  </a:lnTo>
                  <a:lnTo>
                    <a:pt x="235053" y="34266"/>
                  </a:lnTo>
                  <a:lnTo>
                    <a:pt x="261866" y="63365"/>
                  </a:lnTo>
                  <a:lnTo>
                    <a:pt x="271272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" name="Google Shape;571;p14"/>
          <p:cNvSpPr/>
          <p:nvPr/>
        </p:nvSpPr>
        <p:spPr>
          <a:xfrm>
            <a:off x="4885944" y="8455152"/>
            <a:ext cx="262255" cy="678180"/>
          </a:xfrm>
          <a:custGeom>
            <a:rect b="b" l="l" r="r" t="t"/>
            <a:pathLst>
              <a:path extrusionOk="0" h="678179" w="262254">
                <a:moveTo>
                  <a:pt x="198107" y="438912"/>
                </a:moveTo>
                <a:lnTo>
                  <a:pt x="193535" y="438912"/>
                </a:lnTo>
                <a:lnTo>
                  <a:pt x="193535" y="445008"/>
                </a:lnTo>
                <a:lnTo>
                  <a:pt x="192011" y="449580"/>
                </a:lnTo>
                <a:lnTo>
                  <a:pt x="190487" y="451104"/>
                </a:lnTo>
                <a:lnTo>
                  <a:pt x="188963" y="454152"/>
                </a:lnTo>
                <a:lnTo>
                  <a:pt x="187439" y="455676"/>
                </a:lnTo>
                <a:lnTo>
                  <a:pt x="181343" y="458724"/>
                </a:lnTo>
                <a:lnTo>
                  <a:pt x="109715" y="458724"/>
                </a:lnTo>
                <a:lnTo>
                  <a:pt x="101384" y="458990"/>
                </a:lnTo>
                <a:lnTo>
                  <a:pt x="65519" y="475488"/>
                </a:lnTo>
                <a:lnTo>
                  <a:pt x="62471" y="480060"/>
                </a:lnTo>
                <a:lnTo>
                  <a:pt x="60947" y="486156"/>
                </a:lnTo>
                <a:lnTo>
                  <a:pt x="60947" y="493776"/>
                </a:lnTo>
                <a:lnTo>
                  <a:pt x="62661" y="505206"/>
                </a:lnTo>
                <a:lnTo>
                  <a:pt x="67805" y="516636"/>
                </a:lnTo>
                <a:lnTo>
                  <a:pt x="76377" y="528066"/>
                </a:lnTo>
                <a:lnTo>
                  <a:pt x="88379" y="539496"/>
                </a:lnTo>
                <a:lnTo>
                  <a:pt x="60947" y="539496"/>
                </a:lnTo>
                <a:lnTo>
                  <a:pt x="60947" y="545592"/>
                </a:lnTo>
                <a:lnTo>
                  <a:pt x="77711" y="586740"/>
                </a:lnTo>
                <a:lnTo>
                  <a:pt x="82283" y="585216"/>
                </a:lnTo>
                <a:lnTo>
                  <a:pt x="80759" y="580644"/>
                </a:lnTo>
                <a:lnTo>
                  <a:pt x="79235" y="577596"/>
                </a:lnTo>
                <a:lnTo>
                  <a:pt x="79235" y="571500"/>
                </a:lnTo>
                <a:lnTo>
                  <a:pt x="80759" y="569976"/>
                </a:lnTo>
                <a:lnTo>
                  <a:pt x="80759" y="568452"/>
                </a:lnTo>
                <a:lnTo>
                  <a:pt x="82283" y="566928"/>
                </a:lnTo>
                <a:lnTo>
                  <a:pt x="85331" y="565404"/>
                </a:lnTo>
                <a:lnTo>
                  <a:pt x="88379" y="565404"/>
                </a:lnTo>
                <a:lnTo>
                  <a:pt x="91833" y="564527"/>
                </a:lnTo>
                <a:lnTo>
                  <a:pt x="97713" y="564070"/>
                </a:lnTo>
                <a:lnTo>
                  <a:pt x="117335" y="563880"/>
                </a:lnTo>
                <a:lnTo>
                  <a:pt x="176771" y="563880"/>
                </a:lnTo>
                <a:lnTo>
                  <a:pt x="184391" y="565404"/>
                </a:lnTo>
                <a:lnTo>
                  <a:pt x="187439" y="566928"/>
                </a:lnTo>
                <a:lnTo>
                  <a:pt x="190487" y="569976"/>
                </a:lnTo>
                <a:lnTo>
                  <a:pt x="193535" y="574548"/>
                </a:lnTo>
                <a:lnTo>
                  <a:pt x="193535" y="583692"/>
                </a:lnTo>
                <a:lnTo>
                  <a:pt x="198107" y="583692"/>
                </a:lnTo>
                <a:lnTo>
                  <a:pt x="198107" y="519684"/>
                </a:lnTo>
                <a:lnTo>
                  <a:pt x="193535" y="519684"/>
                </a:lnTo>
                <a:lnTo>
                  <a:pt x="193535" y="525780"/>
                </a:lnTo>
                <a:lnTo>
                  <a:pt x="192011" y="530352"/>
                </a:lnTo>
                <a:lnTo>
                  <a:pt x="190487" y="533400"/>
                </a:lnTo>
                <a:lnTo>
                  <a:pt x="187439" y="536448"/>
                </a:lnTo>
                <a:lnTo>
                  <a:pt x="184391" y="537972"/>
                </a:lnTo>
                <a:lnTo>
                  <a:pt x="182867" y="539496"/>
                </a:lnTo>
                <a:lnTo>
                  <a:pt x="97523" y="539496"/>
                </a:lnTo>
                <a:lnTo>
                  <a:pt x="89522" y="530593"/>
                </a:lnTo>
                <a:lnTo>
                  <a:pt x="83807" y="521970"/>
                </a:lnTo>
                <a:lnTo>
                  <a:pt x="80378" y="513359"/>
                </a:lnTo>
                <a:lnTo>
                  <a:pt x="79235" y="504444"/>
                </a:lnTo>
                <a:lnTo>
                  <a:pt x="79235" y="496824"/>
                </a:lnTo>
                <a:lnTo>
                  <a:pt x="112763" y="483108"/>
                </a:lnTo>
                <a:lnTo>
                  <a:pt x="181343" y="483108"/>
                </a:lnTo>
                <a:lnTo>
                  <a:pt x="190487" y="487680"/>
                </a:lnTo>
                <a:lnTo>
                  <a:pt x="192011" y="490728"/>
                </a:lnTo>
                <a:lnTo>
                  <a:pt x="193535" y="495300"/>
                </a:lnTo>
                <a:lnTo>
                  <a:pt x="193535" y="502920"/>
                </a:lnTo>
                <a:lnTo>
                  <a:pt x="198107" y="502920"/>
                </a:lnTo>
                <a:lnTo>
                  <a:pt x="198107" y="438912"/>
                </a:lnTo>
                <a:close/>
              </a:path>
              <a:path extrusionOk="0" h="678179" w="262254">
                <a:moveTo>
                  <a:pt x="198120" y="595884"/>
                </a:moveTo>
                <a:lnTo>
                  <a:pt x="193548" y="595884"/>
                </a:lnTo>
                <a:lnTo>
                  <a:pt x="193548" y="603504"/>
                </a:lnTo>
                <a:lnTo>
                  <a:pt x="193548" y="608076"/>
                </a:lnTo>
                <a:lnTo>
                  <a:pt x="192024" y="612648"/>
                </a:lnTo>
                <a:lnTo>
                  <a:pt x="188976" y="615696"/>
                </a:lnTo>
                <a:lnTo>
                  <a:pt x="187452" y="618744"/>
                </a:lnTo>
                <a:lnTo>
                  <a:pt x="185928" y="620268"/>
                </a:lnTo>
                <a:lnTo>
                  <a:pt x="179832" y="623316"/>
                </a:lnTo>
                <a:lnTo>
                  <a:pt x="22860" y="623316"/>
                </a:lnTo>
                <a:lnTo>
                  <a:pt x="13716" y="621792"/>
                </a:lnTo>
                <a:lnTo>
                  <a:pt x="10668" y="620268"/>
                </a:lnTo>
                <a:lnTo>
                  <a:pt x="6096" y="617220"/>
                </a:lnTo>
                <a:lnTo>
                  <a:pt x="4572" y="611124"/>
                </a:lnTo>
                <a:lnTo>
                  <a:pt x="4572" y="595884"/>
                </a:lnTo>
                <a:lnTo>
                  <a:pt x="0" y="595884"/>
                </a:lnTo>
                <a:lnTo>
                  <a:pt x="0" y="678180"/>
                </a:lnTo>
                <a:lnTo>
                  <a:pt x="4572" y="678180"/>
                </a:lnTo>
                <a:lnTo>
                  <a:pt x="4572" y="662940"/>
                </a:lnTo>
                <a:lnTo>
                  <a:pt x="7620" y="658368"/>
                </a:lnTo>
                <a:lnTo>
                  <a:pt x="9144" y="655320"/>
                </a:lnTo>
                <a:lnTo>
                  <a:pt x="12192" y="653796"/>
                </a:lnTo>
                <a:lnTo>
                  <a:pt x="13716" y="652272"/>
                </a:lnTo>
                <a:lnTo>
                  <a:pt x="16764" y="652272"/>
                </a:lnTo>
                <a:lnTo>
                  <a:pt x="24384" y="650748"/>
                </a:lnTo>
                <a:lnTo>
                  <a:pt x="175260" y="650748"/>
                </a:lnTo>
                <a:lnTo>
                  <a:pt x="182880" y="652272"/>
                </a:lnTo>
                <a:lnTo>
                  <a:pt x="185928" y="653796"/>
                </a:lnTo>
                <a:lnTo>
                  <a:pt x="190500" y="658368"/>
                </a:lnTo>
                <a:lnTo>
                  <a:pt x="193548" y="664464"/>
                </a:lnTo>
                <a:lnTo>
                  <a:pt x="193548" y="678180"/>
                </a:lnTo>
                <a:lnTo>
                  <a:pt x="198120" y="678180"/>
                </a:lnTo>
                <a:lnTo>
                  <a:pt x="198120" y="595884"/>
                </a:lnTo>
                <a:close/>
              </a:path>
              <a:path extrusionOk="0" h="678179" w="262254">
                <a:moveTo>
                  <a:pt x="201155" y="179832"/>
                </a:moveTo>
                <a:lnTo>
                  <a:pt x="184391" y="138684"/>
                </a:lnTo>
                <a:lnTo>
                  <a:pt x="179819" y="141732"/>
                </a:lnTo>
                <a:lnTo>
                  <a:pt x="181343" y="144780"/>
                </a:lnTo>
                <a:lnTo>
                  <a:pt x="181343" y="155448"/>
                </a:lnTo>
                <a:lnTo>
                  <a:pt x="178295" y="158496"/>
                </a:lnTo>
                <a:lnTo>
                  <a:pt x="172199" y="161544"/>
                </a:lnTo>
                <a:lnTo>
                  <a:pt x="63995" y="161544"/>
                </a:lnTo>
                <a:lnTo>
                  <a:pt x="63995" y="205740"/>
                </a:lnTo>
                <a:lnTo>
                  <a:pt x="68567" y="205740"/>
                </a:lnTo>
                <a:lnTo>
                  <a:pt x="68567" y="198120"/>
                </a:lnTo>
                <a:lnTo>
                  <a:pt x="70091" y="193548"/>
                </a:lnTo>
                <a:lnTo>
                  <a:pt x="76187" y="187452"/>
                </a:lnTo>
                <a:lnTo>
                  <a:pt x="80759" y="185928"/>
                </a:lnTo>
                <a:lnTo>
                  <a:pt x="163055" y="185928"/>
                </a:lnTo>
                <a:lnTo>
                  <a:pt x="170675" y="193548"/>
                </a:lnTo>
                <a:lnTo>
                  <a:pt x="175247" y="201168"/>
                </a:lnTo>
                <a:lnTo>
                  <a:pt x="178295" y="205740"/>
                </a:lnTo>
                <a:lnTo>
                  <a:pt x="181343" y="211836"/>
                </a:lnTo>
                <a:lnTo>
                  <a:pt x="182867" y="216408"/>
                </a:lnTo>
                <a:lnTo>
                  <a:pt x="182867" y="227076"/>
                </a:lnTo>
                <a:lnTo>
                  <a:pt x="176771" y="236220"/>
                </a:lnTo>
                <a:lnTo>
                  <a:pt x="172199" y="240792"/>
                </a:lnTo>
                <a:lnTo>
                  <a:pt x="164579" y="242316"/>
                </a:lnTo>
                <a:lnTo>
                  <a:pt x="63995" y="242316"/>
                </a:lnTo>
                <a:lnTo>
                  <a:pt x="63995" y="289560"/>
                </a:lnTo>
                <a:lnTo>
                  <a:pt x="68567" y="289560"/>
                </a:lnTo>
                <a:lnTo>
                  <a:pt x="67043" y="283464"/>
                </a:lnTo>
                <a:lnTo>
                  <a:pt x="68567" y="278892"/>
                </a:lnTo>
                <a:lnTo>
                  <a:pt x="71615" y="272796"/>
                </a:lnTo>
                <a:lnTo>
                  <a:pt x="73139" y="271272"/>
                </a:lnTo>
                <a:lnTo>
                  <a:pt x="76187" y="269748"/>
                </a:lnTo>
                <a:lnTo>
                  <a:pt x="77711" y="268224"/>
                </a:lnTo>
                <a:lnTo>
                  <a:pt x="82283" y="266700"/>
                </a:lnTo>
                <a:lnTo>
                  <a:pt x="157911" y="266661"/>
                </a:lnTo>
                <a:lnTo>
                  <a:pt x="165341" y="266319"/>
                </a:lnTo>
                <a:lnTo>
                  <a:pt x="171627" y="265417"/>
                </a:lnTo>
                <a:lnTo>
                  <a:pt x="176771" y="263652"/>
                </a:lnTo>
                <a:lnTo>
                  <a:pt x="184391" y="262128"/>
                </a:lnTo>
                <a:lnTo>
                  <a:pt x="193535" y="252984"/>
                </a:lnTo>
                <a:lnTo>
                  <a:pt x="198107" y="246888"/>
                </a:lnTo>
                <a:lnTo>
                  <a:pt x="201155" y="240792"/>
                </a:lnTo>
                <a:lnTo>
                  <a:pt x="201155" y="225552"/>
                </a:lnTo>
                <a:lnTo>
                  <a:pt x="172199" y="185928"/>
                </a:lnTo>
                <a:lnTo>
                  <a:pt x="201155" y="185928"/>
                </a:lnTo>
                <a:lnTo>
                  <a:pt x="201155" y="179832"/>
                </a:lnTo>
                <a:close/>
              </a:path>
              <a:path extrusionOk="0" h="678179" w="262254">
                <a:moveTo>
                  <a:pt x="201155" y="86868"/>
                </a:moveTo>
                <a:lnTo>
                  <a:pt x="172199" y="59436"/>
                </a:lnTo>
                <a:lnTo>
                  <a:pt x="172199" y="65532"/>
                </a:lnTo>
                <a:lnTo>
                  <a:pt x="175247" y="67056"/>
                </a:lnTo>
                <a:lnTo>
                  <a:pt x="178295" y="70104"/>
                </a:lnTo>
                <a:lnTo>
                  <a:pt x="182867" y="79248"/>
                </a:lnTo>
                <a:lnTo>
                  <a:pt x="182867" y="85344"/>
                </a:lnTo>
                <a:lnTo>
                  <a:pt x="181343" y="88392"/>
                </a:lnTo>
                <a:lnTo>
                  <a:pt x="178295" y="91440"/>
                </a:lnTo>
                <a:lnTo>
                  <a:pt x="175247" y="92964"/>
                </a:lnTo>
                <a:lnTo>
                  <a:pt x="169151" y="94488"/>
                </a:lnTo>
                <a:lnTo>
                  <a:pt x="73139" y="94488"/>
                </a:lnTo>
                <a:lnTo>
                  <a:pt x="73139" y="64008"/>
                </a:lnTo>
                <a:lnTo>
                  <a:pt x="63995" y="64008"/>
                </a:lnTo>
                <a:lnTo>
                  <a:pt x="63995" y="94488"/>
                </a:lnTo>
                <a:lnTo>
                  <a:pt x="19799" y="94488"/>
                </a:lnTo>
                <a:lnTo>
                  <a:pt x="19799" y="97536"/>
                </a:lnTo>
                <a:lnTo>
                  <a:pt x="35039" y="105156"/>
                </a:lnTo>
                <a:lnTo>
                  <a:pt x="39611" y="108204"/>
                </a:lnTo>
                <a:lnTo>
                  <a:pt x="47231" y="112776"/>
                </a:lnTo>
                <a:lnTo>
                  <a:pt x="53327" y="118872"/>
                </a:lnTo>
                <a:lnTo>
                  <a:pt x="62471" y="131064"/>
                </a:lnTo>
                <a:lnTo>
                  <a:pt x="65519" y="135636"/>
                </a:lnTo>
                <a:lnTo>
                  <a:pt x="68567" y="141732"/>
                </a:lnTo>
                <a:lnTo>
                  <a:pt x="73139" y="141732"/>
                </a:lnTo>
                <a:lnTo>
                  <a:pt x="73139" y="118872"/>
                </a:lnTo>
                <a:lnTo>
                  <a:pt x="181343" y="118872"/>
                </a:lnTo>
                <a:lnTo>
                  <a:pt x="185915" y="115824"/>
                </a:lnTo>
                <a:lnTo>
                  <a:pt x="190487" y="114300"/>
                </a:lnTo>
                <a:lnTo>
                  <a:pt x="193535" y="111252"/>
                </a:lnTo>
                <a:lnTo>
                  <a:pt x="199631" y="102108"/>
                </a:lnTo>
                <a:lnTo>
                  <a:pt x="201155" y="97536"/>
                </a:lnTo>
                <a:lnTo>
                  <a:pt x="201155" y="86868"/>
                </a:lnTo>
                <a:close/>
              </a:path>
              <a:path extrusionOk="0" h="678179" w="262254">
                <a:moveTo>
                  <a:pt x="245351" y="44196"/>
                </a:moveTo>
                <a:lnTo>
                  <a:pt x="224015" y="10668"/>
                </a:lnTo>
                <a:lnTo>
                  <a:pt x="196583" y="0"/>
                </a:lnTo>
                <a:lnTo>
                  <a:pt x="187439" y="0"/>
                </a:lnTo>
                <a:lnTo>
                  <a:pt x="181343" y="1524"/>
                </a:lnTo>
                <a:lnTo>
                  <a:pt x="175247" y="7620"/>
                </a:lnTo>
                <a:lnTo>
                  <a:pt x="169151" y="12192"/>
                </a:lnTo>
                <a:lnTo>
                  <a:pt x="167627" y="18288"/>
                </a:lnTo>
                <a:lnTo>
                  <a:pt x="167627" y="30480"/>
                </a:lnTo>
                <a:lnTo>
                  <a:pt x="169151" y="35052"/>
                </a:lnTo>
                <a:lnTo>
                  <a:pt x="172199" y="38100"/>
                </a:lnTo>
                <a:lnTo>
                  <a:pt x="175247" y="42672"/>
                </a:lnTo>
                <a:lnTo>
                  <a:pt x="179819" y="44196"/>
                </a:lnTo>
                <a:lnTo>
                  <a:pt x="188963" y="44196"/>
                </a:lnTo>
                <a:lnTo>
                  <a:pt x="193535" y="42672"/>
                </a:lnTo>
                <a:lnTo>
                  <a:pt x="199631" y="36576"/>
                </a:lnTo>
                <a:lnTo>
                  <a:pt x="201155" y="33528"/>
                </a:lnTo>
                <a:lnTo>
                  <a:pt x="201155" y="27432"/>
                </a:lnTo>
                <a:lnTo>
                  <a:pt x="199631" y="24384"/>
                </a:lnTo>
                <a:lnTo>
                  <a:pt x="199631" y="22860"/>
                </a:lnTo>
                <a:lnTo>
                  <a:pt x="196583" y="19812"/>
                </a:lnTo>
                <a:lnTo>
                  <a:pt x="196583" y="15240"/>
                </a:lnTo>
                <a:lnTo>
                  <a:pt x="198107" y="15240"/>
                </a:lnTo>
                <a:lnTo>
                  <a:pt x="198107" y="13716"/>
                </a:lnTo>
                <a:lnTo>
                  <a:pt x="210299" y="13716"/>
                </a:lnTo>
                <a:lnTo>
                  <a:pt x="216395" y="15240"/>
                </a:lnTo>
                <a:lnTo>
                  <a:pt x="237731" y="44196"/>
                </a:lnTo>
                <a:lnTo>
                  <a:pt x="245351" y="44196"/>
                </a:lnTo>
                <a:close/>
              </a:path>
              <a:path extrusionOk="0" h="678179" w="262254">
                <a:moveTo>
                  <a:pt x="262115" y="368808"/>
                </a:moveTo>
                <a:lnTo>
                  <a:pt x="257543" y="368808"/>
                </a:lnTo>
                <a:lnTo>
                  <a:pt x="257543" y="376428"/>
                </a:lnTo>
                <a:lnTo>
                  <a:pt x="256019" y="381000"/>
                </a:lnTo>
                <a:lnTo>
                  <a:pt x="252971" y="387096"/>
                </a:lnTo>
                <a:lnTo>
                  <a:pt x="251447" y="388620"/>
                </a:lnTo>
                <a:lnTo>
                  <a:pt x="248399" y="390144"/>
                </a:lnTo>
                <a:lnTo>
                  <a:pt x="245351" y="390144"/>
                </a:lnTo>
                <a:lnTo>
                  <a:pt x="240779" y="391668"/>
                </a:lnTo>
                <a:lnTo>
                  <a:pt x="188963" y="391668"/>
                </a:lnTo>
                <a:lnTo>
                  <a:pt x="193535" y="387096"/>
                </a:lnTo>
                <a:lnTo>
                  <a:pt x="196583" y="377952"/>
                </a:lnTo>
                <a:lnTo>
                  <a:pt x="199631" y="373380"/>
                </a:lnTo>
                <a:lnTo>
                  <a:pt x="201155" y="367284"/>
                </a:lnTo>
                <a:lnTo>
                  <a:pt x="201155" y="359664"/>
                </a:lnTo>
                <a:lnTo>
                  <a:pt x="200012" y="348551"/>
                </a:lnTo>
                <a:lnTo>
                  <a:pt x="196583" y="338137"/>
                </a:lnTo>
                <a:lnTo>
                  <a:pt x="192011" y="330517"/>
                </a:lnTo>
                <a:lnTo>
                  <a:pt x="192011" y="359664"/>
                </a:lnTo>
                <a:lnTo>
                  <a:pt x="192011" y="367284"/>
                </a:lnTo>
                <a:lnTo>
                  <a:pt x="188963" y="374904"/>
                </a:lnTo>
                <a:lnTo>
                  <a:pt x="184391" y="379476"/>
                </a:lnTo>
                <a:lnTo>
                  <a:pt x="181343" y="385572"/>
                </a:lnTo>
                <a:lnTo>
                  <a:pt x="175247" y="388620"/>
                </a:lnTo>
                <a:lnTo>
                  <a:pt x="170675" y="390144"/>
                </a:lnTo>
                <a:lnTo>
                  <a:pt x="167627" y="390144"/>
                </a:lnTo>
                <a:lnTo>
                  <a:pt x="160007" y="391668"/>
                </a:lnTo>
                <a:lnTo>
                  <a:pt x="100571" y="391668"/>
                </a:lnTo>
                <a:lnTo>
                  <a:pt x="86855" y="377952"/>
                </a:lnTo>
                <a:lnTo>
                  <a:pt x="85331" y="373380"/>
                </a:lnTo>
                <a:lnTo>
                  <a:pt x="82283" y="368808"/>
                </a:lnTo>
                <a:lnTo>
                  <a:pt x="82283" y="352044"/>
                </a:lnTo>
                <a:lnTo>
                  <a:pt x="85331" y="344424"/>
                </a:lnTo>
                <a:lnTo>
                  <a:pt x="124675" y="325475"/>
                </a:lnTo>
                <a:lnTo>
                  <a:pt x="138671" y="324612"/>
                </a:lnTo>
                <a:lnTo>
                  <a:pt x="151536" y="325234"/>
                </a:lnTo>
                <a:lnTo>
                  <a:pt x="188772" y="347091"/>
                </a:lnTo>
                <a:lnTo>
                  <a:pt x="192011" y="359664"/>
                </a:lnTo>
                <a:lnTo>
                  <a:pt x="192011" y="330517"/>
                </a:lnTo>
                <a:lnTo>
                  <a:pt x="156768" y="304990"/>
                </a:lnTo>
                <a:lnTo>
                  <a:pt x="124955" y="300228"/>
                </a:lnTo>
                <a:lnTo>
                  <a:pt x="110693" y="301117"/>
                </a:lnTo>
                <a:lnTo>
                  <a:pt x="69316" y="322643"/>
                </a:lnTo>
                <a:lnTo>
                  <a:pt x="60947" y="356616"/>
                </a:lnTo>
                <a:lnTo>
                  <a:pt x="62471" y="364236"/>
                </a:lnTo>
                <a:lnTo>
                  <a:pt x="91427" y="391668"/>
                </a:lnTo>
                <a:lnTo>
                  <a:pt x="60947" y="391668"/>
                </a:lnTo>
                <a:lnTo>
                  <a:pt x="60947" y="396240"/>
                </a:lnTo>
                <a:lnTo>
                  <a:pt x="77711" y="438912"/>
                </a:lnTo>
                <a:lnTo>
                  <a:pt x="82283" y="437388"/>
                </a:lnTo>
                <a:lnTo>
                  <a:pt x="80759" y="432816"/>
                </a:lnTo>
                <a:lnTo>
                  <a:pt x="79235" y="429768"/>
                </a:lnTo>
                <a:lnTo>
                  <a:pt x="79235" y="425196"/>
                </a:lnTo>
                <a:lnTo>
                  <a:pt x="80759" y="422148"/>
                </a:lnTo>
                <a:lnTo>
                  <a:pt x="80759" y="420624"/>
                </a:lnTo>
                <a:lnTo>
                  <a:pt x="83807" y="417576"/>
                </a:lnTo>
                <a:lnTo>
                  <a:pt x="86855" y="417576"/>
                </a:lnTo>
                <a:lnTo>
                  <a:pt x="88379" y="416052"/>
                </a:lnTo>
                <a:lnTo>
                  <a:pt x="246875" y="416052"/>
                </a:lnTo>
                <a:lnTo>
                  <a:pt x="248399" y="417576"/>
                </a:lnTo>
                <a:lnTo>
                  <a:pt x="251447" y="419100"/>
                </a:lnTo>
                <a:lnTo>
                  <a:pt x="254495" y="422148"/>
                </a:lnTo>
                <a:lnTo>
                  <a:pt x="256019" y="425196"/>
                </a:lnTo>
                <a:lnTo>
                  <a:pt x="257543" y="431292"/>
                </a:lnTo>
                <a:lnTo>
                  <a:pt x="257543" y="440436"/>
                </a:lnTo>
                <a:lnTo>
                  <a:pt x="262115" y="440436"/>
                </a:lnTo>
                <a:lnTo>
                  <a:pt x="262115" y="416052"/>
                </a:lnTo>
                <a:lnTo>
                  <a:pt x="262115" y="3688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" name="Google Shape;572;p14"/>
          <p:cNvGrpSpPr/>
          <p:nvPr/>
        </p:nvGrpSpPr>
        <p:grpSpPr>
          <a:xfrm>
            <a:off x="4876799" y="8031480"/>
            <a:ext cx="271780" cy="326644"/>
            <a:chOff x="4876799" y="8031480"/>
            <a:chExt cx="271780" cy="326644"/>
          </a:xfrm>
        </p:grpSpPr>
        <p:sp>
          <p:nvSpPr>
            <p:cNvPr id="573" name="Google Shape;573;p14"/>
            <p:cNvSpPr/>
            <p:nvPr/>
          </p:nvSpPr>
          <p:spPr>
            <a:xfrm>
              <a:off x="4876799" y="8276844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135635" y="80771"/>
                  </a:moveTo>
                  <a:lnTo>
                    <a:pt x="92201" y="75818"/>
                  </a:lnTo>
                  <a:lnTo>
                    <a:pt x="53339" y="59435"/>
                  </a:lnTo>
                  <a:lnTo>
                    <a:pt x="20955" y="33146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11215" y="8834"/>
                  </a:lnTo>
                  <a:lnTo>
                    <a:pt x="17335" y="16954"/>
                  </a:lnTo>
                  <a:lnTo>
                    <a:pt x="51816" y="40766"/>
                  </a:lnTo>
                  <a:lnTo>
                    <a:pt x="89058" y="50768"/>
                  </a:lnTo>
                  <a:lnTo>
                    <a:pt x="131063" y="53339"/>
                  </a:lnTo>
                  <a:lnTo>
                    <a:pt x="146518" y="53054"/>
                  </a:lnTo>
                  <a:lnTo>
                    <a:pt x="187451" y="48767"/>
                  </a:lnTo>
                  <a:lnTo>
                    <a:pt x="225409" y="36814"/>
                  </a:lnTo>
                  <a:lnTo>
                    <a:pt x="259484" y="7453"/>
                  </a:lnTo>
                  <a:lnTo>
                    <a:pt x="265175" y="0"/>
                  </a:lnTo>
                  <a:lnTo>
                    <a:pt x="271271" y="0"/>
                  </a:lnTo>
                  <a:lnTo>
                    <a:pt x="245363" y="38099"/>
                  </a:lnTo>
                  <a:lnTo>
                    <a:pt x="208502" y="63817"/>
                  </a:lnTo>
                  <a:lnTo>
                    <a:pt x="165353" y="78295"/>
                  </a:lnTo>
                  <a:lnTo>
                    <a:pt x="150494" y="80176"/>
                  </a:lnTo>
                  <a:lnTo>
                    <a:pt x="135635" y="807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74" name="Google Shape;574;p14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4882895" y="8132064"/>
              <a:ext cx="201167" cy="12953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5" name="Google Shape;575;p14"/>
            <p:cNvSpPr/>
            <p:nvPr/>
          </p:nvSpPr>
          <p:spPr>
            <a:xfrm>
              <a:off x="4876799" y="8031480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271272" y="80772"/>
                  </a:moveTo>
                  <a:lnTo>
                    <a:pt x="265175" y="80772"/>
                  </a:lnTo>
                  <a:lnTo>
                    <a:pt x="259175" y="71937"/>
                  </a:lnTo>
                  <a:lnTo>
                    <a:pt x="252603" y="63817"/>
                  </a:lnTo>
                  <a:lnTo>
                    <a:pt x="217932" y="40195"/>
                  </a:lnTo>
                  <a:lnTo>
                    <a:pt x="180689" y="30646"/>
                  </a:lnTo>
                  <a:lnTo>
                    <a:pt x="138684" y="27432"/>
                  </a:lnTo>
                  <a:lnTo>
                    <a:pt x="123872" y="27717"/>
                  </a:lnTo>
                  <a:lnTo>
                    <a:pt x="82296" y="32004"/>
                  </a:lnTo>
                  <a:lnTo>
                    <a:pt x="38290" y="48196"/>
                  </a:lnTo>
                  <a:lnTo>
                    <a:pt x="6096" y="80772"/>
                  </a:lnTo>
                  <a:lnTo>
                    <a:pt x="0" y="80772"/>
                  </a:lnTo>
                  <a:lnTo>
                    <a:pt x="24384" y="44196"/>
                  </a:lnTo>
                  <a:lnTo>
                    <a:pt x="61245" y="17192"/>
                  </a:lnTo>
                  <a:lnTo>
                    <a:pt x="104394" y="2476"/>
                  </a:lnTo>
                  <a:lnTo>
                    <a:pt x="134112" y="0"/>
                  </a:lnTo>
                  <a:lnTo>
                    <a:pt x="156424" y="1428"/>
                  </a:lnTo>
                  <a:lnTo>
                    <a:pt x="198191" y="12858"/>
                  </a:lnTo>
                  <a:lnTo>
                    <a:pt x="235053" y="34266"/>
                  </a:lnTo>
                  <a:lnTo>
                    <a:pt x="261866" y="63365"/>
                  </a:lnTo>
                  <a:lnTo>
                    <a:pt x="271272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" name="Google Shape;576;p14"/>
          <p:cNvSpPr/>
          <p:nvPr/>
        </p:nvSpPr>
        <p:spPr>
          <a:xfrm>
            <a:off x="4881372" y="7063740"/>
            <a:ext cx="266700" cy="873760"/>
          </a:xfrm>
          <a:custGeom>
            <a:rect b="b" l="l" r="r" t="t"/>
            <a:pathLst>
              <a:path extrusionOk="0" h="873759" w="266700">
                <a:moveTo>
                  <a:pt x="205727" y="557784"/>
                </a:moveTo>
                <a:lnTo>
                  <a:pt x="188963" y="516636"/>
                </a:lnTo>
                <a:lnTo>
                  <a:pt x="184391" y="518160"/>
                </a:lnTo>
                <a:lnTo>
                  <a:pt x="185915" y="522732"/>
                </a:lnTo>
                <a:lnTo>
                  <a:pt x="185915" y="533400"/>
                </a:lnTo>
                <a:lnTo>
                  <a:pt x="182867" y="536448"/>
                </a:lnTo>
                <a:lnTo>
                  <a:pt x="179819" y="537972"/>
                </a:lnTo>
                <a:lnTo>
                  <a:pt x="176771" y="537972"/>
                </a:lnTo>
                <a:lnTo>
                  <a:pt x="173342" y="538861"/>
                </a:lnTo>
                <a:lnTo>
                  <a:pt x="167627" y="539305"/>
                </a:lnTo>
                <a:lnTo>
                  <a:pt x="149339" y="539496"/>
                </a:lnTo>
                <a:lnTo>
                  <a:pt x="68567" y="539496"/>
                </a:lnTo>
                <a:lnTo>
                  <a:pt x="68567" y="583692"/>
                </a:lnTo>
                <a:lnTo>
                  <a:pt x="73139" y="583692"/>
                </a:lnTo>
                <a:lnTo>
                  <a:pt x="73139" y="576072"/>
                </a:lnTo>
                <a:lnTo>
                  <a:pt x="74663" y="569976"/>
                </a:lnTo>
                <a:lnTo>
                  <a:pt x="77711" y="568452"/>
                </a:lnTo>
                <a:lnTo>
                  <a:pt x="80759" y="565404"/>
                </a:lnTo>
                <a:lnTo>
                  <a:pt x="85331" y="563880"/>
                </a:lnTo>
                <a:lnTo>
                  <a:pt x="167627" y="563880"/>
                </a:lnTo>
                <a:lnTo>
                  <a:pt x="175247" y="571500"/>
                </a:lnTo>
                <a:lnTo>
                  <a:pt x="179819" y="577596"/>
                </a:lnTo>
                <a:lnTo>
                  <a:pt x="182867" y="583692"/>
                </a:lnTo>
                <a:lnTo>
                  <a:pt x="185915" y="588264"/>
                </a:lnTo>
                <a:lnTo>
                  <a:pt x="187439" y="594360"/>
                </a:lnTo>
                <a:lnTo>
                  <a:pt x="187439" y="603504"/>
                </a:lnTo>
                <a:lnTo>
                  <a:pt x="184391" y="609600"/>
                </a:lnTo>
                <a:lnTo>
                  <a:pt x="181343" y="614172"/>
                </a:lnTo>
                <a:lnTo>
                  <a:pt x="176771" y="618744"/>
                </a:lnTo>
                <a:lnTo>
                  <a:pt x="169151" y="620268"/>
                </a:lnTo>
                <a:lnTo>
                  <a:pt x="68567" y="620268"/>
                </a:lnTo>
                <a:lnTo>
                  <a:pt x="68567" y="667512"/>
                </a:lnTo>
                <a:lnTo>
                  <a:pt x="73139" y="667512"/>
                </a:lnTo>
                <a:lnTo>
                  <a:pt x="71615" y="659892"/>
                </a:lnTo>
                <a:lnTo>
                  <a:pt x="73139" y="655320"/>
                </a:lnTo>
                <a:lnTo>
                  <a:pt x="74663" y="653796"/>
                </a:lnTo>
                <a:lnTo>
                  <a:pt x="77711" y="647700"/>
                </a:lnTo>
                <a:lnTo>
                  <a:pt x="80759" y="646176"/>
                </a:lnTo>
                <a:lnTo>
                  <a:pt x="82283" y="646176"/>
                </a:lnTo>
                <a:lnTo>
                  <a:pt x="86855" y="644652"/>
                </a:lnTo>
                <a:lnTo>
                  <a:pt x="153911" y="644652"/>
                </a:lnTo>
                <a:lnTo>
                  <a:pt x="193535" y="635508"/>
                </a:lnTo>
                <a:lnTo>
                  <a:pt x="198107" y="629412"/>
                </a:lnTo>
                <a:lnTo>
                  <a:pt x="202679" y="624840"/>
                </a:lnTo>
                <a:lnTo>
                  <a:pt x="205727" y="617220"/>
                </a:lnTo>
                <a:lnTo>
                  <a:pt x="205727" y="603504"/>
                </a:lnTo>
                <a:lnTo>
                  <a:pt x="176771" y="563880"/>
                </a:lnTo>
                <a:lnTo>
                  <a:pt x="205727" y="563880"/>
                </a:lnTo>
                <a:lnTo>
                  <a:pt x="205727" y="557784"/>
                </a:lnTo>
                <a:close/>
              </a:path>
              <a:path extrusionOk="0" h="873759" w="266700">
                <a:moveTo>
                  <a:pt x="205727" y="464820"/>
                </a:moveTo>
                <a:lnTo>
                  <a:pt x="202679" y="457200"/>
                </a:lnTo>
                <a:lnTo>
                  <a:pt x="193535" y="445008"/>
                </a:lnTo>
                <a:lnTo>
                  <a:pt x="185915" y="440436"/>
                </a:lnTo>
                <a:lnTo>
                  <a:pt x="176771" y="437388"/>
                </a:lnTo>
                <a:lnTo>
                  <a:pt x="176771" y="443484"/>
                </a:lnTo>
                <a:lnTo>
                  <a:pt x="182867" y="446532"/>
                </a:lnTo>
                <a:lnTo>
                  <a:pt x="187439" y="455676"/>
                </a:lnTo>
                <a:lnTo>
                  <a:pt x="187439" y="463296"/>
                </a:lnTo>
                <a:lnTo>
                  <a:pt x="185915" y="466344"/>
                </a:lnTo>
                <a:lnTo>
                  <a:pt x="182867" y="467868"/>
                </a:lnTo>
                <a:lnTo>
                  <a:pt x="179819" y="470916"/>
                </a:lnTo>
                <a:lnTo>
                  <a:pt x="173723" y="472440"/>
                </a:lnTo>
                <a:lnTo>
                  <a:pt x="77711" y="472440"/>
                </a:lnTo>
                <a:lnTo>
                  <a:pt x="77711" y="440436"/>
                </a:lnTo>
                <a:lnTo>
                  <a:pt x="68567" y="440436"/>
                </a:lnTo>
                <a:lnTo>
                  <a:pt x="68567" y="472440"/>
                </a:lnTo>
                <a:lnTo>
                  <a:pt x="24371" y="472440"/>
                </a:lnTo>
                <a:lnTo>
                  <a:pt x="24371" y="475488"/>
                </a:lnTo>
                <a:lnTo>
                  <a:pt x="39611" y="483108"/>
                </a:lnTo>
                <a:lnTo>
                  <a:pt x="44183" y="486156"/>
                </a:lnTo>
                <a:lnTo>
                  <a:pt x="51803" y="490728"/>
                </a:lnTo>
                <a:lnTo>
                  <a:pt x="57899" y="495300"/>
                </a:lnTo>
                <a:lnTo>
                  <a:pt x="67043" y="507492"/>
                </a:lnTo>
                <a:lnTo>
                  <a:pt x="73139" y="519684"/>
                </a:lnTo>
                <a:lnTo>
                  <a:pt x="77711" y="519684"/>
                </a:lnTo>
                <a:lnTo>
                  <a:pt x="77711" y="496824"/>
                </a:lnTo>
                <a:lnTo>
                  <a:pt x="178295" y="496824"/>
                </a:lnTo>
                <a:lnTo>
                  <a:pt x="185915" y="495300"/>
                </a:lnTo>
                <a:lnTo>
                  <a:pt x="205727" y="475488"/>
                </a:lnTo>
                <a:lnTo>
                  <a:pt x="205727" y="464820"/>
                </a:lnTo>
                <a:close/>
              </a:path>
              <a:path extrusionOk="0" h="873759" w="266700">
                <a:moveTo>
                  <a:pt x="205727" y="181356"/>
                </a:moveTo>
                <a:lnTo>
                  <a:pt x="188963" y="140208"/>
                </a:lnTo>
                <a:lnTo>
                  <a:pt x="184391" y="141732"/>
                </a:lnTo>
                <a:lnTo>
                  <a:pt x="185915" y="146304"/>
                </a:lnTo>
                <a:lnTo>
                  <a:pt x="185915" y="156972"/>
                </a:lnTo>
                <a:lnTo>
                  <a:pt x="182867" y="160020"/>
                </a:lnTo>
                <a:lnTo>
                  <a:pt x="179819" y="161544"/>
                </a:lnTo>
                <a:lnTo>
                  <a:pt x="176771" y="161544"/>
                </a:lnTo>
                <a:lnTo>
                  <a:pt x="173342" y="162433"/>
                </a:lnTo>
                <a:lnTo>
                  <a:pt x="167627" y="162877"/>
                </a:lnTo>
                <a:lnTo>
                  <a:pt x="149339" y="163068"/>
                </a:lnTo>
                <a:lnTo>
                  <a:pt x="68567" y="163068"/>
                </a:lnTo>
                <a:lnTo>
                  <a:pt x="68567" y="207264"/>
                </a:lnTo>
                <a:lnTo>
                  <a:pt x="73139" y="207264"/>
                </a:lnTo>
                <a:lnTo>
                  <a:pt x="73139" y="199644"/>
                </a:lnTo>
                <a:lnTo>
                  <a:pt x="74663" y="193548"/>
                </a:lnTo>
                <a:lnTo>
                  <a:pt x="77711" y="192024"/>
                </a:lnTo>
                <a:lnTo>
                  <a:pt x="80759" y="188976"/>
                </a:lnTo>
                <a:lnTo>
                  <a:pt x="85331" y="187452"/>
                </a:lnTo>
                <a:lnTo>
                  <a:pt x="167627" y="187452"/>
                </a:lnTo>
                <a:lnTo>
                  <a:pt x="175247" y="195072"/>
                </a:lnTo>
                <a:lnTo>
                  <a:pt x="179819" y="201168"/>
                </a:lnTo>
                <a:lnTo>
                  <a:pt x="182867" y="207264"/>
                </a:lnTo>
                <a:lnTo>
                  <a:pt x="185915" y="211836"/>
                </a:lnTo>
                <a:lnTo>
                  <a:pt x="187439" y="216408"/>
                </a:lnTo>
                <a:lnTo>
                  <a:pt x="187439" y="227076"/>
                </a:lnTo>
                <a:lnTo>
                  <a:pt x="184391" y="233172"/>
                </a:lnTo>
                <a:lnTo>
                  <a:pt x="181343" y="237744"/>
                </a:lnTo>
                <a:lnTo>
                  <a:pt x="176771" y="242316"/>
                </a:lnTo>
                <a:lnTo>
                  <a:pt x="169151" y="243840"/>
                </a:lnTo>
                <a:lnTo>
                  <a:pt x="68567" y="243840"/>
                </a:lnTo>
                <a:lnTo>
                  <a:pt x="68567" y="291084"/>
                </a:lnTo>
                <a:lnTo>
                  <a:pt x="73139" y="291084"/>
                </a:lnTo>
                <a:lnTo>
                  <a:pt x="71615" y="283464"/>
                </a:lnTo>
                <a:lnTo>
                  <a:pt x="73139" y="278892"/>
                </a:lnTo>
                <a:lnTo>
                  <a:pt x="74663" y="275844"/>
                </a:lnTo>
                <a:lnTo>
                  <a:pt x="76187" y="274320"/>
                </a:lnTo>
                <a:lnTo>
                  <a:pt x="77711" y="271272"/>
                </a:lnTo>
                <a:lnTo>
                  <a:pt x="80759" y="269748"/>
                </a:lnTo>
                <a:lnTo>
                  <a:pt x="82283" y="269748"/>
                </a:lnTo>
                <a:lnTo>
                  <a:pt x="86855" y="268224"/>
                </a:lnTo>
                <a:lnTo>
                  <a:pt x="153911" y="268224"/>
                </a:lnTo>
                <a:lnTo>
                  <a:pt x="162483" y="267970"/>
                </a:lnTo>
                <a:lnTo>
                  <a:pt x="198107" y="252984"/>
                </a:lnTo>
                <a:lnTo>
                  <a:pt x="202679" y="248412"/>
                </a:lnTo>
                <a:lnTo>
                  <a:pt x="205727" y="240792"/>
                </a:lnTo>
                <a:lnTo>
                  <a:pt x="205727" y="227076"/>
                </a:lnTo>
                <a:lnTo>
                  <a:pt x="176771" y="187452"/>
                </a:lnTo>
                <a:lnTo>
                  <a:pt x="205727" y="187452"/>
                </a:lnTo>
                <a:lnTo>
                  <a:pt x="205727" y="181356"/>
                </a:lnTo>
                <a:close/>
              </a:path>
              <a:path extrusionOk="0" h="873759" w="266700">
                <a:moveTo>
                  <a:pt x="205727" y="88392"/>
                </a:moveTo>
                <a:lnTo>
                  <a:pt x="202679" y="80772"/>
                </a:lnTo>
                <a:lnTo>
                  <a:pt x="193535" y="68580"/>
                </a:lnTo>
                <a:lnTo>
                  <a:pt x="185915" y="64008"/>
                </a:lnTo>
                <a:lnTo>
                  <a:pt x="176771" y="60960"/>
                </a:lnTo>
                <a:lnTo>
                  <a:pt x="176771" y="67056"/>
                </a:lnTo>
                <a:lnTo>
                  <a:pt x="182867" y="70104"/>
                </a:lnTo>
                <a:lnTo>
                  <a:pt x="187439" y="79248"/>
                </a:lnTo>
                <a:lnTo>
                  <a:pt x="187439" y="86868"/>
                </a:lnTo>
                <a:lnTo>
                  <a:pt x="185915" y="89916"/>
                </a:lnTo>
                <a:lnTo>
                  <a:pt x="182867" y="91440"/>
                </a:lnTo>
                <a:lnTo>
                  <a:pt x="179819" y="94488"/>
                </a:lnTo>
                <a:lnTo>
                  <a:pt x="173723" y="96012"/>
                </a:lnTo>
                <a:lnTo>
                  <a:pt x="77711" y="96012"/>
                </a:lnTo>
                <a:lnTo>
                  <a:pt x="77711" y="64008"/>
                </a:lnTo>
                <a:lnTo>
                  <a:pt x="68567" y="64008"/>
                </a:lnTo>
                <a:lnTo>
                  <a:pt x="68567" y="96012"/>
                </a:lnTo>
                <a:lnTo>
                  <a:pt x="24371" y="96012"/>
                </a:lnTo>
                <a:lnTo>
                  <a:pt x="24371" y="99060"/>
                </a:lnTo>
                <a:lnTo>
                  <a:pt x="39611" y="106680"/>
                </a:lnTo>
                <a:lnTo>
                  <a:pt x="44183" y="108204"/>
                </a:lnTo>
                <a:lnTo>
                  <a:pt x="51803" y="114300"/>
                </a:lnTo>
                <a:lnTo>
                  <a:pt x="57899" y="118872"/>
                </a:lnTo>
                <a:lnTo>
                  <a:pt x="67043" y="131064"/>
                </a:lnTo>
                <a:lnTo>
                  <a:pt x="73139" y="143256"/>
                </a:lnTo>
                <a:lnTo>
                  <a:pt x="77711" y="143256"/>
                </a:lnTo>
                <a:lnTo>
                  <a:pt x="77711" y="120396"/>
                </a:lnTo>
                <a:lnTo>
                  <a:pt x="178295" y="120396"/>
                </a:lnTo>
                <a:lnTo>
                  <a:pt x="185915" y="118872"/>
                </a:lnTo>
                <a:lnTo>
                  <a:pt x="205727" y="99060"/>
                </a:lnTo>
                <a:lnTo>
                  <a:pt x="205727" y="88392"/>
                </a:lnTo>
                <a:close/>
              </a:path>
              <a:path extrusionOk="0" h="873759" w="266700">
                <a:moveTo>
                  <a:pt x="207264" y="777240"/>
                </a:moveTo>
                <a:lnTo>
                  <a:pt x="205282" y="757529"/>
                </a:lnTo>
                <a:lnTo>
                  <a:pt x="199453" y="739521"/>
                </a:lnTo>
                <a:lnTo>
                  <a:pt x="198120" y="737260"/>
                </a:lnTo>
                <a:lnTo>
                  <a:pt x="198120" y="777240"/>
                </a:lnTo>
                <a:lnTo>
                  <a:pt x="196710" y="790130"/>
                </a:lnTo>
                <a:lnTo>
                  <a:pt x="162534" y="828802"/>
                </a:lnTo>
                <a:lnTo>
                  <a:pt x="124917" y="838568"/>
                </a:lnTo>
                <a:lnTo>
                  <a:pt x="102108" y="839724"/>
                </a:lnTo>
                <a:lnTo>
                  <a:pt x="79527" y="838568"/>
                </a:lnTo>
                <a:lnTo>
                  <a:pt x="28956" y="819912"/>
                </a:lnTo>
                <a:lnTo>
                  <a:pt x="9144" y="777240"/>
                </a:lnTo>
                <a:lnTo>
                  <a:pt x="10312" y="764095"/>
                </a:lnTo>
                <a:lnTo>
                  <a:pt x="43218" y="724814"/>
                </a:lnTo>
                <a:lnTo>
                  <a:pt x="81457" y="714616"/>
                </a:lnTo>
                <a:lnTo>
                  <a:pt x="105156" y="713232"/>
                </a:lnTo>
                <a:lnTo>
                  <a:pt x="127457" y="714375"/>
                </a:lnTo>
                <a:lnTo>
                  <a:pt x="175260" y="731520"/>
                </a:lnTo>
                <a:lnTo>
                  <a:pt x="192468" y="752284"/>
                </a:lnTo>
                <a:lnTo>
                  <a:pt x="196684" y="764095"/>
                </a:lnTo>
                <a:lnTo>
                  <a:pt x="198120" y="777240"/>
                </a:lnTo>
                <a:lnTo>
                  <a:pt x="198120" y="737260"/>
                </a:lnTo>
                <a:lnTo>
                  <a:pt x="161036" y="695782"/>
                </a:lnTo>
                <a:lnTo>
                  <a:pt x="123837" y="681443"/>
                </a:lnTo>
                <a:lnTo>
                  <a:pt x="102108" y="679704"/>
                </a:lnTo>
                <a:lnTo>
                  <a:pt x="81241" y="681443"/>
                </a:lnTo>
                <a:lnTo>
                  <a:pt x="44665" y="695782"/>
                </a:lnTo>
                <a:lnTo>
                  <a:pt x="16065" y="723188"/>
                </a:lnTo>
                <a:lnTo>
                  <a:pt x="1612" y="757529"/>
                </a:lnTo>
                <a:lnTo>
                  <a:pt x="0" y="774192"/>
                </a:lnTo>
                <a:lnTo>
                  <a:pt x="14135" y="826706"/>
                </a:lnTo>
                <a:lnTo>
                  <a:pt x="41668" y="855256"/>
                </a:lnTo>
                <a:lnTo>
                  <a:pt x="79476" y="871258"/>
                </a:lnTo>
                <a:lnTo>
                  <a:pt x="102108" y="873252"/>
                </a:lnTo>
                <a:lnTo>
                  <a:pt x="124053" y="871537"/>
                </a:lnTo>
                <a:lnTo>
                  <a:pt x="144018" y="866394"/>
                </a:lnTo>
                <a:lnTo>
                  <a:pt x="161683" y="857821"/>
                </a:lnTo>
                <a:lnTo>
                  <a:pt x="176784" y="845820"/>
                </a:lnTo>
                <a:lnTo>
                  <a:pt x="182270" y="839724"/>
                </a:lnTo>
                <a:lnTo>
                  <a:pt x="189903" y="831253"/>
                </a:lnTo>
                <a:lnTo>
                  <a:pt x="199453" y="814959"/>
                </a:lnTo>
                <a:lnTo>
                  <a:pt x="205282" y="796963"/>
                </a:lnTo>
                <a:lnTo>
                  <a:pt x="207264" y="777240"/>
                </a:lnTo>
                <a:close/>
              </a:path>
              <a:path extrusionOk="0" h="873759" w="266700">
                <a:moveTo>
                  <a:pt x="249923" y="44196"/>
                </a:moveTo>
                <a:lnTo>
                  <a:pt x="228587" y="10668"/>
                </a:lnTo>
                <a:lnTo>
                  <a:pt x="201155" y="0"/>
                </a:lnTo>
                <a:lnTo>
                  <a:pt x="192011" y="0"/>
                </a:lnTo>
                <a:lnTo>
                  <a:pt x="185915" y="3048"/>
                </a:lnTo>
                <a:lnTo>
                  <a:pt x="179819" y="7620"/>
                </a:lnTo>
                <a:lnTo>
                  <a:pt x="173723" y="13716"/>
                </a:lnTo>
                <a:lnTo>
                  <a:pt x="172199" y="18288"/>
                </a:lnTo>
                <a:lnTo>
                  <a:pt x="172199" y="30480"/>
                </a:lnTo>
                <a:lnTo>
                  <a:pt x="173723" y="35052"/>
                </a:lnTo>
                <a:lnTo>
                  <a:pt x="176771" y="39624"/>
                </a:lnTo>
                <a:lnTo>
                  <a:pt x="179819" y="42672"/>
                </a:lnTo>
                <a:lnTo>
                  <a:pt x="184391" y="44196"/>
                </a:lnTo>
                <a:lnTo>
                  <a:pt x="193535" y="44196"/>
                </a:lnTo>
                <a:lnTo>
                  <a:pt x="204203" y="25908"/>
                </a:lnTo>
                <a:lnTo>
                  <a:pt x="204203" y="24384"/>
                </a:lnTo>
                <a:lnTo>
                  <a:pt x="201155" y="21336"/>
                </a:lnTo>
                <a:lnTo>
                  <a:pt x="201155" y="16764"/>
                </a:lnTo>
                <a:lnTo>
                  <a:pt x="204203" y="13716"/>
                </a:lnTo>
                <a:lnTo>
                  <a:pt x="214871" y="13716"/>
                </a:lnTo>
                <a:lnTo>
                  <a:pt x="220967" y="16764"/>
                </a:lnTo>
                <a:lnTo>
                  <a:pt x="228587" y="22860"/>
                </a:lnTo>
                <a:lnTo>
                  <a:pt x="234683" y="27432"/>
                </a:lnTo>
                <a:lnTo>
                  <a:pt x="239255" y="35052"/>
                </a:lnTo>
                <a:lnTo>
                  <a:pt x="242303" y="44196"/>
                </a:lnTo>
                <a:lnTo>
                  <a:pt x="249923" y="44196"/>
                </a:lnTo>
                <a:close/>
              </a:path>
              <a:path extrusionOk="0" h="873759" w="266700">
                <a:moveTo>
                  <a:pt x="266687" y="368808"/>
                </a:moveTo>
                <a:lnTo>
                  <a:pt x="262115" y="368808"/>
                </a:lnTo>
                <a:lnTo>
                  <a:pt x="262064" y="376669"/>
                </a:lnTo>
                <a:lnTo>
                  <a:pt x="260591" y="382524"/>
                </a:lnTo>
                <a:lnTo>
                  <a:pt x="259067" y="384048"/>
                </a:lnTo>
                <a:lnTo>
                  <a:pt x="257543" y="387096"/>
                </a:lnTo>
                <a:lnTo>
                  <a:pt x="256019" y="388620"/>
                </a:lnTo>
                <a:lnTo>
                  <a:pt x="249923" y="391668"/>
                </a:lnTo>
                <a:lnTo>
                  <a:pt x="193535" y="391668"/>
                </a:lnTo>
                <a:lnTo>
                  <a:pt x="198107" y="387096"/>
                </a:lnTo>
                <a:lnTo>
                  <a:pt x="198196" y="386867"/>
                </a:lnTo>
                <a:lnTo>
                  <a:pt x="199631" y="382524"/>
                </a:lnTo>
                <a:lnTo>
                  <a:pt x="204203" y="373380"/>
                </a:lnTo>
                <a:lnTo>
                  <a:pt x="205727" y="367284"/>
                </a:lnTo>
                <a:lnTo>
                  <a:pt x="205727" y="361188"/>
                </a:lnTo>
                <a:lnTo>
                  <a:pt x="204584" y="349186"/>
                </a:lnTo>
                <a:lnTo>
                  <a:pt x="201155" y="338328"/>
                </a:lnTo>
                <a:lnTo>
                  <a:pt x="196583" y="330555"/>
                </a:lnTo>
                <a:lnTo>
                  <a:pt x="196583" y="361188"/>
                </a:lnTo>
                <a:lnTo>
                  <a:pt x="196583" y="368808"/>
                </a:lnTo>
                <a:lnTo>
                  <a:pt x="193535" y="374904"/>
                </a:lnTo>
                <a:lnTo>
                  <a:pt x="188963" y="381000"/>
                </a:lnTo>
                <a:lnTo>
                  <a:pt x="185915" y="385572"/>
                </a:lnTo>
                <a:lnTo>
                  <a:pt x="179819" y="390144"/>
                </a:lnTo>
                <a:lnTo>
                  <a:pt x="175247" y="390144"/>
                </a:lnTo>
                <a:lnTo>
                  <a:pt x="172199" y="391668"/>
                </a:lnTo>
                <a:lnTo>
                  <a:pt x="105143" y="391668"/>
                </a:lnTo>
                <a:lnTo>
                  <a:pt x="95999" y="384048"/>
                </a:lnTo>
                <a:lnTo>
                  <a:pt x="91427" y="377952"/>
                </a:lnTo>
                <a:lnTo>
                  <a:pt x="89903" y="374904"/>
                </a:lnTo>
                <a:lnTo>
                  <a:pt x="86855" y="370332"/>
                </a:lnTo>
                <a:lnTo>
                  <a:pt x="86855" y="352044"/>
                </a:lnTo>
                <a:lnTo>
                  <a:pt x="89903" y="344424"/>
                </a:lnTo>
                <a:lnTo>
                  <a:pt x="97523" y="338328"/>
                </a:lnTo>
                <a:lnTo>
                  <a:pt x="106387" y="332333"/>
                </a:lnTo>
                <a:lnTo>
                  <a:pt x="116954" y="328041"/>
                </a:lnTo>
                <a:lnTo>
                  <a:pt x="129362" y="325450"/>
                </a:lnTo>
                <a:lnTo>
                  <a:pt x="129641" y="325450"/>
                </a:lnTo>
                <a:lnTo>
                  <a:pt x="143243" y="324612"/>
                </a:lnTo>
                <a:lnTo>
                  <a:pt x="184391" y="336804"/>
                </a:lnTo>
                <a:lnTo>
                  <a:pt x="196583" y="361188"/>
                </a:lnTo>
                <a:lnTo>
                  <a:pt x="196583" y="330555"/>
                </a:lnTo>
                <a:lnTo>
                  <a:pt x="195440" y="328612"/>
                </a:lnTo>
                <a:lnTo>
                  <a:pt x="191706" y="324612"/>
                </a:lnTo>
                <a:lnTo>
                  <a:pt x="187439" y="320040"/>
                </a:lnTo>
                <a:lnTo>
                  <a:pt x="175183" y="311810"/>
                </a:lnTo>
                <a:lnTo>
                  <a:pt x="161340" y="305562"/>
                </a:lnTo>
                <a:lnTo>
                  <a:pt x="146088" y="301612"/>
                </a:lnTo>
                <a:lnTo>
                  <a:pt x="129527" y="300228"/>
                </a:lnTo>
                <a:lnTo>
                  <a:pt x="115265" y="301358"/>
                </a:lnTo>
                <a:lnTo>
                  <a:pt x="73888" y="324167"/>
                </a:lnTo>
                <a:lnTo>
                  <a:pt x="69049" y="332333"/>
                </a:lnTo>
                <a:lnTo>
                  <a:pt x="66408" y="340791"/>
                </a:lnTo>
                <a:lnTo>
                  <a:pt x="66319" y="341693"/>
                </a:lnTo>
                <a:lnTo>
                  <a:pt x="65646" y="349186"/>
                </a:lnTo>
                <a:lnTo>
                  <a:pt x="65519" y="358140"/>
                </a:lnTo>
                <a:lnTo>
                  <a:pt x="67043" y="364236"/>
                </a:lnTo>
                <a:lnTo>
                  <a:pt x="95999" y="391668"/>
                </a:lnTo>
                <a:lnTo>
                  <a:pt x="65519" y="391668"/>
                </a:lnTo>
                <a:lnTo>
                  <a:pt x="65519" y="397764"/>
                </a:lnTo>
                <a:lnTo>
                  <a:pt x="82283" y="438912"/>
                </a:lnTo>
                <a:lnTo>
                  <a:pt x="86855" y="437388"/>
                </a:lnTo>
                <a:lnTo>
                  <a:pt x="83807" y="431292"/>
                </a:lnTo>
                <a:lnTo>
                  <a:pt x="83807" y="425196"/>
                </a:lnTo>
                <a:lnTo>
                  <a:pt x="85331" y="423672"/>
                </a:lnTo>
                <a:lnTo>
                  <a:pt x="85331" y="422148"/>
                </a:lnTo>
                <a:lnTo>
                  <a:pt x="86855" y="419100"/>
                </a:lnTo>
                <a:lnTo>
                  <a:pt x="88379" y="419100"/>
                </a:lnTo>
                <a:lnTo>
                  <a:pt x="91427" y="417576"/>
                </a:lnTo>
                <a:lnTo>
                  <a:pt x="92951" y="417576"/>
                </a:lnTo>
                <a:lnTo>
                  <a:pt x="99047" y="416052"/>
                </a:lnTo>
                <a:lnTo>
                  <a:pt x="245351" y="416052"/>
                </a:lnTo>
                <a:lnTo>
                  <a:pt x="251447" y="417576"/>
                </a:lnTo>
                <a:lnTo>
                  <a:pt x="252971" y="417576"/>
                </a:lnTo>
                <a:lnTo>
                  <a:pt x="256019" y="419100"/>
                </a:lnTo>
                <a:lnTo>
                  <a:pt x="259067" y="422148"/>
                </a:lnTo>
                <a:lnTo>
                  <a:pt x="262115" y="431292"/>
                </a:lnTo>
                <a:lnTo>
                  <a:pt x="262115" y="440436"/>
                </a:lnTo>
                <a:lnTo>
                  <a:pt x="266687" y="440436"/>
                </a:lnTo>
                <a:lnTo>
                  <a:pt x="266687" y="416052"/>
                </a:lnTo>
                <a:lnTo>
                  <a:pt x="266687" y="3688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" name="Google Shape;577;p14"/>
          <p:cNvGrpSpPr/>
          <p:nvPr/>
        </p:nvGrpSpPr>
        <p:grpSpPr>
          <a:xfrm>
            <a:off x="4876800" y="6739128"/>
            <a:ext cx="271780" cy="224028"/>
            <a:chOff x="4876800" y="6739128"/>
            <a:chExt cx="271780" cy="224028"/>
          </a:xfrm>
        </p:grpSpPr>
        <p:pic>
          <p:nvPicPr>
            <p:cNvPr id="578" name="Google Shape;578;p14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4882895" y="6853428"/>
              <a:ext cx="204215" cy="10972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9" name="Google Shape;579;p14"/>
            <p:cNvSpPr/>
            <p:nvPr/>
          </p:nvSpPr>
          <p:spPr>
            <a:xfrm>
              <a:off x="4876800" y="6739128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271272" y="80772"/>
                  </a:moveTo>
                  <a:lnTo>
                    <a:pt x="265175" y="80772"/>
                  </a:lnTo>
                  <a:lnTo>
                    <a:pt x="259175" y="71937"/>
                  </a:lnTo>
                  <a:lnTo>
                    <a:pt x="252603" y="63817"/>
                  </a:lnTo>
                  <a:lnTo>
                    <a:pt x="217932" y="40195"/>
                  </a:lnTo>
                  <a:lnTo>
                    <a:pt x="180689" y="30646"/>
                  </a:lnTo>
                  <a:lnTo>
                    <a:pt x="138684" y="27432"/>
                  </a:lnTo>
                  <a:lnTo>
                    <a:pt x="123872" y="27717"/>
                  </a:lnTo>
                  <a:lnTo>
                    <a:pt x="82296" y="32004"/>
                  </a:lnTo>
                  <a:lnTo>
                    <a:pt x="38290" y="48196"/>
                  </a:lnTo>
                  <a:lnTo>
                    <a:pt x="6096" y="80772"/>
                  </a:lnTo>
                  <a:lnTo>
                    <a:pt x="0" y="80772"/>
                  </a:lnTo>
                  <a:lnTo>
                    <a:pt x="24384" y="42672"/>
                  </a:lnTo>
                  <a:lnTo>
                    <a:pt x="61245" y="16954"/>
                  </a:lnTo>
                  <a:lnTo>
                    <a:pt x="104394" y="2476"/>
                  </a:lnTo>
                  <a:lnTo>
                    <a:pt x="134112" y="0"/>
                  </a:lnTo>
                  <a:lnTo>
                    <a:pt x="156424" y="1404"/>
                  </a:lnTo>
                  <a:lnTo>
                    <a:pt x="198191" y="12215"/>
                  </a:lnTo>
                  <a:lnTo>
                    <a:pt x="235053" y="33623"/>
                  </a:lnTo>
                  <a:lnTo>
                    <a:pt x="261866" y="63341"/>
                  </a:lnTo>
                  <a:lnTo>
                    <a:pt x="271272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" name="Google Shape;580;p14"/>
          <p:cNvGrpSpPr/>
          <p:nvPr/>
        </p:nvGrpSpPr>
        <p:grpSpPr>
          <a:xfrm>
            <a:off x="4885944" y="6097524"/>
            <a:ext cx="201167" cy="553212"/>
            <a:chOff x="4885944" y="6097524"/>
            <a:chExt cx="201167" cy="553212"/>
          </a:xfrm>
        </p:grpSpPr>
        <p:pic>
          <p:nvPicPr>
            <p:cNvPr id="581" name="Google Shape;581;p14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4885944" y="6451092"/>
              <a:ext cx="198119" cy="1996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2" name="Google Shape;582;p14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4905755" y="6097524"/>
              <a:ext cx="181356" cy="33375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3" name="Google Shape;583;p14"/>
          <p:cNvGrpSpPr/>
          <p:nvPr/>
        </p:nvGrpSpPr>
        <p:grpSpPr>
          <a:xfrm>
            <a:off x="4876800" y="5448300"/>
            <a:ext cx="271270" cy="574548"/>
            <a:chOff x="4876800" y="5448300"/>
            <a:chExt cx="271270" cy="574548"/>
          </a:xfrm>
        </p:grpSpPr>
        <p:pic>
          <p:nvPicPr>
            <p:cNvPr id="584" name="Google Shape;584;p14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4946903" y="5882640"/>
              <a:ext cx="201167" cy="1402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5" name="Google Shape;585;p14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4876800" y="5448300"/>
              <a:ext cx="254507" cy="41300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6" name="Google Shape;586;p14"/>
          <p:cNvGrpSpPr/>
          <p:nvPr/>
        </p:nvGrpSpPr>
        <p:grpSpPr>
          <a:xfrm>
            <a:off x="4876800" y="5128260"/>
            <a:ext cx="271780" cy="231648"/>
            <a:chOff x="4876800" y="5128260"/>
            <a:chExt cx="271780" cy="231648"/>
          </a:xfrm>
        </p:grpSpPr>
        <p:pic>
          <p:nvPicPr>
            <p:cNvPr id="587" name="Google Shape;587;p14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4882896" y="5227320"/>
              <a:ext cx="201168" cy="1325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8" name="Google Shape;588;p14"/>
            <p:cNvSpPr/>
            <p:nvPr/>
          </p:nvSpPr>
          <p:spPr>
            <a:xfrm>
              <a:off x="4876800" y="5128260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271272" y="80771"/>
                  </a:moveTo>
                  <a:lnTo>
                    <a:pt x="265175" y="80771"/>
                  </a:lnTo>
                  <a:lnTo>
                    <a:pt x="259175" y="72175"/>
                  </a:lnTo>
                  <a:lnTo>
                    <a:pt x="252603" y="64579"/>
                  </a:lnTo>
                  <a:lnTo>
                    <a:pt x="217932" y="40957"/>
                  </a:lnTo>
                  <a:lnTo>
                    <a:pt x="180689" y="31289"/>
                  </a:lnTo>
                  <a:lnTo>
                    <a:pt x="138684" y="27431"/>
                  </a:lnTo>
                  <a:lnTo>
                    <a:pt x="123872" y="27741"/>
                  </a:lnTo>
                  <a:lnTo>
                    <a:pt x="109347" y="28765"/>
                  </a:lnTo>
                  <a:lnTo>
                    <a:pt x="95392" y="30646"/>
                  </a:lnTo>
                  <a:lnTo>
                    <a:pt x="82296" y="33527"/>
                  </a:lnTo>
                  <a:lnTo>
                    <a:pt x="72580" y="34956"/>
                  </a:lnTo>
                  <a:lnTo>
                    <a:pt x="64008" y="36956"/>
                  </a:lnTo>
                  <a:lnTo>
                    <a:pt x="56578" y="39528"/>
                  </a:lnTo>
                  <a:lnTo>
                    <a:pt x="50292" y="42671"/>
                  </a:lnTo>
                  <a:lnTo>
                    <a:pt x="44362" y="45243"/>
                  </a:lnTo>
                  <a:lnTo>
                    <a:pt x="10929" y="73961"/>
                  </a:lnTo>
                  <a:lnTo>
                    <a:pt x="6096" y="80771"/>
                  </a:lnTo>
                  <a:lnTo>
                    <a:pt x="0" y="80771"/>
                  </a:lnTo>
                  <a:lnTo>
                    <a:pt x="24384" y="44195"/>
                  </a:lnTo>
                  <a:lnTo>
                    <a:pt x="61245" y="18478"/>
                  </a:lnTo>
                  <a:lnTo>
                    <a:pt x="104394" y="3238"/>
                  </a:lnTo>
                  <a:lnTo>
                    <a:pt x="134112" y="0"/>
                  </a:lnTo>
                  <a:lnTo>
                    <a:pt x="156424" y="1428"/>
                  </a:lnTo>
                  <a:lnTo>
                    <a:pt x="198191" y="12858"/>
                  </a:lnTo>
                  <a:lnTo>
                    <a:pt x="235053" y="35123"/>
                  </a:lnTo>
                  <a:lnTo>
                    <a:pt x="261866" y="64222"/>
                  </a:lnTo>
                  <a:lnTo>
                    <a:pt x="271272" y="807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89" name="Google Shape;589;p14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4876800" y="3773423"/>
            <a:ext cx="254507" cy="1258823"/>
          </a:xfrm>
          <a:prstGeom prst="rect">
            <a:avLst/>
          </a:prstGeom>
          <a:noFill/>
          <a:ln>
            <a:noFill/>
          </a:ln>
        </p:spPr>
      </p:pic>
      <p:pic>
        <p:nvPicPr>
          <p:cNvPr id="590" name="Google Shape;590;p14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4876800" y="3259836"/>
            <a:ext cx="210312" cy="4190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1" name="Google Shape;591;p14"/>
          <p:cNvGrpSpPr/>
          <p:nvPr/>
        </p:nvGrpSpPr>
        <p:grpSpPr>
          <a:xfrm>
            <a:off x="4876799" y="2851404"/>
            <a:ext cx="271780" cy="328168"/>
            <a:chOff x="4876799" y="2851404"/>
            <a:chExt cx="271780" cy="328168"/>
          </a:xfrm>
        </p:grpSpPr>
        <p:sp>
          <p:nvSpPr>
            <p:cNvPr id="592" name="Google Shape;592;p14"/>
            <p:cNvSpPr/>
            <p:nvPr/>
          </p:nvSpPr>
          <p:spPr>
            <a:xfrm>
              <a:off x="4876799" y="3098292"/>
              <a:ext cx="271780" cy="81280"/>
            </a:xfrm>
            <a:custGeom>
              <a:rect b="b" l="l" r="r" t="t"/>
              <a:pathLst>
                <a:path extrusionOk="0" h="81280" w="271779">
                  <a:moveTo>
                    <a:pt x="135635" y="80771"/>
                  </a:moveTo>
                  <a:lnTo>
                    <a:pt x="92201" y="75056"/>
                  </a:lnTo>
                  <a:lnTo>
                    <a:pt x="53339" y="57911"/>
                  </a:lnTo>
                  <a:lnTo>
                    <a:pt x="20955" y="31813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11215" y="8596"/>
                  </a:lnTo>
                  <a:lnTo>
                    <a:pt x="17335" y="16192"/>
                  </a:lnTo>
                  <a:lnTo>
                    <a:pt x="51816" y="39242"/>
                  </a:lnTo>
                  <a:lnTo>
                    <a:pt x="89058" y="49482"/>
                  </a:lnTo>
                  <a:lnTo>
                    <a:pt x="131063" y="53339"/>
                  </a:lnTo>
                  <a:lnTo>
                    <a:pt x="146518" y="53030"/>
                  </a:lnTo>
                  <a:lnTo>
                    <a:pt x="160972" y="52006"/>
                  </a:lnTo>
                  <a:lnTo>
                    <a:pt x="174569" y="50125"/>
                  </a:lnTo>
                  <a:lnTo>
                    <a:pt x="187451" y="47243"/>
                  </a:lnTo>
                  <a:lnTo>
                    <a:pt x="197167" y="45815"/>
                  </a:lnTo>
                  <a:lnTo>
                    <a:pt x="205739" y="43814"/>
                  </a:lnTo>
                  <a:lnTo>
                    <a:pt x="213169" y="41243"/>
                  </a:lnTo>
                  <a:lnTo>
                    <a:pt x="219455" y="38099"/>
                  </a:lnTo>
                  <a:lnTo>
                    <a:pt x="225409" y="35528"/>
                  </a:lnTo>
                  <a:lnTo>
                    <a:pt x="265175" y="0"/>
                  </a:lnTo>
                  <a:lnTo>
                    <a:pt x="271271" y="0"/>
                  </a:lnTo>
                  <a:lnTo>
                    <a:pt x="245363" y="36575"/>
                  </a:lnTo>
                  <a:lnTo>
                    <a:pt x="208502" y="62293"/>
                  </a:lnTo>
                  <a:lnTo>
                    <a:pt x="165353" y="77533"/>
                  </a:lnTo>
                  <a:lnTo>
                    <a:pt x="150494" y="79938"/>
                  </a:lnTo>
                  <a:lnTo>
                    <a:pt x="135635" y="807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93" name="Google Shape;593;p14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4885944" y="2961131"/>
              <a:ext cx="201168" cy="1127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4" name="Google Shape;594;p14"/>
            <p:cNvSpPr/>
            <p:nvPr/>
          </p:nvSpPr>
          <p:spPr>
            <a:xfrm>
              <a:off x="4876799" y="2851404"/>
              <a:ext cx="271780" cy="81280"/>
            </a:xfrm>
            <a:custGeom>
              <a:rect b="b" l="l" r="r" t="t"/>
              <a:pathLst>
                <a:path extrusionOk="0" h="81280" w="271779">
                  <a:moveTo>
                    <a:pt x="271272" y="80772"/>
                  </a:moveTo>
                  <a:lnTo>
                    <a:pt x="265175" y="80772"/>
                  </a:lnTo>
                  <a:lnTo>
                    <a:pt x="259175" y="72175"/>
                  </a:lnTo>
                  <a:lnTo>
                    <a:pt x="252603" y="64579"/>
                  </a:lnTo>
                  <a:lnTo>
                    <a:pt x="217932" y="40386"/>
                  </a:lnTo>
                  <a:lnTo>
                    <a:pt x="180689" y="30646"/>
                  </a:lnTo>
                  <a:lnTo>
                    <a:pt x="138684" y="27432"/>
                  </a:lnTo>
                  <a:lnTo>
                    <a:pt x="123872" y="27717"/>
                  </a:lnTo>
                  <a:lnTo>
                    <a:pt x="82296" y="32004"/>
                  </a:lnTo>
                  <a:lnTo>
                    <a:pt x="50292" y="42672"/>
                  </a:lnTo>
                  <a:lnTo>
                    <a:pt x="44362" y="45243"/>
                  </a:lnTo>
                  <a:lnTo>
                    <a:pt x="10929" y="73961"/>
                  </a:lnTo>
                  <a:lnTo>
                    <a:pt x="6096" y="80772"/>
                  </a:lnTo>
                  <a:lnTo>
                    <a:pt x="0" y="80772"/>
                  </a:lnTo>
                  <a:lnTo>
                    <a:pt x="24384" y="44196"/>
                  </a:lnTo>
                  <a:lnTo>
                    <a:pt x="61245" y="18478"/>
                  </a:lnTo>
                  <a:lnTo>
                    <a:pt x="104394" y="3238"/>
                  </a:lnTo>
                  <a:lnTo>
                    <a:pt x="134112" y="0"/>
                  </a:lnTo>
                  <a:lnTo>
                    <a:pt x="156424" y="1428"/>
                  </a:lnTo>
                  <a:lnTo>
                    <a:pt x="198191" y="12858"/>
                  </a:lnTo>
                  <a:lnTo>
                    <a:pt x="235053" y="34909"/>
                  </a:lnTo>
                  <a:lnTo>
                    <a:pt x="261866" y="63579"/>
                  </a:lnTo>
                  <a:lnTo>
                    <a:pt x="271272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" name="Google Shape;595;p14"/>
          <p:cNvSpPr/>
          <p:nvPr/>
        </p:nvSpPr>
        <p:spPr>
          <a:xfrm>
            <a:off x="4885944" y="1751076"/>
            <a:ext cx="262255" cy="1009015"/>
          </a:xfrm>
          <a:custGeom>
            <a:rect b="b" l="l" r="r" t="t"/>
            <a:pathLst>
              <a:path extrusionOk="0" h="1009014" w="262254">
                <a:moveTo>
                  <a:pt x="198107" y="394716"/>
                </a:moveTo>
                <a:lnTo>
                  <a:pt x="193535" y="394716"/>
                </a:lnTo>
                <a:lnTo>
                  <a:pt x="193535" y="400812"/>
                </a:lnTo>
                <a:lnTo>
                  <a:pt x="188963" y="409956"/>
                </a:lnTo>
                <a:lnTo>
                  <a:pt x="187439" y="411480"/>
                </a:lnTo>
                <a:lnTo>
                  <a:pt x="184391" y="411480"/>
                </a:lnTo>
                <a:lnTo>
                  <a:pt x="181343" y="413004"/>
                </a:lnTo>
                <a:lnTo>
                  <a:pt x="175247" y="414528"/>
                </a:lnTo>
                <a:lnTo>
                  <a:pt x="101168" y="414578"/>
                </a:lnTo>
                <a:lnTo>
                  <a:pt x="93903" y="414909"/>
                </a:lnTo>
                <a:lnTo>
                  <a:pt x="88074" y="415823"/>
                </a:lnTo>
                <a:lnTo>
                  <a:pt x="83807" y="417576"/>
                </a:lnTo>
                <a:lnTo>
                  <a:pt x="74663" y="420624"/>
                </a:lnTo>
                <a:lnTo>
                  <a:pt x="68567" y="425196"/>
                </a:lnTo>
                <a:lnTo>
                  <a:pt x="65519" y="429768"/>
                </a:lnTo>
                <a:lnTo>
                  <a:pt x="62471" y="435864"/>
                </a:lnTo>
                <a:lnTo>
                  <a:pt x="60947" y="441960"/>
                </a:lnTo>
                <a:lnTo>
                  <a:pt x="60947" y="455676"/>
                </a:lnTo>
                <a:lnTo>
                  <a:pt x="89903" y="493776"/>
                </a:lnTo>
                <a:lnTo>
                  <a:pt x="82689" y="496112"/>
                </a:lnTo>
                <a:lnTo>
                  <a:pt x="60947" y="518160"/>
                </a:lnTo>
                <a:lnTo>
                  <a:pt x="60947" y="536448"/>
                </a:lnTo>
                <a:lnTo>
                  <a:pt x="63995" y="542544"/>
                </a:lnTo>
                <a:lnTo>
                  <a:pt x="65519" y="547116"/>
                </a:lnTo>
                <a:lnTo>
                  <a:pt x="71615" y="556260"/>
                </a:lnTo>
                <a:lnTo>
                  <a:pt x="73139" y="557784"/>
                </a:lnTo>
                <a:lnTo>
                  <a:pt x="79235" y="562356"/>
                </a:lnTo>
                <a:lnTo>
                  <a:pt x="89903" y="573024"/>
                </a:lnTo>
                <a:lnTo>
                  <a:pt x="60947" y="573024"/>
                </a:lnTo>
                <a:lnTo>
                  <a:pt x="60947" y="579120"/>
                </a:lnTo>
                <a:lnTo>
                  <a:pt x="77711" y="620268"/>
                </a:lnTo>
                <a:lnTo>
                  <a:pt x="82283" y="617220"/>
                </a:lnTo>
                <a:lnTo>
                  <a:pt x="79235" y="611124"/>
                </a:lnTo>
                <a:lnTo>
                  <a:pt x="79235" y="605028"/>
                </a:lnTo>
                <a:lnTo>
                  <a:pt x="80759" y="603504"/>
                </a:lnTo>
                <a:lnTo>
                  <a:pt x="80759" y="601980"/>
                </a:lnTo>
                <a:lnTo>
                  <a:pt x="82283" y="600456"/>
                </a:lnTo>
                <a:lnTo>
                  <a:pt x="85331" y="598932"/>
                </a:lnTo>
                <a:lnTo>
                  <a:pt x="88379" y="598932"/>
                </a:lnTo>
                <a:lnTo>
                  <a:pt x="92697" y="598055"/>
                </a:lnTo>
                <a:lnTo>
                  <a:pt x="98856" y="597598"/>
                </a:lnTo>
                <a:lnTo>
                  <a:pt x="117335" y="597408"/>
                </a:lnTo>
                <a:lnTo>
                  <a:pt x="181343" y="597408"/>
                </a:lnTo>
                <a:lnTo>
                  <a:pt x="187439" y="600456"/>
                </a:lnTo>
                <a:lnTo>
                  <a:pt x="190487" y="603504"/>
                </a:lnTo>
                <a:lnTo>
                  <a:pt x="192011" y="606552"/>
                </a:lnTo>
                <a:lnTo>
                  <a:pt x="193535" y="611124"/>
                </a:lnTo>
                <a:lnTo>
                  <a:pt x="193535" y="617220"/>
                </a:lnTo>
                <a:lnTo>
                  <a:pt x="198107" y="617220"/>
                </a:lnTo>
                <a:lnTo>
                  <a:pt x="198107" y="553212"/>
                </a:lnTo>
                <a:lnTo>
                  <a:pt x="193535" y="553212"/>
                </a:lnTo>
                <a:lnTo>
                  <a:pt x="193535" y="559308"/>
                </a:lnTo>
                <a:lnTo>
                  <a:pt x="192011" y="563880"/>
                </a:lnTo>
                <a:lnTo>
                  <a:pt x="190487" y="565404"/>
                </a:lnTo>
                <a:lnTo>
                  <a:pt x="188963" y="568452"/>
                </a:lnTo>
                <a:lnTo>
                  <a:pt x="187439" y="569976"/>
                </a:lnTo>
                <a:lnTo>
                  <a:pt x="184391" y="571500"/>
                </a:lnTo>
                <a:lnTo>
                  <a:pt x="181343" y="571500"/>
                </a:lnTo>
                <a:lnTo>
                  <a:pt x="176771" y="573024"/>
                </a:lnTo>
                <a:lnTo>
                  <a:pt x="95999" y="573024"/>
                </a:lnTo>
                <a:lnTo>
                  <a:pt x="91427" y="568452"/>
                </a:lnTo>
                <a:lnTo>
                  <a:pt x="86855" y="562356"/>
                </a:lnTo>
                <a:lnTo>
                  <a:pt x="82283" y="554736"/>
                </a:lnTo>
                <a:lnTo>
                  <a:pt x="79235" y="550164"/>
                </a:lnTo>
                <a:lnTo>
                  <a:pt x="79235" y="531876"/>
                </a:lnTo>
                <a:lnTo>
                  <a:pt x="82283" y="525780"/>
                </a:lnTo>
                <a:lnTo>
                  <a:pt x="91427" y="519684"/>
                </a:lnTo>
                <a:lnTo>
                  <a:pt x="99047" y="518160"/>
                </a:lnTo>
                <a:lnTo>
                  <a:pt x="181343" y="518160"/>
                </a:lnTo>
                <a:lnTo>
                  <a:pt x="185915" y="519684"/>
                </a:lnTo>
                <a:lnTo>
                  <a:pt x="188963" y="521208"/>
                </a:lnTo>
                <a:lnTo>
                  <a:pt x="190487" y="524256"/>
                </a:lnTo>
                <a:lnTo>
                  <a:pt x="192011" y="525780"/>
                </a:lnTo>
                <a:lnTo>
                  <a:pt x="193535" y="530352"/>
                </a:lnTo>
                <a:lnTo>
                  <a:pt x="193535" y="537972"/>
                </a:lnTo>
                <a:lnTo>
                  <a:pt x="198107" y="537972"/>
                </a:lnTo>
                <a:lnTo>
                  <a:pt x="198107" y="473964"/>
                </a:lnTo>
                <a:lnTo>
                  <a:pt x="193535" y="473964"/>
                </a:lnTo>
                <a:lnTo>
                  <a:pt x="193535" y="480060"/>
                </a:lnTo>
                <a:lnTo>
                  <a:pt x="192011" y="484632"/>
                </a:lnTo>
                <a:lnTo>
                  <a:pt x="190487" y="486156"/>
                </a:lnTo>
                <a:lnTo>
                  <a:pt x="188963" y="489204"/>
                </a:lnTo>
                <a:lnTo>
                  <a:pt x="187439" y="490728"/>
                </a:lnTo>
                <a:lnTo>
                  <a:pt x="184391" y="492252"/>
                </a:lnTo>
                <a:lnTo>
                  <a:pt x="182867" y="492252"/>
                </a:lnTo>
                <a:lnTo>
                  <a:pt x="176771" y="493776"/>
                </a:lnTo>
                <a:lnTo>
                  <a:pt x="95999" y="493776"/>
                </a:lnTo>
                <a:lnTo>
                  <a:pt x="89903" y="486156"/>
                </a:lnTo>
                <a:lnTo>
                  <a:pt x="85331" y="480060"/>
                </a:lnTo>
                <a:lnTo>
                  <a:pt x="82283" y="475488"/>
                </a:lnTo>
                <a:lnTo>
                  <a:pt x="79235" y="469392"/>
                </a:lnTo>
                <a:lnTo>
                  <a:pt x="79235" y="451104"/>
                </a:lnTo>
                <a:lnTo>
                  <a:pt x="82283" y="446532"/>
                </a:lnTo>
                <a:lnTo>
                  <a:pt x="88379" y="441960"/>
                </a:lnTo>
                <a:lnTo>
                  <a:pt x="91427" y="440436"/>
                </a:lnTo>
                <a:lnTo>
                  <a:pt x="99047" y="438912"/>
                </a:lnTo>
                <a:lnTo>
                  <a:pt x="181343" y="438912"/>
                </a:lnTo>
                <a:lnTo>
                  <a:pt x="185915" y="440436"/>
                </a:lnTo>
                <a:lnTo>
                  <a:pt x="192011" y="446532"/>
                </a:lnTo>
                <a:lnTo>
                  <a:pt x="193535" y="451104"/>
                </a:lnTo>
                <a:lnTo>
                  <a:pt x="193535" y="458724"/>
                </a:lnTo>
                <a:lnTo>
                  <a:pt x="198107" y="458724"/>
                </a:lnTo>
                <a:lnTo>
                  <a:pt x="198107" y="394716"/>
                </a:lnTo>
                <a:close/>
              </a:path>
              <a:path extrusionOk="0" h="1009014" w="262254">
                <a:moveTo>
                  <a:pt x="198107" y="172212"/>
                </a:moveTo>
                <a:lnTo>
                  <a:pt x="193535" y="172212"/>
                </a:lnTo>
                <a:lnTo>
                  <a:pt x="193535" y="178308"/>
                </a:lnTo>
                <a:lnTo>
                  <a:pt x="192011" y="182880"/>
                </a:lnTo>
                <a:lnTo>
                  <a:pt x="190487" y="185928"/>
                </a:lnTo>
                <a:lnTo>
                  <a:pt x="187439" y="188976"/>
                </a:lnTo>
                <a:lnTo>
                  <a:pt x="185915" y="192024"/>
                </a:lnTo>
                <a:lnTo>
                  <a:pt x="179819" y="195072"/>
                </a:lnTo>
                <a:lnTo>
                  <a:pt x="173723" y="196596"/>
                </a:lnTo>
                <a:lnTo>
                  <a:pt x="105143" y="196596"/>
                </a:lnTo>
                <a:lnTo>
                  <a:pt x="95999" y="192024"/>
                </a:lnTo>
                <a:lnTo>
                  <a:pt x="88379" y="187452"/>
                </a:lnTo>
                <a:lnTo>
                  <a:pt x="83807" y="182880"/>
                </a:lnTo>
                <a:lnTo>
                  <a:pt x="82283" y="179832"/>
                </a:lnTo>
                <a:lnTo>
                  <a:pt x="82283" y="173736"/>
                </a:lnTo>
                <a:lnTo>
                  <a:pt x="83807" y="170688"/>
                </a:lnTo>
                <a:lnTo>
                  <a:pt x="86855" y="167640"/>
                </a:lnTo>
                <a:lnTo>
                  <a:pt x="92951" y="158496"/>
                </a:lnTo>
                <a:lnTo>
                  <a:pt x="92951" y="152400"/>
                </a:lnTo>
                <a:lnTo>
                  <a:pt x="91427" y="149352"/>
                </a:lnTo>
                <a:lnTo>
                  <a:pt x="88379" y="147828"/>
                </a:lnTo>
                <a:lnTo>
                  <a:pt x="85331" y="144780"/>
                </a:lnTo>
                <a:lnTo>
                  <a:pt x="73139" y="144780"/>
                </a:lnTo>
                <a:lnTo>
                  <a:pt x="68567" y="146304"/>
                </a:lnTo>
                <a:lnTo>
                  <a:pt x="62471" y="152400"/>
                </a:lnTo>
                <a:lnTo>
                  <a:pt x="60947" y="156972"/>
                </a:lnTo>
                <a:lnTo>
                  <a:pt x="60947" y="163068"/>
                </a:lnTo>
                <a:lnTo>
                  <a:pt x="62953" y="171094"/>
                </a:lnTo>
                <a:lnTo>
                  <a:pt x="68948" y="179260"/>
                </a:lnTo>
                <a:lnTo>
                  <a:pt x="78955" y="187718"/>
                </a:lnTo>
                <a:lnTo>
                  <a:pt x="92951" y="196596"/>
                </a:lnTo>
                <a:lnTo>
                  <a:pt x="60947" y="196596"/>
                </a:lnTo>
                <a:lnTo>
                  <a:pt x="60947" y="202692"/>
                </a:lnTo>
                <a:lnTo>
                  <a:pt x="77711" y="243840"/>
                </a:lnTo>
                <a:lnTo>
                  <a:pt x="82283" y="242316"/>
                </a:lnTo>
                <a:lnTo>
                  <a:pt x="80759" y="237744"/>
                </a:lnTo>
                <a:lnTo>
                  <a:pt x="79235" y="234696"/>
                </a:lnTo>
                <a:lnTo>
                  <a:pt x="79235" y="228600"/>
                </a:lnTo>
                <a:lnTo>
                  <a:pt x="80759" y="227076"/>
                </a:lnTo>
                <a:lnTo>
                  <a:pt x="80759" y="225552"/>
                </a:lnTo>
                <a:lnTo>
                  <a:pt x="82283" y="222504"/>
                </a:lnTo>
                <a:lnTo>
                  <a:pt x="85331" y="222504"/>
                </a:lnTo>
                <a:lnTo>
                  <a:pt x="88379" y="220980"/>
                </a:lnTo>
                <a:lnTo>
                  <a:pt x="181343" y="220980"/>
                </a:lnTo>
                <a:lnTo>
                  <a:pt x="185915" y="222504"/>
                </a:lnTo>
                <a:lnTo>
                  <a:pt x="192011" y="228600"/>
                </a:lnTo>
                <a:lnTo>
                  <a:pt x="193535" y="233172"/>
                </a:lnTo>
                <a:lnTo>
                  <a:pt x="193535" y="240792"/>
                </a:lnTo>
                <a:lnTo>
                  <a:pt x="198107" y="240792"/>
                </a:lnTo>
                <a:lnTo>
                  <a:pt x="198107" y="172212"/>
                </a:lnTo>
                <a:close/>
              </a:path>
              <a:path extrusionOk="0" h="1009014" w="262254">
                <a:moveTo>
                  <a:pt x="198120" y="755904"/>
                </a:moveTo>
                <a:lnTo>
                  <a:pt x="193548" y="755904"/>
                </a:lnTo>
                <a:lnTo>
                  <a:pt x="193548" y="771144"/>
                </a:lnTo>
                <a:lnTo>
                  <a:pt x="190500" y="777240"/>
                </a:lnTo>
                <a:lnTo>
                  <a:pt x="185928" y="780288"/>
                </a:lnTo>
                <a:lnTo>
                  <a:pt x="182880" y="783336"/>
                </a:lnTo>
                <a:lnTo>
                  <a:pt x="15240" y="783336"/>
                </a:lnTo>
                <a:lnTo>
                  <a:pt x="12192" y="780288"/>
                </a:lnTo>
                <a:lnTo>
                  <a:pt x="6096" y="777240"/>
                </a:lnTo>
                <a:lnTo>
                  <a:pt x="4572" y="771144"/>
                </a:lnTo>
                <a:lnTo>
                  <a:pt x="4572" y="755904"/>
                </a:lnTo>
                <a:lnTo>
                  <a:pt x="0" y="755904"/>
                </a:lnTo>
                <a:lnTo>
                  <a:pt x="0" y="809244"/>
                </a:lnTo>
                <a:lnTo>
                  <a:pt x="153924" y="883920"/>
                </a:lnTo>
                <a:lnTo>
                  <a:pt x="0" y="954024"/>
                </a:lnTo>
                <a:lnTo>
                  <a:pt x="0" y="1008888"/>
                </a:lnTo>
                <a:lnTo>
                  <a:pt x="4572" y="1008888"/>
                </a:lnTo>
                <a:lnTo>
                  <a:pt x="4572" y="996696"/>
                </a:lnTo>
                <a:lnTo>
                  <a:pt x="7620" y="992124"/>
                </a:lnTo>
                <a:lnTo>
                  <a:pt x="10668" y="986028"/>
                </a:lnTo>
                <a:lnTo>
                  <a:pt x="13716" y="984504"/>
                </a:lnTo>
                <a:lnTo>
                  <a:pt x="18288" y="982980"/>
                </a:lnTo>
                <a:lnTo>
                  <a:pt x="24384" y="981456"/>
                </a:lnTo>
                <a:lnTo>
                  <a:pt x="173736" y="981456"/>
                </a:lnTo>
                <a:lnTo>
                  <a:pt x="181356" y="982980"/>
                </a:lnTo>
                <a:lnTo>
                  <a:pt x="184404" y="986028"/>
                </a:lnTo>
                <a:lnTo>
                  <a:pt x="190500" y="989076"/>
                </a:lnTo>
                <a:lnTo>
                  <a:pt x="193548" y="995172"/>
                </a:lnTo>
                <a:lnTo>
                  <a:pt x="193548" y="1008888"/>
                </a:lnTo>
                <a:lnTo>
                  <a:pt x="198120" y="1008888"/>
                </a:lnTo>
                <a:lnTo>
                  <a:pt x="198120" y="941832"/>
                </a:lnTo>
                <a:lnTo>
                  <a:pt x="193548" y="941832"/>
                </a:lnTo>
                <a:lnTo>
                  <a:pt x="193548" y="957072"/>
                </a:lnTo>
                <a:lnTo>
                  <a:pt x="190500" y="963168"/>
                </a:lnTo>
                <a:lnTo>
                  <a:pt x="185928" y="966216"/>
                </a:lnTo>
                <a:lnTo>
                  <a:pt x="182880" y="969264"/>
                </a:lnTo>
                <a:lnTo>
                  <a:pt x="30480" y="969264"/>
                </a:lnTo>
                <a:lnTo>
                  <a:pt x="198120" y="893064"/>
                </a:lnTo>
                <a:lnTo>
                  <a:pt x="198120" y="890016"/>
                </a:lnTo>
                <a:lnTo>
                  <a:pt x="30480" y="810768"/>
                </a:lnTo>
                <a:lnTo>
                  <a:pt x="173736" y="810768"/>
                </a:lnTo>
                <a:lnTo>
                  <a:pt x="181356" y="812292"/>
                </a:lnTo>
                <a:lnTo>
                  <a:pt x="184404" y="815340"/>
                </a:lnTo>
                <a:lnTo>
                  <a:pt x="190500" y="818388"/>
                </a:lnTo>
                <a:lnTo>
                  <a:pt x="193548" y="824484"/>
                </a:lnTo>
                <a:lnTo>
                  <a:pt x="193548" y="838200"/>
                </a:lnTo>
                <a:lnTo>
                  <a:pt x="198120" y="838200"/>
                </a:lnTo>
                <a:lnTo>
                  <a:pt x="198120" y="755904"/>
                </a:lnTo>
                <a:close/>
              </a:path>
              <a:path extrusionOk="0" h="1009014" w="262254">
                <a:moveTo>
                  <a:pt x="201155" y="318516"/>
                </a:moveTo>
                <a:lnTo>
                  <a:pt x="201053" y="316992"/>
                </a:lnTo>
                <a:lnTo>
                  <a:pt x="200571" y="309638"/>
                </a:lnTo>
                <a:lnTo>
                  <a:pt x="198678" y="301180"/>
                </a:lnTo>
                <a:lnTo>
                  <a:pt x="195376" y="293014"/>
                </a:lnTo>
                <a:lnTo>
                  <a:pt x="192011" y="287489"/>
                </a:lnTo>
                <a:lnTo>
                  <a:pt x="192011" y="312420"/>
                </a:lnTo>
                <a:lnTo>
                  <a:pt x="190614" y="321017"/>
                </a:lnTo>
                <a:lnTo>
                  <a:pt x="158965" y="346506"/>
                </a:lnTo>
                <a:lnTo>
                  <a:pt x="120383" y="353568"/>
                </a:lnTo>
                <a:lnTo>
                  <a:pt x="111556" y="353288"/>
                </a:lnTo>
                <a:lnTo>
                  <a:pt x="74663" y="336804"/>
                </a:lnTo>
                <a:lnTo>
                  <a:pt x="70091" y="326136"/>
                </a:lnTo>
                <a:lnTo>
                  <a:pt x="70154" y="321017"/>
                </a:lnTo>
                <a:lnTo>
                  <a:pt x="94983" y="288785"/>
                </a:lnTo>
                <a:lnTo>
                  <a:pt x="140195" y="280416"/>
                </a:lnTo>
                <a:lnTo>
                  <a:pt x="153035" y="280987"/>
                </a:lnTo>
                <a:lnTo>
                  <a:pt x="188772" y="299847"/>
                </a:lnTo>
                <a:lnTo>
                  <a:pt x="192011" y="312420"/>
                </a:lnTo>
                <a:lnTo>
                  <a:pt x="192011" y="287489"/>
                </a:lnTo>
                <a:lnTo>
                  <a:pt x="163055" y="262128"/>
                </a:lnTo>
                <a:lnTo>
                  <a:pt x="154800" y="258127"/>
                </a:lnTo>
                <a:lnTo>
                  <a:pt x="146100" y="255270"/>
                </a:lnTo>
                <a:lnTo>
                  <a:pt x="137134" y="253555"/>
                </a:lnTo>
                <a:lnTo>
                  <a:pt x="128003" y="252984"/>
                </a:lnTo>
                <a:lnTo>
                  <a:pt x="115747" y="253873"/>
                </a:lnTo>
                <a:lnTo>
                  <a:pt x="73812" y="278206"/>
                </a:lnTo>
                <a:lnTo>
                  <a:pt x="60947" y="316992"/>
                </a:lnTo>
                <a:lnTo>
                  <a:pt x="61010" y="318516"/>
                </a:lnTo>
                <a:lnTo>
                  <a:pt x="61125" y="321017"/>
                </a:lnTo>
                <a:lnTo>
                  <a:pt x="61150" y="321564"/>
                </a:lnTo>
                <a:lnTo>
                  <a:pt x="61290" y="324980"/>
                </a:lnTo>
                <a:lnTo>
                  <a:pt x="79997" y="361378"/>
                </a:lnTo>
                <a:lnTo>
                  <a:pt x="121932" y="380428"/>
                </a:lnTo>
                <a:lnTo>
                  <a:pt x="131051" y="381000"/>
                </a:lnTo>
                <a:lnTo>
                  <a:pt x="143344" y="380123"/>
                </a:lnTo>
                <a:lnTo>
                  <a:pt x="187020" y="356031"/>
                </a:lnTo>
                <a:lnTo>
                  <a:pt x="188722" y="353568"/>
                </a:lnTo>
                <a:lnTo>
                  <a:pt x="194678" y="344995"/>
                </a:lnTo>
                <a:lnTo>
                  <a:pt x="199491" y="332549"/>
                </a:lnTo>
                <a:lnTo>
                  <a:pt x="201155" y="318516"/>
                </a:lnTo>
                <a:close/>
              </a:path>
              <a:path extrusionOk="0" h="1009014" w="262254">
                <a:moveTo>
                  <a:pt x="201168" y="684276"/>
                </a:moveTo>
                <a:lnTo>
                  <a:pt x="184404" y="647700"/>
                </a:lnTo>
                <a:lnTo>
                  <a:pt x="147828" y="629412"/>
                </a:lnTo>
                <a:lnTo>
                  <a:pt x="146304" y="632460"/>
                </a:lnTo>
                <a:lnTo>
                  <a:pt x="153733" y="636155"/>
                </a:lnTo>
                <a:lnTo>
                  <a:pt x="160020" y="640270"/>
                </a:lnTo>
                <a:lnTo>
                  <a:pt x="165125" y="644652"/>
                </a:lnTo>
                <a:lnTo>
                  <a:pt x="169164" y="649224"/>
                </a:lnTo>
                <a:lnTo>
                  <a:pt x="173736" y="655320"/>
                </a:lnTo>
                <a:lnTo>
                  <a:pt x="176784" y="662940"/>
                </a:lnTo>
                <a:lnTo>
                  <a:pt x="176784" y="672084"/>
                </a:lnTo>
                <a:lnTo>
                  <a:pt x="160020" y="707136"/>
                </a:lnTo>
                <a:lnTo>
                  <a:pt x="114300" y="720852"/>
                </a:lnTo>
                <a:lnTo>
                  <a:pt x="114300" y="659892"/>
                </a:lnTo>
                <a:lnTo>
                  <a:pt x="114300" y="629412"/>
                </a:lnTo>
                <a:lnTo>
                  <a:pt x="105156" y="630097"/>
                </a:lnTo>
                <a:lnTo>
                  <a:pt x="105156" y="659892"/>
                </a:lnTo>
                <a:lnTo>
                  <a:pt x="105156" y="720852"/>
                </a:lnTo>
                <a:lnTo>
                  <a:pt x="96329" y="720001"/>
                </a:lnTo>
                <a:lnTo>
                  <a:pt x="96672" y="720001"/>
                </a:lnTo>
                <a:lnTo>
                  <a:pt x="89916" y="717804"/>
                </a:lnTo>
                <a:lnTo>
                  <a:pt x="84150" y="714425"/>
                </a:lnTo>
                <a:lnTo>
                  <a:pt x="79248" y="710184"/>
                </a:lnTo>
                <a:lnTo>
                  <a:pt x="73152" y="704088"/>
                </a:lnTo>
                <a:lnTo>
                  <a:pt x="70104" y="696468"/>
                </a:lnTo>
                <a:lnTo>
                  <a:pt x="70104" y="684276"/>
                </a:lnTo>
                <a:lnTo>
                  <a:pt x="71628" y="678180"/>
                </a:lnTo>
                <a:lnTo>
                  <a:pt x="77724" y="669036"/>
                </a:lnTo>
                <a:lnTo>
                  <a:pt x="80772" y="665988"/>
                </a:lnTo>
                <a:lnTo>
                  <a:pt x="89916" y="661416"/>
                </a:lnTo>
                <a:lnTo>
                  <a:pt x="96012" y="661416"/>
                </a:lnTo>
                <a:lnTo>
                  <a:pt x="105156" y="659892"/>
                </a:lnTo>
                <a:lnTo>
                  <a:pt x="105156" y="630097"/>
                </a:lnTo>
                <a:lnTo>
                  <a:pt x="102311" y="630301"/>
                </a:lnTo>
                <a:lnTo>
                  <a:pt x="91630" y="633031"/>
                </a:lnTo>
                <a:lnTo>
                  <a:pt x="64389" y="660654"/>
                </a:lnTo>
                <a:lnTo>
                  <a:pt x="60960" y="681228"/>
                </a:lnTo>
                <a:lnTo>
                  <a:pt x="61010" y="681850"/>
                </a:lnTo>
                <a:lnTo>
                  <a:pt x="79248" y="725424"/>
                </a:lnTo>
                <a:lnTo>
                  <a:pt x="116319" y="741070"/>
                </a:lnTo>
                <a:lnTo>
                  <a:pt x="132588" y="742188"/>
                </a:lnTo>
                <a:lnTo>
                  <a:pt x="146850" y="741286"/>
                </a:lnTo>
                <a:lnTo>
                  <a:pt x="185750" y="720852"/>
                </a:lnTo>
                <a:lnTo>
                  <a:pt x="199783" y="696277"/>
                </a:lnTo>
                <a:lnTo>
                  <a:pt x="201168" y="684276"/>
                </a:lnTo>
                <a:close/>
              </a:path>
              <a:path extrusionOk="0" h="1009014" w="262254">
                <a:moveTo>
                  <a:pt x="262115" y="117348"/>
                </a:moveTo>
                <a:lnTo>
                  <a:pt x="237921" y="80391"/>
                </a:lnTo>
                <a:lnTo>
                  <a:pt x="114896" y="28956"/>
                </a:lnTo>
                <a:lnTo>
                  <a:pt x="88379" y="18288"/>
                </a:lnTo>
                <a:lnTo>
                  <a:pt x="82283" y="16764"/>
                </a:lnTo>
                <a:lnTo>
                  <a:pt x="77711" y="15240"/>
                </a:lnTo>
                <a:lnTo>
                  <a:pt x="76187" y="13716"/>
                </a:lnTo>
                <a:lnTo>
                  <a:pt x="73139" y="12192"/>
                </a:lnTo>
                <a:lnTo>
                  <a:pt x="71615" y="9144"/>
                </a:lnTo>
                <a:lnTo>
                  <a:pt x="68567" y="6096"/>
                </a:lnTo>
                <a:lnTo>
                  <a:pt x="68567" y="0"/>
                </a:lnTo>
                <a:lnTo>
                  <a:pt x="63995" y="0"/>
                </a:lnTo>
                <a:lnTo>
                  <a:pt x="63995" y="42672"/>
                </a:lnTo>
                <a:lnTo>
                  <a:pt x="68567" y="42672"/>
                </a:lnTo>
                <a:lnTo>
                  <a:pt x="68567" y="33528"/>
                </a:lnTo>
                <a:lnTo>
                  <a:pt x="70091" y="32004"/>
                </a:lnTo>
                <a:lnTo>
                  <a:pt x="70091" y="30480"/>
                </a:lnTo>
                <a:lnTo>
                  <a:pt x="71615" y="28956"/>
                </a:lnTo>
                <a:lnTo>
                  <a:pt x="83807" y="28956"/>
                </a:lnTo>
                <a:lnTo>
                  <a:pt x="88379" y="30480"/>
                </a:lnTo>
                <a:lnTo>
                  <a:pt x="161531" y="60960"/>
                </a:lnTo>
                <a:lnTo>
                  <a:pt x="94475" y="91440"/>
                </a:lnTo>
                <a:lnTo>
                  <a:pt x="86855" y="96012"/>
                </a:lnTo>
                <a:lnTo>
                  <a:pt x="82283" y="97536"/>
                </a:lnTo>
                <a:lnTo>
                  <a:pt x="74663" y="97536"/>
                </a:lnTo>
                <a:lnTo>
                  <a:pt x="68567" y="91440"/>
                </a:lnTo>
                <a:lnTo>
                  <a:pt x="68567" y="80772"/>
                </a:lnTo>
                <a:lnTo>
                  <a:pt x="63995" y="80772"/>
                </a:lnTo>
                <a:lnTo>
                  <a:pt x="63995" y="144780"/>
                </a:lnTo>
                <a:lnTo>
                  <a:pt x="68567" y="144780"/>
                </a:lnTo>
                <a:lnTo>
                  <a:pt x="68567" y="138684"/>
                </a:lnTo>
                <a:lnTo>
                  <a:pt x="71615" y="132588"/>
                </a:lnTo>
                <a:lnTo>
                  <a:pt x="73139" y="131064"/>
                </a:lnTo>
                <a:lnTo>
                  <a:pt x="79235" y="128016"/>
                </a:lnTo>
                <a:lnTo>
                  <a:pt x="83807" y="123444"/>
                </a:lnTo>
                <a:lnTo>
                  <a:pt x="88379" y="121920"/>
                </a:lnTo>
                <a:lnTo>
                  <a:pt x="91427" y="120396"/>
                </a:lnTo>
                <a:lnTo>
                  <a:pt x="140106" y="97536"/>
                </a:lnTo>
                <a:lnTo>
                  <a:pt x="192011" y="73152"/>
                </a:lnTo>
                <a:lnTo>
                  <a:pt x="213347" y="80772"/>
                </a:lnTo>
                <a:lnTo>
                  <a:pt x="220967" y="83820"/>
                </a:lnTo>
                <a:lnTo>
                  <a:pt x="227063" y="88392"/>
                </a:lnTo>
                <a:lnTo>
                  <a:pt x="233159" y="94488"/>
                </a:lnTo>
                <a:lnTo>
                  <a:pt x="234683" y="97536"/>
                </a:lnTo>
                <a:lnTo>
                  <a:pt x="234683" y="102108"/>
                </a:lnTo>
                <a:lnTo>
                  <a:pt x="233159" y="103632"/>
                </a:lnTo>
                <a:lnTo>
                  <a:pt x="231635" y="108204"/>
                </a:lnTo>
                <a:lnTo>
                  <a:pt x="230111" y="114300"/>
                </a:lnTo>
                <a:lnTo>
                  <a:pt x="230111" y="129540"/>
                </a:lnTo>
                <a:lnTo>
                  <a:pt x="236207" y="135636"/>
                </a:lnTo>
                <a:lnTo>
                  <a:pt x="248399" y="135636"/>
                </a:lnTo>
                <a:lnTo>
                  <a:pt x="252971" y="134112"/>
                </a:lnTo>
                <a:lnTo>
                  <a:pt x="256019" y="131064"/>
                </a:lnTo>
                <a:lnTo>
                  <a:pt x="262115" y="121920"/>
                </a:lnTo>
                <a:lnTo>
                  <a:pt x="262115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0" name="Google Shape;600;p15"/>
          <p:cNvGrpSpPr/>
          <p:nvPr/>
        </p:nvGrpSpPr>
        <p:grpSpPr>
          <a:xfrm>
            <a:off x="1431036" y="6966204"/>
            <a:ext cx="350520" cy="1065276"/>
            <a:chOff x="1431036" y="6966204"/>
            <a:chExt cx="350520" cy="1065276"/>
          </a:xfrm>
        </p:grpSpPr>
        <p:sp>
          <p:nvSpPr>
            <p:cNvPr id="601" name="Google Shape;601;p15"/>
            <p:cNvSpPr/>
            <p:nvPr/>
          </p:nvSpPr>
          <p:spPr>
            <a:xfrm>
              <a:off x="1431036" y="7330440"/>
              <a:ext cx="350520" cy="701040"/>
            </a:xfrm>
            <a:custGeom>
              <a:rect b="b" l="l" r="r" t="t"/>
              <a:pathLst>
                <a:path extrusionOk="0" h="701040" w="350519">
                  <a:moveTo>
                    <a:pt x="342900" y="0"/>
                  </a:moveTo>
                  <a:lnTo>
                    <a:pt x="335280" y="0"/>
                  </a:lnTo>
                  <a:lnTo>
                    <a:pt x="335280" y="18288"/>
                  </a:lnTo>
                  <a:lnTo>
                    <a:pt x="332232" y="21336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5999" y="33820"/>
                  </a:lnTo>
                  <a:lnTo>
                    <a:pt x="148780" y="41846"/>
                  </a:lnTo>
                  <a:lnTo>
                    <a:pt x="118872" y="72771"/>
                  </a:lnTo>
                  <a:lnTo>
                    <a:pt x="115824" y="89916"/>
                  </a:lnTo>
                  <a:lnTo>
                    <a:pt x="116395" y="97917"/>
                  </a:lnTo>
                  <a:lnTo>
                    <a:pt x="138112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3528" y="228600"/>
                  </a:lnTo>
                  <a:lnTo>
                    <a:pt x="32004" y="224028"/>
                  </a:lnTo>
                  <a:lnTo>
                    <a:pt x="32004" y="216408"/>
                  </a:lnTo>
                  <a:lnTo>
                    <a:pt x="33528" y="213360"/>
                  </a:lnTo>
                  <a:lnTo>
                    <a:pt x="35052" y="211836"/>
                  </a:lnTo>
                  <a:lnTo>
                    <a:pt x="36576" y="208788"/>
                  </a:lnTo>
                  <a:lnTo>
                    <a:pt x="92964" y="204216"/>
                  </a:lnTo>
                  <a:lnTo>
                    <a:pt x="292608" y="204216"/>
                  </a:lnTo>
                  <a:lnTo>
                    <a:pt x="333756" y="220980"/>
                  </a:lnTo>
                  <a:lnTo>
                    <a:pt x="335280" y="228600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7828"/>
                  </a:lnTo>
                  <a:lnTo>
                    <a:pt x="329184" y="156972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52400" y="134112"/>
                  </a:lnTo>
                  <a:lnTo>
                    <a:pt x="144780" y="108204"/>
                  </a:lnTo>
                  <a:lnTo>
                    <a:pt x="144780" y="100584"/>
                  </a:lnTo>
                  <a:lnTo>
                    <a:pt x="175018" y="75082"/>
                  </a:lnTo>
                  <a:lnTo>
                    <a:pt x="214884" y="73152"/>
                  </a:lnTo>
                  <a:lnTo>
                    <a:pt x="316992" y="73152"/>
                  </a:lnTo>
                  <a:lnTo>
                    <a:pt x="323088" y="74676"/>
                  </a:lnTo>
                  <a:lnTo>
                    <a:pt x="327660" y="77724"/>
                  </a:lnTo>
                  <a:lnTo>
                    <a:pt x="330708" y="82296"/>
                  </a:lnTo>
                  <a:lnTo>
                    <a:pt x="333756" y="85344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701040" w="350519">
                  <a:moveTo>
                    <a:pt x="350507" y="387096"/>
                  </a:moveTo>
                  <a:lnTo>
                    <a:pt x="85331" y="295656"/>
                  </a:lnTo>
                  <a:lnTo>
                    <a:pt x="70789" y="291376"/>
                  </a:lnTo>
                  <a:lnTo>
                    <a:pt x="59232" y="287655"/>
                  </a:lnTo>
                  <a:lnTo>
                    <a:pt x="24371" y="260604"/>
                  </a:lnTo>
                  <a:lnTo>
                    <a:pt x="22847" y="254508"/>
                  </a:lnTo>
                  <a:lnTo>
                    <a:pt x="22847" y="245364"/>
                  </a:lnTo>
                  <a:lnTo>
                    <a:pt x="15227" y="245364"/>
                  </a:lnTo>
                  <a:lnTo>
                    <a:pt x="15227" y="344424"/>
                  </a:lnTo>
                  <a:lnTo>
                    <a:pt x="22847" y="344424"/>
                  </a:lnTo>
                  <a:lnTo>
                    <a:pt x="22847" y="333756"/>
                  </a:lnTo>
                  <a:lnTo>
                    <a:pt x="24371" y="326136"/>
                  </a:lnTo>
                  <a:lnTo>
                    <a:pt x="30467" y="313944"/>
                  </a:lnTo>
                  <a:lnTo>
                    <a:pt x="33515" y="310896"/>
                  </a:lnTo>
                  <a:lnTo>
                    <a:pt x="36563" y="309372"/>
                  </a:lnTo>
                  <a:lnTo>
                    <a:pt x="41135" y="307848"/>
                  </a:lnTo>
                  <a:lnTo>
                    <a:pt x="44183" y="307848"/>
                  </a:lnTo>
                  <a:lnTo>
                    <a:pt x="51282" y="308444"/>
                  </a:lnTo>
                  <a:lnTo>
                    <a:pt x="60947" y="310324"/>
                  </a:lnTo>
                  <a:lnTo>
                    <a:pt x="72910" y="313639"/>
                  </a:lnTo>
                  <a:lnTo>
                    <a:pt x="86855" y="318516"/>
                  </a:lnTo>
                  <a:lnTo>
                    <a:pt x="268211" y="379476"/>
                  </a:lnTo>
                  <a:lnTo>
                    <a:pt x="89903" y="441960"/>
                  </a:lnTo>
                  <a:lnTo>
                    <a:pt x="52832" y="452043"/>
                  </a:lnTo>
                  <a:lnTo>
                    <a:pt x="45707" y="452628"/>
                  </a:lnTo>
                  <a:lnTo>
                    <a:pt x="38087" y="452628"/>
                  </a:lnTo>
                  <a:lnTo>
                    <a:pt x="33515" y="451104"/>
                  </a:lnTo>
                  <a:lnTo>
                    <a:pt x="25895" y="443484"/>
                  </a:lnTo>
                  <a:lnTo>
                    <a:pt x="22847" y="435864"/>
                  </a:lnTo>
                  <a:lnTo>
                    <a:pt x="22847" y="419100"/>
                  </a:lnTo>
                  <a:lnTo>
                    <a:pt x="15227" y="419100"/>
                  </a:lnTo>
                  <a:lnTo>
                    <a:pt x="15227" y="545592"/>
                  </a:lnTo>
                  <a:lnTo>
                    <a:pt x="22847" y="545592"/>
                  </a:lnTo>
                  <a:lnTo>
                    <a:pt x="22847" y="539496"/>
                  </a:lnTo>
                  <a:lnTo>
                    <a:pt x="24371" y="534924"/>
                  </a:lnTo>
                  <a:lnTo>
                    <a:pt x="24371" y="531876"/>
                  </a:lnTo>
                  <a:lnTo>
                    <a:pt x="25895" y="527304"/>
                  </a:lnTo>
                  <a:lnTo>
                    <a:pt x="28943" y="524256"/>
                  </a:lnTo>
                  <a:lnTo>
                    <a:pt x="31991" y="519684"/>
                  </a:lnTo>
                  <a:lnTo>
                    <a:pt x="33515" y="516636"/>
                  </a:lnTo>
                  <a:lnTo>
                    <a:pt x="36563" y="513588"/>
                  </a:lnTo>
                  <a:lnTo>
                    <a:pt x="39611" y="512064"/>
                  </a:lnTo>
                  <a:lnTo>
                    <a:pt x="45707" y="507492"/>
                  </a:lnTo>
                  <a:lnTo>
                    <a:pt x="53327" y="504444"/>
                  </a:lnTo>
                  <a:lnTo>
                    <a:pt x="60947" y="499872"/>
                  </a:lnTo>
                  <a:lnTo>
                    <a:pt x="83807" y="492252"/>
                  </a:lnTo>
                  <a:lnTo>
                    <a:pt x="112763" y="483108"/>
                  </a:lnTo>
                  <a:lnTo>
                    <a:pt x="268211" y="534924"/>
                  </a:lnTo>
                  <a:lnTo>
                    <a:pt x="69481" y="603821"/>
                  </a:lnTo>
                  <a:lnTo>
                    <a:pt x="58280" y="607123"/>
                  </a:lnTo>
                  <a:lnTo>
                    <a:pt x="49949" y="609015"/>
                  </a:lnTo>
                  <a:lnTo>
                    <a:pt x="44183" y="609600"/>
                  </a:lnTo>
                  <a:lnTo>
                    <a:pt x="38087" y="609600"/>
                  </a:lnTo>
                  <a:lnTo>
                    <a:pt x="33515" y="608076"/>
                  </a:lnTo>
                  <a:lnTo>
                    <a:pt x="28943" y="603504"/>
                  </a:lnTo>
                  <a:lnTo>
                    <a:pt x="25895" y="598932"/>
                  </a:lnTo>
                  <a:lnTo>
                    <a:pt x="22847" y="592836"/>
                  </a:lnTo>
                  <a:lnTo>
                    <a:pt x="22847" y="577596"/>
                  </a:lnTo>
                  <a:lnTo>
                    <a:pt x="15227" y="577596"/>
                  </a:lnTo>
                  <a:lnTo>
                    <a:pt x="15227" y="701040"/>
                  </a:lnTo>
                  <a:lnTo>
                    <a:pt x="22847" y="701040"/>
                  </a:lnTo>
                  <a:lnTo>
                    <a:pt x="22847" y="691896"/>
                  </a:lnTo>
                  <a:lnTo>
                    <a:pt x="24371" y="684276"/>
                  </a:lnTo>
                  <a:lnTo>
                    <a:pt x="64947" y="655891"/>
                  </a:lnTo>
                  <a:lnTo>
                    <a:pt x="350507" y="553212"/>
                  </a:lnTo>
                  <a:lnTo>
                    <a:pt x="350507" y="539496"/>
                  </a:lnTo>
                  <a:lnTo>
                    <a:pt x="144767" y="470916"/>
                  </a:lnTo>
                  <a:lnTo>
                    <a:pt x="350507" y="399288"/>
                  </a:lnTo>
                  <a:lnTo>
                    <a:pt x="350507" y="38709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02" name="Google Shape;602;p15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7035" y="7109460"/>
              <a:ext cx="232686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03" name="Google Shape;603;p15"/>
            <p:cNvSpPr/>
            <p:nvPr/>
          </p:nvSpPr>
          <p:spPr>
            <a:xfrm>
              <a:off x="1479803" y="6966204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0604" y="18287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3151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" name="Google Shape;604;p15"/>
          <p:cNvGrpSpPr/>
          <p:nvPr/>
        </p:nvGrpSpPr>
        <p:grpSpPr>
          <a:xfrm>
            <a:off x="1431035" y="6530339"/>
            <a:ext cx="348995" cy="297561"/>
            <a:chOff x="1431035" y="6530339"/>
            <a:chExt cx="348995" cy="297561"/>
          </a:xfrm>
        </p:grpSpPr>
        <p:sp>
          <p:nvSpPr>
            <p:cNvPr id="605" name="Google Shape;605;p15"/>
            <p:cNvSpPr/>
            <p:nvPr/>
          </p:nvSpPr>
          <p:spPr>
            <a:xfrm>
              <a:off x="1431035" y="6719315"/>
              <a:ext cx="342900" cy="108585"/>
            </a:xfrm>
            <a:custGeom>
              <a:rect b="b" l="l" r="r" t="t"/>
              <a:pathLst>
                <a:path extrusionOk="0" h="108584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39624"/>
                  </a:lnTo>
                  <a:lnTo>
                    <a:pt x="12192" y="30480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8100" y="30480"/>
                  </a:lnTo>
                  <a:lnTo>
                    <a:pt x="47244" y="39624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38100" y="74676"/>
                  </a:lnTo>
                  <a:lnTo>
                    <a:pt x="32004" y="77724"/>
                  </a:lnTo>
                  <a:close/>
                </a:path>
                <a:path extrusionOk="0" h="108584" w="342900">
                  <a:moveTo>
                    <a:pt x="143256" y="108204"/>
                  </a:moveTo>
                  <a:lnTo>
                    <a:pt x="115824" y="42672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918" y="33266"/>
                  </a:lnTo>
                  <a:lnTo>
                    <a:pt x="332232" y="21336"/>
                  </a:lnTo>
                  <a:lnTo>
                    <a:pt x="335280" y="16764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75"/>
                  </a:lnTo>
                  <a:lnTo>
                    <a:pt x="192190" y="73175"/>
                  </a:lnTo>
                  <a:lnTo>
                    <a:pt x="178879" y="73342"/>
                  </a:lnTo>
                  <a:lnTo>
                    <a:pt x="147828" y="85344"/>
                  </a:lnTo>
                  <a:lnTo>
                    <a:pt x="147828" y="92964"/>
                  </a:lnTo>
                  <a:lnTo>
                    <a:pt x="149352" y="99060"/>
                  </a:lnTo>
                  <a:lnTo>
                    <a:pt x="150876" y="103632"/>
                  </a:lnTo>
                  <a:lnTo>
                    <a:pt x="143256" y="108204"/>
                  </a:lnTo>
                  <a:close/>
                </a:path>
                <a:path extrusionOk="0" h="108584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8392"/>
                  </a:lnTo>
                  <a:lnTo>
                    <a:pt x="332232" y="83820"/>
                  </a:lnTo>
                  <a:lnTo>
                    <a:pt x="330707" y="80772"/>
                  </a:lnTo>
                  <a:lnTo>
                    <a:pt x="327659" y="77724"/>
                  </a:lnTo>
                  <a:lnTo>
                    <a:pt x="321564" y="76200"/>
                  </a:lnTo>
                  <a:lnTo>
                    <a:pt x="317253" y="74437"/>
                  </a:lnTo>
                  <a:lnTo>
                    <a:pt x="311086" y="73533"/>
                  </a:lnTo>
                  <a:lnTo>
                    <a:pt x="302335" y="73175"/>
                  </a:lnTo>
                  <a:lnTo>
                    <a:pt x="342900" y="73175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06" name="Google Shape;606;p1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6530339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07" name="Google Shape;607;p15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547064" y="6172200"/>
            <a:ext cx="232408" cy="201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608" name="Google Shape;608;p15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31035" y="2993136"/>
            <a:ext cx="448056" cy="3049523"/>
          </a:xfrm>
          <a:prstGeom prst="rect">
            <a:avLst/>
          </a:prstGeom>
          <a:noFill/>
          <a:ln>
            <a:noFill/>
          </a:ln>
        </p:spPr>
      </p:pic>
      <p:sp>
        <p:nvSpPr>
          <p:cNvPr id="609" name="Google Shape;609;p15"/>
          <p:cNvSpPr/>
          <p:nvPr/>
        </p:nvSpPr>
        <p:spPr>
          <a:xfrm>
            <a:off x="1438766" y="2674620"/>
            <a:ext cx="341630" cy="180340"/>
          </a:xfrm>
          <a:custGeom>
            <a:rect b="b" l="l" r="r" t="t"/>
            <a:pathLst>
              <a:path extrusionOk="0" h="180339" w="341630">
                <a:moveTo>
                  <a:pt x="69993" y="179832"/>
                </a:moveTo>
                <a:lnTo>
                  <a:pt x="32060" y="166973"/>
                </a:lnTo>
                <a:lnTo>
                  <a:pt x="5414" y="128206"/>
                </a:lnTo>
                <a:lnTo>
                  <a:pt x="0" y="92964"/>
                </a:lnTo>
                <a:lnTo>
                  <a:pt x="64" y="89344"/>
                </a:lnTo>
                <a:lnTo>
                  <a:pt x="1794" y="68580"/>
                </a:lnTo>
                <a:lnTo>
                  <a:pt x="1842" y="68008"/>
                </a:lnTo>
                <a:lnTo>
                  <a:pt x="16606" y="31432"/>
                </a:lnTo>
                <a:lnTo>
                  <a:pt x="52143" y="4500"/>
                </a:lnTo>
                <a:lnTo>
                  <a:pt x="76089" y="0"/>
                </a:lnTo>
                <a:lnTo>
                  <a:pt x="85233" y="547"/>
                </a:lnTo>
                <a:lnTo>
                  <a:pt x="122357" y="12811"/>
                </a:lnTo>
                <a:lnTo>
                  <a:pt x="156861" y="38100"/>
                </a:lnTo>
                <a:lnTo>
                  <a:pt x="163678" y="44196"/>
                </a:lnTo>
                <a:lnTo>
                  <a:pt x="80661" y="44196"/>
                </a:lnTo>
                <a:lnTo>
                  <a:pt x="66398" y="45315"/>
                </a:lnTo>
                <a:lnTo>
                  <a:pt x="23892" y="70389"/>
                </a:lnTo>
                <a:lnTo>
                  <a:pt x="13605" y="102108"/>
                </a:lnTo>
                <a:lnTo>
                  <a:pt x="14415" y="112728"/>
                </a:lnTo>
                <a:lnTo>
                  <a:pt x="37989" y="149352"/>
                </a:lnTo>
                <a:lnTo>
                  <a:pt x="106569" y="149352"/>
                </a:lnTo>
                <a:lnTo>
                  <a:pt x="106569" y="160020"/>
                </a:lnTo>
                <a:lnTo>
                  <a:pt x="77923" y="179284"/>
                </a:lnTo>
                <a:lnTo>
                  <a:pt x="69993" y="179832"/>
                </a:lnTo>
                <a:close/>
              </a:path>
              <a:path extrusionOk="0" h="180339" w="341630">
                <a:moveTo>
                  <a:pt x="258969" y="99060"/>
                </a:moveTo>
                <a:lnTo>
                  <a:pt x="219536" y="95845"/>
                </a:lnTo>
                <a:lnTo>
                  <a:pt x="169458" y="77104"/>
                </a:lnTo>
                <a:lnTo>
                  <a:pt x="139407" y="61412"/>
                </a:lnTo>
                <a:lnTo>
                  <a:pt x="128096" y="55816"/>
                </a:lnTo>
                <a:lnTo>
                  <a:pt x="88401" y="44481"/>
                </a:lnTo>
                <a:lnTo>
                  <a:pt x="80661" y="44196"/>
                </a:lnTo>
                <a:lnTo>
                  <a:pt x="163678" y="44196"/>
                </a:lnTo>
                <a:lnTo>
                  <a:pt x="203582" y="75604"/>
                </a:lnTo>
                <a:lnTo>
                  <a:pt x="245611" y="89344"/>
                </a:lnTo>
                <a:lnTo>
                  <a:pt x="258969" y="89916"/>
                </a:lnTo>
                <a:lnTo>
                  <a:pt x="258969" y="99060"/>
                </a:lnTo>
                <a:close/>
              </a:path>
              <a:path extrusionOk="0" h="180339" w="341630">
                <a:moveTo>
                  <a:pt x="106569" y="149352"/>
                </a:moveTo>
                <a:lnTo>
                  <a:pt x="51705" y="149352"/>
                </a:lnTo>
                <a:lnTo>
                  <a:pt x="59325" y="146304"/>
                </a:lnTo>
                <a:lnTo>
                  <a:pt x="66945" y="141732"/>
                </a:lnTo>
                <a:lnTo>
                  <a:pt x="82185" y="134112"/>
                </a:lnTo>
                <a:lnTo>
                  <a:pt x="92853" y="134112"/>
                </a:lnTo>
                <a:lnTo>
                  <a:pt x="97425" y="135636"/>
                </a:lnTo>
                <a:lnTo>
                  <a:pt x="105045" y="143256"/>
                </a:lnTo>
                <a:lnTo>
                  <a:pt x="106569" y="147828"/>
                </a:lnTo>
                <a:lnTo>
                  <a:pt x="106569" y="149352"/>
                </a:lnTo>
                <a:close/>
              </a:path>
              <a:path extrusionOk="0" h="180339" w="341630">
                <a:moveTo>
                  <a:pt x="322977" y="120396"/>
                </a:moveTo>
                <a:lnTo>
                  <a:pt x="307737" y="120396"/>
                </a:lnTo>
                <a:lnTo>
                  <a:pt x="301641" y="118872"/>
                </a:lnTo>
                <a:lnTo>
                  <a:pt x="297069" y="112776"/>
                </a:lnTo>
                <a:lnTo>
                  <a:pt x="290973" y="108204"/>
                </a:lnTo>
                <a:lnTo>
                  <a:pt x="287925" y="102108"/>
                </a:lnTo>
                <a:lnTo>
                  <a:pt x="287925" y="86868"/>
                </a:lnTo>
                <a:lnTo>
                  <a:pt x="290973" y="80772"/>
                </a:lnTo>
                <a:lnTo>
                  <a:pt x="301641" y="70104"/>
                </a:lnTo>
                <a:lnTo>
                  <a:pt x="307737" y="67056"/>
                </a:lnTo>
                <a:lnTo>
                  <a:pt x="322977" y="67056"/>
                </a:lnTo>
                <a:lnTo>
                  <a:pt x="329073" y="70104"/>
                </a:lnTo>
                <a:lnTo>
                  <a:pt x="339741" y="80772"/>
                </a:lnTo>
                <a:lnTo>
                  <a:pt x="341265" y="86868"/>
                </a:lnTo>
                <a:lnTo>
                  <a:pt x="341265" y="102108"/>
                </a:lnTo>
                <a:lnTo>
                  <a:pt x="339741" y="108204"/>
                </a:lnTo>
                <a:lnTo>
                  <a:pt x="333645" y="112776"/>
                </a:lnTo>
                <a:lnTo>
                  <a:pt x="329073" y="118872"/>
                </a:lnTo>
                <a:lnTo>
                  <a:pt x="322977" y="12039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" name="Google Shape;610;p15"/>
          <p:cNvSpPr/>
          <p:nvPr/>
        </p:nvSpPr>
        <p:spPr>
          <a:xfrm>
            <a:off x="2543555" y="9768839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3340"/>
                </a:lnTo>
                <a:lnTo>
                  <a:pt x="3047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7244"/>
                </a:lnTo>
                <a:lnTo>
                  <a:pt x="51815" y="5334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11" name="Google Shape;611;p15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482595" y="7757159"/>
            <a:ext cx="225552" cy="1751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12" name="Google Shape;612;p15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482595" y="7545323"/>
            <a:ext cx="175260" cy="147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613" name="Google Shape;613;p15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540507" y="7242047"/>
            <a:ext cx="117348" cy="224027"/>
          </a:xfrm>
          <a:prstGeom prst="rect">
            <a:avLst/>
          </a:prstGeom>
          <a:noFill/>
          <a:ln>
            <a:noFill/>
          </a:ln>
        </p:spPr>
      </p:pic>
      <p:pic>
        <p:nvPicPr>
          <p:cNvPr id="614" name="Google Shape;614;p1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482595" y="6192011"/>
            <a:ext cx="225552" cy="981456"/>
          </a:xfrm>
          <a:prstGeom prst="rect">
            <a:avLst/>
          </a:prstGeom>
          <a:noFill/>
          <a:ln>
            <a:noFill/>
          </a:ln>
        </p:spPr>
      </p:pic>
      <p:sp>
        <p:nvSpPr>
          <p:cNvPr id="615" name="Google Shape;615;p15"/>
          <p:cNvSpPr/>
          <p:nvPr/>
        </p:nvSpPr>
        <p:spPr>
          <a:xfrm>
            <a:off x="2482583" y="5501640"/>
            <a:ext cx="175895" cy="623570"/>
          </a:xfrm>
          <a:custGeom>
            <a:rect b="b" l="l" r="r" t="t"/>
            <a:pathLst>
              <a:path extrusionOk="0" h="623570" w="175894">
                <a:moveTo>
                  <a:pt x="24384" y="483108"/>
                </a:moveTo>
                <a:lnTo>
                  <a:pt x="21336" y="477012"/>
                </a:lnTo>
                <a:lnTo>
                  <a:pt x="15240" y="473964"/>
                </a:lnTo>
                <a:lnTo>
                  <a:pt x="9144" y="473964"/>
                </a:lnTo>
                <a:lnTo>
                  <a:pt x="6096" y="475488"/>
                </a:lnTo>
                <a:lnTo>
                  <a:pt x="1524" y="480060"/>
                </a:lnTo>
                <a:lnTo>
                  <a:pt x="0" y="483108"/>
                </a:lnTo>
                <a:lnTo>
                  <a:pt x="0" y="489204"/>
                </a:lnTo>
                <a:lnTo>
                  <a:pt x="1524" y="492252"/>
                </a:lnTo>
                <a:lnTo>
                  <a:pt x="4572" y="493776"/>
                </a:lnTo>
                <a:lnTo>
                  <a:pt x="6096" y="496824"/>
                </a:lnTo>
                <a:lnTo>
                  <a:pt x="9144" y="498348"/>
                </a:lnTo>
                <a:lnTo>
                  <a:pt x="15240" y="498348"/>
                </a:lnTo>
                <a:lnTo>
                  <a:pt x="18288" y="496824"/>
                </a:lnTo>
                <a:lnTo>
                  <a:pt x="22860" y="492252"/>
                </a:lnTo>
                <a:lnTo>
                  <a:pt x="24384" y="489204"/>
                </a:lnTo>
                <a:lnTo>
                  <a:pt x="24384" y="483108"/>
                </a:lnTo>
                <a:close/>
              </a:path>
              <a:path extrusionOk="0" h="623570" w="175894">
                <a:moveTo>
                  <a:pt x="24384" y="99060"/>
                </a:moveTo>
                <a:lnTo>
                  <a:pt x="21336" y="92964"/>
                </a:lnTo>
                <a:lnTo>
                  <a:pt x="15240" y="89916"/>
                </a:lnTo>
                <a:lnTo>
                  <a:pt x="9144" y="89916"/>
                </a:lnTo>
                <a:lnTo>
                  <a:pt x="6096" y="91440"/>
                </a:lnTo>
                <a:lnTo>
                  <a:pt x="1524" y="96012"/>
                </a:lnTo>
                <a:lnTo>
                  <a:pt x="0" y="99060"/>
                </a:lnTo>
                <a:lnTo>
                  <a:pt x="0" y="105156"/>
                </a:lnTo>
                <a:lnTo>
                  <a:pt x="1524" y="108204"/>
                </a:lnTo>
                <a:lnTo>
                  <a:pt x="6096" y="112776"/>
                </a:lnTo>
                <a:lnTo>
                  <a:pt x="9144" y="114300"/>
                </a:lnTo>
                <a:lnTo>
                  <a:pt x="15240" y="114300"/>
                </a:lnTo>
                <a:lnTo>
                  <a:pt x="21336" y="111252"/>
                </a:lnTo>
                <a:lnTo>
                  <a:pt x="24384" y="105156"/>
                </a:lnTo>
                <a:lnTo>
                  <a:pt x="24384" y="99060"/>
                </a:lnTo>
                <a:close/>
              </a:path>
              <a:path extrusionOk="0" h="623570" w="175894">
                <a:moveTo>
                  <a:pt x="172212" y="458724"/>
                </a:moveTo>
                <a:lnTo>
                  <a:pt x="169164" y="458724"/>
                </a:lnTo>
                <a:lnTo>
                  <a:pt x="169164" y="467868"/>
                </a:lnTo>
                <a:lnTo>
                  <a:pt x="163068" y="473964"/>
                </a:lnTo>
                <a:lnTo>
                  <a:pt x="160020" y="473964"/>
                </a:lnTo>
                <a:lnTo>
                  <a:pt x="155448" y="475488"/>
                </a:lnTo>
                <a:lnTo>
                  <a:pt x="57912" y="475488"/>
                </a:lnTo>
                <a:lnTo>
                  <a:pt x="57912" y="480060"/>
                </a:lnTo>
                <a:lnTo>
                  <a:pt x="71628" y="513588"/>
                </a:lnTo>
                <a:lnTo>
                  <a:pt x="74676" y="512064"/>
                </a:lnTo>
                <a:lnTo>
                  <a:pt x="73152" y="509016"/>
                </a:lnTo>
                <a:lnTo>
                  <a:pt x="73152" y="499872"/>
                </a:lnTo>
                <a:lnTo>
                  <a:pt x="76200" y="496824"/>
                </a:lnTo>
                <a:lnTo>
                  <a:pt x="77724" y="496824"/>
                </a:lnTo>
                <a:lnTo>
                  <a:pt x="80772" y="495300"/>
                </a:lnTo>
                <a:lnTo>
                  <a:pt x="160020" y="495300"/>
                </a:lnTo>
                <a:lnTo>
                  <a:pt x="163068" y="496824"/>
                </a:lnTo>
                <a:lnTo>
                  <a:pt x="169164" y="502920"/>
                </a:lnTo>
                <a:lnTo>
                  <a:pt x="169164" y="512064"/>
                </a:lnTo>
                <a:lnTo>
                  <a:pt x="172212" y="512064"/>
                </a:lnTo>
                <a:lnTo>
                  <a:pt x="172212" y="495300"/>
                </a:lnTo>
                <a:lnTo>
                  <a:pt x="172212" y="458724"/>
                </a:lnTo>
                <a:close/>
              </a:path>
              <a:path extrusionOk="0" h="623570" w="175894">
                <a:moveTo>
                  <a:pt x="172212" y="74676"/>
                </a:moveTo>
                <a:lnTo>
                  <a:pt x="169164" y="74676"/>
                </a:lnTo>
                <a:lnTo>
                  <a:pt x="169164" y="83820"/>
                </a:lnTo>
                <a:lnTo>
                  <a:pt x="163068" y="89916"/>
                </a:lnTo>
                <a:lnTo>
                  <a:pt x="160020" y="91440"/>
                </a:lnTo>
                <a:lnTo>
                  <a:pt x="57912" y="91440"/>
                </a:lnTo>
                <a:lnTo>
                  <a:pt x="57912" y="96012"/>
                </a:lnTo>
                <a:lnTo>
                  <a:pt x="71628" y="129540"/>
                </a:lnTo>
                <a:lnTo>
                  <a:pt x="74676" y="128016"/>
                </a:lnTo>
                <a:lnTo>
                  <a:pt x="73152" y="124968"/>
                </a:lnTo>
                <a:lnTo>
                  <a:pt x="73152" y="115824"/>
                </a:lnTo>
                <a:lnTo>
                  <a:pt x="74676" y="114300"/>
                </a:lnTo>
                <a:lnTo>
                  <a:pt x="76200" y="114300"/>
                </a:lnTo>
                <a:lnTo>
                  <a:pt x="77724" y="112776"/>
                </a:lnTo>
                <a:lnTo>
                  <a:pt x="80772" y="112776"/>
                </a:lnTo>
                <a:lnTo>
                  <a:pt x="83820" y="111252"/>
                </a:lnTo>
                <a:lnTo>
                  <a:pt x="160020" y="111252"/>
                </a:lnTo>
                <a:lnTo>
                  <a:pt x="163068" y="112776"/>
                </a:lnTo>
                <a:lnTo>
                  <a:pt x="169164" y="118872"/>
                </a:lnTo>
                <a:lnTo>
                  <a:pt x="169164" y="128016"/>
                </a:lnTo>
                <a:lnTo>
                  <a:pt x="172212" y="128016"/>
                </a:lnTo>
                <a:lnTo>
                  <a:pt x="172212" y="111252"/>
                </a:lnTo>
                <a:lnTo>
                  <a:pt x="172212" y="74676"/>
                </a:lnTo>
                <a:close/>
              </a:path>
              <a:path extrusionOk="0" h="623570" w="175894">
                <a:moveTo>
                  <a:pt x="172224" y="396240"/>
                </a:moveTo>
                <a:lnTo>
                  <a:pt x="169176" y="396240"/>
                </a:lnTo>
                <a:lnTo>
                  <a:pt x="169176" y="405384"/>
                </a:lnTo>
                <a:lnTo>
                  <a:pt x="164604" y="409956"/>
                </a:lnTo>
                <a:lnTo>
                  <a:pt x="163080" y="413004"/>
                </a:lnTo>
                <a:lnTo>
                  <a:pt x="160032" y="413004"/>
                </a:lnTo>
                <a:lnTo>
                  <a:pt x="158508" y="414528"/>
                </a:lnTo>
                <a:lnTo>
                  <a:pt x="153936" y="416052"/>
                </a:lnTo>
                <a:lnTo>
                  <a:pt x="92976" y="416052"/>
                </a:lnTo>
                <a:lnTo>
                  <a:pt x="85356" y="411480"/>
                </a:lnTo>
                <a:lnTo>
                  <a:pt x="80784" y="408432"/>
                </a:lnTo>
                <a:lnTo>
                  <a:pt x="77736" y="403860"/>
                </a:lnTo>
                <a:lnTo>
                  <a:pt x="74688" y="400812"/>
                </a:lnTo>
                <a:lnTo>
                  <a:pt x="74688" y="397764"/>
                </a:lnTo>
                <a:lnTo>
                  <a:pt x="76212" y="394716"/>
                </a:lnTo>
                <a:lnTo>
                  <a:pt x="79260" y="391668"/>
                </a:lnTo>
                <a:lnTo>
                  <a:pt x="80784" y="387096"/>
                </a:lnTo>
                <a:lnTo>
                  <a:pt x="82308" y="384048"/>
                </a:lnTo>
                <a:lnTo>
                  <a:pt x="82308" y="379476"/>
                </a:lnTo>
                <a:lnTo>
                  <a:pt x="80784" y="376428"/>
                </a:lnTo>
                <a:lnTo>
                  <a:pt x="77736" y="373380"/>
                </a:lnTo>
                <a:lnTo>
                  <a:pt x="74688" y="371856"/>
                </a:lnTo>
                <a:lnTo>
                  <a:pt x="68592" y="371856"/>
                </a:lnTo>
                <a:lnTo>
                  <a:pt x="65544" y="373380"/>
                </a:lnTo>
                <a:lnTo>
                  <a:pt x="59448" y="379476"/>
                </a:lnTo>
                <a:lnTo>
                  <a:pt x="57924" y="382524"/>
                </a:lnTo>
                <a:lnTo>
                  <a:pt x="57924" y="387096"/>
                </a:lnTo>
                <a:lnTo>
                  <a:pt x="59588" y="394843"/>
                </a:lnTo>
                <a:lnTo>
                  <a:pt x="64401" y="402145"/>
                </a:lnTo>
                <a:lnTo>
                  <a:pt x="72059" y="409181"/>
                </a:lnTo>
                <a:lnTo>
                  <a:pt x="82308" y="416052"/>
                </a:lnTo>
                <a:lnTo>
                  <a:pt x="57924" y="416052"/>
                </a:lnTo>
                <a:lnTo>
                  <a:pt x="57924" y="420624"/>
                </a:lnTo>
                <a:lnTo>
                  <a:pt x="71640" y="454152"/>
                </a:lnTo>
                <a:lnTo>
                  <a:pt x="74688" y="452628"/>
                </a:lnTo>
                <a:lnTo>
                  <a:pt x="73164" y="449580"/>
                </a:lnTo>
                <a:lnTo>
                  <a:pt x="73164" y="440436"/>
                </a:lnTo>
                <a:lnTo>
                  <a:pt x="76212" y="437388"/>
                </a:lnTo>
                <a:lnTo>
                  <a:pt x="77736" y="437388"/>
                </a:lnTo>
                <a:lnTo>
                  <a:pt x="80784" y="435864"/>
                </a:lnTo>
                <a:lnTo>
                  <a:pt x="160032" y="435864"/>
                </a:lnTo>
                <a:lnTo>
                  <a:pt x="166128" y="438912"/>
                </a:lnTo>
                <a:lnTo>
                  <a:pt x="166128" y="440436"/>
                </a:lnTo>
                <a:lnTo>
                  <a:pt x="169176" y="443484"/>
                </a:lnTo>
                <a:lnTo>
                  <a:pt x="169176" y="452628"/>
                </a:lnTo>
                <a:lnTo>
                  <a:pt x="172224" y="452628"/>
                </a:lnTo>
                <a:lnTo>
                  <a:pt x="172224" y="396240"/>
                </a:lnTo>
                <a:close/>
              </a:path>
              <a:path extrusionOk="0" h="623570" w="175894">
                <a:moveTo>
                  <a:pt x="175260" y="576072"/>
                </a:moveTo>
                <a:lnTo>
                  <a:pt x="158051" y="541718"/>
                </a:lnTo>
                <a:lnTo>
                  <a:pt x="129540" y="530352"/>
                </a:lnTo>
                <a:lnTo>
                  <a:pt x="128016" y="533400"/>
                </a:lnTo>
                <a:lnTo>
                  <a:pt x="138684" y="537972"/>
                </a:lnTo>
                <a:lnTo>
                  <a:pt x="144780" y="541020"/>
                </a:lnTo>
                <a:lnTo>
                  <a:pt x="149352" y="545592"/>
                </a:lnTo>
                <a:lnTo>
                  <a:pt x="153924" y="551688"/>
                </a:lnTo>
                <a:lnTo>
                  <a:pt x="155448" y="559308"/>
                </a:lnTo>
                <a:lnTo>
                  <a:pt x="155448" y="566928"/>
                </a:lnTo>
                <a:lnTo>
                  <a:pt x="132803" y="598360"/>
                </a:lnTo>
                <a:lnTo>
                  <a:pt x="105156" y="603504"/>
                </a:lnTo>
                <a:lnTo>
                  <a:pt x="96329" y="602932"/>
                </a:lnTo>
                <a:lnTo>
                  <a:pt x="65532" y="582168"/>
                </a:lnTo>
                <a:lnTo>
                  <a:pt x="65532" y="569976"/>
                </a:lnTo>
                <a:lnTo>
                  <a:pt x="67056" y="566928"/>
                </a:lnTo>
                <a:lnTo>
                  <a:pt x="70104" y="563880"/>
                </a:lnTo>
                <a:lnTo>
                  <a:pt x="71628" y="560832"/>
                </a:lnTo>
                <a:lnTo>
                  <a:pt x="76200" y="559308"/>
                </a:lnTo>
                <a:lnTo>
                  <a:pt x="80772" y="559308"/>
                </a:lnTo>
                <a:lnTo>
                  <a:pt x="85344" y="557784"/>
                </a:lnTo>
                <a:lnTo>
                  <a:pt x="88392" y="557784"/>
                </a:lnTo>
                <a:lnTo>
                  <a:pt x="89916" y="554736"/>
                </a:lnTo>
                <a:lnTo>
                  <a:pt x="92964" y="553212"/>
                </a:lnTo>
                <a:lnTo>
                  <a:pt x="94488" y="550164"/>
                </a:lnTo>
                <a:lnTo>
                  <a:pt x="94488" y="539496"/>
                </a:lnTo>
                <a:lnTo>
                  <a:pt x="91440" y="537972"/>
                </a:lnTo>
                <a:lnTo>
                  <a:pt x="88392" y="534924"/>
                </a:lnTo>
                <a:lnTo>
                  <a:pt x="77724" y="534924"/>
                </a:lnTo>
                <a:lnTo>
                  <a:pt x="73152" y="537972"/>
                </a:lnTo>
                <a:lnTo>
                  <a:pt x="63055" y="550722"/>
                </a:lnTo>
                <a:lnTo>
                  <a:pt x="60198" y="556831"/>
                </a:lnTo>
                <a:lnTo>
                  <a:pt x="58483" y="563816"/>
                </a:lnTo>
                <a:lnTo>
                  <a:pt x="57912" y="571500"/>
                </a:lnTo>
                <a:lnTo>
                  <a:pt x="59042" y="581507"/>
                </a:lnTo>
                <a:lnTo>
                  <a:pt x="83273" y="614959"/>
                </a:lnTo>
                <a:lnTo>
                  <a:pt x="117348" y="623316"/>
                </a:lnTo>
                <a:lnTo>
                  <a:pt x="130238" y="622465"/>
                </a:lnTo>
                <a:lnTo>
                  <a:pt x="166903" y="602221"/>
                </a:lnTo>
                <a:lnTo>
                  <a:pt x="174383" y="585177"/>
                </a:lnTo>
                <a:lnTo>
                  <a:pt x="175260" y="576072"/>
                </a:lnTo>
                <a:close/>
              </a:path>
              <a:path extrusionOk="0" h="623570" w="175894">
                <a:moveTo>
                  <a:pt x="175260" y="313944"/>
                </a:moveTo>
                <a:lnTo>
                  <a:pt x="158051" y="278942"/>
                </a:lnTo>
                <a:lnTo>
                  <a:pt x="129540" y="268224"/>
                </a:lnTo>
                <a:lnTo>
                  <a:pt x="128016" y="271272"/>
                </a:lnTo>
                <a:lnTo>
                  <a:pt x="138684" y="274320"/>
                </a:lnTo>
                <a:lnTo>
                  <a:pt x="144780" y="278892"/>
                </a:lnTo>
                <a:lnTo>
                  <a:pt x="149352" y="283464"/>
                </a:lnTo>
                <a:lnTo>
                  <a:pt x="153924" y="289560"/>
                </a:lnTo>
                <a:lnTo>
                  <a:pt x="155448" y="297180"/>
                </a:lnTo>
                <a:lnTo>
                  <a:pt x="155448" y="304800"/>
                </a:lnTo>
                <a:lnTo>
                  <a:pt x="132803" y="335597"/>
                </a:lnTo>
                <a:lnTo>
                  <a:pt x="105156" y="341376"/>
                </a:lnTo>
                <a:lnTo>
                  <a:pt x="96329" y="340791"/>
                </a:lnTo>
                <a:lnTo>
                  <a:pt x="88201" y="338899"/>
                </a:lnTo>
                <a:lnTo>
                  <a:pt x="80949" y="335597"/>
                </a:lnTo>
                <a:lnTo>
                  <a:pt x="68580" y="326136"/>
                </a:lnTo>
                <a:lnTo>
                  <a:pt x="65532" y="320040"/>
                </a:lnTo>
                <a:lnTo>
                  <a:pt x="65532" y="307848"/>
                </a:lnTo>
                <a:lnTo>
                  <a:pt x="67056" y="303276"/>
                </a:lnTo>
                <a:lnTo>
                  <a:pt x="70104" y="301752"/>
                </a:lnTo>
                <a:lnTo>
                  <a:pt x="71628" y="298704"/>
                </a:lnTo>
                <a:lnTo>
                  <a:pt x="80772" y="295656"/>
                </a:lnTo>
                <a:lnTo>
                  <a:pt x="85344" y="295656"/>
                </a:lnTo>
                <a:lnTo>
                  <a:pt x="88392" y="294132"/>
                </a:lnTo>
                <a:lnTo>
                  <a:pt x="89916" y="292608"/>
                </a:lnTo>
                <a:lnTo>
                  <a:pt x="92964" y="291084"/>
                </a:lnTo>
                <a:lnTo>
                  <a:pt x="94488" y="288036"/>
                </a:lnTo>
                <a:lnTo>
                  <a:pt x="94488" y="277368"/>
                </a:lnTo>
                <a:lnTo>
                  <a:pt x="91440" y="275844"/>
                </a:lnTo>
                <a:lnTo>
                  <a:pt x="89916" y="272796"/>
                </a:lnTo>
                <a:lnTo>
                  <a:pt x="77724" y="272796"/>
                </a:lnTo>
                <a:lnTo>
                  <a:pt x="73152" y="275844"/>
                </a:lnTo>
                <a:lnTo>
                  <a:pt x="57912" y="309372"/>
                </a:lnTo>
                <a:lnTo>
                  <a:pt x="59042" y="319379"/>
                </a:lnTo>
                <a:lnTo>
                  <a:pt x="83273" y="352196"/>
                </a:lnTo>
                <a:lnTo>
                  <a:pt x="117348" y="361188"/>
                </a:lnTo>
                <a:lnTo>
                  <a:pt x="130238" y="360337"/>
                </a:lnTo>
                <a:lnTo>
                  <a:pt x="166903" y="339458"/>
                </a:lnTo>
                <a:lnTo>
                  <a:pt x="174383" y="322834"/>
                </a:lnTo>
                <a:lnTo>
                  <a:pt x="175260" y="313944"/>
                </a:lnTo>
                <a:close/>
              </a:path>
              <a:path extrusionOk="0" h="623570" w="175894">
                <a:moveTo>
                  <a:pt x="175272" y="170688"/>
                </a:moveTo>
                <a:lnTo>
                  <a:pt x="161556" y="137160"/>
                </a:lnTo>
                <a:lnTo>
                  <a:pt x="158508" y="138684"/>
                </a:lnTo>
                <a:lnTo>
                  <a:pt x="161556" y="144780"/>
                </a:lnTo>
                <a:lnTo>
                  <a:pt x="161556" y="149352"/>
                </a:lnTo>
                <a:lnTo>
                  <a:pt x="158508" y="152400"/>
                </a:lnTo>
                <a:lnTo>
                  <a:pt x="158508" y="153924"/>
                </a:lnTo>
                <a:lnTo>
                  <a:pt x="155460" y="153924"/>
                </a:lnTo>
                <a:lnTo>
                  <a:pt x="152412" y="155448"/>
                </a:lnTo>
                <a:lnTo>
                  <a:pt x="60972" y="155448"/>
                </a:lnTo>
                <a:lnTo>
                  <a:pt x="60972" y="192024"/>
                </a:lnTo>
                <a:lnTo>
                  <a:pt x="64020" y="192024"/>
                </a:lnTo>
                <a:lnTo>
                  <a:pt x="64020" y="185928"/>
                </a:lnTo>
                <a:lnTo>
                  <a:pt x="65544" y="181356"/>
                </a:lnTo>
                <a:lnTo>
                  <a:pt x="70116" y="176784"/>
                </a:lnTo>
                <a:lnTo>
                  <a:pt x="76212" y="175260"/>
                </a:lnTo>
                <a:lnTo>
                  <a:pt x="144792" y="175260"/>
                </a:lnTo>
                <a:lnTo>
                  <a:pt x="150888" y="181356"/>
                </a:lnTo>
                <a:lnTo>
                  <a:pt x="155460" y="187452"/>
                </a:lnTo>
                <a:lnTo>
                  <a:pt x="158508" y="196596"/>
                </a:lnTo>
                <a:lnTo>
                  <a:pt x="160032" y="199644"/>
                </a:lnTo>
                <a:lnTo>
                  <a:pt x="160032" y="208788"/>
                </a:lnTo>
                <a:lnTo>
                  <a:pt x="158508" y="213360"/>
                </a:lnTo>
                <a:lnTo>
                  <a:pt x="155460" y="217932"/>
                </a:lnTo>
                <a:lnTo>
                  <a:pt x="152412" y="220980"/>
                </a:lnTo>
                <a:lnTo>
                  <a:pt x="144792" y="222504"/>
                </a:lnTo>
                <a:lnTo>
                  <a:pt x="60972" y="222504"/>
                </a:lnTo>
                <a:lnTo>
                  <a:pt x="60972" y="260604"/>
                </a:lnTo>
                <a:lnTo>
                  <a:pt x="64020" y="260604"/>
                </a:lnTo>
                <a:lnTo>
                  <a:pt x="64020" y="256032"/>
                </a:lnTo>
                <a:lnTo>
                  <a:pt x="65544" y="251460"/>
                </a:lnTo>
                <a:lnTo>
                  <a:pt x="65544" y="249936"/>
                </a:lnTo>
                <a:lnTo>
                  <a:pt x="67068" y="246888"/>
                </a:lnTo>
                <a:lnTo>
                  <a:pt x="68592" y="245364"/>
                </a:lnTo>
                <a:lnTo>
                  <a:pt x="71640" y="243840"/>
                </a:lnTo>
                <a:lnTo>
                  <a:pt x="73164" y="243840"/>
                </a:lnTo>
                <a:lnTo>
                  <a:pt x="77736" y="242316"/>
                </a:lnTo>
                <a:lnTo>
                  <a:pt x="150888" y="242316"/>
                </a:lnTo>
                <a:lnTo>
                  <a:pt x="156984" y="239268"/>
                </a:lnTo>
                <a:lnTo>
                  <a:pt x="161556" y="237744"/>
                </a:lnTo>
                <a:lnTo>
                  <a:pt x="166128" y="234696"/>
                </a:lnTo>
                <a:lnTo>
                  <a:pt x="170700" y="230124"/>
                </a:lnTo>
                <a:lnTo>
                  <a:pt x="173748" y="225552"/>
                </a:lnTo>
                <a:lnTo>
                  <a:pt x="175272" y="219456"/>
                </a:lnTo>
                <a:lnTo>
                  <a:pt x="175272" y="208788"/>
                </a:lnTo>
                <a:lnTo>
                  <a:pt x="158927" y="182486"/>
                </a:lnTo>
                <a:lnTo>
                  <a:pt x="152412" y="175260"/>
                </a:lnTo>
                <a:lnTo>
                  <a:pt x="175272" y="175260"/>
                </a:lnTo>
                <a:lnTo>
                  <a:pt x="175272" y="170688"/>
                </a:lnTo>
                <a:close/>
              </a:path>
              <a:path extrusionOk="0" h="623570" w="175894">
                <a:moveTo>
                  <a:pt x="175272" y="22860"/>
                </a:moveTo>
                <a:lnTo>
                  <a:pt x="173748" y="16764"/>
                </a:lnTo>
                <a:lnTo>
                  <a:pt x="169176" y="12192"/>
                </a:lnTo>
                <a:lnTo>
                  <a:pt x="164604" y="6096"/>
                </a:lnTo>
                <a:lnTo>
                  <a:pt x="160032" y="1524"/>
                </a:lnTo>
                <a:lnTo>
                  <a:pt x="150888" y="0"/>
                </a:lnTo>
                <a:lnTo>
                  <a:pt x="150888" y="6096"/>
                </a:lnTo>
                <a:lnTo>
                  <a:pt x="153936" y="6096"/>
                </a:lnTo>
                <a:lnTo>
                  <a:pt x="158508" y="10668"/>
                </a:lnTo>
                <a:lnTo>
                  <a:pt x="160032" y="13716"/>
                </a:lnTo>
                <a:lnTo>
                  <a:pt x="160032" y="21336"/>
                </a:lnTo>
                <a:lnTo>
                  <a:pt x="156984" y="27432"/>
                </a:lnTo>
                <a:lnTo>
                  <a:pt x="153936" y="28956"/>
                </a:lnTo>
                <a:lnTo>
                  <a:pt x="149364" y="30480"/>
                </a:lnTo>
                <a:lnTo>
                  <a:pt x="68592" y="30480"/>
                </a:lnTo>
                <a:lnTo>
                  <a:pt x="68592" y="4572"/>
                </a:lnTo>
                <a:lnTo>
                  <a:pt x="60972" y="4572"/>
                </a:lnTo>
                <a:lnTo>
                  <a:pt x="60972" y="30480"/>
                </a:lnTo>
                <a:lnTo>
                  <a:pt x="24396" y="30480"/>
                </a:lnTo>
                <a:lnTo>
                  <a:pt x="24396" y="33528"/>
                </a:lnTo>
                <a:lnTo>
                  <a:pt x="33540" y="36576"/>
                </a:lnTo>
                <a:lnTo>
                  <a:pt x="38112" y="39624"/>
                </a:lnTo>
                <a:lnTo>
                  <a:pt x="47256" y="44196"/>
                </a:lnTo>
                <a:lnTo>
                  <a:pt x="60972" y="57912"/>
                </a:lnTo>
                <a:lnTo>
                  <a:pt x="64020" y="62484"/>
                </a:lnTo>
                <a:lnTo>
                  <a:pt x="65544" y="68580"/>
                </a:lnTo>
                <a:lnTo>
                  <a:pt x="68592" y="68580"/>
                </a:lnTo>
                <a:lnTo>
                  <a:pt x="68592" y="50292"/>
                </a:lnTo>
                <a:lnTo>
                  <a:pt x="153936" y="50292"/>
                </a:lnTo>
                <a:lnTo>
                  <a:pt x="160032" y="48768"/>
                </a:lnTo>
                <a:lnTo>
                  <a:pt x="163080" y="47244"/>
                </a:lnTo>
                <a:lnTo>
                  <a:pt x="167652" y="45720"/>
                </a:lnTo>
                <a:lnTo>
                  <a:pt x="170700" y="42672"/>
                </a:lnTo>
                <a:lnTo>
                  <a:pt x="172224" y="39624"/>
                </a:lnTo>
                <a:lnTo>
                  <a:pt x="173748" y="35052"/>
                </a:lnTo>
                <a:lnTo>
                  <a:pt x="175272" y="32004"/>
                </a:lnTo>
                <a:lnTo>
                  <a:pt x="175272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16" name="Google Shape;616;p15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482596" y="5038344"/>
            <a:ext cx="224028" cy="396239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" name="Google Shape;617;p15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482595" y="4515611"/>
            <a:ext cx="175260" cy="4541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" name="Google Shape;618;p15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540507" y="4212335"/>
            <a:ext cx="117348" cy="236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" name="Google Shape;619;p15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482595" y="3019043"/>
            <a:ext cx="225552" cy="1120139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" name="Google Shape;620;p15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482595" y="1979675"/>
            <a:ext cx="175260" cy="961644"/>
          </a:xfrm>
          <a:prstGeom prst="rect">
            <a:avLst/>
          </a:prstGeom>
          <a:noFill/>
          <a:ln>
            <a:noFill/>
          </a:ln>
        </p:spPr>
      </p:pic>
      <p:pic>
        <p:nvPicPr>
          <p:cNvPr id="621" name="Google Shape;621;p15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490216" y="1752600"/>
            <a:ext cx="167640" cy="144779"/>
          </a:xfrm>
          <a:prstGeom prst="rect">
            <a:avLst/>
          </a:prstGeom>
          <a:noFill/>
          <a:ln>
            <a:noFill/>
          </a:ln>
        </p:spPr>
      </p:pic>
      <p:pic>
        <p:nvPicPr>
          <p:cNvPr id="622" name="Google Shape;622;p15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779776" y="8691371"/>
            <a:ext cx="175260" cy="807720"/>
          </a:xfrm>
          <a:prstGeom prst="rect">
            <a:avLst/>
          </a:prstGeom>
          <a:noFill/>
          <a:ln>
            <a:noFill/>
          </a:ln>
        </p:spPr>
      </p:pic>
      <p:pic>
        <p:nvPicPr>
          <p:cNvPr id="623" name="Google Shape;623;p15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779775" y="7586472"/>
            <a:ext cx="211836" cy="1039367"/>
          </a:xfrm>
          <a:prstGeom prst="rect">
            <a:avLst/>
          </a:prstGeom>
          <a:noFill/>
          <a:ln>
            <a:noFill/>
          </a:ln>
        </p:spPr>
      </p:pic>
      <p:pic>
        <p:nvPicPr>
          <p:cNvPr id="624" name="Google Shape;624;p15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837688" y="7307580"/>
            <a:ext cx="117348" cy="199644"/>
          </a:xfrm>
          <a:prstGeom prst="rect">
            <a:avLst/>
          </a:prstGeom>
          <a:noFill/>
          <a:ln>
            <a:noFill/>
          </a:ln>
        </p:spPr>
      </p:pic>
      <p:pic>
        <p:nvPicPr>
          <p:cNvPr id="625" name="Google Shape;625;p15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779775" y="5862827"/>
            <a:ext cx="211836" cy="1376172"/>
          </a:xfrm>
          <a:prstGeom prst="rect">
            <a:avLst/>
          </a:prstGeom>
          <a:noFill/>
          <a:ln>
            <a:noFill/>
          </a:ln>
        </p:spPr>
      </p:pic>
      <p:pic>
        <p:nvPicPr>
          <p:cNvPr id="626" name="Google Shape;626;p15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779776" y="4459223"/>
            <a:ext cx="211836" cy="1321307"/>
          </a:xfrm>
          <a:prstGeom prst="rect">
            <a:avLst/>
          </a:prstGeom>
          <a:noFill/>
          <a:ln>
            <a:noFill/>
          </a:ln>
        </p:spPr>
      </p:pic>
      <p:sp>
        <p:nvSpPr>
          <p:cNvPr id="627" name="Google Shape;627;p15"/>
          <p:cNvSpPr/>
          <p:nvPr/>
        </p:nvSpPr>
        <p:spPr>
          <a:xfrm>
            <a:off x="2779763" y="3784092"/>
            <a:ext cx="175260" cy="603885"/>
          </a:xfrm>
          <a:custGeom>
            <a:rect b="b" l="l" r="r" t="t"/>
            <a:pathLst>
              <a:path extrusionOk="0" h="603885" w="175260">
                <a:moveTo>
                  <a:pt x="24396" y="262128"/>
                </a:moveTo>
                <a:lnTo>
                  <a:pt x="22872" y="259080"/>
                </a:lnTo>
                <a:lnTo>
                  <a:pt x="19824" y="257556"/>
                </a:lnTo>
                <a:lnTo>
                  <a:pt x="18300" y="254508"/>
                </a:lnTo>
                <a:lnTo>
                  <a:pt x="15252" y="252984"/>
                </a:lnTo>
                <a:lnTo>
                  <a:pt x="9156" y="252984"/>
                </a:lnTo>
                <a:lnTo>
                  <a:pt x="6108" y="254508"/>
                </a:lnTo>
                <a:lnTo>
                  <a:pt x="1536" y="259080"/>
                </a:lnTo>
                <a:lnTo>
                  <a:pt x="12" y="262128"/>
                </a:lnTo>
                <a:lnTo>
                  <a:pt x="12" y="268224"/>
                </a:lnTo>
                <a:lnTo>
                  <a:pt x="3060" y="274320"/>
                </a:lnTo>
                <a:lnTo>
                  <a:pt x="9156" y="277368"/>
                </a:lnTo>
                <a:lnTo>
                  <a:pt x="15252" y="277368"/>
                </a:lnTo>
                <a:lnTo>
                  <a:pt x="18300" y="275844"/>
                </a:lnTo>
                <a:lnTo>
                  <a:pt x="22872" y="271272"/>
                </a:lnTo>
                <a:lnTo>
                  <a:pt x="24396" y="268224"/>
                </a:lnTo>
                <a:lnTo>
                  <a:pt x="24396" y="262128"/>
                </a:lnTo>
                <a:close/>
              </a:path>
              <a:path extrusionOk="0" h="603885" w="175260">
                <a:moveTo>
                  <a:pt x="172212" y="301752"/>
                </a:moveTo>
                <a:lnTo>
                  <a:pt x="169164" y="301752"/>
                </a:lnTo>
                <a:lnTo>
                  <a:pt x="169164" y="307848"/>
                </a:lnTo>
                <a:lnTo>
                  <a:pt x="167640" y="310896"/>
                </a:lnTo>
                <a:lnTo>
                  <a:pt x="167640" y="313944"/>
                </a:lnTo>
                <a:lnTo>
                  <a:pt x="164592" y="316992"/>
                </a:lnTo>
                <a:lnTo>
                  <a:pt x="163068" y="316992"/>
                </a:lnTo>
                <a:lnTo>
                  <a:pt x="160020" y="318516"/>
                </a:lnTo>
                <a:lnTo>
                  <a:pt x="108204" y="318516"/>
                </a:lnTo>
                <a:lnTo>
                  <a:pt x="98539" y="318782"/>
                </a:lnTo>
                <a:lnTo>
                  <a:pt x="90297" y="319468"/>
                </a:lnTo>
                <a:lnTo>
                  <a:pt x="83781" y="320446"/>
                </a:lnTo>
                <a:lnTo>
                  <a:pt x="79248" y="321564"/>
                </a:lnTo>
                <a:lnTo>
                  <a:pt x="71628" y="323088"/>
                </a:lnTo>
                <a:lnTo>
                  <a:pt x="62484" y="332232"/>
                </a:lnTo>
                <a:lnTo>
                  <a:pt x="59436" y="336804"/>
                </a:lnTo>
                <a:lnTo>
                  <a:pt x="57912" y="341376"/>
                </a:lnTo>
                <a:lnTo>
                  <a:pt x="57912" y="353568"/>
                </a:lnTo>
                <a:lnTo>
                  <a:pt x="59436" y="359664"/>
                </a:lnTo>
                <a:lnTo>
                  <a:pt x="62484" y="364236"/>
                </a:lnTo>
                <a:lnTo>
                  <a:pt x="64681" y="368808"/>
                </a:lnTo>
                <a:lnTo>
                  <a:pt x="68770" y="373761"/>
                </a:lnTo>
                <a:lnTo>
                  <a:pt x="74282" y="379247"/>
                </a:lnTo>
                <a:lnTo>
                  <a:pt x="80772" y="385572"/>
                </a:lnTo>
                <a:lnTo>
                  <a:pt x="0" y="385572"/>
                </a:lnTo>
                <a:lnTo>
                  <a:pt x="0" y="391668"/>
                </a:lnTo>
                <a:lnTo>
                  <a:pt x="13716" y="423672"/>
                </a:lnTo>
                <a:lnTo>
                  <a:pt x="16764" y="422148"/>
                </a:lnTo>
                <a:lnTo>
                  <a:pt x="15240" y="419100"/>
                </a:lnTo>
                <a:lnTo>
                  <a:pt x="15240" y="411480"/>
                </a:lnTo>
                <a:lnTo>
                  <a:pt x="16764" y="409956"/>
                </a:lnTo>
                <a:lnTo>
                  <a:pt x="16764" y="408432"/>
                </a:lnTo>
                <a:lnTo>
                  <a:pt x="19812" y="406908"/>
                </a:lnTo>
                <a:lnTo>
                  <a:pt x="25908" y="406908"/>
                </a:lnTo>
                <a:lnTo>
                  <a:pt x="33528" y="405384"/>
                </a:lnTo>
                <a:lnTo>
                  <a:pt x="153924" y="405384"/>
                </a:lnTo>
                <a:lnTo>
                  <a:pt x="160020" y="406908"/>
                </a:lnTo>
                <a:lnTo>
                  <a:pt x="161544" y="406908"/>
                </a:lnTo>
                <a:lnTo>
                  <a:pt x="164592" y="408432"/>
                </a:lnTo>
                <a:lnTo>
                  <a:pt x="166116" y="409956"/>
                </a:lnTo>
                <a:lnTo>
                  <a:pt x="166116" y="411480"/>
                </a:lnTo>
                <a:lnTo>
                  <a:pt x="169164" y="417576"/>
                </a:lnTo>
                <a:lnTo>
                  <a:pt x="169164" y="422148"/>
                </a:lnTo>
                <a:lnTo>
                  <a:pt x="172212" y="422148"/>
                </a:lnTo>
                <a:lnTo>
                  <a:pt x="172212" y="405384"/>
                </a:lnTo>
                <a:lnTo>
                  <a:pt x="172212" y="368808"/>
                </a:lnTo>
                <a:lnTo>
                  <a:pt x="169164" y="368808"/>
                </a:lnTo>
                <a:lnTo>
                  <a:pt x="169164" y="374904"/>
                </a:lnTo>
                <a:lnTo>
                  <a:pt x="167640" y="377952"/>
                </a:lnTo>
                <a:lnTo>
                  <a:pt x="167640" y="381000"/>
                </a:lnTo>
                <a:lnTo>
                  <a:pt x="164592" y="384048"/>
                </a:lnTo>
                <a:lnTo>
                  <a:pt x="161544" y="385572"/>
                </a:lnTo>
                <a:lnTo>
                  <a:pt x="88392" y="385572"/>
                </a:lnTo>
                <a:lnTo>
                  <a:pt x="77724" y="374904"/>
                </a:lnTo>
                <a:lnTo>
                  <a:pt x="76200" y="370332"/>
                </a:lnTo>
                <a:lnTo>
                  <a:pt x="73152" y="365760"/>
                </a:lnTo>
                <a:lnTo>
                  <a:pt x="73152" y="350520"/>
                </a:lnTo>
                <a:lnTo>
                  <a:pt x="76200" y="347472"/>
                </a:lnTo>
                <a:lnTo>
                  <a:pt x="77724" y="344424"/>
                </a:lnTo>
                <a:lnTo>
                  <a:pt x="83820" y="341376"/>
                </a:lnTo>
                <a:lnTo>
                  <a:pt x="88392" y="339852"/>
                </a:lnTo>
                <a:lnTo>
                  <a:pt x="96012" y="338328"/>
                </a:lnTo>
                <a:lnTo>
                  <a:pt x="153924" y="338328"/>
                </a:lnTo>
                <a:lnTo>
                  <a:pt x="158496" y="339852"/>
                </a:lnTo>
                <a:lnTo>
                  <a:pt x="163068" y="339852"/>
                </a:lnTo>
                <a:lnTo>
                  <a:pt x="166116" y="342900"/>
                </a:lnTo>
                <a:lnTo>
                  <a:pt x="169164" y="348996"/>
                </a:lnTo>
                <a:lnTo>
                  <a:pt x="169164" y="355092"/>
                </a:lnTo>
                <a:lnTo>
                  <a:pt x="172212" y="355092"/>
                </a:lnTo>
                <a:lnTo>
                  <a:pt x="172212" y="338328"/>
                </a:lnTo>
                <a:lnTo>
                  <a:pt x="172212" y="301752"/>
                </a:lnTo>
                <a:close/>
              </a:path>
              <a:path extrusionOk="0" h="603885" w="175260">
                <a:moveTo>
                  <a:pt x="172212" y="0"/>
                </a:moveTo>
                <a:lnTo>
                  <a:pt x="169164" y="0"/>
                </a:lnTo>
                <a:lnTo>
                  <a:pt x="169164" y="6096"/>
                </a:lnTo>
                <a:lnTo>
                  <a:pt x="167640" y="9144"/>
                </a:lnTo>
                <a:lnTo>
                  <a:pt x="167640" y="10668"/>
                </a:lnTo>
                <a:lnTo>
                  <a:pt x="166116" y="13716"/>
                </a:lnTo>
                <a:lnTo>
                  <a:pt x="164592" y="15240"/>
                </a:lnTo>
                <a:lnTo>
                  <a:pt x="163068" y="15240"/>
                </a:lnTo>
                <a:lnTo>
                  <a:pt x="160020" y="16764"/>
                </a:lnTo>
                <a:lnTo>
                  <a:pt x="108204" y="16764"/>
                </a:lnTo>
                <a:lnTo>
                  <a:pt x="98539" y="17030"/>
                </a:lnTo>
                <a:lnTo>
                  <a:pt x="90297" y="17716"/>
                </a:lnTo>
                <a:lnTo>
                  <a:pt x="83781" y="18694"/>
                </a:lnTo>
                <a:lnTo>
                  <a:pt x="79248" y="19812"/>
                </a:lnTo>
                <a:lnTo>
                  <a:pt x="71628" y="21336"/>
                </a:lnTo>
                <a:lnTo>
                  <a:pt x="67056" y="24384"/>
                </a:lnTo>
                <a:lnTo>
                  <a:pt x="62484" y="30480"/>
                </a:lnTo>
                <a:lnTo>
                  <a:pt x="59436" y="35052"/>
                </a:lnTo>
                <a:lnTo>
                  <a:pt x="57912" y="39624"/>
                </a:lnTo>
                <a:lnTo>
                  <a:pt x="57912" y="51816"/>
                </a:lnTo>
                <a:lnTo>
                  <a:pt x="80772" y="83820"/>
                </a:lnTo>
                <a:lnTo>
                  <a:pt x="0" y="83820"/>
                </a:lnTo>
                <a:lnTo>
                  <a:pt x="0" y="89916"/>
                </a:lnTo>
                <a:lnTo>
                  <a:pt x="13716" y="121920"/>
                </a:lnTo>
                <a:lnTo>
                  <a:pt x="16764" y="120396"/>
                </a:lnTo>
                <a:lnTo>
                  <a:pt x="15240" y="117348"/>
                </a:lnTo>
                <a:lnTo>
                  <a:pt x="15240" y="108204"/>
                </a:lnTo>
                <a:lnTo>
                  <a:pt x="16764" y="108204"/>
                </a:lnTo>
                <a:lnTo>
                  <a:pt x="16764" y="106680"/>
                </a:lnTo>
                <a:lnTo>
                  <a:pt x="19812" y="105156"/>
                </a:lnTo>
                <a:lnTo>
                  <a:pt x="22860" y="105156"/>
                </a:lnTo>
                <a:lnTo>
                  <a:pt x="25908" y="103632"/>
                </a:lnTo>
                <a:lnTo>
                  <a:pt x="153924" y="103632"/>
                </a:lnTo>
                <a:lnTo>
                  <a:pt x="160020" y="105156"/>
                </a:lnTo>
                <a:lnTo>
                  <a:pt x="161544" y="105156"/>
                </a:lnTo>
                <a:lnTo>
                  <a:pt x="164592" y="106680"/>
                </a:lnTo>
                <a:lnTo>
                  <a:pt x="166116" y="108204"/>
                </a:lnTo>
                <a:lnTo>
                  <a:pt x="166116" y="109728"/>
                </a:lnTo>
                <a:lnTo>
                  <a:pt x="169164" y="115824"/>
                </a:lnTo>
                <a:lnTo>
                  <a:pt x="169164" y="120396"/>
                </a:lnTo>
                <a:lnTo>
                  <a:pt x="172212" y="120396"/>
                </a:lnTo>
                <a:lnTo>
                  <a:pt x="172212" y="103632"/>
                </a:lnTo>
                <a:lnTo>
                  <a:pt x="172212" y="67056"/>
                </a:lnTo>
                <a:lnTo>
                  <a:pt x="169164" y="67056"/>
                </a:lnTo>
                <a:lnTo>
                  <a:pt x="169164" y="73152"/>
                </a:lnTo>
                <a:lnTo>
                  <a:pt x="167640" y="76200"/>
                </a:lnTo>
                <a:lnTo>
                  <a:pt x="167640" y="79248"/>
                </a:lnTo>
                <a:lnTo>
                  <a:pt x="164592" y="82296"/>
                </a:lnTo>
                <a:lnTo>
                  <a:pt x="161544" y="82296"/>
                </a:lnTo>
                <a:lnTo>
                  <a:pt x="160020" y="83820"/>
                </a:lnTo>
                <a:lnTo>
                  <a:pt x="88392" y="83820"/>
                </a:lnTo>
                <a:lnTo>
                  <a:pt x="77724" y="73152"/>
                </a:lnTo>
                <a:lnTo>
                  <a:pt x="76200" y="68580"/>
                </a:lnTo>
                <a:lnTo>
                  <a:pt x="73152" y="64008"/>
                </a:lnTo>
                <a:lnTo>
                  <a:pt x="73152" y="47244"/>
                </a:lnTo>
                <a:lnTo>
                  <a:pt x="76200" y="45720"/>
                </a:lnTo>
                <a:lnTo>
                  <a:pt x="77724" y="42672"/>
                </a:lnTo>
                <a:lnTo>
                  <a:pt x="80772" y="39624"/>
                </a:lnTo>
                <a:lnTo>
                  <a:pt x="83820" y="39624"/>
                </a:lnTo>
                <a:lnTo>
                  <a:pt x="88392" y="38100"/>
                </a:lnTo>
                <a:lnTo>
                  <a:pt x="96012" y="36576"/>
                </a:lnTo>
                <a:lnTo>
                  <a:pt x="158496" y="36576"/>
                </a:lnTo>
                <a:lnTo>
                  <a:pt x="163068" y="38100"/>
                </a:lnTo>
                <a:lnTo>
                  <a:pt x="167640" y="42672"/>
                </a:lnTo>
                <a:lnTo>
                  <a:pt x="169164" y="47244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36576"/>
                </a:lnTo>
                <a:lnTo>
                  <a:pt x="172212" y="0"/>
                </a:lnTo>
                <a:close/>
              </a:path>
              <a:path extrusionOk="0" h="603885" w="175260">
                <a:moveTo>
                  <a:pt x="172224" y="237744"/>
                </a:moveTo>
                <a:lnTo>
                  <a:pt x="169176" y="237744"/>
                </a:lnTo>
                <a:lnTo>
                  <a:pt x="169176" y="243840"/>
                </a:lnTo>
                <a:lnTo>
                  <a:pt x="167652" y="246888"/>
                </a:lnTo>
                <a:lnTo>
                  <a:pt x="167652" y="248412"/>
                </a:lnTo>
                <a:lnTo>
                  <a:pt x="166128" y="251460"/>
                </a:lnTo>
                <a:lnTo>
                  <a:pt x="164604" y="252984"/>
                </a:lnTo>
                <a:lnTo>
                  <a:pt x="161556" y="252984"/>
                </a:lnTo>
                <a:lnTo>
                  <a:pt x="160032" y="254508"/>
                </a:lnTo>
                <a:lnTo>
                  <a:pt x="57924" y="254508"/>
                </a:lnTo>
                <a:lnTo>
                  <a:pt x="57924" y="260604"/>
                </a:lnTo>
                <a:lnTo>
                  <a:pt x="71640" y="292608"/>
                </a:lnTo>
                <a:lnTo>
                  <a:pt x="74688" y="291084"/>
                </a:lnTo>
                <a:lnTo>
                  <a:pt x="73164" y="288036"/>
                </a:lnTo>
                <a:lnTo>
                  <a:pt x="73164" y="278892"/>
                </a:lnTo>
                <a:lnTo>
                  <a:pt x="74688" y="278892"/>
                </a:lnTo>
                <a:lnTo>
                  <a:pt x="74688" y="277368"/>
                </a:lnTo>
                <a:lnTo>
                  <a:pt x="77736" y="275844"/>
                </a:lnTo>
                <a:lnTo>
                  <a:pt x="79260" y="275844"/>
                </a:lnTo>
                <a:lnTo>
                  <a:pt x="83299" y="274967"/>
                </a:lnTo>
                <a:lnTo>
                  <a:pt x="88785" y="274510"/>
                </a:lnTo>
                <a:lnTo>
                  <a:pt x="97002" y="274320"/>
                </a:lnTo>
                <a:lnTo>
                  <a:pt x="153936" y="274320"/>
                </a:lnTo>
                <a:lnTo>
                  <a:pt x="160032" y="275844"/>
                </a:lnTo>
                <a:lnTo>
                  <a:pt x="161556" y="275844"/>
                </a:lnTo>
                <a:lnTo>
                  <a:pt x="164604" y="277368"/>
                </a:lnTo>
                <a:lnTo>
                  <a:pt x="167652" y="280416"/>
                </a:lnTo>
                <a:lnTo>
                  <a:pt x="167652" y="281940"/>
                </a:lnTo>
                <a:lnTo>
                  <a:pt x="169176" y="286512"/>
                </a:lnTo>
                <a:lnTo>
                  <a:pt x="169176" y="291084"/>
                </a:lnTo>
                <a:lnTo>
                  <a:pt x="172224" y="291084"/>
                </a:lnTo>
                <a:lnTo>
                  <a:pt x="172224" y="274320"/>
                </a:lnTo>
                <a:lnTo>
                  <a:pt x="172224" y="237744"/>
                </a:lnTo>
                <a:close/>
              </a:path>
              <a:path extrusionOk="0" h="603885" w="175260">
                <a:moveTo>
                  <a:pt x="175260" y="477012"/>
                </a:moveTo>
                <a:lnTo>
                  <a:pt x="79248" y="441960"/>
                </a:lnTo>
                <a:lnTo>
                  <a:pt x="70104" y="438912"/>
                </a:lnTo>
                <a:lnTo>
                  <a:pt x="65532" y="434340"/>
                </a:lnTo>
                <a:lnTo>
                  <a:pt x="64008" y="426720"/>
                </a:lnTo>
                <a:lnTo>
                  <a:pt x="60960" y="426720"/>
                </a:lnTo>
                <a:lnTo>
                  <a:pt x="60960" y="460248"/>
                </a:lnTo>
                <a:lnTo>
                  <a:pt x="64008" y="460248"/>
                </a:lnTo>
                <a:lnTo>
                  <a:pt x="64008" y="451104"/>
                </a:lnTo>
                <a:lnTo>
                  <a:pt x="68580" y="446532"/>
                </a:lnTo>
                <a:lnTo>
                  <a:pt x="73152" y="446532"/>
                </a:lnTo>
                <a:lnTo>
                  <a:pt x="77724" y="448056"/>
                </a:lnTo>
                <a:lnTo>
                  <a:pt x="82296" y="451104"/>
                </a:lnTo>
                <a:lnTo>
                  <a:pt x="143256" y="473964"/>
                </a:lnTo>
                <a:lnTo>
                  <a:pt x="79248" y="501396"/>
                </a:lnTo>
                <a:lnTo>
                  <a:pt x="77724" y="501396"/>
                </a:lnTo>
                <a:lnTo>
                  <a:pt x="76200" y="502920"/>
                </a:lnTo>
                <a:lnTo>
                  <a:pt x="71628" y="502920"/>
                </a:lnTo>
                <a:lnTo>
                  <a:pt x="68580" y="501396"/>
                </a:lnTo>
                <a:lnTo>
                  <a:pt x="65532" y="498348"/>
                </a:lnTo>
                <a:lnTo>
                  <a:pt x="64008" y="493776"/>
                </a:lnTo>
                <a:lnTo>
                  <a:pt x="64008" y="489204"/>
                </a:lnTo>
                <a:lnTo>
                  <a:pt x="60960" y="489204"/>
                </a:lnTo>
                <a:lnTo>
                  <a:pt x="60960" y="539496"/>
                </a:lnTo>
                <a:lnTo>
                  <a:pt x="64008" y="539496"/>
                </a:lnTo>
                <a:lnTo>
                  <a:pt x="64008" y="531876"/>
                </a:lnTo>
                <a:lnTo>
                  <a:pt x="71628" y="524256"/>
                </a:lnTo>
                <a:lnTo>
                  <a:pt x="77724" y="522732"/>
                </a:lnTo>
                <a:lnTo>
                  <a:pt x="92964" y="516636"/>
                </a:lnTo>
                <a:lnTo>
                  <a:pt x="144780" y="541020"/>
                </a:lnTo>
                <a:lnTo>
                  <a:pt x="80772" y="565404"/>
                </a:lnTo>
                <a:lnTo>
                  <a:pt x="74676" y="568452"/>
                </a:lnTo>
                <a:lnTo>
                  <a:pt x="68580" y="568452"/>
                </a:lnTo>
                <a:lnTo>
                  <a:pt x="65532" y="565404"/>
                </a:lnTo>
                <a:lnTo>
                  <a:pt x="65532" y="563880"/>
                </a:lnTo>
                <a:lnTo>
                  <a:pt x="64008" y="562356"/>
                </a:lnTo>
                <a:lnTo>
                  <a:pt x="64008" y="557784"/>
                </a:lnTo>
                <a:lnTo>
                  <a:pt x="60960" y="557784"/>
                </a:lnTo>
                <a:lnTo>
                  <a:pt x="60960" y="603504"/>
                </a:lnTo>
                <a:lnTo>
                  <a:pt x="64008" y="603504"/>
                </a:lnTo>
                <a:lnTo>
                  <a:pt x="65532" y="598932"/>
                </a:lnTo>
                <a:lnTo>
                  <a:pt x="67056" y="595884"/>
                </a:lnTo>
                <a:lnTo>
                  <a:pt x="71628" y="591312"/>
                </a:lnTo>
                <a:lnTo>
                  <a:pt x="74676" y="589788"/>
                </a:lnTo>
                <a:lnTo>
                  <a:pt x="175260" y="550164"/>
                </a:lnTo>
                <a:lnTo>
                  <a:pt x="175260" y="547116"/>
                </a:lnTo>
                <a:lnTo>
                  <a:pt x="102108" y="512064"/>
                </a:lnTo>
                <a:lnTo>
                  <a:pt x="175260" y="481584"/>
                </a:lnTo>
                <a:lnTo>
                  <a:pt x="175260" y="477012"/>
                </a:lnTo>
                <a:close/>
              </a:path>
              <a:path extrusionOk="0" h="603885" w="175260">
                <a:moveTo>
                  <a:pt x="175260" y="175260"/>
                </a:moveTo>
                <a:lnTo>
                  <a:pt x="156768" y="140258"/>
                </a:lnTo>
                <a:lnTo>
                  <a:pt x="129540" y="129540"/>
                </a:lnTo>
                <a:lnTo>
                  <a:pt x="128016" y="132588"/>
                </a:lnTo>
                <a:lnTo>
                  <a:pt x="137160" y="135636"/>
                </a:lnTo>
                <a:lnTo>
                  <a:pt x="144780" y="140208"/>
                </a:lnTo>
                <a:lnTo>
                  <a:pt x="147828" y="144780"/>
                </a:lnTo>
                <a:lnTo>
                  <a:pt x="152400" y="150876"/>
                </a:lnTo>
                <a:lnTo>
                  <a:pt x="155448" y="158496"/>
                </a:lnTo>
                <a:lnTo>
                  <a:pt x="155448" y="166116"/>
                </a:lnTo>
                <a:lnTo>
                  <a:pt x="154355" y="173812"/>
                </a:lnTo>
                <a:lnTo>
                  <a:pt x="123825" y="200215"/>
                </a:lnTo>
                <a:lnTo>
                  <a:pt x="105156" y="202692"/>
                </a:lnTo>
                <a:lnTo>
                  <a:pt x="96329" y="202107"/>
                </a:lnTo>
                <a:lnTo>
                  <a:pt x="88201" y="200215"/>
                </a:lnTo>
                <a:lnTo>
                  <a:pt x="80949" y="196913"/>
                </a:lnTo>
                <a:lnTo>
                  <a:pt x="68580" y="187452"/>
                </a:lnTo>
                <a:lnTo>
                  <a:pt x="65532" y="181356"/>
                </a:lnTo>
                <a:lnTo>
                  <a:pt x="65532" y="169164"/>
                </a:lnTo>
                <a:lnTo>
                  <a:pt x="67056" y="164592"/>
                </a:lnTo>
                <a:lnTo>
                  <a:pt x="71628" y="160020"/>
                </a:lnTo>
                <a:lnTo>
                  <a:pt x="74676" y="158496"/>
                </a:lnTo>
                <a:lnTo>
                  <a:pt x="79248" y="156972"/>
                </a:lnTo>
                <a:lnTo>
                  <a:pt x="85344" y="156972"/>
                </a:lnTo>
                <a:lnTo>
                  <a:pt x="88392" y="155448"/>
                </a:lnTo>
                <a:lnTo>
                  <a:pt x="89916" y="153924"/>
                </a:lnTo>
                <a:lnTo>
                  <a:pt x="92964" y="152400"/>
                </a:lnTo>
                <a:lnTo>
                  <a:pt x="94488" y="149352"/>
                </a:lnTo>
                <a:lnTo>
                  <a:pt x="94488" y="141732"/>
                </a:lnTo>
                <a:lnTo>
                  <a:pt x="92964" y="138684"/>
                </a:lnTo>
                <a:lnTo>
                  <a:pt x="91440" y="137160"/>
                </a:lnTo>
                <a:lnTo>
                  <a:pt x="89916" y="134112"/>
                </a:lnTo>
                <a:lnTo>
                  <a:pt x="77724" y="134112"/>
                </a:lnTo>
                <a:lnTo>
                  <a:pt x="71628" y="137160"/>
                </a:lnTo>
                <a:lnTo>
                  <a:pt x="57912" y="170688"/>
                </a:lnTo>
                <a:lnTo>
                  <a:pt x="58801" y="180695"/>
                </a:lnTo>
                <a:lnTo>
                  <a:pt x="82613" y="213512"/>
                </a:lnTo>
                <a:lnTo>
                  <a:pt x="115824" y="222504"/>
                </a:lnTo>
                <a:lnTo>
                  <a:pt x="128714" y="221653"/>
                </a:lnTo>
                <a:lnTo>
                  <a:pt x="165620" y="200774"/>
                </a:lnTo>
                <a:lnTo>
                  <a:pt x="174142" y="184150"/>
                </a:lnTo>
                <a:lnTo>
                  <a:pt x="175260" y="1752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28" name="Google Shape;628;p15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837688" y="3427476"/>
            <a:ext cx="117348" cy="286512"/>
          </a:xfrm>
          <a:prstGeom prst="rect">
            <a:avLst/>
          </a:prstGeom>
          <a:noFill/>
          <a:ln>
            <a:noFill/>
          </a:ln>
        </p:spPr>
      </p:pic>
      <p:pic>
        <p:nvPicPr>
          <p:cNvPr id="629" name="Google Shape;629;p15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779775" y="1905000"/>
            <a:ext cx="175260" cy="1446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630" name="Google Shape;630;p15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075431" y="9204959"/>
            <a:ext cx="175260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31" name="Google Shape;631;p15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075431" y="8231123"/>
            <a:ext cx="225552" cy="902208"/>
          </a:xfrm>
          <a:prstGeom prst="rect">
            <a:avLst/>
          </a:prstGeom>
          <a:noFill/>
          <a:ln>
            <a:noFill/>
          </a:ln>
        </p:spPr>
      </p:pic>
      <p:sp>
        <p:nvSpPr>
          <p:cNvPr id="632" name="Google Shape;632;p15"/>
          <p:cNvSpPr/>
          <p:nvPr/>
        </p:nvSpPr>
        <p:spPr>
          <a:xfrm>
            <a:off x="3099816" y="7600188"/>
            <a:ext cx="151130" cy="567055"/>
          </a:xfrm>
          <a:custGeom>
            <a:rect b="b" l="l" r="r" t="t"/>
            <a:pathLst>
              <a:path extrusionOk="0" h="567054" w="151130">
                <a:moveTo>
                  <a:pt x="147815" y="441960"/>
                </a:moveTo>
                <a:lnTo>
                  <a:pt x="144767" y="441960"/>
                </a:lnTo>
                <a:lnTo>
                  <a:pt x="144767" y="451104"/>
                </a:lnTo>
                <a:lnTo>
                  <a:pt x="141719" y="454152"/>
                </a:lnTo>
                <a:lnTo>
                  <a:pt x="140195" y="457200"/>
                </a:lnTo>
                <a:lnTo>
                  <a:pt x="137147" y="460248"/>
                </a:lnTo>
                <a:lnTo>
                  <a:pt x="134099" y="461772"/>
                </a:lnTo>
                <a:lnTo>
                  <a:pt x="68567" y="461772"/>
                </a:lnTo>
                <a:lnTo>
                  <a:pt x="60947" y="457200"/>
                </a:lnTo>
                <a:lnTo>
                  <a:pt x="56375" y="454152"/>
                </a:lnTo>
                <a:lnTo>
                  <a:pt x="53327" y="449580"/>
                </a:lnTo>
                <a:lnTo>
                  <a:pt x="50279" y="446532"/>
                </a:lnTo>
                <a:lnTo>
                  <a:pt x="50279" y="443484"/>
                </a:lnTo>
                <a:lnTo>
                  <a:pt x="51803" y="440436"/>
                </a:lnTo>
                <a:lnTo>
                  <a:pt x="54851" y="437388"/>
                </a:lnTo>
                <a:lnTo>
                  <a:pt x="56375" y="432816"/>
                </a:lnTo>
                <a:lnTo>
                  <a:pt x="57899" y="429768"/>
                </a:lnTo>
                <a:lnTo>
                  <a:pt x="57899" y="422148"/>
                </a:lnTo>
                <a:lnTo>
                  <a:pt x="54851" y="420624"/>
                </a:lnTo>
                <a:lnTo>
                  <a:pt x="53327" y="419100"/>
                </a:lnTo>
                <a:lnTo>
                  <a:pt x="50279" y="417576"/>
                </a:lnTo>
                <a:lnTo>
                  <a:pt x="44183" y="417576"/>
                </a:lnTo>
                <a:lnTo>
                  <a:pt x="41135" y="419100"/>
                </a:lnTo>
                <a:lnTo>
                  <a:pt x="35039" y="425196"/>
                </a:lnTo>
                <a:lnTo>
                  <a:pt x="33515" y="428244"/>
                </a:lnTo>
                <a:lnTo>
                  <a:pt x="33515" y="432816"/>
                </a:lnTo>
                <a:lnTo>
                  <a:pt x="35191" y="440563"/>
                </a:lnTo>
                <a:lnTo>
                  <a:pt x="39992" y="447865"/>
                </a:lnTo>
                <a:lnTo>
                  <a:pt x="47663" y="454901"/>
                </a:lnTo>
                <a:lnTo>
                  <a:pt x="57899" y="461772"/>
                </a:lnTo>
                <a:lnTo>
                  <a:pt x="33515" y="461772"/>
                </a:lnTo>
                <a:lnTo>
                  <a:pt x="33515" y="466344"/>
                </a:lnTo>
                <a:lnTo>
                  <a:pt x="47231" y="499872"/>
                </a:lnTo>
                <a:lnTo>
                  <a:pt x="50279" y="498348"/>
                </a:lnTo>
                <a:lnTo>
                  <a:pt x="48755" y="495300"/>
                </a:lnTo>
                <a:lnTo>
                  <a:pt x="48755" y="486156"/>
                </a:lnTo>
                <a:lnTo>
                  <a:pt x="50279" y="484632"/>
                </a:lnTo>
                <a:lnTo>
                  <a:pt x="51803" y="484632"/>
                </a:lnTo>
                <a:lnTo>
                  <a:pt x="53327" y="483108"/>
                </a:lnTo>
                <a:lnTo>
                  <a:pt x="56375" y="483108"/>
                </a:lnTo>
                <a:lnTo>
                  <a:pt x="59423" y="481584"/>
                </a:lnTo>
                <a:lnTo>
                  <a:pt x="135623" y="481584"/>
                </a:lnTo>
                <a:lnTo>
                  <a:pt x="141719" y="484632"/>
                </a:lnTo>
                <a:lnTo>
                  <a:pt x="141719" y="486156"/>
                </a:lnTo>
                <a:lnTo>
                  <a:pt x="144767" y="489204"/>
                </a:lnTo>
                <a:lnTo>
                  <a:pt x="144767" y="498348"/>
                </a:lnTo>
                <a:lnTo>
                  <a:pt x="147815" y="498348"/>
                </a:lnTo>
                <a:lnTo>
                  <a:pt x="147815" y="441960"/>
                </a:lnTo>
                <a:close/>
              </a:path>
              <a:path extrusionOk="0" h="567054" w="151130">
                <a:moveTo>
                  <a:pt x="150863" y="329184"/>
                </a:moveTo>
                <a:lnTo>
                  <a:pt x="149720" y="323456"/>
                </a:lnTo>
                <a:lnTo>
                  <a:pt x="146291" y="317563"/>
                </a:lnTo>
                <a:lnTo>
                  <a:pt x="140576" y="311404"/>
                </a:lnTo>
                <a:lnTo>
                  <a:pt x="132575" y="304800"/>
                </a:lnTo>
                <a:lnTo>
                  <a:pt x="126479" y="304800"/>
                </a:lnTo>
                <a:lnTo>
                  <a:pt x="135623" y="313944"/>
                </a:lnTo>
                <a:lnTo>
                  <a:pt x="135623" y="320040"/>
                </a:lnTo>
                <a:lnTo>
                  <a:pt x="134099" y="320040"/>
                </a:lnTo>
                <a:lnTo>
                  <a:pt x="134099" y="321564"/>
                </a:lnTo>
                <a:lnTo>
                  <a:pt x="132575" y="321564"/>
                </a:lnTo>
                <a:lnTo>
                  <a:pt x="129527" y="323088"/>
                </a:lnTo>
                <a:lnTo>
                  <a:pt x="54851" y="323088"/>
                </a:lnTo>
                <a:lnTo>
                  <a:pt x="50279" y="324612"/>
                </a:lnTo>
                <a:lnTo>
                  <a:pt x="41135" y="330708"/>
                </a:lnTo>
                <a:lnTo>
                  <a:pt x="39611" y="335280"/>
                </a:lnTo>
                <a:lnTo>
                  <a:pt x="36741" y="341045"/>
                </a:lnTo>
                <a:lnTo>
                  <a:pt x="36626" y="341376"/>
                </a:lnTo>
                <a:lnTo>
                  <a:pt x="34848" y="347091"/>
                </a:lnTo>
                <a:lnTo>
                  <a:pt x="33832" y="353720"/>
                </a:lnTo>
                <a:lnTo>
                  <a:pt x="33718" y="364236"/>
                </a:lnTo>
                <a:lnTo>
                  <a:pt x="34086" y="370027"/>
                </a:lnTo>
                <a:lnTo>
                  <a:pt x="34163" y="370332"/>
                </a:lnTo>
                <a:lnTo>
                  <a:pt x="35801" y="378142"/>
                </a:lnTo>
                <a:lnTo>
                  <a:pt x="38658" y="385406"/>
                </a:lnTo>
                <a:lnTo>
                  <a:pt x="38773" y="385572"/>
                </a:lnTo>
                <a:lnTo>
                  <a:pt x="42659" y="391668"/>
                </a:lnTo>
                <a:lnTo>
                  <a:pt x="48755" y="399288"/>
                </a:lnTo>
                <a:lnTo>
                  <a:pt x="54851" y="402336"/>
                </a:lnTo>
                <a:lnTo>
                  <a:pt x="65519" y="402336"/>
                </a:lnTo>
                <a:lnTo>
                  <a:pt x="68567" y="400812"/>
                </a:lnTo>
                <a:lnTo>
                  <a:pt x="70091" y="399288"/>
                </a:lnTo>
                <a:lnTo>
                  <a:pt x="73139" y="397764"/>
                </a:lnTo>
                <a:lnTo>
                  <a:pt x="73139" y="387096"/>
                </a:lnTo>
                <a:lnTo>
                  <a:pt x="70091" y="385572"/>
                </a:lnTo>
                <a:lnTo>
                  <a:pt x="70015" y="385406"/>
                </a:lnTo>
                <a:lnTo>
                  <a:pt x="68567" y="382524"/>
                </a:lnTo>
                <a:lnTo>
                  <a:pt x="51803" y="382524"/>
                </a:lnTo>
                <a:lnTo>
                  <a:pt x="48755" y="381000"/>
                </a:lnTo>
                <a:lnTo>
                  <a:pt x="42659" y="374904"/>
                </a:lnTo>
                <a:lnTo>
                  <a:pt x="41135" y="370332"/>
                </a:lnTo>
                <a:lnTo>
                  <a:pt x="41135" y="358140"/>
                </a:lnTo>
                <a:lnTo>
                  <a:pt x="44183" y="352044"/>
                </a:lnTo>
                <a:lnTo>
                  <a:pt x="51803" y="344424"/>
                </a:lnTo>
                <a:lnTo>
                  <a:pt x="59423" y="342900"/>
                </a:lnTo>
                <a:lnTo>
                  <a:pt x="74663" y="342900"/>
                </a:lnTo>
                <a:lnTo>
                  <a:pt x="80098" y="356641"/>
                </a:lnTo>
                <a:lnTo>
                  <a:pt x="84950" y="368236"/>
                </a:lnTo>
                <a:lnTo>
                  <a:pt x="112763" y="405384"/>
                </a:lnTo>
                <a:lnTo>
                  <a:pt x="117335" y="406908"/>
                </a:lnTo>
                <a:lnTo>
                  <a:pt x="131051" y="406908"/>
                </a:lnTo>
                <a:lnTo>
                  <a:pt x="138671" y="403860"/>
                </a:lnTo>
                <a:lnTo>
                  <a:pt x="149339" y="393192"/>
                </a:lnTo>
                <a:lnTo>
                  <a:pt x="150863" y="387096"/>
                </a:lnTo>
                <a:lnTo>
                  <a:pt x="150863" y="368808"/>
                </a:lnTo>
                <a:lnTo>
                  <a:pt x="147815" y="364236"/>
                </a:lnTo>
                <a:lnTo>
                  <a:pt x="145986" y="361188"/>
                </a:lnTo>
                <a:lnTo>
                  <a:pt x="143052" y="356997"/>
                </a:lnTo>
                <a:lnTo>
                  <a:pt x="138607" y="350951"/>
                </a:lnTo>
                <a:lnTo>
                  <a:pt x="135623" y="346976"/>
                </a:lnTo>
                <a:lnTo>
                  <a:pt x="135623" y="373380"/>
                </a:lnTo>
                <a:lnTo>
                  <a:pt x="134150" y="377837"/>
                </a:lnTo>
                <a:lnTo>
                  <a:pt x="133908" y="378142"/>
                </a:lnTo>
                <a:lnTo>
                  <a:pt x="126479" y="385572"/>
                </a:lnTo>
                <a:lnTo>
                  <a:pt x="121907" y="387096"/>
                </a:lnTo>
                <a:lnTo>
                  <a:pt x="111239" y="387096"/>
                </a:lnTo>
                <a:lnTo>
                  <a:pt x="108191" y="385572"/>
                </a:lnTo>
                <a:lnTo>
                  <a:pt x="103619" y="382524"/>
                </a:lnTo>
                <a:lnTo>
                  <a:pt x="95999" y="374904"/>
                </a:lnTo>
                <a:lnTo>
                  <a:pt x="92951" y="367284"/>
                </a:lnTo>
                <a:lnTo>
                  <a:pt x="91186" y="363689"/>
                </a:lnTo>
                <a:lnTo>
                  <a:pt x="88760" y="358521"/>
                </a:lnTo>
                <a:lnTo>
                  <a:pt x="85674" y="351434"/>
                </a:lnTo>
                <a:lnTo>
                  <a:pt x="82283" y="342900"/>
                </a:lnTo>
                <a:lnTo>
                  <a:pt x="123431" y="342900"/>
                </a:lnTo>
                <a:lnTo>
                  <a:pt x="129197" y="350596"/>
                </a:lnTo>
                <a:lnTo>
                  <a:pt x="132956" y="357568"/>
                </a:lnTo>
                <a:lnTo>
                  <a:pt x="135013" y="363689"/>
                </a:lnTo>
                <a:lnTo>
                  <a:pt x="135077" y="364236"/>
                </a:lnTo>
                <a:lnTo>
                  <a:pt x="135559" y="368236"/>
                </a:lnTo>
                <a:lnTo>
                  <a:pt x="135623" y="373380"/>
                </a:lnTo>
                <a:lnTo>
                  <a:pt x="135623" y="346976"/>
                </a:lnTo>
                <a:lnTo>
                  <a:pt x="132575" y="342900"/>
                </a:lnTo>
                <a:lnTo>
                  <a:pt x="138671" y="342900"/>
                </a:lnTo>
                <a:lnTo>
                  <a:pt x="143243" y="341376"/>
                </a:lnTo>
                <a:lnTo>
                  <a:pt x="146291" y="339852"/>
                </a:lnTo>
                <a:lnTo>
                  <a:pt x="149339" y="336804"/>
                </a:lnTo>
                <a:lnTo>
                  <a:pt x="150863" y="333756"/>
                </a:lnTo>
                <a:lnTo>
                  <a:pt x="150863" y="329184"/>
                </a:lnTo>
                <a:close/>
              </a:path>
              <a:path extrusionOk="0" h="567054" w="151130">
                <a:moveTo>
                  <a:pt x="150863" y="36576"/>
                </a:moveTo>
                <a:lnTo>
                  <a:pt x="131241" y="2476"/>
                </a:lnTo>
                <a:lnTo>
                  <a:pt x="117335" y="0"/>
                </a:lnTo>
                <a:lnTo>
                  <a:pt x="108508" y="1460"/>
                </a:lnTo>
                <a:lnTo>
                  <a:pt x="77711" y="41148"/>
                </a:lnTo>
                <a:lnTo>
                  <a:pt x="74663" y="48768"/>
                </a:lnTo>
                <a:lnTo>
                  <a:pt x="67043" y="56388"/>
                </a:lnTo>
                <a:lnTo>
                  <a:pt x="60947" y="59436"/>
                </a:lnTo>
                <a:lnTo>
                  <a:pt x="51803" y="59436"/>
                </a:lnTo>
                <a:lnTo>
                  <a:pt x="48755" y="57912"/>
                </a:lnTo>
                <a:lnTo>
                  <a:pt x="45707" y="54864"/>
                </a:lnTo>
                <a:lnTo>
                  <a:pt x="42659" y="50292"/>
                </a:lnTo>
                <a:lnTo>
                  <a:pt x="41135" y="45720"/>
                </a:lnTo>
                <a:lnTo>
                  <a:pt x="41135" y="33528"/>
                </a:lnTo>
                <a:lnTo>
                  <a:pt x="71615" y="12192"/>
                </a:lnTo>
                <a:lnTo>
                  <a:pt x="71615" y="9144"/>
                </a:lnTo>
                <a:lnTo>
                  <a:pt x="33515" y="9144"/>
                </a:lnTo>
                <a:lnTo>
                  <a:pt x="33515" y="12192"/>
                </a:lnTo>
                <a:lnTo>
                  <a:pt x="36563" y="12192"/>
                </a:lnTo>
                <a:lnTo>
                  <a:pt x="36563" y="13716"/>
                </a:lnTo>
                <a:lnTo>
                  <a:pt x="38087" y="13716"/>
                </a:lnTo>
                <a:lnTo>
                  <a:pt x="38087" y="21336"/>
                </a:lnTo>
                <a:lnTo>
                  <a:pt x="36563" y="25908"/>
                </a:lnTo>
                <a:lnTo>
                  <a:pt x="35039" y="32004"/>
                </a:lnTo>
                <a:lnTo>
                  <a:pt x="33515" y="36576"/>
                </a:lnTo>
                <a:lnTo>
                  <a:pt x="33515" y="41148"/>
                </a:lnTo>
                <a:lnTo>
                  <a:pt x="56375" y="74676"/>
                </a:lnTo>
                <a:lnTo>
                  <a:pt x="71615" y="74676"/>
                </a:lnTo>
                <a:lnTo>
                  <a:pt x="77711" y="73152"/>
                </a:lnTo>
                <a:lnTo>
                  <a:pt x="82283" y="68580"/>
                </a:lnTo>
                <a:lnTo>
                  <a:pt x="85737" y="65443"/>
                </a:lnTo>
                <a:lnTo>
                  <a:pt x="89331" y="60579"/>
                </a:lnTo>
                <a:lnTo>
                  <a:pt x="93218" y="54013"/>
                </a:lnTo>
                <a:lnTo>
                  <a:pt x="101815" y="37439"/>
                </a:lnTo>
                <a:lnTo>
                  <a:pt x="105524" y="30861"/>
                </a:lnTo>
                <a:lnTo>
                  <a:pt x="108673" y="26009"/>
                </a:lnTo>
                <a:lnTo>
                  <a:pt x="111239" y="22860"/>
                </a:lnTo>
                <a:lnTo>
                  <a:pt x="115811" y="19812"/>
                </a:lnTo>
                <a:lnTo>
                  <a:pt x="120383" y="18288"/>
                </a:lnTo>
                <a:lnTo>
                  <a:pt x="131051" y="18288"/>
                </a:lnTo>
                <a:lnTo>
                  <a:pt x="135623" y="19812"/>
                </a:lnTo>
                <a:lnTo>
                  <a:pt x="138671" y="22860"/>
                </a:lnTo>
                <a:lnTo>
                  <a:pt x="141719" y="27432"/>
                </a:lnTo>
                <a:lnTo>
                  <a:pt x="143243" y="32004"/>
                </a:lnTo>
                <a:lnTo>
                  <a:pt x="143243" y="44196"/>
                </a:lnTo>
                <a:lnTo>
                  <a:pt x="141719" y="51816"/>
                </a:lnTo>
                <a:lnTo>
                  <a:pt x="135623" y="57912"/>
                </a:lnTo>
                <a:lnTo>
                  <a:pt x="131622" y="62852"/>
                </a:lnTo>
                <a:lnTo>
                  <a:pt x="126479" y="66484"/>
                </a:lnTo>
                <a:lnTo>
                  <a:pt x="120192" y="69278"/>
                </a:lnTo>
                <a:lnTo>
                  <a:pt x="112763" y="71628"/>
                </a:lnTo>
                <a:lnTo>
                  <a:pt x="112763" y="74676"/>
                </a:lnTo>
                <a:lnTo>
                  <a:pt x="150863" y="74676"/>
                </a:lnTo>
                <a:lnTo>
                  <a:pt x="150863" y="71628"/>
                </a:lnTo>
                <a:lnTo>
                  <a:pt x="147815" y="70104"/>
                </a:lnTo>
                <a:lnTo>
                  <a:pt x="146291" y="68580"/>
                </a:lnTo>
                <a:lnTo>
                  <a:pt x="146291" y="65532"/>
                </a:lnTo>
                <a:lnTo>
                  <a:pt x="147815" y="62484"/>
                </a:lnTo>
                <a:lnTo>
                  <a:pt x="147815" y="60960"/>
                </a:lnTo>
                <a:lnTo>
                  <a:pt x="150863" y="51816"/>
                </a:lnTo>
                <a:lnTo>
                  <a:pt x="150863" y="36576"/>
                </a:lnTo>
                <a:close/>
              </a:path>
              <a:path extrusionOk="0" h="567054" w="151130">
                <a:moveTo>
                  <a:pt x="150876" y="521208"/>
                </a:moveTo>
                <a:lnTo>
                  <a:pt x="149352" y="515112"/>
                </a:lnTo>
                <a:lnTo>
                  <a:pt x="144780" y="510540"/>
                </a:lnTo>
                <a:lnTo>
                  <a:pt x="141732" y="505968"/>
                </a:lnTo>
                <a:lnTo>
                  <a:pt x="135636" y="501396"/>
                </a:lnTo>
                <a:lnTo>
                  <a:pt x="126492" y="498348"/>
                </a:lnTo>
                <a:lnTo>
                  <a:pt x="126492" y="504444"/>
                </a:lnTo>
                <a:lnTo>
                  <a:pt x="132588" y="507492"/>
                </a:lnTo>
                <a:lnTo>
                  <a:pt x="134112" y="510540"/>
                </a:lnTo>
                <a:lnTo>
                  <a:pt x="135636" y="512064"/>
                </a:lnTo>
                <a:lnTo>
                  <a:pt x="135636" y="521208"/>
                </a:lnTo>
                <a:lnTo>
                  <a:pt x="134112" y="524256"/>
                </a:lnTo>
                <a:lnTo>
                  <a:pt x="132588" y="525780"/>
                </a:lnTo>
                <a:lnTo>
                  <a:pt x="129540" y="527304"/>
                </a:lnTo>
                <a:lnTo>
                  <a:pt x="124968" y="528828"/>
                </a:lnTo>
                <a:lnTo>
                  <a:pt x="44196" y="528828"/>
                </a:lnTo>
                <a:lnTo>
                  <a:pt x="44196" y="502920"/>
                </a:lnTo>
                <a:lnTo>
                  <a:pt x="36576" y="502920"/>
                </a:lnTo>
                <a:lnTo>
                  <a:pt x="36576" y="528828"/>
                </a:lnTo>
                <a:lnTo>
                  <a:pt x="0" y="528828"/>
                </a:lnTo>
                <a:lnTo>
                  <a:pt x="0" y="531876"/>
                </a:lnTo>
                <a:lnTo>
                  <a:pt x="9144" y="534924"/>
                </a:lnTo>
                <a:lnTo>
                  <a:pt x="13716" y="537972"/>
                </a:lnTo>
                <a:lnTo>
                  <a:pt x="16764" y="539496"/>
                </a:lnTo>
                <a:lnTo>
                  <a:pt x="22860" y="544068"/>
                </a:lnTo>
                <a:lnTo>
                  <a:pt x="36576" y="557784"/>
                </a:lnTo>
                <a:lnTo>
                  <a:pt x="39624" y="562356"/>
                </a:lnTo>
                <a:lnTo>
                  <a:pt x="41148" y="566928"/>
                </a:lnTo>
                <a:lnTo>
                  <a:pt x="44196" y="566928"/>
                </a:lnTo>
                <a:lnTo>
                  <a:pt x="44196" y="548640"/>
                </a:lnTo>
                <a:lnTo>
                  <a:pt x="129540" y="548640"/>
                </a:lnTo>
                <a:lnTo>
                  <a:pt x="135636" y="547116"/>
                </a:lnTo>
                <a:lnTo>
                  <a:pt x="138684" y="545592"/>
                </a:lnTo>
                <a:lnTo>
                  <a:pt x="143256" y="544068"/>
                </a:lnTo>
                <a:lnTo>
                  <a:pt x="146304" y="541020"/>
                </a:lnTo>
                <a:lnTo>
                  <a:pt x="147828" y="537972"/>
                </a:lnTo>
                <a:lnTo>
                  <a:pt x="150876" y="534924"/>
                </a:lnTo>
                <a:lnTo>
                  <a:pt x="150876" y="521208"/>
                </a:lnTo>
                <a:close/>
              </a:path>
              <a:path extrusionOk="0" h="567054" w="151130">
                <a:moveTo>
                  <a:pt x="150876" y="251460"/>
                </a:moveTo>
                <a:lnTo>
                  <a:pt x="133654" y="216217"/>
                </a:lnTo>
                <a:lnTo>
                  <a:pt x="105156" y="204216"/>
                </a:lnTo>
                <a:lnTo>
                  <a:pt x="103632" y="207264"/>
                </a:lnTo>
                <a:lnTo>
                  <a:pt x="114300" y="211836"/>
                </a:lnTo>
                <a:lnTo>
                  <a:pt x="120396" y="216408"/>
                </a:lnTo>
                <a:lnTo>
                  <a:pt x="124968" y="220980"/>
                </a:lnTo>
                <a:lnTo>
                  <a:pt x="129540" y="227076"/>
                </a:lnTo>
                <a:lnTo>
                  <a:pt x="131064" y="234696"/>
                </a:lnTo>
                <a:lnTo>
                  <a:pt x="131064" y="242316"/>
                </a:lnTo>
                <a:lnTo>
                  <a:pt x="100203" y="275082"/>
                </a:lnTo>
                <a:lnTo>
                  <a:pt x="82296" y="277368"/>
                </a:lnTo>
                <a:lnTo>
                  <a:pt x="72580" y="276796"/>
                </a:lnTo>
                <a:lnTo>
                  <a:pt x="41148" y="257556"/>
                </a:lnTo>
                <a:lnTo>
                  <a:pt x="41148" y="245364"/>
                </a:lnTo>
                <a:lnTo>
                  <a:pt x="42672" y="240792"/>
                </a:lnTo>
                <a:lnTo>
                  <a:pt x="47244" y="236220"/>
                </a:lnTo>
                <a:lnTo>
                  <a:pt x="51816" y="233172"/>
                </a:lnTo>
                <a:lnTo>
                  <a:pt x="60960" y="233172"/>
                </a:lnTo>
                <a:lnTo>
                  <a:pt x="64008" y="231648"/>
                </a:lnTo>
                <a:lnTo>
                  <a:pt x="65532" y="230124"/>
                </a:lnTo>
                <a:lnTo>
                  <a:pt x="68580" y="228600"/>
                </a:lnTo>
                <a:lnTo>
                  <a:pt x="70104" y="225552"/>
                </a:lnTo>
                <a:lnTo>
                  <a:pt x="70104" y="214884"/>
                </a:lnTo>
                <a:lnTo>
                  <a:pt x="64008" y="208788"/>
                </a:lnTo>
                <a:lnTo>
                  <a:pt x="54864" y="208788"/>
                </a:lnTo>
                <a:lnTo>
                  <a:pt x="33528" y="245364"/>
                </a:lnTo>
                <a:lnTo>
                  <a:pt x="34645" y="256222"/>
                </a:lnTo>
                <a:lnTo>
                  <a:pt x="58877" y="288823"/>
                </a:lnTo>
                <a:lnTo>
                  <a:pt x="92964" y="297180"/>
                </a:lnTo>
                <a:lnTo>
                  <a:pt x="105841" y="296329"/>
                </a:lnTo>
                <a:lnTo>
                  <a:pt x="142506" y="276326"/>
                </a:lnTo>
                <a:lnTo>
                  <a:pt x="149987" y="260324"/>
                </a:lnTo>
                <a:lnTo>
                  <a:pt x="150876" y="251460"/>
                </a:lnTo>
                <a:close/>
              </a:path>
              <a:path extrusionOk="0" h="567054" w="151130">
                <a:moveTo>
                  <a:pt x="150876" y="138684"/>
                </a:moveTo>
                <a:lnTo>
                  <a:pt x="131559" y="102831"/>
                </a:lnTo>
                <a:lnTo>
                  <a:pt x="108204" y="92964"/>
                </a:lnTo>
                <a:lnTo>
                  <a:pt x="105156" y="96012"/>
                </a:lnTo>
                <a:lnTo>
                  <a:pt x="115824" y="100584"/>
                </a:lnTo>
                <a:lnTo>
                  <a:pt x="121920" y="105156"/>
                </a:lnTo>
                <a:lnTo>
                  <a:pt x="126492" y="109728"/>
                </a:lnTo>
                <a:lnTo>
                  <a:pt x="129540" y="114300"/>
                </a:lnTo>
                <a:lnTo>
                  <a:pt x="129565" y="114477"/>
                </a:lnTo>
                <a:lnTo>
                  <a:pt x="131025" y="121729"/>
                </a:lnTo>
                <a:lnTo>
                  <a:pt x="109651" y="161861"/>
                </a:lnTo>
                <a:lnTo>
                  <a:pt x="77724" y="167640"/>
                </a:lnTo>
                <a:lnTo>
                  <a:pt x="77724" y="117348"/>
                </a:lnTo>
                <a:lnTo>
                  <a:pt x="77724" y="92964"/>
                </a:lnTo>
                <a:lnTo>
                  <a:pt x="70104" y="93624"/>
                </a:lnTo>
                <a:lnTo>
                  <a:pt x="70104" y="117348"/>
                </a:lnTo>
                <a:lnTo>
                  <a:pt x="70104" y="167640"/>
                </a:lnTo>
                <a:lnTo>
                  <a:pt x="60960" y="167640"/>
                </a:lnTo>
                <a:lnTo>
                  <a:pt x="54864" y="164592"/>
                </a:lnTo>
                <a:lnTo>
                  <a:pt x="44196" y="153924"/>
                </a:lnTo>
                <a:lnTo>
                  <a:pt x="42278" y="150101"/>
                </a:lnTo>
                <a:lnTo>
                  <a:pt x="41148" y="147789"/>
                </a:lnTo>
                <a:lnTo>
                  <a:pt x="41148" y="137160"/>
                </a:lnTo>
                <a:lnTo>
                  <a:pt x="42672" y="132588"/>
                </a:lnTo>
                <a:lnTo>
                  <a:pt x="45720" y="129540"/>
                </a:lnTo>
                <a:lnTo>
                  <a:pt x="47244" y="124968"/>
                </a:lnTo>
                <a:lnTo>
                  <a:pt x="51816" y="121920"/>
                </a:lnTo>
                <a:lnTo>
                  <a:pt x="56388" y="120396"/>
                </a:lnTo>
                <a:lnTo>
                  <a:pt x="57912" y="118872"/>
                </a:lnTo>
                <a:lnTo>
                  <a:pt x="64008" y="118872"/>
                </a:lnTo>
                <a:lnTo>
                  <a:pt x="70104" y="117348"/>
                </a:lnTo>
                <a:lnTo>
                  <a:pt x="70104" y="93624"/>
                </a:lnTo>
                <a:lnTo>
                  <a:pt x="68008" y="93802"/>
                </a:lnTo>
                <a:lnTo>
                  <a:pt x="36766" y="118681"/>
                </a:lnTo>
                <a:lnTo>
                  <a:pt x="33528" y="135636"/>
                </a:lnTo>
                <a:lnTo>
                  <a:pt x="34645" y="146494"/>
                </a:lnTo>
                <a:lnTo>
                  <a:pt x="58902" y="178219"/>
                </a:lnTo>
                <a:lnTo>
                  <a:pt x="94488" y="185928"/>
                </a:lnTo>
                <a:lnTo>
                  <a:pt x="106489" y="185077"/>
                </a:lnTo>
                <a:lnTo>
                  <a:pt x="142544" y="164782"/>
                </a:lnTo>
                <a:lnTo>
                  <a:pt x="142646" y="164592"/>
                </a:lnTo>
                <a:lnTo>
                  <a:pt x="147256" y="156591"/>
                </a:lnTo>
                <a:lnTo>
                  <a:pt x="147370" y="156210"/>
                </a:lnTo>
                <a:lnTo>
                  <a:pt x="149987" y="147789"/>
                </a:lnTo>
                <a:lnTo>
                  <a:pt x="150114" y="146494"/>
                </a:lnTo>
                <a:lnTo>
                  <a:pt x="150876" y="1386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33" name="Google Shape;633;p15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075431" y="6219444"/>
            <a:ext cx="175260" cy="1301496"/>
          </a:xfrm>
          <a:prstGeom prst="rect">
            <a:avLst/>
          </a:prstGeom>
          <a:noFill/>
          <a:ln>
            <a:noFill/>
          </a:ln>
        </p:spPr>
      </p:pic>
      <p:pic>
        <p:nvPicPr>
          <p:cNvPr id="634" name="Google Shape;634;p15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075432" y="5766815"/>
            <a:ext cx="175260" cy="370331"/>
          </a:xfrm>
          <a:prstGeom prst="rect">
            <a:avLst/>
          </a:prstGeom>
          <a:noFill/>
          <a:ln>
            <a:noFill/>
          </a:ln>
        </p:spPr>
      </p:pic>
      <p:pic>
        <p:nvPicPr>
          <p:cNvPr id="635" name="Google Shape;635;p15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075431" y="4690872"/>
            <a:ext cx="175260" cy="1007363"/>
          </a:xfrm>
          <a:prstGeom prst="rect">
            <a:avLst/>
          </a:prstGeom>
          <a:noFill/>
          <a:ln>
            <a:noFill/>
          </a:ln>
        </p:spPr>
      </p:pic>
      <p:pic>
        <p:nvPicPr>
          <p:cNvPr id="636" name="Google Shape;636;p15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075432" y="3003803"/>
            <a:ext cx="225551" cy="1621536"/>
          </a:xfrm>
          <a:prstGeom prst="rect">
            <a:avLst/>
          </a:prstGeom>
          <a:noFill/>
          <a:ln>
            <a:noFill/>
          </a:ln>
        </p:spPr>
      </p:pic>
      <p:pic>
        <p:nvPicPr>
          <p:cNvPr id="637" name="Google Shape;637;p15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099816" y="2458211"/>
            <a:ext cx="150876" cy="463296"/>
          </a:xfrm>
          <a:prstGeom prst="rect">
            <a:avLst/>
          </a:prstGeom>
          <a:noFill/>
          <a:ln>
            <a:noFill/>
          </a:ln>
        </p:spPr>
      </p:pic>
      <p:pic>
        <p:nvPicPr>
          <p:cNvPr id="638" name="Google Shape;638;p15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075432" y="2036064"/>
            <a:ext cx="175260" cy="348995"/>
          </a:xfrm>
          <a:prstGeom prst="rect">
            <a:avLst/>
          </a:prstGeom>
          <a:noFill/>
          <a:ln>
            <a:noFill/>
          </a:ln>
        </p:spPr>
      </p:pic>
      <p:pic>
        <p:nvPicPr>
          <p:cNvPr id="639" name="Google Shape;639;p15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372611" y="8418576"/>
            <a:ext cx="225552" cy="1089659"/>
          </a:xfrm>
          <a:prstGeom prst="rect">
            <a:avLst/>
          </a:prstGeom>
          <a:noFill/>
          <a:ln>
            <a:noFill/>
          </a:ln>
        </p:spPr>
      </p:pic>
      <p:pic>
        <p:nvPicPr>
          <p:cNvPr id="640" name="Google Shape;640;p15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372611" y="7940040"/>
            <a:ext cx="175260" cy="4038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41" name="Google Shape;641;p15"/>
          <p:cNvGrpSpPr/>
          <p:nvPr/>
        </p:nvGrpSpPr>
        <p:grpSpPr>
          <a:xfrm>
            <a:off x="3430523" y="7667244"/>
            <a:ext cx="117349" cy="201168"/>
            <a:chOff x="3430523" y="7667244"/>
            <a:chExt cx="117349" cy="201168"/>
          </a:xfrm>
        </p:grpSpPr>
        <p:pic>
          <p:nvPicPr>
            <p:cNvPr id="642" name="Google Shape;642;p15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430524" y="7793736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3" name="Google Shape;643;p15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430523" y="7667244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44" name="Google Shape;644;p15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372611" y="7226807"/>
            <a:ext cx="175260" cy="370331"/>
          </a:xfrm>
          <a:prstGeom prst="rect">
            <a:avLst/>
          </a:prstGeom>
          <a:noFill/>
          <a:ln>
            <a:noFill/>
          </a:ln>
        </p:spPr>
      </p:pic>
      <p:pic>
        <p:nvPicPr>
          <p:cNvPr id="645" name="Google Shape;645;p15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372611" y="6874764"/>
            <a:ext cx="175260" cy="292607"/>
          </a:xfrm>
          <a:prstGeom prst="rect">
            <a:avLst/>
          </a:prstGeom>
          <a:noFill/>
          <a:ln>
            <a:noFill/>
          </a:ln>
        </p:spPr>
      </p:pic>
      <p:pic>
        <p:nvPicPr>
          <p:cNvPr id="646" name="Google Shape;646;p15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372611" y="5279136"/>
            <a:ext cx="225552" cy="1527047"/>
          </a:xfrm>
          <a:prstGeom prst="rect">
            <a:avLst/>
          </a:prstGeom>
          <a:noFill/>
          <a:ln>
            <a:noFill/>
          </a:ln>
        </p:spPr>
      </p:pic>
      <p:pic>
        <p:nvPicPr>
          <p:cNvPr id="647" name="Google Shape;647;p15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372611" y="4024883"/>
            <a:ext cx="225552" cy="1188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648" name="Google Shape;648;p15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430559" y="3852671"/>
            <a:ext cx="117312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49" name="Google Shape;649;p15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372611" y="3319272"/>
            <a:ext cx="175260" cy="472439"/>
          </a:xfrm>
          <a:prstGeom prst="rect">
            <a:avLst/>
          </a:prstGeom>
          <a:noFill/>
          <a:ln>
            <a:noFill/>
          </a:ln>
        </p:spPr>
      </p:pic>
      <p:sp>
        <p:nvSpPr>
          <p:cNvPr id="650" name="Google Shape;650;p15"/>
          <p:cNvSpPr/>
          <p:nvPr/>
        </p:nvSpPr>
        <p:spPr>
          <a:xfrm>
            <a:off x="3372599" y="2564892"/>
            <a:ext cx="226060" cy="683260"/>
          </a:xfrm>
          <a:custGeom>
            <a:rect b="b" l="l" r="r" t="t"/>
            <a:pathLst>
              <a:path extrusionOk="0" h="683260" w="226060">
                <a:moveTo>
                  <a:pt x="24384" y="330708"/>
                </a:moveTo>
                <a:lnTo>
                  <a:pt x="22860" y="327660"/>
                </a:lnTo>
                <a:lnTo>
                  <a:pt x="18288" y="323088"/>
                </a:lnTo>
                <a:lnTo>
                  <a:pt x="15240" y="321564"/>
                </a:lnTo>
                <a:lnTo>
                  <a:pt x="9144" y="321564"/>
                </a:lnTo>
                <a:lnTo>
                  <a:pt x="3048" y="324612"/>
                </a:lnTo>
                <a:lnTo>
                  <a:pt x="0" y="330708"/>
                </a:lnTo>
                <a:lnTo>
                  <a:pt x="0" y="336804"/>
                </a:lnTo>
                <a:lnTo>
                  <a:pt x="3048" y="342900"/>
                </a:lnTo>
                <a:lnTo>
                  <a:pt x="9144" y="345948"/>
                </a:lnTo>
                <a:lnTo>
                  <a:pt x="15240" y="345948"/>
                </a:lnTo>
                <a:lnTo>
                  <a:pt x="18288" y="344424"/>
                </a:lnTo>
                <a:lnTo>
                  <a:pt x="19812" y="341376"/>
                </a:lnTo>
                <a:lnTo>
                  <a:pt x="22860" y="339852"/>
                </a:lnTo>
                <a:lnTo>
                  <a:pt x="24384" y="336804"/>
                </a:lnTo>
                <a:lnTo>
                  <a:pt x="24384" y="330708"/>
                </a:lnTo>
                <a:close/>
              </a:path>
              <a:path extrusionOk="0" h="683260" w="226060">
                <a:moveTo>
                  <a:pt x="172212" y="306324"/>
                </a:moveTo>
                <a:lnTo>
                  <a:pt x="169164" y="306324"/>
                </a:lnTo>
                <a:lnTo>
                  <a:pt x="169164" y="310896"/>
                </a:lnTo>
                <a:lnTo>
                  <a:pt x="167640" y="315468"/>
                </a:lnTo>
                <a:lnTo>
                  <a:pt x="167640" y="316992"/>
                </a:lnTo>
                <a:lnTo>
                  <a:pt x="164592" y="320040"/>
                </a:lnTo>
                <a:lnTo>
                  <a:pt x="161544" y="321564"/>
                </a:lnTo>
                <a:lnTo>
                  <a:pt x="160020" y="323088"/>
                </a:lnTo>
                <a:lnTo>
                  <a:pt x="57912" y="323088"/>
                </a:lnTo>
                <a:lnTo>
                  <a:pt x="57912" y="327660"/>
                </a:lnTo>
                <a:lnTo>
                  <a:pt x="71628" y="361188"/>
                </a:lnTo>
                <a:lnTo>
                  <a:pt x="74676" y="359664"/>
                </a:lnTo>
                <a:lnTo>
                  <a:pt x="73152" y="356616"/>
                </a:lnTo>
                <a:lnTo>
                  <a:pt x="73152" y="347472"/>
                </a:lnTo>
                <a:lnTo>
                  <a:pt x="74676" y="345948"/>
                </a:lnTo>
                <a:lnTo>
                  <a:pt x="74676" y="344424"/>
                </a:lnTo>
                <a:lnTo>
                  <a:pt x="79248" y="344424"/>
                </a:lnTo>
                <a:lnTo>
                  <a:pt x="83299" y="343547"/>
                </a:lnTo>
                <a:lnTo>
                  <a:pt x="88773" y="343090"/>
                </a:lnTo>
                <a:lnTo>
                  <a:pt x="97002" y="342900"/>
                </a:lnTo>
                <a:lnTo>
                  <a:pt x="160020" y="342900"/>
                </a:lnTo>
                <a:lnTo>
                  <a:pt x="161544" y="344424"/>
                </a:lnTo>
                <a:lnTo>
                  <a:pt x="164592" y="345948"/>
                </a:lnTo>
                <a:lnTo>
                  <a:pt x="167640" y="348996"/>
                </a:lnTo>
                <a:lnTo>
                  <a:pt x="167640" y="350520"/>
                </a:lnTo>
                <a:lnTo>
                  <a:pt x="169164" y="353568"/>
                </a:lnTo>
                <a:lnTo>
                  <a:pt x="169164" y="359664"/>
                </a:lnTo>
                <a:lnTo>
                  <a:pt x="172212" y="359664"/>
                </a:lnTo>
                <a:lnTo>
                  <a:pt x="172212" y="342900"/>
                </a:lnTo>
                <a:lnTo>
                  <a:pt x="172212" y="306324"/>
                </a:lnTo>
                <a:close/>
              </a:path>
              <a:path extrusionOk="0" h="683260" w="226060">
                <a:moveTo>
                  <a:pt x="172224" y="391668"/>
                </a:moveTo>
                <a:lnTo>
                  <a:pt x="169176" y="391668"/>
                </a:lnTo>
                <a:lnTo>
                  <a:pt x="169176" y="397764"/>
                </a:lnTo>
                <a:lnTo>
                  <a:pt x="164604" y="406908"/>
                </a:lnTo>
                <a:lnTo>
                  <a:pt x="161556" y="408432"/>
                </a:lnTo>
                <a:lnTo>
                  <a:pt x="160032" y="409956"/>
                </a:lnTo>
                <a:lnTo>
                  <a:pt x="156984" y="411480"/>
                </a:lnTo>
                <a:lnTo>
                  <a:pt x="92976" y="411480"/>
                </a:lnTo>
                <a:lnTo>
                  <a:pt x="85356" y="408432"/>
                </a:lnTo>
                <a:lnTo>
                  <a:pt x="79260" y="403860"/>
                </a:lnTo>
                <a:lnTo>
                  <a:pt x="74688" y="399288"/>
                </a:lnTo>
                <a:lnTo>
                  <a:pt x="74688" y="393192"/>
                </a:lnTo>
                <a:lnTo>
                  <a:pt x="76212" y="391668"/>
                </a:lnTo>
                <a:lnTo>
                  <a:pt x="77736" y="387096"/>
                </a:lnTo>
                <a:lnTo>
                  <a:pt x="80784" y="384048"/>
                </a:lnTo>
                <a:lnTo>
                  <a:pt x="82308" y="381000"/>
                </a:lnTo>
                <a:lnTo>
                  <a:pt x="82308" y="374904"/>
                </a:lnTo>
                <a:lnTo>
                  <a:pt x="80784" y="373380"/>
                </a:lnTo>
                <a:lnTo>
                  <a:pt x="79260" y="370332"/>
                </a:lnTo>
                <a:lnTo>
                  <a:pt x="76212" y="368808"/>
                </a:lnTo>
                <a:lnTo>
                  <a:pt x="74688" y="367284"/>
                </a:lnTo>
                <a:lnTo>
                  <a:pt x="67068" y="367284"/>
                </a:lnTo>
                <a:lnTo>
                  <a:pt x="64020" y="368808"/>
                </a:lnTo>
                <a:lnTo>
                  <a:pt x="60972" y="371856"/>
                </a:lnTo>
                <a:lnTo>
                  <a:pt x="59448" y="374904"/>
                </a:lnTo>
                <a:lnTo>
                  <a:pt x="57924" y="379476"/>
                </a:lnTo>
                <a:lnTo>
                  <a:pt x="57924" y="384048"/>
                </a:lnTo>
                <a:lnTo>
                  <a:pt x="59372" y="390906"/>
                </a:lnTo>
                <a:lnTo>
                  <a:pt x="63830" y="397764"/>
                </a:lnTo>
                <a:lnTo>
                  <a:pt x="71424" y="404622"/>
                </a:lnTo>
                <a:lnTo>
                  <a:pt x="82308" y="411480"/>
                </a:lnTo>
                <a:lnTo>
                  <a:pt x="57924" y="411480"/>
                </a:lnTo>
                <a:lnTo>
                  <a:pt x="57924" y="417576"/>
                </a:lnTo>
                <a:lnTo>
                  <a:pt x="71640" y="449580"/>
                </a:lnTo>
                <a:lnTo>
                  <a:pt x="74688" y="449580"/>
                </a:lnTo>
                <a:lnTo>
                  <a:pt x="73164" y="446532"/>
                </a:lnTo>
                <a:lnTo>
                  <a:pt x="73164" y="437388"/>
                </a:lnTo>
                <a:lnTo>
                  <a:pt x="77736" y="432816"/>
                </a:lnTo>
                <a:lnTo>
                  <a:pt x="82308" y="432816"/>
                </a:lnTo>
                <a:lnTo>
                  <a:pt x="91452" y="431292"/>
                </a:lnTo>
                <a:lnTo>
                  <a:pt x="153936" y="431292"/>
                </a:lnTo>
                <a:lnTo>
                  <a:pt x="158508" y="432816"/>
                </a:lnTo>
                <a:lnTo>
                  <a:pt x="163080" y="432816"/>
                </a:lnTo>
                <a:lnTo>
                  <a:pt x="164604" y="434340"/>
                </a:lnTo>
                <a:lnTo>
                  <a:pt x="166128" y="437388"/>
                </a:lnTo>
                <a:lnTo>
                  <a:pt x="167652" y="438912"/>
                </a:lnTo>
                <a:lnTo>
                  <a:pt x="169176" y="443484"/>
                </a:lnTo>
                <a:lnTo>
                  <a:pt x="169176" y="448056"/>
                </a:lnTo>
                <a:lnTo>
                  <a:pt x="172224" y="448056"/>
                </a:lnTo>
                <a:lnTo>
                  <a:pt x="172224" y="391668"/>
                </a:lnTo>
                <a:close/>
              </a:path>
              <a:path extrusionOk="0" h="683260" w="226060">
                <a:moveTo>
                  <a:pt x="175260" y="620268"/>
                </a:moveTo>
                <a:lnTo>
                  <a:pt x="80772" y="582168"/>
                </a:lnTo>
                <a:lnTo>
                  <a:pt x="74676" y="580644"/>
                </a:lnTo>
                <a:lnTo>
                  <a:pt x="70104" y="577596"/>
                </a:lnTo>
                <a:lnTo>
                  <a:pt x="65532" y="573024"/>
                </a:lnTo>
                <a:lnTo>
                  <a:pt x="64008" y="569976"/>
                </a:lnTo>
                <a:lnTo>
                  <a:pt x="64008" y="565404"/>
                </a:lnTo>
                <a:lnTo>
                  <a:pt x="60960" y="565404"/>
                </a:lnTo>
                <a:lnTo>
                  <a:pt x="60960" y="600456"/>
                </a:lnTo>
                <a:lnTo>
                  <a:pt x="64008" y="600456"/>
                </a:lnTo>
                <a:lnTo>
                  <a:pt x="64008" y="592836"/>
                </a:lnTo>
                <a:lnTo>
                  <a:pt x="65532" y="591312"/>
                </a:lnTo>
                <a:lnTo>
                  <a:pt x="65532" y="589788"/>
                </a:lnTo>
                <a:lnTo>
                  <a:pt x="67056" y="589788"/>
                </a:lnTo>
                <a:lnTo>
                  <a:pt x="67056" y="588264"/>
                </a:lnTo>
                <a:lnTo>
                  <a:pt x="71628" y="588264"/>
                </a:lnTo>
                <a:lnTo>
                  <a:pt x="74676" y="589788"/>
                </a:lnTo>
                <a:lnTo>
                  <a:pt x="79248" y="591312"/>
                </a:lnTo>
                <a:lnTo>
                  <a:pt x="143256" y="615696"/>
                </a:lnTo>
                <a:lnTo>
                  <a:pt x="82296" y="641604"/>
                </a:lnTo>
                <a:lnTo>
                  <a:pt x="77724" y="643128"/>
                </a:lnTo>
                <a:lnTo>
                  <a:pt x="67056" y="643128"/>
                </a:lnTo>
                <a:lnTo>
                  <a:pt x="64008" y="640080"/>
                </a:lnTo>
                <a:lnTo>
                  <a:pt x="64008" y="630936"/>
                </a:lnTo>
                <a:lnTo>
                  <a:pt x="60960" y="630936"/>
                </a:lnTo>
                <a:lnTo>
                  <a:pt x="60960" y="682752"/>
                </a:lnTo>
                <a:lnTo>
                  <a:pt x="64008" y="682752"/>
                </a:lnTo>
                <a:lnTo>
                  <a:pt x="64008" y="679704"/>
                </a:lnTo>
                <a:lnTo>
                  <a:pt x="65532" y="676656"/>
                </a:lnTo>
                <a:lnTo>
                  <a:pt x="65532" y="675132"/>
                </a:lnTo>
                <a:lnTo>
                  <a:pt x="67056" y="672084"/>
                </a:lnTo>
                <a:lnTo>
                  <a:pt x="68580" y="670560"/>
                </a:lnTo>
                <a:lnTo>
                  <a:pt x="71628" y="669036"/>
                </a:lnTo>
                <a:lnTo>
                  <a:pt x="73152" y="667512"/>
                </a:lnTo>
                <a:lnTo>
                  <a:pt x="76200" y="665988"/>
                </a:lnTo>
                <a:lnTo>
                  <a:pt x="80772" y="664464"/>
                </a:lnTo>
                <a:lnTo>
                  <a:pt x="175260" y="624840"/>
                </a:lnTo>
                <a:lnTo>
                  <a:pt x="175260" y="620268"/>
                </a:lnTo>
                <a:close/>
              </a:path>
              <a:path extrusionOk="0" h="683260" w="226060">
                <a:moveTo>
                  <a:pt x="175260" y="242316"/>
                </a:moveTo>
                <a:lnTo>
                  <a:pt x="174409" y="233489"/>
                </a:lnTo>
                <a:lnTo>
                  <a:pt x="174307" y="233172"/>
                </a:lnTo>
                <a:lnTo>
                  <a:pt x="171831" y="225361"/>
                </a:lnTo>
                <a:lnTo>
                  <a:pt x="139903" y="198551"/>
                </a:lnTo>
                <a:lnTo>
                  <a:pt x="131064" y="196596"/>
                </a:lnTo>
                <a:lnTo>
                  <a:pt x="129540" y="199644"/>
                </a:lnTo>
                <a:lnTo>
                  <a:pt x="138684" y="204216"/>
                </a:lnTo>
                <a:lnTo>
                  <a:pt x="146304" y="208788"/>
                </a:lnTo>
                <a:lnTo>
                  <a:pt x="149352" y="213360"/>
                </a:lnTo>
                <a:lnTo>
                  <a:pt x="153924" y="219456"/>
                </a:lnTo>
                <a:lnTo>
                  <a:pt x="155409" y="225361"/>
                </a:lnTo>
                <a:lnTo>
                  <a:pt x="155282" y="233172"/>
                </a:lnTo>
                <a:lnTo>
                  <a:pt x="155244" y="233489"/>
                </a:lnTo>
                <a:lnTo>
                  <a:pt x="154609" y="239268"/>
                </a:lnTo>
                <a:lnTo>
                  <a:pt x="124548" y="268681"/>
                </a:lnTo>
                <a:lnTo>
                  <a:pt x="124866" y="268681"/>
                </a:lnTo>
                <a:lnTo>
                  <a:pt x="113880" y="270687"/>
                </a:lnTo>
                <a:lnTo>
                  <a:pt x="102108" y="271272"/>
                </a:lnTo>
                <a:lnTo>
                  <a:pt x="102108" y="220980"/>
                </a:lnTo>
                <a:lnTo>
                  <a:pt x="102108" y="196596"/>
                </a:lnTo>
                <a:lnTo>
                  <a:pt x="94488" y="197256"/>
                </a:lnTo>
                <a:lnTo>
                  <a:pt x="94488" y="220980"/>
                </a:lnTo>
                <a:lnTo>
                  <a:pt x="94488" y="271272"/>
                </a:lnTo>
                <a:lnTo>
                  <a:pt x="85344" y="271272"/>
                </a:lnTo>
                <a:lnTo>
                  <a:pt x="77724" y="268224"/>
                </a:lnTo>
                <a:lnTo>
                  <a:pt x="73152" y="262128"/>
                </a:lnTo>
                <a:lnTo>
                  <a:pt x="68580" y="257556"/>
                </a:lnTo>
                <a:lnTo>
                  <a:pt x="65532" y="251460"/>
                </a:lnTo>
                <a:lnTo>
                  <a:pt x="65532" y="240792"/>
                </a:lnTo>
                <a:lnTo>
                  <a:pt x="79248" y="224028"/>
                </a:lnTo>
                <a:lnTo>
                  <a:pt x="82296" y="222504"/>
                </a:lnTo>
                <a:lnTo>
                  <a:pt x="86868" y="222504"/>
                </a:lnTo>
                <a:lnTo>
                  <a:pt x="94488" y="220980"/>
                </a:lnTo>
                <a:lnTo>
                  <a:pt x="94488" y="197256"/>
                </a:lnTo>
                <a:lnTo>
                  <a:pt x="92392" y="197434"/>
                </a:lnTo>
                <a:lnTo>
                  <a:pt x="60579" y="222313"/>
                </a:lnTo>
                <a:lnTo>
                  <a:pt x="60540" y="222504"/>
                </a:lnTo>
                <a:lnTo>
                  <a:pt x="58534" y="230441"/>
                </a:lnTo>
                <a:lnTo>
                  <a:pt x="58458" y="231648"/>
                </a:lnTo>
                <a:lnTo>
                  <a:pt x="58343" y="233172"/>
                </a:lnTo>
                <a:lnTo>
                  <a:pt x="58318" y="233489"/>
                </a:lnTo>
                <a:lnTo>
                  <a:pt x="57912" y="239268"/>
                </a:lnTo>
                <a:lnTo>
                  <a:pt x="58039" y="240792"/>
                </a:lnTo>
                <a:lnTo>
                  <a:pt x="58166" y="242316"/>
                </a:lnTo>
                <a:lnTo>
                  <a:pt x="58801" y="250126"/>
                </a:lnTo>
                <a:lnTo>
                  <a:pt x="81991" y="281851"/>
                </a:lnTo>
                <a:lnTo>
                  <a:pt x="117348" y="289560"/>
                </a:lnTo>
                <a:lnTo>
                  <a:pt x="130238" y="288709"/>
                </a:lnTo>
                <a:lnTo>
                  <a:pt x="141541" y="286131"/>
                </a:lnTo>
                <a:lnTo>
                  <a:pt x="151434" y="281851"/>
                </a:lnTo>
                <a:lnTo>
                  <a:pt x="160020" y="275844"/>
                </a:lnTo>
                <a:lnTo>
                  <a:pt x="164007" y="271272"/>
                </a:lnTo>
                <a:lnTo>
                  <a:pt x="166268" y="268681"/>
                </a:lnTo>
                <a:lnTo>
                  <a:pt x="171069" y="260794"/>
                </a:lnTo>
                <a:lnTo>
                  <a:pt x="171145" y="260604"/>
                </a:lnTo>
                <a:lnTo>
                  <a:pt x="174167" y="252056"/>
                </a:lnTo>
                <a:lnTo>
                  <a:pt x="174244" y="251460"/>
                </a:lnTo>
                <a:lnTo>
                  <a:pt x="175260" y="242316"/>
                </a:lnTo>
                <a:close/>
              </a:path>
              <a:path extrusionOk="0" h="683260" w="226060">
                <a:moveTo>
                  <a:pt x="175272" y="475488"/>
                </a:moveTo>
                <a:lnTo>
                  <a:pt x="174129" y="469544"/>
                </a:lnTo>
                <a:lnTo>
                  <a:pt x="174040" y="469392"/>
                </a:lnTo>
                <a:lnTo>
                  <a:pt x="170700" y="463296"/>
                </a:lnTo>
                <a:lnTo>
                  <a:pt x="164973" y="457060"/>
                </a:lnTo>
                <a:lnTo>
                  <a:pt x="156972" y="451104"/>
                </a:lnTo>
                <a:lnTo>
                  <a:pt x="150876" y="451104"/>
                </a:lnTo>
                <a:lnTo>
                  <a:pt x="158496" y="458724"/>
                </a:lnTo>
                <a:lnTo>
                  <a:pt x="158496" y="460248"/>
                </a:lnTo>
                <a:lnTo>
                  <a:pt x="160020" y="460248"/>
                </a:lnTo>
                <a:lnTo>
                  <a:pt x="160020" y="464820"/>
                </a:lnTo>
                <a:lnTo>
                  <a:pt x="158496" y="466344"/>
                </a:lnTo>
                <a:lnTo>
                  <a:pt x="158496" y="467868"/>
                </a:lnTo>
                <a:lnTo>
                  <a:pt x="150876" y="467868"/>
                </a:lnTo>
                <a:lnTo>
                  <a:pt x="144780" y="469392"/>
                </a:lnTo>
                <a:lnTo>
                  <a:pt x="77724" y="469392"/>
                </a:lnTo>
                <a:lnTo>
                  <a:pt x="57950" y="496620"/>
                </a:lnTo>
                <a:lnTo>
                  <a:pt x="58000" y="507428"/>
                </a:lnTo>
                <a:lnTo>
                  <a:pt x="58115" y="509358"/>
                </a:lnTo>
                <a:lnTo>
                  <a:pt x="58191" y="510540"/>
                </a:lnTo>
                <a:lnTo>
                  <a:pt x="58483" y="515670"/>
                </a:lnTo>
                <a:lnTo>
                  <a:pt x="60198" y="524065"/>
                </a:lnTo>
                <a:lnTo>
                  <a:pt x="63055" y="531050"/>
                </a:lnTo>
                <a:lnTo>
                  <a:pt x="67056" y="536448"/>
                </a:lnTo>
                <a:lnTo>
                  <a:pt x="71628" y="544068"/>
                </a:lnTo>
                <a:lnTo>
                  <a:pt x="79248" y="548640"/>
                </a:lnTo>
                <a:lnTo>
                  <a:pt x="89916" y="548640"/>
                </a:lnTo>
                <a:lnTo>
                  <a:pt x="91440" y="547116"/>
                </a:lnTo>
                <a:lnTo>
                  <a:pt x="94488" y="545592"/>
                </a:lnTo>
                <a:lnTo>
                  <a:pt x="96012" y="544068"/>
                </a:lnTo>
                <a:lnTo>
                  <a:pt x="97536" y="541020"/>
                </a:lnTo>
                <a:lnTo>
                  <a:pt x="97536" y="534924"/>
                </a:lnTo>
                <a:lnTo>
                  <a:pt x="96012" y="533400"/>
                </a:lnTo>
                <a:lnTo>
                  <a:pt x="94488" y="530352"/>
                </a:lnTo>
                <a:lnTo>
                  <a:pt x="92964" y="528828"/>
                </a:lnTo>
                <a:lnTo>
                  <a:pt x="74676" y="528828"/>
                </a:lnTo>
                <a:lnTo>
                  <a:pt x="71628" y="527304"/>
                </a:lnTo>
                <a:lnTo>
                  <a:pt x="70104" y="522732"/>
                </a:lnTo>
                <a:lnTo>
                  <a:pt x="67056" y="519684"/>
                </a:lnTo>
                <a:lnTo>
                  <a:pt x="65532" y="516636"/>
                </a:lnTo>
                <a:lnTo>
                  <a:pt x="83820" y="489204"/>
                </a:lnTo>
                <a:lnTo>
                  <a:pt x="99060" y="489204"/>
                </a:lnTo>
                <a:lnTo>
                  <a:pt x="103619" y="502920"/>
                </a:lnTo>
                <a:lnTo>
                  <a:pt x="108013" y="514350"/>
                </a:lnTo>
                <a:lnTo>
                  <a:pt x="132588" y="548640"/>
                </a:lnTo>
                <a:lnTo>
                  <a:pt x="135636" y="551688"/>
                </a:lnTo>
                <a:lnTo>
                  <a:pt x="140208" y="553212"/>
                </a:lnTo>
                <a:lnTo>
                  <a:pt x="155448" y="553212"/>
                </a:lnTo>
                <a:lnTo>
                  <a:pt x="161544" y="550164"/>
                </a:lnTo>
                <a:lnTo>
                  <a:pt x="172224" y="539496"/>
                </a:lnTo>
                <a:lnTo>
                  <a:pt x="175272" y="533400"/>
                </a:lnTo>
                <a:lnTo>
                  <a:pt x="175272" y="519684"/>
                </a:lnTo>
                <a:lnTo>
                  <a:pt x="160020" y="494614"/>
                </a:lnTo>
                <a:lnTo>
                  <a:pt x="160020" y="519684"/>
                </a:lnTo>
                <a:lnTo>
                  <a:pt x="158496" y="522732"/>
                </a:lnTo>
                <a:lnTo>
                  <a:pt x="150876" y="530352"/>
                </a:lnTo>
                <a:lnTo>
                  <a:pt x="146304" y="533400"/>
                </a:lnTo>
                <a:lnTo>
                  <a:pt x="135636" y="533400"/>
                </a:lnTo>
                <a:lnTo>
                  <a:pt x="131064" y="531876"/>
                </a:lnTo>
                <a:lnTo>
                  <a:pt x="128016" y="528828"/>
                </a:lnTo>
                <a:lnTo>
                  <a:pt x="123444" y="525780"/>
                </a:lnTo>
                <a:lnTo>
                  <a:pt x="109829" y="497738"/>
                </a:lnTo>
                <a:lnTo>
                  <a:pt x="106680" y="489204"/>
                </a:lnTo>
                <a:lnTo>
                  <a:pt x="147828" y="489204"/>
                </a:lnTo>
                <a:lnTo>
                  <a:pt x="152908" y="496620"/>
                </a:lnTo>
                <a:lnTo>
                  <a:pt x="156781" y="503301"/>
                </a:lnTo>
                <a:lnTo>
                  <a:pt x="159194" y="509358"/>
                </a:lnTo>
                <a:lnTo>
                  <a:pt x="159321" y="510209"/>
                </a:lnTo>
                <a:lnTo>
                  <a:pt x="159359" y="510540"/>
                </a:lnTo>
                <a:lnTo>
                  <a:pt x="159918" y="514350"/>
                </a:lnTo>
                <a:lnTo>
                  <a:pt x="160020" y="519684"/>
                </a:lnTo>
                <a:lnTo>
                  <a:pt x="160020" y="494614"/>
                </a:lnTo>
                <a:lnTo>
                  <a:pt x="155448" y="489204"/>
                </a:lnTo>
                <a:lnTo>
                  <a:pt x="163068" y="489204"/>
                </a:lnTo>
                <a:lnTo>
                  <a:pt x="167640" y="487680"/>
                </a:lnTo>
                <a:lnTo>
                  <a:pt x="170700" y="484632"/>
                </a:lnTo>
                <a:lnTo>
                  <a:pt x="173748" y="483108"/>
                </a:lnTo>
                <a:lnTo>
                  <a:pt x="175272" y="480060"/>
                </a:lnTo>
                <a:lnTo>
                  <a:pt x="175272" y="475488"/>
                </a:lnTo>
                <a:close/>
              </a:path>
              <a:path extrusionOk="0" h="683260" w="226060">
                <a:moveTo>
                  <a:pt x="175272" y="144780"/>
                </a:moveTo>
                <a:lnTo>
                  <a:pt x="150888" y="121920"/>
                </a:lnTo>
                <a:lnTo>
                  <a:pt x="150888" y="128016"/>
                </a:lnTo>
                <a:lnTo>
                  <a:pt x="153936" y="129540"/>
                </a:lnTo>
                <a:lnTo>
                  <a:pt x="155460" y="131064"/>
                </a:lnTo>
                <a:lnTo>
                  <a:pt x="156984" y="134112"/>
                </a:lnTo>
                <a:lnTo>
                  <a:pt x="158508" y="135636"/>
                </a:lnTo>
                <a:lnTo>
                  <a:pt x="160032" y="138684"/>
                </a:lnTo>
                <a:lnTo>
                  <a:pt x="160032" y="144780"/>
                </a:lnTo>
                <a:lnTo>
                  <a:pt x="158508" y="147828"/>
                </a:lnTo>
                <a:lnTo>
                  <a:pt x="155460" y="149352"/>
                </a:lnTo>
                <a:lnTo>
                  <a:pt x="153936" y="150876"/>
                </a:lnTo>
                <a:lnTo>
                  <a:pt x="147840" y="152400"/>
                </a:lnTo>
                <a:lnTo>
                  <a:pt x="68592" y="152400"/>
                </a:lnTo>
                <a:lnTo>
                  <a:pt x="68592" y="126492"/>
                </a:lnTo>
                <a:lnTo>
                  <a:pt x="60972" y="126492"/>
                </a:lnTo>
                <a:lnTo>
                  <a:pt x="60972" y="152400"/>
                </a:lnTo>
                <a:lnTo>
                  <a:pt x="24396" y="152400"/>
                </a:lnTo>
                <a:lnTo>
                  <a:pt x="24396" y="155448"/>
                </a:lnTo>
                <a:lnTo>
                  <a:pt x="32016" y="158496"/>
                </a:lnTo>
                <a:lnTo>
                  <a:pt x="41160" y="163068"/>
                </a:lnTo>
                <a:lnTo>
                  <a:pt x="47256" y="167640"/>
                </a:lnTo>
                <a:lnTo>
                  <a:pt x="51828" y="170688"/>
                </a:lnTo>
                <a:lnTo>
                  <a:pt x="56400" y="176784"/>
                </a:lnTo>
                <a:lnTo>
                  <a:pt x="62496" y="185928"/>
                </a:lnTo>
                <a:lnTo>
                  <a:pt x="64020" y="190500"/>
                </a:lnTo>
                <a:lnTo>
                  <a:pt x="68592" y="190500"/>
                </a:lnTo>
                <a:lnTo>
                  <a:pt x="68592" y="172212"/>
                </a:lnTo>
                <a:lnTo>
                  <a:pt x="152412" y="172212"/>
                </a:lnTo>
                <a:lnTo>
                  <a:pt x="158508" y="170688"/>
                </a:lnTo>
                <a:lnTo>
                  <a:pt x="175272" y="153924"/>
                </a:lnTo>
                <a:lnTo>
                  <a:pt x="175272" y="144780"/>
                </a:lnTo>
                <a:close/>
              </a:path>
              <a:path extrusionOk="0" h="683260" w="226060">
                <a:moveTo>
                  <a:pt x="225552" y="91440"/>
                </a:moveTo>
                <a:lnTo>
                  <a:pt x="192024" y="60960"/>
                </a:lnTo>
                <a:lnTo>
                  <a:pt x="96126" y="22860"/>
                </a:lnTo>
                <a:lnTo>
                  <a:pt x="76200" y="15240"/>
                </a:lnTo>
                <a:lnTo>
                  <a:pt x="73152" y="13716"/>
                </a:lnTo>
                <a:lnTo>
                  <a:pt x="71628" y="12192"/>
                </a:lnTo>
                <a:lnTo>
                  <a:pt x="68580" y="10668"/>
                </a:lnTo>
                <a:lnTo>
                  <a:pt x="64008" y="6096"/>
                </a:lnTo>
                <a:lnTo>
                  <a:pt x="64008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08" y="33528"/>
                </a:lnTo>
                <a:lnTo>
                  <a:pt x="64008" y="27432"/>
                </a:lnTo>
                <a:lnTo>
                  <a:pt x="65532" y="25908"/>
                </a:lnTo>
                <a:lnTo>
                  <a:pt x="65532" y="24384"/>
                </a:lnTo>
                <a:lnTo>
                  <a:pt x="67056" y="24384"/>
                </a:lnTo>
                <a:lnTo>
                  <a:pt x="67056" y="22860"/>
                </a:lnTo>
                <a:lnTo>
                  <a:pt x="74676" y="22860"/>
                </a:lnTo>
                <a:lnTo>
                  <a:pt x="77724" y="24384"/>
                </a:lnTo>
                <a:lnTo>
                  <a:pt x="80772" y="24384"/>
                </a:lnTo>
                <a:lnTo>
                  <a:pt x="143256" y="50292"/>
                </a:lnTo>
                <a:lnTo>
                  <a:pt x="86868" y="76200"/>
                </a:lnTo>
                <a:lnTo>
                  <a:pt x="80772" y="79248"/>
                </a:lnTo>
                <a:lnTo>
                  <a:pt x="76200" y="80772"/>
                </a:lnTo>
                <a:lnTo>
                  <a:pt x="70104" y="80772"/>
                </a:lnTo>
                <a:lnTo>
                  <a:pt x="68580" y="79248"/>
                </a:lnTo>
                <a:lnTo>
                  <a:pt x="65532" y="77724"/>
                </a:lnTo>
                <a:lnTo>
                  <a:pt x="64008" y="76200"/>
                </a:lnTo>
                <a:lnTo>
                  <a:pt x="64008" y="67056"/>
                </a:lnTo>
                <a:lnTo>
                  <a:pt x="60960" y="67056"/>
                </a:lnTo>
                <a:lnTo>
                  <a:pt x="60960" y="118872"/>
                </a:lnTo>
                <a:lnTo>
                  <a:pt x="64008" y="118872"/>
                </a:lnTo>
                <a:lnTo>
                  <a:pt x="65532" y="115824"/>
                </a:lnTo>
                <a:lnTo>
                  <a:pt x="65532" y="112776"/>
                </a:lnTo>
                <a:lnTo>
                  <a:pt x="73152" y="105156"/>
                </a:lnTo>
                <a:lnTo>
                  <a:pt x="77724" y="103632"/>
                </a:lnTo>
                <a:lnTo>
                  <a:pt x="80772" y="100584"/>
                </a:lnTo>
                <a:lnTo>
                  <a:pt x="83820" y="100584"/>
                </a:lnTo>
                <a:lnTo>
                  <a:pt x="124180" y="80772"/>
                </a:lnTo>
                <a:lnTo>
                  <a:pt x="167640" y="59436"/>
                </a:lnTo>
                <a:lnTo>
                  <a:pt x="187452" y="67056"/>
                </a:lnTo>
                <a:lnTo>
                  <a:pt x="199644" y="73152"/>
                </a:lnTo>
                <a:lnTo>
                  <a:pt x="201168" y="76200"/>
                </a:lnTo>
                <a:lnTo>
                  <a:pt x="204216" y="79248"/>
                </a:lnTo>
                <a:lnTo>
                  <a:pt x="205740" y="82296"/>
                </a:lnTo>
                <a:lnTo>
                  <a:pt x="205740" y="85344"/>
                </a:lnTo>
                <a:lnTo>
                  <a:pt x="204216" y="86868"/>
                </a:lnTo>
                <a:lnTo>
                  <a:pt x="204216" y="89916"/>
                </a:lnTo>
                <a:lnTo>
                  <a:pt x="201168" y="96012"/>
                </a:lnTo>
                <a:lnTo>
                  <a:pt x="201168" y="109728"/>
                </a:lnTo>
                <a:lnTo>
                  <a:pt x="204216" y="111252"/>
                </a:lnTo>
                <a:lnTo>
                  <a:pt x="205740" y="114300"/>
                </a:lnTo>
                <a:lnTo>
                  <a:pt x="214884" y="114300"/>
                </a:lnTo>
                <a:lnTo>
                  <a:pt x="217932" y="112776"/>
                </a:lnTo>
                <a:lnTo>
                  <a:pt x="224028" y="106680"/>
                </a:lnTo>
                <a:lnTo>
                  <a:pt x="225552" y="103632"/>
                </a:lnTo>
                <a:lnTo>
                  <a:pt x="22555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" name="Google Shape;651;p15"/>
          <p:cNvGrpSpPr/>
          <p:nvPr/>
        </p:nvGrpSpPr>
        <p:grpSpPr>
          <a:xfrm>
            <a:off x="3372611" y="2272283"/>
            <a:ext cx="175260" cy="224029"/>
            <a:chOff x="3372611" y="2272283"/>
            <a:chExt cx="175260" cy="224029"/>
          </a:xfrm>
        </p:grpSpPr>
        <p:pic>
          <p:nvPicPr>
            <p:cNvPr id="652" name="Google Shape;652;p15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430523" y="2389632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3" name="Google Shape;653;p15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372611" y="2272283"/>
              <a:ext cx="172212" cy="9753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54" name="Google Shape;654;p15"/>
          <p:cNvSpPr/>
          <p:nvPr/>
        </p:nvSpPr>
        <p:spPr>
          <a:xfrm>
            <a:off x="3668255" y="8909304"/>
            <a:ext cx="175895" cy="599440"/>
          </a:xfrm>
          <a:custGeom>
            <a:rect b="b" l="l" r="r" t="t"/>
            <a:pathLst>
              <a:path extrusionOk="0" h="599440" w="175895">
                <a:moveTo>
                  <a:pt x="172212" y="0"/>
                </a:moveTo>
                <a:lnTo>
                  <a:pt x="169164" y="0"/>
                </a:lnTo>
                <a:lnTo>
                  <a:pt x="169164" y="9144"/>
                </a:lnTo>
                <a:lnTo>
                  <a:pt x="163068" y="15240"/>
                </a:lnTo>
                <a:lnTo>
                  <a:pt x="160020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6764" y="48768"/>
                </a:lnTo>
                <a:lnTo>
                  <a:pt x="15240" y="45720"/>
                </a:lnTo>
                <a:lnTo>
                  <a:pt x="15240" y="42672"/>
                </a:lnTo>
                <a:lnTo>
                  <a:pt x="16764" y="41148"/>
                </a:lnTo>
                <a:lnTo>
                  <a:pt x="16764" y="39624"/>
                </a:lnTo>
                <a:lnTo>
                  <a:pt x="18288" y="38100"/>
                </a:lnTo>
                <a:lnTo>
                  <a:pt x="19812" y="38100"/>
                </a:lnTo>
                <a:lnTo>
                  <a:pt x="22860" y="36576"/>
                </a:lnTo>
                <a:lnTo>
                  <a:pt x="160020" y="36576"/>
                </a:lnTo>
                <a:lnTo>
                  <a:pt x="163068" y="38100"/>
                </a:lnTo>
                <a:lnTo>
                  <a:pt x="164592" y="39624"/>
                </a:lnTo>
                <a:lnTo>
                  <a:pt x="167640" y="41148"/>
                </a:lnTo>
                <a:lnTo>
                  <a:pt x="167640" y="42672"/>
                </a:lnTo>
                <a:lnTo>
                  <a:pt x="169164" y="44196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599440" w="175895">
                <a:moveTo>
                  <a:pt x="172224" y="193548"/>
                </a:moveTo>
                <a:lnTo>
                  <a:pt x="169176" y="193548"/>
                </a:lnTo>
                <a:lnTo>
                  <a:pt x="169176" y="208788"/>
                </a:lnTo>
                <a:lnTo>
                  <a:pt x="167652" y="213360"/>
                </a:lnTo>
                <a:lnTo>
                  <a:pt x="161556" y="219456"/>
                </a:lnTo>
                <a:lnTo>
                  <a:pt x="68592" y="219456"/>
                </a:lnTo>
                <a:lnTo>
                  <a:pt x="68592" y="190500"/>
                </a:lnTo>
                <a:lnTo>
                  <a:pt x="60972" y="190500"/>
                </a:lnTo>
                <a:lnTo>
                  <a:pt x="60972" y="219456"/>
                </a:lnTo>
                <a:lnTo>
                  <a:pt x="41706" y="219443"/>
                </a:lnTo>
                <a:lnTo>
                  <a:pt x="32207" y="219265"/>
                </a:lnTo>
                <a:lnTo>
                  <a:pt x="25273" y="218821"/>
                </a:lnTo>
                <a:lnTo>
                  <a:pt x="21348" y="217932"/>
                </a:lnTo>
                <a:lnTo>
                  <a:pt x="16776" y="217932"/>
                </a:lnTo>
                <a:lnTo>
                  <a:pt x="13728" y="214884"/>
                </a:lnTo>
                <a:lnTo>
                  <a:pt x="10680" y="213360"/>
                </a:lnTo>
                <a:lnTo>
                  <a:pt x="7632" y="207264"/>
                </a:lnTo>
                <a:lnTo>
                  <a:pt x="7632" y="199644"/>
                </a:lnTo>
                <a:lnTo>
                  <a:pt x="9156" y="198120"/>
                </a:lnTo>
                <a:lnTo>
                  <a:pt x="12204" y="192024"/>
                </a:lnTo>
                <a:lnTo>
                  <a:pt x="15252" y="190500"/>
                </a:lnTo>
                <a:lnTo>
                  <a:pt x="24396" y="184404"/>
                </a:lnTo>
                <a:lnTo>
                  <a:pt x="28968" y="179832"/>
                </a:lnTo>
                <a:lnTo>
                  <a:pt x="30492" y="176784"/>
                </a:lnTo>
                <a:lnTo>
                  <a:pt x="30492" y="169164"/>
                </a:lnTo>
                <a:lnTo>
                  <a:pt x="25920" y="164592"/>
                </a:lnTo>
                <a:lnTo>
                  <a:pt x="22872" y="163068"/>
                </a:lnTo>
                <a:lnTo>
                  <a:pt x="16776" y="163068"/>
                </a:lnTo>
                <a:lnTo>
                  <a:pt x="12204" y="166116"/>
                </a:lnTo>
                <a:lnTo>
                  <a:pt x="9156" y="170688"/>
                </a:lnTo>
                <a:lnTo>
                  <a:pt x="3060" y="178308"/>
                </a:lnTo>
                <a:lnTo>
                  <a:pt x="12" y="185928"/>
                </a:lnTo>
                <a:lnTo>
                  <a:pt x="12" y="193548"/>
                </a:lnTo>
                <a:lnTo>
                  <a:pt x="18300" y="231648"/>
                </a:lnTo>
                <a:lnTo>
                  <a:pt x="54876" y="239268"/>
                </a:lnTo>
                <a:lnTo>
                  <a:pt x="60972" y="239268"/>
                </a:lnTo>
                <a:lnTo>
                  <a:pt x="60972" y="260604"/>
                </a:lnTo>
                <a:lnTo>
                  <a:pt x="68592" y="260604"/>
                </a:lnTo>
                <a:lnTo>
                  <a:pt x="68592" y="239268"/>
                </a:lnTo>
                <a:lnTo>
                  <a:pt x="152412" y="239268"/>
                </a:lnTo>
                <a:lnTo>
                  <a:pt x="156984" y="240792"/>
                </a:lnTo>
                <a:lnTo>
                  <a:pt x="160032" y="240792"/>
                </a:lnTo>
                <a:lnTo>
                  <a:pt x="166128" y="243840"/>
                </a:lnTo>
                <a:lnTo>
                  <a:pt x="169176" y="249936"/>
                </a:lnTo>
                <a:lnTo>
                  <a:pt x="169176" y="260604"/>
                </a:lnTo>
                <a:lnTo>
                  <a:pt x="172224" y="260604"/>
                </a:lnTo>
                <a:lnTo>
                  <a:pt x="172224" y="193548"/>
                </a:lnTo>
                <a:close/>
              </a:path>
              <a:path extrusionOk="0" h="599440" w="175895">
                <a:moveTo>
                  <a:pt x="175260" y="509016"/>
                </a:moveTo>
                <a:lnTo>
                  <a:pt x="161544" y="475488"/>
                </a:lnTo>
                <a:lnTo>
                  <a:pt x="158496" y="478536"/>
                </a:lnTo>
                <a:lnTo>
                  <a:pt x="160020" y="481584"/>
                </a:lnTo>
                <a:lnTo>
                  <a:pt x="161544" y="483108"/>
                </a:lnTo>
                <a:lnTo>
                  <a:pt x="161544" y="487680"/>
                </a:lnTo>
                <a:lnTo>
                  <a:pt x="160020" y="489204"/>
                </a:lnTo>
                <a:lnTo>
                  <a:pt x="160020" y="490728"/>
                </a:lnTo>
                <a:lnTo>
                  <a:pt x="158496" y="492252"/>
                </a:lnTo>
                <a:lnTo>
                  <a:pt x="156972" y="492252"/>
                </a:lnTo>
                <a:lnTo>
                  <a:pt x="153924" y="493776"/>
                </a:lnTo>
                <a:lnTo>
                  <a:pt x="60960" y="493776"/>
                </a:lnTo>
                <a:lnTo>
                  <a:pt x="60960" y="530352"/>
                </a:lnTo>
                <a:lnTo>
                  <a:pt x="64008" y="530352"/>
                </a:lnTo>
                <a:lnTo>
                  <a:pt x="65532" y="524256"/>
                </a:lnTo>
                <a:lnTo>
                  <a:pt x="65532" y="519684"/>
                </a:lnTo>
                <a:lnTo>
                  <a:pt x="68580" y="518160"/>
                </a:lnTo>
                <a:lnTo>
                  <a:pt x="71628" y="515112"/>
                </a:lnTo>
                <a:lnTo>
                  <a:pt x="76200" y="513588"/>
                </a:lnTo>
                <a:lnTo>
                  <a:pt x="144780" y="513588"/>
                </a:lnTo>
                <a:lnTo>
                  <a:pt x="150876" y="521208"/>
                </a:lnTo>
                <a:lnTo>
                  <a:pt x="155448" y="525780"/>
                </a:lnTo>
                <a:lnTo>
                  <a:pt x="156972" y="530352"/>
                </a:lnTo>
                <a:lnTo>
                  <a:pt x="160020" y="534924"/>
                </a:lnTo>
                <a:lnTo>
                  <a:pt x="160020" y="547116"/>
                </a:lnTo>
                <a:lnTo>
                  <a:pt x="158496" y="551688"/>
                </a:lnTo>
                <a:lnTo>
                  <a:pt x="155448" y="556260"/>
                </a:lnTo>
                <a:lnTo>
                  <a:pt x="152400" y="559308"/>
                </a:lnTo>
                <a:lnTo>
                  <a:pt x="146304" y="560832"/>
                </a:lnTo>
                <a:lnTo>
                  <a:pt x="60960" y="560832"/>
                </a:lnTo>
                <a:lnTo>
                  <a:pt x="60960" y="598932"/>
                </a:lnTo>
                <a:lnTo>
                  <a:pt x="64008" y="598932"/>
                </a:lnTo>
                <a:lnTo>
                  <a:pt x="64008" y="594360"/>
                </a:lnTo>
                <a:lnTo>
                  <a:pt x="65532" y="589788"/>
                </a:lnTo>
                <a:lnTo>
                  <a:pt x="65532" y="588264"/>
                </a:lnTo>
                <a:lnTo>
                  <a:pt x="67056" y="585216"/>
                </a:lnTo>
                <a:lnTo>
                  <a:pt x="68580" y="583692"/>
                </a:lnTo>
                <a:lnTo>
                  <a:pt x="71628" y="583692"/>
                </a:lnTo>
                <a:lnTo>
                  <a:pt x="73152" y="582168"/>
                </a:lnTo>
                <a:lnTo>
                  <a:pt x="77724" y="580644"/>
                </a:lnTo>
                <a:lnTo>
                  <a:pt x="150876" y="580644"/>
                </a:lnTo>
                <a:lnTo>
                  <a:pt x="156972" y="579120"/>
                </a:lnTo>
                <a:lnTo>
                  <a:pt x="161544" y="576072"/>
                </a:lnTo>
                <a:lnTo>
                  <a:pt x="167640" y="573024"/>
                </a:lnTo>
                <a:lnTo>
                  <a:pt x="173736" y="563880"/>
                </a:lnTo>
                <a:lnTo>
                  <a:pt x="175260" y="559308"/>
                </a:lnTo>
                <a:lnTo>
                  <a:pt x="175260" y="541020"/>
                </a:lnTo>
                <a:lnTo>
                  <a:pt x="169341" y="532447"/>
                </a:lnTo>
                <a:lnTo>
                  <a:pt x="165163" y="527304"/>
                </a:lnTo>
                <a:lnTo>
                  <a:pt x="159575" y="521017"/>
                </a:lnTo>
                <a:lnTo>
                  <a:pt x="152400" y="513588"/>
                </a:lnTo>
                <a:lnTo>
                  <a:pt x="175260" y="513588"/>
                </a:lnTo>
                <a:lnTo>
                  <a:pt x="175260" y="509016"/>
                </a:lnTo>
                <a:close/>
              </a:path>
              <a:path extrusionOk="0" h="599440" w="175895">
                <a:moveTo>
                  <a:pt x="175260" y="321564"/>
                </a:moveTo>
                <a:lnTo>
                  <a:pt x="155956" y="285940"/>
                </a:lnTo>
                <a:lnTo>
                  <a:pt x="132588" y="277368"/>
                </a:lnTo>
                <a:lnTo>
                  <a:pt x="129540" y="280416"/>
                </a:lnTo>
                <a:lnTo>
                  <a:pt x="140208" y="283464"/>
                </a:lnTo>
                <a:lnTo>
                  <a:pt x="146304" y="288036"/>
                </a:lnTo>
                <a:lnTo>
                  <a:pt x="150876" y="294132"/>
                </a:lnTo>
                <a:lnTo>
                  <a:pt x="153924" y="298704"/>
                </a:lnTo>
                <a:lnTo>
                  <a:pt x="155448" y="304800"/>
                </a:lnTo>
                <a:lnTo>
                  <a:pt x="155397" y="312953"/>
                </a:lnTo>
                <a:lnTo>
                  <a:pt x="134048" y="344982"/>
                </a:lnTo>
                <a:lnTo>
                  <a:pt x="102108" y="352044"/>
                </a:lnTo>
                <a:lnTo>
                  <a:pt x="102108" y="301752"/>
                </a:lnTo>
                <a:lnTo>
                  <a:pt x="102108" y="277368"/>
                </a:lnTo>
                <a:lnTo>
                  <a:pt x="94488" y="277914"/>
                </a:lnTo>
                <a:lnTo>
                  <a:pt x="94488" y="301752"/>
                </a:lnTo>
                <a:lnTo>
                  <a:pt x="94488" y="352044"/>
                </a:lnTo>
                <a:lnTo>
                  <a:pt x="65532" y="332232"/>
                </a:lnTo>
                <a:lnTo>
                  <a:pt x="65532" y="321564"/>
                </a:lnTo>
                <a:lnTo>
                  <a:pt x="67056" y="316992"/>
                </a:lnTo>
                <a:lnTo>
                  <a:pt x="70104" y="312420"/>
                </a:lnTo>
                <a:lnTo>
                  <a:pt x="76200" y="306324"/>
                </a:lnTo>
                <a:lnTo>
                  <a:pt x="80772" y="303276"/>
                </a:lnTo>
                <a:lnTo>
                  <a:pt x="83820" y="303276"/>
                </a:lnTo>
                <a:lnTo>
                  <a:pt x="88392" y="301752"/>
                </a:lnTo>
                <a:lnTo>
                  <a:pt x="94488" y="301752"/>
                </a:lnTo>
                <a:lnTo>
                  <a:pt x="94488" y="277914"/>
                </a:lnTo>
                <a:lnTo>
                  <a:pt x="93256" y="277990"/>
                </a:lnTo>
                <a:lnTo>
                  <a:pt x="61150" y="302514"/>
                </a:lnTo>
                <a:lnTo>
                  <a:pt x="57912" y="320040"/>
                </a:lnTo>
                <a:lnTo>
                  <a:pt x="59042" y="330022"/>
                </a:lnTo>
                <a:lnTo>
                  <a:pt x="83299" y="361975"/>
                </a:lnTo>
                <a:lnTo>
                  <a:pt x="118872" y="370332"/>
                </a:lnTo>
                <a:lnTo>
                  <a:pt x="131216" y="369455"/>
                </a:lnTo>
                <a:lnTo>
                  <a:pt x="130975" y="369455"/>
                </a:lnTo>
                <a:lnTo>
                  <a:pt x="141732" y="366903"/>
                </a:lnTo>
                <a:lnTo>
                  <a:pt x="151447" y="362623"/>
                </a:lnTo>
                <a:lnTo>
                  <a:pt x="160020" y="356616"/>
                </a:lnTo>
                <a:lnTo>
                  <a:pt x="163931" y="352044"/>
                </a:lnTo>
                <a:lnTo>
                  <a:pt x="166903" y="348576"/>
                </a:lnTo>
                <a:lnTo>
                  <a:pt x="171640" y="340233"/>
                </a:lnTo>
                <a:lnTo>
                  <a:pt x="171767" y="339852"/>
                </a:lnTo>
                <a:lnTo>
                  <a:pt x="174383" y="331330"/>
                </a:lnTo>
                <a:lnTo>
                  <a:pt x="174498" y="330022"/>
                </a:lnTo>
                <a:lnTo>
                  <a:pt x="175260" y="321564"/>
                </a:lnTo>
                <a:close/>
              </a:path>
              <a:path extrusionOk="0" h="599440" w="175895">
                <a:moveTo>
                  <a:pt x="175260" y="96012"/>
                </a:moveTo>
                <a:lnTo>
                  <a:pt x="161544" y="62484"/>
                </a:lnTo>
                <a:lnTo>
                  <a:pt x="158496" y="64008"/>
                </a:lnTo>
                <a:lnTo>
                  <a:pt x="161544" y="70104"/>
                </a:lnTo>
                <a:lnTo>
                  <a:pt x="161544" y="74676"/>
                </a:lnTo>
                <a:lnTo>
                  <a:pt x="160020" y="76200"/>
                </a:lnTo>
                <a:lnTo>
                  <a:pt x="160020" y="77724"/>
                </a:lnTo>
                <a:lnTo>
                  <a:pt x="158496" y="79248"/>
                </a:lnTo>
                <a:lnTo>
                  <a:pt x="156972" y="79248"/>
                </a:lnTo>
                <a:lnTo>
                  <a:pt x="153924" y="80772"/>
                </a:lnTo>
                <a:lnTo>
                  <a:pt x="60960" y="80772"/>
                </a:lnTo>
                <a:lnTo>
                  <a:pt x="60960" y="117348"/>
                </a:lnTo>
                <a:lnTo>
                  <a:pt x="64008" y="117348"/>
                </a:lnTo>
                <a:lnTo>
                  <a:pt x="65532" y="111252"/>
                </a:lnTo>
                <a:lnTo>
                  <a:pt x="65532" y="106680"/>
                </a:lnTo>
                <a:lnTo>
                  <a:pt x="68580" y="103632"/>
                </a:lnTo>
                <a:lnTo>
                  <a:pt x="71628" y="102108"/>
                </a:lnTo>
                <a:lnTo>
                  <a:pt x="76200" y="100584"/>
                </a:lnTo>
                <a:lnTo>
                  <a:pt x="144780" y="100584"/>
                </a:lnTo>
                <a:lnTo>
                  <a:pt x="150876" y="106680"/>
                </a:lnTo>
                <a:lnTo>
                  <a:pt x="155448" y="112776"/>
                </a:lnTo>
                <a:lnTo>
                  <a:pt x="156972" y="117348"/>
                </a:lnTo>
                <a:lnTo>
                  <a:pt x="160020" y="121920"/>
                </a:lnTo>
                <a:lnTo>
                  <a:pt x="160020" y="134112"/>
                </a:lnTo>
                <a:lnTo>
                  <a:pt x="158496" y="138684"/>
                </a:lnTo>
                <a:lnTo>
                  <a:pt x="155448" y="143256"/>
                </a:lnTo>
                <a:lnTo>
                  <a:pt x="152400" y="146304"/>
                </a:lnTo>
                <a:lnTo>
                  <a:pt x="146304" y="147828"/>
                </a:lnTo>
                <a:lnTo>
                  <a:pt x="60960" y="147828"/>
                </a:lnTo>
                <a:lnTo>
                  <a:pt x="60960" y="185928"/>
                </a:lnTo>
                <a:lnTo>
                  <a:pt x="64008" y="185928"/>
                </a:lnTo>
                <a:lnTo>
                  <a:pt x="64008" y="179832"/>
                </a:lnTo>
                <a:lnTo>
                  <a:pt x="65532" y="176784"/>
                </a:lnTo>
                <a:lnTo>
                  <a:pt x="65532" y="173736"/>
                </a:lnTo>
                <a:lnTo>
                  <a:pt x="68580" y="170688"/>
                </a:lnTo>
                <a:lnTo>
                  <a:pt x="71628" y="169164"/>
                </a:lnTo>
                <a:lnTo>
                  <a:pt x="73152" y="169164"/>
                </a:lnTo>
                <a:lnTo>
                  <a:pt x="77724" y="167640"/>
                </a:lnTo>
                <a:lnTo>
                  <a:pt x="150876" y="167640"/>
                </a:lnTo>
                <a:lnTo>
                  <a:pt x="156972" y="164592"/>
                </a:lnTo>
                <a:lnTo>
                  <a:pt x="161544" y="163068"/>
                </a:lnTo>
                <a:lnTo>
                  <a:pt x="167640" y="160020"/>
                </a:lnTo>
                <a:lnTo>
                  <a:pt x="173736" y="150876"/>
                </a:lnTo>
                <a:lnTo>
                  <a:pt x="175260" y="144780"/>
                </a:lnTo>
                <a:lnTo>
                  <a:pt x="175260" y="128016"/>
                </a:lnTo>
                <a:lnTo>
                  <a:pt x="169341" y="118808"/>
                </a:lnTo>
                <a:lnTo>
                  <a:pt x="165163" y="113728"/>
                </a:lnTo>
                <a:lnTo>
                  <a:pt x="159575" y="107810"/>
                </a:lnTo>
                <a:lnTo>
                  <a:pt x="152400" y="100584"/>
                </a:lnTo>
                <a:lnTo>
                  <a:pt x="175260" y="100584"/>
                </a:lnTo>
                <a:lnTo>
                  <a:pt x="175260" y="96012"/>
                </a:lnTo>
                <a:close/>
              </a:path>
              <a:path extrusionOk="0" h="599440" w="175895">
                <a:moveTo>
                  <a:pt x="175272" y="426720"/>
                </a:moveTo>
                <a:lnTo>
                  <a:pt x="174701" y="419252"/>
                </a:lnTo>
                <a:lnTo>
                  <a:pt x="172986" y="412623"/>
                </a:lnTo>
                <a:lnTo>
                  <a:pt x="170281" y="406908"/>
                </a:lnTo>
                <a:lnTo>
                  <a:pt x="170129" y="406577"/>
                </a:lnTo>
                <a:lnTo>
                  <a:pt x="141744" y="388620"/>
                </a:lnTo>
                <a:lnTo>
                  <a:pt x="132905" y="390296"/>
                </a:lnTo>
                <a:lnTo>
                  <a:pt x="102120" y="431292"/>
                </a:lnTo>
                <a:lnTo>
                  <a:pt x="99072" y="438912"/>
                </a:lnTo>
                <a:lnTo>
                  <a:pt x="94500" y="443484"/>
                </a:lnTo>
                <a:lnTo>
                  <a:pt x="91452" y="445008"/>
                </a:lnTo>
                <a:lnTo>
                  <a:pt x="88404" y="448056"/>
                </a:lnTo>
                <a:lnTo>
                  <a:pt x="76212" y="448056"/>
                </a:lnTo>
                <a:lnTo>
                  <a:pt x="73164" y="446532"/>
                </a:lnTo>
                <a:lnTo>
                  <a:pt x="67068" y="440436"/>
                </a:lnTo>
                <a:lnTo>
                  <a:pt x="65544" y="435864"/>
                </a:lnTo>
                <a:lnTo>
                  <a:pt x="65544" y="423672"/>
                </a:lnTo>
                <a:lnTo>
                  <a:pt x="68592" y="417576"/>
                </a:lnTo>
                <a:lnTo>
                  <a:pt x="73164" y="413004"/>
                </a:lnTo>
                <a:lnTo>
                  <a:pt x="76517" y="409600"/>
                </a:lnTo>
                <a:lnTo>
                  <a:pt x="81737" y="406336"/>
                </a:lnTo>
                <a:lnTo>
                  <a:pt x="88379" y="403364"/>
                </a:lnTo>
                <a:lnTo>
                  <a:pt x="96024" y="400812"/>
                </a:lnTo>
                <a:lnTo>
                  <a:pt x="96024" y="397764"/>
                </a:lnTo>
                <a:lnTo>
                  <a:pt x="57924" y="397764"/>
                </a:lnTo>
                <a:lnTo>
                  <a:pt x="57924" y="400812"/>
                </a:lnTo>
                <a:lnTo>
                  <a:pt x="60972" y="402336"/>
                </a:lnTo>
                <a:lnTo>
                  <a:pt x="62496" y="403860"/>
                </a:lnTo>
                <a:lnTo>
                  <a:pt x="62496" y="409956"/>
                </a:lnTo>
                <a:lnTo>
                  <a:pt x="60972" y="414528"/>
                </a:lnTo>
                <a:lnTo>
                  <a:pt x="57924" y="426720"/>
                </a:lnTo>
                <a:lnTo>
                  <a:pt x="80784" y="463296"/>
                </a:lnTo>
                <a:lnTo>
                  <a:pt x="96024" y="463296"/>
                </a:lnTo>
                <a:lnTo>
                  <a:pt x="102120" y="461772"/>
                </a:lnTo>
                <a:lnTo>
                  <a:pt x="106692" y="457200"/>
                </a:lnTo>
                <a:lnTo>
                  <a:pt x="110134" y="454063"/>
                </a:lnTo>
                <a:lnTo>
                  <a:pt x="113741" y="449199"/>
                </a:lnTo>
                <a:lnTo>
                  <a:pt x="114414" y="448056"/>
                </a:lnTo>
                <a:lnTo>
                  <a:pt x="117614" y="442633"/>
                </a:lnTo>
                <a:lnTo>
                  <a:pt x="137172" y="413004"/>
                </a:lnTo>
                <a:lnTo>
                  <a:pt x="140220" y="408432"/>
                </a:lnTo>
                <a:lnTo>
                  <a:pt x="144792" y="406908"/>
                </a:lnTo>
                <a:lnTo>
                  <a:pt x="155460" y="406908"/>
                </a:lnTo>
                <a:lnTo>
                  <a:pt x="160032" y="408432"/>
                </a:lnTo>
                <a:lnTo>
                  <a:pt x="163080" y="413004"/>
                </a:lnTo>
                <a:lnTo>
                  <a:pt x="166128" y="416052"/>
                </a:lnTo>
                <a:lnTo>
                  <a:pt x="167652" y="420624"/>
                </a:lnTo>
                <a:lnTo>
                  <a:pt x="167652" y="434340"/>
                </a:lnTo>
                <a:lnTo>
                  <a:pt x="166128" y="441960"/>
                </a:lnTo>
                <a:lnTo>
                  <a:pt x="160032" y="448056"/>
                </a:lnTo>
                <a:lnTo>
                  <a:pt x="156032" y="452323"/>
                </a:lnTo>
                <a:lnTo>
                  <a:pt x="150888" y="455866"/>
                </a:lnTo>
                <a:lnTo>
                  <a:pt x="144602" y="458558"/>
                </a:lnTo>
                <a:lnTo>
                  <a:pt x="137172" y="460248"/>
                </a:lnTo>
                <a:lnTo>
                  <a:pt x="137172" y="463296"/>
                </a:lnTo>
                <a:lnTo>
                  <a:pt x="175272" y="463296"/>
                </a:lnTo>
                <a:lnTo>
                  <a:pt x="175272" y="460248"/>
                </a:lnTo>
                <a:lnTo>
                  <a:pt x="172224" y="460248"/>
                </a:lnTo>
                <a:lnTo>
                  <a:pt x="170700" y="458724"/>
                </a:lnTo>
                <a:lnTo>
                  <a:pt x="170789" y="454063"/>
                </a:lnTo>
                <a:lnTo>
                  <a:pt x="172224" y="452628"/>
                </a:lnTo>
                <a:lnTo>
                  <a:pt x="172351" y="449199"/>
                </a:lnTo>
                <a:lnTo>
                  <a:pt x="175272" y="440436"/>
                </a:lnTo>
                <a:lnTo>
                  <a:pt x="175272" y="426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55" name="Google Shape;655;p15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3668267" y="7877555"/>
            <a:ext cx="175260" cy="958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" name="Google Shape;656;p15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3668267" y="7431023"/>
            <a:ext cx="175260" cy="368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657" name="Google Shape;657;p15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668267" y="6412991"/>
            <a:ext cx="225551" cy="950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58" name="Google Shape;658;p15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668267" y="5443727"/>
            <a:ext cx="175260" cy="903731"/>
          </a:xfrm>
          <a:prstGeom prst="rect">
            <a:avLst/>
          </a:prstGeom>
          <a:noFill/>
          <a:ln>
            <a:noFill/>
          </a:ln>
        </p:spPr>
      </p:pic>
      <p:pic>
        <p:nvPicPr>
          <p:cNvPr id="659" name="Google Shape;659;p15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3668267" y="2743200"/>
            <a:ext cx="225551" cy="2624327"/>
          </a:xfrm>
          <a:prstGeom prst="rect">
            <a:avLst/>
          </a:prstGeom>
          <a:noFill/>
          <a:ln>
            <a:noFill/>
          </a:ln>
        </p:spPr>
      </p:pic>
      <p:pic>
        <p:nvPicPr>
          <p:cNvPr id="660" name="Google Shape;660;p15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726179" y="2378963"/>
            <a:ext cx="117348" cy="284988"/>
          </a:xfrm>
          <a:prstGeom prst="rect">
            <a:avLst/>
          </a:prstGeom>
          <a:noFill/>
          <a:ln>
            <a:noFill/>
          </a:ln>
        </p:spPr>
      </p:pic>
      <p:pic>
        <p:nvPicPr>
          <p:cNvPr id="661" name="Google Shape;661;p15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965447" y="8423147"/>
            <a:ext cx="225552" cy="1075944"/>
          </a:xfrm>
          <a:prstGeom prst="rect">
            <a:avLst/>
          </a:prstGeom>
          <a:noFill/>
          <a:ln>
            <a:noFill/>
          </a:ln>
        </p:spPr>
      </p:pic>
      <p:pic>
        <p:nvPicPr>
          <p:cNvPr id="662" name="Google Shape;662;p15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965447" y="7459979"/>
            <a:ext cx="175260" cy="8854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63" name="Google Shape;663;p15"/>
          <p:cNvGrpSpPr/>
          <p:nvPr/>
        </p:nvGrpSpPr>
        <p:grpSpPr>
          <a:xfrm>
            <a:off x="3965447" y="6664452"/>
            <a:ext cx="224028" cy="713231"/>
            <a:chOff x="3965447" y="6664452"/>
            <a:chExt cx="224028" cy="713231"/>
          </a:xfrm>
        </p:grpSpPr>
        <p:pic>
          <p:nvPicPr>
            <p:cNvPr id="664" name="Google Shape;664;p15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965447" y="7310627"/>
              <a:ext cx="224028" cy="670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65" name="Google Shape;665;p15"/>
            <p:cNvSpPr/>
            <p:nvPr/>
          </p:nvSpPr>
          <p:spPr>
            <a:xfrm>
              <a:off x="4023347" y="6664452"/>
              <a:ext cx="117475" cy="626745"/>
            </a:xfrm>
            <a:custGeom>
              <a:rect b="b" l="l" r="r" t="t"/>
              <a:pathLst>
                <a:path extrusionOk="0" h="626745" w="117475">
                  <a:moveTo>
                    <a:pt x="114300" y="234696"/>
                  </a:moveTo>
                  <a:lnTo>
                    <a:pt x="111252" y="234696"/>
                  </a:lnTo>
                  <a:lnTo>
                    <a:pt x="111252" y="239268"/>
                  </a:lnTo>
                  <a:lnTo>
                    <a:pt x="109728" y="243840"/>
                  </a:lnTo>
                  <a:lnTo>
                    <a:pt x="108204" y="245364"/>
                  </a:lnTo>
                  <a:lnTo>
                    <a:pt x="106680" y="248412"/>
                  </a:lnTo>
                  <a:lnTo>
                    <a:pt x="105156" y="249936"/>
                  </a:lnTo>
                  <a:lnTo>
                    <a:pt x="96012" y="254508"/>
                  </a:lnTo>
                  <a:lnTo>
                    <a:pt x="35052" y="254508"/>
                  </a:lnTo>
                  <a:lnTo>
                    <a:pt x="27432" y="249936"/>
                  </a:lnTo>
                  <a:lnTo>
                    <a:pt x="22860" y="245364"/>
                  </a:lnTo>
                  <a:lnTo>
                    <a:pt x="18288" y="242316"/>
                  </a:lnTo>
                  <a:lnTo>
                    <a:pt x="16764" y="240792"/>
                  </a:lnTo>
                  <a:lnTo>
                    <a:pt x="16764" y="236220"/>
                  </a:lnTo>
                  <a:lnTo>
                    <a:pt x="18288" y="233172"/>
                  </a:lnTo>
                  <a:lnTo>
                    <a:pt x="19812" y="228600"/>
                  </a:lnTo>
                  <a:lnTo>
                    <a:pt x="22860" y="225552"/>
                  </a:lnTo>
                  <a:lnTo>
                    <a:pt x="24384" y="222504"/>
                  </a:lnTo>
                  <a:lnTo>
                    <a:pt x="24384" y="216408"/>
                  </a:lnTo>
                  <a:lnTo>
                    <a:pt x="18288" y="210312"/>
                  </a:lnTo>
                  <a:lnTo>
                    <a:pt x="9144" y="210312"/>
                  </a:lnTo>
                  <a:lnTo>
                    <a:pt x="6096" y="211836"/>
                  </a:lnTo>
                  <a:lnTo>
                    <a:pt x="1524" y="216408"/>
                  </a:lnTo>
                  <a:lnTo>
                    <a:pt x="0" y="220980"/>
                  </a:lnTo>
                  <a:lnTo>
                    <a:pt x="0" y="225552"/>
                  </a:lnTo>
                  <a:lnTo>
                    <a:pt x="1460" y="232435"/>
                  </a:lnTo>
                  <a:lnTo>
                    <a:pt x="5905" y="239458"/>
                  </a:lnTo>
                  <a:lnTo>
                    <a:pt x="13512" y="246773"/>
                  </a:lnTo>
                  <a:lnTo>
                    <a:pt x="24384" y="254508"/>
                  </a:lnTo>
                  <a:lnTo>
                    <a:pt x="0" y="254508"/>
                  </a:lnTo>
                  <a:lnTo>
                    <a:pt x="0" y="259080"/>
                  </a:lnTo>
                  <a:lnTo>
                    <a:pt x="13716" y="292608"/>
                  </a:lnTo>
                  <a:lnTo>
                    <a:pt x="16764" y="291084"/>
                  </a:lnTo>
                  <a:lnTo>
                    <a:pt x="15240" y="288036"/>
                  </a:lnTo>
                  <a:lnTo>
                    <a:pt x="15240" y="278892"/>
                  </a:lnTo>
                  <a:lnTo>
                    <a:pt x="19812" y="274320"/>
                  </a:lnTo>
                  <a:lnTo>
                    <a:pt x="105156" y="274320"/>
                  </a:lnTo>
                  <a:lnTo>
                    <a:pt x="106680" y="275844"/>
                  </a:lnTo>
                  <a:lnTo>
                    <a:pt x="108204" y="278892"/>
                  </a:lnTo>
                  <a:lnTo>
                    <a:pt x="109728" y="280416"/>
                  </a:lnTo>
                  <a:lnTo>
                    <a:pt x="111252" y="284988"/>
                  </a:lnTo>
                  <a:lnTo>
                    <a:pt x="111252" y="291084"/>
                  </a:lnTo>
                  <a:lnTo>
                    <a:pt x="114300" y="291084"/>
                  </a:lnTo>
                  <a:lnTo>
                    <a:pt x="114300" y="234696"/>
                  </a:lnTo>
                  <a:close/>
                </a:path>
                <a:path extrusionOk="0" h="626745" w="117475">
                  <a:moveTo>
                    <a:pt x="117348" y="588264"/>
                  </a:moveTo>
                  <a:lnTo>
                    <a:pt x="97155" y="554926"/>
                  </a:lnTo>
                  <a:lnTo>
                    <a:pt x="83820" y="551688"/>
                  </a:lnTo>
                  <a:lnTo>
                    <a:pt x="74104" y="553148"/>
                  </a:lnTo>
                  <a:lnTo>
                    <a:pt x="65532" y="557593"/>
                  </a:lnTo>
                  <a:lnTo>
                    <a:pt x="58102" y="565200"/>
                  </a:lnTo>
                  <a:lnTo>
                    <a:pt x="51816" y="576072"/>
                  </a:lnTo>
                  <a:lnTo>
                    <a:pt x="44196" y="592836"/>
                  </a:lnTo>
                  <a:lnTo>
                    <a:pt x="39624" y="600456"/>
                  </a:lnTo>
                  <a:lnTo>
                    <a:pt x="36576" y="606552"/>
                  </a:lnTo>
                  <a:lnTo>
                    <a:pt x="30480" y="609600"/>
                  </a:lnTo>
                  <a:lnTo>
                    <a:pt x="25908" y="611124"/>
                  </a:lnTo>
                  <a:lnTo>
                    <a:pt x="18288" y="611124"/>
                  </a:lnTo>
                  <a:lnTo>
                    <a:pt x="15240" y="609600"/>
                  </a:lnTo>
                  <a:lnTo>
                    <a:pt x="9144" y="603504"/>
                  </a:lnTo>
                  <a:lnTo>
                    <a:pt x="7620" y="598932"/>
                  </a:lnTo>
                  <a:lnTo>
                    <a:pt x="7620" y="585216"/>
                  </a:lnTo>
                  <a:lnTo>
                    <a:pt x="38100" y="563880"/>
                  </a:lnTo>
                  <a:lnTo>
                    <a:pt x="38100" y="560832"/>
                  </a:lnTo>
                  <a:lnTo>
                    <a:pt x="0" y="560832"/>
                  </a:lnTo>
                  <a:lnTo>
                    <a:pt x="0" y="563880"/>
                  </a:lnTo>
                  <a:lnTo>
                    <a:pt x="1524" y="565404"/>
                  </a:lnTo>
                  <a:lnTo>
                    <a:pt x="3048" y="565404"/>
                  </a:lnTo>
                  <a:lnTo>
                    <a:pt x="3048" y="566928"/>
                  </a:lnTo>
                  <a:lnTo>
                    <a:pt x="4572" y="566928"/>
                  </a:lnTo>
                  <a:lnTo>
                    <a:pt x="4572" y="573024"/>
                  </a:lnTo>
                  <a:lnTo>
                    <a:pt x="3048" y="577596"/>
                  </a:lnTo>
                  <a:lnTo>
                    <a:pt x="1524" y="583692"/>
                  </a:lnTo>
                  <a:lnTo>
                    <a:pt x="0" y="588264"/>
                  </a:lnTo>
                  <a:lnTo>
                    <a:pt x="0" y="592836"/>
                  </a:lnTo>
                  <a:lnTo>
                    <a:pt x="22860" y="626364"/>
                  </a:lnTo>
                  <a:lnTo>
                    <a:pt x="38100" y="626364"/>
                  </a:lnTo>
                  <a:lnTo>
                    <a:pt x="44196" y="624840"/>
                  </a:lnTo>
                  <a:lnTo>
                    <a:pt x="48768" y="620268"/>
                  </a:lnTo>
                  <a:lnTo>
                    <a:pt x="52222" y="617131"/>
                  </a:lnTo>
                  <a:lnTo>
                    <a:pt x="55816" y="612267"/>
                  </a:lnTo>
                  <a:lnTo>
                    <a:pt x="59702" y="605701"/>
                  </a:lnTo>
                  <a:lnTo>
                    <a:pt x="64008" y="597408"/>
                  </a:lnTo>
                  <a:lnTo>
                    <a:pt x="67437" y="589978"/>
                  </a:lnTo>
                  <a:lnTo>
                    <a:pt x="70866" y="583692"/>
                  </a:lnTo>
                  <a:lnTo>
                    <a:pt x="74295" y="578548"/>
                  </a:lnTo>
                  <a:lnTo>
                    <a:pt x="77724" y="574548"/>
                  </a:lnTo>
                  <a:lnTo>
                    <a:pt x="82296" y="571500"/>
                  </a:lnTo>
                  <a:lnTo>
                    <a:pt x="86868" y="569976"/>
                  </a:lnTo>
                  <a:lnTo>
                    <a:pt x="97536" y="569976"/>
                  </a:lnTo>
                  <a:lnTo>
                    <a:pt x="100584" y="571500"/>
                  </a:lnTo>
                  <a:lnTo>
                    <a:pt x="105156" y="574548"/>
                  </a:lnTo>
                  <a:lnTo>
                    <a:pt x="108204" y="579120"/>
                  </a:lnTo>
                  <a:lnTo>
                    <a:pt x="109728" y="583692"/>
                  </a:lnTo>
                  <a:lnTo>
                    <a:pt x="109728" y="597408"/>
                  </a:lnTo>
                  <a:lnTo>
                    <a:pt x="79248" y="623316"/>
                  </a:lnTo>
                  <a:lnTo>
                    <a:pt x="79248" y="626364"/>
                  </a:lnTo>
                  <a:lnTo>
                    <a:pt x="117348" y="626364"/>
                  </a:lnTo>
                  <a:lnTo>
                    <a:pt x="117348" y="623316"/>
                  </a:lnTo>
                  <a:lnTo>
                    <a:pt x="114300" y="621792"/>
                  </a:lnTo>
                  <a:lnTo>
                    <a:pt x="112776" y="620268"/>
                  </a:lnTo>
                  <a:lnTo>
                    <a:pt x="112776" y="615696"/>
                  </a:lnTo>
                  <a:lnTo>
                    <a:pt x="114300" y="612648"/>
                  </a:lnTo>
                  <a:lnTo>
                    <a:pt x="115824" y="603504"/>
                  </a:lnTo>
                  <a:lnTo>
                    <a:pt x="117348" y="595884"/>
                  </a:lnTo>
                  <a:lnTo>
                    <a:pt x="117348" y="588264"/>
                  </a:lnTo>
                  <a:close/>
                </a:path>
                <a:path extrusionOk="0" h="626745" w="117475">
                  <a:moveTo>
                    <a:pt x="117360" y="480060"/>
                  </a:moveTo>
                  <a:lnTo>
                    <a:pt x="116801" y="473202"/>
                  </a:lnTo>
                  <a:lnTo>
                    <a:pt x="115265" y="466344"/>
                  </a:lnTo>
                  <a:lnTo>
                    <a:pt x="112852" y="459486"/>
                  </a:lnTo>
                  <a:lnTo>
                    <a:pt x="109740" y="452628"/>
                  </a:lnTo>
                  <a:lnTo>
                    <a:pt x="109740" y="467868"/>
                  </a:lnTo>
                  <a:lnTo>
                    <a:pt x="109740" y="475488"/>
                  </a:lnTo>
                  <a:lnTo>
                    <a:pt x="82664" y="504761"/>
                  </a:lnTo>
                  <a:lnTo>
                    <a:pt x="72872" y="507974"/>
                  </a:lnTo>
                  <a:lnTo>
                    <a:pt x="73139" y="507974"/>
                  </a:lnTo>
                  <a:lnTo>
                    <a:pt x="61658" y="509955"/>
                  </a:lnTo>
                  <a:lnTo>
                    <a:pt x="50304" y="510540"/>
                  </a:lnTo>
                  <a:lnTo>
                    <a:pt x="42824" y="510260"/>
                  </a:lnTo>
                  <a:lnTo>
                    <a:pt x="9156" y="492252"/>
                  </a:lnTo>
                  <a:lnTo>
                    <a:pt x="9093" y="492061"/>
                  </a:lnTo>
                  <a:lnTo>
                    <a:pt x="7632" y="487680"/>
                  </a:lnTo>
                  <a:lnTo>
                    <a:pt x="7632" y="473964"/>
                  </a:lnTo>
                  <a:lnTo>
                    <a:pt x="10680" y="467868"/>
                  </a:lnTo>
                  <a:lnTo>
                    <a:pt x="51536" y="450202"/>
                  </a:lnTo>
                  <a:lnTo>
                    <a:pt x="65544" y="449580"/>
                  </a:lnTo>
                  <a:lnTo>
                    <a:pt x="76987" y="449922"/>
                  </a:lnTo>
                  <a:lnTo>
                    <a:pt x="86309" y="451104"/>
                  </a:lnTo>
                  <a:lnTo>
                    <a:pt x="93611" y="453440"/>
                  </a:lnTo>
                  <a:lnTo>
                    <a:pt x="99072" y="457200"/>
                  </a:lnTo>
                  <a:lnTo>
                    <a:pt x="106692" y="461772"/>
                  </a:lnTo>
                  <a:lnTo>
                    <a:pt x="79108" y="429945"/>
                  </a:lnTo>
                  <a:lnTo>
                    <a:pt x="56400" y="426720"/>
                  </a:lnTo>
                  <a:lnTo>
                    <a:pt x="46367" y="427558"/>
                  </a:lnTo>
                  <a:lnTo>
                    <a:pt x="10299" y="447484"/>
                  </a:lnTo>
                  <a:lnTo>
                    <a:pt x="12" y="480060"/>
                  </a:lnTo>
                  <a:lnTo>
                    <a:pt x="342" y="486689"/>
                  </a:lnTo>
                  <a:lnTo>
                    <a:pt x="22415" y="521195"/>
                  </a:lnTo>
                  <a:lnTo>
                    <a:pt x="59448" y="533400"/>
                  </a:lnTo>
                  <a:lnTo>
                    <a:pt x="69469" y="532574"/>
                  </a:lnTo>
                  <a:lnTo>
                    <a:pt x="106426" y="512635"/>
                  </a:lnTo>
                  <a:lnTo>
                    <a:pt x="116192" y="492061"/>
                  </a:lnTo>
                  <a:lnTo>
                    <a:pt x="117360" y="480060"/>
                  </a:lnTo>
                  <a:close/>
                </a:path>
                <a:path extrusionOk="0" h="626745" w="117475">
                  <a:moveTo>
                    <a:pt x="117360" y="327660"/>
                  </a:moveTo>
                  <a:lnTo>
                    <a:pt x="103644" y="294132"/>
                  </a:lnTo>
                  <a:lnTo>
                    <a:pt x="100596" y="297180"/>
                  </a:lnTo>
                  <a:lnTo>
                    <a:pt x="102120" y="300228"/>
                  </a:lnTo>
                  <a:lnTo>
                    <a:pt x="102120" y="307848"/>
                  </a:lnTo>
                  <a:lnTo>
                    <a:pt x="99072" y="310896"/>
                  </a:lnTo>
                  <a:lnTo>
                    <a:pt x="97548" y="310896"/>
                  </a:lnTo>
                  <a:lnTo>
                    <a:pt x="94500" y="312420"/>
                  </a:lnTo>
                  <a:lnTo>
                    <a:pt x="3060" y="312420"/>
                  </a:lnTo>
                  <a:lnTo>
                    <a:pt x="3060" y="348996"/>
                  </a:lnTo>
                  <a:lnTo>
                    <a:pt x="6108" y="348996"/>
                  </a:lnTo>
                  <a:lnTo>
                    <a:pt x="6108" y="342900"/>
                  </a:lnTo>
                  <a:lnTo>
                    <a:pt x="7632" y="338328"/>
                  </a:lnTo>
                  <a:lnTo>
                    <a:pt x="10680" y="336804"/>
                  </a:lnTo>
                  <a:lnTo>
                    <a:pt x="12204" y="333756"/>
                  </a:lnTo>
                  <a:lnTo>
                    <a:pt x="16776" y="332232"/>
                  </a:lnTo>
                  <a:lnTo>
                    <a:pt x="86880" y="332232"/>
                  </a:lnTo>
                  <a:lnTo>
                    <a:pt x="92976" y="339852"/>
                  </a:lnTo>
                  <a:lnTo>
                    <a:pt x="99072" y="348996"/>
                  </a:lnTo>
                  <a:lnTo>
                    <a:pt x="102120" y="358140"/>
                  </a:lnTo>
                  <a:lnTo>
                    <a:pt x="102120" y="365760"/>
                  </a:lnTo>
                  <a:lnTo>
                    <a:pt x="100596" y="370332"/>
                  </a:lnTo>
                  <a:lnTo>
                    <a:pt x="97548" y="374904"/>
                  </a:lnTo>
                  <a:lnTo>
                    <a:pt x="94500" y="377952"/>
                  </a:lnTo>
                  <a:lnTo>
                    <a:pt x="86880" y="379476"/>
                  </a:lnTo>
                  <a:lnTo>
                    <a:pt x="3060" y="379476"/>
                  </a:lnTo>
                  <a:lnTo>
                    <a:pt x="3060" y="417576"/>
                  </a:lnTo>
                  <a:lnTo>
                    <a:pt x="6108" y="417576"/>
                  </a:lnTo>
                  <a:lnTo>
                    <a:pt x="6108" y="408432"/>
                  </a:lnTo>
                  <a:lnTo>
                    <a:pt x="7632" y="406908"/>
                  </a:lnTo>
                  <a:lnTo>
                    <a:pt x="9156" y="403860"/>
                  </a:lnTo>
                  <a:lnTo>
                    <a:pt x="10680" y="402336"/>
                  </a:lnTo>
                  <a:lnTo>
                    <a:pt x="12204" y="402336"/>
                  </a:lnTo>
                  <a:lnTo>
                    <a:pt x="18300" y="399288"/>
                  </a:lnTo>
                  <a:lnTo>
                    <a:pt x="92976" y="399288"/>
                  </a:lnTo>
                  <a:lnTo>
                    <a:pt x="97548" y="397764"/>
                  </a:lnTo>
                  <a:lnTo>
                    <a:pt x="103644" y="394716"/>
                  </a:lnTo>
                  <a:lnTo>
                    <a:pt x="108216" y="391668"/>
                  </a:lnTo>
                  <a:lnTo>
                    <a:pt x="111264" y="387096"/>
                  </a:lnTo>
                  <a:lnTo>
                    <a:pt x="115836" y="382524"/>
                  </a:lnTo>
                  <a:lnTo>
                    <a:pt x="117360" y="377952"/>
                  </a:lnTo>
                  <a:lnTo>
                    <a:pt x="117360" y="365760"/>
                  </a:lnTo>
                  <a:lnTo>
                    <a:pt x="92976" y="332232"/>
                  </a:lnTo>
                  <a:lnTo>
                    <a:pt x="117360" y="332232"/>
                  </a:lnTo>
                  <a:lnTo>
                    <a:pt x="117360" y="327660"/>
                  </a:lnTo>
                  <a:close/>
                </a:path>
                <a:path extrusionOk="0" h="626745" w="117475">
                  <a:moveTo>
                    <a:pt x="117360" y="153924"/>
                  </a:moveTo>
                  <a:lnTo>
                    <a:pt x="98856" y="119570"/>
                  </a:lnTo>
                  <a:lnTo>
                    <a:pt x="71640" y="108204"/>
                  </a:lnTo>
                  <a:lnTo>
                    <a:pt x="70116" y="111252"/>
                  </a:lnTo>
                  <a:lnTo>
                    <a:pt x="79260" y="115824"/>
                  </a:lnTo>
                  <a:lnTo>
                    <a:pt x="86880" y="120396"/>
                  </a:lnTo>
                  <a:lnTo>
                    <a:pt x="89928" y="123444"/>
                  </a:lnTo>
                  <a:lnTo>
                    <a:pt x="94500" y="131064"/>
                  </a:lnTo>
                  <a:lnTo>
                    <a:pt x="97548" y="137160"/>
                  </a:lnTo>
                  <a:lnTo>
                    <a:pt x="97548" y="144780"/>
                  </a:lnTo>
                  <a:lnTo>
                    <a:pt x="74256" y="176212"/>
                  </a:lnTo>
                  <a:lnTo>
                    <a:pt x="47256" y="181356"/>
                  </a:lnTo>
                  <a:lnTo>
                    <a:pt x="38417" y="180784"/>
                  </a:lnTo>
                  <a:lnTo>
                    <a:pt x="7632" y="160020"/>
                  </a:lnTo>
                  <a:lnTo>
                    <a:pt x="7632" y="147828"/>
                  </a:lnTo>
                  <a:lnTo>
                    <a:pt x="10680" y="141732"/>
                  </a:lnTo>
                  <a:lnTo>
                    <a:pt x="13728" y="138684"/>
                  </a:lnTo>
                  <a:lnTo>
                    <a:pt x="16776" y="137160"/>
                  </a:lnTo>
                  <a:lnTo>
                    <a:pt x="21348" y="137160"/>
                  </a:lnTo>
                  <a:lnTo>
                    <a:pt x="27444" y="135636"/>
                  </a:lnTo>
                  <a:lnTo>
                    <a:pt x="30492" y="135636"/>
                  </a:lnTo>
                  <a:lnTo>
                    <a:pt x="35064" y="131064"/>
                  </a:lnTo>
                  <a:lnTo>
                    <a:pt x="36588" y="128016"/>
                  </a:lnTo>
                  <a:lnTo>
                    <a:pt x="36588" y="120396"/>
                  </a:lnTo>
                  <a:lnTo>
                    <a:pt x="35064" y="117348"/>
                  </a:lnTo>
                  <a:lnTo>
                    <a:pt x="32016" y="114300"/>
                  </a:lnTo>
                  <a:lnTo>
                    <a:pt x="28968" y="112776"/>
                  </a:lnTo>
                  <a:lnTo>
                    <a:pt x="19824" y="112776"/>
                  </a:lnTo>
                  <a:lnTo>
                    <a:pt x="13728" y="115824"/>
                  </a:lnTo>
                  <a:lnTo>
                    <a:pt x="9156" y="123444"/>
                  </a:lnTo>
                  <a:lnTo>
                    <a:pt x="5156" y="128574"/>
                  </a:lnTo>
                  <a:lnTo>
                    <a:pt x="2298" y="134683"/>
                  </a:lnTo>
                  <a:lnTo>
                    <a:pt x="584" y="141668"/>
                  </a:lnTo>
                  <a:lnTo>
                    <a:pt x="12" y="149352"/>
                  </a:lnTo>
                  <a:lnTo>
                    <a:pt x="914" y="159359"/>
                  </a:lnTo>
                  <a:lnTo>
                    <a:pt x="25349" y="192811"/>
                  </a:lnTo>
                  <a:lnTo>
                    <a:pt x="57924" y="201168"/>
                  </a:lnTo>
                  <a:lnTo>
                    <a:pt x="71043" y="200317"/>
                  </a:lnTo>
                  <a:lnTo>
                    <a:pt x="108356" y="180289"/>
                  </a:lnTo>
                  <a:lnTo>
                    <a:pt x="116255" y="163664"/>
                  </a:lnTo>
                  <a:lnTo>
                    <a:pt x="117360" y="153924"/>
                  </a:lnTo>
                  <a:close/>
                </a:path>
                <a:path extrusionOk="0" h="626745" w="117475">
                  <a:moveTo>
                    <a:pt x="117360" y="44196"/>
                  </a:moveTo>
                  <a:lnTo>
                    <a:pt x="116497" y="35369"/>
                  </a:lnTo>
                  <a:lnTo>
                    <a:pt x="116395" y="35052"/>
                  </a:lnTo>
                  <a:lnTo>
                    <a:pt x="113931" y="27241"/>
                  </a:lnTo>
                  <a:lnTo>
                    <a:pt x="81991" y="1714"/>
                  </a:lnTo>
                  <a:lnTo>
                    <a:pt x="73164" y="0"/>
                  </a:lnTo>
                  <a:lnTo>
                    <a:pt x="71640" y="3048"/>
                  </a:lnTo>
                  <a:lnTo>
                    <a:pt x="80784" y="6096"/>
                  </a:lnTo>
                  <a:lnTo>
                    <a:pt x="88404" y="10668"/>
                  </a:lnTo>
                  <a:lnTo>
                    <a:pt x="91452" y="15240"/>
                  </a:lnTo>
                  <a:lnTo>
                    <a:pt x="96024" y="21336"/>
                  </a:lnTo>
                  <a:lnTo>
                    <a:pt x="97497" y="27241"/>
                  </a:lnTo>
                  <a:lnTo>
                    <a:pt x="97383" y="35052"/>
                  </a:lnTo>
                  <a:lnTo>
                    <a:pt x="97345" y="35369"/>
                  </a:lnTo>
                  <a:lnTo>
                    <a:pt x="96685" y="41490"/>
                  </a:lnTo>
                  <a:lnTo>
                    <a:pt x="66306" y="71437"/>
                  </a:lnTo>
                  <a:lnTo>
                    <a:pt x="44208" y="74676"/>
                  </a:lnTo>
                  <a:lnTo>
                    <a:pt x="44208" y="24384"/>
                  </a:lnTo>
                  <a:lnTo>
                    <a:pt x="44208" y="0"/>
                  </a:lnTo>
                  <a:lnTo>
                    <a:pt x="36588" y="469"/>
                  </a:lnTo>
                  <a:lnTo>
                    <a:pt x="36588" y="24384"/>
                  </a:lnTo>
                  <a:lnTo>
                    <a:pt x="36588" y="74676"/>
                  </a:lnTo>
                  <a:lnTo>
                    <a:pt x="7632" y="53340"/>
                  </a:lnTo>
                  <a:lnTo>
                    <a:pt x="7632" y="42672"/>
                  </a:lnTo>
                  <a:lnTo>
                    <a:pt x="9156" y="39624"/>
                  </a:lnTo>
                  <a:lnTo>
                    <a:pt x="10680" y="35052"/>
                  </a:lnTo>
                  <a:lnTo>
                    <a:pt x="13728" y="30480"/>
                  </a:lnTo>
                  <a:lnTo>
                    <a:pt x="16776" y="27432"/>
                  </a:lnTo>
                  <a:lnTo>
                    <a:pt x="21348" y="25908"/>
                  </a:lnTo>
                  <a:lnTo>
                    <a:pt x="24396" y="24384"/>
                  </a:lnTo>
                  <a:lnTo>
                    <a:pt x="36588" y="24384"/>
                  </a:lnTo>
                  <a:lnTo>
                    <a:pt x="36588" y="469"/>
                  </a:lnTo>
                  <a:lnTo>
                    <a:pt x="3251" y="24765"/>
                  </a:lnTo>
                  <a:lnTo>
                    <a:pt x="749" y="33528"/>
                  </a:lnTo>
                  <a:lnTo>
                    <a:pt x="12" y="41148"/>
                  </a:lnTo>
                  <a:lnTo>
                    <a:pt x="127" y="42672"/>
                  </a:lnTo>
                  <a:lnTo>
                    <a:pt x="254" y="44196"/>
                  </a:lnTo>
                  <a:lnTo>
                    <a:pt x="889" y="52006"/>
                  </a:lnTo>
                  <a:lnTo>
                    <a:pt x="24079" y="83972"/>
                  </a:lnTo>
                  <a:lnTo>
                    <a:pt x="59448" y="92964"/>
                  </a:lnTo>
                  <a:lnTo>
                    <a:pt x="72326" y="91871"/>
                  </a:lnTo>
                  <a:lnTo>
                    <a:pt x="83642" y="88773"/>
                  </a:lnTo>
                  <a:lnTo>
                    <a:pt x="93522" y="83972"/>
                  </a:lnTo>
                  <a:lnTo>
                    <a:pt x="102120" y="77724"/>
                  </a:lnTo>
                  <a:lnTo>
                    <a:pt x="105041" y="74676"/>
                  </a:lnTo>
                  <a:lnTo>
                    <a:pt x="108991" y="70561"/>
                  </a:lnTo>
                  <a:lnTo>
                    <a:pt x="113741" y="62674"/>
                  </a:lnTo>
                  <a:lnTo>
                    <a:pt x="113792" y="62484"/>
                  </a:lnTo>
                  <a:lnTo>
                    <a:pt x="116471" y="53936"/>
                  </a:lnTo>
                  <a:lnTo>
                    <a:pt x="116522" y="53340"/>
                  </a:lnTo>
                  <a:lnTo>
                    <a:pt x="116649" y="52006"/>
                  </a:lnTo>
                  <a:lnTo>
                    <a:pt x="117360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" name="Google Shape;666;p15"/>
          <p:cNvSpPr/>
          <p:nvPr/>
        </p:nvSpPr>
        <p:spPr>
          <a:xfrm>
            <a:off x="4023360" y="6547104"/>
            <a:ext cx="117475" cy="27940"/>
          </a:xfrm>
          <a:custGeom>
            <a:rect b="b" l="l" r="r" t="t"/>
            <a:pathLst>
              <a:path extrusionOk="0" h="27940" w="117475">
                <a:moveTo>
                  <a:pt x="16764" y="27432"/>
                </a:moveTo>
                <a:lnTo>
                  <a:pt x="9144" y="27432"/>
                </a:lnTo>
                <a:lnTo>
                  <a:pt x="6096" y="25908"/>
                </a:lnTo>
                <a:lnTo>
                  <a:pt x="4572" y="22860"/>
                </a:lnTo>
                <a:lnTo>
                  <a:pt x="1524" y="21336"/>
                </a:lnTo>
                <a:lnTo>
                  <a:pt x="0" y="18288"/>
                </a:lnTo>
                <a:lnTo>
                  <a:pt x="0" y="10668"/>
                </a:lnTo>
                <a:lnTo>
                  <a:pt x="1524" y="6096"/>
                </a:lnTo>
                <a:lnTo>
                  <a:pt x="4572" y="4572"/>
                </a:lnTo>
                <a:lnTo>
                  <a:pt x="6096" y="1524"/>
                </a:lnTo>
                <a:lnTo>
                  <a:pt x="9144" y="0"/>
                </a:lnTo>
                <a:lnTo>
                  <a:pt x="16764" y="0"/>
                </a:lnTo>
                <a:lnTo>
                  <a:pt x="21336" y="1524"/>
                </a:lnTo>
                <a:lnTo>
                  <a:pt x="22860" y="4572"/>
                </a:lnTo>
                <a:lnTo>
                  <a:pt x="25908" y="6096"/>
                </a:lnTo>
                <a:lnTo>
                  <a:pt x="27432" y="10668"/>
                </a:lnTo>
                <a:lnTo>
                  <a:pt x="27432" y="18288"/>
                </a:lnTo>
                <a:lnTo>
                  <a:pt x="25908" y="21336"/>
                </a:lnTo>
                <a:lnTo>
                  <a:pt x="22860" y="22860"/>
                </a:lnTo>
                <a:lnTo>
                  <a:pt x="21336" y="25908"/>
                </a:lnTo>
                <a:lnTo>
                  <a:pt x="16764" y="27432"/>
                </a:lnTo>
                <a:close/>
              </a:path>
              <a:path extrusionOk="0" h="27940" w="117475">
                <a:moveTo>
                  <a:pt x="106680" y="27432"/>
                </a:moveTo>
                <a:lnTo>
                  <a:pt x="99060" y="27432"/>
                </a:lnTo>
                <a:lnTo>
                  <a:pt x="96012" y="25908"/>
                </a:lnTo>
                <a:lnTo>
                  <a:pt x="94488" y="22860"/>
                </a:lnTo>
                <a:lnTo>
                  <a:pt x="91440" y="21336"/>
                </a:lnTo>
                <a:lnTo>
                  <a:pt x="89916" y="18288"/>
                </a:lnTo>
                <a:lnTo>
                  <a:pt x="89916" y="10668"/>
                </a:lnTo>
                <a:lnTo>
                  <a:pt x="91440" y="6096"/>
                </a:lnTo>
                <a:lnTo>
                  <a:pt x="94488" y="4572"/>
                </a:lnTo>
                <a:lnTo>
                  <a:pt x="96012" y="1524"/>
                </a:lnTo>
                <a:lnTo>
                  <a:pt x="99060" y="0"/>
                </a:lnTo>
                <a:lnTo>
                  <a:pt x="106680" y="0"/>
                </a:lnTo>
                <a:lnTo>
                  <a:pt x="111252" y="1524"/>
                </a:lnTo>
                <a:lnTo>
                  <a:pt x="112776" y="4572"/>
                </a:lnTo>
                <a:lnTo>
                  <a:pt x="115824" y="7620"/>
                </a:lnTo>
                <a:lnTo>
                  <a:pt x="117348" y="10668"/>
                </a:lnTo>
                <a:lnTo>
                  <a:pt x="117348" y="18288"/>
                </a:lnTo>
                <a:lnTo>
                  <a:pt x="115824" y="21336"/>
                </a:lnTo>
                <a:lnTo>
                  <a:pt x="112776" y="22860"/>
                </a:lnTo>
                <a:lnTo>
                  <a:pt x="111252" y="25908"/>
                </a:lnTo>
                <a:lnTo>
                  <a:pt x="106680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15"/>
          <p:cNvSpPr/>
          <p:nvPr/>
        </p:nvSpPr>
        <p:spPr>
          <a:xfrm>
            <a:off x="3965448" y="5942076"/>
            <a:ext cx="224154" cy="521334"/>
          </a:xfrm>
          <a:custGeom>
            <a:rect b="b" l="l" r="r" t="t"/>
            <a:pathLst>
              <a:path extrusionOk="0" h="521335" w="224154">
                <a:moveTo>
                  <a:pt x="172199" y="452628"/>
                </a:moveTo>
                <a:lnTo>
                  <a:pt x="169151" y="452628"/>
                </a:lnTo>
                <a:lnTo>
                  <a:pt x="169151" y="457200"/>
                </a:lnTo>
                <a:lnTo>
                  <a:pt x="169151" y="461772"/>
                </a:lnTo>
                <a:lnTo>
                  <a:pt x="164579" y="470916"/>
                </a:lnTo>
                <a:lnTo>
                  <a:pt x="163055" y="472440"/>
                </a:lnTo>
                <a:lnTo>
                  <a:pt x="160007" y="473964"/>
                </a:lnTo>
                <a:lnTo>
                  <a:pt x="156959" y="473964"/>
                </a:lnTo>
                <a:lnTo>
                  <a:pt x="152387" y="475488"/>
                </a:lnTo>
                <a:lnTo>
                  <a:pt x="25895" y="475488"/>
                </a:lnTo>
                <a:lnTo>
                  <a:pt x="19799" y="473964"/>
                </a:lnTo>
                <a:lnTo>
                  <a:pt x="16751" y="472440"/>
                </a:lnTo>
                <a:lnTo>
                  <a:pt x="12179" y="469392"/>
                </a:lnTo>
                <a:lnTo>
                  <a:pt x="10655" y="464820"/>
                </a:lnTo>
                <a:lnTo>
                  <a:pt x="10655" y="452628"/>
                </a:lnTo>
                <a:lnTo>
                  <a:pt x="7607" y="452628"/>
                </a:lnTo>
                <a:lnTo>
                  <a:pt x="7607" y="521208"/>
                </a:lnTo>
                <a:lnTo>
                  <a:pt x="10655" y="521208"/>
                </a:lnTo>
                <a:lnTo>
                  <a:pt x="10655" y="510540"/>
                </a:lnTo>
                <a:lnTo>
                  <a:pt x="15227" y="501396"/>
                </a:lnTo>
                <a:lnTo>
                  <a:pt x="16751" y="499872"/>
                </a:lnTo>
                <a:lnTo>
                  <a:pt x="19799" y="499872"/>
                </a:lnTo>
                <a:lnTo>
                  <a:pt x="21323" y="498348"/>
                </a:lnTo>
                <a:lnTo>
                  <a:pt x="160007" y="498348"/>
                </a:lnTo>
                <a:lnTo>
                  <a:pt x="163055" y="499872"/>
                </a:lnTo>
                <a:lnTo>
                  <a:pt x="167627" y="502920"/>
                </a:lnTo>
                <a:lnTo>
                  <a:pt x="169151" y="509016"/>
                </a:lnTo>
                <a:lnTo>
                  <a:pt x="169151" y="521208"/>
                </a:lnTo>
                <a:lnTo>
                  <a:pt x="172199" y="521208"/>
                </a:lnTo>
                <a:lnTo>
                  <a:pt x="172199" y="452628"/>
                </a:lnTo>
                <a:close/>
              </a:path>
              <a:path extrusionOk="0" h="521335" w="224154">
                <a:moveTo>
                  <a:pt x="172199" y="320040"/>
                </a:moveTo>
                <a:lnTo>
                  <a:pt x="169151" y="320040"/>
                </a:lnTo>
                <a:lnTo>
                  <a:pt x="169151" y="329184"/>
                </a:lnTo>
                <a:lnTo>
                  <a:pt x="167627" y="330708"/>
                </a:lnTo>
                <a:lnTo>
                  <a:pt x="166103" y="333756"/>
                </a:lnTo>
                <a:lnTo>
                  <a:pt x="164579" y="335280"/>
                </a:lnTo>
                <a:lnTo>
                  <a:pt x="163055" y="335280"/>
                </a:lnTo>
                <a:lnTo>
                  <a:pt x="160007" y="336804"/>
                </a:lnTo>
                <a:lnTo>
                  <a:pt x="89903" y="336804"/>
                </a:lnTo>
                <a:lnTo>
                  <a:pt x="82283" y="338328"/>
                </a:lnTo>
                <a:lnTo>
                  <a:pt x="57899" y="359664"/>
                </a:lnTo>
                <a:lnTo>
                  <a:pt x="57899" y="367284"/>
                </a:lnTo>
                <a:lnTo>
                  <a:pt x="59359" y="375793"/>
                </a:lnTo>
                <a:lnTo>
                  <a:pt x="63804" y="385000"/>
                </a:lnTo>
                <a:lnTo>
                  <a:pt x="71412" y="394512"/>
                </a:lnTo>
                <a:lnTo>
                  <a:pt x="82283" y="403860"/>
                </a:lnTo>
                <a:lnTo>
                  <a:pt x="57899" y="403860"/>
                </a:lnTo>
                <a:lnTo>
                  <a:pt x="57899" y="409956"/>
                </a:lnTo>
                <a:lnTo>
                  <a:pt x="71615" y="441960"/>
                </a:lnTo>
                <a:lnTo>
                  <a:pt x="74663" y="440436"/>
                </a:lnTo>
                <a:lnTo>
                  <a:pt x="73139" y="437388"/>
                </a:lnTo>
                <a:lnTo>
                  <a:pt x="73139" y="429768"/>
                </a:lnTo>
                <a:lnTo>
                  <a:pt x="74663" y="428244"/>
                </a:lnTo>
                <a:lnTo>
                  <a:pt x="74663" y="426720"/>
                </a:lnTo>
                <a:lnTo>
                  <a:pt x="77711" y="425196"/>
                </a:lnTo>
                <a:lnTo>
                  <a:pt x="83807" y="425196"/>
                </a:lnTo>
                <a:lnTo>
                  <a:pt x="91427" y="423672"/>
                </a:lnTo>
                <a:lnTo>
                  <a:pt x="155435" y="423672"/>
                </a:lnTo>
                <a:lnTo>
                  <a:pt x="161531" y="425196"/>
                </a:lnTo>
                <a:lnTo>
                  <a:pt x="164579" y="426720"/>
                </a:lnTo>
                <a:lnTo>
                  <a:pt x="167627" y="429768"/>
                </a:lnTo>
                <a:lnTo>
                  <a:pt x="169151" y="432816"/>
                </a:lnTo>
                <a:lnTo>
                  <a:pt x="169151" y="440436"/>
                </a:lnTo>
                <a:lnTo>
                  <a:pt x="172199" y="440436"/>
                </a:lnTo>
                <a:lnTo>
                  <a:pt x="172199" y="387096"/>
                </a:lnTo>
                <a:lnTo>
                  <a:pt x="169151" y="387096"/>
                </a:lnTo>
                <a:lnTo>
                  <a:pt x="169151" y="396240"/>
                </a:lnTo>
                <a:lnTo>
                  <a:pt x="167627" y="399288"/>
                </a:lnTo>
                <a:lnTo>
                  <a:pt x="164579" y="402336"/>
                </a:lnTo>
                <a:lnTo>
                  <a:pt x="161531" y="403860"/>
                </a:lnTo>
                <a:lnTo>
                  <a:pt x="88379" y="403860"/>
                </a:lnTo>
                <a:lnTo>
                  <a:pt x="81508" y="396773"/>
                </a:lnTo>
                <a:lnTo>
                  <a:pt x="76758" y="389382"/>
                </a:lnTo>
                <a:lnTo>
                  <a:pt x="74028" y="382003"/>
                </a:lnTo>
                <a:lnTo>
                  <a:pt x="73139" y="374904"/>
                </a:lnTo>
                <a:lnTo>
                  <a:pt x="73139" y="368808"/>
                </a:lnTo>
                <a:lnTo>
                  <a:pt x="74663" y="364236"/>
                </a:lnTo>
                <a:lnTo>
                  <a:pt x="83807" y="358140"/>
                </a:lnTo>
                <a:lnTo>
                  <a:pt x="91427" y="356616"/>
                </a:lnTo>
                <a:lnTo>
                  <a:pt x="158483" y="356616"/>
                </a:lnTo>
                <a:lnTo>
                  <a:pt x="160007" y="358140"/>
                </a:lnTo>
                <a:lnTo>
                  <a:pt x="163055" y="358140"/>
                </a:lnTo>
                <a:lnTo>
                  <a:pt x="166103" y="361188"/>
                </a:lnTo>
                <a:lnTo>
                  <a:pt x="169151" y="367284"/>
                </a:lnTo>
                <a:lnTo>
                  <a:pt x="169151" y="373380"/>
                </a:lnTo>
                <a:lnTo>
                  <a:pt x="172199" y="373380"/>
                </a:lnTo>
                <a:lnTo>
                  <a:pt x="172199" y="320040"/>
                </a:lnTo>
                <a:close/>
              </a:path>
              <a:path extrusionOk="0" h="521335" w="224154">
                <a:moveTo>
                  <a:pt x="172212" y="77724"/>
                </a:moveTo>
                <a:lnTo>
                  <a:pt x="169164" y="77724"/>
                </a:lnTo>
                <a:lnTo>
                  <a:pt x="169164" y="86868"/>
                </a:lnTo>
                <a:lnTo>
                  <a:pt x="167640" y="88392"/>
                </a:lnTo>
                <a:lnTo>
                  <a:pt x="166116" y="91440"/>
                </a:lnTo>
                <a:lnTo>
                  <a:pt x="164592" y="92964"/>
                </a:lnTo>
                <a:lnTo>
                  <a:pt x="161544" y="92964"/>
                </a:lnTo>
                <a:lnTo>
                  <a:pt x="160020" y="94488"/>
                </a:lnTo>
                <a:lnTo>
                  <a:pt x="0" y="94488"/>
                </a:lnTo>
                <a:lnTo>
                  <a:pt x="0" y="100584"/>
                </a:lnTo>
                <a:lnTo>
                  <a:pt x="13716" y="131064"/>
                </a:lnTo>
                <a:lnTo>
                  <a:pt x="16764" y="129540"/>
                </a:lnTo>
                <a:lnTo>
                  <a:pt x="15240" y="126492"/>
                </a:lnTo>
                <a:lnTo>
                  <a:pt x="15240" y="118872"/>
                </a:lnTo>
                <a:lnTo>
                  <a:pt x="16764" y="117348"/>
                </a:lnTo>
                <a:lnTo>
                  <a:pt x="19812" y="115824"/>
                </a:lnTo>
                <a:lnTo>
                  <a:pt x="22860" y="115824"/>
                </a:lnTo>
                <a:lnTo>
                  <a:pt x="25908" y="114300"/>
                </a:lnTo>
                <a:lnTo>
                  <a:pt x="155448" y="114300"/>
                </a:lnTo>
                <a:lnTo>
                  <a:pt x="160020" y="115824"/>
                </a:lnTo>
                <a:lnTo>
                  <a:pt x="161544" y="115824"/>
                </a:lnTo>
                <a:lnTo>
                  <a:pt x="164592" y="117348"/>
                </a:lnTo>
                <a:lnTo>
                  <a:pt x="169164" y="121920"/>
                </a:lnTo>
                <a:lnTo>
                  <a:pt x="169164" y="131064"/>
                </a:lnTo>
                <a:lnTo>
                  <a:pt x="172212" y="131064"/>
                </a:lnTo>
                <a:lnTo>
                  <a:pt x="172212" y="114300"/>
                </a:lnTo>
                <a:lnTo>
                  <a:pt x="172212" y="77724"/>
                </a:lnTo>
                <a:close/>
              </a:path>
              <a:path extrusionOk="0" h="521335" w="224154">
                <a:moveTo>
                  <a:pt x="175260" y="272796"/>
                </a:moveTo>
                <a:lnTo>
                  <a:pt x="150876" y="249936"/>
                </a:lnTo>
                <a:lnTo>
                  <a:pt x="150876" y="256032"/>
                </a:lnTo>
                <a:lnTo>
                  <a:pt x="153924" y="257556"/>
                </a:lnTo>
                <a:lnTo>
                  <a:pt x="155448" y="259080"/>
                </a:lnTo>
                <a:lnTo>
                  <a:pt x="158496" y="265176"/>
                </a:lnTo>
                <a:lnTo>
                  <a:pt x="160020" y="266700"/>
                </a:lnTo>
                <a:lnTo>
                  <a:pt x="160020" y="272796"/>
                </a:lnTo>
                <a:lnTo>
                  <a:pt x="158496" y="275844"/>
                </a:lnTo>
                <a:lnTo>
                  <a:pt x="155448" y="277368"/>
                </a:lnTo>
                <a:lnTo>
                  <a:pt x="153924" y="278892"/>
                </a:lnTo>
                <a:lnTo>
                  <a:pt x="149352" y="280416"/>
                </a:lnTo>
                <a:lnTo>
                  <a:pt x="68580" y="280416"/>
                </a:lnTo>
                <a:lnTo>
                  <a:pt x="68580" y="254508"/>
                </a:lnTo>
                <a:lnTo>
                  <a:pt x="60960" y="254508"/>
                </a:lnTo>
                <a:lnTo>
                  <a:pt x="60960" y="280416"/>
                </a:lnTo>
                <a:lnTo>
                  <a:pt x="24384" y="280416"/>
                </a:lnTo>
                <a:lnTo>
                  <a:pt x="24384" y="283464"/>
                </a:lnTo>
                <a:lnTo>
                  <a:pt x="56388" y="304800"/>
                </a:lnTo>
                <a:lnTo>
                  <a:pt x="65532" y="318516"/>
                </a:lnTo>
                <a:lnTo>
                  <a:pt x="68580" y="318516"/>
                </a:lnTo>
                <a:lnTo>
                  <a:pt x="68580" y="300228"/>
                </a:lnTo>
                <a:lnTo>
                  <a:pt x="158496" y="300228"/>
                </a:lnTo>
                <a:lnTo>
                  <a:pt x="163068" y="297180"/>
                </a:lnTo>
                <a:lnTo>
                  <a:pt x="169164" y="294132"/>
                </a:lnTo>
                <a:lnTo>
                  <a:pt x="172212" y="289560"/>
                </a:lnTo>
                <a:lnTo>
                  <a:pt x="173736" y="286512"/>
                </a:lnTo>
                <a:lnTo>
                  <a:pt x="175260" y="281940"/>
                </a:lnTo>
                <a:lnTo>
                  <a:pt x="175260" y="272796"/>
                </a:lnTo>
                <a:close/>
              </a:path>
              <a:path extrusionOk="0" h="521335" w="224154">
                <a:moveTo>
                  <a:pt x="175260" y="192024"/>
                </a:moveTo>
                <a:lnTo>
                  <a:pt x="155270" y="156400"/>
                </a:lnTo>
                <a:lnTo>
                  <a:pt x="131064" y="147828"/>
                </a:lnTo>
                <a:lnTo>
                  <a:pt x="129540" y="150876"/>
                </a:lnTo>
                <a:lnTo>
                  <a:pt x="138684" y="153924"/>
                </a:lnTo>
                <a:lnTo>
                  <a:pt x="146304" y="158496"/>
                </a:lnTo>
                <a:lnTo>
                  <a:pt x="149352" y="163068"/>
                </a:lnTo>
                <a:lnTo>
                  <a:pt x="153924" y="169164"/>
                </a:lnTo>
                <a:lnTo>
                  <a:pt x="155448" y="175260"/>
                </a:lnTo>
                <a:lnTo>
                  <a:pt x="133388" y="215442"/>
                </a:lnTo>
                <a:lnTo>
                  <a:pt x="102108" y="222504"/>
                </a:lnTo>
                <a:lnTo>
                  <a:pt x="102108" y="172212"/>
                </a:lnTo>
                <a:lnTo>
                  <a:pt x="102108" y="147828"/>
                </a:lnTo>
                <a:lnTo>
                  <a:pt x="94488" y="148297"/>
                </a:lnTo>
                <a:lnTo>
                  <a:pt x="94488" y="172212"/>
                </a:lnTo>
                <a:lnTo>
                  <a:pt x="94488" y="222504"/>
                </a:lnTo>
                <a:lnTo>
                  <a:pt x="65532" y="201168"/>
                </a:lnTo>
                <a:lnTo>
                  <a:pt x="65532" y="190500"/>
                </a:lnTo>
                <a:lnTo>
                  <a:pt x="67056" y="187452"/>
                </a:lnTo>
                <a:lnTo>
                  <a:pt x="68580" y="182880"/>
                </a:lnTo>
                <a:lnTo>
                  <a:pt x="74676" y="176784"/>
                </a:lnTo>
                <a:lnTo>
                  <a:pt x="79248" y="173736"/>
                </a:lnTo>
                <a:lnTo>
                  <a:pt x="82296" y="172212"/>
                </a:lnTo>
                <a:lnTo>
                  <a:pt x="94488" y="172212"/>
                </a:lnTo>
                <a:lnTo>
                  <a:pt x="94488" y="148297"/>
                </a:lnTo>
                <a:lnTo>
                  <a:pt x="61150" y="172593"/>
                </a:lnTo>
                <a:lnTo>
                  <a:pt x="57912" y="188976"/>
                </a:lnTo>
                <a:lnTo>
                  <a:pt x="58026" y="190500"/>
                </a:lnTo>
                <a:lnTo>
                  <a:pt x="58153" y="192024"/>
                </a:lnTo>
                <a:lnTo>
                  <a:pt x="58788" y="199834"/>
                </a:lnTo>
                <a:lnTo>
                  <a:pt x="81978" y="231800"/>
                </a:lnTo>
                <a:lnTo>
                  <a:pt x="117348" y="240792"/>
                </a:lnTo>
                <a:lnTo>
                  <a:pt x="130225" y="239915"/>
                </a:lnTo>
                <a:lnTo>
                  <a:pt x="141541" y="237172"/>
                </a:lnTo>
                <a:lnTo>
                  <a:pt x="151422" y="232435"/>
                </a:lnTo>
                <a:lnTo>
                  <a:pt x="160020" y="225552"/>
                </a:lnTo>
                <a:lnTo>
                  <a:pt x="162941" y="222504"/>
                </a:lnTo>
                <a:lnTo>
                  <a:pt x="166890" y="218389"/>
                </a:lnTo>
                <a:lnTo>
                  <a:pt x="171640" y="210502"/>
                </a:lnTo>
                <a:lnTo>
                  <a:pt x="171691" y="210312"/>
                </a:lnTo>
                <a:lnTo>
                  <a:pt x="174371" y="201764"/>
                </a:lnTo>
                <a:lnTo>
                  <a:pt x="174421" y="201168"/>
                </a:lnTo>
                <a:lnTo>
                  <a:pt x="174548" y="199834"/>
                </a:lnTo>
                <a:lnTo>
                  <a:pt x="175260" y="192024"/>
                </a:lnTo>
                <a:close/>
              </a:path>
              <a:path extrusionOk="0" h="521335" w="224154">
                <a:moveTo>
                  <a:pt x="224028" y="67056"/>
                </a:moveTo>
                <a:lnTo>
                  <a:pt x="193802" y="28917"/>
                </a:lnTo>
                <a:lnTo>
                  <a:pt x="147828" y="4572"/>
                </a:lnTo>
                <a:lnTo>
                  <a:pt x="111252" y="0"/>
                </a:lnTo>
                <a:lnTo>
                  <a:pt x="98691" y="596"/>
                </a:lnTo>
                <a:lnTo>
                  <a:pt x="51333" y="15798"/>
                </a:lnTo>
                <a:lnTo>
                  <a:pt x="15633" y="43484"/>
                </a:lnTo>
                <a:lnTo>
                  <a:pt x="0" y="67056"/>
                </a:lnTo>
                <a:lnTo>
                  <a:pt x="4572" y="67056"/>
                </a:lnTo>
                <a:lnTo>
                  <a:pt x="13144" y="56007"/>
                </a:lnTo>
                <a:lnTo>
                  <a:pt x="17640" y="51206"/>
                </a:lnTo>
                <a:lnTo>
                  <a:pt x="53149" y="30670"/>
                </a:lnTo>
                <a:lnTo>
                  <a:pt x="68580" y="27432"/>
                </a:lnTo>
                <a:lnTo>
                  <a:pt x="79146" y="25438"/>
                </a:lnTo>
                <a:lnTo>
                  <a:pt x="90297" y="24003"/>
                </a:lnTo>
                <a:lnTo>
                  <a:pt x="102006" y="23152"/>
                </a:lnTo>
                <a:lnTo>
                  <a:pt x="114300" y="22860"/>
                </a:lnTo>
                <a:lnTo>
                  <a:pt x="126580" y="23152"/>
                </a:lnTo>
                <a:lnTo>
                  <a:pt x="170878" y="30251"/>
                </a:lnTo>
                <a:lnTo>
                  <a:pt x="209169" y="53721"/>
                </a:lnTo>
                <a:lnTo>
                  <a:pt x="219456" y="67056"/>
                </a:lnTo>
                <a:lnTo>
                  <a:pt x="224028" y="670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" name="Google Shape;668;p15"/>
          <p:cNvSpPr/>
          <p:nvPr/>
        </p:nvSpPr>
        <p:spPr>
          <a:xfrm>
            <a:off x="4381500" y="9768839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3340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3340" y="9144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7244"/>
                </a:lnTo>
                <a:lnTo>
                  <a:pt x="53340" y="53340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" name="Google Shape;669;p15"/>
          <p:cNvGrpSpPr/>
          <p:nvPr/>
        </p:nvGrpSpPr>
        <p:grpSpPr>
          <a:xfrm>
            <a:off x="4320527" y="8801100"/>
            <a:ext cx="226060" cy="691895"/>
            <a:chOff x="4320527" y="8801100"/>
            <a:chExt cx="226060" cy="691895"/>
          </a:xfrm>
        </p:grpSpPr>
        <p:pic>
          <p:nvPicPr>
            <p:cNvPr id="670" name="Google Shape;670;p15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325111" y="9386315"/>
              <a:ext cx="170687" cy="10668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1" name="Google Shape;671;p15"/>
            <p:cNvSpPr/>
            <p:nvPr/>
          </p:nvSpPr>
          <p:spPr>
            <a:xfrm>
              <a:off x="4320527" y="8801100"/>
              <a:ext cx="226060" cy="563880"/>
            </a:xfrm>
            <a:custGeom>
              <a:rect b="b" l="l" r="r" t="t"/>
              <a:pathLst>
                <a:path extrusionOk="0" h="563879" w="226060">
                  <a:moveTo>
                    <a:pt x="24384" y="530352"/>
                  </a:moveTo>
                  <a:lnTo>
                    <a:pt x="18288" y="524256"/>
                  </a:lnTo>
                  <a:lnTo>
                    <a:pt x="6096" y="524256"/>
                  </a:lnTo>
                  <a:lnTo>
                    <a:pt x="4572" y="527304"/>
                  </a:lnTo>
                  <a:lnTo>
                    <a:pt x="0" y="531876"/>
                  </a:lnTo>
                  <a:lnTo>
                    <a:pt x="0" y="539496"/>
                  </a:lnTo>
                  <a:lnTo>
                    <a:pt x="1524" y="542544"/>
                  </a:lnTo>
                  <a:lnTo>
                    <a:pt x="4572" y="544068"/>
                  </a:lnTo>
                  <a:lnTo>
                    <a:pt x="6096" y="547116"/>
                  </a:lnTo>
                  <a:lnTo>
                    <a:pt x="9144" y="548640"/>
                  </a:lnTo>
                  <a:lnTo>
                    <a:pt x="16764" y="548640"/>
                  </a:lnTo>
                  <a:lnTo>
                    <a:pt x="21336" y="544068"/>
                  </a:lnTo>
                  <a:lnTo>
                    <a:pt x="24384" y="542544"/>
                  </a:lnTo>
                  <a:lnTo>
                    <a:pt x="24384" y="530352"/>
                  </a:lnTo>
                  <a:close/>
                </a:path>
                <a:path extrusionOk="0" h="563879" w="226060">
                  <a:moveTo>
                    <a:pt x="172212" y="509016"/>
                  </a:moveTo>
                  <a:lnTo>
                    <a:pt x="169164" y="509016"/>
                  </a:lnTo>
                  <a:lnTo>
                    <a:pt x="169164" y="518160"/>
                  </a:lnTo>
                  <a:lnTo>
                    <a:pt x="167640" y="519684"/>
                  </a:lnTo>
                  <a:lnTo>
                    <a:pt x="167640" y="521208"/>
                  </a:lnTo>
                  <a:lnTo>
                    <a:pt x="164592" y="522732"/>
                  </a:lnTo>
                  <a:lnTo>
                    <a:pt x="163068" y="524256"/>
                  </a:lnTo>
                  <a:lnTo>
                    <a:pt x="160020" y="524256"/>
                  </a:lnTo>
                  <a:lnTo>
                    <a:pt x="155448" y="525780"/>
                  </a:lnTo>
                  <a:lnTo>
                    <a:pt x="57912" y="525780"/>
                  </a:lnTo>
                  <a:lnTo>
                    <a:pt x="57912" y="530352"/>
                  </a:lnTo>
                  <a:lnTo>
                    <a:pt x="71628" y="563880"/>
                  </a:lnTo>
                  <a:lnTo>
                    <a:pt x="74676" y="562356"/>
                  </a:lnTo>
                  <a:lnTo>
                    <a:pt x="74676" y="559308"/>
                  </a:lnTo>
                  <a:lnTo>
                    <a:pt x="73152" y="556260"/>
                  </a:lnTo>
                  <a:lnTo>
                    <a:pt x="73152" y="551688"/>
                  </a:lnTo>
                  <a:lnTo>
                    <a:pt x="74676" y="550164"/>
                  </a:lnTo>
                  <a:lnTo>
                    <a:pt x="74676" y="548640"/>
                  </a:lnTo>
                  <a:lnTo>
                    <a:pt x="76200" y="547116"/>
                  </a:lnTo>
                  <a:lnTo>
                    <a:pt x="77724" y="547116"/>
                  </a:lnTo>
                  <a:lnTo>
                    <a:pt x="80772" y="545592"/>
                  </a:lnTo>
                  <a:lnTo>
                    <a:pt x="160020" y="545592"/>
                  </a:lnTo>
                  <a:lnTo>
                    <a:pt x="163068" y="547116"/>
                  </a:lnTo>
                  <a:lnTo>
                    <a:pt x="164592" y="547116"/>
                  </a:lnTo>
                  <a:lnTo>
                    <a:pt x="167640" y="548640"/>
                  </a:lnTo>
                  <a:lnTo>
                    <a:pt x="167640" y="551688"/>
                  </a:lnTo>
                  <a:lnTo>
                    <a:pt x="169164" y="553212"/>
                  </a:lnTo>
                  <a:lnTo>
                    <a:pt x="169164" y="562356"/>
                  </a:lnTo>
                  <a:lnTo>
                    <a:pt x="172212" y="562356"/>
                  </a:lnTo>
                  <a:lnTo>
                    <a:pt x="172212" y="545592"/>
                  </a:lnTo>
                  <a:lnTo>
                    <a:pt x="172212" y="509016"/>
                  </a:lnTo>
                  <a:close/>
                </a:path>
                <a:path extrusionOk="0" h="563879" w="226060">
                  <a:moveTo>
                    <a:pt x="172212" y="315468"/>
                  </a:moveTo>
                  <a:lnTo>
                    <a:pt x="169164" y="315468"/>
                  </a:lnTo>
                  <a:lnTo>
                    <a:pt x="169164" y="324612"/>
                  </a:lnTo>
                  <a:lnTo>
                    <a:pt x="167640" y="326136"/>
                  </a:lnTo>
                  <a:lnTo>
                    <a:pt x="166116" y="329184"/>
                  </a:lnTo>
                  <a:lnTo>
                    <a:pt x="164592" y="330708"/>
                  </a:lnTo>
                  <a:lnTo>
                    <a:pt x="163068" y="330708"/>
                  </a:lnTo>
                  <a:lnTo>
                    <a:pt x="160020" y="332232"/>
                  </a:lnTo>
                  <a:lnTo>
                    <a:pt x="89916" y="332232"/>
                  </a:lnTo>
                  <a:lnTo>
                    <a:pt x="82296" y="333756"/>
                  </a:lnTo>
                  <a:lnTo>
                    <a:pt x="77724" y="335280"/>
                  </a:lnTo>
                  <a:lnTo>
                    <a:pt x="65532" y="341376"/>
                  </a:lnTo>
                  <a:lnTo>
                    <a:pt x="59436" y="350520"/>
                  </a:lnTo>
                  <a:lnTo>
                    <a:pt x="57912" y="355092"/>
                  </a:lnTo>
                  <a:lnTo>
                    <a:pt x="57912" y="367284"/>
                  </a:lnTo>
                  <a:lnTo>
                    <a:pt x="82296" y="399288"/>
                  </a:lnTo>
                  <a:lnTo>
                    <a:pt x="74676" y="400812"/>
                  </a:lnTo>
                  <a:lnTo>
                    <a:pt x="68580" y="403860"/>
                  </a:lnTo>
                  <a:lnTo>
                    <a:pt x="65532" y="408432"/>
                  </a:lnTo>
                  <a:lnTo>
                    <a:pt x="60960" y="413004"/>
                  </a:lnTo>
                  <a:lnTo>
                    <a:pt x="57912" y="419100"/>
                  </a:lnTo>
                  <a:lnTo>
                    <a:pt x="57912" y="429768"/>
                  </a:lnTo>
                  <a:lnTo>
                    <a:pt x="60960" y="438912"/>
                  </a:lnTo>
                  <a:lnTo>
                    <a:pt x="62484" y="441960"/>
                  </a:lnTo>
                  <a:lnTo>
                    <a:pt x="65532" y="446532"/>
                  </a:lnTo>
                  <a:lnTo>
                    <a:pt x="82296" y="463296"/>
                  </a:lnTo>
                  <a:lnTo>
                    <a:pt x="57912" y="463296"/>
                  </a:lnTo>
                  <a:lnTo>
                    <a:pt x="57912" y="469392"/>
                  </a:lnTo>
                  <a:lnTo>
                    <a:pt x="71628" y="501396"/>
                  </a:lnTo>
                  <a:lnTo>
                    <a:pt x="74676" y="499872"/>
                  </a:lnTo>
                  <a:lnTo>
                    <a:pt x="74676" y="496824"/>
                  </a:lnTo>
                  <a:lnTo>
                    <a:pt x="73152" y="493776"/>
                  </a:lnTo>
                  <a:lnTo>
                    <a:pt x="73152" y="489204"/>
                  </a:lnTo>
                  <a:lnTo>
                    <a:pt x="77724" y="484632"/>
                  </a:lnTo>
                  <a:lnTo>
                    <a:pt x="80772" y="484632"/>
                  </a:lnTo>
                  <a:lnTo>
                    <a:pt x="85344" y="483108"/>
                  </a:lnTo>
                  <a:lnTo>
                    <a:pt x="155448" y="483108"/>
                  </a:lnTo>
                  <a:lnTo>
                    <a:pt x="160020" y="484632"/>
                  </a:lnTo>
                  <a:lnTo>
                    <a:pt x="163068" y="484632"/>
                  </a:lnTo>
                  <a:lnTo>
                    <a:pt x="164592" y="486156"/>
                  </a:lnTo>
                  <a:lnTo>
                    <a:pt x="167640" y="487680"/>
                  </a:lnTo>
                  <a:lnTo>
                    <a:pt x="167640" y="489204"/>
                  </a:lnTo>
                  <a:lnTo>
                    <a:pt x="169164" y="492252"/>
                  </a:lnTo>
                  <a:lnTo>
                    <a:pt x="169164" y="499872"/>
                  </a:lnTo>
                  <a:lnTo>
                    <a:pt x="172212" y="499872"/>
                  </a:lnTo>
                  <a:lnTo>
                    <a:pt x="172212" y="483108"/>
                  </a:lnTo>
                  <a:lnTo>
                    <a:pt x="172212" y="446532"/>
                  </a:lnTo>
                  <a:lnTo>
                    <a:pt x="169164" y="446532"/>
                  </a:lnTo>
                  <a:lnTo>
                    <a:pt x="169164" y="455676"/>
                  </a:lnTo>
                  <a:lnTo>
                    <a:pt x="167640" y="458724"/>
                  </a:lnTo>
                  <a:lnTo>
                    <a:pt x="167640" y="460248"/>
                  </a:lnTo>
                  <a:lnTo>
                    <a:pt x="164592" y="461772"/>
                  </a:lnTo>
                  <a:lnTo>
                    <a:pt x="163068" y="461772"/>
                  </a:lnTo>
                  <a:lnTo>
                    <a:pt x="161544" y="463296"/>
                  </a:lnTo>
                  <a:lnTo>
                    <a:pt x="88392" y="463296"/>
                  </a:lnTo>
                  <a:lnTo>
                    <a:pt x="83820" y="460248"/>
                  </a:lnTo>
                  <a:lnTo>
                    <a:pt x="80772" y="455676"/>
                  </a:lnTo>
                  <a:lnTo>
                    <a:pt x="77724" y="448056"/>
                  </a:lnTo>
                  <a:lnTo>
                    <a:pt x="74676" y="445008"/>
                  </a:lnTo>
                  <a:lnTo>
                    <a:pt x="73152" y="440436"/>
                  </a:lnTo>
                  <a:lnTo>
                    <a:pt x="73152" y="429768"/>
                  </a:lnTo>
                  <a:lnTo>
                    <a:pt x="76200" y="425196"/>
                  </a:lnTo>
                  <a:lnTo>
                    <a:pt x="85344" y="419100"/>
                  </a:lnTo>
                  <a:lnTo>
                    <a:pt x="91440" y="417576"/>
                  </a:lnTo>
                  <a:lnTo>
                    <a:pt x="160020" y="417576"/>
                  </a:lnTo>
                  <a:lnTo>
                    <a:pt x="161544" y="419100"/>
                  </a:lnTo>
                  <a:lnTo>
                    <a:pt x="164592" y="419100"/>
                  </a:lnTo>
                  <a:lnTo>
                    <a:pt x="166116" y="420624"/>
                  </a:lnTo>
                  <a:lnTo>
                    <a:pt x="167640" y="423672"/>
                  </a:lnTo>
                  <a:lnTo>
                    <a:pt x="169164" y="425196"/>
                  </a:lnTo>
                  <a:lnTo>
                    <a:pt x="169164" y="434340"/>
                  </a:lnTo>
                  <a:lnTo>
                    <a:pt x="172212" y="434340"/>
                  </a:lnTo>
                  <a:lnTo>
                    <a:pt x="172212" y="417576"/>
                  </a:lnTo>
                  <a:lnTo>
                    <a:pt x="172212" y="397764"/>
                  </a:lnTo>
                  <a:lnTo>
                    <a:pt x="172212" y="381000"/>
                  </a:lnTo>
                  <a:lnTo>
                    <a:pt x="169164" y="381000"/>
                  </a:lnTo>
                  <a:lnTo>
                    <a:pt x="169164" y="390144"/>
                  </a:lnTo>
                  <a:lnTo>
                    <a:pt x="167640" y="393192"/>
                  </a:lnTo>
                  <a:lnTo>
                    <a:pt x="164592" y="396240"/>
                  </a:lnTo>
                  <a:lnTo>
                    <a:pt x="163068" y="396240"/>
                  </a:lnTo>
                  <a:lnTo>
                    <a:pt x="161544" y="397764"/>
                  </a:lnTo>
                  <a:lnTo>
                    <a:pt x="88392" y="397764"/>
                  </a:lnTo>
                  <a:lnTo>
                    <a:pt x="83820" y="391668"/>
                  </a:lnTo>
                  <a:lnTo>
                    <a:pt x="79248" y="387096"/>
                  </a:lnTo>
                  <a:lnTo>
                    <a:pt x="77724" y="382524"/>
                  </a:lnTo>
                  <a:lnTo>
                    <a:pt x="74676" y="377952"/>
                  </a:lnTo>
                  <a:lnTo>
                    <a:pt x="73152" y="374904"/>
                  </a:lnTo>
                  <a:lnTo>
                    <a:pt x="73152" y="364236"/>
                  </a:lnTo>
                  <a:lnTo>
                    <a:pt x="76200" y="358140"/>
                  </a:lnTo>
                  <a:lnTo>
                    <a:pt x="85344" y="353568"/>
                  </a:lnTo>
                  <a:lnTo>
                    <a:pt x="91440" y="352044"/>
                  </a:lnTo>
                  <a:lnTo>
                    <a:pt x="158496" y="352044"/>
                  </a:lnTo>
                  <a:lnTo>
                    <a:pt x="160020" y="353568"/>
                  </a:lnTo>
                  <a:lnTo>
                    <a:pt x="163068" y="353568"/>
                  </a:lnTo>
                  <a:lnTo>
                    <a:pt x="166116" y="355092"/>
                  </a:lnTo>
                  <a:lnTo>
                    <a:pt x="167640" y="356616"/>
                  </a:lnTo>
                  <a:lnTo>
                    <a:pt x="169164" y="359664"/>
                  </a:lnTo>
                  <a:lnTo>
                    <a:pt x="169164" y="368808"/>
                  </a:lnTo>
                  <a:lnTo>
                    <a:pt x="172212" y="368808"/>
                  </a:lnTo>
                  <a:lnTo>
                    <a:pt x="172212" y="352044"/>
                  </a:lnTo>
                  <a:lnTo>
                    <a:pt x="172212" y="315468"/>
                  </a:lnTo>
                  <a:close/>
                </a:path>
                <a:path extrusionOk="0" h="563879" w="226060">
                  <a:moveTo>
                    <a:pt x="172224" y="124968"/>
                  </a:moveTo>
                  <a:lnTo>
                    <a:pt x="169176" y="124968"/>
                  </a:lnTo>
                  <a:lnTo>
                    <a:pt x="169176" y="134112"/>
                  </a:lnTo>
                  <a:lnTo>
                    <a:pt x="163080" y="140208"/>
                  </a:lnTo>
                  <a:lnTo>
                    <a:pt x="160032" y="141732"/>
                  </a:lnTo>
                  <a:lnTo>
                    <a:pt x="12" y="141732"/>
                  </a:lnTo>
                  <a:lnTo>
                    <a:pt x="12" y="146304"/>
                  </a:lnTo>
                  <a:lnTo>
                    <a:pt x="13728" y="178308"/>
                  </a:lnTo>
                  <a:lnTo>
                    <a:pt x="16776" y="176784"/>
                  </a:lnTo>
                  <a:lnTo>
                    <a:pt x="16776" y="173736"/>
                  </a:lnTo>
                  <a:lnTo>
                    <a:pt x="15252" y="170688"/>
                  </a:lnTo>
                  <a:lnTo>
                    <a:pt x="15252" y="167640"/>
                  </a:lnTo>
                  <a:lnTo>
                    <a:pt x="16776" y="166116"/>
                  </a:lnTo>
                  <a:lnTo>
                    <a:pt x="16776" y="164592"/>
                  </a:lnTo>
                  <a:lnTo>
                    <a:pt x="18300" y="163068"/>
                  </a:lnTo>
                  <a:lnTo>
                    <a:pt x="19824" y="163068"/>
                  </a:lnTo>
                  <a:lnTo>
                    <a:pt x="22872" y="161544"/>
                  </a:lnTo>
                  <a:lnTo>
                    <a:pt x="160032" y="161544"/>
                  </a:lnTo>
                  <a:lnTo>
                    <a:pt x="163080" y="163068"/>
                  </a:lnTo>
                  <a:lnTo>
                    <a:pt x="164604" y="164592"/>
                  </a:lnTo>
                  <a:lnTo>
                    <a:pt x="167652" y="166116"/>
                  </a:lnTo>
                  <a:lnTo>
                    <a:pt x="167652" y="167640"/>
                  </a:lnTo>
                  <a:lnTo>
                    <a:pt x="169176" y="169164"/>
                  </a:lnTo>
                  <a:lnTo>
                    <a:pt x="169176" y="178308"/>
                  </a:lnTo>
                  <a:lnTo>
                    <a:pt x="172224" y="178308"/>
                  </a:lnTo>
                  <a:lnTo>
                    <a:pt x="172224" y="124968"/>
                  </a:lnTo>
                  <a:close/>
                </a:path>
                <a:path extrusionOk="0" h="563879" w="226060">
                  <a:moveTo>
                    <a:pt x="225564" y="254508"/>
                  </a:moveTo>
                  <a:lnTo>
                    <a:pt x="222516" y="254508"/>
                  </a:lnTo>
                  <a:lnTo>
                    <a:pt x="222516" y="265176"/>
                  </a:lnTo>
                  <a:lnTo>
                    <a:pt x="220992" y="266700"/>
                  </a:lnTo>
                  <a:lnTo>
                    <a:pt x="219468" y="269748"/>
                  </a:lnTo>
                  <a:lnTo>
                    <a:pt x="217944" y="271272"/>
                  </a:lnTo>
                  <a:lnTo>
                    <a:pt x="216420" y="271272"/>
                  </a:lnTo>
                  <a:lnTo>
                    <a:pt x="214896" y="272796"/>
                  </a:lnTo>
                  <a:lnTo>
                    <a:pt x="166128" y="272796"/>
                  </a:lnTo>
                  <a:lnTo>
                    <a:pt x="169176" y="269748"/>
                  </a:lnTo>
                  <a:lnTo>
                    <a:pt x="172224" y="265176"/>
                  </a:lnTo>
                  <a:lnTo>
                    <a:pt x="173748" y="262128"/>
                  </a:lnTo>
                  <a:lnTo>
                    <a:pt x="175272" y="257556"/>
                  </a:lnTo>
                  <a:lnTo>
                    <a:pt x="175272" y="246888"/>
                  </a:lnTo>
                  <a:lnTo>
                    <a:pt x="174383" y="237159"/>
                  </a:lnTo>
                  <a:lnTo>
                    <a:pt x="171653" y="228409"/>
                  </a:lnTo>
                  <a:lnTo>
                    <a:pt x="167652" y="221780"/>
                  </a:lnTo>
                  <a:lnTo>
                    <a:pt x="167652" y="237744"/>
                  </a:lnTo>
                  <a:lnTo>
                    <a:pt x="167652" y="252984"/>
                  </a:lnTo>
                  <a:lnTo>
                    <a:pt x="166128" y="259080"/>
                  </a:lnTo>
                  <a:lnTo>
                    <a:pt x="160032" y="268224"/>
                  </a:lnTo>
                  <a:lnTo>
                    <a:pt x="155460" y="271272"/>
                  </a:lnTo>
                  <a:lnTo>
                    <a:pt x="150888" y="271272"/>
                  </a:lnTo>
                  <a:lnTo>
                    <a:pt x="147840" y="272796"/>
                  </a:lnTo>
                  <a:lnTo>
                    <a:pt x="91452" y="272796"/>
                  </a:lnTo>
                  <a:lnTo>
                    <a:pt x="83832" y="266700"/>
                  </a:lnTo>
                  <a:lnTo>
                    <a:pt x="79260" y="260604"/>
                  </a:lnTo>
                  <a:lnTo>
                    <a:pt x="77736" y="259080"/>
                  </a:lnTo>
                  <a:lnTo>
                    <a:pt x="74688" y="249936"/>
                  </a:lnTo>
                  <a:lnTo>
                    <a:pt x="74688" y="239268"/>
                  </a:lnTo>
                  <a:lnTo>
                    <a:pt x="111709" y="217246"/>
                  </a:lnTo>
                  <a:lnTo>
                    <a:pt x="123444" y="216420"/>
                  </a:lnTo>
                  <a:lnTo>
                    <a:pt x="134289" y="217004"/>
                  </a:lnTo>
                  <a:lnTo>
                    <a:pt x="143840" y="218884"/>
                  </a:lnTo>
                  <a:lnTo>
                    <a:pt x="151955" y="222199"/>
                  </a:lnTo>
                  <a:lnTo>
                    <a:pt x="164604" y="231648"/>
                  </a:lnTo>
                  <a:lnTo>
                    <a:pt x="167652" y="237744"/>
                  </a:lnTo>
                  <a:lnTo>
                    <a:pt x="167652" y="221780"/>
                  </a:lnTo>
                  <a:lnTo>
                    <a:pt x="166903" y="220535"/>
                  </a:lnTo>
                  <a:lnTo>
                    <a:pt x="162864" y="216319"/>
                  </a:lnTo>
                  <a:lnTo>
                    <a:pt x="160032" y="213360"/>
                  </a:lnTo>
                  <a:lnTo>
                    <a:pt x="150291" y="206248"/>
                  </a:lnTo>
                  <a:lnTo>
                    <a:pt x="139268" y="200977"/>
                  </a:lnTo>
                  <a:lnTo>
                    <a:pt x="126809" y="197726"/>
                  </a:lnTo>
                  <a:lnTo>
                    <a:pt x="112788" y="196596"/>
                  </a:lnTo>
                  <a:lnTo>
                    <a:pt x="100787" y="197459"/>
                  </a:lnTo>
                  <a:lnTo>
                    <a:pt x="65633" y="216319"/>
                  </a:lnTo>
                  <a:lnTo>
                    <a:pt x="57924" y="243840"/>
                  </a:lnTo>
                  <a:lnTo>
                    <a:pt x="64020" y="256032"/>
                  </a:lnTo>
                  <a:lnTo>
                    <a:pt x="67754" y="260375"/>
                  </a:lnTo>
                  <a:lnTo>
                    <a:pt x="72212" y="264414"/>
                  </a:lnTo>
                  <a:lnTo>
                    <a:pt x="77520" y="268465"/>
                  </a:lnTo>
                  <a:lnTo>
                    <a:pt x="83832" y="272796"/>
                  </a:lnTo>
                  <a:lnTo>
                    <a:pt x="57924" y="272796"/>
                  </a:lnTo>
                  <a:lnTo>
                    <a:pt x="57924" y="277368"/>
                  </a:lnTo>
                  <a:lnTo>
                    <a:pt x="71640" y="310896"/>
                  </a:lnTo>
                  <a:lnTo>
                    <a:pt x="74688" y="309372"/>
                  </a:lnTo>
                  <a:lnTo>
                    <a:pt x="74688" y="306324"/>
                  </a:lnTo>
                  <a:lnTo>
                    <a:pt x="73164" y="304800"/>
                  </a:lnTo>
                  <a:lnTo>
                    <a:pt x="73164" y="300228"/>
                  </a:lnTo>
                  <a:lnTo>
                    <a:pt x="74688" y="298704"/>
                  </a:lnTo>
                  <a:lnTo>
                    <a:pt x="74688" y="297180"/>
                  </a:lnTo>
                  <a:lnTo>
                    <a:pt x="77736" y="294132"/>
                  </a:lnTo>
                  <a:lnTo>
                    <a:pt x="79260" y="294132"/>
                  </a:lnTo>
                  <a:lnTo>
                    <a:pt x="82308" y="292608"/>
                  </a:lnTo>
                  <a:lnTo>
                    <a:pt x="214896" y="292608"/>
                  </a:lnTo>
                  <a:lnTo>
                    <a:pt x="217944" y="295656"/>
                  </a:lnTo>
                  <a:lnTo>
                    <a:pt x="219468" y="295656"/>
                  </a:lnTo>
                  <a:lnTo>
                    <a:pt x="220992" y="297180"/>
                  </a:lnTo>
                  <a:lnTo>
                    <a:pt x="222516" y="301752"/>
                  </a:lnTo>
                  <a:lnTo>
                    <a:pt x="222516" y="312420"/>
                  </a:lnTo>
                  <a:lnTo>
                    <a:pt x="225564" y="312420"/>
                  </a:lnTo>
                  <a:lnTo>
                    <a:pt x="225564" y="292608"/>
                  </a:lnTo>
                  <a:lnTo>
                    <a:pt x="225564" y="254508"/>
                  </a:lnTo>
                  <a:close/>
                </a:path>
                <a:path extrusionOk="0" h="563879" w="226060">
                  <a:moveTo>
                    <a:pt x="225564" y="91440"/>
                  </a:moveTo>
                  <a:lnTo>
                    <a:pt x="193560" y="60960"/>
                  </a:lnTo>
                  <a:lnTo>
                    <a:pt x="189712" y="59436"/>
                  </a:lnTo>
                  <a:lnTo>
                    <a:pt x="97650" y="22860"/>
                  </a:lnTo>
                  <a:lnTo>
                    <a:pt x="82308" y="16764"/>
                  </a:lnTo>
                  <a:lnTo>
                    <a:pt x="73164" y="12192"/>
                  </a:lnTo>
                  <a:lnTo>
                    <a:pt x="71640" y="12192"/>
                  </a:lnTo>
                  <a:lnTo>
                    <a:pt x="70116" y="10668"/>
                  </a:lnTo>
                  <a:lnTo>
                    <a:pt x="67068" y="9144"/>
                  </a:lnTo>
                  <a:lnTo>
                    <a:pt x="67068" y="7620"/>
                  </a:lnTo>
                  <a:lnTo>
                    <a:pt x="65544" y="4572"/>
                  </a:lnTo>
                  <a:lnTo>
                    <a:pt x="65544" y="3048"/>
                  </a:lnTo>
                  <a:lnTo>
                    <a:pt x="64020" y="0"/>
                  </a:lnTo>
                  <a:lnTo>
                    <a:pt x="60972" y="0"/>
                  </a:lnTo>
                  <a:lnTo>
                    <a:pt x="60972" y="33528"/>
                  </a:lnTo>
                  <a:lnTo>
                    <a:pt x="64020" y="33528"/>
                  </a:lnTo>
                  <a:lnTo>
                    <a:pt x="64020" y="30480"/>
                  </a:lnTo>
                  <a:lnTo>
                    <a:pt x="65544" y="27432"/>
                  </a:lnTo>
                  <a:lnTo>
                    <a:pt x="65544" y="24384"/>
                  </a:lnTo>
                  <a:lnTo>
                    <a:pt x="67068" y="24384"/>
                  </a:lnTo>
                  <a:lnTo>
                    <a:pt x="68592" y="22860"/>
                  </a:lnTo>
                  <a:lnTo>
                    <a:pt x="79260" y="22860"/>
                  </a:lnTo>
                  <a:lnTo>
                    <a:pt x="82308" y="24384"/>
                  </a:lnTo>
                  <a:lnTo>
                    <a:pt x="143268" y="48768"/>
                  </a:lnTo>
                  <a:lnTo>
                    <a:pt x="86880" y="76200"/>
                  </a:lnTo>
                  <a:lnTo>
                    <a:pt x="82308" y="79248"/>
                  </a:lnTo>
                  <a:lnTo>
                    <a:pt x="76212" y="80772"/>
                  </a:lnTo>
                  <a:lnTo>
                    <a:pt x="71640" y="80772"/>
                  </a:lnTo>
                  <a:lnTo>
                    <a:pt x="68592" y="79248"/>
                  </a:lnTo>
                  <a:lnTo>
                    <a:pt x="65544" y="76200"/>
                  </a:lnTo>
                  <a:lnTo>
                    <a:pt x="64020" y="73152"/>
                  </a:lnTo>
                  <a:lnTo>
                    <a:pt x="64020" y="67056"/>
                  </a:lnTo>
                  <a:lnTo>
                    <a:pt x="60972" y="67056"/>
                  </a:lnTo>
                  <a:lnTo>
                    <a:pt x="60972" y="118872"/>
                  </a:lnTo>
                  <a:lnTo>
                    <a:pt x="64020" y="118872"/>
                  </a:lnTo>
                  <a:lnTo>
                    <a:pt x="65544" y="114300"/>
                  </a:lnTo>
                  <a:lnTo>
                    <a:pt x="67068" y="111252"/>
                  </a:lnTo>
                  <a:lnTo>
                    <a:pt x="71640" y="106680"/>
                  </a:lnTo>
                  <a:lnTo>
                    <a:pt x="74688" y="105156"/>
                  </a:lnTo>
                  <a:lnTo>
                    <a:pt x="79260" y="102108"/>
                  </a:lnTo>
                  <a:lnTo>
                    <a:pt x="85356" y="99060"/>
                  </a:lnTo>
                  <a:lnTo>
                    <a:pt x="124040" y="80772"/>
                  </a:lnTo>
                  <a:lnTo>
                    <a:pt x="169176" y="59436"/>
                  </a:lnTo>
                  <a:lnTo>
                    <a:pt x="187464" y="67056"/>
                  </a:lnTo>
                  <a:lnTo>
                    <a:pt x="195084" y="70104"/>
                  </a:lnTo>
                  <a:lnTo>
                    <a:pt x="199656" y="73152"/>
                  </a:lnTo>
                  <a:lnTo>
                    <a:pt x="205752" y="79248"/>
                  </a:lnTo>
                  <a:lnTo>
                    <a:pt x="205752" y="86868"/>
                  </a:lnTo>
                  <a:lnTo>
                    <a:pt x="204228" y="89916"/>
                  </a:lnTo>
                  <a:lnTo>
                    <a:pt x="201180" y="99060"/>
                  </a:lnTo>
                  <a:lnTo>
                    <a:pt x="201180" y="105156"/>
                  </a:lnTo>
                  <a:lnTo>
                    <a:pt x="204228" y="111252"/>
                  </a:lnTo>
                  <a:lnTo>
                    <a:pt x="210324" y="114300"/>
                  </a:lnTo>
                  <a:lnTo>
                    <a:pt x="216420" y="114300"/>
                  </a:lnTo>
                  <a:lnTo>
                    <a:pt x="219468" y="112776"/>
                  </a:lnTo>
                  <a:lnTo>
                    <a:pt x="225564" y="106680"/>
                  </a:lnTo>
                  <a:lnTo>
                    <a:pt x="225564" y="914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72" name="Google Shape;672;p15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4320539" y="7802879"/>
            <a:ext cx="225552" cy="920496"/>
          </a:xfrm>
          <a:prstGeom prst="rect">
            <a:avLst/>
          </a:prstGeom>
          <a:noFill/>
          <a:ln>
            <a:noFill/>
          </a:ln>
        </p:spPr>
      </p:pic>
      <p:pic>
        <p:nvPicPr>
          <p:cNvPr id="673" name="Google Shape;673;p15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320539" y="6210300"/>
            <a:ext cx="225552" cy="15224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4" name="Google Shape;674;p15"/>
          <p:cNvGrpSpPr/>
          <p:nvPr/>
        </p:nvGrpSpPr>
        <p:grpSpPr>
          <a:xfrm>
            <a:off x="4320539" y="5996940"/>
            <a:ext cx="175260" cy="149731"/>
            <a:chOff x="4320539" y="5996940"/>
            <a:chExt cx="175260" cy="149731"/>
          </a:xfrm>
        </p:grpSpPr>
        <p:sp>
          <p:nvSpPr>
            <p:cNvPr id="675" name="Google Shape;675;p15"/>
            <p:cNvSpPr/>
            <p:nvPr/>
          </p:nvSpPr>
          <p:spPr>
            <a:xfrm>
              <a:off x="4320539" y="6091427"/>
              <a:ext cx="172720" cy="55244"/>
            </a:xfrm>
            <a:custGeom>
              <a:rect b="b" l="l" r="r" t="t"/>
              <a:pathLst>
                <a:path extrusionOk="0" h="55245" w="172720">
                  <a:moveTo>
                    <a:pt x="16764" y="39624"/>
                  </a:moveTo>
                  <a:lnTo>
                    <a:pt x="9144" y="39624"/>
                  </a:lnTo>
                  <a:lnTo>
                    <a:pt x="6096" y="38100"/>
                  </a:lnTo>
                  <a:lnTo>
                    <a:pt x="1524" y="33528"/>
                  </a:lnTo>
                  <a:lnTo>
                    <a:pt x="0" y="30480"/>
                  </a:lnTo>
                  <a:lnTo>
                    <a:pt x="0" y="24384"/>
                  </a:lnTo>
                  <a:lnTo>
                    <a:pt x="1524" y="21336"/>
                  </a:lnTo>
                  <a:lnTo>
                    <a:pt x="6096" y="16764"/>
                  </a:lnTo>
                  <a:lnTo>
                    <a:pt x="9144" y="15240"/>
                  </a:lnTo>
                  <a:lnTo>
                    <a:pt x="16764" y="15240"/>
                  </a:lnTo>
                  <a:lnTo>
                    <a:pt x="18288" y="16764"/>
                  </a:lnTo>
                  <a:lnTo>
                    <a:pt x="21336" y="18288"/>
                  </a:lnTo>
                  <a:lnTo>
                    <a:pt x="24384" y="21336"/>
                  </a:lnTo>
                  <a:lnTo>
                    <a:pt x="24384" y="33528"/>
                  </a:lnTo>
                  <a:lnTo>
                    <a:pt x="21336" y="36576"/>
                  </a:lnTo>
                  <a:lnTo>
                    <a:pt x="18288" y="38100"/>
                  </a:lnTo>
                  <a:lnTo>
                    <a:pt x="16764" y="39624"/>
                  </a:lnTo>
                  <a:close/>
                </a:path>
                <a:path extrusionOk="0" h="55245" w="172720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60020" y="16764"/>
                  </a:lnTo>
                  <a:lnTo>
                    <a:pt x="163067" y="15240"/>
                  </a:lnTo>
                  <a:lnTo>
                    <a:pt x="164591" y="13716"/>
                  </a:lnTo>
                  <a:lnTo>
                    <a:pt x="167640" y="12192"/>
                  </a:lnTo>
                  <a:lnTo>
                    <a:pt x="167640" y="10668"/>
                  </a:lnTo>
                  <a:lnTo>
                    <a:pt x="169164" y="9144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85344" y="36576"/>
                  </a:lnTo>
                  <a:lnTo>
                    <a:pt x="80772" y="38100"/>
                  </a:lnTo>
                  <a:lnTo>
                    <a:pt x="77724" y="38100"/>
                  </a:lnTo>
                  <a:lnTo>
                    <a:pt x="76200" y="39624"/>
                  </a:lnTo>
                  <a:lnTo>
                    <a:pt x="74676" y="39624"/>
                  </a:lnTo>
                  <a:lnTo>
                    <a:pt x="74676" y="41148"/>
                  </a:lnTo>
                  <a:lnTo>
                    <a:pt x="73152" y="42672"/>
                  </a:lnTo>
                  <a:lnTo>
                    <a:pt x="73152" y="47244"/>
                  </a:lnTo>
                  <a:lnTo>
                    <a:pt x="74676" y="50292"/>
                  </a:lnTo>
                  <a:lnTo>
                    <a:pt x="74676" y="53340"/>
                  </a:lnTo>
                  <a:lnTo>
                    <a:pt x="71628" y="54864"/>
                  </a:lnTo>
                  <a:close/>
                </a:path>
                <a:path extrusionOk="0" h="55245" w="172720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4196"/>
                  </a:lnTo>
                  <a:lnTo>
                    <a:pt x="167640" y="42672"/>
                  </a:lnTo>
                  <a:lnTo>
                    <a:pt x="167640" y="41148"/>
                  </a:lnTo>
                  <a:lnTo>
                    <a:pt x="164591" y="39624"/>
                  </a:lnTo>
                  <a:lnTo>
                    <a:pt x="163067" y="38100"/>
                  </a:lnTo>
                  <a:lnTo>
                    <a:pt x="160020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6" name="Google Shape;676;p15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4378451" y="5996940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77" name="Google Shape;677;p15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4320540" y="5632703"/>
            <a:ext cx="175260" cy="295655"/>
          </a:xfrm>
          <a:prstGeom prst="rect">
            <a:avLst/>
          </a:prstGeom>
          <a:noFill/>
          <a:ln>
            <a:noFill/>
          </a:ln>
        </p:spPr>
      </p:pic>
      <p:pic>
        <p:nvPicPr>
          <p:cNvPr id="678" name="Google Shape;678;p15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4325111" y="5088636"/>
            <a:ext cx="170688" cy="466344"/>
          </a:xfrm>
          <a:prstGeom prst="rect">
            <a:avLst/>
          </a:prstGeom>
          <a:noFill/>
          <a:ln>
            <a:noFill/>
          </a:ln>
        </p:spPr>
      </p:pic>
      <p:pic>
        <p:nvPicPr>
          <p:cNvPr id="679" name="Google Shape;679;p15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378452" y="4774691"/>
            <a:ext cx="117348" cy="237744"/>
          </a:xfrm>
          <a:prstGeom prst="rect">
            <a:avLst/>
          </a:prstGeom>
          <a:noFill/>
          <a:ln>
            <a:noFill/>
          </a:ln>
        </p:spPr>
      </p:pic>
      <p:pic>
        <p:nvPicPr>
          <p:cNvPr id="680" name="Google Shape;680;p15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378451" y="4600955"/>
            <a:ext cx="117348" cy="102108"/>
          </a:xfrm>
          <a:prstGeom prst="rect">
            <a:avLst/>
          </a:prstGeom>
          <a:noFill/>
          <a:ln>
            <a:noFill/>
          </a:ln>
        </p:spPr>
      </p:pic>
      <p:sp>
        <p:nvSpPr>
          <p:cNvPr id="681" name="Google Shape;681;p15"/>
          <p:cNvSpPr/>
          <p:nvPr/>
        </p:nvSpPr>
        <p:spPr>
          <a:xfrm>
            <a:off x="4320527" y="3957828"/>
            <a:ext cx="226060" cy="571500"/>
          </a:xfrm>
          <a:custGeom>
            <a:rect b="b" l="l" r="r" t="t"/>
            <a:pathLst>
              <a:path extrusionOk="0" h="571500" w="226060">
                <a:moveTo>
                  <a:pt x="24384" y="446532"/>
                </a:moveTo>
                <a:lnTo>
                  <a:pt x="21336" y="443484"/>
                </a:lnTo>
                <a:lnTo>
                  <a:pt x="18288" y="441960"/>
                </a:lnTo>
                <a:lnTo>
                  <a:pt x="16764" y="440436"/>
                </a:lnTo>
                <a:lnTo>
                  <a:pt x="9144" y="440436"/>
                </a:lnTo>
                <a:lnTo>
                  <a:pt x="6096" y="441960"/>
                </a:lnTo>
                <a:lnTo>
                  <a:pt x="1524" y="446532"/>
                </a:lnTo>
                <a:lnTo>
                  <a:pt x="0" y="449580"/>
                </a:lnTo>
                <a:lnTo>
                  <a:pt x="0" y="455676"/>
                </a:lnTo>
                <a:lnTo>
                  <a:pt x="1524" y="458724"/>
                </a:lnTo>
                <a:lnTo>
                  <a:pt x="6096" y="463296"/>
                </a:lnTo>
                <a:lnTo>
                  <a:pt x="9144" y="464820"/>
                </a:lnTo>
                <a:lnTo>
                  <a:pt x="16764" y="464820"/>
                </a:lnTo>
                <a:lnTo>
                  <a:pt x="18288" y="463296"/>
                </a:lnTo>
                <a:lnTo>
                  <a:pt x="21336" y="461772"/>
                </a:lnTo>
                <a:lnTo>
                  <a:pt x="24384" y="458724"/>
                </a:lnTo>
                <a:lnTo>
                  <a:pt x="24384" y="446532"/>
                </a:lnTo>
                <a:close/>
              </a:path>
              <a:path extrusionOk="0" h="571500" w="226060">
                <a:moveTo>
                  <a:pt x="172212" y="425196"/>
                </a:moveTo>
                <a:lnTo>
                  <a:pt x="169164" y="425196"/>
                </a:lnTo>
                <a:lnTo>
                  <a:pt x="169164" y="434340"/>
                </a:lnTo>
                <a:lnTo>
                  <a:pt x="167640" y="435864"/>
                </a:lnTo>
                <a:lnTo>
                  <a:pt x="167640" y="437388"/>
                </a:lnTo>
                <a:lnTo>
                  <a:pt x="164592" y="438912"/>
                </a:lnTo>
                <a:lnTo>
                  <a:pt x="163068" y="440436"/>
                </a:lnTo>
                <a:lnTo>
                  <a:pt x="160020" y="441960"/>
                </a:lnTo>
                <a:lnTo>
                  <a:pt x="57912" y="441960"/>
                </a:lnTo>
                <a:lnTo>
                  <a:pt x="57912" y="446532"/>
                </a:lnTo>
                <a:lnTo>
                  <a:pt x="71628" y="480060"/>
                </a:lnTo>
                <a:lnTo>
                  <a:pt x="74676" y="478536"/>
                </a:lnTo>
                <a:lnTo>
                  <a:pt x="74676" y="475488"/>
                </a:lnTo>
                <a:lnTo>
                  <a:pt x="73152" y="472440"/>
                </a:lnTo>
                <a:lnTo>
                  <a:pt x="73152" y="467868"/>
                </a:lnTo>
                <a:lnTo>
                  <a:pt x="74676" y="466344"/>
                </a:lnTo>
                <a:lnTo>
                  <a:pt x="74676" y="464820"/>
                </a:lnTo>
                <a:lnTo>
                  <a:pt x="76200" y="464820"/>
                </a:lnTo>
                <a:lnTo>
                  <a:pt x="77724" y="463296"/>
                </a:lnTo>
                <a:lnTo>
                  <a:pt x="80772" y="463296"/>
                </a:lnTo>
                <a:lnTo>
                  <a:pt x="85344" y="461772"/>
                </a:lnTo>
                <a:lnTo>
                  <a:pt x="160020" y="461772"/>
                </a:lnTo>
                <a:lnTo>
                  <a:pt x="163068" y="463296"/>
                </a:lnTo>
                <a:lnTo>
                  <a:pt x="164592" y="464820"/>
                </a:lnTo>
                <a:lnTo>
                  <a:pt x="167640" y="466344"/>
                </a:lnTo>
                <a:lnTo>
                  <a:pt x="167640" y="467868"/>
                </a:lnTo>
                <a:lnTo>
                  <a:pt x="169164" y="469392"/>
                </a:lnTo>
                <a:lnTo>
                  <a:pt x="169164" y="478536"/>
                </a:lnTo>
                <a:lnTo>
                  <a:pt x="172212" y="478536"/>
                </a:lnTo>
                <a:lnTo>
                  <a:pt x="172212" y="461772"/>
                </a:lnTo>
                <a:lnTo>
                  <a:pt x="172212" y="425196"/>
                </a:lnTo>
                <a:close/>
              </a:path>
              <a:path extrusionOk="0" h="571500" w="226060">
                <a:moveTo>
                  <a:pt x="172212" y="297180"/>
                </a:moveTo>
                <a:lnTo>
                  <a:pt x="169164" y="297180"/>
                </a:lnTo>
                <a:lnTo>
                  <a:pt x="169164" y="304800"/>
                </a:lnTo>
                <a:lnTo>
                  <a:pt x="167640" y="307848"/>
                </a:lnTo>
                <a:lnTo>
                  <a:pt x="167640" y="309372"/>
                </a:lnTo>
                <a:lnTo>
                  <a:pt x="164592" y="310896"/>
                </a:lnTo>
                <a:lnTo>
                  <a:pt x="163068" y="310896"/>
                </a:lnTo>
                <a:lnTo>
                  <a:pt x="160020" y="312420"/>
                </a:lnTo>
                <a:lnTo>
                  <a:pt x="155448" y="313944"/>
                </a:lnTo>
                <a:lnTo>
                  <a:pt x="83820" y="313944"/>
                </a:lnTo>
                <a:lnTo>
                  <a:pt x="77724" y="315468"/>
                </a:lnTo>
                <a:lnTo>
                  <a:pt x="65532" y="321564"/>
                </a:lnTo>
                <a:lnTo>
                  <a:pt x="59436" y="330708"/>
                </a:lnTo>
                <a:lnTo>
                  <a:pt x="57912" y="336804"/>
                </a:lnTo>
                <a:lnTo>
                  <a:pt x="57912" y="342900"/>
                </a:lnTo>
                <a:lnTo>
                  <a:pt x="59588" y="352069"/>
                </a:lnTo>
                <a:lnTo>
                  <a:pt x="64389" y="361378"/>
                </a:lnTo>
                <a:lnTo>
                  <a:pt x="72059" y="370979"/>
                </a:lnTo>
                <a:lnTo>
                  <a:pt x="82296" y="381000"/>
                </a:lnTo>
                <a:lnTo>
                  <a:pt x="57912" y="381000"/>
                </a:lnTo>
                <a:lnTo>
                  <a:pt x="57912" y="385572"/>
                </a:lnTo>
                <a:lnTo>
                  <a:pt x="71628" y="419100"/>
                </a:lnTo>
                <a:lnTo>
                  <a:pt x="74676" y="416052"/>
                </a:lnTo>
                <a:lnTo>
                  <a:pt x="74676" y="413004"/>
                </a:lnTo>
                <a:lnTo>
                  <a:pt x="73152" y="411480"/>
                </a:lnTo>
                <a:lnTo>
                  <a:pt x="73152" y="406908"/>
                </a:lnTo>
                <a:lnTo>
                  <a:pt x="74676" y="405384"/>
                </a:lnTo>
                <a:lnTo>
                  <a:pt x="74676" y="403860"/>
                </a:lnTo>
                <a:lnTo>
                  <a:pt x="77724" y="400812"/>
                </a:lnTo>
                <a:lnTo>
                  <a:pt x="163068" y="400812"/>
                </a:lnTo>
                <a:lnTo>
                  <a:pt x="166116" y="402336"/>
                </a:lnTo>
                <a:lnTo>
                  <a:pt x="169164" y="408432"/>
                </a:lnTo>
                <a:lnTo>
                  <a:pt x="169164" y="417576"/>
                </a:lnTo>
                <a:lnTo>
                  <a:pt x="172212" y="417576"/>
                </a:lnTo>
                <a:lnTo>
                  <a:pt x="172212" y="400812"/>
                </a:lnTo>
                <a:lnTo>
                  <a:pt x="172212" y="364236"/>
                </a:lnTo>
                <a:lnTo>
                  <a:pt x="169164" y="364236"/>
                </a:lnTo>
                <a:lnTo>
                  <a:pt x="169164" y="373380"/>
                </a:lnTo>
                <a:lnTo>
                  <a:pt x="167640" y="374904"/>
                </a:lnTo>
                <a:lnTo>
                  <a:pt x="167640" y="376428"/>
                </a:lnTo>
                <a:lnTo>
                  <a:pt x="164592" y="377952"/>
                </a:lnTo>
                <a:lnTo>
                  <a:pt x="163068" y="379476"/>
                </a:lnTo>
                <a:lnTo>
                  <a:pt x="161544" y="379476"/>
                </a:lnTo>
                <a:lnTo>
                  <a:pt x="156972" y="381000"/>
                </a:lnTo>
                <a:lnTo>
                  <a:pt x="89916" y="381000"/>
                </a:lnTo>
                <a:lnTo>
                  <a:pt x="82804" y="373240"/>
                </a:lnTo>
                <a:lnTo>
                  <a:pt x="77533" y="365760"/>
                </a:lnTo>
                <a:lnTo>
                  <a:pt x="74282" y="358292"/>
                </a:lnTo>
                <a:lnTo>
                  <a:pt x="73152" y="350520"/>
                </a:lnTo>
                <a:lnTo>
                  <a:pt x="73152" y="344424"/>
                </a:lnTo>
                <a:lnTo>
                  <a:pt x="76200" y="339852"/>
                </a:lnTo>
                <a:lnTo>
                  <a:pt x="85344" y="333756"/>
                </a:lnTo>
                <a:lnTo>
                  <a:pt x="163068" y="333756"/>
                </a:lnTo>
                <a:lnTo>
                  <a:pt x="166116" y="335280"/>
                </a:lnTo>
                <a:lnTo>
                  <a:pt x="167640" y="336804"/>
                </a:lnTo>
                <a:lnTo>
                  <a:pt x="169164" y="339852"/>
                </a:lnTo>
                <a:lnTo>
                  <a:pt x="169164" y="350520"/>
                </a:lnTo>
                <a:lnTo>
                  <a:pt x="172212" y="350520"/>
                </a:lnTo>
                <a:lnTo>
                  <a:pt x="172212" y="333756"/>
                </a:lnTo>
                <a:lnTo>
                  <a:pt x="172212" y="297180"/>
                </a:lnTo>
                <a:close/>
              </a:path>
              <a:path extrusionOk="0" h="571500" w="226060">
                <a:moveTo>
                  <a:pt x="172224" y="108204"/>
                </a:moveTo>
                <a:lnTo>
                  <a:pt x="169176" y="108204"/>
                </a:lnTo>
                <a:lnTo>
                  <a:pt x="169176" y="117348"/>
                </a:lnTo>
                <a:lnTo>
                  <a:pt x="167652" y="118872"/>
                </a:lnTo>
                <a:lnTo>
                  <a:pt x="166128" y="121920"/>
                </a:lnTo>
                <a:lnTo>
                  <a:pt x="164604" y="123444"/>
                </a:lnTo>
                <a:lnTo>
                  <a:pt x="163080" y="123444"/>
                </a:lnTo>
                <a:lnTo>
                  <a:pt x="160032" y="124968"/>
                </a:lnTo>
                <a:lnTo>
                  <a:pt x="12" y="124968"/>
                </a:lnTo>
                <a:lnTo>
                  <a:pt x="12" y="129540"/>
                </a:lnTo>
                <a:lnTo>
                  <a:pt x="13728" y="161544"/>
                </a:lnTo>
                <a:lnTo>
                  <a:pt x="16776" y="160020"/>
                </a:lnTo>
                <a:lnTo>
                  <a:pt x="16776" y="156972"/>
                </a:lnTo>
                <a:lnTo>
                  <a:pt x="15252" y="153924"/>
                </a:lnTo>
                <a:lnTo>
                  <a:pt x="15252" y="150876"/>
                </a:lnTo>
                <a:lnTo>
                  <a:pt x="16776" y="149352"/>
                </a:lnTo>
                <a:lnTo>
                  <a:pt x="16776" y="147828"/>
                </a:lnTo>
                <a:lnTo>
                  <a:pt x="18300" y="146304"/>
                </a:lnTo>
                <a:lnTo>
                  <a:pt x="22872" y="146304"/>
                </a:lnTo>
                <a:lnTo>
                  <a:pt x="25920" y="144780"/>
                </a:lnTo>
                <a:lnTo>
                  <a:pt x="160032" y="144780"/>
                </a:lnTo>
                <a:lnTo>
                  <a:pt x="163080" y="146304"/>
                </a:lnTo>
                <a:lnTo>
                  <a:pt x="164604" y="147828"/>
                </a:lnTo>
                <a:lnTo>
                  <a:pt x="167652" y="149352"/>
                </a:lnTo>
                <a:lnTo>
                  <a:pt x="167652" y="150876"/>
                </a:lnTo>
                <a:lnTo>
                  <a:pt x="169176" y="152400"/>
                </a:lnTo>
                <a:lnTo>
                  <a:pt x="169176" y="161544"/>
                </a:lnTo>
                <a:lnTo>
                  <a:pt x="172224" y="161544"/>
                </a:lnTo>
                <a:lnTo>
                  <a:pt x="172224" y="108204"/>
                </a:lnTo>
                <a:close/>
              </a:path>
              <a:path extrusionOk="0" h="571500" w="226060">
                <a:moveTo>
                  <a:pt x="175260" y="534924"/>
                </a:moveTo>
                <a:lnTo>
                  <a:pt x="155638" y="500062"/>
                </a:lnTo>
                <a:lnTo>
                  <a:pt x="141732" y="496824"/>
                </a:lnTo>
                <a:lnTo>
                  <a:pt x="132905" y="498500"/>
                </a:lnTo>
                <a:lnTo>
                  <a:pt x="124777" y="503301"/>
                </a:lnTo>
                <a:lnTo>
                  <a:pt x="117525" y="510971"/>
                </a:lnTo>
                <a:lnTo>
                  <a:pt x="111252" y="521208"/>
                </a:lnTo>
                <a:lnTo>
                  <a:pt x="111163" y="521398"/>
                </a:lnTo>
                <a:lnTo>
                  <a:pt x="102108" y="539496"/>
                </a:lnTo>
                <a:lnTo>
                  <a:pt x="99060" y="547116"/>
                </a:lnTo>
                <a:lnTo>
                  <a:pt x="94488" y="551688"/>
                </a:lnTo>
                <a:lnTo>
                  <a:pt x="91440" y="553212"/>
                </a:lnTo>
                <a:lnTo>
                  <a:pt x="88392" y="556260"/>
                </a:lnTo>
                <a:lnTo>
                  <a:pt x="76200" y="556260"/>
                </a:lnTo>
                <a:lnTo>
                  <a:pt x="73152" y="554736"/>
                </a:lnTo>
                <a:lnTo>
                  <a:pt x="67056" y="548640"/>
                </a:lnTo>
                <a:lnTo>
                  <a:pt x="65532" y="544068"/>
                </a:lnTo>
                <a:lnTo>
                  <a:pt x="65532" y="531876"/>
                </a:lnTo>
                <a:lnTo>
                  <a:pt x="68580" y="525780"/>
                </a:lnTo>
                <a:lnTo>
                  <a:pt x="73152" y="521208"/>
                </a:lnTo>
                <a:lnTo>
                  <a:pt x="76517" y="517804"/>
                </a:lnTo>
                <a:lnTo>
                  <a:pt x="81724" y="514540"/>
                </a:lnTo>
                <a:lnTo>
                  <a:pt x="88379" y="511568"/>
                </a:lnTo>
                <a:lnTo>
                  <a:pt x="96012" y="509016"/>
                </a:lnTo>
                <a:lnTo>
                  <a:pt x="96012" y="505968"/>
                </a:lnTo>
                <a:lnTo>
                  <a:pt x="57912" y="505968"/>
                </a:lnTo>
                <a:lnTo>
                  <a:pt x="57912" y="509016"/>
                </a:lnTo>
                <a:lnTo>
                  <a:pt x="60960" y="510540"/>
                </a:lnTo>
                <a:lnTo>
                  <a:pt x="62484" y="512064"/>
                </a:lnTo>
                <a:lnTo>
                  <a:pt x="62484" y="519684"/>
                </a:lnTo>
                <a:lnTo>
                  <a:pt x="60960" y="522732"/>
                </a:lnTo>
                <a:lnTo>
                  <a:pt x="57912" y="534924"/>
                </a:lnTo>
                <a:lnTo>
                  <a:pt x="57912" y="548640"/>
                </a:lnTo>
                <a:lnTo>
                  <a:pt x="60960" y="556260"/>
                </a:lnTo>
                <a:lnTo>
                  <a:pt x="73152" y="568452"/>
                </a:lnTo>
                <a:lnTo>
                  <a:pt x="80772" y="571500"/>
                </a:lnTo>
                <a:lnTo>
                  <a:pt x="96012" y="571500"/>
                </a:lnTo>
                <a:lnTo>
                  <a:pt x="121920" y="542544"/>
                </a:lnTo>
                <a:lnTo>
                  <a:pt x="126238" y="535139"/>
                </a:lnTo>
                <a:lnTo>
                  <a:pt x="130111" y="529018"/>
                </a:lnTo>
                <a:lnTo>
                  <a:pt x="132600" y="525780"/>
                </a:lnTo>
                <a:lnTo>
                  <a:pt x="133794" y="524256"/>
                </a:lnTo>
                <a:lnTo>
                  <a:pt x="137160" y="521208"/>
                </a:lnTo>
                <a:lnTo>
                  <a:pt x="140208" y="516636"/>
                </a:lnTo>
                <a:lnTo>
                  <a:pt x="145148" y="514997"/>
                </a:lnTo>
                <a:lnTo>
                  <a:pt x="155270" y="514997"/>
                </a:lnTo>
                <a:lnTo>
                  <a:pt x="160020" y="518160"/>
                </a:lnTo>
                <a:lnTo>
                  <a:pt x="166116" y="524256"/>
                </a:lnTo>
                <a:lnTo>
                  <a:pt x="167640" y="528828"/>
                </a:lnTo>
                <a:lnTo>
                  <a:pt x="167640" y="542544"/>
                </a:lnTo>
                <a:lnTo>
                  <a:pt x="166116" y="550164"/>
                </a:lnTo>
                <a:lnTo>
                  <a:pt x="160020" y="556260"/>
                </a:lnTo>
                <a:lnTo>
                  <a:pt x="156019" y="560527"/>
                </a:lnTo>
                <a:lnTo>
                  <a:pt x="150876" y="564070"/>
                </a:lnTo>
                <a:lnTo>
                  <a:pt x="144589" y="566762"/>
                </a:lnTo>
                <a:lnTo>
                  <a:pt x="137160" y="568452"/>
                </a:lnTo>
                <a:lnTo>
                  <a:pt x="137160" y="571500"/>
                </a:lnTo>
                <a:lnTo>
                  <a:pt x="175260" y="571500"/>
                </a:lnTo>
                <a:lnTo>
                  <a:pt x="175260" y="568452"/>
                </a:lnTo>
                <a:lnTo>
                  <a:pt x="172212" y="568452"/>
                </a:lnTo>
                <a:lnTo>
                  <a:pt x="170688" y="566928"/>
                </a:lnTo>
                <a:lnTo>
                  <a:pt x="170688" y="562356"/>
                </a:lnTo>
                <a:lnTo>
                  <a:pt x="172212" y="560832"/>
                </a:lnTo>
                <a:lnTo>
                  <a:pt x="172275" y="557593"/>
                </a:lnTo>
                <a:lnTo>
                  <a:pt x="175260" y="548640"/>
                </a:lnTo>
                <a:lnTo>
                  <a:pt x="175260" y="534924"/>
                </a:lnTo>
                <a:close/>
              </a:path>
              <a:path extrusionOk="0" h="571500" w="226060">
                <a:moveTo>
                  <a:pt x="175272" y="44196"/>
                </a:moveTo>
                <a:lnTo>
                  <a:pt x="175158" y="42672"/>
                </a:lnTo>
                <a:lnTo>
                  <a:pt x="175056" y="41148"/>
                </a:lnTo>
                <a:lnTo>
                  <a:pt x="174942" y="39624"/>
                </a:lnTo>
                <a:lnTo>
                  <a:pt x="148412" y="4572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5240"/>
                </a:lnTo>
                <a:lnTo>
                  <a:pt x="153936" y="21336"/>
                </a:lnTo>
                <a:lnTo>
                  <a:pt x="155409" y="27241"/>
                </a:lnTo>
                <a:lnTo>
                  <a:pt x="155460" y="33528"/>
                </a:lnTo>
                <a:lnTo>
                  <a:pt x="154597" y="42125"/>
                </a:lnTo>
                <a:lnTo>
                  <a:pt x="124790" y="71437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520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3340"/>
                </a:lnTo>
                <a:lnTo>
                  <a:pt x="65544" y="42672"/>
                </a:lnTo>
                <a:lnTo>
                  <a:pt x="67068" y="39624"/>
                </a:lnTo>
                <a:lnTo>
                  <a:pt x="73164" y="30480"/>
                </a:lnTo>
                <a:lnTo>
                  <a:pt x="76212" y="28956"/>
                </a:lnTo>
                <a:lnTo>
                  <a:pt x="80784" y="25908"/>
                </a:lnTo>
                <a:lnTo>
                  <a:pt x="83832" y="24384"/>
                </a:lnTo>
                <a:lnTo>
                  <a:pt x="94500" y="24384"/>
                </a:lnTo>
                <a:lnTo>
                  <a:pt x="94500" y="520"/>
                </a:lnTo>
                <a:lnTo>
                  <a:pt x="61163" y="24765"/>
                </a:lnTo>
                <a:lnTo>
                  <a:pt x="58661" y="33528"/>
                </a:lnTo>
                <a:lnTo>
                  <a:pt x="57924" y="41148"/>
                </a:lnTo>
                <a:lnTo>
                  <a:pt x="58013" y="42125"/>
                </a:lnTo>
                <a:lnTo>
                  <a:pt x="58077" y="42672"/>
                </a:lnTo>
                <a:lnTo>
                  <a:pt x="59042" y="52006"/>
                </a:lnTo>
                <a:lnTo>
                  <a:pt x="83299" y="83972"/>
                </a:lnTo>
                <a:lnTo>
                  <a:pt x="118884" y="92964"/>
                </a:lnTo>
                <a:lnTo>
                  <a:pt x="130886" y="91871"/>
                </a:lnTo>
                <a:lnTo>
                  <a:pt x="141744" y="88773"/>
                </a:lnTo>
                <a:lnTo>
                  <a:pt x="151460" y="83972"/>
                </a:lnTo>
                <a:lnTo>
                  <a:pt x="160032" y="77724"/>
                </a:lnTo>
                <a:lnTo>
                  <a:pt x="162953" y="74676"/>
                </a:lnTo>
                <a:lnTo>
                  <a:pt x="166903" y="70561"/>
                </a:lnTo>
                <a:lnTo>
                  <a:pt x="171653" y="62674"/>
                </a:lnTo>
                <a:lnTo>
                  <a:pt x="171704" y="62484"/>
                </a:lnTo>
                <a:lnTo>
                  <a:pt x="174383" y="53936"/>
                </a:lnTo>
                <a:lnTo>
                  <a:pt x="174434" y="53340"/>
                </a:lnTo>
                <a:lnTo>
                  <a:pt x="174561" y="52006"/>
                </a:lnTo>
                <a:lnTo>
                  <a:pt x="175272" y="44196"/>
                </a:lnTo>
                <a:close/>
              </a:path>
              <a:path extrusionOk="0" h="571500" w="226060">
                <a:moveTo>
                  <a:pt x="225526" y="238798"/>
                </a:moveTo>
                <a:lnTo>
                  <a:pt x="215912" y="198983"/>
                </a:lnTo>
                <a:lnTo>
                  <a:pt x="209981" y="190665"/>
                </a:lnTo>
                <a:lnTo>
                  <a:pt x="209981" y="216408"/>
                </a:lnTo>
                <a:lnTo>
                  <a:pt x="209956" y="239268"/>
                </a:lnTo>
                <a:lnTo>
                  <a:pt x="198120" y="271272"/>
                </a:lnTo>
                <a:lnTo>
                  <a:pt x="187452" y="271272"/>
                </a:lnTo>
                <a:lnTo>
                  <a:pt x="184404" y="268224"/>
                </a:lnTo>
                <a:lnTo>
                  <a:pt x="181356" y="266700"/>
                </a:lnTo>
                <a:lnTo>
                  <a:pt x="174498" y="262128"/>
                </a:lnTo>
                <a:lnTo>
                  <a:pt x="172212" y="260604"/>
                </a:lnTo>
                <a:lnTo>
                  <a:pt x="172237" y="260438"/>
                </a:lnTo>
                <a:lnTo>
                  <a:pt x="172999" y="252984"/>
                </a:lnTo>
                <a:lnTo>
                  <a:pt x="173126" y="251460"/>
                </a:lnTo>
                <a:lnTo>
                  <a:pt x="173240" y="248793"/>
                </a:lnTo>
                <a:lnTo>
                  <a:pt x="173329" y="246888"/>
                </a:lnTo>
                <a:lnTo>
                  <a:pt x="173405" y="245059"/>
                </a:lnTo>
                <a:lnTo>
                  <a:pt x="173469" y="243840"/>
                </a:lnTo>
                <a:lnTo>
                  <a:pt x="173545" y="241935"/>
                </a:lnTo>
                <a:lnTo>
                  <a:pt x="173634" y="236220"/>
                </a:lnTo>
                <a:lnTo>
                  <a:pt x="173736" y="216408"/>
                </a:lnTo>
                <a:lnTo>
                  <a:pt x="174675" y="207225"/>
                </a:lnTo>
                <a:lnTo>
                  <a:pt x="175450" y="200025"/>
                </a:lnTo>
                <a:lnTo>
                  <a:pt x="175526" y="199644"/>
                </a:lnTo>
                <a:lnTo>
                  <a:pt x="176530" y="194551"/>
                </a:lnTo>
                <a:lnTo>
                  <a:pt x="178308" y="190500"/>
                </a:lnTo>
                <a:lnTo>
                  <a:pt x="179832" y="185928"/>
                </a:lnTo>
                <a:lnTo>
                  <a:pt x="182880" y="182880"/>
                </a:lnTo>
                <a:lnTo>
                  <a:pt x="192024" y="182880"/>
                </a:lnTo>
                <a:lnTo>
                  <a:pt x="198120" y="187452"/>
                </a:lnTo>
                <a:lnTo>
                  <a:pt x="209981" y="216408"/>
                </a:lnTo>
                <a:lnTo>
                  <a:pt x="209981" y="190665"/>
                </a:lnTo>
                <a:lnTo>
                  <a:pt x="208788" y="188976"/>
                </a:lnTo>
                <a:lnTo>
                  <a:pt x="201828" y="182880"/>
                </a:lnTo>
                <a:lnTo>
                  <a:pt x="195072" y="178689"/>
                </a:lnTo>
                <a:lnTo>
                  <a:pt x="188214" y="176123"/>
                </a:lnTo>
                <a:lnTo>
                  <a:pt x="181356" y="175260"/>
                </a:lnTo>
                <a:lnTo>
                  <a:pt x="175260" y="175260"/>
                </a:lnTo>
                <a:lnTo>
                  <a:pt x="169164" y="178308"/>
                </a:lnTo>
                <a:lnTo>
                  <a:pt x="160020" y="187452"/>
                </a:lnTo>
                <a:lnTo>
                  <a:pt x="156972" y="193548"/>
                </a:lnTo>
                <a:lnTo>
                  <a:pt x="155448" y="201168"/>
                </a:lnTo>
                <a:lnTo>
                  <a:pt x="155448" y="249936"/>
                </a:lnTo>
                <a:lnTo>
                  <a:pt x="153924" y="252984"/>
                </a:lnTo>
                <a:lnTo>
                  <a:pt x="153924" y="256032"/>
                </a:lnTo>
                <a:lnTo>
                  <a:pt x="152400" y="259080"/>
                </a:lnTo>
                <a:lnTo>
                  <a:pt x="152400" y="260604"/>
                </a:lnTo>
                <a:lnTo>
                  <a:pt x="150876" y="262128"/>
                </a:lnTo>
                <a:lnTo>
                  <a:pt x="144780" y="262128"/>
                </a:lnTo>
                <a:lnTo>
                  <a:pt x="141732" y="260604"/>
                </a:lnTo>
                <a:lnTo>
                  <a:pt x="134112" y="252984"/>
                </a:lnTo>
                <a:lnTo>
                  <a:pt x="135636" y="246888"/>
                </a:lnTo>
                <a:lnTo>
                  <a:pt x="135636" y="236220"/>
                </a:lnTo>
                <a:lnTo>
                  <a:pt x="129540" y="210096"/>
                </a:lnTo>
                <a:lnTo>
                  <a:pt x="129540" y="240792"/>
                </a:lnTo>
                <a:lnTo>
                  <a:pt x="128016" y="246888"/>
                </a:lnTo>
                <a:lnTo>
                  <a:pt x="92964" y="259080"/>
                </a:lnTo>
                <a:lnTo>
                  <a:pt x="83820" y="259080"/>
                </a:lnTo>
                <a:lnTo>
                  <a:pt x="76200" y="257556"/>
                </a:lnTo>
                <a:lnTo>
                  <a:pt x="67056" y="248412"/>
                </a:lnTo>
                <a:lnTo>
                  <a:pt x="64008" y="243840"/>
                </a:lnTo>
                <a:lnTo>
                  <a:pt x="64008" y="230124"/>
                </a:lnTo>
                <a:lnTo>
                  <a:pt x="102108" y="211836"/>
                </a:lnTo>
                <a:lnTo>
                  <a:pt x="111252" y="211836"/>
                </a:lnTo>
                <a:lnTo>
                  <a:pt x="129540" y="240792"/>
                </a:lnTo>
                <a:lnTo>
                  <a:pt x="129540" y="210096"/>
                </a:lnTo>
                <a:lnTo>
                  <a:pt x="100584" y="192024"/>
                </a:lnTo>
                <a:lnTo>
                  <a:pt x="91440" y="192024"/>
                </a:lnTo>
                <a:lnTo>
                  <a:pt x="83820" y="195072"/>
                </a:lnTo>
                <a:lnTo>
                  <a:pt x="77724" y="199644"/>
                </a:lnTo>
                <a:lnTo>
                  <a:pt x="77724" y="178308"/>
                </a:lnTo>
                <a:lnTo>
                  <a:pt x="76200" y="176784"/>
                </a:lnTo>
                <a:lnTo>
                  <a:pt x="70104" y="176784"/>
                </a:lnTo>
                <a:lnTo>
                  <a:pt x="68580" y="178308"/>
                </a:lnTo>
                <a:lnTo>
                  <a:pt x="68580" y="179832"/>
                </a:lnTo>
                <a:lnTo>
                  <a:pt x="67056" y="181356"/>
                </a:lnTo>
                <a:lnTo>
                  <a:pt x="67056" y="208788"/>
                </a:lnTo>
                <a:lnTo>
                  <a:pt x="63055" y="214795"/>
                </a:lnTo>
                <a:lnTo>
                  <a:pt x="60198" y="221361"/>
                </a:lnTo>
                <a:lnTo>
                  <a:pt x="58483" y="228511"/>
                </a:lnTo>
                <a:lnTo>
                  <a:pt x="58369" y="230124"/>
                </a:lnTo>
                <a:lnTo>
                  <a:pt x="57912" y="236220"/>
                </a:lnTo>
                <a:lnTo>
                  <a:pt x="76111" y="272465"/>
                </a:lnTo>
                <a:lnTo>
                  <a:pt x="97536" y="278892"/>
                </a:lnTo>
                <a:lnTo>
                  <a:pt x="105156" y="278892"/>
                </a:lnTo>
                <a:lnTo>
                  <a:pt x="131064" y="259080"/>
                </a:lnTo>
                <a:lnTo>
                  <a:pt x="147828" y="275844"/>
                </a:lnTo>
                <a:lnTo>
                  <a:pt x="152400" y="277368"/>
                </a:lnTo>
                <a:lnTo>
                  <a:pt x="155448" y="278892"/>
                </a:lnTo>
                <a:lnTo>
                  <a:pt x="163068" y="278892"/>
                </a:lnTo>
                <a:lnTo>
                  <a:pt x="164592" y="275844"/>
                </a:lnTo>
                <a:lnTo>
                  <a:pt x="167640" y="274320"/>
                </a:lnTo>
                <a:lnTo>
                  <a:pt x="169164" y="271272"/>
                </a:lnTo>
                <a:lnTo>
                  <a:pt x="172212" y="266700"/>
                </a:lnTo>
                <a:lnTo>
                  <a:pt x="184404" y="278892"/>
                </a:lnTo>
                <a:lnTo>
                  <a:pt x="190500" y="283464"/>
                </a:lnTo>
                <a:lnTo>
                  <a:pt x="195072" y="286512"/>
                </a:lnTo>
                <a:lnTo>
                  <a:pt x="196596" y="286512"/>
                </a:lnTo>
                <a:lnTo>
                  <a:pt x="199644" y="288036"/>
                </a:lnTo>
                <a:lnTo>
                  <a:pt x="207264" y="288036"/>
                </a:lnTo>
                <a:lnTo>
                  <a:pt x="211836" y="284988"/>
                </a:lnTo>
                <a:lnTo>
                  <a:pt x="225069" y="248793"/>
                </a:lnTo>
                <a:lnTo>
                  <a:pt x="225259" y="245059"/>
                </a:lnTo>
                <a:lnTo>
                  <a:pt x="225323" y="243840"/>
                </a:lnTo>
                <a:lnTo>
                  <a:pt x="225425" y="241935"/>
                </a:lnTo>
                <a:lnTo>
                  <a:pt x="225526" y="2387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" name="Google Shape;682;p15"/>
          <p:cNvGrpSpPr/>
          <p:nvPr/>
        </p:nvGrpSpPr>
        <p:grpSpPr>
          <a:xfrm>
            <a:off x="4320539" y="3418332"/>
            <a:ext cx="225552" cy="463295"/>
            <a:chOff x="4320539" y="3418332"/>
            <a:chExt cx="225552" cy="463295"/>
          </a:xfrm>
        </p:grpSpPr>
        <p:pic>
          <p:nvPicPr>
            <p:cNvPr id="683" name="Google Shape;683;p15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4320539" y="3474720"/>
              <a:ext cx="225552" cy="40690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4" name="Google Shape;684;p15"/>
            <p:cNvSpPr/>
            <p:nvPr/>
          </p:nvSpPr>
          <p:spPr>
            <a:xfrm>
              <a:off x="4468367" y="3418332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8288" y="27431"/>
                  </a:moveTo>
                  <a:lnTo>
                    <a:pt x="10668" y="27431"/>
                  </a:lnTo>
                  <a:lnTo>
                    <a:pt x="7620" y="25907"/>
                  </a:lnTo>
                  <a:lnTo>
                    <a:pt x="4572" y="22859"/>
                  </a:lnTo>
                  <a:lnTo>
                    <a:pt x="1524" y="21335"/>
                  </a:lnTo>
                  <a:lnTo>
                    <a:pt x="0" y="18287"/>
                  </a:lnTo>
                  <a:lnTo>
                    <a:pt x="0" y="10667"/>
                  </a:lnTo>
                  <a:lnTo>
                    <a:pt x="1524" y="6095"/>
                  </a:lnTo>
                  <a:lnTo>
                    <a:pt x="4572" y="4571"/>
                  </a:lnTo>
                  <a:lnTo>
                    <a:pt x="7620" y="1523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3"/>
                  </a:lnTo>
                  <a:lnTo>
                    <a:pt x="24384" y="4571"/>
                  </a:lnTo>
                  <a:lnTo>
                    <a:pt x="27432" y="6095"/>
                  </a:lnTo>
                  <a:lnTo>
                    <a:pt x="27432" y="21335"/>
                  </a:lnTo>
                  <a:lnTo>
                    <a:pt x="24384" y="22859"/>
                  </a:lnTo>
                  <a:lnTo>
                    <a:pt x="21336" y="25907"/>
                  </a:lnTo>
                  <a:lnTo>
                    <a:pt x="18288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85" name="Google Shape;685;p15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325111" y="2868167"/>
            <a:ext cx="170688" cy="466344"/>
          </a:xfrm>
          <a:prstGeom prst="rect">
            <a:avLst/>
          </a:prstGeom>
          <a:noFill/>
          <a:ln>
            <a:noFill/>
          </a:ln>
        </p:spPr>
      </p:pic>
      <p:sp>
        <p:nvSpPr>
          <p:cNvPr id="686" name="Google Shape;686;p15"/>
          <p:cNvSpPr/>
          <p:nvPr/>
        </p:nvSpPr>
        <p:spPr>
          <a:xfrm>
            <a:off x="4320527" y="2189988"/>
            <a:ext cx="175895" cy="597535"/>
          </a:xfrm>
          <a:custGeom>
            <a:rect b="b" l="l" r="r" t="t"/>
            <a:pathLst>
              <a:path extrusionOk="0" h="597535" w="175895">
                <a:moveTo>
                  <a:pt x="172212" y="211836"/>
                </a:moveTo>
                <a:lnTo>
                  <a:pt x="169164" y="211836"/>
                </a:lnTo>
                <a:lnTo>
                  <a:pt x="169164" y="220980"/>
                </a:lnTo>
                <a:lnTo>
                  <a:pt x="167640" y="224028"/>
                </a:lnTo>
                <a:lnTo>
                  <a:pt x="167640" y="225552"/>
                </a:lnTo>
                <a:lnTo>
                  <a:pt x="164592" y="227076"/>
                </a:lnTo>
                <a:lnTo>
                  <a:pt x="163068" y="227076"/>
                </a:lnTo>
                <a:lnTo>
                  <a:pt x="160020" y="228600"/>
                </a:lnTo>
                <a:lnTo>
                  <a:pt x="89916" y="228600"/>
                </a:lnTo>
                <a:lnTo>
                  <a:pt x="77724" y="231648"/>
                </a:lnTo>
                <a:lnTo>
                  <a:pt x="65532" y="237744"/>
                </a:lnTo>
                <a:lnTo>
                  <a:pt x="59436" y="246888"/>
                </a:lnTo>
                <a:lnTo>
                  <a:pt x="57912" y="252984"/>
                </a:lnTo>
                <a:lnTo>
                  <a:pt x="57912" y="259080"/>
                </a:lnTo>
                <a:lnTo>
                  <a:pt x="59588" y="267589"/>
                </a:lnTo>
                <a:lnTo>
                  <a:pt x="64389" y="276796"/>
                </a:lnTo>
                <a:lnTo>
                  <a:pt x="72059" y="286308"/>
                </a:lnTo>
                <a:lnTo>
                  <a:pt x="82296" y="295656"/>
                </a:lnTo>
                <a:lnTo>
                  <a:pt x="57912" y="295656"/>
                </a:lnTo>
                <a:lnTo>
                  <a:pt x="57912" y="301752"/>
                </a:lnTo>
                <a:lnTo>
                  <a:pt x="71628" y="333756"/>
                </a:lnTo>
                <a:lnTo>
                  <a:pt x="74676" y="332232"/>
                </a:lnTo>
                <a:lnTo>
                  <a:pt x="74676" y="329184"/>
                </a:lnTo>
                <a:lnTo>
                  <a:pt x="73152" y="326136"/>
                </a:lnTo>
                <a:lnTo>
                  <a:pt x="73152" y="323088"/>
                </a:lnTo>
                <a:lnTo>
                  <a:pt x="74676" y="321564"/>
                </a:lnTo>
                <a:lnTo>
                  <a:pt x="74676" y="320040"/>
                </a:lnTo>
                <a:lnTo>
                  <a:pt x="77724" y="316992"/>
                </a:lnTo>
                <a:lnTo>
                  <a:pt x="83820" y="316992"/>
                </a:lnTo>
                <a:lnTo>
                  <a:pt x="92964" y="315468"/>
                </a:lnTo>
                <a:lnTo>
                  <a:pt x="156972" y="315468"/>
                </a:lnTo>
                <a:lnTo>
                  <a:pt x="163068" y="316992"/>
                </a:lnTo>
                <a:lnTo>
                  <a:pt x="166116" y="318516"/>
                </a:lnTo>
                <a:lnTo>
                  <a:pt x="169164" y="324612"/>
                </a:lnTo>
                <a:lnTo>
                  <a:pt x="169164" y="332232"/>
                </a:lnTo>
                <a:lnTo>
                  <a:pt x="172212" y="332232"/>
                </a:lnTo>
                <a:lnTo>
                  <a:pt x="172212" y="278892"/>
                </a:lnTo>
                <a:lnTo>
                  <a:pt x="169164" y="278892"/>
                </a:lnTo>
                <a:lnTo>
                  <a:pt x="169164" y="289560"/>
                </a:lnTo>
                <a:lnTo>
                  <a:pt x="167640" y="291084"/>
                </a:lnTo>
                <a:lnTo>
                  <a:pt x="167640" y="292608"/>
                </a:lnTo>
                <a:lnTo>
                  <a:pt x="164592" y="294132"/>
                </a:lnTo>
                <a:lnTo>
                  <a:pt x="163068" y="295656"/>
                </a:lnTo>
                <a:lnTo>
                  <a:pt x="89916" y="295656"/>
                </a:lnTo>
                <a:lnTo>
                  <a:pt x="82804" y="288785"/>
                </a:lnTo>
                <a:lnTo>
                  <a:pt x="77533" y="281749"/>
                </a:lnTo>
                <a:lnTo>
                  <a:pt x="74282" y="274447"/>
                </a:lnTo>
                <a:lnTo>
                  <a:pt x="73152" y="266700"/>
                </a:lnTo>
                <a:lnTo>
                  <a:pt x="73152" y="260604"/>
                </a:lnTo>
                <a:lnTo>
                  <a:pt x="76200" y="256032"/>
                </a:lnTo>
                <a:lnTo>
                  <a:pt x="85344" y="249936"/>
                </a:lnTo>
                <a:lnTo>
                  <a:pt x="92964" y="248412"/>
                </a:lnTo>
                <a:lnTo>
                  <a:pt x="155448" y="248412"/>
                </a:lnTo>
                <a:lnTo>
                  <a:pt x="158496" y="249936"/>
                </a:lnTo>
                <a:lnTo>
                  <a:pt x="163068" y="249936"/>
                </a:lnTo>
                <a:lnTo>
                  <a:pt x="166116" y="251460"/>
                </a:lnTo>
                <a:lnTo>
                  <a:pt x="167640" y="252984"/>
                </a:lnTo>
                <a:lnTo>
                  <a:pt x="169164" y="256032"/>
                </a:lnTo>
                <a:lnTo>
                  <a:pt x="169164" y="265176"/>
                </a:lnTo>
                <a:lnTo>
                  <a:pt x="172212" y="265176"/>
                </a:lnTo>
                <a:lnTo>
                  <a:pt x="172212" y="211836"/>
                </a:lnTo>
                <a:close/>
              </a:path>
              <a:path extrusionOk="0" h="597535" w="175895">
                <a:moveTo>
                  <a:pt x="175260" y="559308"/>
                </a:moveTo>
                <a:lnTo>
                  <a:pt x="155638" y="525208"/>
                </a:lnTo>
                <a:lnTo>
                  <a:pt x="141732" y="522732"/>
                </a:lnTo>
                <a:lnTo>
                  <a:pt x="132905" y="524192"/>
                </a:lnTo>
                <a:lnTo>
                  <a:pt x="102108" y="563880"/>
                </a:lnTo>
                <a:lnTo>
                  <a:pt x="99060" y="571500"/>
                </a:lnTo>
                <a:lnTo>
                  <a:pt x="91440" y="579120"/>
                </a:lnTo>
                <a:lnTo>
                  <a:pt x="85344" y="582168"/>
                </a:lnTo>
                <a:lnTo>
                  <a:pt x="76200" y="582168"/>
                </a:lnTo>
                <a:lnTo>
                  <a:pt x="73152" y="580644"/>
                </a:lnTo>
                <a:lnTo>
                  <a:pt x="70104" y="576072"/>
                </a:lnTo>
                <a:lnTo>
                  <a:pt x="67056" y="573024"/>
                </a:lnTo>
                <a:lnTo>
                  <a:pt x="65532" y="568452"/>
                </a:lnTo>
                <a:lnTo>
                  <a:pt x="65532" y="556260"/>
                </a:lnTo>
                <a:lnTo>
                  <a:pt x="68580" y="550164"/>
                </a:lnTo>
                <a:lnTo>
                  <a:pt x="73152" y="545592"/>
                </a:lnTo>
                <a:lnTo>
                  <a:pt x="76200" y="541020"/>
                </a:lnTo>
                <a:lnTo>
                  <a:pt x="85344" y="537972"/>
                </a:lnTo>
                <a:lnTo>
                  <a:pt x="96012" y="534924"/>
                </a:lnTo>
                <a:lnTo>
                  <a:pt x="96012" y="531876"/>
                </a:lnTo>
                <a:lnTo>
                  <a:pt x="57912" y="531876"/>
                </a:lnTo>
                <a:lnTo>
                  <a:pt x="57912" y="534924"/>
                </a:lnTo>
                <a:lnTo>
                  <a:pt x="60960" y="534924"/>
                </a:lnTo>
                <a:lnTo>
                  <a:pt x="62484" y="536448"/>
                </a:lnTo>
                <a:lnTo>
                  <a:pt x="62484" y="544068"/>
                </a:lnTo>
                <a:lnTo>
                  <a:pt x="60960" y="548640"/>
                </a:lnTo>
                <a:lnTo>
                  <a:pt x="59436" y="554736"/>
                </a:lnTo>
                <a:lnTo>
                  <a:pt x="57912" y="559308"/>
                </a:lnTo>
                <a:lnTo>
                  <a:pt x="57912" y="563880"/>
                </a:lnTo>
                <a:lnTo>
                  <a:pt x="80772" y="597408"/>
                </a:lnTo>
                <a:lnTo>
                  <a:pt x="96012" y="597408"/>
                </a:lnTo>
                <a:lnTo>
                  <a:pt x="121920" y="568452"/>
                </a:lnTo>
                <a:lnTo>
                  <a:pt x="126238" y="560171"/>
                </a:lnTo>
                <a:lnTo>
                  <a:pt x="130111" y="553593"/>
                </a:lnTo>
                <a:lnTo>
                  <a:pt x="132651" y="550164"/>
                </a:lnTo>
                <a:lnTo>
                  <a:pt x="133819" y="548640"/>
                </a:lnTo>
                <a:lnTo>
                  <a:pt x="137160" y="545592"/>
                </a:lnTo>
                <a:lnTo>
                  <a:pt x="140208" y="542544"/>
                </a:lnTo>
                <a:lnTo>
                  <a:pt x="144780" y="541020"/>
                </a:lnTo>
                <a:lnTo>
                  <a:pt x="155448" y="541020"/>
                </a:lnTo>
                <a:lnTo>
                  <a:pt x="160020" y="542544"/>
                </a:lnTo>
                <a:lnTo>
                  <a:pt x="166116" y="548640"/>
                </a:lnTo>
                <a:lnTo>
                  <a:pt x="167640" y="553212"/>
                </a:lnTo>
                <a:lnTo>
                  <a:pt x="167640" y="566928"/>
                </a:lnTo>
                <a:lnTo>
                  <a:pt x="166116" y="574548"/>
                </a:lnTo>
                <a:lnTo>
                  <a:pt x="160020" y="580644"/>
                </a:lnTo>
                <a:lnTo>
                  <a:pt x="156019" y="584936"/>
                </a:lnTo>
                <a:lnTo>
                  <a:pt x="150876" y="588645"/>
                </a:lnTo>
                <a:lnTo>
                  <a:pt x="144589" y="591794"/>
                </a:lnTo>
                <a:lnTo>
                  <a:pt x="137160" y="594360"/>
                </a:lnTo>
                <a:lnTo>
                  <a:pt x="137160" y="597408"/>
                </a:lnTo>
                <a:lnTo>
                  <a:pt x="175260" y="597408"/>
                </a:lnTo>
                <a:lnTo>
                  <a:pt x="175260" y="594360"/>
                </a:lnTo>
                <a:lnTo>
                  <a:pt x="172212" y="592836"/>
                </a:lnTo>
                <a:lnTo>
                  <a:pt x="170688" y="591312"/>
                </a:lnTo>
                <a:lnTo>
                  <a:pt x="170688" y="588264"/>
                </a:lnTo>
                <a:lnTo>
                  <a:pt x="172212" y="585216"/>
                </a:lnTo>
                <a:lnTo>
                  <a:pt x="172212" y="583692"/>
                </a:lnTo>
                <a:lnTo>
                  <a:pt x="175260" y="574548"/>
                </a:lnTo>
                <a:lnTo>
                  <a:pt x="175260" y="559308"/>
                </a:lnTo>
                <a:close/>
              </a:path>
              <a:path extrusionOk="0" h="597535" w="175895">
                <a:moveTo>
                  <a:pt x="175260" y="359664"/>
                </a:moveTo>
                <a:lnTo>
                  <a:pt x="158496" y="333756"/>
                </a:lnTo>
                <a:lnTo>
                  <a:pt x="150876" y="333756"/>
                </a:lnTo>
                <a:lnTo>
                  <a:pt x="155448" y="339852"/>
                </a:lnTo>
                <a:lnTo>
                  <a:pt x="160020" y="344424"/>
                </a:lnTo>
                <a:lnTo>
                  <a:pt x="160020" y="350520"/>
                </a:lnTo>
                <a:lnTo>
                  <a:pt x="158496" y="350520"/>
                </a:lnTo>
                <a:lnTo>
                  <a:pt x="156972" y="352044"/>
                </a:lnTo>
                <a:lnTo>
                  <a:pt x="86868" y="352044"/>
                </a:lnTo>
                <a:lnTo>
                  <a:pt x="79248" y="353568"/>
                </a:lnTo>
                <a:lnTo>
                  <a:pt x="76200" y="355092"/>
                </a:lnTo>
                <a:lnTo>
                  <a:pt x="70104" y="356616"/>
                </a:lnTo>
                <a:lnTo>
                  <a:pt x="65532" y="361188"/>
                </a:lnTo>
                <a:lnTo>
                  <a:pt x="64008" y="365760"/>
                </a:lnTo>
                <a:lnTo>
                  <a:pt x="60960" y="371856"/>
                </a:lnTo>
                <a:lnTo>
                  <a:pt x="57912" y="381000"/>
                </a:lnTo>
                <a:lnTo>
                  <a:pt x="58000" y="391579"/>
                </a:lnTo>
                <a:lnTo>
                  <a:pt x="58077" y="392861"/>
                </a:lnTo>
                <a:lnTo>
                  <a:pt x="58191" y="394716"/>
                </a:lnTo>
                <a:lnTo>
                  <a:pt x="58483" y="399846"/>
                </a:lnTo>
                <a:lnTo>
                  <a:pt x="79248" y="431292"/>
                </a:lnTo>
                <a:lnTo>
                  <a:pt x="92964" y="431292"/>
                </a:lnTo>
                <a:lnTo>
                  <a:pt x="97536" y="426720"/>
                </a:lnTo>
                <a:lnTo>
                  <a:pt x="97536" y="417576"/>
                </a:lnTo>
                <a:lnTo>
                  <a:pt x="92964" y="413004"/>
                </a:lnTo>
                <a:lnTo>
                  <a:pt x="89916" y="411480"/>
                </a:lnTo>
                <a:lnTo>
                  <a:pt x="86868" y="411480"/>
                </a:lnTo>
                <a:lnTo>
                  <a:pt x="79248" y="413004"/>
                </a:lnTo>
                <a:lnTo>
                  <a:pt x="76200" y="413004"/>
                </a:lnTo>
                <a:lnTo>
                  <a:pt x="73152" y="411480"/>
                </a:lnTo>
                <a:lnTo>
                  <a:pt x="70104" y="406908"/>
                </a:lnTo>
                <a:lnTo>
                  <a:pt x="67056" y="403860"/>
                </a:lnTo>
                <a:lnTo>
                  <a:pt x="65532" y="400812"/>
                </a:lnTo>
                <a:lnTo>
                  <a:pt x="65532" y="387096"/>
                </a:lnTo>
                <a:lnTo>
                  <a:pt x="68580" y="382524"/>
                </a:lnTo>
                <a:lnTo>
                  <a:pt x="76200" y="374904"/>
                </a:lnTo>
                <a:lnTo>
                  <a:pt x="83820" y="371856"/>
                </a:lnTo>
                <a:lnTo>
                  <a:pt x="99060" y="371856"/>
                </a:lnTo>
                <a:lnTo>
                  <a:pt x="104495" y="385813"/>
                </a:lnTo>
                <a:lnTo>
                  <a:pt x="109347" y="397764"/>
                </a:lnTo>
                <a:lnTo>
                  <a:pt x="113639" y="407441"/>
                </a:lnTo>
                <a:lnTo>
                  <a:pt x="117348" y="414528"/>
                </a:lnTo>
                <a:lnTo>
                  <a:pt x="121920" y="423672"/>
                </a:lnTo>
                <a:lnTo>
                  <a:pt x="128016" y="429768"/>
                </a:lnTo>
                <a:lnTo>
                  <a:pt x="137160" y="435864"/>
                </a:lnTo>
                <a:lnTo>
                  <a:pt x="155448" y="435864"/>
                </a:lnTo>
                <a:lnTo>
                  <a:pt x="163068" y="434340"/>
                </a:lnTo>
                <a:lnTo>
                  <a:pt x="167640" y="428244"/>
                </a:lnTo>
                <a:lnTo>
                  <a:pt x="173736" y="423672"/>
                </a:lnTo>
                <a:lnTo>
                  <a:pt x="175260" y="417576"/>
                </a:lnTo>
                <a:lnTo>
                  <a:pt x="175260" y="416052"/>
                </a:lnTo>
                <a:lnTo>
                  <a:pt x="175260" y="399288"/>
                </a:lnTo>
                <a:lnTo>
                  <a:pt x="172212" y="394716"/>
                </a:lnTo>
                <a:lnTo>
                  <a:pt x="170484" y="391579"/>
                </a:lnTo>
                <a:lnTo>
                  <a:pt x="167449" y="386715"/>
                </a:lnTo>
                <a:lnTo>
                  <a:pt x="163004" y="380149"/>
                </a:lnTo>
                <a:lnTo>
                  <a:pt x="160020" y="376047"/>
                </a:lnTo>
                <a:lnTo>
                  <a:pt x="160020" y="397764"/>
                </a:lnTo>
                <a:lnTo>
                  <a:pt x="160020" y="403860"/>
                </a:lnTo>
                <a:lnTo>
                  <a:pt x="158496" y="406908"/>
                </a:lnTo>
                <a:lnTo>
                  <a:pt x="155448" y="411480"/>
                </a:lnTo>
                <a:lnTo>
                  <a:pt x="150876" y="414528"/>
                </a:lnTo>
                <a:lnTo>
                  <a:pt x="146304" y="416052"/>
                </a:lnTo>
                <a:lnTo>
                  <a:pt x="132588" y="416052"/>
                </a:lnTo>
                <a:lnTo>
                  <a:pt x="113728" y="388810"/>
                </a:lnTo>
                <a:lnTo>
                  <a:pt x="110604" y="381000"/>
                </a:lnTo>
                <a:lnTo>
                  <a:pt x="106680" y="371856"/>
                </a:lnTo>
                <a:lnTo>
                  <a:pt x="149352" y="371856"/>
                </a:lnTo>
                <a:lnTo>
                  <a:pt x="154216" y="380149"/>
                </a:lnTo>
                <a:lnTo>
                  <a:pt x="157543" y="387096"/>
                </a:lnTo>
                <a:lnTo>
                  <a:pt x="159435" y="392861"/>
                </a:lnTo>
                <a:lnTo>
                  <a:pt x="160020" y="397764"/>
                </a:lnTo>
                <a:lnTo>
                  <a:pt x="160020" y="376047"/>
                </a:lnTo>
                <a:lnTo>
                  <a:pt x="156972" y="371856"/>
                </a:lnTo>
                <a:lnTo>
                  <a:pt x="169164" y="371856"/>
                </a:lnTo>
                <a:lnTo>
                  <a:pt x="173736" y="367284"/>
                </a:lnTo>
                <a:lnTo>
                  <a:pt x="175260" y="364236"/>
                </a:lnTo>
                <a:lnTo>
                  <a:pt x="175260" y="359664"/>
                </a:lnTo>
                <a:close/>
              </a:path>
              <a:path extrusionOk="0" h="597535" w="175895">
                <a:moveTo>
                  <a:pt x="175260" y="36576"/>
                </a:moveTo>
                <a:lnTo>
                  <a:pt x="155638" y="2667"/>
                </a:lnTo>
                <a:lnTo>
                  <a:pt x="141732" y="0"/>
                </a:lnTo>
                <a:lnTo>
                  <a:pt x="132905" y="1460"/>
                </a:lnTo>
                <a:lnTo>
                  <a:pt x="102108" y="41148"/>
                </a:lnTo>
                <a:lnTo>
                  <a:pt x="99060" y="48768"/>
                </a:lnTo>
                <a:lnTo>
                  <a:pt x="91440" y="56388"/>
                </a:lnTo>
                <a:lnTo>
                  <a:pt x="85344" y="59436"/>
                </a:lnTo>
                <a:lnTo>
                  <a:pt x="76200" y="59436"/>
                </a:lnTo>
                <a:lnTo>
                  <a:pt x="73152" y="57912"/>
                </a:lnTo>
                <a:lnTo>
                  <a:pt x="70104" y="54864"/>
                </a:lnTo>
                <a:lnTo>
                  <a:pt x="67056" y="50292"/>
                </a:lnTo>
                <a:lnTo>
                  <a:pt x="65532" y="47244"/>
                </a:lnTo>
                <a:lnTo>
                  <a:pt x="65532" y="33528"/>
                </a:lnTo>
                <a:lnTo>
                  <a:pt x="68580" y="27432"/>
                </a:lnTo>
                <a:lnTo>
                  <a:pt x="73152" y="22860"/>
                </a:lnTo>
                <a:lnTo>
                  <a:pt x="76200" y="18288"/>
                </a:lnTo>
                <a:lnTo>
                  <a:pt x="85344" y="15240"/>
                </a:lnTo>
                <a:lnTo>
                  <a:pt x="96012" y="12192"/>
                </a:lnTo>
                <a:lnTo>
                  <a:pt x="96012" y="9144"/>
                </a:lnTo>
                <a:lnTo>
                  <a:pt x="57912" y="9144"/>
                </a:lnTo>
                <a:lnTo>
                  <a:pt x="57912" y="12192"/>
                </a:lnTo>
                <a:lnTo>
                  <a:pt x="60960" y="13716"/>
                </a:lnTo>
                <a:lnTo>
                  <a:pt x="62484" y="13716"/>
                </a:lnTo>
                <a:lnTo>
                  <a:pt x="62484" y="21336"/>
                </a:lnTo>
                <a:lnTo>
                  <a:pt x="60960" y="25908"/>
                </a:lnTo>
                <a:lnTo>
                  <a:pt x="59436" y="32004"/>
                </a:lnTo>
                <a:lnTo>
                  <a:pt x="57912" y="36576"/>
                </a:lnTo>
                <a:lnTo>
                  <a:pt x="57912" y="41148"/>
                </a:lnTo>
                <a:lnTo>
                  <a:pt x="58483" y="48602"/>
                </a:lnTo>
                <a:lnTo>
                  <a:pt x="80772" y="74676"/>
                </a:lnTo>
                <a:lnTo>
                  <a:pt x="96012" y="74676"/>
                </a:lnTo>
                <a:lnTo>
                  <a:pt x="102108" y="73152"/>
                </a:lnTo>
                <a:lnTo>
                  <a:pt x="106680" y="68580"/>
                </a:lnTo>
                <a:lnTo>
                  <a:pt x="110134" y="65443"/>
                </a:lnTo>
                <a:lnTo>
                  <a:pt x="113728" y="60579"/>
                </a:lnTo>
                <a:lnTo>
                  <a:pt x="117614" y="54013"/>
                </a:lnTo>
                <a:lnTo>
                  <a:pt x="126238" y="37655"/>
                </a:lnTo>
                <a:lnTo>
                  <a:pt x="130111" y="31432"/>
                </a:lnTo>
                <a:lnTo>
                  <a:pt x="133718" y="26657"/>
                </a:lnTo>
                <a:lnTo>
                  <a:pt x="137160" y="22860"/>
                </a:lnTo>
                <a:lnTo>
                  <a:pt x="140208" y="19812"/>
                </a:lnTo>
                <a:lnTo>
                  <a:pt x="144780" y="18288"/>
                </a:lnTo>
                <a:lnTo>
                  <a:pt x="155448" y="18288"/>
                </a:lnTo>
                <a:lnTo>
                  <a:pt x="160020" y="19812"/>
                </a:lnTo>
                <a:lnTo>
                  <a:pt x="163068" y="22860"/>
                </a:lnTo>
                <a:lnTo>
                  <a:pt x="166116" y="27432"/>
                </a:lnTo>
                <a:lnTo>
                  <a:pt x="167640" y="32004"/>
                </a:lnTo>
                <a:lnTo>
                  <a:pt x="167640" y="45720"/>
                </a:lnTo>
                <a:lnTo>
                  <a:pt x="166116" y="51816"/>
                </a:lnTo>
                <a:lnTo>
                  <a:pt x="160020" y="57912"/>
                </a:lnTo>
                <a:lnTo>
                  <a:pt x="156019" y="62852"/>
                </a:lnTo>
                <a:lnTo>
                  <a:pt x="150876" y="66484"/>
                </a:lnTo>
                <a:lnTo>
                  <a:pt x="144589" y="69278"/>
                </a:lnTo>
                <a:lnTo>
                  <a:pt x="137160" y="71628"/>
                </a:lnTo>
                <a:lnTo>
                  <a:pt x="137160" y="74676"/>
                </a:lnTo>
                <a:lnTo>
                  <a:pt x="175260" y="74676"/>
                </a:lnTo>
                <a:lnTo>
                  <a:pt x="175260" y="71628"/>
                </a:lnTo>
                <a:lnTo>
                  <a:pt x="172212" y="70104"/>
                </a:lnTo>
                <a:lnTo>
                  <a:pt x="170688" y="68580"/>
                </a:lnTo>
                <a:lnTo>
                  <a:pt x="170688" y="65532"/>
                </a:lnTo>
                <a:lnTo>
                  <a:pt x="172212" y="64008"/>
                </a:lnTo>
                <a:lnTo>
                  <a:pt x="172212" y="60960"/>
                </a:lnTo>
                <a:lnTo>
                  <a:pt x="175260" y="51816"/>
                </a:lnTo>
                <a:lnTo>
                  <a:pt x="175260" y="36576"/>
                </a:lnTo>
                <a:close/>
              </a:path>
              <a:path extrusionOk="0" h="597535" w="175895">
                <a:moveTo>
                  <a:pt x="175272" y="466344"/>
                </a:moveTo>
                <a:lnTo>
                  <a:pt x="173748" y="461772"/>
                </a:lnTo>
                <a:lnTo>
                  <a:pt x="169176" y="455676"/>
                </a:lnTo>
                <a:lnTo>
                  <a:pt x="166128" y="451104"/>
                </a:lnTo>
                <a:lnTo>
                  <a:pt x="160032" y="446532"/>
                </a:lnTo>
                <a:lnTo>
                  <a:pt x="150888" y="443484"/>
                </a:lnTo>
                <a:lnTo>
                  <a:pt x="150888" y="449580"/>
                </a:lnTo>
                <a:lnTo>
                  <a:pt x="153936" y="451104"/>
                </a:lnTo>
                <a:lnTo>
                  <a:pt x="158508" y="455676"/>
                </a:lnTo>
                <a:lnTo>
                  <a:pt x="160032" y="458724"/>
                </a:lnTo>
                <a:lnTo>
                  <a:pt x="160032" y="469392"/>
                </a:lnTo>
                <a:lnTo>
                  <a:pt x="156984" y="470916"/>
                </a:lnTo>
                <a:lnTo>
                  <a:pt x="153936" y="473964"/>
                </a:lnTo>
                <a:lnTo>
                  <a:pt x="68592" y="473964"/>
                </a:lnTo>
                <a:lnTo>
                  <a:pt x="68592" y="448056"/>
                </a:lnTo>
                <a:lnTo>
                  <a:pt x="60972" y="448056"/>
                </a:lnTo>
                <a:lnTo>
                  <a:pt x="60972" y="473964"/>
                </a:lnTo>
                <a:lnTo>
                  <a:pt x="24396" y="473964"/>
                </a:lnTo>
                <a:lnTo>
                  <a:pt x="24396" y="477012"/>
                </a:lnTo>
                <a:lnTo>
                  <a:pt x="33540" y="481584"/>
                </a:lnTo>
                <a:lnTo>
                  <a:pt x="38112" y="483108"/>
                </a:lnTo>
                <a:lnTo>
                  <a:pt x="47256" y="489204"/>
                </a:lnTo>
                <a:lnTo>
                  <a:pt x="53352" y="493776"/>
                </a:lnTo>
                <a:lnTo>
                  <a:pt x="56400" y="498348"/>
                </a:lnTo>
                <a:lnTo>
                  <a:pt x="60972" y="502920"/>
                </a:lnTo>
                <a:lnTo>
                  <a:pt x="64020" y="507492"/>
                </a:lnTo>
                <a:lnTo>
                  <a:pt x="65544" y="512064"/>
                </a:lnTo>
                <a:lnTo>
                  <a:pt x="68592" y="512064"/>
                </a:lnTo>
                <a:lnTo>
                  <a:pt x="68592" y="493776"/>
                </a:lnTo>
                <a:lnTo>
                  <a:pt x="160032" y="493776"/>
                </a:lnTo>
                <a:lnTo>
                  <a:pt x="163080" y="492252"/>
                </a:lnTo>
                <a:lnTo>
                  <a:pt x="167652" y="490728"/>
                </a:lnTo>
                <a:lnTo>
                  <a:pt x="170700" y="487680"/>
                </a:lnTo>
                <a:lnTo>
                  <a:pt x="172224" y="483108"/>
                </a:lnTo>
                <a:lnTo>
                  <a:pt x="175272" y="480060"/>
                </a:lnTo>
                <a:lnTo>
                  <a:pt x="175272" y="466344"/>
                </a:lnTo>
                <a:close/>
              </a:path>
              <a:path extrusionOk="0" h="597535" w="175895">
                <a:moveTo>
                  <a:pt x="175272" y="120396"/>
                </a:moveTo>
                <a:lnTo>
                  <a:pt x="161544" y="88392"/>
                </a:lnTo>
                <a:lnTo>
                  <a:pt x="158496" y="89916"/>
                </a:lnTo>
                <a:lnTo>
                  <a:pt x="161544" y="96012"/>
                </a:lnTo>
                <a:lnTo>
                  <a:pt x="161544" y="99060"/>
                </a:lnTo>
                <a:lnTo>
                  <a:pt x="160020" y="100584"/>
                </a:lnTo>
                <a:lnTo>
                  <a:pt x="160020" y="102108"/>
                </a:lnTo>
                <a:lnTo>
                  <a:pt x="158496" y="103632"/>
                </a:lnTo>
                <a:lnTo>
                  <a:pt x="156972" y="103632"/>
                </a:lnTo>
                <a:lnTo>
                  <a:pt x="153924" y="105156"/>
                </a:lnTo>
                <a:lnTo>
                  <a:pt x="0" y="105156"/>
                </a:lnTo>
                <a:lnTo>
                  <a:pt x="0" y="111252"/>
                </a:lnTo>
                <a:lnTo>
                  <a:pt x="13728" y="141732"/>
                </a:lnTo>
                <a:lnTo>
                  <a:pt x="16776" y="140208"/>
                </a:lnTo>
                <a:lnTo>
                  <a:pt x="16776" y="137160"/>
                </a:lnTo>
                <a:lnTo>
                  <a:pt x="15252" y="135636"/>
                </a:lnTo>
                <a:lnTo>
                  <a:pt x="15252" y="131064"/>
                </a:lnTo>
                <a:lnTo>
                  <a:pt x="16776" y="129540"/>
                </a:lnTo>
                <a:lnTo>
                  <a:pt x="16776" y="128016"/>
                </a:lnTo>
                <a:lnTo>
                  <a:pt x="18288" y="128016"/>
                </a:lnTo>
                <a:lnTo>
                  <a:pt x="19812" y="126492"/>
                </a:lnTo>
                <a:lnTo>
                  <a:pt x="22860" y="126492"/>
                </a:lnTo>
                <a:lnTo>
                  <a:pt x="25908" y="124968"/>
                </a:lnTo>
                <a:lnTo>
                  <a:pt x="68580" y="124968"/>
                </a:lnTo>
                <a:lnTo>
                  <a:pt x="64350" y="129857"/>
                </a:lnTo>
                <a:lnTo>
                  <a:pt x="60960" y="135445"/>
                </a:lnTo>
                <a:lnTo>
                  <a:pt x="60896" y="135636"/>
                </a:lnTo>
                <a:lnTo>
                  <a:pt x="58724" y="141909"/>
                </a:lnTo>
                <a:lnTo>
                  <a:pt x="57912" y="149352"/>
                </a:lnTo>
                <a:lnTo>
                  <a:pt x="77724" y="187452"/>
                </a:lnTo>
                <a:lnTo>
                  <a:pt x="121920" y="201168"/>
                </a:lnTo>
                <a:lnTo>
                  <a:pt x="133019" y="200317"/>
                </a:lnTo>
                <a:lnTo>
                  <a:pt x="166903" y="181190"/>
                </a:lnTo>
                <a:lnTo>
                  <a:pt x="168783" y="178308"/>
                </a:lnTo>
                <a:lnTo>
                  <a:pt x="171640" y="173926"/>
                </a:lnTo>
                <a:lnTo>
                  <a:pt x="174383" y="165811"/>
                </a:lnTo>
                <a:lnTo>
                  <a:pt x="175272" y="156972"/>
                </a:lnTo>
                <a:lnTo>
                  <a:pt x="175272" y="146304"/>
                </a:lnTo>
                <a:lnTo>
                  <a:pt x="172212" y="140208"/>
                </a:lnTo>
                <a:lnTo>
                  <a:pt x="169164" y="135636"/>
                </a:lnTo>
                <a:lnTo>
                  <a:pt x="164592" y="131064"/>
                </a:lnTo>
                <a:lnTo>
                  <a:pt x="160020" y="127406"/>
                </a:lnTo>
                <a:lnTo>
                  <a:pt x="160020" y="138684"/>
                </a:lnTo>
                <a:lnTo>
                  <a:pt x="160020" y="153924"/>
                </a:lnTo>
                <a:lnTo>
                  <a:pt x="156972" y="161544"/>
                </a:lnTo>
                <a:lnTo>
                  <a:pt x="147828" y="167640"/>
                </a:lnTo>
                <a:lnTo>
                  <a:pt x="141262" y="172529"/>
                </a:lnTo>
                <a:lnTo>
                  <a:pt x="132969" y="175831"/>
                </a:lnTo>
                <a:lnTo>
                  <a:pt x="122974" y="177723"/>
                </a:lnTo>
                <a:lnTo>
                  <a:pt x="111252" y="178308"/>
                </a:lnTo>
                <a:lnTo>
                  <a:pt x="100418" y="177723"/>
                </a:lnTo>
                <a:lnTo>
                  <a:pt x="90868" y="175831"/>
                </a:lnTo>
                <a:lnTo>
                  <a:pt x="82753" y="172529"/>
                </a:lnTo>
                <a:lnTo>
                  <a:pt x="76200" y="167640"/>
                </a:lnTo>
                <a:lnTo>
                  <a:pt x="68580" y="163068"/>
                </a:lnTo>
                <a:lnTo>
                  <a:pt x="65532" y="156972"/>
                </a:lnTo>
                <a:lnTo>
                  <a:pt x="65532" y="146304"/>
                </a:lnTo>
                <a:lnTo>
                  <a:pt x="67056" y="141732"/>
                </a:lnTo>
                <a:lnTo>
                  <a:pt x="70104" y="138684"/>
                </a:lnTo>
                <a:lnTo>
                  <a:pt x="71628" y="134112"/>
                </a:lnTo>
                <a:lnTo>
                  <a:pt x="74676" y="131064"/>
                </a:lnTo>
                <a:lnTo>
                  <a:pt x="79248" y="129540"/>
                </a:lnTo>
                <a:lnTo>
                  <a:pt x="83820" y="126492"/>
                </a:lnTo>
                <a:lnTo>
                  <a:pt x="88392" y="124968"/>
                </a:lnTo>
                <a:lnTo>
                  <a:pt x="149352" y="124968"/>
                </a:lnTo>
                <a:lnTo>
                  <a:pt x="156972" y="131064"/>
                </a:lnTo>
                <a:lnTo>
                  <a:pt x="160020" y="138684"/>
                </a:lnTo>
                <a:lnTo>
                  <a:pt x="160020" y="127406"/>
                </a:lnTo>
                <a:lnTo>
                  <a:pt x="156972" y="124968"/>
                </a:lnTo>
                <a:lnTo>
                  <a:pt x="175272" y="124968"/>
                </a:lnTo>
                <a:lnTo>
                  <a:pt x="175272" y="1203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87" name="Google Shape;687;p15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4320539" y="1833372"/>
            <a:ext cx="175260" cy="278891"/>
          </a:xfrm>
          <a:prstGeom prst="rect">
            <a:avLst/>
          </a:prstGeom>
          <a:noFill/>
          <a:ln>
            <a:noFill/>
          </a:ln>
        </p:spPr>
      </p:pic>
      <p:pic>
        <p:nvPicPr>
          <p:cNvPr id="688" name="Google Shape;688;p15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4617720" y="7063740"/>
            <a:ext cx="225552" cy="24368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9" name="Google Shape;689;p15"/>
          <p:cNvGrpSpPr/>
          <p:nvPr/>
        </p:nvGrpSpPr>
        <p:grpSpPr>
          <a:xfrm>
            <a:off x="4617720" y="6605016"/>
            <a:ext cx="175260" cy="382524"/>
            <a:chOff x="4617720" y="6605016"/>
            <a:chExt cx="175260" cy="382524"/>
          </a:xfrm>
        </p:grpSpPr>
        <p:pic>
          <p:nvPicPr>
            <p:cNvPr id="690" name="Google Shape;690;p15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4617720" y="6731508"/>
              <a:ext cx="175260" cy="2560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1" name="Google Shape;691;p15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4675632" y="6605016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92" name="Google Shape;692;p15"/>
          <p:cNvSpPr/>
          <p:nvPr/>
        </p:nvSpPr>
        <p:spPr>
          <a:xfrm>
            <a:off x="4617707" y="5864352"/>
            <a:ext cx="175260" cy="672465"/>
          </a:xfrm>
          <a:custGeom>
            <a:rect b="b" l="l" r="r" t="t"/>
            <a:pathLst>
              <a:path extrusionOk="0" h="672465" w="175260">
                <a:moveTo>
                  <a:pt x="172212" y="618744"/>
                </a:moveTo>
                <a:lnTo>
                  <a:pt x="169164" y="618744"/>
                </a:lnTo>
                <a:lnTo>
                  <a:pt x="169164" y="627888"/>
                </a:lnTo>
                <a:lnTo>
                  <a:pt x="167640" y="630936"/>
                </a:lnTo>
                <a:lnTo>
                  <a:pt x="164592" y="633984"/>
                </a:lnTo>
                <a:lnTo>
                  <a:pt x="163068" y="633984"/>
                </a:lnTo>
                <a:lnTo>
                  <a:pt x="160020" y="635508"/>
                </a:lnTo>
                <a:lnTo>
                  <a:pt x="109728" y="635508"/>
                </a:lnTo>
                <a:lnTo>
                  <a:pt x="0" y="635508"/>
                </a:lnTo>
                <a:lnTo>
                  <a:pt x="0" y="641604"/>
                </a:lnTo>
                <a:lnTo>
                  <a:pt x="13716" y="672084"/>
                </a:lnTo>
                <a:lnTo>
                  <a:pt x="16764" y="670560"/>
                </a:lnTo>
                <a:lnTo>
                  <a:pt x="15240" y="667512"/>
                </a:lnTo>
                <a:lnTo>
                  <a:pt x="15240" y="659892"/>
                </a:lnTo>
                <a:lnTo>
                  <a:pt x="16764" y="658368"/>
                </a:lnTo>
                <a:lnTo>
                  <a:pt x="16764" y="656844"/>
                </a:lnTo>
                <a:lnTo>
                  <a:pt x="22860" y="656844"/>
                </a:lnTo>
                <a:lnTo>
                  <a:pt x="25908" y="655320"/>
                </a:lnTo>
                <a:lnTo>
                  <a:pt x="160020" y="655320"/>
                </a:lnTo>
                <a:lnTo>
                  <a:pt x="163068" y="656844"/>
                </a:lnTo>
                <a:lnTo>
                  <a:pt x="164592" y="658368"/>
                </a:lnTo>
                <a:lnTo>
                  <a:pt x="166116" y="658368"/>
                </a:lnTo>
                <a:lnTo>
                  <a:pt x="166116" y="659892"/>
                </a:lnTo>
                <a:lnTo>
                  <a:pt x="167640" y="662940"/>
                </a:lnTo>
                <a:lnTo>
                  <a:pt x="169164" y="667512"/>
                </a:lnTo>
                <a:lnTo>
                  <a:pt x="169164" y="672084"/>
                </a:lnTo>
                <a:lnTo>
                  <a:pt x="172212" y="672084"/>
                </a:lnTo>
                <a:lnTo>
                  <a:pt x="172212" y="655320"/>
                </a:lnTo>
                <a:lnTo>
                  <a:pt x="172212" y="618744"/>
                </a:lnTo>
                <a:close/>
              </a:path>
              <a:path extrusionOk="0" h="672465" w="175260">
                <a:moveTo>
                  <a:pt x="172212" y="550164"/>
                </a:moveTo>
                <a:lnTo>
                  <a:pt x="166116" y="550164"/>
                </a:lnTo>
                <a:lnTo>
                  <a:pt x="166116" y="557784"/>
                </a:lnTo>
                <a:lnTo>
                  <a:pt x="164592" y="560832"/>
                </a:lnTo>
                <a:lnTo>
                  <a:pt x="164592" y="562356"/>
                </a:lnTo>
                <a:lnTo>
                  <a:pt x="161544" y="565404"/>
                </a:lnTo>
                <a:lnTo>
                  <a:pt x="158496" y="569976"/>
                </a:lnTo>
                <a:lnTo>
                  <a:pt x="156972" y="571500"/>
                </a:lnTo>
                <a:lnTo>
                  <a:pt x="149352" y="577596"/>
                </a:lnTo>
                <a:lnTo>
                  <a:pt x="103632" y="615696"/>
                </a:lnTo>
                <a:lnTo>
                  <a:pt x="85496" y="594360"/>
                </a:lnTo>
                <a:lnTo>
                  <a:pt x="77724" y="585216"/>
                </a:lnTo>
                <a:lnTo>
                  <a:pt x="71628" y="580644"/>
                </a:lnTo>
                <a:lnTo>
                  <a:pt x="68580" y="576072"/>
                </a:lnTo>
                <a:lnTo>
                  <a:pt x="65532" y="566928"/>
                </a:lnTo>
                <a:lnTo>
                  <a:pt x="64008" y="560832"/>
                </a:lnTo>
                <a:lnTo>
                  <a:pt x="64008" y="554736"/>
                </a:lnTo>
                <a:lnTo>
                  <a:pt x="60960" y="554736"/>
                </a:lnTo>
                <a:lnTo>
                  <a:pt x="60960" y="601980"/>
                </a:lnTo>
                <a:lnTo>
                  <a:pt x="64008" y="601980"/>
                </a:lnTo>
                <a:lnTo>
                  <a:pt x="64008" y="597408"/>
                </a:lnTo>
                <a:lnTo>
                  <a:pt x="67056" y="594360"/>
                </a:lnTo>
                <a:lnTo>
                  <a:pt x="73152" y="594360"/>
                </a:lnTo>
                <a:lnTo>
                  <a:pt x="74676" y="595884"/>
                </a:lnTo>
                <a:lnTo>
                  <a:pt x="79248" y="598932"/>
                </a:lnTo>
                <a:lnTo>
                  <a:pt x="83820" y="605028"/>
                </a:lnTo>
                <a:lnTo>
                  <a:pt x="109728" y="635508"/>
                </a:lnTo>
                <a:lnTo>
                  <a:pt x="133667" y="615696"/>
                </a:lnTo>
                <a:lnTo>
                  <a:pt x="153924" y="598932"/>
                </a:lnTo>
                <a:lnTo>
                  <a:pt x="158496" y="595884"/>
                </a:lnTo>
                <a:lnTo>
                  <a:pt x="161544" y="594360"/>
                </a:lnTo>
                <a:lnTo>
                  <a:pt x="164592" y="594360"/>
                </a:lnTo>
                <a:lnTo>
                  <a:pt x="166116" y="595884"/>
                </a:lnTo>
                <a:lnTo>
                  <a:pt x="167640" y="595884"/>
                </a:lnTo>
                <a:lnTo>
                  <a:pt x="169164" y="597408"/>
                </a:lnTo>
                <a:lnTo>
                  <a:pt x="169164" y="601980"/>
                </a:lnTo>
                <a:lnTo>
                  <a:pt x="172212" y="601980"/>
                </a:lnTo>
                <a:lnTo>
                  <a:pt x="172212" y="594360"/>
                </a:lnTo>
                <a:lnTo>
                  <a:pt x="172212" y="550164"/>
                </a:lnTo>
                <a:close/>
              </a:path>
              <a:path extrusionOk="0" h="672465" w="175260">
                <a:moveTo>
                  <a:pt x="172224" y="428244"/>
                </a:moveTo>
                <a:lnTo>
                  <a:pt x="169176" y="428244"/>
                </a:lnTo>
                <a:lnTo>
                  <a:pt x="169176" y="437388"/>
                </a:lnTo>
                <a:lnTo>
                  <a:pt x="163080" y="443484"/>
                </a:lnTo>
                <a:lnTo>
                  <a:pt x="160032" y="443484"/>
                </a:lnTo>
                <a:lnTo>
                  <a:pt x="155460" y="445008"/>
                </a:lnTo>
                <a:lnTo>
                  <a:pt x="82308" y="445008"/>
                </a:lnTo>
                <a:lnTo>
                  <a:pt x="77736" y="448056"/>
                </a:lnTo>
                <a:lnTo>
                  <a:pt x="70116" y="449580"/>
                </a:lnTo>
                <a:lnTo>
                  <a:pt x="65544" y="454152"/>
                </a:lnTo>
                <a:lnTo>
                  <a:pt x="59448" y="463296"/>
                </a:lnTo>
                <a:lnTo>
                  <a:pt x="57924" y="467868"/>
                </a:lnTo>
                <a:lnTo>
                  <a:pt x="57924" y="473964"/>
                </a:lnTo>
                <a:lnTo>
                  <a:pt x="59372" y="483133"/>
                </a:lnTo>
                <a:lnTo>
                  <a:pt x="63830" y="492442"/>
                </a:lnTo>
                <a:lnTo>
                  <a:pt x="71424" y="502043"/>
                </a:lnTo>
                <a:lnTo>
                  <a:pt x="82308" y="512064"/>
                </a:lnTo>
                <a:lnTo>
                  <a:pt x="57924" y="512064"/>
                </a:lnTo>
                <a:lnTo>
                  <a:pt x="57924" y="516636"/>
                </a:lnTo>
                <a:lnTo>
                  <a:pt x="71640" y="550164"/>
                </a:lnTo>
                <a:lnTo>
                  <a:pt x="74688" y="548640"/>
                </a:lnTo>
                <a:lnTo>
                  <a:pt x="73164" y="545592"/>
                </a:lnTo>
                <a:lnTo>
                  <a:pt x="73164" y="536448"/>
                </a:lnTo>
                <a:lnTo>
                  <a:pt x="74688" y="534924"/>
                </a:lnTo>
                <a:lnTo>
                  <a:pt x="74688" y="533400"/>
                </a:lnTo>
                <a:lnTo>
                  <a:pt x="77736" y="533400"/>
                </a:lnTo>
                <a:lnTo>
                  <a:pt x="80784" y="531876"/>
                </a:lnTo>
                <a:lnTo>
                  <a:pt x="155460" y="531876"/>
                </a:lnTo>
                <a:lnTo>
                  <a:pt x="161556" y="533400"/>
                </a:lnTo>
                <a:lnTo>
                  <a:pt x="167652" y="536448"/>
                </a:lnTo>
                <a:lnTo>
                  <a:pt x="169176" y="541020"/>
                </a:lnTo>
                <a:lnTo>
                  <a:pt x="169176" y="548640"/>
                </a:lnTo>
                <a:lnTo>
                  <a:pt x="172224" y="548640"/>
                </a:lnTo>
                <a:lnTo>
                  <a:pt x="172224" y="495300"/>
                </a:lnTo>
                <a:lnTo>
                  <a:pt x="169176" y="495300"/>
                </a:lnTo>
                <a:lnTo>
                  <a:pt x="169176" y="504444"/>
                </a:lnTo>
                <a:lnTo>
                  <a:pt x="164604" y="509016"/>
                </a:lnTo>
                <a:lnTo>
                  <a:pt x="161556" y="510540"/>
                </a:lnTo>
                <a:lnTo>
                  <a:pt x="160032" y="512064"/>
                </a:lnTo>
                <a:lnTo>
                  <a:pt x="88404" y="512064"/>
                </a:lnTo>
                <a:lnTo>
                  <a:pt x="81521" y="504304"/>
                </a:lnTo>
                <a:lnTo>
                  <a:pt x="76784" y="496824"/>
                </a:lnTo>
                <a:lnTo>
                  <a:pt x="74041" y="489356"/>
                </a:lnTo>
                <a:lnTo>
                  <a:pt x="73164" y="481584"/>
                </a:lnTo>
                <a:lnTo>
                  <a:pt x="73164" y="475488"/>
                </a:lnTo>
                <a:lnTo>
                  <a:pt x="74688" y="470916"/>
                </a:lnTo>
                <a:lnTo>
                  <a:pt x="79260" y="469392"/>
                </a:lnTo>
                <a:lnTo>
                  <a:pt x="83832" y="466344"/>
                </a:lnTo>
                <a:lnTo>
                  <a:pt x="91452" y="464820"/>
                </a:lnTo>
                <a:lnTo>
                  <a:pt x="160032" y="464820"/>
                </a:lnTo>
                <a:lnTo>
                  <a:pt x="163080" y="466344"/>
                </a:lnTo>
                <a:lnTo>
                  <a:pt x="167652" y="470916"/>
                </a:lnTo>
                <a:lnTo>
                  <a:pt x="169176" y="473964"/>
                </a:lnTo>
                <a:lnTo>
                  <a:pt x="169176" y="481584"/>
                </a:lnTo>
                <a:lnTo>
                  <a:pt x="172224" y="481584"/>
                </a:lnTo>
                <a:lnTo>
                  <a:pt x="172224" y="428244"/>
                </a:lnTo>
                <a:close/>
              </a:path>
              <a:path extrusionOk="0" h="672465" w="175260">
                <a:moveTo>
                  <a:pt x="172224" y="0"/>
                </a:moveTo>
                <a:lnTo>
                  <a:pt x="169176" y="0"/>
                </a:lnTo>
                <a:lnTo>
                  <a:pt x="169176" y="9144"/>
                </a:lnTo>
                <a:lnTo>
                  <a:pt x="163080" y="15240"/>
                </a:lnTo>
                <a:lnTo>
                  <a:pt x="160032" y="15240"/>
                </a:lnTo>
                <a:lnTo>
                  <a:pt x="155460" y="16764"/>
                </a:lnTo>
                <a:lnTo>
                  <a:pt x="82308" y="16764"/>
                </a:lnTo>
                <a:lnTo>
                  <a:pt x="77736" y="19812"/>
                </a:lnTo>
                <a:lnTo>
                  <a:pt x="70116" y="21336"/>
                </a:lnTo>
                <a:lnTo>
                  <a:pt x="65544" y="25908"/>
                </a:lnTo>
                <a:lnTo>
                  <a:pt x="62496" y="30480"/>
                </a:lnTo>
                <a:lnTo>
                  <a:pt x="59448" y="33528"/>
                </a:lnTo>
                <a:lnTo>
                  <a:pt x="57924" y="39624"/>
                </a:lnTo>
                <a:lnTo>
                  <a:pt x="57924" y="45720"/>
                </a:lnTo>
                <a:lnTo>
                  <a:pt x="59372" y="54889"/>
                </a:lnTo>
                <a:lnTo>
                  <a:pt x="63830" y="64198"/>
                </a:lnTo>
                <a:lnTo>
                  <a:pt x="71424" y="73799"/>
                </a:lnTo>
                <a:lnTo>
                  <a:pt x="82308" y="83820"/>
                </a:lnTo>
                <a:lnTo>
                  <a:pt x="57924" y="83820"/>
                </a:lnTo>
                <a:lnTo>
                  <a:pt x="57924" y="88392"/>
                </a:lnTo>
                <a:lnTo>
                  <a:pt x="71640" y="121920"/>
                </a:lnTo>
                <a:lnTo>
                  <a:pt x="74688" y="120396"/>
                </a:lnTo>
                <a:lnTo>
                  <a:pt x="73164" y="117348"/>
                </a:lnTo>
                <a:lnTo>
                  <a:pt x="73164" y="108204"/>
                </a:lnTo>
                <a:lnTo>
                  <a:pt x="74688" y="106680"/>
                </a:lnTo>
                <a:lnTo>
                  <a:pt x="74688" y="105156"/>
                </a:lnTo>
                <a:lnTo>
                  <a:pt x="77736" y="105156"/>
                </a:lnTo>
                <a:lnTo>
                  <a:pt x="80784" y="103632"/>
                </a:lnTo>
                <a:lnTo>
                  <a:pt x="161556" y="103632"/>
                </a:lnTo>
                <a:lnTo>
                  <a:pt x="164604" y="106680"/>
                </a:lnTo>
                <a:lnTo>
                  <a:pt x="167652" y="108204"/>
                </a:lnTo>
                <a:lnTo>
                  <a:pt x="169176" y="112776"/>
                </a:lnTo>
                <a:lnTo>
                  <a:pt x="169176" y="120396"/>
                </a:lnTo>
                <a:lnTo>
                  <a:pt x="172224" y="120396"/>
                </a:lnTo>
                <a:lnTo>
                  <a:pt x="172224" y="67056"/>
                </a:lnTo>
                <a:lnTo>
                  <a:pt x="169176" y="67056"/>
                </a:lnTo>
                <a:lnTo>
                  <a:pt x="169176" y="76200"/>
                </a:lnTo>
                <a:lnTo>
                  <a:pt x="164604" y="80772"/>
                </a:lnTo>
                <a:lnTo>
                  <a:pt x="161556" y="82296"/>
                </a:lnTo>
                <a:lnTo>
                  <a:pt x="160032" y="83820"/>
                </a:lnTo>
                <a:lnTo>
                  <a:pt x="88404" y="83820"/>
                </a:lnTo>
                <a:lnTo>
                  <a:pt x="81521" y="76060"/>
                </a:lnTo>
                <a:lnTo>
                  <a:pt x="76784" y="68580"/>
                </a:lnTo>
                <a:lnTo>
                  <a:pt x="74041" y="61112"/>
                </a:lnTo>
                <a:lnTo>
                  <a:pt x="73164" y="53340"/>
                </a:lnTo>
                <a:lnTo>
                  <a:pt x="73164" y="47244"/>
                </a:lnTo>
                <a:lnTo>
                  <a:pt x="74688" y="42672"/>
                </a:lnTo>
                <a:lnTo>
                  <a:pt x="79260" y="39624"/>
                </a:lnTo>
                <a:lnTo>
                  <a:pt x="83832" y="38100"/>
                </a:lnTo>
                <a:lnTo>
                  <a:pt x="91452" y="36576"/>
                </a:lnTo>
                <a:lnTo>
                  <a:pt x="160032" y="36576"/>
                </a:lnTo>
                <a:lnTo>
                  <a:pt x="163080" y="38100"/>
                </a:lnTo>
                <a:lnTo>
                  <a:pt x="164604" y="38100"/>
                </a:lnTo>
                <a:lnTo>
                  <a:pt x="166128" y="41148"/>
                </a:lnTo>
                <a:lnTo>
                  <a:pt x="167652" y="42672"/>
                </a:lnTo>
                <a:lnTo>
                  <a:pt x="169176" y="45720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0"/>
                </a:lnTo>
                <a:close/>
              </a:path>
              <a:path extrusionOk="0" h="672465" w="175260">
                <a:moveTo>
                  <a:pt x="175260" y="362712"/>
                </a:moveTo>
                <a:lnTo>
                  <a:pt x="167640" y="335318"/>
                </a:lnTo>
                <a:lnTo>
                  <a:pt x="167640" y="348996"/>
                </a:lnTo>
                <a:lnTo>
                  <a:pt x="167640" y="356616"/>
                </a:lnTo>
                <a:lnTo>
                  <a:pt x="140576" y="386524"/>
                </a:lnTo>
                <a:lnTo>
                  <a:pt x="108204" y="391668"/>
                </a:lnTo>
                <a:lnTo>
                  <a:pt x="100736" y="391388"/>
                </a:lnTo>
                <a:lnTo>
                  <a:pt x="94107" y="390525"/>
                </a:lnTo>
                <a:lnTo>
                  <a:pt x="88061" y="389102"/>
                </a:lnTo>
                <a:lnTo>
                  <a:pt x="82296" y="387096"/>
                </a:lnTo>
                <a:lnTo>
                  <a:pt x="76200" y="385572"/>
                </a:lnTo>
                <a:lnTo>
                  <a:pt x="68580" y="377952"/>
                </a:lnTo>
                <a:lnTo>
                  <a:pt x="65532" y="368808"/>
                </a:lnTo>
                <a:lnTo>
                  <a:pt x="65532" y="356616"/>
                </a:lnTo>
                <a:lnTo>
                  <a:pt x="97155" y="333946"/>
                </a:lnTo>
                <a:lnTo>
                  <a:pt x="123444" y="330708"/>
                </a:lnTo>
                <a:lnTo>
                  <a:pt x="134899" y="331266"/>
                </a:lnTo>
                <a:lnTo>
                  <a:pt x="167640" y="348996"/>
                </a:lnTo>
                <a:lnTo>
                  <a:pt x="167640" y="335318"/>
                </a:lnTo>
                <a:lnTo>
                  <a:pt x="137020" y="312356"/>
                </a:lnTo>
                <a:lnTo>
                  <a:pt x="114300" y="307848"/>
                </a:lnTo>
                <a:lnTo>
                  <a:pt x="104279" y="308686"/>
                </a:lnTo>
                <a:lnTo>
                  <a:pt x="68199" y="328612"/>
                </a:lnTo>
                <a:lnTo>
                  <a:pt x="57912" y="361188"/>
                </a:lnTo>
                <a:lnTo>
                  <a:pt x="57988" y="362712"/>
                </a:lnTo>
                <a:lnTo>
                  <a:pt x="58064" y="364312"/>
                </a:lnTo>
                <a:lnTo>
                  <a:pt x="80327" y="402958"/>
                </a:lnTo>
                <a:lnTo>
                  <a:pt x="117348" y="414528"/>
                </a:lnTo>
                <a:lnTo>
                  <a:pt x="127381" y="413702"/>
                </a:lnTo>
                <a:lnTo>
                  <a:pt x="164338" y="394004"/>
                </a:lnTo>
                <a:lnTo>
                  <a:pt x="165900" y="391668"/>
                </a:lnTo>
                <a:lnTo>
                  <a:pt x="170497" y="384810"/>
                </a:lnTo>
                <a:lnTo>
                  <a:pt x="174104" y="374484"/>
                </a:lnTo>
                <a:lnTo>
                  <a:pt x="175260" y="362712"/>
                </a:lnTo>
                <a:close/>
              </a:path>
              <a:path extrusionOk="0" h="672465" w="175260">
                <a:moveTo>
                  <a:pt x="175260" y="172212"/>
                </a:moveTo>
                <a:lnTo>
                  <a:pt x="79248" y="137160"/>
                </a:lnTo>
                <a:lnTo>
                  <a:pt x="70104" y="134112"/>
                </a:lnTo>
                <a:lnTo>
                  <a:pt x="65532" y="128016"/>
                </a:lnTo>
                <a:lnTo>
                  <a:pt x="64008" y="121920"/>
                </a:lnTo>
                <a:lnTo>
                  <a:pt x="60960" y="121920"/>
                </a:lnTo>
                <a:lnTo>
                  <a:pt x="60960" y="155448"/>
                </a:lnTo>
                <a:lnTo>
                  <a:pt x="64008" y="155448"/>
                </a:lnTo>
                <a:lnTo>
                  <a:pt x="64008" y="149352"/>
                </a:lnTo>
                <a:lnTo>
                  <a:pt x="65532" y="146304"/>
                </a:lnTo>
                <a:lnTo>
                  <a:pt x="65532" y="144780"/>
                </a:lnTo>
                <a:lnTo>
                  <a:pt x="67056" y="141732"/>
                </a:lnTo>
                <a:lnTo>
                  <a:pt x="73152" y="141732"/>
                </a:lnTo>
                <a:lnTo>
                  <a:pt x="77724" y="143256"/>
                </a:lnTo>
                <a:lnTo>
                  <a:pt x="82296" y="146304"/>
                </a:lnTo>
                <a:lnTo>
                  <a:pt x="143256" y="167640"/>
                </a:lnTo>
                <a:lnTo>
                  <a:pt x="79248" y="196596"/>
                </a:lnTo>
                <a:lnTo>
                  <a:pt x="68580" y="196596"/>
                </a:lnTo>
                <a:lnTo>
                  <a:pt x="65532" y="193548"/>
                </a:lnTo>
                <a:lnTo>
                  <a:pt x="64008" y="188976"/>
                </a:lnTo>
                <a:lnTo>
                  <a:pt x="64008" y="184404"/>
                </a:lnTo>
                <a:lnTo>
                  <a:pt x="60960" y="184404"/>
                </a:lnTo>
                <a:lnTo>
                  <a:pt x="60960" y="234696"/>
                </a:lnTo>
                <a:lnTo>
                  <a:pt x="64008" y="234696"/>
                </a:lnTo>
                <a:lnTo>
                  <a:pt x="64008" y="230124"/>
                </a:lnTo>
                <a:lnTo>
                  <a:pt x="65532" y="227076"/>
                </a:lnTo>
                <a:lnTo>
                  <a:pt x="65532" y="225552"/>
                </a:lnTo>
                <a:lnTo>
                  <a:pt x="71628" y="219456"/>
                </a:lnTo>
                <a:lnTo>
                  <a:pt x="77724" y="217932"/>
                </a:lnTo>
                <a:lnTo>
                  <a:pt x="92964" y="210312"/>
                </a:lnTo>
                <a:lnTo>
                  <a:pt x="144780" y="236220"/>
                </a:lnTo>
                <a:lnTo>
                  <a:pt x="80772" y="260604"/>
                </a:lnTo>
                <a:lnTo>
                  <a:pt x="77724" y="262128"/>
                </a:lnTo>
                <a:lnTo>
                  <a:pt x="67056" y="262128"/>
                </a:lnTo>
                <a:lnTo>
                  <a:pt x="67056" y="260604"/>
                </a:lnTo>
                <a:lnTo>
                  <a:pt x="65532" y="259080"/>
                </a:lnTo>
                <a:lnTo>
                  <a:pt x="64008" y="256032"/>
                </a:lnTo>
                <a:lnTo>
                  <a:pt x="64008" y="252984"/>
                </a:lnTo>
                <a:lnTo>
                  <a:pt x="60960" y="252984"/>
                </a:lnTo>
                <a:lnTo>
                  <a:pt x="60960" y="298704"/>
                </a:lnTo>
                <a:lnTo>
                  <a:pt x="64008" y="298704"/>
                </a:lnTo>
                <a:lnTo>
                  <a:pt x="65532" y="294132"/>
                </a:lnTo>
                <a:lnTo>
                  <a:pt x="68580" y="288036"/>
                </a:lnTo>
                <a:lnTo>
                  <a:pt x="71628" y="286512"/>
                </a:lnTo>
                <a:lnTo>
                  <a:pt x="76200" y="283464"/>
                </a:lnTo>
                <a:lnTo>
                  <a:pt x="82296" y="281940"/>
                </a:lnTo>
                <a:lnTo>
                  <a:pt x="175260" y="245364"/>
                </a:lnTo>
                <a:lnTo>
                  <a:pt x="175260" y="242316"/>
                </a:lnTo>
                <a:lnTo>
                  <a:pt x="102108" y="207264"/>
                </a:lnTo>
                <a:lnTo>
                  <a:pt x="175260" y="176784"/>
                </a:lnTo>
                <a:lnTo>
                  <a:pt x="175260" y="1722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93" name="Google Shape;693;p15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4675632" y="5606795"/>
            <a:ext cx="117348" cy="1874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94" name="Google Shape;694;p15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4675632" y="4555236"/>
            <a:ext cx="167640" cy="981456"/>
          </a:xfrm>
          <a:prstGeom prst="rect">
            <a:avLst/>
          </a:prstGeom>
          <a:noFill/>
          <a:ln>
            <a:noFill/>
          </a:ln>
        </p:spPr>
      </p:pic>
      <p:sp>
        <p:nvSpPr>
          <p:cNvPr id="695" name="Google Shape;695;p15"/>
          <p:cNvSpPr/>
          <p:nvPr/>
        </p:nvSpPr>
        <p:spPr>
          <a:xfrm>
            <a:off x="5033772" y="9768839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3340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3340" y="9144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7244"/>
                </a:lnTo>
                <a:lnTo>
                  <a:pt x="53340" y="53340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96" name="Google Shape;696;p15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4980432" y="8482583"/>
            <a:ext cx="167640" cy="960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7" name="Google Shape;697;p15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5030723" y="8086344"/>
            <a:ext cx="117348" cy="3307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8" name="Google Shape;698;p15"/>
          <p:cNvGrpSpPr/>
          <p:nvPr/>
        </p:nvGrpSpPr>
        <p:grpSpPr>
          <a:xfrm>
            <a:off x="4972811" y="7795259"/>
            <a:ext cx="175260" cy="227076"/>
            <a:chOff x="4972811" y="7795259"/>
            <a:chExt cx="175260" cy="227076"/>
          </a:xfrm>
        </p:grpSpPr>
        <p:pic>
          <p:nvPicPr>
            <p:cNvPr id="699" name="Google Shape;699;p15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4972811" y="7908035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0" name="Google Shape;700;p15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5030723" y="7795259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01" name="Google Shape;701;p15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4972811" y="5943600"/>
            <a:ext cx="225551" cy="1776984"/>
          </a:xfrm>
          <a:prstGeom prst="rect">
            <a:avLst/>
          </a:prstGeom>
          <a:noFill/>
          <a:ln>
            <a:noFill/>
          </a:ln>
        </p:spPr>
      </p:pic>
      <p:pic>
        <p:nvPicPr>
          <p:cNvPr id="702" name="Google Shape;702;p15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5030723" y="5670803"/>
            <a:ext cx="117348" cy="196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703" name="Google Shape;703;p15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4972811" y="3579876"/>
            <a:ext cx="225551" cy="20223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4" name="Google Shape;704;p15"/>
          <p:cNvGrpSpPr/>
          <p:nvPr/>
        </p:nvGrpSpPr>
        <p:grpSpPr>
          <a:xfrm>
            <a:off x="4972811" y="2845307"/>
            <a:ext cx="225552" cy="667511"/>
            <a:chOff x="4972811" y="2845307"/>
            <a:chExt cx="225552" cy="667511"/>
          </a:xfrm>
        </p:grpSpPr>
        <p:pic>
          <p:nvPicPr>
            <p:cNvPr id="705" name="Google Shape;705;p15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5030723" y="3316223"/>
              <a:ext cx="167640" cy="1965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6" name="Google Shape;706;p15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4972811" y="2845307"/>
              <a:ext cx="175260" cy="4495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07" name="Google Shape;707;p15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5030723" y="2001011"/>
            <a:ext cx="167640" cy="780287"/>
          </a:xfrm>
          <a:prstGeom prst="rect">
            <a:avLst/>
          </a:prstGeom>
          <a:noFill/>
          <a:ln>
            <a:noFill/>
          </a:ln>
        </p:spPr>
      </p:pic>
      <p:pic>
        <p:nvPicPr>
          <p:cNvPr id="708" name="Google Shape;708;p15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5327903" y="8560308"/>
            <a:ext cx="167640" cy="949451"/>
          </a:xfrm>
          <a:prstGeom prst="rect">
            <a:avLst/>
          </a:prstGeom>
          <a:noFill/>
          <a:ln>
            <a:noFill/>
          </a:ln>
        </p:spPr>
      </p:pic>
      <p:pic>
        <p:nvPicPr>
          <p:cNvPr id="709" name="Google Shape;709;p15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5269991" y="8346947"/>
            <a:ext cx="175260" cy="146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710" name="Google Shape;710;p15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5269992" y="7888223"/>
            <a:ext cx="175259" cy="377952"/>
          </a:xfrm>
          <a:prstGeom prst="rect">
            <a:avLst/>
          </a:prstGeom>
          <a:noFill/>
          <a:ln>
            <a:noFill/>
          </a:ln>
        </p:spPr>
      </p:pic>
      <p:sp>
        <p:nvSpPr>
          <p:cNvPr id="711" name="Google Shape;711;p15"/>
          <p:cNvSpPr/>
          <p:nvPr/>
        </p:nvSpPr>
        <p:spPr>
          <a:xfrm>
            <a:off x="5269992" y="7141464"/>
            <a:ext cx="175260" cy="675640"/>
          </a:xfrm>
          <a:custGeom>
            <a:rect b="b" l="l" r="r" t="t"/>
            <a:pathLst>
              <a:path extrusionOk="0" h="675640" w="175260">
                <a:moveTo>
                  <a:pt x="172199" y="431292"/>
                </a:moveTo>
                <a:lnTo>
                  <a:pt x="169151" y="431292"/>
                </a:lnTo>
                <a:lnTo>
                  <a:pt x="169151" y="440436"/>
                </a:lnTo>
                <a:lnTo>
                  <a:pt x="163055" y="446532"/>
                </a:lnTo>
                <a:lnTo>
                  <a:pt x="160007" y="446532"/>
                </a:lnTo>
                <a:lnTo>
                  <a:pt x="155435" y="448056"/>
                </a:lnTo>
                <a:lnTo>
                  <a:pt x="82283" y="448056"/>
                </a:lnTo>
                <a:lnTo>
                  <a:pt x="57899" y="470916"/>
                </a:lnTo>
                <a:lnTo>
                  <a:pt x="57899" y="477012"/>
                </a:lnTo>
                <a:lnTo>
                  <a:pt x="59359" y="486181"/>
                </a:lnTo>
                <a:lnTo>
                  <a:pt x="63804" y="495490"/>
                </a:lnTo>
                <a:lnTo>
                  <a:pt x="71412" y="505091"/>
                </a:lnTo>
                <a:lnTo>
                  <a:pt x="82283" y="515112"/>
                </a:lnTo>
                <a:lnTo>
                  <a:pt x="57899" y="515112"/>
                </a:lnTo>
                <a:lnTo>
                  <a:pt x="57899" y="519684"/>
                </a:lnTo>
                <a:lnTo>
                  <a:pt x="71615" y="553212"/>
                </a:lnTo>
                <a:lnTo>
                  <a:pt x="74663" y="551688"/>
                </a:lnTo>
                <a:lnTo>
                  <a:pt x="73139" y="548640"/>
                </a:lnTo>
                <a:lnTo>
                  <a:pt x="73139" y="539496"/>
                </a:lnTo>
                <a:lnTo>
                  <a:pt x="74663" y="537972"/>
                </a:lnTo>
                <a:lnTo>
                  <a:pt x="74663" y="536448"/>
                </a:lnTo>
                <a:lnTo>
                  <a:pt x="77711" y="536448"/>
                </a:lnTo>
                <a:lnTo>
                  <a:pt x="80759" y="534924"/>
                </a:lnTo>
                <a:lnTo>
                  <a:pt x="161531" y="534924"/>
                </a:lnTo>
                <a:lnTo>
                  <a:pt x="164579" y="537972"/>
                </a:lnTo>
                <a:lnTo>
                  <a:pt x="167627" y="539496"/>
                </a:lnTo>
                <a:lnTo>
                  <a:pt x="169151" y="542544"/>
                </a:lnTo>
                <a:lnTo>
                  <a:pt x="169151" y="551688"/>
                </a:lnTo>
                <a:lnTo>
                  <a:pt x="172199" y="551688"/>
                </a:lnTo>
                <a:lnTo>
                  <a:pt x="172199" y="498348"/>
                </a:lnTo>
                <a:lnTo>
                  <a:pt x="169151" y="498348"/>
                </a:lnTo>
                <a:lnTo>
                  <a:pt x="169151" y="507492"/>
                </a:lnTo>
                <a:lnTo>
                  <a:pt x="164579" y="512064"/>
                </a:lnTo>
                <a:lnTo>
                  <a:pt x="161531" y="513588"/>
                </a:lnTo>
                <a:lnTo>
                  <a:pt x="160007" y="513588"/>
                </a:lnTo>
                <a:lnTo>
                  <a:pt x="155435" y="515112"/>
                </a:lnTo>
                <a:lnTo>
                  <a:pt x="88379" y="515112"/>
                </a:lnTo>
                <a:lnTo>
                  <a:pt x="81508" y="507352"/>
                </a:lnTo>
                <a:lnTo>
                  <a:pt x="76758" y="499872"/>
                </a:lnTo>
                <a:lnTo>
                  <a:pt x="74028" y="492404"/>
                </a:lnTo>
                <a:lnTo>
                  <a:pt x="73139" y="484632"/>
                </a:lnTo>
                <a:lnTo>
                  <a:pt x="73139" y="478536"/>
                </a:lnTo>
                <a:lnTo>
                  <a:pt x="74663" y="473964"/>
                </a:lnTo>
                <a:lnTo>
                  <a:pt x="79235" y="470916"/>
                </a:lnTo>
                <a:lnTo>
                  <a:pt x="83807" y="469392"/>
                </a:lnTo>
                <a:lnTo>
                  <a:pt x="91427" y="467868"/>
                </a:lnTo>
                <a:lnTo>
                  <a:pt x="163055" y="467868"/>
                </a:lnTo>
                <a:lnTo>
                  <a:pt x="164579" y="469392"/>
                </a:lnTo>
                <a:lnTo>
                  <a:pt x="166103" y="472440"/>
                </a:lnTo>
                <a:lnTo>
                  <a:pt x="167627" y="473964"/>
                </a:lnTo>
                <a:lnTo>
                  <a:pt x="169151" y="477012"/>
                </a:lnTo>
                <a:lnTo>
                  <a:pt x="169151" y="484632"/>
                </a:lnTo>
                <a:lnTo>
                  <a:pt x="172199" y="484632"/>
                </a:lnTo>
                <a:lnTo>
                  <a:pt x="172199" y="431292"/>
                </a:lnTo>
                <a:close/>
              </a:path>
              <a:path extrusionOk="0" h="675640" w="175260">
                <a:moveTo>
                  <a:pt x="172199" y="0"/>
                </a:moveTo>
                <a:lnTo>
                  <a:pt x="169151" y="0"/>
                </a:lnTo>
                <a:lnTo>
                  <a:pt x="169151" y="9144"/>
                </a:lnTo>
                <a:lnTo>
                  <a:pt x="163055" y="15240"/>
                </a:lnTo>
                <a:lnTo>
                  <a:pt x="160007" y="16764"/>
                </a:lnTo>
                <a:lnTo>
                  <a:pt x="89903" y="16764"/>
                </a:lnTo>
                <a:lnTo>
                  <a:pt x="82283" y="18288"/>
                </a:lnTo>
                <a:lnTo>
                  <a:pt x="57899" y="39624"/>
                </a:lnTo>
                <a:lnTo>
                  <a:pt x="57899" y="45720"/>
                </a:lnTo>
                <a:lnTo>
                  <a:pt x="59359" y="54864"/>
                </a:lnTo>
                <a:lnTo>
                  <a:pt x="63804" y="64198"/>
                </a:lnTo>
                <a:lnTo>
                  <a:pt x="71412" y="73799"/>
                </a:lnTo>
                <a:lnTo>
                  <a:pt x="82283" y="83820"/>
                </a:lnTo>
                <a:lnTo>
                  <a:pt x="57899" y="83820"/>
                </a:lnTo>
                <a:lnTo>
                  <a:pt x="57899" y="88392"/>
                </a:lnTo>
                <a:lnTo>
                  <a:pt x="71615" y="121920"/>
                </a:lnTo>
                <a:lnTo>
                  <a:pt x="74663" y="120396"/>
                </a:lnTo>
                <a:lnTo>
                  <a:pt x="73139" y="117348"/>
                </a:lnTo>
                <a:lnTo>
                  <a:pt x="73139" y="108204"/>
                </a:lnTo>
                <a:lnTo>
                  <a:pt x="74663" y="106680"/>
                </a:lnTo>
                <a:lnTo>
                  <a:pt x="77711" y="105156"/>
                </a:lnTo>
                <a:lnTo>
                  <a:pt x="80759" y="105156"/>
                </a:lnTo>
                <a:lnTo>
                  <a:pt x="83807" y="103632"/>
                </a:lnTo>
                <a:lnTo>
                  <a:pt x="155435" y="103632"/>
                </a:lnTo>
                <a:lnTo>
                  <a:pt x="161531" y="105156"/>
                </a:lnTo>
                <a:lnTo>
                  <a:pt x="167627" y="108204"/>
                </a:lnTo>
                <a:lnTo>
                  <a:pt x="169151" y="112776"/>
                </a:lnTo>
                <a:lnTo>
                  <a:pt x="169151" y="120396"/>
                </a:lnTo>
                <a:lnTo>
                  <a:pt x="172199" y="120396"/>
                </a:lnTo>
                <a:lnTo>
                  <a:pt x="172199" y="103632"/>
                </a:lnTo>
                <a:lnTo>
                  <a:pt x="172199" y="67056"/>
                </a:lnTo>
                <a:lnTo>
                  <a:pt x="169151" y="67056"/>
                </a:lnTo>
                <a:lnTo>
                  <a:pt x="169151" y="76200"/>
                </a:lnTo>
                <a:lnTo>
                  <a:pt x="167627" y="77724"/>
                </a:lnTo>
                <a:lnTo>
                  <a:pt x="166103" y="80772"/>
                </a:lnTo>
                <a:lnTo>
                  <a:pt x="164579" y="82296"/>
                </a:lnTo>
                <a:lnTo>
                  <a:pt x="161531" y="82296"/>
                </a:lnTo>
                <a:lnTo>
                  <a:pt x="160007" y="83820"/>
                </a:lnTo>
                <a:lnTo>
                  <a:pt x="88379" y="83820"/>
                </a:lnTo>
                <a:lnTo>
                  <a:pt x="81508" y="76733"/>
                </a:lnTo>
                <a:lnTo>
                  <a:pt x="76758" y="69342"/>
                </a:lnTo>
                <a:lnTo>
                  <a:pt x="74028" y="61963"/>
                </a:lnTo>
                <a:lnTo>
                  <a:pt x="73139" y="54864"/>
                </a:lnTo>
                <a:lnTo>
                  <a:pt x="73139" y="47244"/>
                </a:lnTo>
                <a:lnTo>
                  <a:pt x="74663" y="42672"/>
                </a:lnTo>
                <a:lnTo>
                  <a:pt x="79235" y="41148"/>
                </a:lnTo>
                <a:lnTo>
                  <a:pt x="83807" y="38100"/>
                </a:lnTo>
                <a:lnTo>
                  <a:pt x="91427" y="36576"/>
                </a:lnTo>
                <a:lnTo>
                  <a:pt x="160007" y="36576"/>
                </a:lnTo>
                <a:lnTo>
                  <a:pt x="163055" y="38100"/>
                </a:lnTo>
                <a:lnTo>
                  <a:pt x="167627" y="42672"/>
                </a:lnTo>
                <a:lnTo>
                  <a:pt x="169151" y="45720"/>
                </a:lnTo>
                <a:lnTo>
                  <a:pt x="169151" y="53340"/>
                </a:lnTo>
                <a:lnTo>
                  <a:pt x="172199" y="53340"/>
                </a:lnTo>
                <a:lnTo>
                  <a:pt x="172199" y="36576"/>
                </a:lnTo>
                <a:lnTo>
                  <a:pt x="172199" y="0"/>
                </a:lnTo>
                <a:close/>
              </a:path>
              <a:path extrusionOk="0" h="675640" w="175260">
                <a:moveTo>
                  <a:pt x="172212" y="621792"/>
                </a:moveTo>
                <a:lnTo>
                  <a:pt x="169164" y="621792"/>
                </a:lnTo>
                <a:lnTo>
                  <a:pt x="169164" y="630936"/>
                </a:lnTo>
                <a:lnTo>
                  <a:pt x="163068" y="637032"/>
                </a:lnTo>
                <a:lnTo>
                  <a:pt x="160020" y="638556"/>
                </a:lnTo>
                <a:lnTo>
                  <a:pt x="109728" y="638556"/>
                </a:lnTo>
                <a:lnTo>
                  <a:pt x="0" y="638556"/>
                </a:lnTo>
                <a:lnTo>
                  <a:pt x="0" y="643128"/>
                </a:lnTo>
                <a:lnTo>
                  <a:pt x="13716" y="675132"/>
                </a:lnTo>
                <a:lnTo>
                  <a:pt x="16764" y="673608"/>
                </a:lnTo>
                <a:lnTo>
                  <a:pt x="15240" y="670560"/>
                </a:lnTo>
                <a:lnTo>
                  <a:pt x="15240" y="662940"/>
                </a:lnTo>
                <a:lnTo>
                  <a:pt x="16764" y="661416"/>
                </a:lnTo>
                <a:lnTo>
                  <a:pt x="16764" y="659892"/>
                </a:lnTo>
                <a:lnTo>
                  <a:pt x="19812" y="659892"/>
                </a:lnTo>
                <a:lnTo>
                  <a:pt x="22860" y="658368"/>
                </a:lnTo>
                <a:lnTo>
                  <a:pt x="160020" y="658368"/>
                </a:lnTo>
                <a:lnTo>
                  <a:pt x="163068" y="659892"/>
                </a:lnTo>
                <a:lnTo>
                  <a:pt x="164592" y="661416"/>
                </a:lnTo>
                <a:lnTo>
                  <a:pt x="166116" y="661416"/>
                </a:lnTo>
                <a:lnTo>
                  <a:pt x="166116" y="662940"/>
                </a:lnTo>
                <a:lnTo>
                  <a:pt x="167640" y="665988"/>
                </a:lnTo>
                <a:lnTo>
                  <a:pt x="169164" y="670560"/>
                </a:lnTo>
                <a:lnTo>
                  <a:pt x="169164" y="675132"/>
                </a:lnTo>
                <a:lnTo>
                  <a:pt x="172212" y="675132"/>
                </a:lnTo>
                <a:lnTo>
                  <a:pt x="172212" y="658368"/>
                </a:lnTo>
                <a:lnTo>
                  <a:pt x="172212" y="621792"/>
                </a:lnTo>
                <a:close/>
              </a:path>
              <a:path extrusionOk="0" h="675640" w="175260">
                <a:moveTo>
                  <a:pt x="172212" y="553212"/>
                </a:moveTo>
                <a:lnTo>
                  <a:pt x="166116" y="553212"/>
                </a:lnTo>
                <a:lnTo>
                  <a:pt x="166116" y="560832"/>
                </a:lnTo>
                <a:lnTo>
                  <a:pt x="164592" y="562356"/>
                </a:lnTo>
                <a:lnTo>
                  <a:pt x="164592" y="565404"/>
                </a:lnTo>
                <a:lnTo>
                  <a:pt x="161544" y="568452"/>
                </a:lnTo>
                <a:lnTo>
                  <a:pt x="160020" y="573024"/>
                </a:lnTo>
                <a:lnTo>
                  <a:pt x="156972" y="574548"/>
                </a:lnTo>
                <a:lnTo>
                  <a:pt x="149352" y="580644"/>
                </a:lnTo>
                <a:lnTo>
                  <a:pt x="103632" y="618744"/>
                </a:lnTo>
                <a:lnTo>
                  <a:pt x="85496" y="597408"/>
                </a:lnTo>
                <a:lnTo>
                  <a:pt x="77724" y="588264"/>
                </a:lnTo>
                <a:lnTo>
                  <a:pt x="68580" y="579120"/>
                </a:lnTo>
                <a:lnTo>
                  <a:pt x="65532" y="569976"/>
                </a:lnTo>
                <a:lnTo>
                  <a:pt x="64008" y="563880"/>
                </a:lnTo>
                <a:lnTo>
                  <a:pt x="64008" y="557784"/>
                </a:lnTo>
                <a:lnTo>
                  <a:pt x="60960" y="557784"/>
                </a:lnTo>
                <a:lnTo>
                  <a:pt x="60960" y="605028"/>
                </a:lnTo>
                <a:lnTo>
                  <a:pt x="64008" y="605028"/>
                </a:lnTo>
                <a:lnTo>
                  <a:pt x="64008" y="601980"/>
                </a:lnTo>
                <a:lnTo>
                  <a:pt x="65532" y="600456"/>
                </a:lnTo>
                <a:lnTo>
                  <a:pt x="65532" y="598932"/>
                </a:lnTo>
                <a:lnTo>
                  <a:pt x="67056" y="597408"/>
                </a:lnTo>
                <a:lnTo>
                  <a:pt x="73152" y="597408"/>
                </a:lnTo>
                <a:lnTo>
                  <a:pt x="74676" y="598932"/>
                </a:lnTo>
                <a:lnTo>
                  <a:pt x="79248" y="601980"/>
                </a:lnTo>
                <a:lnTo>
                  <a:pt x="83820" y="608076"/>
                </a:lnTo>
                <a:lnTo>
                  <a:pt x="109728" y="638556"/>
                </a:lnTo>
                <a:lnTo>
                  <a:pt x="133667" y="618744"/>
                </a:lnTo>
                <a:lnTo>
                  <a:pt x="153924" y="601980"/>
                </a:lnTo>
                <a:lnTo>
                  <a:pt x="158496" y="598932"/>
                </a:lnTo>
                <a:lnTo>
                  <a:pt x="161544" y="597408"/>
                </a:lnTo>
                <a:lnTo>
                  <a:pt x="166116" y="597408"/>
                </a:lnTo>
                <a:lnTo>
                  <a:pt x="169164" y="600456"/>
                </a:lnTo>
                <a:lnTo>
                  <a:pt x="169164" y="605028"/>
                </a:lnTo>
                <a:lnTo>
                  <a:pt x="172212" y="605028"/>
                </a:lnTo>
                <a:lnTo>
                  <a:pt x="172212" y="597408"/>
                </a:lnTo>
                <a:lnTo>
                  <a:pt x="172212" y="553212"/>
                </a:lnTo>
                <a:close/>
              </a:path>
              <a:path extrusionOk="0" h="675640" w="175260">
                <a:moveTo>
                  <a:pt x="175247" y="365760"/>
                </a:moveTo>
                <a:lnTo>
                  <a:pt x="167627" y="336804"/>
                </a:lnTo>
                <a:lnTo>
                  <a:pt x="167627" y="352044"/>
                </a:lnTo>
                <a:lnTo>
                  <a:pt x="167627" y="359664"/>
                </a:lnTo>
                <a:lnTo>
                  <a:pt x="140563" y="389572"/>
                </a:lnTo>
                <a:lnTo>
                  <a:pt x="108191" y="394716"/>
                </a:lnTo>
                <a:lnTo>
                  <a:pt x="100723" y="394436"/>
                </a:lnTo>
                <a:lnTo>
                  <a:pt x="94094" y="393573"/>
                </a:lnTo>
                <a:lnTo>
                  <a:pt x="88049" y="392150"/>
                </a:lnTo>
                <a:lnTo>
                  <a:pt x="82283" y="390144"/>
                </a:lnTo>
                <a:lnTo>
                  <a:pt x="76187" y="388620"/>
                </a:lnTo>
                <a:lnTo>
                  <a:pt x="68567" y="381000"/>
                </a:lnTo>
                <a:lnTo>
                  <a:pt x="65519" y="371856"/>
                </a:lnTo>
                <a:lnTo>
                  <a:pt x="65620" y="358025"/>
                </a:lnTo>
                <a:lnTo>
                  <a:pt x="109435" y="334594"/>
                </a:lnTo>
                <a:lnTo>
                  <a:pt x="123431" y="333756"/>
                </a:lnTo>
                <a:lnTo>
                  <a:pt x="134912" y="334098"/>
                </a:lnTo>
                <a:lnTo>
                  <a:pt x="167627" y="352044"/>
                </a:lnTo>
                <a:lnTo>
                  <a:pt x="167627" y="336804"/>
                </a:lnTo>
                <a:lnTo>
                  <a:pt x="129527" y="312420"/>
                </a:lnTo>
                <a:lnTo>
                  <a:pt x="114287" y="310896"/>
                </a:lnTo>
                <a:lnTo>
                  <a:pt x="104267" y="311734"/>
                </a:lnTo>
                <a:lnTo>
                  <a:pt x="68186" y="331660"/>
                </a:lnTo>
                <a:lnTo>
                  <a:pt x="57899" y="364236"/>
                </a:lnTo>
                <a:lnTo>
                  <a:pt x="58026" y="365760"/>
                </a:lnTo>
                <a:lnTo>
                  <a:pt x="58140" y="367144"/>
                </a:lnTo>
                <a:lnTo>
                  <a:pt x="80314" y="406006"/>
                </a:lnTo>
                <a:lnTo>
                  <a:pt x="117335" y="417576"/>
                </a:lnTo>
                <a:lnTo>
                  <a:pt x="127584" y="416750"/>
                </a:lnTo>
                <a:lnTo>
                  <a:pt x="164325" y="397052"/>
                </a:lnTo>
                <a:lnTo>
                  <a:pt x="165887" y="394716"/>
                </a:lnTo>
                <a:lnTo>
                  <a:pt x="170484" y="387858"/>
                </a:lnTo>
                <a:lnTo>
                  <a:pt x="174091" y="377532"/>
                </a:lnTo>
                <a:lnTo>
                  <a:pt x="174117" y="377190"/>
                </a:lnTo>
                <a:lnTo>
                  <a:pt x="175247" y="365760"/>
                </a:lnTo>
                <a:close/>
              </a:path>
              <a:path extrusionOk="0" h="675640" w="175260">
                <a:moveTo>
                  <a:pt x="175260" y="173736"/>
                </a:moveTo>
                <a:lnTo>
                  <a:pt x="79248" y="140208"/>
                </a:lnTo>
                <a:lnTo>
                  <a:pt x="70104" y="137160"/>
                </a:lnTo>
                <a:lnTo>
                  <a:pt x="65532" y="131064"/>
                </a:lnTo>
                <a:lnTo>
                  <a:pt x="64008" y="124968"/>
                </a:lnTo>
                <a:lnTo>
                  <a:pt x="60960" y="124968"/>
                </a:lnTo>
                <a:lnTo>
                  <a:pt x="60960" y="158496"/>
                </a:lnTo>
                <a:lnTo>
                  <a:pt x="64008" y="158496"/>
                </a:lnTo>
                <a:lnTo>
                  <a:pt x="64008" y="152400"/>
                </a:lnTo>
                <a:lnTo>
                  <a:pt x="65532" y="149352"/>
                </a:lnTo>
                <a:lnTo>
                  <a:pt x="65532" y="146304"/>
                </a:lnTo>
                <a:lnTo>
                  <a:pt x="67056" y="144780"/>
                </a:lnTo>
                <a:lnTo>
                  <a:pt x="73152" y="144780"/>
                </a:lnTo>
                <a:lnTo>
                  <a:pt x="77724" y="146304"/>
                </a:lnTo>
                <a:lnTo>
                  <a:pt x="82296" y="149352"/>
                </a:lnTo>
                <a:lnTo>
                  <a:pt x="143256" y="170688"/>
                </a:lnTo>
                <a:lnTo>
                  <a:pt x="79248" y="199644"/>
                </a:lnTo>
                <a:lnTo>
                  <a:pt x="68580" y="199644"/>
                </a:lnTo>
                <a:lnTo>
                  <a:pt x="67056" y="198120"/>
                </a:lnTo>
                <a:lnTo>
                  <a:pt x="64008" y="192024"/>
                </a:lnTo>
                <a:lnTo>
                  <a:pt x="64008" y="187452"/>
                </a:lnTo>
                <a:lnTo>
                  <a:pt x="60960" y="187452"/>
                </a:lnTo>
                <a:lnTo>
                  <a:pt x="60960" y="237744"/>
                </a:lnTo>
                <a:lnTo>
                  <a:pt x="64008" y="237744"/>
                </a:lnTo>
                <a:lnTo>
                  <a:pt x="64008" y="233172"/>
                </a:lnTo>
                <a:lnTo>
                  <a:pt x="65532" y="230124"/>
                </a:lnTo>
                <a:lnTo>
                  <a:pt x="65532" y="228600"/>
                </a:lnTo>
                <a:lnTo>
                  <a:pt x="71628" y="222504"/>
                </a:lnTo>
                <a:lnTo>
                  <a:pt x="77724" y="220980"/>
                </a:lnTo>
                <a:lnTo>
                  <a:pt x="92964" y="213360"/>
                </a:lnTo>
                <a:lnTo>
                  <a:pt x="144780" y="239268"/>
                </a:lnTo>
                <a:lnTo>
                  <a:pt x="80772" y="263652"/>
                </a:lnTo>
                <a:lnTo>
                  <a:pt x="77724" y="265176"/>
                </a:lnTo>
                <a:lnTo>
                  <a:pt x="67056" y="265176"/>
                </a:lnTo>
                <a:lnTo>
                  <a:pt x="67056" y="263652"/>
                </a:lnTo>
                <a:lnTo>
                  <a:pt x="65532" y="262128"/>
                </a:lnTo>
                <a:lnTo>
                  <a:pt x="64008" y="259080"/>
                </a:lnTo>
                <a:lnTo>
                  <a:pt x="64008" y="254508"/>
                </a:lnTo>
                <a:lnTo>
                  <a:pt x="60960" y="254508"/>
                </a:lnTo>
                <a:lnTo>
                  <a:pt x="60960" y="301752"/>
                </a:lnTo>
                <a:lnTo>
                  <a:pt x="64008" y="301752"/>
                </a:lnTo>
                <a:lnTo>
                  <a:pt x="65532" y="297180"/>
                </a:lnTo>
                <a:lnTo>
                  <a:pt x="68580" y="291084"/>
                </a:lnTo>
                <a:lnTo>
                  <a:pt x="71628" y="289560"/>
                </a:lnTo>
                <a:lnTo>
                  <a:pt x="76200" y="286512"/>
                </a:lnTo>
                <a:lnTo>
                  <a:pt x="82296" y="284988"/>
                </a:lnTo>
                <a:lnTo>
                  <a:pt x="175260" y="248412"/>
                </a:lnTo>
                <a:lnTo>
                  <a:pt x="175260" y="245364"/>
                </a:lnTo>
                <a:lnTo>
                  <a:pt x="102108" y="210312"/>
                </a:lnTo>
                <a:lnTo>
                  <a:pt x="175260" y="179832"/>
                </a:lnTo>
                <a:lnTo>
                  <a:pt x="175260" y="1737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12" name="Google Shape;712;p15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5327903" y="6886956"/>
            <a:ext cx="117348" cy="185928"/>
          </a:xfrm>
          <a:prstGeom prst="rect">
            <a:avLst/>
          </a:prstGeom>
          <a:noFill/>
          <a:ln>
            <a:noFill/>
          </a:ln>
        </p:spPr>
      </p:pic>
      <p:pic>
        <p:nvPicPr>
          <p:cNvPr id="713" name="Google Shape;713;p15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5269991" y="5608319"/>
            <a:ext cx="225552" cy="1199388"/>
          </a:xfrm>
          <a:prstGeom prst="rect">
            <a:avLst/>
          </a:prstGeom>
          <a:noFill/>
          <a:ln>
            <a:noFill/>
          </a:ln>
        </p:spPr>
      </p:pic>
      <p:pic>
        <p:nvPicPr>
          <p:cNvPr id="714" name="Google Shape;714;p15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5269991" y="4786884"/>
            <a:ext cx="225552" cy="751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715" name="Google Shape;715;p15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5269991" y="3735323"/>
            <a:ext cx="225552" cy="979931"/>
          </a:xfrm>
          <a:prstGeom prst="rect">
            <a:avLst/>
          </a:prstGeom>
          <a:noFill/>
          <a:ln>
            <a:noFill/>
          </a:ln>
        </p:spPr>
      </p:pic>
      <p:sp>
        <p:nvSpPr>
          <p:cNvPr id="716" name="Google Shape;716;p15"/>
          <p:cNvSpPr/>
          <p:nvPr/>
        </p:nvSpPr>
        <p:spPr>
          <a:xfrm>
            <a:off x="5269979" y="2944368"/>
            <a:ext cx="175895" cy="722630"/>
          </a:xfrm>
          <a:custGeom>
            <a:rect b="b" l="l" r="r" t="t"/>
            <a:pathLst>
              <a:path extrusionOk="0" h="722629" w="175895">
                <a:moveTo>
                  <a:pt x="24384" y="582168"/>
                </a:moveTo>
                <a:lnTo>
                  <a:pt x="21336" y="576072"/>
                </a:lnTo>
                <a:lnTo>
                  <a:pt x="15240" y="573024"/>
                </a:lnTo>
                <a:lnTo>
                  <a:pt x="9144" y="573024"/>
                </a:lnTo>
                <a:lnTo>
                  <a:pt x="3048" y="576072"/>
                </a:lnTo>
                <a:lnTo>
                  <a:pt x="0" y="582168"/>
                </a:lnTo>
                <a:lnTo>
                  <a:pt x="0" y="588264"/>
                </a:lnTo>
                <a:lnTo>
                  <a:pt x="3048" y="594360"/>
                </a:lnTo>
                <a:lnTo>
                  <a:pt x="9144" y="597408"/>
                </a:lnTo>
                <a:lnTo>
                  <a:pt x="15240" y="597408"/>
                </a:lnTo>
                <a:lnTo>
                  <a:pt x="21336" y="594360"/>
                </a:lnTo>
                <a:lnTo>
                  <a:pt x="24384" y="588264"/>
                </a:lnTo>
                <a:lnTo>
                  <a:pt x="24384" y="582168"/>
                </a:lnTo>
                <a:close/>
              </a:path>
              <a:path extrusionOk="0" h="722629" w="175895">
                <a:moveTo>
                  <a:pt x="24384" y="198120"/>
                </a:moveTo>
                <a:lnTo>
                  <a:pt x="22860" y="195072"/>
                </a:lnTo>
                <a:lnTo>
                  <a:pt x="18288" y="190500"/>
                </a:lnTo>
                <a:lnTo>
                  <a:pt x="15240" y="188976"/>
                </a:lnTo>
                <a:lnTo>
                  <a:pt x="9144" y="188976"/>
                </a:lnTo>
                <a:lnTo>
                  <a:pt x="6096" y="190500"/>
                </a:lnTo>
                <a:lnTo>
                  <a:pt x="1524" y="195072"/>
                </a:lnTo>
                <a:lnTo>
                  <a:pt x="0" y="198120"/>
                </a:lnTo>
                <a:lnTo>
                  <a:pt x="0" y="205740"/>
                </a:lnTo>
                <a:lnTo>
                  <a:pt x="1524" y="207264"/>
                </a:lnTo>
                <a:lnTo>
                  <a:pt x="3048" y="210312"/>
                </a:lnTo>
                <a:lnTo>
                  <a:pt x="6096" y="213360"/>
                </a:lnTo>
                <a:lnTo>
                  <a:pt x="18288" y="213360"/>
                </a:lnTo>
                <a:lnTo>
                  <a:pt x="21336" y="210312"/>
                </a:lnTo>
                <a:lnTo>
                  <a:pt x="24384" y="204216"/>
                </a:lnTo>
                <a:lnTo>
                  <a:pt x="24384" y="198120"/>
                </a:lnTo>
                <a:close/>
              </a:path>
              <a:path extrusionOk="0" h="722629" w="175895">
                <a:moveTo>
                  <a:pt x="68592" y="86868"/>
                </a:moveTo>
                <a:lnTo>
                  <a:pt x="41732" y="58483"/>
                </a:lnTo>
                <a:lnTo>
                  <a:pt x="28968" y="56388"/>
                </a:lnTo>
                <a:lnTo>
                  <a:pt x="22872" y="56388"/>
                </a:lnTo>
                <a:lnTo>
                  <a:pt x="16776" y="57912"/>
                </a:lnTo>
                <a:lnTo>
                  <a:pt x="12204" y="62484"/>
                </a:lnTo>
                <a:lnTo>
                  <a:pt x="6108" y="67056"/>
                </a:lnTo>
                <a:lnTo>
                  <a:pt x="4584" y="71628"/>
                </a:lnTo>
                <a:lnTo>
                  <a:pt x="4584" y="80772"/>
                </a:lnTo>
                <a:lnTo>
                  <a:pt x="6108" y="85344"/>
                </a:lnTo>
                <a:lnTo>
                  <a:pt x="12204" y="91440"/>
                </a:lnTo>
                <a:lnTo>
                  <a:pt x="15252" y="92964"/>
                </a:lnTo>
                <a:lnTo>
                  <a:pt x="22872" y="92964"/>
                </a:lnTo>
                <a:lnTo>
                  <a:pt x="28968" y="89916"/>
                </a:lnTo>
                <a:lnTo>
                  <a:pt x="32016" y="83820"/>
                </a:lnTo>
                <a:lnTo>
                  <a:pt x="32016" y="76200"/>
                </a:lnTo>
                <a:lnTo>
                  <a:pt x="30492" y="74676"/>
                </a:lnTo>
                <a:lnTo>
                  <a:pt x="30492" y="68580"/>
                </a:lnTo>
                <a:lnTo>
                  <a:pt x="32016" y="68580"/>
                </a:lnTo>
                <a:lnTo>
                  <a:pt x="33540" y="67056"/>
                </a:lnTo>
                <a:lnTo>
                  <a:pt x="42684" y="67056"/>
                </a:lnTo>
                <a:lnTo>
                  <a:pt x="45732" y="68580"/>
                </a:lnTo>
                <a:lnTo>
                  <a:pt x="50304" y="70104"/>
                </a:lnTo>
                <a:lnTo>
                  <a:pt x="54876" y="73152"/>
                </a:lnTo>
                <a:lnTo>
                  <a:pt x="57924" y="79248"/>
                </a:lnTo>
                <a:lnTo>
                  <a:pt x="62496" y="86868"/>
                </a:lnTo>
                <a:lnTo>
                  <a:pt x="68592" y="86868"/>
                </a:lnTo>
                <a:close/>
              </a:path>
              <a:path extrusionOk="0" h="722629" w="175895">
                <a:moveTo>
                  <a:pt x="68592" y="30480"/>
                </a:moveTo>
                <a:lnTo>
                  <a:pt x="65773" y="23914"/>
                </a:lnTo>
                <a:lnTo>
                  <a:pt x="62115" y="17907"/>
                </a:lnTo>
                <a:lnTo>
                  <a:pt x="57873" y="12484"/>
                </a:lnTo>
                <a:lnTo>
                  <a:pt x="56184" y="10668"/>
                </a:lnTo>
                <a:lnTo>
                  <a:pt x="53352" y="7620"/>
                </a:lnTo>
                <a:lnTo>
                  <a:pt x="47612" y="4508"/>
                </a:lnTo>
                <a:lnTo>
                  <a:pt x="41732" y="2095"/>
                </a:lnTo>
                <a:lnTo>
                  <a:pt x="35560" y="558"/>
                </a:lnTo>
                <a:lnTo>
                  <a:pt x="28968" y="0"/>
                </a:lnTo>
                <a:lnTo>
                  <a:pt x="22872" y="0"/>
                </a:lnTo>
                <a:lnTo>
                  <a:pt x="16776" y="1524"/>
                </a:lnTo>
                <a:lnTo>
                  <a:pt x="7632" y="10668"/>
                </a:lnTo>
                <a:lnTo>
                  <a:pt x="4584" y="15240"/>
                </a:lnTo>
                <a:lnTo>
                  <a:pt x="4584" y="25908"/>
                </a:lnTo>
                <a:lnTo>
                  <a:pt x="6108" y="28956"/>
                </a:lnTo>
                <a:lnTo>
                  <a:pt x="12204" y="35052"/>
                </a:lnTo>
                <a:lnTo>
                  <a:pt x="15252" y="36576"/>
                </a:lnTo>
                <a:lnTo>
                  <a:pt x="22872" y="36576"/>
                </a:lnTo>
                <a:lnTo>
                  <a:pt x="25920" y="35052"/>
                </a:lnTo>
                <a:lnTo>
                  <a:pt x="27444" y="32004"/>
                </a:lnTo>
                <a:lnTo>
                  <a:pt x="30492" y="30480"/>
                </a:lnTo>
                <a:lnTo>
                  <a:pt x="32016" y="27432"/>
                </a:lnTo>
                <a:lnTo>
                  <a:pt x="32016" y="21336"/>
                </a:lnTo>
                <a:lnTo>
                  <a:pt x="30492" y="18288"/>
                </a:lnTo>
                <a:lnTo>
                  <a:pt x="30492" y="12192"/>
                </a:lnTo>
                <a:lnTo>
                  <a:pt x="32016" y="12192"/>
                </a:lnTo>
                <a:lnTo>
                  <a:pt x="32016" y="10668"/>
                </a:lnTo>
                <a:lnTo>
                  <a:pt x="42684" y="10668"/>
                </a:lnTo>
                <a:lnTo>
                  <a:pt x="62496" y="30480"/>
                </a:lnTo>
                <a:lnTo>
                  <a:pt x="68592" y="30480"/>
                </a:lnTo>
                <a:close/>
              </a:path>
              <a:path extrusionOk="0" h="722629" w="175895">
                <a:moveTo>
                  <a:pt x="172212" y="557784"/>
                </a:moveTo>
                <a:lnTo>
                  <a:pt x="169164" y="557784"/>
                </a:lnTo>
                <a:lnTo>
                  <a:pt x="169164" y="566928"/>
                </a:lnTo>
                <a:lnTo>
                  <a:pt x="164592" y="571500"/>
                </a:lnTo>
                <a:lnTo>
                  <a:pt x="161544" y="573024"/>
                </a:lnTo>
                <a:lnTo>
                  <a:pt x="160020" y="574548"/>
                </a:lnTo>
                <a:lnTo>
                  <a:pt x="57912" y="574548"/>
                </a:lnTo>
                <a:lnTo>
                  <a:pt x="57912" y="580644"/>
                </a:lnTo>
                <a:lnTo>
                  <a:pt x="71628" y="612648"/>
                </a:lnTo>
                <a:lnTo>
                  <a:pt x="74676" y="611124"/>
                </a:lnTo>
                <a:lnTo>
                  <a:pt x="73152" y="608076"/>
                </a:lnTo>
                <a:lnTo>
                  <a:pt x="73152" y="598932"/>
                </a:lnTo>
                <a:lnTo>
                  <a:pt x="74676" y="597408"/>
                </a:lnTo>
                <a:lnTo>
                  <a:pt x="77724" y="595884"/>
                </a:lnTo>
                <a:lnTo>
                  <a:pt x="80772" y="595884"/>
                </a:lnTo>
                <a:lnTo>
                  <a:pt x="83820" y="594360"/>
                </a:lnTo>
                <a:lnTo>
                  <a:pt x="160020" y="594360"/>
                </a:lnTo>
                <a:lnTo>
                  <a:pt x="161544" y="595884"/>
                </a:lnTo>
                <a:lnTo>
                  <a:pt x="164592" y="597408"/>
                </a:lnTo>
                <a:lnTo>
                  <a:pt x="169164" y="601980"/>
                </a:lnTo>
                <a:lnTo>
                  <a:pt x="169164" y="611124"/>
                </a:lnTo>
                <a:lnTo>
                  <a:pt x="172212" y="611124"/>
                </a:lnTo>
                <a:lnTo>
                  <a:pt x="172212" y="594360"/>
                </a:lnTo>
                <a:lnTo>
                  <a:pt x="172212" y="557784"/>
                </a:lnTo>
                <a:close/>
              </a:path>
              <a:path extrusionOk="0" h="722629" w="175895">
                <a:moveTo>
                  <a:pt x="172212" y="495300"/>
                </a:moveTo>
                <a:lnTo>
                  <a:pt x="169164" y="495300"/>
                </a:lnTo>
                <a:lnTo>
                  <a:pt x="169164" y="501396"/>
                </a:lnTo>
                <a:lnTo>
                  <a:pt x="164592" y="510540"/>
                </a:lnTo>
                <a:lnTo>
                  <a:pt x="163068" y="512064"/>
                </a:lnTo>
                <a:lnTo>
                  <a:pt x="156972" y="515112"/>
                </a:lnTo>
                <a:lnTo>
                  <a:pt x="92964" y="515112"/>
                </a:lnTo>
                <a:lnTo>
                  <a:pt x="85344" y="512064"/>
                </a:lnTo>
                <a:lnTo>
                  <a:pt x="80772" y="507492"/>
                </a:lnTo>
                <a:lnTo>
                  <a:pt x="76200" y="504444"/>
                </a:lnTo>
                <a:lnTo>
                  <a:pt x="74676" y="501396"/>
                </a:lnTo>
                <a:lnTo>
                  <a:pt x="74676" y="496824"/>
                </a:lnTo>
                <a:lnTo>
                  <a:pt x="77724" y="490728"/>
                </a:lnTo>
                <a:lnTo>
                  <a:pt x="80772" y="487680"/>
                </a:lnTo>
                <a:lnTo>
                  <a:pt x="82296" y="483108"/>
                </a:lnTo>
                <a:lnTo>
                  <a:pt x="82296" y="478536"/>
                </a:lnTo>
                <a:lnTo>
                  <a:pt x="80772" y="475488"/>
                </a:lnTo>
                <a:lnTo>
                  <a:pt x="79248" y="473964"/>
                </a:lnTo>
                <a:lnTo>
                  <a:pt x="76200" y="472440"/>
                </a:lnTo>
                <a:lnTo>
                  <a:pt x="74676" y="470916"/>
                </a:lnTo>
                <a:lnTo>
                  <a:pt x="67056" y="470916"/>
                </a:lnTo>
                <a:lnTo>
                  <a:pt x="64008" y="472440"/>
                </a:lnTo>
                <a:lnTo>
                  <a:pt x="62484" y="475488"/>
                </a:lnTo>
                <a:lnTo>
                  <a:pt x="59436" y="478536"/>
                </a:lnTo>
                <a:lnTo>
                  <a:pt x="57912" y="481584"/>
                </a:lnTo>
                <a:lnTo>
                  <a:pt x="57912" y="486156"/>
                </a:lnTo>
                <a:lnTo>
                  <a:pt x="59372" y="493903"/>
                </a:lnTo>
                <a:lnTo>
                  <a:pt x="63817" y="501205"/>
                </a:lnTo>
                <a:lnTo>
                  <a:pt x="71424" y="508241"/>
                </a:lnTo>
                <a:lnTo>
                  <a:pt x="82296" y="515112"/>
                </a:lnTo>
                <a:lnTo>
                  <a:pt x="57912" y="515112"/>
                </a:lnTo>
                <a:lnTo>
                  <a:pt x="57912" y="521208"/>
                </a:lnTo>
                <a:lnTo>
                  <a:pt x="71628" y="553212"/>
                </a:lnTo>
                <a:lnTo>
                  <a:pt x="74676" y="551688"/>
                </a:lnTo>
                <a:lnTo>
                  <a:pt x="73152" y="548640"/>
                </a:lnTo>
                <a:lnTo>
                  <a:pt x="73152" y="539496"/>
                </a:lnTo>
                <a:lnTo>
                  <a:pt x="74676" y="539496"/>
                </a:lnTo>
                <a:lnTo>
                  <a:pt x="77724" y="536448"/>
                </a:lnTo>
                <a:lnTo>
                  <a:pt x="80772" y="536448"/>
                </a:lnTo>
                <a:lnTo>
                  <a:pt x="82296" y="534924"/>
                </a:lnTo>
                <a:lnTo>
                  <a:pt x="158496" y="534924"/>
                </a:lnTo>
                <a:lnTo>
                  <a:pt x="160020" y="536448"/>
                </a:lnTo>
                <a:lnTo>
                  <a:pt x="163068" y="536448"/>
                </a:lnTo>
                <a:lnTo>
                  <a:pt x="166116" y="539496"/>
                </a:lnTo>
                <a:lnTo>
                  <a:pt x="167640" y="542544"/>
                </a:lnTo>
                <a:lnTo>
                  <a:pt x="169164" y="547116"/>
                </a:lnTo>
                <a:lnTo>
                  <a:pt x="169164" y="551688"/>
                </a:lnTo>
                <a:lnTo>
                  <a:pt x="172212" y="551688"/>
                </a:lnTo>
                <a:lnTo>
                  <a:pt x="172212" y="495300"/>
                </a:lnTo>
                <a:close/>
              </a:path>
              <a:path extrusionOk="0" h="722629" w="175895">
                <a:moveTo>
                  <a:pt x="172212" y="173736"/>
                </a:moveTo>
                <a:lnTo>
                  <a:pt x="169164" y="173736"/>
                </a:lnTo>
                <a:lnTo>
                  <a:pt x="169164" y="182880"/>
                </a:lnTo>
                <a:lnTo>
                  <a:pt x="167640" y="184404"/>
                </a:lnTo>
                <a:lnTo>
                  <a:pt x="166116" y="187452"/>
                </a:lnTo>
                <a:lnTo>
                  <a:pt x="164592" y="188976"/>
                </a:lnTo>
                <a:lnTo>
                  <a:pt x="161544" y="188976"/>
                </a:lnTo>
                <a:lnTo>
                  <a:pt x="160020" y="190500"/>
                </a:lnTo>
                <a:lnTo>
                  <a:pt x="57912" y="190500"/>
                </a:lnTo>
                <a:lnTo>
                  <a:pt x="57912" y="196596"/>
                </a:lnTo>
                <a:lnTo>
                  <a:pt x="71628" y="228600"/>
                </a:lnTo>
                <a:lnTo>
                  <a:pt x="74676" y="227076"/>
                </a:lnTo>
                <a:lnTo>
                  <a:pt x="73152" y="224028"/>
                </a:lnTo>
                <a:lnTo>
                  <a:pt x="73152" y="214884"/>
                </a:lnTo>
                <a:lnTo>
                  <a:pt x="74676" y="214884"/>
                </a:lnTo>
                <a:lnTo>
                  <a:pt x="74676" y="213360"/>
                </a:lnTo>
                <a:lnTo>
                  <a:pt x="77724" y="211836"/>
                </a:lnTo>
                <a:lnTo>
                  <a:pt x="83820" y="211836"/>
                </a:lnTo>
                <a:lnTo>
                  <a:pt x="91440" y="210312"/>
                </a:lnTo>
                <a:lnTo>
                  <a:pt x="155448" y="210312"/>
                </a:lnTo>
                <a:lnTo>
                  <a:pt x="160020" y="211836"/>
                </a:lnTo>
                <a:lnTo>
                  <a:pt x="161544" y="211836"/>
                </a:lnTo>
                <a:lnTo>
                  <a:pt x="164592" y="213360"/>
                </a:lnTo>
                <a:lnTo>
                  <a:pt x="169164" y="217932"/>
                </a:lnTo>
                <a:lnTo>
                  <a:pt x="169164" y="227076"/>
                </a:lnTo>
                <a:lnTo>
                  <a:pt x="172212" y="227076"/>
                </a:lnTo>
                <a:lnTo>
                  <a:pt x="172212" y="210312"/>
                </a:lnTo>
                <a:lnTo>
                  <a:pt x="172212" y="173736"/>
                </a:lnTo>
                <a:close/>
              </a:path>
              <a:path extrusionOk="0" h="722629" w="175895">
                <a:moveTo>
                  <a:pt x="175260" y="676656"/>
                </a:moveTo>
                <a:lnTo>
                  <a:pt x="156768" y="641413"/>
                </a:lnTo>
                <a:lnTo>
                  <a:pt x="129540" y="629412"/>
                </a:lnTo>
                <a:lnTo>
                  <a:pt x="128016" y="632460"/>
                </a:lnTo>
                <a:lnTo>
                  <a:pt x="137160" y="637032"/>
                </a:lnTo>
                <a:lnTo>
                  <a:pt x="144780" y="641604"/>
                </a:lnTo>
                <a:lnTo>
                  <a:pt x="147828" y="646176"/>
                </a:lnTo>
                <a:lnTo>
                  <a:pt x="152400" y="652272"/>
                </a:lnTo>
                <a:lnTo>
                  <a:pt x="155448" y="658368"/>
                </a:lnTo>
                <a:lnTo>
                  <a:pt x="155448" y="667512"/>
                </a:lnTo>
                <a:lnTo>
                  <a:pt x="154571" y="675208"/>
                </a:lnTo>
                <a:lnTo>
                  <a:pt x="123825" y="700278"/>
                </a:lnTo>
                <a:lnTo>
                  <a:pt x="105156" y="702564"/>
                </a:lnTo>
                <a:lnTo>
                  <a:pt x="96329" y="701992"/>
                </a:lnTo>
                <a:lnTo>
                  <a:pt x="65532" y="682752"/>
                </a:lnTo>
                <a:lnTo>
                  <a:pt x="65532" y="669036"/>
                </a:lnTo>
                <a:lnTo>
                  <a:pt x="68580" y="662940"/>
                </a:lnTo>
                <a:lnTo>
                  <a:pt x="71628" y="659892"/>
                </a:lnTo>
                <a:lnTo>
                  <a:pt x="74676" y="658368"/>
                </a:lnTo>
                <a:lnTo>
                  <a:pt x="85344" y="658368"/>
                </a:lnTo>
                <a:lnTo>
                  <a:pt x="88392" y="656844"/>
                </a:lnTo>
                <a:lnTo>
                  <a:pt x="89916" y="655320"/>
                </a:lnTo>
                <a:lnTo>
                  <a:pt x="92964" y="653796"/>
                </a:lnTo>
                <a:lnTo>
                  <a:pt x="94488" y="649224"/>
                </a:lnTo>
                <a:lnTo>
                  <a:pt x="94488" y="641604"/>
                </a:lnTo>
                <a:lnTo>
                  <a:pt x="92964" y="638556"/>
                </a:lnTo>
                <a:lnTo>
                  <a:pt x="89916" y="635508"/>
                </a:lnTo>
                <a:lnTo>
                  <a:pt x="86868" y="633984"/>
                </a:lnTo>
                <a:lnTo>
                  <a:pt x="77724" y="633984"/>
                </a:lnTo>
                <a:lnTo>
                  <a:pt x="71628" y="637032"/>
                </a:lnTo>
                <a:lnTo>
                  <a:pt x="67056" y="644652"/>
                </a:lnTo>
                <a:lnTo>
                  <a:pt x="63055" y="649782"/>
                </a:lnTo>
                <a:lnTo>
                  <a:pt x="60198" y="655891"/>
                </a:lnTo>
                <a:lnTo>
                  <a:pt x="58483" y="662876"/>
                </a:lnTo>
                <a:lnTo>
                  <a:pt x="57912" y="670560"/>
                </a:lnTo>
                <a:lnTo>
                  <a:pt x="59042" y="681418"/>
                </a:lnTo>
                <a:lnTo>
                  <a:pt x="83248" y="714019"/>
                </a:lnTo>
                <a:lnTo>
                  <a:pt x="115824" y="722376"/>
                </a:lnTo>
                <a:lnTo>
                  <a:pt x="128955" y="721525"/>
                </a:lnTo>
                <a:lnTo>
                  <a:pt x="166268" y="701522"/>
                </a:lnTo>
                <a:lnTo>
                  <a:pt x="174167" y="685520"/>
                </a:lnTo>
                <a:lnTo>
                  <a:pt x="175260" y="676656"/>
                </a:lnTo>
                <a:close/>
              </a:path>
              <a:path extrusionOk="0" h="722629" w="175895">
                <a:moveTo>
                  <a:pt x="175260" y="413004"/>
                </a:moveTo>
                <a:lnTo>
                  <a:pt x="156768" y="378650"/>
                </a:lnTo>
                <a:lnTo>
                  <a:pt x="129540" y="367284"/>
                </a:lnTo>
                <a:lnTo>
                  <a:pt x="128016" y="370332"/>
                </a:lnTo>
                <a:lnTo>
                  <a:pt x="137160" y="374904"/>
                </a:lnTo>
                <a:lnTo>
                  <a:pt x="144780" y="379476"/>
                </a:lnTo>
                <a:lnTo>
                  <a:pt x="147828" y="382524"/>
                </a:lnTo>
                <a:lnTo>
                  <a:pt x="152400" y="390144"/>
                </a:lnTo>
                <a:lnTo>
                  <a:pt x="155448" y="396240"/>
                </a:lnTo>
                <a:lnTo>
                  <a:pt x="155448" y="403860"/>
                </a:lnTo>
                <a:lnTo>
                  <a:pt x="132168" y="435292"/>
                </a:lnTo>
                <a:lnTo>
                  <a:pt x="105156" y="440436"/>
                </a:lnTo>
                <a:lnTo>
                  <a:pt x="96329" y="439864"/>
                </a:lnTo>
                <a:lnTo>
                  <a:pt x="65532" y="419100"/>
                </a:lnTo>
                <a:lnTo>
                  <a:pt x="65532" y="406908"/>
                </a:lnTo>
                <a:lnTo>
                  <a:pt x="68580" y="400812"/>
                </a:lnTo>
                <a:lnTo>
                  <a:pt x="71628" y="397764"/>
                </a:lnTo>
                <a:lnTo>
                  <a:pt x="74676" y="396240"/>
                </a:lnTo>
                <a:lnTo>
                  <a:pt x="80772" y="396240"/>
                </a:lnTo>
                <a:lnTo>
                  <a:pt x="85344" y="394716"/>
                </a:lnTo>
                <a:lnTo>
                  <a:pt x="88392" y="394716"/>
                </a:lnTo>
                <a:lnTo>
                  <a:pt x="92964" y="390144"/>
                </a:lnTo>
                <a:lnTo>
                  <a:pt x="94488" y="387096"/>
                </a:lnTo>
                <a:lnTo>
                  <a:pt x="94488" y="379476"/>
                </a:lnTo>
                <a:lnTo>
                  <a:pt x="92964" y="376428"/>
                </a:lnTo>
                <a:lnTo>
                  <a:pt x="89916" y="373380"/>
                </a:lnTo>
                <a:lnTo>
                  <a:pt x="86868" y="371856"/>
                </a:lnTo>
                <a:lnTo>
                  <a:pt x="77724" y="371856"/>
                </a:lnTo>
                <a:lnTo>
                  <a:pt x="71628" y="374904"/>
                </a:lnTo>
                <a:lnTo>
                  <a:pt x="67056" y="382524"/>
                </a:lnTo>
                <a:lnTo>
                  <a:pt x="63055" y="387654"/>
                </a:lnTo>
                <a:lnTo>
                  <a:pt x="60198" y="393763"/>
                </a:lnTo>
                <a:lnTo>
                  <a:pt x="58483" y="400748"/>
                </a:lnTo>
                <a:lnTo>
                  <a:pt x="57912" y="408432"/>
                </a:lnTo>
                <a:lnTo>
                  <a:pt x="59042" y="418439"/>
                </a:lnTo>
                <a:lnTo>
                  <a:pt x="83248" y="451891"/>
                </a:lnTo>
                <a:lnTo>
                  <a:pt x="115824" y="460248"/>
                </a:lnTo>
                <a:lnTo>
                  <a:pt x="128955" y="459397"/>
                </a:lnTo>
                <a:lnTo>
                  <a:pt x="166268" y="439369"/>
                </a:lnTo>
                <a:lnTo>
                  <a:pt x="174167" y="422744"/>
                </a:lnTo>
                <a:lnTo>
                  <a:pt x="175260" y="413004"/>
                </a:lnTo>
                <a:close/>
              </a:path>
              <a:path extrusionOk="0" h="722629" w="175895">
                <a:moveTo>
                  <a:pt x="175260" y="269748"/>
                </a:moveTo>
                <a:lnTo>
                  <a:pt x="161544" y="237744"/>
                </a:lnTo>
                <a:lnTo>
                  <a:pt x="158496" y="239268"/>
                </a:lnTo>
                <a:lnTo>
                  <a:pt x="160020" y="242316"/>
                </a:lnTo>
                <a:lnTo>
                  <a:pt x="160020" y="249936"/>
                </a:lnTo>
                <a:lnTo>
                  <a:pt x="155448" y="254508"/>
                </a:lnTo>
                <a:lnTo>
                  <a:pt x="149352" y="254508"/>
                </a:lnTo>
                <a:lnTo>
                  <a:pt x="141732" y="256032"/>
                </a:lnTo>
                <a:lnTo>
                  <a:pt x="60960" y="256032"/>
                </a:lnTo>
                <a:lnTo>
                  <a:pt x="60960" y="292608"/>
                </a:lnTo>
                <a:lnTo>
                  <a:pt x="64008" y="292608"/>
                </a:lnTo>
                <a:lnTo>
                  <a:pt x="64008" y="284988"/>
                </a:lnTo>
                <a:lnTo>
                  <a:pt x="65532" y="280416"/>
                </a:lnTo>
                <a:lnTo>
                  <a:pt x="68580" y="278892"/>
                </a:lnTo>
                <a:lnTo>
                  <a:pt x="70104" y="275844"/>
                </a:lnTo>
                <a:lnTo>
                  <a:pt x="144780" y="275844"/>
                </a:lnTo>
                <a:lnTo>
                  <a:pt x="150876" y="281940"/>
                </a:lnTo>
                <a:lnTo>
                  <a:pt x="156972" y="291084"/>
                </a:lnTo>
                <a:lnTo>
                  <a:pt x="160020" y="300228"/>
                </a:lnTo>
                <a:lnTo>
                  <a:pt x="160020" y="309372"/>
                </a:lnTo>
                <a:lnTo>
                  <a:pt x="158496" y="312420"/>
                </a:lnTo>
                <a:lnTo>
                  <a:pt x="155448" y="316992"/>
                </a:lnTo>
                <a:lnTo>
                  <a:pt x="152400" y="320040"/>
                </a:lnTo>
                <a:lnTo>
                  <a:pt x="144780" y="323088"/>
                </a:lnTo>
                <a:lnTo>
                  <a:pt x="60960" y="323088"/>
                </a:lnTo>
                <a:lnTo>
                  <a:pt x="60960" y="361188"/>
                </a:lnTo>
                <a:lnTo>
                  <a:pt x="64008" y="361188"/>
                </a:lnTo>
                <a:lnTo>
                  <a:pt x="64008" y="350520"/>
                </a:lnTo>
                <a:lnTo>
                  <a:pt x="65532" y="348996"/>
                </a:lnTo>
                <a:lnTo>
                  <a:pt x="67056" y="345948"/>
                </a:lnTo>
                <a:lnTo>
                  <a:pt x="68580" y="344424"/>
                </a:lnTo>
                <a:lnTo>
                  <a:pt x="70104" y="344424"/>
                </a:lnTo>
                <a:lnTo>
                  <a:pt x="73152" y="342900"/>
                </a:lnTo>
                <a:lnTo>
                  <a:pt x="141732" y="342900"/>
                </a:lnTo>
                <a:lnTo>
                  <a:pt x="150876" y="341376"/>
                </a:lnTo>
                <a:lnTo>
                  <a:pt x="155448" y="339852"/>
                </a:lnTo>
                <a:lnTo>
                  <a:pt x="161544" y="338328"/>
                </a:lnTo>
                <a:lnTo>
                  <a:pt x="166116" y="333756"/>
                </a:lnTo>
                <a:lnTo>
                  <a:pt x="169164" y="329184"/>
                </a:lnTo>
                <a:lnTo>
                  <a:pt x="173736" y="324612"/>
                </a:lnTo>
                <a:lnTo>
                  <a:pt x="175260" y="320040"/>
                </a:lnTo>
                <a:lnTo>
                  <a:pt x="175260" y="307848"/>
                </a:lnTo>
                <a:lnTo>
                  <a:pt x="173736" y="301752"/>
                </a:lnTo>
                <a:lnTo>
                  <a:pt x="170688" y="297180"/>
                </a:lnTo>
                <a:lnTo>
                  <a:pt x="168452" y="293204"/>
                </a:lnTo>
                <a:lnTo>
                  <a:pt x="164211" y="288226"/>
                </a:lnTo>
                <a:lnTo>
                  <a:pt x="158267" y="282397"/>
                </a:lnTo>
                <a:lnTo>
                  <a:pt x="150876" y="275844"/>
                </a:lnTo>
                <a:lnTo>
                  <a:pt x="175260" y="275844"/>
                </a:lnTo>
                <a:lnTo>
                  <a:pt x="175260" y="269748"/>
                </a:lnTo>
                <a:close/>
              </a:path>
              <a:path extrusionOk="0" h="722629" w="175895">
                <a:moveTo>
                  <a:pt x="175272" y="121920"/>
                </a:moveTo>
                <a:lnTo>
                  <a:pt x="173748" y="115824"/>
                </a:lnTo>
                <a:lnTo>
                  <a:pt x="169176" y="111252"/>
                </a:lnTo>
                <a:lnTo>
                  <a:pt x="164604" y="105156"/>
                </a:lnTo>
                <a:lnTo>
                  <a:pt x="158508" y="102108"/>
                </a:lnTo>
                <a:lnTo>
                  <a:pt x="150888" y="99060"/>
                </a:lnTo>
                <a:lnTo>
                  <a:pt x="150888" y="105156"/>
                </a:lnTo>
                <a:lnTo>
                  <a:pt x="153936" y="106680"/>
                </a:lnTo>
                <a:lnTo>
                  <a:pt x="155460" y="108204"/>
                </a:lnTo>
                <a:lnTo>
                  <a:pt x="156984" y="111252"/>
                </a:lnTo>
                <a:lnTo>
                  <a:pt x="158508" y="112776"/>
                </a:lnTo>
                <a:lnTo>
                  <a:pt x="160032" y="115824"/>
                </a:lnTo>
                <a:lnTo>
                  <a:pt x="160032" y="121920"/>
                </a:lnTo>
                <a:lnTo>
                  <a:pt x="153936" y="128016"/>
                </a:lnTo>
                <a:lnTo>
                  <a:pt x="149364" y="129540"/>
                </a:lnTo>
                <a:lnTo>
                  <a:pt x="68592" y="129540"/>
                </a:lnTo>
                <a:lnTo>
                  <a:pt x="68592" y="103632"/>
                </a:lnTo>
                <a:lnTo>
                  <a:pt x="60972" y="103632"/>
                </a:lnTo>
                <a:lnTo>
                  <a:pt x="60972" y="129540"/>
                </a:lnTo>
                <a:lnTo>
                  <a:pt x="24396" y="129540"/>
                </a:lnTo>
                <a:lnTo>
                  <a:pt x="24396" y="132588"/>
                </a:lnTo>
                <a:lnTo>
                  <a:pt x="32016" y="135636"/>
                </a:lnTo>
                <a:lnTo>
                  <a:pt x="41160" y="140208"/>
                </a:lnTo>
                <a:lnTo>
                  <a:pt x="47256" y="144780"/>
                </a:lnTo>
                <a:lnTo>
                  <a:pt x="51828" y="147828"/>
                </a:lnTo>
                <a:lnTo>
                  <a:pt x="56400" y="153924"/>
                </a:lnTo>
                <a:lnTo>
                  <a:pt x="60972" y="158496"/>
                </a:lnTo>
                <a:lnTo>
                  <a:pt x="62496" y="163068"/>
                </a:lnTo>
                <a:lnTo>
                  <a:pt x="65544" y="167640"/>
                </a:lnTo>
                <a:lnTo>
                  <a:pt x="68592" y="167640"/>
                </a:lnTo>
                <a:lnTo>
                  <a:pt x="68592" y="149352"/>
                </a:lnTo>
                <a:lnTo>
                  <a:pt x="152412" y="149352"/>
                </a:lnTo>
                <a:lnTo>
                  <a:pt x="158508" y="147828"/>
                </a:lnTo>
                <a:lnTo>
                  <a:pt x="167652" y="144780"/>
                </a:lnTo>
                <a:lnTo>
                  <a:pt x="169176" y="141732"/>
                </a:lnTo>
                <a:lnTo>
                  <a:pt x="172224" y="138684"/>
                </a:lnTo>
                <a:lnTo>
                  <a:pt x="173748" y="134112"/>
                </a:lnTo>
                <a:lnTo>
                  <a:pt x="175272" y="131064"/>
                </a:lnTo>
                <a:lnTo>
                  <a:pt x="175272" y="1219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" name="Google Shape;717;p15"/>
          <p:cNvGrpSpPr/>
          <p:nvPr/>
        </p:nvGrpSpPr>
        <p:grpSpPr>
          <a:xfrm>
            <a:off x="5269991" y="2100072"/>
            <a:ext cx="224029" cy="765047"/>
            <a:chOff x="5269991" y="2100072"/>
            <a:chExt cx="224029" cy="765047"/>
          </a:xfrm>
        </p:grpSpPr>
        <p:pic>
          <p:nvPicPr>
            <p:cNvPr id="718" name="Google Shape;718;p15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5269992" y="2618232"/>
              <a:ext cx="224028" cy="2468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9" name="Google Shape;719;p15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5274564" y="2490216"/>
              <a:ext cx="170687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0" name="Google Shape;720;p15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5269991" y="2154935"/>
              <a:ext cx="224028" cy="3139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1" name="Google Shape;721;p15"/>
            <p:cNvSpPr/>
            <p:nvPr/>
          </p:nvSpPr>
          <p:spPr>
            <a:xfrm>
              <a:off x="5417820" y="2100072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6764" y="27431"/>
                  </a:moveTo>
                  <a:lnTo>
                    <a:pt x="9144" y="27431"/>
                  </a:lnTo>
                  <a:lnTo>
                    <a:pt x="6096" y="25907"/>
                  </a:lnTo>
                  <a:lnTo>
                    <a:pt x="4572" y="22859"/>
                  </a:lnTo>
                  <a:lnTo>
                    <a:pt x="1524" y="19811"/>
                  </a:lnTo>
                  <a:lnTo>
                    <a:pt x="0" y="16763"/>
                  </a:lnTo>
                  <a:lnTo>
                    <a:pt x="0" y="9143"/>
                  </a:lnTo>
                  <a:lnTo>
                    <a:pt x="1524" y="6095"/>
                  </a:lnTo>
                  <a:lnTo>
                    <a:pt x="6096" y="1523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1336" y="1523"/>
                  </a:lnTo>
                  <a:lnTo>
                    <a:pt x="25908" y="6095"/>
                  </a:lnTo>
                  <a:lnTo>
                    <a:pt x="27432" y="9143"/>
                  </a:lnTo>
                  <a:lnTo>
                    <a:pt x="27432" y="16763"/>
                  </a:lnTo>
                  <a:lnTo>
                    <a:pt x="25908" y="19811"/>
                  </a:lnTo>
                  <a:lnTo>
                    <a:pt x="22860" y="22859"/>
                  </a:lnTo>
                  <a:lnTo>
                    <a:pt x="21336" y="25907"/>
                  </a:lnTo>
                  <a:lnTo>
                    <a:pt x="16764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" name="Google Shape;722;p15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723" name="Google Shape;723;p15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4" name="Google Shape;724;p15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25" name="Google Shape;725;p15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726" name="Google Shape;726;p15"/>
          <p:cNvPicPr preferRelativeResize="0"/>
          <p:nvPr/>
        </p:nvPicPr>
        <p:blipFill rotWithShape="1">
          <a:blip r:embed="rId91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727" name="Google Shape;727;p15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6655307" y="1801367"/>
            <a:ext cx="117348" cy="746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2" name="Google Shape;732;p16"/>
          <p:cNvGrpSpPr/>
          <p:nvPr/>
        </p:nvGrpSpPr>
        <p:grpSpPr>
          <a:xfrm>
            <a:off x="1431036" y="7316723"/>
            <a:ext cx="350520" cy="1064007"/>
            <a:chOff x="1431036" y="7316723"/>
            <a:chExt cx="350520" cy="1064007"/>
          </a:xfrm>
        </p:grpSpPr>
        <p:sp>
          <p:nvSpPr>
            <p:cNvPr id="733" name="Google Shape;733;p16"/>
            <p:cNvSpPr/>
            <p:nvPr/>
          </p:nvSpPr>
          <p:spPr>
            <a:xfrm>
              <a:off x="1431036" y="7680960"/>
              <a:ext cx="350520" cy="699770"/>
            </a:xfrm>
            <a:custGeom>
              <a:rect b="b" l="l" r="r" t="t"/>
              <a:pathLst>
                <a:path extrusionOk="0" h="699770" w="350519">
                  <a:moveTo>
                    <a:pt x="342900" y="0"/>
                  </a:moveTo>
                  <a:lnTo>
                    <a:pt x="335280" y="0"/>
                  </a:lnTo>
                  <a:lnTo>
                    <a:pt x="335280" y="16764"/>
                  </a:lnTo>
                  <a:lnTo>
                    <a:pt x="332232" y="21336"/>
                  </a:lnTo>
                  <a:lnTo>
                    <a:pt x="330708" y="24384"/>
                  </a:lnTo>
                  <a:lnTo>
                    <a:pt x="327660" y="27432"/>
                  </a:lnTo>
                  <a:lnTo>
                    <a:pt x="323088" y="28956"/>
                  </a:lnTo>
                  <a:lnTo>
                    <a:pt x="317893" y="30962"/>
                  </a:lnTo>
                  <a:lnTo>
                    <a:pt x="311277" y="32385"/>
                  </a:lnTo>
                  <a:lnTo>
                    <a:pt x="302933" y="3324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5999" y="33820"/>
                  </a:lnTo>
                  <a:lnTo>
                    <a:pt x="148780" y="41846"/>
                  </a:lnTo>
                  <a:lnTo>
                    <a:pt x="118872" y="72771"/>
                  </a:lnTo>
                  <a:lnTo>
                    <a:pt x="115824" y="89916"/>
                  </a:lnTo>
                  <a:lnTo>
                    <a:pt x="116395" y="97917"/>
                  </a:lnTo>
                  <a:lnTo>
                    <a:pt x="138112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3528" y="228600"/>
                  </a:lnTo>
                  <a:lnTo>
                    <a:pt x="32004" y="222504"/>
                  </a:lnTo>
                  <a:lnTo>
                    <a:pt x="32004" y="216408"/>
                  </a:lnTo>
                  <a:lnTo>
                    <a:pt x="92964" y="204216"/>
                  </a:lnTo>
                  <a:lnTo>
                    <a:pt x="302907" y="204266"/>
                  </a:lnTo>
                  <a:lnTo>
                    <a:pt x="311086" y="204597"/>
                  </a:lnTo>
                  <a:lnTo>
                    <a:pt x="317246" y="205511"/>
                  </a:lnTo>
                  <a:lnTo>
                    <a:pt x="321564" y="207264"/>
                  </a:lnTo>
                  <a:lnTo>
                    <a:pt x="326136" y="208788"/>
                  </a:lnTo>
                  <a:lnTo>
                    <a:pt x="329184" y="210312"/>
                  </a:lnTo>
                  <a:lnTo>
                    <a:pt x="330708" y="214884"/>
                  </a:lnTo>
                  <a:lnTo>
                    <a:pt x="333756" y="219456"/>
                  </a:lnTo>
                  <a:lnTo>
                    <a:pt x="335280" y="227076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7828"/>
                  </a:lnTo>
                  <a:lnTo>
                    <a:pt x="329184" y="156972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68249" y="155740"/>
                  </a:lnTo>
                  <a:lnTo>
                    <a:pt x="161163" y="147447"/>
                  </a:lnTo>
                  <a:lnTo>
                    <a:pt x="155778" y="139738"/>
                  </a:lnTo>
                  <a:lnTo>
                    <a:pt x="152400" y="132588"/>
                  </a:lnTo>
                  <a:lnTo>
                    <a:pt x="149275" y="126644"/>
                  </a:lnTo>
                  <a:lnTo>
                    <a:pt x="146875" y="120396"/>
                  </a:lnTo>
                  <a:lnTo>
                    <a:pt x="145326" y="114160"/>
                  </a:lnTo>
                  <a:lnTo>
                    <a:pt x="144780" y="108204"/>
                  </a:lnTo>
                  <a:lnTo>
                    <a:pt x="144780" y="100584"/>
                  </a:lnTo>
                  <a:lnTo>
                    <a:pt x="175018" y="74447"/>
                  </a:lnTo>
                  <a:lnTo>
                    <a:pt x="316992" y="73152"/>
                  </a:lnTo>
                  <a:lnTo>
                    <a:pt x="323088" y="74676"/>
                  </a:lnTo>
                  <a:lnTo>
                    <a:pt x="327660" y="77724"/>
                  </a:lnTo>
                  <a:lnTo>
                    <a:pt x="330708" y="82296"/>
                  </a:lnTo>
                  <a:lnTo>
                    <a:pt x="333756" y="85344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699770" w="350519">
                  <a:moveTo>
                    <a:pt x="350507" y="385572"/>
                  </a:moveTo>
                  <a:lnTo>
                    <a:pt x="85331" y="295656"/>
                  </a:lnTo>
                  <a:lnTo>
                    <a:pt x="70789" y="291134"/>
                  </a:lnTo>
                  <a:lnTo>
                    <a:pt x="59232" y="286893"/>
                  </a:lnTo>
                  <a:lnTo>
                    <a:pt x="50838" y="283235"/>
                  </a:lnTo>
                  <a:lnTo>
                    <a:pt x="45707" y="280416"/>
                  </a:lnTo>
                  <a:lnTo>
                    <a:pt x="36563" y="275844"/>
                  </a:lnTo>
                  <a:lnTo>
                    <a:pt x="30467" y="271272"/>
                  </a:lnTo>
                  <a:lnTo>
                    <a:pt x="27419" y="265176"/>
                  </a:lnTo>
                  <a:lnTo>
                    <a:pt x="24371" y="260604"/>
                  </a:lnTo>
                  <a:lnTo>
                    <a:pt x="22847" y="252984"/>
                  </a:lnTo>
                  <a:lnTo>
                    <a:pt x="22847" y="245364"/>
                  </a:lnTo>
                  <a:lnTo>
                    <a:pt x="15227" y="245364"/>
                  </a:lnTo>
                  <a:lnTo>
                    <a:pt x="15227" y="342900"/>
                  </a:lnTo>
                  <a:lnTo>
                    <a:pt x="22847" y="342900"/>
                  </a:lnTo>
                  <a:lnTo>
                    <a:pt x="22847" y="333756"/>
                  </a:lnTo>
                  <a:lnTo>
                    <a:pt x="24371" y="326136"/>
                  </a:lnTo>
                  <a:lnTo>
                    <a:pt x="27419" y="320040"/>
                  </a:lnTo>
                  <a:lnTo>
                    <a:pt x="28943" y="315468"/>
                  </a:lnTo>
                  <a:lnTo>
                    <a:pt x="30467" y="312420"/>
                  </a:lnTo>
                  <a:lnTo>
                    <a:pt x="33515" y="310896"/>
                  </a:lnTo>
                  <a:lnTo>
                    <a:pt x="36563" y="307848"/>
                  </a:lnTo>
                  <a:lnTo>
                    <a:pt x="44183" y="307848"/>
                  </a:lnTo>
                  <a:lnTo>
                    <a:pt x="51282" y="308444"/>
                  </a:lnTo>
                  <a:lnTo>
                    <a:pt x="60947" y="310324"/>
                  </a:lnTo>
                  <a:lnTo>
                    <a:pt x="72910" y="313639"/>
                  </a:lnTo>
                  <a:lnTo>
                    <a:pt x="86855" y="318516"/>
                  </a:lnTo>
                  <a:lnTo>
                    <a:pt x="268211" y="379476"/>
                  </a:lnTo>
                  <a:lnTo>
                    <a:pt x="89903" y="441960"/>
                  </a:lnTo>
                  <a:lnTo>
                    <a:pt x="52832" y="452043"/>
                  </a:lnTo>
                  <a:lnTo>
                    <a:pt x="45707" y="452628"/>
                  </a:lnTo>
                  <a:lnTo>
                    <a:pt x="38087" y="452628"/>
                  </a:lnTo>
                  <a:lnTo>
                    <a:pt x="33515" y="451104"/>
                  </a:lnTo>
                  <a:lnTo>
                    <a:pt x="28943" y="446532"/>
                  </a:lnTo>
                  <a:lnTo>
                    <a:pt x="25895" y="441960"/>
                  </a:lnTo>
                  <a:lnTo>
                    <a:pt x="22847" y="435864"/>
                  </a:lnTo>
                  <a:lnTo>
                    <a:pt x="22847" y="417576"/>
                  </a:lnTo>
                  <a:lnTo>
                    <a:pt x="15227" y="417576"/>
                  </a:lnTo>
                  <a:lnTo>
                    <a:pt x="15227" y="545592"/>
                  </a:lnTo>
                  <a:lnTo>
                    <a:pt x="22847" y="545592"/>
                  </a:lnTo>
                  <a:lnTo>
                    <a:pt x="22847" y="539496"/>
                  </a:lnTo>
                  <a:lnTo>
                    <a:pt x="24371" y="533400"/>
                  </a:lnTo>
                  <a:lnTo>
                    <a:pt x="24371" y="530352"/>
                  </a:lnTo>
                  <a:lnTo>
                    <a:pt x="25895" y="527304"/>
                  </a:lnTo>
                  <a:lnTo>
                    <a:pt x="28943" y="522732"/>
                  </a:lnTo>
                  <a:lnTo>
                    <a:pt x="31991" y="519684"/>
                  </a:lnTo>
                  <a:lnTo>
                    <a:pt x="33515" y="516636"/>
                  </a:lnTo>
                  <a:lnTo>
                    <a:pt x="36563" y="513588"/>
                  </a:lnTo>
                  <a:lnTo>
                    <a:pt x="39611" y="512064"/>
                  </a:lnTo>
                  <a:lnTo>
                    <a:pt x="45707" y="507492"/>
                  </a:lnTo>
                  <a:lnTo>
                    <a:pt x="53327" y="502920"/>
                  </a:lnTo>
                  <a:lnTo>
                    <a:pt x="60947" y="499872"/>
                  </a:lnTo>
                  <a:lnTo>
                    <a:pt x="83807" y="492252"/>
                  </a:lnTo>
                  <a:lnTo>
                    <a:pt x="112763" y="481584"/>
                  </a:lnTo>
                  <a:lnTo>
                    <a:pt x="268211" y="534924"/>
                  </a:lnTo>
                  <a:lnTo>
                    <a:pt x="69481" y="603821"/>
                  </a:lnTo>
                  <a:lnTo>
                    <a:pt x="44183" y="609600"/>
                  </a:lnTo>
                  <a:lnTo>
                    <a:pt x="38087" y="609600"/>
                  </a:lnTo>
                  <a:lnTo>
                    <a:pt x="33515" y="608076"/>
                  </a:lnTo>
                  <a:lnTo>
                    <a:pt x="28943" y="603504"/>
                  </a:lnTo>
                  <a:lnTo>
                    <a:pt x="25895" y="598932"/>
                  </a:lnTo>
                  <a:lnTo>
                    <a:pt x="22847" y="591312"/>
                  </a:lnTo>
                  <a:lnTo>
                    <a:pt x="22847" y="577596"/>
                  </a:lnTo>
                  <a:lnTo>
                    <a:pt x="15227" y="577596"/>
                  </a:lnTo>
                  <a:lnTo>
                    <a:pt x="15227" y="699516"/>
                  </a:lnTo>
                  <a:lnTo>
                    <a:pt x="22847" y="699516"/>
                  </a:lnTo>
                  <a:lnTo>
                    <a:pt x="22847" y="690372"/>
                  </a:lnTo>
                  <a:lnTo>
                    <a:pt x="24371" y="682752"/>
                  </a:lnTo>
                  <a:lnTo>
                    <a:pt x="27419" y="678180"/>
                  </a:lnTo>
                  <a:lnTo>
                    <a:pt x="30467" y="672084"/>
                  </a:lnTo>
                  <a:lnTo>
                    <a:pt x="36563" y="667512"/>
                  </a:lnTo>
                  <a:lnTo>
                    <a:pt x="42659" y="664464"/>
                  </a:lnTo>
                  <a:lnTo>
                    <a:pt x="46659" y="662749"/>
                  </a:lnTo>
                  <a:lnTo>
                    <a:pt x="64947" y="655891"/>
                  </a:lnTo>
                  <a:lnTo>
                    <a:pt x="350507" y="553212"/>
                  </a:lnTo>
                  <a:lnTo>
                    <a:pt x="350507" y="539496"/>
                  </a:lnTo>
                  <a:lnTo>
                    <a:pt x="144767" y="470916"/>
                  </a:lnTo>
                  <a:lnTo>
                    <a:pt x="350507" y="397764"/>
                  </a:lnTo>
                  <a:lnTo>
                    <a:pt x="350507" y="3855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4" name="Google Shape;734;p16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7054" y="7459979"/>
              <a:ext cx="232667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5" name="Google Shape;735;p16"/>
            <p:cNvSpPr/>
            <p:nvPr/>
          </p:nvSpPr>
          <p:spPr>
            <a:xfrm>
              <a:off x="1479803" y="7316723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3652" y="22859"/>
                  </a:lnTo>
                  <a:lnTo>
                    <a:pt x="260604" y="16763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" name="Google Shape;736;p16"/>
          <p:cNvGrpSpPr/>
          <p:nvPr/>
        </p:nvGrpSpPr>
        <p:grpSpPr>
          <a:xfrm>
            <a:off x="1431035" y="6880859"/>
            <a:ext cx="348995" cy="296037"/>
            <a:chOff x="1431035" y="6880859"/>
            <a:chExt cx="348995" cy="296037"/>
          </a:xfrm>
        </p:grpSpPr>
        <p:sp>
          <p:nvSpPr>
            <p:cNvPr id="737" name="Google Shape;737;p16"/>
            <p:cNvSpPr/>
            <p:nvPr/>
          </p:nvSpPr>
          <p:spPr>
            <a:xfrm>
              <a:off x="1431035" y="7068311"/>
              <a:ext cx="342900" cy="108585"/>
            </a:xfrm>
            <a:custGeom>
              <a:rect b="b" l="l" r="r" t="t"/>
              <a:pathLst>
                <a:path extrusionOk="0" h="108584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6200"/>
                  </a:lnTo>
                  <a:lnTo>
                    <a:pt x="3048" y="67056"/>
                  </a:lnTo>
                  <a:lnTo>
                    <a:pt x="0" y="60960"/>
                  </a:lnTo>
                  <a:lnTo>
                    <a:pt x="0" y="47244"/>
                  </a:lnTo>
                  <a:lnTo>
                    <a:pt x="3048" y="41148"/>
                  </a:lnTo>
                  <a:lnTo>
                    <a:pt x="12192" y="32004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8100" y="32004"/>
                  </a:lnTo>
                  <a:lnTo>
                    <a:pt x="47244" y="41148"/>
                  </a:lnTo>
                  <a:lnTo>
                    <a:pt x="48768" y="47244"/>
                  </a:lnTo>
                  <a:lnTo>
                    <a:pt x="48768" y="60960"/>
                  </a:lnTo>
                  <a:lnTo>
                    <a:pt x="47244" y="65532"/>
                  </a:lnTo>
                  <a:lnTo>
                    <a:pt x="42672" y="71628"/>
                  </a:lnTo>
                  <a:lnTo>
                    <a:pt x="38100" y="76200"/>
                  </a:lnTo>
                  <a:lnTo>
                    <a:pt x="32004" y="77724"/>
                  </a:lnTo>
                  <a:close/>
                </a:path>
                <a:path extrusionOk="0" h="108584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480"/>
                  </a:lnTo>
                  <a:lnTo>
                    <a:pt x="302918" y="33480"/>
                  </a:lnTo>
                  <a:lnTo>
                    <a:pt x="311086" y="33147"/>
                  </a:lnTo>
                  <a:lnTo>
                    <a:pt x="317253" y="32242"/>
                  </a:lnTo>
                  <a:lnTo>
                    <a:pt x="321564" y="30480"/>
                  </a:lnTo>
                  <a:lnTo>
                    <a:pt x="326136" y="28956"/>
                  </a:lnTo>
                  <a:lnTo>
                    <a:pt x="330707" y="25908"/>
                  </a:lnTo>
                  <a:lnTo>
                    <a:pt x="332232" y="21336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52"/>
                  </a:lnTo>
                  <a:lnTo>
                    <a:pt x="208788" y="73152"/>
                  </a:lnTo>
                  <a:lnTo>
                    <a:pt x="192190" y="73413"/>
                  </a:lnTo>
                  <a:lnTo>
                    <a:pt x="178879" y="74104"/>
                  </a:lnTo>
                  <a:lnTo>
                    <a:pt x="168711" y="75080"/>
                  </a:lnTo>
                  <a:lnTo>
                    <a:pt x="161544" y="76200"/>
                  </a:lnTo>
                  <a:lnTo>
                    <a:pt x="156972" y="76200"/>
                  </a:lnTo>
                  <a:lnTo>
                    <a:pt x="152400" y="77724"/>
                  </a:lnTo>
                  <a:lnTo>
                    <a:pt x="150876" y="80772"/>
                  </a:lnTo>
                  <a:lnTo>
                    <a:pt x="149352" y="82296"/>
                  </a:lnTo>
                  <a:lnTo>
                    <a:pt x="147828" y="85344"/>
                  </a:lnTo>
                  <a:lnTo>
                    <a:pt x="147828" y="94488"/>
                  </a:lnTo>
                  <a:lnTo>
                    <a:pt x="149352" y="99060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4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9916"/>
                  </a:lnTo>
                  <a:lnTo>
                    <a:pt x="332232" y="85344"/>
                  </a:lnTo>
                  <a:lnTo>
                    <a:pt x="292608" y="73152"/>
                  </a:lnTo>
                  <a:lnTo>
                    <a:pt x="342900" y="73152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8" name="Google Shape;738;p1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6880859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39" name="Google Shape;739;p16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546859" y="6278879"/>
            <a:ext cx="232862" cy="4434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40" name="Google Shape;740;p16"/>
          <p:cNvGrpSpPr/>
          <p:nvPr/>
        </p:nvGrpSpPr>
        <p:grpSpPr>
          <a:xfrm>
            <a:off x="1431036" y="4149851"/>
            <a:ext cx="447949" cy="1990472"/>
            <a:chOff x="1431036" y="4149851"/>
            <a:chExt cx="447949" cy="1990472"/>
          </a:xfrm>
        </p:grpSpPr>
        <p:sp>
          <p:nvSpPr>
            <p:cNvPr id="741" name="Google Shape;741;p16"/>
            <p:cNvSpPr/>
            <p:nvPr/>
          </p:nvSpPr>
          <p:spPr>
            <a:xfrm>
              <a:off x="1446275" y="5999988"/>
              <a:ext cx="327660" cy="140335"/>
            </a:xfrm>
            <a:custGeom>
              <a:rect b="b" l="l" r="r" t="t"/>
              <a:pathLst>
                <a:path extrusionOk="0" h="140335" w="327660">
                  <a:moveTo>
                    <a:pt x="327659" y="140207"/>
                  </a:moveTo>
                  <a:lnTo>
                    <a:pt x="320039" y="140207"/>
                  </a:lnTo>
                  <a:lnTo>
                    <a:pt x="320039" y="128015"/>
                  </a:lnTo>
                  <a:lnTo>
                    <a:pt x="319420" y="118562"/>
                  </a:lnTo>
                  <a:lnTo>
                    <a:pt x="284059" y="93273"/>
                  </a:lnTo>
                  <a:lnTo>
                    <a:pt x="269747" y="92963"/>
                  </a:lnTo>
                  <a:lnTo>
                    <a:pt x="46458" y="93011"/>
                  </a:lnTo>
                  <a:lnTo>
                    <a:pt x="7619" y="120395"/>
                  </a:lnTo>
                  <a:lnTo>
                    <a:pt x="7619" y="140207"/>
                  </a:lnTo>
                  <a:lnTo>
                    <a:pt x="0" y="140207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2191"/>
                  </a:lnTo>
                  <a:lnTo>
                    <a:pt x="8453" y="21002"/>
                  </a:lnTo>
                  <a:lnTo>
                    <a:pt x="44457" y="46720"/>
                  </a:lnTo>
                  <a:lnTo>
                    <a:pt x="57911" y="47243"/>
                  </a:lnTo>
                  <a:lnTo>
                    <a:pt x="269747" y="47243"/>
                  </a:lnTo>
                  <a:lnTo>
                    <a:pt x="307847" y="42671"/>
                  </a:lnTo>
                  <a:lnTo>
                    <a:pt x="320039" y="19811"/>
                  </a:lnTo>
                  <a:lnTo>
                    <a:pt x="320039" y="12191"/>
                  </a:lnTo>
                  <a:lnTo>
                    <a:pt x="320039" y="0"/>
                  </a:lnTo>
                  <a:lnTo>
                    <a:pt x="327659" y="0"/>
                  </a:lnTo>
                  <a:lnTo>
                    <a:pt x="327659" y="14020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2" name="Google Shape;742;p16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5740907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3" name="Google Shape;743;p16"/>
            <p:cNvSpPr/>
            <p:nvPr/>
          </p:nvSpPr>
          <p:spPr>
            <a:xfrm>
              <a:off x="1479803" y="5599175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5343"/>
                  </a:lnTo>
                  <a:lnTo>
                    <a:pt x="281940" y="91439"/>
                  </a:lnTo>
                  <a:lnTo>
                    <a:pt x="274319" y="94487"/>
                  </a:lnTo>
                  <a:lnTo>
                    <a:pt x="267747" y="97369"/>
                  </a:lnTo>
                  <a:lnTo>
                    <a:pt x="259460" y="99250"/>
                  </a:lnTo>
                  <a:lnTo>
                    <a:pt x="249459" y="100274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4" name="Google Shape;744;p16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59" y="5394960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5" name="Google Shape;745;p16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479803" y="4407407"/>
              <a:ext cx="399182" cy="9601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6" name="Google Shape;746;p16"/>
            <p:cNvSpPr/>
            <p:nvPr/>
          </p:nvSpPr>
          <p:spPr>
            <a:xfrm>
              <a:off x="1431036" y="4149851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790"/>
                  </a:lnTo>
                  <a:lnTo>
                    <a:pt x="287083" y="34099"/>
                  </a:lnTo>
                  <a:lnTo>
                    <a:pt x="296965" y="33123"/>
                  </a:lnTo>
                  <a:lnTo>
                    <a:pt x="303275" y="32004"/>
                  </a:lnTo>
                  <a:lnTo>
                    <a:pt x="309371" y="32004"/>
                  </a:lnTo>
                  <a:lnTo>
                    <a:pt x="312419" y="30480"/>
                  </a:lnTo>
                  <a:lnTo>
                    <a:pt x="315467" y="27432"/>
                  </a:lnTo>
                  <a:lnTo>
                    <a:pt x="318515" y="21336"/>
                  </a:lnTo>
                  <a:lnTo>
                    <a:pt x="318515" y="13716"/>
                  </a:lnTo>
                  <a:lnTo>
                    <a:pt x="316991" y="9144"/>
                  </a:lnTo>
                  <a:lnTo>
                    <a:pt x="313943" y="1524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8268" y="74676"/>
                  </a:lnTo>
                  <a:lnTo>
                    <a:pt x="63245" y="74866"/>
                  </a:lnTo>
                  <a:lnTo>
                    <a:pt x="55575" y="75223"/>
                  </a:lnTo>
                  <a:lnTo>
                    <a:pt x="54210" y="75223"/>
                  </a:lnTo>
                  <a:lnTo>
                    <a:pt x="47243" y="76200"/>
                  </a:lnTo>
                  <a:lnTo>
                    <a:pt x="41147" y="76200"/>
                  </a:lnTo>
                  <a:lnTo>
                    <a:pt x="36683" y="79176"/>
                  </a:lnTo>
                  <a:lnTo>
                    <a:pt x="35052" y="80772"/>
                  </a:lnTo>
                  <a:lnTo>
                    <a:pt x="32004" y="86868"/>
                  </a:lnTo>
                  <a:lnTo>
                    <a:pt x="32067" y="94678"/>
                  </a:lnTo>
                  <a:lnTo>
                    <a:pt x="33528" y="99060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0789"/>
                  </a:lnTo>
                  <a:lnTo>
                    <a:pt x="155447" y="198120"/>
                  </a:lnTo>
                  <a:lnTo>
                    <a:pt x="125920" y="164020"/>
                  </a:lnTo>
                  <a:lnTo>
                    <a:pt x="115823" y="121920"/>
                  </a:lnTo>
                  <a:lnTo>
                    <a:pt x="117205" y="107894"/>
                  </a:lnTo>
                  <a:lnTo>
                    <a:pt x="121157" y="95440"/>
                  </a:lnTo>
                  <a:lnTo>
                    <a:pt x="126359" y="86248"/>
                  </a:lnTo>
                  <a:lnTo>
                    <a:pt x="127477" y="84320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5223"/>
                  </a:lnTo>
                  <a:lnTo>
                    <a:pt x="173164" y="76771"/>
                  </a:lnTo>
                  <a:lnTo>
                    <a:pt x="138683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50876" y="161544"/>
                  </a:lnTo>
                  <a:lnTo>
                    <a:pt x="201453" y="182975"/>
                  </a:lnTo>
                  <a:lnTo>
                    <a:pt x="224027" y="184404"/>
                  </a:lnTo>
                  <a:lnTo>
                    <a:pt x="334566" y="184404"/>
                  </a:lnTo>
                  <a:lnTo>
                    <a:pt x="332922" y="187118"/>
                  </a:lnTo>
                  <a:lnTo>
                    <a:pt x="320040" y="201168"/>
                  </a:lnTo>
                  <a:lnTo>
                    <a:pt x="303395" y="213169"/>
                  </a:lnTo>
                  <a:lnTo>
                    <a:pt x="285178" y="221742"/>
                  </a:lnTo>
                  <a:lnTo>
                    <a:pt x="264961" y="226885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4566" y="184404"/>
                  </a:moveTo>
                  <a:lnTo>
                    <a:pt x="224027" y="184404"/>
                  </a:lnTo>
                  <a:lnTo>
                    <a:pt x="246984" y="182975"/>
                  </a:lnTo>
                  <a:lnTo>
                    <a:pt x="246716" y="182975"/>
                  </a:lnTo>
                  <a:lnTo>
                    <a:pt x="297179" y="163068"/>
                  </a:lnTo>
                  <a:lnTo>
                    <a:pt x="321611" y="128349"/>
                  </a:lnTo>
                  <a:lnTo>
                    <a:pt x="323088" y="115824"/>
                  </a:lnTo>
                  <a:lnTo>
                    <a:pt x="321683" y="105322"/>
                  </a:lnTo>
                  <a:lnTo>
                    <a:pt x="317563" y="94678"/>
                  </a:lnTo>
                  <a:lnTo>
                    <a:pt x="310872" y="84320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5156"/>
                  </a:lnTo>
                  <a:lnTo>
                    <a:pt x="348996" y="138684"/>
                  </a:lnTo>
                  <a:lnTo>
                    <a:pt x="347257" y="156162"/>
                  </a:lnTo>
                  <a:lnTo>
                    <a:pt x="341955" y="172188"/>
                  </a:lnTo>
                  <a:lnTo>
                    <a:pt x="334566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" name="Google Shape;747;p16"/>
          <p:cNvGrpSpPr/>
          <p:nvPr/>
        </p:nvGrpSpPr>
        <p:grpSpPr>
          <a:xfrm>
            <a:off x="1431023" y="2647188"/>
            <a:ext cx="350520" cy="1359535"/>
            <a:chOff x="1431023" y="2647188"/>
            <a:chExt cx="350520" cy="1359535"/>
          </a:xfrm>
        </p:grpSpPr>
        <p:sp>
          <p:nvSpPr>
            <p:cNvPr id="748" name="Google Shape;748;p16"/>
            <p:cNvSpPr/>
            <p:nvPr/>
          </p:nvSpPr>
          <p:spPr>
            <a:xfrm>
              <a:off x="1431023" y="3569208"/>
              <a:ext cx="350520" cy="437515"/>
            </a:xfrm>
            <a:custGeom>
              <a:rect b="b" l="l" r="r" t="t"/>
              <a:pathLst>
                <a:path extrusionOk="0" h="437514" w="350519">
                  <a:moveTo>
                    <a:pt x="48768" y="45720"/>
                  </a:moveTo>
                  <a:lnTo>
                    <a:pt x="47244" y="39624"/>
                  </a:lnTo>
                  <a:lnTo>
                    <a:pt x="38100" y="30480"/>
                  </a:lnTo>
                  <a:lnTo>
                    <a:pt x="32004" y="28956"/>
                  </a:lnTo>
                  <a:lnTo>
                    <a:pt x="18288" y="28956"/>
                  </a:lnTo>
                  <a:lnTo>
                    <a:pt x="12192" y="30480"/>
                  </a:lnTo>
                  <a:lnTo>
                    <a:pt x="3048" y="39624"/>
                  </a:lnTo>
                  <a:lnTo>
                    <a:pt x="0" y="45720"/>
                  </a:lnTo>
                  <a:lnTo>
                    <a:pt x="0" y="59436"/>
                  </a:lnTo>
                  <a:lnTo>
                    <a:pt x="3048" y="65532"/>
                  </a:lnTo>
                  <a:lnTo>
                    <a:pt x="12192" y="74676"/>
                  </a:lnTo>
                  <a:lnTo>
                    <a:pt x="18288" y="77724"/>
                  </a:lnTo>
                  <a:lnTo>
                    <a:pt x="32004" y="77724"/>
                  </a:lnTo>
                  <a:lnTo>
                    <a:pt x="38100" y="74676"/>
                  </a:lnTo>
                  <a:lnTo>
                    <a:pt x="47244" y="65532"/>
                  </a:lnTo>
                  <a:lnTo>
                    <a:pt x="48768" y="59436"/>
                  </a:lnTo>
                  <a:lnTo>
                    <a:pt x="48768" y="45720"/>
                  </a:lnTo>
                  <a:close/>
                </a:path>
                <a:path extrusionOk="0" h="437514" w="350519">
                  <a:moveTo>
                    <a:pt x="342900" y="0"/>
                  </a:moveTo>
                  <a:lnTo>
                    <a:pt x="335280" y="0"/>
                  </a:lnTo>
                  <a:lnTo>
                    <a:pt x="335280" y="16764"/>
                  </a:lnTo>
                  <a:lnTo>
                    <a:pt x="332232" y="21336"/>
                  </a:lnTo>
                  <a:lnTo>
                    <a:pt x="292608" y="33528"/>
                  </a:lnTo>
                  <a:lnTo>
                    <a:pt x="115824" y="33528"/>
                  </a:lnTo>
                  <a:lnTo>
                    <a:pt x="115824" y="42672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7828" y="92964"/>
                  </a:lnTo>
                  <a:lnTo>
                    <a:pt x="147828" y="85344"/>
                  </a:lnTo>
                  <a:lnTo>
                    <a:pt x="192201" y="73177"/>
                  </a:lnTo>
                  <a:lnTo>
                    <a:pt x="302336" y="73177"/>
                  </a:lnTo>
                  <a:lnTo>
                    <a:pt x="311086" y="73533"/>
                  </a:lnTo>
                  <a:lnTo>
                    <a:pt x="317258" y="74447"/>
                  </a:lnTo>
                  <a:lnTo>
                    <a:pt x="321564" y="76200"/>
                  </a:lnTo>
                  <a:lnTo>
                    <a:pt x="327660" y="77724"/>
                  </a:lnTo>
                  <a:lnTo>
                    <a:pt x="330708" y="80772"/>
                  </a:lnTo>
                  <a:lnTo>
                    <a:pt x="332232" y="83820"/>
                  </a:lnTo>
                  <a:lnTo>
                    <a:pt x="335280" y="88392"/>
                  </a:lnTo>
                  <a:lnTo>
                    <a:pt x="335280" y="106680"/>
                  </a:lnTo>
                  <a:lnTo>
                    <a:pt x="342900" y="106680"/>
                  </a:lnTo>
                  <a:lnTo>
                    <a:pt x="342900" y="73177"/>
                  </a:lnTo>
                  <a:lnTo>
                    <a:pt x="342900" y="0"/>
                  </a:lnTo>
                  <a:close/>
                </a:path>
                <a:path extrusionOk="0" h="437514" w="350519">
                  <a:moveTo>
                    <a:pt x="350520" y="277368"/>
                  </a:moveTo>
                  <a:lnTo>
                    <a:pt x="345757" y="236220"/>
                  </a:lnTo>
                  <a:lnTo>
                    <a:pt x="330708" y="199644"/>
                  </a:lnTo>
                  <a:lnTo>
                    <a:pt x="304228" y="169164"/>
                  </a:lnTo>
                  <a:lnTo>
                    <a:pt x="265176" y="143256"/>
                  </a:lnTo>
                  <a:lnTo>
                    <a:pt x="262128" y="150876"/>
                  </a:lnTo>
                  <a:lnTo>
                    <a:pt x="280987" y="164579"/>
                  </a:lnTo>
                  <a:lnTo>
                    <a:pt x="296418" y="178117"/>
                  </a:lnTo>
                  <a:lnTo>
                    <a:pt x="322122" y="216458"/>
                  </a:lnTo>
                  <a:lnTo>
                    <a:pt x="329184" y="260604"/>
                  </a:lnTo>
                  <a:lnTo>
                    <a:pt x="328282" y="278320"/>
                  </a:lnTo>
                  <a:lnTo>
                    <a:pt x="312420" y="324612"/>
                  </a:lnTo>
                  <a:lnTo>
                    <a:pt x="277279" y="359549"/>
                  </a:lnTo>
                  <a:lnTo>
                    <a:pt x="226695" y="378904"/>
                  </a:lnTo>
                  <a:lnTo>
                    <a:pt x="184404" y="382524"/>
                  </a:lnTo>
                  <a:lnTo>
                    <a:pt x="159004" y="381431"/>
                  </a:lnTo>
                  <a:lnTo>
                    <a:pt x="113906" y="373532"/>
                  </a:lnTo>
                  <a:lnTo>
                    <a:pt x="77584" y="358711"/>
                  </a:lnTo>
                  <a:lnTo>
                    <a:pt x="41148" y="326136"/>
                  </a:lnTo>
                  <a:lnTo>
                    <a:pt x="25514" y="283921"/>
                  </a:lnTo>
                  <a:lnTo>
                    <a:pt x="24384" y="268224"/>
                  </a:lnTo>
                  <a:lnTo>
                    <a:pt x="25819" y="249389"/>
                  </a:lnTo>
                  <a:lnTo>
                    <a:pt x="47244" y="201168"/>
                  </a:lnTo>
                  <a:lnTo>
                    <a:pt x="76962" y="177165"/>
                  </a:lnTo>
                  <a:lnTo>
                    <a:pt x="120396" y="160020"/>
                  </a:lnTo>
                  <a:lnTo>
                    <a:pt x="120396" y="152400"/>
                  </a:lnTo>
                  <a:lnTo>
                    <a:pt x="7620" y="160020"/>
                  </a:lnTo>
                  <a:lnTo>
                    <a:pt x="7620" y="167640"/>
                  </a:lnTo>
                  <a:lnTo>
                    <a:pt x="16764" y="169164"/>
                  </a:lnTo>
                  <a:lnTo>
                    <a:pt x="22860" y="172212"/>
                  </a:lnTo>
                  <a:lnTo>
                    <a:pt x="25908" y="175260"/>
                  </a:lnTo>
                  <a:lnTo>
                    <a:pt x="28956" y="179832"/>
                  </a:lnTo>
                  <a:lnTo>
                    <a:pt x="30480" y="182880"/>
                  </a:lnTo>
                  <a:lnTo>
                    <a:pt x="30480" y="190500"/>
                  </a:lnTo>
                  <a:lnTo>
                    <a:pt x="28956" y="195072"/>
                  </a:lnTo>
                  <a:lnTo>
                    <a:pt x="25908" y="201168"/>
                  </a:lnTo>
                  <a:lnTo>
                    <a:pt x="17907" y="218554"/>
                  </a:lnTo>
                  <a:lnTo>
                    <a:pt x="12192" y="236220"/>
                  </a:lnTo>
                  <a:lnTo>
                    <a:pt x="8763" y="253898"/>
                  </a:lnTo>
                  <a:lnTo>
                    <a:pt x="7620" y="271272"/>
                  </a:lnTo>
                  <a:lnTo>
                    <a:pt x="9055" y="293585"/>
                  </a:lnTo>
                  <a:lnTo>
                    <a:pt x="20485" y="335356"/>
                  </a:lnTo>
                  <a:lnTo>
                    <a:pt x="43053" y="373380"/>
                  </a:lnTo>
                  <a:lnTo>
                    <a:pt x="75057" y="403098"/>
                  </a:lnTo>
                  <a:lnTo>
                    <a:pt x="115620" y="424535"/>
                  </a:lnTo>
                  <a:lnTo>
                    <a:pt x="160718" y="435965"/>
                  </a:lnTo>
                  <a:lnTo>
                    <a:pt x="184404" y="437388"/>
                  </a:lnTo>
                  <a:lnTo>
                    <a:pt x="214147" y="435152"/>
                  </a:lnTo>
                  <a:lnTo>
                    <a:pt x="267347" y="418109"/>
                  </a:lnTo>
                  <a:lnTo>
                    <a:pt x="317093" y="378955"/>
                  </a:lnTo>
                  <a:lnTo>
                    <a:pt x="346811" y="316001"/>
                  </a:lnTo>
                  <a:lnTo>
                    <a:pt x="350520" y="27736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9" name="Google Shape;749;p16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46859" y="3188207"/>
              <a:ext cx="233172" cy="3627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0" name="Google Shape;750;p16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552955" y="2926079"/>
              <a:ext cx="227075" cy="2407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1" name="Google Shape;751;p16"/>
            <p:cNvSpPr/>
            <p:nvPr/>
          </p:nvSpPr>
          <p:spPr>
            <a:xfrm>
              <a:off x="1431023" y="2647188"/>
              <a:ext cx="346075" cy="259079"/>
            </a:xfrm>
            <a:custGeom>
              <a:rect b="b" l="l" r="r" t="t"/>
              <a:pathLst>
                <a:path extrusionOk="0" h="259080" w="346075">
                  <a:moveTo>
                    <a:pt x="48768" y="198120"/>
                  </a:moveTo>
                  <a:lnTo>
                    <a:pt x="47244" y="192024"/>
                  </a:lnTo>
                  <a:lnTo>
                    <a:pt x="38100" y="182880"/>
                  </a:lnTo>
                  <a:lnTo>
                    <a:pt x="32004" y="179832"/>
                  </a:lnTo>
                  <a:lnTo>
                    <a:pt x="18288" y="179832"/>
                  </a:lnTo>
                  <a:lnTo>
                    <a:pt x="12192" y="182880"/>
                  </a:lnTo>
                  <a:lnTo>
                    <a:pt x="3048" y="192024"/>
                  </a:lnTo>
                  <a:lnTo>
                    <a:pt x="0" y="198120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8288" y="228600"/>
                  </a:lnTo>
                  <a:lnTo>
                    <a:pt x="32004" y="228600"/>
                  </a:lnTo>
                  <a:lnTo>
                    <a:pt x="38100" y="227076"/>
                  </a:lnTo>
                  <a:lnTo>
                    <a:pt x="42672" y="222504"/>
                  </a:lnTo>
                  <a:lnTo>
                    <a:pt x="47244" y="216408"/>
                  </a:lnTo>
                  <a:lnTo>
                    <a:pt x="48768" y="211836"/>
                  </a:lnTo>
                  <a:lnTo>
                    <a:pt x="48768" y="198120"/>
                  </a:lnTo>
                  <a:close/>
                </a:path>
                <a:path extrusionOk="0" h="259080" w="346075">
                  <a:moveTo>
                    <a:pt x="342900" y="150876"/>
                  </a:moveTo>
                  <a:lnTo>
                    <a:pt x="335280" y="150876"/>
                  </a:lnTo>
                  <a:lnTo>
                    <a:pt x="335280" y="169164"/>
                  </a:lnTo>
                  <a:lnTo>
                    <a:pt x="332232" y="172212"/>
                  </a:lnTo>
                  <a:lnTo>
                    <a:pt x="330708" y="176784"/>
                  </a:lnTo>
                  <a:lnTo>
                    <a:pt x="326136" y="179832"/>
                  </a:lnTo>
                  <a:lnTo>
                    <a:pt x="321564" y="181356"/>
                  </a:lnTo>
                  <a:lnTo>
                    <a:pt x="317258" y="183121"/>
                  </a:lnTo>
                  <a:lnTo>
                    <a:pt x="311086" y="184023"/>
                  </a:lnTo>
                  <a:lnTo>
                    <a:pt x="302920" y="184365"/>
                  </a:lnTo>
                  <a:lnTo>
                    <a:pt x="115824" y="184365"/>
                  </a:lnTo>
                  <a:lnTo>
                    <a:pt x="115824" y="195072"/>
                  </a:lnTo>
                  <a:lnTo>
                    <a:pt x="143256" y="259080"/>
                  </a:lnTo>
                  <a:lnTo>
                    <a:pt x="150876" y="256032"/>
                  </a:lnTo>
                  <a:lnTo>
                    <a:pt x="149352" y="249936"/>
                  </a:lnTo>
                  <a:lnTo>
                    <a:pt x="147828" y="245364"/>
                  </a:lnTo>
                  <a:lnTo>
                    <a:pt x="147828" y="236220"/>
                  </a:lnTo>
                  <a:lnTo>
                    <a:pt x="149352" y="233172"/>
                  </a:lnTo>
                  <a:lnTo>
                    <a:pt x="150876" y="231648"/>
                  </a:lnTo>
                  <a:lnTo>
                    <a:pt x="152400" y="228600"/>
                  </a:lnTo>
                  <a:lnTo>
                    <a:pt x="156972" y="227076"/>
                  </a:lnTo>
                  <a:lnTo>
                    <a:pt x="161544" y="227076"/>
                  </a:lnTo>
                  <a:lnTo>
                    <a:pt x="168719" y="225958"/>
                  </a:lnTo>
                  <a:lnTo>
                    <a:pt x="178879" y="224980"/>
                  </a:lnTo>
                  <a:lnTo>
                    <a:pt x="192201" y="224294"/>
                  </a:lnTo>
                  <a:lnTo>
                    <a:pt x="208788" y="224028"/>
                  </a:lnTo>
                  <a:lnTo>
                    <a:pt x="292608" y="224028"/>
                  </a:lnTo>
                  <a:lnTo>
                    <a:pt x="330708" y="233172"/>
                  </a:lnTo>
                  <a:lnTo>
                    <a:pt x="332232" y="236220"/>
                  </a:lnTo>
                  <a:lnTo>
                    <a:pt x="335280" y="240792"/>
                  </a:lnTo>
                  <a:lnTo>
                    <a:pt x="335280" y="257556"/>
                  </a:lnTo>
                  <a:lnTo>
                    <a:pt x="342900" y="257556"/>
                  </a:lnTo>
                  <a:lnTo>
                    <a:pt x="342900" y="224028"/>
                  </a:lnTo>
                  <a:lnTo>
                    <a:pt x="342900" y="150876"/>
                  </a:lnTo>
                  <a:close/>
                </a:path>
                <a:path extrusionOk="0" h="259080" w="346075">
                  <a:moveTo>
                    <a:pt x="345960" y="56388"/>
                  </a:moveTo>
                  <a:lnTo>
                    <a:pt x="327190" y="16725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4812" y="12192"/>
                  </a:lnTo>
                  <a:lnTo>
                    <a:pt x="309384" y="16764"/>
                  </a:lnTo>
                  <a:lnTo>
                    <a:pt x="312432" y="21336"/>
                  </a:lnTo>
                  <a:lnTo>
                    <a:pt x="315480" y="27432"/>
                  </a:lnTo>
                  <a:lnTo>
                    <a:pt x="317004" y="32004"/>
                  </a:lnTo>
                  <a:lnTo>
                    <a:pt x="317004" y="44196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9144"/>
                  </a:lnTo>
                  <a:lnTo>
                    <a:pt x="121932" y="9144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83832" y="82296"/>
                  </a:lnTo>
                  <a:lnTo>
                    <a:pt x="118859" y="115062"/>
                  </a:lnTo>
                  <a:lnTo>
                    <a:pt x="131076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8234" y="100063"/>
                  </a:lnTo>
                  <a:lnTo>
                    <a:pt x="336816" y="85344"/>
                  </a:lnTo>
                  <a:lnTo>
                    <a:pt x="339864" y="79248"/>
                  </a:lnTo>
                  <a:lnTo>
                    <a:pt x="344436" y="71628"/>
                  </a:lnTo>
                  <a:lnTo>
                    <a:pt x="345960" y="64008"/>
                  </a:lnTo>
                  <a:lnTo>
                    <a:pt x="345960" y="563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" name="Google Shape;752;p16"/>
          <p:cNvSpPr/>
          <p:nvPr/>
        </p:nvSpPr>
        <p:spPr>
          <a:xfrm>
            <a:off x="1438766" y="2328672"/>
            <a:ext cx="341630" cy="180340"/>
          </a:xfrm>
          <a:custGeom>
            <a:rect b="b" l="l" r="r" t="t"/>
            <a:pathLst>
              <a:path extrusionOk="0" h="180339" w="341630">
                <a:moveTo>
                  <a:pt x="69993" y="179832"/>
                </a:moveTo>
                <a:lnTo>
                  <a:pt x="32060" y="166973"/>
                </a:lnTo>
                <a:lnTo>
                  <a:pt x="5414" y="128206"/>
                </a:lnTo>
                <a:lnTo>
                  <a:pt x="0" y="92964"/>
                </a:lnTo>
                <a:lnTo>
                  <a:pt x="16" y="89916"/>
                </a:lnTo>
                <a:lnTo>
                  <a:pt x="1794" y="68580"/>
                </a:lnTo>
                <a:lnTo>
                  <a:pt x="1842" y="68008"/>
                </a:lnTo>
                <a:lnTo>
                  <a:pt x="16606" y="31432"/>
                </a:lnTo>
                <a:lnTo>
                  <a:pt x="52143" y="4500"/>
                </a:lnTo>
                <a:lnTo>
                  <a:pt x="76089" y="0"/>
                </a:lnTo>
                <a:lnTo>
                  <a:pt x="85233" y="547"/>
                </a:lnTo>
                <a:lnTo>
                  <a:pt x="122357" y="12811"/>
                </a:lnTo>
                <a:lnTo>
                  <a:pt x="156861" y="38100"/>
                </a:lnTo>
                <a:lnTo>
                  <a:pt x="163678" y="44196"/>
                </a:lnTo>
                <a:lnTo>
                  <a:pt x="80661" y="44196"/>
                </a:lnTo>
                <a:lnTo>
                  <a:pt x="66398" y="45315"/>
                </a:lnTo>
                <a:lnTo>
                  <a:pt x="23892" y="70175"/>
                </a:lnTo>
                <a:lnTo>
                  <a:pt x="13605" y="102108"/>
                </a:lnTo>
                <a:lnTo>
                  <a:pt x="14415" y="112704"/>
                </a:lnTo>
                <a:lnTo>
                  <a:pt x="16653" y="121729"/>
                </a:lnTo>
                <a:lnTo>
                  <a:pt x="20035" y="129325"/>
                </a:lnTo>
                <a:lnTo>
                  <a:pt x="24273" y="135636"/>
                </a:lnTo>
                <a:lnTo>
                  <a:pt x="30369" y="144780"/>
                </a:lnTo>
                <a:lnTo>
                  <a:pt x="37989" y="149352"/>
                </a:lnTo>
                <a:lnTo>
                  <a:pt x="106569" y="149352"/>
                </a:lnTo>
                <a:lnTo>
                  <a:pt x="106569" y="160020"/>
                </a:lnTo>
                <a:lnTo>
                  <a:pt x="77923" y="179284"/>
                </a:lnTo>
                <a:lnTo>
                  <a:pt x="69993" y="179832"/>
                </a:lnTo>
                <a:close/>
              </a:path>
              <a:path extrusionOk="0" h="180339" w="341630">
                <a:moveTo>
                  <a:pt x="258969" y="99060"/>
                </a:moveTo>
                <a:lnTo>
                  <a:pt x="219536" y="95845"/>
                </a:lnTo>
                <a:lnTo>
                  <a:pt x="169458" y="76890"/>
                </a:lnTo>
                <a:lnTo>
                  <a:pt x="139407" y="61412"/>
                </a:lnTo>
                <a:lnTo>
                  <a:pt x="128096" y="55816"/>
                </a:lnTo>
                <a:lnTo>
                  <a:pt x="88401" y="44481"/>
                </a:lnTo>
                <a:lnTo>
                  <a:pt x="80661" y="44196"/>
                </a:lnTo>
                <a:lnTo>
                  <a:pt x="163678" y="44196"/>
                </a:lnTo>
                <a:lnTo>
                  <a:pt x="203582" y="75604"/>
                </a:lnTo>
                <a:lnTo>
                  <a:pt x="245611" y="88487"/>
                </a:lnTo>
                <a:lnTo>
                  <a:pt x="258969" y="89916"/>
                </a:lnTo>
                <a:lnTo>
                  <a:pt x="258969" y="99060"/>
                </a:lnTo>
                <a:close/>
              </a:path>
              <a:path extrusionOk="0" h="180339" w="341630">
                <a:moveTo>
                  <a:pt x="106569" y="149352"/>
                </a:moveTo>
                <a:lnTo>
                  <a:pt x="51705" y="149352"/>
                </a:lnTo>
                <a:lnTo>
                  <a:pt x="59325" y="146304"/>
                </a:lnTo>
                <a:lnTo>
                  <a:pt x="66945" y="141732"/>
                </a:lnTo>
                <a:lnTo>
                  <a:pt x="82185" y="134112"/>
                </a:lnTo>
                <a:lnTo>
                  <a:pt x="92853" y="134112"/>
                </a:lnTo>
                <a:lnTo>
                  <a:pt x="97425" y="135636"/>
                </a:lnTo>
                <a:lnTo>
                  <a:pt x="105045" y="143256"/>
                </a:lnTo>
                <a:lnTo>
                  <a:pt x="106569" y="147828"/>
                </a:lnTo>
                <a:lnTo>
                  <a:pt x="106569" y="149352"/>
                </a:lnTo>
                <a:close/>
              </a:path>
              <a:path extrusionOk="0" h="180339" w="341630">
                <a:moveTo>
                  <a:pt x="322977" y="120396"/>
                </a:moveTo>
                <a:lnTo>
                  <a:pt x="307737" y="120396"/>
                </a:lnTo>
                <a:lnTo>
                  <a:pt x="301641" y="117348"/>
                </a:lnTo>
                <a:lnTo>
                  <a:pt x="297069" y="112776"/>
                </a:lnTo>
                <a:lnTo>
                  <a:pt x="290973" y="108204"/>
                </a:lnTo>
                <a:lnTo>
                  <a:pt x="287925" y="102108"/>
                </a:lnTo>
                <a:lnTo>
                  <a:pt x="287925" y="86868"/>
                </a:lnTo>
                <a:lnTo>
                  <a:pt x="290973" y="80772"/>
                </a:lnTo>
                <a:lnTo>
                  <a:pt x="301641" y="70104"/>
                </a:lnTo>
                <a:lnTo>
                  <a:pt x="307737" y="67056"/>
                </a:lnTo>
                <a:lnTo>
                  <a:pt x="322977" y="67056"/>
                </a:lnTo>
                <a:lnTo>
                  <a:pt x="329073" y="70104"/>
                </a:lnTo>
                <a:lnTo>
                  <a:pt x="339741" y="80772"/>
                </a:lnTo>
                <a:lnTo>
                  <a:pt x="341265" y="86868"/>
                </a:lnTo>
                <a:lnTo>
                  <a:pt x="341265" y="102108"/>
                </a:lnTo>
                <a:lnTo>
                  <a:pt x="339741" y="108204"/>
                </a:lnTo>
                <a:lnTo>
                  <a:pt x="333645" y="112776"/>
                </a:lnTo>
                <a:lnTo>
                  <a:pt x="329073" y="117348"/>
                </a:lnTo>
                <a:lnTo>
                  <a:pt x="322977" y="12039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" name="Google Shape;753;p16"/>
          <p:cNvSpPr/>
          <p:nvPr/>
        </p:nvSpPr>
        <p:spPr>
          <a:xfrm>
            <a:off x="2543555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54" name="Google Shape;754;p16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487167" y="8403335"/>
            <a:ext cx="167640" cy="300228"/>
          </a:xfrm>
          <a:prstGeom prst="rect">
            <a:avLst/>
          </a:prstGeom>
          <a:noFill/>
          <a:ln>
            <a:noFill/>
          </a:ln>
        </p:spPr>
      </p:pic>
      <p:pic>
        <p:nvPicPr>
          <p:cNvPr id="755" name="Google Shape;755;p16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482595" y="7350252"/>
            <a:ext cx="225552" cy="981455"/>
          </a:xfrm>
          <a:prstGeom prst="rect">
            <a:avLst/>
          </a:prstGeom>
          <a:noFill/>
          <a:ln>
            <a:noFill/>
          </a:ln>
        </p:spPr>
      </p:pic>
      <p:sp>
        <p:nvSpPr>
          <p:cNvPr id="756" name="Google Shape;756;p16"/>
          <p:cNvSpPr/>
          <p:nvPr/>
        </p:nvSpPr>
        <p:spPr>
          <a:xfrm>
            <a:off x="2482583" y="6574536"/>
            <a:ext cx="175895" cy="708660"/>
          </a:xfrm>
          <a:custGeom>
            <a:rect b="b" l="l" r="r" t="t"/>
            <a:pathLst>
              <a:path extrusionOk="0" h="708659" w="175894">
                <a:moveTo>
                  <a:pt x="24384" y="569976"/>
                </a:moveTo>
                <a:lnTo>
                  <a:pt x="22860" y="566928"/>
                </a:lnTo>
                <a:lnTo>
                  <a:pt x="18288" y="562356"/>
                </a:lnTo>
                <a:lnTo>
                  <a:pt x="15240" y="560832"/>
                </a:lnTo>
                <a:lnTo>
                  <a:pt x="9144" y="560832"/>
                </a:lnTo>
                <a:lnTo>
                  <a:pt x="6096" y="562356"/>
                </a:lnTo>
                <a:lnTo>
                  <a:pt x="4572" y="565404"/>
                </a:lnTo>
                <a:lnTo>
                  <a:pt x="1524" y="566928"/>
                </a:lnTo>
                <a:lnTo>
                  <a:pt x="0" y="569976"/>
                </a:lnTo>
                <a:lnTo>
                  <a:pt x="0" y="577596"/>
                </a:lnTo>
                <a:lnTo>
                  <a:pt x="1524" y="580644"/>
                </a:lnTo>
                <a:lnTo>
                  <a:pt x="4572" y="582168"/>
                </a:lnTo>
                <a:lnTo>
                  <a:pt x="6096" y="585216"/>
                </a:lnTo>
                <a:lnTo>
                  <a:pt x="18288" y="585216"/>
                </a:lnTo>
                <a:lnTo>
                  <a:pt x="21336" y="582168"/>
                </a:lnTo>
                <a:lnTo>
                  <a:pt x="22860" y="579120"/>
                </a:lnTo>
                <a:lnTo>
                  <a:pt x="24384" y="577596"/>
                </a:lnTo>
                <a:lnTo>
                  <a:pt x="24384" y="569976"/>
                </a:lnTo>
                <a:close/>
              </a:path>
              <a:path extrusionOk="0" h="708659" w="175894">
                <a:moveTo>
                  <a:pt x="24384" y="184404"/>
                </a:moveTo>
                <a:lnTo>
                  <a:pt x="21336" y="178308"/>
                </a:lnTo>
                <a:lnTo>
                  <a:pt x="15240" y="175260"/>
                </a:lnTo>
                <a:lnTo>
                  <a:pt x="9144" y="175260"/>
                </a:lnTo>
                <a:lnTo>
                  <a:pt x="6096" y="176784"/>
                </a:lnTo>
                <a:lnTo>
                  <a:pt x="1524" y="181356"/>
                </a:lnTo>
                <a:lnTo>
                  <a:pt x="0" y="184404"/>
                </a:lnTo>
                <a:lnTo>
                  <a:pt x="0" y="190500"/>
                </a:lnTo>
                <a:lnTo>
                  <a:pt x="1524" y="193548"/>
                </a:lnTo>
                <a:lnTo>
                  <a:pt x="6096" y="198120"/>
                </a:lnTo>
                <a:lnTo>
                  <a:pt x="9144" y="199644"/>
                </a:lnTo>
                <a:lnTo>
                  <a:pt x="15240" y="199644"/>
                </a:lnTo>
                <a:lnTo>
                  <a:pt x="21336" y="196596"/>
                </a:lnTo>
                <a:lnTo>
                  <a:pt x="24384" y="190500"/>
                </a:lnTo>
                <a:lnTo>
                  <a:pt x="24384" y="184404"/>
                </a:lnTo>
                <a:close/>
              </a:path>
              <a:path extrusionOk="0" h="708659" w="175894">
                <a:moveTo>
                  <a:pt x="172212" y="545592"/>
                </a:moveTo>
                <a:lnTo>
                  <a:pt x="169164" y="545592"/>
                </a:lnTo>
                <a:lnTo>
                  <a:pt x="169164" y="554736"/>
                </a:lnTo>
                <a:lnTo>
                  <a:pt x="167640" y="557784"/>
                </a:lnTo>
                <a:lnTo>
                  <a:pt x="164592" y="560832"/>
                </a:lnTo>
                <a:lnTo>
                  <a:pt x="163068" y="560832"/>
                </a:lnTo>
                <a:lnTo>
                  <a:pt x="160020" y="562356"/>
                </a:lnTo>
                <a:lnTo>
                  <a:pt x="57912" y="562356"/>
                </a:lnTo>
                <a:lnTo>
                  <a:pt x="57912" y="568452"/>
                </a:lnTo>
                <a:lnTo>
                  <a:pt x="71628" y="600456"/>
                </a:lnTo>
                <a:lnTo>
                  <a:pt x="74676" y="598932"/>
                </a:lnTo>
                <a:lnTo>
                  <a:pt x="73152" y="595884"/>
                </a:lnTo>
                <a:lnTo>
                  <a:pt x="73152" y="588264"/>
                </a:lnTo>
                <a:lnTo>
                  <a:pt x="76200" y="585216"/>
                </a:lnTo>
                <a:lnTo>
                  <a:pt x="77724" y="585216"/>
                </a:lnTo>
                <a:lnTo>
                  <a:pt x="80772" y="583692"/>
                </a:lnTo>
                <a:lnTo>
                  <a:pt x="83820" y="583692"/>
                </a:lnTo>
                <a:lnTo>
                  <a:pt x="92964" y="582168"/>
                </a:lnTo>
                <a:lnTo>
                  <a:pt x="155448" y="582168"/>
                </a:lnTo>
                <a:lnTo>
                  <a:pt x="160020" y="583692"/>
                </a:lnTo>
                <a:lnTo>
                  <a:pt x="163068" y="583692"/>
                </a:lnTo>
                <a:lnTo>
                  <a:pt x="167640" y="588264"/>
                </a:lnTo>
                <a:lnTo>
                  <a:pt x="169164" y="591312"/>
                </a:lnTo>
                <a:lnTo>
                  <a:pt x="169164" y="598932"/>
                </a:lnTo>
                <a:lnTo>
                  <a:pt x="172212" y="598932"/>
                </a:lnTo>
                <a:lnTo>
                  <a:pt x="172212" y="582168"/>
                </a:lnTo>
                <a:lnTo>
                  <a:pt x="172212" y="545592"/>
                </a:lnTo>
                <a:close/>
              </a:path>
              <a:path extrusionOk="0" h="708659" w="175894">
                <a:moveTo>
                  <a:pt x="172212" y="160020"/>
                </a:moveTo>
                <a:lnTo>
                  <a:pt x="169164" y="160020"/>
                </a:lnTo>
                <a:lnTo>
                  <a:pt x="169164" y="169164"/>
                </a:lnTo>
                <a:lnTo>
                  <a:pt x="163068" y="175260"/>
                </a:lnTo>
                <a:lnTo>
                  <a:pt x="160020" y="176784"/>
                </a:lnTo>
                <a:lnTo>
                  <a:pt x="57912" y="176784"/>
                </a:lnTo>
                <a:lnTo>
                  <a:pt x="57912" y="181356"/>
                </a:lnTo>
                <a:lnTo>
                  <a:pt x="71628" y="214884"/>
                </a:lnTo>
                <a:lnTo>
                  <a:pt x="74676" y="213360"/>
                </a:lnTo>
                <a:lnTo>
                  <a:pt x="73152" y="210312"/>
                </a:lnTo>
                <a:lnTo>
                  <a:pt x="73152" y="201168"/>
                </a:lnTo>
                <a:lnTo>
                  <a:pt x="74676" y="199644"/>
                </a:lnTo>
                <a:lnTo>
                  <a:pt x="76200" y="199644"/>
                </a:lnTo>
                <a:lnTo>
                  <a:pt x="77724" y="198120"/>
                </a:lnTo>
                <a:lnTo>
                  <a:pt x="80772" y="198120"/>
                </a:lnTo>
                <a:lnTo>
                  <a:pt x="83820" y="196596"/>
                </a:lnTo>
                <a:lnTo>
                  <a:pt x="160020" y="196596"/>
                </a:lnTo>
                <a:lnTo>
                  <a:pt x="163068" y="198120"/>
                </a:lnTo>
                <a:lnTo>
                  <a:pt x="169164" y="204216"/>
                </a:lnTo>
                <a:lnTo>
                  <a:pt x="169164" y="213360"/>
                </a:lnTo>
                <a:lnTo>
                  <a:pt x="172212" y="213360"/>
                </a:lnTo>
                <a:lnTo>
                  <a:pt x="172212" y="196596"/>
                </a:lnTo>
                <a:lnTo>
                  <a:pt x="172212" y="160020"/>
                </a:lnTo>
                <a:close/>
              </a:path>
              <a:path extrusionOk="0" h="708659" w="175894">
                <a:moveTo>
                  <a:pt x="172224" y="481584"/>
                </a:moveTo>
                <a:lnTo>
                  <a:pt x="169176" y="481584"/>
                </a:lnTo>
                <a:lnTo>
                  <a:pt x="169176" y="490728"/>
                </a:lnTo>
                <a:lnTo>
                  <a:pt x="164604" y="495300"/>
                </a:lnTo>
                <a:lnTo>
                  <a:pt x="163080" y="498348"/>
                </a:lnTo>
                <a:lnTo>
                  <a:pt x="160032" y="498348"/>
                </a:lnTo>
                <a:lnTo>
                  <a:pt x="158508" y="499872"/>
                </a:lnTo>
                <a:lnTo>
                  <a:pt x="153936" y="501396"/>
                </a:lnTo>
                <a:lnTo>
                  <a:pt x="92976" y="501396"/>
                </a:lnTo>
                <a:lnTo>
                  <a:pt x="85356" y="496824"/>
                </a:lnTo>
                <a:lnTo>
                  <a:pt x="80784" y="493776"/>
                </a:lnTo>
                <a:lnTo>
                  <a:pt x="77736" y="489204"/>
                </a:lnTo>
                <a:lnTo>
                  <a:pt x="74688" y="486156"/>
                </a:lnTo>
                <a:lnTo>
                  <a:pt x="74688" y="483108"/>
                </a:lnTo>
                <a:lnTo>
                  <a:pt x="76212" y="480060"/>
                </a:lnTo>
                <a:lnTo>
                  <a:pt x="79260" y="477012"/>
                </a:lnTo>
                <a:lnTo>
                  <a:pt x="80784" y="472440"/>
                </a:lnTo>
                <a:lnTo>
                  <a:pt x="82308" y="469392"/>
                </a:lnTo>
                <a:lnTo>
                  <a:pt x="82308" y="464820"/>
                </a:lnTo>
                <a:lnTo>
                  <a:pt x="80784" y="461772"/>
                </a:lnTo>
                <a:lnTo>
                  <a:pt x="77736" y="458724"/>
                </a:lnTo>
                <a:lnTo>
                  <a:pt x="74688" y="457200"/>
                </a:lnTo>
                <a:lnTo>
                  <a:pt x="68592" y="457200"/>
                </a:lnTo>
                <a:lnTo>
                  <a:pt x="65544" y="458724"/>
                </a:lnTo>
                <a:lnTo>
                  <a:pt x="59448" y="464820"/>
                </a:lnTo>
                <a:lnTo>
                  <a:pt x="57924" y="467868"/>
                </a:lnTo>
                <a:lnTo>
                  <a:pt x="57924" y="472440"/>
                </a:lnTo>
                <a:lnTo>
                  <a:pt x="59588" y="480187"/>
                </a:lnTo>
                <a:lnTo>
                  <a:pt x="64401" y="487489"/>
                </a:lnTo>
                <a:lnTo>
                  <a:pt x="72059" y="494525"/>
                </a:lnTo>
                <a:lnTo>
                  <a:pt x="82308" y="501396"/>
                </a:lnTo>
                <a:lnTo>
                  <a:pt x="57924" y="501396"/>
                </a:lnTo>
                <a:lnTo>
                  <a:pt x="57924" y="505968"/>
                </a:lnTo>
                <a:lnTo>
                  <a:pt x="71640" y="539496"/>
                </a:lnTo>
                <a:lnTo>
                  <a:pt x="74688" y="537972"/>
                </a:lnTo>
                <a:lnTo>
                  <a:pt x="73164" y="534924"/>
                </a:lnTo>
                <a:lnTo>
                  <a:pt x="73164" y="525780"/>
                </a:lnTo>
                <a:lnTo>
                  <a:pt x="76212" y="522732"/>
                </a:lnTo>
                <a:lnTo>
                  <a:pt x="77736" y="522732"/>
                </a:lnTo>
                <a:lnTo>
                  <a:pt x="80784" y="521208"/>
                </a:lnTo>
                <a:lnTo>
                  <a:pt x="160032" y="521208"/>
                </a:lnTo>
                <a:lnTo>
                  <a:pt x="166128" y="524256"/>
                </a:lnTo>
                <a:lnTo>
                  <a:pt x="166128" y="525780"/>
                </a:lnTo>
                <a:lnTo>
                  <a:pt x="169176" y="528828"/>
                </a:lnTo>
                <a:lnTo>
                  <a:pt x="169176" y="537972"/>
                </a:lnTo>
                <a:lnTo>
                  <a:pt x="172224" y="537972"/>
                </a:lnTo>
                <a:lnTo>
                  <a:pt x="172224" y="481584"/>
                </a:lnTo>
                <a:close/>
              </a:path>
              <a:path extrusionOk="0" h="708659" w="175894">
                <a:moveTo>
                  <a:pt x="175260" y="661416"/>
                </a:moveTo>
                <a:lnTo>
                  <a:pt x="158051" y="627062"/>
                </a:lnTo>
                <a:lnTo>
                  <a:pt x="129540" y="615696"/>
                </a:lnTo>
                <a:lnTo>
                  <a:pt x="128016" y="618744"/>
                </a:lnTo>
                <a:lnTo>
                  <a:pt x="138684" y="623316"/>
                </a:lnTo>
                <a:lnTo>
                  <a:pt x="144780" y="626364"/>
                </a:lnTo>
                <a:lnTo>
                  <a:pt x="149352" y="630936"/>
                </a:lnTo>
                <a:lnTo>
                  <a:pt x="153924" y="638556"/>
                </a:lnTo>
                <a:lnTo>
                  <a:pt x="155448" y="644652"/>
                </a:lnTo>
                <a:lnTo>
                  <a:pt x="155448" y="652272"/>
                </a:lnTo>
                <a:lnTo>
                  <a:pt x="132803" y="683704"/>
                </a:lnTo>
                <a:lnTo>
                  <a:pt x="105156" y="688848"/>
                </a:lnTo>
                <a:lnTo>
                  <a:pt x="96329" y="688276"/>
                </a:lnTo>
                <a:lnTo>
                  <a:pt x="65532" y="667512"/>
                </a:lnTo>
                <a:lnTo>
                  <a:pt x="65532" y="655320"/>
                </a:lnTo>
                <a:lnTo>
                  <a:pt x="67056" y="652272"/>
                </a:lnTo>
                <a:lnTo>
                  <a:pt x="70104" y="649224"/>
                </a:lnTo>
                <a:lnTo>
                  <a:pt x="71628" y="646176"/>
                </a:lnTo>
                <a:lnTo>
                  <a:pt x="76200" y="644652"/>
                </a:lnTo>
                <a:lnTo>
                  <a:pt x="80772" y="644652"/>
                </a:lnTo>
                <a:lnTo>
                  <a:pt x="85344" y="643128"/>
                </a:lnTo>
                <a:lnTo>
                  <a:pt x="88392" y="643128"/>
                </a:lnTo>
                <a:lnTo>
                  <a:pt x="89916" y="640080"/>
                </a:lnTo>
                <a:lnTo>
                  <a:pt x="92964" y="638556"/>
                </a:lnTo>
                <a:lnTo>
                  <a:pt x="94488" y="635508"/>
                </a:lnTo>
                <a:lnTo>
                  <a:pt x="94488" y="624840"/>
                </a:lnTo>
                <a:lnTo>
                  <a:pt x="91440" y="623316"/>
                </a:lnTo>
                <a:lnTo>
                  <a:pt x="88392" y="620268"/>
                </a:lnTo>
                <a:lnTo>
                  <a:pt x="77724" y="620268"/>
                </a:lnTo>
                <a:lnTo>
                  <a:pt x="73152" y="623316"/>
                </a:lnTo>
                <a:lnTo>
                  <a:pt x="63055" y="636066"/>
                </a:lnTo>
                <a:lnTo>
                  <a:pt x="60198" y="642175"/>
                </a:lnTo>
                <a:lnTo>
                  <a:pt x="58483" y="649160"/>
                </a:lnTo>
                <a:lnTo>
                  <a:pt x="57912" y="656844"/>
                </a:lnTo>
                <a:lnTo>
                  <a:pt x="59042" y="666851"/>
                </a:lnTo>
                <a:lnTo>
                  <a:pt x="83273" y="700303"/>
                </a:lnTo>
                <a:lnTo>
                  <a:pt x="117348" y="708660"/>
                </a:lnTo>
                <a:lnTo>
                  <a:pt x="130238" y="707809"/>
                </a:lnTo>
                <a:lnTo>
                  <a:pt x="166903" y="687565"/>
                </a:lnTo>
                <a:lnTo>
                  <a:pt x="174383" y="670521"/>
                </a:lnTo>
                <a:lnTo>
                  <a:pt x="175260" y="661416"/>
                </a:lnTo>
                <a:close/>
              </a:path>
              <a:path extrusionOk="0" h="708659" w="175894">
                <a:moveTo>
                  <a:pt x="175260" y="402336"/>
                </a:moveTo>
                <a:lnTo>
                  <a:pt x="158051" y="367093"/>
                </a:lnTo>
                <a:lnTo>
                  <a:pt x="129540" y="355092"/>
                </a:lnTo>
                <a:lnTo>
                  <a:pt x="128016" y="358140"/>
                </a:lnTo>
                <a:lnTo>
                  <a:pt x="138684" y="362712"/>
                </a:lnTo>
                <a:lnTo>
                  <a:pt x="144780" y="367284"/>
                </a:lnTo>
                <a:lnTo>
                  <a:pt x="149352" y="371856"/>
                </a:lnTo>
                <a:lnTo>
                  <a:pt x="153924" y="377952"/>
                </a:lnTo>
                <a:lnTo>
                  <a:pt x="155448" y="385572"/>
                </a:lnTo>
                <a:lnTo>
                  <a:pt x="155448" y="393192"/>
                </a:lnTo>
                <a:lnTo>
                  <a:pt x="124396" y="425958"/>
                </a:lnTo>
                <a:lnTo>
                  <a:pt x="105156" y="428244"/>
                </a:lnTo>
                <a:lnTo>
                  <a:pt x="96329" y="427672"/>
                </a:lnTo>
                <a:lnTo>
                  <a:pt x="65532" y="408432"/>
                </a:lnTo>
                <a:lnTo>
                  <a:pt x="65532" y="396240"/>
                </a:lnTo>
                <a:lnTo>
                  <a:pt x="67056" y="391668"/>
                </a:lnTo>
                <a:lnTo>
                  <a:pt x="70104" y="388620"/>
                </a:lnTo>
                <a:lnTo>
                  <a:pt x="71628" y="385572"/>
                </a:lnTo>
                <a:lnTo>
                  <a:pt x="76200" y="384048"/>
                </a:lnTo>
                <a:lnTo>
                  <a:pt x="85344" y="384048"/>
                </a:lnTo>
                <a:lnTo>
                  <a:pt x="88392" y="382524"/>
                </a:lnTo>
                <a:lnTo>
                  <a:pt x="89916" y="381000"/>
                </a:lnTo>
                <a:lnTo>
                  <a:pt x="92964" y="379476"/>
                </a:lnTo>
                <a:lnTo>
                  <a:pt x="94488" y="376428"/>
                </a:lnTo>
                <a:lnTo>
                  <a:pt x="94488" y="364236"/>
                </a:lnTo>
                <a:lnTo>
                  <a:pt x="91440" y="362712"/>
                </a:lnTo>
                <a:lnTo>
                  <a:pt x="88392" y="359664"/>
                </a:lnTo>
                <a:lnTo>
                  <a:pt x="77724" y="359664"/>
                </a:lnTo>
                <a:lnTo>
                  <a:pt x="67056" y="370332"/>
                </a:lnTo>
                <a:lnTo>
                  <a:pt x="63055" y="376097"/>
                </a:lnTo>
                <a:lnTo>
                  <a:pt x="60198" y="382143"/>
                </a:lnTo>
                <a:lnTo>
                  <a:pt x="58483" y="388772"/>
                </a:lnTo>
                <a:lnTo>
                  <a:pt x="57912" y="396240"/>
                </a:lnTo>
                <a:lnTo>
                  <a:pt x="59042" y="407098"/>
                </a:lnTo>
                <a:lnTo>
                  <a:pt x="83273" y="439699"/>
                </a:lnTo>
                <a:lnTo>
                  <a:pt x="117348" y="448056"/>
                </a:lnTo>
                <a:lnTo>
                  <a:pt x="130238" y="447205"/>
                </a:lnTo>
                <a:lnTo>
                  <a:pt x="166903" y="427202"/>
                </a:lnTo>
                <a:lnTo>
                  <a:pt x="174383" y="411200"/>
                </a:lnTo>
                <a:lnTo>
                  <a:pt x="175260" y="402336"/>
                </a:lnTo>
                <a:close/>
              </a:path>
              <a:path extrusionOk="0" h="708659" w="175894">
                <a:moveTo>
                  <a:pt x="175272" y="257556"/>
                </a:moveTo>
                <a:lnTo>
                  <a:pt x="161556" y="225552"/>
                </a:lnTo>
                <a:lnTo>
                  <a:pt x="158508" y="227076"/>
                </a:lnTo>
                <a:lnTo>
                  <a:pt x="161556" y="233172"/>
                </a:lnTo>
                <a:lnTo>
                  <a:pt x="161556" y="237744"/>
                </a:lnTo>
                <a:lnTo>
                  <a:pt x="160032" y="239268"/>
                </a:lnTo>
                <a:lnTo>
                  <a:pt x="158508" y="239268"/>
                </a:lnTo>
                <a:lnTo>
                  <a:pt x="158508" y="240792"/>
                </a:lnTo>
                <a:lnTo>
                  <a:pt x="155460" y="242316"/>
                </a:lnTo>
                <a:lnTo>
                  <a:pt x="152412" y="242316"/>
                </a:lnTo>
                <a:lnTo>
                  <a:pt x="149364" y="243840"/>
                </a:lnTo>
                <a:lnTo>
                  <a:pt x="60972" y="243840"/>
                </a:lnTo>
                <a:lnTo>
                  <a:pt x="60972" y="280416"/>
                </a:lnTo>
                <a:lnTo>
                  <a:pt x="64020" y="280416"/>
                </a:lnTo>
                <a:lnTo>
                  <a:pt x="64020" y="272796"/>
                </a:lnTo>
                <a:lnTo>
                  <a:pt x="65544" y="268224"/>
                </a:lnTo>
                <a:lnTo>
                  <a:pt x="68592" y="266700"/>
                </a:lnTo>
                <a:lnTo>
                  <a:pt x="70116" y="265176"/>
                </a:lnTo>
                <a:lnTo>
                  <a:pt x="76212" y="263652"/>
                </a:lnTo>
                <a:lnTo>
                  <a:pt x="144792" y="263652"/>
                </a:lnTo>
                <a:lnTo>
                  <a:pt x="155460" y="274320"/>
                </a:lnTo>
                <a:lnTo>
                  <a:pt x="160032" y="288036"/>
                </a:lnTo>
                <a:lnTo>
                  <a:pt x="160032" y="297180"/>
                </a:lnTo>
                <a:lnTo>
                  <a:pt x="158508" y="301752"/>
                </a:lnTo>
                <a:lnTo>
                  <a:pt x="155460" y="304800"/>
                </a:lnTo>
                <a:lnTo>
                  <a:pt x="152412" y="309372"/>
                </a:lnTo>
                <a:lnTo>
                  <a:pt x="144792" y="310896"/>
                </a:lnTo>
                <a:lnTo>
                  <a:pt x="60972" y="310896"/>
                </a:lnTo>
                <a:lnTo>
                  <a:pt x="60972" y="348996"/>
                </a:lnTo>
                <a:lnTo>
                  <a:pt x="64020" y="348996"/>
                </a:lnTo>
                <a:lnTo>
                  <a:pt x="64020" y="342900"/>
                </a:lnTo>
                <a:lnTo>
                  <a:pt x="65544" y="339852"/>
                </a:lnTo>
                <a:lnTo>
                  <a:pt x="65544" y="336804"/>
                </a:lnTo>
                <a:lnTo>
                  <a:pt x="68592" y="333756"/>
                </a:lnTo>
                <a:lnTo>
                  <a:pt x="71640" y="332232"/>
                </a:lnTo>
                <a:lnTo>
                  <a:pt x="73164" y="330708"/>
                </a:lnTo>
                <a:lnTo>
                  <a:pt x="143268" y="330708"/>
                </a:lnTo>
                <a:lnTo>
                  <a:pt x="150888" y="329184"/>
                </a:lnTo>
                <a:lnTo>
                  <a:pt x="175272" y="307848"/>
                </a:lnTo>
                <a:lnTo>
                  <a:pt x="175272" y="295656"/>
                </a:lnTo>
                <a:lnTo>
                  <a:pt x="173748" y="291084"/>
                </a:lnTo>
                <a:lnTo>
                  <a:pt x="172224" y="284988"/>
                </a:lnTo>
                <a:lnTo>
                  <a:pt x="169125" y="281012"/>
                </a:lnTo>
                <a:lnTo>
                  <a:pt x="164604" y="276034"/>
                </a:lnTo>
                <a:lnTo>
                  <a:pt x="152412" y="263652"/>
                </a:lnTo>
                <a:lnTo>
                  <a:pt x="175272" y="263652"/>
                </a:lnTo>
                <a:lnTo>
                  <a:pt x="175272" y="257556"/>
                </a:lnTo>
                <a:close/>
              </a:path>
              <a:path extrusionOk="0" h="708659" w="175894">
                <a:moveTo>
                  <a:pt x="175272" y="109728"/>
                </a:moveTo>
                <a:lnTo>
                  <a:pt x="173748" y="105156"/>
                </a:lnTo>
                <a:lnTo>
                  <a:pt x="169176" y="99060"/>
                </a:lnTo>
                <a:lnTo>
                  <a:pt x="160032" y="89916"/>
                </a:lnTo>
                <a:lnTo>
                  <a:pt x="150888" y="86868"/>
                </a:lnTo>
                <a:lnTo>
                  <a:pt x="150888" y="92964"/>
                </a:lnTo>
                <a:lnTo>
                  <a:pt x="156984" y="96012"/>
                </a:lnTo>
                <a:lnTo>
                  <a:pt x="160032" y="102108"/>
                </a:lnTo>
                <a:lnTo>
                  <a:pt x="160032" y="109728"/>
                </a:lnTo>
                <a:lnTo>
                  <a:pt x="158508" y="112776"/>
                </a:lnTo>
                <a:lnTo>
                  <a:pt x="153936" y="117348"/>
                </a:lnTo>
                <a:lnTo>
                  <a:pt x="68592" y="117348"/>
                </a:lnTo>
                <a:lnTo>
                  <a:pt x="68592" y="91440"/>
                </a:lnTo>
                <a:lnTo>
                  <a:pt x="60972" y="91440"/>
                </a:lnTo>
                <a:lnTo>
                  <a:pt x="60972" y="117348"/>
                </a:lnTo>
                <a:lnTo>
                  <a:pt x="24396" y="117348"/>
                </a:lnTo>
                <a:lnTo>
                  <a:pt x="24396" y="120396"/>
                </a:lnTo>
                <a:lnTo>
                  <a:pt x="33540" y="123444"/>
                </a:lnTo>
                <a:lnTo>
                  <a:pt x="38112" y="126492"/>
                </a:lnTo>
                <a:lnTo>
                  <a:pt x="41160" y="128016"/>
                </a:lnTo>
                <a:lnTo>
                  <a:pt x="47256" y="132588"/>
                </a:lnTo>
                <a:lnTo>
                  <a:pt x="60972" y="146304"/>
                </a:lnTo>
                <a:lnTo>
                  <a:pt x="64020" y="150876"/>
                </a:lnTo>
                <a:lnTo>
                  <a:pt x="65544" y="155448"/>
                </a:lnTo>
                <a:lnTo>
                  <a:pt x="68592" y="155448"/>
                </a:lnTo>
                <a:lnTo>
                  <a:pt x="68592" y="137160"/>
                </a:lnTo>
                <a:lnTo>
                  <a:pt x="160032" y="137160"/>
                </a:lnTo>
                <a:lnTo>
                  <a:pt x="163080" y="134112"/>
                </a:lnTo>
                <a:lnTo>
                  <a:pt x="167652" y="132588"/>
                </a:lnTo>
                <a:lnTo>
                  <a:pt x="170700" y="131064"/>
                </a:lnTo>
                <a:lnTo>
                  <a:pt x="172224" y="126492"/>
                </a:lnTo>
                <a:lnTo>
                  <a:pt x="173748" y="123444"/>
                </a:lnTo>
                <a:lnTo>
                  <a:pt x="175272" y="118872"/>
                </a:lnTo>
                <a:lnTo>
                  <a:pt x="175272" y="109728"/>
                </a:lnTo>
                <a:close/>
              </a:path>
              <a:path extrusionOk="0" h="708659" w="175894">
                <a:moveTo>
                  <a:pt x="175272" y="36576"/>
                </a:moveTo>
                <a:lnTo>
                  <a:pt x="155651" y="2476"/>
                </a:lnTo>
                <a:lnTo>
                  <a:pt x="141744" y="0"/>
                </a:lnTo>
                <a:lnTo>
                  <a:pt x="132880" y="1460"/>
                </a:lnTo>
                <a:lnTo>
                  <a:pt x="102120" y="41148"/>
                </a:lnTo>
                <a:lnTo>
                  <a:pt x="99072" y="48768"/>
                </a:lnTo>
                <a:lnTo>
                  <a:pt x="91452" y="56388"/>
                </a:lnTo>
                <a:lnTo>
                  <a:pt x="88404" y="57912"/>
                </a:lnTo>
                <a:lnTo>
                  <a:pt x="83832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70116" y="53340"/>
                </a:lnTo>
                <a:lnTo>
                  <a:pt x="67068" y="50292"/>
                </a:lnTo>
                <a:lnTo>
                  <a:pt x="65544" y="45720"/>
                </a:lnTo>
                <a:lnTo>
                  <a:pt x="65544" y="33528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59448" y="12192"/>
                </a:lnTo>
                <a:lnTo>
                  <a:pt x="60972" y="13716"/>
                </a:lnTo>
                <a:lnTo>
                  <a:pt x="62496" y="13716"/>
                </a:lnTo>
                <a:lnTo>
                  <a:pt x="62496" y="21336"/>
                </a:lnTo>
                <a:lnTo>
                  <a:pt x="60972" y="25908"/>
                </a:lnTo>
                <a:lnTo>
                  <a:pt x="59448" y="32004"/>
                </a:lnTo>
                <a:lnTo>
                  <a:pt x="57924" y="36576"/>
                </a:lnTo>
                <a:lnTo>
                  <a:pt x="57924" y="41148"/>
                </a:lnTo>
                <a:lnTo>
                  <a:pt x="80784" y="74676"/>
                </a:lnTo>
                <a:lnTo>
                  <a:pt x="96024" y="74676"/>
                </a:lnTo>
                <a:lnTo>
                  <a:pt x="121932" y="45720"/>
                </a:lnTo>
                <a:lnTo>
                  <a:pt x="126212" y="37439"/>
                </a:lnTo>
                <a:lnTo>
                  <a:pt x="129933" y="30861"/>
                </a:lnTo>
                <a:lnTo>
                  <a:pt x="133070" y="26009"/>
                </a:lnTo>
                <a:lnTo>
                  <a:pt x="135648" y="22860"/>
                </a:lnTo>
                <a:lnTo>
                  <a:pt x="140220" y="19812"/>
                </a:lnTo>
                <a:lnTo>
                  <a:pt x="144792" y="18288"/>
                </a:lnTo>
                <a:lnTo>
                  <a:pt x="155460" y="18288"/>
                </a:lnTo>
                <a:lnTo>
                  <a:pt x="160032" y="19812"/>
                </a:lnTo>
                <a:lnTo>
                  <a:pt x="166128" y="25908"/>
                </a:lnTo>
                <a:lnTo>
                  <a:pt x="167652" y="30480"/>
                </a:lnTo>
                <a:lnTo>
                  <a:pt x="167652" y="44196"/>
                </a:lnTo>
                <a:lnTo>
                  <a:pt x="166128" y="51816"/>
                </a:lnTo>
                <a:lnTo>
                  <a:pt x="160032" y="57912"/>
                </a:lnTo>
                <a:lnTo>
                  <a:pt x="156032" y="62204"/>
                </a:lnTo>
                <a:lnTo>
                  <a:pt x="150888" y="65913"/>
                </a:lnTo>
                <a:lnTo>
                  <a:pt x="144602" y="69062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0104"/>
                </a:lnTo>
                <a:lnTo>
                  <a:pt x="170700" y="68580"/>
                </a:lnTo>
                <a:lnTo>
                  <a:pt x="170700" y="62484"/>
                </a:lnTo>
                <a:lnTo>
                  <a:pt x="172224" y="59436"/>
                </a:lnTo>
                <a:lnTo>
                  <a:pt x="175272" y="44196"/>
                </a:lnTo>
                <a:lnTo>
                  <a:pt x="175272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" name="Google Shape;757;p16"/>
          <p:cNvGrpSpPr/>
          <p:nvPr/>
        </p:nvGrpSpPr>
        <p:grpSpPr>
          <a:xfrm>
            <a:off x="2482595" y="6350508"/>
            <a:ext cx="175261" cy="149731"/>
            <a:chOff x="2482595" y="6350508"/>
            <a:chExt cx="175261" cy="149731"/>
          </a:xfrm>
        </p:grpSpPr>
        <p:sp>
          <p:nvSpPr>
            <p:cNvPr id="758" name="Google Shape;758;p16"/>
            <p:cNvSpPr/>
            <p:nvPr/>
          </p:nvSpPr>
          <p:spPr>
            <a:xfrm>
              <a:off x="2482595" y="6444995"/>
              <a:ext cx="172720" cy="55244"/>
            </a:xfrm>
            <a:custGeom>
              <a:rect b="b" l="l" r="r" t="t"/>
              <a:pathLst>
                <a:path extrusionOk="0" h="55245" w="172719">
                  <a:moveTo>
                    <a:pt x="15240" y="39624"/>
                  </a:moveTo>
                  <a:lnTo>
                    <a:pt x="9144" y="39624"/>
                  </a:lnTo>
                  <a:lnTo>
                    <a:pt x="6096" y="38100"/>
                  </a:lnTo>
                  <a:lnTo>
                    <a:pt x="1524" y="33528"/>
                  </a:lnTo>
                  <a:lnTo>
                    <a:pt x="0" y="30480"/>
                  </a:lnTo>
                  <a:lnTo>
                    <a:pt x="0" y="24384"/>
                  </a:lnTo>
                  <a:lnTo>
                    <a:pt x="1524" y="21336"/>
                  </a:lnTo>
                  <a:lnTo>
                    <a:pt x="6096" y="16764"/>
                  </a:lnTo>
                  <a:lnTo>
                    <a:pt x="9144" y="15240"/>
                  </a:lnTo>
                  <a:lnTo>
                    <a:pt x="15240" y="15240"/>
                  </a:lnTo>
                  <a:lnTo>
                    <a:pt x="21336" y="18288"/>
                  </a:lnTo>
                  <a:lnTo>
                    <a:pt x="24384" y="24384"/>
                  </a:lnTo>
                  <a:lnTo>
                    <a:pt x="24384" y="30480"/>
                  </a:lnTo>
                  <a:lnTo>
                    <a:pt x="21336" y="36576"/>
                  </a:lnTo>
                  <a:lnTo>
                    <a:pt x="15240" y="39624"/>
                  </a:lnTo>
                  <a:close/>
                </a:path>
                <a:path extrusionOk="0" h="55245" w="172719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60020" y="16764"/>
                  </a:lnTo>
                  <a:lnTo>
                    <a:pt x="163067" y="15240"/>
                  </a:lnTo>
                  <a:lnTo>
                    <a:pt x="169164" y="9144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83820" y="36576"/>
                  </a:lnTo>
                  <a:lnTo>
                    <a:pt x="80772" y="38100"/>
                  </a:lnTo>
                  <a:lnTo>
                    <a:pt x="77724" y="38100"/>
                  </a:lnTo>
                  <a:lnTo>
                    <a:pt x="76200" y="39624"/>
                  </a:lnTo>
                  <a:lnTo>
                    <a:pt x="74676" y="39624"/>
                  </a:lnTo>
                  <a:lnTo>
                    <a:pt x="73152" y="41148"/>
                  </a:lnTo>
                  <a:lnTo>
                    <a:pt x="73152" y="50292"/>
                  </a:lnTo>
                  <a:lnTo>
                    <a:pt x="74676" y="53340"/>
                  </a:lnTo>
                  <a:lnTo>
                    <a:pt x="71628" y="54864"/>
                  </a:lnTo>
                  <a:close/>
                </a:path>
                <a:path extrusionOk="0" h="55245" w="172719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4196"/>
                  </a:lnTo>
                  <a:lnTo>
                    <a:pt x="163067" y="38100"/>
                  </a:lnTo>
                  <a:lnTo>
                    <a:pt x="160020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9" name="Google Shape;759;p16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40508" y="6350508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60" name="Google Shape;760;p1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540507" y="6170676"/>
            <a:ext cx="117348" cy="102108"/>
          </a:xfrm>
          <a:prstGeom prst="rect">
            <a:avLst/>
          </a:prstGeom>
          <a:noFill/>
          <a:ln>
            <a:noFill/>
          </a:ln>
        </p:spPr>
      </p:pic>
      <p:sp>
        <p:nvSpPr>
          <p:cNvPr id="761" name="Google Shape;761;p16"/>
          <p:cNvSpPr/>
          <p:nvPr/>
        </p:nvSpPr>
        <p:spPr>
          <a:xfrm>
            <a:off x="2482583" y="5452872"/>
            <a:ext cx="175895" cy="643255"/>
          </a:xfrm>
          <a:custGeom>
            <a:rect b="b" l="l" r="r" t="t"/>
            <a:pathLst>
              <a:path extrusionOk="0" h="643254" w="175894">
                <a:moveTo>
                  <a:pt x="24384" y="521208"/>
                </a:moveTo>
                <a:lnTo>
                  <a:pt x="21336" y="515112"/>
                </a:lnTo>
                <a:lnTo>
                  <a:pt x="15240" y="512064"/>
                </a:lnTo>
                <a:lnTo>
                  <a:pt x="9144" y="512064"/>
                </a:lnTo>
                <a:lnTo>
                  <a:pt x="6096" y="513588"/>
                </a:lnTo>
                <a:lnTo>
                  <a:pt x="1524" y="518160"/>
                </a:lnTo>
                <a:lnTo>
                  <a:pt x="0" y="521208"/>
                </a:lnTo>
                <a:lnTo>
                  <a:pt x="0" y="527304"/>
                </a:lnTo>
                <a:lnTo>
                  <a:pt x="1524" y="530352"/>
                </a:lnTo>
                <a:lnTo>
                  <a:pt x="6096" y="534924"/>
                </a:lnTo>
                <a:lnTo>
                  <a:pt x="9144" y="536448"/>
                </a:lnTo>
                <a:lnTo>
                  <a:pt x="15240" y="536448"/>
                </a:lnTo>
                <a:lnTo>
                  <a:pt x="21336" y="533400"/>
                </a:lnTo>
                <a:lnTo>
                  <a:pt x="24384" y="527304"/>
                </a:lnTo>
                <a:lnTo>
                  <a:pt x="24384" y="521208"/>
                </a:lnTo>
                <a:close/>
              </a:path>
              <a:path extrusionOk="0" h="643254" w="175894">
                <a:moveTo>
                  <a:pt x="24384" y="384048"/>
                </a:moveTo>
                <a:lnTo>
                  <a:pt x="22860" y="382524"/>
                </a:lnTo>
                <a:lnTo>
                  <a:pt x="21336" y="379476"/>
                </a:lnTo>
                <a:lnTo>
                  <a:pt x="18288" y="376428"/>
                </a:lnTo>
                <a:lnTo>
                  <a:pt x="6096" y="376428"/>
                </a:lnTo>
                <a:lnTo>
                  <a:pt x="4572" y="379476"/>
                </a:lnTo>
                <a:lnTo>
                  <a:pt x="0" y="384048"/>
                </a:lnTo>
                <a:lnTo>
                  <a:pt x="0" y="391668"/>
                </a:lnTo>
                <a:lnTo>
                  <a:pt x="1524" y="394716"/>
                </a:lnTo>
                <a:lnTo>
                  <a:pt x="4572" y="396240"/>
                </a:lnTo>
                <a:lnTo>
                  <a:pt x="6096" y="399288"/>
                </a:lnTo>
                <a:lnTo>
                  <a:pt x="9144" y="400812"/>
                </a:lnTo>
                <a:lnTo>
                  <a:pt x="15240" y="400812"/>
                </a:lnTo>
                <a:lnTo>
                  <a:pt x="18288" y="399288"/>
                </a:lnTo>
                <a:lnTo>
                  <a:pt x="22860" y="394716"/>
                </a:lnTo>
                <a:lnTo>
                  <a:pt x="24384" y="391668"/>
                </a:lnTo>
                <a:lnTo>
                  <a:pt x="24384" y="384048"/>
                </a:lnTo>
                <a:close/>
              </a:path>
              <a:path extrusionOk="0" h="643254" w="175894">
                <a:moveTo>
                  <a:pt x="172212" y="496824"/>
                </a:moveTo>
                <a:lnTo>
                  <a:pt x="169164" y="496824"/>
                </a:lnTo>
                <a:lnTo>
                  <a:pt x="169164" y="505968"/>
                </a:lnTo>
                <a:lnTo>
                  <a:pt x="163068" y="512064"/>
                </a:lnTo>
                <a:lnTo>
                  <a:pt x="160020" y="513588"/>
                </a:lnTo>
                <a:lnTo>
                  <a:pt x="57912" y="513588"/>
                </a:lnTo>
                <a:lnTo>
                  <a:pt x="57912" y="518160"/>
                </a:lnTo>
                <a:lnTo>
                  <a:pt x="71628" y="551688"/>
                </a:lnTo>
                <a:lnTo>
                  <a:pt x="74676" y="550164"/>
                </a:lnTo>
                <a:lnTo>
                  <a:pt x="73152" y="547116"/>
                </a:lnTo>
                <a:lnTo>
                  <a:pt x="73152" y="537972"/>
                </a:lnTo>
                <a:lnTo>
                  <a:pt x="74676" y="536448"/>
                </a:lnTo>
                <a:lnTo>
                  <a:pt x="76200" y="536448"/>
                </a:lnTo>
                <a:lnTo>
                  <a:pt x="77724" y="534924"/>
                </a:lnTo>
                <a:lnTo>
                  <a:pt x="80772" y="534924"/>
                </a:lnTo>
                <a:lnTo>
                  <a:pt x="83820" y="533400"/>
                </a:lnTo>
                <a:lnTo>
                  <a:pt x="160020" y="533400"/>
                </a:lnTo>
                <a:lnTo>
                  <a:pt x="163068" y="534924"/>
                </a:lnTo>
                <a:lnTo>
                  <a:pt x="169164" y="541020"/>
                </a:lnTo>
                <a:lnTo>
                  <a:pt x="169164" y="550164"/>
                </a:lnTo>
                <a:lnTo>
                  <a:pt x="172212" y="550164"/>
                </a:lnTo>
                <a:lnTo>
                  <a:pt x="172212" y="533400"/>
                </a:lnTo>
                <a:lnTo>
                  <a:pt x="172212" y="496824"/>
                </a:lnTo>
                <a:close/>
              </a:path>
              <a:path extrusionOk="0" h="643254" w="175894">
                <a:moveTo>
                  <a:pt x="172212" y="361188"/>
                </a:moveTo>
                <a:lnTo>
                  <a:pt x="169164" y="361188"/>
                </a:lnTo>
                <a:lnTo>
                  <a:pt x="169164" y="370332"/>
                </a:lnTo>
                <a:lnTo>
                  <a:pt x="163068" y="376428"/>
                </a:lnTo>
                <a:lnTo>
                  <a:pt x="160020" y="376428"/>
                </a:lnTo>
                <a:lnTo>
                  <a:pt x="155448" y="377952"/>
                </a:lnTo>
                <a:lnTo>
                  <a:pt x="57912" y="377952"/>
                </a:lnTo>
                <a:lnTo>
                  <a:pt x="57912" y="382524"/>
                </a:lnTo>
                <a:lnTo>
                  <a:pt x="71628" y="416052"/>
                </a:lnTo>
                <a:lnTo>
                  <a:pt x="74676" y="414528"/>
                </a:lnTo>
                <a:lnTo>
                  <a:pt x="73152" y="411480"/>
                </a:lnTo>
                <a:lnTo>
                  <a:pt x="73152" y="402336"/>
                </a:lnTo>
                <a:lnTo>
                  <a:pt x="76200" y="399288"/>
                </a:lnTo>
                <a:lnTo>
                  <a:pt x="77724" y="399288"/>
                </a:lnTo>
                <a:lnTo>
                  <a:pt x="80772" y="397764"/>
                </a:lnTo>
                <a:lnTo>
                  <a:pt x="160020" y="397764"/>
                </a:lnTo>
                <a:lnTo>
                  <a:pt x="163068" y="399288"/>
                </a:lnTo>
                <a:lnTo>
                  <a:pt x="164592" y="399288"/>
                </a:lnTo>
                <a:lnTo>
                  <a:pt x="166116" y="400812"/>
                </a:lnTo>
                <a:lnTo>
                  <a:pt x="167640" y="403860"/>
                </a:lnTo>
                <a:lnTo>
                  <a:pt x="169164" y="405384"/>
                </a:lnTo>
                <a:lnTo>
                  <a:pt x="169164" y="414528"/>
                </a:lnTo>
                <a:lnTo>
                  <a:pt x="172212" y="414528"/>
                </a:lnTo>
                <a:lnTo>
                  <a:pt x="172212" y="397764"/>
                </a:lnTo>
                <a:lnTo>
                  <a:pt x="172212" y="361188"/>
                </a:lnTo>
                <a:close/>
              </a:path>
              <a:path extrusionOk="0" h="643254" w="175894">
                <a:moveTo>
                  <a:pt x="172224" y="429768"/>
                </a:moveTo>
                <a:lnTo>
                  <a:pt x="169176" y="429768"/>
                </a:lnTo>
                <a:lnTo>
                  <a:pt x="169176" y="438912"/>
                </a:lnTo>
                <a:lnTo>
                  <a:pt x="167652" y="440436"/>
                </a:lnTo>
                <a:lnTo>
                  <a:pt x="166128" y="443484"/>
                </a:lnTo>
                <a:lnTo>
                  <a:pt x="164604" y="445008"/>
                </a:lnTo>
                <a:lnTo>
                  <a:pt x="163080" y="445008"/>
                </a:lnTo>
                <a:lnTo>
                  <a:pt x="160032" y="446532"/>
                </a:lnTo>
                <a:lnTo>
                  <a:pt x="12" y="446532"/>
                </a:lnTo>
                <a:lnTo>
                  <a:pt x="12" y="452628"/>
                </a:lnTo>
                <a:lnTo>
                  <a:pt x="13728" y="483108"/>
                </a:lnTo>
                <a:lnTo>
                  <a:pt x="16776" y="481584"/>
                </a:lnTo>
                <a:lnTo>
                  <a:pt x="15252" y="478536"/>
                </a:lnTo>
                <a:lnTo>
                  <a:pt x="15252" y="470916"/>
                </a:lnTo>
                <a:lnTo>
                  <a:pt x="16776" y="469392"/>
                </a:lnTo>
                <a:lnTo>
                  <a:pt x="18300" y="469392"/>
                </a:lnTo>
                <a:lnTo>
                  <a:pt x="19824" y="467868"/>
                </a:lnTo>
                <a:lnTo>
                  <a:pt x="22872" y="467868"/>
                </a:lnTo>
                <a:lnTo>
                  <a:pt x="25920" y="466344"/>
                </a:lnTo>
                <a:lnTo>
                  <a:pt x="155460" y="466344"/>
                </a:lnTo>
                <a:lnTo>
                  <a:pt x="160032" y="467868"/>
                </a:lnTo>
                <a:lnTo>
                  <a:pt x="163080" y="467868"/>
                </a:lnTo>
                <a:lnTo>
                  <a:pt x="169176" y="473964"/>
                </a:lnTo>
                <a:lnTo>
                  <a:pt x="169176" y="483108"/>
                </a:lnTo>
                <a:lnTo>
                  <a:pt x="172224" y="483108"/>
                </a:lnTo>
                <a:lnTo>
                  <a:pt x="172224" y="429768"/>
                </a:lnTo>
                <a:close/>
              </a:path>
              <a:path extrusionOk="0" h="643254" w="175894">
                <a:moveTo>
                  <a:pt x="172224" y="0"/>
                </a:moveTo>
                <a:lnTo>
                  <a:pt x="169176" y="0"/>
                </a:lnTo>
                <a:lnTo>
                  <a:pt x="169176" y="7620"/>
                </a:lnTo>
                <a:lnTo>
                  <a:pt x="167652" y="10668"/>
                </a:lnTo>
                <a:lnTo>
                  <a:pt x="164604" y="13716"/>
                </a:lnTo>
                <a:lnTo>
                  <a:pt x="163080" y="13716"/>
                </a:lnTo>
                <a:lnTo>
                  <a:pt x="160032" y="15240"/>
                </a:lnTo>
                <a:lnTo>
                  <a:pt x="155460" y="16764"/>
                </a:lnTo>
                <a:lnTo>
                  <a:pt x="82308" y="16764"/>
                </a:lnTo>
                <a:lnTo>
                  <a:pt x="77736" y="18288"/>
                </a:lnTo>
                <a:lnTo>
                  <a:pt x="65544" y="24384"/>
                </a:lnTo>
                <a:lnTo>
                  <a:pt x="59448" y="33528"/>
                </a:lnTo>
                <a:lnTo>
                  <a:pt x="57924" y="39624"/>
                </a:lnTo>
                <a:lnTo>
                  <a:pt x="57924" y="45720"/>
                </a:lnTo>
                <a:lnTo>
                  <a:pt x="59372" y="54889"/>
                </a:lnTo>
                <a:lnTo>
                  <a:pt x="63830" y="64198"/>
                </a:lnTo>
                <a:lnTo>
                  <a:pt x="71424" y="73799"/>
                </a:lnTo>
                <a:lnTo>
                  <a:pt x="82308" y="83820"/>
                </a:lnTo>
                <a:lnTo>
                  <a:pt x="57924" y="83820"/>
                </a:lnTo>
                <a:lnTo>
                  <a:pt x="57924" y="88392"/>
                </a:lnTo>
                <a:lnTo>
                  <a:pt x="71640" y="121920"/>
                </a:lnTo>
                <a:lnTo>
                  <a:pt x="74688" y="118872"/>
                </a:lnTo>
                <a:lnTo>
                  <a:pt x="73164" y="115824"/>
                </a:lnTo>
                <a:lnTo>
                  <a:pt x="73164" y="108204"/>
                </a:lnTo>
                <a:lnTo>
                  <a:pt x="76212" y="105156"/>
                </a:lnTo>
                <a:lnTo>
                  <a:pt x="77736" y="105156"/>
                </a:lnTo>
                <a:lnTo>
                  <a:pt x="80784" y="103632"/>
                </a:lnTo>
                <a:lnTo>
                  <a:pt x="161556" y="103632"/>
                </a:lnTo>
                <a:lnTo>
                  <a:pt x="164604" y="105156"/>
                </a:lnTo>
                <a:lnTo>
                  <a:pt x="167652" y="108204"/>
                </a:lnTo>
                <a:lnTo>
                  <a:pt x="169176" y="111252"/>
                </a:lnTo>
                <a:lnTo>
                  <a:pt x="169176" y="120396"/>
                </a:lnTo>
                <a:lnTo>
                  <a:pt x="172224" y="120396"/>
                </a:lnTo>
                <a:lnTo>
                  <a:pt x="172224" y="103632"/>
                </a:lnTo>
                <a:lnTo>
                  <a:pt x="172224" y="67056"/>
                </a:lnTo>
                <a:lnTo>
                  <a:pt x="169176" y="67056"/>
                </a:lnTo>
                <a:lnTo>
                  <a:pt x="169176" y="76200"/>
                </a:lnTo>
                <a:lnTo>
                  <a:pt x="163080" y="82296"/>
                </a:lnTo>
                <a:lnTo>
                  <a:pt x="160032" y="82296"/>
                </a:lnTo>
                <a:lnTo>
                  <a:pt x="155460" y="83820"/>
                </a:lnTo>
                <a:lnTo>
                  <a:pt x="89928" y="83820"/>
                </a:lnTo>
                <a:lnTo>
                  <a:pt x="82804" y="76060"/>
                </a:lnTo>
                <a:lnTo>
                  <a:pt x="77546" y="68580"/>
                </a:lnTo>
                <a:lnTo>
                  <a:pt x="74282" y="61112"/>
                </a:lnTo>
                <a:lnTo>
                  <a:pt x="73164" y="53340"/>
                </a:lnTo>
                <a:lnTo>
                  <a:pt x="73164" y="47244"/>
                </a:lnTo>
                <a:lnTo>
                  <a:pt x="76212" y="42672"/>
                </a:lnTo>
                <a:lnTo>
                  <a:pt x="85356" y="36576"/>
                </a:lnTo>
                <a:lnTo>
                  <a:pt x="163080" y="36576"/>
                </a:lnTo>
                <a:lnTo>
                  <a:pt x="166128" y="38100"/>
                </a:lnTo>
                <a:lnTo>
                  <a:pt x="167652" y="39624"/>
                </a:lnTo>
                <a:lnTo>
                  <a:pt x="169176" y="42672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36576"/>
                </a:lnTo>
                <a:lnTo>
                  <a:pt x="172224" y="0"/>
                </a:lnTo>
                <a:close/>
              </a:path>
              <a:path extrusionOk="0" h="643254" w="175894">
                <a:moveTo>
                  <a:pt x="175260" y="300228"/>
                </a:moveTo>
                <a:lnTo>
                  <a:pt x="158051" y="265874"/>
                </a:lnTo>
                <a:lnTo>
                  <a:pt x="129540" y="254508"/>
                </a:lnTo>
                <a:lnTo>
                  <a:pt x="128016" y="257556"/>
                </a:lnTo>
                <a:lnTo>
                  <a:pt x="138684" y="262128"/>
                </a:lnTo>
                <a:lnTo>
                  <a:pt x="144780" y="265176"/>
                </a:lnTo>
                <a:lnTo>
                  <a:pt x="149352" y="269748"/>
                </a:lnTo>
                <a:lnTo>
                  <a:pt x="153924" y="275844"/>
                </a:lnTo>
                <a:lnTo>
                  <a:pt x="155448" y="283464"/>
                </a:lnTo>
                <a:lnTo>
                  <a:pt x="155448" y="291084"/>
                </a:lnTo>
                <a:lnTo>
                  <a:pt x="132803" y="321881"/>
                </a:lnTo>
                <a:lnTo>
                  <a:pt x="105156" y="327660"/>
                </a:lnTo>
                <a:lnTo>
                  <a:pt x="96329" y="327088"/>
                </a:lnTo>
                <a:lnTo>
                  <a:pt x="65532" y="306324"/>
                </a:lnTo>
                <a:lnTo>
                  <a:pt x="65532" y="294132"/>
                </a:lnTo>
                <a:lnTo>
                  <a:pt x="67056" y="291084"/>
                </a:lnTo>
                <a:lnTo>
                  <a:pt x="70104" y="288036"/>
                </a:lnTo>
                <a:lnTo>
                  <a:pt x="71628" y="284988"/>
                </a:lnTo>
                <a:lnTo>
                  <a:pt x="76200" y="283464"/>
                </a:lnTo>
                <a:lnTo>
                  <a:pt x="80772" y="283464"/>
                </a:lnTo>
                <a:lnTo>
                  <a:pt x="85344" y="281940"/>
                </a:lnTo>
                <a:lnTo>
                  <a:pt x="88392" y="281940"/>
                </a:lnTo>
                <a:lnTo>
                  <a:pt x="89916" y="278892"/>
                </a:lnTo>
                <a:lnTo>
                  <a:pt x="92964" y="277368"/>
                </a:lnTo>
                <a:lnTo>
                  <a:pt x="94488" y="274320"/>
                </a:lnTo>
                <a:lnTo>
                  <a:pt x="94488" y="263652"/>
                </a:lnTo>
                <a:lnTo>
                  <a:pt x="91440" y="262128"/>
                </a:lnTo>
                <a:lnTo>
                  <a:pt x="89916" y="259080"/>
                </a:lnTo>
                <a:lnTo>
                  <a:pt x="77724" y="259080"/>
                </a:lnTo>
                <a:lnTo>
                  <a:pt x="73152" y="262128"/>
                </a:lnTo>
                <a:lnTo>
                  <a:pt x="63055" y="274878"/>
                </a:lnTo>
                <a:lnTo>
                  <a:pt x="60198" y="280987"/>
                </a:lnTo>
                <a:lnTo>
                  <a:pt x="58483" y="287972"/>
                </a:lnTo>
                <a:lnTo>
                  <a:pt x="57912" y="295656"/>
                </a:lnTo>
                <a:lnTo>
                  <a:pt x="59042" y="305663"/>
                </a:lnTo>
                <a:lnTo>
                  <a:pt x="83273" y="339115"/>
                </a:lnTo>
                <a:lnTo>
                  <a:pt x="117348" y="347472"/>
                </a:lnTo>
                <a:lnTo>
                  <a:pt x="130238" y="346621"/>
                </a:lnTo>
                <a:lnTo>
                  <a:pt x="166903" y="326377"/>
                </a:lnTo>
                <a:lnTo>
                  <a:pt x="174383" y="309333"/>
                </a:lnTo>
                <a:lnTo>
                  <a:pt x="175260" y="300228"/>
                </a:lnTo>
                <a:close/>
              </a:path>
              <a:path extrusionOk="0" h="643254" w="175894">
                <a:moveTo>
                  <a:pt x="175260" y="184404"/>
                </a:moveTo>
                <a:lnTo>
                  <a:pt x="167640" y="155448"/>
                </a:lnTo>
                <a:lnTo>
                  <a:pt x="167640" y="170688"/>
                </a:lnTo>
                <a:lnTo>
                  <a:pt x="167640" y="178308"/>
                </a:lnTo>
                <a:lnTo>
                  <a:pt x="141427" y="208216"/>
                </a:lnTo>
                <a:lnTo>
                  <a:pt x="108204" y="213360"/>
                </a:lnTo>
                <a:lnTo>
                  <a:pt x="97536" y="213360"/>
                </a:lnTo>
                <a:lnTo>
                  <a:pt x="89916" y="211836"/>
                </a:lnTo>
                <a:lnTo>
                  <a:pt x="83820" y="208788"/>
                </a:lnTo>
                <a:lnTo>
                  <a:pt x="76200" y="205740"/>
                </a:lnTo>
                <a:lnTo>
                  <a:pt x="71628" y="202692"/>
                </a:lnTo>
                <a:lnTo>
                  <a:pt x="70104" y="198120"/>
                </a:lnTo>
                <a:lnTo>
                  <a:pt x="67056" y="195072"/>
                </a:lnTo>
                <a:lnTo>
                  <a:pt x="65532" y="190500"/>
                </a:lnTo>
                <a:lnTo>
                  <a:pt x="65633" y="176669"/>
                </a:lnTo>
                <a:lnTo>
                  <a:pt x="70104" y="170688"/>
                </a:lnTo>
                <a:lnTo>
                  <a:pt x="110731" y="153022"/>
                </a:lnTo>
                <a:lnTo>
                  <a:pt x="124968" y="152400"/>
                </a:lnTo>
                <a:lnTo>
                  <a:pt x="135572" y="152742"/>
                </a:lnTo>
                <a:lnTo>
                  <a:pt x="167640" y="170688"/>
                </a:lnTo>
                <a:lnTo>
                  <a:pt x="167640" y="155448"/>
                </a:lnTo>
                <a:lnTo>
                  <a:pt x="137020" y="132765"/>
                </a:lnTo>
                <a:lnTo>
                  <a:pt x="114300" y="129540"/>
                </a:lnTo>
                <a:lnTo>
                  <a:pt x="104305" y="130378"/>
                </a:lnTo>
                <a:lnTo>
                  <a:pt x="68846" y="150304"/>
                </a:lnTo>
                <a:lnTo>
                  <a:pt x="57912" y="182880"/>
                </a:lnTo>
                <a:lnTo>
                  <a:pt x="58039" y="184404"/>
                </a:lnTo>
                <a:lnTo>
                  <a:pt x="58153" y="185788"/>
                </a:lnTo>
                <a:lnTo>
                  <a:pt x="80962" y="224650"/>
                </a:lnTo>
                <a:lnTo>
                  <a:pt x="117348" y="236220"/>
                </a:lnTo>
                <a:lnTo>
                  <a:pt x="128231" y="235394"/>
                </a:lnTo>
                <a:lnTo>
                  <a:pt x="164338" y="215480"/>
                </a:lnTo>
                <a:lnTo>
                  <a:pt x="174142" y="195072"/>
                </a:lnTo>
                <a:lnTo>
                  <a:pt x="175260" y="184404"/>
                </a:lnTo>
                <a:close/>
              </a:path>
              <a:path extrusionOk="0" h="643254" w="175894">
                <a:moveTo>
                  <a:pt x="175272" y="606552"/>
                </a:moveTo>
                <a:lnTo>
                  <a:pt x="155651" y="571690"/>
                </a:lnTo>
                <a:lnTo>
                  <a:pt x="141744" y="568452"/>
                </a:lnTo>
                <a:lnTo>
                  <a:pt x="132880" y="570128"/>
                </a:lnTo>
                <a:lnTo>
                  <a:pt x="124599" y="574929"/>
                </a:lnTo>
                <a:lnTo>
                  <a:pt x="116878" y="582599"/>
                </a:lnTo>
                <a:lnTo>
                  <a:pt x="109740" y="592836"/>
                </a:lnTo>
                <a:lnTo>
                  <a:pt x="99072" y="618744"/>
                </a:lnTo>
                <a:lnTo>
                  <a:pt x="94500" y="623316"/>
                </a:lnTo>
                <a:lnTo>
                  <a:pt x="91452" y="624840"/>
                </a:lnTo>
                <a:lnTo>
                  <a:pt x="88404" y="627888"/>
                </a:lnTo>
                <a:lnTo>
                  <a:pt x="76212" y="627888"/>
                </a:lnTo>
                <a:lnTo>
                  <a:pt x="73164" y="626364"/>
                </a:lnTo>
                <a:lnTo>
                  <a:pt x="67068" y="620268"/>
                </a:lnTo>
                <a:lnTo>
                  <a:pt x="65544" y="615696"/>
                </a:lnTo>
                <a:lnTo>
                  <a:pt x="65544" y="603504"/>
                </a:lnTo>
                <a:lnTo>
                  <a:pt x="96024" y="580644"/>
                </a:lnTo>
                <a:lnTo>
                  <a:pt x="96024" y="577596"/>
                </a:lnTo>
                <a:lnTo>
                  <a:pt x="57924" y="577596"/>
                </a:lnTo>
                <a:lnTo>
                  <a:pt x="57924" y="580644"/>
                </a:lnTo>
                <a:lnTo>
                  <a:pt x="60972" y="583692"/>
                </a:lnTo>
                <a:lnTo>
                  <a:pt x="62496" y="583692"/>
                </a:lnTo>
                <a:lnTo>
                  <a:pt x="62496" y="591312"/>
                </a:lnTo>
                <a:lnTo>
                  <a:pt x="60972" y="594360"/>
                </a:lnTo>
                <a:lnTo>
                  <a:pt x="57924" y="606552"/>
                </a:lnTo>
                <a:lnTo>
                  <a:pt x="57924" y="620268"/>
                </a:lnTo>
                <a:lnTo>
                  <a:pt x="60972" y="627888"/>
                </a:lnTo>
                <a:lnTo>
                  <a:pt x="73164" y="640080"/>
                </a:lnTo>
                <a:lnTo>
                  <a:pt x="80784" y="643128"/>
                </a:lnTo>
                <a:lnTo>
                  <a:pt x="96024" y="643128"/>
                </a:lnTo>
                <a:lnTo>
                  <a:pt x="126212" y="607415"/>
                </a:lnTo>
                <a:lnTo>
                  <a:pt x="129933" y="600837"/>
                </a:lnTo>
                <a:lnTo>
                  <a:pt x="133070" y="595985"/>
                </a:lnTo>
                <a:lnTo>
                  <a:pt x="135648" y="592836"/>
                </a:lnTo>
                <a:lnTo>
                  <a:pt x="144792" y="586740"/>
                </a:lnTo>
                <a:lnTo>
                  <a:pt x="155460" y="586740"/>
                </a:lnTo>
                <a:lnTo>
                  <a:pt x="160032" y="589788"/>
                </a:lnTo>
                <a:lnTo>
                  <a:pt x="166128" y="595884"/>
                </a:lnTo>
                <a:lnTo>
                  <a:pt x="167652" y="600456"/>
                </a:lnTo>
                <a:lnTo>
                  <a:pt x="167652" y="614172"/>
                </a:lnTo>
                <a:lnTo>
                  <a:pt x="166128" y="621792"/>
                </a:lnTo>
                <a:lnTo>
                  <a:pt x="160032" y="627888"/>
                </a:lnTo>
                <a:lnTo>
                  <a:pt x="156032" y="632155"/>
                </a:lnTo>
                <a:lnTo>
                  <a:pt x="150888" y="635698"/>
                </a:lnTo>
                <a:lnTo>
                  <a:pt x="144602" y="638390"/>
                </a:lnTo>
                <a:lnTo>
                  <a:pt x="137172" y="640080"/>
                </a:lnTo>
                <a:lnTo>
                  <a:pt x="137172" y="643128"/>
                </a:lnTo>
                <a:lnTo>
                  <a:pt x="175272" y="643128"/>
                </a:lnTo>
                <a:lnTo>
                  <a:pt x="175272" y="640080"/>
                </a:lnTo>
                <a:lnTo>
                  <a:pt x="172224" y="640080"/>
                </a:lnTo>
                <a:lnTo>
                  <a:pt x="170700" y="638556"/>
                </a:lnTo>
                <a:lnTo>
                  <a:pt x="170700" y="632460"/>
                </a:lnTo>
                <a:lnTo>
                  <a:pt x="172224" y="629412"/>
                </a:lnTo>
                <a:lnTo>
                  <a:pt x="173748" y="620268"/>
                </a:lnTo>
                <a:lnTo>
                  <a:pt x="175272" y="612648"/>
                </a:lnTo>
                <a:lnTo>
                  <a:pt x="175272" y="6065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62" name="Google Shape;762;p16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482595" y="3934967"/>
            <a:ext cx="175260" cy="1446276"/>
          </a:xfrm>
          <a:prstGeom prst="rect">
            <a:avLst/>
          </a:prstGeom>
          <a:noFill/>
          <a:ln>
            <a:noFill/>
          </a:ln>
        </p:spPr>
      </p:pic>
      <p:sp>
        <p:nvSpPr>
          <p:cNvPr id="763" name="Google Shape;763;p16"/>
          <p:cNvSpPr/>
          <p:nvPr/>
        </p:nvSpPr>
        <p:spPr>
          <a:xfrm>
            <a:off x="2482596" y="3226308"/>
            <a:ext cx="226060" cy="643255"/>
          </a:xfrm>
          <a:custGeom>
            <a:rect b="b" l="l" r="r" t="t"/>
            <a:pathLst>
              <a:path extrusionOk="0" h="643254" w="226060">
                <a:moveTo>
                  <a:pt x="172212" y="484632"/>
                </a:moveTo>
                <a:lnTo>
                  <a:pt x="169164" y="484632"/>
                </a:lnTo>
                <a:lnTo>
                  <a:pt x="169164" y="493776"/>
                </a:lnTo>
                <a:lnTo>
                  <a:pt x="166116" y="496824"/>
                </a:lnTo>
                <a:lnTo>
                  <a:pt x="164592" y="499872"/>
                </a:lnTo>
                <a:lnTo>
                  <a:pt x="163068" y="501396"/>
                </a:lnTo>
                <a:lnTo>
                  <a:pt x="160020" y="502920"/>
                </a:lnTo>
                <a:lnTo>
                  <a:pt x="158496" y="504444"/>
                </a:lnTo>
                <a:lnTo>
                  <a:pt x="92964" y="504444"/>
                </a:lnTo>
                <a:lnTo>
                  <a:pt x="85344" y="501396"/>
                </a:lnTo>
                <a:lnTo>
                  <a:pt x="77724" y="493776"/>
                </a:lnTo>
                <a:lnTo>
                  <a:pt x="76200" y="490728"/>
                </a:lnTo>
                <a:lnTo>
                  <a:pt x="74676" y="489204"/>
                </a:lnTo>
                <a:lnTo>
                  <a:pt x="74676" y="486156"/>
                </a:lnTo>
                <a:lnTo>
                  <a:pt x="76200" y="483108"/>
                </a:lnTo>
                <a:lnTo>
                  <a:pt x="79248" y="480060"/>
                </a:lnTo>
                <a:lnTo>
                  <a:pt x="82296" y="473964"/>
                </a:lnTo>
                <a:lnTo>
                  <a:pt x="82296" y="467868"/>
                </a:lnTo>
                <a:lnTo>
                  <a:pt x="80772" y="464820"/>
                </a:lnTo>
                <a:lnTo>
                  <a:pt x="77724" y="461772"/>
                </a:lnTo>
                <a:lnTo>
                  <a:pt x="74676" y="460248"/>
                </a:lnTo>
                <a:lnTo>
                  <a:pt x="68580" y="460248"/>
                </a:lnTo>
                <a:lnTo>
                  <a:pt x="65532" y="461772"/>
                </a:lnTo>
                <a:lnTo>
                  <a:pt x="59436" y="467868"/>
                </a:lnTo>
                <a:lnTo>
                  <a:pt x="57912" y="472440"/>
                </a:lnTo>
                <a:lnTo>
                  <a:pt x="57912" y="475488"/>
                </a:lnTo>
                <a:lnTo>
                  <a:pt x="59575" y="483235"/>
                </a:lnTo>
                <a:lnTo>
                  <a:pt x="64389" y="490537"/>
                </a:lnTo>
                <a:lnTo>
                  <a:pt x="72047" y="497573"/>
                </a:lnTo>
                <a:lnTo>
                  <a:pt x="82296" y="504444"/>
                </a:lnTo>
                <a:lnTo>
                  <a:pt x="57912" y="504444"/>
                </a:lnTo>
                <a:lnTo>
                  <a:pt x="57912" y="510540"/>
                </a:lnTo>
                <a:lnTo>
                  <a:pt x="71628" y="542544"/>
                </a:lnTo>
                <a:lnTo>
                  <a:pt x="74676" y="542544"/>
                </a:lnTo>
                <a:lnTo>
                  <a:pt x="73152" y="537972"/>
                </a:lnTo>
                <a:lnTo>
                  <a:pt x="73152" y="530352"/>
                </a:lnTo>
                <a:lnTo>
                  <a:pt x="77724" y="525780"/>
                </a:lnTo>
                <a:lnTo>
                  <a:pt x="80772" y="525780"/>
                </a:lnTo>
                <a:lnTo>
                  <a:pt x="83820" y="524256"/>
                </a:lnTo>
                <a:lnTo>
                  <a:pt x="158496" y="524256"/>
                </a:lnTo>
                <a:lnTo>
                  <a:pt x="160020" y="525780"/>
                </a:lnTo>
                <a:lnTo>
                  <a:pt x="163068" y="525780"/>
                </a:lnTo>
                <a:lnTo>
                  <a:pt x="166116" y="527304"/>
                </a:lnTo>
                <a:lnTo>
                  <a:pt x="166116" y="528828"/>
                </a:lnTo>
                <a:lnTo>
                  <a:pt x="169164" y="531876"/>
                </a:lnTo>
                <a:lnTo>
                  <a:pt x="169164" y="541020"/>
                </a:lnTo>
                <a:lnTo>
                  <a:pt x="172212" y="541020"/>
                </a:lnTo>
                <a:lnTo>
                  <a:pt x="172212" y="484632"/>
                </a:lnTo>
                <a:close/>
              </a:path>
              <a:path extrusionOk="0" h="643254" w="226060">
                <a:moveTo>
                  <a:pt x="172212" y="0"/>
                </a:moveTo>
                <a:lnTo>
                  <a:pt x="169164" y="0"/>
                </a:lnTo>
                <a:lnTo>
                  <a:pt x="169164" y="9144"/>
                </a:lnTo>
                <a:lnTo>
                  <a:pt x="167640" y="10668"/>
                </a:lnTo>
                <a:lnTo>
                  <a:pt x="166116" y="13716"/>
                </a:lnTo>
                <a:lnTo>
                  <a:pt x="164592" y="15240"/>
                </a:lnTo>
                <a:lnTo>
                  <a:pt x="163068" y="15240"/>
                </a:lnTo>
                <a:lnTo>
                  <a:pt x="160020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6764" y="39624"/>
                </a:lnTo>
                <a:lnTo>
                  <a:pt x="18288" y="39624"/>
                </a:lnTo>
                <a:lnTo>
                  <a:pt x="19812" y="38100"/>
                </a:lnTo>
                <a:lnTo>
                  <a:pt x="22860" y="38100"/>
                </a:lnTo>
                <a:lnTo>
                  <a:pt x="25908" y="36576"/>
                </a:lnTo>
                <a:lnTo>
                  <a:pt x="160020" y="36576"/>
                </a:lnTo>
                <a:lnTo>
                  <a:pt x="163068" y="38100"/>
                </a:lnTo>
                <a:lnTo>
                  <a:pt x="169164" y="44196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643254" w="226060">
                <a:moveTo>
                  <a:pt x="175247" y="595884"/>
                </a:moveTo>
                <a:lnTo>
                  <a:pt x="158038" y="561530"/>
                </a:lnTo>
                <a:lnTo>
                  <a:pt x="129527" y="550164"/>
                </a:lnTo>
                <a:lnTo>
                  <a:pt x="128003" y="553212"/>
                </a:lnTo>
                <a:lnTo>
                  <a:pt x="138671" y="557784"/>
                </a:lnTo>
                <a:lnTo>
                  <a:pt x="144767" y="560832"/>
                </a:lnTo>
                <a:lnTo>
                  <a:pt x="149339" y="565404"/>
                </a:lnTo>
                <a:lnTo>
                  <a:pt x="153911" y="571500"/>
                </a:lnTo>
                <a:lnTo>
                  <a:pt x="155435" y="579120"/>
                </a:lnTo>
                <a:lnTo>
                  <a:pt x="155435" y="586740"/>
                </a:lnTo>
                <a:lnTo>
                  <a:pt x="132791" y="617537"/>
                </a:lnTo>
                <a:lnTo>
                  <a:pt x="105143" y="623316"/>
                </a:lnTo>
                <a:lnTo>
                  <a:pt x="96316" y="622744"/>
                </a:lnTo>
                <a:lnTo>
                  <a:pt x="65519" y="601980"/>
                </a:lnTo>
                <a:lnTo>
                  <a:pt x="65519" y="589788"/>
                </a:lnTo>
                <a:lnTo>
                  <a:pt x="67043" y="585216"/>
                </a:lnTo>
                <a:lnTo>
                  <a:pt x="70091" y="583692"/>
                </a:lnTo>
                <a:lnTo>
                  <a:pt x="71615" y="580644"/>
                </a:lnTo>
                <a:lnTo>
                  <a:pt x="76187" y="579120"/>
                </a:lnTo>
                <a:lnTo>
                  <a:pt x="80759" y="579120"/>
                </a:lnTo>
                <a:lnTo>
                  <a:pt x="85331" y="577596"/>
                </a:lnTo>
                <a:lnTo>
                  <a:pt x="88379" y="576072"/>
                </a:lnTo>
                <a:lnTo>
                  <a:pt x="89903" y="574548"/>
                </a:lnTo>
                <a:lnTo>
                  <a:pt x="92951" y="573024"/>
                </a:lnTo>
                <a:lnTo>
                  <a:pt x="94475" y="569976"/>
                </a:lnTo>
                <a:lnTo>
                  <a:pt x="94475" y="559308"/>
                </a:lnTo>
                <a:lnTo>
                  <a:pt x="91427" y="557784"/>
                </a:lnTo>
                <a:lnTo>
                  <a:pt x="89903" y="554736"/>
                </a:lnTo>
                <a:lnTo>
                  <a:pt x="77711" y="554736"/>
                </a:lnTo>
                <a:lnTo>
                  <a:pt x="73139" y="557784"/>
                </a:lnTo>
                <a:lnTo>
                  <a:pt x="63042" y="570534"/>
                </a:lnTo>
                <a:lnTo>
                  <a:pt x="60185" y="576643"/>
                </a:lnTo>
                <a:lnTo>
                  <a:pt x="58470" y="583628"/>
                </a:lnTo>
                <a:lnTo>
                  <a:pt x="57899" y="591312"/>
                </a:lnTo>
                <a:lnTo>
                  <a:pt x="59029" y="601319"/>
                </a:lnTo>
                <a:lnTo>
                  <a:pt x="83261" y="634136"/>
                </a:lnTo>
                <a:lnTo>
                  <a:pt x="117335" y="643128"/>
                </a:lnTo>
                <a:lnTo>
                  <a:pt x="130225" y="642277"/>
                </a:lnTo>
                <a:lnTo>
                  <a:pt x="166890" y="621398"/>
                </a:lnTo>
                <a:lnTo>
                  <a:pt x="174371" y="604774"/>
                </a:lnTo>
                <a:lnTo>
                  <a:pt x="175247" y="595884"/>
                </a:lnTo>
                <a:close/>
              </a:path>
              <a:path extrusionOk="0" h="643254" w="226060">
                <a:moveTo>
                  <a:pt x="175247" y="85344"/>
                </a:moveTo>
                <a:lnTo>
                  <a:pt x="156959" y="60960"/>
                </a:lnTo>
                <a:lnTo>
                  <a:pt x="150863" y="60960"/>
                </a:lnTo>
                <a:lnTo>
                  <a:pt x="160007" y="70104"/>
                </a:lnTo>
                <a:lnTo>
                  <a:pt x="160007" y="74676"/>
                </a:lnTo>
                <a:lnTo>
                  <a:pt x="158483" y="76200"/>
                </a:lnTo>
                <a:lnTo>
                  <a:pt x="158483" y="77724"/>
                </a:lnTo>
                <a:lnTo>
                  <a:pt x="152387" y="77724"/>
                </a:lnTo>
                <a:lnTo>
                  <a:pt x="144767" y="79248"/>
                </a:lnTo>
                <a:lnTo>
                  <a:pt x="79235" y="79248"/>
                </a:lnTo>
                <a:lnTo>
                  <a:pt x="74663" y="80772"/>
                </a:lnTo>
                <a:lnTo>
                  <a:pt x="65519" y="86868"/>
                </a:lnTo>
                <a:lnTo>
                  <a:pt x="62471" y="91440"/>
                </a:lnTo>
                <a:lnTo>
                  <a:pt x="59423" y="97536"/>
                </a:lnTo>
                <a:lnTo>
                  <a:pt x="57937" y="106476"/>
                </a:lnTo>
                <a:lnTo>
                  <a:pt x="57988" y="117284"/>
                </a:lnTo>
                <a:lnTo>
                  <a:pt x="58102" y="119214"/>
                </a:lnTo>
                <a:lnTo>
                  <a:pt x="58178" y="120396"/>
                </a:lnTo>
                <a:lnTo>
                  <a:pt x="58470" y="125526"/>
                </a:lnTo>
                <a:lnTo>
                  <a:pt x="60185" y="133921"/>
                </a:lnTo>
                <a:lnTo>
                  <a:pt x="60274" y="134112"/>
                </a:lnTo>
                <a:lnTo>
                  <a:pt x="63042" y="140906"/>
                </a:lnTo>
                <a:lnTo>
                  <a:pt x="67043" y="146304"/>
                </a:lnTo>
                <a:lnTo>
                  <a:pt x="73139" y="153924"/>
                </a:lnTo>
                <a:lnTo>
                  <a:pt x="79235" y="158496"/>
                </a:lnTo>
                <a:lnTo>
                  <a:pt x="89903" y="158496"/>
                </a:lnTo>
                <a:lnTo>
                  <a:pt x="92951" y="156972"/>
                </a:lnTo>
                <a:lnTo>
                  <a:pt x="94475" y="155448"/>
                </a:lnTo>
                <a:lnTo>
                  <a:pt x="97523" y="153924"/>
                </a:lnTo>
                <a:lnTo>
                  <a:pt x="97523" y="143256"/>
                </a:lnTo>
                <a:lnTo>
                  <a:pt x="92951" y="138684"/>
                </a:lnTo>
                <a:lnTo>
                  <a:pt x="76187" y="138684"/>
                </a:lnTo>
                <a:lnTo>
                  <a:pt x="73139" y="137160"/>
                </a:lnTo>
                <a:lnTo>
                  <a:pt x="70091" y="134112"/>
                </a:lnTo>
                <a:lnTo>
                  <a:pt x="67043" y="129540"/>
                </a:lnTo>
                <a:lnTo>
                  <a:pt x="65519" y="126492"/>
                </a:lnTo>
                <a:lnTo>
                  <a:pt x="65646" y="112585"/>
                </a:lnTo>
                <a:lnTo>
                  <a:pt x="71615" y="103632"/>
                </a:lnTo>
                <a:lnTo>
                  <a:pt x="76187" y="100584"/>
                </a:lnTo>
                <a:lnTo>
                  <a:pt x="83807" y="99060"/>
                </a:lnTo>
                <a:lnTo>
                  <a:pt x="99047" y="99060"/>
                </a:lnTo>
                <a:lnTo>
                  <a:pt x="104482" y="112776"/>
                </a:lnTo>
                <a:lnTo>
                  <a:pt x="109334" y="124206"/>
                </a:lnTo>
                <a:lnTo>
                  <a:pt x="113626" y="133350"/>
                </a:lnTo>
                <a:lnTo>
                  <a:pt x="117335" y="140208"/>
                </a:lnTo>
                <a:lnTo>
                  <a:pt x="121907" y="149352"/>
                </a:lnTo>
                <a:lnTo>
                  <a:pt x="126479" y="155448"/>
                </a:lnTo>
                <a:lnTo>
                  <a:pt x="132575" y="158496"/>
                </a:lnTo>
                <a:lnTo>
                  <a:pt x="137147" y="161544"/>
                </a:lnTo>
                <a:lnTo>
                  <a:pt x="141719" y="163068"/>
                </a:lnTo>
                <a:lnTo>
                  <a:pt x="155435" y="163068"/>
                </a:lnTo>
                <a:lnTo>
                  <a:pt x="163055" y="160020"/>
                </a:lnTo>
                <a:lnTo>
                  <a:pt x="167627" y="155448"/>
                </a:lnTo>
                <a:lnTo>
                  <a:pt x="172199" y="149352"/>
                </a:lnTo>
                <a:lnTo>
                  <a:pt x="175247" y="143256"/>
                </a:lnTo>
                <a:lnTo>
                  <a:pt x="175247" y="129540"/>
                </a:lnTo>
                <a:lnTo>
                  <a:pt x="160007" y="103974"/>
                </a:lnTo>
                <a:lnTo>
                  <a:pt x="160007" y="129540"/>
                </a:lnTo>
                <a:lnTo>
                  <a:pt x="158483" y="134112"/>
                </a:lnTo>
                <a:lnTo>
                  <a:pt x="153911" y="137160"/>
                </a:lnTo>
                <a:lnTo>
                  <a:pt x="150863" y="140208"/>
                </a:lnTo>
                <a:lnTo>
                  <a:pt x="146291" y="143256"/>
                </a:lnTo>
                <a:lnTo>
                  <a:pt x="135623" y="143256"/>
                </a:lnTo>
                <a:lnTo>
                  <a:pt x="131051" y="141732"/>
                </a:lnTo>
                <a:lnTo>
                  <a:pt x="120383" y="131064"/>
                </a:lnTo>
                <a:lnTo>
                  <a:pt x="117335" y="123444"/>
                </a:lnTo>
                <a:lnTo>
                  <a:pt x="115671" y="120065"/>
                </a:lnTo>
                <a:lnTo>
                  <a:pt x="113144" y="114681"/>
                </a:lnTo>
                <a:lnTo>
                  <a:pt x="110058" y="107594"/>
                </a:lnTo>
                <a:lnTo>
                  <a:pt x="106667" y="99060"/>
                </a:lnTo>
                <a:lnTo>
                  <a:pt x="147815" y="99060"/>
                </a:lnTo>
                <a:lnTo>
                  <a:pt x="153530" y="106476"/>
                </a:lnTo>
                <a:lnTo>
                  <a:pt x="157340" y="113157"/>
                </a:lnTo>
                <a:lnTo>
                  <a:pt x="159397" y="119214"/>
                </a:lnTo>
                <a:lnTo>
                  <a:pt x="159486" y="120065"/>
                </a:lnTo>
                <a:lnTo>
                  <a:pt x="159524" y="120396"/>
                </a:lnTo>
                <a:lnTo>
                  <a:pt x="159931" y="124206"/>
                </a:lnTo>
                <a:lnTo>
                  <a:pt x="160007" y="129540"/>
                </a:lnTo>
                <a:lnTo>
                  <a:pt x="160007" y="103974"/>
                </a:lnTo>
                <a:lnTo>
                  <a:pt x="155435" y="99060"/>
                </a:lnTo>
                <a:lnTo>
                  <a:pt x="163055" y="99060"/>
                </a:lnTo>
                <a:lnTo>
                  <a:pt x="167627" y="97536"/>
                </a:lnTo>
                <a:lnTo>
                  <a:pt x="170675" y="94488"/>
                </a:lnTo>
                <a:lnTo>
                  <a:pt x="173723" y="92964"/>
                </a:lnTo>
                <a:lnTo>
                  <a:pt x="175247" y="89916"/>
                </a:lnTo>
                <a:lnTo>
                  <a:pt x="175247" y="85344"/>
                </a:lnTo>
                <a:close/>
              </a:path>
              <a:path extrusionOk="0" h="643254" w="226060">
                <a:moveTo>
                  <a:pt x="175260" y="288036"/>
                </a:moveTo>
                <a:lnTo>
                  <a:pt x="155638" y="253174"/>
                </a:lnTo>
                <a:lnTo>
                  <a:pt x="141732" y="249936"/>
                </a:lnTo>
                <a:lnTo>
                  <a:pt x="132867" y="251612"/>
                </a:lnTo>
                <a:lnTo>
                  <a:pt x="124587" y="256413"/>
                </a:lnTo>
                <a:lnTo>
                  <a:pt x="116865" y="264083"/>
                </a:lnTo>
                <a:lnTo>
                  <a:pt x="109728" y="274320"/>
                </a:lnTo>
                <a:lnTo>
                  <a:pt x="99060" y="300228"/>
                </a:lnTo>
                <a:lnTo>
                  <a:pt x="94488" y="304800"/>
                </a:lnTo>
                <a:lnTo>
                  <a:pt x="91440" y="306324"/>
                </a:lnTo>
                <a:lnTo>
                  <a:pt x="88392" y="309372"/>
                </a:lnTo>
                <a:lnTo>
                  <a:pt x="76200" y="309372"/>
                </a:lnTo>
                <a:lnTo>
                  <a:pt x="73152" y="307848"/>
                </a:lnTo>
                <a:lnTo>
                  <a:pt x="67056" y="301752"/>
                </a:lnTo>
                <a:lnTo>
                  <a:pt x="65532" y="297180"/>
                </a:lnTo>
                <a:lnTo>
                  <a:pt x="65532" y="284988"/>
                </a:lnTo>
                <a:lnTo>
                  <a:pt x="96012" y="262128"/>
                </a:lnTo>
                <a:lnTo>
                  <a:pt x="96012" y="259080"/>
                </a:lnTo>
                <a:lnTo>
                  <a:pt x="57912" y="259080"/>
                </a:lnTo>
                <a:lnTo>
                  <a:pt x="57912" y="262128"/>
                </a:lnTo>
                <a:lnTo>
                  <a:pt x="60960" y="265176"/>
                </a:lnTo>
                <a:lnTo>
                  <a:pt x="62484" y="265176"/>
                </a:lnTo>
                <a:lnTo>
                  <a:pt x="62484" y="272796"/>
                </a:lnTo>
                <a:lnTo>
                  <a:pt x="60960" y="275844"/>
                </a:lnTo>
                <a:lnTo>
                  <a:pt x="57912" y="288036"/>
                </a:lnTo>
                <a:lnTo>
                  <a:pt x="57912" y="301752"/>
                </a:lnTo>
                <a:lnTo>
                  <a:pt x="60960" y="309372"/>
                </a:lnTo>
                <a:lnTo>
                  <a:pt x="73152" y="321564"/>
                </a:lnTo>
                <a:lnTo>
                  <a:pt x="80772" y="324612"/>
                </a:lnTo>
                <a:lnTo>
                  <a:pt x="96012" y="324612"/>
                </a:lnTo>
                <a:lnTo>
                  <a:pt x="126199" y="288899"/>
                </a:lnTo>
                <a:lnTo>
                  <a:pt x="129921" y="282321"/>
                </a:lnTo>
                <a:lnTo>
                  <a:pt x="133057" y="277469"/>
                </a:lnTo>
                <a:lnTo>
                  <a:pt x="135636" y="274320"/>
                </a:lnTo>
                <a:lnTo>
                  <a:pt x="144780" y="268224"/>
                </a:lnTo>
                <a:lnTo>
                  <a:pt x="155448" y="268224"/>
                </a:lnTo>
                <a:lnTo>
                  <a:pt x="160020" y="271272"/>
                </a:lnTo>
                <a:lnTo>
                  <a:pt x="166116" y="277368"/>
                </a:lnTo>
                <a:lnTo>
                  <a:pt x="167640" y="281940"/>
                </a:lnTo>
                <a:lnTo>
                  <a:pt x="167640" y="295656"/>
                </a:lnTo>
                <a:lnTo>
                  <a:pt x="166116" y="303276"/>
                </a:lnTo>
                <a:lnTo>
                  <a:pt x="160020" y="309372"/>
                </a:lnTo>
                <a:lnTo>
                  <a:pt x="156019" y="313639"/>
                </a:lnTo>
                <a:lnTo>
                  <a:pt x="150876" y="317182"/>
                </a:lnTo>
                <a:lnTo>
                  <a:pt x="144589" y="319874"/>
                </a:lnTo>
                <a:lnTo>
                  <a:pt x="137160" y="321564"/>
                </a:lnTo>
                <a:lnTo>
                  <a:pt x="137160" y="324612"/>
                </a:lnTo>
                <a:lnTo>
                  <a:pt x="175260" y="324612"/>
                </a:lnTo>
                <a:lnTo>
                  <a:pt x="175260" y="321564"/>
                </a:lnTo>
                <a:lnTo>
                  <a:pt x="172212" y="321564"/>
                </a:lnTo>
                <a:lnTo>
                  <a:pt x="170688" y="320040"/>
                </a:lnTo>
                <a:lnTo>
                  <a:pt x="170688" y="313944"/>
                </a:lnTo>
                <a:lnTo>
                  <a:pt x="172212" y="310896"/>
                </a:lnTo>
                <a:lnTo>
                  <a:pt x="173736" y="303276"/>
                </a:lnTo>
                <a:lnTo>
                  <a:pt x="175260" y="294132"/>
                </a:lnTo>
                <a:lnTo>
                  <a:pt x="175260" y="288036"/>
                </a:lnTo>
                <a:close/>
              </a:path>
              <a:path extrusionOk="0" h="643254" w="226060">
                <a:moveTo>
                  <a:pt x="175260" y="195072"/>
                </a:moveTo>
                <a:lnTo>
                  <a:pt x="173736" y="190500"/>
                </a:lnTo>
                <a:lnTo>
                  <a:pt x="169164" y="184404"/>
                </a:lnTo>
                <a:lnTo>
                  <a:pt x="160020" y="175260"/>
                </a:lnTo>
                <a:lnTo>
                  <a:pt x="150876" y="172212"/>
                </a:lnTo>
                <a:lnTo>
                  <a:pt x="150876" y="178308"/>
                </a:lnTo>
                <a:lnTo>
                  <a:pt x="156972" y="181356"/>
                </a:lnTo>
                <a:lnTo>
                  <a:pt x="160020" y="187452"/>
                </a:lnTo>
                <a:lnTo>
                  <a:pt x="160020" y="195072"/>
                </a:lnTo>
                <a:lnTo>
                  <a:pt x="158496" y="198120"/>
                </a:lnTo>
                <a:lnTo>
                  <a:pt x="156972" y="199644"/>
                </a:lnTo>
                <a:lnTo>
                  <a:pt x="153924" y="201168"/>
                </a:lnTo>
                <a:lnTo>
                  <a:pt x="149352" y="202692"/>
                </a:lnTo>
                <a:lnTo>
                  <a:pt x="68580" y="202692"/>
                </a:lnTo>
                <a:lnTo>
                  <a:pt x="68580" y="176784"/>
                </a:lnTo>
                <a:lnTo>
                  <a:pt x="60960" y="176784"/>
                </a:lnTo>
                <a:lnTo>
                  <a:pt x="60960" y="202692"/>
                </a:lnTo>
                <a:lnTo>
                  <a:pt x="24384" y="202692"/>
                </a:lnTo>
                <a:lnTo>
                  <a:pt x="24384" y="205740"/>
                </a:lnTo>
                <a:lnTo>
                  <a:pt x="33528" y="208788"/>
                </a:lnTo>
                <a:lnTo>
                  <a:pt x="38100" y="211836"/>
                </a:lnTo>
                <a:lnTo>
                  <a:pt x="41148" y="213360"/>
                </a:lnTo>
                <a:lnTo>
                  <a:pt x="47244" y="217932"/>
                </a:lnTo>
                <a:lnTo>
                  <a:pt x="60960" y="231648"/>
                </a:lnTo>
                <a:lnTo>
                  <a:pt x="64008" y="236220"/>
                </a:lnTo>
                <a:lnTo>
                  <a:pt x="65532" y="240792"/>
                </a:lnTo>
                <a:lnTo>
                  <a:pt x="68580" y="240792"/>
                </a:lnTo>
                <a:lnTo>
                  <a:pt x="68580" y="222504"/>
                </a:lnTo>
                <a:lnTo>
                  <a:pt x="160020" y="222504"/>
                </a:lnTo>
                <a:lnTo>
                  <a:pt x="163068" y="219456"/>
                </a:lnTo>
                <a:lnTo>
                  <a:pt x="167640" y="217932"/>
                </a:lnTo>
                <a:lnTo>
                  <a:pt x="170688" y="216408"/>
                </a:lnTo>
                <a:lnTo>
                  <a:pt x="172212" y="211836"/>
                </a:lnTo>
                <a:lnTo>
                  <a:pt x="173736" y="208788"/>
                </a:lnTo>
                <a:lnTo>
                  <a:pt x="175260" y="204216"/>
                </a:lnTo>
                <a:lnTo>
                  <a:pt x="175260" y="195072"/>
                </a:lnTo>
                <a:close/>
              </a:path>
              <a:path extrusionOk="0" h="643254" w="226060">
                <a:moveTo>
                  <a:pt x="225539" y="429768"/>
                </a:moveTo>
                <a:lnTo>
                  <a:pt x="193535" y="399288"/>
                </a:lnTo>
                <a:lnTo>
                  <a:pt x="82283" y="355092"/>
                </a:lnTo>
                <a:lnTo>
                  <a:pt x="73139" y="350520"/>
                </a:lnTo>
                <a:lnTo>
                  <a:pt x="71615" y="350520"/>
                </a:lnTo>
                <a:lnTo>
                  <a:pt x="68567" y="348996"/>
                </a:lnTo>
                <a:lnTo>
                  <a:pt x="67043" y="347472"/>
                </a:lnTo>
                <a:lnTo>
                  <a:pt x="67043" y="345948"/>
                </a:lnTo>
                <a:lnTo>
                  <a:pt x="65519" y="342900"/>
                </a:lnTo>
                <a:lnTo>
                  <a:pt x="63995" y="341376"/>
                </a:lnTo>
                <a:lnTo>
                  <a:pt x="63995" y="338328"/>
                </a:lnTo>
                <a:lnTo>
                  <a:pt x="60947" y="338328"/>
                </a:lnTo>
                <a:lnTo>
                  <a:pt x="60947" y="371856"/>
                </a:lnTo>
                <a:lnTo>
                  <a:pt x="63995" y="371856"/>
                </a:lnTo>
                <a:lnTo>
                  <a:pt x="63995" y="365760"/>
                </a:lnTo>
                <a:lnTo>
                  <a:pt x="65519" y="364236"/>
                </a:lnTo>
                <a:lnTo>
                  <a:pt x="65519" y="362712"/>
                </a:lnTo>
                <a:lnTo>
                  <a:pt x="67043" y="362712"/>
                </a:lnTo>
                <a:lnTo>
                  <a:pt x="67043" y="361188"/>
                </a:lnTo>
                <a:lnTo>
                  <a:pt x="77711" y="361188"/>
                </a:lnTo>
                <a:lnTo>
                  <a:pt x="82283" y="362712"/>
                </a:lnTo>
                <a:lnTo>
                  <a:pt x="143243" y="387096"/>
                </a:lnTo>
                <a:lnTo>
                  <a:pt x="80759" y="417576"/>
                </a:lnTo>
                <a:lnTo>
                  <a:pt x="76187" y="419100"/>
                </a:lnTo>
                <a:lnTo>
                  <a:pt x="70091" y="419100"/>
                </a:lnTo>
                <a:lnTo>
                  <a:pt x="65519" y="414528"/>
                </a:lnTo>
                <a:lnTo>
                  <a:pt x="63995" y="411480"/>
                </a:lnTo>
                <a:lnTo>
                  <a:pt x="63995" y="405384"/>
                </a:lnTo>
                <a:lnTo>
                  <a:pt x="60947" y="405384"/>
                </a:lnTo>
                <a:lnTo>
                  <a:pt x="60947" y="457200"/>
                </a:lnTo>
                <a:lnTo>
                  <a:pt x="63995" y="457200"/>
                </a:lnTo>
                <a:lnTo>
                  <a:pt x="65519" y="452628"/>
                </a:lnTo>
                <a:lnTo>
                  <a:pt x="67043" y="449580"/>
                </a:lnTo>
                <a:lnTo>
                  <a:pt x="68567" y="448056"/>
                </a:lnTo>
                <a:lnTo>
                  <a:pt x="68567" y="446532"/>
                </a:lnTo>
                <a:lnTo>
                  <a:pt x="74663" y="443484"/>
                </a:lnTo>
                <a:lnTo>
                  <a:pt x="77711" y="440436"/>
                </a:lnTo>
                <a:lnTo>
                  <a:pt x="82283" y="438912"/>
                </a:lnTo>
                <a:lnTo>
                  <a:pt x="83807" y="437388"/>
                </a:lnTo>
                <a:lnTo>
                  <a:pt x="167627" y="397764"/>
                </a:lnTo>
                <a:lnTo>
                  <a:pt x="195059" y="408432"/>
                </a:lnTo>
                <a:lnTo>
                  <a:pt x="199631" y="411480"/>
                </a:lnTo>
                <a:lnTo>
                  <a:pt x="202679" y="414528"/>
                </a:lnTo>
                <a:lnTo>
                  <a:pt x="204203" y="417576"/>
                </a:lnTo>
                <a:lnTo>
                  <a:pt x="205727" y="419100"/>
                </a:lnTo>
                <a:lnTo>
                  <a:pt x="205727" y="425196"/>
                </a:lnTo>
                <a:lnTo>
                  <a:pt x="204203" y="428244"/>
                </a:lnTo>
                <a:lnTo>
                  <a:pt x="201155" y="437388"/>
                </a:lnTo>
                <a:lnTo>
                  <a:pt x="201155" y="443484"/>
                </a:lnTo>
                <a:lnTo>
                  <a:pt x="204203" y="449580"/>
                </a:lnTo>
                <a:lnTo>
                  <a:pt x="207251" y="451104"/>
                </a:lnTo>
                <a:lnTo>
                  <a:pt x="208775" y="452628"/>
                </a:lnTo>
                <a:lnTo>
                  <a:pt x="216395" y="452628"/>
                </a:lnTo>
                <a:lnTo>
                  <a:pt x="219443" y="451104"/>
                </a:lnTo>
                <a:lnTo>
                  <a:pt x="222491" y="448056"/>
                </a:lnTo>
                <a:lnTo>
                  <a:pt x="225539" y="441960"/>
                </a:lnTo>
                <a:lnTo>
                  <a:pt x="225539" y="4297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64" name="Google Shape;764;p16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482595" y="1763267"/>
            <a:ext cx="225552" cy="1388364"/>
          </a:xfrm>
          <a:prstGeom prst="rect">
            <a:avLst/>
          </a:prstGeom>
          <a:noFill/>
          <a:ln>
            <a:noFill/>
          </a:ln>
        </p:spPr>
      </p:pic>
      <p:pic>
        <p:nvPicPr>
          <p:cNvPr id="765" name="Google Shape;765;p16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779775" y="7735823"/>
            <a:ext cx="175260" cy="95859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6" name="Google Shape;766;p16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804160" y="6483095"/>
            <a:ext cx="201167" cy="1179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7" name="Google Shape;767;p16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779776" y="6126479"/>
            <a:ext cx="175259" cy="280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68" name="Google Shape;768;p16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779775" y="5442204"/>
            <a:ext cx="225516" cy="61569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" name="Google Shape;769;p16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804160" y="4824983"/>
            <a:ext cx="201168" cy="545592"/>
          </a:xfrm>
          <a:prstGeom prst="rect">
            <a:avLst/>
          </a:prstGeom>
          <a:noFill/>
          <a:ln>
            <a:noFill/>
          </a:ln>
        </p:spPr>
      </p:pic>
      <p:sp>
        <p:nvSpPr>
          <p:cNvPr id="770" name="Google Shape;770;p16"/>
          <p:cNvSpPr/>
          <p:nvPr/>
        </p:nvSpPr>
        <p:spPr>
          <a:xfrm>
            <a:off x="3195828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71" name="Google Shape;771;p16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134867" y="7641335"/>
            <a:ext cx="225552" cy="993647"/>
          </a:xfrm>
          <a:prstGeom prst="rect">
            <a:avLst/>
          </a:prstGeom>
          <a:noFill/>
          <a:ln>
            <a:noFill/>
          </a:ln>
        </p:spPr>
      </p:pic>
      <p:sp>
        <p:nvSpPr>
          <p:cNvPr id="772" name="Google Shape;772;p16"/>
          <p:cNvSpPr/>
          <p:nvPr/>
        </p:nvSpPr>
        <p:spPr>
          <a:xfrm>
            <a:off x="3134868" y="6894576"/>
            <a:ext cx="175260" cy="678180"/>
          </a:xfrm>
          <a:custGeom>
            <a:rect b="b" l="l" r="r" t="t"/>
            <a:pathLst>
              <a:path extrusionOk="0" h="678179" w="175260">
                <a:moveTo>
                  <a:pt x="24384" y="486156"/>
                </a:moveTo>
                <a:lnTo>
                  <a:pt x="21336" y="480060"/>
                </a:lnTo>
                <a:lnTo>
                  <a:pt x="15240" y="477012"/>
                </a:lnTo>
                <a:lnTo>
                  <a:pt x="9144" y="477012"/>
                </a:lnTo>
                <a:lnTo>
                  <a:pt x="6096" y="478536"/>
                </a:lnTo>
                <a:lnTo>
                  <a:pt x="1524" y="483108"/>
                </a:lnTo>
                <a:lnTo>
                  <a:pt x="0" y="486156"/>
                </a:lnTo>
                <a:lnTo>
                  <a:pt x="0" y="492252"/>
                </a:lnTo>
                <a:lnTo>
                  <a:pt x="1524" y="495300"/>
                </a:lnTo>
                <a:lnTo>
                  <a:pt x="4572" y="496824"/>
                </a:lnTo>
                <a:lnTo>
                  <a:pt x="6096" y="499872"/>
                </a:lnTo>
                <a:lnTo>
                  <a:pt x="9144" y="501396"/>
                </a:lnTo>
                <a:lnTo>
                  <a:pt x="15240" y="501396"/>
                </a:lnTo>
                <a:lnTo>
                  <a:pt x="18288" y="499872"/>
                </a:lnTo>
                <a:lnTo>
                  <a:pt x="22860" y="495300"/>
                </a:lnTo>
                <a:lnTo>
                  <a:pt x="24384" y="492252"/>
                </a:lnTo>
                <a:lnTo>
                  <a:pt x="24384" y="486156"/>
                </a:lnTo>
                <a:close/>
              </a:path>
              <a:path extrusionOk="0" h="678179" w="175260">
                <a:moveTo>
                  <a:pt x="24384" y="99060"/>
                </a:moveTo>
                <a:lnTo>
                  <a:pt x="22860" y="96012"/>
                </a:lnTo>
                <a:lnTo>
                  <a:pt x="18288" y="91440"/>
                </a:lnTo>
                <a:lnTo>
                  <a:pt x="15240" y="89916"/>
                </a:lnTo>
                <a:lnTo>
                  <a:pt x="9144" y="89916"/>
                </a:lnTo>
                <a:lnTo>
                  <a:pt x="6096" y="91440"/>
                </a:lnTo>
                <a:lnTo>
                  <a:pt x="4572" y="94488"/>
                </a:lnTo>
                <a:lnTo>
                  <a:pt x="1524" y="96012"/>
                </a:lnTo>
                <a:lnTo>
                  <a:pt x="0" y="99060"/>
                </a:lnTo>
                <a:lnTo>
                  <a:pt x="0" y="106680"/>
                </a:lnTo>
                <a:lnTo>
                  <a:pt x="4572" y="111252"/>
                </a:lnTo>
                <a:lnTo>
                  <a:pt x="6096" y="114300"/>
                </a:lnTo>
                <a:lnTo>
                  <a:pt x="18288" y="114300"/>
                </a:lnTo>
                <a:lnTo>
                  <a:pt x="21336" y="111252"/>
                </a:lnTo>
                <a:lnTo>
                  <a:pt x="22860" y="108204"/>
                </a:lnTo>
                <a:lnTo>
                  <a:pt x="24384" y="106680"/>
                </a:lnTo>
                <a:lnTo>
                  <a:pt x="24384" y="99060"/>
                </a:lnTo>
                <a:close/>
              </a:path>
              <a:path extrusionOk="0" h="678179" w="175260">
                <a:moveTo>
                  <a:pt x="172212" y="461772"/>
                </a:moveTo>
                <a:lnTo>
                  <a:pt x="169164" y="461772"/>
                </a:lnTo>
                <a:lnTo>
                  <a:pt x="169164" y="470916"/>
                </a:lnTo>
                <a:lnTo>
                  <a:pt x="163068" y="477012"/>
                </a:lnTo>
                <a:lnTo>
                  <a:pt x="160020" y="477012"/>
                </a:lnTo>
                <a:lnTo>
                  <a:pt x="155448" y="478536"/>
                </a:lnTo>
                <a:lnTo>
                  <a:pt x="57912" y="478536"/>
                </a:lnTo>
                <a:lnTo>
                  <a:pt x="57912" y="483108"/>
                </a:lnTo>
                <a:lnTo>
                  <a:pt x="71628" y="516636"/>
                </a:lnTo>
                <a:lnTo>
                  <a:pt x="74676" y="515112"/>
                </a:lnTo>
                <a:lnTo>
                  <a:pt x="73152" y="512064"/>
                </a:lnTo>
                <a:lnTo>
                  <a:pt x="73152" y="502920"/>
                </a:lnTo>
                <a:lnTo>
                  <a:pt x="76200" y="499872"/>
                </a:lnTo>
                <a:lnTo>
                  <a:pt x="77724" y="499872"/>
                </a:lnTo>
                <a:lnTo>
                  <a:pt x="80772" y="498348"/>
                </a:lnTo>
                <a:lnTo>
                  <a:pt x="160020" y="498348"/>
                </a:lnTo>
                <a:lnTo>
                  <a:pt x="163068" y="499872"/>
                </a:lnTo>
                <a:lnTo>
                  <a:pt x="164592" y="501396"/>
                </a:lnTo>
                <a:lnTo>
                  <a:pt x="166116" y="501396"/>
                </a:lnTo>
                <a:lnTo>
                  <a:pt x="167640" y="504444"/>
                </a:lnTo>
                <a:lnTo>
                  <a:pt x="169164" y="505968"/>
                </a:lnTo>
                <a:lnTo>
                  <a:pt x="169164" y="515112"/>
                </a:lnTo>
                <a:lnTo>
                  <a:pt x="172212" y="515112"/>
                </a:lnTo>
                <a:lnTo>
                  <a:pt x="172212" y="498348"/>
                </a:lnTo>
                <a:lnTo>
                  <a:pt x="172212" y="461772"/>
                </a:lnTo>
                <a:close/>
              </a:path>
              <a:path extrusionOk="0" h="678179" w="175260">
                <a:moveTo>
                  <a:pt x="172212" y="396240"/>
                </a:moveTo>
                <a:lnTo>
                  <a:pt x="169164" y="396240"/>
                </a:lnTo>
                <a:lnTo>
                  <a:pt x="169164" y="405384"/>
                </a:lnTo>
                <a:lnTo>
                  <a:pt x="166116" y="408432"/>
                </a:lnTo>
                <a:lnTo>
                  <a:pt x="164592" y="411480"/>
                </a:lnTo>
                <a:lnTo>
                  <a:pt x="161544" y="414528"/>
                </a:lnTo>
                <a:lnTo>
                  <a:pt x="158496" y="416052"/>
                </a:lnTo>
                <a:lnTo>
                  <a:pt x="92964" y="416052"/>
                </a:lnTo>
                <a:lnTo>
                  <a:pt x="85344" y="413004"/>
                </a:lnTo>
                <a:lnTo>
                  <a:pt x="77724" y="405384"/>
                </a:lnTo>
                <a:lnTo>
                  <a:pt x="76200" y="402336"/>
                </a:lnTo>
                <a:lnTo>
                  <a:pt x="74676" y="400812"/>
                </a:lnTo>
                <a:lnTo>
                  <a:pt x="74676" y="397764"/>
                </a:lnTo>
                <a:lnTo>
                  <a:pt x="76200" y="394716"/>
                </a:lnTo>
                <a:lnTo>
                  <a:pt x="79248" y="391668"/>
                </a:lnTo>
                <a:lnTo>
                  <a:pt x="82296" y="385572"/>
                </a:lnTo>
                <a:lnTo>
                  <a:pt x="82296" y="376428"/>
                </a:lnTo>
                <a:lnTo>
                  <a:pt x="79248" y="374904"/>
                </a:lnTo>
                <a:lnTo>
                  <a:pt x="77724" y="373380"/>
                </a:lnTo>
                <a:lnTo>
                  <a:pt x="74676" y="371856"/>
                </a:lnTo>
                <a:lnTo>
                  <a:pt x="68580" y="371856"/>
                </a:lnTo>
                <a:lnTo>
                  <a:pt x="65532" y="373380"/>
                </a:lnTo>
                <a:lnTo>
                  <a:pt x="59436" y="379476"/>
                </a:lnTo>
                <a:lnTo>
                  <a:pt x="57912" y="382524"/>
                </a:lnTo>
                <a:lnTo>
                  <a:pt x="57912" y="387096"/>
                </a:lnTo>
                <a:lnTo>
                  <a:pt x="59575" y="394843"/>
                </a:lnTo>
                <a:lnTo>
                  <a:pt x="64389" y="402145"/>
                </a:lnTo>
                <a:lnTo>
                  <a:pt x="72047" y="409181"/>
                </a:lnTo>
                <a:lnTo>
                  <a:pt x="82296" y="416052"/>
                </a:lnTo>
                <a:lnTo>
                  <a:pt x="57912" y="416052"/>
                </a:lnTo>
                <a:lnTo>
                  <a:pt x="57912" y="422148"/>
                </a:lnTo>
                <a:lnTo>
                  <a:pt x="71628" y="454152"/>
                </a:lnTo>
                <a:lnTo>
                  <a:pt x="74676" y="452628"/>
                </a:lnTo>
                <a:lnTo>
                  <a:pt x="73152" y="449580"/>
                </a:lnTo>
                <a:lnTo>
                  <a:pt x="73152" y="441960"/>
                </a:lnTo>
                <a:lnTo>
                  <a:pt x="77724" y="437388"/>
                </a:lnTo>
                <a:lnTo>
                  <a:pt x="80772" y="437388"/>
                </a:lnTo>
                <a:lnTo>
                  <a:pt x="83820" y="435864"/>
                </a:lnTo>
                <a:lnTo>
                  <a:pt x="158496" y="435864"/>
                </a:lnTo>
                <a:lnTo>
                  <a:pt x="160020" y="437388"/>
                </a:lnTo>
                <a:lnTo>
                  <a:pt x="163068" y="437388"/>
                </a:lnTo>
                <a:lnTo>
                  <a:pt x="166116" y="438912"/>
                </a:lnTo>
                <a:lnTo>
                  <a:pt x="166116" y="440436"/>
                </a:lnTo>
                <a:lnTo>
                  <a:pt x="169164" y="443484"/>
                </a:lnTo>
                <a:lnTo>
                  <a:pt x="169164" y="452628"/>
                </a:lnTo>
                <a:lnTo>
                  <a:pt x="172212" y="452628"/>
                </a:lnTo>
                <a:lnTo>
                  <a:pt x="172212" y="396240"/>
                </a:lnTo>
                <a:close/>
              </a:path>
              <a:path extrusionOk="0" h="678179" w="175260">
                <a:moveTo>
                  <a:pt x="172212" y="74676"/>
                </a:moveTo>
                <a:lnTo>
                  <a:pt x="169164" y="74676"/>
                </a:lnTo>
                <a:lnTo>
                  <a:pt x="169164" y="83820"/>
                </a:lnTo>
                <a:lnTo>
                  <a:pt x="167640" y="85344"/>
                </a:lnTo>
                <a:lnTo>
                  <a:pt x="166116" y="88392"/>
                </a:lnTo>
                <a:lnTo>
                  <a:pt x="164592" y="89916"/>
                </a:lnTo>
                <a:lnTo>
                  <a:pt x="163068" y="89916"/>
                </a:lnTo>
                <a:lnTo>
                  <a:pt x="160020" y="91440"/>
                </a:lnTo>
                <a:lnTo>
                  <a:pt x="57912" y="91440"/>
                </a:lnTo>
                <a:lnTo>
                  <a:pt x="57912" y="97536"/>
                </a:lnTo>
                <a:lnTo>
                  <a:pt x="71628" y="129540"/>
                </a:lnTo>
                <a:lnTo>
                  <a:pt x="74676" y="128016"/>
                </a:lnTo>
                <a:lnTo>
                  <a:pt x="73152" y="124968"/>
                </a:lnTo>
                <a:lnTo>
                  <a:pt x="73152" y="117348"/>
                </a:lnTo>
                <a:lnTo>
                  <a:pt x="77724" y="112776"/>
                </a:lnTo>
                <a:lnTo>
                  <a:pt x="83820" y="112776"/>
                </a:lnTo>
                <a:lnTo>
                  <a:pt x="92964" y="111252"/>
                </a:lnTo>
                <a:lnTo>
                  <a:pt x="155448" y="111252"/>
                </a:lnTo>
                <a:lnTo>
                  <a:pt x="160020" y="112776"/>
                </a:lnTo>
                <a:lnTo>
                  <a:pt x="163068" y="112776"/>
                </a:lnTo>
                <a:lnTo>
                  <a:pt x="169164" y="118872"/>
                </a:lnTo>
                <a:lnTo>
                  <a:pt x="169164" y="128016"/>
                </a:lnTo>
                <a:lnTo>
                  <a:pt x="172212" y="128016"/>
                </a:lnTo>
                <a:lnTo>
                  <a:pt x="172212" y="111252"/>
                </a:lnTo>
                <a:lnTo>
                  <a:pt x="172212" y="74676"/>
                </a:lnTo>
                <a:close/>
              </a:path>
              <a:path extrusionOk="0" h="678179" w="175260">
                <a:moveTo>
                  <a:pt x="175247" y="313944"/>
                </a:moveTo>
                <a:lnTo>
                  <a:pt x="149910" y="275082"/>
                </a:lnTo>
                <a:lnTo>
                  <a:pt x="129527" y="268224"/>
                </a:lnTo>
                <a:lnTo>
                  <a:pt x="128003" y="271272"/>
                </a:lnTo>
                <a:lnTo>
                  <a:pt x="138671" y="275844"/>
                </a:lnTo>
                <a:lnTo>
                  <a:pt x="144767" y="280416"/>
                </a:lnTo>
                <a:lnTo>
                  <a:pt x="149339" y="284988"/>
                </a:lnTo>
                <a:lnTo>
                  <a:pt x="153911" y="291084"/>
                </a:lnTo>
                <a:lnTo>
                  <a:pt x="155435" y="297180"/>
                </a:lnTo>
                <a:lnTo>
                  <a:pt x="155435" y="304800"/>
                </a:lnTo>
                <a:lnTo>
                  <a:pt x="132791" y="336232"/>
                </a:lnTo>
                <a:lnTo>
                  <a:pt x="105143" y="341376"/>
                </a:lnTo>
                <a:lnTo>
                  <a:pt x="96316" y="340804"/>
                </a:lnTo>
                <a:lnTo>
                  <a:pt x="65519" y="321564"/>
                </a:lnTo>
                <a:lnTo>
                  <a:pt x="65519" y="307848"/>
                </a:lnTo>
                <a:lnTo>
                  <a:pt x="67043" y="304800"/>
                </a:lnTo>
                <a:lnTo>
                  <a:pt x="70091" y="301752"/>
                </a:lnTo>
                <a:lnTo>
                  <a:pt x="71615" y="298704"/>
                </a:lnTo>
                <a:lnTo>
                  <a:pt x="76187" y="297180"/>
                </a:lnTo>
                <a:lnTo>
                  <a:pt x="85331" y="297180"/>
                </a:lnTo>
                <a:lnTo>
                  <a:pt x="88379" y="295656"/>
                </a:lnTo>
                <a:lnTo>
                  <a:pt x="92951" y="291084"/>
                </a:lnTo>
                <a:lnTo>
                  <a:pt x="94475" y="288036"/>
                </a:lnTo>
                <a:lnTo>
                  <a:pt x="94475" y="277368"/>
                </a:lnTo>
                <a:lnTo>
                  <a:pt x="91427" y="275844"/>
                </a:lnTo>
                <a:lnTo>
                  <a:pt x="88379" y="272796"/>
                </a:lnTo>
                <a:lnTo>
                  <a:pt x="77711" y="272796"/>
                </a:lnTo>
                <a:lnTo>
                  <a:pt x="73139" y="275844"/>
                </a:lnTo>
                <a:lnTo>
                  <a:pt x="63042" y="288594"/>
                </a:lnTo>
                <a:lnTo>
                  <a:pt x="60185" y="294703"/>
                </a:lnTo>
                <a:lnTo>
                  <a:pt x="58470" y="301688"/>
                </a:lnTo>
                <a:lnTo>
                  <a:pt x="57899" y="309372"/>
                </a:lnTo>
                <a:lnTo>
                  <a:pt x="59029" y="319379"/>
                </a:lnTo>
                <a:lnTo>
                  <a:pt x="83261" y="352831"/>
                </a:lnTo>
                <a:lnTo>
                  <a:pt x="117335" y="361188"/>
                </a:lnTo>
                <a:lnTo>
                  <a:pt x="130225" y="360337"/>
                </a:lnTo>
                <a:lnTo>
                  <a:pt x="166890" y="340309"/>
                </a:lnTo>
                <a:lnTo>
                  <a:pt x="174371" y="323684"/>
                </a:lnTo>
                <a:lnTo>
                  <a:pt x="175247" y="313944"/>
                </a:lnTo>
                <a:close/>
              </a:path>
              <a:path extrusionOk="0" h="678179" w="175260">
                <a:moveTo>
                  <a:pt x="175247" y="170688"/>
                </a:moveTo>
                <a:lnTo>
                  <a:pt x="161531" y="138684"/>
                </a:lnTo>
                <a:lnTo>
                  <a:pt x="158483" y="140208"/>
                </a:lnTo>
                <a:lnTo>
                  <a:pt x="161531" y="146304"/>
                </a:lnTo>
                <a:lnTo>
                  <a:pt x="161531" y="149352"/>
                </a:lnTo>
                <a:lnTo>
                  <a:pt x="158483" y="152400"/>
                </a:lnTo>
                <a:lnTo>
                  <a:pt x="158483" y="153924"/>
                </a:lnTo>
                <a:lnTo>
                  <a:pt x="155435" y="155448"/>
                </a:lnTo>
                <a:lnTo>
                  <a:pt x="149339" y="155448"/>
                </a:lnTo>
                <a:lnTo>
                  <a:pt x="141719" y="156972"/>
                </a:lnTo>
                <a:lnTo>
                  <a:pt x="60947" y="156972"/>
                </a:lnTo>
                <a:lnTo>
                  <a:pt x="60947" y="193548"/>
                </a:lnTo>
                <a:lnTo>
                  <a:pt x="63995" y="193548"/>
                </a:lnTo>
                <a:lnTo>
                  <a:pt x="63995" y="185928"/>
                </a:lnTo>
                <a:lnTo>
                  <a:pt x="65519" y="181356"/>
                </a:lnTo>
                <a:lnTo>
                  <a:pt x="68567" y="179832"/>
                </a:lnTo>
                <a:lnTo>
                  <a:pt x="70091" y="176784"/>
                </a:lnTo>
                <a:lnTo>
                  <a:pt x="144767" y="176784"/>
                </a:lnTo>
                <a:lnTo>
                  <a:pt x="155435" y="187452"/>
                </a:lnTo>
                <a:lnTo>
                  <a:pt x="156959" y="192024"/>
                </a:lnTo>
                <a:lnTo>
                  <a:pt x="160007" y="196596"/>
                </a:lnTo>
                <a:lnTo>
                  <a:pt x="160007" y="210312"/>
                </a:lnTo>
                <a:lnTo>
                  <a:pt x="158483" y="214884"/>
                </a:lnTo>
                <a:lnTo>
                  <a:pt x="152387" y="220980"/>
                </a:lnTo>
                <a:lnTo>
                  <a:pt x="146291" y="224028"/>
                </a:lnTo>
                <a:lnTo>
                  <a:pt x="60947" y="224028"/>
                </a:lnTo>
                <a:lnTo>
                  <a:pt x="60947" y="262128"/>
                </a:lnTo>
                <a:lnTo>
                  <a:pt x="63995" y="262128"/>
                </a:lnTo>
                <a:lnTo>
                  <a:pt x="63995" y="256032"/>
                </a:lnTo>
                <a:lnTo>
                  <a:pt x="65519" y="251460"/>
                </a:lnTo>
                <a:lnTo>
                  <a:pt x="65519" y="249936"/>
                </a:lnTo>
                <a:lnTo>
                  <a:pt x="67043" y="246888"/>
                </a:lnTo>
                <a:lnTo>
                  <a:pt x="68567" y="245364"/>
                </a:lnTo>
                <a:lnTo>
                  <a:pt x="71615" y="245364"/>
                </a:lnTo>
                <a:lnTo>
                  <a:pt x="73139" y="243840"/>
                </a:lnTo>
                <a:lnTo>
                  <a:pt x="143243" y="243840"/>
                </a:lnTo>
                <a:lnTo>
                  <a:pt x="150863" y="242316"/>
                </a:lnTo>
                <a:lnTo>
                  <a:pt x="175247" y="220980"/>
                </a:lnTo>
                <a:lnTo>
                  <a:pt x="175247" y="208788"/>
                </a:lnTo>
                <a:lnTo>
                  <a:pt x="152387" y="176784"/>
                </a:lnTo>
                <a:lnTo>
                  <a:pt x="175247" y="176784"/>
                </a:lnTo>
                <a:lnTo>
                  <a:pt x="175247" y="170688"/>
                </a:lnTo>
                <a:close/>
              </a:path>
              <a:path extrusionOk="0" h="678179" w="175260">
                <a:moveTo>
                  <a:pt x="175247" y="22860"/>
                </a:moveTo>
                <a:lnTo>
                  <a:pt x="173723" y="16764"/>
                </a:lnTo>
                <a:lnTo>
                  <a:pt x="169151" y="12192"/>
                </a:lnTo>
                <a:lnTo>
                  <a:pt x="166103" y="6096"/>
                </a:lnTo>
                <a:lnTo>
                  <a:pt x="160007" y="3048"/>
                </a:lnTo>
                <a:lnTo>
                  <a:pt x="150863" y="0"/>
                </a:lnTo>
                <a:lnTo>
                  <a:pt x="150863" y="6096"/>
                </a:lnTo>
                <a:lnTo>
                  <a:pt x="156959" y="9144"/>
                </a:lnTo>
                <a:lnTo>
                  <a:pt x="158483" y="12192"/>
                </a:lnTo>
                <a:lnTo>
                  <a:pt x="160007" y="13716"/>
                </a:lnTo>
                <a:lnTo>
                  <a:pt x="160007" y="22860"/>
                </a:lnTo>
                <a:lnTo>
                  <a:pt x="158483" y="25908"/>
                </a:lnTo>
                <a:lnTo>
                  <a:pt x="156959" y="27432"/>
                </a:lnTo>
                <a:lnTo>
                  <a:pt x="153911" y="28956"/>
                </a:lnTo>
                <a:lnTo>
                  <a:pt x="149339" y="30480"/>
                </a:lnTo>
                <a:lnTo>
                  <a:pt x="68567" y="30480"/>
                </a:lnTo>
                <a:lnTo>
                  <a:pt x="68567" y="4572"/>
                </a:lnTo>
                <a:lnTo>
                  <a:pt x="60947" y="4572"/>
                </a:lnTo>
                <a:lnTo>
                  <a:pt x="60947" y="30480"/>
                </a:lnTo>
                <a:lnTo>
                  <a:pt x="24371" y="30480"/>
                </a:lnTo>
                <a:lnTo>
                  <a:pt x="24371" y="33528"/>
                </a:lnTo>
                <a:lnTo>
                  <a:pt x="33515" y="36576"/>
                </a:lnTo>
                <a:lnTo>
                  <a:pt x="38087" y="39624"/>
                </a:lnTo>
                <a:lnTo>
                  <a:pt x="41135" y="41148"/>
                </a:lnTo>
                <a:lnTo>
                  <a:pt x="47231" y="45720"/>
                </a:lnTo>
                <a:lnTo>
                  <a:pt x="51803" y="48768"/>
                </a:lnTo>
                <a:lnTo>
                  <a:pt x="56375" y="54864"/>
                </a:lnTo>
                <a:lnTo>
                  <a:pt x="60947" y="59436"/>
                </a:lnTo>
                <a:lnTo>
                  <a:pt x="63995" y="64008"/>
                </a:lnTo>
                <a:lnTo>
                  <a:pt x="65519" y="68580"/>
                </a:lnTo>
                <a:lnTo>
                  <a:pt x="68567" y="68580"/>
                </a:lnTo>
                <a:lnTo>
                  <a:pt x="68567" y="50292"/>
                </a:lnTo>
                <a:lnTo>
                  <a:pt x="153911" y="50292"/>
                </a:lnTo>
                <a:lnTo>
                  <a:pt x="160007" y="48768"/>
                </a:lnTo>
                <a:lnTo>
                  <a:pt x="163055" y="47244"/>
                </a:lnTo>
                <a:lnTo>
                  <a:pt x="167627" y="45720"/>
                </a:lnTo>
                <a:lnTo>
                  <a:pt x="170675" y="42672"/>
                </a:lnTo>
                <a:lnTo>
                  <a:pt x="172199" y="39624"/>
                </a:lnTo>
                <a:lnTo>
                  <a:pt x="175247" y="36576"/>
                </a:lnTo>
                <a:lnTo>
                  <a:pt x="175247" y="22860"/>
                </a:lnTo>
                <a:close/>
              </a:path>
              <a:path extrusionOk="0" h="678179" w="175260">
                <a:moveTo>
                  <a:pt x="175260" y="598932"/>
                </a:moveTo>
                <a:lnTo>
                  <a:pt x="166116" y="560832"/>
                </a:lnTo>
                <a:lnTo>
                  <a:pt x="134112" y="531876"/>
                </a:lnTo>
                <a:lnTo>
                  <a:pt x="132588" y="534924"/>
                </a:lnTo>
                <a:lnTo>
                  <a:pt x="141770" y="542645"/>
                </a:lnTo>
                <a:lnTo>
                  <a:pt x="148971" y="549783"/>
                </a:lnTo>
                <a:lnTo>
                  <a:pt x="164592" y="589788"/>
                </a:lnTo>
                <a:lnTo>
                  <a:pt x="164020" y="598652"/>
                </a:lnTo>
                <a:lnTo>
                  <a:pt x="145542" y="634746"/>
                </a:lnTo>
                <a:lnTo>
                  <a:pt x="103200" y="650201"/>
                </a:lnTo>
                <a:lnTo>
                  <a:pt x="92964" y="650748"/>
                </a:lnTo>
                <a:lnTo>
                  <a:pt x="79819" y="650201"/>
                </a:lnTo>
                <a:lnTo>
                  <a:pt x="38684" y="639178"/>
                </a:lnTo>
                <a:lnTo>
                  <a:pt x="14478" y="609219"/>
                </a:lnTo>
                <a:lnTo>
                  <a:pt x="12192" y="592836"/>
                </a:lnTo>
                <a:lnTo>
                  <a:pt x="13017" y="583984"/>
                </a:lnTo>
                <a:lnTo>
                  <a:pt x="39243" y="548449"/>
                </a:lnTo>
                <a:lnTo>
                  <a:pt x="60960" y="539496"/>
                </a:lnTo>
                <a:lnTo>
                  <a:pt x="60960" y="536448"/>
                </a:lnTo>
                <a:lnTo>
                  <a:pt x="4572" y="539496"/>
                </a:lnTo>
                <a:lnTo>
                  <a:pt x="4572" y="542544"/>
                </a:lnTo>
                <a:lnTo>
                  <a:pt x="10668" y="545592"/>
                </a:lnTo>
                <a:lnTo>
                  <a:pt x="13716" y="548640"/>
                </a:lnTo>
                <a:lnTo>
                  <a:pt x="13716" y="556260"/>
                </a:lnTo>
                <a:lnTo>
                  <a:pt x="12192" y="559308"/>
                </a:lnTo>
                <a:lnTo>
                  <a:pt x="9067" y="568439"/>
                </a:lnTo>
                <a:lnTo>
                  <a:pt x="6667" y="577405"/>
                </a:lnTo>
                <a:lnTo>
                  <a:pt x="5118" y="586105"/>
                </a:lnTo>
                <a:lnTo>
                  <a:pt x="4572" y="594360"/>
                </a:lnTo>
                <a:lnTo>
                  <a:pt x="5397" y="605751"/>
                </a:lnTo>
                <a:lnTo>
                  <a:pt x="22809" y="645871"/>
                </a:lnTo>
                <a:lnTo>
                  <a:pt x="57810" y="672401"/>
                </a:lnTo>
                <a:lnTo>
                  <a:pt x="92964" y="678180"/>
                </a:lnTo>
                <a:lnTo>
                  <a:pt x="107480" y="677062"/>
                </a:lnTo>
                <a:lnTo>
                  <a:pt x="144780" y="661416"/>
                </a:lnTo>
                <a:lnTo>
                  <a:pt x="173494" y="618134"/>
                </a:lnTo>
                <a:lnTo>
                  <a:pt x="175260" y="5989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73" name="Google Shape;773;p16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134868" y="6681215"/>
            <a:ext cx="175260" cy="147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774" name="Google Shape;774;p16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134867" y="5457444"/>
            <a:ext cx="175260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75" name="Google Shape;775;p16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192780" y="5202936"/>
            <a:ext cx="117348" cy="1859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6" name="Google Shape;776;p16"/>
          <p:cNvGrpSpPr/>
          <p:nvPr/>
        </p:nvGrpSpPr>
        <p:grpSpPr>
          <a:xfrm>
            <a:off x="3139439" y="4838700"/>
            <a:ext cx="171196" cy="286512"/>
            <a:chOff x="3139439" y="4838700"/>
            <a:chExt cx="171196" cy="286512"/>
          </a:xfrm>
        </p:grpSpPr>
        <p:pic>
          <p:nvPicPr>
            <p:cNvPr id="777" name="Google Shape;777;p16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139439" y="4893564"/>
              <a:ext cx="170688" cy="2316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8" name="Google Shape;778;p16"/>
            <p:cNvSpPr/>
            <p:nvPr/>
          </p:nvSpPr>
          <p:spPr>
            <a:xfrm>
              <a:off x="3282695" y="4838700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8288" y="27432"/>
                  </a:moveTo>
                  <a:lnTo>
                    <a:pt x="10668" y="27432"/>
                  </a:lnTo>
                  <a:lnTo>
                    <a:pt x="4572" y="24384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7620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4384" y="4572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4384" y="24384"/>
                  </a:lnTo>
                  <a:lnTo>
                    <a:pt x="1828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" name="Google Shape;779;p16"/>
          <p:cNvSpPr/>
          <p:nvPr/>
        </p:nvSpPr>
        <p:spPr>
          <a:xfrm>
            <a:off x="3552444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9144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0" name="Google Shape;780;p16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491484" y="8327135"/>
            <a:ext cx="175260" cy="368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81" name="Google Shape;781;p16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491483" y="7630667"/>
            <a:ext cx="225552" cy="617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782" name="Google Shape;782;p16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515867" y="7069835"/>
            <a:ext cx="201132" cy="490727"/>
          </a:xfrm>
          <a:prstGeom prst="rect">
            <a:avLst/>
          </a:prstGeom>
          <a:noFill/>
          <a:ln>
            <a:noFill/>
          </a:ln>
        </p:spPr>
      </p:pic>
      <p:pic>
        <p:nvPicPr>
          <p:cNvPr id="783" name="Google Shape;783;p16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549396" y="6705600"/>
            <a:ext cx="117348" cy="284988"/>
          </a:xfrm>
          <a:prstGeom prst="rect">
            <a:avLst/>
          </a:prstGeom>
          <a:noFill/>
          <a:ln>
            <a:noFill/>
          </a:ln>
        </p:spPr>
      </p:pic>
      <p:pic>
        <p:nvPicPr>
          <p:cNvPr id="784" name="Google Shape;784;p16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491483" y="4937759"/>
            <a:ext cx="175260" cy="1690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85" name="Google Shape;785;p16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491484" y="3817620"/>
            <a:ext cx="225551" cy="1045464"/>
          </a:xfrm>
          <a:prstGeom prst="rect">
            <a:avLst/>
          </a:prstGeom>
          <a:noFill/>
          <a:ln>
            <a:noFill/>
          </a:ln>
        </p:spPr>
      </p:pic>
      <p:pic>
        <p:nvPicPr>
          <p:cNvPr id="786" name="Google Shape;786;p16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549431" y="3643883"/>
            <a:ext cx="117312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787" name="Google Shape;787;p16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491484" y="2761488"/>
            <a:ext cx="175260" cy="818387"/>
          </a:xfrm>
          <a:prstGeom prst="rect">
            <a:avLst/>
          </a:prstGeom>
          <a:noFill/>
          <a:ln>
            <a:noFill/>
          </a:ln>
        </p:spPr>
      </p:pic>
      <p:sp>
        <p:nvSpPr>
          <p:cNvPr id="788" name="Google Shape;788;p16"/>
          <p:cNvSpPr/>
          <p:nvPr/>
        </p:nvSpPr>
        <p:spPr>
          <a:xfrm>
            <a:off x="3491484" y="1874520"/>
            <a:ext cx="175260" cy="817244"/>
          </a:xfrm>
          <a:custGeom>
            <a:rect b="b" l="l" r="r" t="t"/>
            <a:pathLst>
              <a:path extrusionOk="0" h="817244" w="175260">
                <a:moveTo>
                  <a:pt x="24384" y="274320"/>
                </a:moveTo>
                <a:lnTo>
                  <a:pt x="22860" y="271272"/>
                </a:lnTo>
                <a:lnTo>
                  <a:pt x="19812" y="269748"/>
                </a:lnTo>
                <a:lnTo>
                  <a:pt x="18288" y="266700"/>
                </a:lnTo>
                <a:lnTo>
                  <a:pt x="15240" y="265176"/>
                </a:lnTo>
                <a:lnTo>
                  <a:pt x="7620" y="265176"/>
                </a:lnTo>
                <a:lnTo>
                  <a:pt x="3048" y="269748"/>
                </a:lnTo>
                <a:lnTo>
                  <a:pt x="0" y="271272"/>
                </a:lnTo>
                <a:lnTo>
                  <a:pt x="0" y="283464"/>
                </a:lnTo>
                <a:lnTo>
                  <a:pt x="3048" y="286512"/>
                </a:lnTo>
                <a:lnTo>
                  <a:pt x="6096" y="288036"/>
                </a:lnTo>
                <a:lnTo>
                  <a:pt x="7620" y="289560"/>
                </a:lnTo>
                <a:lnTo>
                  <a:pt x="15240" y="289560"/>
                </a:lnTo>
                <a:lnTo>
                  <a:pt x="18288" y="288036"/>
                </a:lnTo>
                <a:lnTo>
                  <a:pt x="22860" y="283464"/>
                </a:lnTo>
                <a:lnTo>
                  <a:pt x="24384" y="280416"/>
                </a:lnTo>
                <a:lnTo>
                  <a:pt x="24384" y="274320"/>
                </a:lnTo>
                <a:close/>
              </a:path>
              <a:path extrusionOk="0" h="817244" w="175260">
                <a:moveTo>
                  <a:pt x="172212" y="749808"/>
                </a:moveTo>
                <a:lnTo>
                  <a:pt x="169164" y="749808"/>
                </a:lnTo>
                <a:lnTo>
                  <a:pt x="169164" y="765048"/>
                </a:lnTo>
                <a:lnTo>
                  <a:pt x="160020" y="774192"/>
                </a:lnTo>
                <a:lnTo>
                  <a:pt x="153924" y="775716"/>
                </a:lnTo>
                <a:lnTo>
                  <a:pt x="68580" y="775716"/>
                </a:lnTo>
                <a:lnTo>
                  <a:pt x="68580" y="746760"/>
                </a:lnTo>
                <a:lnTo>
                  <a:pt x="60960" y="746760"/>
                </a:lnTo>
                <a:lnTo>
                  <a:pt x="60960" y="775716"/>
                </a:lnTo>
                <a:lnTo>
                  <a:pt x="51816" y="775716"/>
                </a:lnTo>
                <a:lnTo>
                  <a:pt x="40386" y="775462"/>
                </a:lnTo>
                <a:lnTo>
                  <a:pt x="31242" y="774763"/>
                </a:lnTo>
                <a:lnTo>
                  <a:pt x="24384" y="773798"/>
                </a:lnTo>
                <a:lnTo>
                  <a:pt x="19812" y="772668"/>
                </a:lnTo>
                <a:lnTo>
                  <a:pt x="15240" y="772668"/>
                </a:lnTo>
                <a:lnTo>
                  <a:pt x="7620" y="765048"/>
                </a:lnTo>
                <a:lnTo>
                  <a:pt x="7620" y="752856"/>
                </a:lnTo>
                <a:lnTo>
                  <a:pt x="9144" y="749808"/>
                </a:lnTo>
                <a:lnTo>
                  <a:pt x="13716" y="745236"/>
                </a:lnTo>
                <a:lnTo>
                  <a:pt x="22860" y="739140"/>
                </a:lnTo>
                <a:lnTo>
                  <a:pt x="27432" y="734568"/>
                </a:lnTo>
                <a:lnTo>
                  <a:pt x="28956" y="731520"/>
                </a:lnTo>
                <a:lnTo>
                  <a:pt x="30480" y="729996"/>
                </a:lnTo>
                <a:lnTo>
                  <a:pt x="30480" y="725424"/>
                </a:lnTo>
                <a:lnTo>
                  <a:pt x="24384" y="719328"/>
                </a:lnTo>
                <a:lnTo>
                  <a:pt x="15240" y="719328"/>
                </a:lnTo>
                <a:lnTo>
                  <a:pt x="10668" y="720852"/>
                </a:lnTo>
                <a:lnTo>
                  <a:pt x="7620" y="725424"/>
                </a:lnTo>
                <a:lnTo>
                  <a:pt x="1524" y="733044"/>
                </a:lnTo>
                <a:lnTo>
                  <a:pt x="0" y="740664"/>
                </a:lnTo>
                <a:lnTo>
                  <a:pt x="0" y="757428"/>
                </a:lnTo>
                <a:lnTo>
                  <a:pt x="1524" y="766572"/>
                </a:lnTo>
                <a:lnTo>
                  <a:pt x="6096" y="772668"/>
                </a:lnTo>
                <a:lnTo>
                  <a:pt x="10668" y="780288"/>
                </a:lnTo>
                <a:lnTo>
                  <a:pt x="53340" y="795528"/>
                </a:lnTo>
                <a:lnTo>
                  <a:pt x="60960" y="795528"/>
                </a:lnTo>
                <a:lnTo>
                  <a:pt x="60960" y="816864"/>
                </a:lnTo>
                <a:lnTo>
                  <a:pt x="68580" y="816864"/>
                </a:lnTo>
                <a:lnTo>
                  <a:pt x="68580" y="795528"/>
                </a:lnTo>
                <a:lnTo>
                  <a:pt x="156972" y="795528"/>
                </a:lnTo>
                <a:lnTo>
                  <a:pt x="160020" y="797052"/>
                </a:lnTo>
                <a:lnTo>
                  <a:pt x="161544" y="797052"/>
                </a:lnTo>
                <a:lnTo>
                  <a:pt x="164592" y="798576"/>
                </a:lnTo>
                <a:lnTo>
                  <a:pt x="169164" y="807720"/>
                </a:lnTo>
                <a:lnTo>
                  <a:pt x="169164" y="816864"/>
                </a:lnTo>
                <a:lnTo>
                  <a:pt x="172212" y="816864"/>
                </a:lnTo>
                <a:lnTo>
                  <a:pt x="172212" y="749808"/>
                </a:lnTo>
                <a:close/>
              </a:path>
              <a:path extrusionOk="0" h="817244" w="175260">
                <a:moveTo>
                  <a:pt x="172212" y="495300"/>
                </a:moveTo>
                <a:lnTo>
                  <a:pt x="169164" y="495300"/>
                </a:lnTo>
                <a:lnTo>
                  <a:pt x="169164" y="501396"/>
                </a:lnTo>
                <a:lnTo>
                  <a:pt x="167640" y="504444"/>
                </a:lnTo>
                <a:lnTo>
                  <a:pt x="166116" y="505968"/>
                </a:lnTo>
                <a:lnTo>
                  <a:pt x="166116" y="507492"/>
                </a:lnTo>
                <a:lnTo>
                  <a:pt x="164592" y="509016"/>
                </a:lnTo>
                <a:lnTo>
                  <a:pt x="161544" y="510540"/>
                </a:lnTo>
                <a:lnTo>
                  <a:pt x="160020" y="512064"/>
                </a:lnTo>
                <a:lnTo>
                  <a:pt x="89916" y="512064"/>
                </a:lnTo>
                <a:lnTo>
                  <a:pt x="57912" y="534924"/>
                </a:lnTo>
                <a:lnTo>
                  <a:pt x="57912" y="541020"/>
                </a:lnTo>
                <a:lnTo>
                  <a:pt x="59334" y="550164"/>
                </a:lnTo>
                <a:lnTo>
                  <a:pt x="63627" y="559498"/>
                </a:lnTo>
                <a:lnTo>
                  <a:pt x="70764" y="569099"/>
                </a:lnTo>
                <a:lnTo>
                  <a:pt x="80772" y="579120"/>
                </a:lnTo>
                <a:lnTo>
                  <a:pt x="57912" y="579120"/>
                </a:lnTo>
                <a:lnTo>
                  <a:pt x="57912" y="583692"/>
                </a:lnTo>
                <a:lnTo>
                  <a:pt x="71628" y="617220"/>
                </a:lnTo>
                <a:lnTo>
                  <a:pt x="74676" y="615696"/>
                </a:lnTo>
                <a:lnTo>
                  <a:pt x="71628" y="609600"/>
                </a:lnTo>
                <a:lnTo>
                  <a:pt x="71628" y="605028"/>
                </a:lnTo>
                <a:lnTo>
                  <a:pt x="73152" y="603504"/>
                </a:lnTo>
                <a:lnTo>
                  <a:pt x="73152" y="601980"/>
                </a:lnTo>
                <a:lnTo>
                  <a:pt x="74676" y="601980"/>
                </a:lnTo>
                <a:lnTo>
                  <a:pt x="77724" y="600456"/>
                </a:lnTo>
                <a:lnTo>
                  <a:pt x="79248" y="600456"/>
                </a:lnTo>
                <a:lnTo>
                  <a:pt x="82651" y="599579"/>
                </a:lnTo>
                <a:lnTo>
                  <a:pt x="88201" y="599122"/>
                </a:lnTo>
                <a:lnTo>
                  <a:pt x="96824" y="598932"/>
                </a:lnTo>
                <a:lnTo>
                  <a:pt x="155448" y="598932"/>
                </a:lnTo>
                <a:lnTo>
                  <a:pt x="161544" y="600456"/>
                </a:lnTo>
                <a:lnTo>
                  <a:pt x="167640" y="603504"/>
                </a:lnTo>
                <a:lnTo>
                  <a:pt x="169164" y="608076"/>
                </a:lnTo>
                <a:lnTo>
                  <a:pt x="169164" y="615696"/>
                </a:lnTo>
                <a:lnTo>
                  <a:pt x="172212" y="615696"/>
                </a:lnTo>
                <a:lnTo>
                  <a:pt x="172212" y="598932"/>
                </a:lnTo>
                <a:lnTo>
                  <a:pt x="172212" y="562356"/>
                </a:lnTo>
                <a:lnTo>
                  <a:pt x="169164" y="562356"/>
                </a:lnTo>
                <a:lnTo>
                  <a:pt x="169164" y="568452"/>
                </a:lnTo>
                <a:lnTo>
                  <a:pt x="167640" y="571500"/>
                </a:lnTo>
                <a:lnTo>
                  <a:pt x="167640" y="573024"/>
                </a:lnTo>
                <a:lnTo>
                  <a:pt x="166116" y="576072"/>
                </a:lnTo>
                <a:lnTo>
                  <a:pt x="164592" y="577596"/>
                </a:lnTo>
                <a:lnTo>
                  <a:pt x="161544" y="577596"/>
                </a:lnTo>
                <a:lnTo>
                  <a:pt x="160020" y="579120"/>
                </a:lnTo>
                <a:lnTo>
                  <a:pt x="88392" y="579120"/>
                </a:lnTo>
                <a:lnTo>
                  <a:pt x="81508" y="572033"/>
                </a:lnTo>
                <a:lnTo>
                  <a:pt x="76771" y="564642"/>
                </a:lnTo>
                <a:lnTo>
                  <a:pt x="74028" y="557263"/>
                </a:lnTo>
                <a:lnTo>
                  <a:pt x="73152" y="550164"/>
                </a:lnTo>
                <a:lnTo>
                  <a:pt x="73152" y="542544"/>
                </a:lnTo>
                <a:lnTo>
                  <a:pt x="74676" y="539496"/>
                </a:lnTo>
                <a:lnTo>
                  <a:pt x="83820" y="533400"/>
                </a:lnTo>
                <a:lnTo>
                  <a:pt x="91440" y="531876"/>
                </a:lnTo>
                <a:lnTo>
                  <a:pt x="158496" y="531876"/>
                </a:lnTo>
                <a:lnTo>
                  <a:pt x="164592" y="534924"/>
                </a:lnTo>
                <a:lnTo>
                  <a:pt x="167640" y="537972"/>
                </a:lnTo>
                <a:lnTo>
                  <a:pt x="169164" y="541020"/>
                </a:lnTo>
                <a:lnTo>
                  <a:pt x="169164" y="548640"/>
                </a:lnTo>
                <a:lnTo>
                  <a:pt x="172212" y="548640"/>
                </a:lnTo>
                <a:lnTo>
                  <a:pt x="172212" y="531876"/>
                </a:lnTo>
                <a:lnTo>
                  <a:pt x="172212" y="495300"/>
                </a:lnTo>
                <a:close/>
              </a:path>
              <a:path extrusionOk="0" h="817244" w="175260">
                <a:moveTo>
                  <a:pt x="172212" y="249936"/>
                </a:moveTo>
                <a:lnTo>
                  <a:pt x="169164" y="249936"/>
                </a:lnTo>
                <a:lnTo>
                  <a:pt x="169164" y="256032"/>
                </a:lnTo>
                <a:lnTo>
                  <a:pt x="167640" y="259080"/>
                </a:lnTo>
                <a:lnTo>
                  <a:pt x="166116" y="260604"/>
                </a:lnTo>
                <a:lnTo>
                  <a:pt x="166116" y="263652"/>
                </a:lnTo>
                <a:lnTo>
                  <a:pt x="164592" y="265176"/>
                </a:lnTo>
                <a:lnTo>
                  <a:pt x="161544" y="265176"/>
                </a:lnTo>
                <a:lnTo>
                  <a:pt x="158496" y="266700"/>
                </a:lnTo>
                <a:lnTo>
                  <a:pt x="57912" y="266700"/>
                </a:lnTo>
                <a:lnTo>
                  <a:pt x="57912" y="272796"/>
                </a:lnTo>
                <a:lnTo>
                  <a:pt x="71628" y="304800"/>
                </a:lnTo>
                <a:lnTo>
                  <a:pt x="74676" y="303276"/>
                </a:lnTo>
                <a:lnTo>
                  <a:pt x="71628" y="297180"/>
                </a:lnTo>
                <a:lnTo>
                  <a:pt x="71628" y="294132"/>
                </a:lnTo>
                <a:lnTo>
                  <a:pt x="73152" y="291084"/>
                </a:lnTo>
                <a:lnTo>
                  <a:pt x="76200" y="288036"/>
                </a:lnTo>
                <a:lnTo>
                  <a:pt x="79248" y="288036"/>
                </a:lnTo>
                <a:lnTo>
                  <a:pt x="83286" y="287159"/>
                </a:lnTo>
                <a:lnTo>
                  <a:pt x="88773" y="286702"/>
                </a:lnTo>
                <a:lnTo>
                  <a:pt x="96989" y="286512"/>
                </a:lnTo>
                <a:lnTo>
                  <a:pt x="153924" y="286512"/>
                </a:lnTo>
                <a:lnTo>
                  <a:pt x="158496" y="288036"/>
                </a:lnTo>
                <a:lnTo>
                  <a:pt x="161544" y="288036"/>
                </a:lnTo>
                <a:lnTo>
                  <a:pt x="164592" y="289560"/>
                </a:lnTo>
                <a:lnTo>
                  <a:pt x="167640" y="292608"/>
                </a:lnTo>
                <a:lnTo>
                  <a:pt x="167640" y="294132"/>
                </a:lnTo>
                <a:lnTo>
                  <a:pt x="169164" y="298704"/>
                </a:lnTo>
                <a:lnTo>
                  <a:pt x="169164" y="303276"/>
                </a:lnTo>
                <a:lnTo>
                  <a:pt x="172212" y="303276"/>
                </a:lnTo>
                <a:lnTo>
                  <a:pt x="172212" y="286512"/>
                </a:lnTo>
                <a:lnTo>
                  <a:pt x="172212" y="249936"/>
                </a:lnTo>
                <a:close/>
              </a:path>
              <a:path extrusionOk="0" h="817244" w="175260">
                <a:moveTo>
                  <a:pt x="172212" y="0"/>
                </a:moveTo>
                <a:lnTo>
                  <a:pt x="169164" y="0"/>
                </a:lnTo>
                <a:lnTo>
                  <a:pt x="169164" y="6096"/>
                </a:lnTo>
                <a:lnTo>
                  <a:pt x="167640" y="9144"/>
                </a:lnTo>
                <a:lnTo>
                  <a:pt x="166116" y="10668"/>
                </a:lnTo>
                <a:lnTo>
                  <a:pt x="166116" y="13716"/>
                </a:lnTo>
                <a:lnTo>
                  <a:pt x="164592" y="15240"/>
                </a:lnTo>
                <a:lnTo>
                  <a:pt x="161544" y="15240"/>
                </a:lnTo>
                <a:lnTo>
                  <a:pt x="160020" y="16764"/>
                </a:lnTo>
                <a:lnTo>
                  <a:pt x="89916" y="16764"/>
                </a:lnTo>
                <a:lnTo>
                  <a:pt x="57912" y="39624"/>
                </a:lnTo>
                <a:lnTo>
                  <a:pt x="57912" y="45720"/>
                </a:lnTo>
                <a:lnTo>
                  <a:pt x="59334" y="55105"/>
                </a:lnTo>
                <a:lnTo>
                  <a:pt x="63627" y="64770"/>
                </a:lnTo>
                <a:lnTo>
                  <a:pt x="70764" y="74447"/>
                </a:lnTo>
                <a:lnTo>
                  <a:pt x="80772" y="83820"/>
                </a:lnTo>
                <a:lnTo>
                  <a:pt x="57912" y="83820"/>
                </a:lnTo>
                <a:lnTo>
                  <a:pt x="57912" y="89916"/>
                </a:lnTo>
                <a:lnTo>
                  <a:pt x="71628" y="121920"/>
                </a:lnTo>
                <a:lnTo>
                  <a:pt x="74676" y="120396"/>
                </a:lnTo>
                <a:lnTo>
                  <a:pt x="71628" y="114300"/>
                </a:lnTo>
                <a:lnTo>
                  <a:pt x="71628" y="109728"/>
                </a:lnTo>
                <a:lnTo>
                  <a:pt x="74676" y="106680"/>
                </a:lnTo>
                <a:lnTo>
                  <a:pt x="77724" y="105156"/>
                </a:lnTo>
                <a:lnTo>
                  <a:pt x="79248" y="105156"/>
                </a:lnTo>
                <a:lnTo>
                  <a:pt x="82651" y="104279"/>
                </a:lnTo>
                <a:lnTo>
                  <a:pt x="88201" y="103822"/>
                </a:lnTo>
                <a:lnTo>
                  <a:pt x="96824" y="103632"/>
                </a:lnTo>
                <a:lnTo>
                  <a:pt x="155448" y="103632"/>
                </a:lnTo>
                <a:lnTo>
                  <a:pt x="161544" y="105156"/>
                </a:lnTo>
                <a:lnTo>
                  <a:pt x="167640" y="108204"/>
                </a:lnTo>
                <a:lnTo>
                  <a:pt x="169164" y="112776"/>
                </a:lnTo>
                <a:lnTo>
                  <a:pt x="169164" y="120396"/>
                </a:lnTo>
                <a:lnTo>
                  <a:pt x="172212" y="120396"/>
                </a:lnTo>
                <a:lnTo>
                  <a:pt x="172212" y="103632"/>
                </a:lnTo>
                <a:lnTo>
                  <a:pt x="172212" y="67056"/>
                </a:lnTo>
                <a:lnTo>
                  <a:pt x="169164" y="67056"/>
                </a:lnTo>
                <a:lnTo>
                  <a:pt x="169164" y="73152"/>
                </a:lnTo>
                <a:lnTo>
                  <a:pt x="167640" y="76200"/>
                </a:lnTo>
                <a:lnTo>
                  <a:pt x="167640" y="79248"/>
                </a:lnTo>
                <a:lnTo>
                  <a:pt x="164592" y="82296"/>
                </a:lnTo>
                <a:lnTo>
                  <a:pt x="161544" y="82296"/>
                </a:lnTo>
                <a:lnTo>
                  <a:pt x="160020" y="83820"/>
                </a:lnTo>
                <a:lnTo>
                  <a:pt x="88392" y="83820"/>
                </a:lnTo>
                <a:lnTo>
                  <a:pt x="81508" y="76733"/>
                </a:lnTo>
                <a:lnTo>
                  <a:pt x="76771" y="69342"/>
                </a:lnTo>
                <a:lnTo>
                  <a:pt x="74028" y="61963"/>
                </a:lnTo>
                <a:lnTo>
                  <a:pt x="73177" y="55105"/>
                </a:lnTo>
                <a:lnTo>
                  <a:pt x="73152" y="48768"/>
                </a:lnTo>
                <a:lnTo>
                  <a:pt x="74676" y="44196"/>
                </a:lnTo>
                <a:lnTo>
                  <a:pt x="83820" y="38100"/>
                </a:lnTo>
                <a:lnTo>
                  <a:pt x="91440" y="36576"/>
                </a:lnTo>
                <a:lnTo>
                  <a:pt x="158496" y="36576"/>
                </a:lnTo>
                <a:lnTo>
                  <a:pt x="164592" y="39624"/>
                </a:lnTo>
                <a:lnTo>
                  <a:pt x="167640" y="42672"/>
                </a:lnTo>
                <a:lnTo>
                  <a:pt x="169164" y="47244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36576"/>
                </a:lnTo>
                <a:lnTo>
                  <a:pt x="172212" y="0"/>
                </a:lnTo>
                <a:close/>
              </a:path>
              <a:path extrusionOk="0" h="817244" w="175260">
                <a:moveTo>
                  <a:pt x="175247" y="650748"/>
                </a:moveTo>
                <a:lnTo>
                  <a:pt x="161531" y="617220"/>
                </a:lnTo>
                <a:lnTo>
                  <a:pt x="158483" y="618744"/>
                </a:lnTo>
                <a:lnTo>
                  <a:pt x="160007" y="621792"/>
                </a:lnTo>
                <a:lnTo>
                  <a:pt x="160007" y="630936"/>
                </a:lnTo>
                <a:lnTo>
                  <a:pt x="156959" y="633984"/>
                </a:lnTo>
                <a:lnTo>
                  <a:pt x="155435" y="633984"/>
                </a:lnTo>
                <a:lnTo>
                  <a:pt x="152387" y="635508"/>
                </a:lnTo>
                <a:lnTo>
                  <a:pt x="60947" y="635508"/>
                </a:lnTo>
                <a:lnTo>
                  <a:pt x="60947" y="672084"/>
                </a:lnTo>
                <a:lnTo>
                  <a:pt x="63995" y="672084"/>
                </a:lnTo>
                <a:lnTo>
                  <a:pt x="63995" y="665988"/>
                </a:lnTo>
                <a:lnTo>
                  <a:pt x="65519" y="661416"/>
                </a:lnTo>
                <a:lnTo>
                  <a:pt x="67043" y="658368"/>
                </a:lnTo>
                <a:lnTo>
                  <a:pt x="70091" y="656844"/>
                </a:lnTo>
                <a:lnTo>
                  <a:pt x="74663" y="655320"/>
                </a:lnTo>
                <a:lnTo>
                  <a:pt x="143243" y="655320"/>
                </a:lnTo>
                <a:lnTo>
                  <a:pt x="149339" y="661416"/>
                </a:lnTo>
                <a:lnTo>
                  <a:pt x="153911" y="667512"/>
                </a:lnTo>
                <a:lnTo>
                  <a:pt x="156959" y="672084"/>
                </a:lnTo>
                <a:lnTo>
                  <a:pt x="160007" y="681228"/>
                </a:lnTo>
                <a:lnTo>
                  <a:pt x="160007" y="688848"/>
                </a:lnTo>
                <a:lnTo>
                  <a:pt x="158483" y="693420"/>
                </a:lnTo>
                <a:lnTo>
                  <a:pt x="150863" y="701040"/>
                </a:lnTo>
                <a:lnTo>
                  <a:pt x="144767" y="702564"/>
                </a:lnTo>
                <a:lnTo>
                  <a:pt x="60947" y="702564"/>
                </a:lnTo>
                <a:lnTo>
                  <a:pt x="60947" y="740664"/>
                </a:lnTo>
                <a:lnTo>
                  <a:pt x="63995" y="740664"/>
                </a:lnTo>
                <a:lnTo>
                  <a:pt x="63995" y="731520"/>
                </a:lnTo>
                <a:lnTo>
                  <a:pt x="65519" y="729996"/>
                </a:lnTo>
                <a:lnTo>
                  <a:pt x="65519" y="726948"/>
                </a:lnTo>
                <a:lnTo>
                  <a:pt x="68567" y="725424"/>
                </a:lnTo>
                <a:lnTo>
                  <a:pt x="70091" y="723900"/>
                </a:lnTo>
                <a:lnTo>
                  <a:pt x="71615" y="723900"/>
                </a:lnTo>
                <a:lnTo>
                  <a:pt x="76187" y="722376"/>
                </a:lnTo>
                <a:lnTo>
                  <a:pt x="149339" y="722376"/>
                </a:lnTo>
                <a:lnTo>
                  <a:pt x="155435" y="720852"/>
                </a:lnTo>
                <a:lnTo>
                  <a:pt x="161531" y="717804"/>
                </a:lnTo>
                <a:lnTo>
                  <a:pt x="166103" y="714756"/>
                </a:lnTo>
                <a:lnTo>
                  <a:pt x="175247" y="701040"/>
                </a:lnTo>
                <a:lnTo>
                  <a:pt x="175247" y="688848"/>
                </a:lnTo>
                <a:lnTo>
                  <a:pt x="150863" y="655320"/>
                </a:lnTo>
                <a:lnTo>
                  <a:pt x="175247" y="655320"/>
                </a:lnTo>
                <a:lnTo>
                  <a:pt x="175247" y="650748"/>
                </a:lnTo>
                <a:close/>
              </a:path>
              <a:path extrusionOk="0" h="817244" w="175260">
                <a:moveTo>
                  <a:pt x="175247" y="336804"/>
                </a:moveTo>
                <a:lnTo>
                  <a:pt x="150863" y="313944"/>
                </a:lnTo>
                <a:lnTo>
                  <a:pt x="150863" y="320040"/>
                </a:lnTo>
                <a:lnTo>
                  <a:pt x="153911" y="321564"/>
                </a:lnTo>
                <a:lnTo>
                  <a:pt x="155435" y="323088"/>
                </a:lnTo>
                <a:lnTo>
                  <a:pt x="156959" y="326136"/>
                </a:lnTo>
                <a:lnTo>
                  <a:pt x="158483" y="327660"/>
                </a:lnTo>
                <a:lnTo>
                  <a:pt x="160007" y="330708"/>
                </a:lnTo>
                <a:lnTo>
                  <a:pt x="160007" y="336804"/>
                </a:lnTo>
                <a:lnTo>
                  <a:pt x="155435" y="341376"/>
                </a:lnTo>
                <a:lnTo>
                  <a:pt x="152387" y="342900"/>
                </a:lnTo>
                <a:lnTo>
                  <a:pt x="147815" y="344424"/>
                </a:lnTo>
                <a:lnTo>
                  <a:pt x="68567" y="344424"/>
                </a:lnTo>
                <a:lnTo>
                  <a:pt x="68567" y="318516"/>
                </a:lnTo>
                <a:lnTo>
                  <a:pt x="60947" y="318516"/>
                </a:lnTo>
                <a:lnTo>
                  <a:pt x="60947" y="344424"/>
                </a:lnTo>
                <a:lnTo>
                  <a:pt x="24371" y="344424"/>
                </a:lnTo>
                <a:lnTo>
                  <a:pt x="24371" y="347472"/>
                </a:lnTo>
                <a:lnTo>
                  <a:pt x="31991" y="350520"/>
                </a:lnTo>
                <a:lnTo>
                  <a:pt x="47231" y="358140"/>
                </a:lnTo>
                <a:lnTo>
                  <a:pt x="56375" y="367284"/>
                </a:lnTo>
                <a:lnTo>
                  <a:pt x="59423" y="373380"/>
                </a:lnTo>
                <a:lnTo>
                  <a:pt x="62471" y="377952"/>
                </a:lnTo>
                <a:lnTo>
                  <a:pt x="63995" y="382524"/>
                </a:lnTo>
                <a:lnTo>
                  <a:pt x="68567" y="382524"/>
                </a:lnTo>
                <a:lnTo>
                  <a:pt x="68567" y="364236"/>
                </a:lnTo>
                <a:lnTo>
                  <a:pt x="152387" y="364236"/>
                </a:lnTo>
                <a:lnTo>
                  <a:pt x="173723" y="348996"/>
                </a:lnTo>
                <a:lnTo>
                  <a:pt x="175247" y="345948"/>
                </a:lnTo>
                <a:lnTo>
                  <a:pt x="175247" y="336804"/>
                </a:lnTo>
                <a:close/>
              </a:path>
              <a:path extrusionOk="0" h="817244" w="175260">
                <a:moveTo>
                  <a:pt x="175247" y="184404"/>
                </a:moveTo>
                <a:lnTo>
                  <a:pt x="167627" y="157010"/>
                </a:lnTo>
                <a:lnTo>
                  <a:pt x="167627" y="172212"/>
                </a:lnTo>
                <a:lnTo>
                  <a:pt x="167627" y="179832"/>
                </a:lnTo>
                <a:lnTo>
                  <a:pt x="139890" y="208216"/>
                </a:lnTo>
                <a:lnTo>
                  <a:pt x="106667" y="213360"/>
                </a:lnTo>
                <a:lnTo>
                  <a:pt x="88379" y="213360"/>
                </a:lnTo>
                <a:lnTo>
                  <a:pt x="76187" y="207264"/>
                </a:lnTo>
                <a:lnTo>
                  <a:pt x="71615" y="204216"/>
                </a:lnTo>
                <a:lnTo>
                  <a:pt x="65519" y="195072"/>
                </a:lnTo>
                <a:lnTo>
                  <a:pt x="65519" y="178308"/>
                </a:lnTo>
                <a:lnTo>
                  <a:pt x="68567" y="170688"/>
                </a:lnTo>
                <a:lnTo>
                  <a:pt x="76187" y="166116"/>
                </a:lnTo>
                <a:lnTo>
                  <a:pt x="84848" y="160782"/>
                </a:lnTo>
                <a:lnTo>
                  <a:pt x="86182" y="160020"/>
                </a:lnTo>
                <a:lnTo>
                  <a:pt x="96951" y="155829"/>
                </a:lnTo>
                <a:lnTo>
                  <a:pt x="109410" y="153263"/>
                </a:lnTo>
                <a:lnTo>
                  <a:pt x="123431" y="152400"/>
                </a:lnTo>
                <a:lnTo>
                  <a:pt x="134886" y="152958"/>
                </a:lnTo>
                <a:lnTo>
                  <a:pt x="167627" y="172212"/>
                </a:lnTo>
                <a:lnTo>
                  <a:pt x="167627" y="157010"/>
                </a:lnTo>
                <a:lnTo>
                  <a:pt x="136156" y="134048"/>
                </a:lnTo>
                <a:lnTo>
                  <a:pt x="114287" y="129540"/>
                </a:lnTo>
                <a:lnTo>
                  <a:pt x="104051" y="130403"/>
                </a:lnTo>
                <a:lnTo>
                  <a:pt x="68186" y="151599"/>
                </a:lnTo>
                <a:lnTo>
                  <a:pt x="58940" y="172212"/>
                </a:lnTo>
                <a:lnTo>
                  <a:pt x="57899" y="182880"/>
                </a:lnTo>
                <a:lnTo>
                  <a:pt x="57975" y="184404"/>
                </a:lnTo>
                <a:lnTo>
                  <a:pt x="58216" y="189725"/>
                </a:lnTo>
                <a:lnTo>
                  <a:pt x="59232" y="196392"/>
                </a:lnTo>
                <a:lnTo>
                  <a:pt x="86855" y="228600"/>
                </a:lnTo>
                <a:lnTo>
                  <a:pt x="117335" y="236220"/>
                </a:lnTo>
                <a:lnTo>
                  <a:pt x="127368" y="235610"/>
                </a:lnTo>
                <a:lnTo>
                  <a:pt x="163677" y="216344"/>
                </a:lnTo>
                <a:lnTo>
                  <a:pt x="165684" y="213360"/>
                </a:lnTo>
                <a:lnTo>
                  <a:pt x="169913" y="207073"/>
                </a:lnTo>
                <a:lnTo>
                  <a:pt x="173875" y="196392"/>
                </a:lnTo>
                <a:lnTo>
                  <a:pt x="175247" y="184404"/>
                </a:lnTo>
                <a:close/>
              </a:path>
              <a:path extrusionOk="0" h="817244" w="175260">
                <a:moveTo>
                  <a:pt x="175260" y="435864"/>
                </a:moveTo>
                <a:lnTo>
                  <a:pt x="156756" y="400621"/>
                </a:lnTo>
                <a:lnTo>
                  <a:pt x="129540" y="388620"/>
                </a:lnTo>
                <a:lnTo>
                  <a:pt x="128016" y="391668"/>
                </a:lnTo>
                <a:lnTo>
                  <a:pt x="137160" y="396240"/>
                </a:lnTo>
                <a:lnTo>
                  <a:pt x="144780" y="400812"/>
                </a:lnTo>
                <a:lnTo>
                  <a:pt x="147828" y="405384"/>
                </a:lnTo>
                <a:lnTo>
                  <a:pt x="152400" y="411480"/>
                </a:lnTo>
                <a:lnTo>
                  <a:pt x="155448" y="417576"/>
                </a:lnTo>
                <a:lnTo>
                  <a:pt x="155448" y="426720"/>
                </a:lnTo>
                <a:lnTo>
                  <a:pt x="154343" y="434416"/>
                </a:lnTo>
                <a:lnTo>
                  <a:pt x="123825" y="459486"/>
                </a:lnTo>
                <a:lnTo>
                  <a:pt x="105156" y="461772"/>
                </a:lnTo>
                <a:lnTo>
                  <a:pt x="95643" y="461200"/>
                </a:lnTo>
                <a:lnTo>
                  <a:pt x="65532" y="441960"/>
                </a:lnTo>
                <a:lnTo>
                  <a:pt x="65532" y="425196"/>
                </a:lnTo>
                <a:lnTo>
                  <a:pt x="71628" y="419100"/>
                </a:lnTo>
                <a:lnTo>
                  <a:pt x="74676" y="417576"/>
                </a:lnTo>
                <a:lnTo>
                  <a:pt x="83820" y="417576"/>
                </a:lnTo>
                <a:lnTo>
                  <a:pt x="88392" y="416052"/>
                </a:lnTo>
                <a:lnTo>
                  <a:pt x="89916" y="414528"/>
                </a:lnTo>
                <a:lnTo>
                  <a:pt x="92964" y="413004"/>
                </a:lnTo>
                <a:lnTo>
                  <a:pt x="94488" y="408432"/>
                </a:lnTo>
                <a:lnTo>
                  <a:pt x="94488" y="400812"/>
                </a:lnTo>
                <a:lnTo>
                  <a:pt x="92964" y="397764"/>
                </a:lnTo>
                <a:lnTo>
                  <a:pt x="89916" y="394716"/>
                </a:lnTo>
                <a:lnTo>
                  <a:pt x="86868" y="393192"/>
                </a:lnTo>
                <a:lnTo>
                  <a:pt x="77724" y="393192"/>
                </a:lnTo>
                <a:lnTo>
                  <a:pt x="57912" y="429768"/>
                </a:lnTo>
                <a:lnTo>
                  <a:pt x="58788" y="440626"/>
                </a:lnTo>
                <a:lnTo>
                  <a:pt x="81953" y="473227"/>
                </a:lnTo>
                <a:lnTo>
                  <a:pt x="115824" y="481584"/>
                </a:lnTo>
                <a:lnTo>
                  <a:pt x="128701" y="480733"/>
                </a:lnTo>
                <a:lnTo>
                  <a:pt x="165608" y="460730"/>
                </a:lnTo>
                <a:lnTo>
                  <a:pt x="174129" y="444728"/>
                </a:lnTo>
                <a:lnTo>
                  <a:pt x="175260" y="4358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9" name="Google Shape;789;p16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3787139" y="8513064"/>
            <a:ext cx="172212" cy="182879"/>
          </a:xfrm>
          <a:prstGeom prst="rect">
            <a:avLst/>
          </a:prstGeom>
          <a:noFill/>
          <a:ln>
            <a:noFill/>
          </a:ln>
        </p:spPr>
      </p:pic>
      <p:pic>
        <p:nvPicPr>
          <p:cNvPr id="790" name="Google Shape;790;p16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845087" y="8340852"/>
            <a:ext cx="117312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791" name="Google Shape;791;p16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791711" y="8040623"/>
            <a:ext cx="170687" cy="233171"/>
          </a:xfrm>
          <a:prstGeom prst="rect">
            <a:avLst/>
          </a:prstGeom>
          <a:noFill/>
          <a:ln>
            <a:noFill/>
          </a:ln>
        </p:spPr>
      </p:pic>
      <p:sp>
        <p:nvSpPr>
          <p:cNvPr id="792" name="Google Shape;792;p16"/>
          <p:cNvSpPr/>
          <p:nvPr/>
        </p:nvSpPr>
        <p:spPr>
          <a:xfrm>
            <a:off x="3934967" y="7926323"/>
            <a:ext cx="27940" cy="27940"/>
          </a:xfrm>
          <a:custGeom>
            <a:rect b="b" l="l" r="r" t="t"/>
            <a:pathLst>
              <a:path extrusionOk="0" h="27940" w="27939">
                <a:moveTo>
                  <a:pt x="21336" y="27431"/>
                </a:moveTo>
                <a:lnTo>
                  <a:pt x="7620" y="27431"/>
                </a:lnTo>
                <a:lnTo>
                  <a:pt x="4572" y="24383"/>
                </a:lnTo>
                <a:lnTo>
                  <a:pt x="1524" y="21335"/>
                </a:lnTo>
                <a:lnTo>
                  <a:pt x="0" y="18287"/>
                </a:lnTo>
                <a:lnTo>
                  <a:pt x="0" y="10667"/>
                </a:lnTo>
                <a:lnTo>
                  <a:pt x="1524" y="7619"/>
                </a:lnTo>
                <a:lnTo>
                  <a:pt x="7620" y="1523"/>
                </a:lnTo>
                <a:lnTo>
                  <a:pt x="10668" y="0"/>
                </a:lnTo>
                <a:lnTo>
                  <a:pt x="18288" y="0"/>
                </a:lnTo>
                <a:lnTo>
                  <a:pt x="21336" y="1523"/>
                </a:lnTo>
                <a:lnTo>
                  <a:pt x="24384" y="4571"/>
                </a:lnTo>
                <a:lnTo>
                  <a:pt x="27432" y="10667"/>
                </a:lnTo>
                <a:lnTo>
                  <a:pt x="27432" y="18287"/>
                </a:lnTo>
                <a:lnTo>
                  <a:pt x="24384" y="24383"/>
                </a:lnTo>
                <a:lnTo>
                  <a:pt x="21336" y="274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" name="Google Shape;793;p16"/>
          <p:cNvSpPr/>
          <p:nvPr/>
        </p:nvSpPr>
        <p:spPr>
          <a:xfrm>
            <a:off x="4204715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9144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94" name="Google Shape;794;p16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4143755" y="8327135"/>
            <a:ext cx="175260" cy="368807"/>
          </a:xfrm>
          <a:prstGeom prst="rect">
            <a:avLst/>
          </a:prstGeom>
          <a:noFill/>
          <a:ln>
            <a:noFill/>
          </a:ln>
        </p:spPr>
      </p:pic>
      <p:sp>
        <p:nvSpPr>
          <p:cNvPr id="795" name="Google Shape;795;p16"/>
          <p:cNvSpPr/>
          <p:nvPr/>
        </p:nvSpPr>
        <p:spPr>
          <a:xfrm>
            <a:off x="4143756" y="7606284"/>
            <a:ext cx="226060" cy="641985"/>
          </a:xfrm>
          <a:custGeom>
            <a:rect b="b" l="l" r="r" t="t"/>
            <a:pathLst>
              <a:path extrusionOk="0" h="641984" w="226060">
                <a:moveTo>
                  <a:pt x="172199" y="484632"/>
                </a:moveTo>
                <a:lnTo>
                  <a:pt x="169151" y="484632"/>
                </a:lnTo>
                <a:lnTo>
                  <a:pt x="169151" y="489204"/>
                </a:lnTo>
                <a:lnTo>
                  <a:pt x="167627" y="493776"/>
                </a:lnTo>
                <a:lnTo>
                  <a:pt x="166103" y="496824"/>
                </a:lnTo>
                <a:lnTo>
                  <a:pt x="161531" y="501396"/>
                </a:lnTo>
                <a:lnTo>
                  <a:pt x="160007" y="501396"/>
                </a:lnTo>
                <a:lnTo>
                  <a:pt x="156959" y="502920"/>
                </a:lnTo>
                <a:lnTo>
                  <a:pt x="152387" y="504444"/>
                </a:lnTo>
                <a:lnTo>
                  <a:pt x="92951" y="504444"/>
                </a:lnTo>
                <a:lnTo>
                  <a:pt x="85331" y="499872"/>
                </a:lnTo>
                <a:lnTo>
                  <a:pt x="79235" y="496824"/>
                </a:lnTo>
                <a:lnTo>
                  <a:pt x="76187" y="492252"/>
                </a:lnTo>
                <a:lnTo>
                  <a:pt x="74663" y="490728"/>
                </a:lnTo>
                <a:lnTo>
                  <a:pt x="74663" y="486156"/>
                </a:lnTo>
                <a:lnTo>
                  <a:pt x="77711" y="480060"/>
                </a:lnTo>
                <a:lnTo>
                  <a:pt x="80759" y="475488"/>
                </a:lnTo>
                <a:lnTo>
                  <a:pt x="82283" y="472440"/>
                </a:lnTo>
                <a:lnTo>
                  <a:pt x="82283" y="467868"/>
                </a:lnTo>
                <a:lnTo>
                  <a:pt x="80759" y="464820"/>
                </a:lnTo>
                <a:lnTo>
                  <a:pt x="79235" y="463296"/>
                </a:lnTo>
                <a:lnTo>
                  <a:pt x="73139" y="460248"/>
                </a:lnTo>
                <a:lnTo>
                  <a:pt x="67043" y="460248"/>
                </a:lnTo>
                <a:lnTo>
                  <a:pt x="63995" y="461772"/>
                </a:lnTo>
                <a:lnTo>
                  <a:pt x="60947" y="464820"/>
                </a:lnTo>
                <a:lnTo>
                  <a:pt x="57899" y="470916"/>
                </a:lnTo>
                <a:lnTo>
                  <a:pt x="57899" y="475488"/>
                </a:lnTo>
                <a:lnTo>
                  <a:pt x="59359" y="483235"/>
                </a:lnTo>
                <a:lnTo>
                  <a:pt x="63804" y="490537"/>
                </a:lnTo>
                <a:lnTo>
                  <a:pt x="71412" y="497573"/>
                </a:lnTo>
                <a:lnTo>
                  <a:pt x="82283" y="504444"/>
                </a:lnTo>
                <a:lnTo>
                  <a:pt x="57899" y="504444"/>
                </a:lnTo>
                <a:lnTo>
                  <a:pt x="57899" y="509016"/>
                </a:lnTo>
                <a:lnTo>
                  <a:pt x="71615" y="542544"/>
                </a:lnTo>
                <a:lnTo>
                  <a:pt x="74663" y="541020"/>
                </a:lnTo>
                <a:lnTo>
                  <a:pt x="71615" y="534924"/>
                </a:lnTo>
                <a:lnTo>
                  <a:pt x="71615" y="530352"/>
                </a:lnTo>
                <a:lnTo>
                  <a:pt x="74663" y="527304"/>
                </a:lnTo>
                <a:lnTo>
                  <a:pt x="74663" y="525780"/>
                </a:lnTo>
                <a:lnTo>
                  <a:pt x="77711" y="525780"/>
                </a:lnTo>
                <a:lnTo>
                  <a:pt x="79235" y="524256"/>
                </a:lnTo>
                <a:lnTo>
                  <a:pt x="160007" y="524256"/>
                </a:lnTo>
                <a:lnTo>
                  <a:pt x="163055" y="525780"/>
                </a:lnTo>
                <a:lnTo>
                  <a:pt x="166103" y="528828"/>
                </a:lnTo>
                <a:lnTo>
                  <a:pt x="169151" y="534924"/>
                </a:lnTo>
                <a:lnTo>
                  <a:pt x="169151" y="541020"/>
                </a:lnTo>
                <a:lnTo>
                  <a:pt x="172199" y="541020"/>
                </a:lnTo>
                <a:lnTo>
                  <a:pt x="172199" y="484632"/>
                </a:lnTo>
                <a:close/>
              </a:path>
              <a:path extrusionOk="0" h="641984" w="226060">
                <a:moveTo>
                  <a:pt x="172212" y="0"/>
                </a:moveTo>
                <a:lnTo>
                  <a:pt x="169164" y="0"/>
                </a:lnTo>
                <a:lnTo>
                  <a:pt x="169164" y="4572"/>
                </a:lnTo>
                <a:lnTo>
                  <a:pt x="167640" y="9144"/>
                </a:lnTo>
                <a:lnTo>
                  <a:pt x="166116" y="10668"/>
                </a:lnTo>
                <a:lnTo>
                  <a:pt x="166116" y="12192"/>
                </a:lnTo>
                <a:lnTo>
                  <a:pt x="164592" y="13716"/>
                </a:lnTo>
                <a:lnTo>
                  <a:pt x="158496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3716" y="45720"/>
                </a:lnTo>
                <a:lnTo>
                  <a:pt x="13716" y="42672"/>
                </a:lnTo>
                <a:lnTo>
                  <a:pt x="15240" y="41148"/>
                </a:lnTo>
                <a:lnTo>
                  <a:pt x="15240" y="39624"/>
                </a:lnTo>
                <a:lnTo>
                  <a:pt x="16764" y="38100"/>
                </a:lnTo>
                <a:lnTo>
                  <a:pt x="19812" y="38100"/>
                </a:lnTo>
                <a:lnTo>
                  <a:pt x="22860" y="36576"/>
                </a:lnTo>
                <a:lnTo>
                  <a:pt x="158496" y="36576"/>
                </a:lnTo>
                <a:lnTo>
                  <a:pt x="164592" y="39624"/>
                </a:lnTo>
                <a:lnTo>
                  <a:pt x="167640" y="42672"/>
                </a:lnTo>
                <a:lnTo>
                  <a:pt x="167640" y="44196"/>
                </a:lnTo>
                <a:lnTo>
                  <a:pt x="169164" y="47244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641984" w="226060">
                <a:moveTo>
                  <a:pt x="175247" y="284988"/>
                </a:moveTo>
                <a:lnTo>
                  <a:pt x="155054" y="250888"/>
                </a:lnTo>
                <a:lnTo>
                  <a:pt x="141719" y="248412"/>
                </a:lnTo>
                <a:lnTo>
                  <a:pt x="132003" y="249847"/>
                </a:lnTo>
                <a:lnTo>
                  <a:pt x="123431" y="254127"/>
                </a:lnTo>
                <a:lnTo>
                  <a:pt x="116001" y="261277"/>
                </a:lnTo>
                <a:lnTo>
                  <a:pt x="109715" y="271272"/>
                </a:lnTo>
                <a:lnTo>
                  <a:pt x="109626" y="271462"/>
                </a:lnTo>
                <a:lnTo>
                  <a:pt x="100571" y="289560"/>
                </a:lnTo>
                <a:lnTo>
                  <a:pt x="97523" y="297180"/>
                </a:lnTo>
                <a:lnTo>
                  <a:pt x="94475" y="301752"/>
                </a:lnTo>
                <a:lnTo>
                  <a:pt x="91427" y="303276"/>
                </a:lnTo>
                <a:lnTo>
                  <a:pt x="86855" y="306324"/>
                </a:lnTo>
                <a:lnTo>
                  <a:pt x="83807" y="307848"/>
                </a:lnTo>
                <a:lnTo>
                  <a:pt x="76187" y="307848"/>
                </a:lnTo>
                <a:lnTo>
                  <a:pt x="67043" y="298704"/>
                </a:lnTo>
                <a:lnTo>
                  <a:pt x="65519" y="294132"/>
                </a:lnTo>
                <a:lnTo>
                  <a:pt x="65519" y="281940"/>
                </a:lnTo>
                <a:lnTo>
                  <a:pt x="95999" y="260604"/>
                </a:lnTo>
                <a:lnTo>
                  <a:pt x="95999" y="257556"/>
                </a:lnTo>
                <a:lnTo>
                  <a:pt x="57899" y="257556"/>
                </a:lnTo>
                <a:lnTo>
                  <a:pt x="57899" y="260604"/>
                </a:lnTo>
                <a:lnTo>
                  <a:pt x="59423" y="260604"/>
                </a:lnTo>
                <a:lnTo>
                  <a:pt x="60947" y="262128"/>
                </a:lnTo>
                <a:lnTo>
                  <a:pt x="60947" y="263652"/>
                </a:lnTo>
                <a:lnTo>
                  <a:pt x="62471" y="263652"/>
                </a:lnTo>
                <a:lnTo>
                  <a:pt x="62471" y="266700"/>
                </a:lnTo>
                <a:lnTo>
                  <a:pt x="59423" y="272796"/>
                </a:lnTo>
                <a:lnTo>
                  <a:pt x="57899" y="278892"/>
                </a:lnTo>
                <a:lnTo>
                  <a:pt x="57899" y="298704"/>
                </a:lnTo>
                <a:lnTo>
                  <a:pt x="60947" y="306324"/>
                </a:lnTo>
                <a:lnTo>
                  <a:pt x="67043" y="312420"/>
                </a:lnTo>
                <a:lnTo>
                  <a:pt x="71615" y="320040"/>
                </a:lnTo>
                <a:lnTo>
                  <a:pt x="79235" y="323088"/>
                </a:lnTo>
                <a:lnTo>
                  <a:pt x="95999" y="323088"/>
                </a:lnTo>
                <a:lnTo>
                  <a:pt x="120383" y="294132"/>
                </a:lnTo>
                <a:lnTo>
                  <a:pt x="124701" y="285851"/>
                </a:lnTo>
                <a:lnTo>
                  <a:pt x="128574" y="279273"/>
                </a:lnTo>
                <a:lnTo>
                  <a:pt x="131114" y="275844"/>
                </a:lnTo>
                <a:lnTo>
                  <a:pt x="132283" y="274320"/>
                </a:lnTo>
                <a:lnTo>
                  <a:pt x="135623" y="271272"/>
                </a:lnTo>
                <a:lnTo>
                  <a:pt x="138671" y="268224"/>
                </a:lnTo>
                <a:lnTo>
                  <a:pt x="144767" y="266700"/>
                </a:lnTo>
                <a:lnTo>
                  <a:pt x="153911" y="266700"/>
                </a:lnTo>
                <a:lnTo>
                  <a:pt x="158483" y="268224"/>
                </a:lnTo>
                <a:lnTo>
                  <a:pt x="161531" y="271272"/>
                </a:lnTo>
                <a:lnTo>
                  <a:pt x="166103" y="274320"/>
                </a:lnTo>
                <a:lnTo>
                  <a:pt x="167627" y="278892"/>
                </a:lnTo>
                <a:lnTo>
                  <a:pt x="167627" y="292608"/>
                </a:lnTo>
                <a:lnTo>
                  <a:pt x="137147" y="320040"/>
                </a:lnTo>
                <a:lnTo>
                  <a:pt x="137147" y="323088"/>
                </a:lnTo>
                <a:lnTo>
                  <a:pt x="175247" y="323088"/>
                </a:lnTo>
                <a:lnTo>
                  <a:pt x="175247" y="320040"/>
                </a:lnTo>
                <a:lnTo>
                  <a:pt x="172199" y="318516"/>
                </a:lnTo>
                <a:lnTo>
                  <a:pt x="170675" y="316992"/>
                </a:lnTo>
                <a:lnTo>
                  <a:pt x="170675" y="307848"/>
                </a:lnTo>
                <a:lnTo>
                  <a:pt x="173723" y="300228"/>
                </a:lnTo>
                <a:lnTo>
                  <a:pt x="175247" y="291084"/>
                </a:lnTo>
                <a:lnTo>
                  <a:pt x="175247" y="284988"/>
                </a:lnTo>
                <a:close/>
              </a:path>
              <a:path extrusionOk="0" h="641984" w="226060">
                <a:moveTo>
                  <a:pt x="175247" y="85344"/>
                </a:moveTo>
                <a:lnTo>
                  <a:pt x="156959" y="59436"/>
                </a:lnTo>
                <a:lnTo>
                  <a:pt x="150863" y="59436"/>
                </a:lnTo>
                <a:lnTo>
                  <a:pt x="155435" y="64008"/>
                </a:lnTo>
                <a:lnTo>
                  <a:pt x="156959" y="67056"/>
                </a:lnTo>
                <a:lnTo>
                  <a:pt x="158483" y="68580"/>
                </a:lnTo>
                <a:lnTo>
                  <a:pt x="158483" y="70104"/>
                </a:lnTo>
                <a:lnTo>
                  <a:pt x="160007" y="71628"/>
                </a:lnTo>
                <a:lnTo>
                  <a:pt x="160007" y="73152"/>
                </a:lnTo>
                <a:lnTo>
                  <a:pt x="158483" y="74676"/>
                </a:lnTo>
                <a:lnTo>
                  <a:pt x="158483" y="76200"/>
                </a:lnTo>
                <a:lnTo>
                  <a:pt x="156959" y="76200"/>
                </a:lnTo>
                <a:lnTo>
                  <a:pt x="155435" y="77724"/>
                </a:lnTo>
                <a:lnTo>
                  <a:pt x="85331" y="77724"/>
                </a:lnTo>
                <a:lnTo>
                  <a:pt x="77711" y="79248"/>
                </a:lnTo>
                <a:lnTo>
                  <a:pt x="74663" y="80772"/>
                </a:lnTo>
                <a:lnTo>
                  <a:pt x="68567" y="82296"/>
                </a:lnTo>
                <a:lnTo>
                  <a:pt x="62471" y="91440"/>
                </a:lnTo>
                <a:lnTo>
                  <a:pt x="59423" y="97536"/>
                </a:lnTo>
                <a:lnTo>
                  <a:pt x="57899" y="105156"/>
                </a:lnTo>
                <a:lnTo>
                  <a:pt x="57988" y="117259"/>
                </a:lnTo>
                <a:lnTo>
                  <a:pt x="58115" y="119405"/>
                </a:lnTo>
                <a:lnTo>
                  <a:pt x="58166" y="120396"/>
                </a:lnTo>
                <a:lnTo>
                  <a:pt x="77711" y="156972"/>
                </a:lnTo>
                <a:lnTo>
                  <a:pt x="91427" y="156972"/>
                </a:lnTo>
                <a:lnTo>
                  <a:pt x="94475" y="155448"/>
                </a:lnTo>
                <a:lnTo>
                  <a:pt x="95999" y="152400"/>
                </a:lnTo>
                <a:lnTo>
                  <a:pt x="97523" y="150876"/>
                </a:lnTo>
                <a:lnTo>
                  <a:pt x="97523" y="144780"/>
                </a:lnTo>
                <a:lnTo>
                  <a:pt x="95999" y="141732"/>
                </a:lnTo>
                <a:lnTo>
                  <a:pt x="94475" y="140208"/>
                </a:lnTo>
                <a:lnTo>
                  <a:pt x="91427" y="138684"/>
                </a:lnTo>
                <a:lnTo>
                  <a:pt x="89903" y="137160"/>
                </a:lnTo>
                <a:lnTo>
                  <a:pt x="74663" y="137160"/>
                </a:lnTo>
                <a:lnTo>
                  <a:pt x="71615" y="135636"/>
                </a:lnTo>
                <a:lnTo>
                  <a:pt x="68567" y="132588"/>
                </a:lnTo>
                <a:lnTo>
                  <a:pt x="67043" y="129540"/>
                </a:lnTo>
                <a:lnTo>
                  <a:pt x="65633" y="125310"/>
                </a:lnTo>
                <a:lnTo>
                  <a:pt x="65671" y="112204"/>
                </a:lnTo>
                <a:lnTo>
                  <a:pt x="67043" y="106680"/>
                </a:lnTo>
                <a:lnTo>
                  <a:pt x="71615" y="103632"/>
                </a:lnTo>
                <a:lnTo>
                  <a:pt x="74663" y="100584"/>
                </a:lnTo>
                <a:lnTo>
                  <a:pt x="82283" y="97536"/>
                </a:lnTo>
                <a:lnTo>
                  <a:pt x="99047" y="97536"/>
                </a:lnTo>
                <a:lnTo>
                  <a:pt x="103606" y="111493"/>
                </a:lnTo>
                <a:lnTo>
                  <a:pt x="108000" y="123444"/>
                </a:lnTo>
                <a:lnTo>
                  <a:pt x="112128" y="133121"/>
                </a:lnTo>
                <a:lnTo>
                  <a:pt x="112255" y="133350"/>
                </a:lnTo>
                <a:lnTo>
                  <a:pt x="115811" y="140208"/>
                </a:lnTo>
                <a:lnTo>
                  <a:pt x="121907" y="149352"/>
                </a:lnTo>
                <a:lnTo>
                  <a:pt x="126479" y="155448"/>
                </a:lnTo>
                <a:lnTo>
                  <a:pt x="135623" y="160020"/>
                </a:lnTo>
                <a:lnTo>
                  <a:pt x="140195" y="161544"/>
                </a:lnTo>
                <a:lnTo>
                  <a:pt x="153911" y="161544"/>
                </a:lnTo>
                <a:lnTo>
                  <a:pt x="161531" y="160020"/>
                </a:lnTo>
                <a:lnTo>
                  <a:pt x="166103" y="153924"/>
                </a:lnTo>
                <a:lnTo>
                  <a:pt x="172199" y="149352"/>
                </a:lnTo>
                <a:lnTo>
                  <a:pt x="175247" y="143256"/>
                </a:lnTo>
                <a:lnTo>
                  <a:pt x="175247" y="141732"/>
                </a:lnTo>
                <a:lnTo>
                  <a:pt x="175247" y="129540"/>
                </a:lnTo>
                <a:lnTo>
                  <a:pt x="172199" y="120396"/>
                </a:lnTo>
                <a:lnTo>
                  <a:pt x="170230" y="117259"/>
                </a:lnTo>
                <a:lnTo>
                  <a:pt x="166674" y="112395"/>
                </a:lnTo>
                <a:lnTo>
                  <a:pt x="160007" y="103581"/>
                </a:lnTo>
                <a:lnTo>
                  <a:pt x="160007" y="123444"/>
                </a:lnTo>
                <a:lnTo>
                  <a:pt x="160007" y="128016"/>
                </a:lnTo>
                <a:lnTo>
                  <a:pt x="153911" y="137160"/>
                </a:lnTo>
                <a:lnTo>
                  <a:pt x="149339" y="140208"/>
                </a:lnTo>
                <a:lnTo>
                  <a:pt x="144767" y="141732"/>
                </a:lnTo>
                <a:lnTo>
                  <a:pt x="135623" y="141732"/>
                </a:lnTo>
                <a:lnTo>
                  <a:pt x="131051" y="140208"/>
                </a:lnTo>
                <a:lnTo>
                  <a:pt x="126479" y="137160"/>
                </a:lnTo>
                <a:lnTo>
                  <a:pt x="123431" y="135636"/>
                </a:lnTo>
                <a:lnTo>
                  <a:pt x="120383" y="129540"/>
                </a:lnTo>
                <a:lnTo>
                  <a:pt x="115811" y="123444"/>
                </a:lnTo>
                <a:lnTo>
                  <a:pt x="114388" y="119405"/>
                </a:lnTo>
                <a:lnTo>
                  <a:pt x="112382" y="113919"/>
                </a:lnTo>
                <a:lnTo>
                  <a:pt x="109804" y="106680"/>
                </a:lnTo>
                <a:lnTo>
                  <a:pt x="106667" y="97536"/>
                </a:lnTo>
                <a:lnTo>
                  <a:pt x="147815" y="97536"/>
                </a:lnTo>
                <a:lnTo>
                  <a:pt x="160007" y="123444"/>
                </a:lnTo>
                <a:lnTo>
                  <a:pt x="160007" y="103581"/>
                </a:lnTo>
                <a:lnTo>
                  <a:pt x="155435" y="97536"/>
                </a:lnTo>
                <a:lnTo>
                  <a:pt x="163055" y="97536"/>
                </a:lnTo>
                <a:lnTo>
                  <a:pt x="167627" y="96012"/>
                </a:lnTo>
                <a:lnTo>
                  <a:pt x="170675" y="94488"/>
                </a:lnTo>
                <a:lnTo>
                  <a:pt x="173723" y="91440"/>
                </a:lnTo>
                <a:lnTo>
                  <a:pt x="175247" y="88392"/>
                </a:lnTo>
                <a:lnTo>
                  <a:pt x="175247" y="85344"/>
                </a:lnTo>
                <a:close/>
              </a:path>
              <a:path extrusionOk="0" h="641984" w="226060">
                <a:moveTo>
                  <a:pt x="175260" y="595884"/>
                </a:moveTo>
                <a:lnTo>
                  <a:pt x="156756" y="560641"/>
                </a:lnTo>
                <a:lnTo>
                  <a:pt x="129540" y="548640"/>
                </a:lnTo>
                <a:lnTo>
                  <a:pt x="128016" y="551688"/>
                </a:lnTo>
                <a:lnTo>
                  <a:pt x="137160" y="556260"/>
                </a:lnTo>
                <a:lnTo>
                  <a:pt x="144780" y="560832"/>
                </a:lnTo>
                <a:lnTo>
                  <a:pt x="147828" y="565404"/>
                </a:lnTo>
                <a:lnTo>
                  <a:pt x="152400" y="571500"/>
                </a:lnTo>
                <a:lnTo>
                  <a:pt x="155448" y="579120"/>
                </a:lnTo>
                <a:lnTo>
                  <a:pt x="155448" y="586740"/>
                </a:lnTo>
                <a:lnTo>
                  <a:pt x="154343" y="594436"/>
                </a:lnTo>
                <a:lnTo>
                  <a:pt x="123825" y="619506"/>
                </a:lnTo>
                <a:lnTo>
                  <a:pt x="105156" y="621792"/>
                </a:lnTo>
                <a:lnTo>
                  <a:pt x="95669" y="621220"/>
                </a:lnTo>
                <a:lnTo>
                  <a:pt x="65532" y="601980"/>
                </a:lnTo>
                <a:lnTo>
                  <a:pt x="65532" y="585216"/>
                </a:lnTo>
                <a:lnTo>
                  <a:pt x="68580" y="582168"/>
                </a:lnTo>
                <a:lnTo>
                  <a:pt x="74676" y="579120"/>
                </a:lnTo>
                <a:lnTo>
                  <a:pt x="79248" y="577596"/>
                </a:lnTo>
                <a:lnTo>
                  <a:pt x="83820" y="577596"/>
                </a:lnTo>
                <a:lnTo>
                  <a:pt x="88392" y="576072"/>
                </a:lnTo>
                <a:lnTo>
                  <a:pt x="89916" y="574548"/>
                </a:lnTo>
                <a:lnTo>
                  <a:pt x="92964" y="573024"/>
                </a:lnTo>
                <a:lnTo>
                  <a:pt x="94488" y="569976"/>
                </a:lnTo>
                <a:lnTo>
                  <a:pt x="94488" y="560832"/>
                </a:lnTo>
                <a:lnTo>
                  <a:pt x="92964" y="559308"/>
                </a:lnTo>
                <a:lnTo>
                  <a:pt x="91440" y="556260"/>
                </a:lnTo>
                <a:lnTo>
                  <a:pt x="89916" y="554736"/>
                </a:lnTo>
                <a:lnTo>
                  <a:pt x="86868" y="553212"/>
                </a:lnTo>
                <a:lnTo>
                  <a:pt x="77724" y="553212"/>
                </a:lnTo>
                <a:lnTo>
                  <a:pt x="57912" y="589788"/>
                </a:lnTo>
                <a:lnTo>
                  <a:pt x="58788" y="600646"/>
                </a:lnTo>
                <a:lnTo>
                  <a:pt x="82600" y="633247"/>
                </a:lnTo>
                <a:lnTo>
                  <a:pt x="115824" y="641604"/>
                </a:lnTo>
                <a:lnTo>
                  <a:pt x="128701" y="640753"/>
                </a:lnTo>
                <a:lnTo>
                  <a:pt x="165608" y="620750"/>
                </a:lnTo>
                <a:lnTo>
                  <a:pt x="174129" y="604748"/>
                </a:lnTo>
                <a:lnTo>
                  <a:pt x="175260" y="595884"/>
                </a:lnTo>
                <a:close/>
              </a:path>
              <a:path extrusionOk="0" h="641984" w="226060">
                <a:moveTo>
                  <a:pt x="175260" y="195072"/>
                </a:moveTo>
                <a:lnTo>
                  <a:pt x="150876" y="172212"/>
                </a:lnTo>
                <a:lnTo>
                  <a:pt x="150876" y="178308"/>
                </a:lnTo>
                <a:lnTo>
                  <a:pt x="153924" y="179832"/>
                </a:lnTo>
                <a:lnTo>
                  <a:pt x="155448" y="181356"/>
                </a:lnTo>
                <a:lnTo>
                  <a:pt x="156972" y="184404"/>
                </a:lnTo>
                <a:lnTo>
                  <a:pt x="158496" y="185928"/>
                </a:lnTo>
                <a:lnTo>
                  <a:pt x="160020" y="188976"/>
                </a:lnTo>
                <a:lnTo>
                  <a:pt x="160020" y="195072"/>
                </a:lnTo>
                <a:lnTo>
                  <a:pt x="153924" y="201168"/>
                </a:lnTo>
                <a:lnTo>
                  <a:pt x="147828" y="202692"/>
                </a:lnTo>
                <a:lnTo>
                  <a:pt x="68580" y="202692"/>
                </a:lnTo>
                <a:lnTo>
                  <a:pt x="68580" y="176784"/>
                </a:lnTo>
                <a:lnTo>
                  <a:pt x="60960" y="176784"/>
                </a:lnTo>
                <a:lnTo>
                  <a:pt x="60960" y="202692"/>
                </a:lnTo>
                <a:lnTo>
                  <a:pt x="24384" y="202692"/>
                </a:lnTo>
                <a:lnTo>
                  <a:pt x="24384" y="205740"/>
                </a:lnTo>
                <a:lnTo>
                  <a:pt x="32004" y="208788"/>
                </a:lnTo>
                <a:lnTo>
                  <a:pt x="41148" y="213360"/>
                </a:lnTo>
                <a:lnTo>
                  <a:pt x="47244" y="217932"/>
                </a:lnTo>
                <a:lnTo>
                  <a:pt x="51816" y="220980"/>
                </a:lnTo>
                <a:lnTo>
                  <a:pt x="56388" y="225552"/>
                </a:lnTo>
                <a:lnTo>
                  <a:pt x="59436" y="231648"/>
                </a:lnTo>
                <a:lnTo>
                  <a:pt x="62484" y="236220"/>
                </a:lnTo>
                <a:lnTo>
                  <a:pt x="64008" y="240792"/>
                </a:lnTo>
                <a:lnTo>
                  <a:pt x="68580" y="240792"/>
                </a:lnTo>
                <a:lnTo>
                  <a:pt x="68580" y="222504"/>
                </a:lnTo>
                <a:lnTo>
                  <a:pt x="152400" y="222504"/>
                </a:lnTo>
                <a:lnTo>
                  <a:pt x="173736" y="207264"/>
                </a:lnTo>
                <a:lnTo>
                  <a:pt x="175260" y="204216"/>
                </a:lnTo>
                <a:lnTo>
                  <a:pt x="175260" y="195072"/>
                </a:lnTo>
                <a:close/>
              </a:path>
              <a:path extrusionOk="0" h="641984" w="226060">
                <a:moveTo>
                  <a:pt x="225552" y="429768"/>
                </a:moveTo>
                <a:lnTo>
                  <a:pt x="222504" y="422148"/>
                </a:lnTo>
                <a:lnTo>
                  <a:pt x="216408" y="416052"/>
                </a:lnTo>
                <a:lnTo>
                  <a:pt x="212166" y="410654"/>
                </a:lnTo>
                <a:lnTo>
                  <a:pt x="206502" y="405955"/>
                </a:lnTo>
                <a:lnTo>
                  <a:pt x="199682" y="402132"/>
                </a:lnTo>
                <a:lnTo>
                  <a:pt x="192024" y="399288"/>
                </a:lnTo>
                <a:lnTo>
                  <a:pt x="184607" y="396240"/>
                </a:lnTo>
                <a:lnTo>
                  <a:pt x="95605" y="359664"/>
                </a:lnTo>
                <a:lnTo>
                  <a:pt x="80772" y="353568"/>
                </a:lnTo>
                <a:lnTo>
                  <a:pt x="71628" y="350520"/>
                </a:lnTo>
                <a:lnTo>
                  <a:pt x="64008" y="342900"/>
                </a:lnTo>
                <a:lnTo>
                  <a:pt x="64008" y="338328"/>
                </a:lnTo>
                <a:lnTo>
                  <a:pt x="60960" y="338328"/>
                </a:lnTo>
                <a:lnTo>
                  <a:pt x="60960" y="371856"/>
                </a:lnTo>
                <a:lnTo>
                  <a:pt x="64008" y="371856"/>
                </a:lnTo>
                <a:lnTo>
                  <a:pt x="64008" y="364236"/>
                </a:lnTo>
                <a:lnTo>
                  <a:pt x="65532" y="362712"/>
                </a:lnTo>
                <a:lnTo>
                  <a:pt x="65532" y="361188"/>
                </a:lnTo>
                <a:lnTo>
                  <a:pt x="67056" y="361188"/>
                </a:lnTo>
                <a:lnTo>
                  <a:pt x="68580" y="359664"/>
                </a:lnTo>
                <a:lnTo>
                  <a:pt x="73152" y="359664"/>
                </a:lnTo>
                <a:lnTo>
                  <a:pt x="77724" y="361188"/>
                </a:lnTo>
                <a:lnTo>
                  <a:pt x="80772" y="362712"/>
                </a:lnTo>
                <a:lnTo>
                  <a:pt x="143256" y="387096"/>
                </a:lnTo>
                <a:lnTo>
                  <a:pt x="86868" y="414528"/>
                </a:lnTo>
                <a:lnTo>
                  <a:pt x="80772" y="416052"/>
                </a:lnTo>
                <a:lnTo>
                  <a:pt x="76200" y="417576"/>
                </a:lnTo>
                <a:lnTo>
                  <a:pt x="67056" y="417576"/>
                </a:lnTo>
                <a:lnTo>
                  <a:pt x="65532" y="416052"/>
                </a:lnTo>
                <a:lnTo>
                  <a:pt x="64008" y="413004"/>
                </a:lnTo>
                <a:lnTo>
                  <a:pt x="64008" y="405384"/>
                </a:lnTo>
                <a:lnTo>
                  <a:pt x="60960" y="405384"/>
                </a:lnTo>
                <a:lnTo>
                  <a:pt x="60960" y="457200"/>
                </a:lnTo>
                <a:lnTo>
                  <a:pt x="64008" y="457200"/>
                </a:lnTo>
                <a:lnTo>
                  <a:pt x="64008" y="452628"/>
                </a:lnTo>
                <a:lnTo>
                  <a:pt x="65532" y="449580"/>
                </a:lnTo>
                <a:lnTo>
                  <a:pt x="70104" y="445008"/>
                </a:lnTo>
                <a:lnTo>
                  <a:pt x="73152" y="443484"/>
                </a:lnTo>
                <a:lnTo>
                  <a:pt x="77724" y="440436"/>
                </a:lnTo>
                <a:lnTo>
                  <a:pt x="124167" y="417576"/>
                </a:lnTo>
                <a:lnTo>
                  <a:pt x="167640" y="396240"/>
                </a:lnTo>
                <a:lnTo>
                  <a:pt x="187452" y="405384"/>
                </a:lnTo>
                <a:lnTo>
                  <a:pt x="193548" y="406908"/>
                </a:lnTo>
                <a:lnTo>
                  <a:pt x="199644" y="409956"/>
                </a:lnTo>
                <a:lnTo>
                  <a:pt x="201168" y="413004"/>
                </a:lnTo>
                <a:lnTo>
                  <a:pt x="204216" y="416052"/>
                </a:lnTo>
                <a:lnTo>
                  <a:pt x="205740" y="419100"/>
                </a:lnTo>
                <a:lnTo>
                  <a:pt x="205740" y="422148"/>
                </a:lnTo>
                <a:lnTo>
                  <a:pt x="202692" y="428244"/>
                </a:lnTo>
                <a:lnTo>
                  <a:pt x="201168" y="432816"/>
                </a:lnTo>
                <a:lnTo>
                  <a:pt x="201168" y="446532"/>
                </a:lnTo>
                <a:lnTo>
                  <a:pt x="204216" y="448056"/>
                </a:lnTo>
                <a:lnTo>
                  <a:pt x="205740" y="451104"/>
                </a:lnTo>
                <a:lnTo>
                  <a:pt x="208788" y="452628"/>
                </a:lnTo>
                <a:lnTo>
                  <a:pt x="214884" y="452628"/>
                </a:lnTo>
                <a:lnTo>
                  <a:pt x="217932" y="451104"/>
                </a:lnTo>
                <a:lnTo>
                  <a:pt x="224028" y="445008"/>
                </a:lnTo>
                <a:lnTo>
                  <a:pt x="225552" y="440436"/>
                </a:lnTo>
                <a:lnTo>
                  <a:pt x="225552" y="4297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96" name="Google Shape;796;p16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4143755" y="7385304"/>
            <a:ext cx="175260" cy="146303"/>
          </a:xfrm>
          <a:prstGeom prst="rect">
            <a:avLst/>
          </a:prstGeom>
          <a:noFill/>
          <a:ln>
            <a:noFill/>
          </a:ln>
        </p:spPr>
      </p:pic>
      <p:pic>
        <p:nvPicPr>
          <p:cNvPr id="797" name="Google Shape;797;p16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4143755" y="6452616"/>
            <a:ext cx="175260" cy="862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798" name="Google Shape;798;p16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143755" y="6199632"/>
            <a:ext cx="172212" cy="184403"/>
          </a:xfrm>
          <a:prstGeom prst="rect">
            <a:avLst/>
          </a:prstGeom>
          <a:noFill/>
          <a:ln>
            <a:noFill/>
          </a:ln>
        </p:spPr>
      </p:pic>
      <p:pic>
        <p:nvPicPr>
          <p:cNvPr id="799" name="Google Shape;799;p16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4201667" y="6024371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00" name="Google Shape;800;p16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4143755" y="4479035"/>
            <a:ext cx="225552" cy="14767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" name="Google Shape;801;p16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4143755" y="3610355"/>
            <a:ext cx="175260" cy="803147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" name="Google Shape;802;p16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4143755" y="3189732"/>
            <a:ext cx="175260" cy="344423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" name="Google Shape;803;p16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4143755" y="2333244"/>
            <a:ext cx="175260" cy="783336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" name="Google Shape;804;p16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4439411" y="7530084"/>
            <a:ext cx="175260" cy="1164335"/>
          </a:xfrm>
          <a:prstGeom prst="rect">
            <a:avLst/>
          </a:prstGeom>
          <a:noFill/>
          <a:ln>
            <a:noFill/>
          </a:ln>
        </p:spPr>
      </p:pic>
      <p:sp>
        <p:nvSpPr>
          <p:cNvPr id="805" name="Google Shape;805;p16"/>
          <p:cNvSpPr/>
          <p:nvPr/>
        </p:nvSpPr>
        <p:spPr>
          <a:xfrm>
            <a:off x="4439399" y="6876288"/>
            <a:ext cx="175895" cy="577850"/>
          </a:xfrm>
          <a:custGeom>
            <a:rect b="b" l="l" r="r" t="t"/>
            <a:pathLst>
              <a:path extrusionOk="0" h="577850" w="175895">
                <a:moveTo>
                  <a:pt x="172212" y="306324"/>
                </a:moveTo>
                <a:lnTo>
                  <a:pt x="169164" y="306324"/>
                </a:lnTo>
                <a:lnTo>
                  <a:pt x="169164" y="315468"/>
                </a:lnTo>
                <a:lnTo>
                  <a:pt x="167640" y="318516"/>
                </a:lnTo>
                <a:lnTo>
                  <a:pt x="163068" y="323088"/>
                </a:lnTo>
                <a:lnTo>
                  <a:pt x="0" y="323088"/>
                </a:lnTo>
                <a:lnTo>
                  <a:pt x="0" y="329184"/>
                </a:lnTo>
                <a:lnTo>
                  <a:pt x="13716" y="359664"/>
                </a:lnTo>
                <a:lnTo>
                  <a:pt x="16764" y="358140"/>
                </a:lnTo>
                <a:lnTo>
                  <a:pt x="15240" y="355092"/>
                </a:lnTo>
                <a:lnTo>
                  <a:pt x="15240" y="347472"/>
                </a:lnTo>
                <a:lnTo>
                  <a:pt x="16764" y="347472"/>
                </a:lnTo>
                <a:lnTo>
                  <a:pt x="19812" y="344424"/>
                </a:lnTo>
                <a:lnTo>
                  <a:pt x="25908" y="344424"/>
                </a:lnTo>
                <a:lnTo>
                  <a:pt x="33528" y="342900"/>
                </a:lnTo>
                <a:lnTo>
                  <a:pt x="155448" y="342900"/>
                </a:lnTo>
                <a:lnTo>
                  <a:pt x="160020" y="344424"/>
                </a:lnTo>
                <a:lnTo>
                  <a:pt x="163068" y="344424"/>
                </a:lnTo>
                <a:lnTo>
                  <a:pt x="167640" y="348996"/>
                </a:lnTo>
                <a:lnTo>
                  <a:pt x="169164" y="352044"/>
                </a:lnTo>
                <a:lnTo>
                  <a:pt x="169164" y="359664"/>
                </a:lnTo>
                <a:lnTo>
                  <a:pt x="172212" y="359664"/>
                </a:lnTo>
                <a:lnTo>
                  <a:pt x="172212" y="306324"/>
                </a:lnTo>
                <a:close/>
              </a:path>
              <a:path extrusionOk="0" h="577850" w="175895">
                <a:moveTo>
                  <a:pt x="172212" y="237744"/>
                </a:moveTo>
                <a:lnTo>
                  <a:pt x="169164" y="237744"/>
                </a:lnTo>
                <a:lnTo>
                  <a:pt x="169164" y="246888"/>
                </a:lnTo>
                <a:lnTo>
                  <a:pt x="163068" y="252984"/>
                </a:lnTo>
                <a:lnTo>
                  <a:pt x="160020" y="254508"/>
                </a:lnTo>
                <a:lnTo>
                  <a:pt x="0" y="254508"/>
                </a:lnTo>
                <a:lnTo>
                  <a:pt x="0" y="259080"/>
                </a:lnTo>
                <a:lnTo>
                  <a:pt x="13716" y="291084"/>
                </a:lnTo>
                <a:lnTo>
                  <a:pt x="16764" y="289560"/>
                </a:lnTo>
                <a:lnTo>
                  <a:pt x="15240" y="286512"/>
                </a:lnTo>
                <a:lnTo>
                  <a:pt x="15240" y="278892"/>
                </a:lnTo>
                <a:lnTo>
                  <a:pt x="18288" y="275844"/>
                </a:lnTo>
                <a:lnTo>
                  <a:pt x="19812" y="275844"/>
                </a:lnTo>
                <a:lnTo>
                  <a:pt x="22860" y="274320"/>
                </a:lnTo>
                <a:lnTo>
                  <a:pt x="160020" y="274320"/>
                </a:lnTo>
                <a:lnTo>
                  <a:pt x="163068" y="275844"/>
                </a:lnTo>
                <a:lnTo>
                  <a:pt x="169164" y="281940"/>
                </a:lnTo>
                <a:lnTo>
                  <a:pt x="169164" y="291084"/>
                </a:lnTo>
                <a:lnTo>
                  <a:pt x="172212" y="291084"/>
                </a:lnTo>
                <a:lnTo>
                  <a:pt x="172212" y="237744"/>
                </a:lnTo>
                <a:close/>
              </a:path>
              <a:path extrusionOk="0" h="577850" w="175895">
                <a:moveTo>
                  <a:pt x="175260" y="531876"/>
                </a:moveTo>
                <a:lnTo>
                  <a:pt x="158051" y="496633"/>
                </a:lnTo>
                <a:lnTo>
                  <a:pt x="129540" y="484632"/>
                </a:lnTo>
                <a:lnTo>
                  <a:pt x="128016" y="487680"/>
                </a:lnTo>
                <a:lnTo>
                  <a:pt x="138684" y="492252"/>
                </a:lnTo>
                <a:lnTo>
                  <a:pt x="144780" y="496824"/>
                </a:lnTo>
                <a:lnTo>
                  <a:pt x="149352" y="501396"/>
                </a:lnTo>
                <a:lnTo>
                  <a:pt x="153924" y="507492"/>
                </a:lnTo>
                <a:lnTo>
                  <a:pt x="155448" y="515112"/>
                </a:lnTo>
                <a:lnTo>
                  <a:pt x="155448" y="522732"/>
                </a:lnTo>
                <a:lnTo>
                  <a:pt x="124587" y="555498"/>
                </a:lnTo>
                <a:lnTo>
                  <a:pt x="106680" y="557784"/>
                </a:lnTo>
                <a:lnTo>
                  <a:pt x="96964" y="557212"/>
                </a:lnTo>
                <a:lnTo>
                  <a:pt x="65532" y="537972"/>
                </a:lnTo>
                <a:lnTo>
                  <a:pt x="65532" y="525780"/>
                </a:lnTo>
                <a:lnTo>
                  <a:pt x="67056" y="521208"/>
                </a:lnTo>
                <a:lnTo>
                  <a:pt x="70104" y="518160"/>
                </a:lnTo>
                <a:lnTo>
                  <a:pt x="71628" y="515112"/>
                </a:lnTo>
                <a:lnTo>
                  <a:pt x="76200" y="513588"/>
                </a:lnTo>
                <a:lnTo>
                  <a:pt x="85344" y="513588"/>
                </a:lnTo>
                <a:lnTo>
                  <a:pt x="88392" y="512064"/>
                </a:lnTo>
                <a:lnTo>
                  <a:pt x="89916" y="510540"/>
                </a:lnTo>
                <a:lnTo>
                  <a:pt x="92964" y="509016"/>
                </a:lnTo>
                <a:lnTo>
                  <a:pt x="94488" y="505968"/>
                </a:lnTo>
                <a:lnTo>
                  <a:pt x="94488" y="495300"/>
                </a:lnTo>
                <a:lnTo>
                  <a:pt x="88392" y="489204"/>
                </a:lnTo>
                <a:lnTo>
                  <a:pt x="79248" y="489204"/>
                </a:lnTo>
                <a:lnTo>
                  <a:pt x="57912" y="525780"/>
                </a:lnTo>
                <a:lnTo>
                  <a:pt x="59042" y="536638"/>
                </a:lnTo>
                <a:lnTo>
                  <a:pt x="83273" y="569239"/>
                </a:lnTo>
                <a:lnTo>
                  <a:pt x="117348" y="577596"/>
                </a:lnTo>
                <a:lnTo>
                  <a:pt x="130238" y="576745"/>
                </a:lnTo>
                <a:lnTo>
                  <a:pt x="166903" y="556742"/>
                </a:lnTo>
                <a:lnTo>
                  <a:pt x="174383" y="540740"/>
                </a:lnTo>
                <a:lnTo>
                  <a:pt x="175260" y="531876"/>
                </a:lnTo>
                <a:close/>
              </a:path>
              <a:path extrusionOk="0" h="577850" w="175895">
                <a:moveTo>
                  <a:pt x="175260" y="176784"/>
                </a:moveTo>
                <a:lnTo>
                  <a:pt x="155956" y="140284"/>
                </a:lnTo>
                <a:lnTo>
                  <a:pt x="132588" y="131064"/>
                </a:lnTo>
                <a:lnTo>
                  <a:pt x="129540" y="134112"/>
                </a:lnTo>
                <a:lnTo>
                  <a:pt x="140208" y="137160"/>
                </a:lnTo>
                <a:lnTo>
                  <a:pt x="146304" y="141732"/>
                </a:lnTo>
                <a:lnTo>
                  <a:pt x="150876" y="147828"/>
                </a:lnTo>
                <a:lnTo>
                  <a:pt x="153924" y="152400"/>
                </a:lnTo>
                <a:lnTo>
                  <a:pt x="153974" y="152577"/>
                </a:lnTo>
                <a:lnTo>
                  <a:pt x="155448" y="158496"/>
                </a:lnTo>
                <a:lnTo>
                  <a:pt x="155448" y="166116"/>
                </a:lnTo>
                <a:lnTo>
                  <a:pt x="134048" y="199313"/>
                </a:lnTo>
                <a:lnTo>
                  <a:pt x="102108" y="205740"/>
                </a:lnTo>
                <a:lnTo>
                  <a:pt x="102108" y="155448"/>
                </a:lnTo>
                <a:lnTo>
                  <a:pt x="102108" y="131064"/>
                </a:lnTo>
                <a:lnTo>
                  <a:pt x="94488" y="131724"/>
                </a:lnTo>
                <a:lnTo>
                  <a:pt x="94488" y="155448"/>
                </a:lnTo>
                <a:lnTo>
                  <a:pt x="94488" y="205740"/>
                </a:lnTo>
                <a:lnTo>
                  <a:pt x="85344" y="205740"/>
                </a:lnTo>
                <a:lnTo>
                  <a:pt x="79248" y="202692"/>
                </a:lnTo>
                <a:lnTo>
                  <a:pt x="68580" y="192024"/>
                </a:lnTo>
                <a:lnTo>
                  <a:pt x="66344" y="187553"/>
                </a:lnTo>
                <a:lnTo>
                  <a:pt x="65532" y="185889"/>
                </a:lnTo>
                <a:lnTo>
                  <a:pt x="65532" y="175260"/>
                </a:lnTo>
                <a:lnTo>
                  <a:pt x="67056" y="170688"/>
                </a:lnTo>
                <a:lnTo>
                  <a:pt x="70104" y="167640"/>
                </a:lnTo>
                <a:lnTo>
                  <a:pt x="71628" y="163068"/>
                </a:lnTo>
                <a:lnTo>
                  <a:pt x="76200" y="160020"/>
                </a:lnTo>
                <a:lnTo>
                  <a:pt x="80772" y="158496"/>
                </a:lnTo>
                <a:lnTo>
                  <a:pt x="82296" y="156972"/>
                </a:lnTo>
                <a:lnTo>
                  <a:pt x="88392" y="155448"/>
                </a:lnTo>
                <a:lnTo>
                  <a:pt x="94488" y="155448"/>
                </a:lnTo>
                <a:lnTo>
                  <a:pt x="94488" y="131724"/>
                </a:lnTo>
                <a:lnTo>
                  <a:pt x="61150" y="156781"/>
                </a:lnTo>
                <a:lnTo>
                  <a:pt x="61099" y="156972"/>
                </a:lnTo>
                <a:lnTo>
                  <a:pt x="58750" y="164909"/>
                </a:lnTo>
                <a:lnTo>
                  <a:pt x="58635" y="166116"/>
                </a:lnTo>
                <a:lnTo>
                  <a:pt x="57912" y="173736"/>
                </a:lnTo>
                <a:lnTo>
                  <a:pt x="59042" y="183743"/>
                </a:lnTo>
                <a:lnTo>
                  <a:pt x="83299" y="216319"/>
                </a:lnTo>
                <a:lnTo>
                  <a:pt x="118872" y="224028"/>
                </a:lnTo>
                <a:lnTo>
                  <a:pt x="130873" y="223177"/>
                </a:lnTo>
                <a:lnTo>
                  <a:pt x="166903" y="202933"/>
                </a:lnTo>
                <a:lnTo>
                  <a:pt x="174383" y="185889"/>
                </a:lnTo>
                <a:lnTo>
                  <a:pt x="175260" y="176784"/>
                </a:lnTo>
                <a:close/>
              </a:path>
              <a:path extrusionOk="0" h="577850" w="175895">
                <a:moveTo>
                  <a:pt x="175272" y="393192"/>
                </a:moveTo>
                <a:lnTo>
                  <a:pt x="174129" y="386575"/>
                </a:lnTo>
                <a:lnTo>
                  <a:pt x="170700" y="380238"/>
                </a:lnTo>
                <a:lnTo>
                  <a:pt x="164973" y="373913"/>
                </a:lnTo>
                <a:lnTo>
                  <a:pt x="156972" y="367284"/>
                </a:lnTo>
                <a:lnTo>
                  <a:pt x="150876" y="367284"/>
                </a:lnTo>
                <a:lnTo>
                  <a:pt x="160020" y="376428"/>
                </a:lnTo>
                <a:lnTo>
                  <a:pt x="160020" y="382524"/>
                </a:lnTo>
                <a:lnTo>
                  <a:pt x="158496" y="382524"/>
                </a:lnTo>
                <a:lnTo>
                  <a:pt x="158496" y="384048"/>
                </a:lnTo>
                <a:lnTo>
                  <a:pt x="156972" y="384048"/>
                </a:lnTo>
                <a:lnTo>
                  <a:pt x="153924" y="385572"/>
                </a:lnTo>
                <a:lnTo>
                  <a:pt x="79248" y="385572"/>
                </a:lnTo>
                <a:lnTo>
                  <a:pt x="74676" y="387096"/>
                </a:lnTo>
                <a:lnTo>
                  <a:pt x="65532" y="393192"/>
                </a:lnTo>
                <a:lnTo>
                  <a:pt x="64008" y="397764"/>
                </a:lnTo>
                <a:lnTo>
                  <a:pt x="61137" y="403529"/>
                </a:lnTo>
                <a:lnTo>
                  <a:pt x="61023" y="403860"/>
                </a:lnTo>
                <a:lnTo>
                  <a:pt x="59245" y="409575"/>
                </a:lnTo>
                <a:lnTo>
                  <a:pt x="58229" y="416204"/>
                </a:lnTo>
                <a:lnTo>
                  <a:pt x="58115" y="426720"/>
                </a:lnTo>
                <a:lnTo>
                  <a:pt x="58483" y="432511"/>
                </a:lnTo>
                <a:lnTo>
                  <a:pt x="58559" y="432816"/>
                </a:lnTo>
                <a:lnTo>
                  <a:pt x="60198" y="440626"/>
                </a:lnTo>
                <a:lnTo>
                  <a:pt x="63055" y="447890"/>
                </a:lnTo>
                <a:lnTo>
                  <a:pt x="63169" y="448056"/>
                </a:lnTo>
                <a:lnTo>
                  <a:pt x="67056" y="454152"/>
                </a:lnTo>
                <a:lnTo>
                  <a:pt x="73152" y="461772"/>
                </a:lnTo>
                <a:lnTo>
                  <a:pt x="79248" y="464820"/>
                </a:lnTo>
                <a:lnTo>
                  <a:pt x="89916" y="464820"/>
                </a:lnTo>
                <a:lnTo>
                  <a:pt x="92964" y="463296"/>
                </a:lnTo>
                <a:lnTo>
                  <a:pt x="94488" y="461772"/>
                </a:lnTo>
                <a:lnTo>
                  <a:pt x="97536" y="460248"/>
                </a:lnTo>
                <a:lnTo>
                  <a:pt x="97536" y="449580"/>
                </a:lnTo>
                <a:lnTo>
                  <a:pt x="94488" y="448056"/>
                </a:lnTo>
                <a:lnTo>
                  <a:pt x="92964" y="446532"/>
                </a:lnTo>
                <a:lnTo>
                  <a:pt x="89916" y="445008"/>
                </a:lnTo>
                <a:lnTo>
                  <a:pt x="76200" y="445008"/>
                </a:lnTo>
                <a:lnTo>
                  <a:pt x="73152" y="443484"/>
                </a:lnTo>
                <a:lnTo>
                  <a:pt x="67056" y="437388"/>
                </a:lnTo>
                <a:lnTo>
                  <a:pt x="65532" y="432816"/>
                </a:lnTo>
                <a:lnTo>
                  <a:pt x="65532" y="420624"/>
                </a:lnTo>
                <a:lnTo>
                  <a:pt x="68580" y="414528"/>
                </a:lnTo>
                <a:lnTo>
                  <a:pt x="76200" y="406908"/>
                </a:lnTo>
                <a:lnTo>
                  <a:pt x="83820" y="405384"/>
                </a:lnTo>
                <a:lnTo>
                  <a:pt x="99060" y="405384"/>
                </a:lnTo>
                <a:lnTo>
                  <a:pt x="104495" y="419125"/>
                </a:lnTo>
                <a:lnTo>
                  <a:pt x="109347" y="430720"/>
                </a:lnTo>
                <a:lnTo>
                  <a:pt x="137160" y="467868"/>
                </a:lnTo>
                <a:lnTo>
                  <a:pt x="141732" y="469392"/>
                </a:lnTo>
                <a:lnTo>
                  <a:pt x="155448" y="469392"/>
                </a:lnTo>
                <a:lnTo>
                  <a:pt x="163068" y="466344"/>
                </a:lnTo>
                <a:lnTo>
                  <a:pt x="173748" y="455676"/>
                </a:lnTo>
                <a:lnTo>
                  <a:pt x="175272" y="449580"/>
                </a:lnTo>
                <a:lnTo>
                  <a:pt x="175272" y="431292"/>
                </a:lnTo>
                <a:lnTo>
                  <a:pt x="172224" y="426720"/>
                </a:lnTo>
                <a:lnTo>
                  <a:pt x="170484" y="424459"/>
                </a:lnTo>
                <a:lnTo>
                  <a:pt x="167449" y="420052"/>
                </a:lnTo>
                <a:lnTo>
                  <a:pt x="163004" y="413651"/>
                </a:lnTo>
                <a:lnTo>
                  <a:pt x="160020" y="409562"/>
                </a:lnTo>
                <a:lnTo>
                  <a:pt x="160020" y="435864"/>
                </a:lnTo>
                <a:lnTo>
                  <a:pt x="158546" y="440321"/>
                </a:lnTo>
                <a:lnTo>
                  <a:pt x="158305" y="440626"/>
                </a:lnTo>
                <a:lnTo>
                  <a:pt x="150876" y="448056"/>
                </a:lnTo>
                <a:lnTo>
                  <a:pt x="146304" y="449580"/>
                </a:lnTo>
                <a:lnTo>
                  <a:pt x="135636" y="449580"/>
                </a:lnTo>
                <a:lnTo>
                  <a:pt x="132588" y="448056"/>
                </a:lnTo>
                <a:lnTo>
                  <a:pt x="128016" y="445008"/>
                </a:lnTo>
                <a:lnTo>
                  <a:pt x="120396" y="437388"/>
                </a:lnTo>
                <a:lnTo>
                  <a:pt x="117348" y="429768"/>
                </a:lnTo>
                <a:lnTo>
                  <a:pt x="115582" y="426173"/>
                </a:lnTo>
                <a:lnTo>
                  <a:pt x="113157" y="421005"/>
                </a:lnTo>
                <a:lnTo>
                  <a:pt x="109969" y="413651"/>
                </a:lnTo>
                <a:lnTo>
                  <a:pt x="106680" y="405384"/>
                </a:lnTo>
                <a:lnTo>
                  <a:pt x="147828" y="405384"/>
                </a:lnTo>
                <a:lnTo>
                  <a:pt x="153593" y="413080"/>
                </a:lnTo>
                <a:lnTo>
                  <a:pt x="157353" y="420052"/>
                </a:lnTo>
                <a:lnTo>
                  <a:pt x="159410" y="426173"/>
                </a:lnTo>
                <a:lnTo>
                  <a:pt x="159473" y="426720"/>
                </a:lnTo>
                <a:lnTo>
                  <a:pt x="159956" y="430720"/>
                </a:lnTo>
                <a:lnTo>
                  <a:pt x="160020" y="435864"/>
                </a:lnTo>
                <a:lnTo>
                  <a:pt x="160020" y="409562"/>
                </a:lnTo>
                <a:lnTo>
                  <a:pt x="156972" y="405384"/>
                </a:lnTo>
                <a:lnTo>
                  <a:pt x="163068" y="405384"/>
                </a:lnTo>
                <a:lnTo>
                  <a:pt x="167640" y="403860"/>
                </a:lnTo>
                <a:lnTo>
                  <a:pt x="170700" y="402336"/>
                </a:lnTo>
                <a:lnTo>
                  <a:pt x="173748" y="399288"/>
                </a:lnTo>
                <a:lnTo>
                  <a:pt x="175272" y="396240"/>
                </a:lnTo>
                <a:lnTo>
                  <a:pt x="175272" y="393192"/>
                </a:lnTo>
                <a:close/>
              </a:path>
              <a:path extrusionOk="0" h="577850" w="175895">
                <a:moveTo>
                  <a:pt x="175272" y="32004"/>
                </a:moveTo>
                <a:lnTo>
                  <a:pt x="161556" y="0"/>
                </a:lnTo>
                <a:lnTo>
                  <a:pt x="158508" y="1524"/>
                </a:lnTo>
                <a:lnTo>
                  <a:pt x="161556" y="7620"/>
                </a:lnTo>
                <a:lnTo>
                  <a:pt x="161556" y="10668"/>
                </a:lnTo>
                <a:lnTo>
                  <a:pt x="158508" y="13716"/>
                </a:lnTo>
                <a:lnTo>
                  <a:pt x="158508" y="15240"/>
                </a:lnTo>
                <a:lnTo>
                  <a:pt x="152412" y="15240"/>
                </a:lnTo>
                <a:lnTo>
                  <a:pt x="149364" y="16764"/>
                </a:lnTo>
                <a:lnTo>
                  <a:pt x="12" y="16764"/>
                </a:lnTo>
                <a:lnTo>
                  <a:pt x="12" y="21336"/>
                </a:lnTo>
                <a:lnTo>
                  <a:pt x="13728" y="53340"/>
                </a:lnTo>
                <a:lnTo>
                  <a:pt x="16776" y="51816"/>
                </a:lnTo>
                <a:lnTo>
                  <a:pt x="15252" y="48768"/>
                </a:lnTo>
                <a:lnTo>
                  <a:pt x="15252" y="41148"/>
                </a:lnTo>
                <a:lnTo>
                  <a:pt x="18300" y="38100"/>
                </a:lnTo>
                <a:lnTo>
                  <a:pt x="22872" y="38100"/>
                </a:lnTo>
                <a:lnTo>
                  <a:pt x="25920" y="36576"/>
                </a:lnTo>
                <a:lnTo>
                  <a:pt x="68592" y="36576"/>
                </a:lnTo>
                <a:lnTo>
                  <a:pt x="63703" y="41465"/>
                </a:lnTo>
                <a:lnTo>
                  <a:pt x="60401" y="47053"/>
                </a:lnTo>
                <a:lnTo>
                  <a:pt x="60337" y="47244"/>
                </a:lnTo>
                <a:lnTo>
                  <a:pt x="58508" y="53517"/>
                </a:lnTo>
                <a:lnTo>
                  <a:pt x="57924" y="60960"/>
                </a:lnTo>
                <a:lnTo>
                  <a:pt x="59296" y="71818"/>
                </a:lnTo>
                <a:lnTo>
                  <a:pt x="88061" y="104419"/>
                </a:lnTo>
                <a:lnTo>
                  <a:pt x="121932" y="112776"/>
                </a:lnTo>
                <a:lnTo>
                  <a:pt x="133337" y="111899"/>
                </a:lnTo>
                <a:lnTo>
                  <a:pt x="133121" y="111899"/>
                </a:lnTo>
                <a:lnTo>
                  <a:pt x="143268" y="109347"/>
                </a:lnTo>
                <a:lnTo>
                  <a:pt x="174383" y="77203"/>
                </a:lnTo>
                <a:lnTo>
                  <a:pt x="175272" y="62484"/>
                </a:lnTo>
                <a:lnTo>
                  <a:pt x="173748" y="56388"/>
                </a:lnTo>
                <a:lnTo>
                  <a:pt x="172224" y="51816"/>
                </a:lnTo>
                <a:lnTo>
                  <a:pt x="169176" y="47244"/>
                </a:lnTo>
                <a:lnTo>
                  <a:pt x="164604" y="41148"/>
                </a:lnTo>
                <a:lnTo>
                  <a:pt x="160032" y="38404"/>
                </a:lnTo>
                <a:lnTo>
                  <a:pt x="160032" y="50292"/>
                </a:lnTo>
                <a:lnTo>
                  <a:pt x="160032" y="56388"/>
                </a:lnTo>
                <a:lnTo>
                  <a:pt x="131838" y="87439"/>
                </a:lnTo>
                <a:lnTo>
                  <a:pt x="111264" y="89916"/>
                </a:lnTo>
                <a:lnTo>
                  <a:pt x="100406" y="89331"/>
                </a:lnTo>
                <a:lnTo>
                  <a:pt x="65544" y="68580"/>
                </a:lnTo>
                <a:lnTo>
                  <a:pt x="65544" y="57912"/>
                </a:lnTo>
                <a:lnTo>
                  <a:pt x="79260" y="41148"/>
                </a:lnTo>
                <a:lnTo>
                  <a:pt x="83832" y="38100"/>
                </a:lnTo>
                <a:lnTo>
                  <a:pt x="88404" y="36576"/>
                </a:lnTo>
                <a:lnTo>
                  <a:pt x="149364" y="36576"/>
                </a:lnTo>
                <a:lnTo>
                  <a:pt x="156984" y="42672"/>
                </a:lnTo>
                <a:lnTo>
                  <a:pt x="160032" y="50292"/>
                </a:lnTo>
                <a:lnTo>
                  <a:pt x="160032" y="38404"/>
                </a:lnTo>
                <a:lnTo>
                  <a:pt x="156984" y="36576"/>
                </a:lnTo>
                <a:lnTo>
                  <a:pt x="175272" y="36576"/>
                </a:lnTo>
                <a:lnTo>
                  <a:pt x="175272" y="320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16"/>
          <p:cNvSpPr/>
          <p:nvPr/>
        </p:nvSpPr>
        <p:spPr>
          <a:xfrm>
            <a:off x="4439399" y="6188964"/>
            <a:ext cx="226060" cy="619125"/>
          </a:xfrm>
          <a:custGeom>
            <a:rect b="b" l="l" r="r" t="t"/>
            <a:pathLst>
              <a:path extrusionOk="0" h="619125" w="226060">
                <a:moveTo>
                  <a:pt x="24384" y="352044"/>
                </a:moveTo>
                <a:lnTo>
                  <a:pt x="22860" y="348996"/>
                </a:lnTo>
                <a:lnTo>
                  <a:pt x="18288" y="344424"/>
                </a:lnTo>
                <a:lnTo>
                  <a:pt x="15240" y="342900"/>
                </a:lnTo>
                <a:lnTo>
                  <a:pt x="9144" y="342900"/>
                </a:lnTo>
                <a:lnTo>
                  <a:pt x="6096" y="344424"/>
                </a:lnTo>
                <a:lnTo>
                  <a:pt x="4572" y="347472"/>
                </a:lnTo>
                <a:lnTo>
                  <a:pt x="1524" y="348996"/>
                </a:lnTo>
                <a:lnTo>
                  <a:pt x="0" y="352044"/>
                </a:lnTo>
                <a:lnTo>
                  <a:pt x="0" y="359664"/>
                </a:lnTo>
                <a:lnTo>
                  <a:pt x="1524" y="362712"/>
                </a:lnTo>
                <a:lnTo>
                  <a:pt x="4572" y="364236"/>
                </a:lnTo>
                <a:lnTo>
                  <a:pt x="6096" y="367284"/>
                </a:lnTo>
                <a:lnTo>
                  <a:pt x="18288" y="367284"/>
                </a:lnTo>
                <a:lnTo>
                  <a:pt x="22860" y="362712"/>
                </a:lnTo>
                <a:lnTo>
                  <a:pt x="24384" y="359664"/>
                </a:lnTo>
                <a:lnTo>
                  <a:pt x="24384" y="352044"/>
                </a:lnTo>
                <a:close/>
              </a:path>
              <a:path extrusionOk="0" h="619125" w="226060">
                <a:moveTo>
                  <a:pt x="67068" y="536448"/>
                </a:moveTo>
                <a:lnTo>
                  <a:pt x="65544" y="533400"/>
                </a:lnTo>
                <a:lnTo>
                  <a:pt x="59448" y="527304"/>
                </a:lnTo>
                <a:lnTo>
                  <a:pt x="56400" y="525780"/>
                </a:lnTo>
                <a:lnTo>
                  <a:pt x="48780" y="525780"/>
                </a:lnTo>
                <a:lnTo>
                  <a:pt x="45732" y="527304"/>
                </a:lnTo>
                <a:lnTo>
                  <a:pt x="41160" y="531876"/>
                </a:lnTo>
                <a:lnTo>
                  <a:pt x="39636" y="534924"/>
                </a:lnTo>
                <a:lnTo>
                  <a:pt x="39636" y="541020"/>
                </a:lnTo>
                <a:lnTo>
                  <a:pt x="41160" y="542544"/>
                </a:lnTo>
                <a:lnTo>
                  <a:pt x="41160" y="545592"/>
                </a:lnTo>
                <a:lnTo>
                  <a:pt x="42684" y="545592"/>
                </a:lnTo>
                <a:lnTo>
                  <a:pt x="42684" y="548640"/>
                </a:lnTo>
                <a:lnTo>
                  <a:pt x="41160" y="548640"/>
                </a:lnTo>
                <a:lnTo>
                  <a:pt x="38112" y="551688"/>
                </a:lnTo>
                <a:lnTo>
                  <a:pt x="30492" y="551688"/>
                </a:lnTo>
                <a:lnTo>
                  <a:pt x="25920" y="550164"/>
                </a:lnTo>
                <a:lnTo>
                  <a:pt x="22872" y="547116"/>
                </a:lnTo>
                <a:lnTo>
                  <a:pt x="18300" y="545592"/>
                </a:lnTo>
                <a:lnTo>
                  <a:pt x="13728" y="539496"/>
                </a:lnTo>
                <a:lnTo>
                  <a:pt x="9156" y="531876"/>
                </a:lnTo>
                <a:lnTo>
                  <a:pt x="4584" y="531876"/>
                </a:lnTo>
                <a:lnTo>
                  <a:pt x="35064" y="562356"/>
                </a:lnTo>
                <a:lnTo>
                  <a:pt x="50304" y="562356"/>
                </a:lnTo>
                <a:lnTo>
                  <a:pt x="56400" y="559308"/>
                </a:lnTo>
                <a:lnTo>
                  <a:pt x="60972" y="556260"/>
                </a:lnTo>
                <a:lnTo>
                  <a:pt x="65544" y="551688"/>
                </a:lnTo>
                <a:lnTo>
                  <a:pt x="67068" y="547116"/>
                </a:lnTo>
                <a:lnTo>
                  <a:pt x="67068" y="536448"/>
                </a:lnTo>
                <a:close/>
              </a:path>
              <a:path extrusionOk="0" h="619125" w="226060">
                <a:moveTo>
                  <a:pt x="68580" y="88392"/>
                </a:moveTo>
                <a:lnTo>
                  <a:pt x="65989" y="80962"/>
                </a:lnTo>
                <a:lnTo>
                  <a:pt x="62674" y="74676"/>
                </a:lnTo>
                <a:lnTo>
                  <a:pt x="58508" y="69532"/>
                </a:lnTo>
                <a:lnTo>
                  <a:pt x="55308" y="67056"/>
                </a:lnTo>
                <a:lnTo>
                  <a:pt x="53340" y="65532"/>
                </a:lnTo>
                <a:lnTo>
                  <a:pt x="47244" y="59436"/>
                </a:lnTo>
                <a:lnTo>
                  <a:pt x="38100" y="56388"/>
                </a:lnTo>
                <a:lnTo>
                  <a:pt x="22860" y="56388"/>
                </a:lnTo>
                <a:lnTo>
                  <a:pt x="16764" y="59436"/>
                </a:lnTo>
                <a:lnTo>
                  <a:pt x="12192" y="64008"/>
                </a:lnTo>
                <a:lnTo>
                  <a:pt x="7620" y="67056"/>
                </a:lnTo>
                <a:lnTo>
                  <a:pt x="4572" y="73152"/>
                </a:lnTo>
                <a:lnTo>
                  <a:pt x="4572" y="82296"/>
                </a:lnTo>
                <a:lnTo>
                  <a:pt x="6096" y="85344"/>
                </a:lnTo>
                <a:lnTo>
                  <a:pt x="12192" y="91440"/>
                </a:lnTo>
                <a:lnTo>
                  <a:pt x="15240" y="92964"/>
                </a:lnTo>
                <a:lnTo>
                  <a:pt x="25908" y="92964"/>
                </a:lnTo>
                <a:lnTo>
                  <a:pt x="28956" y="89916"/>
                </a:lnTo>
                <a:lnTo>
                  <a:pt x="32004" y="83820"/>
                </a:lnTo>
                <a:lnTo>
                  <a:pt x="32004" y="76200"/>
                </a:lnTo>
                <a:lnTo>
                  <a:pt x="30480" y="74676"/>
                </a:lnTo>
                <a:lnTo>
                  <a:pt x="30480" y="70104"/>
                </a:lnTo>
                <a:lnTo>
                  <a:pt x="32004" y="68580"/>
                </a:lnTo>
                <a:lnTo>
                  <a:pt x="33528" y="68580"/>
                </a:lnTo>
                <a:lnTo>
                  <a:pt x="35052" y="67056"/>
                </a:lnTo>
                <a:lnTo>
                  <a:pt x="42672" y="67056"/>
                </a:lnTo>
                <a:lnTo>
                  <a:pt x="47244" y="68580"/>
                </a:lnTo>
                <a:lnTo>
                  <a:pt x="50292" y="71628"/>
                </a:lnTo>
                <a:lnTo>
                  <a:pt x="54864" y="74676"/>
                </a:lnTo>
                <a:lnTo>
                  <a:pt x="59436" y="79248"/>
                </a:lnTo>
                <a:lnTo>
                  <a:pt x="64008" y="88392"/>
                </a:lnTo>
                <a:lnTo>
                  <a:pt x="68580" y="88392"/>
                </a:lnTo>
                <a:close/>
              </a:path>
              <a:path extrusionOk="0" h="619125" w="226060">
                <a:moveTo>
                  <a:pt x="68580" y="32004"/>
                </a:moveTo>
                <a:lnTo>
                  <a:pt x="65989" y="24574"/>
                </a:lnTo>
                <a:lnTo>
                  <a:pt x="65887" y="24384"/>
                </a:lnTo>
                <a:lnTo>
                  <a:pt x="62674" y="18288"/>
                </a:lnTo>
                <a:lnTo>
                  <a:pt x="58508" y="13144"/>
                </a:lnTo>
                <a:lnTo>
                  <a:pt x="55308" y="10668"/>
                </a:lnTo>
                <a:lnTo>
                  <a:pt x="53340" y="9144"/>
                </a:lnTo>
                <a:lnTo>
                  <a:pt x="45720" y="3048"/>
                </a:lnTo>
                <a:lnTo>
                  <a:pt x="38100" y="0"/>
                </a:lnTo>
                <a:lnTo>
                  <a:pt x="22860" y="0"/>
                </a:lnTo>
                <a:lnTo>
                  <a:pt x="16764" y="3048"/>
                </a:lnTo>
                <a:lnTo>
                  <a:pt x="12192" y="7620"/>
                </a:lnTo>
                <a:lnTo>
                  <a:pt x="7620" y="10668"/>
                </a:lnTo>
                <a:lnTo>
                  <a:pt x="4572" y="16764"/>
                </a:lnTo>
                <a:lnTo>
                  <a:pt x="4572" y="25908"/>
                </a:lnTo>
                <a:lnTo>
                  <a:pt x="6096" y="30480"/>
                </a:lnTo>
                <a:lnTo>
                  <a:pt x="9144" y="32004"/>
                </a:lnTo>
                <a:lnTo>
                  <a:pt x="12192" y="35052"/>
                </a:lnTo>
                <a:lnTo>
                  <a:pt x="15240" y="36576"/>
                </a:lnTo>
                <a:lnTo>
                  <a:pt x="25908" y="36576"/>
                </a:lnTo>
                <a:lnTo>
                  <a:pt x="28956" y="33528"/>
                </a:lnTo>
                <a:lnTo>
                  <a:pt x="32004" y="27432"/>
                </a:lnTo>
                <a:lnTo>
                  <a:pt x="32004" y="19812"/>
                </a:lnTo>
                <a:lnTo>
                  <a:pt x="30480" y="18288"/>
                </a:lnTo>
                <a:lnTo>
                  <a:pt x="30480" y="13716"/>
                </a:lnTo>
                <a:lnTo>
                  <a:pt x="32004" y="12192"/>
                </a:lnTo>
                <a:lnTo>
                  <a:pt x="33528" y="12192"/>
                </a:lnTo>
                <a:lnTo>
                  <a:pt x="35052" y="10668"/>
                </a:lnTo>
                <a:lnTo>
                  <a:pt x="42672" y="10668"/>
                </a:lnTo>
                <a:lnTo>
                  <a:pt x="47244" y="12192"/>
                </a:lnTo>
                <a:lnTo>
                  <a:pt x="51816" y="16764"/>
                </a:lnTo>
                <a:lnTo>
                  <a:pt x="56388" y="19812"/>
                </a:lnTo>
                <a:lnTo>
                  <a:pt x="59550" y="24574"/>
                </a:lnTo>
                <a:lnTo>
                  <a:pt x="64008" y="32004"/>
                </a:lnTo>
                <a:lnTo>
                  <a:pt x="68580" y="32004"/>
                </a:lnTo>
                <a:close/>
              </a:path>
              <a:path extrusionOk="0" h="619125" w="226060">
                <a:moveTo>
                  <a:pt x="68592" y="592836"/>
                </a:moveTo>
                <a:lnTo>
                  <a:pt x="67068" y="589788"/>
                </a:lnTo>
                <a:lnTo>
                  <a:pt x="64020" y="586740"/>
                </a:lnTo>
                <a:lnTo>
                  <a:pt x="62496" y="583692"/>
                </a:lnTo>
                <a:lnTo>
                  <a:pt x="57924" y="582168"/>
                </a:lnTo>
                <a:lnTo>
                  <a:pt x="50304" y="582168"/>
                </a:lnTo>
                <a:lnTo>
                  <a:pt x="47256" y="583692"/>
                </a:lnTo>
                <a:lnTo>
                  <a:pt x="42684" y="588264"/>
                </a:lnTo>
                <a:lnTo>
                  <a:pt x="41160" y="591312"/>
                </a:lnTo>
                <a:lnTo>
                  <a:pt x="41160" y="597408"/>
                </a:lnTo>
                <a:lnTo>
                  <a:pt x="42684" y="598932"/>
                </a:lnTo>
                <a:lnTo>
                  <a:pt x="42684" y="605028"/>
                </a:lnTo>
                <a:lnTo>
                  <a:pt x="41160" y="606552"/>
                </a:lnTo>
                <a:lnTo>
                  <a:pt x="41160" y="608076"/>
                </a:lnTo>
                <a:lnTo>
                  <a:pt x="30492" y="608076"/>
                </a:lnTo>
                <a:lnTo>
                  <a:pt x="10680" y="586740"/>
                </a:lnTo>
                <a:lnTo>
                  <a:pt x="4584" y="586740"/>
                </a:lnTo>
                <a:lnTo>
                  <a:pt x="35064" y="618744"/>
                </a:lnTo>
                <a:lnTo>
                  <a:pt x="50304" y="618744"/>
                </a:lnTo>
                <a:lnTo>
                  <a:pt x="62496" y="612648"/>
                </a:lnTo>
                <a:lnTo>
                  <a:pt x="67068" y="608076"/>
                </a:lnTo>
                <a:lnTo>
                  <a:pt x="68592" y="601980"/>
                </a:lnTo>
                <a:lnTo>
                  <a:pt x="68592" y="592836"/>
                </a:lnTo>
                <a:close/>
              </a:path>
              <a:path extrusionOk="0" h="619125" w="226060">
                <a:moveTo>
                  <a:pt x="172212" y="327660"/>
                </a:moveTo>
                <a:lnTo>
                  <a:pt x="169164" y="327660"/>
                </a:lnTo>
                <a:lnTo>
                  <a:pt x="169164" y="336804"/>
                </a:lnTo>
                <a:lnTo>
                  <a:pt x="167640" y="339852"/>
                </a:lnTo>
                <a:lnTo>
                  <a:pt x="164592" y="342900"/>
                </a:lnTo>
                <a:lnTo>
                  <a:pt x="163068" y="342900"/>
                </a:lnTo>
                <a:lnTo>
                  <a:pt x="160020" y="344424"/>
                </a:lnTo>
                <a:lnTo>
                  <a:pt x="57912" y="344424"/>
                </a:lnTo>
                <a:lnTo>
                  <a:pt x="57912" y="350520"/>
                </a:lnTo>
                <a:lnTo>
                  <a:pt x="71628" y="382524"/>
                </a:lnTo>
                <a:lnTo>
                  <a:pt x="74676" y="381000"/>
                </a:lnTo>
                <a:lnTo>
                  <a:pt x="73152" y="377952"/>
                </a:lnTo>
                <a:lnTo>
                  <a:pt x="73152" y="370332"/>
                </a:lnTo>
                <a:lnTo>
                  <a:pt x="76200" y="367284"/>
                </a:lnTo>
                <a:lnTo>
                  <a:pt x="77724" y="367284"/>
                </a:lnTo>
                <a:lnTo>
                  <a:pt x="80772" y="365760"/>
                </a:lnTo>
                <a:lnTo>
                  <a:pt x="83820" y="365760"/>
                </a:lnTo>
                <a:lnTo>
                  <a:pt x="92964" y="364236"/>
                </a:lnTo>
                <a:lnTo>
                  <a:pt x="155448" y="364236"/>
                </a:lnTo>
                <a:lnTo>
                  <a:pt x="160020" y="365760"/>
                </a:lnTo>
                <a:lnTo>
                  <a:pt x="163068" y="367284"/>
                </a:lnTo>
                <a:lnTo>
                  <a:pt x="164592" y="367284"/>
                </a:lnTo>
                <a:lnTo>
                  <a:pt x="167640" y="370332"/>
                </a:lnTo>
                <a:lnTo>
                  <a:pt x="169164" y="373380"/>
                </a:lnTo>
                <a:lnTo>
                  <a:pt x="169164" y="381000"/>
                </a:lnTo>
                <a:lnTo>
                  <a:pt x="172212" y="381000"/>
                </a:lnTo>
                <a:lnTo>
                  <a:pt x="172212" y="364236"/>
                </a:lnTo>
                <a:lnTo>
                  <a:pt x="172212" y="327660"/>
                </a:lnTo>
                <a:close/>
              </a:path>
              <a:path extrusionOk="0" h="619125" w="226060">
                <a:moveTo>
                  <a:pt x="172224" y="199644"/>
                </a:moveTo>
                <a:lnTo>
                  <a:pt x="169176" y="199644"/>
                </a:lnTo>
                <a:lnTo>
                  <a:pt x="169176" y="208788"/>
                </a:lnTo>
                <a:lnTo>
                  <a:pt x="163080" y="214884"/>
                </a:lnTo>
                <a:lnTo>
                  <a:pt x="160032" y="216408"/>
                </a:lnTo>
                <a:lnTo>
                  <a:pt x="89928" y="216408"/>
                </a:lnTo>
                <a:lnTo>
                  <a:pt x="82308" y="217932"/>
                </a:lnTo>
                <a:lnTo>
                  <a:pt x="77736" y="219456"/>
                </a:lnTo>
                <a:lnTo>
                  <a:pt x="71640" y="220980"/>
                </a:lnTo>
                <a:lnTo>
                  <a:pt x="65544" y="225552"/>
                </a:lnTo>
                <a:lnTo>
                  <a:pt x="59448" y="234696"/>
                </a:lnTo>
                <a:lnTo>
                  <a:pt x="57924" y="239268"/>
                </a:lnTo>
                <a:lnTo>
                  <a:pt x="57924" y="245364"/>
                </a:lnTo>
                <a:lnTo>
                  <a:pt x="59372" y="254508"/>
                </a:lnTo>
                <a:lnTo>
                  <a:pt x="63830" y="263842"/>
                </a:lnTo>
                <a:lnTo>
                  <a:pt x="71424" y="273443"/>
                </a:lnTo>
                <a:lnTo>
                  <a:pt x="82308" y="283464"/>
                </a:lnTo>
                <a:lnTo>
                  <a:pt x="57924" y="283464"/>
                </a:lnTo>
                <a:lnTo>
                  <a:pt x="57924" y="288036"/>
                </a:lnTo>
                <a:lnTo>
                  <a:pt x="71640" y="321564"/>
                </a:lnTo>
                <a:lnTo>
                  <a:pt x="74688" y="320040"/>
                </a:lnTo>
                <a:lnTo>
                  <a:pt x="73164" y="316992"/>
                </a:lnTo>
                <a:lnTo>
                  <a:pt x="73164" y="307848"/>
                </a:lnTo>
                <a:lnTo>
                  <a:pt x="74688" y="306324"/>
                </a:lnTo>
                <a:lnTo>
                  <a:pt x="76212" y="306324"/>
                </a:lnTo>
                <a:lnTo>
                  <a:pt x="77736" y="304800"/>
                </a:lnTo>
                <a:lnTo>
                  <a:pt x="80784" y="304800"/>
                </a:lnTo>
                <a:lnTo>
                  <a:pt x="83832" y="303276"/>
                </a:lnTo>
                <a:lnTo>
                  <a:pt x="156984" y="303276"/>
                </a:lnTo>
                <a:lnTo>
                  <a:pt x="161556" y="304800"/>
                </a:lnTo>
                <a:lnTo>
                  <a:pt x="167652" y="307848"/>
                </a:lnTo>
                <a:lnTo>
                  <a:pt x="169176" y="312420"/>
                </a:lnTo>
                <a:lnTo>
                  <a:pt x="169176" y="320040"/>
                </a:lnTo>
                <a:lnTo>
                  <a:pt x="172224" y="320040"/>
                </a:lnTo>
                <a:lnTo>
                  <a:pt x="172224" y="303276"/>
                </a:lnTo>
                <a:lnTo>
                  <a:pt x="172224" y="266700"/>
                </a:lnTo>
                <a:lnTo>
                  <a:pt x="169176" y="266700"/>
                </a:lnTo>
                <a:lnTo>
                  <a:pt x="169176" y="275844"/>
                </a:lnTo>
                <a:lnTo>
                  <a:pt x="167652" y="277368"/>
                </a:lnTo>
                <a:lnTo>
                  <a:pt x="166128" y="280416"/>
                </a:lnTo>
                <a:lnTo>
                  <a:pt x="164604" y="280416"/>
                </a:lnTo>
                <a:lnTo>
                  <a:pt x="163080" y="281940"/>
                </a:lnTo>
                <a:lnTo>
                  <a:pt x="160032" y="283464"/>
                </a:lnTo>
                <a:lnTo>
                  <a:pt x="89928" y="283464"/>
                </a:lnTo>
                <a:lnTo>
                  <a:pt x="82804" y="276377"/>
                </a:lnTo>
                <a:lnTo>
                  <a:pt x="77546" y="268986"/>
                </a:lnTo>
                <a:lnTo>
                  <a:pt x="74282" y="261607"/>
                </a:lnTo>
                <a:lnTo>
                  <a:pt x="73164" y="254508"/>
                </a:lnTo>
                <a:lnTo>
                  <a:pt x="73164" y="246888"/>
                </a:lnTo>
                <a:lnTo>
                  <a:pt x="76212" y="242316"/>
                </a:lnTo>
                <a:lnTo>
                  <a:pt x="80784" y="240792"/>
                </a:lnTo>
                <a:lnTo>
                  <a:pt x="85356" y="237744"/>
                </a:lnTo>
                <a:lnTo>
                  <a:pt x="92976" y="236220"/>
                </a:lnTo>
                <a:lnTo>
                  <a:pt x="160032" y="236220"/>
                </a:lnTo>
                <a:lnTo>
                  <a:pt x="166128" y="239268"/>
                </a:lnTo>
                <a:lnTo>
                  <a:pt x="169176" y="242316"/>
                </a:lnTo>
                <a:lnTo>
                  <a:pt x="169176" y="252984"/>
                </a:lnTo>
                <a:lnTo>
                  <a:pt x="172224" y="252984"/>
                </a:lnTo>
                <a:lnTo>
                  <a:pt x="172224" y="236220"/>
                </a:lnTo>
                <a:lnTo>
                  <a:pt x="172224" y="199644"/>
                </a:lnTo>
                <a:close/>
              </a:path>
              <a:path extrusionOk="0" h="619125" w="226060">
                <a:moveTo>
                  <a:pt x="175272" y="147828"/>
                </a:moveTo>
                <a:lnTo>
                  <a:pt x="155651" y="113728"/>
                </a:lnTo>
                <a:lnTo>
                  <a:pt x="141744" y="111252"/>
                </a:lnTo>
                <a:lnTo>
                  <a:pt x="132905" y="112712"/>
                </a:lnTo>
                <a:lnTo>
                  <a:pt x="102120" y="152400"/>
                </a:lnTo>
                <a:lnTo>
                  <a:pt x="99072" y="160020"/>
                </a:lnTo>
                <a:lnTo>
                  <a:pt x="91452" y="167640"/>
                </a:lnTo>
                <a:lnTo>
                  <a:pt x="85356" y="170688"/>
                </a:lnTo>
                <a:lnTo>
                  <a:pt x="76212" y="170688"/>
                </a:lnTo>
                <a:lnTo>
                  <a:pt x="73164" y="169164"/>
                </a:lnTo>
                <a:lnTo>
                  <a:pt x="70116" y="164592"/>
                </a:lnTo>
                <a:lnTo>
                  <a:pt x="67068" y="161544"/>
                </a:lnTo>
                <a:lnTo>
                  <a:pt x="65544" y="156972"/>
                </a:lnTo>
                <a:lnTo>
                  <a:pt x="65544" y="144780"/>
                </a:lnTo>
                <a:lnTo>
                  <a:pt x="96024" y="123444"/>
                </a:lnTo>
                <a:lnTo>
                  <a:pt x="96024" y="120396"/>
                </a:lnTo>
                <a:lnTo>
                  <a:pt x="57924" y="120396"/>
                </a:lnTo>
                <a:lnTo>
                  <a:pt x="57924" y="123444"/>
                </a:lnTo>
                <a:lnTo>
                  <a:pt x="60972" y="123444"/>
                </a:lnTo>
                <a:lnTo>
                  <a:pt x="60972" y="124968"/>
                </a:lnTo>
                <a:lnTo>
                  <a:pt x="62496" y="124968"/>
                </a:lnTo>
                <a:lnTo>
                  <a:pt x="62496" y="132588"/>
                </a:lnTo>
                <a:lnTo>
                  <a:pt x="60972" y="137160"/>
                </a:lnTo>
                <a:lnTo>
                  <a:pt x="59448" y="143256"/>
                </a:lnTo>
                <a:lnTo>
                  <a:pt x="57924" y="147828"/>
                </a:lnTo>
                <a:lnTo>
                  <a:pt x="57924" y="152400"/>
                </a:lnTo>
                <a:lnTo>
                  <a:pt x="80784" y="185928"/>
                </a:lnTo>
                <a:lnTo>
                  <a:pt x="96024" y="185928"/>
                </a:lnTo>
                <a:lnTo>
                  <a:pt x="121932" y="156972"/>
                </a:lnTo>
                <a:lnTo>
                  <a:pt x="126212" y="148691"/>
                </a:lnTo>
                <a:lnTo>
                  <a:pt x="129933" y="142113"/>
                </a:lnTo>
                <a:lnTo>
                  <a:pt x="133070" y="137261"/>
                </a:lnTo>
                <a:lnTo>
                  <a:pt x="135648" y="134112"/>
                </a:lnTo>
                <a:lnTo>
                  <a:pt x="140220" y="131064"/>
                </a:lnTo>
                <a:lnTo>
                  <a:pt x="144792" y="129540"/>
                </a:lnTo>
                <a:lnTo>
                  <a:pt x="155460" y="129540"/>
                </a:lnTo>
                <a:lnTo>
                  <a:pt x="160032" y="131064"/>
                </a:lnTo>
                <a:lnTo>
                  <a:pt x="163080" y="134112"/>
                </a:lnTo>
                <a:lnTo>
                  <a:pt x="166128" y="138684"/>
                </a:lnTo>
                <a:lnTo>
                  <a:pt x="167652" y="141732"/>
                </a:lnTo>
                <a:lnTo>
                  <a:pt x="167652" y="155448"/>
                </a:lnTo>
                <a:lnTo>
                  <a:pt x="166128" y="163068"/>
                </a:lnTo>
                <a:lnTo>
                  <a:pt x="160032" y="169164"/>
                </a:lnTo>
                <a:lnTo>
                  <a:pt x="156032" y="173456"/>
                </a:lnTo>
                <a:lnTo>
                  <a:pt x="150888" y="177165"/>
                </a:lnTo>
                <a:lnTo>
                  <a:pt x="144602" y="180314"/>
                </a:lnTo>
                <a:lnTo>
                  <a:pt x="137172" y="182880"/>
                </a:lnTo>
                <a:lnTo>
                  <a:pt x="137172" y="185928"/>
                </a:lnTo>
                <a:lnTo>
                  <a:pt x="175272" y="185928"/>
                </a:lnTo>
                <a:lnTo>
                  <a:pt x="175272" y="182880"/>
                </a:lnTo>
                <a:lnTo>
                  <a:pt x="172224" y="181356"/>
                </a:lnTo>
                <a:lnTo>
                  <a:pt x="170700" y="179832"/>
                </a:lnTo>
                <a:lnTo>
                  <a:pt x="170700" y="173736"/>
                </a:lnTo>
                <a:lnTo>
                  <a:pt x="172224" y="172212"/>
                </a:lnTo>
                <a:lnTo>
                  <a:pt x="173748" y="163068"/>
                </a:lnTo>
                <a:lnTo>
                  <a:pt x="175272" y="155448"/>
                </a:lnTo>
                <a:lnTo>
                  <a:pt x="175272" y="147828"/>
                </a:lnTo>
                <a:close/>
              </a:path>
              <a:path extrusionOk="0" h="619125" w="226060">
                <a:moveTo>
                  <a:pt x="225564" y="458724"/>
                </a:moveTo>
                <a:lnTo>
                  <a:pt x="222516" y="458724"/>
                </a:lnTo>
                <a:lnTo>
                  <a:pt x="222516" y="467868"/>
                </a:lnTo>
                <a:lnTo>
                  <a:pt x="220992" y="470916"/>
                </a:lnTo>
                <a:lnTo>
                  <a:pt x="216420" y="475488"/>
                </a:lnTo>
                <a:lnTo>
                  <a:pt x="213372" y="475488"/>
                </a:lnTo>
                <a:lnTo>
                  <a:pt x="208800" y="477012"/>
                </a:lnTo>
                <a:lnTo>
                  <a:pt x="166128" y="477012"/>
                </a:lnTo>
                <a:lnTo>
                  <a:pt x="169176" y="472440"/>
                </a:lnTo>
                <a:lnTo>
                  <a:pt x="172224" y="469392"/>
                </a:lnTo>
                <a:lnTo>
                  <a:pt x="173748" y="466344"/>
                </a:lnTo>
                <a:lnTo>
                  <a:pt x="175272" y="461772"/>
                </a:lnTo>
                <a:lnTo>
                  <a:pt x="175272" y="451104"/>
                </a:lnTo>
                <a:lnTo>
                  <a:pt x="174383" y="441134"/>
                </a:lnTo>
                <a:lnTo>
                  <a:pt x="171653" y="431863"/>
                </a:lnTo>
                <a:lnTo>
                  <a:pt x="167652" y="424802"/>
                </a:lnTo>
                <a:lnTo>
                  <a:pt x="167652" y="441960"/>
                </a:lnTo>
                <a:lnTo>
                  <a:pt x="167652" y="457200"/>
                </a:lnTo>
                <a:lnTo>
                  <a:pt x="166128" y="461772"/>
                </a:lnTo>
                <a:lnTo>
                  <a:pt x="163080" y="466344"/>
                </a:lnTo>
                <a:lnTo>
                  <a:pt x="155460" y="473964"/>
                </a:lnTo>
                <a:lnTo>
                  <a:pt x="150888" y="475488"/>
                </a:lnTo>
                <a:lnTo>
                  <a:pt x="147840" y="475488"/>
                </a:lnTo>
                <a:lnTo>
                  <a:pt x="141744" y="477012"/>
                </a:lnTo>
                <a:lnTo>
                  <a:pt x="91452" y="477012"/>
                </a:lnTo>
                <a:lnTo>
                  <a:pt x="79260" y="464820"/>
                </a:lnTo>
                <a:lnTo>
                  <a:pt x="76212" y="458724"/>
                </a:lnTo>
                <a:lnTo>
                  <a:pt x="74688" y="454152"/>
                </a:lnTo>
                <a:lnTo>
                  <a:pt x="74688" y="443484"/>
                </a:lnTo>
                <a:lnTo>
                  <a:pt x="111607" y="421195"/>
                </a:lnTo>
                <a:lnTo>
                  <a:pt x="111950" y="421195"/>
                </a:lnTo>
                <a:lnTo>
                  <a:pt x="123456" y="420624"/>
                </a:lnTo>
                <a:lnTo>
                  <a:pt x="164604" y="435864"/>
                </a:lnTo>
                <a:lnTo>
                  <a:pt x="167652" y="441960"/>
                </a:lnTo>
                <a:lnTo>
                  <a:pt x="167652" y="424802"/>
                </a:lnTo>
                <a:lnTo>
                  <a:pt x="126695" y="401675"/>
                </a:lnTo>
                <a:lnTo>
                  <a:pt x="126428" y="401675"/>
                </a:lnTo>
                <a:lnTo>
                  <a:pt x="112788" y="400812"/>
                </a:lnTo>
                <a:lnTo>
                  <a:pt x="71640" y="414528"/>
                </a:lnTo>
                <a:lnTo>
                  <a:pt x="57924" y="448056"/>
                </a:lnTo>
                <a:lnTo>
                  <a:pt x="59448" y="454152"/>
                </a:lnTo>
                <a:lnTo>
                  <a:pt x="64020" y="458724"/>
                </a:lnTo>
                <a:lnTo>
                  <a:pt x="67106" y="463296"/>
                </a:lnTo>
                <a:lnTo>
                  <a:pt x="71640" y="467868"/>
                </a:lnTo>
                <a:lnTo>
                  <a:pt x="77304" y="472440"/>
                </a:lnTo>
                <a:lnTo>
                  <a:pt x="83832" y="477012"/>
                </a:lnTo>
                <a:lnTo>
                  <a:pt x="57924" y="477012"/>
                </a:lnTo>
                <a:lnTo>
                  <a:pt x="57924" y="481584"/>
                </a:lnTo>
                <a:lnTo>
                  <a:pt x="71640" y="515112"/>
                </a:lnTo>
                <a:lnTo>
                  <a:pt x="74688" y="513588"/>
                </a:lnTo>
                <a:lnTo>
                  <a:pt x="74688" y="510540"/>
                </a:lnTo>
                <a:lnTo>
                  <a:pt x="73164" y="507492"/>
                </a:lnTo>
                <a:lnTo>
                  <a:pt x="73164" y="501396"/>
                </a:lnTo>
                <a:lnTo>
                  <a:pt x="76212" y="498348"/>
                </a:lnTo>
                <a:lnTo>
                  <a:pt x="77736" y="498348"/>
                </a:lnTo>
                <a:lnTo>
                  <a:pt x="79260" y="496824"/>
                </a:lnTo>
                <a:lnTo>
                  <a:pt x="214896" y="496824"/>
                </a:lnTo>
                <a:lnTo>
                  <a:pt x="216420" y="498348"/>
                </a:lnTo>
                <a:lnTo>
                  <a:pt x="217944" y="498348"/>
                </a:lnTo>
                <a:lnTo>
                  <a:pt x="220992" y="501396"/>
                </a:lnTo>
                <a:lnTo>
                  <a:pt x="222516" y="504444"/>
                </a:lnTo>
                <a:lnTo>
                  <a:pt x="222516" y="516636"/>
                </a:lnTo>
                <a:lnTo>
                  <a:pt x="225564" y="516636"/>
                </a:lnTo>
                <a:lnTo>
                  <a:pt x="225564" y="496824"/>
                </a:lnTo>
                <a:lnTo>
                  <a:pt x="225564" y="4587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7" name="Google Shape;807;p16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4497323" y="5826252"/>
            <a:ext cx="117348" cy="286511"/>
          </a:xfrm>
          <a:prstGeom prst="rect">
            <a:avLst/>
          </a:prstGeom>
          <a:noFill/>
          <a:ln>
            <a:noFill/>
          </a:ln>
        </p:spPr>
      </p:pic>
      <p:sp>
        <p:nvSpPr>
          <p:cNvPr id="808" name="Google Shape;808;p16"/>
          <p:cNvSpPr/>
          <p:nvPr/>
        </p:nvSpPr>
        <p:spPr>
          <a:xfrm>
            <a:off x="4439412" y="5234940"/>
            <a:ext cx="175260" cy="525780"/>
          </a:xfrm>
          <a:custGeom>
            <a:rect b="b" l="l" r="r" t="t"/>
            <a:pathLst>
              <a:path extrusionOk="0" h="525779" w="175260">
                <a:moveTo>
                  <a:pt x="172212" y="339852"/>
                </a:moveTo>
                <a:lnTo>
                  <a:pt x="169164" y="339852"/>
                </a:lnTo>
                <a:lnTo>
                  <a:pt x="169164" y="347472"/>
                </a:lnTo>
                <a:lnTo>
                  <a:pt x="167640" y="350520"/>
                </a:lnTo>
                <a:lnTo>
                  <a:pt x="163068" y="355092"/>
                </a:lnTo>
                <a:lnTo>
                  <a:pt x="160020" y="355092"/>
                </a:lnTo>
                <a:lnTo>
                  <a:pt x="155448" y="356616"/>
                </a:lnTo>
                <a:lnTo>
                  <a:pt x="82296" y="356616"/>
                </a:lnTo>
                <a:lnTo>
                  <a:pt x="77724" y="358140"/>
                </a:lnTo>
                <a:lnTo>
                  <a:pt x="65532" y="364236"/>
                </a:lnTo>
                <a:lnTo>
                  <a:pt x="59436" y="373380"/>
                </a:lnTo>
                <a:lnTo>
                  <a:pt x="57912" y="379476"/>
                </a:lnTo>
                <a:lnTo>
                  <a:pt x="57912" y="390144"/>
                </a:lnTo>
                <a:lnTo>
                  <a:pt x="82296" y="422148"/>
                </a:lnTo>
                <a:lnTo>
                  <a:pt x="74676" y="423672"/>
                </a:lnTo>
                <a:lnTo>
                  <a:pt x="68580" y="426720"/>
                </a:lnTo>
                <a:lnTo>
                  <a:pt x="64008" y="432816"/>
                </a:lnTo>
                <a:lnTo>
                  <a:pt x="60960" y="437388"/>
                </a:lnTo>
                <a:lnTo>
                  <a:pt x="57912" y="443484"/>
                </a:lnTo>
                <a:lnTo>
                  <a:pt x="57912" y="454152"/>
                </a:lnTo>
                <a:lnTo>
                  <a:pt x="59436" y="457200"/>
                </a:lnTo>
                <a:lnTo>
                  <a:pt x="62484" y="466344"/>
                </a:lnTo>
                <a:lnTo>
                  <a:pt x="65532" y="469392"/>
                </a:lnTo>
                <a:lnTo>
                  <a:pt x="68580" y="473964"/>
                </a:lnTo>
                <a:lnTo>
                  <a:pt x="82296" y="487680"/>
                </a:lnTo>
                <a:lnTo>
                  <a:pt x="57912" y="487680"/>
                </a:lnTo>
                <a:lnTo>
                  <a:pt x="57912" y="492252"/>
                </a:lnTo>
                <a:lnTo>
                  <a:pt x="71628" y="525780"/>
                </a:lnTo>
                <a:lnTo>
                  <a:pt x="74676" y="524256"/>
                </a:lnTo>
                <a:lnTo>
                  <a:pt x="73152" y="521208"/>
                </a:lnTo>
                <a:lnTo>
                  <a:pt x="73152" y="512064"/>
                </a:lnTo>
                <a:lnTo>
                  <a:pt x="76200" y="509016"/>
                </a:lnTo>
                <a:lnTo>
                  <a:pt x="77724" y="509016"/>
                </a:lnTo>
                <a:lnTo>
                  <a:pt x="80772" y="507492"/>
                </a:lnTo>
                <a:lnTo>
                  <a:pt x="160020" y="507492"/>
                </a:lnTo>
                <a:lnTo>
                  <a:pt x="163068" y="509016"/>
                </a:lnTo>
                <a:lnTo>
                  <a:pt x="164592" y="509016"/>
                </a:lnTo>
                <a:lnTo>
                  <a:pt x="166116" y="510540"/>
                </a:lnTo>
                <a:lnTo>
                  <a:pt x="167640" y="513588"/>
                </a:lnTo>
                <a:lnTo>
                  <a:pt x="169164" y="515112"/>
                </a:lnTo>
                <a:lnTo>
                  <a:pt x="169164" y="524256"/>
                </a:lnTo>
                <a:lnTo>
                  <a:pt x="172212" y="524256"/>
                </a:lnTo>
                <a:lnTo>
                  <a:pt x="172212" y="507492"/>
                </a:lnTo>
                <a:lnTo>
                  <a:pt x="172212" y="470916"/>
                </a:lnTo>
                <a:lnTo>
                  <a:pt x="169164" y="470916"/>
                </a:lnTo>
                <a:lnTo>
                  <a:pt x="169164" y="480060"/>
                </a:lnTo>
                <a:lnTo>
                  <a:pt x="163068" y="486156"/>
                </a:lnTo>
                <a:lnTo>
                  <a:pt x="160020" y="486156"/>
                </a:lnTo>
                <a:lnTo>
                  <a:pt x="155448" y="487680"/>
                </a:lnTo>
                <a:lnTo>
                  <a:pt x="88392" y="487680"/>
                </a:lnTo>
                <a:lnTo>
                  <a:pt x="83820" y="483108"/>
                </a:lnTo>
                <a:lnTo>
                  <a:pt x="80772" y="478536"/>
                </a:lnTo>
                <a:lnTo>
                  <a:pt x="76200" y="472440"/>
                </a:lnTo>
                <a:lnTo>
                  <a:pt x="73152" y="463296"/>
                </a:lnTo>
                <a:lnTo>
                  <a:pt x="73152" y="454152"/>
                </a:lnTo>
                <a:lnTo>
                  <a:pt x="76200" y="449580"/>
                </a:lnTo>
                <a:lnTo>
                  <a:pt x="80772" y="445008"/>
                </a:lnTo>
                <a:lnTo>
                  <a:pt x="85344" y="443484"/>
                </a:lnTo>
                <a:lnTo>
                  <a:pt x="91440" y="441960"/>
                </a:lnTo>
                <a:lnTo>
                  <a:pt x="160020" y="441960"/>
                </a:lnTo>
                <a:lnTo>
                  <a:pt x="166116" y="445008"/>
                </a:lnTo>
                <a:lnTo>
                  <a:pt x="169164" y="448056"/>
                </a:lnTo>
                <a:lnTo>
                  <a:pt x="169164" y="458724"/>
                </a:lnTo>
                <a:lnTo>
                  <a:pt x="172212" y="458724"/>
                </a:lnTo>
                <a:lnTo>
                  <a:pt x="172212" y="441960"/>
                </a:lnTo>
                <a:lnTo>
                  <a:pt x="172212" y="422148"/>
                </a:lnTo>
                <a:lnTo>
                  <a:pt x="172212" y="405384"/>
                </a:lnTo>
                <a:lnTo>
                  <a:pt x="169164" y="405384"/>
                </a:lnTo>
                <a:lnTo>
                  <a:pt x="169164" y="414528"/>
                </a:lnTo>
                <a:lnTo>
                  <a:pt x="163068" y="420624"/>
                </a:lnTo>
                <a:lnTo>
                  <a:pt x="161544" y="420624"/>
                </a:lnTo>
                <a:lnTo>
                  <a:pt x="155448" y="422148"/>
                </a:lnTo>
                <a:lnTo>
                  <a:pt x="88392" y="422148"/>
                </a:lnTo>
                <a:lnTo>
                  <a:pt x="82296" y="416052"/>
                </a:lnTo>
                <a:lnTo>
                  <a:pt x="79248" y="409956"/>
                </a:lnTo>
                <a:lnTo>
                  <a:pt x="76200" y="406908"/>
                </a:lnTo>
                <a:lnTo>
                  <a:pt x="73152" y="397764"/>
                </a:lnTo>
                <a:lnTo>
                  <a:pt x="73152" y="387096"/>
                </a:lnTo>
                <a:lnTo>
                  <a:pt x="76200" y="382524"/>
                </a:lnTo>
                <a:lnTo>
                  <a:pt x="85344" y="376428"/>
                </a:lnTo>
                <a:lnTo>
                  <a:pt x="160020" y="376428"/>
                </a:lnTo>
                <a:lnTo>
                  <a:pt x="163068" y="377952"/>
                </a:lnTo>
                <a:lnTo>
                  <a:pt x="164592" y="377952"/>
                </a:lnTo>
                <a:lnTo>
                  <a:pt x="169164" y="382524"/>
                </a:lnTo>
                <a:lnTo>
                  <a:pt x="169164" y="393192"/>
                </a:lnTo>
                <a:lnTo>
                  <a:pt x="172212" y="393192"/>
                </a:lnTo>
                <a:lnTo>
                  <a:pt x="172212" y="376428"/>
                </a:lnTo>
                <a:lnTo>
                  <a:pt x="172212" y="339852"/>
                </a:lnTo>
                <a:close/>
              </a:path>
              <a:path extrusionOk="0" h="525779" w="175260">
                <a:moveTo>
                  <a:pt x="175247" y="44196"/>
                </a:moveTo>
                <a:lnTo>
                  <a:pt x="174421" y="36245"/>
                </a:lnTo>
                <a:lnTo>
                  <a:pt x="172008" y="28575"/>
                </a:lnTo>
                <a:lnTo>
                  <a:pt x="168186" y="21488"/>
                </a:lnTo>
                <a:lnTo>
                  <a:pt x="168059" y="21336"/>
                </a:lnTo>
                <a:lnTo>
                  <a:pt x="163055" y="15240"/>
                </a:lnTo>
                <a:lnTo>
                  <a:pt x="155943" y="9220"/>
                </a:lnTo>
                <a:lnTo>
                  <a:pt x="148386" y="4762"/>
                </a:lnTo>
                <a:lnTo>
                  <a:pt x="140563" y="1739"/>
                </a:lnTo>
                <a:lnTo>
                  <a:pt x="132575" y="0"/>
                </a:lnTo>
                <a:lnTo>
                  <a:pt x="129527" y="3048"/>
                </a:lnTo>
                <a:lnTo>
                  <a:pt x="140195" y="6096"/>
                </a:lnTo>
                <a:lnTo>
                  <a:pt x="146291" y="10668"/>
                </a:lnTo>
                <a:lnTo>
                  <a:pt x="150863" y="16764"/>
                </a:lnTo>
                <a:lnTo>
                  <a:pt x="153911" y="21336"/>
                </a:lnTo>
                <a:lnTo>
                  <a:pt x="153949" y="21488"/>
                </a:lnTo>
                <a:lnTo>
                  <a:pt x="155435" y="27432"/>
                </a:lnTo>
                <a:lnTo>
                  <a:pt x="155435" y="35052"/>
                </a:lnTo>
                <a:lnTo>
                  <a:pt x="154597" y="42672"/>
                </a:lnTo>
                <a:lnTo>
                  <a:pt x="124764" y="71437"/>
                </a:lnTo>
                <a:lnTo>
                  <a:pt x="102095" y="74676"/>
                </a:lnTo>
                <a:lnTo>
                  <a:pt x="102095" y="24384"/>
                </a:lnTo>
                <a:lnTo>
                  <a:pt x="102095" y="0"/>
                </a:lnTo>
                <a:lnTo>
                  <a:pt x="94475" y="660"/>
                </a:lnTo>
                <a:lnTo>
                  <a:pt x="94475" y="24384"/>
                </a:lnTo>
                <a:lnTo>
                  <a:pt x="94475" y="74676"/>
                </a:lnTo>
                <a:lnTo>
                  <a:pt x="65519" y="54864"/>
                </a:lnTo>
                <a:lnTo>
                  <a:pt x="65519" y="44196"/>
                </a:lnTo>
                <a:lnTo>
                  <a:pt x="67043" y="39624"/>
                </a:lnTo>
                <a:lnTo>
                  <a:pt x="70091" y="35052"/>
                </a:lnTo>
                <a:lnTo>
                  <a:pt x="71615" y="32004"/>
                </a:lnTo>
                <a:lnTo>
                  <a:pt x="76187" y="28956"/>
                </a:lnTo>
                <a:lnTo>
                  <a:pt x="80759" y="27432"/>
                </a:lnTo>
                <a:lnTo>
                  <a:pt x="82283" y="25908"/>
                </a:lnTo>
                <a:lnTo>
                  <a:pt x="88379" y="24384"/>
                </a:lnTo>
                <a:lnTo>
                  <a:pt x="94475" y="24384"/>
                </a:lnTo>
                <a:lnTo>
                  <a:pt x="94475" y="660"/>
                </a:lnTo>
                <a:lnTo>
                  <a:pt x="61137" y="25717"/>
                </a:lnTo>
                <a:lnTo>
                  <a:pt x="61087" y="25908"/>
                </a:lnTo>
                <a:lnTo>
                  <a:pt x="58737" y="33845"/>
                </a:lnTo>
                <a:lnTo>
                  <a:pt x="58623" y="35052"/>
                </a:lnTo>
                <a:lnTo>
                  <a:pt x="58508" y="36245"/>
                </a:lnTo>
                <a:lnTo>
                  <a:pt x="57899" y="42672"/>
                </a:lnTo>
                <a:lnTo>
                  <a:pt x="74663" y="77724"/>
                </a:lnTo>
                <a:lnTo>
                  <a:pt x="118859" y="92964"/>
                </a:lnTo>
                <a:lnTo>
                  <a:pt x="131203" y="92087"/>
                </a:lnTo>
                <a:lnTo>
                  <a:pt x="130962" y="92087"/>
                </a:lnTo>
                <a:lnTo>
                  <a:pt x="141719" y="89535"/>
                </a:lnTo>
                <a:lnTo>
                  <a:pt x="171627" y="63436"/>
                </a:lnTo>
                <a:lnTo>
                  <a:pt x="174371" y="54178"/>
                </a:lnTo>
                <a:lnTo>
                  <a:pt x="175247" y="44196"/>
                </a:lnTo>
                <a:close/>
              </a:path>
              <a:path extrusionOk="0" h="525779" w="175260">
                <a:moveTo>
                  <a:pt x="175260" y="248412"/>
                </a:moveTo>
                <a:lnTo>
                  <a:pt x="174117" y="242468"/>
                </a:lnTo>
                <a:lnTo>
                  <a:pt x="174028" y="242316"/>
                </a:lnTo>
                <a:lnTo>
                  <a:pt x="170688" y="236220"/>
                </a:lnTo>
                <a:lnTo>
                  <a:pt x="164960" y="229984"/>
                </a:lnTo>
                <a:lnTo>
                  <a:pt x="156959" y="224028"/>
                </a:lnTo>
                <a:lnTo>
                  <a:pt x="150863" y="224028"/>
                </a:lnTo>
                <a:lnTo>
                  <a:pt x="160007" y="233172"/>
                </a:lnTo>
                <a:lnTo>
                  <a:pt x="160007" y="237744"/>
                </a:lnTo>
                <a:lnTo>
                  <a:pt x="158483" y="239268"/>
                </a:lnTo>
                <a:lnTo>
                  <a:pt x="158483" y="240792"/>
                </a:lnTo>
                <a:lnTo>
                  <a:pt x="153911" y="240792"/>
                </a:lnTo>
                <a:lnTo>
                  <a:pt x="152387" y="242316"/>
                </a:lnTo>
                <a:lnTo>
                  <a:pt x="79235" y="242316"/>
                </a:lnTo>
                <a:lnTo>
                  <a:pt x="74663" y="243840"/>
                </a:lnTo>
                <a:lnTo>
                  <a:pt x="65519" y="249936"/>
                </a:lnTo>
                <a:lnTo>
                  <a:pt x="63995" y="254508"/>
                </a:lnTo>
                <a:lnTo>
                  <a:pt x="59423" y="260604"/>
                </a:lnTo>
                <a:lnTo>
                  <a:pt x="57937" y="269544"/>
                </a:lnTo>
                <a:lnTo>
                  <a:pt x="57988" y="280352"/>
                </a:lnTo>
                <a:lnTo>
                  <a:pt x="58102" y="282282"/>
                </a:lnTo>
                <a:lnTo>
                  <a:pt x="58178" y="283464"/>
                </a:lnTo>
                <a:lnTo>
                  <a:pt x="58470" y="288607"/>
                </a:lnTo>
                <a:lnTo>
                  <a:pt x="60185" y="297180"/>
                </a:lnTo>
                <a:lnTo>
                  <a:pt x="63042" y="304609"/>
                </a:lnTo>
                <a:lnTo>
                  <a:pt x="63169" y="304800"/>
                </a:lnTo>
                <a:lnTo>
                  <a:pt x="67043" y="310896"/>
                </a:lnTo>
                <a:lnTo>
                  <a:pt x="73139" y="316992"/>
                </a:lnTo>
                <a:lnTo>
                  <a:pt x="79235" y="321564"/>
                </a:lnTo>
                <a:lnTo>
                  <a:pt x="89903" y="321564"/>
                </a:lnTo>
                <a:lnTo>
                  <a:pt x="92951" y="320040"/>
                </a:lnTo>
                <a:lnTo>
                  <a:pt x="94475" y="318516"/>
                </a:lnTo>
                <a:lnTo>
                  <a:pt x="97523" y="316992"/>
                </a:lnTo>
                <a:lnTo>
                  <a:pt x="97523" y="306324"/>
                </a:lnTo>
                <a:lnTo>
                  <a:pt x="92951" y="301752"/>
                </a:lnTo>
                <a:lnTo>
                  <a:pt x="76187" y="301752"/>
                </a:lnTo>
                <a:lnTo>
                  <a:pt x="73139" y="300228"/>
                </a:lnTo>
                <a:lnTo>
                  <a:pt x="67043" y="294132"/>
                </a:lnTo>
                <a:lnTo>
                  <a:pt x="65519" y="289560"/>
                </a:lnTo>
                <a:lnTo>
                  <a:pt x="65646" y="275653"/>
                </a:lnTo>
                <a:lnTo>
                  <a:pt x="71615" y="266700"/>
                </a:lnTo>
                <a:lnTo>
                  <a:pt x="76187" y="263652"/>
                </a:lnTo>
                <a:lnTo>
                  <a:pt x="83807" y="262128"/>
                </a:lnTo>
                <a:lnTo>
                  <a:pt x="99047" y="262128"/>
                </a:lnTo>
                <a:lnTo>
                  <a:pt x="104482" y="275844"/>
                </a:lnTo>
                <a:lnTo>
                  <a:pt x="109334" y="287274"/>
                </a:lnTo>
                <a:lnTo>
                  <a:pt x="113626" y="296418"/>
                </a:lnTo>
                <a:lnTo>
                  <a:pt x="117335" y="303276"/>
                </a:lnTo>
                <a:lnTo>
                  <a:pt x="121907" y="312420"/>
                </a:lnTo>
                <a:lnTo>
                  <a:pt x="128003" y="318516"/>
                </a:lnTo>
                <a:lnTo>
                  <a:pt x="137147" y="324612"/>
                </a:lnTo>
                <a:lnTo>
                  <a:pt x="141719" y="326136"/>
                </a:lnTo>
                <a:lnTo>
                  <a:pt x="155435" y="326136"/>
                </a:lnTo>
                <a:lnTo>
                  <a:pt x="163055" y="323088"/>
                </a:lnTo>
                <a:lnTo>
                  <a:pt x="173736" y="312420"/>
                </a:lnTo>
                <a:lnTo>
                  <a:pt x="175260" y="306324"/>
                </a:lnTo>
                <a:lnTo>
                  <a:pt x="175260" y="288036"/>
                </a:lnTo>
                <a:lnTo>
                  <a:pt x="172212" y="283464"/>
                </a:lnTo>
                <a:lnTo>
                  <a:pt x="170472" y="280352"/>
                </a:lnTo>
                <a:lnTo>
                  <a:pt x="167436" y="275653"/>
                </a:lnTo>
                <a:lnTo>
                  <a:pt x="162991" y="269544"/>
                </a:lnTo>
                <a:lnTo>
                  <a:pt x="160007" y="265887"/>
                </a:lnTo>
                <a:lnTo>
                  <a:pt x="160007" y="292608"/>
                </a:lnTo>
                <a:lnTo>
                  <a:pt x="158483" y="297180"/>
                </a:lnTo>
                <a:lnTo>
                  <a:pt x="155435" y="300228"/>
                </a:lnTo>
                <a:lnTo>
                  <a:pt x="146291" y="306324"/>
                </a:lnTo>
                <a:lnTo>
                  <a:pt x="135623" y="306324"/>
                </a:lnTo>
                <a:lnTo>
                  <a:pt x="132575" y="304800"/>
                </a:lnTo>
                <a:lnTo>
                  <a:pt x="128003" y="301752"/>
                </a:lnTo>
                <a:lnTo>
                  <a:pt x="120383" y="294132"/>
                </a:lnTo>
                <a:lnTo>
                  <a:pt x="117335" y="286512"/>
                </a:lnTo>
                <a:lnTo>
                  <a:pt x="115671" y="283133"/>
                </a:lnTo>
                <a:lnTo>
                  <a:pt x="113144" y="277749"/>
                </a:lnTo>
                <a:lnTo>
                  <a:pt x="110058" y="270662"/>
                </a:lnTo>
                <a:lnTo>
                  <a:pt x="106667" y="262128"/>
                </a:lnTo>
                <a:lnTo>
                  <a:pt x="147815" y="262128"/>
                </a:lnTo>
                <a:lnTo>
                  <a:pt x="153530" y="269544"/>
                </a:lnTo>
                <a:lnTo>
                  <a:pt x="157340" y="276225"/>
                </a:lnTo>
                <a:lnTo>
                  <a:pt x="159397" y="282282"/>
                </a:lnTo>
                <a:lnTo>
                  <a:pt x="159486" y="283133"/>
                </a:lnTo>
                <a:lnTo>
                  <a:pt x="159524" y="283464"/>
                </a:lnTo>
                <a:lnTo>
                  <a:pt x="159931" y="287274"/>
                </a:lnTo>
                <a:lnTo>
                  <a:pt x="160007" y="292608"/>
                </a:lnTo>
                <a:lnTo>
                  <a:pt x="160007" y="265887"/>
                </a:lnTo>
                <a:lnTo>
                  <a:pt x="156959" y="262128"/>
                </a:lnTo>
                <a:lnTo>
                  <a:pt x="163055" y="262128"/>
                </a:lnTo>
                <a:lnTo>
                  <a:pt x="167627" y="260604"/>
                </a:lnTo>
                <a:lnTo>
                  <a:pt x="170688" y="257556"/>
                </a:lnTo>
                <a:lnTo>
                  <a:pt x="173736" y="256032"/>
                </a:lnTo>
                <a:lnTo>
                  <a:pt x="175260" y="252984"/>
                </a:lnTo>
                <a:lnTo>
                  <a:pt x="175260" y="248412"/>
                </a:lnTo>
                <a:close/>
              </a:path>
              <a:path extrusionOk="0" h="525779" w="175260">
                <a:moveTo>
                  <a:pt x="175260" y="135636"/>
                </a:moveTo>
                <a:lnTo>
                  <a:pt x="161544" y="103632"/>
                </a:lnTo>
                <a:lnTo>
                  <a:pt x="158496" y="105156"/>
                </a:lnTo>
                <a:lnTo>
                  <a:pt x="161544" y="111252"/>
                </a:lnTo>
                <a:lnTo>
                  <a:pt x="161544" y="114300"/>
                </a:lnTo>
                <a:lnTo>
                  <a:pt x="158496" y="117348"/>
                </a:lnTo>
                <a:lnTo>
                  <a:pt x="158496" y="118872"/>
                </a:lnTo>
                <a:lnTo>
                  <a:pt x="155448" y="118872"/>
                </a:lnTo>
                <a:lnTo>
                  <a:pt x="152400" y="120396"/>
                </a:lnTo>
                <a:lnTo>
                  <a:pt x="0" y="120396"/>
                </a:lnTo>
                <a:lnTo>
                  <a:pt x="0" y="126492"/>
                </a:lnTo>
                <a:lnTo>
                  <a:pt x="13716" y="156972"/>
                </a:lnTo>
                <a:lnTo>
                  <a:pt x="16764" y="155448"/>
                </a:lnTo>
                <a:lnTo>
                  <a:pt x="15240" y="152400"/>
                </a:lnTo>
                <a:lnTo>
                  <a:pt x="15240" y="144780"/>
                </a:lnTo>
                <a:lnTo>
                  <a:pt x="16764" y="143256"/>
                </a:lnTo>
                <a:lnTo>
                  <a:pt x="18288" y="143256"/>
                </a:lnTo>
                <a:lnTo>
                  <a:pt x="19812" y="141732"/>
                </a:lnTo>
                <a:lnTo>
                  <a:pt x="22860" y="141732"/>
                </a:lnTo>
                <a:lnTo>
                  <a:pt x="25908" y="140208"/>
                </a:lnTo>
                <a:lnTo>
                  <a:pt x="68580" y="140208"/>
                </a:lnTo>
                <a:lnTo>
                  <a:pt x="57912" y="164592"/>
                </a:lnTo>
                <a:lnTo>
                  <a:pt x="59283" y="175475"/>
                </a:lnTo>
                <a:lnTo>
                  <a:pt x="88049" y="208699"/>
                </a:lnTo>
                <a:lnTo>
                  <a:pt x="121920" y="216408"/>
                </a:lnTo>
                <a:lnTo>
                  <a:pt x="133007" y="215557"/>
                </a:lnTo>
                <a:lnTo>
                  <a:pt x="166890" y="196430"/>
                </a:lnTo>
                <a:lnTo>
                  <a:pt x="168770" y="193548"/>
                </a:lnTo>
                <a:lnTo>
                  <a:pt x="171640" y="189166"/>
                </a:lnTo>
                <a:lnTo>
                  <a:pt x="174371" y="181051"/>
                </a:lnTo>
                <a:lnTo>
                  <a:pt x="175260" y="172212"/>
                </a:lnTo>
                <a:lnTo>
                  <a:pt x="175260" y="166116"/>
                </a:lnTo>
                <a:lnTo>
                  <a:pt x="173736" y="161544"/>
                </a:lnTo>
                <a:lnTo>
                  <a:pt x="172212" y="155448"/>
                </a:lnTo>
                <a:lnTo>
                  <a:pt x="169164" y="150876"/>
                </a:lnTo>
                <a:lnTo>
                  <a:pt x="164592" y="146304"/>
                </a:lnTo>
                <a:lnTo>
                  <a:pt x="160020" y="142646"/>
                </a:lnTo>
                <a:lnTo>
                  <a:pt x="160020" y="153924"/>
                </a:lnTo>
                <a:lnTo>
                  <a:pt x="160020" y="169164"/>
                </a:lnTo>
                <a:lnTo>
                  <a:pt x="122110" y="192963"/>
                </a:lnTo>
                <a:lnTo>
                  <a:pt x="111252" y="193548"/>
                </a:lnTo>
                <a:lnTo>
                  <a:pt x="100393" y="192963"/>
                </a:lnTo>
                <a:lnTo>
                  <a:pt x="65532" y="172212"/>
                </a:lnTo>
                <a:lnTo>
                  <a:pt x="65532" y="161544"/>
                </a:lnTo>
                <a:lnTo>
                  <a:pt x="79248" y="144780"/>
                </a:lnTo>
                <a:lnTo>
                  <a:pt x="83820" y="141732"/>
                </a:lnTo>
                <a:lnTo>
                  <a:pt x="88392" y="140208"/>
                </a:lnTo>
                <a:lnTo>
                  <a:pt x="149352" y="140208"/>
                </a:lnTo>
                <a:lnTo>
                  <a:pt x="156972" y="146304"/>
                </a:lnTo>
                <a:lnTo>
                  <a:pt x="160020" y="153924"/>
                </a:lnTo>
                <a:lnTo>
                  <a:pt x="160020" y="142646"/>
                </a:lnTo>
                <a:lnTo>
                  <a:pt x="156972" y="140208"/>
                </a:lnTo>
                <a:lnTo>
                  <a:pt x="175260" y="140208"/>
                </a:lnTo>
                <a:lnTo>
                  <a:pt x="175260" y="1356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9" name="Google Shape;809;p16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4439411" y="4226051"/>
            <a:ext cx="175260" cy="926592"/>
          </a:xfrm>
          <a:prstGeom prst="rect">
            <a:avLst/>
          </a:prstGeom>
          <a:noFill/>
          <a:ln>
            <a:noFill/>
          </a:ln>
        </p:spPr>
      </p:pic>
      <p:sp>
        <p:nvSpPr>
          <p:cNvPr id="810" name="Google Shape;810;p16"/>
          <p:cNvSpPr/>
          <p:nvPr/>
        </p:nvSpPr>
        <p:spPr>
          <a:xfrm>
            <a:off x="4856988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9144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" name="Google Shape;811;p16"/>
          <p:cNvGrpSpPr/>
          <p:nvPr/>
        </p:nvGrpSpPr>
        <p:grpSpPr>
          <a:xfrm>
            <a:off x="4800600" y="8368284"/>
            <a:ext cx="170688" cy="329184"/>
            <a:chOff x="4800600" y="8368284"/>
            <a:chExt cx="170688" cy="329184"/>
          </a:xfrm>
        </p:grpSpPr>
        <p:pic>
          <p:nvPicPr>
            <p:cNvPr id="812" name="Google Shape;812;p16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4800600" y="8465820"/>
              <a:ext cx="170687" cy="2316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3" name="Google Shape;813;p16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4853940" y="8368284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4" name="Google Shape;814;p16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853939" y="8004047"/>
            <a:ext cx="117348" cy="286511"/>
          </a:xfrm>
          <a:prstGeom prst="rect">
            <a:avLst/>
          </a:prstGeom>
          <a:noFill/>
          <a:ln>
            <a:noFill/>
          </a:ln>
        </p:spPr>
      </p:pic>
      <p:pic>
        <p:nvPicPr>
          <p:cNvPr id="815" name="Google Shape;815;p16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796027" y="6897623"/>
            <a:ext cx="225552" cy="1030224"/>
          </a:xfrm>
          <a:prstGeom prst="rect">
            <a:avLst/>
          </a:prstGeom>
          <a:noFill/>
          <a:ln>
            <a:noFill/>
          </a:ln>
        </p:spPr>
      </p:pic>
      <p:sp>
        <p:nvSpPr>
          <p:cNvPr id="816" name="Google Shape;816;p16"/>
          <p:cNvSpPr/>
          <p:nvPr/>
        </p:nvSpPr>
        <p:spPr>
          <a:xfrm>
            <a:off x="4796015" y="6249924"/>
            <a:ext cx="175895" cy="577850"/>
          </a:xfrm>
          <a:custGeom>
            <a:rect b="b" l="l" r="r" t="t"/>
            <a:pathLst>
              <a:path extrusionOk="0" h="577850" w="175895">
                <a:moveTo>
                  <a:pt x="172212" y="303276"/>
                </a:moveTo>
                <a:lnTo>
                  <a:pt x="169164" y="303276"/>
                </a:lnTo>
                <a:lnTo>
                  <a:pt x="169164" y="309372"/>
                </a:lnTo>
                <a:lnTo>
                  <a:pt x="166116" y="315468"/>
                </a:lnTo>
                <a:lnTo>
                  <a:pt x="166116" y="316992"/>
                </a:lnTo>
                <a:lnTo>
                  <a:pt x="164592" y="318516"/>
                </a:lnTo>
                <a:lnTo>
                  <a:pt x="161544" y="320040"/>
                </a:lnTo>
                <a:lnTo>
                  <a:pt x="0" y="320040"/>
                </a:lnTo>
                <a:lnTo>
                  <a:pt x="0" y="326136"/>
                </a:lnTo>
                <a:lnTo>
                  <a:pt x="13716" y="356616"/>
                </a:lnTo>
                <a:lnTo>
                  <a:pt x="16764" y="355092"/>
                </a:lnTo>
                <a:lnTo>
                  <a:pt x="15240" y="352044"/>
                </a:lnTo>
                <a:lnTo>
                  <a:pt x="13716" y="350520"/>
                </a:lnTo>
                <a:lnTo>
                  <a:pt x="13716" y="345948"/>
                </a:lnTo>
                <a:lnTo>
                  <a:pt x="16764" y="342900"/>
                </a:lnTo>
                <a:lnTo>
                  <a:pt x="19812" y="341376"/>
                </a:lnTo>
                <a:lnTo>
                  <a:pt x="25908" y="341376"/>
                </a:lnTo>
                <a:lnTo>
                  <a:pt x="33528" y="339852"/>
                </a:lnTo>
                <a:lnTo>
                  <a:pt x="153924" y="339852"/>
                </a:lnTo>
                <a:lnTo>
                  <a:pt x="158496" y="341376"/>
                </a:lnTo>
                <a:lnTo>
                  <a:pt x="161544" y="342900"/>
                </a:lnTo>
                <a:lnTo>
                  <a:pt x="164592" y="342900"/>
                </a:lnTo>
                <a:lnTo>
                  <a:pt x="167640" y="345948"/>
                </a:lnTo>
                <a:lnTo>
                  <a:pt x="167640" y="348996"/>
                </a:lnTo>
                <a:lnTo>
                  <a:pt x="169164" y="352044"/>
                </a:lnTo>
                <a:lnTo>
                  <a:pt x="169164" y="356616"/>
                </a:lnTo>
                <a:lnTo>
                  <a:pt x="172212" y="356616"/>
                </a:lnTo>
                <a:lnTo>
                  <a:pt x="172212" y="303276"/>
                </a:lnTo>
                <a:close/>
              </a:path>
              <a:path extrusionOk="0" h="577850" w="175895">
                <a:moveTo>
                  <a:pt x="172212" y="237744"/>
                </a:moveTo>
                <a:lnTo>
                  <a:pt x="169164" y="237744"/>
                </a:lnTo>
                <a:lnTo>
                  <a:pt x="169164" y="242316"/>
                </a:lnTo>
                <a:lnTo>
                  <a:pt x="167640" y="246888"/>
                </a:lnTo>
                <a:lnTo>
                  <a:pt x="166116" y="248412"/>
                </a:lnTo>
                <a:lnTo>
                  <a:pt x="166116" y="249936"/>
                </a:lnTo>
                <a:lnTo>
                  <a:pt x="164592" y="251460"/>
                </a:lnTo>
                <a:lnTo>
                  <a:pt x="161544" y="252984"/>
                </a:lnTo>
                <a:lnTo>
                  <a:pt x="158496" y="252984"/>
                </a:lnTo>
                <a:lnTo>
                  <a:pt x="153924" y="254508"/>
                </a:lnTo>
                <a:lnTo>
                  <a:pt x="0" y="254508"/>
                </a:lnTo>
                <a:lnTo>
                  <a:pt x="0" y="259080"/>
                </a:lnTo>
                <a:lnTo>
                  <a:pt x="13716" y="291084"/>
                </a:lnTo>
                <a:lnTo>
                  <a:pt x="16764" y="288036"/>
                </a:lnTo>
                <a:lnTo>
                  <a:pt x="15240" y="284988"/>
                </a:lnTo>
                <a:lnTo>
                  <a:pt x="13716" y="283464"/>
                </a:lnTo>
                <a:lnTo>
                  <a:pt x="13716" y="278892"/>
                </a:lnTo>
                <a:lnTo>
                  <a:pt x="16764" y="275844"/>
                </a:lnTo>
                <a:lnTo>
                  <a:pt x="19812" y="274320"/>
                </a:lnTo>
                <a:lnTo>
                  <a:pt x="158496" y="274320"/>
                </a:lnTo>
                <a:lnTo>
                  <a:pt x="161544" y="275844"/>
                </a:lnTo>
                <a:lnTo>
                  <a:pt x="164592" y="275844"/>
                </a:lnTo>
                <a:lnTo>
                  <a:pt x="166116" y="277368"/>
                </a:lnTo>
                <a:lnTo>
                  <a:pt x="167640" y="280416"/>
                </a:lnTo>
                <a:lnTo>
                  <a:pt x="167640" y="281940"/>
                </a:lnTo>
                <a:lnTo>
                  <a:pt x="169164" y="284988"/>
                </a:lnTo>
                <a:lnTo>
                  <a:pt x="169164" y="291084"/>
                </a:lnTo>
                <a:lnTo>
                  <a:pt x="172212" y="291084"/>
                </a:lnTo>
                <a:lnTo>
                  <a:pt x="172212" y="237744"/>
                </a:lnTo>
                <a:close/>
              </a:path>
              <a:path extrusionOk="0" h="577850" w="175895">
                <a:moveTo>
                  <a:pt x="175260" y="173736"/>
                </a:moveTo>
                <a:lnTo>
                  <a:pt x="174409" y="164909"/>
                </a:lnTo>
                <a:lnTo>
                  <a:pt x="174307" y="164592"/>
                </a:lnTo>
                <a:lnTo>
                  <a:pt x="171831" y="156781"/>
                </a:lnTo>
                <a:lnTo>
                  <a:pt x="139687" y="129755"/>
                </a:lnTo>
                <a:lnTo>
                  <a:pt x="131064" y="128016"/>
                </a:lnTo>
                <a:lnTo>
                  <a:pt x="129540" y="131064"/>
                </a:lnTo>
                <a:lnTo>
                  <a:pt x="138684" y="134112"/>
                </a:lnTo>
                <a:lnTo>
                  <a:pt x="146304" y="138684"/>
                </a:lnTo>
                <a:lnTo>
                  <a:pt x="149352" y="144780"/>
                </a:lnTo>
                <a:lnTo>
                  <a:pt x="152400" y="149352"/>
                </a:lnTo>
                <a:lnTo>
                  <a:pt x="152488" y="149529"/>
                </a:lnTo>
                <a:lnTo>
                  <a:pt x="155448" y="155448"/>
                </a:lnTo>
                <a:lnTo>
                  <a:pt x="155448" y="163068"/>
                </a:lnTo>
                <a:lnTo>
                  <a:pt x="132765" y="196265"/>
                </a:lnTo>
                <a:lnTo>
                  <a:pt x="102108" y="202692"/>
                </a:lnTo>
                <a:lnTo>
                  <a:pt x="102108" y="152400"/>
                </a:lnTo>
                <a:lnTo>
                  <a:pt x="102108" y="128016"/>
                </a:lnTo>
                <a:lnTo>
                  <a:pt x="94488" y="128676"/>
                </a:lnTo>
                <a:lnTo>
                  <a:pt x="94488" y="152400"/>
                </a:lnTo>
                <a:lnTo>
                  <a:pt x="94488" y="202692"/>
                </a:lnTo>
                <a:lnTo>
                  <a:pt x="85344" y="202692"/>
                </a:lnTo>
                <a:lnTo>
                  <a:pt x="77724" y="199644"/>
                </a:lnTo>
                <a:lnTo>
                  <a:pt x="73152" y="193548"/>
                </a:lnTo>
                <a:lnTo>
                  <a:pt x="67056" y="188976"/>
                </a:lnTo>
                <a:lnTo>
                  <a:pt x="65532" y="182841"/>
                </a:lnTo>
                <a:lnTo>
                  <a:pt x="65532" y="172212"/>
                </a:lnTo>
                <a:lnTo>
                  <a:pt x="79248" y="155448"/>
                </a:lnTo>
                <a:lnTo>
                  <a:pt x="82296" y="153924"/>
                </a:lnTo>
                <a:lnTo>
                  <a:pt x="86868" y="152400"/>
                </a:lnTo>
                <a:lnTo>
                  <a:pt x="94488" y="152400"/>
                </a:lnTo>
                <a:lnTo>
                  <a:pt x="94488" y="128676"/>
                </a:lnTo>
                <a:lnTo>
                  <a:pt x="60579" y="153733"/>
                </a:lnTo>
                <a:lnTo>
                  <a:pt x="60540" y="153924"/>
                </a:lnTo>
                <a:lnTo>
                  <a:pt x="58534" y="161861"/>
                </a:lnTo>
                <a:lnTo>
                  <a:pt x="58458" y="163068"/>
                </a:lnTo>
                <a:lnTo>
                  <a:pt x="58343" y="164592"/>
                </a:lnTo>
                <a:lnTo>
                  <a:pt x="58318" y="164909"/>
                </a:lnTo>
                <a:lnTo>
                  <a:pt x="57912" y="170688"/>
                </a:lnTo>
                <a:lnTo>
                  <a:pt x="73152" y="207264"/>
                </a:lnTo>
                <a:lnTo>
                  <a:pt x="117348" y="220980"/>
                </a:lnTo>
                <a:lnTo>
                  <a:pt x="130213" y="220129"/>
                </a:lnTo>
                <a:lnTo>
                  <a:pt x="165620" y="199885"/>
                </a:lnTo>
                <a:lnTo>
                  <a:pt x="174142" y="182841"/>
                </a:lnTo>
                <a:lnTo>
                  <a:pt x="175260" y="173736"/>
                </a:lnTo>
                <a:close/>
              </a:path>
              <a:path extrusionOk="0" h="577850" w="175895">
                <a:moveTo>
                  <a:pt x="175260" y="30480"/>
                </a:moveTo>
                <a:lnTo>
                  <a:pt x="161544" y="0"/>
                </a:lnTo>
                <a:lnTo>
                  <a:pt x="158496" y="0"/>
                </a:lnTo>
                <a:lnTo>
                  <a:pt x="160020" y="4572"/>
                </a:lnTo>
                <a:lnTo>
                  <a:pt x="160020" y="12192"/>
                </a:lnTo>
                <a:lnTo>
                  <a:pt x="158496" y="12192"/>
                </a:lnTo>
                <a:lnTo>
                  <a:pt x="155448" y="15240"/>
                </a:lnTo>
                <a:lnTo>
                  <a:pt x="149352" y="15240"/>
                </a:lnTo>
                <a:lnTo>
                  <a:pt x="141732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3716" y="45720"/>
                </a:lnTo>
                <a:lnTo>
                  <a:pt x="13716" y="42672"/>
                </a:lnTo>
                <a:lnTo>
                  <a:pt x="15240" y="41148"/>
                </a:lnTo>
                <a:lnTo>
                  <a:pt x="15240" y="39624"/>
                </a:lnTo>
                <a:lnTo>
                  <a:pt x="16764" y="38100"/>
                </a:lnTo>
                <a:lnTo>
                  <a:pt x="19812" y="38100"/>
                </a:lnTo>
                <a:lnTo>
                  <a:pt x="22860" y="36576"/>
                </a:lnTo>
                <a:lnTo>
                  <a:pt x="67056" y="36576"/>
                </a:lnTo>
                <a:lnTo>
                  <a:pt x="60960" y="42672"/>
                </a:lnTo>
                <a:lnTo>
                  <a:pt x="57912" y="50292"/>
                </a:lnTo>
                <a:lnTo>
                  <a:pt x="57912" y="59436"/>
                </a:lnTo>
                <a:lnTo>
                  <a:pt x="77724" y="97536"/>
                </a:lnTo>
                <a:lnTo>
                  <a:pt x="120396" y="112776"/>
                </a:lnTo>
                <a:lnTo>
                  <a:pt x="132168" y="111925"/>
                </a:lnTo>
                <a:lnTo>
                  <a:pt x="166268" y="91948"/>
                </a:lnTo>
                <a:lnTo>
                  <a:pt x="175260" y="68580"/>
                </a:lnTo>
                <a:lnTo>
                  <a:pt x="175171" y="62103"/>
                </a:lnTo>
                <a:lnTo>
                  <a:pt x="173736" y="56388"/>
                </a:lnTo>
                <a:lnTo>
                  <a:pt x="170688" y="51816"/>
                </a:lnTo>
                <a:lnTo>
                  <a:pt x="167640" y="45720"/>
                </a:lnTo>
                <a:lnTo>
                  <a:pt x="163068" y="41148"/>
                </a:lnTo>
                <a:lnTo>
                  <a:pt x="160020" y="38862"/>
                </a:lnTo>
                <a:lnTo>
                  <a:pt x="160020" y="48768"/>
                </a:lnTo>
                <a:lnTo>
                  <a:pt x="160020" y="56388"/>
                </a:lnTo>
                <a:lnTo>
                  <a:pt x="131445" y="86868"/>
                </a:lnTo>
                <a:lnTo>
                  <a:pt x="110426" y="89877"/>
                </a:lnTo>
                <a:lnTo>
                  <a:pt x="109093" y="89877"/>
                </a:lnTo>
                <a:lnTo>
                  <a:pt x="68580" y="73152"/>
                </a:lnTo>
                <a:lnTo>
                  <a:pt x="65532" y="67056"/>
                </a:lnTo>
                <a:lnTo>
                  <a:pt x="65532" y="53340"/>
                </a:lnTo>
                <a:lnTo>
                  <a:pt x="68580" y="48768"/>
                </a:lnTo>
                <a:lnTo>
                  <a:pt x="70104" y="45720"/>
                </a:lnTo>
                <a:lnTo>
                  <a:pt x="74676" y="42672"/>
                </a:lnTo>
                <a:lnTo>
                  <a:pt x="77724" y="39624"/>
                </a:lnTo>
                <a:lnTo>
                  <a:pt x="82296" y="38100"/>
                </a:lnTo>
                <a:lnTo>
                  <a:pt x="88392" y="36576"/>
                </a:lnTo>
                <a:lnTo>
                  <a:pt x="147828" y="36576"/>
                </a:lnTo>
                <a:lnTo>
                  <a:pt x="155448" y="42672"/>
                </a:lnTo>
                <a:lnTo>
                  <a:pt x="160020" y="48768"/>
                </a:lnTo>
                <a:lnTo>
                  <a:pt x="160020" y="38862"/>
                </a:lnTo>
                <a:lnTo>
                  <a:pt x="156972" y="36576"/>
                </a:lnTo>
                <a:lnTo>
                  <a:pt x="175260" y="36576"/>
                </a:lnTo>
                <a:lnTo>
                  <a:pt x="175260" y="30480"/>
                </a:lnTo>
                <a:close/>
              </a:path>
              <a:path extrusionOk="0" h="577850" w="175895">
                <a:moveTo>
                  <a:pt x="175272" y="530352"/>
                </a:moveTo>
                <a:lnTo>
                  <a:pt x="156768" y="495998"/>
                </a:lnTo>
                <a:lnTo>
                  <a:pt x="129552" y="484632"/>
                </a:lnTo>
                <a:lnTo>
                  <a:pt x="128028" y="487680"/>
                </a:lnTo>
                <a:lnTo>
                  <a:pt x="137172" y="492252"/>
                </a:lnTo>
                <a:lnTo>
                  <a:pt x="144792" y="496824"/>
                </a:lnTo>
                <a:lnTo>
                  <a:pt x="147840" y="499872"/>
                </a:lnTo>
                <a:lnTo>
                  <a:pt x="152412" y="507492"/>
                </a:lnTo>
                <a:lnTo>
                  <a:pt x="155460" y="513588"/>
                </a:lnTo>
                <a:lnTo>
                  <a:pt x="155460" y="521208"/>
                </a:lnTo>
                <a:lnTo>
                  <a:pt x="132168" y="552640"/>
                </a:lnTo>
                <a:lnTo>
                  <a:pt x="105168" y="557784"/>
                </a:lnTo>
                <a:lnTo>
                  <a:pt x="95681" y="557212"/>
                </a:lnTo>
                <a:lnTo>
                  <a:pt x="65544" y="537972"/>
                </a:lnTo>
                <a:lnTo>
                  <a:pt x="65544" y="521208"/>
                </a:lnTo>
                <a:lnTo>
                  <a:pt x="71640" y="515112"/>
                </a:lnTo>
                <a:lnTo>
                  <a:pt x="74688" y="513588"/>
                </a:lnTo>
                <a:lnTo>
                  <a:pt x="83832" y="513588"/>
                </a:lnTo>
                <a:lnTo>
                  <a:pt x="88404" y="512064"/>
                </a:lnTo>
                <a:lnTo>
                  <a:pt x="86880" y="489204"/>
                </a:lnTo>
                <a:lnTo>
                  <a:pt x="77736" y="489204"/>
                </a:lnTo>
                <a:lnTo>
                  <a:pt x="57924" y="525780"/>
                </a:lnTo>
                <a:lnTo>
                  <a:pt x="58801" y="535787"/>
                </a:lnTo>
                <a:lnTo>
                  <a:pt x="82613" y="569239"/>
                </a:lnTo>
                <a:lnTo>
                  <a:pt x="115836" y="577596"/>
                </a:lnTo>
                <a:lnTo>
                  <a:pt x="128714" y="576745"/>
                </a:lnTo>
                <a:lnTo>
                  <a:pt x="165620" y="556717"/>
                </a:lnTo>
                <a:lnTo>
                  <a:pt x="174142" y="540092"/>
                </a:lnTo>
                <a:lnTo>
                  <a:pt x="175272" y="530352"/>
                </a:lnTo>
                <a:close/>
              </a:path>
              <a:path extrusionOk="0" h="577850" w="175895">
                <a:moveTo>
                  <a:pt x="175272" y="390144"/>
                </a:moveTo>
                <a:lnTo>
                  <a:pt x="174129" y="383527"/>
                </a:lnTo>
                <a:lnTo>
                  <a:pt x="170700" y="377190"/>
                </a:lnTo>
                <a:lnTo>
                  <a:pt x="164985" y="370865"/>
                </a:lnTo>
                <a:lnTo>
                  <a:pt x="156984" y="364236"/>
                </a:lnTo>
                <a:lnTo>
                  <a:pt x="150888" y="364236"/>
                </a:lnTo>
                <a:lnTo>
                  <a:pt x="158508" y="371856"/>
                </a:lnTo>
                <a:lnTo>
                  <a:pt x="158508" y="373380"/>
                </a:lnTo>
                <a:lnTo>
                  <a:pt x="160032" y="374904"/>
                </a:lnTo>
                <a:lnTo>
                  <a:pt x="160032" y="377952"/>
                </a:lnTo>
                <a:lnTo>
                  <a:pt x="156984" y="381000"/>
                </a:lnTo>
                <a:lnTo>
                  <a:pt x="155460" y="381000"/>
                </a:lnTo>
                <a:lnTo>
                  <a:pt x="153936" y="382524"/>
                </a:lnTo>
                <a:lnTo>
                  <a:pt x="77736" y="382524"/>
                </a:lnTo>
                <a:lnTo>
                  <a:pt x="68592" y="387096"/>
                </a:lnTo>
                <a:lnTo>
                  <a:pt x="65544" y="390144"/>
                </a:lnTo>
                <a:lnTo>
                  <a:pt x="62496" y="394716"/>
                </a:lnTo>
                <a:lnTo>
                  <a:pt x="60490" y="400481"/>
                </a:lnTo>
                <a:lnTo>
                  <a:pt x="60413" y="400812"/>
                </a:lnTo>
                <a:lnTo>
                  <a:pt x="59067" y="406527"/>
                </a:lnTo>
                <a:lnTo>
                  <a:pt x="58204" y="413156"/>
                </a:lnTo>
                <a:lnTo>
                  <a:pt x="58102" y="423672"/>
                </a:lnTo>
                <a:lnTo>
                  <a:pt x="58470" y="429463"/>
                </a:lnTo>
                <a:lnTo>
                  <a:pt x="77736" y="461772"/>
                </a:lnTo>
                <a:lnTo>
                  <a:pt x="88404" y="461772"/>
                </a:lnTo>
                <a:lnTo>
                  <a:pt x="94500" y="458724"/>
                </a:lnTo>
                <a:lnTo>
                  <a:pt x="96024" y="457200"/>
                </a:lnTo>
                <a:lnTo>
                  <a:pt x="97548" y="454152"/>
                </a:lnTo>
                <a:lnTo>
                  <a:pt x="97548" y="449580"/>
                </a:lnTo>
                <a:lnTo>
                  <a:pt x="96024" y="446532"/>
                </a:lnTo>
                <a:lnTo>
                  <a:pt x="94500" y="445008"/>
                </a:lnTo>
                <a:lnTo>
                  <a:pt x="91452" y="443484"/>
                </a:lnTo>
                <a:lnTo>
                  <a:pt x="89928" y="441960"/>
                </a:lnTo>
                <a:lnTo>
                  <a:pt x="74688" y="441960"/>
                </a:lnTo>
                <a:lnTo>
                  <a:pt x="71640" y="440436"/>
                </a:lnTo>
                <a:lnTo>
                  <a:pt x="68783" y="437578"/>
                </a:lnTo>
                <a:lnTo>
                  <a:pt x="68529" y="437273"/>
                </a:lnTo>
                <a:lnTo>
                  <a:pt x="67068" y="434340"/>
                </a:lnTo>
                <a:lnTo>
                  <a:pt x="65544" y="429768"/>
                </a:lnTo>
                <a:lnTo>
                  <a:pt x="65544" y="417576"/>
                </a:lnTo>
                <a:lnTo>
                  <a:pt x="67068" y="411480"/>
                </a:lnTo>
                <a:lnTo>
                  <a:pt x="71640" y="408432"/>
                </a:lnTo>
                <a:lnTo>
                  <a:pt x="74688" y="403860"/>
                </a:lnTo>
                <a:lnTo>
                  <a:pt x="82308" y="402336"/>
                </a:lnTo>
                <a:lnTo>
                  <a:pt x="99072" y="402336"/>
                </a:lnTo>
                <a:lnTo>
                  <a:pt x="103619" y="416077"/>
                </a:lnTo>
                <a:lnTo>
                  <a:pt x="108026" y="427672"/>
                </a:lnTo>
                <a:lnTo>
                  <a:pt x="112141" y="437273"/>
                </a:lnTo>
                <a:lnTo>
                  <a:pt x="115836" y="445008"/>
                </a:lnTo>
                <a:lnTo>
                  <a:pt x="121932" y="452628"/>
                </a:lnTo>
                <a:lnTo>
                  <a:pt x="126504" y="458724"/>
                </a:lnTo>
                <a:lnTo>
                  <a:pt x="132600" y="461772"/>
                </a:lnTo>
                <a:lnTo>
                  <a:pt x="135648" y="464820"/>
                </a:lnTo>
                <a:lnTo>
                  <a:pt x="140220" y="466344"/>
                </a:lnTo>
                <a:lnTo>
                  <a:pt x="153936" y="466344"/>
                </a:lnTo>
                <a:lnTo>
                  <a:pt x="161556" y="463296"/>
                </a:lnTo>
                <a:lnTo>
                  <a:pt x="172224" y="452628"/>
                </a:lnTo>
                <a:lnTo>
                  <a:pt x="175272" y="446532"/>
                </a:lnTo>
                <a:lnTo>
                  <a:pt x="175272" y="434340"/>
                </a:lnTo>
                <a:lnTo>
                  <a:pt x="173748" y="428244"/>
                </a:lnTo>
                <a:lnTo>
                  <a:pt x="172224" y="423672"/>
                </a:lnTo>
                <a:lnTo>
                  <a:pt x="170243" y="421411"/>
                </a:lnTo>
                <a:lnTo>
                  <a:pt x="166700" y="417004"/>
                </a:lnTo>
                <a:lnTo>
                  <a:pt x="161721" y="410603"/>
                </a:lnTo>
                <a:lnTo>
                  <a:pt x="160032" y="408381"/>
                </a:lnTo>
                <a:lnTo>
                  <a:pt x="160032" y="432816"/>
                </a:lnTo>
                <a:lnTo>
                  <a:pt x="157060" y="437273"/>
                </a:lnTo>
                <a:lnTo>
                  <a:pt x="156794" y="437578"/>
                </a:lnTo>
                <a:lnTo>
                  <a:pt x="153936" y="440436"/>
                </a:lnTo>
                <a:lnTo>
                  <a:pt x="150888" y="445008"/>
                </a:lnTo>
                <a:lnTo>
                  <a:pt x="144792" y="446532"/>
                </a:lnTo>
                <a:lnTo>
                  <a:pt x="135648" y="446532"/>
                </a:lnTo>
                <a:lnTo>
                  <a:pt x="109728" y="410603"/>
                </a:lnTo>
                <a:lnTo>
                  <a:pt x="106692" y="402336"/>
                </a:lnTo>
                <a:lnTo>
                  <a:pt x="147840" y="402336"/>
                </a:lnTo>
                <a:lnTo>
                  <a:pt x="152958" y="410032"/>
                </a:lnTo>
                <a:lnTo>
                  <a:pt x="160032" y="432816"/>
                </a:lnTo>
                <a:lnTo>
                  <a:pt x="160032" y="408381"/>
                </a:lnTo>
                <a:lnTo>
                  <a:pt x="155460" y="402336"/>
                </a:lnTo>
                <a:lnTo>
                  <a:pt x="163080" y="402336"/>
                </a:lnTo>
                <a:lnTo>
                  <a:pt x="167652" y="400812"/>
                </a:lnTo>
                <a:lnTo>
                  <a:pt x="170700" y="399288"/>
                </a:lnTo>
                <a:lnTo>
                  <a:pt x="173748" y="396240"/>
                </a:lnTo>
                <a:lnTo>
                  <a:pt x="175272" y="393192"/>
                </a:lnTo>
                <a:lnTo>
                  <a:pt x="175272" y="3901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" name="Google Shape;817;p16"/>
          <p:cNvGrpSpPr/>
          <p:nvPr/>
        </p:nvGrpSpPr>
        <p:grpSpPr>
          <a:xfrm>
            <a:off x="4796027" y="5618988"/>
            <a:ext cx="225551" cy="557783"/>
            <a:chOff x="4796027" y="5618988"/>
            <a:chExt cx="225551" cy="557783"/>
          </a:xfrm>
        </p:grpSpPr>
        <p:pic>
          <p:nvPicPr>
            <p:cNvPr id="818" name="Google Shape;818;p16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796027" y="5769863"/>
              <a:ext cx="225551" cy="4069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9" name="Google Shape;819;p16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4853939" y="5670804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0" name="Google Shape;820;p16"/>
            <p:cNvSpPr/>
            <p:nvPr/>
          </p:nvSpPr>
          <p:spPr>
            <a:xfrm>
              <a:off x="4943855" y="5618988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3048" y="22860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9812" y="1524"/>
                  </a:lnTo>
                  <a:lnTo>
                    <a:pt x="22860" y="4572"/>
                  </a:lnTo>
                  <a:lnTo>
                    <a:pt x="25908" y="6096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5908" y="21336"/>
                  </a:lnTo>
                  <a:lnTo>
                    <a:pt x="22860" y="22860"/>
                  </a:lnTo>
                  <a:lnTo>
                    <a:pt x="19812" y="25908"/>
                  </a:lnTo>
                  <a:lnTo>
                    <a:pt x="1676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" name="Google Shape;821;p16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22" name="Google Shape;822;p16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3" name="Google Shape;823;p16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24" name="Google Shape;824;p16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5" name="Google Shape;825;p16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6" name="Google Shape;826;p16"/>
          <p:cNvGrpSpPr/>
          <p:nvPr/>
        </p:nvGrpSpPr>
        <p:grpSpPr>
          <a:xfrm>
            <a:off x="6655307" y="1757172"/>
            <a:ext cx="117349" cy="154178"/>
            <a:chOff x="6655307" y="1757172"/>
            <a:chExt cx="117349" cy="154178"/>
          </a:xfrm>
        </p:grpSpPr>
        <p:sp>
          <p:nvSpPr>
            <p:cNvPr id="827" name="Google Shape;827;p16"/>
            <p:cNvSpPr/>
            <p:nvPr/>
          </p:nvSpPr>
          <p:spPr>
            <a:xfrm>
              <a:off x="6655307" y="185166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2775" y="6095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28" name="Google Shape;828;p16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6655308" y="1757172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2" name="Shape 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3" name="Google Shape;833;p17"/>
          <p:cNvGrpSpPr/>
          <p:nvPr/>
        </p:nvGrpSpPr>
        <p:grpSpPr>
          <a:xfrm>
            <a:off x="1446275" y="7761732"/>
            <a:ext cx="334009" cy="943483"/>
            <a:chOff x="1446275" y="7761732"/>
            <a:chExt cx="334009" cy="943483"/>
          </a:xfrm>
        </p:grpSpPr>
        <p:sp>
          <p:nvSpPr>
            <p:cNvPr id="834" name="Google Shape;834;p17"/>
            <p:cNvSpPr/>
            <p:nvPr/>
          </p:nvSpPr>
          <p:spPr>
            <a:xfrm>
              <a:off x="1446275" y="8366760"/>
              <a:ext cx="327660" cy="338455"/>
            </a:xfrm>
            <a:custGeom>
              <a:rect b="b" l="l" r="r" t="t"/>
              <a:pathLst>
                <a:path extrusionOk="0" h="338454" w="327660">
                  <a:moveTo>
                    <a:pt x="327660" y="338327"/>
                  </a:moveTo>
                  <a:lnTo>
                    <a:pt x="320040" y="338327"/>
                  </a:lnTo>
                  <a:lnTo>
                    <a:pt x="320040" y="326135"/>
                  </a:lnTo>
                  <a:lnTo>
                    <a:pt x="319420" y="316682"/>
                  </a:lnTo>
                  <a:lnTo>
                    <a:pt x="284059" y="291393"/>
                  </a:lnTo>
                  <a:lnTo>
                    <a:pt x="269748" y="291083"/>
                  </a:lnTo>
                  <a:lnTo>
                    <a:pt x="57912" y="291083"/>
                  </a:lnTo>
                  <a:lnTo>
                    <a:pt x="16764" y="298703"/>
                  </a:lnTo>
                  <a:lnTo>
                    <a:pt x="7620" y="318515"/>
                  </a:lnTo>
                  <a:lnTo>
                    <a:pt x="7620" y="338327"/>
                  </a:lnTo>
                  <a:lnTo>
                    <a:pt x="0" y="338327"/>
                  </a:lnTo>
                  <a:lnTo>
                    <a:pt x="0" y="198119"/>
                  </a:lnTo>
                  <a:lnTo>
                    <a:pt x="7620" y="198119"/>
                  </a:lnTo>
                  <a:lnTo>
                    <a:pt x="7620" y="217931"/>
                  </a:lnTo>
                  <a:lnTo>
                    <a:pt x="10668" y="225551"/>
                  </a:lnTo>
                  <a:lnTo>
                    <a:pt x="47124" y="245102"/>
                  </a:lnTo>
                  <a:lnTo>
                    <a:pt x="57912" y="245363"/>
                  </a:lnTo>
                  <a:lnTo>
                    <a:pt x="150876" y="245363"/>
                  </a:lnTo>
                  <a:lnTo>
                    <a:pt x="150876" y="92963"/>
                  </a:lnTo>
                  <a:lnTo>
                    <a:pt x="57912" y="92963"/>
                  </a:lnTo>
                  <a:lnTo>
                    <a:pt x="16764" y="100583"/>
                  </a:lnTo>
                  <a:lnTo>
                    <a:pt x="7620" y="120395"/>
                  </a:lnTo>
                  <a:lnTo>
                    <a:pt x="7620" y="140207"/>
                  </a:lnTo>
                  <a:lnTo>
                    <a:pt x="0" y="140207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9811"/>
                  </a:lnTo>
                  <a:lnTo>
                    <a:pt x="10668" y="27432"/>
                  </a:lnTo>
                  <a:lnTo>
                    <a:pt x="47124" y="46982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7848" y="42671"/>
                  </a:lnTo>
                  <a:lnTo>
                    <a:pt x="320040" y="19811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7"/>
                  </a:lnTo>
                  <a:lnTo>
                    <a:pt x="320040" y="140207"/>
                  </a:lnTo>
                  <a:lnTo>
                    <a:pt x="320040" y="128015"/>
                  </a:lnTo>
                  <a:lnTo>
                    <a:pt x="319420" y="119205"/>
                  </a:lnTo>
                  <a:lnTo>
                    <a:pt x="284059" y="93273"/>
                  </a:lnTo>
                  <a:lnTo>
                    <a:pt x="269748" y="92963"/>
                  </a:lnTo>
                  <a:lnTo>
                    <a:pt x="169164" y="92963"/>
                  </a:lnTo>
                  <a:lnTo>
                    <a:pt x="169164" y="245363"/>
                  </a:lnTo>
                  <a:lnTo>
                    <a:pt x="269748" y="245363"/>
                  </a:lnTo>
                  <a:lnTo>
                    <a:pt x="307848" y="240791"/>
                  </a:lnTo>
                  <a:lnTo>
                    <a:pt x="320040" y="217931"/>
                  </a:lnTo>
                  <a:lnTo>
                    <a:pt x="320040" y="198119"/>
                  </a:lnTo>
                  <a:lnTo>
                    <a:pt x="327660" y="198119"/>
                  </a:lnTo>
                  <a:lnTo>
                    <a:pt x="327660" y="33832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35" name="Google Shape;835;p17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59" y="8127492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36" name="Google Shape;836;p17"/>
            <p:cNvSpPr/>
            <p:nvPr/>
          </p:nvSpPr>
          <p:spPr>
            <a:xfrm>
              <a:off x="1552955" y="7761732"/>
              <a:ext cx="227329" cy="346075"/>
            </a:xfrm>
            <a:custGeom>
              <a:rect b="b" l="l" r="r" t="t"/>
              <a:pathLst>
                <a:path extrusionOk="0" h="346075" w="227330">
                  <a:moveTo>
                    <a:pt x="7619" y="345948"/>
                  </a:moveTo>
                  <a:lnTo>
                    <a:pt x="0" y="345948"/>
                  </a:lnTo>
                  <a:lnTo>
                    <a:pt x="0" y="251460"/>
                  </a:lnTo>
                  <a:lnTo>
                    <a:pt x="7619" y="251460"/>
                  </a:lnTo>
                  <a:lnTo>
                    <a:pt x="9143" y="260604"/>
                  </a:lnTo>
                  <a:lnTo>
                    <a:pt x="10667" y="266700"/>
                  </a:lnTo>
                  <a:lnTo>
                    <a:pt x="15239" y="271272"/>
                  </a:lnTo>
                  <a:lnTo>
                    <a:pt x="18287" y="272796"/>
                  </a:lnTo>
                  <a:lnTo>
                    <a:pt x="28955" y="272796"/>
                  </a:lnTo>
                  <a:lnTo>
                    <a:pt x="35051" y="271272"/>
                  </a:lnTo>
                  <a:lnTo>
                    <a:pt x="41147" y="268224"/>
                  </a:lnTo>
                  <a:lnTo>
                    <a:pt x="164591" y="220980"/>
                  </a:lnTo>
                  <a:lnTo>
                    <a:pt x="65531" y="175260"/>
                  </a:lnTo>
                  <a:lnTo>
                    <a:pt x="26336" y="190261"/>
                  </a:lnTo>
                  <a:lnTo>
                    <a:pt x="20573" y="193929"/>
                  </a:lnTo>
                  <a:lnTo>
                    <a:pt x="7619" y="222504"/>
                  </a:lnTo>
                  <a:lnTo>
                    <a:pt x="0" y="222504"/>
                  </a:lnTo>
                  <a:lnTo>
                    <a:pt x="0" y="117348"/>
                  </a:lnTo>
                  <a:lnTo>
                    <a:pt x="7619" y="117348"/>
                  </a:lnTo>
                  <a:lnTo>
                    <a:pt x="8810" y="125658"/>
                  </a:lnTo>
                  <a:lnTo>
                    <a:pt x="10286" y="132397"/>
                  </a:lnTo>
                  <a:lnTo>
                    <a:pt x="12334" y="137707"/>
                  </a:lnTo>
                  <a:lnTo>
                    <a:pt x="15239" y="141731"/>
                  </a:lnTo>
                  <a:lnTo>
                    <a:pt x="18287" y="144779"/>
                  </a:lnTo>
                  <a:lnTo>
                    <a:pt x="21335" y="146304"/>
                  </a:lnTo>
                  <a:lnTo>
                    <a:pt x="35051" y="146304"/>
                  </a:lnTo>
                  <a:lnTo>
                    <a:pt x="38099" y="144779"/>
                  </a:lnTo>
                  <a:lnTo>
                    <a:pt x="163067" y="94488"/>
                  </a:lnTo>
                  <a:lnTo>
                    <a:pt x="42671" y="48767"/>
                  </a:lnTo>
                  <a:lnTo>
                    <a:pt x="33527" y="45720"/>
                  </a:lnTo>
                  <a:lnTo>
                    <a:pt x="25907" y="44196"/>
                  </a:lnTo>
                  <a:lnTo>
                    <a:pt x="18287" y="44196"/>
                  </a:lnTo>
                  <a:lnTo>
                    <a:pt x="7619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1072" y="9477"/>
                  </a:lnTo>
                  <a:lnTo>
                    <a:pt x="16954" y="17526"/>
                  </a:lnTo>
                  <a:lnTo>
                    <a:pt x="25407" y="24431"/>
                  </a:lnTo>
                  <a:lnTo>
                    <a:pt x="36575" y="30480"/>
                  </a:lnTo>
                  <a:lnTo>
                    <a:pt x="227076" y="103631"/>
                  </a:lnTo>
                  <a:lnTo>
                    <a:pt x="227076" y="111252"/>
                  </a:lnTo>
                  <a:lnTo>
                    <a:pt x="85343" y="167640"/>
                  </a:lnTo>
                  <a:lnTo>
                    <a:pt x="227076" y="233172"/>
                  </a:lnTo>
                  <a:lnTo>
                    <a:pt x="227076" y="239268"/>
                  </a:lnTo>
                  <a:lnTo>
                    <a:pt x="42671" y="310896"/>
                  </a:lnTo>
                  <a:lnTo>
                    <a:pt x="10667" y="335280"/>
                  </a:lnTo>
                  <a:lnTo>
                    <a:pt x="7619" y="3459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" name="Google Shape;837;p17"/>
          <p:cNvGrpSpPr/>
          <p:nvPr/>
        </p:nvGrpSpPr>
        <p:grpSpPr>
          <a:xfrm>
            <a:off x="1431036" y="6740652"/>
            <a:ext cx="349250" cy="874776"/>
            <a:chOff x="1431036" y="6740652"/>
            <a:chExt cx="349250" cy="874776"/>
          </a:xfrm>
        </p:grpSpPr>
        <p:sp>
          <p:nvSpPr>
            <p:cNvPr id="838" name="Google Shape;838;p17"/>
            <p:cNvSpPr/>
            <p:nvPr/>
          </p:nvSpPr>
          <p:spPr>
            <a:xfrm>
              <a:off x="1431036" y="7386828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813"/>
                  </a:lnTo>
                  <a:lnTo>
                    <a:pt x="287083" y="34290"/>
                  </a:lnTo>
                  <a:lnTo>
                    <a:pt x="296965" y="33766"/>
                  </a:lnTo>
                  <a:lnTo>
                    <a:pt x="303275" y="33528"/>
                  </a:lnTo>
                  <a:lnTo>
                    <a:pt x="309371" y="32004"/>
                  </a:lnTo>
                  <a:lnTo>
                    <a:pt x="312419" y="30480"/>
                  </a:lnTo>
                  <a:lnTo>
                    <a:pt x="315467" y="27432"/>
                  </a:lnTo>
                  <a:lnTo>
                    <a:pt x="318515" y="21336"/>
                  </a:lnTo>
                  <a:lnTo>
                    <a:pt x="318515" y="13716"/>
                  </a:lnTo>
                  <a:lnTo>
                    <a:pt x="316991" y="9144"/>
                  </a:lnTo>
                  <a:lnTo>
                    <a:pt x="313943" y="1524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8268" y="74676"/>
                  </a:lnTo>
                  <a:lnTo>
                    <a:pt x="63245" y="74866"/>
                  </a:lnTo>
                  <a:lnTo>
                    <a:pt x="55575" y="75223"/>
                  </a:lnTo>
                  <a:lnTo>
                    <a:pt x="54210" y="75223"/>
                  </a:lnTo>
                  <a:lnTo>
                    <a:pt x="47243" y="76200"/>
                  </a:lnTo>
                  <a:lnTo>
                    <a:pt x="41147" y="77724"/>
                  </a:lnTo>
                  <a:lnTo>
                    <a:pt x="36790" y="79176"/>
                  </a:lnTo>
                  <a:lnTo>
                    <a:pt x="36647" y="79176"/>
                  </a:lnTo>
                  <a:lnTo>
                    <a:pt x="35052" y="80772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0789"/>
                  </a:lnTo>
                  <a:lnTo>
                    <a:pt x="155447" y="198120"/>
                  </a:lnTo>
                  <a:lnTo>
                    <a:pt x="125920" y="164020"/>
                  </a:lnTo>
                  <a:lnTo>
                    <a:pt x="115823" y="121920"/>
                  </a:lnTo>
                  <a:lnTo>
                    <a:pt x="117205" y="107894"/>
                  </a:lnTo>
                  <a:lnTo>
                    <a:pt x="121157" y="95440"/>
                  </a:lnTo>
                  <a:lnTo>
                    <a:pt x="127396" y="84415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5223"/>
                  </a:lnTo>
                  <a:lnTo>
                    <a:pt x="173164" y="76771"/>
                  </a:lnTo>
                  <a:lnTo>
                    <a:pt x="138683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50876" y="161544"/>
                  </a:lnTo>
                  <a:lnTo>
                    <a:pt x="201453" y="182975"/>
                  </a:lnTo>
                  <a:lnTo>
                    <a:pt x="224027" y="184404"/>
                  </a:lnTo>
                  <a:lnTo>
                    <a:pt x="334566" y="184404"/>
                  </a:lnTo>
                  <a:lnTo>
                    <a:pt x="332922" y="187118"/>
                  </a:lnTo>
                  <a:lnTo>
                    <a:pt x="320040" y="201168"/>
                  </a:lnTo>
                  <a:lnTo>
                    <a:pt x="303395" y="213169"/>
                  </a:lnTo>
                  <a:lnTo>
                    <a:pt x="285178" y="221742"/>
                  </a:lnTo>
                  <a:lnTo>
                    <a:pt x="264961" y="226885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4566" y="184404"/>
                  </a:moveTo>
                  <a:lnTo>
                    <a:pt x="224027" y="184404"/>
                  </a:lnTo>
                  <a:lnTo>
                    <a:pt x="246984" y="182975"/>
                  </a:lnTo>
                  <a:lnTo>
                    <a:pt x="246716" y="182975"/>
                  </a:lnTo>
                  <a:lnTo>
                    <a:pt x="297179" y="163068"/>
                  </a:lnTo>
                  <a:lnTo>
                    <a:pt x="321611" y="128349"/>
                  </a:lnTo>
                  <a:lnTo>
                    <a:pt x="323088" y="115824"/>
                  </a:lnTo>
                  <a:lnTo>
                    <a:pt x="321683" y="105537"/>
                  </a:lnTo>
                  <a:lnTo>
                    <a:pt x="317639" y="95440"/>
                  </a:lnTo>
                  <a:lnTo>
                    <a:pt x="317563" y="95250"/>
                  </a:lnTo>
                  <a:lnTo>
                    <a:pt x="310872" y="84963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5156"/>
                  </a:lnTo>
                  <a:lnTo>
                    <a:pt x="348996" y="138684"/>
                  </a:lnTo>
                  <a:lnTo>
                    <a:pt x="347257" y="156162"/>
                  </a:lnTo>
                  <a:lnTo>
                    <a:pt x="341955" y="172188"/>
                  </a:lnTo>
                  <a:lnTo>
                    <a:pt x="334566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39" name="Google Shape;839;p1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7149084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0" name="Google Shape;840;p17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6928104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1" name="Google Shape;841;p17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6740652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42" name="Google Shape;842;p17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547064" y="6382511"/>
            <a:ext cx="232657" cy="201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3" name="Google Shape;843;p17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431035" y="3203448"/>
            <a:ext cx="448056" cy="30449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4" name="Google Shape;844;p17"/>
          <p:cNvGrpSpPr/>
          <p:nvPr/>
        </p:nvGrpSpPr>
        <p:grpSpPr>
          <a:xfrm>
            <a:off x="1431036" y="2001012"/>
            <a:ext cx="349250" cy="1062355"/>
            <a:chOff x="1431036" y="2001012"/>
            <a:chExt cx="349250" cy="1062355"/>
          </a:xfrm>
        </p:grpSpPr>
        <p:sp>
          <p:nvSpPr>
            <p:cNvPr id="845" name="Google Shape;845;p17"/>
            <p:cNvSpPr/>
            <p:nvPr/>
          </p:nvSpPr>
          <p:spPr>
            <a:xfrm>
              <a:off x="1431036" y="2953512"/>
              <a:ext cx="342900" cy="109855"/>
            </a:xfrm>
            <a:custGeom>
              <a:rect b="b" l="l" r="r" t="t"/>
              <a:pathLst>
                <a:path extrusionOk="0" h="109855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918" y="34790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1440"/>
                  </a:lnTo>
                  <a:lnTo>
                    <a:pt x="332232" y="86868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53530" y="75318"/>
                  </a:lnTo>
                  <a:lnTo>
                    <a:pt x="35052" y="82296"/>
                  </a:lnTo>
                  <a:lnTo>
                    <a:pt x="33528" y="83820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46" name="Google Shape;846;p1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46859" y="2717292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7" name="Google Shape;847;p17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546859" y="2464307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48" name="Google Shape;848;p17"/>
            <p:cNvSpPr/>
            <p:nvPr/>
          </p:nvSpPr>
          <p:spPr>
            <a:xfrm>
              <a:off x="1431036" y="2001012"/>
              <a:ext cx="349250" cy="440690"/>
            </a:xfrm>
            <a:custGeom>
              <a:rect b="b" l="l" r="r" t="t"/>
              <a:pathLst>
                <a:path extrusionOk="0" h="440689" w="349250">
                  <a:moveTo>
                    <a:pt x="266700" y="89916"/>
                  </a:moveTo>
                  <a:lnTo>
                    <a:pt x="220980" y="80772"/>
                  </a:lnTo>
                  <a:lnTo>
                    <a:pt x="182829" y="54419"/>
                  </a:lnTo>
                  <a:lnTo>
                    <a:pt x="164592" y="38100"/>
                  </a:lnTo>
                  <a:lnTo>
                    <a:pt x="152323" y="28435"/>
                  </a:lnTo>
                  <a:lnTo>
                    <a:pt x="111252" y="5143"/>
                  </a:lnTo>
                  <a:lnTo>
                    <a:pt x="83820" y="0"/>
                  </a:lnTo>
                  <a:lnTo>
                    <a:pt x="71501" y="1143"/>
                  </a:lnTo>
                  <a:lnTo>
                    <a:pt x="36576" y="18288"/>
                  </a:lnTo>
                  <a:lnTo>
                    <a:pt x="9563" y="69303"/>
                  </a:lnTo>
                  <a:lnTo>
                    <a:pt x="9474" y="70396"/>
                  </a:lnTo>
                  <a:lnTo>
                    <a:pt x="7620" y="92964"/>
                  </a:lnTo>
                  <a:lnTo>
                    <a:pt x="19824" y="144195"/>
                  </a:lnTo>
                  <a:lnTo>
                    <a:pt x="51625" y="174117"/>
                  </a:lnTo>
                  <a:lnTo>
                    <a:pt x="64033" y="178308"/>
                  </a:lnTo>
                  <a:lnTo>
                    <a:pt x="63423" y="178308"/>
                  </a:lnTo>
                  <a:lnTo>
                    <a:pt x="77724" y="179832"/>
                  </a:lnTo>
                  <a:lnTo>
                    <a:pt x="85648" y="179501"/>
                  </a:lnTo>
                  <a:lnTo>
                    <a:pt x="93154" y="178308"/>
                  </a:lnTo>
                  <a:lnTo>
                    <a:pt x="99796" y="175983"/>
                  </a:lnTo>
                  <a:lnTo>
                    <a:pt x="105156" y="172212"/>
                  </a:lnTo>
                  <a:lnTo>
                    <a:pt x="111252" y="166116"/>
                  </a:lnTo>
                  <a:lnTo>
                    <a:pt x="114300" y="160020"/>
                  </a:lnTo>
                  <a:lnTo>
                    <a:pt x="114300" y="149352"/>
                  </a:lnTo>
                  <a:lnTo>
                    <a:pt x="114300" y="147828"/>
                  </a:lnTo>
                  <a:lnTo>
                    <a:pt x="112776" y="144780"/>
                  </a:lnTo>
                  <a:lnTo>
                    <a:pt x="109728" y="140208"/>
                  </a:lnTo>
                  <a:lnTo>
                    <a:pt x="100584" y="134112"/>
                  </a:lnTo>
                  <a:lnTo>
                    <a:pt x="89916" y="134112"/>
                  </a:lnTo>
                  <a:lnTo>
                    <a:pt x="74676" y="141732"/>
                  </a:lnTo>
                  <a:lnTo>
                    <a:pt x="67056" y="146304"/>
                  </a:lnTo>
                  <a:lnTo>
                    <a:pt x="59436" y="149352"/>
                  </a:lnTo>
                  <a:lnTo>
                    <a:pt x="45720" y="149352"/>
                  </a:lnTo>
                  <a:lnTo>
                    <a:pt x="38100" y="144780"/>
                  </a:lnTo>
                  <a:lnTo>
                    <a:pt x="21336" y="102108"/>
                  </a:lnTo>
                  <a:lnTo>
                    <a:pt x="22479" y="90970"/>
                  </a:lnTo>
                  <a:lnTo>
                    <a:pt x="49593" y="53848"/>
                  </a:lnTo>
                  <a:lnTo>
                    <a:pt x="88392" y="44196"/>
                  </a:lnTo>
                  <a:lnTo>
                    <a:pt x="96126" y="44488"/>
                  </a:lnTo>
                  <a:lnTo>
                    <a:pt x="135826" y="56388"/>
                  </a:lnTo>
                  <a:lnTo>
                    <a:pt x="177177" y="77114"/>
                  </a:lnTo>
                  <a:lnTo>
                    <a:pt x="192214" y="84201"/>
                  </a:lnTo>
                  <a:lnTo>
                    <a:pt x="239268" y="97726"/>
                  </a:lnTo>
                  <a:lnTo>
                    <a:pt x="266700" y="99060"/>
                  </a:lnTo>
                  <a:lnTo>
                    <a:pt x="266700" y="89916"/>
                  </a:lnTo>
                  <a:close/>
                </a:path>
                <a:path extrusionOk="0" h="440689" w="349250">
                  <a:moveTo>
                    <a:pt x="342900" y="330708"/>
                  </a:moveTo>
                  <a:lnTo>
                    <a:pt x="335280" y="330708"/>
                  </a:lnTo>
                  <a:lnTo>
                    <a:pt x="335280" y="352044"/>
                  </a:lnTo>
                  <a:lnTo>
                    <a:pt x="332232" y="355092"/>
                  </a:lnTo>
                  <a:lnTo>
                    <a:pt x="330708" y="358140"/>
                  </a:lnTo>
                  <a:lnTo>
                    <a:pt x="327660" y="361188"/>
                  </a:lnTo>
                  <a:lnTo>
                    <a:pt x="323088" y="362712"/>
                  </a:lnTo>
                  <a:lnTo>
                    <a:pt x="318528" y="364477"/>
                  </a:lnTo>
                  <a:lnTo>
                    <a:pt x="311848" y="365379"/>
                  </a:lnTo>
                  <a:lnTo>
                    <a:pt x="303149" y="365721"/>
                  </a:lnTo>
                  <a:lnTo>
                    <a:pt x="221030" y="365721"/>
                  </a:lnTo>
                  <a:lnTo>
                    <a:pt x="0" y="365721"/>
                  </a:lnTo>
                  <a:lnTo>
                    <a:pt x="0" y="377952"/>
                  </a:lnTo>
                  <a:lnTo>
                    <a:pt x="27432" y="440436"/>
                  </a:lnTo>
                  <a:lnTo>
                    <a:pt x="35052" y="437388"/>
                  </a:lnTo>
                  <a:lnTo>
                    <a:pt x="32004" y="425196"/>
                  </a:lnTo>
                  <a:lnTo>
                    <a:pt x="32004" y="416052"/>
                  </a:lnTo>
                  <a:lnTo>
                    <a:pt x="35052" y="413004"/>
                  </a:lnTo>
                  <a:lnTo>
                    <a:pt x="36576" y="409956"/>
                  </a:lnTo>
                  <a:lnTo>
                    <a:pt x="41148" y="408432"/>
                  </a:lnTo>
                  <a:lnTo>
                    <a:pt x="47244" y="406908"/>
                  </a:lnTo>
                  <a:lnTo>
                    <a:pt x="52882" y="406679"/>
                  </a:lnTo>
                  <a:lnTo>
                    <a:pt x="62674" y="406146"/>
                  </a:lnTo>
                  <a:lnTo>
                    <a:pt x="76174" y="405625"/>
                  </a:lnTo>
                  <a:lnTo>
                    <a:pt x="92964" y="405384"/>
                  </a:lnTo>
                  <a:lnTo>
                    <a:pt x="292608" y="405384"/>
                  </a:lnTo>
                  <a:lnTo>
                    <a:pt x="301218" y="405625"/>
                  </a:lnTo>
                  <a:lnTo>
                    <a:pt x="302475" y="405625"/>
                  </a:lnTo>
                  <a:lnTo>
                    <a:pt x="335280" y="429768"/>
                  </a:lnTo>
                  <a:lnTo>
                    <a:pt x="335280" y="440436"/>
                  </a:lnTo>
                  <a:lnTo>
                    <a:pt x="342900" y="440436"/>
                  </a:lnTo>
                  <a:lnTo>
                    <a:pt x="342900" y="405384"/>
                  </a:lnTo>
                  <a:lnTo>
                    <a:pt x="342900" y="330708"/>
                  </a:lnTo>
                  <a:close/>
                </a:path>
                <a:path extrusionOk="0" h="440689" w="349250">
                  <a:moveTo>
                    <a:pt x="342900" y="196596"/>
                  </a:moveTo>
                  <a:lnTo>
                    <a:pt x="333756" y="196596"/>
                  </a:lnTo>
                  <a:lnTo>
                    <a:pt x="333756" y="214884"/>
                  </a:lnTo>
                  <a:lnTo>
                    <a:pt x="332232" y="217932"/>
                  </a:lnTo>
                  <a:lnTo>
                    <a:pt x="292557" y="258559"/>
                  </a:lnTo>
                  <a:lnTo>
                    <a:pt x="278892" y="269748"/>
                  </a:lnTo>
                  <a:lnTo>
                    <a:pt x="207264" y="326136"/>
                  </a:lnTo>
                  <a:lnTo>
                    <a:pt x="173278" y="288036"/>
                  </a:lnTo>
                  <a:lnTo>
                    <a:pt x="156972" y="269748"/>
                  </a:lnTo>
                  <a:lnTo>
                    <a:pt x="149771" y="262013"/>
                  </a:lnTo>
                  <a:lnTo>
                    <a:pt x="132016" y="225742"/>
                  </a:lnTo>
                  <a:lnTo>
                    <a:pt x="129540" y="207264"/>
                  </a:lnTo>
                  <a:lnTo>
                    <a:pt x="121920" y="207264"/>
                  </a:lnTo>
                  <a:lnTo>
                    <a:pt x="121920" y="304800"/>
                  </a:lnTo>
                  <a:lnTo>
                    <a:pt x="129540" y="304800"/>
                  </a:lnTo>
                  <a:lnTo>
                    <a:pt x="131064" y="298704"/>
                  </a:lnTo>
                  <a:lnTo>
                    <a:pt x="132588" y="294132"/>
                  </a:lnTo>
                  <a:lnTo>
                    <a:pt x="134112" y="291084"/>
                  </a:lnTo>
                  <a:lnTo>
                    <a:pt x="137160" y="289560"/>
                  </a:lnTo>
                  <a:lnTo>
                    <a:pt x="138684" y="288036"/>
                  </a:lnTo>
                  <a:lnTo>
                    <a:pt x="146304" y="288036"/>
                  </a:lnTo>
                  <a:lnTo>
                    <a:pt x="147828" y="289560"/>
                  </a:lnTo>
                  <a:lnTo>
                    <a:pt x="150939" y="291833"/>
                  </a:lnTo>
                  <a:lnTo>
                    <a:pt x="155638" y="296227"/>
                  </a:lnTo>
                  <a:lnTo>
                    <a:pt x="161747" y="302641"/>
                  </a:lnTo>
                  <a:lnTo>
                    <a:pt x="169164" y="310896"/>
                  </a:lnTo>
                  <a:lnTo>
                    <a:pt x="220611" y="365379"/>
                  </a:lnTo>
                  <a:lnTo>
                    <a:pt x="221030" y="365721"/>
                  </a:lnTo>
                  <a:lnTo>
                    <a:pt x="272300" y="326136"/>
                  </a:lnTo>
                  <a:lnTo>
                    <a:pt x="307848" y="298704"/>
                  </a:lnTo>
                  <a:lnTo>
                    <a:pt x="315468" y="292608"/>
                  </a:lnTo>
                  <a:lnTo>
                    <a:pt x="321564" y="289560"/>
                  </a:lnTo>
                  <a:lnTo>
                    <a:pt x="330708" y="289560"/>
                  </a:lnTo>
                  <a:lnTo>
                    <a:pt x="335280" y="294132"/>
                  </a:lnTo>
                  <a:lnTo>
                    <a:pt x="335280" y="304800"/>
                  </a:lnTo>
                  <a:lnTo>
                    <a:pt x="342900" y="304800"/>
                  </a:lnTo>
                  <a:lnTo>
                    <a:pt x="342900" y="289560"/>
                  </a:lnTo>
                  <a:lnTo>
                    <a:pt x="342900" y="196596"/>
                  </a:lnTo>
                  <a:close/>
                </a:path>
                <a:path extrusionOk="0" h="440689" w="349250">
                  <a:moveTo>
                    <a:pt x="348996" y="86868"/>
                  </a:moveTo>
                  <a:lnTo>
                    <a:pt x="347472" y="80772"/>
                  </a:lnTo>
                  <a:lnTo>
                    <a:pt x="341376" y="76200"/>
                  </a:lnTo>
                  <a:lnTo>
                    <a:pt x="336804" y="70104"/>
                  </a:lnTo>
                  <a:lnTo>
                    <a:pt x="330708" y="67056"/>
                  </a:lnTo>
                  <a:lnTo>
                    <a:pt x="315468" y="67056"/>
                  </a:lnTo>
                  <a:lnTo>
                    <a:pt x="309372" y="70104"/>
                  </a:lnTo>
                  <a:lnTo>
                    <a:pt x="304800" y="76200"/>
                  </a:lnTo>
                  <a:lnTo>
                    <a:pt x="298704" y="80772"/>
                  </a:lnTo>
                  <a:lnTo>
                    <a:pt x="295656" y="86868"/>
                  </a:lnTo>
                  <a:lnTo>
                    <a:pt x="295656" y="102108"/>
                  </a:lnTo>
                  <a:lnTo>
                    <a:pt x="298704" y="108204"/>
                  </a:lnTo>
                  <a:lnTo>
                    <a:pt x="304800" y="112776"/>
                  </a:lnTo>
                  <a:lnTo>
                    <a:pt x="309372" y="118872"/>
                  </a:lnTo>
                  <a:lnTo>
                    <a:pt x="315468" y="120396"/>
                  </a:lnTo>
                  <a:lnTo>
                    <a:pt x="330708" y="120396"/>
                  </a:lnTo>
                  <a:lnTo>
                    <a:pt x="336804" y="118872"/>
                  </a:lnTo>
                  <a:lnTo>
                    <a:pt x="341376" y="112776"/>
                  </a:lnTo>
                  <a:lnTo>
                    <a:pt x="347472" y="108204"/>
                  </a:lnTo>
                  <a:lnTo>
                    <a:pt x="348996" y="102108"/>
                  </a:lnTo>
                  <a:lnTo>
                    <a:pt x="348996" y="8686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" name="Google Shape;849;p17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50" name="Google Shape;850;p17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51" name="Google Shape;851;p17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52" name="Google Shape;852;p17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53" name="Google Shape;853;p17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854" name="Google Shape;854;p17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655307" y="1769363"/>
            <a:ext cx="115824" cy="1371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5" name="Google Shape;855;p17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246375" y="1519427"/>
            <a:ext cx="3101340" cy="751636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9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" name="Google Shape;860;p1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279647" y="5727192"/>
            <a:ext cx="341376" cy="20741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1" name="Google Shape;861;p18"/>
          <p:cNvGrpSpPr/>
          <p:nvPr/>
        </p:nvGrpSpPr>
        <p:grpSpPr>
          <a:xfrm>
            <a:off x="3287267" y="2831591"/>
            <a:ext cx="433185" cy="2761615"/>
            <a:chOff x="3287267" y="2831591"/>
            <a:chExt cx="433185" cy="2761615"/>
          </a:xfrm>
        </p:grpSpPr>
        <p:sp>
          <p:nvSpPr>
            <p:cNvPr id="862" name="Google Shape;862;p18"/>
            <p:cNvSpPr/>
            <p:nvPr/>
          </p:nvSpPr>
          <p:spPr>
            <a:xfrm>
              <a:off x="3287267" y="5262371"/>
              <a:ext cx="327660" cy="330835"/>
            </a:xfrm>
            <a:custGeom>
              <a:rect b="b" l="l" r="r" t="t"/>
              <a:pathLst>
                <a:path extrusionOk="0" h="330835" w="327660">
                  <a:moveTo>
                    <a:pt x="9144" y="330708"/>
                  </a:moveTo>
                  <a:lnTo>
                    <a:pt x="0" y="330708"/>
                  </a:lnTo>
                  <a:lnTo>
                    <a:pt x="0" y="182880"/>
                  </a:lnTo>
                  <a:lnTo>
                    <a:pt x="3619" y="129921"/>
                  </a:lnTo>
                  <a:lnTo>
                    <a:pt x="15164" y="88606"/>
                  </a:lnTo>
                  <a:lnTo>
                    <a:pt x="15240" y="88392"/>
                  </a:lnTo>
                  <a:lnTo>
                    <a:pt x="40386" y="49720"/>
                  </a:lnTo>
                  <a:lnTo>
                    <a:pt x="74676" y="21336"/>
                  </a:lnTo>
                  <a:lnTo>
                    <a:pt x="116776" y="4953"/>
                  </a:lnTo>
                  <a:lnTo>
                    <a:pt x="164592" y="0"/>
                  </a:lnTo>
                  <a:lnTo>
                    <a:pt x="181427" y="595"/>
                  </a:lnTo>
                  <a:lnTo>
                    <a:pt x="227076" y="10668"/>
                  </a:lnTo>
                  <a:lnTo>
                    <a:pt x="265866" y="31027"/>
                  </a:lnTo>
                  <a:lnTo>
                    <a:pt x="300061" y="68127"/>
                  </a:lnTo>
                  <a:lnTo>
                    <a:pt x="309529" y="86868"/>
                  </a:lnTo>
                  <a:lnTo>
                    <a:pt x="166116" y="86868"/>
                  </a:lnTo>
                  <a:lnTo>
                    <a:pt x="135826" y="88034"/>
                  </a:lnTo>
                  <a:lnTo>
                    <a:pt x="85534" y="97797"/>
                  </a:lnTo>
                  <a:lnTo>
                    <a:pt x="40386" y="124206"/>
                  </a:lnTo>
                  <a:lnTo>
                    <a:pt x="19050" y="170307"/>
                  </a:lnTo>
                  <a:lnTo>
                    <a:pt x="17999" y="185928"/>
                  </a:lnTo>
                  <a:lnTo>
                    <a:pt x="18049" y="192024"/>
                  </a:lnTo>
                  <a:lnTo>
                    <a:pt x="18128" y="196596"/>
                  </a:lnTo>
                  <a:lnTo>
                    <a:pt x="18254" y="203811"/>
                  </a:lnTo>
                  <a:lnTo>
                    <a:pt x="18288" y="205740"/>
                  </a:lnTo>
                  <a:lnTo>
                    <a:pt x="327660" y="205740"/>
                  </a:lnTo>
                  <a:lnTo>
                    <a:pt x="327660" y="285011"/>
                  </a:lnTo>
                  <a:lnTo>
                    <a:pt x="44958" y="285011"/>
                  </a:lnTo>
                  <a:lnTo>
                    <a:pt x="35814" y="285178"/>
                  </a:lnTo>
                  <a:lnTo>
                    <a:pt x="9144" y="309372"/>
                  </a:lnTo>
                  <a:lnTo>
                    <a:pt x="9144" y="330708"/>
                  </a:lnTo>
                  <a:close/>
                </a:path>
                <a:path extrusionOk="0" h="330835" w="327660">
                  <a:moveTo>
                    <a:pt x="327660" y="205740"/>
                  </a:moveTo>
                  <a:lnTo>
                    <a:pt x="272796" y="205740"/>
                  </a:lnTo>
                  <a:lnTo>
                    <a:pt x="282201" y="205478"/>
                  </a:lnTo>
                  <a:lnTo>
                    <a:pt x="289750" y="204787"/>
                  </a:lnTo>
                  <a:lnTo>
                    <a:pt x="304800" y="196596"/>
                  </a:lnTo>
                  <a:lnTo>
                    <a:pt x="307848" y="192024"/>
                  </a:lnTo>
                  <a:lnTo>
                    <a:pt x="309372" y="185928"/>
                  </a:lnTo>
                  <a:lnTo>
                    <a:pt x="309372" y="176784"/>
                  </a:lnTo>
                  <a:lnTo>
                    <a:pt x="293298" y="127492"/>
                  </a:lnTo>
                  <a:lnTo>
                    <a:pt x="259556" y="102941"/>
                  </a:lnTo>
                  <a:lnTo>
                    <a:pt x="202406" y="88606"/>
                  </a:lnTo>
                  <a:lnTo>
                    <a:pt x="166116" y="86868"/>
                  </a:lnTo>
                  <a:lnTo>
                    <a:pt x="309529" y="86868"/>
                  </a:lnTo>
                  <a:lnTo>
                    <a:pt x="324612" y="137160"/>
                  </a:lnTo>
                  <a:lnTo>
                    <a:pt x="327552" y="176784"/>
                  </a:lnTo>
                  <a:lnTo>
                    <a:pt x="327660" y="205740"/>
                  </a:lnTo>
                  <a:close/>
                </a:path>
                <a:path extrusionOk="0" h="330835" w="327660">
                  <a:moveTo>
                    <a:pt x="327660" y="330708"/>
                  </a:moveTo>
                  <a:lnTo>
                    <a:pt x="318516" y="330708"/>
                  </a:lnTo>
                  <a:lnTo>
                    <a:pt x="318516" y="309372"/>
                  </a:lnTo>
                  <a:lnTo>
                    <a:pt x="316992" y="303276"/>
                  </a:lnTo>
                  <a:lnTo>
                    <a:pt x="282463" y="285011"/>
                  </a:lnTo>
                  <a:lnTo>
                    <a:pt x="327660" y="285011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63" name="Google Shape;863;p1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3383279" y="4779264"/>
              <a:ext cx="237744" cy="4450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4" name="Google Shape;864;p1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3383279" y="4567427"/>
              <a:ext cx="237738" cy="1889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65" name="Google Shape;865;p18"/>
            <p:cNvSpPr/>
            <p:nvPr/>
          </p:nvSpPr>
          <p:spPr>
            <a:xfrm>
              <a:off x="3287268" y="4424171"/>
              <a:ext cx="327660" cy="121920"/>
            </a:xfrm>
            <a:custGeom>
              <a:rect b="b" l="l" r="r" t="t"/>
              <a:pathLst>
                <a:path extrusionOk="0" h="121920" w="327660">
                  <a:moveTo>
                    <a:pt x="327660" y="121920"/>
                  </a:moveTo>
                  <a:lnTo>
                    <a:pt x="318515" y="121920"/>
                  </a:lnTo>
                  <a:lnTo>
                    <a:pt x="316991" y="111252"/>
                  </a:lnTo>
                  <a:lnTo>
                    <a:pt x="313943" y="103632"/>
                  </a:lnTo>
                  <a:lnTo>
                    <a:pt x="280416" y="94488"/>
                  </a:lnTo>
                  <a:lnTo>
                    <a:pt x="47244" y="94488"/>
                  </a:lnTo>
                  <a:lnTo>
                    <a:pt x="35837" y="94797"/>
                  </a:lnTo>
                  <a:lnTo>
                    <a:pt x="26860" y="95821"/>
                  </a:lnTo>
                  <a:lnTo>
                    <a:pt x="20454" y="97702"/>
                  </a:lnTo>
                  <a:lnTo>
                    <a:pt x="16764" y="100584"/>
                  </a:lnTo>
                  <a:lnTo>
                    <a:pt x="12192" y="103632"/>
                  </a:lnTo>
                  <a:lnTo>
                    <a:pt x="9144" y="111252"/>
                  </a:lnTo>
                  <a:lnTo>
                    <a:pt x="9144" y="121920"/>
                  </a:lnTo>
                  <a:lnTo>
                    <a:pt x="0" y="121920"/>
                  </a:lnTo>
                  <a:lnTo>
                    <a:pt x="0" y="27432"/>
                  </a:lnTo>
                  <a:lnTo>
                    <a:pt x="280416" y="27432"/>
                  </a:lnTo>
                  <a:lnTo>
                    <a:pt x="290964" y="27122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219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66" name="Google Shape;866;p1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3383280" y="4189476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67" name="Google Shape;867;p18"/>
            <p:cNvSpPr/>
            <p:nvPr/>
          </p:nvSpPr>
          <p:spPr>
            <a:xfrm>
              <a:off x="3383267" y="3500628"/>
              <a:ext cx="337185" cy="661670"/>
            </a:xfrm>
            <a:custGeom>
              <a:rect b="b" l="l" r="r" t="t"/>
              <a:pathLst>
                <a:path extrusionOk="0" h="661670" w="337185">
                  <a:moveTo>
                    <a:pt x="231648" y="0"/>
                  </a:moveTo>
                  <a:lnTo>
                    <a:pt x="222504" y="0"/>
                  </a:lnTo>
                  <a:lnTo>
                    <a:pt x="220980" y="9144"/>
                  </a:lnTo>
                  <a:lnTo>
                    <a:pt x="217932" y="15240"/>
                  </a:lnTo>
                  <a:lnTo>
                    <a:pt x="182880" y="22860"/>
                  </a:lnTo>
                  <a:lnTo>
                    <a:pt x="89916" y="22860"/>
                  </a:lnTo>
                  <a:lnTo>
                    <a:pt x="73012" y="23152"/>
                  </a:lnTo>
                  <a:lnTo>
                    <a:pt x="28892" y="31178"/>
                  </a:lnTo>
                  <a:lnTo>
                    <a:pt x="2476" y="63246"/>
                  </a:lnTo>
                  <a:lnTo>
                    <a:pt x="0" y="83820"/>
                  </a:lnTo>
                  <a:lnTo>
                    <a:pt x="571" y="92964"/>
                  </a:lnTo>
                  <a:lnTo>
                    <a:pt x="14579" y="129540"/>
                  </a:lnTo>
                  <a:lnTo>
                    <a:pt x="41148" y="156972"/>
                  </a:lnTo>
                  <a:lnTo>
                    <a:pt x="31432" y="161836"/>
                  </a:lnTo>
                  <a:lnTo>
                    <a:pt x="2286" y="195834"/>
                  </a:lnTo>
                  <a:lnTo>
                    <a:pt x="0" y="216408"/>
                  </a:lnTo>
                  <a:lnTo>
                    <a:pt x="342" y="225298"/>
                  </a:lnTo>
                  <a:lnTo>
                    <a:pt x="18669" y="266890"/>
                  </a:lnTo>
                  <a:lnTo>
                    <a:pt x="36576" y="284988"/>
                  </a:lnTo>
                  <a:lnTo>
                    <a:pt x="6096" y="284988"/>
                  </a:lnTo>
                  <a:lnTo>
                    <a:pt x="6096" y="374904"/>
                  </a:lnTo>
                  <a:lnTo>
                    <a:pt x="15240" y="374904"/>
                  </a:lnTo>
                  <a:lnTo>
                    <a:pt x="15240" y="365760"/>
                  </a:lnTo>
                  <a:lnTo>
                    <a:pt x="18288" y="359664"/>
                  </a:lnTo>
                  <a:lnTo>
                    <a:pt x="54864" y="352044"/>
                  </a:lnTo>
                  <a:lnTo>
                    <a:pt x="182880" y="352044"/>
                  </a:lnTo>
                  <a:lnTo>
                    <a:pt x="220980" y="365760"/>
                  </a:lnTo>
                  <a:lnTo>
                    <a:pt x="222504" y="374904"/>
                  </a:lnTo>
                  <a:lnTo>
                    <a:pt x="231648" y="374904"/>
                  </a:lnTo>
                  <a:lnTo>
                    <a:pt x="231648" y="262128"/>
                  </a:lnTo>
                  <a:lnTo>
                    <a:pt x="222504" y="262128"/>
                  </a:lnTo>
                  <a:lnTo>
                    <a:pt x="220980" y="271272"/>
                  </a:lnTo>
                  <a:lnTo>
                    <a:pt x="217932" y="277368"/>
                  </a:lnTo>
                  <a:lnTo>
                    <a:pt x="182880" y="284988"/>
                  </a:lnTo>
                  <a:lnTo>
                    <a:pt x="60960" y="284988"/>
                  </a:lnTo>
                  <a:lnTo>
                    <a:pt x="33528" y="254508"/>
                  </a:lnTo>
                  <a:lnTo>
                    <a:pt x="32004" y="249936"/>
                  </a:lnTo>
                  <a:lnTo>
                    <a:pt x="32004" y="234696"/>
                  </a:lnTo>
                  <a:lnTo>
                    <a:pt x="35052" y="231648"/>
                  </a:lnTo>
                  <a:lnTo>
                    <a:pt x="38100" y="227076"/>
                  </a:lnTo>
                  <a:lnTo>
                    <a:pt x="85344" y="220980"/>
                  </a:lnTo>
                  <a:lnTo>
                    <a:pt x="202692" y="220980"/>
                  </a:lnTo>
                  <a:lnTo>
                    <a:pt x="222504" y="243840"/>
                  </a:lnTo>
                  <a:lnTo>
                    <a:pt x="231648" y="243840"/>
                  </a:lnTo>
                  <a:lnTo>
                    <a:pt x="231648" y="128016"/>
                  </a:lnTo>
                  <a:lnTo>
                    <a:pt x="222504" y="128016"/>
                  </a:lnTo>
                  <a:lnTo>
                    <a:pt x="220980" y="138684"/>
                  </a:lnTo>
                  <a:lnTo>
                    <a:pt x="217932" y="144780"/>
                  </a:lnTo>
                  <a:lnTo>
                    <a:pt x="182880" y="153924"/>
                  </a:lnTo>
                  <a:lnTo>
                    <a:pt x="60960" y="153924"/>
                  </a:lnTo>
                  <a:lnTo>
                    <a:pt x="33528" y="124968"/>
                  </a:lnTo>
                  <a:lnTo>
                    <a:pt x="32004" y="118872"/>
                  </a:lnTo>
                  <a:lnTo>
                    <a:pt x="32004" y="102108"/>
                  </a:lnTo>
                  <a:lnTo>
                    <a:pt x="85344" y="89916"/>
                  </a:lnTo>
                  <a:lnTo>
                    <a:pt x="182880" y="89916"/>
                  </a:lnTo>
                  <a:lnTo>
                    <a:pt x="220980" y="105156"/>
                  </a:lnTo>
                  <a:lnTo>
                    <a:pt x="222504" y="114300"/>
                  </a:lnTo>
                  <a:lnTo>
                    <a:pt x="231648" y="114300"/>
                  </a:lnTo>
                  <a:lnTo>
                    <a:pt x="231648" y="0"/>
                  </a:lnTo>
                  <a:close/>
                </a:path>
                <a:path extrusionOk="0" h="661670" w="337185">
                  <a:moveTo>
                    <a:pt x="336816" y="533400"/>
                  </a:moveTo>
                  <a:lnTo>
                    <a:pt x="327672" y="533400"/>
                  </a:lnTo>
                  <a:lnTo>
                    <a:pt x="327672" y="545592"/>
                  </a:lnTo>
                  <a:lnTo>
                    <a:pt x="326148" y="553212"/>
                  </a:lnTo>
                  <a:lnTo>
                    <a:pt x="324624" y="556260"/>
                  </a:lnTo>
                  <a:lnTo>
                    <a:pt x="321576" y="560832"/>
                  </a:lnTo>
                  <a:lnTo>
                    <a:pt x="318528" y="562356"/>
                  </a:lnTo>
                  <a:lnTo>
                    <a:pt x="315480" y="565404"/>
                  </a:lnTo>
                  <a:lnTo>
                    <a:pt x="310908" y="566928"/>
                  </a:lnTo>
                  <a:lnTo>
                    <a:pt x="207276" y="566928"/>
                  </a:lnTo>
                  <a:lnTo>
                    <a:pt x="214464" y="560984"/>
                  </a:lnTo>
                  <a:lnTo>
                    <a:pt x="220230" y="554736"/>
                  </a:lnTo>
                  <a:lnTo>
                    <a:pt x="224840" y="548500"/>
                  </a:lnTo>
                  <a:lnTo>
                    <a:pt x="228612" y="542544"/>
                  </a:lnTo>
                  <a:lnTo>
                    <a:pt x="232613" y="534289"/>
                  </a:lnTo>
                  <a:lnTo>
                    <a:pt x="232651" y="534149"/>
                  </a:lnTo>
                  <a:lnTo>
                    <a:pt x="235470" y="525589"/>
                  </a:lnTo>
                  <a:lnTo>
                    <a:pt x="237185" y="516623"/>
                  </a:lnTo>
                  <a:lnTo>
                    <a:pt x="237299" y="514718"/>
                  </a:lnTo>
                  <a:lnTo>
                    <a:pt x="237375" y="513397"/>
                  </a:lnTo>
                  <a:lnTo>
                    <a:pt x="237756" y="507492"/>
                  </a:lnTo>
                  <a:lnTo>
                    <a:pt x="236651" y="495185"/>
                  </a:lnTo>
                  <a:lnTo>
                    <a:pt x="234696" y="487680"/>
                  </a:lnTo>
                  <a:lnTo>
                    <a:pt x="233565" y="483298"/>
                  </a:lnTo>
                  <a:lnTo>
                    <a:pt x="228752" y="471703"/>
                  </a:lnTo>
                  <a:lnTo>
                    <a:pt x="222516" y="460248"/>
                  </a:lnTo>
                  <a:lnTo>
                    <a:pt x="213880" y="450532"/>
                  </a:lnTo>
                  <a:lnTo>
                    <a:pt x="213372" y="450100"/>
                  </a:lnTo>
                  <a:lnTo>
                    <a:pt x="213372" y="522732"/>
                  </a:lnTo>
                  <a:lnTo>
                    <a:pt x="211391" y="534149"/>
                  </a:lnTo>
                  <a:lnTo>
                    <a:pt x="211315" y="534289"/>
                  </a:lnTo>
                  <a:lnTo>
                    <a:pt x="205562" y="545401"/>
                  </a:lnTo>
                  <a:lnTo>
                    <a:pt x="196113" y="556260"/>
                  </a:lnTo>
                  <a:lnTo>
                    <a:pt x="193255" y="558596"/>
                  </a:lnTo>
                  <a:lnTo>
                    <a:pt x="182892" y="566928"/>
                  </a:lnTo>
                  <a:lnTo>
                    <a:pt x="62496" y="566928"/>
                  </a:lnTo>
                  <a:lnTo>
                    <a:pt x="46723" y="558596"/>
                  </a:lnTo>
                  <a:lnTo>
                    <a:pt x="35826" y="549402"/>
                  </a:lnTo>
                  <a:lnTo>
                    <a:pt x="29489" y="539076"/>
                  </a:lnTo>
                  <a:lnTo>
                    <a:pt x="27444" y="527304"/>
                  </a:lnTo>
                  <a:lnTo>
                    <a:pt x="28295" y="519861"/>
                  </a:lnTo>
                  <a:lnTo>
                    <a:pt x="71831" y="491299"/>
                  </a:lnTo>
                  <a:lnTo>
                    <a:pt x="94716" y="488543"/>
                  </a:lnTo>
                  <a:lnTo>
                    <a:pt x="95262" y="488543"/>
                  </a:lnTo>
                  <a:lnTo>
                    <a:pt x="121932" y="487680"/>
                  </a:lnTo>
                  <a:lnTo>
                    <a:pt x="169748" y="491109"/>
                  </a:lnTo>
                  <a:lnTo>
                    <a:pt x="209753" y="510349"/>
                  </a:lnTo>
                  <a:lnTo>
                    <a:pt x="213372" y="522732"/>
                  </a:lnTo>
                  <a:lnTo>
                    <a:pt x="213372" y="450100"/>
                  </a:lnTo>
                  <a:lnTo>
                    <a:pt x="179844" y="429768"/>
                  </a:lnTo>
                  <a:lnTo>
                    <a:pt x="133819" y="418388"/>
                  </a:lnTo>
                  <a:lnTo>
                    <a:pt x="133502" y="418388"/>
                  </a:lnTo>
                  <a:lnTo>
                    <a:pt x="117360" y="417576"/>
                  </a:lnTo>
                  <a:lnTo>
                    <a:pt x="71920" y="424014"/>
                  </a:lnTo>
                  <a:lnTo>
                    <a:pt x="33731" y="441960"/>
                  </a:lnTo>
                  <a:lnTo>
                    <a:pt x="8369" y="470801"/>
                  </a:lnTo>
                  <a:lnTo>
                    <a:pt x="203" y="507809"/>
                  </a:lnTo>
                  <a:lnTo>
                    <a:pt x="596" y="514718"/>
                  </a:lnTo>
                  <a:lnTo>
                    <a:pt x="20015" y="555498"/>
                  </a:lnTo>
                  <a:lnTo>
                    <a:pt x="35064" y="566928"/>
                  </a:lnTo>
                  <a:lnTo>
                    <a:pt x="6108" y="566928"/>
                  </a:lnTo>
                  <a:lnTo>
                    <a:pt x="6108" y="661416"/>
                  </a:lnTo>
                  <a:lnTo>
                    <a:pt x="15252" y="661416"/>
                  </a:lnTo>
                  <a:lnTo>
                    <a:pt x="15252" y="650748"/>
                  </a:lnTo>
                  <a:lnTo>
                    <a:pt x="18300" y="644652"/>
                  </a:lnTo>
                  <a:lnTo>
                    <a:pt x="54876" y="633984"/>
                  </a:lnTo>
                  <a:lnTo>
                    <a:pt x="291096" y="633984"/>
                  </a:lnTo>
                  <a:lnTo>
                    <a:pt x="301383" y="634301"/>
                  </a:lnTo>
                  <a:lnTo>
                    <a:pt x="309384" y="635317"/>
                  </a:lnTo>
                  <a:lnTo>
                    <a:pt x="315099" y="637209"/>
                  </a:lnTo>
                  <a:lnTo>
                    <a:pt x="318528" y="640080"/>
                  </a:lnTo>
                  <a:lnTo>
                    <a:pt x="324624" y="644652"/>
                  </a:lnTo>
                  <a:lnTo>
                    <a:pt x="326148" y="652272"/>
                  </a:lnTo>
                  <a:lnTo>
                    <a:pt x="327672" y="661416"/>
                  </a:lnTo>
                  <a:lnTo>
                    <a:pt x="336816" y="661416"/>
                  </a:lnTo>
                  <a:lnTo>
                    <a:pt x="336816" y="633984"/>
                  </a:lnTo>
                  <a:lnTo>
                    <a:pt x="336816" y="53340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68" name="Google Shape;868;p18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3383279" y="3278124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9" name="Google Shape;869;p18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3383280" y="3011423"/>
              <a:ext cx="231648" cy="2407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70" name="Google Shape;870;p18"/>
            <p:cNvSpPr/>
            <p:nvPr/>
          </p:nvSpPr>
          <p:spPr>
            <a:xfrm>
              <a:off x="3307080" y="2831591"/>
              <a:ext cx="311150" cy="151130"/>
            </a:xfrm>
            <a:custGeom>
              <a:rect b="b" l="l" r="r" t="t"/>
              <a:pathLst>
                <a:path extrusionOk="0" h="151130" w="311150">
                  <a:moveTo>
                    <a:pt x="106679" y="150875"/>
                  </a:moveTo>
                  <a:lnTo>
                    <a:pt x="97536" y="150875"/>
                  </a:lnTo>
                  <a:lnTo>
                    <a:pt x="86963" y="136350"/>
                  </a:lnTo>
                  <a:lnTo>
                    <a:pt x="75819" y="122681"/>
                  </a:lnTo>
                  <a:lnTo>
                    <a:pt x="39862" y="88820"/>
                  </a:lnTo>
                  <a:lnTo>
                    <a:pt x="0" y="60959"/>
                  </a:lnTo>
                  <a:lnTo>
                    <a:pt x="0" y="53339"/>
                  </a:lnTo>
                  <a:lnTo>
                    <a:pt x="82296" y="53339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39"/>
                  </a:lnTo>
                  <a:lnTo>
                    <a:pt x="266700" y="53339"/>
                  </a:lnTo>
                  <a:lnTo>
                    <a:pt x="269748" y="51815"/>
                  </a:lnTo>
                  <a:lnTo>
                    <a:pt x="274319" y="50291"/>
                  </a:lnTo>
                  <a:lnTo>
                    <a:pt x="277368" y="48767"/>
                  </a:lnTo>
                  <a:lnTo>
                    <a:pt x="278892" y="45719"/>
                  </a:lnTo>
                  <a:lnTo>
                    <a:pt x="281940" y="42671"/>
                  </a:lnTo>
                  <a:lnTo>
                    <a:pt x="283464" y="39623"/>
                  </a:lnTo>
                  <a:lnTo>
                    <a:pt x="283464" y="36575"/>
                  </a:lnTo>
                  <a:lnTo>
                    <a:pt x="282035" y="29479"/>
                  </a:lnTo>
                  <a:lnTo>
                    <a:pt x="277748" y="22097"/>
                  </a:lnTo>
                  <a:lnTo>
                    <a:pt x="270605" y="14716"/>
                  </a:lnTo>
                  <a:lnTo>
                    <a:pt x="260604" y="7619"/>
                  </a:lnTo>
                  <a:lnTo>
                    <a:pt x="265176" y="0"/>
                  </a:lnTo>
                  <a:lnTo>
                    <a:pt x="285178" y="11715"/>
                  </a:lnTo>
                  <a:lnTo>
                    <a:pt x="299465" y="26288"/>
                  </a:lnTo>
                  <a:lnTo>
                    <a:pt x="308038" y="43719"/>
                  </a:lnTo>
                  <a:lnTo>
                    <a:pt x="310895" y="64007"/>
                  </a:lnTo>
                  <a:lnTo>
                    <a:pt x="310062" y="73985"/>
                  </a:lnTo>
                  <a:lnTo>
                    <a:pt x="286130" y="111823"/>
                  </a:lnTo>
                  <a:lnTo>
                    <a:pt x="243625" y="120372"/>
                  </a:lnTo>
                  <a:lnTo>
                    <a:pt x="106679" y="120395"/>
                  </a:lnTo>
                  <a:lnTo>
                    <a:pt x="106679" y="15087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" name="Google Shape;871;p18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72" name="Google Shape;872;p18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73" name="Google Shape;873;p18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74" name="Google Shape;874;p18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75" name="Google Shape;875;p18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876" name="Google Shape;876;p18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655307" y="1760220"/>
            <a:ext cx="115824" cy="150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0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19"/>
          <p:cNvSpPr/>
          <p:nvPr/>
        </p:nvSpPr>
        <p:spPr>
          <a:xfrm>
            <a:off x="1143000" y="7746492"/>
            <a:ext cx="342900" cy="1080770"/>
          </a:xfrm>
          <a:custGeom>
            <a:rect b="b" l="l" r="r" t="t"/>
            <a:pathLst>
              <a:path extrusionOk="0" h="1080770" w="342900">
                <a:moveTo>
                  <a:pt x="335267" y="0"/>
                </a:moveTo>
                <a:lnTo>
                  <a:pt x="327647" y="0"/>
                </a:lnTo>
                <a:lnTo>
                  <a:pt x="327647" y="12192"/>
                </a:lnTo>
                <a:lnTo>
                  <a:pt x="327647" y="19812"/>
                </a:lnTo>
                <a:lnTo>
                  <a:pt x="298119" y="46291"/>
                </a:lnTo>
                <a:lnTo>
                  <a:pt x="277355" y="47244"/>
                </a:lnTo>
                <a:lnTo>
                  <a:pt x="65519" y="47244"/>
                </a:lnTo>
                <a:lnTo>
                  <a:pt x="27419" y="41148"/>
                </a:lnTo>
                <a:lnTo>
                  <a:pt x="15227" y="12192"/>
                </a:lnTo>
                <a:lnTo>
                  <a:pt x="15227" y="0"/>
                </a:lnTo>
                <a:lnTo>
                  <a:pt x="7607" y="0"/>
                </a:lnTo>
                <a:lnTo>
                  <a:pt x="7607" y="140208"/>
                </a:lnTo>
                <a:lnTo>
                  <a:pt x="15227" y="140208"/>
                </a:lnTo>
                <a:lnTo>
                  <a:pt x="15227" y="120396"/>
                </a:lnTo>
                <a:lnTo>
                  <a:pt x="16751" y="112776"/>
                </a:lnTo>
                <a:lnTo>
                  <a:pt x="53860" y="93014"/>
                </a:lnTo>
                <a:lnTo>
                  <a:pt x="277355" y="92964"/>
                </a:lnTo>
                <a:lnTo>
                  <a:pt x="290817" y="93281"/>
                </a:lnTo>
                <a:lnTo>
                  <a:pt x="326821" y="118567"/>
                </a:lnTo>
                <a:lnTo>
                  <a:pt x="327647" y="128016"/>
                </a:lnTo>
                <a:lnTo>
                  <a:pt x="327647" y="140208"/>
                </a:lnTo>
                <a:lnTo>
                  <a:pt x="335267" y="140208"/>
                </a:lnTo>
                <a:lnTo>
                  <a:pt x="335267" y="0"/>
                </a:lnTo>
                <a:close/>
              </a:path>
              <a:path extrusionOk="0" h="1080770" w="342900">
                <a:moveTo>
                  <a:pt x="335280" y="467868"/>
                </a:moveTo>
                <a:lnTo>
                  <a:pt x="245364" y="440436"/>
                </a:lnTo>
                <a:lnTo>
                  <a:pt x="243840" y="448056"/>
                </a:lnTo>
                <a:lnTo>
                  <a:pt x="257810" y="454012"/>
                </a:lnTo>
                <a:lnTo>
                  <a:pt x="269938" y="460248"/>
                </a:lnTo>
                <a:lnTo>
                  <a:pt x="300228" y="486156"/>
                </a:lnTo>
                <a:lnTo>
                  <a:pt x="313626" y="536092"/>
                </a:lnTo>
                <a:lnTo>
                  <a:pt x="313944" y="553212"/>
                </a:lnTo>
                <a:lnTo>
                  <a:pt x="313944" y="577596"/>
                </a:lnTo>
                <a:lnTo>
                  <a:pt x="309372" y="618744"/>
                </a:lnTo>
                <a:lnTo>
                  <a:pt x="303276" y="623316"/>
                </a:lnTo>
                <a:lnTo>
                  <a:pt x="298983" y="625322"/>
                </a:lnTo>
                <a:lnTo>
                  <a:pt x="292989" y="626745"/>
                </a:lnTo>
                <a:lnTo>
                  <a:pt x="285267" y="627608"/>
                </a:lnTo>
                <a:lnTo>
                  <a:pt x="275844" y="627888"/>
                </a:lnTo>
                <a:lnTo>
                  <a:pt x="70104" y="627888"/>
                </a:lnTo>
                <a:lnTo>
                  <a:pt x="56667" y="627608"/>
                </a:lnTo>
                <a:lnTo>
                  <a:pt x="46101" y="626745"/>
                </a:lnTo>
                <a:lnTo>
                  <a:pt x="38379" y="625322"/>
                </a:lnTo>
                <a:lnTo>
                  <a:pt x="33528" y="623316"/>
                </a:lnTo>
                <a:lnTo>
                  <a:pt x="27432" y="621792"/>
                </a:lnTo>
                <a:lnTo>
                  <a:pt x="15240" y="574548"/>
                </a:lnTo>
                <a:lnTo>
                  <a:pt x="7620" y="574548"/>
                </a:lnTo>
                <a:lnTo>
                  <a:pt x="7620" y="720852"/>
                </a:lnTo>
                <a:lnTo>
                  <a:pt x="15240" y="720852"/>
                </a:lnTo>
                <a:lnTo>
                  <a:pt x="15240" y="708660"/>
                </a:lnTo>
                <a:lnTo>
                  <a:pt x="15824" y="699858"/>
                </a:lnTo>
                <a:lnTo>
                  <a:pt x="51193" y="673925"/>
                </a:lnTo>
                <a:lnTo>
                  <a:pt x="65532" y="673608"/>
                </a:lnTo>
                <a:lnTo>
                  <a:pt x="277368" y="673608"/>
                </a:lnTo>
                <a:lnTo>
                  <a:pt x="319938" y="683590"/>
                </a:lnTo>
                <a:lnTo>
                  <a:pt x="327660" y="708660"/>
                </a:lnTo>
                <a:lnTo>
                  <a:pt x="327660" y="720852"/>
                </a:lnTo>
                <a:lnTo>
                  <a:pt x="335280" y="720852"/>
                </a:lnTo>
                <a:lnTo>
                  <a:pt x="335280" y="467868"/>
                </a:lnTo>
                <a:close/>
              </a:path>
              <a:path extrusionOk="0" h="1080770" w="342900">
                <a:moveTo>
                  <a:pt x="342900" y="896112"/>
                </a:moveTo>
                <a:lnTo>
                  <a:pt x="109232" y="801624"/>
                </a:lnTo>
                <a:lnTo>
                  <a:pt x="52260" y="778484"/>
                </a:lnTo>
                <a:lnTo>
                  <a:pt x="19431" y="749808"/>
                </a:lnTo>
                <a:lnTo>
                  <a:pt x="15240" y="734568"/>
                </a:lnTo>
                <a:lnTo>
                  <a:pt x="7620" y="734568"/>
                </a:lnTo>
                <a:lnTo>
                  <a:pt x="7620" y="835152"/>
                </a:lnTo>
                <a:lnTo>
                  <a:pt x="15240" y="835152"/>
                </a:lnTo>
                <a:lnTo>
                  <a:pt x="15240" y="832104"/>
                </a:lnTo>
                <a:lnTo>
                  <a:pt x="17526" y="823798"/>
                </a:lnTo>
                <a:lnTo>
                  <a:pt x="33528" y="801624"/>
                </a:lnTo>
                <a:lnTo>
                  <a:pt x="38100" y="801624"/>
                </a:lnTo>
                <a:lnTo>
                  <a:pt x="77724" y="812292"/>
                </a:lnTo>
                <a:lnTo>
                  <a:pt x="266700" y="888492"/>
                </a:lnTo>
                <a:lnTo>
                  <a:pt x="74676" y="972312"/>
                </a:lnTo>
                <a:lnTo>
                  <a:pt x="62928" y="977201"/>
                </a:lnTo>
                <a:lnTo>
                  <a:pt x="52768" y="980503"/>
                </a:lnTo>
                <a:lnTo>
                  <a:pt x="44018" y="982395"/>
                </a:lnTo>
                <a:lnTo>
                  <a:pt x="36576" y="982980"/>
                </a:lnTo>
                <a:lnTo>
                  <a:pt x="30480" y="982980"/>
                </a:lnTo>
                <a:lnTo>
                  <a:pt x="15240" y="947928"/>
                </a:lnTo>
                <a:lnTo>
                  <a:pt x="7620" y="947928"/>
                </a:lnTo>
                <a:lnTo>
                  <a:pt x="7620" y="1080516"/>
                </a:lnTo>
                <a:lnTo>
                  <a:pt x="15240" y="1080516"/>
                </a:lnTo>
                <a:lnTo>
                  <a:pt x="15240" y="1071372"/>
                </a:lnTo>
                <a:lnTo>
                  <a:pt x="18288" y="1062228"/>
                </a:lnTo>
                <a:lnTo>
                  <a:pt x="21336" y="1057656"/>
                </a:lnTo>
                <a:lnTo>
                  <a:pt x="27432" y="1045464"/>
                </a:lnTo>
                <a:lnTo>
                  <a:pt x="33528" y="1042416"/>
                </a:lnTo>
                <a:lnTo>
                  <a:pt x="36957" y="1039850"/>
                </a:lnTo>
                <a:lnTo>
                  <a:pt x="42672" y="1036701"/>
                </a:lnTo>
                <a:lnTo>
                  <a:pt x="50673" y="1032992"/>
                </a:lnTo>
                <a:lnTo>
                  <a:pt x="60960" y="1028700"/>
                </a:lnTo>
                <a:lnTo>
                  <a:pt x="166687" y="982980"/>
                </a:lnTo>
                <a:lnTo>
                  <a:pt x="342900" y="906780"/>
                </a:lnTo>
                <a:lnTo>
                  <a:pt x="342900" y="896112"/>
                </a:lnTo>
                <a:close/>
              </a:path>
              <a:path extrusionOk="0" h="1080770" w="342900">
                <a:moveTo>
                  <a:pt x="342900" y="284988"/>
                </a:moveTo>
                <a:lnTo>
                  <a:pt x="336042" y="243649"/>
                </a:lnTo>
                <a:lnTo>
                  <a:pt x="315455" y="210312"/>
                </a:lnTo>
                <a:lnTo>
                  <a:pt x="270675" y="183311"/>
                </a:lnTo>
                <a:lnTo>
                  <a:pt x="252971" y="181356"/>
                </a:lnTo>
                <a:lnTo>
                  <a:pt x="242951" y="181927"/>
                </a:lnTo>
                <a:lnTo>
                  <a:pt x="206260" y="195630"/>
                </a:lnTo>
                <a:lnTo>
                  <a:pt x="176949" y="226390"/>
                </a:lnTo>
                <a:lnTo>
                  <a:pt x="146304" y="278892"/>
                </a:lnTo>
                <a:lnTo>
                  <a:pt x="132029" y="303999"/>
                </a:lnTo>
                <a:lnTo>
                  <a:pt x="107505" y="339331"/>
                </a:lnTo>
                <a:lnTo>
                  <a:pt x="70104" y="359664"/>
                </a:lnTo>
                <a:lnTo>
                  <a:pt x="60337" y="358762"/>
                </a:lnTo>
                <a:lnTo>
                  <a:pt x="28168" y="334327"/>
                </a:lnTo>
                <a:lnTo>
                  <a:pt x="19812" y="301752"/>
                </a:lnTo>
                <a:lnTo>
                  <a:pt x="20396" y="290588"/>
                </a:lnTo>
                <a:lnTo>
                  <a:pt x="36741" y="248488"/>
                </a:lnTo>
                <a:lnTo>
                  <a:pt x="71831" y="221030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1836"/>
                </a:lnTo>
                <a:lnTo>
                  <a:pt x="12192" y="214884"/>
                </a:lnTo>
                <a:lnTo>
                  <a:pt x="16764" y="219456"/>
                </a:lnTo>
                <a:lnTo>
                  <a:pt x="18288" y="222504"/>
                </a:lnTo>
                <a:lnTo>
                  <a:pt x="18288" y="231648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1467"/>
                </a:lnTo>
                <a:lnTo>
                  <a:pt x="3238" y="275463"/>
                </a:lnTo>
                <a:lnTo>
                  <a:pt x="825" y="288899"/>
                </a:lnTo>
                <a:lnTo>
                  <a:pt x="0" y="301752"/>
                </a:lnTo>
                <a:lnTo>
                  <a:pt x="1689" y="321691"/>
                </a:lnTo>
                <a:lnTo>
                  <a:pt x="25908" y="370332"/>
                </a:lnTo>
                <a:lnTo>
                  <a:pt x="69405" y="396049"/>
                </a:lnTo>
                <a:lnTo>
                  <a:pt x="86868" y="397764"/>
                </a:lnTo>
                <a:lnTo>
                  <a:pt x="96862" y="397192"/>
                </a:lnTo>
                <a:lnTo>
                  <a:pt x="140589" y="377380"/>
                </a:lnTo>
                <a:lnTo>
                  <a:pt x="171640" y="338709"/>
                </a:lnTo>
                <a:lnTo>
                  <a:pt x="193548" y="303276"/>
                </a:lnTo>
                <a:lnTo>
                  <a:pt x="204089" y="283832"/>
                </a:lnTo>
                <a:lnTo>
                  <a:pt x="212788" y="268795"/>
                </a:lnTo>
                <a:lnTo>
                  <a:pt x="241173" y="234111"/>
                </a:lnTo>
                <a:lnTo>
                  <a:pt x="256019" y="227076"/>
                </a:lnTo>
                <a:lnTo>
                  <a:pt x="263652" y="224028"/>
                </a:lnTo>
                <a:lnTo>
                  <a:pt x="271272" y="224028"/>
                </a:lnTo>
                <a:lnTo>
                  <a:pt x="282143" y="225171"/>
                </a:lnTo>
                <a:lnTo>
                  <a:pt x="316484" y="251421"/>
                </a:lnTo>
                <a:lnTo>
                  <a:pt x="326136" y="289560"/>
                </a:lnTo>
                <a:lnTo>
                  <a:pt x="325297" y="302755"/>
                </a:lnTo>
                <a:lnTo>
                  <a:pt x="307670" y="348043"/>
                </a:lnTo>
                <a:lnTo>
                  <a:pt x="274053" y="375526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5572"/>
                </a:lnTo>
                <a:lnTo>
                  <a:pt x="330708" y="384048"/>
                </a:lnTo>
                <a:lnTo>
                  <a:pt x="327660" y="382524"/>
                </a:lnTo>
                <a:lnTo>
                  <a:pt x="324612" y="376428"/>
                </a:lnTo>
                <a:lnTo>
                  <a:pt x="324612" y="373380"/>
                </a:lnTo>
                <a:lnTo>
                  <a:pt x="325158" y="368833"/>
                </a:lnTo>
                <a:lnTo>
                  <a:pt x="326707" y="362140"/>
                </a:lnTo>
                <a:lnTo>
                  <a:pt x="337756" y="323659"/>
                </a:lnTo>
                <a:lnTo>
                  <a:pt x="339293" y="316979"/>
                </a:lnTo>
                <a:lnTo>
                  <a:pt x="339852" y="312420"/>
                </a:lnTo>
                <a:lnTo>
                  <a:pt x="341947" y="298704"/>
                </a:lnTo>
                <a:lnTo>
                  <a:pt x="342633" y="291846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" name="Google Shape;882;p19"/>
          <p:cNvGrpSpPr/>
          <p:nvPr/>
        </p:nvGrpSpPr>
        <p:grpSpPr>
          <a:xfrm>
            <a:off x="1135380" y="5292852"/>
            <a:ext cx="448564" cy="2308858"/>
            <a:chOff x="1135380" y="5292852"/>
            <a:chExt cx="448564" cy="2308858"/>
          </a:xfrm>
        </p:grpSpPr>
        <p:pic>
          <p:nvPicPr>
            <p:cNvPr id="883" name="Google Shape;883;p19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135380" y="5801867"/>
              <a:ext cx="348996" cy="17998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84" name="Google Shape;884;p19"/>
            <p:cNvSpPr/>
            <p:nvPr/>
          </p:nvSpPr>
          <p:spPr>
            <a:xfrm>
              <a:off x="1251204" y="5292852"/>
              <a:ext cx="332740" cy="478790"/>
            </a:xfrm>
            <a:custGeom>
              <a:rect b="b" l="l" r="r" t="t"/>
              <a:pathLst>
                <a:path extrusionOk="0" h="478789" w="332740">
                  <a:moveTo>
                    <a:pt x="332193" y="383095"/>
                  </a:moveTo>
                  <a:lnTo>
                    <a:pt x="323278" y="327279"/>
                  </a:lnTo>
                  <a:lnTo>
                    <a:pt x="303047" y="291477"/>
                  </a:lnTo>
                  <a:lnTo>
                    <a:pt x="303047" y="365188"/>
                  </a:lnTo>
                  <a:lnTo>
                    <a:pt x="302387" y="381127"/>
                  </a:lnTo>
                  <a:lnTo>
                    <a:pt x="299656" y="399859"/>
                  </a:lnTo>
                  <a:lnTo>
                    <a:pt x="299554" y="400202"/>
                  </a:lnTo>
                  <a:lnTo>
                    <a:pt x="294906" y="416039"/>
                  </a:lnTo>
                  <a:lnTo>
                    <a:pt x="283464" y="438912"/>
                  </a:lnTo>
                  <a:lnTo>
                    <a:pt x="275844" y="443484"/>
                  </a:lnTo>
                  <a:lnTo>
                    <a:pt x="262128" y="443484"/>
                  </a:lnTo>
                  <a:lnTo>
                    <a:pt x="256032" y="441960"/>
                  </a:lnTo>
                  <a:lnTo>
                    <a:pt x="249936" y="438912"/>
                  </a:lnTo>
                  <a:lnTo>
                    <a:pt x="246545" y="437388"/>
                  </a:lnTo>
                  <a:lnTo>
                    <a:pt x="244221" y="436346"/>
                  </a:lnTo>
                  <a:lnTo>
                    <a:pt x="238506" y="433197"/>
                  </a:lnTo>
                  <a:lnTo>
                    <a:pt x="232791" y="429488"/>
                  </a:lnTo>
                  <a:lnTo>
                    <a:pt x="229108" y="426720"/>
                  </a:lnTo>
                  <a:lnTo>
                    <a:pt x="227076" y="425196"/>
                  </a:lnTo>
                  <a:lnTo>
                    <a:pt x="227088" y="425005"/>
                  </a:lnTo>
                  <a:lnTo>
                    <a:pt x="227215" y="423989"/>
                  </a:lnTo>
                  <a:lnTo>
                    <a:pt x="227253" y="423672"/>
                  </a:lnTo>
                  <a:lnTo>
                    <a:pt x="229108" y="408432"/>
                  </a:lnTo>
                  <a:lnTo>
                    <a:pt x="229235" y="406908"/>
                  </a:lnTo>
                  <a:lnTo>
                    <a:pt x="229349" y="405384"/>
                  </a:lnTo>
                  <a:lnTo>
                    <a:pt x="229412" y="404558"/>
                  </a:lnTo>
                  <a:lnTo>
                    <a:pt x="232003" y="365188"/>
                  </a:lnTo>
                  <a:lnTo>
                    <a:pt x="232117" y="362331"/>
                  </a:lnTo>
                  <a:lnTo>
                    <a:pt x="232244" y="359664"/>
                  </a:lnTo>
                  <a:lnTo>
                    <a:pt x="232359" y="356997"/>
                  </a:lnTo>
                  <a:lnTo>
                    <a:pt x="232460" y="354622"/>
                  </a:lnTo>
                  <a:lnTo>
                    <a:pt x="232511" y="353339"/>
                  </a:lnTo>
                  <a:lnTo>
                    <a:pt x="232638" y="350507"/>
                  </a:lnTo>
                  <a:lnTo>
                    <a:pt x="232664" y="349808"/>
                  </a:lnTo>
                  <a:lnTo>
                    <a:pt x="232765" y="347472"/>
                  </a:lnTo>
                  <a:lnTo>
                    <a:pt x="232867" y="345186"/>
                  </a:lnTo>
                  <a:lnTo>
                    <a:pt x="232968" y="342900"/>
                  </a:lnTo>
                  <a:lnTo>
                    <a:pt x="233083" y="340360"/>
                  </a:lnTo>
                  <a:lnTo>
                    <a:pt x="233159" y="338505"/>
                  </a:lnTo>
                  <a:lnTo>
                    <a:pt x="233260" y="335089"/>
                  </a:lnTo>
                  <a:lnTo>
                    <a:pt x="233362" y="331546"/>
                  </a:lnTo>
                  <a:lnTo>
                    <a:pt x="233489" y="327279"/>
                  </a:lnTo>
                  <a:lnTo>
                    <a:pt x="233565" y="324980"/>
                  </a:lnTo>
                  <a:lnTo>
                    <a:pt x="233692" y="320598"/>
                  </a:lnTo>
                  <a:lnTo>
                    <a:pt x="233743" y="320040"/>
                  </a:lnTo>
                  <a:lnTo>
                    <a:pt x="235077" y="306133"/>
                  </a:lnTo>
                  <a:lnTo>
                    <a:pt x="235115" y="305879"/>
                  </a:lnTo>
                  <a:lnTo>
                    <a:pt x="237020" y="294830"/>
                  </a:lnTo>
                  <a:lnTo>
                    <a:pt x="237109" y="294513"/>
                  </a:lnTo>
                  <a:lnTo>
                    <a:pt x="237210" y="294132"/>
                  </a:lnTo>
                  <a:lnTo>
                    <a:pt x="239268" y="286512"/>
                  </a:lnTo>
                  <a:lnTo>
                    <a:pt x="242316" y="277368"/>
                  </a:lnTo>
                  <a:lnTo>
                    <a:pt x="248412" y="272796"/>
                  </a:lnTo>
                  <a:lnTo>
                    <a:pt x="256032" y="272796"/>
                  </a:lnTo>
                  <a:lnTo>
                    <a:pt x="288036" y="294132"/>
                  </a:lnTo>
                  <a:lnTo>
                    <a:pt x="302387" y="338505"/>
                  </a:lnTo>
                  <a:lnTo>
                    <a:pt x="302463" y="340360"/>
                  </a:lnTo>
                  <a:lnTo>
                    <a:pt x="302577" y="342900"/>
                  </a:lnTo>
                  <a:lnTo>
                    <a:pt x="302666" y="345186"/>
                  </a:lnTo>
                  <a:lnTo>
                    <a:pt x="302768" y="347472"/>
                  </a:lnTo>
                  <a:lnTo>
                    <a:pt x="302882" y="350507"/>
                  </a:lnTo>
                  <a:lnTo>
                    <a:pt x="303009" y="353339"/>
                  </a:lnTo>
                  <a:lnTo>
                    <a:pt x="303047" y="365188"/>
                  </a:lnTo>
                  <a:lnTo>
                    <a:pt x="303047" y="291477"/>
                  </a:lnTo>
                  <a:lnTo>
                    <a:pt x="273177" y="264223"/>
                  </a:lnTo>
                  <a:lnTo>
                    <a:pt x="246888" y="257556"/>
                  </a:lnTo>
                  <a:lnTo>
                    <a:pt x="237807" y="258419"/>
                  </a:lnTo>
                  <a:lnTo>
                    <a:pt x="203644" y="287274"/>
                  </a:lnTo>
                  <a:lnTo>
                    <a:pt x="195834" y="332041"/>
                  </a:lnTo>
                  <a:lnTo>
                    <a:pt x="195643" y="335089"/>
                  </a:lnTo>
                  <a:lnTo>
                    <a:pt x="194691" y="350507"/>
                  </a:lnTo>
                  <a:lnTo>
                    <a:pt x="193548" y="373380"/>
                  </a:lnTo>
                  <a:lnTo>
                    <a:pt x="193421" y="379476"/>
                  </a:lnTo>
                  <a:lnTo>
                    <a:pt x="193306" y="385699"/>
                  </a:lnTo>
                  <a:lnTo>
                    <a:pt x="192786" y="395287"/>
                  </a:lnTo>
                  <a:lnTo>
                    <a:pt x="192697" y="396430"/>
                  </a:lnTo>
                  <a:lnTo>
                    <a:pt x="192252" y="402323"/>
                  </a:lnTo>
                  <a:lnTo>
                    <a:pt x="192138" y="404558"/>
                  </a:lnTo>
                  <a:lnTo>
                    <a:pt x="192024" y="406908"/>
                  </a:lnTo>
                  <a:lnTo>
                    <a:pt x="190500" y="416039"/>
                  </a:lnTo>
                  <a:lnTo>
                    <a:pt x="188976" y="420624"/>
                  </a:lnTo>
                  <a:lnTo>
                    <a:pt x="185928" y="423672"/>
                  </a:lnTo>
                  <a:lnTo>
                    <a:pt x="184404" y="426720"/>
                  </a:lnTo>
                  <a:lnTo>
                    <a:pt x="172212" y="426720"/>
                  </a:lnTo>
                  <a:lnTo>
                    <a:pt x="163068" y="420624"/>
                  </a:lnTo>
                  <a:lnTo>
                    <a:pt x="158470" y="416039"/>
                  </a:lnTo>
                  <a:lnTo>
                    <a:pt x="152400" y="408432"/>
                  </a:lnTo>
                  <a:lnTo>
                    <a:pt x="154393" y="400202"/>
                  </a:lnTo>
                  <a:lnTo>
                    <a:pt x="154444" y="399859"/>
                  </a:lnTo>
                  <a:lnTo>
                    <a:pt x="155829" y="391668"/>
                  </a:lnTo>
                  <a:lnTo>
                    <a:pt x="156679" y="383095"/>
                  </a:lnTo>
                  <a:lnTo>
                    <a:pt x="156806" y="379476"/>
                  </a:lnTo>
                  <a:lnTo>
                    <a:pt x="156972" y="374904"/>
                  </a:lnTo>
                  <a:lnTo>
                    <a:pt x="156845" y="373380"/>
                  </a:lnTo>
                  <a:lnTo>
                    <a:pt x="155562" y="356362"/>
                  </a:lnTo>
                  <a:lnTo>
                    <a:pt x="151447" y="339661"/>
                  </a:lnTo>
                  <a:lnTo>
                    <a:pt x="147358" y="330708"/>
                  </a:lnTo>
                  <a:lnTo>
                    <a:pt x="144780" y="325043"/>
                  </a:lnTo>
                  <a:lnTo>
                    <a:pt x="144780" y="373380"/>
                  </a:lnTo>
                  <a:lnTo>
                    <a:pt x="116598" y="413156"/>
                  </a:lnTo>
                  <a:lnTo>
                    <a:pt x="70104" y="422148"/>
                  </a:lnTo>
                  <a:lnTo>
                    <a:pt x="56121" y="421538"/>
                  </a:lnTo>
                  <a:lnTo>
                    <a:pt x="19900" y="403694"/>
                  </a:lnTo>
                  <a:lnTo>
                    <a:pt x="12192" y="379476"/>
                  </a:lnTo>
                  <a:lnTo>
                    <a:pt x="13068" y="370624"/>
                  </a:lnTo>
                  <a:lnTo>
                    <a:pt x="39738" y="340360"/>
                  </a:lnTo>
                  <a:lnTo>
                    <a:pt x="88392" y="330708"/>
                  </a:lnTo>
                  <a:lnTo>
                    <a:pt x="101485" y="331546"/>
                  </a:lnTo>
                  <a:lnTo>
                    <a:pt x="137058" y="349808"/>
                  </a:lnTo>
                  <a:lnTo>
                    <a:pt x="143954" y="365188"/>
                  </a:lnTo>
                  <a:lnTo>
                    <a:pt x="144780" y="373380"/>
                  </a:lnTo>
                  <a:lnTo>
                    <a:pt x="144780" y="325043"/>
                  </a:lnTo>
                  <a:lnTo>
                    <a:pt x="110680" y="294513"/>
                  </a:lnTo>
                  <a:lnTo>
                    <a:pt x="82296" y="288036"/>
                  </a:lnTo>
                  <a:lnTo>
                    <a:pt x="69164" y="288899"/>
                  </a:lnTo>
                  <a:lnTo>
                    <a:pt x="57340" y="291465"/>
                  </a:lnTo>
                  <a:lnTo>
                    <a:pt x="46926" y="295757"/>
                  </a:lnTo>
                  <a:lnTo>
                    <a:pt x="38100" y="301752"/>
                  </a:lnTo>
                  <a:lnTo>
                    <a:pt x="38100" y="262128"/>
                  </a:lnTo>
                  <a:lnTo>
                    <a:pt x="36576" y="260604"/>
                  </a:lnTo>
                  <a:lnTo>
                    <a:pt x="36576" y="259080"/>
                  </a:lnTo>
                  <a:lnTo>
                    <a:pt x="35052" y="257556"/>
                  </a:lnTo>
                  <a:lnTo>
                    <a:pt x="33528" y="257556"/>
                  </a:lnTo>
                  <a:lnTo>
                    <a:pt x="30480" y="256032"/>
                  </a:lnTo>
                  <a:lnTo>
                    <a:pt x="22860" y="256032"/>
                  </a:lnTo>
                  <a:lnTo>
                    <a:pt x="21336" y="257556"/>
                  </a:lnTo>
                  <a:lnTo>
                    <a:pt x="19812" y="257556"/>
                  </a:lnTo>
                  <a:lnTo>
                    <a:pt x="16764" y="260604"/>
                  </a:lnTo>
                  <a:lnTo>
                    <a:pt x="16764" y="320040"/>
                  </a:lnTo>
                  <a:lnTo>
                    <a:pt x="9639" y="332041"/>
                  </a:lnTo>
                  <a:lnTo>
                    <a:pt x="4381" y="345186"/>
                  </a:lnTo>
                  <a:lnTo>
                    <a:pt x="1117" y="359473"/>
                  </a:lnTo>
                  <a:lnTo>
                    <a:pt x="1104" y="359664"/>
                  </a:lnTo>
                  <a:lnTo>
                    <a:pt x="0" y="374904"/>
                  </a:lnTo>
                  <a:lnTo>
                    <a:pt x="12852" y="423989"/>
                  </a:lnTo>
                  <a:lnTo>
                    <a:pt x="49530" y="455866"/>
                  </a:lnTo>
                  <a:lnTo>
                    <a:pt x="64185" y="460248"/>
                  </a:lnTo>
                  <a:lnTo>
                    <a:pt x="63627" y="460248"/>
                  </a:lnTo>
                  <a:lnTo>
                    <a:pt x="80772" y="461772"/>
                  </a:lnTo>
                  <a:lnTo>
                    <a:pt x="91008" y="461187"/>
                  </a:lnTo>
                  <a:lnTo>
                    <a:pt x="100965" y="459295"/>
                  </a:lnTo>
                  <a:lnTo>
                    <a:pt x="110680" y="455866"/>
                  </a:lnTo>
                  <a:lnTo>
                    <a:pt x="110553" y="455866"/>
                  </a:lnTo>
                  <a:lnTo>
                    <a:pt x="118872" y="451104"/>
                  </a:lnTo>
                  <a:lnTo>
                    <a:pt x="127457" y="445706"/>
                  </a:lnTo>
                  <a:lnTo>
                    <a:pt x="135064" y="438721"/>
                  </a:lnTo>
                  <a:lnTo>
                    <a:pt x="141795" y="430326"/>
                  </a:lnTo>
                  <a:lnTo>
                    <a:pt x="146875" y="422148"/>
                  </a:lnTo>
                  <a:lnTo>
                    <a:pt x="147828" y="420624"/>
                  </a:lnTo>
                  <a:lnTo>
                    <a:pt x="178308" y="452628"/>
                  </a:lnTo>
                  <a:lnTo>
                    <a:pt x="193548" y="458724"/>
                  </a:lnTo>
                  <a:lnTo>
                    <a:pt x="202692" y="458724"/>
                  </a:lnTo>
                  <a:lnTo>
                    <a:pt x="207264" y="457200"/>
                  </a:lnTo>
                  <a:lnTo>
                    <a:pt x="211836" y="454152"/>
                  </a:lnTo>
                  <a:lnTo>
                    <a:pt x="214884" y="451104"/>
                  </a:lnTo>
                  <a:lnTo>
                    <a:pt x="219456" y="445008"/>
                  </a:lnTo>
                  <a:lnTo>
                    <a:pt x="225552" y="437388"/>
                  </a:lnTo>
                  <a:lnTo>
                    <a:pt x="257619" y="466305"/>
                  </a:lnTo>
                  <a:lnTo>
                    <a:pt x="278892" y="478536"/>
                  </a:lnTo>
                  <a:lnTo>
                    <a:pt x="286512" y="478536"/>
                  </a:lnTo>
                  <a:lnTo>
                    <a:pt x="320014" y="444042"/>
                  </a:lnTo>
                  <a:lnTo>
                    <a:pt x="320205" y="443484"/>
                  </a:lnTo>
                  <a:lnTo>
                    <a:pt x="326707" y="425005"/>
                  </a:lnTo>
                  <a:lnTo>
                    <a:pt x="330822" y="404558"/>
                  </a:lnTo>
                  <a:lnTo>
                    <a:pt x="330873" y="403694"/>
                  </a:lnTo>
                  <a:lnTo>
                    <a:pt x="330962" y="402323"/>
                  </a:lnTo>
                  <a:lnTo>
                    <a:pt x="332193" y="383095"/>
                  </a:lnTo>
                  <a:close/>
                </a:path>
                <a:path extrusionOk="0" h="478789" w="332740">
                  <a:moveTo>
                    <a:pt x="332232" y="198120"/>
                  </a:moveTo>
                  <a:lnTo>
                    <a:pt x="315468" y="156972"/>
                  </a:lnTo>
                  <a:lnTo>
                    <a:pt x="283095" y="129971"/>
                  </a:lnTo>
                  <a:lnTo>
                    <a:pt x="47244" y="32004"/>
                  </a:lnTo>
                  <a:lnTo>
                    <a:pt x="36576" y="28956"/>
                  </a:lnTo>
                  <a:lnTo>
                    <a:pt x="30480" y="25908"/>
                  </a:lnTo>
                  <a:lnTo>
                    <a:pt x="28956" y="24384"/>
                  </a:lnTo>
                  <a:lnTo>
                    <a:pt x="22860" y="19812"/>
                  </a:lnTo>
                  <a:lnTo>
                    <a:pt x="16764" y="13716"/>
                  </a:lnTo>
                  <a:lnTo>
                    <a:pt x="15240" y="10668"/>
                  </a:lnTo>
                  <a:lnTo>
                    <a:pt x="13716" y="6096"/>
                  </a:lnTo>
                  <a:lnTo>
                    <a:pt x="13716" y="0"/>
                  </a:lnTo>
                  <a:lnTo>
                    <a:pt x="6096" y="0"/>
                  </a:lnTo>
                  <a:lnTo>
                    <a:pt x="6096" y="70104"/>
                  </a:lnTo>
                  <a:lnTo>
                    <a:pt x="13716" y="70104"/>
                  </a:lnTo>
                  <a:lnTo>
                    <a:pt x="13716" y="59436"/>
                  </a:lnTo>
                  <a:lnTo>
                    <a:pt x="16764" y="53340"/>
                  </a:lnTo>
                  <a:lnTo>
                    <a:pt x="21336" y="48768"/>
                  </a:lnTo>
                  <a:lnTo>
                    <a:pt x="33528" y="48768"/>
                  </a:lnTo>
                  <a:lnTo>
                    <a:pt x="39624" y="50292"/>
                  </a:lnTo>
                  <a:lnTo>
                    <a:pt x="47244" y="51816"/>
                  </a:lnTo>
                  <a:lnTo>
                    <a:pt x="169164" y="102108"/>
                  </a:lnTo>
                  <a:lnTo>
                    <a:pt x="57912" y="156972"/>
                  </a:lnTo>
                  <a:lnTo>
                    <a:pt x="49339" y="160972"/>
                  </a:lnTo>
                  <a:lnTo>
                    <a:pt x="41910" y="163830"/>
                  </a:lnTo>
                  <a:lnTo>
                    <a:pt x="35623" y="165544"/>
                  </a:lnTo>
                  <a:lnTo>
                    <a:pt x="30480" y="166116"/>
                  </a:lnTo>
                  <a:lnTo>
                    <a:pt x="25908" y="166116"/>
                  </a:lnTo>
                  <a:lnTo>
                    <a:pt x="21336" y="163068"/>
                  </a:lnTo>
                  <a:lnTo>
                    <a:pt x="15240" y="156972"/>
                  </a:lnTo>
                  <a:lnTo>
                    <a:pt x="13716" y="150876"/>
                  </a:lnTo>
                  <a:lnTo>
                    <a:pt x="13716" y="138684"/>
                  </a:lnTo>
                  <a:lnTo>
                    <a:pt x="6096" y="138684"/>
                  </a:lnTo>
                  <a:lnTo>
                    <a:pt x="6096" y="243840"/>
                  </a:lnTo>
                  <a:lnTo>
                    <a:pt x="13716" y="243840"/>
                  </a:lnTo>
                  <a:lnTo>
                    <a:pt x="15240" y="234696"/>
                  </a:lnTo>
                  <a:lnTo>
                    <a:pt x="21336" y="225552"/>
                  </a:lnTo>
                  <a:lnTo>
                    <a:pt x="22860" y="222504"/>
                  </a:lnTo>
                  <a:lnTo>
                    <a:pt x="25908" y="219456"/>
                  </a:lnTo>
                  <a:lnTo>
                    <a:pt x="32004" y="216408"/>
                  </a:lnTo>
                  <a:lnTo>
                    <a:pt x="39624" y="210312"/>
                  </a:lnTo>
                  <a:lnTo>
                    <a:pt x="47244" y="207264"/>
                  </a:lnTo>
                  <a:lnTo>
                    <a:pt x="51816" y="204216"/>
                  </a:lnTo>
                  <a:lnTo>
                    <a:pt x="217932" y="121920"/>
                  </a:lnTo>
                  <a:lnTo>
                    <a:pt x="256032" y="138684"/>
                  </a:lnTo>
                  <a:lnTo>
                    <a:pt x="289560" y="161544"/>
                  </a:lnTo>
                  <a:lnTo>
                    <a:pt x="292608" y="167640"/>
                  </a:lnTo>
                  <a:lnTo>
                    <a:pt x="292608" y="173736"/>
                  </a:lnTo>
                  <a:lnTo>
                    <a:pt x="291084" y="178308"/>
                  </a:lnTo>
                  <a:lnTo>
                    <a:pt x="288036" y="184404"/>
                  </a:lnTo>
                  <a:lnTo>
                    <a:pt x="284988" y="193548"/>
                  </a:lnTo>
                  <a:lnTo>
                    <a:pt x="283464" y="201168"/>
                  </a:lnTo>
                  <a:lnTo>
                    <a:pt x="283464" y="213360"/>
                  </a:lnTo>
                  <a:lnTo>
                    <a:pt x="284988" y="219456"/>
                  </a:lnTo>
                  <a:lnTo>
                    <a:pt x="294132" y="228600"/>
                  </a:lnTo>
                  <a:lnTo>
                    <a:pt x="298704" y="230124"/>
                  </a:lnTo>
                  <a:lnTo>
                    <a:pt x="312420" y="230124"/>
                  </a:lnTo>
                  <a:lnTo>
                    <a:pt x="318516" y="227076"/>
                  </a:lnTo>
                  <a:lnTo>
                    <a:pt x="324612" y="220980"/>
                  </a:lnTo>
                  <a:lnTo>
                    <a:pt x="329184" y="214884"/>
                  </a:lnTo>
                  <a:lnTo>
                    <a:pt x="332232" y="207264"/>
                  </a:lnTo>
                  <a:lnTo>
                    <a:pt x="332232" y="1981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" name="Google Shape;885;p19"/>
          <p:cNvSpPr/>
          <p:nvPr/>
        </p:nvSpPr>
        <p:spPr>
          <a:xfrm>
            <a:off x="1251204" y="5193792"/>
            <a:ext cx="233679" cy="53340"/>
          </a:xfrm>
          <a:custGeom>
            <a:rect b="b" l="l" r="r" t="t"/>
            <a:pathLst>
              <a:path extrusionOk="0" h="53339" w="233680">
                <a:moveTo>
                  <a:pt x="33528" y="53340"/>
                </a:moveTo>
                <a:lnTo>
                  <a:pt x="19812" y="53340"/>
                </a:lnTo>
                <a:lnTo>
                  <a:pt x="12192" y="51816"/>
                </a:lnTo>
                <a:lnTo>
                  <a:pt x="7620" y="45720"/>
                </a:lnTo>
                <a:lnTo>
                  <a:pt x="3048" y="41148"/>
                </a:lnTo>
                <a:lnTo>
                  <a:pt x="0" y="35052"/>
                </a:lnTo>
                <a:lnTo>
                  <a:pt x="0" y="19812"/>
                </a:lnTo>
                <a:lnTo>
                  <a:pt x="3048" y="13716"/>
                </a:lnTo>
                <a:lnTo>
                  <a:pt x="7620" y="9144"/>
                </a:lnTo>
                <a:lnTo>
                  <a:pt x="12192" y="3048"/>
                </a:lnTo>
                <a:lnTo>
                  <a:pt x="19812" y="0"/>
                </a:lnTo>
                <a:lnTo>
                  <a:pt x="33528" y="0"/>
                </a:lnTo>
                <a:lnTo>
                  <a:pt x="39624" y="3048"/>
                </a:lnTo>
                <a:lnTo>
                  <a:pt x="50292" y="13716"/>
                </a:lnTo>
                <a:lnTo>
                  <a:pt x="53340" y="19812"/>
                </a:lnTo>
                <a:lnTo>
                  <a:pt x="53340" y="35052"/>
                </a:lnTo>
                <a:lnTo>
                  <a:pt x="50292" y="41148"/>
                </a:lnTo>
                <a:lnTo>
                  <a:pt x="39624" y="51816"/>
                </a:lnTo>
                <a:lnTo>
                  <a:pt x="33528" y="53340"/>
                </a:lnTo>
                <a:close/>
              </a:path>
              <a:path extrusionOk="0" h="53339" w="233680">
                <a:moveTo>
                  <a:pt x="213360" y="53340"/>
                </a:moveTo>
                <a:lnTo>
                  <a:pt x="199644" y="53340"/>
                </a:lnTo>
                <a:lnTo>
                  <a:pt x="193548" y="51816"/>
                </a:lnTo>
                <a:lnTo>
                  <a:pt x="182880" y="41148"/>
                </a:lnTo>
                <a:lnTo>
                  <a:pt x="179832" y="35052"/>
                </a:lnTo>
                <a:lnTo>
                  <a:pt x="179832" y="19812"/>
                </a:lnTo>
                <a:lnTo>
                  <a:pt x="182880" y="13716"/>
                </a:lnTo>
                <a:lnTo>
                  <a:pt x="193548" y="3048"/>
                </a:lnTo>
                <a:lnTo>
                  <a:pt x="199644" y="0"/>
                </a:lnTo>
                <a:lnTo>
                  <a:pt x="213360" y="0"/>
                </a:lnTo>
                <a:lnTo>
                  <a:pt x="219456" y="3048"/>
                </a:lnTo>
                <a:lnTo>
                  <a:pt x="230124" y="13716"/>
                </a:lnTo>
                <a:lnTo>
                  <a:pt x="233172" y="19812"/>
                </a:lnTo>
                <a:lnTo>
                  <a:pt x="233172" y="35052"/>
                </a:lnTo>
                <a:lnTo>
                  <a:pt x="230124" y="41148"/>
                </a:lnTo>
                <a:lnTo>
                  <a:pt x="219456" y="51816"/>
                </a:lnTo>
                <a:lnTo>
                  <a:pt x="213360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" name="Google Shape;886;p19"/>
          <p:cNvGrpSpPr/>
          <p:nvPr/>
        </p:nvGrpSpPr>
        <p:grpSpPr>
          <a:xfrm>
            <a:off x="1135367" y="3494532"/>
            <a:ext cx="447948" cy="1533144"/>
            <a:chOff x="1135367" y="3494532"/>
            <a:chExt cx="447948" cy="1533144"/>
          </a:xfrm>
        </p:grpSpPr>
        <p:sp>
          <p:nvSpPr>
            <p:cNvPr id="887" name="Google Shape;887;p19"/>
            <p:cNvSpPr/>
            <p:nvPr/>
          </p:nvSpPr>
          <p:spPr>
            <a:xfrm>
              <a:off x="1135367" y="4555236"/>
              <a:ext cx="343535" cy="472440"/>
            </a:xfrm>
            <a:custGeom>
              <a:rect b="b" l="l" r="r" t="t"/>
              <a:pathLst>
                <a:path extrusionOk="0" h="472439" w="343534">
                  <a:moveTo>
                    <a:pt x="48780" y="45720"/>
                  </a:moveTo>
                  <a:lnTo>
                    <a:pt x="45732" y="41148"/>
                  </a:lnTo>
                  <a:lnTo>
                    <a:pt x="41160" y="35052"/>
                  </a:lnTo>
                  <a:lnTo>
                    <a:pt x="36588" y="30480"/>
                  </a:lnTo>
                  <a:lnTo>
                    <a:pt x="30492" y="28956"/>
                  </a:lnTo>
                  <a:lnTo>
                    <a:pt x="16776" y="28956"/>
                  </a:lnTo>
                  <a:lnTo>
                    <a:pt x="12204" y="30480"/>
                  </a:lnTo>
                  <a:lnTo>
                    <a:pt x="1524" y="41148"/>
                  </a:lnTo>
                  <a:lnTo>
                    <a:pt x="0" y="45720"/>
                  </a:lnTo>
                  <a:lnTo>
                    <a:pt x="0" y="59436"/>
                  </a:lnTo>
                  <a:lnTo>
                    <a:pt x="1524" y="65532"/>
                  </a:lnTo>
                  <a:lnTo>
                    <a:pt x="7632" y="70104"/>
                  </a:lnTo>
                  <a:lnTo>
                    <a:pt x="12204" y="74676"/>
                  </a:lnTo>
                  <a:lnTo>
                    <a:pt x="16776" y="77724"/>
                  </a:lnTo>
                  <a:lnTo>
                    <a:pt x="30492" y="77724"/>
                  </a:lnTo>
                  <a:lnTo>
                    <a:pt x="36588" y="74676"/>
                  </a:lnTo>
                  <a:lnTo>
                    <a:pt x="45732" y="65532"/>
                  </a:lnTo>
                  <a:lnTo>
                    <a:pt x="48780" y="59436"/>
                  </a:lnTo>
                  <a:lnTo>
                    <a:pt x="48780" y="45720"/>
                  </a:lnTo>
                  <a:close/>
                </a:path>
                <a:path extrusionOk="0" h="472439" w="343534">
                  <a:moveTo>
                    <a:pt x="342900" y="134112"/>
                  </a:moveTo>
                  <a:lnTo>
                    <a:pt x="335280" y="134112"/>
                  </a:lnTo>
                  <a:lnTo>
                    <a:pt x="335280" y="153924"/>
                  </a:lnTo>
                  <a:lnTo>
                    <a:pt x="333756" y="161544"/>
                  </a:lnTo>
                  <a:lnTo>
                    <a:pt x="329184" y="167640"/>
                  </a:lnTo>
                  <a:lnTo>
                    <a:pt x="326136" y="173736"/>
                  </a:lnTo>
                  <a:lnTo>
                    <a:pt x="323088" y="176784"/>
                  </a:lnTo>
                  <a:lnTo>
                    <a:pt x="284988" y="181356"/>
                  </a:lnTo>
                  <a:lnTo>
                    <a:pt x="73152" y="181356"/>
                  </a:lnTo>
                  <a:lnTo>
                    <a:pt x="35052" y="176784"/>
                  </a:lnTo>
                  <a:lnTo>
                    <a:pt x="28956" y="167640"/>
                  </a:lnTo>
                  <a:lnTo>
                    <a:pt x="24384" y="161544"/>
                  </a:lnTo>
                  <a:lnTo>
                    <a:pt x="22860" y="153924"/>
                  </a:lnTo>
                  <a:lnTo>
                    <a:pt x="22860" y="134112"/>
                  </a:lnTo>
                  <a:lnTo>
                    <a:pt x="15240" y="134112"/>
                  </a:lnTo>
                  <a:lnTo>
                    <a:pt x="15240" y="274320"/>
                  </a:lnTo>
                  <a:lnTo>
                    <a:pt x="22860" y="274320"/>
                  </a:lnTo>
                  <a:lnTo>
                    <a:pt x="22860" y="254508"/>
                  </a:lnTo>
                  <a:lnTo>
                    <a:pt x="24384" y="246888"/>
                  </a:lnTo>
                  <a:lnTo>
                    <a:pt x="28956" y="240792"/>
                  </a:lnTo>
                  <a:lnTo>
                    <a:pt x="32004" y="234696"/>
                  </a:lnTo>
                  <a:lnTo>
                    <a:pt x="35052" y="231648"/>
                  </a:lnTo>
                  <a:lnTo>
                    <a:pt x="73152" y="227076"/>
                  </a:lnTo>
                  <a:lnTo>
                    <a:pt x="166116" y="227076"/>
                  </a:lnTo>
                  <a:lnTo>
                    <a:pt x="166116" y="379476"/>
                  </a:lnTo>
                  <a:lnTo>
                    <a:pt x="73152" y="379476"/>
                  </a:lnTo>
                  <a:lnTo>
                    <a:pt x="35052" y="374904"/>
                  </a:lnTo>
                  <a:lnTo>
                    <a:pt x="28956" y="365760"/>
                  </a:lnTo>
                  <a:lnTo>
                    <a:pt x="24384" y="359664"/>
                  </a:lnTo>
                  <a:lnTo>
                    <a:pt x="22860" y="352044"/>
                  </a:lnTo>
                  <a:lnTo>
                    <a:pt x="22860" y="332232"/>
                  </a:lnTo>
                  <a:lnTo>
                    <a:pt x="15240" y="332232"/>
                  </a:lnTo>
                  <a:lnTo>
                    <a:pt x="15240" y="472440"/>
                  </a:lnTo>
                  <a:lnTo>
                    <a:pt x="22860" y="472440"/>
                  </a:lnTo>
                  <a:lnTo>
                    <a:pt x="22860" y="452628"/>
                  </a:lnTo>
                  <a:lnTo>
                    <a:pt x="24384" y="445008"/>
                  </a:lnTo>
                  <a:lnTo>
                    <a:pt x="28956" y="438912"/>
                  </a:lnTo>
                  <a:lnTo>
                    <a:pt x="32004" y="432816"/>
                  </a:lnTo>
                  <a:lnTo>
                    <a:pt x="35052" y="429768"/>
                  </a:lnTo>
                  <a:lnTo>
                    <a:pt x="73152" y="425196"/>
                  </a:lnTo>
                  <a:lnTo>
                    <a:pt x="284988" y="425196"/>
                  </a:lnTo>
                  <a:lnTo>
                    <a:pt x="323088" y="431292"/>
                  </a:lnTo>
                  <a:lnTo>
                    <a:pt x="335280" y="460248"/>
                  </a:lnTo>
                  <a:lnTo>
                    <a:pt x="335280" y="472440"/>
                  </a:lnTo>
                  <a:lnTo>
                    <a:pt x="342900" y="472440"/>
                  </a:lnTo>
                  <a:lnTo>
                    <a:pt x="342900" y="332232"/>
                  </a:lnTo>
                  <a:lnTo>
                    <a:pt x="335280" y="332232"/>
                  </a:lnTo>
                  <a:lnTo>
                    <a:pt x="335280" y="352044"/>
                  </a:lnTo>
                  <a:lnTo>
                    <a:pt x="333756" y="359664"/>
                  </a:lnTo>
                  <a:lnTo>
                    <a:pt x="329184" y="365760"/>
                  </a:lnTo>
                  <a:lnTo>
                    <a:pt x="326136" y="371856"/>
                  </a:lnTo>
                  <a:lnTo>
                    <a:pt x="323088" y="374904"/>
                  </a:lnTo>
                  <a:lnTo>
                    <a:pt x="284988" y="379476"/>
                  </a:lnTo>
                  <a:lnTo>
                    <a:pt x="184404" y="379476"/>
                  </a:lnTo>
                  <a:lnTo>
                    <a:pt x="184404" y="227076"/>
                  </a:lnTo>
                  <a:lnTo>
                    <a:pt x="284988" y="227076"/>
                  </a:lnTo>
                  <a:lnTo>
                    <a:pt x="323088" y="233172"/>
                  </a:lnTo>
                  <a:lnTo>
                    <a:pt x="335280" y="262128"/>
                  </a:lnTo>
                  <a:lnTo>
                    <a:pt x="335280" y="274320"/>
                  </a:lnTo>
                  <a:lnTo>
                    <a:pt x="342900" y="274320"/>
                  </a:lnTo>
                  <a:lnTo>
                    <a:pt x="342900" y="134112"/>
                  </a:lnTo>
                  <a:close/>
                </a:path>
                <a:path extrusionOk="0" h="472439" w="343534">
                  <a:moveTo>
                    <a:pt x="342912" y="0"/>
                  </a:moveTo>
                  <a:lnTo>
                    <a:pt x="335292" y="0"/>
                  </a:lnTo>
                  <a:lnTo>
                    <a:pt x="335292" y="10668"/>
                  </a:lnTo>
                  <a:lnTo>
                    <a:pt x="333768" y="16764"/>
                  </a:lnTo>
                  <a:lnTo>
                    <a:pt x="292620" y="33528"/>
                  </a:lnTo>
                  <a:lnTo>
                    <a:pt x="115836" y="33528"/>
                  </a:lnTo>
                  <a:lnTo>
                    <a:pt x="115836" y="44196"/>
                  </a:lnTo>
                  <a:lnTo>
                    <a:pt x="143268" y="108204"/>
                  </a:lnTo>
                  <a:lnTo>
                    <a:pt x="150888" y="105156"/>
                  </a:lnTo>
                  <a:lnTo>
                    <a:pt x="147840" y="99060"/>
                  </a:lnTo>
                  <a:lnTo>
                    <a:pt x="147840" y="82296"/>
                  </a:lnTo>
                  <a:lnTo>
                    <a:pt x="193941" y="73152"/>
                  </a:lnTo>
                  <a:lnTo>
                    <a:pt x="292620" y="73152"/>
                  </a:lnTo>
                  <a:lnTo>
                    <a:pt x="299491" y="73342"/>
                  </a:lnTo>
                  <a:lnTo>
                    <a:pt x="301256" y="73342"/>
                  </a:lnTo>
                  <a:lnTo>
                    <a:pt x="335292" y="96012"/>
                  </a:lnTo>
                  <a:lnTo>
                    <a:pt x="335292" y="106680"/>
                  </a:lnTo>
                  <a:lnTo>
                    <a:pt x="342912" y="106680"/>
                  </a:lnTo>
                  <a:lnTo>
                    <a:pt x="342912" y="73152"/>
                  </a:lnTo>
                  <a:lnTo>
                    <a:pt x="3429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88" name="Google Shape;888;p19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135380" y="3494532"/>
              <a:ext cx="447935" cy="10332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89" name="Google Shape;889;p19"/>
          <p:cNvGrpSpPr/>
          <p:nvPr/>
        </p:nvGrpSpPr>
        <p:grpSpPr>
          <a:xfrm>
            <a:off x="1135367" y="1863852"/>
            <a:ext cx="350533" cy="1489455"/>
            <a:chOff x="1135367" y="1863852"/>
            <a:chExt cx="350533" cy="1489455"/>
          </a:xfrm>
        </p:grpSpPr>
        <p:sp>
          <p:nvSpPr>
            <p:cNvPr id="890" name="Google Shape;890;p19"/>
            <p:cNvSpPr/>
            <p:nvPr/>
          </p:nvSpPr>
          <p:spPr>
            <a:xfrm>
              <a:off x="1143000" y="3020567"/>
              <a:ext cx="342900" cy="332740"/>
            </a:xfrm>
            <a:custGeom>
              <a:rect b="b" l="l" r="r" t="t"/>
              <a:pathLst>
                <a:path extrusionOk="0" h="332739" w="342900">
                  <a:moveTo>
                    <a:pt x="176783" y="332231"/>
                  </a:moveTo>
                  <a:lnTo>
                    <a:pt x="134302" y="327469"/>
                  </a:lnTo>
                  <a:lnTo>
                    <a:pt x="92964" y="312419"/>
                  </a:lnTo>
                  <a:lnTo>
                    <a:pt x="52006" y="282892"/>
                  </a:lnTo>
                  <a:lnTo>
                    <a:pt x="21336" y="245364"/>
                  </a:lnTo>
                  <a:lnTo>
                    <a:pt x="4953" y="206121"/>
                  </a:lnTo>
                  <a:lnTo>
                    <a:pt x="0" y="160020"/>
                  </a:lnTo>
                  <a:lnTo>
                    <a:pt x="47" y="151161"/>
                  </a:lnTo>
                  <a:lnTo>
                    <a:pt x="380" y="142875"/>
                  </a:lnTo>
                  <a:lnTo>
                    <a:pt x="1285" y="135159"/>
                  </a:lnTo>
                  <a:lnTo>
                    <a:pt x="3048" y="128016"/>
                  </a:lnTo>
                  <a:lnTo>
                    <a:pt x="4500" y="120300"/>
                  </a:lnTo>
                  <a:lnTo>
                    <a:pt x="6667" y="110871"/>
                  </a:lnTo>
                  <a:lnTo>
                    <a:pt x="9691" y="99726"/>
                  </a:lnTo>
                  <a:lnTo>
                    <a:pt x="13716" y="86868"/>
                  </a:lnTo>
                  <a:lnTo>
                    <a:pt x="16764" y="77724"/>
                  </a:lnTo>
                  <a:lnTo>
                    <a:pt x="18288" y="71628"/>
                  </a:lnTo>
                  <a:lnTo>
                    <a:pt x="18288" y="65532"/>
                  </a:lnTo>
                  <a:lnTo>
                    <a:pt x="16764" y="62484"/>
                  </a:lnTo>
                  <a:lnTo>
                    <a:pt x="13716" y="60960"/>
                  </a:lnTo>
                  <a:lnTo>
                    <a:pt x="12192" y="59436"/>
                  </a:lnTo>
                  <a:lnTo>
                    <a:pt x="7620" y="57912"/>
                  </a:lnTo>
                  <a:lnTo>
                    <a:pt x="0" y="56388"/>
                  </a:lnTo>
                  <a:lnTo>
                    <a:pt x="0" y="48768"/>
                  </a:lnTo>
                  <a:lnTo>
                    <a:pt x="103632" y="41148"/>
                  </a:lnTo>
                  <a:lnTo>
                    <a:pt x="103632" y="48768"/>
                  </a:lnTo>
                  <a:lnTo>
                    <a:pt x="85367" y="55935"/>
                  </a:lnTo>
                  <a:lnTo>
                    <a:pt x="69532" y="63817"/>
                  </a:lnTo>
                  <a:lnTo>
                    <a:pt x="32837" y="98036"/>
                  </a:lnTo>
                  <a:lnTo>
                    <a:pt x="18502" y="135231"/>
                  </a:lnTo>
                  <a:lnTo>
                    <a:pt x="16764" y="156972"/>
                  </a:lnTo>
                  <a:lnTo>
                    <a:pt x="19883" y="186094"/>
                  </a:lnTo>
                  <a:lnTo>
                    <a:pt x="44410" y="233481"/>
                  </a:lnTo>
                  <a:lnTo>
                    <a:pt x="87891" y="262580"/>
                  </a:lnTo>
                  <a:lnTo>
                    <a:pt x="137755" y="275677"/>
                  </a:lnTo>
                  <a:lnTo>
                    <a:pt x="166116" y="277368"/>
                  </a:lnTo>
                  <a:lnTo>
                    <a:pt x="188666" y="276248"/>
                  </a:lnTo>
                  <a:lnTo>
                    <a:pt x="231481" y="267723"/>
                  </a:lnTo>
                  <a:lnTo>
                    <a:pt x="269486" y="250626"/>
                  </a:lnTo>
                  <a:lnTo>
                    <a:pt x="307848" y="211836"/>
                  </a:lnTo>
                  <a:lnTo>
                    <a:pt x="324993" y="167473"/>
                  </a:lnTo>
                  <a:lnTo>
                    <a:pt x="326136" y="152400"/>
                  </a:lnTo>
                  <a:lnTo>
                    <a:pt x="325850" y="143279"/>
                  </a:lnTo>
                  <a:lnTo>
                    <a:pt x="315848" y="100012"/>
                  </a:lnTo>
                  <a:lnTo>
                    <a:pt x="214883" y="83820"/>
                  </a:lnTo>
                  <a:lnTo>
                    <a:pt x="181356" y="88392"/>
                  </a:lnTo>
                  <a:lnTo>
                    <a:pt x="175260" y="89916"/>
                  </a:lnTo>
                  <a:lnTo>
                    <a:pt x="170688" y="94488"/>
                  </a:lnTo>
                  <a:lnTo>
                    <a:pt x="169164" y="99060"/>
                  </a:lnTo>
                  <a:lnTo>
                    <a:pt x="167163" y="104203"/>
                  </a:lnTo>
                  <a:lnTo>
                    <a:pt x="165735" y="110490"/>
                  </a:lnTo>
                  <a:lnTo>
                    <a:pt x="164877" y="117919"/>
                  </a:lnTo>
                  <a:lnTo>
                    <a:pt x="164592" y="126492"/>
                  </a:lnTo>
                  <a:lnTo>
                    <a:pt x="156972" y="126492"/>
                  </a:lnTo>
                  <a:lnTo>
                    <a:pt x="156972" y="0"/>
                  </a:lnTo>
                  <a:lnTo>
                    <a:pt x="164592" y="0"/>
                  </a:lnTo>
                  <a:lnTo>
                    <a:pt x="164592" y="7620"/>
                  </a:lnTo>
                  <a:lnTo>
                    <a:pt x="165449" y="16168"/>
                  </a:lnTo>
                  <a:lnTo>
                    <a:pt x="202310" y="37814"/>
                  </a:lnTo>
                  <a:lnTo>
                    <a:pt x="214883" y="38100"/>
                  </a:lnTo>
                  <a:lnTo>
                    <a:pt x="313943" y="38100"/>
                  </a:lnTo>
                  <a:lnTo>
                    <a:pt x="321135" y="51816"/>
                  </a:lnTo>
                  <a:lnTo>
                    <a:pt x="335280" y="92964"/>
                  </a:lnTo>
                  <a:lnTo>
                    <a:pt x="342352" y="136683"/>
                  </a:lnTo>
                  <a:lnTo>
                    <a:pt x="342900" y="152400"/>
                  </a:lnTo>
                  <a:lnTo>
                    <a:pt x="339161" y="197286"/>
                  </a:lnTo>
                  <a:lnTo>
                    <a:pt x="327850" y="236029"/>
                  </a:lnTo>
                  <a:lnTo>
                    <a:pt x="281940" y="295656"/>
                  </a:lnTo>
                  <a:lnTo>
                    <a:pt x="232790" y="323087"/>
                  </a:lnTo>
                  <a:lnTo>
                    <a:pt x="205644" y="329945"/>
                  </a:lnTo>
                  <a:lnTo>
                    <a:pt x="176783" y="332231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1" name="Google Shape;891;p1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51204" y="2622803"/>
              <a:ext cx="233172" cy="3886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2" name="Google Shape;892;p19"/>
            <p:cNvSpPr/>
            <p:nvPr/>
          </p:nvSpPr>
          <p:spPr>
            <a:xfrm>
              <a:off x="1135367" y="1863852"/>
              <a:ext cx="349250" cy="734695"/>
            </a:xfrm>
            <a:custGeom>
              <a:rect b="b" l="l" r="r" t="t"/>
              <a:pathLst>
                <a:path extrusionOk="0" h="734694" w="349250">
                  <a:moveTo>
                    <a:pt x="342900" y="0"/>
                  </a:moveTo>
                  <a:lnTo>
                    <a:pt x="335280" y="0"/>
                  </a:lnTo>
                  <a:lnTo>
                    <a:pt x="335280" y="10668"/>
                  </a:lnTo>
                  <a:lnTo>
                    <a:pt x="333756" y="1828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6011" y="33820"/>
                  </a:lnTo>
                  <a:lnTo>
                    <a:pt x="147929" y="41846"/>
                  </a:lnTo>
                  <a:lnTo>
                    <a:pt x="118300" y="72961"/>
                  </a:lnTo>
                  <a:lnTo>
                    <a:pt x="115824" y="91440"/>
                  </a:lnTo>
                  <a:lnTo>
                    <a:pt x="116382" y="98564"/>
                  </a:lnTo>
                  <a:lnTo>
                    <a:pt x="137350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2004" y="228600"/>
                  </a:lnTo>
                  <a:lnTo>
                    <a:pt x="30480" y="224028"/>
                  </a:lnTo>
                  <a:lnTo>
                    <a:pt x="30480" y="216408"/>
                  </a:lnTo>
                  <a:lnTo>
                    <a:pt x="32004" y="213360"/>
                  </a:lnTo>
                  <a:lnTo>
                    <a:pt x="75514" y="204457"/>
                  </a:lnTo>
                  <a:lnTo>
                    <a:pt x="92964" y="204216"/>
                  </a:lnTo>
                  <a:lnTo>
                    <a:pt x="292608" y="204216"/>
                  </a:lnTo>
                  <a:lnTo>
                    <a:pt x="333756" y="220980"/>
                  </a:lnTo>
                  <a:lnTo>
                    <a:pt x="335280" y="228600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0208"/>
                  </a:lnTo>
                  <a:lnTo>
                    <a:pt x="333756" y="149352"/>
                  </a:lnTo>
                  <a:lnTo>
                    <a:pt x="330708" y="152400"/>
                  </a:lnTo>
                  <a:lnTo>
                    <a:pt x="329184" y="156972"/>
                  </a:lnTo>
                  <a:lnTo>
                    <a:pt x="326136" y="160020"/>
                  </a:lnTo>
                  <a:lnTo>
                    <a:pt x="321564" y="163068"/>
                  </a:lnTo>
                  <a:lnTo>
                    <a:pt x="317906" y="163957"/>
                  </a:lnTo>
                  <a:lnTo>
                    <a:pt x="311658" y="164401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50876" y="134112"/>
                  </a:lnTo>
                  <a:lnTo>
                    <a:pt x="144780" y="117348"/>
                  </a:lnTo>
                  <a:lnTo>
                    <a:pt x="144780" y="102108"/>
                  </a:lnTo>
                  <a:lnTo>
                    <a:pt x="146304" y="94488"/>
                  </a:lnTo>
                  <a:lnTo>
                    <a:pt x="150876" y="89916"/>
                  </a:lnTo>
                  <a:lnTo>
                    <a:pt x="153924" y="83820"/>
                  </a:lnTo>
                  <a:lnTo>
                    <a:pt x="160020" y="79248"/>
                  </a:lnTo>
                  <a:lnTo>
                    <a:pt x="167640" y="77724"/>
                  </a:lnTo>
                  <a:lnTo>
                    <a:pt x="174815" y="75730"/>
                  </a:lnTo>
                  <a:lnTo>
                    <a:pt x="184975" y="74295"/>
                  </a:lnTo>
                  <a:lnTo>
                    <a:pt x="198297" y="73444"/>
                  </a:lnTo>
                  <a:lnTo>
                    <a:pt x="214884" y="73152"/>
                  </a:lnTo>
                  <a:lnTo>
                    <a:pt x="313944" y="73152"/>
                  </a:lnTo>
                  <a:lnTo>
                    <a:pt x="315468" y="74676"/>
                  </a:lnTo>
                  <a:lnTo>
                    <a:pt x="327660" y="77724"/>
                  </a:lnTo>
                  <a:lnTo>
                    <a:pt x="333756" y="86868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734694" w="349250">
                  <a:moveTo>
                    <a:pt x="345960" y="300228"/>
                  </a:moveTo>
                  <a:lnTo>
                    <a:pt x="326542" y="260781"/>
                  </a:lnTo>
                  <a:lnTo>
                    <a:pt x="297192" y="243840"/>
                  </a:lnTo>
                  <a:lnTo>
                    <a:pt x="297192" y="254508"/>
                  </a:lnTo>
                  <a:lnTo>
                    <a:pt x="303276" y="257556"/>
                  </a:lnTo>
                  <a:lnTo>
                    <a:pt x="307860" y="260604"/>
                  </a:lnTo>
                  <a:lnTo>
                    <a:pt x="312432" y="266700"/>
                  </a:lnTo>
                  <a:lnTo>
                    <a:pt x="315480" y="271272"/>
                  </a:lnTo>
                  <a:lnTo>
                    <a:pt x="317004" y="275844"/>
                  </a:lnTo>
                  <a:lnTo>
                    <a:pt x="317004" y="288036"/>
                  </a:lnTo>
                  <a:lnTo>
                    <a:pt x="280428" y="304800"/>
                  </a:lnTo>
                  <a:lnTo>
                    <a:pt x="137172" y="304800"/>
                  </a:lnTo>
                  <a:lnTo>
                    <a:pt x="137172" y="252984"/>
                  </a:lnTo>
                  <a:lnTo>
                    <a:pt x="121932" y="252984"/>
                  </a:lnTo>
                  <a:lnTo>
                    <a:pt x="121932" y="304800"/>
                  </a:lnTo>
                  <a:lnTo>
                    <a:pt x="48780" y="304800"/>
                  </a:lnTo>
                  <a:lnTo>
                    <a:pt x="48780" y="310896"/>
                  </a:lnTo>
                  <a:lnTo>
                    <a:pt x="90919" y="332117"/>
                  </a:lnTo>
                  <a:lnTo>
                    <a:pt x="118186" y="358902"/>
                  </a:lnTo>
                  <a:lnTo>
                    <a:pt x="129552" y="379476"/>
                  </a:lnTo>
                  <a:lnTo>
                    <a:pt x="137172" y="379476"/>
                  </a:lnTo>
                  <a:lnTo>
                    <a:pt x="137172" y="344424"/>
                  </a:lnTo>
                  <a:lnTo>
                    <a:pt x="286512" y="344424"/>
                  </a:lnTo>
                  <a:lnTo>
                    <a:pt x="297357" y="344119"/>
                  </a:lnTo>
                  <a:lnTo>
                    <a:pt x="306895" y="343090"/>
                  </a:lnTo>
                  <a:lnTo>
                    <a:pt x="315023" y="341210"/>
                  </a:lnTo>
                  <a:lnTo>
                    <a:pt x="321564" y="338328"/>
                  </a:lnTo>
                  <a:lnTo>
                    <a:pt x="329196" y="335280"/>
                  </a:lnTo>
                  <a:lnTo>
                    <a:pt x="335292" y="330708"/>
                  </a:lnTo>
                  <a:lnTo>
                    <a:pt x="344436" y="315468"/>
                  </a:lnTo>
                  <a:lnTo>
                    <a:pt x="345960" y="307848"/>
                  </a:lnTo>
                  <a:lnTo>
                    <a:pt x="345960" y="300228"/>
                  </a:lnTo>
                  <a:close/>
                </a:path>
                <a:path extrusionOk="0" h="734694" w="349250">
                  <a:moveTo>
                    <a:pt x="349008" y="492252"/>
                  </a:moveTo>
                  <a:lnTo>
                    <a:pt x="158508" y="419100"/>
                  </a:lnTo>
                  <a:lnTo>
                    <a:pt x="129552" y="388620"/>
                  </a:lnTo>
                  <a:lnTo>
                    <a:pt x="121932" y="388620"/>
                  </a:lnTo>
                  <a:lnTo>
                    <a:pt x="121932" y="455676"/>
                  </a:lnTo>
                  <a:lnTo>
                    <a:pt x="129552" y="455676"/>
                  </a:lnTo>
                  <a:lnTo>
                    <a:pt x="129552" y="446532"/>
                  </a:lnTo>
                  <a:lnTo>
                    <a:pt x="131076" y="440436"/>
                  </a:lnTo>
                  <a:lnTo>
                    <a:pt x="134124" y="437388"/>
                  </a:lnTo>
                  <a:lnTo>
                    <a:pt x="135648" y="434340"/>
                  </a:lnTo>
                  <a:lnTo>
                    <a:pt x="138696" y="432816"/>
                  </a:lnTo>
                  <a:lnTo>
                    <a:pt x="147840" y="432816"/>
                  </a:lnTo>
                  <a:lnTo>
                    <a:pt x="153936" y="434340"/>
                  </a:lnTo>
                  <a:lnTo>
                    <a:pt x="163080" y="437388"/>
                  </a:lnTo>
                  <a:lnTo>
                    <a:pt x="283476" y="483108"/>
                  </a:lnTo>
                  <a:lnTo>
                    <a:pt x="158508" y="533400"/>
                  </a:lnTo>
                  <a:lnTo>
                    <a:pt x="152412" y="536448"/>
                  </a:lnTo>
                  <a:lnTo>
                    <a:pt x="143268" y="536448"/>
                  </a:lnTo>
                  <a:lnTo>
                    <a:pt x="138696" y="534924"/>
                  </a:lnTo>
                  <a:lnTo>
                    <a:pt x="132600" y="525780"/>
                  </a:lnTo>
                  <a:lnTo>
                    <a:pt x="129552" y="518160"/>
                  </a:lnTo>
                  <a:lnTo>
                    <a:pt x="129552" y="505968"/>
                  </a:lnTo>
                  <a:lnTo>
                    <a:pt x="121932" y="505968"/>
                  </a:lnTo>
                  <a:lnTo>
                    <a:pt x="121932" y="611124"/>
                  </a:lnTo>
                  <a:lnTo>
                    <a:pt x="129552" y="611124"/>
                  </a:lnTo>
                  <a:lnTo>
                    <a:pt x="129552" y="601980"/>
                  </a:lnTo>
                  <a:lnTo>
                    <a:pt x="131076" y="594360"/>
                  </a:lnTo>
                  <a:lnTo>
                    <a:pt x="134124" y="591312"/>
                  </a:lnTo>
                  <a:lnTo>
                    <a:pt x="137236" y="587006"/>
                  </a:lnTo>
                  <a:lnTo>
                    <a:pt x="141935" y="583120"/>
                  </a:lnTo>
                  <a:lnTo>
                    <a:pt x="148043" y="579526"/>
                  </a:lnTo>
                  <a:lnTo>
                    <a:pt x="155460" y="576072"/>
                  </a:lnTo>
                  <a:lnTo>
                    <a:pt x="185940" y="563880"/>
                  </a:lnTo>
                  <a:lnTo>
                    <a:pt x="286524" y="609600"/>
                  </a:lnTo>
                  <a:lnTo>
                    <a:pt x="163080" y="658368"/>
                  </a:lnTo>
                  <a:lnTo>
                    <a:pt x="155460" y="659892"/>
                  </a:lnTo>
                  <a:lnTo>
                    <a:pt x="149364" y="661416"/>
                  </a:lnTo>
                  <a:lnTo>
                    <a:pt x="140220" y="661416"/>
                  </a:lnTo>
                  <a:lnTo>
                    <a:pt x="134124" y="658368"/>
                  </a:lnTo>
                  <a:lnTo>
                    <a:pt x="131076" y="655320"/>
                  </a:lnTo>
                  <a:lnTo>
                    <a:pt x="129552" y="649224"/>
                  </a:lnTo>
                  <a:lnTo>
                    <a:pt x="129552" y="641604"/>
                  </a:lnTo>
                  <a:lnTo>
                    <a:pt x="121932" y="641604"/>
                  </a:lnTo>
                  <a:lnTo>
                    <a:pt x="121932" y="734568"/>
                  </a:lnTo>
                  <a:lnTo>
                    <a:pt x="129552" y="734568"/>
                  </a:lnTo>
                  <a:lnTo>
                    <a:pt x="131076" y="725424"/>
                  </a:lnTo>
                  <a:lnTo>
                    <a:pt x="134124" y="717804"/>
                  </a:lnTo>
                  <a:lnTo>
                    <a:pt x="349008" y="627888"/>
                  </a:lnTo>
                  <a:lnTo>
                    <a:pt x="349008" y="623316"/>
                  </a:lnTo>
                  <a:lnTo>
                    <a:pt x="205752" y="556260"/>
                  </a:lnTo>
                  <a:lnTo>
                    <a:pt x="349008" y="499872"/>
                  </a:lnTo>
                  <a:lnTo>
                    <a:pt x="349008" y="49225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" name="Google Shape;893;p19"/>
          <p:cNvGrpSpPr/>
          <p:nvPr/>
        </p:nvGrpSpPr>
        <p:grpSpPr>
          <a:xfrm>
            <a:off x="1728216" y="5961888"/>
            <a:ext cx="342900" cy="366140"/>
            <a:chOff x="1728216" y="5961888"/>
            <a:chExt cx="342900" cy="366140"/>
          </a:xfrm>
        </p:grpSpPr>
        <p:sp>
          <p:nvSpPr>
            <p:cNvPr id="894" name="Google Shape;894;p19"/>
            <p:cNvSpPr/>
            <p:nvPr/>
          </p:nvSpPr>
          <p:spPr>
            <a:xfrm>
              <a:off x="1728216" y="6219443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0480" y="77724"/>
                  </a:moveTo>
                  <a:lnTo>
                    <a:pt x="16764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39624"/>
                  </a:lnTo>
                  <a:lnTo>
                    <a:pt x="12192" y="30480"/>
                  </a:lnTo>
                  <a:lnTo>
                    <a:pt x="16764" y="28956"/>
                  </a:lnTo>
                  <a:lnTo>
                    <a:pt x="30480" y="28956"/>
                  </a:lnTo>
                  <a:lnTo>
                    <a:pt x="36576" y="30480"/>
                  </a:lnTo>
                  <a:lnTo>
                    <a:pt x="45720" y="39624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5720" y="65532"/>
                  </a:lnTo>
                  <a:lnTo>
                    <a:pt x="36576" y="74676"/>
                  </a:lnTo>
                  <a:lnTo>
                    <a:pt x="30480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2672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275" y="33266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75"/>
                  </a:lnTo>
                  <a:lnTo>
                    <a:pt x="192190" y="73175"/>
                  </a:lnTo>
                  <a:lnTo>
                    <a:pt x="178879" y="73342"/>
                  </a:lnTo>
                  <a:lnTo>
                    <a:pt x="147828" y="82296"/>
                  </a:lnTo>
                  <a:lnTo>
                    <a:pt x="147828" y="99060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96012"/>
                  </a:lnTo>
                  <a:lnTo>
                    <a:pt x="333756" y="88392"/>
                  </a:lnTo>
                  <a:lnTo>
                    <a:pt x="332232" y="85344"/>
                  </a:lnTo>
                  <a:lnTo>
                    <a:pt x="329183" y="80772"/>
                  </a:lnTo>
                  <a:lnTo>
                    <a:pt x="326136" y="77724"/>
                  </a:lnTo>
                  <a:lnTo>
                    <a:pt x="321564" y="76200"/>
                  </a:lnTo>
                  <a:lnTo>
                    <a:pt x="317039" y="74437"/>
                  </a:lnTo>
                  <a:lnTo>
                    <a:pt x="310515" y="73533"/>
                  </a:lnTo>
                  <a:lnTo>
                    <a:pt x="301687" y="73175"/>
                  </a:lnTo>
                  <a:lnTo>
                    <a:pt x="342900" y="73175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5" name="Google Shape;895;p1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844040" y="5961888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96" name="Google Shape;896;p19"/>
          <p:cNvGrpSpPr/>
          <p:nvPr/>
        </p:nvGrpSpPr>
        <p:grpSpPr>
          <a:xfrm>
            <a:off x="1728216" y="4355591"/>
            <a:ext cx="448309" cy="1472185"/>
            <a:chOff x="1728216" y="4355591"/>
            <a:chExt cx="448309" cy="1472185"/>
          </a:xfrm>
        </p:grpSpPr>
        <p:sp>
          <p:nvSpPr>
            <p:cNvPr id="897" name="Google Shape;897;p19"/>
            <p:cNvSpPr/>
            <p:nvPr/>
          </p:nvSpPr>
          <p:spPr>
            <a:xfrm>
              <a:off x="1728216" y="5355336"/>
              <a:ext cx="342900" cy="472440"/>
            </a:xfrm>
            <a:custGeom>
              <a:rect b="b" l="l" r="r" t="t"/>
              <a:pathLst>
                <a:path extrusionOk="0" h="472439" w="342900">
                  <a:moveTo>
                    <a:pt x="48768" y="45720"/>
                  </a:moveTo>
                  <a:lnTo>
                    <a:pt x="45720" y="41148"/>
                  </a:lnTo>
                  <a:lnTo>
                    <a:pt x="41148" y="36576"/>
                  </a:lnTo>
                  <a:lnTo>
                    <a:pt x="36576" y="30480"/>
                  </a:lnTo>
                  <a:lnTo>
                    <a:pt x="30480" y="28956"/>
                  </a:lnTo>
                  <a:lnTo>
                    <a:pt x="16764" y="28956"/>
                  </a:lnTo>
                  <a:lnTo>
                    <a:pt x="12192" y="30480"/>
                  </a:lnTo>
                  <a:lnTo>
                    <a:pt x="7620" y="36576"/>
                  </a:lnTo>
                  <a:lnTo>
                    <a:pt x="3048" y="41148"/>
                  </a:lnTo>
                  <a:lnTo>
                    <a:pt x="0" y="45720"/>
                  </a:lnTo>
                  <a:lnTo>
                    <a:pt x="0" y="59436"/>
                  </a:lnTo>
                  <a:lnTo>
                    <a:pt x="3048" y="65532"/>
                  </a:lnTo>
                  <a:lnTo>
                    <a:pt x="12192" y="74676"/>
                  </a:lnTo>
                  <a:lnTo>
                    <a:pt x="16764" y="77724"/>
                  </a:lnTo>
                  <a:lnTo>
                    <a:pt x="30480" y="77724"/>
                  </a:lnTo>
                  <a:lnTo>
                    <a:pt x="36576" y="74676"/>
                  </a:lnTo>
                  <a:lnTo>
                    <a:pt x="45720" y="65532"/>
                  </a:lnTo>
                  <a:lnTo>
                    <a:pt x="48768" y="59436"/>
                  </a:lnTo>
                  <a:lnTo>
                    <a:pt x="48768" y="45720"/>
                  </a:lnTo>
                  <a:close/>
                </a:path>
                <a:path extrusionOk="0" h="472439" w="342900">
                  <a:moveTo>
                    <a:pt x="342887" y="134112"/>
                  </a:moveTo>
                  <a:lnTo>
                    <a:pt x="335267" y="134112"/>
                  </a:lnTo>
                  <a:lnTo>
                    <a:pt x="335267" y="153924"/>
                  </a:lnTo>
                  <a:lnTo>
                    <a:pt x="333743" y="161544"/>
                  </a:lnTo>
                  <a:lnTo>
                    <a:pt x="329171" y="167640"/>
                  </a:lnTo>
                  <a:lnTo>
                    <a:pt x="326123" y="173736"/>
                  </a:lnTo>
                  <a:lnTo>
                    <a:pt x="323075" y="176784"/>
                  </a:lnTo>
                  <a:lnTo>
                    <a:pt x="284975" y="181356"/>
                  </a:lnTo>
                  <a:lnTo>
                    <a:pt x="73139" y="181356"/>
                  </a:lnTo>
                  <a:lnTo>
                    <a:pt x="35039" y="176784"/>
                  </a:lnTo>
                  <a:lnTo>
                    <a:pt x="28943" y="167640"/>
                  </a:lnTo>
                  <a:lnTo>
                    <a:pt x="24371" y="161544"/>
                  </a:lnTo>
                  <a:lnTo>
                    <a:pt x="22847" y="153924"/>
                  </a:lnTo>
                  <a:lnTo>
                    <a:pt x="22847" y="134112"/>
                  </a:lnTo>
                  <a:lnTo>
                    <a:pt x="15227" y="134112"/>
                  </a:lnTo>
                  <a:lnTo>
                    <a:pt x="15227" y="274320"/>
                  </a:lnTo>
                  <a:lnTo>
                    <a:pt x="22847" y="274320"/>
                  </a:lnTo>
                  <a:lnTo>
                    <a:pt x="22847" y="254508"/>
                  </a:lnTo>
                  <a:lnTo>
                    <a:pt x="24371" y="246888"/>
                  </a:lnTo>
                  <a:lnTo>
                    <a:pt x="28943" y="240792"/>
                  </a:lnTo>
                  <a:lnTo>
                    <a:pt x="31991" y="234696"/>
                  </a:lnTo>
                  <a:lnTo>
                    <a:pt x="35039" y="231648"/>
                  </a:lnTo>
                  <a:lnTo>
                    <a:pt x="73139" y="227076"/>
                  </a:lnTo>
                  <a:lnTo>
                    <a:pt x="166103" y="227076"/>
                  </a:lnTo>
                  <a:lnTo>
                    <a:pt x="166103" y="379476"/>
                  </a:lnTo>
                  <a:lnTo>
                    <a:pt x="73139" y="379476"/>
                  </a:lnTo>
                  <a:lnTo>
                    <a:pt x="35039" y="374904"/>
                  </a:lnTo>
                  <a:lnTo>
                    <a:pt x="28943" y="365760"/>
                  </a:lnTo>
                  <a:lnTo>
                    <a:pt x="24371" y="359664"/>
                  </a:lnTo>
                  <a:lnTo>
                    <a:pt x="22847" y="352044"/>
                  </a:lnTo>
                  <a:lnTo>
                    <a:pt x="22847" y="332232"/>
                  </a:lnTo>
                  <a:lnTo>
                    <a:pt x="15227" y="332232"/>
                  </a:lnTo>
                  <a:lnTo>
                    <a:pt x="15227" y="472440"/>
                  </a:lnTo>
                  <a:lnTo>
                    <a:pt x="22847" y="472440"/>
                  </a:lnTo>
                  <a:lnTo>
                    <a:pt x="22847" y="452628"/>
                  </a:lnTo>
                  <a:lnTo>
                    <a:pt x="24371" y="445008"/>
                  </a:lnTo>
                  <a:lnTo>
                    <a:pt x="28943" y="438912"/>
                  </a:lnTo>
                  <a:lnTo>
                    <a:pt x="31991" y="432816"/>
                  </a:lnTo>
                  <a:lnTo>
                    <a:pt x="35039" y="429768"/>
                  </a:lnTo>
                  <a:lnTo>
                    <a:pt x="73139" y="425196"/>
                  </a:lnTo>
                  <a:lnTo>
                    <a:pt x="284975" y="425196"/>
                  </a:lnTo>
                  <a:lnTo>
                    <a:pt x="323075" y="431292"/>
                  </a:lnTo>
                  <a:lnTo>
                    <a:pt x="335267" y="460248"/>
                  </a:lnTo>
                  <a:lnTo>
                    <a:pt x="335267" y="472440"/>
                  </a:lnTo>
                  <a:lnTo>
                    <a:pt x="342887" y="472440"/>
                  </a:lnTo>
                  <a:lnTo>
                    <a:pt x="342887" y="332232"/>
                  </a:lnTo>
                  <a:lnTo>
                    <a:pt x="335267" y="332232"/>
                  </a:lnTo>
                  <a:lnTo>
                    <a:pt x="335267" y="352044"/>
                  </a:lnTo>
                  <a:lnTo>
                    <a:pt x="333743" y="359664"/>
                  </a:lnTo>
                  <a:lnTo>
                    <a:pt x="329171" y="365760"/>
                  </a:lnTo>
                  <a:lnTo>
                    <a:pt x="326123" y="371856"/>
                  </a:lnTo>
                  <a:lnTo>
                    <a:pt x="323075" y="374904"/>
                  </a:lnTo>
                  <a:lnTo>
                    <a:pt x="284975" y="379476"/>
                  </a:lnTo>
                  <a:lnTo>
                    <a:pt x="184391" y="379476"/>
                  </a:lnTo>
                  <a:lnTo>
                    <a:pt x="184391" y="227076"/>
                  </a:lnTo>
                  <a:lnTo>
                    <a:pt x="284975" y="227076"/>
                  </a:lnTo>
                  <a:lnTo>
                    <a:pt x="323075" y="233172"/>
                  </a:lnTo>
                  <a:lnTo>
                    <a:pt x="335267" y="262128"/>
                  </a:lnTo>
                  <a:lnTo>
                    <a:pt x="335267" y="274320"/>
                  </a:lnTo>
                  <a:lnTo>
                    <a:pt x="342887" y="274320"/>
                  </a:lnTo>
                  <a:lnTo>
                    <a:pt x="342887" y="134112"/>
                  </a:lnTo>
                  <a:close/>
                </a:path>
                <a:path extrusionOk="0" h="472439" w="342900">
                  <a:moveTo>
                    <a:pt x="342900" y="0"/>
                  </a:moveTo>
                  <a:lnTo>
                    <a:pt x="335280" y="0"/>
                  </a:lnTo>
                  <a:lnTo>
                    <a:pt x="335280" y="10668"/>
                  </a:lnTo>
                  <a:lnTo>
                    <a:pt x="333756" y="16764"/>
                  </a:lnTo>
                  <a:lnTo>
                    <a:pt x="292608" y="33528"/>
                  </a:lnTo>
                  <a:lnTo>
                    <a:pt x="115824" y="33528"/>
                  </a:lnTo>
                  <a:lnTo>
                    <a:pt x="115824" y="44196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7828" y="99060"/>
                  </a:lnTo>
                  <a:lnTo>
                    <a:pt x="147828" y="82296"/>
                  </a:lnTo>
                  <a:lnTo>
                    <a:pt x="194081" y="73152"/>
                  </a:lnTo>
                  <a:lnTo>
                    <a:pt x="292608" y="73152"/>
                  </a:lnTo>
                  <a:lnTo>
                    <a:pt x="299631" y="73342"/>
                  </a:lnTo>
                  <a:lnTo>
                    <a:pt x="301421" y="73342"/>
                  </a:lnTo>
                  <a:lnTo>
                    <a:pt x="335280" y="96012"/>
                  </a:lnTo>
                  <a:lnTo>
                    <a:pt x="335280" y="106680"/>
                  </a:lnTo>
                  <a:lnTo>
                    <a:pt x="342900" y="106680"/>
                  </a:lnTo>
                  <a:lnTo>
                    <a:pt x="342900" y="73152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8" name="Google Shape;898;p1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844040" y="5166360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9" name="Google Shape;899;p19"/>
            <p:cNvSpPr/>
            <p:nvPr/>
          </p:nvSpPr>
          <p:spPr>
            <a:xfrm>
              <a:off x="1776983" y="5010911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86512" y="86867"/>
                  </a:lnTo>
                  <a:lnTo>
                    <a:pt x="280416" y="91439"/>
                  </a:lnTo>
                  <a:lnTo>
                    <a:pt x="272795" y="94487"/>
                  </a:lnTo>
                  <a:lnTo>
                    <a:pt x="266247" y="97369"/>
                  </a:lnTo>
                  <a:lnTo>
                    <a:pt x="258127" y="99250"/>
                  </a:lnTo>
                  <a:lnTo>
                    <a:pt x="248578" y="100274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00" name="Google Shape;900;p1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844039" y="4780787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01" name="Google Shape;901;p19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844040" y="4596383"/>
              <a:ext cx="227075" cy="1630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02" name="Google Shape;902;p19"/>
            <p:cNvSpPr/>
            <p:nvPr/>
          </p:nvSpPr>
          <p:spPr>
            <a:xfrm>
              <a:off x="1850135" y="4355591"/>
              <a:ext cx="326390" cy="243840"/>
            </a:xfrm>
            <a:custGeom>
              <a:rect b="b" l="l" r="r" t="t"/>
              <a:pathLst>
                <a:path extrusionOk="0" h="243839" w="326389">
                  <a:moveTo>
                    <a:pt x="7619" y="243839"/>
                  </a:moveTo>
                  <a:lnTo>
                    <a:pt x="0" y="243839"/>
                  </a:lnTo>
                  <a:lnTo>
                    <a:pt x="0" y="138683"/>
                  </a:lnTo>
                  <a:lnTo>
                    <a:pt x="7619" y="138683"/>
                  </a:lnTo>
                  <a:lnTo>
                    <a:pt x="7619" y="150875"/>
                  </a:lnTo>
                  <a:lnTo>
                    <a:pt x="9143" y="156971"/>
                  </a:lnTo>
                  <a:lnTo>
                    <a:pt x="15239" y="163067"/>
                  </a:lnTo>
                  <a:lnTo>
                    <a:pt x="19811" y="164591"/>
                  </a:lnTo>
                  <a:lnTo>
                    <a:pt x="24383" y="164591"/>
                  </a:lnTo>
                  <a:lnTo>
                    <a:pt x="163067" y="102107"/>
                  </a:lnTo>
                  <a:lnTo>
                    <a:pt x="33527" y="48767"/>
                  </a:lnTo>
                  <a:lnTo>
                    <a:pt x="15239" y="48767"/>
                  </a:lnTo>
                  <a:lnTo>
                    <a:pt x="10667" y="53339"/>
                  </a:lnTo>
                  <a:lnTo>
                    <a:pt x="9143" y="56387"/>
                  </a:lnTo>
                  <a:lnTo>
                    <a:pt x="7619" y="57911"/>
                  </a:lnTo>
                  <a:lnTo>
                    <a:pt x="7619" y="70103"/>
                  </a:lnTo>
                  <a:lnTo>
                    <a:pt x="0" y="70103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6096"/>
                  </a:lnTo>
                  <a:lnTo>
                    <a:pt x="9143" y="10667"/>
                  </a:lnTo>
                  <a:lnTo>
                    <a:pt x="12191" y="13715"/>
                  </a:lnTo>
                  <a:lnTo>
                    <a:pt x="13715" y="16763"/>
                  </a:lnTo>
                  <a:lnTo>
                    <a:pt x="16763" y="19811"/>
                  </a:lnTo>
                  <a:lnTo>
                    <a:pt x="22859" y="24383"/>
                  </a:lnTo>
                  <a:lnTo>
                    <a:pt x="24383" y="25908"/>
                  </a:lnTo>
                  <a:lnTo>
                    <a:pt x="30479" y="27432"/>
                  </a:lnTo>
                  <a:lnTo>
                    <a:pt x="41147" y="32003"/>
                  </a:lnTo>
                  <a:lnTo>
                    <a:pt x="262127" y="121919"/>
                  </a:lnTo>
                  <a:lnTo>
                    <a:pt x="277010" y="129325"/>
                  </a:lnTo>
                  <a:lnTo>
                    <a:pt x="309371" y="156971"/>
                  </a:lnTo>
                  <a:lnTo>
                    <a:pt x="326135" y="198119"/>
                  </a:lnTo>
                  <a:lnTo>
                    <a:pt x="326135" y="207263"/>
                  </a:lnTo>
                  <a:lnTo>
                    <a:pt x="323087" y="214883"/>
                  </a:lnTo>
                  <a:lnTo>
                    <a:pt x="318515" y="220979"/>
                  </a:lnTo>
                  <a:lnTo>
                    <a:pt x="312419" y="227075"/>
                  </a:lnTo>
                  <a:lnTo>
                    <a:pt x="306324" y="230123"/>
                  </a:lnTo>
                  <a:lnTo>
                    <a:pt x="292607" y="230123"/>
                  </a:lnTo>
                  <a:lnTo>
                    <a:pt x="278891" y="193547"/>
                  </a:lnTo>
                  <a:lnTo>
                    <a:pt x="283463" y="184403"/>
                  </a:lnTo>
                  <a:lnTo>
                    <a:pt x="284988" y="176783"/>
                  </a:lnTo>
                  <a:lnTo>
                    <a:pt x="286512" y="173735"/>
                  </a:lnTo>
                  <a:lnTo>
                    <a:pt x="286512" y="166115"/>
                  </a:lnTo>
                  <a:lnTo>
                    <a:pt x="211836" y="121919"/>
                  </a:lnTo>
                  <a:lnTo>
                    <a:pt x="45719" y="204215"/>
                  </a:lnTo>
                  <a:lnTo>
                    <a:pt x="41147" y="205739"/>
                  </a:lnTo>
                  <a:lnTo>
                    <a:pt x="25907" y="214883"/>
                  </a:lnTo>
                  <a:lnTo>
                    <a:pt x="21335" y="219455"/>
                  </a:lnTo>
                  <a:lnTo>
                    <a:pt x="16763" y="222503"/>
                  </a:lnTo>
                  <a:lnTo>
                    <a:pt x="15239" y="225551"/>
                  </a:lnTo>
                  <a:lnTo>
                    <a:pt x="12191" y="228599"/>
                  </a:lnTo>
                  <a:lnTo>
                    <a:pt x="9143" y="234695"/>
                  </a:lnTo>
                  <a:lnTo>
                    <a:pt x="7619" y="24383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" name="Google Shape;903;p19"/>
          <p:cNvSpPr/>
          <p:nvPr/>
        </p:nvSpPr>
        <p:spPr>
          <a:xfrm>
            <a:off x="2354580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3715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3716"/>
                </a:lnTo>
                <a:lnTo>
                  <a:pt x="9143" y="9144"/>
                </a:lnTo>
                <a:lnTo>
                  <a:pt x="13715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1815" y="9144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" name="Google Shape;904;p19"/>
          <p:cNvGrpSpPr/>
          <p:nvPr/>
        </p:nvGrpSpPr>
        <p:grpSpPr>
          <a:xfrm>
            <a:off x="2298191" y="8313420"/>
            <a:ext cx="170815" cy="518159"/>
            <a:chOff x="2298191" y="8313420"/>
            <a:chExt cx="170815" cy="518159"/>
          </a:xfrm>
        </p:grpSpPr>
        <p:pic>
          <p:nvPicPr>
            <p:cNvPr id="905" name="Google Shape;905;p19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298191" y="8766048"/>
              <a:ext cx="167640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06" name="Google Shape;906;p19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298300" y="8624316"/>
              <a:ext cx="170579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07" name="Google Shape;907;p19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301240" y="8508492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08" name="Google Shape;908;p19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298191" y="8377428"/>
              <a:ext cx="170688" cy="960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09" name="Google Shape;909;p19"/>
            <p:cNvSpPr/>
            <p:nvPr/>
          </p:nvSpPr>
          <p:spPr>
            <a:xfrm>
              <a:off x="2351531" y="8313420"/>
              <a:ext cx="117475" cy="27940"/>
            </a:xfrm>
            <a:custGeom>
              <a:rect b="b" l="l" r="r" t="t"/>
              <a:pathLst>
                <a:path extrusionOk="0" h="27940" w="117475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3048" y="22860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3048" y="3048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2860" y="3048"/>
                  </a:lnTo>
                  <a:lnTo>
                    <a:pt x="25908" y="6096"/>
                  </a:lnTo>
                  <a:lnTo>
                    <a:pt x="27432" y="9144"/>
                  </a:lnTo>
                  <a:lnTo>
                    <a:pt x="27432" y="16764"/>
                  </a:lnTo>
                  <a:lnTo>
                    <a:pt x="25908" y="19812"/>
                  </a:lnTo>
                  <a:lnTo>
                    <a:pt x="19812" y="25908"/>
                  </a:lnTo>
                  <a:lnTo>
                    <a:pt x="16764" y="27432"/>
                  </a:lnTo>
                  <a:close/>
                </a:path>
                <a:path extrusionOk="0" h="27940" w="117475">
                  <a:moveTo>
                    <a:pt x="106680" y="27432"/>
                  </a:moveTo>
                  <a:lnTo>
                    <a:pt x="99060" y="27432"/>
                  </a:lnTo>
                  <a:lnTo>
                    <a:pt x="96012" y="25908"/>
                  </a:lnTo>
                  <a:lnTo>
                    <a:pt x="92964" y="22860"/>
                  </a:lnTo>
                  <a:lnTo>
                    <a:pt x="89916" y="16764"/>
                  </a:lnTo>
                  <a:lnTo>
                    <a:pt x="89916" y="9144"/>
                  </a:lnTo>
                  <a:lnTo>
                    <a:pt x="92964" y="3048"/>
                  </a:lnTo>
                  <a:lnTo>
                    <a:pt x="99060" y="0"/>
                  </a:lnTo>
                  <a:lnTo>
                    <a:pt x="106680" y="0"/>
                  </a:lnTo>
                  <a:lnTo>
                    <a:pt x="112776" y="3048"/>
                  </a:lnTo>
                  <a:lnTo>
                    <a:pt x="115824" y="6096"/>
                  </a:lnTo>
                  <a:lnTo>
                    <a:pt x="117348" y="9144"/>
                  </a:lnTo>
                  <a:lnTo>
                    <a:pt x="117348" y="16764"/>
                  </a:lnTo>
                  <a:lnTo>
                    <a:pt x="115824" y="19812"/>
                  </a:lnTo>
                  <a:lnTo>
                    <a:pt x="109728" y="25908"/>
                  </a:lnTo>
                  <a:lnTo>
                    <a:pt x="106680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" name="Google Shape;910;p19"/>
          <p:cNvGrpSpPr/>
          <p:nvPr/>
        </p:nvGrpSpPr>
        <p:grpSpPr>
          <a:xfrm>
            <a:off x="2293619" y="7781543"/>
            <a:ext cx="175260" cy="452628"/>
            <a:chOff x="2293619" y="7781543"/>
            <a:chExt cx="175260" cy="452628"/>
          </a:xfrm>
        </p:grpSpPr>
        <p:pic>
          <p:nvPicPr>
            <p:cNvPr id="911" name="Google Shape;911;p19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301239" y="8112252"/>
              <a:ext cx="164591" cy="1219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12" name="Google Shape;912;p1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293619" y="7781543"/>
              <a:ext cx="175260" cy="3093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913" name="Google Shape;913;p19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293619" y="6736079"/>
            <a:ext cx="225552" cy="981455"/>
          </a:xfrm>
          <a:prstGeom prst="rect">
            <a:avLst/>
          </a:prstGeom>
          <a:noFill/>
          <a:ln>
            <a:noFill/>
          </a:ln>
        </p:spPr>
      </p:pic>
      <p:sp>
        <p:nvSpPr>
          <p:cNvPr id="914" name="Google Shape;914;p19"/>
          <p:cNvSpPr/>
          <p:nvPr/>
        </p:nvSpPr>
        <p:spPr>
          <a:xfrm>
            <a:off x="2293607" y="6047232"/>
            <a:ext cx="175895" cy="620395"/>
          </a:xfrm>
          <a:custGeom>
            <a:rect b="b" l="l" r="r" t="t"/>
            <a:pathLst>
              <a:path extrusionOk="0" h="620395" w="175894">
                <a:moveTo>
                  <a:pt x="24384" y="483108"/>
                </a:moveTo>
                <a:lnTo>
                  <a:pt x="22860" y="480060"/>
                </a:lnTo>
                <a:lnTo>
                  <a:pt x="18288" y="475488"/>
                </a:lnTo>
                <a:lnTo>
                  <a:pt x="15240" y="473964"/>
                </a:lnTo>
                <a:lnTo>
                  <a:pt x="7620" y="473964"/>
                </a:lnTo>
                <a:lnTo>
                  <a:pt x="6096" y="475488"/>
                </a:lnTo>
                <a:lnTo>
                  <a:pt x="3048" y="477012"/>
                </a:lnTo>
                <a:lnTo>
                  <a:pt x="0" y="480060"/>
                </a:lnTo>
                <a:lnTo>
                  <a:pt x="0" y="492252"/>
                </a:lnTo>
                <a:lnTo>
                  <a:pt x="3048" y="495300"/>
                </a:lnTo>
                <a:lnTo>
                  <a:pt x="6096" y="496824"/>
                </a:lnTo>
                <a:lnTo>
                  <a:pt x="7620" y="498348"/>
                </a:lnTo>
                <a:lnTo>
                  <a:pt x="15240" y="498348"/>
                </a:lnTo>
                <a:lnTo>
                  <a:pt x="18288" y="496824"/>
                </a:lnTo>
                <a:lnTo>
                  <a:pt x="22860" y="492252"/>
                </a:lnTo>
                <a:lnTo>
                  <a:pt x="24384" y="489204"/>
                </a:lnTo>
                <a:lnTo>
                  <a:pt x="24384" y="483108"/>
                </a:lnTo>
                <a:close/>
              </a:path>
              <a:path extrusionOk="0" h="620395" w="175894">
                <a:moveTo>
                  <a:pt x="24384" y="96012"/>
                </a:moveTo>
                <a:lnTo>
                  <a:pt x="22860" y="92964"/>
                </a:lnTo>
                <a:lnTo>
                  <a:pt x="19812" y="91440"/>
                </a:lnTo>
                <a:lnTo>
                  <a:pt x="18288" y="88392"/>
                </a:lnTo>
                <a:lnTo>
                  <a:pt x="6096" y="88392"/>
                </a:lnTo>
                <a:lnTo>
                  <a:pt x="3048" y="91440"/>
                </a:lnTo>
                <a:lnTo>
                  <a:pt x="0" y="92964"/>
                </a:lnTo>
                <a:lnTo>
                  <a:pt x="0" y="106680"/>
                </a:lnTo>
                <a:lnTo>
                  <a:pt x="3048" y="108204"/>
                </a:lnTo>
                <a:lnTo>
                  <a:pt x="7620" y="112776"/>
                </a:lnTo>
                <a:lnTo>
                  <a:pt x="15240" y="112776"/>
                </a:lnTo>
                <a:lnTo>
                  <a:pt x="18288" y="111252"/>
                </a:lnTo>
                <a:lnTo>
                  <a:pt x="19812" y="108204"/>
                </a:lnTo>
                <a:lnTo>
                  <a:pt x="22860" y="106680"/>
                </a:lnTo>
                <a:lnTo>
                  <a:pt x="24384" y="103632"/>
                </a:lnTo>
                <a:lnTo>
                  <a:pt x="24384" y="96012"/>
                </a:lnTo>
                <a:close/>
              </a:path>
              <a:path extrusionOk="0" h="620395" w="175894">
                <a:moveTo>
                  <a:pt x="172212" y="458724"/>
                </a:moveTo>
                <a:lnTo>
                  <a:pt x="169164" y="458724"/>
                </a:lnTo>
                <a:lnTo>
                  <a:pt x="169164" y="463296"/>
                </a:lnTo>
                <a:lnTo>
                  <a:pt x="167640" y="467868"/>
                </a:lnTo>
                <a:lnTo>
                  <a:pt x="167640" y="469392"/>
                </a:lnTo>
                <a:lnTo>
                  <a:pt x="164592" y="472440"/>
                </a:lnTo>
                <a:lnTo>
                  <a:pt x="158496" y="475488"/>
                </a:lnTo>
                <a:lnTo>
                  <a:pt x="57912" y="475488"/>
                </a:lnTo>
                <a:lnTo>
                  <a:pt x="57912" y="480060"/>
                </a:lnTo>
                <a:lnTo>
                  <a:pt x="71628" y="513588"/>
                </a:lnTo>
                <a:lnTo>
                  <a:pt x="74676" y="512064"/>
                </a:lnTo>
                <a:lnTo>
                  <a:pt x="71628" y="505968"/>
                </a:lnTo>
                <a:lnTo>
                  <a:pt x="71628" y="501396"/>
                </a:lnTo>
                <a:lnTo>
                  <a:pt x="73152" y="499872"/>
                </a:lnTo>
                <a:lnTo>
                  <a:pt x="73152" y="498348"/>
                </a:lnTo>
                <a:lnTo>
                  <a:pt x="74676" y="498348"/>
                </a:lnTo>
                <a:lnTo>
                  <a:pt x="76200" y="496824"/>
                </a:lnTo>
                <a:lnTo>
                  <a:pt x="79248" y="496824"/>
                </a:lnTo>
                <a:lnTo>
                  <a:pt x="83299" y="495947"/>
                </a:lnTo>
                <a:lnTo>
                  <a:pt x="88773" y="495490"/>
                </a:lnTo>
                <a:lnTo>
                  <a:pt x="97002" y="495300"/>
                </a:lnTo>
                <a:lnTo>
                  <a:pt x="158496" y="495300"/>
                </a:lnTo>
                <a:lnTo>
                  <a:pt x="164592" y="498348"/>
                </a:lnTo>
                <a:lnTo>
                  <a:pt x="167640" y="501396"/>
                </a:lnTo>
                <a:lnTo>
                  <a:pt x="167640" y="502920"/>
                </a:lnTo>
                <a:lnTo>
                  <a:pt x="169164" y="505968"/>
                </a:lnTo>
                <a:lnTo>
                  <a:pt x="169164" y="512064"/>
                </a:lnTo>
                <a:lnTo>
                  <a:pt x="172212" y="512064"/>
                </a:lnTo>
                <a:lnTo>
                  <a:pt x="172212" y="495300"/>
                </a:lnTo>
                <a:lnTo>
                  <a:pt x="172212" y="458724"/>
                </a:lnTo>
                <a:close/>
              </a:path>
              <a:path extrusionOk="0" h="620395" w="175894">
                <a:moveTo>
                  <a:pt x="172212" y="73152"/>
                </a:moveTo>
                <a:lnTo>
                  <a:pt x="169164" y="73152"/>
                </a:lnTo>
                <a:lnTo>
                  <a:pt x="169164" y="77724"/>
                </a:lnTo>
                <a:lnTo>
                  <a:pt x="167640" y="80772"/>
                </a:lnTo>
                <a:lnTo>
                  <a:pt x="167640" y="83820"/>
                </a:lnTo>
                <a:lnTo>
                  <a:pt x="164592" y="86868"/>
                </a:lnTo>
                <a:lnTo>
                  <a:pt x="161544" y="88392"/>
                </a:lnTo>
                <a:lnTo>
                  <a:pt x="158496" y="88392"/>
                </a:lnTo>
                <a:lnTo>
                  <a:pt x="153924" y="89916"/>
                </a:lnTo>
                <a:lnTo>
                  <a:pt x="57912" y="89916"/>
                </a:lnTo>
                <a:lnTo>
                  <a:pt x="57912" y="94488"/>
                </a:lnTo>
                <a:lnTo>
                  <a:pt x="71628" y="128016"/>
                </a:lnTo>
                <a:lnTo>
                  <a:pt x="74676" y="124968"/>
                </a:lnTo>
                <a:lnTo>
                  <a:pt x="73152" y="121920"/>
                </a:lnTo>
                <a:lnTo>
                  <a:pt x="71628" y="120396"/>
                </a:lnTo>
                <a:lnTo>
                  <a:pt x="71628" y="115824"/>
                </a:lnTo>
                <a:lnTo>
                  <a:pt x="73152" y="114300"/>
                </a:lnTo>
                <a:lnTo>
                  <a:pt x="73152" y="112776"/>
                </a:lnTo>
                <a:lnTo>
                  <a:pt x="74676" y="111252"/>
                </a:lnTo>
                <a:lnTo>
                  <a:pt x="76200" y="111252"/>
                </a:lnTo>
                <a:lnTo>
                  <a:pt x="79248" y="109728"/>
                </a:lnTo>
                <a:lnTo>
                  <a:pt x="158496" y="109728"/>
                </a:lnTo>
                <a:lnTo>
                  <a:pt x="161544" y="111252"/>
                </a:lnTo>
                <a:lnTo>
                  <a:pt x="164592" y="111252"/>
                </a:lnTo>
                <a:lnTo>
                  <a:pt x="167640" y="114300"/>
                </a:lnTo>
                <a:lnTo>
                  <a:pt x="167640" y="117348"/>
                </a:lnTo>
                <a:lnTo>
                  <a:pt x="169164" y="120396"/>
                </a:lnTo>
                <a:lnTo>
                  <a:pt x="169164" y="126492"/>
                </a:lnTo>
                <a:lnTo>
                  <a:pt x="172212" y="126492"/>
                </a:lnTo>
                <a:lnTo>
                  <a:pt x="172212" y="109728"/>
                </a:lnTo>
                <a:lnTo>
                  <a:pt x="172212" y="73152"/>
                </a:lnTo>
                <a:close/>
              </a:path>
              <a:path extrusionOk="0" h="620395" w="175894">
                <a:moveTo>
                  <a:pt x="172224" y="393192"/>
                </a:moveTo>
                <a:lnTo>
                  <a:pt x="169176" y="393192"/>
                </a:lnTo>
                <a:lnTo>
                  <a:pt x="169176" y="399288"/>
                </a:lnTo>
                <a:lnTo>
                  <a:pt x="164604" y="408432"/>
                </a:lnTo>
                <a:lnTo>
                  <a:pt x="161556" y="409956"/>
                </a:lnTo>
                <a:lnTo>
                  <a:pt x="160032" y="411480"/>
                </a:lnTo>
                <a:lnTo>
                  <a:pt x="156984" y="413004"/>
                </a:lnTo>
                <a:lnTo>
                  <a:pt x="92976" y="413004"/>
                </a:lnTo>
                <a:lnTo>
                  <a:pt x="85356" y="409956"/>
                </a:lnTo>
                <a:lnTo>
                  <a:pt x="79260" y="405384"/>
                </a:lnTo>
                <a:lnTo>
                  <a:pt x="74688" y="400812"/>
                </a:lnTo>
                <a:lnTo>
                  <a:pt x="74688" y="394716"/>
                </a:lnTo>
                <a:lnTo>
                  <a:pt x="76212" y="393192"/>
                </a:lnTo>
                <a:lnTo>
                  <a:pt x="77736" y="388620"/>
                </a:lnTo>
                <a:lnTo>
                  <a:pt x="80784" y="385572"/>
                </a:lnTo>
                <a:lnTo>
                  <a:pt x="82308" y="382524"/>
                </a:lnTo>
                <a:lnTo>
                  <a:pt x="82308" y="376428"/>
                </a:lnTo>
                <a:lnTo>
                  <a:pt x="80784" y="374904"/>
                </a:lnTo>
                <a:lnTo>
                  <a:pt x="79260" y="371856"/>
                </a:lnTo>
                <a:lnTo>
                  <a:pt x="73164" y="368808"/>
                </a:lnTo>
                <a:lnTo>
                  <a:pt x="67068" y="368808"/>
                </a:lnTo>
                <a:lnTo>
                  <a:pt x="64020" y="370332"/>
                </a:lnTo>
                <a:lnTo>
                  <a:pt x="60972" y="373380"/>
                </a:lnTo>
                <a:lnTo>
                  <a:pt x="59448" y="376428"/>
                </a:lnTo>
                <a:lnTo>
                  <a:pt x="57924" y="381000"/>
                </a:lnTo>
                <a:lnTo>
                  <a:pt x="57924" y="385572"/>
                </a:lnTo>
                <a:lnTo>
                  <a:pt x="59372" y="392430"/>
                </a:lnTo>
                <a:lnTo>
                  <a:pt x="63830" y="399288"/>
                </a:lnTo>
                <a:lnTo>
                  <a:pt x="71424" y="406146"/>
                </a:lnTo>
                <a:lnTo>
                  <a:pt x="82308" y="413004"/>
                </a:lnTo>
                <a:lnTo>
                  <a:pt x="57924" y="413004"/>
                </a:lnTo>
                <a:lnTo>
                  <a:pt x="57924" y="419100"/>
                </a:lnTo>
                <a:lnTo>
                  <a:pt x="71640" y="451104"/>
                </a:lnTo>
                <a:lnTo>
                  <a:pt x="74688" y="451104"/>
                </a:lnTo>
                <a:lnTo>
                  <a:pt x="71640" y="445008"/>
                </a:lnTo>
                <a:lnTo>
                  <a:pt x="71640" y="440436"/>
                </a:lnTo>
                <a:lnTo>
                  <a:pt x="74688" y="437388"/>
                </a:lnTo>
                <a:lnTo>
                  <a:pt x="74688" y="435864"/>
                </a:lnTo>
                <a:lnTo>
                  <a:pt x="77736" y="434340"/>
                </a:lnTo>
                <a:lnTo>
                  <a:pt x="82664" y="434111"/>
                </a:lnTo>
                <a:lnTo>
                  <a:pt x="95758" y="433057"/>
                </a:lnTo>
                <a:lnTo>
                  <a:pt x="105168" y="432816"/>
                </a:lnTo>
                <a:lnTo>
                  <a:pt x="153936" y="432816"/>
                </a:lnTo>
                <a:lnTo>
                  <a:pt x="158508" y="434340"/>
                </a:lnTo>
                <a:lnTo>
                  <a:pt x="163080" y="434340"/>
                </a:lnTo>
                <a:lnTo>
                  <a:pt x="164604" y="435864"/>
                </a:lnTo>
                <a:lnTo>
                  <a:pt x="166128" y="438912"/>
                </a:lnTo>
                <a:lnTo>
                  <a:pt x="167652" y="440436"/>
                </a:lnTo>
                <a:lnTo>
                  <a:pt x="169176" y="445008"/>
                </a:lnTo>
                <a:lnTo>
                  <a:pt x="169176" y="449580"/>
                </a:lnTo>
                <a:lnTo>
                  <a:pt x="172224" y="449580"/>
                </a:lnTo>
                <a:lnTo>
                  <a:pt x="172224" y="393192"/>
                </a:lnTo>
                <a:close/>
              </a:path>
              <a:path extrusionOk="0" h="620395" w="175894">
                <a:moveTo>
                  <a:pt x="175260" y="167640"/>
                </a:moveTo>
                <a:lnTo>
                  <a:pt x="161544" y="135636"/>
                </a:lnTo>
                <a:lnTo>
                  <a:pt x="158496" y="137160"/>
                </a:lnTo>
                <a:lnTo>
                  <a:pt x="160020" y="140208"/>
                </a:lnTo>
                <a:lnTo>
                  <a:pt x="160020" y="147828"/>
                </a:lnTo>
                <a:lnTo>
                  <a:pt x="155448" y="152400"/>
                </a:lnTo>
                <a:lnTo>
                  <a:pt x="152400" y="152400"/>
                </a:lnTo>
                <a:lnTo>
                  <a:pt x="149352" y="153924"/>
                </a:lnTo>
                <a:lnTo>
                  <a:pt x="60960" y="153924"/>
                </a:lnTo>
                <a:lnTo>
                  <a:pt x="60960" y="190500"/>
                </a:lnTo>
                <a:lnTo>
                  <a:pt x="64008" y="190500"/>
                </a:lnTo>
                <a:lnTo>
                  <a:pt x="64008" y="182880"/>
                </a:lnTo>
                <a:lnTo>
                  <a:pt x="65532" y="178308"/>
                </a:lnTo>
                <a:lnTo>
                  <a:pt x="70104" y="173736"/>
                </a:lnTo>
                <a:lnTo>
                  <a:pt x="143256" y="173736"/>
                </a:lnTo>
                <a:lnTo>
                  <a:pt x="153924" y="184404"/>
                </a:lnTo>
                <a:lnTo>
                  <a:pt x="156972" y="188976"/>
                </a:lnTo>
                <a:lnTo>
                  <a:pt x="160020" y="198120"/>
                </a:lnTo>
                <a:lnTo>
                  <a:pt x="160020" y="207264"/>
                </a:lnTo>
                <a:lnTo>
                  <a:pt x="158496" y="211836"/>
                </a:lnTo>
                <a:lnTo>
                  <a:pt x="153924" y="214884"/>
                </a:lnTo>
                <a:lnTo>
                  <a:pt x="150876" y="219456"/>
                </a:lnTo>
                <a:lnTo>
                  <a:pt x="144780" y="220980"/>
                </a:lnTo>
                <a:lnTo>
                  <a:pt x="60960" y="220980"/>
                </a:lnTo>
                <a:lnTo>
                  <a:pt x="60960" y="259080"/>
                </a:lnTo>
                <a:lnTo>
                  <a:pt x="64008" y="259080"/>
                </a:lnTo>
                <a:lnTo>
                  <a:pt x="64008" y="248412"/>
                </a:lnTo>
                <a:lnTo>
                  <a:pt x="71628" y="240792"/>
                </a:lnTo>
                <a:lnTo>
                  <a:pt x="141732" y="240792"/>
                </a:lnTo>
                <a:lnTo>
                  <a:pt x="149352" y="239268"/>
                </a:lnTo>
                <a:lnTo>
                  <a:pt x="161544" y="236220"/>
                </a:lnTo>
                <a:lnTo>
                  <a:pt x="166116" y="233172"/>
                </a:lnTo>
                <a:lnTo>
                  <a:pt x="172212" y="224028"/>
                </a:lnTo>
                <a:lnTo>
                  <a:pt x="175260" y="217932"/>
                </a:lnTo>
                <a:lnTo>
                  <a:pt x="175260" y="205740"/>
                </a:lnTo>
                <a:lnTo>
                  <a:pt x="150876" y="173736"/>
                </a:lnTo>
                <a:lnTo>
                  <a:pt x="175260" y="173736"/>
                </a:lnTo>
                <a:lnTo>
                  <a:pt x="175260" y="167640"/>
                </a:lnTo>
                <a:close/>
              </a:path>
              <a:path extrusionOk="0" h="620395" w="175894">
                <a:moveTo>
                  <a:pt x="175272" y="574548"/>
                </a:moveTo>
                <a:lnTo>
                  <a:pt x="156768" y="539305"/>
                </a:lnTo>
                <a:lnTo>
                  <a:pt x="129552" y="527304"/>
                </a:lnTo>
                <a:lnTo>
                  <a:pt x="128028" y="530352"/>
                </a:lnTo>
                <a:lnTo>
                  <a:pt x="137172" y="534924"/>
                </a:lnTo>
                <a:lnTo>
                  <a:pt x="144792" y="539496"/>
                </a:lnTo>
                <a:lnTo>
                  <a:pt x="147840" y="544068"/>
                </a:lnTo>
                <a:lnTo>
                  <a:pt x="152412" y="550164"/>
                </a:lnTo>
                <a:lnTo>
                  <a:pt x="155460" y="557784"/>
                </a:lnTo>
                <a:lnTo>
                  <a:pt x="155460" y="565404"/>
                </a:lnTo>
                <a:lnTo>
                  <a:pt x="154355" y="573100"/>
                </a:lnTo>
                <a:lnTo>
                  <a:pt x="123837" y="598170"/>
                </a:lnTo>
                <a:lnTo>
                  <a:pt x="105168" y="600456"/>
                </a:lnTo>
                <a:lnTo>
                  <a:pt x="95681" y="599884"/>
                </a:lnTo>
                <a:lnTo>
                  <a:pt x="65544" y="580644"/>
                </a:lnTo>
                <a:lnTo>
                  <a:pt x="65544" y="563880"/>
                </a:lnTo>
                <a:lnTo>
                  <a:pt x="68592" y="560832"/>
                </a:lnTo>
                <a:lnTo>
                  <a:pt x="71640" y="559308"/>
                </a:lnTo>
                <a:lnTo>
                  <a:pt x="74688" y="556260"/>
                </a:lnTo>
                <a:lnTo>
                  <a:pt x="83832" y="556260"/>
                </a:lnTo>
                <a:lnTo>
                  <a:pt x="88404" y="554736"/>
                </a:lnTo>
                <a:lnTo>
                  <a:pt x="89928" y="553212"/>
                </a:lnTo>
                <a:lnTo>
                  <a:pt x="92976" y="551688"/>
                </a:lnTo>
                <a:lnTo>
                  <a:pt x="94500" y="548640"/>
                </a:lnTo>
                <a:lnTo>
                  <a:pt x="94500" y="539496"/>
                </a:lnTo>
                <a:lnTo>
                  <a:pt x="92976" y="537972"/>
                </a:lnTo>
                <a:lnTo>
                  <a:pt x="91452" y="534924"/>
                </a:lnTo>
                <a:lnTo>
                  <a:pt x="89928" y="533400"/>
                </a:lnTo>
                <a:lnTo>
                  <a:pt x="86880" y="531876"/>
                </a:lnTo>
                <a:lnTo>
                  <a:pt x="77736" y="531876"/>
                </a:lnTo>
                <a:lnTo>
                  <a:pt x="57924" y="568452"/>
                </a:lnTo>
                <a:lnTo>
                  <a:pt x="58801" y="579310"/>
                </a:lnTo>
                <a:lnTo>
                  <a:pt x="82613" y="611911"/>
                </a:lnTo>
                <a:lnTo>
                  <a:pt x="115836" y="620268"/>
                </a:lnTo>
                <a:lnTo>
                  <a:pt x="128714" y="619417"/>
                </a:lnTo>
                <a:lnTo>
                  <a:pt x="165620" y="599414"/>
                </a:lnTo>
                <a:lnTo>
                  <a:pt x="174142" y="583412"/>
                </a:lnTo>
                <a:lnTo>
                  <a:pt x="175272" y="574548"/>
                </a:lnTo>
                <a:close/>
              </a:path>
              <a:path extrusionOk="0" h="620395" w="175894">
                <a:moveTo>
                  <a:pt x="175272" y="313944"/>
                </a:moveTo>
                <a:lnTo>
                  <a:pt x="156768" y="279590"/>
                </a:lnTo>
                <a:lnTo>
                  <a:pt x="129552" y="268224"/>
                </a:lnTo>
                <a:lnTo>
                  <a:pt x="128028" y="271272"/>
                </a:lnTo>
                <a:lnTo>
                  <a:pt x="137172" y="275844"/>
                </a:lnTo>
                <a:lnTo>
                  <a:pt x="144792" y="278892"/>
                </a:lnTo>
                <a:lnTo>
                  <a:pt x="147840" y="283464"/>
                </a:lnTo>
                <a:lnTo>
                  <a:pt x="152412" y="289560"/>
                </a:lnTo>
                <a:lnTo>
                  <a:pt x="155460" y="297180"/>
                </a:lnTo>
                <a:lnTo>
                  <a:pt x="155460" y="304800"/>
                </a:lnTo>
                <a:lnTo>
                  <a:pt x="132168" y="335597"/>
                </a:lnTo>
                <a:lnTo>
                  <a:pt x="105168" y="341376"/>
                </a:lnTo>
                <a:lnTo>
                  <a:pt x="95681" y="340804"/>
                </a:lnTo>
                <a:lnTo>
                  <a:pt x="65544" y="320040"/>
                </a:lnTo>
                <a:lnTo>
                  <a:pt x="65544" y="304800"/>
                </a:lnTo>
                <a:lnTo>
                  <a:pt x="71640" y="298704"/>
                </a:lnTo>
                <a:lnTo>
                  <a:pt x="74688" y="297180"/>
                </a:lnTo>
                <a:lnTo>
                  <a:pt x="79260" y="297180"/>
                </a:lnTo>
                <a:lnTo>
                  <a:pt x="83832" y="295656"/>
                </a:lnTo>
                <a:lnTo>
                  <a:pt x="88404" y="295656"/>
                </a:lnTo>
                <a:lnTo>
                  <a:pt x="89928" y="292608"/>
                </a:lnTo>
                <a:lnTo>
                  <a:pt x="92976" y="291084"/>
                </a:lnTo>
                <a:lnTo>
                  <a:pt x="86880" y="272796"/>
                </a:lnTo>
                <a:lnTo>
                  <a:pt x="77736" y="272796"/>
                </a:lnTo>
                <a:lnTo>
                  <a:pt x="57924" y="309372"/>
                </a:lnTo>
                <a:lnTo>
                  <a:pt x="58801" y="319379"/>
                </a:lnTo>
                <a:lnTo>
                  <a:pt x="82613" y="352831"/>
                </a:lnTo>
                <a:lnTo>
                  <a:pt x="115836" y="361188"/>
                </a:lnTo>
                <a:lnTo>
                  <a:pt x="128714" y="360337"/>
                </a:lnTo>
                <a:lnTo>
                  <a:pt x="165620" y="340093"/>
                </a:lnTo>
                <a:lnTo>
                  <a:pt x="174142" y="323049"/>
                </a:lnTo>
                <a:lnTo>
                  <a:pt x="175272" y="313944"/>
                </a:lnTo>
                <a:close/>
              </a:path>
              <a:path extrusionOk="0" h="620395" w="175894">
                <a:moveTo>
                  <a:pt x="175272" y="22860"/>
                </a:moveTo>
                <a:lnTo>
                  <a:pt x="150888" y="0"/>
                </a:lnTo>
                <a:lnTo>
                  <a:pt x="150888" y="6096"/>
                </a:lnTo>
                <a:lnTo>
                  <a:pt x="153936" y="7620"/>
                </a:lnTo>
                <a:lnTo>
                  <a:pt x="156984" y="10668"/>
                </a:lnTo>
                <a:lnTo>
                  <a:pt x="160032" y="16764"/>
                </a:lnTo>
                <a:lnTo>
                  <a:pt x="160032" y="22860"/>
                </a:lnTo>
                <a:lnTo>
                  <a:pt x="153936" y="28956"/>
                </a:lnTo>
                <a:lnTo>
                  <a:pt x="147840" y="30480"/>
                </a:lnTo>
                <a:lnTo>
                  <a:pt x="68592" y="30480"/>
                </a:lnTo>
                <a:lnTo>
                  <a:pt x="68592" y="4572"/>
                </a:lnTo>
                <a:lnTo>
                  <a:pt x="60972" y="4572"/>
                </a:lnTo>
                <a:lnTo>
                  <a:pt x="60972" y="30480"/>
                </a:lnTo>
                <a:lnTo>
                  <a:pt x="24396" y="30480"/>
                </a:lnTo>
                <a:lnTo>
                  <a:pt x="24396" y="33528"/>
                </a:lnTo>
                <a:lnTo>
                  <a:pt x="32016" y="36576"/>
                </a:lnTo>
                <a:lnTo>
                  <a:pt x="47256" y="44196"/>
                </a:lnTo>
                <a:lnTo>
                  <a:pt x="56400" y="53340"/>
                </a:lnTo>
                <a:lnTo>
                  <a:pt x="59448" y="59436"/>
                </a:lnTo>
                <a:lnTo>
                  <a:pt x="62496" y="64008"/>
                </a:lnTo>
                <a:lnTo>
                  <a:pt x="64020" y="68580"/>
                </a:lnTo>
                <a:lnTo>
                  <a:pt x="68592" y="68580"/>
                </a:lnTo>
                <a:lnTo>
                  <a:pt x="68592" y="50292"/>
                </a:lnTo>
                <a:lnTo>
                  <a:pt x="152412" y="50292"/>
                </a:lnTo>
                <a:lnTo>
                  <a:pt x="173748" y="35052"/>
                </a:lnTo>
                <a:lnTo>
                  <a:pt x="175272" y="32004"/>
                </a:lnTo>
                <a:lnTo>
                  <a:pt x="175272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19"/>
          <p:cNvSpPr/>
          <p:nvPr/>
        </p:nvSpPr>
        <p:spPr>
          <a:xfrm>
            <a:off x="2756916" y="8881871"/>
            <a:ext cx="10795" cy="129539"/>
          </a:xfrm>
          <a:custGeom>
            <a:rect b="b" l="l" r="r" t="t"/>
            <a:pathLst>
              <a:path extrusionOk="0" h="129540" w="10794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" name="Google Shape;916;p19"/>
          <p:cNvGrpSpPr/>
          <p:nvPr/>
        </p:nvGrpSpPr>
        <p:grpSpPr>
          <a:xfrm>
            <a:off x="2648699" y="7953756"/>
            <a:ext cx="226060" cy="867155"/>
            <a:chOff x="2648699" y="7953756"/>
            <a:chExt cx="226060" cy="867155"/>
          </a:xfrm>
        </p:grpSpPr>
        <p:pic>
          <p:nvPicPr>
            <p:cNvPr id="917" name="Google Shape;917;p19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656332" y="8698992"/>
              <a:ext cx="164592" cy="1219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18" name="Google Shape;918;p19"/>
            <p:cNvSpPr/>
            <p:nvPr/>
          </p:nvSpPr>
          <p:spPr>
            <a:xfrm>
              <a:off x="2648699" y="7953756"/>
              <a:ext cx="226060" cy="722630"/>
            </a:xfrm>
            <a:custGeom>
              <a:rect b="b" l="l" r="r" t="t"/>
              <a:pathLst>
                <a:path extrusionOk="0" h="722629" w="226060">
                  <a:moveTo>
                    <a:pt x="24384" y="626364"/>
                  </a:moveTo>
                  <a:lnTo>
                    <a:pt x="21336" y="620268"/>
                  </a:lnTo>
                  <a:lnTo>
                    <a:pt x="15240" y="617220"/>
                  </a:lnTo>
                  <a:lnTo>
                    <a:pt x="9144" y="617220"/>
                  </a:lnTo>
                  <a:lnTo>
                    <a:pt x="3048" y="620268"/>
                  </a:lnTo>
                  <a:lnTo>
                    <a:pt x="0" y="626364"/>
                  </a:lnTo>
                  <a:lnTo>
                    <a:pt x="0" y="632460"/>
                  </a:lnTo>
                  <a:lnTo>
                    <a:pt x="3048" y="638556"/>
                  </a:lnTo>
                  <a:lnTo>
                    <a:pt x="9144" y="641604"/>
                  </a:lnTo>
                  <a:lnTo>
                    <a:pt x="15240" y="641604"/>
                  </a:lnTo>
                  <a:lnTo>
                    <a:pt x="21336" y="638556"/>
                  </a:lnTo>
                  <a:lnTo>
                    <a:pt x="24384" y="632460"/>
                  </a:lnTo>
                  <a:lnTo>
                    <a:pt x="24384" y="626364"/>
                  </a:lnTo>
                  <a:close/>
                </a:path>
                <a:path extrusionOk="0" h="722629" w="226060">
                  <a:moveTo>
                    <a:pt x="128016" y="399288"/>
                  </a:moveTo>
                  <a:lnTo>
                    <a:pt x="106680" y="399288"/>
                  </a:lnTo>
                  <a:lnTo>
                    <a:pt x="106680" y="463296"/>
                  </a:lnTo>
                  <a:lnTo>
                    <a:pt x="128016" y="463296"/>
                  </a:lnTo>
                  <a:lnTo>
                    <a:pt x="128016" y="399288"/>
                  </a:lnTo>
                  <a:close/>
                </a:path>
                <a:path extrusionOk="0" h="722629" w="226060">
                  <a:moveTo>
                    <a:pt x="172212" y="669036"/>
                  </a:moveTo>
                  <a:lnTo>
                    <a:pt x="169164" y="669036"/>
                  </a:lnTo>
                  <a:lnTo>
                    <a:pt x="169164" y="678180"/>
                  </a:lnTo>
                  <a:lnTo>
                    <a:pt x="164592" y="682752"/>
                  </a:lnTo>
                  <a:lnTo>
                    <a:pt x="161544" y="684276"/>
                  </a:lnTo>
                  <a:lnTo>
                    <a:pt x="160020" y="685800"/>
                  </a:lnTo>
                  <a:lnTo>
                    <a:pt x="0" y="685800"/>
                  </a:lnTo>
                  <a:lnTo>
                    <a:pt x="0" y="690372"/>
                  </a:lnTo>
                  <a:lnTo>
                    <a:pt x="13716" y="722376"/>
                  </a:lnTo>
                  <a:lnTo>
                    <a:pt x="16764" y="720852"/>
                  </a:lnTo>
                  <a:lnTo>
                    <a:pt x="15240" y="717804"/>
                  </a:lnTo>
                  <a:lnTo>
                    <a:pt x="15240" y="710184"/>
                  </a:lnTo>
                  <a:lnTo>
                    <a:pt x="18288" y="707136"/>
                  </a:lnTo>
                  <a:lnTo>
                    <a:pt x="19812" y="707136"/>
                  </a:lnTo>
                  <a:lnTo>
                    <a:pt x="22860" y="705612"/>
                  </a:lnTo>
                  <a:lnTo>
                    <a:pt x="160020" y="705612"/>
                  </a:lnTo>
                  <a:lnTo>
                    <a:pt x="163068" y="707136"/>
                  </a:lnTo>
                  <a:lnTo>
                    <a:pt x="169164" y="713232"/>
                  </a:lnTo>
                  <a:lnTo>
                    <a:pt x="169164" y="722376"/>
                  </a:lnTo>
                  <a:lnTo>
                    <a:pt x="172212" y="722376"/>
                  </a:lnTo>
                  <a:lnTo>
                    <a:pt x="172212" y="669036"/>
                  </a:lnTo>
                  <a:close/>
                </a:path>
                <a:path extrusionOk="0" h="722629" w="226060">
                  <a:moveTo>
                    <a:pt x="172212" y="601980"/>
                  </a:moveTo>
                  <a:lnTo>
                    <a:pt x="169164" y="601980"/>
                  </a:lnTo>
                  <a:lnTo>
                    <a:pt x="169164" y="611124"/>
                  </a:lnTo>
                  <a:lnTo>
                    <a:pt x="164592" y="615696"/>
                  </a:lnTo>
                  <a:lnTo>
                    <a:pt x="161544" y="617220"/>
                  </a:lnTo>
                  <a:lnTo>
                    <a:pt x="160020" y="618744"/>
                  </a:lnTo>
                  <a:lnTo>
                    <a:pt x="57912" y="618744"/>
                  </a:lnTo>
                  <a:lnTo>
                    <a:pt x="57912" y="623316"/>
                  </a:lnTo>
                  <a:lnTo>
                    <a:pt x="71628" y="656844"/>
                  </a:lnTo>
                  <a:lnTo>
                    <a:pt x="74676" y="655320"/>
                  </a:lnTo>
                  <a:lnTo>
                    <a:pt x="73152" y="652272"/>
                  </a:lnTo>
                  <a:lnTo>
                    <a:pt x="73152" y="643128"/>
                  </a:lnTo>
                  <a:lnTo>
                    <a:pt x="74676" y="641604"/>
                  </a:lnTo>
                  <a:lnTo>
                    <a:pt x="76200" y="641604"/>
                  </a:lnTo>
                  <a:lnTo>
                    <a:pt x="77724" y="640080"/>
                  </a:lnTo>
                  <a:lnTo>
                    <a:pt x="80772" y="640080"/>
                  </a:lnTo>
                  <a:lnTo>
                    <a:pt x="83820" y="638556"/>
                  </a:lnTo>
                  <a:lnTo>
                    <a:pt x="160020" y="638556"/>
                  </a:lnTo>
                  <a:lnTo>
                    <a:pt x="163068" y="640080"/>
                  </a:lnTo>
                  <a:lnTo>
                    <a:pt x="169164" y="646176"/>
                  </a:lnTo>
                  <a:lnTo>
                    <a:pt x="169164" y="655320"/>
                  </a:lnTo>
                  <a:lnTo>
                    <a:pt x="172212" y="655320"/>
                  </a:lnTo>
                  <a:lnTo>
                    <a:pt x="172212" y="638556"/>
                  </a:lnTo>
                  <a:lnTo>
                    <a:pt x="172212" y="601980"/>
                  </a:lnTo>
                  <a:close/>
                </a:path>
                <a:path extrusionOk="0" h="722629" w="226060">
                  <a:moveTo>
                    <a:pt x="172212" y="242316"/>
                  </a:moveTo>
                  <a:lnTo>
                    <a:pt x="169164" y="242316"/>
                  </a:lnTo>
                  <a:lnTo>
                    <a:pt x="169164" y="251460"/>
                  </a:lnTo>
                  <a:lnTo>
                    <a:pt x="167640" y="254508"/>
                  </a:lnTo>
                  <a:lnTo>
                    <a:pt x="164592" y="257556"/>
                  </a:lnTo>
                  <a:lnTo>
                    <a:pt x="161544" y="259080"/>
                  </a:lnTo>
                  <a:lnTo>
                    <a:pt x="0" y="259080"/>
                  </a:lnTo>
                  <a:lnTo>
                    <a:pt x="0" y="265176"/>
                  </a:lnTo>
                  <a:lnTo>
                    <a:pt x="9931" y="287248"/>
                  </a:lnTo>
                  <a:lnTo>
                    <a:pt x="7620" y="289560"/>
                  </a:lnTo>
                  <a:lnTo>
                    <a:pt x="4508" y="295300"/>
                  </a:lnTo>
                  <a:lnTo>
                    <a:pt x="2095" y="301180"/>
                  </a:lnTo>
                  <a:lnTo>
                    <a:pt x="558" y="307352"/>
                  </a:lnTo>
                  <a:lnTo>
                    <a:pt x="0" y="313944"/>
                  </a:lnTo>
                  <a:lnTo>
                    <a:pt x="558" y="319900"/>
                  </a:lnTo>
                  <a:lnTo>
                    <a:pt x="25908" y="353568"/>
                  </a:lnTo>
                  <a:lnTo>
                    <a:pt x="31915" y="356450"/>
                  </a:lnTo>
                  <a:lnTo>
                    <a:pt x="38481" y="358330"/>
                  </a:lnTo>
                  <a:lnTo>
                    <a:pt x="45631" y="359359"/>
                  </a:lnTo>
                  <a:lnTo>
                    <a:pt x="53340" y="359664"/>
                  </a:lnTo>
                  <a:lnTo>
                    <a:pt x="60960" y="359664"/>
                  </a:lnTo>
                  <a:lnTo>
                    <a:pt x="60960" y="381000"/>
                  </a:lnTo>
                  <a:lnTo>
                    <a:pt x="68580" y="381000"/>
                  </a:lnTo>
                  <a:lnTo>
                    <a:pt x="68580" y="359664"/>
                  </a:lnTo>
                  <a:lnTo>
                    <a:pt x="156972" y="359664"/>
                  </a:lnTo>
                  <a:lnTo>
                    <a:pt x="160020" y="361188"/>
                  </a:lnTo>
                  <a:lnTo>
                    <a:pt x="163068" y="361188"/>
                  </a:lnTo>
                  <a:lnTo>
                    <a:pt x="164592" y="364236"/>
                  </a:lnTo>
                  <a:lnTo>
                    <a:pt x="169164" y="368808"/>
                  </a:lnTo>
                  <a:lnTo>
                    <a:pt x="169164" y="381000"/>
                  </a:lnTo>
                  <a:lnTo>
                    <a:pt x="172212" y="381000"/>
                  </a:lnTo>
                  <a:lnTo>
                    <a:pt x="172212" y="313944"/>
                  </a:lnTo>
                  <a:lnTo>
                    <a:pt x="169164" y="313944"/>
                  </a:lnTo>
                  <a:lnTo>
                    <a:pt x="169164" y="329184"/>
                  </a:lnTo>
                  <a:lnTo>
                    <a:pt x="167640" y="332232"/>
                  </a:lnTo>
                  <a:lnTo>
                    <a:pt x="163068" y="335280"/>
                  </a:lnTo>
                  <a:lnTo>
                    <a:pt x="161544" y="338328"/>
                  </a:lnTo>
                  <a:lnTo>
                    <a:pt x="153924" y="339852"/>
                  </a:lnTo>
                  <a:lnTo>
                    <a:pt x="68580" y="339852"/>
                  </a:lnTo>
                  <a:lnTo>
                    <a:pt x="68580" y="310896"/>
                  </a:lnTo>
                  <a:lnTo>
                    <a:pt x="60960" y="310896"/>
                  </a:lnTo>
                  <a:lnTo>
                    <a:pt x="60960" y="339852"/>
                  </a:lnTo>
                  <a:lnTo>
                    <a:pt x="41033" y="339623"/>
                  </a:lnTo>
                  <a:lnTo>
                    <a:pt x="19812" y="338328"/>
                  </a:lnTo>
                  <a:lnTo>
                    <a:pt x="15240" y="336804"/>
                  </a:lnTo>
                  <a:lnTo>
                    <a:pt x="12192" y="335280"/>
                  </a:lnTo>
                  <a:lnTo>
                    <a:pt x="7620" y="326136"/>
                  </a:lnTo>
                  <a:lnTo>
                    <a:pt x="7620" y="320040"/>
                  </a:lnTo>
                  <a:lnTo>
                    <a:pt x="10668" y="313944"/>
                  </a:lnTo>
                  <a:lnTo>
                    <a:pt x="15240" y="309372"/>
                  </a:lnTo>
                  <a:lnTo>
                    <a:pt x="24384" y="303276"/>
                  </a:lnTo>
                  <a:lnTo>
                    <a:pt x="30480" y="297180"/>
                  </a:lnTo>
                  <a:lnTo>
                    <a:pt x="30480" y="291084"/>
                  </a:lnTo>
                  <a:lnTo>
                    <a:pt x="28956" y="288036"/>
                  </a:lnTo>
                  <a:lnTo>
                    <a:pt x="27432" y="286512"/>
                  </a:lnTo>
                  <a:lnTo>
                    <a:pt x="25908" y="283464"/>
                  </a:lnTo>
                  <a:lnTo>
                    <a:pt x="16764" y="283464"/>
                  </a:lnTo>
                  <a:lnTo>
                    <a:pt x="15240" y="283972"/>
                  </a:lnTo>
                  <a:lnTo>
                    <a:pt x="15240" y="283464"/>
                  </a:lnTo>
                  <a:lnTo>
                    <a:pt x="16764" y="283464"/>
                  </a:lnTo>
                  <a:lnTo>
                    <a:pt x="19812" y="280416"/>
                  </a:lnTo>
                  <a:lnTo>
                    <a:pt x="25908" y="280416"/>
                  </a:lnTo>
                  <a:lnTo>
                    <a:pt x="33528" y="278892"/>
                  </a:lnTo>
                  <a:lnTo>
                    <a:pt x="155448" y="278892"/>
                  </a:lnTo>
                  <a:lnTo>
                    <a:pt x="160020" y="280416"/>
                  </a:lnTo>
                  <a:lnTo>
                    <a:pt x="163068" y="281940"/>
                  </a:lnTo>
                  <a:lnTo>
                    <a:pt x="164592" y="281940"/>
                  </a:lnTo>
                  <a:lnTo>
                    <a:pt x="167640" y="284988"/>
                  </a:lnTo>
                  <a:lnTo>
                    <a:pt x="169164" y="288036"/>
                  </a:lnTo>
                  <a:lnTo>
                    <a:pt x="169164" y="295656"/>
                  </a:lnTo>
                  <a:lnTo>
                    <a:pt x="172212" y="295656"/>
                  </a:lnTo>
                  <a:lnTo>
                    <a:pt x="172212" y="242316"/>
                  </a:lnTo>
                  <a:close/>
                </a:path>
                <a:path extrusionOk="0" h="722629" w="226060">
                  <a:moveTo>
                    <a:pt x="175260" y="175260"/>
                  </a:moveTo>
                  <a:lnTo>
                    <a:pt x="167640" y="147840"/>
                  </a:lnTo>
                  <a:lnTo>
                    <a:pt x="167640" y="161544"/>
                  </a:lnTo>
                  <a:lnTo>
                    <a:pt x="167640" y="169164"/>
                  </a:lnTo>
                  <a:lnTo>
                    <a:pt x="140576" y="199072"/>
                  </a:lnTo>
                  <a:lnTo>
                    <a:pt x="108204" y="204216"/>
                  </a:lnTo>
                  <a:lnTo>
                    <a:pt x="100736" y="203936"/>
                  </a:lnTo>
                  <a:lnTo>
                    <a:pt x="94107" y="203073"/>
                  </a:lnTo>
                  <a:lnTo>
                    <a:pt x="88061" y="201650"/>
                  </a:lnTo>
                  <a:lnTo>
                    <a:pt x="82296" y="199644"/>
                  </a:lnTo>
                  <a:lnTo>
                    <a:pt x="76200" y="198120"/>
                  </a:lnTo>
                  <a:lnTo>
                    <a:pt x="71628" y="193548"/>
                  </a:lnTo>
                  <a:lnTo>
                    <a:pt x="70104" y="190500"/>
                  </a:lnTo>
                  <a:lnTo>
                    <a:pt x="67056" y="185928"/>
                  </a:lnTo>
                  <a:lnTo>
                    <a:pt x="65532" y="181356"/>
                  </a:lnTo>
                  <a:lnTo>
                    <a:pt x="65532" y="169164"/>
                  </a:lnTo>
                  <a:lnTo>
                    <a:pt x="97917" y="146494"/>
                  </a:lnTo>
                  <a:lnTo>
                    <a:pt x="124968" y="143256"/>
                  </a:lnTo>
                  <a:lnTo>
                    <a:pt x="135572" y="143814"/>
                  </a:lnTo>
                  <a:lnTo>
                    <a:pt x="167640" y="161544"/>
                  </a:lnTo>
                  <a:lnTo>
                    <a:pt x="167640" y="147840"/>
                  </a:lnTo>
                  <a:lnTo>
                    <a:pt x="137020" y="124904"/>
                  </a:lnTo>
                  <a:lnTo>
                    <a:pt x="114300" y="120396"/>
                  </a:lnTo>
                  <a:lnTo>
                    <a:pt x="104305" y="121234"/>
                  </a:lnTo>
                  <a:lnTo>
                    <a:pt x="68846" y="141160"/>
                  </a:lnTo>
                  <a:lnTo>
                    <a:pt x="57912" y="173736"/>
                  </a:lnTo>
                  <a:lnTo>
                    <a:pt x="58039" y="175260"/>
                  </a:lnTo>
                  <a:lnTo>
                    <a:pt x="58470" y="180581"/>
                  </a:lnTo>
                  <a:lnTo>
                    <a:pt x="80327" y="215506"/>
                  </a:lnTo>
                  <a:lnTo>
                    <a:pt x="117348" y="227076"/>
                  </a:lnTo>
                  <a:lnTo>
                    <a:pt x="127596" y="226250"/>
                  </a:lnTo>
                  <a:lnTo>
                    <a:pt x="164338" y="206552"/>
                  </a:lnTo>
                  <a:lnTo>
                    <a:pt x="165900" y="204216"/>
                  </a:lnTo>
                  <a:lnTo>
                    <a:pt x="170497" y="197358"/>
                  </a:lnTo>
                  <a:lnTo>
                    <a:pt x="174104" y="187032"/>
                  </a:lnTo>
                  <a:lnTo>
                    <a:pt x="174205" y="185928"/>
                  </a:lnTo>
                  <a:lnTo>
                    <a:pt x="175260" y="175260"/>
                  </a:lnTo>
                  <a:close/>
                </a:path>
                <a:path extrusionOk="0" h="722629" w="226060">
                  <a:moveTo>
                    <a:pt x="225564" y="539496"/>
                  </a:moveTo>
                  <a:lnTo>
                    <a:pt x="222516" y="539496"/>
                  </a:lnTo>
                  <a:lnTo>
                    <a:pt x="222516" y="548640"/>
                  </a:lnTo>
                  <a:lnTo>
                    <a:pt x="220992" y="551688"/>
                  </a:lnTo>
                  <a:lnTo>
                    <a:pt x="216420" y="556260"/>
                  </a:lnTo>
                  <a:lnTo>
                    <a:pt x="213372" y="556260"/>
                  </a:lnTo>
                  <a:lnTo>
                    <a:pt x="208800" y="557784"/>
                  </a:lnTo>
                  <a:lnTo>
                    <a:pt x="164604" y="557784"/>
                  </a:lnTo>
                  <a:lnTo>
                    <a:pt x="172224" y="550164"/>
                  </a:lnTo>
                  <a:lnTo>
                    <a:pt x="172224" y="545592"/>
                  </a:lnTo>
                  <a:lnTo>
                    <a:pt x="175272" y="542544"/>
                  </a:lnTo>
                  <a:lnTo>
                    <a:pt x="175272" y="530352"/>
                  </a:lnTo>
                  <a:lnTo>
                    <a:pt x="174383" y="520623"/>
                  </a:lnTo>
                  <a:lnTo>
                    <a:pt x="171653" y="511873"/>
                  </a:lnTo>
                  <a:lnTo>
                    <a:pt x="168440" y="506539"/>
                  </a:lnTo>
                  <a:lnTo>
                    <a:pt x="167652" y="505269"/>
                  </a:lnTo>
                  <a:lnTo>
                    <a:pt x="167652" y="522732"/>
                  </a:lnTo>
                  <a:lnTo>
                    <a:pt x="167652" y="537972"/>
                  </a:lnTo>
                  <a:lnTo>
                    <a:pt x="166128" y="542544"/>
                  </a:lnTo>
                  <a:lnTo>
                    <a:pt x="163080" y="547116"/>
                  </a:lnTo>
                  <a:lnTo>
                    <a:pt x="155460" y="554736"/>
                  </a:lnTo>
                  <a:lnTo>
                    <a:pt x="149364" y="556260"/>
                  </a:lnTo>
                  <a:lnTo>
                    <a:pt x="147840" y="556260"/>
                  </a:lnTo>
                  <a:lnTo>
                    <a:pt x="141744" y="557784"/>
                  </a:lnTo>
                  <a:lnTo>
                    <a:pt x="91452" y="557784"/>
                  </a:lnTo>
                  <a:lnTo>
                    <a:pt x="79260" y="545592"/>
                  </a:lnTo>
                  <a:lnTo>
                    <a:pt x="77736" y="542544"/>
                  </a:lnTo>
                  <a:lnTo>
                    <a:pt x="76212" y="537972"/>
                  </a:lnTo>
                  <a:lnTo>
                    <a:pt x="74688" y="534924"/>
                  </a:lnTo>
                  <a:lnTo>
                    <a:pt x="74688" y="524256"/>
                  </a:lnTo>
                  <a:lnTo>
                    <a:pt x="77736" y="516636"/>
                  </a:lnTo>
                  <a:lnTo>
                    <a:pt x="83832" y="512064"/>
                  </a:lnTo>
                  <a:lnTo>
                    <a:pt x="91516" y="507187"/>
                  </a:lnTo>
                  <a:lnTo>
                    <a:pt x="100787" y="503872"/>
                  </a:lnTo>
                  <a:lnTo>
                    <a:pt x="111607" y="501967"/>
                  </a:lnTo>
                  <a:lnTo>
                    <a:pt x="111950" y="501967"/>
                  </a:lnTo>
                  <a:lnTo>
                    <a:pt x="123456" y="501396"/>
                  </a:lnTo>
                  <a:lnTo>
                    <a:pt x="164604" y="515112"/>
                  </a:lnTo>
                  <a:lnTo>
                    <a:pt x="167652" y="522732"/>
                  </a:lnTo>
                  <a:lnTo>
                    <a:pt x="167652" y="505269"/>
                  </a:lnTo>
                  <a:lnTo>
                    <a:pt x="166789" y="503872"/>
                  </a:lnTo>
                  <a:lnTo>
                    <a:pt x="164414" y="501396"/>
                  </a:lnTo>
                  <a:lnTo>
                    <a:pt x="160032" y="496824"/>
                  </a:lnTo>
                  <a:lnTo>
                    <a:pt x="150075" y="489953"/>
                  </a:lnTo>
                  <a:lnTo>
                    <a:pt x="138696" y="485203"/>
                  </a:lnTo>
                  <a:lnTo>
                    <a:pt x="125945" y="482422"/>
                  </a:lnTo>
                  <a:lnTo>
                    <a:pt x="125437" y="482422"/>
                  </a:lnTo>
                  <a:lnTo>
                    <a:pt x="112788" y="481584"/>
                  </a:lnTo>
                  <a:lnTo>
                    <a:pt x="71640" y="493776"/>
                  </a:lnTo>
                  <a:lnTo>
                    <a:pt x="57924" y="522732"/>
                  </a:lnTo>
                  <a:lnTo>
                    <a:pt x="57924" y="528828"/>
                  </a:lnTo>
                  <a:lnTo>
                    <a:pt x="59448" y="534924"/>
                  </a:lnTo>
                  <a:lnTo>
                    <a:pt x="64020" y="539496"/>
                  </a:lnTo>
                  <a:lnTo>
                    <a:pt x="67106" y="544068"/>
                  </a:lnTo>
                  <a:lnTo>
                    <a:pt x="71640" y="548640"/>
                  </a:lnTo>
                  <a:lnTo>
                    <a:pt x="77304" y="553212"/>
                  </a:lnTo>
                  <a:lnTo>
                    <a:pt x="83832" y="557784"/>
                  </a:lnTo>
                  <a:lnTo>
                    <a:pt x="57924" y="557784"/>
                  </a:lnTo>
                  <a:lnTo>
                    <a:pt x="57924" y="562356"/>
                  </a:lnTo>
                  <a:lnTo>
                    <a:pt x="71640" y="595884"/>
                  </a:lnTo>
                  <a:lnTo>
                    <a:pt x="74688" y="594360"/>
                  </a:lnTo>
                  <a:lnTo>
                    <a:pt x="73164" y="591312"/>
                  </a:lnTo>
                  <a:lnTo>
                    <a:pt x="73164" y="582168"/>
                  </a:lnTo>
                  <a:lnTo>
                    <a:pt x="76212" y="579120"/>
                  </a:lnTo>
                  <a:lnTo>
                    <a:pt x="77736" y="579120"/>
                  </a:lnTo>
                  <a:lnTo>
                    <a:pt x="79260" y="577596"/>
                  </a:lnTo>
                  <a:lnTo>
                    <a:pt x="216420" y="577596"/>
                  </a:lnTo>
                  <a:lnTo>
                    <a:pt x="219468" y="580644"/>
                  </a:lnTo>
                  <a:lnTo>
                    <a:pt x="219468" y="582168"/>
                  </a:lnTo>
                  <a:lnTo>
                    <a:pt x="222516" y="585216"/>
                  </a:lnTo>
                  <a:lnTo>
                    <a:pt x="222516" y="597408"/>
                  </a:lnTo>
                  <a:lnTo>
                    <a:pt x="225564" y="597408"/>
                  </a:lnTo>
                  <a:lnTo>
                    <a:pt x="225564" y="577596"/>
                  </a:lnTo>
                  <a:lnTo>
                    <a:pt x="225564" y="539496"/>
                  </a:lnTo>
                  <a:close/>
                </a:path>
                <a:path extrusionOk="0" h="722629" w="226060">
                  <a:moveTo>
                    <a:pt x="225564" y="57912"/>
                  </a:moveTo>
                  <a:lnTo>
                    <a:pt x="222516" y="57912"/>
                  </a:lnTo>
                  <a:lnTo>
                    <a:pt x="222516" y="68580"/>
                  </a:lnTo>
                  <a:lnTo>
                    <a:pt x="220992" y="70104"/>
                  </a:lnTo>
                  <a:lnTo>
                    <a:pt x="219468" y="73152"/>
                  </a:lnTo>
                  <a:lnTo>
                    <a:pt x="217944" y="74676"/>
                  </a:lnTo>
                  <a:lnTo>
                    <a:pt x="216420" y="74676"/>
                  </a:lnTo>
                  <a:lnTo>
                    <a:pt x="213372" y="76200"/>
                  </a:lnTo>
                  <a:lnTo>
                    <a:pt x="164604" y="76200"/>
                  </a:lnTo>
                  <a:lnTo>
                    <a:pt x="169176" y="73152"/>
                  </a:lnTo>
                  <a:lnTo>
                    <a:pt x="172224" y="68580"/>
                  </a:lnTo>
                  <a:lnTo>
                    <a:pt x="172224" y="65532"/>
                  </a:lnTo>
                  <a:lnTo>
                    <a:pt x="175272" y="60960"/>
                  </a:lnTo>
                  <a:lnTo>
                    <a:pt x="175272" y="50292"/>
                  </a:lnTo>
                  <a:lnTo>
                    <a:pt x="174383" y="40563"/>
                  </a:lnTo>
                  <a:lnTo>
                    <a:pt x="171653" y="31813"/>
                  </a:lnTo>
                  <a:lnTo>
                    <a:pt x="167652" y="25184"/>
                  </a:lnTo>
                  <a:lnTo>
                    <a:pt x="167652" y="42672"/>
                  </a:lnTo>
                  <a:lnTo>
                    <a:pt x="167652" y="56388"/>
                  </a:lnTo>
                  <a:lnTo>
                    <a:pt x="166128" y="62484"/>
                  </a:lnTo>
                  <a:lnTo>
                    <a:pt x="163080" y="67056"/>
                  </a:lnTo>
                  <a:lnTo>
                    <a:pt x="155460" y="74676"/>
                  </a:lnTo>
                  <a:lnTo>
                    <a:pt x="149364" y="76200"/>
                  </a:lnTo>
                  <a:lnTo>
                    <a:pt x="91452" y="76200"/>
                  </a:lnTo>
                  <a:lnTo>
                    <a:pt x="83832" y="70104"/>
                  </a:lnTo>
                  <a:lnTo>
                    <a:pt x="79260" y="65532"/>
                  </a:lnTo>
                  <a:lnTo>
                    <a:pt x="77736" y="62484"/>
                  </a:lnTo>
                  <a:lnTo>
                    <a:pt x="76212" y="57912"/>
                  </a:lnTo>
                  <a:lnTo>
                    <a:pt x="74688" y="54864"/>
                  </a:lnTo>
                  <a:lnTo>
                    <a:pt x="74688" y="42672"/>
                  </a:lnTo>
                  <a:lnTo>
                    <a:pt x="77736" y="36576"/>
                  </a:lnTo>
                  <a:lnTo>
                    <a:pt x="83832" y="32004"/>
                  </a:lnTo>
                  <a:lnTo>
                    <a:pt x="91516" y="26885"/>
                  </a:lnTo>
                  <a:lnTo>
                    <a:pt x="100787" y="23050"/>
                  </a:lnTo>
                  <a:lnTo>
                    <a:pt x="111582" y="20624"/>
                  </a:lnTo>
                  <a:lnTo>
                    <a:pt x="111810" y="20624"/>
                  </a:lnTo>
                  <a:lnTo>
                    <a:pt x="123444" y="19824"/>
                  </a:lnTo>
                  <a:lnTo>
                    <a:pt x="164604" y="35052"/>
                  </a:lnTo>
                  <a:lnTo>
                    <a:pt x="167652" y="42672"/>
                  </a:lnTo>
                  <a:lnTo>
                    <a:pt x="167652" y="25184"/>
                  </a:lnTo>
                  <a:lnTo>
                    <a:pt x="166903" y="23939"/>
                  </a:lnTo>
                  <a:lnTo>
                    <a:pt x="162864" y="19723"/>
                  </a:lnTo>
                  <a:lnTo>
                    <a:pt x="160032" y="16764"/>
                  </a:lnTo>
                  <a:lnTo>
                    <a:pt x="150075" y="9652"/>
                  </a:lnTo>
                  <a:lnTo>
                    <a:pt x="138696" y="4381"/>
                  </a:lnTo>
                  <a:lnTo>
                    <a:pt x="126161" y="1130"/>
                  </a:lnTo>
                  <a:lnTo>
                    <a:pt x="112788" y="0"/>
                  </a:lnTo>
                  <a:lnTo>
                    <a:pt x="100787" y="863"/>
                  </a:lnTo>
                  <a:lnTo>
                    <a:pt x="65633" y="19723"/>
                  </a:lnTo>
                  <a:lnTo>
                    <a:pt x="57924" y="47244"/>
                  </a:lnTo>
                  <a:lnTo>
                    <a:pt x="59448" y="53340"/>
                  </a:lnTo>
                  <a:lnTo>
                    <a:pt x="64020" y="59436"/>
                  </a:lnTo>
                  <a:lnTo>
                    <a:pt x="67106" y="63995"/>
                  </a:lnTo>
                  <a:lnTo>
                    <a:pt x="71640" y="68389"/>
                  </a:lnTo>
                  <a:lnTo>
                    <a:pt x="77304" y="72517"/>
                  </a:lnTo>
                  <a:lnTo>
                    <a:pt x="83832" y="76200"/>
                  </a:lnTo>
                  <a:lnTo>
                    <a:pt x="57924" y="76200"/>
                  </a:lnTo>
                  <a:lnTo>
                    <a:pt x="57924" y="80772"/>
                  </a:lnTo>
                  <a:lnTo>
                    <a:pt x="71640" y="114300"/>
                  </a:lnTo>
                  <a:lnTo>
                    <a:pt x="74688" y="112776"/>
                  </a:lnTo>
                  <a:lnTo>
                    <a:pt x="73164" y="111252"/>
                  </a:lnTo>
                  <a:lnTo>
                    <a:pt x="73164" y="102108"/>
                  </a:lnTo>
                  <a:lnTo>
                    <a:pt x="77736" y="97536"/>
                  </a:lnTo>
                  <a:lnTo>
                    <a:pt x="80784" y="97536"/>
                  </a:lnTo>
                  <a:lnTo>
                    <a:pt x="85356" y="96012"/>
                  </a:lnTo>
                  <a:lnTo>
                    <a:pt x="208800" y="96012"/>
                  </a:lnTo>
                  <a:lnTo>
                    <a:pt x="213372" y="97536"/>
                  </a:lnTo>
                  <a:lnTo>
                    <a:pt x="216420" y="97536"/>
                  </a:lnTo>
                  <a:lnTo>
                    <a:pt x="219468" y="100584"/>
                  </a:lnTo>
                  <a:lnTo>
                    <a:pt x="219468" y="102108"/>
                  </a:lnTo>
                  <a:lnTo>
                    <a:pt x="222516" y="105156"/>
                  </a:lnTo>
                  <a:lnTo>
                    <a:pt x="222516" y="115824"/>
                  </a:lnTo>
                  <a:lnTo>
                    <a:pt x="225564" y="115824"/>
                  </a:lnTo>
                  <a:lnTo>
                    <a:pt x="225564" y="96012"/>
                  </a:lnTo>
                  <a:lnTo>
                    <a:pt x="225564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" name="Google Shape;919;p19"/>
          <p:cNvGrpSpPr/>
          <p:nvPr/>
        </p:nvGrpSpPr>
        <p:grpSpPr>
          <a:xfrm>
            <a:off x="2648711" y="7498080"/>
            <a:ext cx="225552" cy="387095"/>
            <a:chOff x="2648711" y="7498080"/>
            <a:chExt cx="225552" cy="387095"/>
          </a:xfrm>
        </p:grpSpPr>
        <p:pic>
          <p:nvPicPr>
            <p:cNvPr id="920" name="Google Shape;920;p19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656332" y="7763256"/>
              <a:ext cx="164592" cy="1219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21" name="Google Shape;921;p19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648711" y="7498080"/>
              <a:ext cx="225552" cy="24231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22" name="Google Shape;922;p19"/>
          <p:cNvSpPr/>
          <p:nvPr/>
        </p:nvSpPr>
        <p:spPr>
          <a:xfrm>
            <a:off x="2648699" y="6894576"/>
            <a:ext cx="226060" cy="533400"/>
          </a:xfrm>
          <a:custGeom>
            <a:rect b="b" l="l" r="r" t="t"/>
            <a:pathLst>
              <a:path extrusionOk="0" h="533400" w="226060">
                <a:moveTo>
                  <a:pt x="24384" y="274320"/>
                </a:moveTo>
                <a:lnTo>
                  <a:pt x="21336" y="268224"/>
                </a:lnTo>
                <a:lnTo>
                  <a:pt x="15240" y="265176"/>
                </a:lnTo>
                <a:lnTo>
                  <a:pt x="9144" y="265176"/>
                </a:lnTo>
                <a:lnTo>
                  <a:pt x="3048" y="268224"/>
                </a:lnTo>
                <a:lnTo>
                  <a:pt x="0" y="274320"/>
                </a:lnTo>
                <a:lnTo>
                  <a:pt x="0" y="280416"/>
                </a:lnTo>
                <a:lnTo>
                  <a:pt x="3048" y="286512"/>
                </a:lnTo>
                <a:lnTo>
                  <a:pt x="9144" y="289560"/>
                </a:lnTo>
                <a:lnTo>
                  <a:pt x="15240" y="289560"/>
                </a:lnTo>
                <a:lnTo>
                  <a:pt x="21336" y="286512"/>
                </a:lnTo>
                <a:lnTo>
                  <a:pt x="24384" y="280416"/>
                </a:lnTo>
                <a:lnTo>
                  <a:pt x="24384" y="274320"/>
                </a:lnTo>
                <a:close/>
              </a:path>
              <a:path extrusionOk="0" h="533400" w="226060">
                <a:moveTo>
                  <a:pt x="172212" y="249936"/>
                </a:moveTo>
                <a:lnTo>
                  <a:pt x="169164" y="249936"/>
                </a:lnTo>
                <a:lnTo>
                  <a:pt x="169164" y="259080"/>
                </a:lnTo>
                <a:lnTo>
                  <a:pt x="164592" y="263652"/>
                </a:lnTo>
                <a:lnTo>
                  <a:pt x="161544" y="265176"/>
                </a:lnTo>
                <a:lnTo>
                  <a:pt x="160020" y="266700"/>
                </a:lnTo>
                <a:lnTo>
                  <a:pt x="57912" y="266700"/>
                </a:lnTo>
                <a:lnTo>
                  <a:pt x="57912" y="272796"/>
                </a:lnTo>
                <a:lnTo>
                  <a:pt x="71628" y="304800"/>
                </a:lnTo>
                <a:lnTo>
                  <a:pt x="74676" y="303276"/>
                </a:lnTo>
                <a:lnTo>
                  <a:pt x="73152" y="300228"/>
                </a:lnTo>
                <a:lnTo>
                  <a:pt x="73152" y="291084"/>
                </a:lnTo>
                <a:lnTo>
                  <a:pt x="74676" y="289560"/>
                </a:lnTo>
                <a:lnTo>
                  <a:pt x="76200" y="289560"/>
                </a:lnTo>
                <a:lnTo>
                  <a:pt x="77724" y="288036"/>
                </a:lnTo>
                <a:lnTo>
                  <a:pt x="80772" y="288036"/>
                </a:lnTo>
                <a:lnTo>
                  <a:pt x="83820" y="286512"/>
                </a:lnTo>
                <a:lnTo>
                  <a:pt x="160020" y="286512"/>
                </a:lnTo>
                <a:lnTo>
                  <a:pt x="163068" y="288036"/>
                </a:lnTo>
                <a:lnTo>
                  <a:pt x="169164" y="294132"/>
                </a:lnTo>
                <a:lnTo>
                  <a:pt x="169164" y="303276"/>
                </a:lnTo>
                <a:lnTo>
                  <a:pt x="172212" y="303276"/>
                </a:lnTo>
                <a:lnTo>
                  <a:pt x="172212" y="286512"/>
                </a:lnTo>
                <a:lnTo>
                  <a:pt x="172212" y="249936"/>
                </a:lnTo>
                <a:close/>
              </a:path>
              <a:path extrusionOk="0" h="533400" w="226060">
                <a:moveTo>
                  <a:pt x="172224" y="121920"/>
                </a:moveTo>
                <a:lnTo>
                  <a:pt x="169176" y="121920"/>
                </a:lnTo>
                <a:lnTo>
                  <a:pt x="169176" y="129540"/>
                </a:lnTo>
                <a:lnTo>
                  <a:pt x="167652" y="132588"/>
                </a:lnTo>
                <a:lnTo>
                  <a:pt x="164604" y="135636"/>
                </a:lnTo>
                <a:lnTo>
                  <a:pt x="163080" y="135636"/>
                </a:lnTo>
                <a:lnTo>
                  <a:pt x="160032" y="137160"/>
                </a:lnTo>
                <a:lnTo>
                  <a:pt x="155460" y="138684"/>
                </a:lnTo>
                <a:lnTo>
                  <a:pt x="82308" y="138684"/>
                </a:lnTo>
                <a:lnTo>
                  <a:pt x="77736" y="140208"/>
                </a:lnTo>
                <a:lnTo>
                  <a:pt x="70116" y="143256"/>
                </a:lnTo>
                <a:lnTo>
                  <a:pt x="65544" y="146304"/>
                </a:lnTo>
                <a:lnTo>
                  <a:pt x="59448" y="155448"/>
                </a:lnTo>
                <a:lnTo>
                  <a:pt x="57924" y="161544"/>
                </a:lnTo>
                <a:lnTo>
                  <a:pt x="57924" y="167640"/>
                </a:lnTo>
                <a:lnTo>
                  <a:pt x="59372" y="176809"/>
                </a:lnTo>
                <a:lnTo>
                  <a:pt x="63830" y="186118"/>
                </a:lnTo>
                <a:lnTo>
                  <a:pt x="71424" y="195719"/>
                </a:lnTo>
                <a:lnTo>
                  <a:pt x="82308" y="205740"/>
                </a:lnTo>
                <a:lnTo>
                  <a:pt x="57924" y="205740"/>
                </a:lnTo>
                <a:lnTo>
                  <a:pt x="57924" y="210312"/>
                </a:lnTo>
                <a:lnTo>
                  <a:pt x="71640" y="243840"/>
                </a:lnTo>
                <a:lnTo>
                  <a:pt x="74688" y="240792"/>
                </a:lnTo>
                <a:lnTo>
                  <a:pt x="73164" y="237744"/>
                </a:lnTo>
                <a:lnTo>
                  <a:pt x="73164" y="230124"/>
                </a:lnTo>
                <a:lnTo>
                  <a:pt x="76212" y="227076"/>
                </a:lnTo>
                <a:lnTo>
                  <a:pt x="77736" y="227076"/>
                </a:lnTo>
                <a:lnTo>
                  <a:pt x="80784" y="225552"/>
                </a:lnTo>
                <a:lnTo>
                  <a:pt x="161556" y="225552"/>
                </a:lnTo>
                <a:lnTo>
                  <a:pt x="164604" y="228600"/>
                </a:lnTo>
                <a:lnTo>
                  <a:pt x="167652" y="230124"/>
                </a:lnTo>
                <a:lnTo>
                  <a:pt x="169176" y="233172"/>
                </a:lnTo>
                <a:lnTo>
                  <a:pt x="169176" y="242316"/>
                </a:lnTo>
                <a:lnTo>
                  <a:pt x="172224" y="242316"/>
                </a:lnTo>
                <a:lnTo>
                  <a:pt x="172224" y="225552"/>
                </a:lnTo>
                <a:lnTo>
                  <a:pt x="172224" y="188976"/>
                </a:lnTo>
                <a:lnTo>
                  <a:pt x="169176" y="188976"/>
                </a:lnTo>
                <a:lnTo>
                  <a:pt x="169176" y="198120"/>
                </a:lnTo>
                <a:lnTo>
                  <a:pt x="163080" y="204216"/>
                </a:lnTo>
                <a:lnTo>
                  <a:pt x="160032" y="204216"/>
                </a:lnTo>
                <a:lnTo>
                  <a:pt x="155460" y="205740"/>
                </a:lnTo>
                <a:lnTo>
                  <a:pt x="88404" y="205740"/>
                </a:lnTo>
                <a:lnTo>
                  <a:pt x="82156" y="197980"/>
                </a:lnTo>
                <a:lnTo>
                  <a:pt x="77355" y="190500"/>
                </a:lnTo>
                <a:lnTo>
                  <a:pt x="74256" y="183032"/>
                </a:lnTo>
                <a:lnTo>
                  <a:pt x="73164" y="175260"/>
                </a:lnTo>
                <a:lnTo>
                  <a:pt x="73164" y="169164"/>
                </a:lnTo>
                <a:lnTo>
                  <a:pt x="76212" y="164592"/>
                </a:lnTo>
                <a:lnTo>
                  <a:pt x="85356" y="158496"/>
                </a:lnTo>
                <a:lnTo>
                  <a:pt x="163080" y="158496"/>
                </a:lnTo>
                <a:lnTo>
                  <a:pt x="169176" y="164592"/>
                </a:lnTo>
                <a:lnTo>
                  <a:pt x="169176" y="175260"/>
                </a:lnTo>
                <a:lnTo>
                  <a:pt x="172224" y="175260"/>
                </a:lnTo>
                <a:lnTo>
                  <a:pt x="172224" y="158496"/>
                </a:lnTo>
                <a:lnTo>
                  <a:pt x="172224" y="121920"/>
                </a:lnTo>
                <a:close/>
              </a:path>
              <a:path extrusionOk="0" h="533400" w="226060">
                <a:moveTo>
                  <a:pt x="175272" y="441960"/>
                </a:moveTo>
                <a:lnTo>
                  <a:pt x="161556" y="409956"/>
                </a:lnTo>
                <a:lnTo>
                  <a:pt x="158508" y="411480"/>
                </a:lnTo>
                <a:lnTo>
                  <a:pt x="160032" y="414528"/>
                </a:lnTo>
                <a:lnTo>
                  <a:pt x="160032" y="422148"/>
                </a:lnTo>
                <a:lnTo>
                  <a:pt x="158508" y="423672"/>
                </a:lnTo>
                <a:lnTo>
                  <a:pt x="158508" y="425196"/>
                </a:lnTo>
                <a:lnTo>
                  <a:pt x="155460" y="426720"/>
                </a:lnTo>
                <a:lnTo>
                  <a:pt x="149364" y="426720"/>
                </a:lnTo>
                <a:lnTo>
                  <a:pt x="141744" y="428244"/>
                </a:lnTo>
                <a:lnTo>
                  <a:pt x="60972" y="428244"/>
                </a:lnTo>
                <a:lnTo>
                  <a:pt x="60972" y="464820"/>
                </a:lnTo>
                <a:lnTo>
                  <a:pt x="64020" y="464820"/>
                </a:lnTo>
                <a:lnTo>
                  <a:pt x="64020" y="457200"/>
                </a:lnTo>
                <a:lnTo>
                  <a:pt x="65544" y="452628"/>
                </a:lnTo>
                <a:lnTo>
                  <a:pt x="68592" y="451104"/>
                </a:lnTo>
                <a:lnTo>
                  <a:pt x="70116" y="448056"/>
                </a:lnTo>
                <a:lnTo>
                  <a:pt x="144792" y="448056"/>
                </a:lnTo>
                <a:lnTo>
                  <a:pt x="155460" y="458724"/>
                </a:lnTo>
                <a:lnTo>
                  <a:pt x="160032" y="472440"/>
                </a:lnTo>
                <a:lnTo>
                  <a:pt x="160032" y="481584"/>
                </a:lnTo>
                <a:lnTo>
                  <a:pt x="158508" y="486156"/>
                </a:lnTo>
                <a:lnTo>
                  <a:pt x="152412" y="492252"/>
                </a:lnTo>
                <a:lnTo>
                  <a:pt x="144792" y="495300"/>
                </a:lnTo>
                <a:lnTo>
                  <a:pt x="60972" y="495300"/>
                </a:lnTo>
                <a:lnTo>
                  <a:pt x="60972" y="533400"/>
                </a:lnTo>
                <a:lnTo>
                  <a:pt x="64020" y="533400"/>
                </a:lnTo>
                <a:lnTo>
                  <a:pt x="64020" y="522732"/>
                </a:lnTo>
                <a:lnTo>
                  <a:pt x="67068" y="519684"/>
                </a:lnTo>
                <a:lnTo>
                  <a:pt x="68592" y="516636"/>
                </a:lnTo>
                <a:lnTo>
                  <a:pt x="70116" y="516636"/>
                </a:lnTo>
                <a:lnTo>
                  <a:pt x="73164" y="515112"/>
                </a:lnTo>
                <a:lnTo>
                  <a:pt x="141744" y="515112"/>
                </a:lnTo>
                <a:lnTo>
                  <a:pt x="150888" y="513588"/>
                </a:lnTo>
                <a:lnTo>
                  <a:pt x="155460" y="512064"/>
                </a:lnTo>
                <a:lnTo>
                  <a:pt x="161556" y="510540"/>
                </a:lnTo>
                <a:lnTo>
                  <a:pt x="166128" y="507492"/>
                </a:lnTo>
                <a:lnTo>
                  <a:pt x="170700" y="502920"/>
                </a:lnTo>
                <a:lnTo>
                  <a:pt x="173748" y="498348"/>
                </a:lnTo>
                <a:lnTo>
                  <a:pt x="175272" y="492252"/>
                </a:lnTo>
                <a:lnTo>
                  <a:pt x="175272" y="480060"/>
                </a:lnTo>
                <a:lnTo>
                  <a:pt x="150888" y="448056"/>
                </a:lnTo>
                <a:lnTo>
                  <a:pt x="175272" y="448056"/>
                </a:lnTo>
                <a:lnTo>
                  <a:pt x="175272" y="441960"/>
                </a:lnTo>
                <a:close/>
              </a:path>
              <a:path extrusionOk="0" h="533400" w="226060">
                <a:moveTo>
                  <a:pt x="175272" y="359664"/>
                </a:moveTo>
                <a:lnTo>
                  <a:pt x="155651" y="324802"/>
                </a:lnTo>
                <a:lnTo>
                  <a:pt x="141744" y="321564"/>
                </a:lnTo>
                <a:lnTo>
                  <a:pt x="132880" y="323240"/>
                </a:lnTo>
                <a:lnTo>
                  <a:pt x="124599" y="328041"/>
                </a:lnTo>
                <a:lnTo>
                  <a:pt x="116878" y="335711"/>
                </a:lnTo>
                <a:lnTo>
                  <a:pt x="109740" y="345948"/>
                </a:lnTo>
                <a:lnTo>
                  <a:pt x="102120" y="364236"/>
                </a:lnTo>
                <a:lnTo>
                  <a:pt x="97548" y="371856"/>
                </a:lnTo>
                <a:lnTo>
                  <a:pt x="94500" y="376428"/>
                </a:lnTo>
                <a:lnTo>
                  <a:pt x="91452" y="377952"/>
                </a:lnTo>
                <a:lnTo>
                  <a:pt x="88404" y="381000"/>
                </a:lnTo>
                <a:lnTo>
                  <a:pt x="76212" y="381000"/>
                </a:lnTo>
                <a:lnTo>
                  <a:pt x="73164" y="379476"/>
                </a:lnTo>
                <a:lnTo>
                  <a:pt x="67068" y="373380"/>
                </a:lnTo>
                <a:lnTo>
                  <a:pt x="65544" y="368808"/>
                </a:lnTo>
                <a:lnTo>
                  <a:pt x="65544" y="356616"/>
                </a:lnTo>
                <a:lnTo>
                  <a:pt x="96024" y="333756"/>
                </a:lnTo>
                <a:lnTo>
                  <a:pt x="96024" y="330708"/>
                </a:lnTo>
                <a:lnTo>
                  <a:pt x="57924" y="330708"/>
                </a:lnTo>
                <a:lnTo>
                  <a:pt x="57924" y="333756"/>
                </a:lnTo>
                <a:lnTo>
                  <a:pt x="60972" y="336804"/>
                </a:lnTo>
                <a:lnTo>
                  <a:pt x="62496" y="336804"/>
                </a:lnTo>
                <a:lnTo>
                  <a:pt x="62496" y="344424"/>
                </a:lnTo>
                <a:lnTo>
                  <a:pt x="60972" y="347472"/>
                </a:lnTo>
                <a:lnTo>
                  <a:pt x="57924" y="359664"/>
                </a:lnTo>
                <a:lnTo>
                  <a:pt x="57924" y="373380"/>
                </a:lnTo>
                <a:lnTo>
                  <a:pt x="60972" y="381000"/>
                </a:lnTo>
                <a:lnTo>
                  <a:pt x="73164" y="393192"/>
                </a:lnTo>
                <a:lnTo>
                  <a:pt x="80784" y="396240"/>
                </a:lnTo>
                <a:lnTo>
                  <a:pt x="96024" y="396240"/>
                </a:lnTo>
                <a:lnTo>
                  <a:pt x="126212" y="360527"/>
                </a:lnTo>
                <a:lnTo>
                  <a:pt x="129933" y="353949"/>
                </a:lnTo>
                <a:lnTo>
                  <a:pt x="133070" y="349097"/>
                </a:lnTo>
                <a:lnTo>
                  <a:pt x="135648" y="345948"/>
                </a:lnTo>
                <a:lnTo>
                  <a:pt x="144792" y="339852"/>
                </a:lnTo>
                <a:lnTo>
                  <a:pt x="155460" y="339852"/>
                </a:lnTo>
                <a:lnTo>
                  <a:pt x="160032" y="342900"/>
                </a:lnTo>
                <a:lnTo>
                  <a:pt x="166128" y="348996"/>
                </a:lnTo>
                <a:lnTo>
                  <a:pt x="167652" y="353568"/>
                </a:lnTo>
                <a:lnTo>
                  <a:pt x="167652" y="367284"/>
                </a:lnTo>
                <a:lnTo>
                  <a:pt x="137172" y="393192"/>
                </a:lnTo>
                <a:lnTo>
                  <a:pt x="137172" y="396240"/>
                </a:lnTo>
                <a:lnTo>
                  <a:pt x="175272" y="396240"/>
                </a:lnTo>
                <a:lnTo>
                  <a:pt x="175272" y="393192"/>
                </a:lnTo>
                <a:lnTo>
                  <a:pt x="172224" y="393192"/>
                </a:lnTo>
                <a:lnTo>
                  <a:pt x="170700" y="391668"/>
                </a:lnTo>
                <a:lnTo>
                  <a:pt x="170700" y="385572"/>
                </a:lnTo>
                <a:lnTo>
                  <a:pt x="172224" y="382524"/>
                </a:lnTo>
                <a:lnTo>
                  <a:pt x="173748" y="373380"/>
                </a:lnTo>
                <a:lnTo>
                  <a:pt x="175272" y="365760"/>
                </a:lnTo>
                <a:lnTo>
                  <a:pt x="175272" y="359664"/>
                </a:lnTo>
                <a:close/>
              </a:path>
              <a:path extrusionOk="0" h="533400" w="226060">
                <a:moveTo>
                  <a:pt x="225564" y="64008"/>
                </a:moveTo>
                <a:lnTo>
                  <a:pt x="224421" y="48869"/>
                </a:lnTo>
                <a:lnTo>
                  <a:pt x="220992" y="35433"/>
                </a:lnTo>
                <a:lnTo>
                  <a:pt x="220891" y="35242"/>
                </a:lnTo>
                <a:lnTo>
                  <a:pt x="215277" y="23723"/>
                </a:lnTo>
                <a:lnTo>
                  <a:pt x="210159" y="17322"/>
                </a:lnTo>
                <a:lnTo>
                  <a:pt x="210159" y="56388"/>
                </a:lnTo>
                <a:lnTo>
                  <a:pt x="209765" y="64198"/>
                </a:lnTo>
                <a:lnTo>
                  <a:pt x="196608" y="96012"/>
                </a:lnTo>
                <a:lnTo>
                  <a:pt x="187464" y="96012"/>
                </a:lnTo>
                <a:lnTo>
                  <a:pt x="182892" y="94488"/>
                </a:lnTo>
                <a:lnTo>
                  <a:pt x="179844" y="91440"/>
                </a:lnTo>
                <a:lnTo>
                  <a:pt x="176796" y="89916"/>
                </a:lnTo>
                <a:lnTo>
                  <a:pt x="173748" y="86868"/>
                </a:lnTo>
                <a:lnTo>
                  <a:pt x="172224" y="85344"/>
                </a:lnTo>
                <a:lnTo>
                  <a:pt x="172237" y="85178"/>
                </a:lnTo>
                <a:lnTo>
                  <a:pt x="173101" y="76733"/>
                </a:lnTo>
                <a:lnTo>
                  <a:pt x="173228" y="73914"/>
                </a:lnTo>
                <a:lnTo>
                  <a:pt x="173329" y="71628"/>
                </a:lnTo>
                <a:lnTo>
                  <a:pt x="173405" y="69799"/>
                </a:lnTo>
                <a:lnTo>
                  <a:pt x="173469" y="68580"/>
                </a:lnTo>
                <a:lnTo>
                  <a:pt x="173558" y="66675"/>
                </a:lnTo>
                <a:lnTo>
                  <a:pt x="173634" y="60960"/>
                </a:lnTo>
                <a:lnTo>
                  <a:pt x="173736" y="47993"/>
                </a:lnTo>
                <a:lnTo>
                  <a:pt x="173850" y="37147"/>
                </a:lnTo>
                <a:lnTo>
                  <a:pt x="181368" y="7620"/>
                </a:lnTo>
                <a:lnTo>
                  <a:pt x="192036" y="7620"/>
                </a:lnTo>
                <a:lnTo>
                  <a:pt x="208318" y="33528"/>
                </a:lnTo>
                <a:lnTo>
                  <a:pt x="209765" y="42506"/>
                </a:lnTo>
                <a:lnTo>
                  <a:pt x="209778" y="42672"/>
                </a:lnTo>
                <a:lnTo>
                  <a:pt x="210045" y="47993"/>
                </a:lnTo>
                <a:lnTo>
                  <a:pt x="210159" y="56388"/>
                </a:lnTo>
                <a:lnTo>
                  <a:pt x="210159" y="17322"/>
                </a:lnTo>
                <a:lnTo>
                  <a:pt x="207276" y="13716"/>
                </a:lnTo>
                <a:lnTo>
                  <a:pt x="201193" y="7620"/>
                </a:lnTo>
                <a:lnTo>
                  <a:pt x="194894" y="3429"/>
                </a:lnTo>
                <a:lnTo>
                  <a:pt x="188201" y="863"/>
                </a:lnTo>
                <a:lnTo>
                  <a:pt x="181368" y="0"/>
                </a:lnTo>
                <a:lnTo>
                  <a:pt x="173748" y="0"/>
                </a:lnTo>
                <a:lnTo>
                  <a:pt x="155333" y="35433"/>
                </a:lnTo>
                <a:lnTo>
                  <a:pt x="155219" y="39535"/>
                </a:lnTo>
                <a:lnTo>
                  <a:pt x="155117" y="41719"/>
                </a:lnTo>
                <a:lnTo>
                  <a:pt x="155067" y="42672"/>
                </a:lnTo>
                <a:lnTo>
                  <a:pt x="154813" y="47993"/>
                </a:lnTo>
                <a:lnTo>
                  <a:pt x="154749" y="48869"/>
                </a:lnTo>
                <a:lnTo>
                  <a:pt x="154635" y="50292"/>
                </a:lnTo>
                <a:lnTo>
                  <a:pt x="154559" y="51244"/>
                </a:lnTo>
                <a:lnTo>
                  <a:pt x="153936" y="59436"/>
                </a:lnTo>
                <a:lnTo>
                  <a:pt x="153936" y="80772"/>
                </a:lnTo>
                <a:lnTo>
                  <a:pt x="152412" y="83820"/>
                </a:lnTo>
                <a:lnTo>
                  <a:pt x="149364" y="86868"/>
                </a:lnTo>
                <a:lnTo>
                  <a:pt x="143268" y="86868"/>
                </a:lnTo>
                <a:lnTo>
                  <a:pt x="141744" y="85344"/>
                </a:lnTo>
                <a:lnTo>
                  <a:pt x="138696" y="83820"/>
                </a:lnTo>
                <a:lnTo>
                  <a:pt x="137172" y="80772"/>
                </a:lnTo>
                <a:lnTo>
                  <a:pt x="132600" y="77724"/>
                </a:lnTo>
                <a:lnTo>
                  <a:pt x="135648" y="71628"/>
                </a:lnTo>
                <a:lnTo>
                  <a:pt x="135547" y="59436"/>
                </a:lnTo>
                <a:lnTo>
                  <a:pt x="135051" y="51244"/>
                </a:lnTo>
                <a:lnTo>
                  <a:pt x="133172" y="42672"/>
                </a:lnTo>
                <a:lnTo>
                  <a:pt x="133096" y="42506"/>
                </a:lnTo>
                <a:lnTo>
                  <a:pt x="130454" y="36576"/>
                </a:lnTo>
                <a:lnTo>
                  <a:pt x="129857" y="35242"/>
                </a:lnTo>
                <a:lnTo>
                  <a:pt x="129552" y="34861"/>
                </a:lnTo>
                <a:lnTo>
                  <a:pt x="129552" y="65532"/>
                </a:lnTo>
                <a:lnTo>
                  <a:pt x="126504" y="71628"/>
                </a:lnTo>
                <a:lnTo>
                  <a:pt x="92976" y="83820"/>
                </a:lnTo>
                <a:lnTo>
                  <a:pt x="82308" y="83820"/>
                </a:lnTo>
                <a:lnTo>
                  <a:pt x="76212" y="82296"/>
                </a:lnTo>
                <a:lnTo>
                  <a:pt x="67068" y="73152"/>
                </a:lnTo>
                <a:lnTo>
                  <a:pt x="64020" y="68580"/>
                </a:lnTo>
                <a:lnTo>
                  <a:pt x="64020" y="56388"/>
                </a:lnTo>
                <a:lnTo>
                  <a:pt x="102120" y="36576"/>
                </a:lnTo>
                <a:lnTo>
                  <a:pt x="111264" y="36576"/>
                </a:lnTo>
                <a:lnTo>
                  <a:pt x="129552" y="65532"/>
                </a:lnTo>
                <a:lnTo>
                  <a:pt x="129552" y="34861"/>
                </a:lnTo>
                <a:lnTo>
                  <a:pt x="99072" y="16764"/>
                </a:lnTo>
                <a:lnTo>
                  <a:pt x="91452" y="16764"/>
                </a:lnTo>
                <a:lnTo>
                  <a:pt x="83832" y="19812"/>
                </a:lnTo>
                <a:lnTo>
                  <a:pt x="77736" y="24384"/>
                </a:lnTo>
                <a:lnTo>
                  <a:pt x="77736" y="3048"/>
                </a:lnTo>
                <a:lnTo>
                  <a:pt x="76212" y="3048"/>
                </a:lnTo>
                <a:lnTo>
                  <a:pt x="76212" y="1524"/>
                </a:lnTo>
                <a:lnTo>
                  <a:pt x="70116" y="1524"/>
                </a:lnTo>
                <a:lnTo>
                  <a:pt x="68592" y="3048"/>
                </a:lnTo>
                <a:lnTo>
                  <a:pt x="67068" y="3048"/>
                </a:lnTo>
                <a:lnTo>
                  <a:pt x="67068" y="33528"/>
                </a:lnTo>
                <a:lnTo>
                  <a:pt x="63068" y="39535"/>
                </a:lnTo>
                <a:lnTo>
                  <a:pt x="60210" y="46101"/>
                </a:lnTo>
                <a:lnTo>
                  <a:pt x="58496" y="53251"/>
                </a:lnTo>
                <a:lnTo>
                  <a:pt x="58369" y="54914"/>
                </a:lnTo>
                <a:lnTo>
                  <a:pt x="58254" y="56388"/>
                </a:lnTo>
                <a:lnTo>
                  <a:pt x="76111" y="97205"/>
                </a:lnTo>
                <a:lnTo>
                  <a:pt x="97548" y="103632"/>
                </a:lnTo>
                <a:lnTo>
                  <a:pt x="105168" y="103632"/>
                </a:lnTo>
                <a:lnTo>
                  <a:pt x="131076" y="83820"/>
                </a:lnTo>
                <a:lnTo>
                  <a:pt x="138696" y="92964"/>
                </a:lnTo>
                <a:lnTo>
                  <a:pt x="143268" y="97536"/>
                </a:lnTo>
                <a:lnTo>
                  <a:pt x="147840" y="100584"/>
                </a:lnTo>
                <a:lnTo>
                  <a:pt x="150888" y="103632"/>
                </a:lnTo>
                <a:lnTo>
                  <a:pt x="163080" y="103632"/>
                </a:lnTo>
                <a:lnTo>
                  <a:pt x="164604" y="102108"/>
                </a:lnTo>
                <a:lnTo>
                  <a:pt x="166128" y="99060"/>
                </a:lnTo>
                <a:lnTo>
                  <a:pt x="169176" y="96012"/>
                </a:lnTo>
                <a:lnTo>
                  <a:pt x="170700" y="91440"/>
                </a:lnTo>
                <a:lnTo>
                  <a:pt x="179844" y="99060"/>
                </a:lnTo>
                <a:lnTo>
                  <a:pt x="188988" y="108204"/>
                </a:lnTo>
                <a:lnTo>
                  <a:pt x="193560" y="111252"/>
                </a:lnTo>
                <a:lnTo>
                  <a:pt x="196608" y="112776"/>
                </a:lnTo>
                <a:lnTo>
                  <a:pt x="207276" y="112776"/>
                </a:lnTo>
                <a:lnTo>
                  <a:pt x="211848" y="109728"/>
                </a:lnTo>
                <a:lnTo>
                  <a:pt x="214896" y="103632"/>
                </a:lnTo>
                <a:lnTo>
                  <a:pt x="219240" y="96012"/>
                </a:lnTo>
                <a:lnTo>
                  <a:pt x="219773" y="95084"/>
                </a:lnTo>
                <a:lnTo>
                  <a:pt x="223088" y="85534"/>
                </a:lnTo>
                <a:lnTo>
                  <a:pt x="223151" y="85178"/>
                </a:lnTo>
                <a:lnTo>
                  <a:pt x="224967" y="75133"/>
                </a:lnTo>
                <a:lnTo>
                  <a:pt x="225031" y="73914"/>
                </a:lnTo>
                <a:lnTo>
                  <a:pt x="225145" y="71628"/>
                </a:lnTo>
                <a:lnTo>
                  <a:pt x="225247" y="69799"/>
                </a:lnTo>
                <a:lnTo>
                  <a:pt x="225310" y="68580"/>
                </a:lnTo>
                <a:lnTo>
                  <a:pt x="225412" y="66675"/>
                </a:lnTo>
                <a:lnTo>
                  <a:pt x="225475" y="65532"/>
                </a:lnTo>
                <a:lnTo>
                  <a:pt x="225564" y="640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23" name="Google Shape;923;p19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673096" y="6467855"/>
            <a:ext cx="150875" cy="362712"/>
          </a:xfrm>
          <a:prstGeom prst="rect">
            <a:avLst/>
          </a:prstGeom>
          <a:noFill/>
          <a:ln>
            <a:noFill/>
          </a:ln>
        </p:spPr>
      </p:pic>
      <p:pic>
        <p:nvPicPr>
          <p:cNvPr id="924" name="Google Shape;924;p19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648711" y="5391911"/>
            <a:ext cx="175260" cy="1007363"/>
          </a:xfrm>
          <a:prstGeom prst="rect">
            <a:avLst/>
          </a:prstGeom>
          <a:noFill/>
          <a:ln>
            <a:noFill/>
          </a:ln>
        </p:spPr>
      </p:pic>
      <p:sp>
        <p:nvSpPr>
          <p:cNvPr id="925" name="Google Shape;925;p19"/>
          <p:cNvSpPr/>
          <p:nvPr/>
        </p:nvSpPr>
        <p:spPr>
          <a:xfrm>
            <a:off x="3112007" y="8881871"/>
            <a:ext cx="10795" cy="129539"/>
          </a:xfrm>
          <a:custGeom>
            <a:rect b="b" l="l" r="r" t="t"/>
            <a:pathLst>
              <a:path extrusionOk="0" h="129540" w="10794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26" name="Google Shape;926;p19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005327" y="8328659"/>
            <a:ext cx="175260" cy="492251"/>
          </a:xfrm>
          <a:prstGeom prst="rect">
            <a:avLst/>
          </a:prstGeom>
          <a:noFill/>
          <a:ln>
            <a:noFill/>
          </a:ln>
        </p:spPr>
      </p:pic>
      <p:pic>
        <p:nvPicPr>
          <p:cNvPr id="927" name="Google Shape;927;p19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005327" y="8025383"/>
            <a:ext cx="225552" cy="243839"/>
          </a:xfrm>
          <a:prstGeom prst="rect">
            <a:avLst/>
          </a:prstGeom>
          <a:noFill/>
          <a:ln>
            <a:noFill/>
          </a:ln>
        </p:spPr>
      </p:pic>
      <p:pic>
        <p:nvPicPr>
          <p:cNvPr id="928" name="Google Shape;928;p19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005327" y="7522464"/>
            <a:ext cx="175260" cy="435864"/>
          </a:xfrm>
          <a:prstGeom prst="rect">
            <a:avLst/>
          </a:prstGeom>
          <a:noFill/>
          <a:ln>
            <a:noFill/>
          </a:ln>
        </p:spPr>
      </p:pic>
      <p:sp>
        <p:nvSpPr>
          <p:cNvPr id="929" name="Google Shape;929;p19"/>
          <p:cNvSpPr/>
          <p:nvPr/>
        </p:nvSpPr>
        <p:spPr>
          <a:xfrm>
            <a:off x="3005315" y="6899148"/>
            <a:ext cx="226060" cy="558165"/>
          </a:xfrm>
          <a:custGeom>
            <a:rect b="b" l="l" r="r" t="t"/>
            <a:pathLst>
              <a:path extrusionOk="0" h="558165" w="226060">
                <a:moveTo>
                  <a:pt x="24384" y="344424"/>
                </a:moveTo>
                <a:lnTo>
                  <a:pt x="22860" y="341376"/>
                </a:lnTo>
                <a:lnTo>
                  <a:pt x="18288" y="336804"/>
                </a:lnTo>
                <a:lnTo>
                  <a:pt x="15240" y="335280"/>
                </a:lnTo>
                <a:lnTo>
                  <a:pt x="7620" y="335280"/>
                </a:lnTo>
                <a:lnTo>
                  <a:pt x="6096" y="336804"/>
                </a:lnTo>
                <a:lnTo>
                  <a:pt x="3048" y="338328"/>
                </a:lnTo>
                <a:lnTo>
                  <a:pt x="0" y="341376"/>
                </a:lnTo>
                <a:lnTo>
                  <a:pt x="0" y="353568"/>
                </a:lnTo>
                <a:lnTo>
                  <a:pt x="3048" y="355092"/>
                </a:lnTo>
                <a:lnTo>
                  <a:pt x="7620" y="359664"/>
                </a:lnTo>
                <a:lnTo>
                  <a:pt x="15240" y="359664"/>
                </a:lnTo>
                <a:lnTo>
                  <a:pt x="18288" y="358140"/>
                </a:lnTo>
                <a:lnTo>
                  <a:pt x="19812" y="355092"/>
                </a:lnTo>
                <a:lnTo>
                  <a:pt x="22860" y="353568"/>
                </a:lnTo>
                <a:lnTo>
                  <a:pt x="24384" y="350520"/>
                </a:lnTo>
                <a:lnTo>
                  <a:pt x="24384" y="344424"/>
                </a:lnTo>
                <a:close/>
              </a:path>
              <a:path extrusionOk="0" h="558165" w="226060">
                <a:moveTo>
                  <a:pt x="172212" y="382524"/>
                </a:moveTo>
                <a:lnTo>
                  <a:pt x="169164" y="382524"/>
                </a:lnTo>
                <a:lnTo>
                  <a:pt x="167640" y="388620"/>
                </a:lnTo>
                <a:lnTo>
                  <a:pt x="166116" y="396240"/>
                </a:lnTo>
                <a:lnTo>
                  <a:pt x="161544" y="402336"/>
                </a:lnTo>
                <a:lnTo>
                  <a:pt x="157784" y="408076"/>
                </a:lnTo>
                <a:lnTo>
                  <a:pt x="153162" y="413956"/>
                </a:lnTo>
                <a:lnTo>
                  <a:pt x="147408" y="420128"/>
                </a:lnTo>
                <a:lnTo>
                  <a:pt x="140208" y="426720"/>
                </a:lnTo>
                <a:lnTo>
                  <a:pt x="79248" y="489204"/>
                </a:lnTo>
                <a:lnTo>
                  <a:pt x="54864" y="464820"/>
                </a:lnTo>
                <a:lnTo>
                  <a:pt x="28956" y="438912"/>
                </a:lnTo>
                <a:lnTo>
                  <a:pt x="24384" y="432816"/>
                </a:lnTo>
                <a:lnTo>
                  <a:pt x="19812" y="428244"/>
                </a:lnTo>
                <a:lnTo>
                  <a:pt x="13716" y="419100"/>
                </a:lnTo>
                <a:lnTo>
                  <a:pt x="12192" y="416052"/>
                </a:lnTo>
                <a:lnTo>
                  <a:pt x="12192" y="413004"/>
                </a:lnTo>
                <a:lnTo>
                  <a:pt x="10668" y="409956"/>
                </a:lnTo>
                <a:lnTo>
                  <a:pt x="10668" y="403860"/>
                </a:lnTo>
                <a:lnTo>
                  <a:pt x="7620" y="403860"/>
                </a:lnTo>
                <a:lnTo>
                  <a:pt x="7620" y="463296"/>
                </a:lnTo>
                <a:lnTo>
                  <a:pt x="10668" y="463296"/>
                </a:lnTo>
                <a:lnTo>
                  <a:pt x="10668" y="452628"/>
                </a:lnTo>
                <a:lnTo>
                  <a:pt x="12192" y="449580"/>
                </a:lnTo>
                <a:lnTo>
                  <a:pt x="13716" y="448056"/>
                </a:lnTo>
                <a:lnTo>
                  <a:pt x="19812" y="448056"/>
                </a:lnTo>
                <a:lnTo>
                  <a:pt x="22860" y="449580"/>
                </a:lnTo>
                <a:lnTo>
                  <a:pt x="27432" y="451104"/>
                </a:lnTo>
                <a:lnTo>
                  <a:pt x="34340" y="456514"/>
                </a:lnTo>
                <a:lnTo>
                  <a:pt x="43815" y="465772"/>
                </a:lnTo>
                <a:lnTo>
                  <a:pt x="71628" y="495300"/>
                </a:lnTo>
                <a:lnTo>
                  <a:pt x="79248" y="504444"/>
                </a:lnTo>
                <a:lnTo>
                  <a:pt x="86868" y="512064"/>
                </a:lnTo>
                <a:lnTo>
                  <a:pt x="27432" y="512064"/>
                </a:lnTo>
                <a:lnTo>
                  <a:pt x="21336" y="510540"/>
                </a:lnTo>
                <a:lnTo>
                  <a:pt x="19812" y="510540"/>
                </a:lnTo>
                <a:lnTo>
                  <a:pt x="13716" y="507492"/>
                </a:lnTo>
                <a:lnTo>
                  <a:pt x="13716" y="504444"/>
                </a:lnTo>
                <a:lnTo>
                  <a:pt x="10668" y="501396"/>
                </a:lnTo>
                <a:lnTo>
                  <a:pt x="10668" y="489204"/>
                </a:lnTo>
                <a:lnTo>
                  <a:pt x="7620" y="489204"/>
                </a:lnTo>
                <a:lnTo>
                  <a:pt x="7620" y="557784"/>
                </a:lnTo>
                <a:lnTo>
                  <a:pt x="10668" y="557784"/>
                </a:lnTo>
                <a:lnTo>
                  <a:pt x="10668" y="544068"/>
                </a:lnTo>
                <a:lnTo>
                  <a:pt x="13716" y="541020"/>
                </a:lnTo>
                <a:lnTo>
                  <a:pt x="15240" y="537972"/>
                </a:lnTo>
                <a:lnTo>
                  <a:pt x="16764" y="536448"/>
                </a:lnTo>
                <a:lnTo>
                  <a:pt x="18288" y="536448"/>
                </a:lnTo>
                <a:lnTo>
                  <a:pt x="21336" y="534924"/>
                </a:lnTo>
                <a:lnTo>
                  <a:pt x="160020" y="534924"/>
                </a:lnTo>
                <a:lnTo>
                  <a:pt x="166116" y="541020"/>
                </a:lnTo>
                <a:lnTo>
                  <a:pt x="169164" y="545592"/>
                </a:lnTo>
                <a:lnTo>
                  <a:pt x="169164" y="557784"/>
                </a:lnTo>
                <a:lnTo>
                  <a:pt x="172212" y="557784"/>
                </a:lnTo>
                <a:lnTo>
                  <a:pt x="172212" y="489204"/>
                </a:lnTo>
                <a:lnTo>
                  <a:pt x="169164" y="489204"/>
                </a:lnTo>
                <a:lnTo>
                  <a:pt x="169164" y="498348"/>
                </a:lnTo>
                <a:lnTo>
                  <a:pt x="164592" y="507492"/>
                </a:lnTo>
                <a:lnTo>
                  <a:pt x="161544" y="509016"/>
                </a:lnTo>
                <a:lnTo>
                  <a:pt x="160020" y="510540"/>
                </a:lnTo>
                <a:lnTo>
                  <a:pt x="156972" y="510540"/>
                </a:lnTo>
                <a:lnTo>
                  <a:pt x="150876" y="512064"/>
                </a:lnTo>
                <a:lnTo>
                  <a:pt x="89916" y="512064"/>
                </a:lnTo>
                <a:lnTo>
                  <a:pt x="146304" y="454152"/>
                </a:lnTo>
                <a:lnTo>
                  <a:pt x="149352" y="449580"/>
                </a:lnTo>
                <a:lnTo>
                  <a:pt x="152400" y="448056"/>
                </a:lnTo>
                <a:lnTo>
                  <a:pt x="153924" y="446532"/>
                </a:lnTo>
                <a:lnTo>
                  <a:pt x="163068" y="446532"/>
                </a:lnTo>
                <a:lnTo>
                  <a:pt x="167640" y="451104"/>
                </a:lnTo>
                <a:lnTo>
                  <a:pt x="169164" y="454152"/>
                </a:lnTo>
                <a:lnTo>
                  <a:pt x="169164" y="458724"/>
                </a:lnTo>
                <a:lnTo>
                  <a:pt x="172212" y="458724"/>
                </a:lnTo>
                <a:lnTo>
                  <a:pt x="172212" y="382524"/>
                </a:lnTo>
                <a:close/>
              </a:path>
              <a:path extrusionOk="0" h="558165" w="226060">
                <a:moveTo>
                  <a:pt x="172212" y="320040"/>
                </a:moveTo>
                <a:lnTo>
                  <a:pt x="169164" y="320040"/>
                </a:lnTo>
                <a:lnTo>
                  <a:pt x="169164" y="324612"/>
                </a:lnTo>
                <a:lnTo>
                  <a:pt x="167640" y="329184"/>
                </a:lnTo>
                <a:lnTo>
                  <a:pt x="166116" y="330708"/>
                </a:lnTo>
                <a:lnTo>
                  <a:pt x="166116" y="332232"/>
                </a:lnTo>
                <a:lnTo>
                  <a:pt x="164592" y="333756"/>
                </a:lnTo>
                <a:lnTo>
                  <a:pt x="161544" y="335280"/>
                </a:lnTo>
                <a:lnTo>
                  <a:pt x="158496" y="335280"/>
                </a:lnTo>
                <a:lnTo>
                  <a:pt x="153924" y="336804"/>
                </a:lnTo>
                <a:lnTo>
                  <a:pt x="57912" y="336804"/>
                </a:lnTo>
                <a:lnTo>
                  <a:pt x="57912" y="341376"/>
                </a:lnTo>
                <a:lnTo>
                  <a:pt x="71628" y="374904"/>
                </a:lnTo>
                <a:lnTo>
                  <a:pt x="74676" y="373380"/>
                </a:lnTo>
                <a:lnTo>
                  <a:pt x="71628" y="367284"/>
                </a:lnTo>
                <a:lnTo>
                  <a:pt x="71628" y="362712"/>
                </a:lnTo>
                <a:lnTo>
                  <a:pt x="73152" y="361188"/>
                </a:lnTo>
                <a:lnTo>
                  <a:pt x="73152" y="359664"/>
                </a:lnTo>
                <a:lnTo>
                  <a:pt x="74676" y="358140"/>
                </a:lnTo>
                <a:lnTo>
                  <a:pt x="79248" y="358140"/>
                </a:lnTo>
                <a:lnTo>
                  <a:pt x="83299" y="357263"/>
                </a:lnTo>
                <a:lnTo>
                  <a:pt x="88773" y="356806"/>
                </a:lnTo>
                <a:lnTo>
                  <a:pt x="97002" y="356616"/>
                </a:lnTo>
                <a:lnTo>
                  <a:pt x="158496" y="356616"/>
                </a:lnTo>
                <a:lnTo>
                  <a:pt x="164592" y="359664"/>
                </a:lnTo>
                <a:lnTo>
                  <a:pt x="167640" y="362712"/>
                </a:lnTo>
                <a:lnTo>
                  <a:pt x="167640" y="364236"/>
                </a:lnTo>
                <a:lnTo>
                  <a:pt x="169164" y="367284"/>
                </a:lnTo>
                <a:lnTo>
                  <a:pt x="169164" y="373380"/>
                </a:lnTo>
                <a:lnTo>
                  <a:pt x="172212" y="373380"/>
                </a:lnTo>
                <a:lnTo>
                  <a:pt x="172212" y="356616"/>
                </a:lnTo>
                <a:lnTo>
                  <a:pt x="172212" y="320040"/>
                </a:lnTo>
                <a:close/>
              </a:path>
              <a:path extrusionOk="0" h="558165" w="226060">
                <a:moveTo>
                  <a:pt x="172212" y="249936"/>
                </a:moveTo>
                <a:lnTo>
                  <a:pt x="169164" y="249936"/>
                </a:lnTo>
                <a:lnTo>
                  <a:pt x="169164" y="256032"/>
                </a:lnTo>
                <a:lnTo>
                  <a:pt x="166116" y="262128"/>
                </a:lnTo>
                <a:lnTo>
                  <a:pt x="166116" y="263652"/>
                </a:lnTo>
                <a:lnTo>
                  <a:pt x="163068" y="265176"/>
                </a:lnTo>
                <a:lnTo>
                  <a:pt x="161544" y="265176"/>
                </a:lnTo>
                <a:lnTo>
                  <a:pt x="158496" y="266700"/>
                </a:lnTo>
                <a:lnTo>
                  <a:pt x="0" y="266700"/>
                </a:lnTo>
                <a:lnTo>
                  <a:pt x="0" y="272796"/>
                </a:lnTo>
                <a:lnTo>
                  <a:pt x="13716" y="303276"/>
                </a:lnTo>
                <a:lnTo>
                  <a:pt x="16764" y="301752"/>
                </a:lnTo>
                <a:lnTo>
                  <a:pt x="15240" y="298704"/>
                </a:lnTo>
                <a:lnTo>
                  <a:pt x="13716" y="297180"/>
                </a:lnTo>
                <a:lnTo>
                  <a:pt x="13716" y="292608"/>
                </a:lnTo>
                <a:lnTo>
                  <a:pt x="15240" y="291084"/>
                </a:lnTo>
                <a:lnTo>
                  <a:pt x="15240" y="289560"/>
                </a:lnTo>
                <a:lnTo>
                  <a:pt x="16764" y="289560"/>
                </a:lnTo>
                <a:lnTo>
                  <a:pt x="18288" y="288036"/>
                </a:lnTo>
                <a:lnTo>
                  <a:pt x="21336" y="288036"/>
                </a:lnTo>
                <a:lnTo>
                  <a:pt x="24752" y="287159"/>
                </a:lnTo>
                <a:lnTo>
                  <a:pt x="30289" y="286702"/>
                </a:lnTo>
                <a:lnTo>
                  <a:pt x="47244" y="286512"/>
                </a:lnTo>
                <a:lnTo>
                  <a:pt x="153924" y="286512"/>
                </a:lnTo>
                <a:lnTo>
                  <a:pt x="158496" y="288036"/>
                </a:lnTo>
                <a:lnTo>
                  <a:pt x="161544" y="288036"/>
                </a:lnTo>
                <a:lnTo>
                  <a:pt x="164592" y="289560"/>
                </a:lnTo>
                <a:lnTo>
                  <a:pt x="167640" y="292608"/>
                </a:lnTo>
                <a:lnTo>
                  <a:pt x="167640" y="295656"/>
                </a:lnTo>
                <a:lnTo>
                  <a:pt x="169164" y="298704"/>
                </a:lnTo>
                <a:lnTo>
                  <a:pt x="169164" y="303276"/>
                </a:lnTo>
                <a:lnTo>
                  <a:pt x="172212" y="303276"/>
                </a:lnTo>
                <a:lnTo>
                  <a:pt x="172212" y="249936"/>
                </a:lnTo>
                <a:close/>
              </a:path>
              <a:path extrusionOk="0" h="558165" w="226060">
                <a:moveTo>
                  <a:pt x="175260" y="187452"/>
                </a:moveTo>
                <a:lnTo>
                  <a:pt x="174142" y="178104"/>
                </a:lnTo>
                <a:lnTo>
                  <a:pt x="170878" y="168592"/>
                </a:lnTo>
                <a:lnTo>
                  <a:pt x="167640" y="162928"/>
                </a:lnTo>
                <a:lnTo>
                  <a:pt x="167640" y="173736"/>
                </a:lnTo>
                <a:lnTo>
                  <a:pt x="167640" y="185928"/>
                </a:lnTo>
                <a:lnTo>
                  <a:pt x="164592" y="195072"/>
                </a:lnTo>
                <a:lnTo>
                  <a:pt x="158496" y="204216"/>
                </a:lnTo>
                <a:lnTo>
                  <a:pt x="153924" y="207264"/>
                </a:lnTo>
                <a:lnTo>
                  <a:pt x="86868" y="207264"/>
                </a:lnTo>
                <a:lnTo>
                  <a:pt x="82296" y="202692"/>
                </a:lnTo>
                <a:lnTo>
                  <a:pt x="79248" y="198120"/>
                </a:lnTo>
                <a:lnTo>
                  <a:pt x="77724" y="195072"/>
                </a:lnTo>
                <a:lnTo>
                  <a:pt x="74676" y="192024"/>
                </a:lnTo>
                <a:lnTo>
                  <a:pt x="74676" y="175260"/>
                </a:lnTo>
                <a:lnTo>
                  <a:pt x="77724" y="167640"/>
                </a:lnTo>
                <a:lnTo>
                  <a:pt x="118872" y="150876"/>
                </a:lnTo>
                <a:lnTo>
                  <a:pt x="129730" y="151688"/>
                </a:lnTo>
                <a:lnTo>
                  <a:pt x="167640" y="173736"/>
                </a:lnTo>
                <a:lnTo>
                  <a:pt x="167640" y="162928"/>
                </a:lnTo>
                <a:lnTo>
                  <a:pt x="138303" y="136398"/>
                </a:lnTo>
                <a:lnTo>
                  <a:pt x="111252" y="131064"/>
                </a:lnTo>
                <a:lnTo>
                  <a:pt x="99491" y="131927"/>
                </a:lnTo>
                <a:lnTo>
                  <a:pt x="65633" y="151028"/>
                </a:lnTo>
                <a:lnTo>
                  <a:pt x="57912" y="173736"/>
                </a:lnTo>
                <a:lnTo>
                  <a:pt x="59105" y="182841"/>
                </a:lnTo>
                <a:lnTo>
                  <a:pt x="62865" y="191643"/>
                </a:lnTo>
                <a:lnTo>
                  <a:pt x="69494" y="199885"/>
                </a:lnTo>
                <a:lnTo>
                  <a:pt x="79248" y="207264"/>
                </a:lnTo>
                <a:lnTo>
                  <a:pt x="0" y="207264"/>
                </a:lnTo>
                <a:lnTo>
                  <a:pt x="0" y="213360"/>
                </a:lnTo>
                <a:lnTo>
                  <a:pt x="13716" y="245364"/>
                </a:lnTo>
                <a:lnTo>
                  <a:pt x="16764" y="243840"/>
                </a:lnTo>
                <a:lnTo>
                  <a:pt x="13716" y="237744"/>
                </a:lnTo>
                <a:lnTo>
                  <a:pt x="13716" y="234696"/>
                </a:lnTo>
                <a:lnTo>
                  <a:pt x="15240" y="233172"/>
                </a:lnTo>
                <a:lnTo>
                  <a:pt x="15240" y="231648"/>
                </a:lnTo>
                <a:lnTo>
                  <a:pt x="18288" y="228600"/>
                </a:lnTo>
                <a:lnTo>
                  <a:pt x="21336" y="228600"/>
                </a:lnTo>
                <a:lnTo>
                  <a:pt x="25387" y="228371"/>
                </a:lnTo>
                <a:lnTo>
                  <a:pt x="30861" y="227838"/>
                </a:lnTo>
                <a:lnTo>
                  <a:pt x="38061" y="227317"/>
                </a:lnTo>
                <a:lnTo>
                  <a:pt x="47244" y="227076"/>
                </a:lnTo>
                <a:lnTo>
                  <a:pt x="161544" y="227076"/>
                </a:lnTo>
                <a:lnTo>
                  <a:pt x="166116" y="220980"/>
                </a:lnTo>
                <a:lnTo>
                  <a:pt x="169164" y="214884"/>
                </a:lnTo>
                <a:lnTo>
                  <a:pt x="170688" y="207264"/>
                </a:lnTo>
                <a:lnTo>
                  <a:pt x="173736" y="201168"/>
                </a:lnTo>
                <a:lnTo>
                  <a:pt x="175260" y="195072"/>
                </a:lnTo>
                <a:lnTo>
                  <a:pt x="175260" y="187452"/>
                </a:lnTo>
                <a:close/>
              </a:path>
              <a:path extrusionOk="0" h="558165" w="226060">
                <a:moveTo>
                  <a:pt x="225552" y="91440"/>
                </a:moveTo>
                <a:lnTo>
                  <a:pt x="222504" y="83820"/>
                </a:lnTo>
                <a:lnTo>
                  <a:pt x="216408" y="77724"/>
                </a:lnTo>
                <a:lnTo>
                  <a:pt x="212178" y="72301"/>
                </a:lnTo>
                <a:lnTo>
                  <a:pt x="96126" y="21336"/>
                </a:lnTo>
                <a:lnTo>
                  <a:pt x="74676" y="13716"/>
                </a:lnTo>
                <a:lnTo>
                  <a:pt x="71628" y="12192"/>
                </a:lnTo>
                <a:lnTo>
                  <a:pt x="64008" y="4572"/>
                </a:lnTo>
                <a:lnTo>
                  <a:pt x="64008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08" y="33528"/>
                </a:lnTo>
                <a:lnTo>
                  <a:pt x="64008" y="25908"/>
                </a:lnTo>
                <a:lnTo>
                  <a:pt x="65532" y="24384"/>
                </a:lnTo>
                <a:lnTo>
                  <a:pt x="65532" y="22860"/>
                </a:lnTo>
                <a:lnTo>
                  <a:pt x="67056" y="22860"/>
                </a:lnTo>
                <a:lnTo>
                  <a:pt x="67056" y="21336"/>
                </a:lnTo>
                <a:lnTo>
                  <a:pt x="73152" y="21336"/>
                </a:lnTo>
                <a:lnTo>
                  <a:pt x="77724" y="22860"/>
                </a:lnTo>
                <a:lnTo>
                  <a:pt x="80772" y="24384"/>
                </a:lnTo>
                <a:lnTo>
                  <a:pt x="143256" y="48768"/>
                </a:lnTo>
                <a:lnTo>
                  <a:pt x="86868" y="76200"/>
                </a:lnTo>
                <a:lnTo>
                  <a:pt x="80772" y="77724"/>
                </a:lnTo>
                <a:lnTo>
                  <a:pt x="76200" y="79248"/>
                </a:lnTo>
                <a:lnTo>
                  <a:pt x="67056" y="79248"/>
                </a:lnTo>
                <a:lnTo>
                  <a:pt x="65532" y="76200"/>
                </a:lnTo>
                <a:lnTo>
                  <a:pt x="64008" y="74676"/>
                </a:lnTo>
                <a:lnTo>
                  <a:pt x="64008" y="65532"/>
                </a:lnTo>
                <a:lnTo>
                  <a:pt x="60960" y="65532"/>
                </a:lnTo>
                <a:lnTo>
                  <a:pt x="60960" y="118872"/>
                </a:lnTo>
                <a:lnTo>
                  <a:pt x="64008" y="118872"/>
                </a:lnTo>
                <a:lnTo>
                  <a:pt x="64008" y="114300"/>
                </a:lnTo>
                <a:lnTo>
                  <a:pt x="65532" y="111252"/>
                </a:lnTo>
                <a:lnTo>
                  <a:pt x="70104" y="106680"/>
                </a:lnTo>
                <a:lnTo>
                  <a:pt x="73152" y="105156"/>
                </a:lnTo>
                <a:lnTo>
                  <a:pt x="77724" y="102108"/>
                </a:lnTo>
                <a:lnTo>
                  <a:pt x="124180" y="79248"/>
                </a:lnTo>
                <a:lnTo>
                  <a:pt x="167640" y="57912"/>
                </a:lnTo>
                <a:lnTo>
                  <a:pt x="187452" y="65532"/>
                </a:lnTo>
                <a:lnTo>
                  <a:pt x="193548" y="68580"/>
                </a:lnTo>
                <a:lnTo>
                  <a:pt x="198120" y="71628"/>
                </a:lnTo>
                <a:lnTo>
                  <a:pt x="204216" y="77724"/>
                </a:lnTo>
                <a:lnTo>
                  <a:pt x="205740" y="80772"/>
                </a:lnTo>
                <a:lnTo>
                  <a:pt x="205740" y="83820"/>
                </a:lnTo>
                <a:lnTo>
                  <a:pt x="204216" y="85344"/>
                </a:lnTo>
                <a:lnTo>
                  <a:pt x="201168" y="94488"/>
                </a:lnTo>
                <a:lnTo>
                  <a:pt x="201168" y="108204"/>
                </a:lnTo>
                <a:lnTo>
                  <a:pt x="204216" y="109728"/>
                </a:lnTo>
                <a:lnTo>
                  <a:pt x="205740" y="112776"/>
                </a:lnTo>
                <a:lnTo>
                  <a:pt x="208788" y="114300"/>
                </a:lnTo>
                <a:lnTo>
                  <a:pt x="214884" y="114300"/>
                </a:lnTo>
                <a:lnTo>
                  <a:pt x="217932" y="112776"/>
                </a:lnTo>
                <a:lnTo>
                  <a:pt x="224028" y="106680"/>
                </a:lnTo>
                <a:lnTo>
                  <a:pt x="225552" y="102108"/>
                </a:lnTo>
                <a:lnTo>
                  <a:pt x="22555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30" name="Google Shape;930;p19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012948" y="6038088"/>
            <a:ext cx="167639" cy="787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931" name="Google Shape;931;p19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012948" y="4808219"/>
            <a:ext cx="167640" cy="1152144"/>
          </a:xfrm>
          <a:prstGeom prst="rect">
            <a:avLst/>
          </a:prstGeom>
          <a:noFill/>
          <a:ln>
            <a:noFill/>
          </a:ln>
        </p:spPr>
      </p:pic>
      <p:sp>
        <p:nvSpPr>
          <p:cNvPr id="932" name="Google Shape;932;p19"/>
          <p:cNvSpPr/>
          <p:nvPr/>
        </p:nvSpPr>
        <p:spPr>
          <a:xfrm>
            <a:off x="3421379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9144" y="9144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1816" y="9144"/>
                </a:lnTo>
                <a:lnTo>
                  <a:pt x="57912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" name="Google Shape;933;p19"/>
          <p:cNvGrpSpPr/>
          <p:nvPr/>
        </p:nvGrpSpPr>
        <p:grpSpPr>
          <a:xfrm>
            <a:off x="3364991" y="8324088"/>
            <a:ext cx="170689" cy="470916"/>
            <a:chOff x="3364991" y="8324088"/>
            <a:chExt cx="170689" cy="470916"/>
          </a:xfrm>
        </p:grpSpPr>
        <p:pic>
          <p:nvPicPr>
            <p:cNvPr id="934" name="Google Shape;934;p19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364991" y="8686800"/>
              <a:ext cx="167639" cy="1082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35" name="Google Shape;935;p19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364992" y="8561832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36" name="Google Shape;936;p19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364992" y="8436864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37" name="Google Shape;937;p19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364991" y="8324088"/>
              <a:ext cx="170687" cy="914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38" name="Google Shape;938;p19"/>
          <p:cNvSpPr/>
          <p:nvPr/>
        </p:nvSpPr>
        <p:spPr>
          <a:xfrm>
            <a:off x="3823715" y="8881871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" name="Google Shape;939;p19"/>
          <p:cNvGrpSpPr/>
          <p:nvPr/>
        </p:nvGrpSpPr>
        <p:grpSpPr>
          <a:xfrm>
            <a:off x="3717035" y="8374379"/>
            <a:ext cx="175260" cy="443484"/>
            <a:chOff x="3717035" y="8374379"/>
            <a:chExt cx="175260" cy="443484"/>
          </a:xfrm>
        </p:grpSpPr>
        <p:pic>
          <p:nvPicPr>
            <p:cNvPr id="940" name="Google Shape;940;p19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724656" y="8447531"/>
              <a:ext cx="167639" cy="3703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41" name="Google Shape;941;p19"/>
            <p:cNvSpPr/>
            <p:nvPr/>
          </p:nvSpPr>
          <p:spPr>
            <a:xfrm>
              <a:off x="3717035" y="8374379"/>
              <a:ext cx="172720" cy="53340"/>
            </a:xfrm>
            <a:custGeom>
              <a:rect b="b" l="l" r="r" t="t"/>
              <a:pathLst>
                <a:path extrusionOk="0" h="53340" w="172720">
                  <a:moveTo>
                    <a:pt x="172211" y="53340"/>
                  </a:moveTo>
                  <a:lnTo>
                    <a:pt x="169164" y="53340"/>
                  </a:lnTo>
                  <a:lnTo>
                    <a:pt x="169164" y="48768"/>
                  </a:lnTo>
                  <a:lnTo>
                    <a:pt x="166116" y="42672"/>
                  </a:lnTo>
                  <a:lnTo>
                    <a:pt x="166116" y="41148"/>
                  </a:lnTo>
                  <a:lnTo>
                    <a:pt x="164592" y="39624"/>
                  </a:lnTo>
                  <a:lnTo>
                    <a:pt x="161543" y="38100"/>
                  </a:lnTo>
                  <a:lnTo>
                    <a:pt x="158495" y="38100"/>
                  </a:lnTo>
                  <a:lnTo>
                    <a:pt x="153924" y="36576"/>
                  </a:lnTo>
                  <a:lnTo>
                    <a:pt x="47244" y="36576"/>
                  </a:lnTo>
                  <a:lnTo>
                    <a:pt x="37838" y="36814"/>
                  </a:lnTo>
                  <a:lnTo>
                    <a:pt x="21336" y="38100"/>
                  </a:lnTo>
                  <a:lnTo>
                    <a:pt x="18288" y="38100"/>
                  </a:lnTo>
                  <a:lnTo>
                    <a:pt x="13716" y="42672"/>
                  </a:lnTo>
                  <a:lnTo>
                    <a:pt x="13716" y="47244"/>
                  </a:lnTo>
                  <a:lnTo>
                    <a:pt x="15240" y="48768"/>
                  </a:lnTo>
                  <a:lnTo>
                    <a:pt x="16764" y="51816"/>
                  </a:lnTo>
                  <a:lnTo>
                    <a:pt x="13716" y="53340"/>
                  </a:lnTo>
                  <a:lnTo>
                    <a:pt x="0" y="22860"/>
                  </a:lnTo>
                  <a:lnTo>
                    <a:pt x="0" y="16764"/>
                  </a:lnTo>
                  <a:lnTo>
                    <a:pt x="161543" y="16764"/>
                  </a:lnTo>
                  <a:lnTo>
                    <a:pt x="163068" y="15240"/>
                  </a:lnTo>
                  <a:lnTo>
                    <a:pt x="166116" y="13716"/>
                  </a:lnTo>
                  <a:lnTo>
                    <a:pt x="166116" y="12192"/>
                  </a:lnTo>
                  <a:lnTo>
                    <a:pt x="169164" y="6096"/>
                  </a:lnTo>
                  <a:lnTo>
                    <a:pt x="169164" y="0"/>
                  </a:lnTo>
                  <a:lnTo>
                    <a:pt x="172211" y="0"/>
                  </a:lnTo>
                  <a:lnTo>
                    <a:pt x="172211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" name="Google Shape;942;p19"/>
          <p:cNvGrpSpPr/>
          <p:nvPr/>
        </p:nvGrpSpPr>
        <p:grpSpPr>
          <a:xfrm>
            <a:off x="3717023" y="7491984"/>
            <a:ext cx="175895" cy="816863"/>
            <a:chOff x="3717023" y="7491984"/>
            <a:chExt cx="175895" cy="816863"/>
          </a:xfrm>
        </p:grpSpPr>
        <p:pic>
          <p:nvPicPr>
            <p:cNvPr id="943" name="Google Shape;943;p19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724655" y="8183879"/>
              <a:ext cx="164592" cy="1249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44" name="Google Shape;944;p19"/>
            <p:cNvSpPr/>
            <p:nvPr/>
          </p:nvSpPr>
          <p:spPr>
            <a:xfrm>
              <a:off x="3717023" y="7491984"/>
              <a:ext cx="175895" cy="672465"/>
            </a:xfrm>
            <a:custGeom>
              <a:rect b="b" l="l" r="r" t="t"/>
              <a:pathLst>
                <a:path extrusionOk="0" h="672465" w="175895">
                  <a:moveTo>
                    <a:pt x="24384" y="339852"/>
                  </a:moveTo>
                  <a:lnTo>
                    <a:pt x="22860" y="336804"/>
                  </a:lnTo>
                  <a:lnTo>
                    <a:pt x="19812" y="335280"/>
                  </a:lnTo>
                  <a:lnTo>
                    <a:pt x="18288" y="332232"/>
                  </a:lnTo>
                  <a:lnTo>
                    <a:pt x="15240" y="330708"/>
                  </a:lnTo>
                  <a:lnTo>
                    <a:pt x="7620" y="330708"/>
                  </a:lnTo>
                  <a:lnTo>
                    <a:pt x="4572" y="332232"/>
                  </a:lnTo>
                  <a:lnTo>
                    <a:pt x="3048" y="335280"/>
                  </a:lnTo>
                  <a:lnTo>
                    <a:pt x="0" y="336804"/>
                  </a:lnTo>
                  <a:lnTo>
                    <a:pt x="0" y="350520"/>
                  </a:lnTo>
                  <a:lnTo>
                    <a:pt x="3048" y="352044"/>
                  </a:lnTo>
                  <a:lnTo>
                    <a:pt x="4572" y="355092"/>
                  </a:lnTo>
                  <a:lnTo>
                    <a:pt x="18288" y="355092"/>
                  </a:lnTo>
                  <a:lnTo>
                    <a:pt x="19812" y="352044"/>
                  </a:lnTo>
                  <a:lnTo>
                    <a:pt x="24384" y="347472"/>
                  </a:lnTo>
                  <a:lnTo>
                    <a:pt x="24384" y="339852"/>
                  </a:lnTo>
                  <a:close/>
                </a:path>
                <a:path extrusionOk="0" h="672465" w="175895">
                  <a:moveTo>
                    <a:pt x="172212" y="315468"/>
                  </a:moveTo>
                  <a:lnTo>
                    <a:pt x="169164" y="315468"/>
                  </a:lnTo>
                  <a:lnTo>
                    <a:pt x="169164" y="321564"/>
                  </a:lnTo>
                  <a:lnTo>
                    <a:pt x="166116" y="327660"/>
                  </a:lnTo>
                  <a:lnTo>
                    <a:pt x="166116" y="329184"/>
                  </a:lnTo>
                  <a:lnTo>
                    <a:pt x="163068" y="330708"/>
                  </a:lnTo>
                  <a:lnTo>
                    <a:pt x="161544" y="330708"/>
                  </a:lnTo>
                  <a:lnTo>
                    <a:pt x="158496" y="332232"/>
                  </a:lnTo>
                  <a:lnTo>
                    <a:pt x="57912" y="332232"/>
                  </a:lnTo>
                  <a:lnTo>
                    <a:pt x="57912" y="338328"/>
                  </a:lnTo>
                  <a:lnTo>
                    <a:pt x="71628" y="370332"/>
                  </a:lnTo>
                  <a:lnTo>
                    <a:pt x="74676" y="368808"/>
                  </a:lnTo>
                  <a:lnTo>
                    <a:pt x="73152" y="365760"/>
                  </a:lnTo>
                  <a:lnTo>
                    <a:pt x="71628" y="364236"/>
                  </a:lnTo>
                  <a:lnTo>
                    <a:pt x="71628" y="359664"/>
                  </a:lnTo>
                  <a:lnTo>
                    <a:pt x="73152" y="358140"/>
                  </a:lnTo>
                  <a:lnTo>
                    <a:pt x="73152" y="356616"/>
                  </a:lnTo>
                  <a:lnTo>
                    <a:pt x="74676" y="355092"/>
                  </a:lnTo>
                  <a:lnTo>
                    <a:pt x="76200" y="355092"/>
                  </a:lnTo>
                  <a:lnTo>
                    <a:pt x="79248" y="353568"/>
                  </a:lnTo>
                  <a:lnTo>
                    <a:pt x="83299" y="353339"/>
                  </a:lnTo>
                  <a:lnTo>
                    <a:pt x="88773" y="352806"/>
                  </a:lnTo>
                  <a:lnTo>
                    <a:pt x="95973" y="352285"/>
                  </a:lnTo>
                  <a:lnTo>
                    <a:pt x="105156" y="352044"/>
                  </a:lnTo>
                  <a:lnTo>
                    <a:pt x="153924" y="352044"/>
                  </a:lnTo>
                  <a:lnTo>
                    <a:pt x="158496" y="353568"/>
                  </a:lnTo>
                  <a:lnTo>
                    <a:pt x="161544" y="353568"/>
                  </a:lnTo>
                  <a:lnTo>
                    <a:pt x="164592" y="355092"/>
                  </a:lnTo>
                  <a:lnTo>
                    <a:pt x="166116" y="356616"/>
                  </a:lnTo>
                  <a:lnTo>
                    <a:pt x="166116" y="358140"/>
                  </a:lnTo>
                  <a:lnTo>
                    <a:pt x="169164" y="364236"/>
                  </a:lnTo>
                  <a:lnTo>
                    <a:pt x="169164" y="368808"/>
                  </a:lnTo>
                  <a:lnTo>
                    <a:pt x="172212" y="368808"/>
                  </a:lnTo>
                  <a:lnTo>
                    <a:pt x="172212" y="352044"/>
                  </a:lnTo>
                  <a:lnTo>
                    <a:pt x="172212" y="315468"/>
                  </a:lnTo>
                  <a:close/>
                </a:path>
                <a:path extrusionOk="0" h="672465" w="175895">
                  <a:moveTo>
                    <a:pt x="172224" y="449580"/>
                  </a:moveTo>
                  <a:lnTo>
                    <a:pt x="169176" y="449580"/>
                  </a:lnTo>
                  <a:lnTo>
                    <a:pt x="169176" y="455676"/>
                  </a:lnTo>
                  <a:lnTo>
                    <a:pt x="167652" y="458724"/>
                  </a:lnTo>
                  <a:lnTo>
                    <a:pt x="166128" y="460248"/>
                  </a:lnTo>
                  <a:lnTo>
                    <a:pt x="166128" y="463296"/>
                  </a:lnTo>
                  <a:lnTo>
                    <a:pt x="164604" y="463296"/>
                  </a:lnTo>
                  <a:lnTo>
                    <a:pt x="158508" y="466344"/>
                  </a:lnTo>
                  <a:lnTo>
                    <a:pt x="89928" y="466344"/>
                  </a:lnTo>
                  <a:lnTo>
                    <a:pt x="82308" y="467868"/>
                  </a:lnTo>
                  <a:lnTo>
                    <a:pt x="57924" y="489204"/>
                  </a:lnTo>
                  <a:lnTo>
                    <a:pt x="57924" y="495300"/>
                  </a:lnTo>
                  <a:lnTo>
                    <a:pt x="59347" y="504444"/>
                  </a:lnTo>
                  <a:lnTo>
                    <a:pt x="63639" y="513778"/>
                  </a:lnTo>
                  <a:lnTo>
                    <a:pt x="70777" y="523379"/>
                  </a:lnTo>
                  <a:lnTo>
                    <a:pt x="80784" y="533400"/>
                  </a:lnTo>
                  <a:lnTo>
                    <a:pt x="57924" y="533400"/>
                  </a:lnTo>
                  <a:lnTo>
                    <a:pt x="57924" y="539496"/>
                  </a:lnTo>
                  <a:lnTo>
                    <a:pt x="71640" y="571500"/>
                  </a:lnTo>
                  <a:lnTo>
                    <a:pt x="74688" y="569976"/>
                  </a:lnTo>
                  <a:lnTo>
                    <a:pt x="71640" y="563880"/>
                  </a:lnTo>
                  <a:lnTo>
                    <a:pt x="71640" y="559308"/>
                  </a:lnTo>
                  <a:lnTo>
                    <a:pt x="76212" y="554736"/>
                  </a:lnTo>
                  <a:lnTo>
                    <a:pt x="79260" y="554736"/>
                  </a:lnTo>
                  <a:lnTo>
                    <a:pt x="82664" y="553859"/>
                  </a:lnTo>
                  <a:lnTo>
                    <a:pt x="88214" y="553402"/>
                  </a:lnTo>
                  <a:lnTo>
                    <a:pt x="96837" y="553212"/>
                  </a:lnTo>
                  <a:lnTo>
                    <a:pt x="155460" y="553212"/>
                  </a:lnTo>
                  <a:lnTo>
                    <a:pt x="161556" y="554736"/>
                  </a:lnTo>
                  <a:lnTo>
                    <a:pt x="167652" y="557784"/>
                  </a:lnTo>
                  <a:lnTo>
                    <a:pt x="169176" y="562356"/>
                  </a:lnTo>
                  <a:lnTo>
                    <a:pt x="169176" y="569976"/>
                  </a:lnTo>
                  <a:lnTo>
                    <a:pt x="172224" y="569976"/>
                  </a:lnTo>
                  <a:lnTo>
                    <a:pt x="172224" y="553212"/>
                  </a:lnTo>
                  <a:lnTo>
                    <a:pt x="172224" y="516636"/>
                  </a:lnTo>
                  <a:lnTo>
                    <a:pt x="169176" y="516636"/>
                  </a:lnTo>
                  <a:lnTo>
                    <a:pt x="169176" y="522732"/>
                  </a:lnTo>
                  <a:lnTo>
                    <a:pt x="167652" y="525780"/>
                  </a:lnTo>
                  <a:lnTo>
                    <a:pt x="166128" y="527304"/>
                  </a:lnTo>
                  <a:lnTo>
                    <a:pt x="166128" y="530352"/>
                  </a:lnTo>
                  <a:lnTo>
                    <a:pt x="164604" y="531876"/>
                  </a:lnTo>
                  <a:lnTo>
                    <a:pt x="161556" y="531876"/>
                  </a:lnTo>
                  <a:lnTo>
                    <a:pt x="160032" y="533400"/>
                  </a:lnTo>
                  <a:lnTo>
                    <a:pt x="88404" y="533400"/>
                  </a:lnTo>
                  <a:lnTo>
                    <a:pt x="81521" y="526313"/>
                  </a:lnTo>
                  <a:lnTo>
                    <a:pt x="76784" y="518922"/>
                  </a:lnTo>
                  <a:lnTo>
                    <a:pt x="74041" y="511543"/>
                  </a:lnTo>
                  <a:lnTo>
                    <a:pt x="73164" y="504444"/>
                  </a:lnTo>
                  <a:lnTo>
                    <a:pt x="73164" y="498348"/>
                  </a:lnTo>
                  <a:lnTo>
                    <a:pt x="74688" y="493776"/>
                  </a:lnTo>
                  <a:lnTo>
                    <a:pt x="83832" y="487680"/>
                  </a:lnTo>
                  <a:lnTo>
                    <a:pt x="91452" y="486156"/>
                  </a:lnTo>
                  <a:lnTo>
                    <a:pt x="158508" y="486156"/>
                  </a:lnTo>
                  <a:lnTo>
                    <a:pt x="164604" y="489204"/>
                  </a:lnTo>
                  <a:lnTo>
                    <a:pt x="167652" y="492252"/>
                  </a:lnTo>
                  <a:lnTo>
                    <a:pt x="169176" y="496824"/>
                  </a:lnTo>
                  <a:lnTo>
                    <a:pt x="169176" y="502920"/>
                  </a:lnTo>
                  <a:lnTo>
                    <a:pt x="172224" y="502920"/>
                  </a:lnTo>
                  <a:lnTo>
                    <a:pt x="172224" y="486156"/>
                  </a:lnTo>
                  <a:lnTo>
                    <a:pt x="172224" y="449580"/>
                  </a:lnTo>
                  <a:close/>
                </a:path>
                <a:path extrusionOk="0" h="672465" w="175895">
                  <a:moveTo>
                    <a:pt x="172224" y="0"/>
                  </a:moveTo>
                  <a:lnTo>
                    <a:pt x="169176" y="0"/>
                  </a:lnTo>
                  <a:lnTo>
                    <a:pt x="169176" y="4572"/>
                  </a:lnTo>
                  <a:lnTo>
                    <a:pt x="166128" y="10668"/>
                  </a:lnTo>
                  <a:lnTo>
                    <a:pt x="161556" y="15240"/>
                  </a:lnTo>
                  <a:lnTo>
                    <a:pt x="158508" y="15240"/>
                  </a:lnTo>
                  <a:lnTo>
                    <a:pt x="153936" y="16764"/>
                  </a:lnTo>
                  <a:lnTo>
                    <a:pt x="80784" y="16764"/>
                  </a:lnTo>
                  <a:lnTo>
                    <a:pt x="76212" y="18288"/>
                  </a:lnTo>
                  <a:lnTo>
                    <a:pt x="70116" y="21336"/>
                  </a:lnTo>
                  <a:lnTo>
                    <a:pt x="65544" y="24384"/>
                  </a:lnTo>
                  <a:lnTo>
                    <a:pt x="59448" y="33528"/>
                  </a:lnTo>
                  <a:lnTo>
                    <a:pt x="57924" y="39624"/>
                  </a:lnTo>
                  <a:lnTo>
                    <a:pt x="57924" y="50292"/>
                  </a:lnTo>
                  <a:lnTo>
                    <a:pt x="80784" y="82296"/>
                  </a:lnTo>
                  <a:lnTo>
                    <a:pt x="73164" y="83820"/>
                  </a:lnTo>
                  <a:lnTo>
                    <a:pt x="67068" y="86868"/>
                  </a:lnTo>
                  <a:lnTo>
                    <a:pt x="64020" y="92964"/>
                  </a:lnTo>
                  <a:lnTo>
                    <a:pt x="59448" y="97536"/>
                  </a:lnTo>
                  <a:lnTo>
                    <a:pt x="57924" y="103632"/>
                  </a:lnTo>
                  <a:lnTo>
                    <a:pt x="57924" y="117348"/>
                  </a:lnTo>
                  <a:lnTo>
                    <a:pt x="60972" y="126492"/>
                  </a:lnTo>
                  <a:lnTo>
                    <a:pt x="64020" y="129540"/>
                  </a:lnTo>
                  <a:lnTo>
                    <a:pt x="67068" y="134112"/>
                  </a:lnTo>
                  <a:lnTo>
                    <a:pt x="80784" y="147828"/>
                  </a:lnTo>
                  <a:lnTo>
                    <a:pt x="57924" y="147828"/>
                  </a:lnTo>
                  <a:lnTo>
                    <a:pt x="57924" y="152400"/>
                  </a:lnTo>
                  <a:lnTo>
                    <a:pt x="71640" y="185928"/>
                  </a:lnTo>
                  <a:lnTo>
                    <a:pt x="74688" y="184404"/>
                  </a:lnTo>
                  <a:lnTo>
                    <a:pt x="71640" y="178308"/>
                  </a:lnTo>
                  <a:lnTo>
                    <a:pt x="71640" y="173736"/>
                  </a:lnTo>
                  <a:lnTo>
                    <a:pt x="73164" y="172212"/>
                  </a:lnTo>
                  <a:lnTo>
                    <a:pt x="73164" y="170688"/>
                  </a:lnTo>
                  <a:lnTo>
                    <a:pt x="74688" y="169164"/>
                  </a:lnTo>
                  <a:lnTo>
                    <a:pt x="76212" y="169164"/>
                  </a:lnTo>
                  <a:lnTo>
                    <a:pt x="79260" y="167640"/>
                  </a:lnTo>
                  <a:lnTo>
                    <a:pt x="158508" y="167640"/>
                  </a:lnTo>
                  <a:lnTo>
                    <a:pt x="161556" y="169164"/>
                  </a:lnTo>
                  <a:lnTo>
                    <a:pt x="164604" y="169164"/>
                  </a:lnTo>
                  <a:lnTo>
                    <a:pt x="166128" y="170688"/>
                  </a:lnTo>
                  <a:lnTo>
                    <a:pt x="166128" y="173736"/>
                  </a:lnTo>
                  <a:lnTo>
                    <a:pt x="167652" y="175260"/>
                  </a:lnTo>
                  <a:lnTo>
                    <a:pt x="169176" y="178308"/>
                  </a:lnTo>
                  <a:lnTo>
                    <a:pt x="169176" y="184404"/>
                  </a:lnTo>
                  <a:lnTo>
                    <a:pt x="172224" y="184404"/>
                  </a:lnTo>
                  <a:lnTo>
                    <a:pt x="172224" y="167640"/>
                  </a:lnTo>
                  <a:lnTo>
                    <a:pt x="172224" y="131064"/>
                  </a:lnTo>
                  <a:lnTo>
                    <a:pt x="169176" y="131064"/>
                  </a:lnTo>
                  <a:lnTo>
                    <a:pt x="169176" y="135636"/>
                  </a:lnTo>
                  <a:lnTo>
                    <a:pt x="167652" y="140208"/>
                  </a:lnTo>
                  <a:lnTo>
                    <a:pt x="166128" y="141732"/>
                  </a:lnTo>
                  <a:lnTo>
                    <a:pt x="166128" y="143256"/>
                  </a:lnTo>
                  <a:lnTo>
                    <a:pt x="164604" y="144780"/>
                  </a:lnTo>
                  <a:lnTo>
                    <a:pt x="161556" y="146304"/>
                  </a:lnTo>
                  <a:lnTo>
                    <a:pt x="160032" y="146304"/>
                  </a:lnTo>
                  <a:lnTo>
                    <a:pt x="153936" y="147828"/>
                  </a:lnTo>
                  <a:lnTo>
                    <a:pt x="86880" y="147828"/>
                  </a:lnTo>
                  <a:lnTo>
                    <a:pt x="83832" y="143256"/>
                  </a:lnTo>
                  <a:lnTo>
                    <a:pt x="79260" y="138684"/>
                  </a:lnTo>
                  <a:lnTo>
                    <a:pt x="76212" y="132588"/>
                  </a:lnTo>
                  <a:lnTo>
                    <a:pt x="73164" y="128016"/>
                  </a:lnTo>
                  <a:lnTo>
                    <a:pt x="73164" y="114300"/>
                  </a:lnTo>
                  <a:lnTo>
                    <a:pt x="74688" y="109728"/>
                  </a:lnTo>
                  <a:lnTo>
                    <a:pt x="79260" y="105156"/>
                  </a:lnTo>
                  <a:lnTo>
                    <a:pt x="83832" y="103632"/>
                  </a:lnTo>
                  <a:lnTo>
                    <a:pt x="89928" y="102108"/>
                  </a:lnTo>
                  <a:lnTo>
                    <a:pt x="160032" y="102108"/>
                  </a:lnTo>
                  <a:lnTo>
                    <a:pt x="163080" y="103632"/>
                  </a:lnTo>
                  <a:lnTo>
                    <a:pt x="167652" y="108204"/>
                  </a:lnTo>
                  <a:lnTo>
                    <a:pt x="169176" y="112776"/>
                  </a:lnTo>
                  <a:lnTo>
                    <a:pt x="169176" y="118872"/>
                  </a:lnTo>
                  <a:lnTo>
                    <a:pt x="172224" y="118872"/>
                  </a:lnTo>
                  <a:lnTo>
                    <a:pt x="172224" y="102108"/>
                  </a:lnTo>
                  <a:lnTo>
                    <a:pt x="172224" y="82296"/>
                  </a:lnTo>
                  <a:lnTo>
                    <a:pt x="172224" y="65532"/>
                  </a:lnTo>
                  <a:lnTo>
                    <a:pt x="169176" y="65532"/>
                  </a:lnTo>
                  <a:lnTo>
                    <a:pt x="169176" y="70104"/>
                  </a:lnTo>
                  <a:lnTo>
                    <a:pt x="167652" y="74676"/>
                  </a:lnTo>
                  <a:lnTo>
                    <a:pt x="161556" y="80772"/>
                  </a:lnTo>
                  <a:lnTo>
                    <a:pt x="160032" y="80772"/>
                  </a:lnTo>
                  <a:lnTo>
                    <a:pt x="155460" y="82296"/>
                  </a:lnTo>
                  <a:lnTo>
                    <a:pt x="86880" y="82296"/>
                  </a:lnTo>
                  <a:lnTo>
                    <a:pt x="77736" y="70104"/>
                  </a:lnTo>
                  <a:lnTo>
                    <a:pt x="76212" y="67056"/>
                  </a:lnTo>
                  <a:lnTo>
                    <a:pt x="73164" y="62484"/>
                  </a:lnTo>
                  <a:lnTo>
                    <a:pt x="73164" y="47244"/>
                  </a:lnTo>
                  <a:lnTo>
                    <a:pt x="74688" y="42672"/>
                  </a:lnTo>
                  <a:lnTo>
                    <a:pt x="80784" y="39624"/>
                  </a:lnTo>
                  <a:lnTo>
                    <a:pt x="83832" y="36576"/>
                  </a:lnTo>
                  <a:lnTo>
                    <a:pt x="158508" y="36576"/>
                  </a:lnTo>
                  <a:lnTo>
                    <a:pt x="161556" y="38100"/>
                  </a:lnTo>
                  <a:lnTo>
                    <a:pt x="164604" y="38100"/>
                  </a:lnTo>
                  <a:lnTo>
                    <a:pt x="166128" y="39624"/>
                  </a:lnTo>
                  <a:lnTo>
                    <a:pt x="169176" y="45720"/>
                  </a:lnTo>
                  <a:lnTo>
                    <a:pt x="169176" y="53340"/>
                  </a:lnTo>
                  <a:lnTo>
                    <a:pt x="172224" y="53340"/>
                  </a:lnTo>
                  <a:lnTo>
                    <a:pt x="172224" y="36576"/>
                  </a:lnTo>
                  <a:lnTo>
                    <a:pt x="172224" y="0"/>
                  </a:lnTo>
                  <a:close/>
                </a:path>
                <a:path extrusionOk="0" h="672465" w="175895">
                  <a:moveTo>
                    <a:pt x="175260" y="623316"/>
                  </a:moveTo>
                  <a:lnTo>
                    <a:pt x="154647" y="587692"/>
                  </a:lnTo>
                  <a:lnTo>
                    <a:pt x="131064" y="579120"/>
                  </a:lnTo>
                  <a:lnTo>
                    <a:pt x="129540" y="582168"/>
                  </a:lnTo>
                  <a:lnTo>
                    <a:pt x="138684" y="585216"/>
                  </a:lnTo>
                  <a:lnTo>
                    <a:pt x="146304" y="589788"/>
                  </a:lnTo>
                  <a:lnTo>
                    <a:pt x="149352" y="594360"/>
                  </a:lnTo>
                  <a:lnTo>
                    <a:pt x="155448" y="606552"/>
                  </a:lnTo>
                  <a:lnTo>
                    <a:pt x="155384" y="614705"/>
                  </a:lnTo>
                  <a:lnTo>
                    <a:pt x="132549" y="646734"/>
                  </a:lnTo>
                  <a:lnTo>
                    <a:pt x="102108" y="653796"/>
                  </a:lnTo>
                  <a:lnTo>
                    <a:pt x="102108" y="603504"/>
                  </a:lnTo>
                  <a:lnTo>
                    <a:pt x="102108" y="579120"/>
                  </a:lnTo>
                  <a:lnTo>
                    <a:pt x="94488" y="579589"/>
                  </a:lnTo>
                  <a:lnTo>
                    <a:pt x="94488" y="603504"/>
                  </a:lnTo>
                  <a:lnTo>
                    <a:pt x="94488" y="653796"/>
                  </a:lnTo>
                  <a:lnTo>
                    <a:pt x="85344" y="652272"/>
                  </a:lnTo>
                  <a:lnTo>
                    <a:pt x="77724" y="649224"/>
                  </a:lnTo>
                  <a:lnTo>
                    <a:pt x="67056" y="638556"/>
                  </a:lnTo>
                  <a:lnTo>
                    <a:pt x="65532" y="632460"/>
                  </a:lnTo>
                  <a:lnTo>
                    <a:pt x="65532" y="618744"/>
                  </a:lnTo>
                  <a:lnTo>
                    <a:pt x="71628" y="609600"/>
                  </a:lnTo>
                  <a:lnTo>
                    <a:pt x="74676" y="608076"/>
                  </a:lnTo>
                  <a:lnTo>
                    <a:pt x="79248" y="605028"/>
                  </a:lnTo>
                  <a:lnTo>
                    <a:pt x="82296" y="603504"/>
                  </a:lnTo>
                  <a:lnTo>
                    <a:pt x="94488" y="603504"/>
                  </a:lnTo>
                  <a:lnTo>
                    <a:pt x="94488" y="579589"/>
                  </a:lnTo>
                  <a:lnTo>
                    <a:pt x="60388" y="603885"/>
                  </a:lnTo>
                  <a:lnTo>
                    <a:pt x="58026" y="618744"/>
                  </a:lnTo>
                  <a:lnTo>
                    <a:pt x="58051" y="621893"/>
                  </a:lnTo>
                  <a:lnTo>
                    <a:pt x="81991" y="663092"/>
                  </a:lnTo>
                  <a:lnTo>
                    <a:pt x="117348" y="672084"/>
                  </a:lnTo>
                  <a:lnTo>
                    <a:pt x="129565" y="671207"/>
                  </a:lnTo>
                  <a:lnTo>
                    <a:pt x="165620" y="649681"/>
                  </a:lnTo>
                  <a:lnTo>
                    <a:pt x="174218" y="632460"/>
                  </a:lnTo>
                  <a:lnTo>
                    <a:pt x="175260" y="623316"/>
                  </a:lnTo>
                  <a:close/>
                </a:path>
                <a:path extrusionOk="0" h="672465" w="175895">
                  <a:moveTo>
                    <a:pt x="175260" y="402336"/>
                  </a:moveTo>
                  <a:lnTo>
                    <a:pt x="172212" y="396240"/>
                  </a:lnTo>
                  <a:lnTo>
                    <a:pt x="167640" y="391668"/>
                  </a:lnTo>
                  <a:lnTo>
                    <a:pt x="164592" y="385572"/>
                  </a:lnTo>
                  <a:lnTo>
                    <a:pt x="158496" y="382524"/>
                  </a:lnTo>
                  <a:lnTo>
                    <a:pt x="150876" y="379476"/>
                  </a:lnTo>
                  <a:lnTo>
                    <a:pt x="150876" y="385572"/>
                  </a:lnTo>
                  <a:lnTo>
                    <a:pt x="152400" y="387096"/>
                  </a:lnTo>
                  <a:lnTo>
                    <a:pt x="155448" y="388620"/>
                  </a:lnTo>
                  <a:lnTo>
                    <a:pt x="156972" y="391668"/>
                  </a:lnTo>
                  <a:lnTo>
                    <a:pt x="158496" y="393192"/>
                  </a:lnTo>
                  <a:lnTo>
                    <a:pt x="160020" y="396240"/>
                  </a:lnTo>
                  <a:lnTo>
                    <a:pt x="160020" y="402336"/>
                  </a:lnTo>
                  <a:lnTo>
                    <a:pt x="158496" y="405384"/>
                  </a:lnTo>
                  <a:lnTo>
                    <a:pt x="152400" y="408432"/>
                  </a:lnTo>
                  <a:lnTo>
                    <a:pt x="147828" y="409956"/>
                  </a:lnTo>
                  <a:lnTo>
                    <a:pt x="68580" y="409956"/>
                  </a:lnTo>
                  <a:lnTo>
                    <a:pt x="68580" y="384048"/>
                  </a:lnTo>
                  <a:lnTo>
                    <a:pt x="60960" y="384048"/>
                  </a:lnTo>
                  <a:lnTo>
                    <a:pt x="60960" y="409956"/>
                  </a:lnTo>
                  <a:lnTo>
                    <a:pt x="24384" y="409956"/>
                  </a:lnTo>
                  <a:lnTo>
                    <a:pt x="24384" y="413004"/>
                  </a:lnTo>
                  <a:lnTo>
                    <a:pt x="32004" y="416052"/>
                  </a:lnTo>
                  <a:lnTo>
                    <a:pt x="41148" y="420624"/>
                  </a:lnTo>
                  <a:lnTo>
                    <a:pt x="45720" y="425196"/>
                  </a:lnTo>
                  <a:lnTo>
                    <a:pt x="51816" y="428244"/>
                  </a:lnTo>
                  <a:lnTo>
                    <a:pt x="54864" y="434340"/>
                  </a:lnTo>
                  <a:lnTo>
                    <a:pt x="59436" y="438912"/>
                  </a:lnTo>
                  <a:lnTo>
                    <a:pt x="62484" y="443484"/>
                  </a:lnTo>
                  <a:lnTo>
                    <a:pt x="64008" y="448056"/>
                  </a:lnTo>
                  <a:lnTo>
                    <a:pt x="68580" y="448056"/>
                  </a:lnTo>
                  <a:lnTo>
                    <a:pt x="68580" y="429768"/>
                  </a:lnTo>
                  <a:lnTo>
                    <a:pt x="152400" y="429768"/>
                  </a:lnTo>
                  <a:lnTo>
                    <a:pt x="158496" y="428244"/>
                  </a:lnTo>
                  <a:lnTo>
                    <a:pt x="161544" y="426720"/>
                  </a:lnTo>
                  <a:lnTo>
                    <a:pt x="166116" y="425196"/>
                  </a:lnTo>
                  <a:lnTo>
                    <a:pt x="169164" y="422148"/>
                  </a:lnTo>
                  <a:lnTo>
                    <a:pt x="170688" y="419100"/>
                  </a:lnTo>
                  <a:lnTo>
                    <a:pt x="173736" y="416052"/>
                  </a:lnTo>
                  <a:lnTo>
                    <a:pt x="175260" y="411480"/>
                  </a:lnTo>
                  <a:lnTo>
                    <a:pt x="175260" y="402336"/>
                  </a:lnTo>
                  <a:close/>
                </a:path>
                <a:path extrusionOk="0" h="672465" w="175895">
                  <a:moveTo>
                    <a:pt x="175272" y="220980"/>
                  </a:moveTo>
                  <a:lnTo>
                    <a:pt x="161556" y="188976"/>
                  </a:lnTo>
                  <a:lnTo>
                    <a:pt x="158508" y="190500"/>
                  </a:lnTo>
                  <a:lnTo>
                    <a:pt x="158508" y="193548"/>
                  </a:lnTo>
                  <a:lnTo>
                    <a:pt x="160032" y="196596"/>
                  </a:lnTo>
                  <a:lnTo>
                    <a:pt x="160032" y="199644"/>
                  </a:lnTo>
                  <a:lnTo>
                    <a:pt x="158508" y="201168"/>
                  </a:lnTo>
                  <a:lnTo>
                    <a:pt x="158508" y="202692"/>
                  </a:lnTo>
                  <a:lnTo>
                    <a:pt x="155460" y="205740"/>
                  </a:lnTo>
                  <a:lnTo>
                    <a:pt x="149364" y="205740"/>
                  </a:lnTo>
                  <a:lnTo>
                    <a:pt x="140220" y="207264"/>
                  </a:lnTo>
                  <a:lnTo>
                    <a:pt x="60972" y="207264"/>
                  </a:lnTo>
                  <a:lnTo>
                    <a:pt x="60972" y="243840"/>
                  </a:lnTo>
                  <a:lnTo>
                    <a:pt x="64020" y="243840"/>
                  </a:lnTo>
                  <a:lnTo>
                    <a:pt x="64020" y="236220"/>
                  </a:lnTo>
                  <a:lnTo>
                    <a:pt x="65544" y="231648"/>
                  </a:lnTo>
                  <a:lnTo>
                    <a:pt x="70116" y="227076"/>
                  </a:lnTo>
                  <a:lnTo>
                    <a:pt x="143268" y="227076"/>
                  </a:lnTo>
                  <a:lnTo>
                    <a:pt x="153936" y="237744"/>
                  </a:lnTo>
                  <a:lnTo>
                    <a:pt x="155460" y="242316"/>
                  </a:lnTo>
                  <a:lnTo>
                    <a:pt x="158508" y="246888"/>
                  </a:lnTo>
                  <a:lnTo>
                    <a:pt x="160032" y="251460"/>
                  </a:lnTo>
                  <a:lnTo>
                    <a:pt x="160032" y="260604"/>
                  </a:lnTo>
                  <a:lnTo>
                    <a:pt x="156984" y="265176"/>
                  </a:lnTo>
                  <a:lnTo>
                    <a:pt x="150888" y="271272"/>
                  </a:lnTo>
                  <a:lnTo>
                    <a:pt x="144792" y="274320"/>
                  </a:lnTo>
                  <a:lnTo>
                    <a:pt x="60972" y="274320"/>
                  </a:lnTo>
                  <a:lnTo>
                    <a:pt x="60972" y="312420"/>
                  </a:lnTo>
                  <a:lnTo>
                    <a:pt x="64020" y="312420"/>
                  </a:lnTo>
                  <a:lnTo>
                    <a:pt x="62496" y="306324"/>
                  </a:lnTo>
                  <a:lnTo>
                    <a:pt x="64020" y="301752"/>
                  </a:lnTo>
                  <a:lnTo>
                    <a:pt x="65544" y="300228"/>
                  </a:lnTo>
                  <a:lnTo>
                    <a:pt x="65544" y="297180"/>
                  </a:lnTo>
                  <a:lnTo>
                    <a:pt x="67068" y="295656"/>
                  </a:lnTo>
                  <a:lnTo>
                    <a:pt x="70116" y="295656"/>
                  </a:lnTo>
                  <a:lnTo>
                    <a:pt x="71640" y="294132"/>
                  </a:lnTo>
                  <a:lnTo>
                    <a:pt x="141744" y="294132"/>
                  </a:lnTo>
                  <a:lnTo>
                    <a:pt x="149364" y="292608"/>
                  </a:lnTo>
                  <a:lnTo>
                    <a:pt x="161556" y="289560"/>
                  </a:lnTo>
                  <a:lnTo>
                    <a:pt x="166128" y="286512"/>
                  </a:lnTo>
                  <a:lnTo>
                    <a:pt x="169176" y="280416"/>
                  </a:lnTo>
                  <a:lnTo>
                    <a:pt x="175272" y="271272"/>
                  </a:lnTo>
                  <a:lnTo>
                    <a:pt x="175272" y="259080"/>
                  </a:lnTo>
                  <a:lnTo>
                    <a:pt x="173748" y="252984"/>
                  </a:lnTo>
                  <a:lnTo>
                    <a:pt x="150888" y="227076"/>
                  </a:lnTo>
                  <a:lnTo>
                    <a:pt x="175272" y="227076"/>
                  </a:lnTo>
                  <a:lnTo>
                    <a:pt x="175272" y="2209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945" name="Google Shape;945;p19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721607" y="7313676"/>
            <a:ext cx="167640" cy="109728"/>
          </a:xfrm>
          <a:prstGeom prst="rect">
            <a:avLst/>
          </a:prstGeom>
          <a:noFill/>
          <a:ln>
            <a:noFill/>
          </a:ln>
        </p:spPr>
      </p:pic>
      <p:sp>
        <p:nvSpPr>
          <p:cNvPr id="946" name="Google Shape;946;p19"/>
          <p:cNvSpPr/>
          <p:nvPr/>
        </p:nvSpPr>
        <p:spPr>
          <a:xfrm>
            <a:off x="3717023" y="6675120"/>
            <a:ext cx="175260" cy="567055"/>
          </a:xfrm>
          <a:custGeom>
            <a:rect b="b" l="l" r="r" t="t"/>
            <a:pathLst>
              <a:path extrusionOk="0" h="567054" w="175260">
                <a:moveTo>
                  <a:pt x="24384" y="339852"/>
                </a:moveTo>
                <a:lnTo>
                  <a:pt x="22860" y="336804"/>
                </a:lnTo>
                <a:lnTo>
                  <a:pt x="19812" y="335280"/>
                </a:lnTo>
                <a:lnTo>
                  <a:pt x="18288" y="332232"/>
                </a:lnTo>
                <a:lnTo>
                  <a:pt x="15240" y="330708"/>
                </a:lnTo>
                <a:lnTo>
                  <a:pt x="7620" y="330708"/>
                </a:lnTo>
                <a:lnTo>
                  <a:pt x="4572" y="332232"/>
                </a:lnTo>
                <a:lnTo>
                  <a:pt x="3048" y="335280"/>
                </a:lnTo>
                <a:lnTo>
                  <a:pt x="0" y="336804"/>
                </a:lnTo>
                <a:lnTo>
                  <a:pt x="0" y="348996"/>
                </a:lnTo>
                <a:lnTo>
                  <a:pt x="3048" y="352044"/>
                </a:lnTo>
                <a:lnTo>
                  <a:pt x="4572" y="355092"/>
                </a:lnTo>
                <a:lnTo>
                  <a:pt x="18288" y="355092"/>
                </a:lnTo>
                <a:lnTo>
                  <a:pt x="19812" y="352044"/>
                </a:lnTo>
                <a:lnTo>
                  <a:pt x="24384" y="347472"/>
                </a:lnTo>
                <a:lnTo>
                  <a:pt x="24384" y="339852"/>
                </a:lnTo>
                <a:close/>
              </a:path>
              <a:path extrusionOk="0" h="567054" w="175260">
                <a:moveTo>
                  <a:pt x="172212" y="315468"/>
                </a:moveTo>
                <a:lnTo>
                  <a:pt x="169164" y="315468"/>
                </a:lnTo>
                <a:lnTo>
                  <a:pt x="169164" y="321564"/>
                </a:lnTo>
                <a:lnTo>
                  <a:pt x="167640" y="324612"/>
                </a:lnTo>
                <a:lnTo>
                  <a:pt x="166116" y="326136"/>
                </a:lnTo>
                <a:lnTo>
                  <a:pt x="166116" y="329184"/>
                </a:lnTo>
                <a:lnTo>
                  <a:pt x="163068" y="330708"/>
                </a:lnTo>
                <a:lnTo>
                  <a:pt x="161544" y="330708"/>
                </a:lnTo>
                <a:lnTo>
                  <a:pt x="158496" y="332232"/>
                </a:lnTo>
                <a:lnTo>
                  <a:pt x="57912" y="332232"/>
                </a:lnTo>
                <a:lnTo>
                  <a:pt x="57912" y="338328"/>
                </a:lnTo>
                <a:lnTo>
                  <a:pt x="71628" y="370332"/>
                </a:lnTo>
                <a:lnTo>
                  <a:pt x="74676" y="368808"/>
                </a:lnTo>
                <a:lnTo>
                  <a:pt x="71628" y="362712"/>
                </a:lnTo>
                <a:lnTo>
                  <a:pt x="71628" y="359664"/>
                </a:lnTo>
                <a:lnTo>
                  <a:pt x="73152" y="358140"/>
                </a:lnTo>
                <a:lnTo>
                  <a:pt x="73152" y="356616"/>
                </a:lnTo>
                <a:lnTo>
                  <a:pt x="76200" y="353568"/>
                </a:lnTo>
                <a:lnTo>
                  <a:pt x="79248" y="353568"/>
                </a:lnTo>
                <a:lnTo>
                  <a:pt x="83299" y="353339"/>
                </a:lnTo>
                <a:lnTo>
                  <a:pt x="88773" y="352806"/>
                </a:lnTo>
                <a:lnTo>
                  <a:pt x="95973" y="352285"/>
                </a:lnTo>
                <a:lnTo>
                  <a:pt x="105156" y="352044"/>
                </a:lnTo>
                <a:lnTo>
                  <a:pt x="153924" y="352044"/>
                </a:lnTo>
                <a:lnTo>
                  <a:pt x="158496" y="353568"/>
                </a:lnTo>
                <a:lnTo>
                  <a:pt x="161544" y="353568"/>
                </a:lnTo>
                <a:lnTo>
                  <a:pt x="164592" y="355092"/>
                </a:lnTo>
                <a:lnTo>
                  <a:pt x="166116" y="356616"/>
                </a:lnTo>
                <a:lnTo>
                  <a:pt x="166116" y="358140"/>
                </a:lnTo>
                <a:lnTo>
                  <a:pt x="167640" y="359664"/>
                </a:lnTo>
                <a:lnTo>
                  <a:pt x="169164" y="364236"/>
                </a:lnTo>
                <a:lnTo>
                  <a:pt x="169164" y="368808"/>
                </a:lnTo>
                <a:lnTo>
                  <a:pt x="172212" y="368808"/>
                </a:lnTo>
                <a:lnTo>
                  <a:pt x="172212" y="352044"/>
                </a:lnTo>
                <a:lnTo>
                  <a:pt x="172212" y="315468"/>
                </a:lnTo>
                <a:close/>
              </a:path>
              <a:path extrusionOk="0" h="567054" w="175260">
                <a:moveTo>
                  <a:pt x="172224" y="381000"/>
                </a:moveTo>
                <a:lnTo>
                  <a:pt x="169176" y="381000"/>
                </a:lnTo>
                <a:lnTo>
                  <a:pt x="169176" y="385572"/>
                </a:lnTo>
                <a:lnTo>
                  <a:pt x="166128" y="391668"/>
                </a:lnTo>
                <a:lnTo>
                  <a:pt x="161556" y="396240"/>
                </a:lnTo>
                <a:lnTo>
                  <a:pt x="158508" y="396240"/>
                </a:lnTo>
                <a:lnTo>
                  <a:pt x="153936" y="397764"/>
                </a:lnTo>
                <a:lnTo>
                  <a:pt x="80784" y="397764"/>
                </a:lnTo>
                <a:lnTo>
                  <a:pt x="76212" y="400812"/>
                </a:lnTo>
                <a:lnTo>
                  <a:pt x="70116" y="402336"/>
                </a:lnTo>
                <a:lnTo>
                  <a:pt x="62496" y="409956"/>
                </a:lnTo>
                <a:lnTo>
                  <a:pt x="59448" y="414528"/>
                </a:lnTo>
                <a:lnTo>
                  <a:pt x="57924" y="420624"/>
                </a:lnTo>
                <a:lnTo>
                  <a:pt x="57924" y="431292"/>
                </a:lnTo>
                <a:lnTo>
                  <a:pt x="80784" y="463296"/>
                </a:lnTo>
                <a:lnTo>
                  <a:pt x="73164" y="464820"/>
                </a:lnTo>
                <a:lnTo>
                  <a:pt x="67068" y="467868"/>
                </a:lnTo>
                <a:lnTo>
                  <a:pt x="64020" y="473964"/>
                </a:lnTo>
                <a:lnTo>
                  <a:pt x="59448" y="478536"/>
                </a:lnTo>
                <a:lnTo>
                  <a:pt x="57924" y="484632"/>
                </a:lnTo>
                <a:lnTo>
                  <a:pt x="57924" y="498348"/>
                </a:lnTo>
                <a:lnTo>
                  <a:pt x="60972" y="507492"/>
                </a:lnTo>
                <a:lnTo>
                  <a:pt x="64020" y="510540"/>
                </a:lnTo>
                <a:lnTo>
                  <a:pt x="67068" y="515112"/>
                </a:lnTo>
                <a:lnTo>
                  <a:pt x="80784" y="528828"/>
                </a:lnTo>
                <a:lnTo>
                  <a:pt x="57924" y="528828"/>
                </a:lnTo>
                <a:lnTo>
                  <a:pt x="57924" y="533400"/>
                </a:lnTo>
                <a:lnTo>
                  <a:pt x="71640" y="566928"/>
                </a:lnTo>
                <a:lnTo>
                  <a:pt x="74688" y="565404"/>
                </a:lnTo>
                <a:lnTo>
                  <a:pt x="71640" y="559308"/>
                </a:lnTo>
                <a:lnTo>
                  <a:pt x="71640" y="554736"/>
                </a:lnTo>
                <a:lnTo>
                  <a:pt x="73164" y="553212"/>
                </a:lnTo>
                <a:lnTo>
                  <a:pt x="73164" y="551688"/>
                </a:lnTo>
                <a:lnTo>
                  <a:pt x="74688" y="550164"/>
                </a:lnTo>
                <a:lnTo>
                  <a:pt x="79260" y="550164"/>
                </a:lnTo>
                <a:lnTo>
                  <a:pt x="83299" y="549287"/>
                </a:lnTo>
                <a:lnTo>
                  <a:pt x="88785" y="548830"/>
                </a:lnTo>
                <a:lnTo>
                  <a:pt x="97002" y="548640"/>
                </a:lnTo>
                <a:lnTo>
                  <a:pt x="158508" y="548640"/>
                </a:lnTo>
                <a:lnTo>
                  <a:pt x="164604" y="551688"/>
                </a:lnTo>
                <a:lnTo>
                  <a:pt x="166128" y="553212"/>
                </a:lnTo>
                <a:lnTo>
                  <a:pt x="166128" y="554736"/>
                </a:lnTo>
                <a:lnTo>
                  <a:pt x="167652" y="556260"/>
                </a:lnTo>
                <a:lnTo>
                  <a:pt x="169176" y="560832"/>
                </a:lnTo>
                <a:lnTo>
                  <a:pt x="169176" y="565404"/>
                </a:lnTo>
                <a:lnTo>
                  <a:pt x="172224" y="565404"/>
                </a:lnTo>
                <a:lnTo>
                  <a:pt x="172224" y="548640"/>
                </a:lnTo>
                <a:lnTo>
                  <a:pt x="172224" y="512064"/>
                </a:lnTo>
                <a:lnTo>
                  <a:pt x="169176" y="512064"/>
                </a:lnTo>
                <a:lnTo>
                  <a:pt x="169176" y="518160"/>
                </a:lnTo>
                <a:lnTo>
                  <a:pt x="167652" y="521208"/>
                </a:lnTo>
                <a:lnTo>
                  <a:pt x="166128" y="522732"/>
                </a:lnTo>
                <a:lnTo>
                  <a:pt x="166128" y="524256"/>
                </a:lnTo>
                <a:lnTo>
                  <a:pt x="164604" y="525780"/>
                </a:lnTo>
                <a:lnTo>
                  <a:pt x="161556" y="527304"/>
                </a:lnTo>
                <a:lnTo>
                  <a:pt x="160032" y="528828"/>
                </a:lnTo>
                <a:lnTo>
                  <a:pt x="86880" y="528828"/>
                </a:lnTo>
                <a:lnTo>
                  <a:pt x="83832" y="525780"/>
                </a:lnTo>
                <a:lnTo>
                  <a:pt x="79260" y="519684"/>
                </a:lnTo>
                <a:lnTo>
                  <a:pt x="76212" y="513588"/>
                </a:lnTo>
                <a:lnTo>
                  <a:pt x="73164" y="509016"/>
                </a:lnTo>
                <a:lnTo>
                  <a:pt x="73164" y="495300"/>
                </a:lnTo>
                <a:lnTo>
                  <a:pt x="74688" y="490728"/>
                </a:lnTo>
                <a:lnTo>
                  <a:pt x="79260" y="486156"/>
                </a:lnTo>
                <a:lnTo>
                  <a:pt x="83832" y="484632"/>
                </a:lnTo>
                <a:lnTo>
                  <a:pt x="89928" y="483108"/>
                </a:lnTo>
                <a:lnTo>
                  <a:pt x="160032" y="483108"/>
                </a:lnTo>
                <a:lnTo>
                  <a:pt x="163080" y="484632"/>
                </a:lnTo>
                <a:lnTo>
                  <a:pt x="166128" y="487680"/>
                </a:lnTo>
                <a:lnTo>
                  <a:pt x="169176" y="493776"/>
                </a:lnTo>
                <a:lnTo>
                  <a:pt x="169176" y="499872"/>
                </a:lnTo>
                <a:lnTo>
                  <a:pt x="172224" y="499872"/>
                </a:lnTo>
                <a:lnTo>
                  <a:pt x="172224" y="483108"/>
                </a:lnTo>
                <a:lnTo>
                  <a:pt x="172224" y="463296"/>
                </a:lnTo>
                <a:lnTo>
                  <a:pt x="172224" y="446532"/>
                </a:lnTo>
                <a:lnTo>
                  <a:pt x="169176" y="446532"/>
                </a:lnTo>
                <a:lnTo>
                  <a:pt x="169176" y="451104"/>
                </a:lnTo>
                <a:lnTo>
                  <a:pt x="167652" y="455676"/>
                </a:lnTo>
                <a:lnTo>
                  <a:pt x="166128" y="457200"/>
                </a:lnTo>
                <a:lnTo>
                  <a:pt x="164604" y="460248"/>
                </a:lnTo>
                <a:lnTo>
                  <a:pt x="163080" y="461772"/>
                </a:lnTo>
                <a:lnTo>
                  <a:pt x="161556" y="461772"/>
                </a:lnTo>
                <a:lnTo>
                  <a:pt x="160032" y="463296"/>
                </a:lnTo>
                <a:lnTo>
                  <a:pt x="86880" y="463296"/>
                </a:lnTo>
                <a:lnTo>
                  <a:pt x="77736" y="451104"/>
                </a:lnTo>
                <a:lnTo>
                  <a:pt x="76212" y="448056"/>
                </a:lnTo>
                <a:lnTo>
                  <a:pt x="73164" y="443484"/>
                </a:lnTo>
                <a:lnTo>
                  <a:pt x="73164" y="428244"/>
                </a:lnTo>
                <a:lnTo>
                  <a:pt x="74688" y="423672"/>
                </a:lnTo>
                <a:lnTo>
                  <a:pt x="83832" y="419100"/>
                </a:lnTo>
                <a:lnTo>
                  <a:pt x="89928" y="417576"/>
                </a:lnTo>
                <a:lnTo>
                  <a:pt x="158508" y="417576"/>
                </a:lnTo>
                <a:lnTo>
                  <a:pt x="161556" y="419100"/>
                </a:lnTo>
                <a:lnTo>
                  <a:pt x="164604" y="419100"/>
                </a:lnTo>
                <a:lnTo>
                  <a:pt x="166128" y="422148"/>
                </a:lnTo>
                <a:lnTo>
                  <a:pt x="167652" y="423672"/>
                </a:lnTo>
                <a:lnTo>
                  <a:pt x="169176" y="426720"/>
                </a:lnTo>
                <a:lnTo>
                  <a:pt x="169176" y="434340"/>
                </a:lnTo>
                <a:lnTo>
                  <a:pt x="172224" y="434340"/>
                </a:lnTo>
                <a:lnTo>
                  <a:pt x="172224" y="417576"/>
                </a:lnTo>
                <a:lnTo>
                  <a:pt x="172224" y="381000"/>
                </a:lnTo>
                <a:close/>
              </a:path>
              <a:path extrusionOk="0" h="567054" w="175260">
                <a:moveTo>
                  <a:pt x="172224" y="141732"/>
                </a:moveTo>
                <a:lnTo>
                  <a:pt x="169176" y="141732"/>
                </a:lnTo>
                <a:lnTo>
                  <a:pt x="169176" y="147828"/>
                </a:lnTo>
                <a:lnTo>
                  <a:pt x="166128" y="153924"/>
                </a:lnTo>
                <a:lnTo>
                  <a:pt x="160032" y="160020"/>
                </a:lnTo>
                <a:lnTo>
                  <a:pt x="156984" y="161544"/>
                </a:lnTo>
                <a:lnTo>
                  <a:pt x="91452" y="161544"/>
                </a:lnTo>
                <a:lnTo>
                  <a:pt x="85356" y="158496"/>
                </a:lnTo>
                <a:lnTo>
                  <a:pt x="79260" y="153924"/>
                </a:lnTo>
                <a:lnTo>
                  <a:pt x="74688" y="149352"/>
                </a:lnTo>
                <a:lnTo>
                  <a:pt x="74688" y="141732"/>
                </a:lnTo>
                <a:lnTo>
                  <a:pt x="77736" y="137160"/>
                </a:lnTo>
                <a:lnTo>
                  <a:pt x="80784" y="134112"/>
                </a:lnTo>
                <a:lnTo>
                  <a:pt x="82308" y="131064"/>
                </a:lnTo>
                <a:lnTo>
                  <a:pt x="82308" y="124968"/>
                </a:lnTo>
                <a:lnTo>
                  <a:pt x="76212" y="118872"/>
                </a:lnTo>
                <a:lnTo>
                  <a:pt x="73164" y="117348"/>
                </a:lnTo>
                <a:lnTo>
                  <a:pt x="67068" y="117348"/>
                </a:lnTo>
                <a:lnTo>
                  <a:pt x="64020" y="118872"/>
                </a:lnTo>
                <a:lnTo>
                  <a:pt x="57924" y="124968"/>
                </a:lnTo>
                <a:lnTo>
                  <a:pt x="57924" y="134112"/>
                </a:lnTo>
                <a:lnTo>
                  <a:pt x="59372" y="140970"/>
                </a:lnTo>
                <a:lnTo>
                  <a:pt x="63830" y="147828"/>
                </a:lnTo>
                <a:lnTo>
                  <a:pt x="71424" y="154686"/>
                </a:lnTo>
                <a:lnTo>
                  <a:pt x="82308" y="161544"/>
                </a:lnTo>
                <a:lnTo>
                  <a:pt x="57924" y="161544"/>
                </a:lnTo>
                <a:lnTo>
                  <a:pt x="57924" y="167640"/>
                </a:lnTo>
                <a:lnTo>
                  <a:pt x="71640" y="199644"/>
                </a:lnTo>
                <a:lnTo>
                  <a:pt x="74688" y="199644"/>
                </a:lnTo>
                <a:lnTo>
                  <a:pt x="71640" y="193548"/>
                </a:lnTo>
                <a:lnTo>
                  <a:pt x="71640" y="188976"/>
                </a:lnTo>
                <a:lnTo>
                  <a:pt x="73164" y="187452"/>
                </a:lnTo>
                <a:lnTo>
                  <a:pt x="73164" y="185928"/>
                </a:lnTo>
                <a:lnTo>
                  <a:pt x="76212" y="182880"/>
                </a:lnTo>
                <a:lnTo>
                  <a:pt x="79260" y="182880"/>
                </a:lnTo>
                <a:lnTo>
                  <a:pt x="82448" y="182651"/>
                </a:lnTo>
                <a:lnTo>
                  <a:pt x="87642" y="182118"/>
                </a:lnTo>
                <a:lnTo>
                  <a:pt x="95110" y="181597"/>
                </a:lnTo>
                <a:lnTo>
                  <a:pt x="105168" y="181356"/>
                </a:lnTo>
                <a:lnTo>
                  <a:pt x="153936" y="181356"/>
                </a:lnTo>
                <a:lnTo>
                  <a:pt x="158508" y="182880"/>
                </a:lnTo>
                <a:lnTo>
                  <a:pt x="161556" y="182880"/>
                </a:lnTo>
                <a:lnTo>
                  <a:pt x="164604" y="184404"/>
                </a:lnTo>
                <a:lnTo>
                  <a:pt x="166128" y="185928"/>
                </a:lnTo>
                <a:lnTo>
                  <a:pt x="167652" y="188976"/>
                </a:lnTo>
                <a:lnTo>
                  <a:pt x="169176" y="193548"/>
                </a:lnTo>
                <a:lnTo>
                  <a:pt x="169176" y="198120"/>
                </a:lnTo>
                <a:lnTo>
                  <a:pt x="172224" y="198120"/>
                </a:lnTo>
                <a:lnTo>
                  <a:pt x="172224" y="181356"/>
                </a:lnTo>
                <a:lnTo>
                  <a:pt x="172224" y="141732"/>
                </a:lnTo>
                <a:close/>
              </a:path>
              <a:path extrusionOk="0" h="567054" w="175260">
                <a:moveTo>
                  <a:pt x="175260" y="252984"/>
                </a:moveTo>
                <a:lnTo>
                  <a:pt x="156768" y="218630"/>
                </a:lnTo>
                <a:lnTo>
                  <a:pt x="129540" y="207264"/>
                </a:lnTo>
                <a:lnTo>
                  <a:pt x="128016" y="210312"/>
                </a:lnTo>
                <a:lnTo>
                  <a:pt x="137160" y="214884"/>
                </a:lnTo>
                <a:lnTo>
                  <a:pt x="144780" y="217932"/>
                </a:lnTo>
                <a:lnTo>
                  <a:pt x="147828" y="222504"/>
                </a:lnTo>
                <a:lnTo>
                  <a:pt x="152400" y="228600"/>
                </a:lnTo>
                <a:lnTo>
                  <a:pt x="155448" y="236220"/>
                </a:lnTo>
                <a:lnTo>
                  <a:pt x="155448" y="243840"/>
                </a:lnTo>
                <a:lnTo>
                  <a:pt x="131953" y="274637"/>
                </a:lnTo>
                <a:lnTo>
                  <a:pt x="105156" y="280416"/>
                </a:lnTo>
                <a:lnTo>
                  <a:pt x="95656" y="279844"/>
                </a:lnTo>
                <a:lnTo>
                  <a:pt x="65532" y="259080"/>
                </a:lnTo>
                <a:lnTo>
                  <a:pt x="65532" y="243840"/>
                </a:lnTo>
                <a:lnTo>
                  <a:pt x="71628" y="237744"/>
                </a:lnTo>
                <a:lnTo>
                  <a:pt x="74676" y="236220"/>
                </a:lnTo>
                <a:lnTo>
                  <a:pt x="79248" y="236220"/>
                </a:lnTo>
                <a:lnTo>
                  <a:pt x="83820" y="234696"/>
                </a:lnTo>
                <a:lnTo>
                  <a:pt x="86868" y="234696"/>
                </a:lnTo>
                <a:lnTo>
                  <a:pt x="88392" y="231648"/>
                </a:lnTo>
                <a:lnTo>
                  <a:pt x="92964" y="230124"/>
                </a:lnTo>
                <a:lnTo>
                  <a:pt x="94488" y="227076"/>
                </a:lnTo>
                <a:lnTo>
                  <a:pt x="94488" y="219456"/>
                </a:lnTo>
                <a:lnTo>
                  <a:pt x="92964" y="216408"/>
                </a:lnTo>
                <a:lnTo>
                  <a:pt x="91440" y="214884"/>
                </a:lnTo>
                <a:lnTo>
                  <a:pt x="88392" y="213360"/>
                </a:lnTo>
                <a:lnTo>
                  <a:pt x="86868" y="211836"/>
                </a:lnTo>
                <a:lnTo>
                  <a:pt x="77724" y="211836"/>
                </a:lnTo>
                <a:lnTo>
                  <a:pt x="71628" y="214884"/>
                </a:lnTo>
                <a:lnTo>
                  <a:pt x="57912" y="248412"/>
                </a:lnTo>
                <a:lnTo>
                  <a:pt x="58801" y="258419"/>
                </a:lnTo>
                <a:lnTo>
                  <a:pt x="81965" y="291871"/>
                </a:lnTo>
                <a:lnTo>
                  <a:pt x="115824" y="300228"/>
                </a:lnTo>
                <a:lnTo>
                  <a:pt x="128714" y="299377"/>
                </a:lnTo>
                <a:lnTo>
                  <a:pt x="165620" y="279133"/>
                </a:lnTo>
                <a:lnTo>
                  <a:pt x="174142" y="262089"/>
                </a:lnTo>
                <a:lnTo>
                  <a:pt x="175260" y="252984"/>
                </a:lnTo>
                <a:close/>
              </a:path>
              <a:path extrusionOk="0" h="567054" w="175260">
                <a:moveTo>
                  <a:pt x="175260" y="54864"/>
                </a:moveTo>
                <a:lnTo>
                  <a:pt x="167640" y="29718"/>
                </a:lnTo>
                <a:lnTo>
                  <a:pt x="167640" y="42672"/>
                </a:lnTo>
                <a:lnTo>
                  <a:pt x="167640" y="50292"/>
                </a:lnTo>
                <a:lnTo>
                  <a:pt x="139903" y="78676"/>
                </a:lnTo>
                <a:lnTo>
                  <a:pt x="106680" y="83820"/>
                </a:lnTo>
                <a:lnTo>
                  <a:pt x="97536" y="83820"/>
                </a:lnTo>
                <a:lnTo>
                  <a:pt x="65532" y="65532"/>
                </a:lnTo>
                <a:lnTo>
                  <a:pt x="65532" y="48768"/>
                </a:lnTo>
                <a:lnTo>
                  <a:pt x="96964" y="26098"/>
                </a:lnTo>
                <a:lnTo>
                  <a:pt x="123444" y="22860"/>
                </a:lnTo>
                <a:lnTo>
                  <a:pt x="134264" y="23418"/>
                </a:lnTo>
                <a:lnTo>
                  <a:pt x="167640" y="42672"/>
                </a:lnTo>
                <a:lnTo>
                  <a:pt x="167640" y="29718"/>
                </a:lnTo>
                <a:lnTo>
                  <a:pt x="166077" y="27368"/>
                </a:lnTo>
                <a:lnTo>
                  <a:pt x="163220" y="22860"/>
                </a:lnTo>
                <a:lnTo>
                  <a:pt x="162115" y="21132"/>
                </a:lnTo>
                <a:lnTo>
                  <a:pt x="128778" y="2095"/>
                </a:lnTo>
                <a:lnTo>
                  <a:pt x="114300" y="0"/>
                </a:lnTo>
                <a:lnTo>
                  <a:pt x="103428" y="863"/>
                </a:lnTo>
                <a:lnTo>
                  <a:pt x="68199" y="21412"/>
                </a:lnTo>
                <a:lnTo>
                  <a:pt x="58940" y="42672"/>
                </a:lnTo>
                <a:lnTo>
                  <a:pt x="57912" y="53340"/>
                </a:lnTo>
                <a:lnTo>
                  <a:pt x="57988" y="54864"/>
                </a:lnTo>
                <a:lnTo>
                  <a:pt x="58089" y="57111"/>
                </a:lnTo>
                <a:lnTo>
                  <a:pt x="58229" y="60185"/>
                </a:lnTo>
                <a:lnTo>
                  <a:pt x="79438" y="95326"/>
                </a:lnTo>
                <a:lnTo>
                  <a:pt x="86868" y="99060"/>
                </a:lnTo>
                <a:lnTo>
                  <a:pt x="93992" y="102831"/>
                </a:lnTo>
                <a:lnTo>
                  <a:pt x="101536" y="105156"/>
                </a:lnTo>
                <a:lnTo>
                  <a:pt x="109372" y="106349"/>
                </a:lnTo>
                <a:lnTo>
                  <a:pt x="117348" y="106680"/>
                </a:lnTo>
                <a:lnTo>
                  <a:pt x="127355" y="105854"/>
                </a:lnTo>
                <a:lnTo>
                  <a:pt x="163055" y="86804"/>
                </a:lnTo>
                <a:lnTo>
                  <a:pt x="165201" y="83820"/>
                </a:lnTo>
                <a:lnTo>
                  <a:pt x="169735" y="77533"/>
                </a:lnTo>
                <a:lnTo>
                  <a:pt x="173863" y="66852"/>
                </a:lnTo>
                <a:lnTo>
                  <a:pt x="175260" y="548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47" name="Google Shape;947;p19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774947" y="5657087"/>
            <a:ext cx="167640" cy="9494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48" name="Google Shape;948;p19"/>
          <p:cNvGrpSpPr/>
          <p:nvPr/>
        </p:nvGrpSpPr>
        <p:grpSpPr>
          <a:xfrm>
            <a:off x="3717035" y="5286755"/>
            <a:ext cx="224028" cy="304801"/>
            <a:chOff x="3717035" y="5286755"/>
            <a:chExt cx="224028" cy="304801"/>
          </a:xfrm>
        </p:grpSpPr>
        <p:pic>
          <p:nvPicPr>
            <p:cNvPr id="949" name="Google Shape;949;p19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724656" y="5411724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50" name="Google Shape;950;p19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717035" y="5524500"/>
              <a:ext cx="224028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51" name="Google Shape;951;p19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724656" y="5286755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52" name="Google Shape;952;p19"/>
          <p:cNvSpPr/>
          <p:nvPr/>
        </p:nvSpPr>
        <p:spPr>
          <a:xfrm>
            <a:off x="3717023" y="4500372"/>
            <a:ext cx="175260" cy="708660"/>
          </a:xfrm>
          <a:custGeom>
            <a:rect b="b" l="l" r="r" t="t"/>
            <a:pathLst>
              <a:path extrusionOk="0" h="708660" w="175260">
                <a:moveTo>
                  <a:pt x="24384" y="480060"/>
                </a:moveTo>
                <a:lnTo>
                  <a:pt x="22860" y="477012"/>
                </a:lnTo>
                <a:lnTo>
                  <a:pt x="18288" y="472440"/>
                </a:lnTo>
                <a:lnTo>
                  <a:pt x="15240" y="470916"/>
                </a:lnTo>
                <a:lnTo>
                  <a:pt x="7620" y="470916"/>
                </a:lnTo>
                <a:lnTo>
                  <a:pt x="4572" y="472440"/>
                </a:lnTo>
                <a:lnTo>
                  <a:pt x="0" y="477012"/>
                </a:lnTo>
                <a:lnTo>
                  <a:pt x="0" y="489204"/>
                </a:lnTo>
                <a:lnTo>
                  <a:pt x="4572" y="493776"/>
                </a:lnTo>
                <a:lnTo>
                  <a:pt x="7620" y="495300"/>
                </a:lnTo>
                <a:lnTo>
                  <a:pt x="15240" y="495300"/>
                </a:lnTo>
                <a:lnTo>
                  <a:pt x="18288" y="493776"/>
                </a:lnTo>
                <a:lnTo>
                  <a:pt x="22860" y="489204"/>
                </a:lnTo>
                <a:lnTo>
                  <a:pt x="24384" y="486156"/>
                </a:lnTo>
                <a:lnTo>
                  <a:pt x="24384" y="480060"/>
                </a:lnTo>
                <a:close/>
              </a:path>
              <a:path extrusionOk="0" h="708660" w="175260">
                <a:moveTo>
                  <a:pt x="24384" y="274320"/>
                </a:moveTo>
                <a:lnTo>
                  <a:pt x="22860" y="271272"/>
                </a:lnTo>
                <a:lnTo>
                  <a:pt x="19812" y="269748"/>
                </a:lnTo>
                <a:lnTo>
                  <a:pt x="18288" y="266700"/>
                </a:lnTo>
                <a:lnTo>
                  <a:pt x="15240" y="265176"/>
                </a:lnTo>
                <a:lnTo>
                  <a:pt x="7620" y="265176"/>
                </a:lnTo>
                <a:lnTo>
                  <a:pt x="4572" y="266700"/>
                </a:lnTo>
                <a:lnTo>
                  <a:pt x="3048" y="269748"/>
                </a:lnTo>
                <a:lnTo>
                  <a:pt x="0" y="271272"/>
                </a:lnTo>
                <a:lnTo>
                  <a:pt x="0" y="283464"/>
                </a:lnTo>
                <a:lnTo>
                  <a:pt x="4572" y="288036"/>
                </a:lnTo>
                <a:lnTo>
                  <a:pt x="7620" y="289560"/>
                </a:lnTo>
                <a:lnTo>
                  <a:pt x="15240" y="289560"/>
                </a:lnTo>
                <a:lnTo>
                  <a:pt x="18288" y="288036"/>
                </a:lnTo>
                <a:lnTo>
                  <a:pt x="22860" y="283464"/>
                </a:lnTo>
                <a:lnTo>
                  <a:pt x="24384" y="280416"/>
                </a:lnTo>
                <a:lnTo>
                  <a:pt x="24384" y="274320"/>
                </a:lnTo>
                <a:close/>
              </a:path>
              <a:path extrusionOk="0" h="708660" w="175260">
                <a:moveTo>
                  <a:pt x="172212" y="455676"/>
                </a:moveTo>
                <a:lnTo>
                  <a:pt x="169164" y="455676"/>
                </a:lnTo>
                <a:lnTo>
                  <a:pt x="169164" y="460248"/>
                </a:lnTo>
                <a:lnTo>
                  <a:pt x="167640" y="464820"/>
                </a:lnTo>
                <a:lnTo>
                  <a:pt x="166116" y="466344"/>
                </a:lnTo>
                <a:lnTo>
                  <a:pt x="166116" y="467868"/>
                </a:lnTo>
                <a:lnTo>
                  <a:pt x="163068" y="469392"/>
                </a:lnTo>
                <a:lnTo>
                  <a:pt x="161544" y="470916"/>
                </a:lnTo>
                <a:lnTo>
                  <a:pt x="158496" y="472440"/>
                </a:lnTo>
                <a:lnTo>
                  <a:pt x="57912" y="472440"/>
                </a:lnTo>
                <a:lnTo>
                  <a:pt x="57912" y="477012"/>
                </a:lnTo>
                <a:lnTo>
                  <a:pt x="71628" y="510540"/>
                </a:lnTo>
                <a:lnTo>
                  <a:pt x="74676" y="509016"/>
                </a:lnTo>
                <a:lnTo>
                  <a:pt x="71628" y="502920"/>
                </a:lnTo>
                <a:lnTo>
                  <a:pt x="71628" y="498348"/>
                </a:lnTo>
                <a:lnTo>
                  <a:pt x="73152" y="496824"/>
                </a:lnTo>
                <a:lnTo>
                  <a:pt x="73152" y="495300"/>
                </a:lnTo>
                <a:lnTo>
                  <a:pt x="74676" y="495300"/>
                </a:lnTo>
                <a:lnTo>
                  <a:pt x="76200" y="493776"/>
                </a:lnTo>
                <a:lnTo>
                  <a:pt x="79248" y="493776"/>
                </a:lnTo>
                <a:lnTo>
                  <a:pt x="83299" y="492899"/>
                </a:lnTo>
                <a:lnTo>
                  <a:pt x="88773" y="492442"/>
                </a:lnTo>
                <a:lnTo>
                  <a:pt x="97002" y="492252"/>
                </a:lnTo>
                <a:lnTo>
                  <a:pt x="158496" y="492252"/>
                </a:lnTo>
                <a:lnTo>
                  <a:pt x="164592" y="495300"/>
                </a:lnTo>
                <a:lnTo>
                  <a:pt x="166116" y="496824"/>
                </a:lnTo>
                <a:lnTo>
                  <a:pt x="166116" y="498348"/>
                </a:lnTo>
                <a:lnTo>
                  <a:pt x="167640" y="499872"/>
                </a:lnTo>
                <a:lnTo>
                  <a:pt x="169164" y="504444"/>
                </a:lnTo>
                <a:lnTo>
                  <a:pt x="169164" y="509016"/>
                </a:lnTo>
                <a:lnTo>
                  <a:pt x="172212" y="509016"/>
                </a:lnTo>
                <a:lnTo>
                  <a:pt x="172212" y="492252"/>
                </a:lnTo>
                <a:lnTo>
                  <a:pt x="172212" y="455676"/>
                </a:lnTo>
                <a:close/>
              </a:path>
              <a:path extrusionOk="0" h="708660" w="175260">
                <a:moveTo>
                  <a:pt x="172212" y="387096"/>
                </a:moveTo>
                <a:lnTo>
                  <a:pt x="169164" y="387096"/>
                </a:lnTo>
                <a:lnTo>
                  <a:pt x="169164" y="391668"/>
                </a:lnTo>
                <a:lnTo>
                  <a:pt x="166116" y="397764"/>
                </a:lnTo>
                <a:lnTo>
                  <a:pt x="166116" y="399288"/>
                </a:lnTo>
                <a:lnTo>
                  <a:pt x="163068" y="400812"/>
                </a:lnTo>
                <a:lnTo>
                  <a:pt x="161544" y="402336"/>
                </a:lnTo>
                <a:lnTo>
                  <a:pt x="158496" y="402336"/>
                </a:lnTo>
                <a:lnTo>
                  <a:pt x="153924" y="403860"/>
                </a:lnTo>
                <a:lnTo>
                  <a:pt x="0" y="403860"/>
                </a:lnTo>
                <a:lnTo>
                  <a:pt x="0" y="408432"/>
                </a:lnTo>
                <a:lnTo>
                  <a:pt x="13716" y="440436"/>
                </a:lnTo>
                <a:lnTo>
                  <a:pt x="16764" y="437388"/>
                </a:lnTo>
                <a:lnTo>
                  <a:pt x="15240" y="434340"/>
                </a:lnTo>
                <a:lnTo>
                  <a:pt x="13716" y="432816"/>
                </a:lnTo>
                <a:lnTo>
                  <a:pt x="13716" y="428244"/>
                </a:lnTo>
                <a:lnTo>
                  <a:pt x="18288" y="423672"/>
                </a:lnTo>
                <a:lnTo>
                  <a:pt x="158496" y="423672"/>
                </a:lnTo>
                <a:lnTo>
                  <a:pt x="161544" y="425196"/>
                </a:lnTo>
                <a:lnTo>
                  <a:pt x="164592" y="425196"/>
                </a:lnTo>
                <a:lnTo>
                  <a:pt x="166116" y="426720"/>
                </a:lnTo>
                <a:lnTo>
                  <a:pt x="166116" y="429768"/>
                </a:lnTo>
                <a:lnTo>
                  <a:pt x="167640" y="431292"/>
                </a:lnTo>
                <a:lnTo>
                  <a:pt x="169164" y="434340"/>
                </a:lnTo>
                <a:lnTo>
                  <a:pt x="169164" y="440436"/>
                </a:lnTo>
                <a:lnTo>
                  <a:pt x="172212" y="440436"/>
                </a:lnTo>
                <a:lnTo>
                  <a:pt x="172212" y="387096"/>
                </a:lnTo>
                <a:close/>
              </a:path>
              <a:path extrusionOk="0" h="708660" w="175260">
                <a:moveTo>
                  <a:pt x="172212" y="320040"/>
                </a:moveTo>
                <a:lnTo>
                  <a:pt x="169164" y="320040"/>
                </a:lnTo>
                <a:lnTo>
                  <a:pt x="169164" y="324612"/>
                </a:lnTo>
                <a:lnTo>
                  <a:pt x="167640" y="329184"/>
                </a:lnTo>
                <a:lnTo>
                  <a:pt x="166116" y="330708"/>
                </a:lnTo>
                <a:lnTo>
                  <a:pt x="166116" y="332232"/>
                </a:lnTo>
                <a:lnTo>
                  <a:pt x="163068" y="333756"/>
                </a:lnTo>
                <a:lnTo>
                  <a:pt x="161544" y="335280"/>
                </a:lnTo>
                <a:lnTo>
                  <a:pt x="158496" y="335280"/>
                </a:lnTo>
                <a:lnTo>
                  <a:pt x="153924" y="336804"/>
                </a:lnTo>
                <a:lnTo>
                  <a:pt x="0" y="336804"/>
                </a:lnTo>
                <a:lnTo>
                  <a:pt x="0" y="341376"/>
                </a:lnTo>
                <a:lnTo>
                  <a:pt x="13716" y="373380"/>
                </a:lnTo>
                <a:lnTo>
                  <a:pt x="16764" y="370332"/>
                </a:lnTo>
                <a:lnTo>
                  <a:pt x="15240" y="368808"/>
                </a:lnTo>
                <a:lnTo>
                  <a:pt x="13716" y="365760"/>
                </a:lnTo>
                <a:lnTo>
                  <a:pt x="13716" y="362712"/>
                </a:lnTo>
                <a:lnTo>
                  <a:pt x="15240" y="361188"/>
                </a:lnTo>
                <a:lnTo>
                  <a:pt x="15240" y="359664"/>
                </a:lnTo>
                <a:lnTo>
                  <a:pt x="16764" y="358140"/>
                </a:lnTo>
                <a:lnTo>
                  <a:pt x="18288" y="358140"/>
                </a:lnTo>
                <a:lnTo>
                  <a:pt x="21336" y="356616"/>
                </a:lnTo>
                <a:lnTo>
                  <a:pt x="158496" y="356616"/>
                </a:lnTo>
                <a:lnTo>
                  <a:pt x="161544" y="358140"/>
                </a:lnTo>
                <a:lnTo>
                  <a:pt x="164592" y="358140"/>
                </a:lnTo>
                <a:lnTo>
                  <a:pt x="166116" y="359664"/>
                </a:lnTo>
                <a:lnTo>
                  <a:pt x="166116" y="362712"/>
                </a:lnTo>
                <a:lnTo>
                  <a:pt x="167640" y="364236"/>
                </a:lnTo>
                <a:lnTo>
                  <a:pt x="169164" y="367284"/>
                </a:lnTo>
                <a:lnTo>
                  <a:pt x="169164" y="373380"/>
                </a:lnTo>
                <a:lnTo>
                  <a:pt x="172212" y="373380"/>
                </a:lnTo>
                <a:lnTo>
                  <a:pt x="172212" y="320040"/>
                </a:lnTo>
                <a:close/>
              </a:path>
              <a:path extrusionOk="0" h="708660" w="175260">
                <a:moveTo>
                  <a:pt x="172212" y="249936"/>
                </a:moveTo>
                <a:lnTo>
                  <a:pt x="169164" y="249936"/>
                </a:lnTo>
                <a:lnTo>
                  <a:pt x="169164" y="256032"/>
                </a:lnTo>
                <a:lnTo>
                  <a:pt x="167640" y="259080"/>
                </a:lnTo>
                <a:lnTo>
                  <a:pt x="166116" y="260604"/>
                </a:lnTo>
                <a:lnTo>
                  <a:pt x="166116" y="263652"/>
                </a:lnTo>
                <a:lnTo>
                  <a:pt x="163068" y="265176"/>
                </a:lnTo>
                <a:lnTo>
                  <a:pt x="161544" y="265176"/>
                </a:lnTo>
                <a:lnTo>
                  <a:pt x="158496" y="266700"/>
                </a:lnTo>
                <a:lnTo>
                  <a:pt x="57912" y="266700"/>
                </a:lnTo>
                <a:lnTo>
                  <a:pt x="57912" y="272796"/>
                </a:lnTo>
                <a:lnTo>
                  <a:pt x="71628" y="304800"/>
                </a:lnTo>
                <a:lnTo>
                  <a:pt x="74676" y="303276"/>
                </a:lnTo>
                <a:lnTo>
                  <a:pt x="71628" y="297180"/>
                </a:lnTo>
                <a:lnTo>
                  <a:pt x="71628" y="292608"/>
                </a:lnTo>
                <a:lnTo>
                  <a:pt x="76200" y="288036"/>
                </a:lnTo>
                <a:lnTo>
                  <a:pt x="79248" y="288036"/>
                </a:lnTo>
                <a:lnTo>
                  <a:pt x="83299" y="287159"/>
                </a:lnTo>
                <a:lnTo>
                  <a:pt x="88773" y="286702"/>
                </a:lnTo>
                <a:lnTo>
                  <a:pt x="97002" y="286512"/>
                </a:lnTo>
                <a:lnTo>
                  <a:pt x="153924" y="286512"/>
                </a:lnTo>
                <a:lnTo>
                  <a:pt x="158496" y="288036"/>
                </a:lnTo>
                <a:lnTo>
                  <a:pt x="161544" y="288036"/>
                </a:lnTo>
                <a:lnTo>
                  <a:pt x="164592" y="289560"/>
                </a:lnTo>
                <a:lnTo>
                  <a:pt x="166116" y="291084"/>
                </a:lnTo>
                <a:lnTo>
                  <a:pt x="166116" y="292608"/>
                </a:lnTo>
                <a:lnTo>
                  <a:pt x="167640" y="294132"/>
                </a:lnTo>
                <a:lnTo>
                  <a:pt x="169164" y="298704"/>
                </a:lnTo>
                <a:lnTo>
                  <a:pt x="169164" y="303276"/>
                </a:lnTo>
                <a:lnTo>
                  <a:pt x="172212" y="303276"/>
                </a:lnTo>
                <a:lnTo>
                  <a:pt x="172212" y="286512"/>
                </a:lnTo>
                <a:lnTo>
                  <a:pt x="172212" y="249936"/>
                </a:lnTo>
                <a:close/>
              </a:path>
              <a:path extrusionOk="0" h="708660" w="175260">
                <a:moveTo>
                  <a:pt x="172224" y="522732"/>
                </a:moveTo>
                <a:lnTo>
                  <a:pt x="169176" y="522732"/>
                </a:lnTo>
                <a:lnTo>
                  <a:pt x="169176" y="527304"/>
                </a:lnTo>
                <a:lnTo>
                  <a:pt x="167652" y="531876"/>
                </a:lnTo>
                <a:lnTo>
                  <a:pt x="166128" y="533400"/>
                </a:lnTo>
                <a:lnTo>
                  <a:pt x="164604" y="536448"/>
                </a:lnTo>
                <a:lnTo>
                  <a:pt x="163080" y="537972"/>
                </a:lnTo>
                <a:lnTo>
                  <a:pt x="161556" y="537972"/>
                </a:lnTo>
                <a:lnTo>
                  <a:pt x="158508" y="539496"/>
                </a:lnTo>
                <a:lnTo>
                  <a:pt x="88404" y="539496"/>
                </a:lnTo>
                <a:lnTo>
                  <a:pt x="57924" y="562356"/>
                </a:lnTo>
                <a:lnTo>
                  <a:pt x="57924" y="574548"/>
                </a:lnTo>
                <a:lnTo>
                  <a:pt x="80784" y="606552"/>
                </a:lnTo>
                <a:lnTo>
                  <a:pt x="73164" y="608076"/>
                </a:lnTo>
                <a:lnTo>
                  <a:pt x="67068" y="611124"/>
                </a:lnTo>
                <a:lnTo>
                  <a:pt x="64020" y="615696"/>
                </a:lnTo>
                <a:lnTo>
                  <a:pt x="59448" y="620268"/>
                </a:lnTo>
                <a:lnTo>
                  <a:pt x="57924" y="626364"/>
                </a:lnTo>
                <a:lnTo>
                  <a:pt x="57924" y="641604"/>
                </a:lnTo>
                <a:lnTo>
                  <a:pt x="59448" y="644652"/>
                </a:lnTo>
                <a:lnTo>
                  <a:pt x="60972" y="649224"/>
                </a:lnTo>
                <a:lnTo>
                  <a:pt x="64020" y="653796"/>
                </a:lnTo>
                <a:lnTo>
                  <a:pt x="80784" y="670560"/>
                </a:lnTo>
                <a:lnTo>
                  <a:pt x="57924" y="670560"/>
                </a:lnTo>
                <a:lnTo>
                  <a:pt x="57924" y="675132"/>
                </a:lnTo>
                <a:lnTo>
                  <a:pt x="71640" y="708660"/>
                </a:lnTo>
                <a:lnTo>
                  <a:pt x="74688" y="707136"/>
                </a:lnTo>
                <a:lnTo>
                  <a:pt x="71640" y="701040"/>
                </a:lnTo>
                <a:lnTo>
                  <a:pt x="71640" y="696468"/>
                </a:lnTo>
                <a:lnTo>
                  <a:pt x="76212" y="691896"/>
                </a:lnTo>
                <a:lnTo>
                  <a:pt x="79260" y="691896"/>
                </a:lnTo>
                <a:lnTo>
                  <a:pt x="83299" y="691019"/>
                </a:lnTo>
                <a:lnTo>
                  <a:pt x="88785" y="690562"/>
                </a:lnTo>
                <a:lnTo>
                  <a:pt x="97002" y="690372"/>
                </a:lnTo>
                <a:lnTo>
                  <a:pt x="158508" y="690372"/>
                </a:lnTo>
                <a:lnTo>
                  <a:pt x="164604" y="693420"/>
                </a:lnTo>
                <a:lnTo>
                  <a:pt x="166128" y="694944"/>
                </a:lnTo>
                <a:lnTo>
                  <a:pt x="166128" y="696468"/>
                </a:lnTo>
                <a:lnTo>
                  <a:pt x="167652" y="697992"/>
                </a:lnTo>
                <a:lnTo>
                  <a:pt x="169176" y="702564"/>
                </a:lnTo>
                <a:lnTo>
                  <a:pt x="169176" y="707136"/>
                </a:lnTo>
                <a:lnTo>
                  <a:pt x="172224" y="707136"/>
                </a:lnTo>
                <a:lnTo>
                  <a:pt x="172224" y="690372"/>
                </a:lnTo>
                <a:lnTo>
                  <a:pt x="172224" y="653796"/>
                </a:lnTo>
                <a:lnTo>
                  <a:pt x="169176" y="653796"/>
                </a:lnTo>
                <a:lnTo>
                  <a:pt x="169176" y="659892"/>
                </a:lnTo>
                <a:lnTo>
                  <a:pt x="167652" y="662940"/>
                </a:lnTo>
                <a:lnTo>
                  <a:pt x="166128" y="664464"/>
                </a:lnTo>
                <a:lnTo>
                  <a:pt x="166128" y="667512"/>
                </a:lnTo>
                <a:lnTo>
                  <a:pt x="164604" y="669036"/>
                </a:lnTo>
                <a:lnTo>
                  <a:pt x="161556" y="669036"/>
                </a:lnTo>
                <a:lnTo>
                  <a:pt x="160032" y="670560"/>
                </a:lnTo>
                <a:lnTo>
                  <a:pt x="86880" y="670560"/>
                </a:lnTo>
                <a:lnTo>
                  <a:pt x="79260" y="662940"/>
                </a:lnTo>
                <a:lnTo>
                  <a:pt x="76212" y="655320"/>
                </a:lnTo>
                <a:lnTo>
                  <a:pt x="73164" y="652272"/>
                </a:lnTo>
                <a:lnTo>
                  <a:pt x="73164" y="637032"/>
                </a:lnTo>
                <a:lnTo>
                  <a:pt x="74688" y="632460"/>
                </a:lnTo>
                <a:lnTo>
                  <a:pt x="83832" y="626364"/>
                </a:lnTo>
                <a:lnTo>
                  <a:pt x="89928" y="624840"/>
                </a:lnTo>
                <a:lnTo>
                  <a:pt x="160032" y="624840"/>
                </a:lnTo>
                <a:lnTo>
                  <a:pt x="163080" y="626364"/>
                </a:lnTo>
                <a:lnTo>
                  <a:pt x="166128" y="629412"/>
                </a:lnTo>
                <a:lnTo>
                  <a:pt x="169176" y="635508"/>
                </a:lnTo>
                <a:lnTo>
                  <a:pt x="169176" y="641604"/>
                </a:lnTo>
                <a:lnTo>
                  <a:pt x="172224" y="641604"/>
                </a:lnTo>
                <a:lnTo>
                  <a:pt x="172224" y="624840"/>
                </a:lnTo>
                <a:lnTo>
                  <a:pt x="172224" y="605028"/>
                </a:lnTo>
                <a:lnTo>
                  <a:pt x="172224" y="588264"/>
                </a:lnTo>
                <a:lnTo>
                  <a:pt x="169176" y="588264"/>
                </a:lnTo>
                <a:lnTo>
                  <a:pt x="169176" y="594360"/>
                </a:lnTo>
                <a:lnTo>
                  <a:pt x="167652" y="597408"/>
                </a:lnTo>
                <a:lnTo>
                  <a:pt x="166128" y="598932"/>
                </a:lnTo>
                <a:lnTo>
                  <a:pt x="164604" y="601980"/>
                </a:lnTo>
                <a:lnTo>
                  <a:pt x="163080" y="603504"/>
                </a:lnTo>
                <a:lnTo>
                  <a:pt x="161556" y="603504"/>
                </a:lnTo>
                <a:lnTo>
                  <a:pt x="160032" y="605028"/>
                </a:lnTo>
                <a:lnTo>
                  <a:pt x="86880" y="605028"/>
                </a:lnTo>
                <a:lnTo>
                  <a:pt x="82308" y="598932"/>
                </a:lnTo>
                <a:lnTo>
                  <a:pt x="77736" y="594360"/>
                </a:lnTo>
                <a:lnTo>
                  <a:pt x="76212" y="589788"/>
                </a:lnTo>
                <a:lnTo>
                  <a:pt x="73164" y="585216"/>
                </a:lnTo>
                <a:lnTo>
                  <a:pt x="73164" y="569976"/>
                </a:lnTo>
                <a:lnTo>
                  <a:pt x="74688" y="565404"/>
                </a:lnTo>
                <a:lnTo>
                  <a:pt x="83832" y="560832"/>
                </a:lnTo>
                <a:lnTo>
                  <a:pt x="89928" y="559308"/>
                </a:lnTo>
                <a:lnTo>
                  <a:pt x="158508" y="559308"/>
                </a:lnTo>
                <a:lnTo>
                  <a:pt x="164604" y="562356"/>
                </a:lnTo>
                <a:lnTo>
                  <a:pt x="166128" y="563880"/>
                </a:lnTo>
                <a:lnTo>
                  <a:pt x="169176" y="569976"/>
                </a:lnTo>
                <a:lnTo>
                  <a:pt x="169176" y="576072"/>
                </a:lnTo>
                <a:lnTo>
                  <a:pt x="172224" y="576072"/>
                </a:lnTo>
                <a:lnTo>
                  <a:pt x="172224" y="559308"/>
                </a:lnTo>
                <a:lnTo>
                  <a:pt x="172224" y="522732"/>
                </a:lnTo>
                <a:close/>
              </a:path>
              <a:path extrusionOk="0" h="708660" w="175260">
                <a:moveTo>
                  <a:pt x="172224" y="0"/>
                </a:moveTo>
                <a:lnTo>
                  <a:pt x="169176" y="0"/>
                </a:lnTo>
                <a:lnTo>
                  <a:pt x="169176" y="6096"/>
                </a:lnTo>
                <a:lnTo>
                  <a:pt x="167652" y="9144"/>
                </a:lnTo>
                <a:lnTo>
                  <a:pt x="166128" y="10668"/>
                </a:lnTo>
                <a:lnTo>
                  <a:pt x="166128" y="13716"/>
                </a:lnTo>
                <a:lnTo>
                  <a:pt x="164604" y="13716"/>
                </a:lnTo>
                <a:lnTo>
                  <a:pt x="158508" y="16764"/>
                </a:lnTo>
                <a:lnTo>
                  <a:pt x="89928" y="16764"/>
                </a:lnTo>
                <a:lnTo>
                  <a:pt x="82308" y="18288"/>
                </a:lnTo>
                <a:lnTo>
                  <a:pt x="57924" y="39624"/>
                </a:lnTo>
                <a:lnTo>
                  <a:pt x="57924" y="45720"/>
                </a:lnTo>
                <a:lnTo>
                  <a:pt x="59347" y="54889"/>
                </a:lnTo>
                <a:lnTo>
                  <a:pt x="63639" y="64198"/>
                </a:lnTo>
                <a:lnTo>
                  <a:pt x="70777" y="73799"/>
                </a:lnTo>
                <a:lnTo>
                  <a:pt x="80784" y="83820"/>
                </a:lnTo>
                <a:lnTo>
                  <a:pt x="57924" y="83820"/>
                </a:lnTo>
                <a:lnTo>
                  <a:pt x="57924" y="88392"/>
                </a:lnTo>
                <a:lnTo>
                  <a:pt x="71640" y="121920"/>
                </a:lnTo>
                <a:lnTo>
                  <a:pt x="74688" y="120396"/>
                </a:lnTo>
                <a:lnTo>
                  <a:pt x="71640" y="114300"/>
                </a:lnTo>
                <a:lnTo>
                  <a:pt x="71640" y="109728"/>
                </a:lnTo>
                <a:lnTo>
                  <a:pt x="73164" y="108204"/>
                </a:lnTo>
                <a:lnTo>
                  <a:pt x="73164" y="106680"/>
                </a:lnTo>
                <a:lnTo>
                  <a:pt x="74688" y="106680"/>
                </a:lnTo>
                <a:lnTo>
                  <a:pt x="76212" y="105156"/>
                </a:lnTo>
                <a:lnTo>
                  <a:pt x="79260" y="105156"/>
                </a:lnTo>
                <a:lnTo>
                  <a:pt x="82664" y="104279"/>
                </a:lnTo>
                <a:lnTo>
                  <a:pt x="88214" y="103822"/>
                </a:lnTo>
                <a:lnTo>
                  <a:pt x="105168" y="103632"/>
                </a:lnTo>
                <a:lnTo>
                  <a:pt x="155460" y="103632"/>
                </a:lnTo>
                <a:lnTo>
                  <a:pt x="161556" y="105156"/>
                </a:lnTo>
                <a:lnTo>
                  <a:pt x="167652" y="108204"/>
                </a:lnTo>
                <a:lnTo>
                  <a:pt x="169176" y="112776"/>
                </a:lnTo>
                <a:lnTo>
                  <a:pt x="169176" y="120396"/>
                </a:lnTo>
                <a:lnTo>
                  <a:pt x="172224" y="120396"/>
                </a:lnTo>
                <a:lnTo>
                  <a:pt x="172224" y="67056"/>
                </a:lnTo>
                <a:lnTo>
                  <a:pt x="169176" y="67056"/>
                </a:lnTo>
                <a:lnTo>
                  <a:pt x="169176" y="73152"/>
                </a:lnTo>
                <a:lnTo>
                  <a:pt x="167652" y="76200"/>
                </a:lnTo>
                <a:lnTo>
                  <a:pt x="166128" y="77724"/>
                </a:lnTo>
                <a:lnTo>
                  <a:pt x="166128" y="80772"/>
                </a:lnTo>
                <a:lnTo>
                  <a:pt x="164604" y="82296"/>
                </a:lnTo>
                <a:lnTo>
                  <a:pt x="161556" y="82296"/>
                </a:lnTo>
                <a:lnTo>
                  <a:pt x="160032" y="83820"/>
                </a:lnTo>
                <a:lnTo>
                  <a:pt x="88404" y="83820"/>
                </a:lnTo>
                <a:lnTo>
                  <a:pt x="81521" y="76733"/>
                </a:lnTo>
                <a:lnTo>
                  <a:pt x="76784" y="69342"/>
                </a:lnTo>
                <a:lnTo>
                  <a:pt x="74041" y="61963"/>
                </a:lnTo>
                <a:lnTo>
                  <a:pt x="73164" y="54864"/>
                </a:lnTo>
                <a:lnTo>
                  <a:pt x="73164" y="48768"/>
                </a:lnTo>
                <a:lnTo>
                  <a:pt x="74688" y="44196"/>
                </a:lnTo>
                <a:lnTo>
                  <a:pt x="83832" y="38100"/>
                </a:lnTo>
                <a:lnTo>
                  <a:pt x="91452" y="36576"/>
                </a:lnTo>
                <a:lnTo>
                  <a:pt x="158508" y="36576"/>
                </a:lnTo>
                <a:lnTo>
                  <a:pt x="164604" y="39624"/>
                </a:lnTo>
                <a:lnTo>
                  <a:pt x="167652" y="42672"/>
                </a:lnTo>
                <a:lnTo>
                  <a:pt x="169176" y="47244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0"/>
                </a:lnTo>
                <a:close/>
              </a:path>
              <a:path extrusionOk="0" h="708660" w="175260">
                <a:moveTo>
                  <a:pt x="175260" y="184404"/>
                </a:moveTo>
                <a:lnTo>
                  <a:pt x="167640" y="159258"/>
                </a:lnTo>
                <a:lnTo>
                  <a:pt x="167640" y="172212"/>
                </a:lnTo>
                <a:lnTo>
                  <a:pt x="167640" y="179832"/>
                </a:lnTo>
                <a:lnTo>
                  <a:pt x="139903" y="208216"/>
                </a:lnTo>
                <a:lnTo>
                  <a:pt x="106680" y="213360"/>
                </a:lnTo>
                <a:lnTo>
                  <a:pt x="97536" y="213360"/>
                </a:lnTo>
                <a:lnTo>
                  <a:pt x="65532" y="195072"/>
                </a:lnTo>
                <a:lnTo>
                  <a:pt x="65532" y="178308"/>
                </a:lnTo>
                <a:lnTo>
                  <a:pt x="68580" y="170688"/>
                </a:lnTo>
                <a:lnTo>
                  <a:pt x="76200" y="166116"/>
                </a:lnTo>
                <a:lnTo>
                  <a:pt x="81305" y="162979"/>
                </a:lnTo>
                <a:lnTo>
                  <a:pt x="86194" y="160020"/>
                </a:lnTo>
                <a:lnTo>
                  <a:pt x="96964" y="155829"/>
                </a:lnTo>
                <a:lnTo>
                  <a:pt x="109423" y="153263"/>
                </a:lnTo>
                <a:lnTo>
                  <a:pt x="123444" y="152400"/>
                </a:lnTo>
                <a:lnTo>
                  <a:pt x="134264" y="152958"/>
                </a:lnTo>
                <a:lnTo>
                  <a:pt x="167640" y="172212"/>
                </a:lnTo>
                <a:lnTo>
                  <a:pt x="167640" y="159258"/>
                </a:lnTo>
                <a:lnTo>
                  <a:pt x="166077" y="156908"/>
                </a:lnTo>
                <a:lnTo>
                  <a:pt x="163220" y="152400"/>
                </a:lnTo>
                <a:lnTo>
                  <a:pt x="162115" y="150672"/>
                </a:lnTo>
                <a:lnTo>
                  <a:pt x="128778" y="131635"/>
                </a:lnTo>
                <a:lnTo>
                  <a:pt x="114300" y="129540"/>
                </a:lnTo>
                <a:lnTo>
                  <a:pt x="103428" y="130403"/>
                </a:lnTo>
                <a:lnTo>
                  <a:pt x="68199" y="150952"/>
                </a:lnTo>
                <a:lnTo>
                  <a:pt x="58940" y="172212"/>
                </a:lnTo>
                <a:lnTo>
                  <a:pt x="57912" y="182880"/>
                </a:lnTo>
                <a:lnTo>
                  <a:pt x="57988" y="184404"/>
                </a:lnTo>
                <a:lnTo>
                  <a:pt x="58229" y="189725"/>
                </a:lnTo>
                <a:lnTo>
                  <a:pt x="59245" y="196392"/>
                </a:lnTo>
                <a:lnTo>
                  <a:pt x="86868" y="228600"/>
                </a:lnTo>
                <a:lnTo>
                  <a:pt x="93992" y="232371"/>
                </a:lnTo>
                <a:lnTo>
                  <a:pt x="101536" y="234696"/>
                </a:lnTo>
                <a:lnTo>
                  <a:pt x="109372" y="235889"/>
                </a:lnTo>
                <a:lnTo>
                  <a:pt x="117348" y="236220"/>
                </a:lnTo>
                <a:lnTo>
                  <a:pt x="127355" y="235610"/>
                </a:lnTo>
                <a:lnTo>
                  <a:pt x="163055" y="216344"/>
                </a:lnTo>
                <a:lnTo>
                  <a:pt x="165201" y="213360"/>
                </a:lnTo>
                <a:lnTo>
                  <a:pt x="169735" y="207073"/>
                </a:lnTo>
                <a:lnTo>
                  <a:pt x="173863" y="196392"/>
                </a:lnTo>
                <a:lnTo>
                  <a:pt x="175260" y="1844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53" name="Google Shape;953;p19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717035" y="3346703"/>
            <a:ext cx="224028" cy="1089659"/>
          </a:xfrm>
          <a:prstGeom prst="rect">
            <a:avLst/>
          </a:prstGeom>
          <a:noFill/>
          <a:ln>
            <a:noFill/>
          </a:ln>
        </p:spPr>
      </p:pic>
      <p:sp>
        <p:nvSpPr>
          <p:cNvPr id="954" name="Google Shape;954;p19"/>
          <p:cNvSpPr/>
          <p:nvPr/>
        </p:nvSpPr>
        <p:spPr>
          <a:xfrm>
            <a:off x="4178808" y="8881871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55" name="Google Shape;955;p19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4079747" y="8718804"/>
            <a:ext cx="167639" cy="929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56" name="Google Shape;956;p19"/>
          <p:cNvGrpSpPr/>
          <p:nvPr/>
        </p:nvGrpSpPr>
        <p:grpSpPr>
          <a:xfrm>
            <a:off x="4076700" y="8462772"/>
            <a:ext cx="167639" cy="208787"/>
            <a:chOff x="4076700" y="8462772"/>
            <a:chExt cx="167639" cy="208787"/>
          </a:xfrm>
        </p:grpSpPr>
        <p:pic>
          <p:nvPicPr>
            <p:cNvPr id="957" name="Google Shape;957;p19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4076700" y="8606028"/>
              <a:ext cx="167639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58" name="Google Shape;958;p19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4076700" y="8462772"/>
              <a:ext cx="167639" cy="10820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59" name="Google Shape;959;p19"/>
          <p:cNvGrpSpPr/>
          <p:nvPr/>
        </p:nvGrpSpPr>
        <p:grpSpPr>
          <a:xfrm>
            <a:off x="4072127" y="7911083"/>
            <a:ext cx="175260" cy="477012"/>
            <a:chOff x="4072127" y="7911083"/>
            <a:chExt cx="175260" cy="477012"/>
          </a:xfrm>
        </p:grpSpPr>
        <p:pic>
          <p:nvPicPr>
            <p:cNvPr id="960" name="Google Shape;960;p19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4072127" y="8058911"/>
              <a:ext cx="175260" cy="3291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61" name="Google Shape;961;p19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4072127" y="7911083"/>
              <a:ext cx="175259" cy="12801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62" name="Google Shape;962;p19"/>
          <p:cNvSpPr/>
          <p:nvPr/>
        </p:nvSpPr>
        <p:spPr>
          <a:xfrm>
            <a:off x="4076687" y="7115556"/>
            <a:ext cx="168275" cy="731520"/>
          </a:xfrm>
          <a:custGeom>
            <a:rect b="b" l="l" r="r" t="t"/>
            <a:pathLst>
              <a:path extrusionOk="0" h="731520" w="168275">
                <a:moveTo>
                  <a:pt x="167640" y="216408"/>
                </a:moveTo>
                <a:lnTo>
                  <a:pt x="164592" y="216408"/>
                </a:lnTo>
                <a:lnTo>
                  <a:pt x="164592" y="224028"/>
                </a:lnTo>
                <a:lnTo>
                  <a:pt x="161544" y="228600"/>
                </a:lnTo>
                <a:lnTo>
                  <a:pt x="158496" y="231648"/>
                </a:lnTo>
                <a:lnTo>
                  <a:pt x="155359" y="235077"/>
                </a:lnTo>
                <a:lnTo>
                  <a:pt x="150495" y="238506"/>
                </a:lnTo>
                <a:lnTo>
                  <a:pt x="143929" y="241935"/>
                </a:lnTo>
                <a:lnTo>
                  <a:pt x="105156" y="257644"/>
                </a:lnTo>
                <a:lnTo>
                  <a:pt x="105156" y="281940"/>
                </a:lnTo>
                <a:lnTo>
                  <a:pt x="105156" y="339852"/>
                </a:lnTo>
                <a:lnTo>
                  <a:pt x="39624" y="309372"/>
                </a:lnTo>
                <a:lnTo>
                  <a:pt x="105156" y="281940"/>
                </a:lnTo>
                <a:lnTo>
                  <a:pt x="105156" y="257644"/>
                </a:lnTo>
                <a:lnTo>
                  <a:pt x="0" y="300228"/>
                </a:lnTo>
                <a:lnTo>
                  <a:pt x="0" y="304800"/>
                </a:lnTo>
                <a:lnTo>
                  <a:pt x="134112" y="364236"/>
                </a:lnTo>
                <a:lnTo>
                  <a:pt x="142671" y="367665"/>
                </a:lnTo>
                <a:lnTo>
                  <a:pt x="149923" y="371094"/>
                </a:lnTo>
                <a:lnTo>
                  <a:pt x="164439" y="389534"/>
                </a:lnTo>
                <a:lnTo>
                  <a:pt x="163068" y="397764"/>
                </a:lnTo>
                <a:lnTo>
                  <a:pt x="161544" y="405384"/>
                </a:lnTo>
                <a:lnTo>
                  <a:pt x="156972" y="409956"/>
                </a:lnTo>
                <a:lnTo>
                  <a:pt x="153619" y="414553"/>
                </a:lnTo>
                <a:lnTo>
                  <a:pt x="148399" y="419290"/>
                </a:lnTo>
                <a:lnTo>
                  <a:pt x="141859" y="424243"/>
                </a:lnTo>
                <a:lnTo>
                  <a:pt x="85344" y="464820"/>
                </a:lnTo>
                <a:lnTo>
                  <a:pt x="82753" y="455129"/>
                </a:lnTo>
                <a:lnTo>
                  <a:pt x="82296" y="453974"/>
                </a:lnTo>
                <a:lnTo>
                  <a:pt x="82296" y="507492"/>
                </a:lnTo>
                <a:lnTo>
                  <a:pt x="15240" y="507492"/>
                </a:lnTo>
                <a:lnTo>
                  <a:pt x="12192" y="499872"/>
                </a:lnTo>
                <a:lnTo>
                  <a:pt x="10668" y="493776"/>
                </a:lnTo>
                <a:lnTo>
                  <a:pt x="10668" y="487680"/>
                </a:lnTo>
                <a:lnTo>
                  <a:pt x="31623" y="454152"/>
                </a:lnTo>
                <a:lnTo>
                  <a:pt x="45720" y="451104"/>
                </a:lnTo>
                <a:lnTo>
                  <a:pt x="52984" y="451916"/>
                </a:lnTo>
                <a:lnTo>
                  <a:pt x="53289" y="451916"/>
                </a:lnTo>
                <a:lnTo>
                  <a:pt x="79819" y="479679"/>
                </a:lnTo>
                <a:lnTo>
                  <a:pt x="81762" y="490728"/>
                </a:lnTo>
                <a:lnTo>
                  <a:pt x="82219" y="499872"/>
                </a:lnTo>
                <a:lnTo>
                  <a:pt x="82296" y="507492"/>
                </a:lnTo>
                <a:lnTo>
                  <a:pt x="82296" y="453974"/>
                </a:lnTo>
                <a:lnTo>
                  <a:pt x="51676" y="424484"/>
                </a:lnTo>
                <a:lnTo>
                  <a:pt x="44196" y="423672"/>
                </a:lnTo>
                <a:lnTo>
                  <a:pt x="37604" y="424243"/>
                </a:lnTo>
                <a:lnTo>
                  <a:pt x="9067" y="446722"/>
                </a:lnTo>
                <a:lnTo>
                  <a:pt x="6096" y="454152"/>
                </a:lnTo>
                <a:lnTo>
                  <a:pt x="6045" y="454533"/>
                </a:lnTo>
                <a:lnTo>
                  <a:pt x="5956" y="455129"/>
                </a:lnTo>
                <a:lnTo>
                  <a:pt x="4965" y="461772"/>
                </a:lnTo>
                <a:lnTo>
                  <a:pt x="4000" y="470535"/>
                </a:lnTo>
                <a:lnTo>
                  <a:pt x="3949" y="471398"/>
                </a:lnTo>
                <a:lnTo>
                  <a:pt x="3848" y="473011"/>
                </a:lnTo>
                <a:lnTo>
                  <a:pt x="3314" y="481164"/>
                </a:lnTo>
                <a:lnTo>
                  <a:pt x="3238" y="484632"/>
                </a:lnTo>
                <a:lnTo>
                  <a:pt x="3111" y="490728"/>
                </a:lnTo>
                <a:lnTo>
                  <a:pt x="3048" y="553212"/>
                </a:lnTo>
                <a:lnTo>
                  <a:pt x="6096" y="553212"/>
                </a:lnTo>
                <a:lnTo>
                  <a:pt x="6096" y="542544"/>
                </a:lnTo>
                <a:lnTo>
                  <a:pt x="7620" y="537972"/>
                </a:lnTo>
                <a:lnTo>
                  <a:pt x="12192" y="534924"/>
                </a:lnTo>
                <a:lnTo>
                  <a:pt x="13716" y="531876"/>
                </a:lnTo>
                <a:lnTo>
                  <a:pt x="21336" y="530352"/>
                </a:lnTo>
                <a:lnTo>
                  <a:pt x="147828" y="530352"/>
                </a:lnTo>
                <a:lnTo>
                  <a:pt x="155448" y="531876"/>
                </a:lnTo>
                <a:lnTo>
                  <a:pt x="156972" y="533400"/>
                </a:lnTo>
                <a:lnTo>
                  <a:pt x="161544" y="536448"/>
                </a:lnTo>
                <a:lnTo>
                  <a:pt x="164592" y="541020"/>
                </a:lnTo>
                <a:lnTo>
                  <a:pt x="164592" y="553212"/>
                </a:lnTo>
                <a:lnTo>
                  <a:pt x="167640" y="553212"/>
                </a:lnTo>
                <a:lnTo>
                  <a:pt x="167640" y="530352"/>
                </a:lnTo>
                <a:lnTo>
                  <a:pt x="167640" y="507492"/>
                </a:lnTo>
                <a:lnTo>
                  <a:pt x="167640" y="484632"/>
                </a:lnTo>
                <a:lnTo>
                  <a:pt x="164592" y="484632"/>
                </a:lnTo>
                <a:lnTo>
                  <a:pt x="164592" y="496824"/>
                </a:lnTo>
                <a:lnTo>
                  <a:pt x="163068" y="501396"/>
                </a:lnTo>
                <a:lnTo>
                  <a:pt x="158496" y="504444"/>
                </a:lnTo>
                <a:lnTo>
                  <a:pt x="156972" y="507492"/>
                </a:lnTo>
                <a:lnTo>
                  <a:pt x="89916" y="507492"/>
                </a:lnTo>
                <a:lnTo>
                  <a:pt x="89916" y="490728"/>
                </a:lnTo>
                <a:lnTo>
                  <a:pt x="124688" y="464820"/>
                </a:lnTo>
                <a:lnTo>
                  <a:pt x="167640" y="432816"/>
                </a:lnTo>
                <a:lnTo>
                  <a:pt x="167640" y="390144"/>
                </a:lnTo>
                <a:lnTo>
                  <a:pt x="167640" y="388620"/>
                </a:lnTo>
                <a:lnTo>
                  <a:pt x="167640" y="358140"/>
                </a:lnTo>
                <a:lnTo>
                  <a:pt x="167640" y="339852"/>
                </a:lnTo>
                <a:lnTo>
                  <a:pt x="164592" y="339852"/>
                </a:lnTo>
                <a:lnTo>
                  <a:pt x="164592" y="347472"/>
                </a:lnTo>
                <a:lnTo>
                  <a:pt x="163068" y="352044"/>
                </a:lnTo>
                <a:lnTo>
                  <a:pt x="160020" y="355092"/>
                </a:lnTo>
                <a:lnTo>
                  <a:pt x="158496" y="358140"/>
                </a:lnTo>
                <a:lnTo>
                  <a:pt x="150876" y="358140"/>
                </a:lnTo>
                <a:lnTo>
                  <a:pt x="138684" y="355092"/>
                </a:lnTo>
                <a:lnTo>
                  <a:pt x="112776" y="342900"/>
                </a:lnTo>
                <a:lnTo>
                  <a:pt x="112776" y="339852"/>
                </a:lnTo>
                <a:lnTo>
                  <a:pt x="112776" y="281940"/>
                </a:lnTo>
                <a:lnTo>
                  <a:pt x="112776" y="278892"/>
                </a:lnTo>
                <a:lnTo>
                  <a:pt x="135636" y="269748"/>
                </a:lnTo>
                <a:lnTo>
                  <a:pt x="149352" y="265176"/>
                </a:lnTo>
                <a:lnTo>
                  <a:pt x="158496" y="265176"/>
                </a:lnTo>
                <a:lnTo>
                  <a:pt x="163068" y="269748"/>
                </a:lnTo>
                <a:lnTo>
                  <a:pt x="164592" y="274320"/>
                </a:lnTo>
                <a:lnTo>
                  <a:pt x="164592" y="281940"/>
                </a:lnTo>
                <a:lnTo>
                  <a:pt x="167640" y="281940"/>
                </a:lnTo>
                <a:lnTo>
                  <a:pt x="167640" y="265176"/>
                </a:lnTo>
                <a:lnTo>
                  <a:pt x="167640" y="216408"/>
                </a:lnTo>
                <a:close/>
              </a:path>
              <a:path extrusionOk="0" h="731520" w="168275">
                <a:moveTo>
                  <a:pt x="167652" y="658368"/>
                </a:moveTo>
                <a:lnTo>
                  <a:pt x="165950" y="635825"/>
                </a:lnTo>
                <a:lnTo>
                  <a:pt x="160985" y="616267"/>
                </a:lnTo>
                <a:lnTo>
                  <a:pt x="160032" y="614349"/>
                </a:lnTo>
                <a:lnTo>
                  <a:pt x="160032" y="659892"/>
                </a:lnTo>
                <a:lnTo>
                  <a:pt x="159956" y="661416"/>
                </a:lnTo>
                <a:lnTo>
                  <a:pt x="159766" y="665873"/>
                </a:lnTo>
                <a:lnTo>
                  <a:pt x="159080" y="672274"/>
                </a:lnTo>
                <a:lnTo>
                  <a:pt x="158102" y="678967"/>
                </a:lnTo>
                <a:lnTo>
                  <a:pt x="156984" y="685800"/>
                </a:lnTo>
                <a:lnTo>
                  <a:pt x="13728" y="685800"/>
                </a:lnTo>
                <a:lnTo>
                  <a:pt x="12204" y="676656"/>
                </a:lnTo>
                <a:lnTo>
                  <a:pt x="10680" y="669036"/>
                </a:lnTo>
                <a:lnTo>
                  <a:pt x="10795" y="659892"/>
                </a:lnTo>
                <a:lnTo>
                  <a:pt x="10922" y="658368"/>
                </a:lnTo>
                <a:lnTo>
                  <a:pt x="11836" y="647153"/>
                </a:lnTo>
                <a:lnTo>
                  <a:pt x="30492" y="612648"/>
                </a:lnTo>
                <a:lnTo>
                  <a:pt x="69062" y="594220"/>
                </a:lnTo>
                <a:lnTo>
                  <a:pt x="85356" y="592836"/>
                </a:lnTo>
                <a:lnTo>
                  <a:pt x="101638" y="594220"/>
                </a:lnTo>
                <a:lnTo>
                  <a:pt x="140220" y="612648"/>
                </a:lnTo>
                <a:lnTo>
                  <a:pt x="155321" y="634174"/>
                </a:lnTo>
                <a:lnTo>
                  <a:pt x="158864" y="646518"/>
                </a:lnTo>
                <a:lnTo>
                  <a:pt x="158927" y="647306"/>
                </a:lnTo>
                <a:lnTo>
                  <a:pt x="160032" y="659892"/>
                </a:lnTo>
                <a:lnTo>
                  <a:pt x="160032" y="614349"/>
                </a:lnTo>
                <a:lnTo>
                  <a:pt x="152857" y="599871"/>
                </a:lnTo>
                <a:lnTo>
                  <a:pt x="146900" y="592836"/>
                </a:lnTo>
                <a:lnTo>
                  <a:pt x="141744" y="586740"/>
                </a:lnTo>
                <a:lnTo>
                  <a:pt x="129425" y="577596"/>
                </a:lnTo>
                <a:lnTo>
                  <a:pt x="115646" y="570928"/>
                </a:lnTo>
                <a:lnTo>
                  <a:pt x="100380" y="566813"/>
                </a:lnTo>
                <a:lnTo>
                  <a:pt x="83832" y="565404"/>
                </a:lnTo>
                <a:lnTo>
                  <a:pt x="71564" y="566242"/>
                </a:lnTo>
                <a:lnTo>
                  <a:pt x="30175" y="583869"/>
                </a:lnTo>
                <a:lnTo>
                  <a:pt x="7556" y="619252"/>
                </a:lnTo>
                <a:lnTo>
                  <a:pt x="3149" y="661416"/>
                </a:lnTo>
                <a:lnTo>
                  <a:pt x="3060" y="731520"/>
                </a:lnTo>
                <a:lnTo>
                  <a:pt x="6108" y="731520"/>
                </a:lnTo>
                <a:lnTo>
                  <a:pt x="6108" y="720852"/>
                </a:lnTo>
                <a:lnTo>
                  <a:pt x="7632" y="716280"/>
                </a:lnTo>
                <a:lnTo>
                  <a:pt x="12204" y="713232"/>
                </a:lnTo>
                <a:lnTo>
                  <a:pt x="13728" y="710184"/>
                </a:lnTo>
                <a:lnTo>
                  <a:pt x="21348" y="708660"/>
                </a:lnTo>
                <a:lnTo>
                  <a:pt x="147840" y="708660"/>
                </a:lnTo>
                <a:lnTo>
                  <a:pt x="153936" y="710184"/>
                </a:lnTo>
                <a:lnTo>
                  <a:pt x="156984" y="711708"/>
                </a:lnTo>
                <a:lnTo>
                  <a:pt x="161556" y="714756"/>
                </a:lnTo>
                <a:lnTo>
                  <a:pt x="164604" y="719328"/>
                </a:lnTo>
                <a:lnTo>
                  <a:pt x="164604" y="731520"/>
                </a:lnTo>
                <a:lnTo>
                  <a:pt x="167652" y="731520"/>
                </a:lnTo>
                <a:lnTo>
                  <a:pt x="167652" y="708660"/>
                </a:lnTo>
                <a:lnTo>
                  <a:pt x="167652" y="685800"/>
                </a:lnTo>
                <a:lnTo>
                  <a:pt x="167652" y="658368"/>
                </a:lnTo>
                <a:close/>
              </a:path>
              <a:path extrusionOk="0" h="731520" w="168275">
                <a:moveTo>
                  <a:pt x="167652" y="0"/>
                </a:moveTo>
                <a:lnTo>
                  <a:pt x="164604" y="0"/>
                </a:lnTo>
                <a:lnTo>
                  <a:pt x="164604" y="12192"/>
                </a:lnTo>
                <a:lnTo>
                  <a:pt x="163080" y="16764"/>
                </a:lnTo>
                <a:lnTo>
                  <a:pt x="158508" y="18288"/>
                </a:lnTo>
                <a:lnTo>
                  <a:pt x="156984" y="21336"/>
                </a:lnTo>
                <a:lnTo>
                  <a:pt x="149364" y="22860"/>
                </a:lnTo>
                <a:lnTo>
                  <a:pt x="21348" y="22860"/>
                </a:lnTo>
                <a:lnTo>
                  <a:pt x="15252" y="21336"/>
                </a:lnTo>
                <a:lnTo>
                  <a:pt x="12204" y="19812"/>
                </a:lnTo>
                <a:lnTo>
                  <a:pt x="7632" y="16764"/>
                </a:lnTo>
                <a:lnTo>
                  <a:pt x="6108" y="12192"/>
                </a:lnTo>
                <a:lnTo>
                  <a:pt x="6108" y="0"/>
                </a:lnTo>
                <a:lnTo>
                  <a:pt x="3060" y="0"/>
                </a:lnTo>
                <a:lnTo>
                  <a:pt x="3060" y="44196"/>
                </a:lnTo>
                <a:lnTo>
                  <a:pt x="131076" y="103632"/>
                </a:lnTo>
                <a:lnTo>
                  <a:pt x="3060" y="163068"/>
                </a:lnTo>
                <a:lnTo>
                  <a:pt x="3060" y="210312"/>
                </a:lnTo>
                <a:lnTo>
                  <a:pt x="6108" y="210312"/>
                </a:lnTo>
                <a:lnTo>
                  <a:pt x="6108" y="202692"/>
                </a:lnTo>
                <a:lnTo>
                  <a:pt x="7632" y="198120"/>
                </a:lnTo>
                <a:lnTo>
                  <a:pt x="10680" y="192024"/>
                </a:lnTo>
                <a:lnTo>
                  <a:pt x="12204" y="190500"/>
                </a:lnTo>
                <a:lnTo>
                  <a:pt x="18300" y="187452"/>
                </a:lnTo>
                <a:lnTo>
                  <a:pt x="155460" y="187452"/>
                </a:lnTo>
                <a:lnTo>
                  <a:pt x="156984" y="188976"/>
                </a:lnTo>
                <a:lnTo>
                  <a:pt x="161556" y="192024"/>
                </a:lnTo>
                <a:lnTo>
                  <a:pt x="164604" y="196596"/>
                </a:lnTo>
                <a:lnTo>
                  <a:pt x="164604" y="210312"/>
                </a:lnTo>
                <a:lnTo>
                  <a:pt x="167652" y="210312"/>
                </a:lnTo>
                <a:lnTo>
                  <a:pt x="167652" y="153924"/>
                </a:lnTo>
                <a:lnTo>
                  <a:pt x="164604" y="153924"/>
                </a:lnTo>
                <a:lnTo>
                  <a:pt x="164604" y="166116"/>
                </a:lnTo>
                <a:lnTo>
                  <a:pt x="163080" y="170688"/>
                </a:lnTo>
                <a:lnTo>
                  <a:pt x="158508" y="173736"/>
                </a:lnTo>
                <a:lnTo>
                  <a:pt x="156984" y="175260"/>
                </a:lnTo>
                <a:lnTo>
                  <a:pt x="149364" y="176784"/>
                </a:lnTo>
                <a:lnTo>
                  <a:pt x="28968" y="176784"/>
                </a:lnTo>
                <a:lnTo>
                  <a:pt x="167652" y="112776"/>
                </a:lnTo>
                <a:lnTo>
                  <a:pt x="167652" y="109728"/>
                </a:lnTo>
                <a:lnTo>
                  <a:pt x="28968" y="45720"/>
                </a:lnTo>
                <a:lnTo>
                  <a:pt x="155460" y="45720"/>
                </a:lnTo>
                <a:lnTo>
                  <a:pt x="156984" y="47244"/>
                </a:lnTo>
                <a:lnTo>
                  <a:pt x="161556" y="50292"/>
                </a:lnTo>
                <a:lnTo>
                  <a:pt x="164604" y="54864"/>
                </a:lnTo>
                <a:lnTo>
                  <a:pt x="164604" y="68580"/>
                </a:lnTo>
                <a:lnTo>
                  <a:pt x="167652" y="68580"/>
                </a:lnTo>
                <a:lnTo>
                  <a:pt x="1676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63" name="Google Shape;963;p19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4072128" y="6830567"/>
            <a:ext cx="224028" cy="20573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64" name="Google Shape;964;p19"/>
          <p:cNvGrpSpPr/>
          <p:nvPr/>
        </p:nvGrpSpPr>
        <p:grpSpPr>
          <a:xfrm>
            <a:off x="4076700" y="6470904"/>
            <a:ext cx="171195" cy="283464"/>
            <a:chOff x="4076700" y="6470904"/>
            <a:chExt cx="171195" cy="283464"/>
          </a:xfrm>
        </p:grpSpPr>
        <p:pic>
          <p:nvPicPr>
            <p:cNvPr id="965" name="Google Shape;965;p19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4076700" y="6650736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66" name="Google Shape;966;p19"/>
            <p:cNvSpPr/>
            <p:nvPr/>
          </p:nvSpPr>
          <p:spPr>
            <a:xfrm>
              <a:off x="4219955" y="6592823"/>
              <a:ext cx="27940" cy="27940"/>
            </a:xfrm>
            <a:custGeom>
              <a:rect b="b" l="l" r="r" t="t"/>
              <a:pathLst>
                <a:path extrusionOk="0" h="27940" w="27939">
                  <a:moveTo>
                    <a:pt x="21336" y="27431"/>
                  </a:moveTo>
                  <a:lnTo>
                    <a:pt x="6096" y="27431"/>
                  </a:lnTo>
                  <a:lnTo>
                    <a:pt x="4572" y="24383"/>
                  </a:lnTo>
                  <a:lnTo>
                    <a:pt x="1524" y="21335"/>
                  </a:lnTo>
                  <a:lnTo>
                    <a:pt x="0" y="18287"/>
                  </a:lnTo>
                  <a:lnTo>
                    <a:pt x="0" y="10667"/>
                  </a:lnTo>
                  <a:lnTo>
                    <a:pt x="1524" y="7619"/>
                  </a:lnTo>
                  <a:lnTo>
                    <a:pt x="4572" y="4571"/>
                  </a:lnTo>
                  <a:lnTo>
                    <a:pt x="6096" y="1523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1336" y="1523"/>
                  </a:lnTo>
                  <a:lnTo>
                    <a:pt x="22860" y="4571"/>
                  </a:lnTo>
                  <a:lnTo>
                    <a:pt x="25908" y="7619"/>
                  </a:lnTo>
                  <a:lnTo>
                    <a:pt x="27432" y="10667"/>
                  </a:lnTo>
                  <a:lnTo>
                    <a:pt x="27432" y="18287"/>
                  </a:lnTo>
                  <a:lnTo>
                    <a:pt x="25908" y="21335"/>
                  </a:lnTo>
                  <a:lnTo>
                    <a:pt x="22860" y="24383"/>
                  </a:lnTo>
                  <a:lnTo>
                    <a:pt x="21336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67" name="Google Shape;967;p19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4079747" y="6470904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968" name="Google Shape;968;p19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4072127" y="4599432"/>
            <a:ext cx="224028" cy="1793748"/>
          </a:xfrm>
          <a:prstGeom prst="rect">
            <a:avLst/>
          </a:prstGeom>
          <a:noFill/>
          <a:ln>
            <a:noFill/>
          </a:ln>
        </p:spPr>
      </p:pic>
      <p:sp>
        <p:nvSpPr>
          <p:cNvPr id="969" name="Google Shape;969;p19"/>
          <p:cNvSpPr/>
          <p:nvPr/>
        </p:nvSpPr>
        <p:spPr>
          <a:xfrm>
            <a:off x="4488179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9144" y="9144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3340" y="9144"/>
                </a:lnTo>
                <a:lnTo>
                  <a:pt x="59436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9436" y="45720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" name="Google Shape;970;p19"/>
          <p:cNvGrpSpPr/>
          <p:nvPr/>
        </p:nvGrpSpPr>
        <p:grpSpPr>
          <a:xfrm>
            <a:off x="4431791" y="8415528"/>
            <a:ext cx="173736" cy="432815"/>
            <a:chOff x="4431791" y="8415528"/>
            <a:chExt cx="173736" cy="432815"/>
          </a:xfrm>
        </p:grpSpPr>
        <p:pic>
          <p:nvPicPr>
            <p:cNvPr id="971" name="Google Shape;971;p19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4434839" y="8755380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72" name="Google Shape;972;p19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4431791" y="8636508"/>
              <a:ext cx="170687" cy="914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73" name="Google Shape;973;p19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4431791" y="8415528"/>
              <a:ext cx="173736" cy="19050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974" name="Google Shape;974;p19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4427220" y="7303007"/>
            <a:ext cx="225552" cy="1033272"/>
          </a:xfrm>
          <a:prstGeom prst="rect">
            <a:avLst/>
          </a:prstGeom>
          <a:noFill/>
          <a:ln>
            <a:noFill/>
          </a:ln>
        </p:spPr>
      </p:pic>
      <p:sp>
        <p:nvSpPr>
          <p:cNvPr id="975" name="Google Shape;975;p19"/>
          <p:cNvSpPr/>
          <p:nvPr/>
        </p:nvSpPr>
        <p:spPr>
          <a:xfrm>
            <a:off x="4427207" y="6588252"/>
            <a:ext cx="175895" cy="645160"/>
          </a:xfrm>
          <a:custGeom>
            <a:rect b="b" l="l" r="r" t="t"/>
            <a:pathLst>
              <a:path extrusionOk="0" h="645159" w="175895">
                <a:moveTo>
                  <a:pt x="172212" y="0"/>
                </a:moveTo>
                <a:lnTo>
                  <a:pt x="169164" y="0"/>
                </a:lnTo>
                <a:lnTo>
                  <a:pt x="169164" y="7620"/>
                </a:lnTo>
                <a:lnTo>
                  <a:pt x="167640" y="10668"/>
                </a:lnTo>
                <a:lnTo>
                  <a:pt x="163068" y="15240"/>
                </a:lnTo>
                <a:lnTo>
                  <a:pt x="160020" y="15240"/>
                </a:lnTo>
                <a:lnTo>
                  <a:pt x="155448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0292"/>
                </a:lnTo>
                <a:lnTo>
                  <a:pt x="16764" y="47244"/>
                </a:lnTo>
                <a:lnTo>
                  <a:pt x="15240" y="45720"/>
                </a:lnTo>
                <a:lnTo>
                  <a:pt x="15240" y="41148"/>
                </a:lnTo>
                <a:lnTo>
                  <a:pt x="19812" y="36576"/>
                </a:lnTo>
                <a:lnTo>
                  <a:pt x="160020" y="36576"/>
                </a:lnTo>
                <a:lnTo>
                  <a:pt x="163068" y="38100"/>
                </a:lnTo>
                <a:lnTo>
                  <a:pt x="166116" y="38100"/>
                </a:lnTo>
                <a:lnTo>
                  <a:pt x="167640" y="39624"/>
                </a:lnTo>
                <a:lnTo>
                  <a:pt x="167640" y="42672"/>
                </a:lnTo>
                <a:lnTo>
                  <a:pt x="169164" y="44196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36576"/>
                </a:lnTo>
                <a:lnTo>
                  <a:pt x="172212" y="0"/>
                </a:lnTo>
                <a:close/>
              </a:path>
              <a:path extrusionOk="0" h="645159" w="175895">
                <a:moveTo>
                  <a:pt x="172224" y="422148"/>
                </a:moveTo>
                <a:lnTo>
                  <a:pt x="169176" y="422148"/>
                </a:lnTo>
                <a:lnTo>
                  <a:pt x="169176" y="431292"/>
                </a:lnTo>
                <a:lnTo>
                  <a:pt x="167652" y="432816"/>
                </a:lnTo>
                <a:lnTo>
                  <a:pt x="167652" y="435864"/>
                </a:lnTo>
                <a:lnTo>
                  <a:pt x="164604" y="437388"/>
                </a:lnTo>
                <a:lnTo>
                  <a:pt x="163080" y="437388"/>
                </a:lnTo>
                <a:lnTo>
                  <a:pt x="160032" y="438912"/>
                </a:lnTo>
                <a:lnTo>
                  <a:pt x="89928" y="438912"/>
                </a:lnTo>
                <a:lnTo>
                  <a:pt x="77736" y="441960"/>
                </a:lnTo>
                <a:lnTo>
                  <a:pt x="65544" y="448056"/>
                </a:lnTo>
                <a:lnTo>
                  <a:pt x="59448" y="457200"/>
                </a:lnTo>
                <a:lnTo>
                  <a:pt x="57924" y="461772"/>
                </a:lnTo>
                <a:lnTo>
                  <a:pt x="57924" y="469392"/>
                </a:lnTo>
                <a:lnTo>
                  <a:pt x="59588" y="477901"/>
                </a:lnTo>
                <a:lnTo>
                  <a:pt x="64401" y="487108"/>
                </a:lnTo>
                <a:lnTo>
                  <a:pt x="72059" y="496620"/>
                </a:lnTo>
                <a:lnTo>
                  <a:pt x="82308" y="505968"/>
                </a:lnTo>
                <a:lnTo>
                  <a:pt x="57924" y="505968"/>
                </a:lnTo>
                <a:lnTo>
                  <a:pt x="57924" y="512064"/>
                </a:lnTo>
                <a:lnTo>
                  <a:pt x="71640" y="544068"/>
                </a:lnTo>
                <a:lnTo>
                  <a:pt x="74688" y="542544"/>
                </a:lnTo>
                <a:lnTo>
                  <a:pt x="74688" y="539496"/>
                </a:lnTo>
                <a:lnTo>
                  <a:pt x="73164" y="536448"/>
                </a:lnTo>
                <a:lnTo>
                  <a:pt x="73164" y="533400"/>
                </a:lnTo>
                <a:lnTo>
                  <a:pt x="74688" y="531876"/>
                </a:lnTo>
                <a:lnTo>
                  <a:pt x="74688" y="530352"/>
                </a:lnTo>
                <a:lnTo>
                  <a:pt x="77736" y="527304"/>
                </a:lnTo>
                <a:lnTo>
                  <a:pt x="83832" y="527304"/>
                </a:lnTo>
                <a:lnTo>
                  <a:pt x="92976" y="525780"/>
                </a:lnTo>
                <a:lnTo>
                  <a:pt x="156984" y="525780"/>
                </a:lnTo>
                <a:lnTo>
                  <a:pt x="163080" y="527304"/>
                </a:lnTo>
                <a:lnTo>
                  <a:pt x="166128" y="528828"/>
                </a:lnTo>
                <a:lnTo>
                  <a:pt x="169176" y="534924"/>
                </a:lnTo>
                <a:lnTo>
                  <a:pt x="169176" y="542544"/>
                </a:lnTo>
                <a:lnTo>
                  <a:pt x="172224" y="542544"/>
                </a:lnTo>
                <a:lnTo>
                  <a:pt x="172224" y="489204"/>
                </a:lnTo>
                <a:lnTo>
                  <a:pt x="169176" y="489204"/>
                </a:lnTo>
                <a:lnTo>
                  <a:pt x="169176" y="498348"/>
                </a:lnTo>
                <a:lnTo>
                  <a:pt x="167652" y="501396"/>
                </a:lnTo>
                <a:lnTo>
                  <a:pt x="167652" y="502920"/>
                </a:lnTo>
                <a:lnTo>
                  <a:pt x="164604" y="504444"/>
                </a:lnTo>
                <a:lnTo>
                  <a:pt x="163080" y="505968"/>
                </a:lnTo>
                <a:lnTo>
                  <a:pt x="89928" y="505968"/>
                </a:lnTo>
                <a:lnTo>
                  <a:pt x="82804" y="498881"/>
                </a:lnTo>
                <a:lnTo>
                  <a:pt x="77546" y="491490"/>
                </a:lnTo>
                <a:lnTo>
                  <a:pt x="74282" y="484111"/>
                </a:lnTo>
                <a:lnTo>
                  <a:pt x="73164" y="477012"/>
                </a:lnTo>
                <a:lnTo>
                  <a:pt x="73164" y="470916"/>
                </a:lnTo>
                <a:lnTo>
                  <a:pt x="76212" y="466344"/>
                </a:lnTo>
                <a:lnTo>
                  <a:pt x="85356" y="460248"/>
                </a:lnTo>
                <a:lnTo>
                  <a:pt x="92976" y="458724"/>
                </a:lnTo>
                <a:lnTo>
                  <a:pt x="158508" y="458724"/>
                </a:lnTo>
                <a:lnTo>
                  <a:pt x="160032" y="460248"/>
                </a:lnTo>
                <a:lnTo>
                  <a:pt x="163080" y="460248"/>
                </a:lnTo>
                <a:lnTo>
                  <a:pt x="166128" y="461772"/>
                </a:lnTo>
                <a:lnTo>
                  <a:pt x="167652" y="463296"/>
                </a:lnTo>
                <a:lnTo>
                  <a:pt x="169176" y="466344"/>
                </a:lnTo>
                <a:lnTo>
                  <a:pt x="169176" y="475488"/>
                </a:lnTo>
                <a:lnTo>
                  <a:pt x="172224" y="475488"/>
                </a:lnTo>
                <a:lnTo>
                  <a:pt x="172224" y="422148"/>
                </a:lnTo>
                <a:close/>
              </a:path>
              <a:path extrusionOk="0" h="645159" w="175895">
                <a:moveTo>
                  <a:pt x="172224" y="298704"/>
                </a:moveTo>
                <a:lnTo>
                  <a:pt x="169176" y="298704"/>
                </a:lnTo>
                <a:lnTo>
                  <a:pt x="169176" y="307848"/>
                </a:lnTo>
                <a:lnTo>
                  <a:pt x="167652" y="309372"/>
                </a:lnTo>
                <a:lnTo>
                  <a:pt x="167652" y="310896"/>
                </a:lnTo>
                <a:lnTo>
                  <a:pt x="164604" y="312420"/>
                </a:lnTo>
                <a:lnTo>
                  <a:pt x="163080" y="313944"/>
                </a:lnTo>
                <a:lnTo>
                  <a:pt x="160032" y="315468"/>
                </a:lnTo>
                <a:lnTo>
                  <a:pt x="89928" y="315468"/>
                </a:lnTo>
                <a:lnTo>
                  <a:pt x="77736" y="318516"/>
                </a:lnTo>
                <a:lnTo>
                  <a:pt x="65544" y="324612"/>
                </a:lnTo>
                <a:lnTo>
                  <a:pt x="59448" y="333756"/>
                </a:lnTo>
                <a:lnTo>
                  <a:pt x="57924" y="338328"/>
                </a:lnTo>
                <a:lnTo>
                  <a:pt x="57924" y="344424"/>
                </a:lnTo>
                <a:lnTo>
                  <a:pt x="59588" y="353593"/>
                </a:lnTo>
                <a:lnTo>
                  <a:pt x="64401" y="362902"/>
                </a:lnTo>
                <a:lnTo>
                  <a:pt x="72059" y="372503"/>
                </a:lnTo>
                <a:lnTo>
                  <a:pt x="82308" y="382524"/>
                </a:lnTo>
                <a:lnTo>
                  <a:pt x="57924" y="382524"/>
                </a:lnTo>
                <a:lnTo>
                  <a:pt x="57924" y="387096"/>
                </a:lnTo>
                <a:lnTo>
                  <a:pt x="71640" y="420624"/>
                </a:lnTo>
                <a:lnTo>
                  <a:pt x="74688" y="419100"/>
                </a:lnTo>
                <a:lnTo>
                  <a:pt x="74688" y="416052"/>
                </a:lnTo>
                <a:lnTo>
                  <a:pt x="73164" y="413004"/>
                </a:lnTo>
                <a:lnTo>
                  <a:pt x="73164" y="408432"/>
                </a:lnTo>
                <a:lnTo>
                  <a:pt x="74688" y="406908"/>
                </a:lnTo>
                <a:lnTo>
                  <a:pt x="74688" y="405384"/>
                </a:lnTo>
                <a:lnTo>
                  <a:pt x="76212" y="405384"/>
                </a:lnTo>
                <a:lnTo>
                  <a:pt x="77736" y="403860"/>
                </a:lnTo>
                <a:lnTo>
                  <a:pt x="80784" y="403860"/>
                </a:lnTo>
                <a:lnTo>
                  <a:pt x="83832" y="402336"/>
                </a:lnTo>
                <a:lnTo>
                  <a:pt x="156984" y="402336"/>
                </a:lnTo>
                <a:lnTo>
                  <a:pt x="163080" y="403860"/>
                </a:lnTo>
                <a:lnTo>
                  <a:pt x="166128" y="405384"/>
                </a:lnTo>
                <a:lnTo>
                  <a:pt x="167652" y="406908"/>
                </a:lnTo>
                <a:lnTo>
                  <a:pt x="169176" y="411480"/>
                </a:lnTo>
                <a:lnTo>
                  <a:pt x="169176" y="419100"/>
                </a:lnTo>
                <a:lnTo>
                  <a:pt x="172224" y="419100"/>
                </a:lnTo>
                <a:lnTo>
                  <a:pt x="172224" y="365760"/>
                </a:lnTo>
                <a:lnTo>
                  <a:pt x="169176" y="365760"/>
                </a:lnTo>
                <a:lnTo>
                  <a:pt x="169176" y="374904"/>
                </a:lnTo>
                <a:lnTo>
                  <a:pt x="167652" y="376428"/>
                </a:lnTo>
                <a:lnTo>
                  <a:pt x="167652" y="379476"/>
                </a:lnTo>
                <a:lnTo>
                  <a:pt x="164604" y="381000"/>
                </a:lnTo>
                <a:lnTo>
                  <a:pt x="163080" y="381000"/>
                </a:lnTo>
                <a:lnTo>
                  <a:pt x="161556" y="382524"/>
                </a:lnTo>
                <a:lnTo>
                  <a:pt x="89928" y="382524"/>
                </a:lnTo>
                <a:lnTo>
                  <a:pt x="82804" y="375437"/>
                </a:lnTo>
                <a:lnTo>
                  <a:pt x="77546" y="368046"/>
                </a:lnTo>
                <a:lnTo>
                  <a:pt x="74282" y="360667"/>
                </a:lnTo>
                <a:lnTo>
                  <a:pt x="73164" y="353568"/>
                </a:lnTo>
                <a:lnTo>
                  <a:pt x="73164" y="347472"/>
                </a:lnTo>
                <a:lnTo>
                  <a:pt x="76212" y="342900"/>
                </a:lnTo>
                <a:lnTo>
                  <a:pt x="85356" y="336804"/>
                </a:lnTo>
                <a:lnTo>
                  <a:pt x="92976" y="335280"/>
                </a:lnTo>
                <a:lnTo>
                  <a:pt x="160032" y="335280"/>
                </a:lnTo>
                <a:lnTo>
                  <a:pt x="166128" y="338328"/>
                </a:lnTo>
                <a:lnTo>
                  <a:pt x="169176" y="341376"/>
                </a:lnTo>
                <a:lnTo>
                  <a:pt x="169176" y="352044"/>
                </a:lnTo>
                <a:lnTo>
                  <a:pt x="172224" y="352044"/>
                </a:lnTo>
                <a:lnTo>
                  <a:pt x="172224" y="298704"/>
                </a:lnTo>
                <a:close/>
              </a:path>
              <a:path extrusionOk="0" h="645159" w="175895">
                <a:moveTo>
                  <a:pt x="175272" y="566928"/>
                </a:moveTo>
                <a:lnTo>
                  <a:pt x="174358" y="561200"/>
                </a:lnTo>
                <a:lnTo>
                  <a:pt x="171462" y="555307"/>
                </a:lnTo>
                <a:lnTo>
                  <a:pt x="166268" y="549148"/>
                </a:lnTo>
                <a:lnTo>
                  <a:pt x="158508" y="542544"/>
                </a:lnTo>
                <a:lnTo>
                  <a:pt x="150888" y="542544"/>
                </a:lnTo>
                <a:lnTo>
                  <a:pt x="160032" y="551688"/>
                </a:lnTo>
                <a:lnTo>
                  <a:pt x="160032" y="557784"/>
                </a:lnTo>
                <a:lnTo>
                  <a:pt x="158508" y="559308"/>
                </a:lnTo>
                <a:lnTo>
                  <a:pt x="153936" y="559308"/>
                </a:lnTo>
                <a:lnTo>
                  <a:pt x="152412" y="560832"/>
                </a:lnTo>
                <a:lnTo>
                  <a:pt x="79260" y="560832"/>
                </a:lnTo>
                <a:lnTo>
                  <a:pt x="70116" y="565404"/>
                </a:lnTo>
                <a:lnTo>
                  <a:pt x="65544" y="568452"/>
                </a:lnTo>
                <a:lnTo>
                  <a:pt x="64020" y="573024"/>
                </a:lnTo>
                <a:lnTo>
                  <a:pt x="61772" y="578789"/>
                </a:lnTo>
                <a:lnTo>
                  <a:pt x="61671" y="579120"/>
                </a:lnTo>
                <a:lnTo>
                  <a:pt x="59829" y="584835"/>
                </a:lnTo>
                <a:lnTo>
                  <a:pt x="58445" y="591464"/>
                </a:lnTo>
                <a:lnTo>
                  <a:pt x="57924" y="598932"/>
                </a:lnTo>
                <a:lnTo>
                  <a:pt x="58039" y="600798"/>
                </a:lnTo>
                <a:lnTo>
                  <a:pt x="58115" y="601980"/>
                </a:lnTo>
                <a:lnTo>
                  <a:pt x="79260" y="640080"/>
                </a:lnTo>
                <a:lnTo>
                  <a:pt x="89928" y="640080"/>
                </a:lnTo>
                <a:lnTo>
                  <a:pt x="92976" y="638556"/>
                </a:lnTo>
                <a:lnTo>
                  <a:pt x="94500" y="637032"/>
                </a:lnTo>
                <a:lnTo>
                  <a:pt x="97548" y="635508"/>
                </a:lnTo>
                <a:lnTo>
                  <a:pt x="97548" y="624840"/>
                </a:lnTo>
                <a:lnTo>
                  <a:pt x="94500" y="623316"/>
                </a:lnTo>
                <a:lnTo>
                  <a:pt x="94411" y="623150"/>
                </a:lnTo>
                <a:lnTo>
                  <a:pt x="92976" y="620268"/>
                </a:lnTo>
                <a:lnTo>
                  <a:pt x="76212" y="620268"/>
                </a:lnTo>
                <a:lnTo>
                  <a:pt x="73164" y="618744"/>
                </a:lnTo>
                <a:lnTo>
                  <a:pt x="67068" y="612648"/>
                </a:lnTo>
                <a:lnTo>
                  <a:pt x="65544" y="608076"/>
                </a:lnTo>
                <a:lnTo>
                  <a:pt x="65544" y="595884"/>
                </a:lnTo>
                <a:lnTo>
                  <a:pt x="68592" y="589788"/>
                </a:lnTo>
                <a:lnTo>
                  <a:pt x="73164" y="586740"/>
                </a:lnTo>
                <a:lnTo>
                  <a:pt x="76212" y="582168"/>
                </a:lnTo>
                <a:lnTo>
                  <a:pt x="83832" y="580644"/>
                </a:lnTo>
                <a:lnTo>
                  <a:pt x="99072" y="580644"/>
                </a:lnTo>
                <a:lnTo>
                  <a:pt x="104495" y="594385"/>
                </a:lnTo>
                <a:lnTo>
                  <a:pt x="109359" y="605980"/>
                </a:lnTo>
                <a:lnTo>
                  <a:pt x="137172" y="643128"/>
                </a:lnTo>
                <a:lnTo>
                  <a:pt x="141744" y="644652"/>
                </a:lnTo>
                <a:lnTo>
                  <a:pt x="155460" y="644652"/>
                </a:lnTo>
                <a:lnTo>
                  <a:pt x="163080" y="641604"/>
                </a:lnTo>
                <a:lnTo>
                  <a:pt x="173748" y="630936"/>
                </a:lnTo>
                <a:lnTo>
                  <a:pt x="175272" y="624840"/>
                </a:lnTo>
                <a:lnTo>
                  <a:pt x="175272" y="606552"/>
                </a:lnTo>
                <a:lnTo>
                  <a:pt x="172224" y="601980"/>
                </a:lnTo>
                <a:lnTo>
                  <a:pt x="170383" y="598932"/>
                </a:lnTo>
                <a:lnTo>
                  <a:pt x="167462" y="594741"/>
                </a:lnTo>
                <a:lnTo>
                  <a:pt x="163004" y="588695"/>
                </a:lnTo>
                <a:lnTo>
                  <a:pt x="160032" y="584733"/>
                </a:lnTo>
                <a:lnTo>
                  <a:pt x="160032" y="611124"/>
                </a:lnTo>
                <a:lnTo>
                  <a:pt x="158546" y="615581"/>
                </a:lnTo>
                <a:lnTo>
                  <a:pt x="158318" y="615886"/>
                </a:lnTo>
                <a:lnTo>
                  <a:pt x="150888" y="623316"/>
                </a:lnTo>
                <a:lnTo>
                  <a:pt x="146316" y="624840"/>
                </a:lnTo>
                <a:lnTo>
                  <a:pt x="135648" y="624840"/>
                </a:lnTo>
                <a:lnTo>
                  <a:pt x="132600" y="623316"/>
                </a:lnTo>
                <a:lnTo>
                  <a:pt x="128028" y="620268"/>
                </a:lnTo>
                <a:lnTo>
                  <a:pt x="120408" y="612648"/>
                </a:lnTo>
                <a:lnTo>
                  <a:pt x="117360" y="605028"/>
                </a:lnTo>
                <a:lnTo>
                  <a:pt x="115900" y="601649"/>
                </a:lnTo>
                <a:lnTo>
                  <a:pt x="113741" y="596265"/>
                </a:lnTo>
                <a:lnTo>
                  <a:pt x="110705" y="589178"/>
                </a:lnTo>
                <a:lnTo>
                  <a:pt x="106692" y="580644"/>
                </a:lnTo>
                <a:lnTo>
                  <a:pt x="149364" y="580644"/>
                </a:lnTo>
                <a:lnTo>
                  <a:pt x="154241" y="588124"/>
                </a:lnTo>
                <a:lnTo>
                  <a:pt x="157556" y="594741"/>
                </a:lnTo>
                <a:lnTo>
                  <a:pt x="159435" y="600798"/>
                </a:lnTo>
                <a:lnTo>
                  <a:pt x="159550" y="601980"/>
                </a:lnTo>
                <a:lnTo>
                  <a:pt x="159969" y="605980"/>
                </a:lnTo>
                <a:lnTo>
                  <a:pt x="160032" y="611124"/>
                </a:lnTo>
                <a:lnTo>
                  <a:pt x="160032" y="584733"/>
                </a:lnTo>
                <a:lnTo>
                  <a:pt x="156984" y="580644"/>
                </a:lnTo>
                <a:lnTo>
                  <a:pt x="163080" y="580644"/>
                </a:lnTo>
                <a:lnTo>
                  <a:pt x="169176" y="579120"/>
                </a:lnTo>
                <a:lnTo>
                  <a:pt x="173748" y="574548"/>
                </a:lnTo>
                <a:lnTo>
                  <a:pt x="175272" y="571500"/>
                </a:lnTo>
                <a:lnTo>
                  <a:pt x="175272" y="566928"/>
                </a:lnTo>
                <a:close/>
              </a:path>
              <a:path extrusionOk="0" h="645159" w="175895">
                <a:moveTo>
                  <a:pt x="175272" y="204216"/>
                </a:moveTo>
                <a:lnTo>
                  <a:pt x="161556" y="170688"/>
                </a:lnTo>
                <a:lnTo>
                  <a:pt x="158508" y="172212"/>
                </a:lnTo>
                <a:lnTo>
                  <a:pt x="161556" y="178308"/>
                </a:lnTo>
                <a:lnTo>
                  <a:pt x="161556" y="182880"/>
                </a:lnTo>
                <a:lnTo>
                  <a:pt x="160032" y="184404"/>
                </a:lnTo>
                <a:lnTo>
                  <a:pt x="160032" y="185928"/>
                </a:lnTo>
                <a:lnTo>
                  <a:pt x="158508" y="187452"/>
                </a:lnTo>
                <a:lnTo>
                  <a:pt x="156984" y="187452"/>
                </a:lnTo>
                <a:lnTo>
                  <a:pt x="153936" y="188976"/>
                </a:lnTo>
                <a:lnTo>
                  <a:pt x="60972" y="188976"/>
                </a:lnTo>
                <a:lnTo>
                  <a:pt x="60972" y="225552"/>
                </a:lnTo>
                <a:lnTo>
                  <a:pt x="64020" y="225552"/>
                </a:lnTo>
                <a:lnTo>
                  <a:pt x="65544" y="219456"/>
                </a:lnTo>
                <a:lnTo>
                  <a:pt x="65544" y="214884"/>
                </a:lnTo>
                <a:lnTo>
                  <a:pt x="68592" y="211836"/>
                </a:lnTo>
                <a:lnTo>
                  <a:pt x="71640" y="210312"/>
                </a:lnTo>
                <a:lnTo>
                  <a:pt x="76212" y="208788"/>
                </a:lnTo>
                <a:lnTo>
                  <a:pt x="144792" y="208788"/>
                </a:lnTo>
                <a:lnTo>
                  <a:pt x="150888" y="214884"/>
                </a:lnTo>
                <a:lnTo>
                  <a:pt x="155460" y="220980"/>
                </a:lnTo>
                <a:lnTo>
                  <a:pt x="156984" y="225552"/>
                </a:lnTo>
                <a:lnTo>
                  <a:pt x="160032" y="230124"/>
                </a:lnTo>
                <a:lnTo>
                  <a:pt x="160032" y="242316"/>
                </a:lnTo>
                <a:lnTo>
                  <a:pt x="158508" y="246888"/>
                </a:lnTo>
                <a:lnTo>
                  <a:pt x="155460" y="251460"/>
                </a:lnTo>
                <a:lnTo>
                  <a:pt x="152412" y="254508"/>
                </a:lnTo>
                <a:lnTo>
                  <a:pt x="146316" y="256032"/>
                </a:lnTo>
                <a:lnTo>
                  <a:pt x="60972" y="256032"/>
                </a:lnTo>
                <a:lnTo>
                  <a:pt x="60972" y="294132"/>
                </a:lnTo>
                <a:lnTo>
                  <a:pt x="64020" y="294132"/>
                </a:lnTo>
                <a:lnTo>
                  <a:pt x="64020" y="289560"/>
                </a:lnTo>
                <a:lnTo>
                  <a:pt x="65544" y="284988"/>
                </a:lnTo>
                <a:lnTo>
                  <a:pt x="67068" y="283464"/>
                </a:lnTo>
                <a:lnTo>
                  <a:pt x="67068" y="280416"/>
                </a:lnTo>
                <a:lnTo>
                  <a:pt x="68592" y="278892"/>
                </a:lnTo>
                <a:lnTo>
                  <a:pt x="71640" y="277368"/>
                </a:lnTo>
                <a:lnTo>
                  <a:pt x="73164" y="277368"/>
                </a:lnTo>
                <a:lnTo>
                  <a:pt x="77736" y="275844"/>
                </a:lnTo>
                <a:lnTo>
                  <a:pt x="150888" y="275844"/>
                </a:lnTo>
                <a:lnTo>
                  <a:pt x="156984" y="272796"/>
                </a:lnTo>
                <a:lnTo>
                  <a:pt x="163080" y="271272"/>
                </a:lnTo>
                <a:lnTo>
                  <a:pt x="167652" y="268224"/>
                </a:lnTo>
                <a:lnTo>
                  <a:pt x="173748" y="259080"/>
                </a:lnTo>
                <a:lnTo>
                  <a:pt x="175272" y="254508"/>
                </a:lnTo>
                <a:lnTo>
                  <a:pt x="175272" y="236220"/>
                </a:lnTo>
                <a:lnTo>
                  <a:pt x="169341" y="227012"/>
                </a:lnTo>
                <a:lnTo>
                  <a:pt x="165176" y="221932"/>
                </a:lnTo>
                <a:lnTo>
                  <a:pt x="159575" y="216014"/>
                </a:lnTo>
                <a:lnTo>
                  <a:pt x="152412" y="208788"/>
                </a:lnTo>
                <a:lnTo>
                  <a:pt x="175272" y="208788"/>
                </a:lnTo>
                <a:lnTo>
                  <a:pt x="175272" y="204216"/>
                </a:lnTo>
                <a:close/>
              </a:path>
              <a:path extrusionOk="0" h="645159" w="175895">
                <a:moveTo>
                  <a:pt x="175272" y="85344"/>
                </a:moveTo>
                <a:lnTo>
                  <a:pt x="174358" y="78727"/>
                </a:lnTo>
                <a:lnTo>
                  <a:pt x="171462" y="72390"/>
                </a:lnTo>
                <a:lnTo>
                  <a:pt x="166268" y="66065"/>
                </a:lnTo>
                <a:lnTo>
                  <a:pt x="158508" y="59436"/>
                </a:lnTo>
                <a:lnTo>
                  <a:pt x="150888" y="59436"/>
                </a:lnTo>
                <a:lnTo>
                  <a:pt x="160032" y="68580"/>
                </a:lnTo>
                <a:lnTo>
                  <a:pt x="160032" y="74676"/>
                </a:lnTo>
                <a:lnTo>
                  <a:pt x="158508" y="76200"/>
                </a:lnTo>
                <a:lnTo>
                  <a:pt x="156984" y="76200"/>
                </a:lnTo>
                <a:lnTo>
                  <a:pt x="153936" y="77724"/>
                </a:lnTo>
                <a:lnTo>
                  <a:pt x="86880" y="77724"/>
                </a:lnTo>
                <a:lnTo>
                  <a:pt x="79260" y="79248"/>
                </a:lnTo>
                <a:lnTo>
                  <a:pt x="76212" y="80772"/>
                </a:lnTo>
                <a:lnTo>
                  <a:pt x="70116" y="82296"/>
                </a:lnTo>
                <a:lnTo>
                  <a:pt x="65544" y="85344"/>
                </a:lnTo>
                <a:lnTo>
                  <a:pt x="64020" y="91440"/>
                </a:lnTo>
                <a:lnTo>
                  <a:pt x="60972" y="97536"/>
                </a:lnTo>
                <a:lnTo>
                  <a:pt x="57924" y="105156"/>
                </a:lnTo>
                <a:lnTo>
                  <a:pt x="58013" y="117259"/>
                </a:lnTo>
                <a:lnTo>
                  <a:pt x="58077" y="118325"/>
                </a:lnTo>
                <a:lnTo>
                  <a:pt x="58153" y="119405"/>
                </a:lnTo>
                <a:lnTo>
                  <a:pt x="58216" y="120396"/>
                </a:lnTo>
                <a:lnTo>
                  <a:pt x="79260" y="156972"/>
                </a:lnTo>
                <a:lnTo>
                  <a:pt x="89928" y="156972"/>
                </a:lnTo>
                <a:lnTo>
                  <a:pt x="92976" y="155448"/>
                </a:lnTo>
                <a:lnTo>
                  <a:pt x="94500" y="153924"/>
                </a:lnTo>
                <a:lnTo>
                  <a:pt x="97548" y="152400"/>
                </a:lnTo>
                <a:lnTo>
                  <a:pt x="97548" y="141732"/>
                </a:lnTo>
                <a:lnTo>
                  <a:pt x="94500" y="140208"/>
                </a:lnTo>
                <a:lnTo>
                  <a:pt x="92976" y="138684"/>
                </a:lnTo>
                <a:lnTo>
                  <a:pt x="89928" y="137160"/>
                </a:lnTo>
                <a:lnTo>
                  <a:pt x="76212" y="137160"/>
                </a:lnTo>
                <a:lnTo>
                  <a:pt x="73164" y="135636"/>
                </a:lnTo>
                <a:lnTo>
                  <a:pt x="67068" y="129540"/>
                </a:lnTo>
                <a:lnTo>
                  <a:pt x="65544" y="124968"/>
                </a:lnTo>
                <a:lnTo>
                  <a:pt x="65544" y="112776"/>
                </a:lnTo>
                <a:lnTo>
                  <a:pt x="68592" y="106680"/>
                </a:lnTo>
                <a:lnTo>
                  <a:pt x="73164" y="103632"/>
                </a:lnTo>
                <a:lnTo>
                  <a:pt x="76212" y="99060"/>
                </a:lnTo>
                <a:lnTo>
                  <a:pt x="83832" y="97536"/>
                </a:lnTo>
                <a:lnTo>
                  <a:pt x="99072" y="97536"/>
                </a:lnTo>
                <a:lnTo>
                  <a:pt x="104495" y="111277"/>
                </a:lnTo>
                <a:lnTo>
                  <a:pt x="109359" y="122872"/>
                </a:lnTo>
                <a:lnTo>
                  <a:pt x="132600" y="158496"/>
                </a:lnTo>
                <a:lnTo>
                  <a:pt x="141744" y="161544"/>
                </a:lnTo>
                <a:lnTo>
                  <a:pt x="155460" y="161544"/>
                </a:lnTo>
                <a:lnTo>
                  <a:pt x="163080" y="158496"/>
                </a:lnTo>
                <a:lnTo>
                  <a:pt x="167652" y="153924"/>
                </a:lnTo>
                <a:lnTo>
                  <a:pt x="173748" y="149352"/>
                </a:lnTo>
                <a:lnTo>
                  <a:pt x="175272" y="141732"/>
                </a:lnTo>
                <a:lnTo>
                  <a:pt x="175272" y="124968"/>
                </a:lnTo>
                <a:lnTo>
                  <a:pt x="172224" y="120396"/>
                </a:lnTo>
                <a:lnTo>
                  <a:pt x="170484" y="117259"/>
                </a:lnTo>
                <a:lnTo>
                  <a:pt x="167462" y="112395"/>
                </a:lnTo>
                <a:lnTo>
                  <a:pt x="163004" y="105829"/>
                </a:lnTo>
                <a:lnTo>
                  <a:pt x="160032" y="101739"/>
                </a:lnTo>
                <a:lnTo>
                  <a:pt x="160032" y="128016"/>
                </a:lnTo>
                <a:lnTo>
                  <a:pt x="158546" y="132473"/>
                </a:lnTo>
                <a:lnTo>
                  <a:pt x="158318" y="132778"/>
                </a:lnTo>
                <a:lnTo>
                  <a:pt x="150888" y="140208"/>
                </a:lnTo>
                <a:lnTo>
                  <a:pt x="146316" y="141732"/>
                </a:lnTo>
                <a:lnTo>
                  <a:pt x="135648" y="141732"/>
                </a:lnTo>
                <a:lnTo>
                  <a:pt x="115900" y="119405"/>
                </a:lnTo>
                <a:lnTo>
                  <a:pt x="113741" y="113919"/>
                </a:lnTo>
                <a:lnTo>
                  <a:pt x="110693" y="106680"/>
                </a:lnTo>
                <a:lnTo>
                  <a:pt x="106692" y="97536"/>
                </a:lnTo>
                <a:lnTo>
                  <a:pt x="149364" y="97536"/>
                </a:lnTo>
                <a:lnTo>
                  <a:pt x="154190" y="105156"/>
                </a:lnTo>
                <a:lnTo>
                  <a:pt x="157556" y="112204"/>
                </a:lnTo>
                <a:lnTo>
                  <a:pt x="157607" y="112395"/>
                </a:lnTo>
                <a:lnTo>
                  <a:pt x="157721" y="112776"/>
                </a:lnTo>
                <a:lnTo>
                  <a:pt x="159435" y="118325"/>
                </a:lnTo>
                <a:lnTo>
                  <a:pt x="159550" y="119405"/>
                </a:lnTo>
                <a:lnTo>
                  <a:pt x="159677" y="120396"/>
                </a:lnTo>
                <a:lnTo>
                  <a:pt x="159956" y="122872"/>
                </a:lnTo>
                <a:lnTo>
                  <a:pt x="160032" y="128016"/>
                </a:lnTo>
                <a:lnTo>
                  <a:pt x="160032" y="101739"/>
                </a:lnTo>
                <a:lnTo>
                  <a:pt x="156984" y="97536"/>
                </a:lnTo>
                <a:lnTo>
                  <a:pt x="163080" y="97536"/>
                </a:lnTo>
                <a:lnTo>
                  <a:pt x="169176" y="96012"/>
                </a:lnTo>
                <a:lnTo>
                  <a:pt x="172224" y="94488"/>
                </a:lnTo>
                <a:lnTo>
                  <a:pt x="175272" y="88392"/>
                </a:lnTo>
                <a:lnTo>
                  <a:pt x="175272" y="853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76" name="Google Shape;976;p19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427220" y="5399532"/>
            <a:ext cx="225552" cy="1118616"/>
          </a:xfrm>
          <a:prstGeom prst="rect">
            <a:avLst/>
          </a:prstGeom>
          <a:noFill/>
          <a:ln>
            <a:noFill/>
          </a:ln>
        </p:spPr>
      </p:pic>
      <p:pic>
        <p:nvPicPr>
          <p:cNvPr id="977" name="Google Shape;977;p19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485132" y="4888992"/>
            <a:ext cx="117348" cy="43281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78" name="Google Shape;978;p19"/>
          <p:cNvGrpSpPr/>
          <p:nvPr/>
        </p:nvGrpSpPr>
        <p:grpSpPr>
          <a:xfrm>
            <a:off x="4431792" y="4600955"/>
            <a:ext cx="170687" cy="225553"/>
            <a:chOff x="4431792" y="4600955"/>
            <a:chExt cx="170687" cy="225553"/>
          </a:xfrm>
        </p:grpSpPr>
        <p:pic>
          <p:nvPicPr>
            <p:cNvPr id="979" name="Google Shape;979;p19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431792" y="4716780"/>
              <a:ext cx="167640" cy="1097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80" name="Google Shape;980;p19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4434840" y="4600955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81" name="Google Shape;981;p19"/>
          <p:cNvSpPr/>
          <p:nvPr/>
        </p:nvSpPr>
        <p:spPr>
          <a:xfrm>
            <a:off x="4485119" y="4011168"/>
            <a:ext cx="167640" cy="509270"/>
          </a:xfrm>
          <a:custGeom>
            <a:rect b="b" l="l" r="r" t="t"/>
            <a:pathLst>
              <a:path extrusionOk="0" h="509270" w="167639">
                <a:moveTo>
                  <a:pt x="114312" y="109728"/>
                </a:moveTo>
                <a:lnTo>
                  <a:pt x="111264" y="109728"/>
                </a:lnTo>
                <a:lnTo>
                  <a:pt x="111264" y="118872"/>
                </a:lnTo>
                <a:lnTo>
                  <a:pt x="109740" y="121920"/>
                </a:lnTo>
                <a:lnTo>
                  <a:pt x="103644" y="128016"/>
                </a:lnTo>
                <a:lnTo>
                  <a:pt x="100596" y="129540"/>
                </a:lnTo>
                <a:lnTo>
                  <a:pt x="35064" y="129540"/>
                </a:lnTo>
                <a:lnTo>
                  <a:pt x="28968" y="126492"/>
                </a:lnTo>
                <a:lnTo>
                  <a:pt x="22872" y="121920"/>
                </a:lnTo>
                <a:lnTo>
                  <a:pt x="19824" y="118872"/>
                </a:lnTo>
                <a:lnTo>
                  <a:pt x="18300" y="115824"/>
                </a:lnTo>
                <a:lnTo>
                  <a:pt x="16776" y="114300"/>
                </a:lnTo>
                <a:lnTo>
                  <a:pt x="16776" y="111252"/>
                </a:lnTo>
                <a:lnTo>
                  <a:pt x="18300" y="108204"/>
                </a:lnTo>
                <a:lnTo>
                  <a:pt x="24396" y="102108"/>
                </a:lnTo>
                <a:lnTo>
                  <a:pt x="24396" y="91440"/>
                </a:lnTo>
                <a:lnTo>
                  <a:pt x="19824" y="86868"/>
                </a:lnTo>
                <a:lnTo>
                  <a:pt x="16776" y="85344"/>
                </a:lnTo>
                <a:lnTo>
                  <a:pt x="10680" y="85344"/>
                </a:lnTo>
                <a:lnTo>
                  <a:pt x="7632" y="86868"/>
                </a:lnTo>
                <a:lnTo>
                  <a:pt x="1536" y="92964"/>
                </a:lnTo>
                <a:lnTo>
                  <a:pt x="12" y="97536"/>
                </a:lnTo>
                <a:lnTo>
                  <a:pt x="12" y="100584"/>
                </a:lnTo>
                <a:lnTo>
                  <a:pt x="1701" y="108331"/>
                </a:lnTo>
                <a:lnTo>
                  <a:pt x="6680" y="115633"/>
                </a:lnTo>
                <a:lnTo>
                  <a:pt x="14795" y="122669"/>
                </a:lnTo>
                <a:lnTo>
                  <a:pt x="25920" y="129540"/>
                </a:lnTo>
                <a:lnTo>
                  <a:pt x="12" y="129540"/>
                </a:lnTo>
                <a:lnTo>
                  <a:pt x="12" y="135636"/>
                </a:lnTo>
                <a:lnTo>
                  <a:pt x="13728" y="167640"/>
                </a:lnTo>
                <a:lnTo>
                  <a:pt x="16776" y="167640"/>
                </a:lnTo>
                <a:lnTo>
                  <a:pt x="16776" y="164592"/>
                </a:lnTo>
                <a:lnTo>
                  <a:pt x="15252" y="161544"/>
                </a:lnTo>
                <a:lnTo>
                  <a:pt x="15252" y="156972"/>
                </a:lnTo>
                <a:lnTo>
                  <a:pt x="16776" y="155448"/>
                </a:lnTo>
                <a:lnTo>
                  <a:pt x="16776" y="153924"/>
                </a:lnTo>
                <a:lnTo>
                  <a:pt x="19824" y="150876"/>
                </a:lnTo>
                <a:lnTo>
                  <a:pt x="25920" y="150876"/>
                </a:lnTo>
                <a:lnTo>
                  <a:pt x="33540" y="149352"/>
                </a:lnTo>
                <a:lnTo>
                  <a:pt x="102120" y="149352"/>
                </a:lnTo>
                <a:lnTo>
                  <a:pt x="102120" y="150876"/>
                </a:lnTo>
                <a:lnTo>
                  <a:pt x="105168" y="150876"/>
                </a:lnTo>
                <a:lnTo>
                  <a:pt x="108216" y="152400"/>
                </a:lnTo>
                <a:lnTo>
                  <a:pt x="109740" y="153924"/>
                </a:lnTo>
                <a:lnTo>
                  <a:pt x="111264" y="156972"/>
                </a:lnTo>
                <a:lnTo>
                  <a:pt x="111264" y="166116"/>
                </a:lnTo>
                <a:lnTo>
                  <a:pt x="114312" y="166116"/>
                </a:lnTo>
                <a:lnTo>
                  <a:pt x="114312" y="109728"/>
                </a:lnTo>
                <a:close/>
              </a:path>
              <a:path extrusionOk="0" h="509270" w="167639">
                <a:moveTo>
                  <a:pt x="117348" y="330708"/>
                </a:moveTo>
                <a:lnTo>
                  <a:pt x="98259" y="295732"/>
                </a:lnTo>
                <a:lnTo>
                  <a:pt x="74676" y="286512"/>
                </a:lnTo>
                <a:lnTo>
                  <a:pt x="71628" y="289560"/>
                </a:lnTo>
                <a:lnTo>
                  <a:pt x="82296" y="292608"/>
                </a:lnTo>
                <a:lnTo>
                  <a:pt x="88392" y="297180"/>
                </a:lnTo>
                <a:lnTo>
                  <a:pt x="92964" y="303276"/>
                </a:lnTo>
                <a:lnTo>
                  <a:pt x="95973" y="307784"/>
                </a:lnTo>
                <a:lnTo>
                  <a:pt x="96774" y="310896"/>
                </a:lnTo>
                <a:lnTo>
                  <a:pt x="97536" y="313944"/>
                </a:lnTo>
                <a:lnTo>
                  <a:pt x="97485" y="322122"/>
                </a:lnTo>
                <a:lnTo>
                  <a:pt x="76136" y="354126"/>
                </a:lnTo>
                <a:lnTo>
                  <a:pt x="44196" y="361188"/>
                </a:lnTo>
                <a:lnTo>
                  <a:pt x="44196" y="310896"/>
                </a:lnTo>
                <a:lnTo>
                  <a:pt x="44196" y="286512"/>
                </a:lnTo>
                <a:lnTo>
                  <a:pt x="36576" y="287235"/>
                </a:lnTo>
                <a:lnTo>
                  <a:pt x="36576" y="310896"/>
                </a:lnTo>
                <a:lnTo>
                  <a:pt x="36576" y="361188"/>
                </a:lnTo>
                <a:lnTo>
                  <a:pt x="7620" y="341376"/>
                </a:lnTo>
                <a:lnTo>
                  <a:pt x="7620" y="330708"/>
                </a:lnTo>
                <a:lnTo>
                  <a:pt x="9144" y="326136"/>
                </a:lnTo>
                <a:lnTo>
                  <a:pt x="12192" y="321564"/>
                </a:lnTo>
                <a:lnTo>
                  <a:pt x="18288" y="315468"/>
                </a:lnTo>
                <a:lnTo>
                  <a:pt x="22860" y="313944"/>
                </a:lnTo>
                <a:lnTo>
                  <a:pt x="25908" y="312420"/>
                </a:lnTo>
                <a:lnTo>
                  <a:pt x="30480" y="310896"/>
                </a:lnTo>
                <a:lnTo>
                  <a:pt x="36576" y="310896"/>
                </a:lnTo>
                <a:lnTo>
                  <a:pt x="36576" y="287235"/>
                </a:lnTo>
                <a:lnTo>
                  <a:pt x="3238" y="312229"/>
                </a:lnTo>
                <a:lnTo>
                  <a:pt x="3187" y="312420"/>
                </a:lnTo>
                <a:lnTo>
                  <a:pt x="838" y="320357"/>
                </a:lnTo>
                <a:lnTo>
                  <a:pt x="723" y="321564"/>
                </a:lnTo>
                <a:lnTo>
                  <a:pt x="673" y="322122"/>
                </a:lnTo>
                <a:lnTo>
                  <a:pt x="0" y="329184"/>
                </a:lnTo>
                <a:lnTo>
                  <a:pt x="16764" y="364236"/>
                </a:lnTo>
                <a:lnTo>
                  <a:pt x="60960" y="379476"/>
                </a:lnTo>
                <a:lnTo>
                  <a:pt x="73520" y="378599"/>
                </a:lnTo>
                <a:lnTo>
                  <a:pt x="73291" y="378599"/>
                </a:lnTo>
                <a:lnTo>
                  <a:pt x="84391" y="376047"/>
                </a:lnTo>
                <a:lnTo>
                  <a:pt x="113728" y="349948"/>
                </a:lnTo>
                <a:lnTo>
                  <a:pt x="116471" y="340690"/>
                </a:lnTo>
                <a:lnTo>
                  <a:pt x="117348" y="330708"/>
                </a:lnTo>
                <a:close/>
              </a:path>
              <a:path extrusionOk="0" h="509270" w="167639">
                <a:moveTo>
                  <a:pt x="117360" y="190500"/>
                </a:moveTo>
                <a:lnTo>
                  <a:pt x="116446" y="184772"/>
                </a:lnTo>
                <a:lnTo>
                  <a:pt x="113550" y="178879"/>
                </a:lnTo>
                <a:lnTo>
                  <a:pt x="108356" y="172720"/>
                </a:lnTo>
                <a:lnTo>
                  <a:pt x="100596" y="166116"/>
                </a:lnTo>
                <a:lnTo>
                  <a:pt x="92976" y="166116"/>
                </a:lnTo>
                <a:lnTo>
                  <a:pt x="102120" y="175260"/>
                </a:lnTo>
                <a:lnTo>
                  <a:pt x="102120" y="181356"/>
                </a:lnTo>
                <a:lnTo>
                  <a:pt x="100596" y="182880"/>
                </a:lnTo>
                <a:lnTo>
                  <a:pt x="96024" y="182880"/>
                </a:lnTo>
                <a:lnTo>
                  <a:pt x="94500" y="184404"/>
                </a:lnTo>
                <a:lnTo>
                  <a:pt x="21348" y="184404"/>
                </a:lnTo>
                <a:lnTo>
                  <a:pt x="12204" y="188976"/>
                </a:lnTo>
                <a:lnTo>
                  <a:pt x="7632" y="192024"/>
                </a:lnTo>
                <a:lnTo>
                  <a:pt x="6108" y="196596"/>
                </a:lnTo>
                <a:lnTo>
                  <a:pt x="3860" y="202361"/>
                </a:lnTo>
                <a:lnTo>
                  <a:pt x="3759" y="202692"/>
                </a:lnTo>
                <a:lnTo>
                  <a:pt x="1917" y="208407"/>
                </a:lnTo>
                <a:lnTo>
                  <a:pt x="533" y="215036"/>
                </a:lnTo>
                <a:lnTo>
                  <a:pt x="12" y="222504"/>
                </a:lnTo>
                <a:lnTo>
                  <a:pt x="127" y="224370"/>
                </a:lnTo>
                <a:lnTo>
                  <a:pt x="203" y="225552"/>
                </a:lnTo>
                <a:lnTo>
                  <a:pt x="21348" y="263652"/>
                </a:lnTo>
                <a:lnTo>
                  <a:pt x="32016" y="263652"/>
                </a:lnTo>
                <a:lnTo>
                  <a:pt x="35064" y="262128"/>
                </a:lnTo>
                <a:lnTo>
                  <a:pt x="36588" y="260604"/>
                </a:lnTo>
                <a:lnTo>
                  <a:pt x="39636" y="259080"/>
                </a:lnTo>
                <a:lnTo>
                  <a:pt x="39636" y="248412"/>
                </a:lnTo>
                <a:lnTo>
                  <a:pt x="36588" y="246888"/>
                </a:lnTo>
                <a:lnTo>
                  <a:pt x="36499" y="246722"/>
                </a:lnTo>
                <a:lnTo>
                  <a:pt x="35064" y="243840"/>
                </a:lnTo>
                <a:lnTo>
                  <a:pt x="18300" y="243840"/>
                </a:lnTo>
                <a:lnTo>
                  <a:pt x="15252" y="242316"/>
                </a:lnTo>
                <a:lnTo>
                  <a:pt x="9156" y="236220"/>
                </a:lnTo>
                <a:lnTo>
                  <a:pt x="7632" y="231648"/>
                </a:lnTo>
                <a:lnTo>
                  <a:pt x="7632" y="219456"/>
                </a:lnTo>
                <a:lnTo>
                  <a:pt x="10680" y="213360"/>
                </a:lnTo>
                <a:lnTo>
                  <a:pt x="15252" y="210312"/>
                </a:lnTo>
                <a:lnTo>
                  <a:pt x="18300" y="205740"/>
                </a:lnTo>
                <a:lnTo>
                  <a:pt x="25920" y="204216"/>
                </a:lnTo>
                <a:lnTo>
                  <a:pt x="41160" y="204216"/>
                </a:lnTo>
                <a:lnTo>
                  <a:pt x="46583" y="217957"/>
                </a:lnTo>
                <a:lnTo>
                  <a:pt x="51447" y="229552"/>
                </a:lnTo>
                <a:lnTo>
                  <a:pt x="79260" y="266700"/>
                </a:lnTo>
                <a:lnTo>
                  <a:pt x="83832" y="268224"/>
                </a:lnTo>
                <a:lnTo>
                  <a:pt x="97548" y="268224"/>
                </a:lnTo>
                <a:lnTo>
                  <a:pt x="105168" y="265176"/>
                </a:lnTo>
                <a:lnTo>
                  <a:pt x="115836" y="254508"/>
                </a:lnTo>
                <a:lnTo>
                  <a:pt x="117360" y="248412"/>
                </a:lnTo>
                <a:lnTo>
                  <a:pt x="117360" y="230124"/>
                </a:lnTo>
                <a:lnTo>
                  <a:pt x="114312" y="225552"/>
                </a:lnTo>
                <a:lnTo>
                  <a:pt x="112471" y="222504"/>
                </a:lnTo>
                <a:lnTo>
                  <a:pt x="109550" y="218313"/>
                </a:lnTo>
                <a:lnTo>
                  <a:pt x="105092" y="212267"/>
                </a:lnTo>
                <a:lnTo>
                  <a:pt x="102120" y="208305"/>
                </a:lnTo>
                <a:lnTo>
                  <a:pt x="102120" y="234696"/>
                </a:lnTo>
                <a:lnTo>
                  <a:pt x="100634" y="239153"/>
                </a:lnTo>
                <a:lnTo>
                  <a:pt x="100406" y="239458"/>
                </a:lnTo>
                <a:lnTo>
                  <a:pt x="92976" y="246888"/>
                </a:lnTo>
                <a:lnTo>
                  <a:pt x="88404" y="248412"/>
                </a:lnTo>
                <a:lnTo>
                  <a:pt x="77736" y="248412"/>
                </a:lnTo>
                <a:lnTo>
                  <a:pt x="74688" y="246888"/>
                </a:lnTo>
                <a:lnTo>
                  <a:pt x="70116" y="243840"/>
                </a:lnTo>
                <a:lnTo>
                  <a:pt x="62496" y="236220"/>
                </a:lnTo>
                <a:lnTo>
                  <a:pt x="59448" y="228600"/>
                </a:lnTo>
                <a:lnTo>
                  <a:pt x="57988" y="225221"/>
                </a:lnTo>
                <a:lnTo>
                  <a:pt x="55829" y="219837"/>
                </a:lnTo>
                <a:lnTo>
                  <a:pt x="52793" y="212750"/>
                </a:lnTo>
                <a:lnTo>
                  <a:pt x="48780" y="204216"/>
                </a:lnTo>
                <a:lnTo>
                  <a:pt x="91452" y="204216"/>
                </a:lnTo>
                <a:lnTo>
                  <a:pt x="96329" y="211696"/>
                </a:lnTo>
                <a:lnTo>
                  <a:pt x="99644" y="218313"/>
                </a:lnTo>
                <a:lnTo>
                  <a:pt x="101523" y="224370"/>
                </a:lnTo>
                <a:lnTo>
                  <a:pt x="101638" y="225552"/>
                </a:lnTo>
                <a:lnTo>
                  <a:pt x="102057" y="229552"/>
                </a:lnTo>
                <a:lnTo>
                  <a:pt x="102120" y="234696"/>
                </a:lnTo>
                <a:lnTo>
                  <a:pt x="102120" y="208305"/>
                </a:lnTo>
                <a:lnTo>
                  <a:pt x="99072" y="204216"/>
                </a:lnTo>
                <a:lnTo>
                  <a:pt x="105168" y="204216"/>
                </a:lnTo>
                <a:lnTo>
                  <a:pt x="111264" y="202692"/>
                </a:lnTo>
                <a:lnTo>
                  <a:pt x="115836" y="198120"/>
                </a:lnTo>
                <a:lnTo>
                  <a:pt x="117360" y="195072"/>
                </a:lnTo>
                <a:lnTo>
                  <a:pt x="117360" y="190500"/>
                </a:lnTo>
                <a:close/>
              </a:path>
              <a:path extrusionOk="0" h="509270" w="167639">
                <a:moveTo>
                  <a:pt x="117360" y="36576"/>
                </a:moveTo>
                <a:lnTo>
                  <a:pt x="116789" y="29743"/>
                </a:lnTo>
                <a:lnTo>
                  <a:pt x="115074" y="23050"/>
                </a:lnTo>
                <a:lnTo>
                  <a:pt x="114985" y="22860"/>
                </a:lnTo>
                <a:lnTo>
                  <a:pt x="112941" y="18288"/>
                </a:lnTo>
                <a:lnTo>
                  <a:pt x="83832" y="0"/>
                </a:lnTo>
                <a:lnTo>
                  <a:pt x="74993" y="1460"/>
                </a:lnTo>
                <a:lnTo>
                  <a:pt x="44208" y="41148"/>
                </a:lnTo>
                <a:lnTo>
                  <a:pt x="41160" y="48768"/>
                </a:lnTo>
                <a:lnTo>
                  <a:pt x="38112" y="53340"/>
                </a:lnTo>
                <a:lnTo>
                  <a:pt x="33540" y="56388"/>
                </a:lnTo>
                <a:lnTo>
                  <a:pt x="27444" y="59436"/>
                </a:lnTo>
                <a:lnTo>
                  <a:pt x="18300" y="59436"/>
                </a:lnTo>
                <a:lnTo>
                  <a:pt x="15252" y="57912"/>
                </a:lnTo>
                <a:lnTo>
                  <a:pt x="12204" y="53340"/>
                </a:lnTo>
                <a:lnTo>
                  <a:pt x="9156" y="50292"/>
                </a:lnTo>
                <a:lnTo>
                  <a:pt x="7632" y="45720"/>
                </a:lnTo>
                <a:lnTo>
                  <a:pt x="7632" y="33528"/>
                </a:lnTo>
                <a:lnTo>
                  <a:pt x="10680" y="27432"/>
                </a:lnTo>
                <a:lnTo>
                  <a:pt x="15252" y="22860"/>
                </a:lnTo>
                <a:lnTo>
                  <a:pt x="18300" y="18288"/>
                </a:lnTo>
                <a:lnTo>
                  <a:pt x="27444" y="15240"/>
                </a:lnTo>
                <a:lnTo>
                  <a:pt x="38112" y="12192"/>
                </a:lnTo>
                <a:lnTo>
                  <a:pt x="38112" y="9144"/>
                </a:lnTo>
                <a:lnTo>
                  <a:pt x="12" y="9144"/>
                </a:lnTo>
                <a:lnTo>
                  <a:pt x="12" y="12192"/>
                </a:lnTo>
                <a:lnTo>
                  <a:pt x="3060" y="12192"/>
                </a:lnTo>
                <a:lnTo>
                  <a:pt x="4584" y="13716"/>
                </a:lnTo>
                <a:lnTo>
                  <a:pt x="4584" y="21336"/>
                </a:lnTo>
                <a:lnTo>
                  <a:pt x="3060" y="25908"/>
                </a:lnTo>
                <a:lnTo>
                  <a:pt x="1536" y="32004"/>
                </a:lnTo>
                <a:lnTo>
                  <a:pt x="12" y="36576"/>
                </a:lnTo>
                <a:lnTo>
                  <a:pt x="12" y="41148"/>
                </a:lnTo>
                <a:lnTo>
                  <a:pt x="22872" y="74676"/>
                </a:lnTo>
                <a:lnTo>
                  <a:pt x="38112" y="74676"/>
                </a:lnTo>
                <a:lnTo>
                  <a:pt x="64020" y="45720"/>
                </a:lnTo>
                <a:lnTo>
                  <a:pt x="68326" y="37439"/>
                </a:lnTo>
                <a:lnTo>
                  <a:pt x="72212" y="30861"/>
                </a:lnTo>
                <a:lnTo>
                  <a:pt x="74739" y="27432"/>
                </a:lnTo>
                <a:lnTo>
                  <a:pt x="75907" y="25908"/>
                </a:lnTo>
                <a:lnTo>
                  <a:pt x="79260" y="22860"/>
                </a:lnTo>
                <a:lnTo>
                  <a:pt x="82308" y="19812"/>
                </a:lnTo>
                <a:lnTo>
                  <a:pt x="86880" y="18288"/>
                </a:lnTo>
                <a:lnTo>
                  <a:pt x="97548" y="18288"/>
                </a:lnTo>
                <a:lnTo>
                  <a:pt x="102120" y="19812"/>
                </a:lnTo>
                <a:lnTo>
                  <a:pt x="105168" y="22860"/>
                </a:lnTo>
                <a:lnTo>
                  <a:pt x="105295" y="23050"/>
                </a:lnTo>
                <a:lnTo>
                  <a:pt x="108216" y="27432"/>
                </a:lnTo>
                <a:lnTo>
                  <a:pt x="109740" y="30480"/>
                </a:lnTo>
                <a:lnTo>
                  <a:pt x="109740" y="44196"/>
                </a:lnTo>
                <a:lnTo>
                  <a:pt x="108216" y="51816"/>
                </a:lnTo>
                <a:lnTo>
                  <a:pt x="102120" y="57912"/>
                </a:lnTo>
                <a:lnTo>
                  <a:pt x="98120" y="62204"/>
                </a:lnTo>
                <a:lnTo>
                  <a:pt x="92976" y="65913"/>
                </a:lnTo>
                <a:lnTo>
                  <a:pt x="86690" y="69062"/>
                </a:lnTo>
                <a:lnTo>
                  <a:pt x="79260" y="71628"/>
                </a:lnTo>
                <a:lnTo>
                  <a:pt x="79260" y="74676"/>
                </a:lnTo>
                <a:lnTo>
                  <a:pt x="117360" y="74676"/>
                </a:lnTo>
                <a:lnTo>
                  <a:pt x="117360" y="71628"/>
                </a:lnTo>
                <a:lnTo>
                  <a:pt x="114312" y="70104"/>
                </a:lnTo>
                <a:lnTo>
                  <a:pt x="112788" y="68580"/>
                </a:lnTo>
                <a:lnTo>
                  <a:pt x="112788" y="65532"/>
                </a:lnTo>
                <a:lnTo>
                  <a:pt x="114312" y="62484"/>
                </a:lnTo>
                <a:lnTo>
                  <a:pt x="114312" y="60960"/>
                </a:lnTo>
                <a:lnTo>
                  <a:pt x="117360" y="51816"/>
                </a:lnTo>
                <a:lnTo>
                  <a:pt x="117360" y="36576"/>
                </a:lnTo>
                <a:close/>
              </a:path>
              <a:path extrusionOk="0" h="509270" w="167639">
                <a:moveTo>
                  <a:pt x="167640" y="481584"/>
                </a:moveTo>
                <a:lnTo>
                  <a:pt x="166116" y="473964"/>
                </a:lnTo>
                <a:lnTo>
                  <a:pt x="160020" y="467868"/>
                </a:lnTo>
                <a:lnTo>
                  <a:pt x="155143" y="462445"/>
                </a:lnTo>
                <a:lnTo>
                  <a:pt x="39738" y="411480"/>
                </a:lnTo>
                <a:lnTo>
                  <a:pt x="18288" y="403860"/>
                </a:lnTo>
                <a:lnTo>
                  <a:pt x="15240" y="402336"/>
                </a:lnTo>
                <a:lnTo>
                  <a:pt x="12192" y="399288"/>
                </a:lnTo>
                <a:lnTo>
                  <a:pt x="9144" y="397764"/>
                </a:lnTo>
                <a:lnTo>
                  <a:pt x="9144" y="396240"/>
                </a:lnTo>
                <a:lnTo>
                  <a:pt x="7620" y="394716"/>
                </a:lnTo>
                <a:lnTo>
                  <a:pt x="7620" y="391668"/>
                </a:lnTo>
                <a:lnTo>
                  <a:pt x="6096" y="388620"/>
                </a:lnTo>
                <a:lnTo>
                  <a:pt x="3048" y="388620"/>
                </a:lnTo>
                <a:lnTo>
                  <a:pt x="3048" y="422148"/>
                </a:lnTo>
                <a:lnTo>
                  <a:pt x="6096" y="422148"/>
                </a:lnTo>
                <a:lnTo>
                  <a:pt x="6096" y="419100"/>
                </a:lnTo>
                <a:lnTo>
                  <a:pt x="7620" y="417576"/>
                </a:lnTo>
                <a:lnTo>
                  <a:pt x="7620" y="414528"/>
                </a:lnTo>
                <a:lnTo>
                  <a:pt x="9144" y="413004"/>
                </a:lnTo>
                <a:lnTo>
                  <a:pt x="10668" y="413004"/>
                </a:lnTo>
                <a:lnTo>
                  <a:pt x="10668" y="411480"/>
                </a:lnTo>
                <a:lnTo>
                  <a:pt x="16764" y="411480"/>
                </a:lnTo>
                <a:lnTo>
                  <a:pt x="21336" y="413004"/>
                </a:lnTo>
                <a:lnTo>
                  <a:pt x="24384" y="414528"/>
                </a:lnTo>
                <a:lnTo>
                  <a:pt x="85344" y="438912"/>
                </a:lnTo>
                <a:lnTo>
                  <a:pt x="28956" y="466344"/>
                </a:lnTo>
                <a:lnTo>
                  <a:pt x="24384" y="467868"/>
                </a:lnTo>
                <a:lnTo>
                  <a:pt x="18288" y="469392"/>
                </a:lnTo>
                <a:lnTo>
                  <a:pt x="10668" y="469392"/>
                </a:lnTo>
                <a:lnTo>
                  <a:pt x="9144" y="466344"/>
                </a:lnTo>
                <a:lnTo>
                  <a:pt x="7620" y="464820"/>
                </a:lnTo>
                <a:lnTo>
                  <a:pt x="6096" y="461772"/>
                </a:lnTo>
                <a:lnTo>
                  <a:pt x="6096" y="455676"/>
                </a:lnTo>
                <a:lnTo>
                  <a:pt x="3048" y="455676"/>
                </a:lnTo>
                <a:lnTo>
                  <a:pt x="3048" y="509016"/>
                </a:lnTo>
                <a:lnTo>
                  <a:pt x="6096" y="509016"/>
                </a:lnTo>
                <a:lnTo>
                  <a:pt x="7620" y="504444"/>
                </a:lnTo>
                <a:lnTo>
                  <a:pt x="9144" y="501396"/>
                </a:lnTo>
                <a:lnTo>
                  <a:pt x="16764" y="493776"/>
                </a:lnTo>
                <a:lnTo>
                  <a:pt x="21336" y="492252"/>
                </a:lnTo>
                <a:lnTo>
                  <a:pt x="24384" y="489204"/>
                </a:lnTo>
                <a:lnTo>
                  <a:pt x="27432" y="489204"/>
                </a:lnTo>
                <a:lnTo>
                  <a:pt x="67792" y="469392"/>
                </a:lnTo>
                <a:lnTo>
                  <a:pt x="111252" y="448056"/>
                </a:lnTo>
                <a:lnTo>
                  <a:pt x="129540" y="455676"/>
                </a:lnTo>
                <a:lnTo>
                  <a:pt x="137160" y="458724"/>
                </a:lnTo>
                <a:lnTo>
                  <a:pt x="141732" y="461772"/>
                </a:lnTo>
                <a:lnTo>
                  <a:pt x="147828" y="467868"/>
                </a:lnTo>
                <a:lnTo>
                  <a:pt x="147828" y="475488"/>
                </a:lnTo>
                <a:lnTo>
                  <a:pt x="144780" y="484632"/>
                </a:lnTo>
                <a:lnTo>
                  <a:pt x="143256" y="487680"/>
                </a:lnTo>
                <a:lnTo>
                  <a:pt x="143256" y="495300"/>
                </a:lnTo>
                <a:lnTo>
                  <a:pt x="144780" y="498348"/>
                </a:lnTo>
                <a:lnTo>
                  <a:pt x="149352" y="502920"/>
                </a:lnTo>
                <a:lnTo>
                  <a:pt x="152400" y="504444"/>
                </a:lnTo>
                <a:lnTo>
                  <a:pt x="158496" y="504444"/>
                </a:lnTo>
                <a:lnTo>
                  <a:pt x="161544" y="502920"/>
                </a:lnTo>
                <a:lnTo>
                  <a:pt x="167640" y="496824"/>
                </a:lnTo>
                <a:lnTo>
                  <a:pt x="167640" y="4815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" name="Google Shape;982;p19"/>
          <p:cNvSpPr/>
          <p:nvPr/>
        </p:nvSpPr>
        <p:spPr>
          <a:xfrm>
            <a:off x="4890515" y="8881871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83" name="Google Shape;983;p19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4791455" y="8529828"/>
            <a:ext cx="167640" cy="298703"/>
          </a:xfrm>
          <a:prstGeom prst="rect">
            <a:avLst/>
          </a:prstGeom>
          <a:noFill/>
          <a:ln>
            <a:noFill/>
          </a:ln>
        </p:spPr>
      </p:pic>
      <p:pic>
        <p:nvPicPr>
          <p:cNvPr id="984" name="Google Shape;984;p19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4783835" y="6411468"/>
            <a:ext cx="225552" cy="2039111"/>
          </a:xfrm>
          <a:prstGeom prst="rect">
            <a:avLst/>
          </a:prstGeom>
          <a:noFill/>
          <a:ln>
            <a:noFill/>
          </a:ln>
        </p:spPr>
      </p:pic>
      <p:sp>
        <p:nvSpPr>
          <p:cNvPr id="985" name="Google Shape;985;p19"/>
          <p:cNvSpPr/>
          <p:nvPr/>
        </p:nvSpPr>
        <p:spPr>
          <a:xfrm>
            <a:off x="4841735" y="5708904"/>
            <a:ext cx="167640" cy="628015"/>
          </a:xfrm>
          <a:custGeom>
            <a:rect b="b" l="l" r="r" t="t"/>
            <a:pathLst>
              <a:path extrusionOk="0" h="628014" w="167639">
                <a:moveTo>
                  <a:pt x="114312" y="449580"/>
                </a:moveTo>
                <a:lnTo>
                  <a:pt x="111264" y="449580"/>
                </a:lnTo>
                <a:lnTo>
                  <a:pt x="111264" y="455676"/>
                </a:lnTo>
                <a:lnTo>
                  <a:pt x="106692" y="464820"/>
                </a:lnTo>
                <a:lnTo>
                  <a:pt x="105168" y="466344"/>
                </a:lnTo>
                <a:lnTo>
                  <a:pt x="99072" y="469392"/>
                </a:lnTo>
                <a:lnTo>
                  <a:pt x="35064" y="469392"/>
                </a:lnTo>
                <a:lnTo>
                  <a:pt x="27444" y="466344"/>
                </a:lnTo>
                <a:lnTo>
                  <a:pt x="22872" y="461772"/>
                </a:lnTo>
                <a:lnTo>
                  <a:pt x="18300" y="458724"/>
                </a:lnTo>
                <a:lnTo>
                  <a:pt x="16776" y="455676"/>
                </a:lnTo>
                <a:lnTo>
                  <a:pt x="16776" y="451104"/>
                </a:lnTo>
                <a:lnTo>
                  <a:pt x="19824" y="445008"/>
                </a:lnTo>
                <a:lnTo>
                  <a:pt x="22872" y="441960"/>
                </a:lnTo>
                <a:lnTo>
                  <a:pt x="24396" y="438912"/>
                </a:lnTo>
                <a:lnTo>
                  <a:pt x="24396" y="432816"/>
                </a:lnTo>
                <a:lnTo>
                  <a:pt x="22872" y="429768"/>
                </a:lnTo>
                <a:lnTo>
                  <a:pt x="21348" y="428244"/>
                </a:lnTo>
                <a:lnTo>
                  <a:pt x="18300" y="426720"/>
                </a:lnTo>
                <a:lnTo>
                  <a:pt x="16776" y="425196"/>
                </a:lnTo>
                <a:lnTo>
                  <a:pt x="9156" y="425196"/>
                </a:lnTo>
                <a:lnTo>
                  <a:pt x="6108" y="426720"/>
                </a:lnTo>
                <a:lnTo>
                  <a:pt x="4584" y="429768"/>
                </a:lnTo>
                <a:lnTo>
                  <a:pt x="1536" y="432816"/>
                </a:lnTo>
                <a:lnTo>
                  <a:pt x="12" y="435864"/>
                </a:lnTo>
                <a:lnTo>
                  <a:pt x="12" y="440436"/>
                </a:lnTo>
                <a:lnTo>
                  <a:pt x="1460" y="448183"/>
                </a:lnTo>
                <a:lnTo>
                  <a:pt x="5918" y="455485"/>
                </a:lnTo>
                <a:lnTo>
                  <a:pt x="13512" y="462521"/>
                </a:lnTo>
                <a:lnTo>
                  <a:pt x="24396" y="469392"/>
                </a:lnTo>
                <a:lnTo>
                  <a:pt x="12" y="469392"/>
                </a:lnTo>
                <a:lnTo>
                  <a:pt x="12" y="475488"/>
                </a:lnTo>
                <a:lnTo>
                  <a:pt x="13728" y="507492"/>
                </a:lnTo>
                <a:lnTo>
                  <a:pt x="16776" y="505968"/>
                </a:lnTo>
                <a:lnTo>
                  <a:pt x="15252" y="502920"/>
                </a:lnTo>
                <a:lnTo>
                  <a:pt x="15252" y="495300"/>
                </a:lnTo>
                <a:lnTo>
                  <a:pt x="19824" y="490728"/>
                </a:lnTo>
                <a:lnTo>
                  <a:pt x="22872" y="490728"/>
                </a:lnTo>
                <a:lnTo>
                  <a:pt x="24396" y="489204"/>
                </a:lnTo>
                <a:lnTo>
                  <a:pt x="100596" y="489204"/>
                </a:lnTo>
                <a:lnTo>
                  <a:pt x="102120" y="490728"/>
                </a:lnTo>
                <a:lnTo>
                  <a:pt x="105168" y="490728"/>
                </a:lnTo>
                <a:lnTo>
                  <a:pt x="108216" y="493776"/>
                </a:lnTo>
                <a:lnTo>
                  <a:pt x="109740" y="496824"/>
                </a:lnTo>
                <a:lnTo>
                  <a:pt x="111264" y="501396"/>
                </a:lnTo>
                <a:lnTo>
                  <a:pt x="111264" y="505968"/>
                </a:lnTo>
                <a:lnTo>
                  <a:pt x="114312" y="505968"/>
                </a:lnTo>
                <a:lnTo>
                  <a:pt x="114312" y="449580"/>
                </a:lnTo>
                <a:close/>
              </a:path>
              <a:path extrusionOk="0" h="628014" w="167639">
                <a:moveTo>
                  <a:pt x="114312" y="0"/>
                </a:moveTo>
                <a:lnTo>
                  <a:pt x="111264" y="0"/>
                </a:lnTo>
                <a:lnTo>
                  <a:pt x="111264" y="9144"/>
                </a:lnTo>
                <a:lnTo>
                  <a:pt x="105168" y="15240"/>
                </a:lnTo>
                <a:lnTo>
                  <a:pt x="102120" y="15240"/>
                </a:lnTo>
                <a:lnTo>
                  <a:pt x="97548" y="16764"/>
                </a:lnTo>
                <a:lnTo>
                  <a:pt x="24396" y="16764"/>
                </a:lnTo>
                <a:lnTo>
                  <a:pt x="19824" y="19812"/>
                </a:lnTo>
                <a:lnTo>
                  <a:pt x="12204" y="21336"/>
                </a:lnTo>
                <a:lnTo>
                  <a:pt x="7632" y="25908"/>
                </a:lnTo>
                <a:lnTo>
                  <a:pt x="1536" y="35052"/>
                </a:lnTo>
                <a:lnTo>
                  <a:pt x="12" y="39624"/>
                </a:lnTo>
                <a:lnTo>
                  <a:pt x="12" y="45720"/>
                </a:lnTo>
                <a:lnTo>
                  <a:pt x="1460" y="54889"/>
                </a:lnTo>
                <a:lnTo>
                  <a:pt x="5918" y="64198"/>
                </a:lnTo>
                <a:lnTo>
                  <a:pt x="13512" y="73799"/>
                </a:lnTo>
                <a:lnTo>
                  <a:pt x="24396" y="83820"/>
                </a:lnTo>
                <a:lnTo>
                  <a:pt x="12" y="83820"/>
                </a:lnTo>
                <a:lnTo>
                  <a:pt x="12" y="88392"/>
                </a:lnTo>
                <a:lnTo>
                  <a:pt x="13728" y="121920"/>
                </a:lnTo>
                <a:lnTo>
                  <a:pt x="16776" y="120396"/>
                </a:lnTo>
                <a:lnTo>
                  <a:pt x="15252" y="117348"/>
                </a:lnTo>
                <a:lnTo>
                  <a:pt x="15252" y="108204"/>
                </a:lnTo>
                <a:lnTo>
                  <a:pt x="16776" y="106680"/>
                </a:lnTo>
                <a:lnTo>
                  <a:pt x="16776" y="105156"/>
                </a:lnTo>
                <a:lnTo>
                  <a:pt x="19824" y="105156"/>
                </a:lnTo>
                <a:lnTo>
                  <a:pt x="22872" y="103632"/>
                </a:lnTo>
                <a:lnTo>
                  <a:pt x="97548" y="103632"/>
                </a:lnTo>
                <a:lnTo>
                  <a:pt x="103644" y="105156"/>
                </a:lnTo>
                <a:lnTo>
                  <a:pt x="109740" y="108204"/>
                </a:lnTo>
                <a:lnTo>
                  <a:pt x="111264" y="112776"/>
                </a:lnTo>
                <a:lnTo>
                  <a:pt x="111264" y="120396"/>
                </a:lnTo>
                <a:lnTo>
                  <a:pt x="114312" y="120396"/>
                </a:lnTo>
                <a:lnTo>
                  <a:pt x="114312" y="67056"/>
                </a:lnTo>
                <a:lnTo>
                  <a:pt x="111264" y="67056"/>
                </a:lnTo>
                <a:lnTo>
                  <a:pt x="111264" y="76200"/>
                </a:lnTo>
                <a:lnTo>
                  <a:pt x="106692" y="80772"/>
                </a:lnTo>
                <a:lnTo>
                  <a:pt x="103644" y="82296"/>
                </a:lnTo>
                <a:lnTo>
                  <a:pt x="102120" y="83820"/>
                </a:lnTo>
                <a:lnTo>
                  <a:pt x="30492" y="83820"/>
                </a:lnTo>
                <a:lnTo>
                  <a:pt x="23609" y="76060"/>
                </a:lnTo>
                <a:lnTo>
                  <a:pt x="18872" y="68580"/>
                </a:lnTo>
                <a:lnTo>
                  <a:pt x="16129" y="61112"/>
                </a:lnTo>
                <a:lnTo>
                  <a:pt x="15252" y="53340"/>
                </a:lnTo>
                <a:lnTo>
                  <a:pt x="15252" y="47244"/>
                </a:lnTo>
                <a:lnTo>
                  <a:pt x="16776" y="42672"/>
                </a:lnTo>
                <a:lnTo>
                  <a:pt x="21348" y="41148"/>
                </a:lnTo>
                <a:lnTo>
                  <a:pt x="25920" y="38100"/>
                </a:lnTo>
                <a:lnTo>
                  <a:pt x="33540" y="36576"/>
                </a:lnTo>
                <a:lnTo>
                  <a:pt x="102120" y="36576"/>
                </a:lnTo>
                <a:lnTo>
                  <a:pt x="105168" y="38100"/>
                </a:lnTo>
                <a:lnTo>
                  <a:pt x="109740" y="42672"/>
                </a:lnTo>
                <a:lnTo>
                  <a:pt x="111264" y="45720"/>
                </a:lnTo>
                <a:lnTo>
                  <a:pt x="111264" y="53340"/>
                </a:lnTo>
                <a:lnTo>
                  <a:pt x="114312" y="53340"/>
                </a:lnTo>
                <a:lnTo>
                  <a:pt x="114312" y="0"/>
                </a:lnTo>
                <a:close/>
              </a:path>
              <a:path extrusionOk="0" h="628014" w="167639">
                <a:moveTo>
                  <a:pt x="117348" y="364236"/>
                </a:moveTo>
                <a:lnTo>
                  <a:pt x="116801" y="357378"/>
                </a:lnTo>
                <a:lnTo>
                  <a:pt x="115252" y="350520"/>
                </a:lnTo>
                <a:lnTo>
                  <a:pt x="112852" y="343662"/>
                </a:lnTo>
                <a:lnTo>
                  <a:pt x="109728" y="336804"/>
                </a:lnTo>
                <a:lnTo>
                  <a:pt x="109728" y="352044"/>
                </a:lnTo>
                <a:lnTo>
                  <a:pt x="109728" y="359664"/>
                </a:lnTo>
                <a:lnTo>
                  <a:pt x="82664" y="388937"/>
                </a:lnTo>
                <a:lnTo>
                  <a:pt x="72872" y="392150"/>
                </a:lnTo>
                <a:lnTo>
                  <a:pt x="73139" y="392150"/>
                </a:lnTo>
                <a:lnTo>
                  <a:pt x="61658" y="394131"/>
                </a:lnTo>
                <a:lnTo>
                  <a:pt x="50292" y="394716"/>
                </a:lnTo>
                <a:lnTo>
                  <a:pt x="42824" y="394436"/>
                </a:lnTo>
                <a:lnTo>
                  <a:pt x="9144" y="376428"/>
                </a:lnTo>
                <a:lnTo>
                  <a:pt x="9080" y="376237"/>
                </a:lnTo>
                <a:lnTo>
                  <a:pt x="7620" y="371856"/>
                </a:lnTo>
                <a:lnTo>
                  <a:pt x="7620" y="358140"/>
                </a:lnTo>
                <a:lnTo>
                  <a:pt x="10668" y="352044"/>
                </a:lnTo>
                <a:lnTo>
                  <a:pt x="51536" y="334378"/>
                </a:lnTo>
                <a:lnTo>
                  <a:pt x="65532" y="333756"/>
                </a:lnTo>
                <a:lnTo>
                  <a:pt x="76987" y="334098"/>
                </a:lnTo>
                <a:lnTo>
                  <a:pt x="86296" y="335280"/>
                </a:lnTo>
                <a:lnTo>
                  <a:pt x="93611" y="337616"/>
                </a:lnTo>
                <a:lnTo>
                  <a:pt x="99060" y="341376"/>
                </a:lnTo>
                <a:lnTo>
                  <a:pt x="106680" y="345948"/>
                </a:lnTo>
                <a:lnTo>
                  <a:pt x="79108" y="314121"/>
                </a:lnTo>
                <a:lnTo>
                  <a:pt x="56388" y="310896"/>
                </a:lnTo>
                <a:lnTo>
                  <a:pt x="46367" y="311518"/>
                </a:lnTo>
                <a:lnTo>
                  <a:pt x="10287" y="331660"/>
                </a:lnTo>
                <a:lnTo>
                  <a:pt x="0" y="364236"/>
                </a:lnTo>
                <a:lnTo>
                  <a:pt x="342" y="370865"/>
                </a:lnTo>
                <a:lnTo>
                  <a:pt x="22415" y="405371"/>
                </a:lnTo>
                <a:lnTo>
                  <a:pt x="59436" y="417576"/>
                </a:lnTo>
                <a:lnTo>
                  <a:pt x="69469" y="416750"/>
                </a:lnTo>
                <a:lnTo>
                  <a:pt x="106426" y="396811"/>
                </a:lnTo>
                <a:lnTo>
                  <a:pt x="116192" y="376237"/>
                </a:lnTo>
                <a:lnTo>
                  <a:pt x="117348" y="364236"/>
                </a:lnTo>
                <a:close/>
              </a:path>
              <a:path extrusionOk="0" h="628014" w="167639">
                <a:moveTo>
                  <a:pt x="117348" y="173736"/>
                </a:moveTo>
                <a:lnTo>
                  <a:pt x="21336" y="140208"/>
                </a:lnTo>
                <a:lnTo>
                  <a:pt x="12192" y="135636"/>
                </a:lnTo>
                <a:lnTo>
                  <a:pt x="7620" y="131064"/>
                </a:lnTo>
                <a:lnTo>
                  <a:pt x="6096" y="123444"/>
                </a:lnTo>
                <a:lnTo>
                  <a:pt x="3048" y="123444"/>
                </a:lnTo>
                <a:lnTo>
                  <a:pt x="3048" y="156972"/>
                </a:lnTo>
                <a:lnTo>
                  <a:pt x="6096" y="156972"/>
                </a:lnTo>
                <a:lnTo>
                  <a:pt x="6096" y="152400"/>
                </a:lnTo>
                <a:lnTo>
                  <a:pt x="7620" y="147828"/>
                </a:lnTo>
                <a:lnTo>
                  <a:pt x="7620" y="146304"/>
                </a:lnTo>
                <a:lnTo>
                  <a:pt x="10668" y="143256"/>
                </a:lnTo>
                <a:lnTo>
                  <a:pt x="15240" y="143256"/>
                </a:lnTo>
                <a:lnTo>
                  <a:pt x="19812" y="144780"/>
                </a:lnTo>
                <a:lnTo>
                  <a:pt x="24384" y="147828"/>
                </a:lnTo>
                <a:lnTo>
                  <a:pt x="85344" y="170688"/>
                </a:lnTo>
                <a:lnTo>
                  <a:pt x="21336" y="198120"/>
                </a:lnTo>
                <a:lnTo>
                  <a:pt x="19812" y="199644"/>
                </a:lnTo>
                <a:lnTo>
                  <a:pt x="10668" y="199644"/>
                </a:lnTo>
                <a:lnTo>
                  <a:pt x="9144" y="198120"/>
                </a:lnTo>
                <a:lnTo>
                  <a:pt x="6096" y="192024"/>
                </a:lnTo>
                <a:lnTo>
                  <a:pt x="6096" y="187452"/>
                </a:lnTo>
                <a:lnTo>
                  <a:pt x="3048" y="187452"/>
                </a:lnTo>
                <a:lnTo>
                  <a:pt x="3048" y="237744"/>
                </a:lnTo>
                <a:lnTo>
                  <a:pt x="6096" y="237744"/>
                </a:lnTo>
                <a:lnTo>
                  <a:pt x="6096" y="233172"/>
                </a:lnTo>
                <a:lnTo>
                  <a:pt x="7620" y="230124"/>
                </a:lnTo>
                <a:lnTo>
                  <a:pt x="7620" y="227076"/>
                </a:lnTo>
                <a:lnTo>
                  <a:pt x="10668" y="224028"/>
                </a:lnTo>
                <a:lnTo>
                  <a:pt x="19812" y="219456"/>
                </a:lnTo>
                <a:lnTo>
                  <a:pt x="35052" y="213360"/>
                </a:lnTo>
                <a:lnTo>
                  <a:pt x="86868" y="239268"/>
                </a:lnTo>
                <a:lnTo>
                  <a:pt x="22860" y="263652"/>
                </a:lnTo>
                <a:lnTo>
                  <a:pt x="19812" y="265176"/>
                </a:lnTo>
                <a:lnTo>
                  <a:pt x="9144" y="265176"/>
                </a:lnTo>
                <a:lnTo>
                  <a:pt x="7620" y="263652"/>
                </a:lnTo>
                <a:lnTo>
                  <a:pt x="7620" y="262128"/>
                </a:lnTo>
                <a:lnTo>
                  <a:pt x="6096" y="259080"/>
                </a:lnTo>
                <a:lnTo>
                  <a:pt x="6096" y="254508"/>
                </a:lnTo>
                <a:lnTo>
                  <a:pt x="3048" y="254508"/>
                </a:lnTo>
                <a:lnTo>
                  <a:pt x="3048" y="301752"/>
                </a:lnTo>
                <a:lnTo>
                  <a:pt x="6096" y="301752"/>
                </a:lnTo>
                <a:lnTo>
                  <a:pt x="9144" y="292608"/>
                </a:lnTo>
                <a:lnTo>
                  <a:pt x="13716" y="288036"/>
                </a:lnTo>
                <a:lnTo>
                  <a:pt x="18288" y="286512"/>
                </a:lnTo>
                <a:lnTo>
                  <a:pt x="24384" y="283464"/>
                </a:lnTo>
                <a:lnTo>
                  <a:pt x="117348" y="246888"/>
                </a:lnTo>
                <a:lnTo>
                  <a:pt x="117348" y="245364"/>
                </a:lnTo>
                <a:lnTo>
                  <a:pt x="44196" y="210312"/>
                </a:lnTo>
                <a:lnTo>
                  <a:pt x="117348" y="178308"/>
                </a:lnTo>
                <a:lnTo>
                  <a:pt x="117348" y="173736"/>
                </a:lnTo>
                <a:close/>
              </a:path>
              <a:path extrusionOk="0" h="628014" w="167639">
                <a:moveTo>
                  <a:pt x="167614" y="578650"/>
                </a:moveTo>
                <a:lnTo>
                  <a:pt x="166509" y="563981"/>
                </a:lnTo>
                <a:lnTo>
                  <a:pt x="163080" y="550545"/>
                </a:lnTo>
                <a:lnTo>
                  <a:pt x="162979" y="550354"/>
                </a:lnTo>
                <a:lnTo>
                  <a:pt x="157365" y="538835"/>
                </a:lnTo>
                <a:lnTo>
                  <a:pt x="152260" y="532460"/>
                </a:lnTo>
                <a:lnTo>
                  <a:pt x="152260" y="569976"/>
                </a:lnTo>
                <a:lnTo>
                  <a:pt x="151853" y="578650"/>
                </a:lnTo>
                <a:lnTo>
                  <a:pt x="138696" y="611124"/>
                </a:lnTo>
                <a:lnTo>
                  <a:pt x="129552" y="611124"/>
                </a:lnTo>
                <a:lnTo>
                  <a:pt x="124980" y="608076"/>
                </a:lnTo>
                <a:lnTo>
                  <a:pt x="121932" y="606552"/>
                </a:lnTo>
                <a:lnTo>
                  <a:pt x="118884" y="603504"/>
                </a:lnTo>
                <a:lnTo>
                  <a:pt x="116598" y="601980"/>
                </a:lnTo>
                <a:lnTo>
                  <a:pt x="114312" y="600456"/>
                </a:lnTo>
                <a:lnTo>
                  <a:pt x="114795" y="586740"/>
                </a:lnTo>
                <a:lnTo>
                  <a:pt x="114909" y="584263"/>
                </a:lnTo>
                <a:lnTo>
                  <a:pt x="114947" y="583692"/>
                </a:lnTo>
                <a:lnTo>
                  <a:pt x="115074" y="581215"/>
                </a:lnTo>
                <a:lnTo>
                  <a:pt x="115176" y="578650"/>
                </a:lnTo>
                <a:lnTo>
                  <a:pt x="115290" y="576072"/>
                </a:lnTo>
                <a:lnTo>
                  <a:pt x="115366" y="574548"/>
                </a:lnTo>
                <a:lnTo>
                  <a:pt x="115595" y="569391"/>
                </a:lnTo>
                <a:lnTo>
                  <a:pt x="115709" y="562889"/>
                </a:lnTo>
                <a:lnTo>
                  <a:pt x="115836" y="556260"/>
                </a:lnTo>
                <a:lnTo>
                  <a:pt x="115963" y="551688"/>
                </a:lnTo>
                <a:lnTo>
                  <a:pt x="116078" y="547306"/>
                </a:lnTo>
                <a:lnTo>
                  <a:pt x="116179" y="545833"/>
                </a:lnTo>
                <a:lnTo>
                  <a:pt x="116725" y="539711"/>
                </a:lnTo>
                <a:lnTo>
                  <a:pt x="116827" y="538835"/>
                </a:lnTo>
                <a:lnTo>
                  <a:pt x="117754" y="533120"/>
                </a:lnTo>
                <a:lnTo>
                  <a:pt x="117868" y="532714"/>
                </a:lnTo>
                <a:lnTo>
                  <a:pt x="118884" y="528828"/>
                </a:lnTo>
                <a:lnTo>
                  <a:pt x="120408" y="525780"/>
                </a:lnTo>
                <a:lnTo>
                  <a:pt x="123456" y="522732"/>
                </a:lnTo>
                <a:lnTo>
                  <a:pt x="134124" y="522732"/>
                </a:lnTo>
                <a:lnTo>
                  <a:pt x="151930" y="557784"/>
                </a:lnTo>
                <a:lnTo>
                  <a:pt x="152260" y="569976"/>
                </a:lnTo>
                <a:lnTo>
                  <a:pt x="152260" y="532460"/>
                </a:lnTo>
                <a:lnTo>
                  <a:pt x="149364" y="528828"/>
                </a:lnTo>
                <a:lnTo>
                  <a:pt x="143281" y="522732"/>
                </a:lnTo>
                <a:lnTo>
                  <a:pt x="136982" y="518541"/>
                </a:lnTo>
                <a:lnTo>
                  <a:pt x="130289" y="515975"/>
                </a:lnTo>
                <a:lnTo>
                  <a:pt x="123456" y="515112"/>
                </a:lnTo>
                <a:lnTo>
                  <a:pt x="115836" y="515112"/>
                </a:lnTo>
                <a:lnTo>
                  <a:pt x="111264" y="518160"/>
                </a:lnTo>
                <a:lnTo>
                  <a:pt x="106692" y="522732"/>
                </a:lnTo>
                <a:lnTo>
                  <a:pt x="100596" y="527304"/>
                </a:lnTo>
                <a:lnTo>
                  <a:pt x="99072" y="533400"/>
                </a:lnTo>
                <a:lnTo>
                  <a:pt x="97548" y="541020"/>
                </a:lnTo>
                <a:lnTo>
                  <a:pt x="97307" y="545833"/>
                </a:lnTo>
                <a:lnTo>
                  <a:pt x="97205" y="547306"/>
                </a:lnTo>
                <a:lnTo>
                  <a:pt x="97104" y="548640"/>
                </a:lnTo>
                <a:lnTo>
                  <a:pt x="96977" y="550354"/>
                </a:lnTo>
                <a:lnTo>
                  <a:pt x="96888" y="551688"/>
                </a:lnTo>
                <a:lnTo>
                  <a:pt x="96786" y="553212"/>
                </a:lnTo>
                <a:lnTo>
                  <a:pt x="96710" y="554621"/>
                </a:lnTo>
                <a:lnTo>
                  <a:pt x="96583" y="556831"/>
                </a:lnTo>
                <a:lnTo>
                  <a:pt x="96532" y="557784"/>
                </a:lnTo>
                <a:lnTo>
                  <a:pt x="96253" y="562889"/>
                </a:lnTo>
                <a:lnTo>
                  <a:pt x="96151" y="567715"/>
                </a:lnTo>
                <a:lnTo>
                  <a:pt x="96113" y="569976"/>
                </a:lnTo>
                <a:lnTo>
                  <a:pt x="96024" y="595884"/>
                </a:lnTo>
                <a:lnTo>
                  <a:pt x="94500" y="598932"/>
                </a:lnTo>
                <a:lnTo>
                  <a:pt x="91452" y="601980"/>
                </a:lnTo>
                <a:lnTo>
                  <a:pt x="85356" y="601980"/>
                </a:lnTo>
                <a:lnTo>
                  <a:pt x="83832" y="600456"/>
                </a:lnTo>
                <a:lnTo>
                  <a:pt x="80784" y="598932"/>
                </a:lnTo>
                <a:lnTo>
                  <a:pt x="79260" y="597408"/>
                </a:lnTo>
                <a:lnTo>
                  <a:pt x="74688" y="592836"/>
                </a:lnTo>
                <a:lnTo>
                  <a:pt x="77736" y="580644"/>
                </a:lnTo>
                <a:lnTo>
                  <a:pt x="71640" y="549973"/>
                </a:lnTo>
                <a:lnTo>
                  <a:pt x="71640" y="566928"/>
                </a:lnTo>
                <a:lnTo>
                  <a:pt x="71640" y="580644"/>
                </a:lnTo>
                <a:lnTo>
                  <a:pt x="35064" y="598932"/>
                </a:lnTo>
                <a:lnTo>
                  <a:pt x="24396" y="598932"/>
                </a:lnTo>
                <a:lnTo>
                  <a:pt x="18300" y="597408"/>
                </a:lnTo>
                <a:lnTo>
                  <a:pt x="12204" y="592836"/>
                </a:lnTo>
                <a:lnTo>
                  <a:pt x="7632" y="588264"/>
                </a:lnTo>
                <a:lnTo>
                  <a:pt x="6108" y="583692"/>
                </a:lnTo>
                <a:lnTo>
                  <a:pt x="6108" y="569976"/>
                </a:lnTo>
                <a:lnTo>
                  <a:pt x="42684" y="551688"/>
                </a:lnTo>
                <a:lnTo>
                  <a:pt x="53352" y="551688"/>
                </a:lnTo>
                <a:lnTo>
                  <a:pt x="59448" y="553212"/>
                </a:lnTo>
                <a:lnTo>
                  <a:pt x="68592" y="562356"/>
                </a:lnTo>
                <a:lnTo>
                  <a:pt x="71640" y="566928"/>
                </a:lnTo>
                <a:lnTo>
                  <a:pt x="71640" y="549973"/>
                </a:lnTo>
                <a:lnTo>
                  <a:pt x="67068" y="544068"/>
                </a:lnTo>
                <a:lnTo>
                  <a:pt x="61912" y="539496"/>
                </a:lnTo>
                <a:lnTo>
                  <a:pt x="61493" y="539115"/>
                </a:lnTo>
                <a:lnTo>
                  <a:pt x="61112" y="538835"/>
                </a:lnTo>
                <a:lnTo>
                  <a:pt x="55257" y="535114"/>
                </a:lnTo>
                <a:lnTo>
                  <a:pt x="48628" y="532714"/>
                </a:lnTo>
                <a:lnTo>
                  <a:pt x="41160" y="531876"/>
                </a:lnTo>
                <a:lnTo>
                  <a:pt x="32016" y="531876"/>
                </a:lnTo>
                <a:lnTo>
                  <a:pt x="25920" y="534924"/>
                </a:lnTo>
                <a:lnTo>
                  <a:pt x="19824" y="539496"/>
                </a:lnTo>
                <a:lnTo>
                  <a:pt x="19824" y="518160"/>
                </a:lnTo>
                <a:lnTo>
                  <a:pt x="18300" y="518160"/>
                </a:lnTo>
                <a:lnTo>
                  <a:pt x="18300" y="516636"/>
                </a:lnTo>
                <a:lnTo>
                  <a:pt x="10680" y="516636"/>
                </a:lnTo>
                <a:lnTo>
                  <a:pt x="10680" y="518160"/>
                </a:lnTo>
                <a:lnTo>
                  <a:pt x="9156" y="518160"/>
                </a:lnTo>
                <a:lnTo>
                  <a:pt x="9156" y="548640"/>
                </a:lnTo>
                <a:lnTo>
                  <a:pt x="5156" y="554621"/>
                </a:lnTo>
                <a:lnTo>
                  <a:pt x="2298" y="561022"/>
                </a:lnTo>
                <a:lnTo>
                  <a:pt x="584" y="567715"/>
                </a:lnTo>
                <a:lnTo>
                  <a:pt x="12" y="574548"/>
                </a:lnTo>
                <a:lnTo>
                  <a:pt x="101" y="576072"/>
                </a:lnTo>
                <a:lnTo>
                  <a:pt x="18199" y="611682"/>
                </a:lnTo>
                <a:lnTo>
                  <a:pt x="39636" y="618744"/>
                </a:lnTo>
                <a:lnTo>
                  <a:pt x="47256" y="618744"/>
                </a:lnTo>
                <a:lnTo>
                  <a:pt x="72555" y="598932"/>
                </a:lnTo>
                <a:lnTo>
                  <a:pt x="73164" y="597408"/>
                </a:lnTo>
                <a:lnTo>
                  <a:pt x="79260" y="606552"/>
                </a:lnTo>
                <a:lnTo>
                  <a:pt x="85356" y="612648"/>
                </a:lnTo>
                <a:lnTo>
                  <a:pt x="89928" y="615696"/>
                </a:lnTo>
                <a:lnTo>
                  <a:pt x="96024" y="618744"/>
                </a:lnTo>
                <a:lnTo>
                  <a:pt x="103644" y="618744"/>
                </a:lnTo>
                <a:lnTo>
                  <a:pt x="111264" y="611124"/>
                </a:lnTo>
                <a:lnTo>
                  <a:pt x="112788" y="606552"/>
                </a:lnTo>
                <a:lnTo>
                  <a:pt x="124980" y="618744"/>
                </a:lnTo>
                <a:lnTo>
                  <a:pt x="126504" y="618744"/>
                </a:lnTo>
                <a:lnTo>
                  <a:pt x="131076" y="623316"/>
                </a:lnTo>
                <a:lnTo>
                  <a:pt x="135648" y="624840"/>
                </a:lnTo>
                <a:lnTo>
                  <a:pt x="138696" y="626364"/>
                </a:lnTo>
                <a:lnTo>
                  <a:pt x="140220" y="627888"/>
                </a:lnTo>
                <a:lnTo>
                  <a:pt x="149364" y="627888"/>
                </a:lnTo>
                <a:lnTo>
                  <a:pt x="152412" y="624840"/>
                </a:lnTo>
                <a:lnTo>
                  <a:pt x="156984" y="618744"/>
                </a:lnTo>
                <a:lnTo>
                  <a:pt x="161328" y="611124"/>
                </a:lnTo>
                <a:lnTo>
                  <a:pt x="161861" y="610196"/>
                </a:lnTo>
                <a:lnTo>
                  <a:pt x="165176" y="600646"/>
                </a:lnTo>
                <a:lnTo>
                  <a:pt x="165239" y="600265"/>
                </a:lnTo>
                <a:lnTo>
                  <a:pt x="167055" y="590245"/>
                </a:lnTo>
                <a:lnTo>
                  <a:pt x="167132" y="588645"/>
                </a:lnTo>
                <a:lnTo>
                  <a:pt x="167233" y="586740"/>
                </a:lnTo>
                <a:lnTo>
                  <a:pt x="167538" y="581215"/>
                </a:lnTo>
                <a:lnTo>
                  <a:pt x="167614" y="5786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86" name="Google Shape;986;p19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4841747" y="5437632"/>
            <a:ext cx="117348" cy="198119"/>
          </a:xfrm>
          <a:prstGeom prst="rect">
            <a:avLst/>
          </a:prstGeom>
          <a:noFill/>
          <a:ln>
            <a:noFill/>
          </a:ln>
        </p:spPr>
      </p:pic>
      <p:pic>
        <p:nvPicPr>
          <p:cNvPr id="987" name="Google Shape;987;p19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783835" y="5012435"/>
            <a:ext cx="175260" cy="345948"/>
          </a:xfrm>
          <a:prstGeom prst="rect">
            <a:avLst/>
          </a:prstGeom>
          <a:noFill/>
          <a:ln>
            <a:noFill/>
          </a:ln>
        </p:spPr>
      </p:pic>
      <p:pic>
        <p:nvPicPr>
          <p:cNvPr id="988" name="Google Shape;988;p19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841747" y="4739640"/>
            <a:ext cx="117348" cy="198119"/>
          </a:xfrm>
          <a:prstGeom prst="rect">
            <a:avLst/>
          </a:prstGeom>
          <a:noFill/>
          <a:ln>
            <a:noFill/>
          </a:ln>
        </p:spPr>
      </p:pic>
      <p:pic>
        <p:nvPicPr>
          <p:cNvPr id="989" name="Google Shape;989;p19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4783835" y="4233672"/>
            <a:ext cx="225516" cy="426720"/>
          </a:xfrm>
          <a:prstGeom prst="rect">
            <a:avLst/>
          </a:prstGeom>
          <a:noFill/>
          <a:ln>
            <a:noFill/>
          </a:ln>
        </p:spPr>
      </p:pic>
      <p:sp>
        <p:nvSpPr>
          <p:cNvPr id="990" name="Google Shape;990;p19"/>
          <p:cNvSpPr/>
          <p:nvPr/>
        </p:nvSpPr>
        <p:spPr>
          <a:xfrm>
            <a:off x="5199888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9144" y="9144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1816" y="9144"/>
                </a:lnTo>
                <a:lnTo>
                  <a:pt x="57912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51816" y="51816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91" name="Google Shape;991;p19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5138928" y="6297167"/>
            <a:ext cx="225551" cy="2560320"/>
          </a:xfrm>
          <a:prstGeom prst="rect">
            <a:avLst/>
          </a:prstGeom>
          <a:noFill/>
          <a:ln>
            <a:noFill/>
          </a:ln>
        </p:spPr>
      </p:pic>
      <p:pic>
        <p:nvPicPr>
          <p:cNvPr id="992" name="Google Shape;992;p19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5138927" y="4963668"/>
            <a:ext cx="175260" cy="1266443"/>
          </a:xfrm>
          <a:prstGeom prst="rect">
            <a:avLst/>
          </a:prstGeom>
          <a:noFill/>
          <a:ln>
            <a:noFill/>
          </a:ln>
        </p:spPr>
      </p:pic>
      <p:sp>
        <p:nvSpPr>
          <p:cNvPr id="993" name="Google Shape;993;p19"/>
          <p:cNvSpPr/>
          <p:nvPr/>
        </p:nvSpPr>
        <p:spPr>
          <a:xfrm>
            <a:off x="5602223" y="8881871"/>
            <a:ext cx="10795" cy="129539"/>
          </a:xfrm>
          <a:custGeom>
            <a:rect b="b" l="l" r="r" t="t"/>
            <a:pathLst>
              <a:path extrusionOk="0" h="129540" w="10795">
                <a:moveTo>
                  <a:pt x="10668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8" y="0"/>
                </a:lnTo>
                <a:lnTo>
                  <a:pt x="10668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94" name="Google Shape;994;p19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5495544" y="8057388"/>
            <a:ext cx="175259" cy="751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995" name="Google Shape;995;p19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5495544" y="7840979"/>
            <a:ext cx="175259" cy="147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996" name="Google Shape;996;p19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5495544" y="6963156"/>
            <a:ext cx="225551" cy="798576"/>
          </a:xfrm>
          <a:prstGeom prst="rect">
            <a:avLst/>
          </a:prstGeom>
          <a:noFill/>
          <a:ln>
            <a:noFill/>
          </a:ln>
        </p:spPr>
      </p:pic>
      <p:sp>
        <p:nvSpPr>
          <p:cNvPr id="997" name="Google Shape;997;p19"/>
          <p:cNvSpPr/>
          <p:nvPr/>
        </p:nvSpPr>
        <p:spPr>
          <a:xfrm>
            <a:off x="5495531" y="6301740"/>
            <a:ext cx="212090" cy="579120"/>
          </a:xfrm>
          <a:custGeom>
            <a:rect b="b" l="l" r="r" t="t"/>
            <a:pathLst>
              <a:path extrusionOk="0" h="579120" w="212089">
                <a:moveTo>
                  <a:pt x="172212" y="512064"/>
                </a:moveTo>
                <a:lnTo>
                  <a:pt x="169164" y="512064"/>
                </a:lnTo>
                <a:lnTo>
                  <a:pt x="169164" y="527304"/>
                </a:lnTo>
                <a:lnTo>
                  <a:pt x="167640" y="531876"/>
                </a:lnTo>
                <a:lnTo>
                  <a:pt x="163068" y="534924"/>
                </a:lnTo>
                <a:lnTo>
                  <a:pt x="160020" y="536448"/>
                </a:lnTo>
                <a:lnTo>
                  <a:pt x="153924" y="537972"/>
                </a:lnTo>
                <a:lnTo>
                  <a:pt x="68580" y="537972"/>
                </a:lnTo>
                <a:lnTo>
                  <a:pt x="68580" y="509016"/>
                </a:lnTo>
                <a:lnTo>
                  <a:pt x="60960" y="509016"/>
                </a:lnTo>
                <a:lnTo>
                  <a:pt x="60960" y="537972"/>
                </a:lnTo>
                <a:lnTo>
                  <a:pt x="40386" y="537959"/>
                </a:lnTo>
                <a:lnTo>
                  <a:pt x="10668" y="530352"/>
                </a:lnTo>
                <a:lnTo>
                  <a:pt x="7620" y="528828"/>
                </a:lnTo>
                <a:lnTo>
                  <a:pt x="7620" y="515112"/>
                </a:lnTo>
                <a:lnTo>
                  <a:pt x="9144" y="513588"/>
                </a:lnTo>
                <a:lnTo>
                  <a:pt x="10668" y="510540"/>
                </a:lnTo>
                <a:lnTo>
                  <a:pt x="13716" y="507492"/>
                </a:lnTo>
                <a:lnTo>
                  <a:pt x="18288" y="504444"/>
                </a:lnTo>
                <a:lnTo>
                  <a:pt x="27432" y="499872"/>
                </a:lnTo>
                <a:lnTo>
                  <a:pt x="27432" y="496824"/>
                </a:lnTo>
                <a:lnTo>
                  <a:pt x="30480" y="493776"/>
                </a:lnTo>
                <a:lnTo>
                  <a:pt x="30480" y="489204"/>
                </a:lnTo>
                <a:lnTo>
                  <a:pt x="28956" y="487680"/>
                </a:lnTo>
                <a:lnTo>
                  <a:pt x="27432" y="484632"/>
                </a:lnTo>
                <a:lnTo>
                  <a:pt x="24384" y="483108"/>
                </a:lnTo>
                <a:lnTo>
                  <a:pt x="22860" y="481584"/>
                </a:lnTo>
                <a:lnTo>
                  <a:pt x="15240" y="481584"/>
                </a:lnTo>
                <a:lnTo>
                  <a:pt x="7620" y="489204"/>
                </a:lnTo>
                <a:lnTo>
                  <a:pt x="3048" y="495300"/>
                </a:lnTo>
                <a:lnTo>
                  <a:pt x="0" y="502920"/>
                </a:lnTo>
                <a:lnTo>
                  <a:pt x="0" y="521208"/>
                </a:lnTo>
                <a:lnTo>
                  <a:pt x="25908" y="553212"/>
                </a:lnTo>
                <a:lnTo>
                  <a:pt x="53340" y="557784"/>
                </a:lnTo>
                <a:lnTo>
                  <a:pt x="60960" y="557784"/>
                </a:lnTo>
                <a:lnTo>
                  <a:pt x="60960" y="579120"/>
                </a:lnTo>
                <a:lnTo>
                  <a:pt x="68580" y="579120"/>
                </a:lnTo>
                <a:lnTo>
                  <a:pt x="68580" y="557784"/>
                </a:lnTo>
                <a:lnTo>
                  <a:pt x="156972" y="557784"/>
                </a:lnTo>
                <a:lnTo>
                  <a:pt x="163068" y="560832"/>
                </a:lnTo>
                <a:lnTo>
                  <a:pt x="164592" y="562356"/>
                </a:lnTo>
                <a:lnTo>
                  <a:pt x="169164" y="571500"/>
                </a:lnTo>
                <a:lnTo>
                  <a:pt x="169164" y="579120"/>
                </a:lnTo>
                <a:lnTo>
                  <a:pt x="172212" y="579120"/>
                </a:lnTo>
                <a:lnTo>
                  <a:pt x="172212" y="512064"/>
                </a:lnTo>
                <a:close/>
              </a:path>
              <a:path extrusionOk="0" h="579120" w="212089">
                <a:moveTo>
                  <a:pt x="172212" y="62484"/>
                </a:moveTo>
                <a:lnTo>
                  <a:pt x="169164" y="62484"/>
                </a:lnTo>
                <a:lnTo>
                  <a:pt x="169164" y="67056"/>
                </a:lnTo>
                <a:lnTo>
                  <a:pt x="167640" y="71628"/>
                </a:lnTo>
                <a:lnTo>
                  <a:pt x="164592" y="77724"/>
                </a:lnTo>
                <a:lnTo>
                  <a:pt x="161544" y="79248"/>
                </a:lnTo>
                <a:lnTo>
                  <a:pt x="160020" y="80772"/>
                </a:lnTo>
                <a:lnTo>
                  <a:pt x="156972" y="82296"/>
                </a:lnTo>
                <a:lnTo>
                  <a:pt x="92964" y="82296"/>
                </a:lnTo>
                <a:lnTo>
                  <a:pt x="85344" y="77724"/>
                </a:lnTo>
                <a:lnTo>
                  <a:pt x="79248" y="74676"/>
                </a:lnTo>
                <a:lnTo>
                  <a:pt x="76200" y="70104"/>
                </a:lnTo>
                <a:lnTo>
                  <a:pt x="74676" y="68580"/>
                </a:lnTo>
                <a:lnTo>
                  <a:pt x="74676" y="64008"/>
                </a:lnTo>
                <a:lnTo>
                  <a:pt x="77724" y="57912"/>
                </a:lnTo>
                <a:lnTo>
                  <a:pt x="80772" y="53340"/>
                </a:lnTo>
                <a:lnTo>
                  <a:pt x="82296" y="50292"/>
                </a:lnTo>
                <a:lnTo>
                  <a:pt x="82296" y="45720"/>
                </a:lnTo>
                <a:lnTo>
                  <a:pt x="80772" y="42672"/>
                </a:lnTo>
                <a:lnTo>
                  <a:pt x="79248" y="41148"/>
                </a:lnTo>
                <a:lnTo>
                  <a:pt x="76200" y="39624"/>
                </a:lnTo>
                <a:lnTo>
                  <a:pt x="74676" y="38100"/>
                </a:lnTo>
                <a:lnTo>
                  <a:pt x="67056" y="38100"/>
                </a:lnTo>
                <a:lnTo>
                  <a:pt x="64008" y="39624"/>
                </a:lnTo>
                <a:lnTo>
                  <a:pt x="60960" y="42672"/>
                </a:lnTo>
                <a:lnTo>
                  <a:pt x="57912" y="48768"/>
                </a:lnTo>
                <a:lnTo>
                  <a:pt x="57912" y="53340"/>
                </a:lnTo>
                <a:lnTo>
                  <a:pt x="59372" y="61087"/>
                </a:lnTo>
                <a:lnTo>
                  <a:pt x="63817" y="68389"/>
                </a:lnTo>
                <a:lnTo>
                  <a:pt x="71424" y="75425"/>
                </a:lnTo>
                <a:lnTo>
                  <a:pt x="82296" y="82296"/>
                </a:lnTo>
                <a:lnTo>
                  <a:pt x="57912" y="82296"/>
                </a:lnTo>
                <a:lnTo>
                  <a:pt x="57912" y="86868"/>
                </a:lnTo>
                <a:lnTo>
                  <a:pt x="71628" y="120396"/>
                </a:lnTo>
                <a:lnTo>
                  <a:pt x="74676" y="118872"/>
                </a:lnTo>
                <a:lnTo>
                  <a:pt x="73152" y="115824"/>
                </a:lnTo>
                <a:lnTo>
                  <a:pt x="73152" y="106680"/>
                </a:lnTo>
                <a:lnTo>
                  <a:pt x="74676" y="105156"/>
                </a:lnTo>
                <a:lnTo>
                  <a:pt x="76200" y="105156"/>
                </a:lnTo>
                <a:lnTo>
                  <a:pt x="77724" y="103632"/>
                </a:lnTo>
                <a:lnTo>
                  <a:pt x="80772" y="103632"/>
                </a:lnTo>
                <a:lnTo>
                  <a:pt x="82296" y="102108"/>
                </a:lnTo>
                <a:lnTo>
                  <a:pt x="160020" y="102108"/>
                </a:lnTo>
                <a:lnTo>
                  <a:pt x="163068" y="103632"/>
                </a:lnTo>
                <a:lnTo>
                  <a:pt x="166116" y="106680"/>
                </a:lnTo>
                <a:lnTo>
                  <a:pt x="167640" y="109728"/>
                </a:lnTo>
                <a:lnTo>
                  <a:pt x="169164" y="114300"/>
                </a:lnTo>
                <a:lnTo>
                  <a:pt x="169164" y="118872"/>
                </a:lnTo>
                <a:lnTo>
                  <a:pt x="172212" y="118872"/>
                </a:lnTo>
                <a:lnTo>
                  <a:pt x="172212" y="62484"/>
                </a:lnTo>
                <a:close/>
              </a:path>
              <a:path extrusionOk="0" h="579120" w="212089">
                <a:moveTo>
                  <a:pt x="175260" y="345948"/>
                </a:moveTo>
                <a:lnTo>
                  <a:pt x="155067" y="311086"/>
                </a:lnTo>
                <a:lnTo>
                  <a:pt x="141732" y="307848"/>
                </a:lnTo>
                <a:lnTo>
                  <a:pt x="132016" y="309524"/>
                </a:lnTo>
                <a:lnTo>
                  <a:pt x="123444" y="314325"/>
                </a:lnTo>
                <a:lnTo>
                  <a:pt x="116014" y="321995"/>
                </a:lnTo>
                <a:lnTo>
                  <a:pt x="109728" y="332232"/>
                </a:lnTo>
                <a:lnTo>
                  <a:pt x="109651" y="332422"/>
                </a:lnTo>
                <a:lnTo>
                  <a:pt x="102108" y="350520"/>
                </a:lnTo>
                <a:lnTo>
                  <a:pt x="97536" y="358140"/>
                </a:lnTo>
                <a:lnTo>
                  <a:pt x="94488" y="362712"/>
                </a:lnTo>
                <a:lnTo>
                  <a:pt x="91440" y="364236"/>
                </a:lnTo>
                <a:lnTo>
                  <a:pt x="88392" y="367284"/>
                </a:lnTo>
                <a:lnTo>
                  <a:pt x="76200" y="367284"/>
                </a:lnTo>
                <a:lnTo>
                  <a:pt x="73152" y="365760"/>
                </a:lnTo>
                <a:lnTo>
                  <a:pt x="67056" y="359664"/>
                </a:lnTo>
                <a:lnTo>
                  <a:pt x="65532" y="355092"/>
                </a:lnTo>
                <a:lnTo>
                  <a:pt x="65532" y="342900"/>
                </a:lnTo>
                <a:lnTo>
                  <a:pt x="96012" y="320040"/>
                </a:lnTo>
                <a:lnTo>
                  <a:pt x="96012" y="316992"/>
                </a:lnTo>
                <a:lnTo>
                  <a:pt x="57912" y="316992"/>
                </a:lnTo>
                <a:lnTo>
                  <a:pt x="57912" y="320040"/>
                </a:lnTo>
                <a:lnTo>
                  <a:pt x="62484" y="324612"/>
                </a:lnTo>
                <a:lnTo>
                  <a:pt x="62484" y="327660"/>
                </a:lnTo>
                <a:lnTo>
                  <a:pt x="60960" y="330708"/>
                </a:lnTo>
                <a:lnTo>
                  <a:pt x="60960" y="333756"/>
                </a:lnTo>
                <a:lnTo>
                  <a:pt x="57912" y="339852"/>
                </a:lnTo>
                <a:lnTo>
                  <a:pt x="57912" y="359664"/>
                </a:lnTo>
                <a:lnTo>
                  <a:pt x="60960" y="367284"/>
                </a:lnTo>
                <a:lnTo>
                  <a:pt x="73152" y="379476"/>
                </a:lnTo>
                <a:lnTo>
                  <a:pt x="79248" y="382524"/>
                </a:lnTo>
                <a:lnTo>
                  <a:pt x="96012" y="382524"/>
                </a:lnTo>
                <a:lnTo>
                  <a:pt x="125349" y="346811"/>
                </a:lnTo>
                <a:lnTo>
                  <a:pt x="128778" y="340233"/>
                </a:lnTo>
                <a:lnTo>
                  <a:pt x="131203" y="336804"/>
                </a:lnTo>
                <a:lnTo>
                  <a:pt x="132321" y="335280"/>
                </a:lnTo>
                <a:lnTo>
                  <a:pt x="135636" y="332232"/>
                </a:lnTo>
                <a:lnTo>
                  <a:pt x="144970" y="326021"/>
                </a:lnTo>
                <a:lnTo>
                  <a:pt x="155333" y="326021"/>
                </a:lnTo>
                <a:lnTo>
                  <a:pt x="161544" y="332232"/>
                </a:lnTo>
                <a:lnTo>
                  <a:pt x="166116" y="335280"/>
                </a:lnTo>
                <a:lnTo>
                  <a:pt x="167640" y="339852"/>
                </a:lnTo>
                <a:lnTo>
                  <a:pt x="167640" y="353568"/>
                </a:lnTo>
                <a:lnTo>
                  <a:pt x="137160" y="379476"/>
                </a:lnTo>
                <a:lnTo>
                  <a:pt x="137160" y="382524"/>
                </a:lnTo>
                <a:lnTo>
                  <a:pt x="175260" y="382524"/>
                </a:lnTo>
                <a:lnTo>
                  <a:pt x="175260" y="379476"/>
                </a:lnTo>
                <a:lnTo>
                  <a:pt x="172212" y="379476"/>
                </a:lnTo>
                <a:lnTo>
                  <a:pt x="170688" y="377952"/>
                </a:lnTo>
                <a:lnTo>
                  <a:pt x="170688" y="371856"/>
                </a:lnTo>
                <a:lnTo>
                  <a:pt x="172212" y="368808"/>
                </a:lnTo>
                <a:lnTo>
                  <a:pt x="173736" y="359664"/>
                </a:lnTo>
                <a:lnTo>
                  <a:pt x="175260" y="352044"/>
                </a:lnTo>
                <a:lnTo>
                  <a:pt x="175260" y="345948"/>
                </a:lnTo>
                <a:close/>
              </a:path>
              <a:path extrusionOk="0" h="579120" w="212089">
                <a:moveTo>
                  <a:pt x="175260" y="172212"/>
                </a:moveTo>
                <a:lnTo>
                  <a:pt x="154647" y="136588"/>
                </a:lnTo>
                <a:lnTo>
                  <a:pt x="131064" y="128016"/>
                </a:lnTo>
                <a:lnTo>
                  <a:pt x="129540" y="131064"/>
                </a:lnTo>
                <a:lnTo>
                  <a:pt x="138684" y="134112"/>
                </a:lnTo>
                <a:lnTo>
                  <a:pt x="146304" y="138684"/>
                </a:lnTo>
                <a:lnTo>
                  <a:pt x="149352" y="143256"/>
                </a:lnTo>
                <a:lnTo>
                  <a:pt x="153924" y="149352"/>
                </a:lnTo>
                <a:lnTo>
                  <a:pt x="155448" y="155448"/>
                </a:lnTo>
                <a:lnTo>
                  <a:pt x="140208" y="190500"/>
                </a:lnTo>
                <a:lnTo>
                  <a:pt x="102108" y="202692"/>
                </a:lnTo>
                <a:lnTo>
                  <a:pt x="102108" y="152400"/>
                </a:lnTo>
                <a:lnTo>
                  <a:pt x="102108" y="128016"/>
                </a:lnTo>
                <a:lnTo>
                  <a:pt x="94488" y="128485"/>
                </a:lnTo>
                <a:lnTo>
                  <a:pt x="94488" y="152400"/>
                </a:lnTo>
                <a:lnTo>
                  <a:pt x="94488" y="202692"/>
                </a:lnTo>
                <a:lnTo>
                  <a:pt x="85344" y="201168"/>
                </a:lnTo>
                <a:lnTo>
                  <a:pt x="77724" y="198120"/>
                </a:lnTo>
                <a:lnTo>
                  <a:pt x="67056" y="187452"/>
                </a:lnTo>
                <a:lnTo>
                  <a:pt x="65532" y="181356"/>
                </a:lnTo>
                <a:lnTo>
                  <a:pt x="65532" y="170688"/>
                </a:lnTo>
                <a:lnTo>
                  <a:pt x="67056" y="167640"/>
                </a:lnTo>
                <a:lnTo>
                  <a:pt x="68580" y="163068"/>
                </a:lnTo>
                <a:lnTo>
                  <a:pt x="71628" y="158496"/>
                </a:lnTo>
                <a:lnTo>
                  <a:pt x="74676" y="156972"/>
                </a:lnTo>
                <a:lnTo>
                  <a:pt x="79248" y="153924"/>
                </a:lnTo>
                <a:lnTo>
                  <a:pt x="82296" y="152400"/>
                </a:lnTo>
                <a:lnTo>
                  <a:pt x="94488" y="152400"/>
                </a:lnTo>
                <a:lnTo>
                  <a:pt x="94488" y="128485"/>
                </a:lnTo>
                <a:lnTo>
                  <a:pt x="60579" y="152781"/>
                </a:lnTo>
                <a:lnTo>
                  <a:pt x="58026" y="167640"/>
                </a:lnTo>
                <a:lnTo>
                  <a:pt x="58039" y="170688"/>
                </a:lnTo>
                <a:lnTo>
                  <a:pt x="58166" y="172212"/>
                </a:lnTo>
                <a:lnTo>
                  <a:pt x="58801" y="180022"/>
                </a:lnTo>
                <a:lnTo>
                  <a:pt x="81991" y="211988"/>
                </a:lnTo>
                <a:lnTo>
                  <a:pt x="117348" y="220980"/>
                </a:lnTo>
                <a:lnTo>
                  <a:pt x="130238" y="220103"/>
                </a:lnTo>
                <a:lnTo>
                  <a:pt x="141541" y="217360"/>
                </a:lnTo>
                <a:lnTo>
                  <a:pt x="151434" y="212623"/>
                </a:lnTo>
                <a:lnTo>
                  <a:pt x="160020" y="205740"/>
                </a:lnTo>
                <a:lnTo>
                  <a:pt x="162674" y="202692"/>
                </a:lnTo>
                <a:lnTo>
                  <a:pt x="166268" y="198577"/>
                </a:lnTo>
                <a:lnTo>
                  <a:pt x="171069" y="190690"/>
                </a:lnTo>
                <a:lnTo>
                  <a:pt x="171145" y="190500"/>
                </a:lnTo>
                <a:lnTo>
                  <a:pt x="174167" y="181952"/>
                </a:lnTo>
                <a:lnTo>
                  <a:pt x="174244" y="181356"/>
                </a:lnTo>
                <a:lnTo>
                  <a:pt x="175260" y="172212"/>
                </a:lnTo>
                <a:close/>
              </a:path>
              <a:path extrusionOk="0" h="579120" w="212089">
                <a:moveTo>
                  <a:pt x="175272" y="419100"/>
                </a:moveTo>
                <a:lnTo>
                  <a:pt x="174129" y="412483"/>
                </a:lnTo>
                <a:lnTo>
                  <a:pt x="170700" y="406146"/>
                </a:lnTo>
                <a:lnTo>
                  <a:pt x="164985" y="399821"/>
                </a:lnTo>
                <a:lnTo>
                  <a:pt x="156984" y="393192"/>
                </a:lnTo>
                <a:lnTo>
                  <a:pt x="150888" y="393192"/>
                </a:lnTo>
                <a:lnTo>
                  <a:pt x="158508" y="400812"/>
                </a:lnTo>
                <a:lnTo>
                  <a:pt x="158508" y="402336"/>
                </a:lnTo>
                <a:lnTo>
                  <a:pt x="160032" y="403860"/>
                </a:lnTo>
                <a:lnTo>
                  <a:pt x="160032" y="408432"/>
                </a:lnTo>
                <a:lnTo>
                  <a:pt x="158508" y="408432"/>
                </a:lnTo>
                <a:lnTo>
                  <a:pt x="156984" y="409956"/>
                </a:lnTo>
                <a:lnTo>
                  <a:pt x="155460" y="409956"/>
                </a:lnTo>
                <a:lnTo>
                  <a:pt x="153936" y="411480"/>
                </a:lnTo>
                <a:lnTo>
                  <a:pt x="77736" y="411480"/>
                </a:lnTo>
                <a:lnTo>
                  <a:pt x="60413" y="429768"/>
                </a:lnTo>
                <a:lnTo>
                  <a:pt x="59067" y="435483"/>
                </a:lnTo>
                <a:lnTo>
                  <a:pt x="58204" y="442112"/>
                </a:lnTo>
                <a:lnTo>
                  <a:pt x="58115" y="452628"/>
                </a:lnTo>
                <a:lnTo>
                  <a:pt x="58496" y="458419"/>
                </a:lnTo>
                <a:lnTo>
                  <a:pt x="67068" y="480060"/>
                </a:lnTo>
                <a:lnTo>
                  <a:pt x="71640" y="487680"/>
                </a:lnTo>
                <a:lnTo>
                  <a:pt x="79260" y="490728"/>
                </a:lnTo>
                <a:lnTo>
                  <a:pt x="88404" y="490728"/>
                </a:lnTo>
                <a:lnTo>
                  <a:pt x="94500" y="487680"/>
                </a:lnTo>
                <a:lnTo>
                  <a:pt x="96024" y="486156"/>
                </a:lnTo>
                <a:lnTo>
                  <a:pt x="97548" y="483108"/>
                </a:lnTo>
                <a:lnTo>
                  <a:pt x="97548" y="478536"/>
                </a:lnTo>
                <a:lnTo>
                  <a:pt x="96024" y="475488"/>
                </a:lnTo>
                <a:lnTo>
                  <a:pt x="92976" y="472440"/>
                </a:lnTo>
                <a:lnTo>
                  <a:pt x="89928" y="470916"/>
                </a:lnTo>
                <a:lnTo>
                  <a:pt x="74688" y="470916"/>
                </a:lnTo>
                <a:lnTo>
                  <a:pt x="71640" y="469392"/>
                </a:lnTo>
                <a:lnTo>
                  <a:pt x="68783" y="466534"/>
                </a:lnTo>
                <a:lnTo>
                  <a:pt x="68529" y="466229"/>
                </a:lnTo>
                <a:lnTo>
                  <a:pt x="67068" y="463296"/>
                </a:lnTo>
                <a:lnTo>
                  <a:pt x="65544" y="458724"/>
                </a:lnTo>
                <a:lnTo>
                  <a:pt x="65544" y="446532"/>
                </a:lnTo>
                <a:lnTo>
                  <a:pt x="67068" y="440436"/>
                </a:lnTo>
                <a:lnTo>
                  <a:pt x="71640" y="437388"/>
                </a:lnTo>
                <a:lnTo>
                  <a:pt x="76212" y="432816"/>
                </a:lnTo>
                <a:lnTo>
                  <a:pt x="83832" y="431292"/>
                </a:lnTo>
                <a:lnTo>
                  <a:pt x="99072" y="431292"/>
                </a:lnTo>
                <a:lnTo>
                  <a:pt x="103619" y="445033"/>
                </a:lnTo>
                <a:lnTo>
                  <a:pt x="108026" y="456628"/>
                </a:lnTo>
                <a:lnTo>
                  <a:pt x="112141" y="466229"/>
                </a:lnTo>
                <a:lnTo>
                  <a:pt x="115836" y="473964"/>
                </a:lnTo>
                <a:lnTo>
                  <a:pt x="121932" y="481584"/>
                </a:lnTo>
                <a:lnTo>
                  <a:pt x="126504" y="487680"/>
                </a:lnTo>
                <a:lnTo>
                  <a:pt x="132600" y="490728"/>
                </a:lnTo>
                <a:lnTo>
                  <a:pt x="135648" y="493776"/>
                </a:lnTo>
                <a:lnTo>
                  <a:pt x="140220" y="495300"/>
                </a:lnTo>
                <a:lnTo>
                  <a:pt x="155460" y="495300"/>
                </a:lnTo>
                <a:lnTo>
                  <a:pt x="161556" y="492252"/>
                </a:lnTo>
                <a:lnTo>
                  <a:pt x="167652" y="487680"/>
                </a:lnTo>
                <a:lnTo>
                  <a:pt x="172224" y="481584"/>
                </a:lnTo>
                <a:lnTo>
                  <a:pt x="175272" y="475488"/>
                </a:lnTo>
                <a:lnTo>
                  <a:pt x="175272" y="463296"/>
                </a:lnTo>
                <a:lnTo>
                  <a:pt x="173748" y="457200"/>
                </a:lnTo>
                <a:lnTo>
                  <a:pt x="172224" y="452628"/>
                </a:lnTo>
                <a:lnTo>
                  <a:pt x="170243" y="450367"/>
                </a:lnTo>
                <a:lnTo>
                  <a:pt x="166700" y="445960"/>
                </a:lnTo>
                <a:lnTo>
                  <a:pt x="161721" y="439559"/>
                </a:lnTo>
                <a:lnTo>
                  <a:pt x="160032" y="437337"/>
                </a:lnTo>
                <a:lnTo>
                  <a:pt x="160032" y="461772"/>
                </a:lnTo>
                <a:lnTo>
                  <a:pt x="158546" y="466229"/>
                </a:lnTo>
                <a:lnTo>
                  <a:pt x="158686" y="466229"/>
                </a:lnTo>
                <a:lnTo>
                  <a:pt x="153936" y="469392"/>
                </a:lnTo>
                <a:lnTo>
                  <a:pt x="150888" y="473964"/>
                </a:lnTo>
                <a:lnTo>
                  <a:pt x="146316" y="475488"/>
                </a:lnTo>
                <a:lnTo>
                  <a:pt x="135648" y="475488"/>
                </a:lnTo>
                <a:lnTo>
                  <a:pt x="131076" y="473964"/>
                </a:lnTo>
                <a:lnTo>
                  <a:pt x="128028" y="470916"/>
                </a:lnTo>
                <a:lnTo>
                  <a:pt x="123456" y="467868"/>
                </a:lnTo>
                <a:lnTo>
                  <a:pt x="109728" y="439559"/>
                </a:lnTo>
                <a:lnTo>
                  <a:pt x="106692" y="431292"/>
                </a:lnTo>
                <a:lnTo>
                  <a:pt x="147840" y="431292"/>
                </a:lnTo>
                <a:lnTo>
                  <a:pt x="152958" y="438988"/>
                </a:lnTo>
                <a:lnTo>
                  <a:pt x="160032" y="461772"/>
                </a:lnTo>
                <a:lnTo>
                  <a:pt x="160032" y="437337"/>
                </a:lnTo>
                <a:lnTo>
                  <a:pt x="155460" y="431292"/>
                </a:lnTo>
                <a:lnTo>
                  <a:pt x="163080" y="431292"/>
                </a:lnTo>
                <a:lnTo>
                  <a:pt x="167652" y="429768"/>
                </a:lnTo>
                <a:lnTo>
                  <a:pt x="170700" y="428244"/>
                </a:lnTo>
                <a:lnTo>
                  <a:pt x="173748" y="425196"/>
                </a:lnTo>
                <a:lnTo>
                  <a:pt x="175272" y="422148"/>
                </a:lnTo>
                <a:lnTo>
                  <a:pt x="175272" y="419100"/>
                </a:lnTo>
                <a:close/>
              </a:path>
              <a:path extrusionOk="0" h="579120" w="212089">
                <a:moveTo>
                  <a:pt x="175272" y="252984"/>
                </a:moveTo>
                <a:lnTo>
                  <a:pt x="172224" y="248412"/>
                </a:lnTo>
                <a:lnTo>
                  <a:pt x="169176" y="242316"/>
                </a:lnTo>
                <a:lnTo>
                  <a:pt x="164604" y="237744"/>
                </a:lnTo>
                <a:lnTo>
                  <a:pt x="158508" y="233172"/>
                </a:lnTo>
                <a:lnTo>
                  <a:pt x="150888" y="230124"/>
                </a:lnTo>
                <a:lnTo>
                  <a:pt x="150888" y="236220"/>
                </a:lnTo>
                <a:lnTo>
                  <a:pt x="153936" y="237744"/>
                </a:lnTo>
                <a:lnTo>
                  <a:pt x="155460" y="239268"/>
                </a:lnTo>
                <a:lnTo>
                  <a:pt x="158508" y="245364"/>
                </a:lnTo>
                <a:lnTo>
                  <a:pt x="160032" y="246888"/>
                </a:lnTo>
                <a:lnTo>
                  <a:pt x="160032" y="252984"/>
                </a:lnTo>
                <a:lnTo>
                  <a:pt x="158508" y="256032"/>
                </a:lnTo>
                <a:lnTo>
                  <a:pt x="155460" y="257556"/>
                </a:lnTo>
                <a:lnTo>
                  <a:pt x="153936" y="259080"/>
                </a:lnTo>
                <a:lnTo>
                  <a:pt x="147840" y="260604"/>
                </a:lnTo>
                <a:lnTo>
                  <a:pt x="68592" y="260604"/>
                </a:lnTo>
                <a:lnTo>
                  <a:pt x="68592" y="234696"/>
                </a:lnTo>
                <a:lnTo>
                  <a:pt x="60972" y="234696"/>
                </a:lnTo>
                <a:lnTo>
                  <a:pt x="60972" y="260604"/>
                </a:lnTo>
                <a:lnTo>
                  <a:pt x="24396" y="260604"/>
                </a:lnTo>
                <a:lnTo>
                  <a:pt x="24396" y="263652"/>
                </a:lnTo>
                <a:lnTo>
                  <a:pt x="56400" y="284988"/>
                </a:lnTo>
                <a:lnTo>
                  <a:pt x="64020" y="298704"/>
                </a:lnTo>
                <a:lnTo>
                  <a:pt x="68592" y="298704"/>
                </a:lnTo>
                <a:lnTo>
                  <a:pt x="68592" y="280416"/>
                </a:lnTo>
                <a:lnTo>
                  <a:pt x="158508" y="280416"/>
                </a:lnTo>
                <a:lnTo>
                  <a:pt x="163080" y="277368"/>
                </a:lnTo>
                <a:lnTo>
                  <a:pt x="166128" y="275844"/>
                </a:lnTo>
                <a:lnTo>
                  <a:pt x="172224" y="269748"/>
                </a:lnTo>
                <a:lnTo>
                  <a:pt x="173748" y="266700"/>
                </a:lnTo>
                <a:lnTo>
                  <a:pt x="175272" y="262128"/>
                </a:lnTo>
                <a:lnTo>
                  <a:pt x="175272" y="252984"/>
                </a:lnTo>
                <a:close/>
              </a:path>
              <a:path extrusionOk="0" h="579120" w="212089">
                <a:moveTo>
                  <a:pt x="211848" y="36576"/>
                </a:moveTo>
                <a:lnTo>
                  <a:pt x="187464" y="3048"/>
                </a:lnTo>
                <a:lnTo>
                  <a:pt x="179844" y="0"/>
                </a:lnTo>
                <a:lnTo>
                  <a:pt x="164604" y="0"/>
                </a:lnTo>
                <a:lnTo>
                  <a:pt x="158508" y="1524"/>
                </a:lnTo>
                <a:lnTo>
                  <a:pt x="149364" y="10668"/>
                </a:lnTo>
                <a:lnTo>
                  <a:pt x="147840" y="15240"/>
                </a:lnTo>
                <a:lnTo>
                  <a:pt x="147840" y="25908"/>
                </a:lnTo>
                <a:lnTo>
                  <a:pt x="149364" y="28956"/>
                </a:lnTo>
                <a:lnTo>
                  <a:pt x="152412" y="32004"/>
                </a:lnTo>
                <a:lnTo>
                  <a:pt x="153936" y="35052"/>
                </a:lnTo>
                <a:lnTo>
                  <a:pt x="158508" y="36576"/>
                </a:lnTo>
                <a:lnTo>
                  <a:pt x="166128" y="36576"/>
                </a:lnTo>
                <a:lnTo>
                  <a:pt x="169176" y="35052"/>
                </a:lnTo>
                <a:lnTo>
                  <a:pt x="173748" y="30480"/>
                </a:lnTo>
                <a:lnTo>
                  <a:pt x="175272" y="27432"/>
                </a:lnTo>
                <a:lnTo>
                  <a:pt x="175272" y="21336"/>
                </a:lnTo>
                <a:lnTo>
                  <a:pt x="173748" y="19812"/>
                </a:lnTo>
                <a:lnTo>
                  <a:pt x="170700" y="13716"/>
                </a:lnTo>
                <a:lnTo>
                  <a:pt x="170700" y="12192"/>
                </a:lnTo>
                <a:lnTo>
                  <a:pt x="172224" y="12192"/>
                </a:lnTo>
                <a:lnTo>
                  <a:pt x="173748" y="10668"/>
                </a:lnTo>
                <a:lnTo>
                  <a:pt x="182892" y="10668"/>
                </a:lnTo>
                <a:lnTo>
                  <a:pt x="188988" y="12192"/>
                </a:lnTo>
                <a:lnTo>
                  <a:pt x="193560" y="16764"/>
                </a:lnTo>
                <a:lnTo>
                  <a:pt x="199656" y="21336"/>
                </a:lnTo>
                <a:lnTo>
                  <a:pt x="204228" y="28956"/>
                </a:lnTo>
                <a:lnTo>
                  <a:pt x="205752" y="36576"/>
                </a:lnTo>
                <a:lnTo>
                  <a:pt x="211848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8" name="Google Shape;998;p19"/>
          <p:cNvSpPr/>
          <p:nvPr/>
        </p:nvSpPr>
        <p:spPr>
          <a:xfrm>
            <a:off x="5495544" y="5666232"/>
            <a:ext cx="175260" cy="553720"/>
          </a:xfrm>
          <a:custGeom>
            <a:rect b="b" l="l" r="r" t="t"/>
            <a:pathLst>
              <a:path extrusionOk="0" h="553720" w="175260">
                <a:moveTo>
                  <a:pt x="172199" y="24384"/>
                </a:moveTo>
                <a:lnTo>
                  <a:pt x="169151" y="24384"/>
                </a:lnTo>
                <a:lnTo>
                  <a:pt x="169151" y="30480"/>
                </a:lnTo>
                <a:lnTo>
                  <a:pt x="164579" y="39624"/>
                </a:lnTo>
                <a:lnTo>
                  <a:pt x="161531" y="41148"/>
                </a:lnTo>
                <a:lnTo>
                  <a:pt x="160007" y="42672"/>
                </a:lnTo>
                <a:lnTo>
                  <a:pt x="156959" y="44196"/>
                </a:lnTo>
                <a:lnTo>
                  <a:pt x="92951" y="44196"/>
                </a:lnTo>
                <a:lnTo>
                  <a:pt x="85331" y="41148"/>
                </a:lnTo>
                <a:lnTo>
                  <a:pt x="79235" y="36576"/>
                </a:lnTo>
                <a:lnTo>
                  <a:pt x="76187" y="33528"/>
                </a:lnTo>
                <a:lnTo>
                  <a:pt x="74663" y="30480"/>
                </a:lnTo>
                <a:lnTo>
                  <a:pt x="74663" y="25908"/>
                </a:lnTo>
                <a:lnTo>
                  <a:pt x="77711" y="19812"/>
                </a:lnTo>
                <a:lnTo>
                  <a:pt x="80759" y="16764"/>
                </a:lnTo>
                <a:lnTo>
                  <a:pt x="82283" y="13716"/>
                </a:lnTo>
                <a:lnTo>
                  <a:pt x="82283" y="7620"/>
                </a:lnTo>
                <a:lnTo>
                  <a:pt x="80759" y="4572"/>
                </a:lnTo>
                <a:lnTo>
                  <a:pt x="79235" y="3048"/>
                </a:lnTo>
                <a:lnTo>
                  <a:pt x="76187" y="1524"/>
                </a:lnTo>
                <a:lnTo>
                  <a:pt x="74663" y="0"/>
                </a:lnTo>
                <a:lnTo>
                  <a:pt x="67043" y="0"/>
                </a:lnTo>
                <a:lnTo>
                  <a:pt x="63995" y="1524"/>
                </a:lnTo>
                <a:lnTo>
                  <a:pt x="60947" y="4572"/>
                </a:lnTo>
                <a:lnTo>
                  <a:pt x="57899" y="10668"/>
                </a:lnTo>
                <a:lnTo>
                  <a:pt x="57899" y="15240"/>
                </a:lnTo>
                <a:lnTo>
                  <a:pt x="59359" y="22987"/>
                </a:lnTo>
                <a:lnTo>
                  <a:pt x="63804" y="30289"/>
                </a:lnTo>
                <a:lnTo>
                  <a:pt x="71412" y="37325"/>
                </a:lnTo>
                <a:lnTo>
                  <a:pt x="82283" y="44196"/>
                </a:lnTo>
                <a:lnTo>
                  <a:pt x="57899" y="44196"/>
                </a:lnTo>
                <a:lnTo>
                  <a:pt x="57899" y="50292"/>
                </a:lnTo>
                <a:lnTo>
                  <a:pt x="71615" y="82296"/>
                </a:lnTo>
                <a:lnTo>
                  <a:pt x="74663" y="80772"/>
                </a:lnTo>
                <a:lnTo>
                  <a:pt x="73139" y="77724"/>
                </a:lnTo>
                <a:lnTo>
                  <a:pt x="73139" y="70104"/>
                </a:lnTo>
                <a:lnTo>
                  <a:pt x="77711" y="65532"/>
                </a:lnTo>
                <a:lnTo>
                  <a:pt x="80759" y="65532"/>
                </a:lnTo>
                <a:lnTo>
                  <a:pt x="82283" y="64008"/>
                </a:lnTo>
                <a:lnTo>
                  <a:pt x="158483" y="64008"/>
                </a:lnTo>
                <a:lnTo>
                  <a:pt x="160007" y="65532"/>
                </a:lnTo>
                <a:lnTo>
                  <a:pt x="163055" y="65532"/>
                </a:lnTo>
                <a:lnTo>
                  <a:pt x="166103" y="68580"/>
                </a:lnTo>
                <a:lnTo>
                  <a:pt x="167627" y="71628"/>
                </a:lnTo>
                <a:lnTo>
                  <a:pt x="169151" y="76200"/>
                </a:lnTo>
                <a:lnTo>
                  <a:pt x="169151" y="80772"/>
                </a:lnTo>
                <a:lnTo>
                  <a:pt x="172199" y="80772"/>
                </a:lnTo>
                <a:lnTo>
                  <a:pt x="172199" y="24384"/>
                </a:lnTo>
                <a:close/>
              </a:path>
              <a:path extrusionOk="0" h="553720" w="175260">
                <a:moveTo>
                  <a:pt x="172212" y="499872"/>
                </a:moveTo>
                <a:lnTo>
                  <a:pt x="169164" y="499872"/>
                </a:lnTo>
                <a:lnTo>
                  <a:pt x="169164" y="505968"/>
                </a:lnTo>
                <a:lnTo>
                  <a:pt x="167640" y="509016"/>
                </a:lnTo>
                <a:lnTo>
                  <a:pt x="167640" y="512064"/>
                </a:lnTo>
                <a:lnTo>
                  <a:pt x="164592" y="515112"/>
                </a:lnTo>
                <a:lnTo>
                  <a:pt x="161544" y="515112"/>
                </a:lnTo>
                <a:lnTo>
                  <a:pt x="160020" y="516636"/>
                </a:lnTo>
                <a:lnTo>
                  <a:pt x="0" y="516636"/>
                </a:lnTo>
                <a:lnTo>
                  <a:pt x="0" y="522732"/>
                </a:lnTo>
                <a:lnTo>
                  <a:pt x="13716" y="553212"/>
                </a:lnTo>
                <a:lnTo>
                  <a:pt x="16764" y="551688"/>
                </a:lnTo>
                <a:lnTo>
                  <a:pt x="15240" y="548640"/>
                </a:lnTo>
                <a:lnTo>
                  <a:pt x="15240" y="541020"/>
                </a:lnTo>
                <a:lnTo>
                  <a:pt x="16764" y="541020"/>
                </a:lnTo>
                <a:lnTo>
                  <a:pt x="16764" y="539496"/>
                </a:lnTo>
                <a:lnTo>
                  <a:pt x="19812" y="537972"/>
                </a:lnTo>
                <a:lnTo>
                  <a:pt x="25908" y="537972"/>
                </a:lnTo>
                <a:lnTo>
                  <a:pt x="33528" y="536448"/>
                </a:lnTo>
                <a:lnTo>
                  <a:pt x="153924" y="536448"/>
                </a:lnTo>
                <a:lnTo>
                  <a:pt x="160020" y="537972"/>
                </a:lnTo>
                <a:lnTo>
                  <a:pt x="161544" y="537972"/>
                </a:lnTo>
                <a:lnTo>
                  <a:pt x="164592" y="539496"/>
                </a:lnTo>
                <a:lnTo>
                  <a:pt x="167640" y="542544"/>
                </a:lnTo>
                <a:lnTo>
                  <a:pt x="167640" y="545592"/>
                </a:lnTo>
                <a:lnTo>
                  <a:pt x="169164" y="548640"/>
                </a:lnTo>
                <a:lnTo>
                  <a:pt x="169164" y="553212"/>
                </a:lnTo>
                <a:lnTo>
                  <a:pt x="172212" y="553212"/>
                </a:lnTo>
                <a:lnTo>
                  <a:pt x="172212" y="499872"/>
                </a:lnTo>
                <a:close/>
              </a:path>
              <a:path extrusionOk="0" h="553720" w="175260">
                <a:moveTo>
                  <a:pt x="175247" y="240792"/>
                </a:moveTo>
                <a:lnTo>
                  <a:pt x="79235" y="207264"/>
                </a:lnTo>
                <a:lnTo>
                  <a:pt x="70091" y="204216"/>
                </a:lnTo>
                <a:lnTo>
                  <a:pt x="65519" y="198120"/>
                </a:lnTo>
                <a:lnTo>
                  <a:pt x="63995" y="192024"/>
                </a:lnTo>
                <a:lnTo>
                  <a:pt x="60947" y="192024"/>
                </a:lnTo>
                <a:lnTo>
                  <a:pt x="60947" y="225552"/>
                </a:lnTo>
                <a:lnTo>
                  <a:pt x="63995" y="225552"/>
                </a:lnTo>
                <a:lnTo>
                  <a:pt x="63995" y="216408"/>
                </a:lnTo>
                <a:lnTo>
                  <a:pt x="65519" y="214884"/>
                </a:lnTo>
                <a:lnTo>
                  <a:pt x="67043" y="211836"/>
                </a:lnTo>
                <a:lnTo>
                  <a:pt x="73139" y="211836"/>
                </a:lnTo>
                <a:lnTo>
                  <a:pt x="77711" y="213360"/>
                </a:lnTo>
                <a:lnTo>
                  <a:pt x="82283" y="216408"/>
                </a:lnTo>
                <a:lnTo>
                  <a:pt x="143243" y="237744"/>
                </a:lnTo>
                <a:lnTo>
                  <a:pt x="79235" y="266700"/>
                </a:lnTo>
                <a:lnTo>
                  <a:pt x="68567" y="266700"/>
                </a:lnTo>
                <a:lnTo>
                  <a:pt x="65519" y="263652"/>
                </a:lnTo>
                <a:lnTo>
                  <a:pt x="63995" y="259080"/>
                </a:lnTo>
                <a:lnTo>
                  <a:pt x="63995" y="254508"/>
                </a:lnTo>
                <a:lnTo>
                  <a:pt x="60947" y="254508"/>
                </a:lnTo>
                <a:lnTo>
                  <a:pt x="60947" y="304800"/>
                </a:lnTo>
                <a:lnTo>
                  <a:pt x="63995" y="304800"/>
                </a:lnTo>
                <a:lnTo>
                  <a:pt x="63995" y="297180"/>
                </a:lnTo>
                <a:lnTo>
                  <a:pt x="71615" y="289560"/>
                </a:lnTo>
                <a:lnTo>
                  <a:pt x="77711" y="288036"/>
                </a:lnTo>
                <a:lnTo>
                  <a:pt x="92951" y="280416"/>
                </a:lnTo>
                <a:lnTo>
                  <a:pt x="144767" y="306324"/>
                </a:lnTo>
                <a:lnTo>
                  <a:pt x="80759" y="330708"/>
                </a:lnTo>
                <a:lnTo>
                  <a:pt x="77711" y="332232"/>
                </a:lnTo>
                <a:lnTo>
                  <a:pt x="67043" y="332232"/>
                </a:lnTo>
                <a:lnTo>
                  <a:pt x="65519" y="330708"/>
                </a:lnTo>
                <a:lnTo>
                  <a:pt x="65519" y="329184"/>
                </a:lnTo>
                <a:lnTo>
                  <a:pt x="63995" y="326136"/>
                </a:lnTo>
                <a:lnTo>
                  <a:pt x="63995" y="321564"/>
                </a:lnTo>
                <a:lnTo>
                  <a:pt x="60947" y="321564"/>
                </a:lnTo>
                <a:lnTo>
                  <a:pt x="60947" y="368808"/>
                </a:lnTo>
                <a:lnTo>
                  <a:pt x="63995" y="368808"/>
                </a:lnTo>
                <a:lnTo>
                  <a:pt x="65519" y="364236"/>
                </a:lnTo>
                <a:lnTo>
                  <a:pt x="68567" y="358140"/>
                </a:lnTo>
                <a:lnTo>
                  <a:pt x="71615" y="356616"/>
                </a:lnTo>
                <a:lnTo>
                  <a:pt x="74663" y="353568"/>
                </a:lnTo>
                <a:lnTo>
                  <a:pt x="82283" y="352044"/>
                </a:lnTo>
                <a:lnTo>
                  <a:pt x="175247" y="315468"/>
                </a:lnTo>
                <a:lnTo>
                  <a:pt x="175247" y="312420"/>
                </a:lnTo>
                <a:lnTo>
                  <a:pt x="102095" y="277368"/>
                </a:lnTo>
                <a:lnTo>
                  <a:pt x="175247" y="246888"/>
                </a:lnTo>
                <a:lnTo>
                  <a:pt x="175247" y="240792"/>
                </a:lnTo>
                <a:close/>
              </a:path>
              <a:path extrusionOk="0" h="553720" w="175260">
                <a:moveTo>
                  <a:pt x="175247" y="134112"/>
                </a:moveTo>
                <a:lnTo>
                  <a:pt x="154635" y="98488"/>
                </a:lnTo>
                <a:lnTo>
                  <a:pt x="131051" y="89916"/>
                </a:lnTo>
                <a:lnTo>
                  <a:pt x="129527" y="92964"/>
                </a:lnTo>
                <a:lnTo>
                  <a:pt x="138671" y="96012"/>
                </a:lnTo>
                <a:lnTo>
                  <a:pt x="146291" y="100584"/>
                </a:lnTo>
                <a:lnTo>
                  <a:pt x="149339" y="105156"/>
                </a:lnTo>
                <a:lnTo>
                  <a:pt x="153911" y="111252"/>
                </a:lnTo>
                <a:lnTo>
                  <a:pt x="155435" y="117348"/>
                </a:lnTo>
                <a:lnTo>
                  <a:pt x="140195" y="152400"/>
                </a:lnTo>
                <a:lnTo>
                  <a:pt x="102095" y="164592"/>
                </a:lnTo>
                <a:lnTo>
                  <a:pt x="102095" y="114300"/>
                </a:lnTo>
                <a:lnTo>
                  <a:pt x="102095" y="89916"/>
                </a:lnTo>
                <a:lnTo>
                  <a:pt x="94475" y="90411"/>
                </a:lnTo>
                <a:lnTo>
                  <a:pt x="94475" y="114300"/>
                </a:lnTo>
                <a:lnTo>
                  <a:pt x="94475" y="164592"/>
                </a:lnTo>
                <a:lnTo>
                  <a:pt x="85331" y="163068"/>
                </a:lnTo>
                <a:lnTo>
                  <a:pt x="77711" y="160020"/>
                </a:lnTo>
                <a:lnTo>
                  <a:pt x="67043" y="149352"/>
                </a:lnTo>
                <a:lnTo>
                  <a:pt x="65519" y="144780"/>
                </a:lnTo>
                <a:lnTo>
                  <a:pt x="65519" y="132588"/>
                </a:lnTo>
                <a:lnTo>
                  <a:pt x="67043" y="129540"/>
                </a:lnTo>
                <a:lnTo>
                  <a:pt x="68567" y="124968"/>
                </a:lnTo>
                <a:lnTo>
                  <a:pt x="74663" y="118872"/>
                </a:lnTo>
                <a:lnTo>
                  <a:pt x="79235" y="115824"/>
                </a:lnTo>
                <a:lnTo>
                  <a:pt x="82283" y="115824"/>
                </a:lnTo>
                <a:lnTo>
                  <a:pt x="86855" y="114300"/>
                </a:lnTo>
                <a:lnTo>
                  <a:pt x="94475" y="114300"/>
                </a:lnTo>
                <a:lnTo>
                  <a:pt x="94475" y="90411"/>
                </a:lnTo>
                <a:lnTo>
                  <a:pt x="60566" y="114871"/>
                </a:lnTo>
                <a:lnTo>
                  <a:pt x="58013" y="129540"/>
                </a:lnTo>
                <a:lnTo>
                  <a:pt x="58026" y="132588"/>
                </a:lnTo>
                <a:lnTo>
                  <a:pt x="58153" y="134112"/>
                </a:lnTo>
                <a:lnTo>
                  <a:pt x="58788" y="141922"/>
                </a:lnTo>
                <a:lnTo>
                  <a:pt x="81978" y="174523"/>
                </a:lnTo>
                <a:lnTo>
                  <a:pt x="117335" y="182880"/>
                </a:lnTo>
                <a:lnTo>
                  <a:pt x="130225" y="182003"/>
                </a:lnTo>
                <a:lnTo>
                  <a:pt x="141528" y="179260"/>
                </a:lnTo>
                <a:lnTo>
                  <a:pt x="151422" y="174523"/>
                </a:lnTo>
                <a:lnTo>
                  <a:pt x="160007" y="167640"/>
                </a:lnTo>
                <a:lnTo>
                  <a:pt x="162661" y="164592"/>
                </a:lnTo>
                <a:lnTo>
                  <a:pt x="166255" y="160477"/>
                </a:lnTo>
                <a:lnTo>
                  <a:pt x="171056" y="152590"/>
                </a:lnTo>
                <a:lnTo>
                  <a:pt x="171132" y="152400"/>
                </a:lnTo>
                <a:lnTo>
                  <a:pt x="174155" y="143852"/>
                </a:lnTo>
                <a:lnTo>
                  <a:pt x="175247" y="134112"/>
                </a:lnTo>
                <a:close/>
              </a:path>
              <a:path extrusionOk="0" h="553720" w="175260">
                <a:moveTo>
                  <a:pt x="175260" y="434340"/>
                </a:moveTo>
                <a:lnTo>
                  <a:pt x="175133" y="432816"/>
                </a:lnTo>
                <a:lnTo>
                  <a:pt x="174701" y="427482"/>
                </a:lnTo>
                <a:lnTo>
                  <a:pt x="173164" y="420624"/>
                </a:lnTo>
                <a:lnTo>
                  <a:pt x="170751" y="413766"/>
                </a:lnTo>
                <a:lnTo>
                  <a:pt x="167640" y="406908"/>
                </a:lnTo>
                <a:lnTo>
                  <a:pt x="167640" y="422148"/>
                </a:lnTo>
                <a:lnTo>
                  <a:pt x="167640" y="429768"/>
                </a:lnTo>
                <a:lnTo>
                  <a:pt x="139890" y="458393"/>
                </a:lnTo>
                <a:lnTo>
                  <a:pt x="106680" y="464820"/>
                </a:lnTo>
                <a:lnTo>
                  <a:pt x="97536" y="464820"/>
                </a:lnTo>
                <a:lnTo>
                  <a:pt x="67056" y="445008"/>
                </a:lnTo>
                <a:lnTo>
                  <a:pt x="65532" y="441960"/>
                </a:lnTo>
                <a:lnTo>
                  <a:pt x="65532" y="428244"/>
                </a:lnTo>
                <a:lnTo>
                  <a:pt x="68580" y="420624"/>
                </a:lnTo>
                <a:lnTo>
                  <a:pt x="85928" y="410298"/>
                </a:lnTo>
                <a:lnTo>
                  <a:pt x="96964" y="406527"/>
                </a:lnTo>
                <a:lnTo>
                  <a:pt x="109410" y="404482"/>
                </a:lnTo>
                <a:lnTo>
                  <a:pt x="123444" y="403860"/>
                </a:lnTo>
                <a:lnTo>
                  <a:pt x="134886" y="404177"/>
                </a:lnTo>
                <a:lnTo>
                  <a:pt x="167640" y="422148"/>
                </a:lnTo>
                <a:lnTo>
                  <a:pt x="167640" y="406908"/>
                </a:lnTo>
                <a:lnTo>
                  <a:pt x="136791" y="384225"/>
                </a:lnTo>
                <a:lnTo>
                  <a:pt x="114300" y="381000"/>
                </a:lnTo>
                <a:lnTo>
                  <a:pt x="104051" y="381622"/>
                </a:lnTo>
                <a:lnTo>
                  <a:pt x="68199" y="401751"/>
                </a:lnTo>
                <a:lnTo>
                  <a:pt x="57912" y="432816"/>
                </a:lnTo>
                <a:lnTo>
                  <a:pt x="57975" y="434340"/>
                </a:lnTo>
                <a:lnTo>
                  <a:pt x="74485" y="470725"/>
                </a:lnTo>
                <a:lnTo>
                  <a:pt x="109575" y="487133"/>
                </a:lnTo>
                <a:lnTo>
                  <a:pt x="117348" y="487680"/>
                </a:lnTo>
                <a:lnTo>
                  <a:pt x="127368" y="486829"/>
                </a:lnTo>
                <a:lnTo>
                  <a:pt x="163677" y="466280"/>
                </a:lnTo>
                <a:lnTo>
                  <a:pt x="164655" y="464820"/>
                </a:lnTo>
                <a:lnTo>
                  <a:pt x="169926" y="457009"/>
                </a:lnTo>
                <a:lnTo>
                  <a:pt x="173875" y="446328"/>
                </a:lnTo>
                <a:lnTo>
                  <a:pt x="175260" y="4343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99" name="Google Shape;999;p19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5495544" y="5416296"/>
            <a:ext cx="172212" cy="1813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00" name="Google Shape;1000;p19"/>
          <p:cNvGrpSpPr/>
          <p:nvPr/>
        </p:nvGrpSpPr>
        <p:grpSpPr>
          <a:xfrm>
            <a:off x="5500115" y="4677155"/>
            <a:ext cx="220980" cy="676656"/>
            <a:chOff x="5500115" y="4677155"/>
            <a:chExt cx="220980" cy="676656"/>
          </a:xfrm>
        </p:grpSpPr>
        <p:pic>
          <p:nvPicPr>
            <p:cNvPr id="1001" name="Google Shape;1001;p19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5553455" y="5237987"/>
              <a:ext cx="16764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02" name="Google Shape;1002;p19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5553455" y="4730496"/>
              <a:ext cx="117348" cy="4861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03" name="Google Shape;1003;p19"/>
            <p:cNvSpPr/>
            <p:nvPr/>
          </p:nvSpPr>
          <p:spPr>
            <a:xfrm>
              <a:off x="5500115" y="4677155"/>
              <a:ext cx="170815" cy="27940"/>
            </a:xfrm>
            <a:custGeom>
              <a:rect b="b" l="l" r="r" t="t"/>
              <a:pathLst>
                <a:path extrusionOk="0" h="27939" w="170814">
                  <a:moveTo>
                    <a:pt x="18288" y="27432"/>
                  </a:moveTo>
                  <a:lnTo>
                    <a:pt x="10668" y="27432"/>
                  </a:lnTo>
                  <a:lnTo>
                    <a:pt x="7620" y="25908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7620" y="0"/>
                  </a:lnTo>
                  <a:lnTo>
                    <a:pt x="25908" y="0"/>
                  </a:lnTo>
                  <a:lnTo>
                    <a:pt x="123444" y="10668"/>
                  </a:lnTo>
                  <a:lnTo>
                    <a:pt x="123444" y="16764"/>
                  </a:lnTo>
                  <a:lnTo>
                    <a:pt x="25908" y="25908"/>
                  </a:lnTo>
                  <a:lnTo>
                    <a:pt x="21336" y="25908"/>
                  </a:lnTo>
                  <a:lnTo>
                    <a:pt x="18288" y="27432"/>
                  </a:lnTo>
                  <a:close/>
                </a:path>
                <a:path extrusionOk="0" h="27939" w="170814">
                  <a:moveTo>
                    <a:pt x="160020" y="27432"/>
                  </a:moveTo>
                  <a:lnTo>
                    <a:pt x="152400" y="27432"/>
                  </a:lnTo>
                  <a:lnTo>
                    <a:pt x="149352" y="25908"/>
                  </a:lnTo>
                  <a:lnTo>
                    <a:pt x="146304" y="22860"/>
                  </a:lnTo>
                  <a:lnTo>
                    <a:pt x="143256" y="16764"/>
                  </a:lnTo>
                  <a:lnTo>
                    <a:pt x="143256" y="9144"/>
                  </a:lnTo>
                  <a:lnTo>
                    <a:pt x="146304" y="3048"/>
                  </a:lnTo>
                  <a:lnTo>
                    <a:pt x="149352" y="0"/>
                  </a:lnTo>
                  <a:lnTo>
                    <a:pt x="163068" y="0"/>
                  </a:lnTo>
                  <a:lnTo>
                    <a:pt x="169164" y="6096"/>
                  </a:lnTo>
                  <a:lnTo>
                    <a:pt x="170688" y="9144"/>
                  </a:lnTo>
                  <a:lnTo>
                    <a:pt x="170688" y="16764"/>
                  </a:lnTo>
                  <a:lnTo>
                    <a:pt x="169164" y="19812"/>
                  </a:lnTo>
                  <a:lnTo>
                    <a:pt x="163068" y="25908"/>
                  </a:lnTo>
                  <a:lnTo>
                    <a:pt x="160020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004" name="Google Shape;1004;p19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5850635" y="7411211"/>
            <a:ext cx="225552" cy="1600200"/>
          </a:xfrm>
          <a:prstGeom prst="rect">
            <a:avLst/>
          </a:prstGeom>
          <a:noFill/>
          <a:ln>
            <a:noFill/>
          </a:ln>
        </p:spPr>
      </p:pic>
      <p:sp>
        <p:nvSpPr>
          <p:cNvPr id="1005" name="Google Shape;1005;p19"/>
          <p:cNvSpPr/>
          <p:nvPr/>
        </p:nvSpPr>
        <p:spPr>
          <a:xfrm>
            <a:off x="5850636" y="6704076"/>
            <a:ext cx="175260" cy="637540"/>
          </a:xfrm>
          <a:custGeom>
            <a:rect b="b" l="l" r="r" t="t"/>
            <a:pathLst>
              <a:path extrusionOk="0" h="637540" w="175260">
                <a:moveTo>
                  <a:pt x="172212" y="461772"/>
                </a:moveTo>
                <a:lnTo>
                  <a:pt x="169164" y="461772"/>
                </a:lnTo>
                <a:lnTo>
                  <a:pt x="169164" y="477012"/>
                </a:lnTo>
                <a:lnTo>
                  <a:pt x="167640" y="481584"/>
                </a:lnTo>
                <a:lnTo>
                  <a:pt x="164592" y="484632"/>
                </a:lnTo>
                <a:lnTo>
                  <a:pt x="161544" y="486156"/>
                </a:lnTo>
                <a:lnTo>
                  <a:pt x="153924" y="487680"/>
                </a:lnTo>
                <a:lnTo>
                  <a:pt x="68580" y="487680"/>
                </a:lnTo>
                <a:lnTo>
                  <a:pt x="68580" y="458724"/>
                </a:lnTo>
                <a:lnTo>
                  <a:pt x="60960" y="458724"/>
                </a:lnTo>
                <a:lnTo>
                  <a:pt x="60960" y="487680"/>
                </a:lnTo>
                <a:lnTo>
                  <a:pt x="41021" y="487451"/>
                </a:lnTo>
                <a:lnTo>
                  <a:pt x="19812" y="486156"/>
                </a:lnTo>
                <a:lnTo>
                  <a:pt x="13716" y="483108"/>
                </a:lnTo>
                <a:lnTo>
                  <a:pt x="10668" y="480060"/>
                </a:lnTo>
                <a:lnTo>
                  <a:pt x="7620" y="473964"/>
                </a:lnTo>
                <a:lnTo>
                  <a:pt x="7620" y="467868"/>
                </a:lnTo>
                <a:lnTo>
                  <a:pt x="10668" y="461772"/>
                </a:lnTo>
                <a:lnTo>
                  <a:pt x="15240" y="457200"/>
                </a:lnTo>
                <a:lnTo>
                  <a:pt x="24384" y="451104"/>
                </a:lnTo>
                <a:lnTo>
                  <a:pt x="30480" y="445008"/>
                </a:lnTo>
                <a:lnTo>
                  <a:pt x="30480" y="435864"/>
                </a:lnTo>
                <a:lnTo>
                  <a:pt x="27432" y="434340"/>
                </a:lnTo>
                <a:lnTo>
                  <a:pt x="25908" y="432816"/>
                </a:lnTo>
                <a:lnTo>
                  <a:pt x="22860" y="431292"/>
                </a:lnTo>
                <a:lnTo>
                  <a:pt x="16764" y="431292"/>
                </a:lnTo>
                <a:lnTo>
                  <a:pt x="0" y="461772"/>
                </a:lnTo>
                <a:lnTo>
                  <a:pt x="546" y="468376"/>
                </a:lnTo>
                <a:lnTo>
                  <a:pt x="25908" y="501396"/>
                </a:lnTo>
                <a:lnTo>
                  <a:pt x="31902" y="504278"/>
                </a:lnTo>
                <a:lnTo>
                  <a:pt x="38481" y="506158"/>
                </a:lnTo>
                <a:lnTo>
                  <a:pt x="45618" y="507187"/>
                </a:lnTo>
                <a:lnTo>
                  <a:pt x="53340" y="507492"/>
                </a:lnTo>
                <a:lnTo>
                  <a:pt x="60960" y="507492"/>
                </a:lnTo>
                <a:lnTo>
                  <a:pt x="60960" y="528828"/>
                </a:lnTo>
                <a:lnTo>
                  <a:pt x="68580" y="528828"/>
                </a:lnTo>
                <a:lnTo>
                  <a:pt x="68580" y="507492"/>
                </a:lnTo>
                <a:lnTo>
                  <a:pt x="156972" y="507492"/>
                </a:lnTo>
                <a:lnTo>
                  <a:pt x="163068" y="510540"/>
                </a:lnTo>
                <a:lnTo>
                  <a:pt x="169164" y="516636"/>
                </a:lnTo>
                <a:lnTo>
                  <a:pt x="169164" y="528828"/>
                </a:lnTo>
                <a:lnTo>
                  <a:pt x="172212" y="528828"/>
                </a:lnTo>
                <a:lnTo>
                  <a:pt x="172212" y="461772"/>
                </a:lnTo>
                <a:close/>
              </a:path>
              <a:path extrusionOk="0" h="637540" w="175260">
                <a:moveTo>
                  <a:pt x="172212" y="382524"/>
                </a:moveTo>
                <a:lnTo>
                  <a:pt x="169164" y="382524"/>
                </a:lnTo>
                <a:lnTo>
                  <a:pt x="169164" y="397764"/>
                </a:lnTo>
                <a:lnTo>
                  <a:pt x="167640" y="402336"/>
                </a:lnTo>
                <a:lnTo>
                  <a:pt x="164592" y="405384"/>
                </a:lnTo>
                <a:lnTo>
                  <a:pt x="161544" y="406908"/>
                </a:lnTo>
                <a:lnTo>
                  <a:pt x="153924" y="408432"/>
                </a:lnTo>
                <a:lnTo>
                  <a:pt x="68580" y="408432"/>
                </a:lnTo>
                <a:lnTo>
                  <a:pt x="68580" y="379476"/>
                </a:lnTo>
                <a:lnTo>
                  <a:pt x="60960" y="379476"/>
                </a:lnTo>
                <a:lnTo>
                  <a:pt x="60960" y="408432"/>
                </a:lnTo>
                <a:lnTo>
                  <a:pt x="41021" y="408203"/>
                </a:lnTo>
                <a:lnTo>
                  <a:pt x="19812" y="406908"/>
                </a:lnTo>
                <a:lnTo>
                  <a:pt x="13716" y="403860"/>
                </a:lnTo>
                <a:lnTo>
                  <a:pt x="10668" y="400812"/>
                </a:lnTo>
                <a:lnTo>
                  <a:pt x="7620" y="394716"/>
                </a:lnTo>
                <a:lnTo>
                  <a:pt x="7620" y="388620"/>
                </a:lnTo>
                <a:lnTo>
                  <a:pt x="10668" y="382524"/>
                </a:lnTo>
                <a:lnTo>
                  <a:pt x="15240" y="377952"/>
                </a:lnTo>
                <a:lnTo>
                  <a:pt x="24384" y="371856"/>
                </a:lnTo>
                <a:lnTo>
                  <a:pt x="30480" y="365760"/>
                </a:lnTo>
                <a:lnTo>
                  <a:pt x="30480" y="356616"/>
                </a:lnTo>
                <a:lnTo>
                  <a:pt x="27432" y="355092"/>
                </a:lnTo>
                <a:lnTo>
                  <a:pt x="25908" y="353568"/>
                </a:lnTo>
                <a:lnTo>
                  <a:pt x="22860" y="352044"/>
                </a:lnTo>
                <a:lnTo>
                  <a:pt x="16764" y="352044"/>
                </a:lnTo>
                <a:lnTo>
                  <a:pt x="0" y="382524"/>
                </a:lnTo>
                <a:lnTo>
                  <a:pt x="546" y="389128"/>
                </a:lnTo>
                <a:lnTo>
                  <a:pt x="25908" y="422148"/>
                </a:lnTo>
                <a:lnTo>
                  <a:pt x="31902" y="425030"/>
                </a:lnTo>
                <a:lnTo>
                  <a:pt x="38481" y="426910"/>
                </a:lnTo>
                <a:lnTo>
                  <a:pt x="45618" y="427939"/>
                </a:lnTo>
                <a:lnTo>
                  <a:pt x="53340" y="428244"/>
                </a:lnTo>
                <a:lnTo>
                  <a:pt x="60960" y="428244"/>
                </a:lnTo>
                <a:lnTo>
                  <a:pt x="60960" y="449580"/>
                </a:lnTo>
                <a:lnTo>
                  <a:pt x="68580" y="449580"/>
                </a:lnTo>
                <a:lnTo>
                  <a:pt x="68580" y="428244"/>
                </a:lnTo>
                <a:lnTo>
                  <a:pt x="156972" y="428244"/>
                </a:lnTo>
                <a:lnTo>
                  <a:pt x="163068" y="431292"/>
                </a:lnTo>
                <a:lnTo>
                  <a:pt x="169164" y="437388"/>
                </a:lnTo>
                <a:lnTo>
                  <a:pt x="169164" y="449580"/>
                </a:lnTo>
                <a:lnTo>
                  <a:pt x="172212" y="449580"/>
                </a:lnTo>
                <a:lnTo>
                  <a:pt x="172212" y="382524"/>
                </a:lnTo>
                <a:close/>
              </a:path>
              <a:path extrusionOk="0" h="637540" w="175260">
                <a:moveTo>
                  <a:pt x="175247" y="208788"/>
                </a:moveTo>
                <a:lnTo>
                  <a:pt x="149910" y="169926"/>
                </a:lnTo>
                <a:lnTo>
                  <a:pt x="129527" y="163068"/>
                </a:lnTo>
                <a:lnTo>
                  <a:pt x="128003" y="166116"/>
                </a:lnTo>
                <a:lnTo>
                  <a:pt x="138671" y="170688"/>
                </a:lnTo>
                <a:lnTo>
                  <a:pt x="144767" y="175260"/>
                </a:lnTo>
                <a:lnTo>
                  <a:pt x="149339" y="179832"/>
                </a:lnTo>
                <a:lnTo>
                  <a:pt x="153911" y="185928"/>
                </a:lnTo>
                <a:lnTo>
                  <a:pt x="155435" y="192024"/>
                </a:lnTo>
                <a:lnTo>
                  <a:pt x="155435" y="201168"/>
                </a:lnTo>
                <a:lnTo>
                  <a:pt x="124383" y="233934"/>
                </a:lnTo>
                <a:lnTo>
                  <a:pt x="105143" y="236220"/>
                </a:lnTo>
                <a:lnTo>
                  <a:pt x="96316" y="235648"/>
                </a:lnTo>
                <a:lnTo>
                  <a:pt x="65519" y="216408"/>
                </a:lnTo>
                <a:lnTo>
                  <a:pt x="65519" y="202692"/>
                </a:lnTo>
                <a:lnTo>
                  <a:pt x="67043" y="199644"/>
                </a:lnTo>
                <a:lnTo>
                  <a:pt x="70091" y="196596"/>
                </a:lnTo>
                <a:lnTo>
                  <a:pt x="71615" y="193548"/>
                </a:lnTo>
                <a:lnTo>
                  <a:pt x="76187" y="192024"/>
                </a:lnTo>
                <a:lnTo>
                  <a:pt x="85331" y="192024"/>
                </a:lnTo>
                <a:lnTo>
                  <a:pt x="88379" y="190500"/>
                </a:lnTo>
                <a:lnTo>
                  <a:pt x="92951" y="185928"/>
                </a:lnTo>
                <a:lnTo>
                  <a:pt x="94475" y="182880"/>
                </a:lnTo>
                <a:lnTo>
                  <a:pt x="94475" y="172212"/>
                </a:lnTo>
                <a:lnTo>
                  <a:pt x="91427" y="170688"/>
                </a:lnTo>
                <a:lnTo>
                  <a:pt x="88379" y="167640"/>
                </a:lnTo>
                <a:lnTo>
                  <a:pt x="79235" y="167640"/>
                </a:lnTo>
                <a:lnTo>
                  <a:pt x="73139" y="170688"/>
                </a:lnTo>
                <a:lnTo>
                  <a:pt x="63042" y="183438"/>
                </a:lnTo>
                <a:lnTo>
                  <a:pt x="60185" y="189547"/>
                </a:lnTo>
                <a:lnTo>
                  <a:pt x="58470" y="196532"/>
                </a:lnTo>
                <a:lnTo>
                  <a:pt x="57899" y="204216"/>
                </a:lnTo>
                <a:lnTo>
                  <a:pt x="59029" y="214223"/>
                </a:lnTo>
                <a:lnTo>
                  <a:pt x="83261" y="247675"/>
                </a:lnTo>
                <a:lnTo>
                  <a:pt x="117335" y="256032"/>
                </a:lnTo>
                <a:lnTo>
                  <a:pt x="130225" y="255181"/>
                </a:lnTo>
                <a:lnTo>
                  <a:pt x="166890" y="235153"/>
                </a:lnTo>
                <a:lnTo>
                  <a:pt x="174371" y="218528"/>
                </a:lnTo>
                <a:lnTo>
                  <a:pt x="175247" y="208788"/>
                </a:lnTo>
                <a:close/>
              </a:path>
              <a:path extrusionOk="0" h="637540" w="175260">
                <a:moveTo>
                  <a:pt x="175247" y="111252"/>
                </a:moveTo>
                <a:lnTo>
                  <a:pt x="173723" y="105156"/>
                </a:lnTo>
                <a:lnTo>
                  <a:pt x="169151" y="100584"/>
                </a:lnTo>
                <a:lnTo>
                  <a:pt x="166103" y="94488"/>
                </a:lnTo>
                <a:lnTo>
                  <a:pt x="160007" y="91440"/>
                </a:lnTo>
                <a:lnTo>
                  <a:pt x="150863" y="88392"/>
                </a:lnTo>
                <a:lnTo>
                  <a:pt x="150863" y="94488"/>
                </a:lnTo>
                <a:lnTo>
                  <a:pt x="156959" y="97536"/>
                </a:lnTo>
                <a:lnTo>
                  <a:pt x="158483" y="99060"/>
                </a:lnTo>
                <a:lnTo>
                  <a:pt x="160007" y="102108"/>
                </a:lnTo>
                <a:lnTo>
                  <a:pt x="160007" y="111252"/>
                </a:lnTo>
                <a:lnTo>
                  <a:pt x="158483" y="112776"/>
                </a:lnTo>
                <a:lnTo>
                  <a:pt x="156959" y="115824"/>
                </a:lnTo>
                <a:lnTo>
                  <a:pt x="153911" y="117348"/>
                </a:lnTo>
                <a:lnTo>
                  <a:pt x="149339" y="118872"/>
                </a:lnTo>
                <a:lnTo>
                  <a:pt x="68567" y="118872"/>
                </a:lnTo>
                <a:lnTo>
                  <a:pt x="68567" y="92964"/>
                </a:lnTo>
                <a:lnTo>
                  <a:pt x="60947" y="92964"/>
                </a:lnTo>
                <a:lnTo>
                  <a:pt x="60947" y="118872"/>
                </a:lnTo>
                <a:lnTo>
                  <a:pt x="24371" y="118872"/>
                </a:lnTo>
                <a:lnTo>
                  <a:pt x="24371" y="121920"/>
                </a:lnTo>
                <a:lnTo>
                  <a:pt x="33515" y="124968"/>
                </a:lnTo>
                <a:lnTo>
                  <a:pt x="38087" y="128016"/>
                </a:lnTo>
                <a:lnTo>
                  <a:pt x="47231" y="132588"/>
                </a:lnTo>
                <a:lnTo>
                  <a:pt x="56375" y="141732"/>
                </a:lnTo>
                <a:lnTo>
                  <a:pt x="60947" y="147828"/>
                </a:lnTo>
                <a:lnTo>
                  <a:pt x="63995" y="152400"/>
                </a:lnTo>
                <a:lnTo>
                  <a:pt x="65519" y="156972"/>
                </a:lnTo>
                <a:lnTo>
                  <a:pt x="68567" y="156972"/>
                </a:lnTo>
                <a:lnTo>
                  <a:pt x="68567" y="138684"/>
                </a:lnTo>
                <a:lnTo>
                  <a:pt x="153911" y="138684"/>
                </a:lnTo>
                <a:lnTo>
                  <a:pt x="160007" y="137160"/>
                </a:lnTo>
                <a:lnTo>
                  <a:pt x="163055" y="135636"/>
                </a:lnTo>
                <a:lnTo>
                  <a:pt x="167627" y="134112"/>
                </a:lnTo>
                <a:lnTo>
                  <a:pt x="170675" y="131064"/>
                </a:lnTo>
                <a:lnTo>
                  <a:pt x="172199" y="128016"/>
                </a:lnTo>
                <a:lnTo>
                  <a:pt x="175247" y="123444"/>
                </a:lnTo>
                <a:lnTo>
                  <a:pt x="175247" y="111252"/>
                </a:lnTo>
                <a:close/>
              </a:path>
              <a:path extrusionOk="0" h="637540" w="175260">
                <a:moveTo>
                  <a:pt x="175260" y="589788"/>
                </a:moveTo>
                <a:lnTo>
                  <a:pt x="155943" y="553935"/>
                </a:lnTo>
                <a:lnTo>
                  <a:pt x="132588" y="544068"/>
                </a:lnTo>
                <a:lnTo>
                  <a:pt x="129540" y="547116"/>
                </a:lnTo>
                <a:lnTo>
                  <a:pt x="140208" y="551688"/>
                </a:lnTo>
                <a:lnTo>
                  <a:pt x="146304" y="556260"/>
                </a:lnTo>
                <a:lnTo>
                  <a:pt x="150876" y="560832"/>
                </a:lnTo>
                <a:lnTo>
                  <a:pt x="153924" y="565404"/>
                </a:lnTo>
                <a:lnTo>
                  <a:pt x="153949" y="565581"/>
                </a:lnTo>
                <a:lnTo>
                  <a:pt x="155409" y="572833"/>
                </a:lnTo>
                <a:lnTo>
                  <a:pt x="134035" y="612965"/>
                </a:lnTo>
                <a:lnTo>
                  <a:pt x="102108" y="618744"/>
                </a:lnTo>
                <a:lnTo>
                  <a:pt x="102108" y="568452"/>
                </a:lnTo>
                <a:lnTo>
                  <a:pt x="102108" y="544068"/>
                </a:lnTo>
                <a:lnTo>
                  <a:pt x="94488" y="544728"/>
                </a:lnTo>
                <a:lnTo>
                  <a:pt x="94488" y="568452"/>
                </a:lnTo>
                <a:lnTo>
                  <a:pt x="94488" y="618744"/>
                </a:lnTo>
                <a:lnTo>
                  <a:pt x="85344" y="618744"/>
                </a:lnTo>
                <a:lnTo>
                  <a:pt x="79248" y="615696"/>
                </a:lnTo>
                <a:lnTo>
                  <a:pt x="68580" y="605028"/>
                </a:lnTo>
                <a:lnTo>
                  <a:pt x="66662" y="601205"/>
                </a:lnTo>
                <a:lnTo>
                  <a:pt x="65532" y="598893"/>
                </a:lnTo>
                <a:lnTo>
                  <a:pt x="65532" y="588264"/>
                </a:lnTo>
                <a:lnTo>
                  <a:pt x="67056" y="583692"/>
                </a:lnTo>
                <a:lnTo>
                  <a:pt x="70104" y="580644"/>
                </a:lnTo>
                <a:lnTo>
                  <a:pt x="71628" y="576072"/>
                </a:lnTo>
                <a:lnTo>
                  <a:pt x="76200" y="573024"/>
                </a:lnTo>
                <a:lnTo>
                  <a:pt x="80772" y="571500"/>
                </a:lnTo>
                <a:lnTo>
                  <a:pt x="82296" y="569976"/>
                </a:lnTo>
                <a:lnTo>
                  <a:pt x="88392" y="569976"/>
                </a:lnTo>
                <a:lnTo>
                  <a:pt x="94488" y="568452"/>
                </a:lnTo>
                <a:lnTo>
                  <a:pt x="94488" y="544728"/>
                </a:lnTo>
                <a:lnTo>
                  <a:pt x="92392" y="544906"/>
                </a:lnTo>
                <a:lnTo>
                  <a:pt x="61150" y="569785"/>
                </a:lnTo>
                <a:lnTo>
                  <a:pt x="57912" y="586740"/>
                </a:lnTo>
                <a:lnTo>
                  <a:pt x="59029" y="597395"/>
                </a:lnTo>
                <a:lnTo>
                  <a:pt x="83286" y="629323"/>
                </a:lnTo>
                <a:lnTo>
                  <a:pt x="118872" y="637032"/>
                </a:lnTo>
                <a:lnTo>
                  <a:pt x="130873" y="636181"/>
                </a:lnTo>
                <a:lnTo>
                  <a:pt x="141732" y="633603"/>
                </a:lnTo>
                <a:lnTo>
                  <a:pt x="151447" y="629323"/>
                </a:lnTo>
                <a:lnTo>
                  <a:pt x="160020" y="623316"/>
                </a:lnTo>
                <a:lnTo>
                  <a:pt x="164274" y="618744"/>
                </a:lnTo>
                <a:lnTo>
                  <a:pt x="166890" y="615937"/>
                </a:lnTo>
                <a:lnTo>
                  <a:pt x="171640" y="607695"/>
                </a:lnTo>
                <a:lnTo>
                  <a:pt x="174371" y="598893"/>
                </a:lnTo>
                <a:lnTo>
                  <a:pt x="175260" y="589788"/>
                </a:lnTo>
                <a:close/>
              </a:path>
              <a:path extrusionOk="0" h="637540" w="175260">
                <a:moveTo>
                  <a:pt x="175260" y="316992"/>
                </a:moveTo>
                <a:lnTo>
                  <a:pt x="155943" y="281368"/>
                </a:lnTo>
                <a:lnTo>
                  <a:pt x="132588" y="272796"/>
                </a:lnTo>
                <a:lnTo>
                  <a:pt x="129540" y="275844"/>
                </a:lnTo>
                <a:lnTo>
                  <a:pt x="140208" y="278892"/>
                </a:lnTo>
                <a:lnTo>
                  <a:pt x="146304" y="283464"/>
                </a:lnTo>
                <a:lnTo>
                  <a:pt x="150876" y="288036"/>
                </a:lnTo>
                <a:lnTo>
                  <a:pt x="153924" y="294132"/>
                </a:lnTo>
                <a:lnTo>
                  <a:pt x="155448" y="300228"/>
                </a:lnTo>
                <a:lnTo>
                  <a:pt x="155384" y="308381"/>
                </a:lnTo>
                <a:lnTo>
                  <a:pt x="134035" y="340410"/>
                </a:lnTo>
                <a:lnTo>
                  <a:pt x="102108" y="347472"/>
                </a:lnTo>
                <a:lnTo>
                  <a:pt x="102108" y="297180"/>
                </a:lnTo>
                <a:lnTo>
                  <a:pt x="102108" y="272796"/>
                </a:lnTo>
                <a:lnTo>
                  <a:pt x="94488" y="273265"/>
                </a:lnTo>
                <a:lnTo>
                  <a:pt x="94488" y="297180"/>
                </a:lnTo>
                <a:lnTo>
                  <a:pt x="94488" y="347472"/>
                </a:lnTo>
                <a:lnTo>
                  <a:pt x="65532" y="326136"/>
                </a:lnTo>
                <a:lnTo>
                  <a:pt x="65532" y="315468"/>
                </a:lnTo>
                <a:lnTo>
                  <a:pt x="67056" y="312420"/>
                </a:lnTo>
                <a:lnTo>
                  <a:pt x="70104" y="307848"/>
                </a:lnTo>
                <a:lnTo>
                  <a:pt x="71628" y="303276"/>
                </a:lnTo>
                <a:lnTo>
                  <a:pt x="76200" y="301752"/>
                </a:lnTo>
                <a:lnTo>
                  <a:pt x="80772" y="298704"/>
                </a:lnTo>
                <a:lnTo>
                  <a:pt x="82296" y="297180"/>
                </a:lnTo>
                <a:lnTo>
                  <a:pt x="94488" y="297180"/>
                </a:lnTo>
                <a:lnTo>
                  <a:pt x="94488" y="273265"/>
                </a:lnTo>
                <a:lnTo>
                  <a:pt x="92392" y="273392"/>
                </a:lnTo>
                <a:lnTo>
                  <a:pt x="83820" y="275272"/>
                </a:lnTo>
                <a:lnTo>
                  <a:pt x="58737" y="305333"/>
                </a:lnTo>
                <a:lnTo>
                  <a:pt x="57912" y="313944"/>
                </a:lnTo>
                <a:lnTo>
                  <a:pt x="59029" y="324802"/>
                </a:lnTo>
                <a:lnTo>
                  <a:pt x="83286" y="356768"/>
                </a:lnTo>
                <a:lnTo>
                  <a:pt x="118872" y="365760"/>
                </a:lnTo>
                <a:lnTo>
                  <a:pt x="130873" y="364883"/>
                </a:lnTo>
                <a:lnTo>
                  <a:pt x="141732" y="362140"/>
                </a:lnTo>
                <a:lnTo>
                  <a:pt x="151447" y="357403"/>
                </a:lnTo>
                <a:lnTo>
                  <a:pt x="160020" y="350520"/>
                </a:lnTo>
                <a:lnTo>
                  <a:pt x="162941" y="347472"/>
                </a:lnTo>
                <a:lnTo>
                  <a:pt x="166890" y="343357"/>
                </a:lnTo>
                <a:lnTo>
                  <a:pt x="171640" y="335470"/>
                </a:lnTo>
                <a:lnTo>
                  <a:pt x="171691" y="335280"/>
                </a:lnTo>
                <a:lnTo>
                  <a:pt x="174371" y="326732"/>
                </a:lnTo>
                <a:lnTo>
                  <a:pt x="174421" y="326136"/>
                </a:lnTo>
                <a:lnTo>
                  <a:pt x="174548" y="324802"/>
                </a:lnTo>
                <a:lnTo>
                  <a:pt x="175260" y="316992"/>
                </a:lnTo>
                <a:close/>
              </a:path>
              <a:path extrusionOk="0" h="637540" w="175260">
                <a:moveTo>
                  <a:pt x="175260" y="38100"/>
                </a:moveTo>
                <a:lnTo>
                  <a:pt x="174688" y="30632"/>
                </a:lnTo>
                <a:lnTo>
                  <a:pt x="172974" y="24003"/>
                </a:lnTo>
                <a:lnTo>
                  <a:pt x="170268" y="18288"/>
                </a:lnTo>
                <a:lnTo>
                  <a:pt x="170116" y="17957"/>
                </a:lnTo>
                <a:lnTo>
                  <a:pt x="141732" y="0"/>
                </a:lnTo>
                <a:lnTo>
                  <a:pt x="132892" y="1460"/>
                </a:lnTo>
                <a:lnTo>
                  <a:pt x="99060" y="48768"/>
                </a:lnTo>
                <a:lnTo>
                  <a:pt x="94488" y="54864"/>
                </a:lnTo>
                <a:lnTo>
                  <a:pt x="85344" y="59436"/>
                </a:lnTo>
                <a:lnTo>
                  <a:pt x="76200" y="59436"/>
                </a:lnTo>
                <a:lnTo>
                  <a:pt x="73152" y="57912"/>
                </a:lnTo>
                <a:lnTo>
                  <a:pt x="67056" y="51816"/>
                </a:lnTo>
                <a:lnTo>
                  <a:pt x="65532" y="47244"/>
                </a:lnTo>
                <a:lnTo>
                  <a:pt x="65532" y="35052"/>
                </a:lnTo>
                <a:lnTo>
                  <a:pt x="96012" y="12192"/>
                </a:lnTo>
                <a:lnTo>
                  <a:pt x="96012" y="9144"/>
                </a:lnTo>
                <a:lnTo>
                  <a:pt x="57912" y="9144"/>
                </a:lnTo>
                <a:lnTo>
                  <a:pt x="57912" y="12192"/>
                </a:lnTo>
                <a:lnTo>
                  <a:pt x="59436" y="13716"/>
                </a:lnTo>
                <a:lnTo>
                  <a:pt x="60960" y="13716"/>
                </a:lnTo>
                <a:lnTo>
                  <a:pt x="62484" y="15240"/>
                </a:lnTo>
                <a:lnTo>
                  <a:pt x="62484" y="21336"/>
                </a:lnTo>
                <a:lnTo>
                  <a:pt x="60960" y="25908"/>
                </a:lnTo>
                <a:lnTo>
                  <a:pt x="57912" y="38100"/>
                </a:lnTo>
                <a:lnTo>
                  <a:pt x="57912" y="41148"/>
                </a:lnTo>
                <a:lnTo>
                  <a:pt x="58483" y="48602"/>
                </a:lnTo>
                <a:lnTo>
                  <a:pt x="80772" y="74676"/>
                </a:lnTo>
                <a:lnTo>
                  <a:pt x="96012" y="74676"/>
                </a:lnTo>
                <a:lnTo>
                  <a:pt x="102108" y="73152"/>
                </a:lnTo>
                <a:lnTo>
                  <a:pt x="106680" y="68580"/>
                </a:lnTo>
                <a:lnTo>
                  <a:pt x="110121" y="65443"/>
                </a:lnTo>
                <a:lnTo>
                  <a:pt x="113728" y="60579"/>
                </a:lnTo>
                <a:lnTo>
                  <a:pt x="114401" y="59436"/>
                </a:lnTo>
                <a:lnTo>
                  <a:pt x="117602" y="54013"/>
                </a:lnTo>
                <a:lnTo>
                  <a:pt x="140208" y="19812"/>
                </a:lnTo>
                <a:lnTo>
                  <a:pt x="144780" y="18288"/>
                </a:lnTo>
                <a:lnTo>
                  <a:pt x="155448" y="18288"/>
                </a:lnTo>
                <a:lnTo>
                  <a:pt x="160020" y="19812"/>
                </a:lnTo>
                <a:lnTo>
                  <a:pt x="163068" y="24384"/>
                </a:lnTo>
                <a:lnTo>
                  <a:pt x="166116" y="27432"/>
                </a:lnTo>
                <a:lnTo>
                  <a:pt x="167640" y="32004"/>
                </a:lnTo>
                <a:lnTo>
                  <a:pt x="167640" y="45720"/>
                </a:lnTo>
                <a:lnTo>
                  <a:pt x="137160" y="71628"/>
                </a:lnTo>
                <a:lnTo>
                  <a:pt x="137160" y="74676"/>
                </a:lnTo>
                <a:lnTo>
                  <a:pt x="175260" y="74676"/>
                </a:lnTo>
                <a:lnTo>
                  <a:pt x="175260" y="71628"/>
                </a:lnTo>
                <a:lnTo>
                  <a:pt x="172212" y="70104"/>
                </a:lnTo>
                <a:lnTo>
                  <a:pt x="170688" y="70104"/>
                </a:lnTo>
                <a:lnTo>
                  <a:pt x="170688" y="64008"/>
                </a:lnTo>
                <a:lnTo>
                  <a:pt x="172212" y="60960"/>
                </a:lnTo>
                <a:lnTo>
                  <a:pt x="172275" y="60579"/>
                </a:lnTo>
                <a:lnTo>
                  <a:pt x="173736" y="51816"/>
                </a:lnTo>
                <a:lnTo>
                  <a:pt x="175260" y="44196"/>
                </a:lnTo>
                <a:lnTo>
                  <a:pt x="175260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06" name="Google Shape;1006;p19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5908547" y="6391656"/>
            <a:ext cx="117348" cy="236219"/>
          </a:xfrm>
          <a:prstGeom prst="rect">
            <a:avLst/>
          </a:prstGeom>
          <a:noFill/>
          <a:ln>
            <a:noFill/>
          </a:ln>
        </p:spPr>
      </p:pic>
      <p:sp>
        <p:nvSpPr>
          <p:cNvPr id="1007" name="Google Shape;1007;p19"/>
          <p:cNvSpPr/>
          <p:nvPr/>
        </p:nvSpPr>
        <p:spPr>
          <a:xfrm>
            <a:off x="5850623" y="5631180"/>
            <a:ext cx="226060" cy="684530"/>
          </a:xfrm>
          <a:custGeom>
            <a:rect b="b" l="l" r="r" t="t"/>
            <a:pathLst>
              <a:path extrusionOk="0" h="684529" w="226060">
                <a:moveTo>
                  <a:pt x="24384" y="329184"/>
                </a:moveTo>
                <a:lnTo>
                  <a:pt x="22860" y="326136"/>
                </a:lnTo>
                <a:lnTo>
                  <a:pt x="18288" y="321564"/>
                </a:lnTo>
                <a:lnTo>
                  <a:pt x="15240" y="320040"/>
                </a:lnTo>
                <a:lnTo>
                  <a:pt x="9144" y="320040"/>
                </a:lnTo>
                <a:lnTo>
                  <a:pt x="6096" y="321564"/>
                </a:lnTo>
                <a:lnTo>
                  <a:pt x="4572" y="324612"/>
                </a:lnTo>
                <a:lnTo>
                  <a:pt x="1524" y="326136"/>
                </a:lnTo>
                <a:lnTo>
                  <a:pt x="0" y="329184"/>
                </a:lnTo>
                <a:lnTo>
                  <a:pt x="0" y="336804"/>
                </a:lnTo>
                <a:lnTo>
                  <a:pt x="4572" y="341376"/>
                </a:lnTo>
                <a:lnTo>
                  <a:pt x="6096" y="344424"/>
                </a:lnTo>
                <a:lnTo>
                  <a:pt x="18288" y="344424"/>
                </a:lnTo>
                <a:lnTo>
                  <a:pt x="21336" y="341376"/>
                </a:lnTo>
                <a:lnTo>
                  <a:pt x="24384" y="335280"/>
                </a:lnTo>
                <a:lnTo>
                  <a:pt x="24384" y="329184"/>
                </a:lnTo>
                <a:close/>
              </a:path>
              <a:path extrusionOk="0" h="684529" w="226060">
                <a:moveTo>
                  <a:pt x="172212" y="304800"/>
                </a:moveTo>
                <a:lnTo>
                  <a:pt x="169164" y="304800"/>
                </a:lnTo>
                <a:lnTo>
                  <a:pt x="169164" y="313944"/>
                </a:lnTo>
                <a:lnTo>
                  <a:pt x="167640" y="315468"/>
                </a:lnTo>
                <a:lnTo>
                  <a:pt x="166116" y="318516"/>
                </a:lnTo>
                <a:lnTo>
                  <a:pt x="164592" y="320040"/>
                </a:lnTo>
                <a:lnTo>
                  <a:pt x="163068" y="320040"/>
                </a:lnTo>
                <a:lnTo>
                  <a:pt x="160020" y="321564"/>
                </a:lnTo>
                <a:lnTo>
                  <a:pt x="57912" y="321564"/>
                </a:lnTo>
                <a:lnTo>
                  <a:pt x="57912" y="327660"/>
                </a:lnTo>
                <a:lnTo>
                  <a:pt x="71628" y="359664"/>
                </a:lnTo>
                <a:lnTo>
                  <a:pt x="74676" y="358140"/>
                </a:lnTo>
                <a:lnTo>
                  <a:pt x="73152" y="355092"/>
                </a:lnTo>
                <a:lnTo>
                  <a:pt x="73152" y="347472"/>
                </a:lnTo>
                <a:lnTo>
                  <a:pt x="77724" y="342900"/>
                </a:lnTo>
                <a:lnTo>
                  <a:pt x="83820" y="342900"/>
                </a:lnTo>
                <a:lnTo>
                  <a:pt x="92964" y="341376"/>
                </a:lnTo>
                <a:lnTo>
                  <a:pt x="155448" y="341376"/>
                </a:lnTo>
                <a:lnTo>
                  <a:pt x="160020" y="342900"/>
                </a:lnTo>
                <a:lnTo>
                  <a:pt x="163068" y="342900"/>
                </a:lnTo>
                <a:lnTo>
                  <a:pt x="169164" y="348996"/>
                </a:lnTo>
                <a:lnTo>
                  <a:pt x="169164" y="358140"/>
                </a:lnTo>
                <a:lnTo>
                  <a:pt x="172212" y="358140"/>
                </a:lnTo>
                <a:lnTo>
                  <a:pt x="172212" y="341376"/>
                </a:lnTo>
                <a:lnTo>
                  <a:pt x="172212" y="304800"/>
                </a:lnTo>
                <a:close/>
              </a:path>
              <a:path extrusionOk="0" h="684529" w="226060">
                <a:moveTo>
                  <a:pt x="175260" y="539496"/>
                </a:moveTo>
                <a:lnTo>
                  <a:pt x="167640" y="512064"/>
                </a:lnTo>
                <a:lnTo>
                  <a:pt x="167640" y="525780"/>
                </a:lnTo>
                <a:lnTo>
                  <a:pt x="167640" y="533400"/>
                </a:lnTo>
                <a:lnTo>
                  <a:pt x="141427" y="563308"/>
                </a:lnTo>
                <a:lnTo>
                  <a:pt x="108204" y="568452"/>
                </a:lnTo>
                <a:lnTo>
                  <a:pt x="97536" y="568452"/>
                </a:lnTo>
                <a:lnTo>
                  <a:pt x="89916" y="566928"/>
                </a:lnTo>
                <a:lnTo>
                  <a:pt x="83820" y="563880"/>
                </a:lnTo>
                <a:lnTo>
                  <a:pt x="76200" y="562356"/>
                </a:lnTo>
                <a:lnTo>
                  <a:pt x="71628" y="557784"/>
                </a:lnTo>
                <a:lnTo>
                  <a:pt x="70104" y="554736"/>
                </a:lnTo>
                <a:lnTo>
                  <a:pt x="67056" y="550164"/>
                </a:lnTo>
                <a:lnTo>
                  <a:pt x="65532" y="545592"/>
                </a:lnTo>
                <a:lnTo>
                  <a:pt x="65532" y="533400"/>
                </a:lnTo>
                <a:lnTo>
                  <a:pt x="97917" y="510730"/>
                </a:lnTo>
                <a:lnTo>
                  <a:pt x="124968" y="507492"/>
                </a:lnTo>
                <a:lnTo>
                  <a:pt x="135788" y="508050"/>
                </a:lnTo>
                <a:lnTo>
                  <a:pt x="167640" y="525780"/>
                </a:lnTo>
                <a:lnTo>
                  <a:pt x="167640" y="512064"/>
                </a:lnTo>
                <a:lnTo>
                  <a:pt x="137020" y="489140"/>
                </a:lnTo>
                <a:lnTo>
                  <a:pt x="114300" y="484632"/>
                </a:lnTo>
                <a:lnTo>
                  <a:pt x="104305" y="485470"/>
                </a:lnTo>
                <a:lnTo>
                  <a:pt x="68846" y="505396"/>
                </a:lnTo>
                <a:lnTo>
                  <a:pt x="57912" y="537972"/>
                </a:lnTo>
                <a:lnTo>
                  <a:pt x="58039" y="539496"/>
                </a:lnTo>
                <a:lnTo>
                  <a:pt x="58470" y="544817"/>
                </a:lnTo>
                <a:lnTo>
                  <a:pt x="80962" y="579742"/>
                </a:lnTo>
                <a:lnTo>
                  <a:pt x="117348" y="591312"/>
                </a:lnTo>
                <a:lnTo>
                  <a:pt x="128231" y="590486"/>
                </a:lnTo>
                <a:lnTo>
                  <a:pt x="164338" y="570788"/>
                </a:lnTo>
                <a:lnTo>
                  <a:pt x="165900" y="568452"/>
                </a:lnTo>
                <a:lnTo>
                  <a:pt x="170497" y="561594"/>
                </a:lnTo>
                <a:lnTo>
                  <a:pt x="174104" y="551268"/>
                </a:lnTo>
                <a:lnTo>
                  <a:pt x="174205" y="550164"/>
                </a:lnTo>
                <a:lnTo>
                  <a:pt x="175260" y="539496"/>
                </a:lnTo>
                <a:close/>
              </a:path>
              <a:path extrusionOk="0" h="684529" w="226060">
                <a:moveTo>
                  <a:pt x="175260" y="420624"/>
                </a:moveTo>
                <a:lnTo>
                  <a:pt x="158051" y="386270"/>
                </a:lnTo>
                <a:lnTo>
                  <a:pt x="129540" y="374904"/>
                </a:lnTo>
                <a:lnTo>
                  <a:pt x="128016" y="377952"/>
                </a:lnTo>
                <a:lnTo>
                  <a:pt x="138684" y="382524"/>
                </a:lnTo>
                <a:lnTo>
                  <a:pt x="144780" y="385572"/>
                </a:lnTo>
                <a:lnTo>
                  <a:pt x="149352" y="390144"/>
                </a:lnTo>
                <a:lnTo>
                  <a:pt x="153924" y="396240"/>
                </a:lnTo>
                <a:lnTo>
                  <a:pt x="155448" y="403860"/>
                </a:lnTo>
                <a:lnTo>
                  <a:pt x="155448" y="411480"/>
                </a:lnTo>
                <a:lnTo>
                  <a:pt x="132803" y="442277"/>
                </a:lnTo>
                <a:lnTo>
                  <a:pt x="105156" y="448056"/>
                </a:lnTo>
                <a:lnTo>
                  <a:pt x="96329" y="447484"/>
                </a:lnTo>
                <a:lnTo>
                  <a:pt x="65532" y="426720"/>
                </a:lnTo>
                <a:lnTo>
                  <a:pt x="65532" y="414528"/>
                </a:lnTo>
                <a:lnTo>
                  <a:pt x="67056" y="409956"/>
                </a:lnTo>
                <a:lnTo>
                  <a:pt x="70104" y="408432"/>
                </a:lnTo>
                <a:lnTo>
                  <a:pt x="71628" y="405384"/>
                </a:lnTo>
                <a:lnTo>
                  <a:pt x="76200" y="403860"/>
                </a:lnTo>
                <a:lnTo>
                  <a:pt x="80772" y="403860"/>
                </a:lnTo>
                <a:lnTo>
                  <a:pt x="85344" y="402336"/>
                </a:lnTo>
                <a:lnTo>
                  <a:pt x="88392" y="402336"/>
                </a:lnTo>
                <a:lnTo>
                  <a:pt x="89916" y="399288"/>
                </a:lnTo>
                <a:lnTo>
                  <a:pt x="92964" y="397764"/>
                </a:lnTo>
                <a:lnTo>
                  <a:pt x="94488" y="394716"/>
                </a:lnTo>
                <a:lnTo>
                  <a:pt x="94488" y="384048"/>
                </a:lnTo>
                <a:lnTo>
                  <a:pt x="91440" y="382524"/>
                </a:lnTo>
                <a:lnTo>
                  <a:pt x="89916" y="379476"/>
                </a:lnTo>
                <a:lnTo>
                  <a:pt x="79248" y="379476"/>
                </a:lnTo>
                <a:lnTo>
                  <a:pt x="73152" y="382524"/>
                </a:lnTo>
                <a:lnTo>
                  <a:pt x="63055" y="395274"/>
                </a:lnTo>
                <a:lnTo>
                  <a:pt x="60198" y="401383"/>
                </a:lnTo>
                <a:lnTo>
                  <a:pt x="58483" y="408368"/>
                </a:lnTo>
                <a:lnTo>
                  <a:pt x="57912" y="416052"/>
                </a:lnTo>
                <a:lnTo>
                  <a:pt x="59042" y="426059"/>
                </a:lnTo>
                <a:lnTo>
                  <a:pt x="83273" y="458876"/>
                </a:lnTo>
                <a:lnTo>
                  <a:pt x="117348" y="467868"/>
                </a:lnTo>
                <a:lnTo>
                  <a:pt x="130238" y="467017"/>
                </a:lnTo>
                <a:lnTo>
                  <a:pt x="166903" y="446773"/>
                </a:lnTo>
                <a:lnTo>
                  <a:pt x="174383" y="429729"/>
                </a:lnTo>
                <a:lnTo>
                  <a:pt x="175260" y="420624"/>
                </a:lnTo>
                <a:close/>
              </a:path>
              <a:path extrusionOk="0" h="684529" w="226060">
                <a:moveTo>
                  <a:pt x="175260" y="143256"/>
                </a:moveTo>
                <a:lnTo>
                  <a:pt x="173736" y="138684"/>
                </a:lnTo>
                <a:lnTo>
                  <a:pt x="169164" y="132588"/>
                </a:lnTo>
                <a:lnTo>
                  <a:pt x="166116" y="128016"/>
                </a:lnTo>
                <a:lnTo>
                  <a:pt x="160020" y="123444"/>
                </a:lnTo>
                <a:lnTo>
                  <a:pt x="150876" y="120396"/>
                </a:lnTo>
                <a:lnTo>
                  <a:pt x="150876" y="126492"/>
                </a:lnTo>
                <a:lnTo>
                  <a:pt x="153924" y="128016"/>
                </a:lnTo>
                <a:lnTo>
                  <a:pt x="158496" y="132588"/>
                </a:lnTo>
                <a:lnTo>
                  <a:pt x="160020" y="135636"/>
                </a:lnTo>
                <a:lnTo>
                  <a:pt x="160020" y="143256"/>
                </a:lnTo>
                <a:lnTo>
                  <a:pt x="158496" y="146304"/>
                </a:lnTo>
                <a:lnTo>
                  <a:pt x="153924" y="150876"/>
                </a:lnTo>
                <a:lnTo>
                  <a:pt x="68580" y="150876"/>
                </a:lnTo>
                <a:lnTo>
                  <a:pt x="68580" y="124968"/>
                </a:lnTo>
                <a:lnTo>
                  <a:pt x="60960" y="124968"/>
                </a:lnTo>
                <a:lnTo>
                  <a:pt x="60960" y="150876"/>
                </a:lnTo>
                <a:lnTo>
                  <a:pt x="24384" y="150876"/>
                </a:lnTo>
                <a:lnTo>
                  <a:pt x="24384" y="153924"/>
                </a:lnTo>
                <a:lnTo>
                  <a:pt x="33528" y="158496"/>
                </a:lnTo>
                <a:lnTo>
                  <a:pt x="38100" y="160020"/>
                </a:lnTo>
                <a:lnTo>
                  <a:pt x="41148" y="163068"/>
                </a:lnTo>
                <a:lnTo>
                  <a:pt x="47244" y="166116"/>
                </a:lnTo>
                <a:lnTo>
                  <a:pt x="60960" y="179832"/>
                </a:lnTo>
                <a:lnTo>
                  <a:pt x="64008" y="184404"/>
                </a:lnTo>
                <a:lnTo>
                  <a:pt x="65532" y="188976"/>
                </a:lnTo>
                <a:lnTo>
                  <a:pt x="68580" y="188976"/>
                </a:lnTo>
                <a:lnTo>
                  <a:pt x="68580" y="170688"/>
                </a:lnTo>
                <a:lnTo>
                  <a:pt x="160020" y="170688"/>
                </a:lnTo>
                <a:lnTo>
                  <a:pt x="163068" y="169164"/>
                </a:lnTo>
                <a:lnTo>
                  <a:pt x="167640" y="167640"/>
                </a:lnTo>
                <a:lnTo>
                  <a:pt x="170688" y="164592"/>
                </a:lnTo>
                <a:lnTo>
                  <a:pt x="172212" y="160020"/>
                </a:lnTo>
                <a:lnTo>
                  <a:pt x="175260" y="156972"/>
                </a:lnTo>
                <a:lnTo>
                  <a:pt x="175260" y="143256"/>
                </a:lnTo>
                <a:close/>
              </a:path>
              <a:path extrusionOk="0" h="684529" w="226060">
                <a:moveTo>
                  <a:pt x="175272" y="647700"/>
                </a:moveTo>
                <a:lnTo>
                  <a:pt x="155651" y="612838"/>
                </a:lnTo>
                <a:lnTo>
                  <a:pt x="141744" y="609600"/>
                </a:lnTo>
                <a:lnTo>
                  <a:pt x="132905" y="611276"/>
                </a:lnTo>
                <a:lnTo>
                  <a:pt x="102120" y="652272"/>
                </a:lnTo>
                <a:lnTo>
                  <a:pt x="99072" y="659892"/>
                </a:lnTo>
                <a:lnTo>
                  <a:pt x="94500" y="664464"/>
                </a:lnTo>
                <a:lnTo>
                  <a:pt x="91452" y="665988"/>
                </a:lnTo>
                <a:lnTo>
                  <a:pt x="88404" y="669036"/>
                </a:lnTo>
                <a:lnTo>
                  <a:pt x="76212" y="669036"/>
                </a:lnTo>
                <a:lnTo>
                  <a:pt x="73164" y="667512"/>
                </a:lnTo>
                <a:lnTo>
                  <a:pt x="67068" y="661416"/>
                </a:lnTo>
                <a:lnTo>
                  <a:pt x="65544" y="656844"/>
                </a:lnTo>
                <a:lnTo>
                  <a:pt x="65544" y="644652"/>
                </a:lnTo>
                <a:lnTo>
                  <a:pt x="96024" y="621792"/>
                </a:lnTo>
                <a:lnTo>
                  <a:pt x="96024" y="618744"/>
                </a:lnTo>
                <a:lnTo>
                  <a:pt x="57924" y="618744"/>
                </a:lnTo>
                <a:lnTo>
                  <a:pt x="57924" y="621792"/>
                </a:lnTo>
                <a:lnTo>
                  <a:pt x="60972" y="624840"/>
                </a:lnTo>
                <a:lnTo>
                  <a:pt x="62496" y="624840"/>
                </a:lnTo>
                <a:lnTo>
                  <a:pt x="62496" y="632460"/>
                </a:lnTo>
                <a:lnTo>
                  <a:pt x="60972" y="635508"/>
                </a:lnTo>
                <a:lnTo>
                  <a:pt x="57924" y="647700"/>
                </a:lnTo>
                <a:lnTo>
                  <a:pt x="57924" y="661416"/>
                </a:lnTo>
                <a:lnTo>
                  <a:pt x="60972" y="669036"/>
                </a:lnTo>
                <a:lnTo>
                  <a:pt x="73164" y="681228"/>
                </a:lnTo>
                <a:lnTo>
                  <a:pt x="80784" y="684276"/>
                </a:lnTo>
                <a:lnTo>
                  <a:pt x="96024" y="684276"/>
                </a:lnTo>
                <a:lnTo>
                  <a:pt x="121932" y="655320"/>
                </a:lnTo>
                <a:lnTo>
                  <a:pt x="128028" y="644652"/>
                </a:lnTo>
                <a:lnTo>
                  <a:pt x="132600" y="637032"/>
                </a:lnTo>
                <a:lnTo>
                  <a:pt x="135648" y="633984"/>
                </a:lnTo>
                <a:lnTo>
                  <a:pt x="144792" y="627888"/>
                </a:lnTo>
                <a:lnTo>
                  <a:pt x="155460" y="627888"/>
                </a:lnTo>
                <a:lnTo>
                  <a:pt x="160032" y="630936"/>
                </a:lnTo>
                <a:lnTo>
                  <a:pt x="166128" y="637032"/>
                </a:lnTo>
                <a:lnTo>
                  <a:pt x="167652" y="641604"/>
                </a:lnTo>
                <a:lnTo>
                  <a:pt x="167652" y="655320"/>
                </a:lnTo>
                <a:lnTo>
                  <a:pt x="166128" y="662940"/>
                </a:lnTo>
                <a:lnTo>
                  <a:pt x="160032" y="669036"/>
                </a:lnTo>
                <a:lnTo>
                  <a:pt x="156032" y="673303"/>
                </a:lnTo>
                <a:lnTo>
                  <a:pt x="150888" y="676846"/>
                </a:lnTo>
                <a:lnTo>
                  <a:pt x="144602" y="679538"/>
                </a:lnTo>
                <a:lnTo>
                  <a:pt x="137172" y="681228"/>
                </a:lnTo>
                <a:lnTo>
                  <a:pt x="137172" y="684276"/>
                </a:lnTo>
                <a:lnTo>
                  <a:pt x="175272" y="684276"/>
                </a:lnTo>
                <a:lnTo>
                  <a:pt x="175272" y="681228"/>
                </a:lnTo>
                <a:lnTo>
                  <a:pt x="172224" y="681228"/>
                </a:lnTo>
                <a:lnTo>
                  <a:pt x="170700" y="679704"/>
                </a:lnTo>
                <a:lnTo>
                  <a:pt x="170700" y="673608"/>
                </a:lnTo>
                <a:lnTo>
                  <a:pt x="172224" y="670560"/>
                </a:lnTo>
                <a:lnTo>
                  <a:pt x="173748" y="661416"/>
                </a:lnTo>
                <a:lnTo>
                  <a:pt x="175272" y="653796"/>
                </a:lnTo>
                <a:lnTo>
                  <a:pt x="175272" y="647700"/>
                </a:lnTo>
                <a:close/>
              </a:path>
              <a:path extrusionOk="0" h="684529" w="226060">
                <a:moveTo>
                  <a:pt x="175272" y="240792"/>
                </a:moveTo>
                <a:lnTo>
                  <a:pt x="155956" y="205168"/>
                </a:lnTo>
                <a:lnTo>
                  <a:pt x="132600" y="196596"/>
                </a:lnTo>
                <a:lnTo>
                  <a:pt x="129552" y="199644"/>
                </a:lnTo>
                <a:lnTo>
                  <a:pt x="140220" y="202692"/>
                </a:lnTo>
                <a:lnTo>
                  <a:pt x="146316" y="207264"/>
                </a:lnTo>
                <a:lnTo>
                  <a:pt x="150888" y="213360"/>
                </a:lnTo>
                <a:lnTo>
                  <a:pt x="153936" y="217932"/>
                </a:lnTo>
                <a:lnTo>
                  <a:pt x="155460" y="224028"/>
                </a:lnTo>
                <a:lnTo>
                  <a:pt x="155397" y="232181"/>
                </a:lnTo>
                <a:lnTo>
                  <a:pt x="134048" y="264210"/>
                </a:lnTo>
                <a:lnTo>
                  <a:pt x="102120" y="271272"/>
                </a:lnTo>
                <a:lnTo>
                  <a:pt x="102120" y="220980"/>
                </a:lnTo>
                <a:lnTo>
                  <a:pt x="102120" y="196596"/>
                </a:lnTo>
                <a:lnTo>
                  <a:pt x="94500" y="197091"/>
                </a:lnTo>
                <a:lnTo>
                  <a:pt x="94500" y="220980"/>
                </a:lnTo>
                <a:lnTo>
                  <a:pt x="94500" y="271272"/>
                </a:lnTo>
                <a:lnTo>
                  <a:pt x="65544" y="251460"/>
                </a:lnTo>
                <a:lnTo>
                  <a:pt x="65544" y="240792"/>
                </a:lnTo>
                <a:lnTo>
                  <a:pt x="67068" y="236220"/>
                </a:lnTo>
                <a:lnTo>
                  <a:pt x="70116" y="231648"/>
                </a:lnTo>
                <a:lnTo>
                  <a:pt x="71640" y="228600"/>
                </a:lnTo>
                <a:lnTo>
                  <a:pt x="80784" y="222504"/>
                </a:lnTo>
                <a:lnTo>
                  <a:pt x="82308" y="222504"/>
                </a:lnTo>
                <a:lnTo>
                  <a:pt x="88404" y="220980"/>
                </a:lnTo>
                <a:lnTo>
                  <a:pt x="94500" y="220980"/>
                </a:lnTo>
                <a:lnTo>
                  <a:pt x="94500" y="197091"/>
                </a:lnTo>
                <a:lnTo>
                  <a:pt x="92405" y="197218"/>
                </a:lnTo>
                <a:lnTo>
                  <a:pt x="61163" y="221742"/>
                </a:lnTo>
                <a:lnTo>
                  <a:pt x="57924" y="239268"/>
                </a:lnTo>
                <a:lnTo>
                  <a:pt x="59042" y="249250"/>
                </a:lnTo>
                <a:lnTo>
                  <a:pt x="83299" y="281203"/>
                </a:lnTo>
                <a:lnTo>
                  <a:pt x="118884" y="289560"/>
                </a:lnTo>
                <a:lnTo>
                  <a:pt x="131216" y="288683"/>
                </a:lnTo>
                <a:lnTo>
                  <a:pt x="130975" y="288683"/>
                </a:lnTo>
                <a:lnTo>
                  <a:pt x="141744" y="286131"/>
                </a:lnTo>
                <a:lnTo>
                  <a:pt x="151460" y="281851"/>
                </a:lnTo>
                <a:lnTo>
                  <a:pt x="160032" y="275844"/>
                </a:lnTo>
                <a:lnTo>
                  <a:pt x="163931" y="271272"/>
                </a:lnTo>
                <a:lnTo>
                  <a:pt x="166903" y="267804"/>
                </a:lnTo>
                <a:lnTo>
                  <a:pt x="171653" y="259461"/>
                </a:lnTo>
                <a:lnTo>
                  <a:pt x="171767" y="259080"/>
                </a:lnTo>
                <a:lnTo>
                  <a:pt x="174383" y="250558"/>
                </a:lnTo>
                <a:lnTo>
                  <a:pt x="174498" y="249250"/>
                </a:lnTo>
                <a:lnTo>
                  <a:pt x="175272" y="240792"/>
                </a:lnTo>
                <a:close/>
              </a:path>
              <a:path extrusionOk="0" h="684529" w="226060">
                <a:moveTo>
                  <a:pt x="225564" y="91440"/>
                </a:moveTo>
                <a:lnTo>
                  <a:pt x="193560" y="60960"/>
                </a:lnTo>
                <a:lnTo>
                  <a:pt x="82308" y="16764"/>
                </a:lnTo>
                <a:lnTo>
                  <a:pt x="73164" y="12192"/>
                </a:lnTo>
                <a:lnTo>
                  <a:pt x="71640" y="12192"/>
                </a:lnTo>
                <a:lnTo>
                  <a:pt x="68592" y="10668"/>
                </a:lnTo>
                <a:lnTo>
                  <a:pt x="67068" y="7620"/>
                </a:lnTo>
                <a:lnTo>
                  <a:pt x="67068" y="6096"/>
                </a:lnTo>
                <a:lnTo>
                  <a:pt x="64020" y="3048"/>
                </a:lnTo>
                <a:lnTo>
                  <a:pt x="64020" y="0"/>
                </a:lnTo>
                <a:lnTo>
                  <a:pt x="60972" y="0"/>
                </a:lnTo>
                <a:lnTo>
                  <a:pt x="60972" y="33528"/>
                </a:lnTo>
                <a:lnTo>
                  <a:pt x="64020" y="33528"/>
                </a:lnTo>
                <a:lnTo>
                  <a:pt x="64020" y="27432"/>
                </a:lnTo>
                <a:lnTo>
                  <a:pt x="65544" y="25908"/>
                </a:lnTo>
                <a:lnTo>
                  <a:pt x="65544" y="24384"/>
                </a:lnTo>
                <a:lnTo>
                  <a:pt x="67068" y="24384"/>
                </a:lnTo>
                <a:lnTo>
                  <a:pt x="67068" y="22860"/>
                </a:lnTo>
                <a:lnTo>
                  <a:pt x="77736" y="22860"/>
                </a:lnTo>
                <a:lnTo>
                  <a:pt x="82308" y="24384"/>
                </a:lnTo>
                <a:lnTo>
                  <a:pt x="143268" y="48768"/>
                </a:lnTo>
                <a:lnTo>
                  <a:pt x="80784" y="79248"/>
                </a:lnTo>
                <a:lnTo>
                  <a:pt x="68592" y="79248"/>
                </a:lnTo>
                <a:lnTo>
                  <a:pt x="65544" y="76200"/>
                </a:lnTo>
                <a:lnTo>
                  <a:pt x="64020" y="73152"/>
                </a:lnTo>
                <a:lnTo>
                  <a:pt x="64020" y="67056"/>
                </a:lnTo>
                <a:lnTo>
                  <a:pt x="60972" y="67056"/>
                </a:lnTo>
                <a:lnTo>
                  <a:pt x="60972" y="118872"/>
                </a:lnTo>
                <a:lnTo>
                  <a:pt x="64020" y="118872"/>
                </a:lnTo>
                <a:lnTo>
                  <a:pt x="65544" y="114300"/>
                </a:lnTo>
                <a:lnTo>
                  <a:pt x="67068" y="111252"/>
                </a:lnTo>
                <a:lnTo>
                  <a:pt x="68592" y="109728"/>
                </a:lnTo>
                <a:lnTo>
                  <a:pt x="68592" y="108204"/>
                </a:lnTo>
                <a:lnTo>
                  <a:pt x="74688" y="105156"/>
                </a:lnTo>
                <a:lnTo>
                  <a:pt x="77736" y="102108"/>
                </a:lnTo>
                <a:lnTo>
                  <a:pt x="82308" y="100584"/>
                </a:lnTo>
                <a:lnTo>
                  <a:pt x="83832" y="99060"/>
                </a:lnTo>
                <a:lnTo>
                  <a:pt x="167652" y="59436"/>
                </a:lnTo>
                <a:lnTo>
                  <a:pt x="195084" y="70104"/>
                </a:lnTo>
                <a:lnTo>
                  <a:pt x="199656" y="73152"/>
                </a:lnTo>
                <a:lnTo>
                  <a:pt x="202704" y="74676"/>
                </a:lnTo>
                <a:lnTo>
                  <a:pt x="205752" y="80772"/>
                </a:lnTo>
                <a:lnTo>
                  <a:pt x="205752" y="86868"/>
                </a:lnTo>
                <a:lnTo>
                  <a:pt x="204228" y="89916"/>
                </a:lnTo>
                <a:lnTo>
                  <a:pt x="201180" y="99060"/>
                </a:lnTo>
                <a:lnTo>
                  <a:pt x="201180" y="105156"/>
                </a:lnTo>
                <a:lnTo>
                  <a:pt x="204228" y="111252"/>
                </a:lnTo>
                <a:lnTo>
                  <a:pt x="207276" y="112776"/>
                </a:lnTo>
                <a:lnTo>
                  <a:pt x="208800" y="114300"/>
                </a:lnTo>
                <a:lnTo>
                  <a:pt x="216420" y="114300"/>
                </a:lnTo>
                <a:lnTo>
                  <a:pt x="219468" y="112776"/>
                </a:lnTo>
                <a:lnTo>
                  <a:pt x="222516" y="109728"/>
                </a:lnTo>
                <a:lnTo>
                  <a:pt x="224040" y="106680"/>
                </a:lnTo>
                <a:lnTo>
                  <a:pt x="225564" y="102108"/>
                </a:lnTo>
                <a:lnTo>
                  <a:pt x="225564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" name="Google Shape;1008;p19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009" name="Google Shape;1009;p19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10" name="Google Shape;1010;p19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011" name="Google Shape;1011;p19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12" name="Google Shape;1012;p19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13" name="Google Shape;1013;p19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6655307" y="1760219"/>
            <a:ext cx="117348" cy="150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17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8" name="Google Shape;1018;p20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185672" y="6085331"/>
            <a:ext cx="348996" cy="18806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19" name="Google Shape;1019;p20"/>
          <p:cNvGrpSpPr/>
          <p:nvPr/>
        </p:nvGrpSpPr>
        <p:grpSpPr>
          <a:xfrm>
            <a:off x="1185672" y="5495544"/>
            <a:ext cx="348995" cy="446531"/>
            <a:chOff x="1185672" y="5495544"/>
            <a:chExt cx="348995" cy="446531"/>
          </a:xfrm>
        </p:grpSpPr>
        <p:pic>
          <p:nvPicPr>
            <p:cNvPr id="1020" name="Google Shape;1020;p2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301495" y="5728716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21" name="Google Shape;1021;p20"/>
            <p:cNvSpPr/>
            <p:nvPr/>
          </p:nvSpPr>
          <p:spPr>
            <a:xfrm>
              <a:off x="1185672" y="5495544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5"/>
                  </a:moveTo>
                  <a:lnTo>
                    <a:pt x="335279" y="196595"/>
                  </a:lnTo>
                  <a:lnTo>
                    <a:pt x="335279" y="179831"/>
                  </a:lnTo>
                  <a:lnTo>
                    <a:pt x="333755" y="173735"/>
                  </a:lnTo>
                  <a:lnTo>
                    <a:pt x="294917" y="153971"/>
                  </a:lnTo>
                  <a:lnTo>
                    <a:pt x="137159" y="153923"/>
                  </a:lnTo>
                  <a:lnTo>
                    <a:pt x="137159" y="196595"/>
                  </a:lnTo>
                  <a:lnTo>
                    <a:pt x="121919" y="196595"/>
                  </a:lnTo>
                  <a:lnTo>
                    <a:pt x="121919" y="153923"/>
                  </a:lnTo>
                  <a:lnTo>
                    <a:pt x="106679" y="153923"/>
                  </a:lnTo>
                  <a:lnTo>
                    <a:pt x="91249" y="153114"/>
                  </a:lnTo>
                  <a:lnTo>
                    <a:pt x="51815" y="143255"/>
                  </a:lnTo>
                  <a:lnTo>
                    <a:pt x="21383" y="120324"/>
                  </a:lnTo>
                  <a:lnTo>
                    <a:pt x="857" y="74366"/>
                  </a:lnTo>
                  <a:lnTo>
                    <a:pt x="0" y="60959"/>
                  </a:lnTo>
                  <a:lnTo>
                    <a:pt x="881" y="48434"/>
                  </a:lnTo>
                  <a:lnTo>
                    <a:pt x="20978" y="7715"/>
                  </a:lnTo>
                  <a:lnTo>
                    <a:pt x="39623" y="0"/>
                  </a:lnTo>
                  <a:lnTo>
                    <a:pt x="44195" y="0"/>
                  </a:lnTo>
                  <a:lnTo>
                    <a:pt x="54863" y="32003"/>
                  </a:lnTo>
                  <a:lnTo>
                    <a:pt x="53339" y="35051"/>
                  </a:lnTo>
                  <a:lnTo>
                    <a:pt x="47243" y="41147"/>
                  </a:lnTo>
                  <a:lnTo>
                    <a:pt x="28955" y="53339"/>
                  </a:lnTo>
                  <a:lnTo>
                    <a:pt x="22859" y="57911"/>
                  </a:lnTo>
                  <a:lnTo>
                    <a:pt x="19811" y="64007"/>
                  </a:lnTo>
                  <a:lnTo>
                    <a:pt x="16763" y="68579"/>
                  </a:lnTo>
                  <a:lnTo>
                    <a:pt x="15239" y="74675"/>
                  </a:lnTo>
                  <a:lnTo>
                    <a:pt x="15239" y="88391"/>
                  </a:lnTo>
                  <a:lnTo>
                    <a:pt x="16763" y="94487"/>
                  </a:lnTo>
                  <a:lnTo>
                    <a:pt x="21335" y="99059"/>
                  </a:lnTo>
                  <a:lnTo>
                    <a:pt x="25907" y="105155"/>
                  </a:lnTo>
                  <a:lnTo>
                    <a:pt x="81414" y="114038"/>
                  </a:lnTo>
                  <a:lnTo>
                    <a:pt x="105155" y="114299"/>
                  </a:lnTo>
                  <a:lnTo>
                    <a:pt x="121919" y="114299"/>
                  </a:lnTo>
                  <a:lnTo>
                    <a:pt x="121919" y="56387"/>
                  </a:lnTo>
                  <a:lnTo>
                    <a:pt x="137159" y="56387"/>
                  </a:lnTo>
                  <a:lnTo>
                    <a:pt x="137159" y="114299"/>
                  </a:lnTo>
                  <a:lnTo>
                    <a:pt x="283463" y="114299"/>
                  </a:lnTo>
                  <a:lnTo>
                    <a:pt x="324611" y="106679"/>
                  </a:lnTo>
                  <a:lnTo>
                    <a:pt x="335279" y="92963"/>
                  </a:lnTo>
                  <a:lnTo>
                    <a:pt x="335279" y="64007"/>
                  </a:lnTo>
                  <a:lnTo>
                    <a:pt x="342900" y="64007"/>
                  </a:lnTo>
                  <a:lnTo>
                    <a:pt x="342900" y="19659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20"/>
          <p:cNvGrpSpPr/>
          <p:nvPr/>
        </p:nvGrpSpPr>
        <p:grpSpPr>
          <a:xfrm>
            <a:off x="1185672" y="4831079"/>
            <a:ext cx="348995" cy="591567"/>
            <a:chOff x="1185672" y="4831079"/>
            <a:chExt cx="348995" cy="591567"/>
          </a:xfrm>
        </p:grpSpPr>
        <p:sp>
          <p:nvSpPr>
            <p:cNvPr id="1023" name="Google Shape;1023;p20"/>
            <p:cNvSpPr/>
            <p:nvPr/>
          </p:nvSpPr>
          <p:spPr>
            <a:xfrm>
              <a:off x="1185672" y="5042916"/>
              <a:ext cx="346075" cy="379730"/>
            </a:xfrm>
            <a:custGeom>
              <a:rect b="b" l="l" r="r" t="t"/>
              <a:pathLst>
                <a:path extrusionOk="0" h="379729" w="346075">
                  <a:moveTo>
                    <a:pt x="342900" y="0"/>
                  </a:moveTo>
                  <a:lnTo>
                    <a:pt x="335280" y="0"/>
                  </a:lnTo>
                  <a:lnTo>
                    <a:pt x="335280" y="10668"/>
                  </a:lnTo>
                  <a:lnTo>
                    <a:pt x="333756" y="1828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5999" y="33820"/>
                  </a:lnTo>
                  <a:lnTo>
                    <a:pt x="147916" y="42062"/>
                  </a:lnTo>
                  <a:lnTo>
                    <a:pt x="118300" y="72961"/>
                  </a:lnTo>
                  <a:lnTo>
                    <a:pt x="115824" y="91440"/>
                  </a:lnTo>
                  <a:lnTo>
                    <a:pt x="116370" y="99212"/>
                  </a:lnTo>
                  <a:lnTo>
                    <a:pt x="137350" y="140970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2004" y="228600"/>
                  </a:lnTo>
                  <a:lnTo>
                    <a:pt x="30480" y="224028"/>
                  </a:lnTo>
                  <a:lnTo>
                    <a:pt x="30480" y="216408"/>
                  </a:lnTo>
                  <a:lnTo>
                    <a:pt x="32004" y="213360"/>
                  </a:lnTo>
                  <a:lnTo>
                    <a:pt x="75501" y="204457"/>
                  </a:lnTo>
                  <a:lnTo>
                    <a:pt x="92964" y="204216"/>
                  </a:lnTo>
                  <a:lnTo>
                    <a:pt x="292608" y="204216"/>
                  </a:lnTo>
                  <a:lnTo>
                    <a:pt x="333756" y="220980"/>
                  </a:lnTo>
                  <a:lnTo>
                    <a:pt x="335280" y="228600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0208"/>
                  </a:lnTo>
                  <a:lnTo>
                    <a:pt x="333756" y="149352"/>
                  </a:lnTo>
                  <a:lnTo>
                    <a:pt x="330708" y="153924"/>
                  </a:lnTo>
                  <a:lnTo>
                    <a:pt x="329184" y="158496"/>
                  </a:lnTo>
                  <a:lnTo>
                    <a:pt x="326136" y="161544"/>
                  </a:lnTo>
                  <a:lnTo>
                    <a:pt x="321564" y="163068"/>
                  </a:lnTo>
                  <a:lnTo>
                    <a:pt x="317893" y="163957"/>
                  </a:lnTo>
                  <a:lnTo>
                    <a:pt x="311658" y="164401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50876" y="134112"/>
                  </a:lnTo>
                  <a:lnTo>
                    <a:pt x="144780" y="117348"/>
                  </a:lnTo>
                  <a:lnTo>
                    <a:pt x="144780" y="102108"/>
                  </a:lnTo>
                  <a:lnTo>
                    <a:pt x="146304" y="94488"/>
                  </a:lnTo>
                  <a:lnTo>
                    <a:pt x="150876" y="89916"/>
                  </a:lnTo>
                  <a:lnTo>
                    <a:pt x="153924" y="83820"/>
                  </a:lnTo>
                  <a:lnTo>
                    <a:pt x="160020" y="79248"/>
                  </a:lnTo>
                  <a:lnTo>
                    <a:pt x="167640" y="77724"/>
                  </a:lnTo>
                  <a:lnTo>
                    <a:pt x="174802" y="75730"/>
                  </a:lnTo>
                  <a:lnTo>
                    <a:pt x="184975" y="74295"/>
                  </a:lnTo>
                  <a:lnTo>
                    <a:pt x="198285" y="73444"/>
                  </a:lnTo>
                  <a:lnTo>
                    <a:pt x="214884" y="73152"/>
                  </a:lnTo>
                  <a:lnTo>
                    <a:pt x="313944" y="73152"/>
                  </a:lnTo>
                  <a:lnTo>
                    <a:pt x="315468" y="74676"/>
                  </a:lnTo>
                  <a:lnTo>
                    <a:pt x="321564" y="76200"/>
                  </a:lnTo>
                  <a:lnTo>
                    <a:pt x="327660" y="79248"/>
                  </a:lnTo>
                  <a:lnTo>
                    <a:pt x="330708" y="82296"/>
                  </a:lnTo>
                  <a:lnTo>
                    <a:pt x="333756" y="86868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379729" w="346075">
                  <a:moveTo>
                    <a:pt x="345948" y="300228"/>
                  </a:moveTo>
                  <a:lnTo>
                    <a:pt x="327177" y="260781"/>
                  </a:lnTo>
                  <a:lnTo>
                    <a:pt x="297180" y="243840"/>
                  </a:lnTo>
                  <a:lnTo>
                    <a:pt x="297180" y="254508"/>
                  </a:lnTo>
                  <a:lnTo>
                    <a:pt x="303276" y="257556"/>
                  </a:lnTo>
                  <a:lnTo>
                    <a:pt x="307848" y="260604"/>
                  </a:lnTo>
                  <a:lnTo>
                    <a:pt x="312420" y="266700"/>
                  </a:lnTo>
                  <a:lnTo>
                    <a:pt x="315468" y="271272"/>
                  </a:lnTo>
                  <a:lnTo>
                    <a:pt x="316992" y="277368"/>
                  </a:lnTo>
                  <a:lnTo>
                    <a:pt x="316992" y="288036"/>
                  </a:lnTo>
                  <a:lnTo>
                    <a:pt x="280416" y="304800"/>
                  </a:lnTo>
                  <a:lnTo>
                    <a:pt x="137160" y="304800"/>
                  </a:lnTo>
                  <a:lnTo>
                    <a:pt x="137160" y="252984"/>
                  </a:lnTo>
                  <a:lnTo>
                    <a:pt x="121920" y="252984"/>
                  </a:lnTo>
                  <a:lnTo>
                    <a:pt x="121920" y="304800"/>
                  </a:lnTo>
                  <a:lnTo>
                    <a:pt x="48768" y="304800"/>
                  </a:lnTo>
                  <a:lnTo>
                    <a:pt x="48768" y="310896"/>
                  </a:lnTo>
                  <a:lnTo>
                    <a:pt x="90906" y="332117"/>
                  </a:lnTo>
                  <a:lnTo>
                    <a:pt x="118173" y="358902"/>
                  </a:lnTo>
                  <a:lnTo>
                    <a:pt x="129540" y="379476"/>
                  </a:lnTo>
                  <a:lnTo>
                    <a:pt x="137160" y="379476"/>
                  </a:lnTo>
                  <a:lnTo>
                    <a:pt x="137160" y="344424"/>
                  </a:lnTo>
                  <a:lnTo>
                    <a:pt x="286512" y="344424"/>
                  </a:lnTo>
                  <a:lnTo>
                    <a:pt x="297345" y="344144"/>
                  </a:lnTo>
                  <a:lnTo>
                    <a:pt x="335280" y="330708"/>
                  </a:lnTo>
                  <a:lnTo>
                    <a:pt x="345948" y="307848"/>
                  </a:lnTo>
                  <a:lnTo>
                    <a:pt x="345948" y="3002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024" name="Google Shape;1024;p2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301495" y="483107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025" name="Google Shape;1025;p20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185672" y="2715767"/>
            <a:ext cx="348996" cy="1973580"/>
          </a:xfrm>
          <a:prstGeom prst="rect">
            <a:avLst/>
          </a:prstGeom>
          <a:noFill/>
          <a:ln>
            <a:noFill/>
          </a:ln>
        </p:spPr>
      </p:pic>
      <p:sp>
        <p:nvSpPr>
          <p:cNvPr id="1026" name="Google Shape;1026;p20"/>
          <p:cNvSpPr/>
          <p:nvPr/>
        </p:nvSpPr>
        <p:spPr>
          <a:xfrm>
            <a:off x="2423160" y="9352788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7243" y="3048"/>
                </a:lnTo>
                <a:lnTo>
                  <a:pt x="53339" y="9144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53339" y="51816"/>
                </a:lnTo>
                <a:lnTo>
                  <a:pt x="47243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27" name="Google Shape;1027;p20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362200" y="8331708"/>
            <a:ext cx="175260" cy="9403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8" name="Google Shape;1028;p20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362200" y="7083552"/>
            <a:ext cx="175260" cy="11765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29" name="Google Shape;1029;p20"/>
          <p:cNvGrpSpPr/>
          <p:nvPr/>
        </p:nvGrpSpPr>
        <p:grpSpPr>
          <a:xfrm>
            <a:off x="2362200" y="6870192"/>
            <a:ext cx="175260" cy="149732"/>
            <a:chOff x="2362200" y="6870192"/>
            <a:chExt cx="175260" cy="149732"/>
          </a:xfrm>
        </p:grpSpPr>
        <p:sp>
          <p:nvSpPr>
            <p:cNvPr id="1030" name="Google Shape;1030;p20"/>
            <p:cNvSpPr/>
            <p:nvPr/>
          </p:nvSpPr>
          <p:spPr>
            <a:xfrm>
              <a:off x="2362200" y="6964680"/>
              <a:ext cx="172720" cy="55244"/>
            </a:xfrm>
            <a:custGeom>
              <a:rect b="b" l="l" r="r" t="t"/>
              <a:pathLst>
                <a:path extrusionOk="0" h="55245" w="172719">
                  <a:moveTo>
                    <a:pt x="16764" y="39624"/>
                  </a:moveTo>
                  <a:lnTo>
                    <a:pt x="9144" y="39624"/>
                  </a:lnTo>
                  <a:lnTo>
                    <a:pt x="6096" y="38100"/>
                  </a:lnTo>
                  <a:lnTo>
                    <a:pt x="1524" y="33528"/>
                  </a:lnTo>
                  <a:lnTo>
                    <a:pt x="0" y="30480"/>
                  </a:lnTo>
                  <a:lnTo>
                    <a:pt x="0" y="24384"/>
                  </a:lnTo>
                  <a:lnTo>
                    <a:pt x="1524" y="21336"/>
                  </a:lnTo>
                  <a:lnTo>
                    <a:pt x="6096" y="16764"/>
                  </a:lnTo>
                  <a:lnTo>
                    <a:pt x="9144" y="15240"/>
                  </a:lnTo>
                  <a:lnTo>
                    <a:pt x="16764" y="15240"/>
                  </a:lnTo>
                  <a:lnTo>
                    <a:pt x="18288" y="16764"/>
                  </a:lnTo>
                  <a:lnTo>
                    <a:pt x="21336" y="18288"/>
                  </a:lnTo>
                  <a:lnTo>
                    <a:pt x="24384" y="21336"/>
                  </a:lnTo>
                  <a:lnTo>
                    <a:pt x="24384" y="33528"/>
                  </a:lnTo>
                  <a:lnTo>
                    <a:pt x="21336" y="36576"/>
                  </a:lnTo>
                  <a:lnTo>
                    <a:pt x="18288" y="38100"/>
                  </a:lnTo>
                  <a:lnTo>
                    <a:pt x="16764" y="39624"/>
                  </a:lnTo>
                  <a:close/>
                </a:path>
                <a:path extrusionOk="0" h="55245" w="172719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60020" y="16764"/>
                  </a:lnTo>
                  <a:lnTo>
                    <a:pt x="163067" y="15240"/>
                  </a:lnTo>
                  <a:lnTo>
                    <a:pt x="164591" y="13716"/>
                  </a:lnTo>
                  <a:lnTo>
                    <a:pt x="167640" y="12192"/>
                  </a:lnTo>
                  <a:lnTo>
                    <a:pt x="167640" y="10668"/>
                  </a:lnTo>
                  <a:lnTo>
                    <a:pt x="169164" y="9144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85344" y="36576"/>
                  </a:lnTo>
                  <a:lnTo>
                    <a:pt x="80772" y="38100"/>
                  </a:lnTo>
                  <a:lnTo>
                    <a:pt x="77724" y="38100"/>
                  </a:lnTo>
                  <a:lnTo>
                    <a:pt x="76200" y="39624"/>
                  </a:lnTo>
                  <a:lnTo>
                    <a:pt x="74676" y="39624"/>
                  </a:lnTo>
                  <a:lnTo>
                    <a:pt x="74676" y="41148"/>
                  </a:lnTo>
                  <a:lnTo>
                    <a:pt x="73152" y="42672"/>
                  </a:lnTo>
                  <a:lnTo>
                    <a:pt x="73152" y="47244"/>
                  </a:lnTo>
                  <a:lnTo>
                    <a:pt x="74676" y="50292"/>
                  </a:lnTo>
                  <a:lnTo>
                    <a:pt x="74676" y="53340"/>
                  </a:lnTo>
                  <a:lnTo>
                    <a:pt x="71628" y="54864"/>
                  </a:lnTo>
                  <a:close/>
                </a:path>
                <a:path extrusionOk="0" h="55245" w="172719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4196"/>
                  </a:lnTo>
                  <a:lnTo>
                    <a:pt x="167640" y="42672"/>
                  </a:lnTo>
                  <a:lnTo>
                    <a:pt x="167640" y="41148"/>
                  </a:lnTo>
                  <a:lnTo>
                    <a:pt x="164591" y="39624"/>
                  </a:lnTo>
                  <a:lnTo>
                    <a:pt x="163067" y="38100"/>
                  </a:lnTo>
                  <a:lnTo>
                    <a:pt x="160020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031" name="Google Shape;1031;p20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420112" y="6870192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032" name="Google Shape;1032;p20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362200" y="6505955"/>
            <a:ext cx="175260" cy="29565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33" name="Google Shape;1033;p20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362200" y="5724144"/>
            <a:ext cx="225551" cy="704087"/>
          </a:xfrm>
          <a:prstGeom prst="rect">
            <a:avLst/>
          </a:prstGeom>
          <a:noFill/>
          <a:ln>
            <a:noFill/>
          </a:ln>
        </p:spPr>
      </p:pic>
      <p:sp>
        <p:nvSpPr>
          <p:cNvPr id="1034" name="Google Shape;1034;p20"/>
          <p:cNvSpPr/>
          <p:nvPr/>
        </p:nvSpPr>
        <p:spPr>
          <a:xfrm>
            <a:off x="2362187" y="5085588"/>
            <a:ext cx="175895" cy="568960"/>
          </a:xfrm>
          <a:custGeom>
            <a:rect b="b" l="l" r="r" t="t"/>
            <a:pathLst>
              <a:path extrusionOk="0" h="568960" w="175894">
                <a:moveTo>
                  <a:pt x="172212" y="501396"/>
                </a:moveTo>
                <a:lnTo>
                  <a:pt x="169164" y="501396"/>
                </a:lnTo>
                <a:lnTo>
                  <a:pt x="169164" y="516636"/>
                </a:lnTo>
                <a:lnTo>
                  <a:pt x="167640" y="521208"/>
                </a:lnTo>
                <a:lnTo>
                  <a:pt x="164592" y="524256"/>
                </a:lnTo>
                <a:lnTo>
                  <a:pt x="161544" y="525780"/>
                </a:lnTo>
                <a:lnTo>
                  <a:pt x="153924" y="527304"/>
                </a:lnTo>
                <a:lnTo>
                  <a:pt x="68580" y="527304"/>
                </a:lnTo>
                <a:lnTo>
                  <a:pt x="68580" y="498348"/>
                </a:lnTo>
                <a:lnTo>
                  <a:pt x="60960" y="498348"/>
                </a:lnTo>
                <a:lnTo>
                  <a:pt x="60960" y="527304"/>
                </a:lnTo>
                <a:lnTo>
                  <a:pt x="41706" y="527075"/>
                </a:lnTo>
                <a:lnTo>
                  <a:pt x="7620" y="513588"/>
                </a:lnTo>
                <a:lnTo>
                  <a:pt x="7620" y="507492"/>
                </a:lnTo>
                <a:lnTo>
                  <a:pt x="10668" y="501396"/>
                </a:lnTo>
                <a:lnTo>
                  <a:pt x="15240" y="496824"/>
                </a:lnTo>
                <a:lnTo>
                  <a:pt x="24384" y="490728"/>
                </a:lnTo>
                <a:lnTo>
                  <a:pt x="30480" y="484632"/>
                </a:lnTo>
                <a:lnTo>
                  <a:pt x="30480" y="475488"/>
                </a:lnTo>
                <a:lnTo>
                  <a:pt x="27432" y="473964"/>
                </a:lnTo>
                <a:lnTo>
                  <a:pt x="25908" y="472440"/>
                </a:lnTo>
                <a:lnTo>
                  <a:pt x="22860" y="470916"/>
                </a:lnTo>
                <a:lnTo>
                  <a:pt x="16764" y="470916"/>
                </a:lnTo>
                <a:lnTo>
                  <a:pt x="0" y="501396"/>
                </a:lnTo>
                <a:lnTo>
                  <a:pt x="558" y="508000"/>
                </a:lnTo>
                <a:lnTo>
                  <a:pt x="25908" y="541020"/>
                </a:lnTo>
                <a:lnTo>
                  <a:pt x="31940" y="543902"/>
                </a:lnTo>
                <a:lnTo>
                  <a:pt x="38671" y="545782"/>
                </a:lnTo>
                <a:lnTo>
                  <a:pt x="46278" y="546811"/>
                </a:lnTo>
                <a:lnTo>
                  <a:pt x="54864" y="547116"/>
                </a:lnTo>
                <a:lnTo>
                  <a:pt x="60960" y="547116"/>
                </a:lnTo>
                <a:lnTo>
                  <a:pt x="60960" y="568452"/>
                </a:lnTo>
                <a:lnTo>
                  <a:pt x="68580" y="568452"/>
                </a:lnTo>
                <a:lnTo>
                  <a:pt x="68580" y="547116"/>
                </a:lnTo>
                <a:lnTo>
                  <a:pt x="156972" y="547116"/>
                </a:lnTo>
                <a:lnTo>
                  <a:pt x="166116" y="551688"/>
                </a:lnTo>
                <a:lnTo>
                  <a:pt x="167640" y="554736"/>
                </a:lnTo>
                <a:lnTo>
                  <a:pt x="169164" y="556260"/>
                </a:lnTo>
                <a:lnTo>
                  <a:pt x="169164" y="568452"/>
                </a:lnTo>
                <a:lnTo>
                  <a:pt x="172212" y="568452"/>
                </a:lnTo>
                <a:lnTo>
                  <a:pt x="172212" y="501396"/>
                </a:lnTo>
                <a:close/>
              </a:path>
              <a:path extrusionOk="0" h="568960" w="175894">
                <a:moveTo>
                  <a:pt x="172224" y="24384"/>
                </a:moveTo>
                <a:lnTo>
                  <a:pt x="169176" y="24384"/>
                </a:lnTo>
                <a:lnTo>
                  <a:pt x="169176" y="33528"/>
                </a:lnTo>
                <a:lnTo>
                  <a:pt x="167652" y="36576"/>
                </a:lnTo>
                <a:lnTo>
                  <a:pt x="164604" y="38100"/>
                </a:lnTo>
                <a:lnTo>
                  <a:pt x="163080" y="41148"/>
                </a:lnTo>
                <a:lnTo>
                  <a:pt x="161556" y="41148"/>
                </a:lnTo>
                <a:lnTo>
                  <a:pt x="158508" y="42672"/>
                </a:lnTo>
                <a:lnTo>
                  <a:pt x="153936" y="44196"/>
                </a:lnTo>
                <a:lnTo>
                  <a:pt x="92976" y="44196"/>
                </a:lnTo>
                <a:lnTo>
                  <a:pt x="86880" y="39624"/>
                </a:lnTo>
                <a:lnTo>
                  <a:pt x="80784" y="36576"/>
                </a:lnTo>
                <a:lnTo>
                  <a:pt x="77736" y="32004"/>
                </a:lnTo>
                <a:lnTo>
                  <a:pt x="74688" y="28956"/>
                </a:lnTo>
                <a:lnTo>
                  <a:pt x="74688" y="25908"/>
                </a:lnTo>
                <a:lnTo>
                  <a:pt x="76212" y="22860"/>
                </a:lnTo>
                <a:lnTo>
                  <a:pt x="79260" y="19812"/>
                </a:lnTo>
                <a:lnTo>
                  <a:pt x="82308" y="15240"/>
                </a:lnTo>
                <a:lnTo>
                  <a:pt x="82308" y="4572"/>
                </a:lnTo>
                <a:lnTo>
                  <a:pt x="79260" y="3048"/>
                </a:lnTo>
                <a:lnTo>
                  <a:pt x="77736" y="1524"/>
                </a:lnTo>
                <a:lnTo>
                  <a:pt x="74688" y="0"/>
                </a:lnTo>
                <a:lnTo>
                  <a:pt x="68592" y="0"/>
                </a:lnTo>
                <a:lnTo>
                  <a:pt x="65544" y="1524"/>
                </a:lnTo>
                <a:lnTo>
                  <a:pt x="59448" y="7620"/>
                </a:lnTo>
                <a:lnTo>
                  <a:pt x="57924" y="10668"/>
                </a:lnTo>
                <a:lnTo>
                  <a:pt x="57924" y="15240"/>
                </a:lnTo>
                <a:lnTo>
                  <a:pt x="59613" y="22987"/>
                </a:lnTo>
                <a:lnTo>
                  <a:pt x="64592" y="30289"/>
                </a:lnTo>
                <a:lnTo>
                  <a:pt x="72707" y="37325"/>
                </a:lnTo>
                <a:lnTo>
                  <a:pt x="83832" y="44196"/>
                </a:lnTo>
                <a:lnTo>
                  <a:pt x="57924" y="44196"/>
                </a:lnTo>
                <a:lnTo>
                  <a:pt x="57924" y="48768"/>
                </a:lnTo>
                <a:lnTo>
                  <a:pt x="71640" y="82296"/>
                </a:lnTo>
                <a:lnTo>
                  <a:pt x="74688" y="80772"/>
                </a:lnTo>
                <a:lnTo>
                  <a:pt x="74688" y="77724"/>
                </a:lnTo>
                <a:lnTo>
                  <a:pt x="73164" y="74676"/>
                </a:lnTo>
                <a:lnTo>
                  <a:pt x="73164" y="70104"/>
                </a:lnTo>
                <a:lnTo>
                  <a:pt x="74688" y="68580"/>
                </a:lnTo>
                <a:lnTo>
                  <a:pt x="74688" y="67056"/>
                </a:lnTo>
                <a:lnTo>
                  <a:pt x="76212" y="65532"/>
                </a:lnTo>
                <a:lnTo>
                  <a:pt x="77736" y="65532"/>
                </a:lnTo>
                <a:lnTo>
                  <a:pt x="80784" y="64008"/>
                </a:lnTo>
                <a:lnTo>
                  <a:pt x="160032" y="64008"/>
                </a:lnTo>
                <a:lnTo>
                  <a:pt x="166128" y="67056"/>
                </a:lnTo>
                <a:lnTo>
                  <a:pt x="167652" y="68580"/>
                </a:lnTo>
                <a:lnTo>
                  <a:pt x="169176" y="71628"/>
                </a:lnTo>
                <a:lnTo>
                  <a:pt x="169176" y="80772"/>
                </a:lnTo>
                <a:lnTo>
                  <a:pt x="172224" y="80772"/>
                </a:lnTo>
                <a:lnTo>
                  <a:pt x="172224" y="24384"/>
                </a:lnTo>
                <a:close/>
              </a:path>
              <a:path extrusionOk="0" h="568960" w="175894">
                <a:moveTo>
                  <a:pt x="175260" y="409956"/>
                </a:moveTo>
                <a:lnTo>
                  <a:pt x="158496" y="384048"/>
                </a:lnTo>
                <a:lnTo>
                  <a:pt x="150876" y="384048"/>
                </a:lnTo>
                <a:lnTo>
                  <a:pt x="160020" y="393192"/>
                </a:lnTo>
                <a:lnTo>
                  <a:pt x="160020" y="400812"/>
                </a:lnTo>
                <a:lnTo>
                  <a:pt x="158496" y="400812"/>
                </a:lnTo>
                <a:lnTo>
                  <a:pt x="156972" y="402336"/>
                </a:lnTo>
                <a:lnTo>
                  <a:pt x="86868" y="402336"/>
                </a:lnTo>
                <a:lnTo>
                  <a:pt x="79248" y="403860"/>
                </a:lnTo>
                <a:lnTo>
                  <a:pt x="76200" y="405384"/>
                </a:lnTo>
                <a:lnTo>
                  <a:pt x="70104" y="406908"/>
                </a:lnTo>
                <a:lnTo>
                  <a:pt x="65532" y="411480"/>
                </a:lnTo>
                <a:lnTo>
                  <a:pt x="64008" y="416052"/>
                </a:lnTo>
                <a:lnTo>
                  <a:pt x="60960" y="422148"/>
                </a:lnTo>
                <a:lnTo>
                  <a:pt x="57912" y="429768"/>
                </a:lnTo>
                <a:lnTo>
                  <a:pt x="58000" y="441871"/>
                </a:lnTo>
                <a:lnTo>
                  <a:pt x="58064" y="442937"/>
                </a:lnTo>
                <a:lnTo>
                  <a:pt x="58191" y="445008"/>
                </a:lnTo>
                <a:lnTo>
                  <a:pt x="58483" y="449922"/>
                </a:lnTo>
                <a:lnTo>
                  <a:pt x="79248" y="481584"/>
                </a:lnTo>
                <a:lnTo>
                  <a:pt x="92964" y="481584"/>
                </a:lnTo>
                <a:lnTo>
                  <a:pt x="94488" y="478536"/>
                </a:lnTo>
                <a:lnTo>
                  <a:pt x="97536" y="477012"/>
                </a:lnTo>
                <a:lnTo>
                  <a:pt x="97536" y="466344"/>
                </a:lnTo>
                <a:lnTo>
                  <a:pt x="94488" y="464820"/>
                </a:lnTo>
                <a:lnTo>
                  <a:pt x="92964" y="463296"/>
                </a:lnTo>
                <a:lnTo>
                  <a:pt x="89916" y="461772"/>
                </a:lnTo>
                <a:lnTo>
                  <a:pt x="76200" y="461772"/>
                </a:lnTo>
                <a:lnTo>
                  <a:pt x="73152" y="460248"/>
                </a:lnTo>
                <a:lnTo>
                  <a:pt x="67056" y="454152"/>
                </a:lnTo>
                <a:lnTo>
                  <a:pt x="65646" y="449922"/>
                </a:lnTo>
                <a:lnTo>
                  <a:pt x="65532" y="437388"/>
                </a:lnTo>
                <a:lnTo>
                  <a:pt x="68580" y="431292"/>
                </a:lnTo>
                <a:lnTo>
                  <a:pt x="73152" y="428244"/>
                </a:lnTo>
                <a:lnTo>
                  <a:pt x="76200" y="423672"/>
                </a:lnTo>
                <a:lnTo>
                  <a:pt x="83820" y="422148"/>
                </a:lnTo>
                <a:lnTo>
                  <a:pt x="99060" y="422148"/>
                </a:lnTo>
                <a:lnTo>
                  <a:pt x="104495" y="435889"/>
                </a:lnTo>
                <a:lnTo>
                  <a:pt x="109347" y="447484"/>
                </a:lnTo>
                <a:lnTo>
                  <a:pt x="113639" y="457085"/>
                </a:lnTo>
                <a:lnTo>
                  <a:pt x="117348" y="464820"/>
                </a:lnTo>
                <a:lnTo>
                  <a:pt x="121920" y="473964"/>
                </a:lnTo>
                <a:lnTo>
                  <a:pt x="128016" y="478536"/>
                </a:lnTo>
                <a:lnTo>
                  <a:pt x="132588" y="483108"/>
                </a:lnTo>
                <a:lnTo>
                  <a:pt x="141732" y="486156"/>
                </a:lnTo>
                <a:lnTo>
                  <a:pt x="155448" y="486156"/>
                </a:lnTo>
                <a:lnTo>
                  <a:pt x="163068" y="484632"/>
                </a:lnTo>
                <a:lnTo>
                  <a:pt x="167640" y="478536"/>
                </a:lnTo>
                <a:lnTo>
                  <a:pt x="173736" y="473964"/>
                </a:lnTo>
                <a:lnTo>
                  <a:pt x="175260" y="466344"/>
                </a:lnTo>
                <a:lnTo>
                  <a:pt x="175260" y="449580"/>
                </a:lnTo>
                <a:lnTo>
                  <a:pt x="172212" y="445008"/>
                </a:lnTo>
                <a:lnTo>
                  <a:pt x="170484" y="441871"/>
                </a:lnTo>
                <a:lnTo>
                  <a:pt x="167449" y="437007"/>
                </a:lnTo>
                <a:lnTo>
                  <a:pt x="163004" y="430441"/>
                </a:lnTo>
                <a:lnTo>
                  <a:pt x="160020" y="426339"/>
                </a:lnTo>
                <a:lnTo>
                  <a:pt x="160020" y="452628"/>
                </a:lnTo>
                <a:lnTo>
                  <a:pt x="158546" y="457085"/>
                </a:lnTo>
                <a:lnTo>
                  <a:pt x="157988" y="457962"/>
                </a:lnTo>
                <a:lnTo>
                  <a:pt x="155448" y="461772"/>
                </a:lnTo>
                <a:lnTo>
                  <a:pt x="150876" y="464820"/>
                </a:lnTo>
                <a:lnTo>
                  <a:pt x="146304" y="466344"/>
                </a:lnTo>
                <a:lnTo>
                  <a:pt x="135636" y="466344"/>
                </a:lnTo>
                <a:lnTo>
                  <a:pt x="115900" y="444017"/>
                </a:lnTo>
                <a:lnTo>
                  <a:pt x="113728" y="438531"/>
                </a:lnTo>
                <a:lnTo>
                  <a:pt x="110693" y="431292"/>
                </a:lnTo>
                <a:lnTo>
                  <a:pt x="106680" y="422148"/>
                </a:lnTo>
                <a:lnTo>
                  <a:pt x="149352" y="422148"/>
                </a:lnTo>
                <a:lnTo>
                  <a:pt x="154190" y="429768"/>
                </a:lnTo>
                <a:lnTo>
                  <a:pt x="157543" y="436816"/>
                </a:lnTo>
                <a:lnTo>
                  <a:pt x="157607" y="437007"/>
                </a:lnTo>
                <a:lnTo>
                  <a:pt x="157721" y="437388"/>
                </a:lnTo>
                <a:lnTo>
                  <a:pt x="159435" y="442937"/>
                </a:lnTo>
                <a:lnTo>
                  <a:pt x="159550" y="444017"/>
                </a:lnTo>
                <a:lnTo>
                  <a:pt x="159677" y="445008"/>
                </a:lnTo>
                <a:lnTo>
                  <a:pt x="159956" y="447484"/>
                </a:lnTo>
                <a:lnTo>
                  <a:pt x="160020" y="452628"/>
                </a:lnTo>
                <a:lnTo>
                  <a:pt x="160020" y="426339"/>
                </a:lnTo>
                <a:lnTo>
                  <a:pt x="156972" y="422148"/>
                </a:lnTo>
                <a:lnTo>
                  <a:pt x="163068" y="422148"/>
                </a:lnTo>
                <a:lnTo>
                  <a:pt x="169164" y="420624"/>
                </a:lnTo>
                <a:lnTo>
                  <a:pt x="172212" y="419100"/>
                </a:lnTo>
                <a:lnTo>
                  <a:pt x="175260" y="413004"/>
                </a:lnTo>
                <a:lnTo>
                  <a:pt x="175260" y="409956"/>
                </a:lnTo>
                <a:close/>
              </a:path>
              <a:path extrusionOk="0" h="568960" w="175894">
                <a:moveTo>
                  <a:pt x="175260" y="230124"/>
                </a:moveTo>
                <a:lnTo>
                  <a:pt x="173736" y="224028"/>
                </a:lnTo>
                <a:lnTo>
                  <a:pt x="169164" y="219456"/>
                </a:lnTo>
                <a:lnTo>
                  <a:pt x="166116" y="213360"/>
                </a:lnTo>
                <a:lnTo>
                  <a:pt x="160020" y="210312"/>
                </a:lnTo>
                <a:lnTo>
                  <a:pt x="150876" y="207264"/>
                </a:lnTo>
                <a:lnTo>
                  <a:pt x="150876" y="213360"/>
                </a:lnTo>
                <a:lnTo>
                  <a:pt x="156972" y="216408"/>
                </a:lnTo>
                <a:lnTo>
                  <a:pt x="158496" y="217932"/>
                </a:lnTo>
                <a:lnTo>
                  <a:pt x="160020" y="220980"/>
                </a:lnTo>
                <a:lnTo>
                  <a:pt x="160020" y="231648"/>
                </a:lnTo>
                <a:lnTo>
                  <a:pt x="156972" y="234696"/>
                </a:lnTo>
                <a:lnTo>
                  <a:pt x="153924" y="236220"/>
                </a:lnTo>
                <a:lnTo>
                  <a:pt x="149352" y="237744"/>
                </a:lnTo>
                <a:lnTo>
                  <a:pt x="68580" y="237744"/>
                </a:lnTo>
                <a:lnTo>
                  <a:pt x="68580" y="211836"/>
                </a:lnTo>
                <a:lnTo>
                  <a:pt x="60960" y="211836"/>
                </a:lnTo>
                <a:lnTo>
                  <a:pt x="60960" y="237744"/>
                </a:lnTo>
                <a:lnTo>
                  <a:pt x="24384" y="237744"/>
                </a:lnTo>
                <a:lnTo>
                  <a:pt x="24384" y="240792"/>
                </a:lnTo>
                <a:lnTo>
                  <a:pt x="33528" y="243840"/>
                </a:lnTo>
                <a:lnTo>
                  <a:pt x="38100" y="246888"/>
                </a:lnTo>
                <a:lnTo>
                  <a:pt x="42672" y="248412"/>
                </a:lnTo>
                <a:lnTo>
                  <a:pt x="47244" y="251460"/>
                </a:lnTo>
                <a:lnTo>
                  <a:pt x="53340" y="256032"/>
                </a:lnTo>
                <a:lnTo>
                  <a:pt x="56388" y="260604"/>
                </a:lnTo>
                <a:lnTo>
                  <a:pt x="60960" y="266700"/>
                </a:lnTo>
                <a:lnTo>
                  <a:pt x="64008" y="271272"/>
                </a:lnTo>
                <a:lnTo>
                  <a:pt x="65532" y="275844"/>
                </a:lnTo>
                <a:lnTo>
                  <a:pt x="68580" y="275844"/>
                </a:lnTo>
                <a:lnTo>
                  <a:pt x="68580" y="257556"/>
                </a:lnTo>
                <a:lnTo>
                  <a:pt x="153924" y="257556"/>
                </a:lnTo>
                <a:lnTo>
                  <a:pt x="160020" y="256032"/>
                </a:lnTo>
                <a:lnTo>
                  <a:pt x="163068" y="254508"/>
                </a:lnTo>
                <a:lnTo>
                  <a:pt x="167640" y="252984"/>
                </a:lnTo>
                <a:lnTo>
                  <a:pt x="170688" y="249936"/>
                </a:lnTo>
                <a:lnTo>
                  <a:pt x="172212" y="246888"/>
                </a:lnTo>
                <a:lnTo>
                  <a:pt x="175260" y="242316"/>
                </a:lnTo>
                <a:lnTo>
                  <a:pt x="175260" y="230124"/>
                </a:lnTo>
                <a:close/>
              </a:path>
              <a:path extrusionOk="0" h="568960" w="175894">
                <a:moveTo>
                  <a:pt x="175272" y="327660"/>
                </a:moveTo>
                <a:lnTo>
                  <a:pt x="150126" y="288798"/>
                </a:lnTo>
                <a:lnTo>
                  <a:pt x="131076" y="281940"/>
                </a:lnTo>
                <a:lnTo>
                  <a:pt x="128028" y="284988"/>
                </a:lnTo>
                <a:lnTo>
                  <a:pt x="138696" y="289560"/>
                </a:lnTo>
                <a:lnTo>
                  <a:pt x="144792" y="294132"/>
                </a:lnTo>
                <a:lnTo>
                  <a:pt x="149364" y="298704"/>
                </a:lnTo>
                <a:lnTo>
                  <a:pt x="153936" y="304800"/>
                </a:lnTo>
                <a:lnTo>
                  <a:pt x="155460" y="310896"/>
                </a:lnTo>
                <a:lnTo>
                  <a:pt x="155460" y="320040"/>
                </a:lnTo>
                <a:lnTo>
                  <a:pt x="124790" y="352806"/>
                </a:lnTo>
                <a:lnTo>
                  <a:pt x="106692" y="355092"/>
                </a:lnTo>
                <a:lnTo>
                  <a:pt x="96977" y="354520"/>
                </a:lnTo>
                <a:lnTo>
                  <a:pt x="65544" y="335280"/>
                </a:lnTo>
                <a:lnTo>
                  <a:pt x="65544" y="321564"/>
                </a:lnTo>
                <a:lnTo>
                  <a:pt x="67068" y="318516"/>
                </a:lnTo>
                <a:lnTo>
                  <a:pt x="70116" y="315468"/>
                </a:lnTo>
                <a:lnTo>
                  <a:pt x="71640" y="312420"/>
                </a:lnTo>
                <a:lnTo>
                  <a:pt x="76212" y="310896"/>
                </a:lnTo>
                <a:lnTo>
                  <a:pt x="85356" y="310896"/>
                </a:lnTo>
                <a:lnTo>
                  <a:pt x="88404" y="309372"/>
                </a:lnTo>
                <a:lnTo>
                  <a:pt x="92976" y="304800"/>
                </a:lnTo>
                <a:lnTo>
                  <a:pt x="94500" y="301752"/>
                </a:lnTo>
                <a:lnTo>
                  <a:pt x="94500" y="291084"/>
                </a:lnTo>
                <a:lnTo>
                  <a:pt x="92976" y="289560"/>
                </a:lnTo>
                <a:lnTo>
                  <a:pt x="89928" y="288036"/>
                </a:lnTo>
                <a:lnTo>
                  <a:pt x="88404" y="286512"/>
                </a:lnTo>
                <a:lnTo>
                  <a:pt x="79260" y="286512"/>
                </a:lnTo>
                <a:lnTo>
                  <a:pt x="73164" y="289560"/>
                </a:lnTo>
                <a:lnTo>
                  <a:pt x="63068" y="302310"/>
                </a:lnTo>
                <a:lnTo>
                  <a:pt x="60210" y="308419"/>
                </a:lnTo>
                <a:lnTo>
                  <a:pt x="58496" y="315404"/>
                </a:lnTo>
                <a:lnTo>
                  <a:pt x="57924" y="323088"/>
                </a:lnTo>
                <a:lnTo>
                  <a:pt x="59042" y="333095"/>
                </a:lnTo>
                <a:lnTo>
                  <a:pt x="83489" y="366547"/>
                </a:lnTo>
                <a:lnTo>
                  <a:pt x="117360" y="374904"/>
                </a:lnTo>
                <a:lnTo>
                  <a:pt x="130238" y="374053"/>
                </a:lnTo>
                <a:lnTo>
                  <a:pt x="166903" y="354025"/>
                </a:lnTo>
                <a:lnTo>
                  <a:pt x="174383" y="337400"/>
                </a:lnTo>
                <a:lnTo>
                  <a:pt x="175272" y="327660"/>
                </a:lnTo>
                <a:close/>
              </a:path>
              <a:path extrusionOk="0" h="568960" w="175894">
                <a:moveTo>
                  <a:pt x="175272" y="147828"/>
                </a:moveTo>
                <a:lnTo>
                  <a:pt x="175196" y="146304"/>
                </a:lnTo>
                <a:lnTo>
                  <a:pt x="174929" y="140093"/>
                </a:lnTo>
                <a:lnTo>
                  <a:pt x="173748" y="132778"/>
                </a:lnTo>
                <a:lnTo>
                  <a:pt x="171411" y="125755"/>
                </a:lnTo>
                <a:lnTo>
                  <a:pt x="167652" y="118872"/>
                </a:lnTo>
                <a:lnTo>
                  <a:pt x="167652" y="134112"/>
                </a:lnTo>
                <a:lnTo>
                  <a:pt x="167652" y="141732"/>
                </a:lnTo>
                <a:lnTo>
                  <a:pt x="141427" y="171640"/>
                </a:lnTo>
                <a:lnTo>
                  <a:pt x="108216" y="176784"/>
                </a:lnTo>
                <a:lnTo>
                  <a:pt x="97548" y="176784"/>
                </a:lnTo>
                <a:lnTo>
                  <a:pt x="89928" y="175260"/>
                </a:lnTo>
                <a:lnTo>
                  <a:pt x="77736" y="169164"/>
                </a:lnTo>
                <a:lnTo>
                  <a:pt x="73164" y="166116"/>
                </a:lnTo>
                <a:lnTo>
                  <a:pt x="70116" y="161544"/>
                </a:lnTo>
                <a:lnTo>
                  <a:pt x="67068" y="158496"/>
                </a:lnTo>
                <a:lnTo>
                  <a:pt x="65544" y="153924"/>
                </a:lnTo>
                <a:lnTo>
                  <a:pt x="65633" y="140093"/>
                </a:lnTo>
                <a:lnTo>
                  <a:pt x="70116" y="134112"/>
                </a:lnTo>
                <a:lnTo>
                  <a:pt x="110947" y="116662"/>
                </a:lnTo>
                <a:lnTo>
                  <a:pt x="124980" y="115824"/>
                </a:lnTo>
                <a:lnTo>
                  <a:pt x="135788" y="116166"/>
                </a:lnTo>
                <a:lnTo>
                  <a:pt x="167652" y="134112"/>
                </a:lnTo>
                <a:lnTo>
                  <a:pt x="167652" y="118872"/>
                </a:lnTo>
                <a:lnTo>
                  <a:pt x="165404" y="115824"/>
                </a:lnTo>
                <a:lnTo>
                  <a:pt x="163652" y="113423"/>
                </a:lnTo>
                <a:lnTo>
                  <a:pt x="158508" y="108394"/>
                </a:lnTo>
                <a:lnTo>
                  <a:pt x="122923" y="93281"/>
                </a:lnTo>
                <a:lnTo>
                  <a:pt x="115836" y="92964"/>
                </a:lnTo>
                <a:lnTo>
                  <a:pt x="104952" y="93802"/>
                </a:lnTo>
                <a:lnTo>
                  <a:pt x="69494" y="113728"/>
                </a:lnTo>
                <a:lnTo>
                  <a:pt x="57924" y="146304"/>
                </a:lnTo>
                <a:lnTo>
                  <a:pt x="58039" y="147828"/>
                </a:lnTo>
                <a:lnTo>
                  <a:pt x="74688" y="183261"/>
                </a:lnTo>
                <a:lnTo>
                  <a:pt x="110896" y="199097"/>
                </a:lnTo>
                <a:lnTo>
                  <a:pt x="118884" y="199644"/>
                </a:lnTo>
                <a:lnTo>
                  <a:pt x="128879" y="198818"/>
                </a:lnTo>
                <a:lnTo>
                  <a:pt x="164338" y="179120"/>
                </a:lnTo>
                <a:lnTo>
                  <a:pt x="165900" y="176784"/>
                </a:lnTo>
                <a:lnTo>
                  <a:pt x="170510" y="169926"/>
                </a:lnTo>
                <a:lnTo>
                  <a:pt x="174104" y="159600"/>
                </a:lnTo>
                <a:lnTo>
                  <a:pt x="174205" y="158496"/>
                </a:lnTo>
                <a:lnTo>
                  <a:pt x="175272" y="1478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35" name="Google Shape;1035;p20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362200" y="4058411"/>
            <a:ext cx="225551" cy="9585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36" name="Google Shape;1036;p20"/>
          <p:cNvGrpSpPr/>
          <p:nvPr/>
        </p:nvGrpSpPr>
        <p:grpSpPr>
          <a:xfrm>
            <a:off x="2362200" y="3436620"/>
            <a:ext cx="175260" cy="553212"/>
            <a:chOff x="2362200" y="3436620"/>
            <a:chExt cx="175260" cy="553212"/>
          </a:xfrm>
        </p:grpSpPr>
        <p:pic>
          <p:nvPicPr>
            <p:cNvPr id="1037" name="Google Shape;1037;p20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362200" y="3768852"/>
              <a:ext cx="175260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38" name="Google Shape;1038;p20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362200" y="3436620"/>
              <a:ext cx="175260" cy="29565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039" name="Google Shape;1039;p20"/>
          <p:cNvGrpSpPr/>
          <p:nvPr/>
        </p:nvGrpSpPr>
        <p:grpSpPr>
          <a:xfrm>
            <a:off x="2366772" y="2830068"/>
            <a:ext cx="170687" cy="542543"/>
            <a:chOff x="2366772" y="2830068"/>
            <a:chExt cx="170687" cy="542543"/>
          </a:xfrm>
        </p:grpSpPr>
        <p:pic>
          <p:nvPicPr>
            <p:cNvPr id="1040" name="Google Shape;1040;p20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369819" y="3051047"/>
              <a:ext cx="167640" cy="3215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41" name="Google Shape;1041;p20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366772" y="2921508"/>
              <a:ext cx="170687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42" name="Google Shape;1042;p20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369820" y="2830068"/>
              <a:ext cx="164591" cy="685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043" name="Google Shape;1043;p20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362200" y="1665732"/>
            <a:ext cx="225552" cy="1095755"/>
          </a:xfrm>
          <a:prstGeom prst="rect">
            <a:avLst/>
          </a:prstGeom>
          <a:noFill/>
          <a:ln>
            <a:noFill/>
          </a:ln>
        </p:spPr>
      </p:pic>
      <p:sp>
        <p:nvSpPr>
          <p:cNvPr id="1044" name="Google Shape;1044;p20"/>
          <p:cNvSpPr/>
          <p:nvPr/>
        </p:nvSpPr>
        <p:spPr>
          <a:xfrm>
            <a:off x="2779775" y="9352788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20"/>
          <p:cNvSpPr/>
          <p:nvPr/>
        </p:nvSpPr>
        <p:spPr>
          <a:xfrm>
            <a:off x="2726423" y="8474964"/>
            <a:ext cx="168275" cy="805180"/>
          </a:xfrm>
          <a:custGeom>
            <a:rect b="b" l="l" r="r" t="t"/>
            <a:pathLst>
              <a:path extrusionOk="0" h="805179" w="168275">
                <a:moveTo>
                  <a:pt x="164592" y="0"/>
                </a:moveTo>
                <a:lnTo>
                  <a:pt x="161544" y="0"/>
                </a:lnTo>
                <a:lnTo>
                  <a:pt x="161544" y="4572"/>
                </a:lnTo>
                <a:lnTo>
                  <a:pt x="160020" y="9144"/>
                </a:lnTo>
                <a:lnTo>
                  <a:pt x="160020" y="10668"/>
                </a:lnTo>
                <a:lnTo>
                  <a:pt x="158496" y="13716"/>
                </a:lnTo>
                <a:lnTo>
                  <a:pt x="156972" y="15240"/>
                </a:lnTo>
                <a:lnTo>
                  <a:pt x="155448" y="15240"/>
                </a:lnTo>
                <a:lnTo>
                  <a:pt x="152400" y="16764"/>
                </a:lnTo>
                <a:lnTo>
                  <a:pt x="82296" y="16764"/>
                </a:lnTo>
                <a:lnTo>
                  <a:pt x="74676" y="18288"/>
                </a:lnTo>
                <a:lnTo>
                  <a:pt x="70104" y="19812"/>
                </a:lnTo>
                <a:lnTo>
                  <a:pt x="62484" y="21336"/>
                </a:lnTo>
                <a:lnTo>
                  <a:pt x="57912" y="25908"/>
                </a:lnTo>
                <a:lnTo>
                  <a:pt x="51816" y="35052"/>
                </a:lnTo>
                <a:lnTo>
                  <a:pt x="50292" y="39624"/>
                </a:lnTo>
                <a:lnTo>
                  <a:pt x="50292" y="51816"/>
                </a:lnTo>
                <a:lnTo>
                  <a:pt x="74676" y="82296"/>
                </a:lnTo>
                <a:lnTo>
                  <a:pt x="67056" y="85344"/>
                </a:lnTo>
                <a:lnTo>
                  <a:pt x="60960" y="88392"/>
                </a:lnTo>
                <a:lnTo>
                  <a:pt x="51816" y="97536"/>
                </a:lnTo>
                <a:lnTo>
                  <a:pt x="50292" y="103632"/>
                </a:lnTo>
                <a:lnTo>
                  <a:pt x="50292" y="118872"/>
                </a:lnTo>
                <a:lnTo>
                  <a:pt x="53340" y="121920"/>
                </a:lnTo>
                <a:lnTo>
                  <a:pt x="56388" y="131064"/>
                </a:lnTo>
                <a:lnTo>
                  <a:pt x="65532" y="140208"/>
                </a:lnTo>
                <a:lnTo>
                  <a:pt x="74676" y="147828"/>
                </a:lnTo>
                <a:lnTo>
                  <a:pt x="50292" y="147828"/>
                </a:lnTo>
                <a:lnTo>
                  <a:pt x="50292" y="152400"/>
                </a:lnTo>
                <a:lnTo>
                  <a:pt x="64008" y="185928"/>
                </a:lnTo>
                <a:lnTo>
                  <a:pt x="67056" y="184404"/>
                </a:lnTo>
                <a:lnTo>
                  <a:pt x="65532" y="181356"/>
                </a:lnTo>
                <a:lnTo>
                  <a:pt x="65532" y="172212"/>
                </a:lnTo>
                <a:lnTo>
                  <a:pt x="67056" y="170688"/>
                </a:lnTo>
                <a:lnTo>
                  <a:pt x="70104" y="169164"/>
                </a:lnTo>
                <a:lnTo>
                  <a:pt x="71628" y="169164"/>
                </a:lnTo>
                <a:lnTo>
                  <a:pt x="75679" y="168287"/>
                </a:lnTo>
                <a:lnTo>
                  <a:pt x="81153" y="167830"/>
                </a:lnTo>
                <a:lnTo>
                  <a:pt x="89382" y="167640"/>
                </a:lnTo>
                <a:lnTo>
                  <a:pt x="152400" y="167640"/>
                </a:lnTo>
                <a:lnTo>
                  <a:pt x="153924" y="169164"/>
                </a:lnTo>
                <a:lnTo>
                  <a:pt x="156972" y="170688"/>
                </a:lnTo>
                <a:lnTo>
                  <a:pt x="161544" y="175260"/>
                </a:lnTo>
                <a:lnTo>
                  <a:pt x="161544" y="184404"/>
                </a:lnTo>
                <a:lnTo>
                  <a:pt x="164592" y="184404"/>
                </a:lnTo>
                <a:lnTo>
                  <a:pt x="164592" y="167640"/>
                </a:lnTo>
                <a:lnTo>
                  <a:pt x="164592" y="131064"/>
                </a:lnTo>
                <a:lnTo>
                  <a:pt x="161544" y="131064"/>
                </a:lnTo>
                <a:lnTo>
                  <a:pt x="161544" y="140208"/>
                </a:lnTo>
                <a:lnTo>
                  <a:pt x="160020" y="141732"/>
                </a:lnTo>
                <a:lnTo>
                  <a:pt x="158496" y="144780"/>
                </a:lnTo>
                <a:lnTo>
                  <a:pt x="156972" y="146304"/>
                </a:lnTo>
                <a:lnTo>
                  <a:pt x="153924" y="146304"/>
                </a:lnTo>
                <a:lnTo>
                  <a:pt x="152400" y="147828"/>
                </a:lnTo>
                <a:lnTo>
                  <a:pt x="80772" y="147828"/>
                </a:lnTo>
                <a:lnTo>
                  <a:pt x="76200" y="144780"/>
                </a:lnTo>
                <a:lnTo>
                  <a:pt x="71628" y="138684"/>
                </a:lnTo>
                <a:lnTo>
                  <a:pt x="67056" y="129540"/>
                </a:lnTo>
                <a:lnTo>
                  <a:pt x="65532" y="124968"/>
                </a:lnTo>
                <a:lnTo>
                  <a:pt x="65532" y="114300"/>
                </a:lnTo>
                <a:lnTo>
                  <a:pt x="68580" y="109728"/>
                </a:lnTo>
                <a:lnTo>
                  <a:pt x="73152" y="106680"/>
                </a:lnTo>
                <a:lnTo>
                  <a:pt x="76200" y="103632"/>
                </a:lnTo>
                <a:lnTo>
                  <a:pt x="83820" y="102108"/>
                </a:lnTo>
                <a:lnTo>
                  <a:pt x="152400" y="102108"/>
                </a:lnTo>
                <a:lnTo>
                  <a:pt x="155448" y="103632"/>
                </a:lnTo>
                <a:lnTo>
                  <a:pt x="158496" y="106680"/>
                </a:lnTo>
                <a:lnTo>
                  <a:pt x="161544" y="112776"/>
                </a:lnTo>
                <a:lnTo>
                  <a:pt x="161544" y="118872"/>
                </a:lnTo>
                <a:lnTo>
                  <a:pt x="164592" y="118872"/>
                </a:lnTo>
                <a:lnTo>
                  <a:pt x="164592" y="102108"/>
                </a:lnTo>
                <a:lnTo>
                  <a:pt x="164592" y="82296"/>
                </a:lnTo>
                <a:lnTo>
                  <a:pt x="164592" y="65532"/>
                </a:lnTo>
                <a:lnTo>
                  <a:pt x="161544" y="65532"/>
                </a:lnTo>
                <a:lnTo>
                  <a:pt x="161455" y="71818"/>
                </a:lnTo>
                <a:lnTo>
                  <a:pt x="160020" y="74676"/>
                </a:lnTo>
                <a:lnTo>
                  <a:pt x="160020" y="76200"/>
                </a:lnTo>
                <a:lnTo>
                  <a:pt x="158496" y="79248"/>
                </a:lnTo>
                <a:lnTo>
                  <a:pt x="156972" y="80772"/>
                </a:lnTo>
                <a:lnTo>
                  <a:pt x="153924" y="80772"/>
                </a:lnTo>
                <a:lnTo>
                  <a:pt x="152400" y="82296"/>
                </a:lnTo>
                <a:lnTo>
                  <a:pt x="80772" y="82296"/>
                </a:lnTo>
                <a:lnTo>
                  <a:pt x="70104" y="71628"/>
                </a:lnTo>
                <a:lnTo>
                  <a:pt x="65532" y="57912"/>
                </a:lnTo>
                <a:lnTo>
                  <a:pt x="65532" y="47244"/>
                </a:lnTo>
                <a:lnTo>
                  <a:pt x="68580" y="42672"/>
                </a:lnTo>
                <a:lnTo>
                  <a:pt x="73152" y="39624"/>
                </a:lnTo>
                <a:lnTo>
                  <a:pt x="76200" y="38100"/>
                </a:lnTo>
                <a:lnTo>
                  <a:pt x="83820" y="36576"/>
                </a:lnTo>
                <a:lnTo>
                  <a:pt x="152400" y="36576"/>
                </a:lnTo>
                <a:lnTo>
                  <a:pt x="155448" y="38100"/>
                </a:lnTo>
                <a:lnTo>
                  <a:pt x="160020" y="42672"/>
                </a:lnTo>
                <a:lnTo>
                  <a:pt x="161544" y="47244"/>
                </a:lnTo>
                <a:lnTo>
                  <a:pt x="161544" y="53340"/>
                </a:lnTo>
                <a:lnTo>
                  <a:pt x="164592" y="53340"/>
                </a:lnTo>
                <a:lnTo>
                  <a:pt x="164592" y="36576"/>
                </a:lnTo>
                <a:lnTo>
                  <a:pt x="164592" y="0"/>
                </a:lnTo>
                <a:close/>
              </a:path>
              <a:path extrusionOk="0" h="805179" w="168275">
                <a:moveTo>
                  <a:pt x="167640" y="710184"/>
                </a:moveTo>
                <a:lnTo>
                  <a:pt x="48768" y="664464"/>
                </a:lnTo>
                <a:lnTo>
                  <a:pt x="28956" y="656844"/>
                </a:lnTo>
                <a:lnTo>
                  <a:pt x="13716" y="649224"/>
                </a:lnTo>
                <a:lnTo>
                  <a:pt x="6096" y="641604"/>
                </a:lnTo>
                <a:lnTo>
                  <a:pt x="4572" y="637032"/>
                </a:lnTo>
                <a:lnTo>
                  <a:pt x="3048" y="630936"/>
                </a:lnTo>
                <a:lnTo>
                  <a:pt x="0" y="630936"/>
                </a:lnTo>
                <a:lnTo>
                  <a:pt x="0" y="681228"/>
                </a:lnTo>
                <a:lnTo>
                  <a:pt x="3048" y="681228"/>
                </a:lnTo>
                <a:lnTo>
                  <a:pt x="3048" y="679704"/>
                </a:lnTo>
                <a:lnTo>
                  <a:pt x="6096" y="670560"/>
                </a:lnTo>
                <a:lnTo>
                  <a:pt x="7620" y="667512"/>
                </a:lnTo>
                <a:lnTo>
                  <a:pt x="9144" y="665988"/>
                </a:lnTo>
                <a:lnTo>
                  <a:pt x="12192" y="664464"/>
                </a:lnTo>
                <a:lnTo>
                  <a:pt x="18288" y="664464"/>
                </a:lnTo>
                <a:lnTo>
                  <a:pt x="24384" y="665988"/>
                </a:lnTo>
                <a:lnTo>
                  <a:pt x="33528" y="670560"/>
                </a:lnTo>
                <a:lnTo>
                  <a:pt x="128016" y="707136"/>
                </a:lnTo>
                <a:lnTo>
                  <a:pt x="32004" y="749808"/>
                </a:lnTo>
                <a:lnTo>
                  <a:pt x="24384" y="752856"/>
                </a:lnTo>
                <a:lnTo>
                  <a:pt x="18288" y="754380"/>
                </a:lnTo>
                <a:lnTo>
                  <a:pt x="9144" y="754380"/>
                </a:lnTo>
                <a:lnTo>
                  <a:pt x="4572" y="749808"/>
                </a:lnTo>
                <a:lnTo>
                  <a:pt x="3048" y="745236"/>
                </a:lnTo>
                <a:lnTo>
                  <a:pt x="3048" y="737616"/>
                </a:lnTo>
                <a:lnTo>
                  <a:pt x="0" y="737616"/>
                </a:lnTo>
                <a:lnTo>
                  <a:pt x="0" y="804672"/>
                </a:lnTo>
                <a:lnTo>
                  <a:pt x="3048" y="804672"/>
                </a:lnTo>
                <a:lnTo>
                  <a:pt x="3048" y="798576"/>
                </a:lnTo>
                <a:lnTo>
                  <a:pt x="9144" y="786384"/>
                </a:lnTo>
                <a:lnTo>
                  <a:pt x="12192" y="784860"/>
                </a:lnTo>
                <a:lnTo>
                  <a:pt x="13716" y="783336"/>
                </a:lnTo>
                <a:lnTo>
                  <a:pt x="18288" y="781812"/>
                </a:lnTo>
                <a:lnTo>
                  <a:pt x="25908" y="778764"/>
                </a:lnTo>
                <a:lnTo>
                  <a:pt x="81229" y="754380"/>
                </a:lnTo>
                <a:lnTo>
                  <a:pt x="167640" y="716280"/>
                </a:lnTo>
                <a:lnTo>
                  <a:pt x="167640" y="710184"/>
                </a:lnTo>
                <a:close/>
              </a:path>
              <a:path extrusionOk="0" h="805179" w="168275">
                <a:moveTo>
                  <a:pt x="167640" y="568452"/>
                </a:moveTo>
                <a:lnTo>
                  <a:pt x="166497" y="561835"/>
                </a:lnTo>
                <a:lnTo>
                  <a:pt x="163068" y="555498"/>
                </a:lnTo>
                <a:lnTo>
                  <a:pt x="157353" y="549173"/>
                </a:lnTo>
                <a:lnTo>
                  <a:pt x="149352" y="542544"/>
                </a:lnTo>
                <a:lnTo>
                  <a:pt x="143256" y="542544"/>
                </a:lnTo>
                <a:lnTo>
                  <a:pt x="150876" y="550164"/>
                </a:lnTo>
                <a:lnTo>
                  <a:pt x="150876" y="551688"/>
                </a:lnTo>
                <a:lnTo>
                  <a:pt x="152400" y="553212"/>
                </a:lnTo>
                <a:lnTo>
                  <a:pt x="152400" y="557784"/>
                </a:lnTo>
                <a:lnTo>
                  <a:pt x="150876" y="557784"/>
                </a:lnTo>
                <a:lnTo>
                  <a:pt x="150876" y="559308"/>
                </a:lnTo>
                <a:lnTo>
                  <a:pt x="147828" y="559308"/>
                </a:lnTo>
                <a:lnTo>
                  <a:pt x="146304" y="560832"/>
                </a:lnTo>
                <a:lnTo>
                  <a:pt x="77724" y="560832"/>
                </a:lnTo>
                <a:lnTo>
                  <a:pt x="70104" y="562356"/>
                </a:lnTo>
                <a:lnTo>
                  <a:pt x="67056" y="563880"/>
                </a:lnTo>
                <a:lnTo>
                  <a:pt x="60960" y="565404"/>
                </a:lnTo>
                <a:lnTo>
                  <a:pt x="57912" y="568452"/>
                </a:lnTo>
                <a:lnTo>
                  <a:pt x="51816" y="580644"/>
                </a:lnTo>
                <a:lnTo>
                  <a:pt x="50292" y="588264"/>
                </a:lnTo>
                <a:lnTo>
                  <a:pt x="50393" y="600367"/>
                </a:lnTo>
                <a:lnTo>
                  <a:pt x="50457" y="601433"/>
                </a:lnTo>
                <a:lnTo>
                  <a:pt x="50533" y="602513"/>
                </a:lnTo>
                <a:lnTo>
                  <a:pt x="50596" y="603504"/>
                </a:lnTo>
                <a:lnTo>
                  <a:pt x="50863" y="607771"/>
                </a:lnTo>
                <a:lnTo>
                  <a:pt x="50939" y="608076"/>
                </a:lnTo>
                <a:lnTo>
                  <a:pt x="52578" y="615886"/>
                </a:lnTo>
                <a:lnTo>
                  <a:pt x="55435" y="623150"/>
                </a:lnTo>
                <a:lnTo>
                  <a:pt x="55549" y="623316"/>
                </a:lnTo>
                <a:lnTo>
                  <a:pt x="59436" y="629412"/>
                </a:lnTo>
                <a:lnTo>
                  <a:pt x="64008" y="637032"/>
                </a:lnTo>
                <a:lnTo>
                  <a:pt x="71628" y="640080"/>
                </a:lnTo>
                <a:lnTo>
                  <a:pt x="82296" y="640080"/>
                </a:lnTo>
                <a:lnTo>
                  <a:pt x="83820" y="638556"/>
                </a:lnTo>
                <a:lnTo>
                  <a:pt x="86868" y="637032"/>
                </a:lnTo>
                <a:lnTo>
                  <a:pt x="89916" y="633984"/>
                </a:lnTo>
                <a:lnTo>
                  <a:pt x="89916" y="627888"/>
                </a:lnTo>
                <a:lnTo>
                  <a:pt x="88392" y="624840"/>
                </a:lnTo>
                <a:lnTo>
                  <a:pt x="85344" y="621792"/>
                </a:lnTo>
                <a:lnTo>
                  <a:pt x="82296" y="620268"/>
                </a:lnTo>
                <a:lnTo>
                  <a:pt x="67056" y="620268"/>
                </a:lnTo>
                <a:lnTo>
                  <a:pt x="64008" y="618744"/>
                </a:lnTo>
                <a:lnTo>
                  <a:pt x="62585" y="615886"/>
                </a:lnTo>
                <a:lnTo>
                  <a:pt x="62369" y="615581"/>
                </a:lnTo>
                <a:lnTo>
                  <a:pt x="59436" y="612648"/>
                </a:lnTo>
                <a:lnTo>
                  <a:pt x="57912" y="608076"/>
                </a:lnTo>
                <a:lnTo>
                  <a:pt x="58013" y="595503"/>
                </a:lnTo>
                <a:lnTo>
                  <a:pt x="58064" y="595312"/>
                </a:lnTo>
                <a:lnTo>
                  <a:pt x="59436" y="589788"/>
                </a:lnTo>
                <a:lnTo>
                  <a:pt x="64008" y="586740"/>
                </a:lnTo>
                <a:lnTo>
                  <a:pt x="68580" y="582168"/>
                </a:lnTo>
                <a:lnTo>
                  <a:pt x="76200" y="580644"/>
                </a:lnTo>
                <a:lnTo>
                  <a:pt x="91440" y="580644"/>
                </a:lnTo>
                <a:lnTo>
                  <a:pt x="96012" y="594385"/>
                </a:lnTo>
                <a:lnTo>
                  <a:pt x="100584" y="605980"/>
                </a:lnTo>
                <a:lnTo>
                  <a:pt x="124968" y="641604"/>
                </a:lnTo>
                <a:lnTo>
                  <a:pt x="132588" y="644652"/>
                </a:lnTo>
                <a:lnTo>
                  <a:pt x="147828" y="644652"/>
                </a:lnTo>
                <a:lnTo>
                  <a:pt x="153924" y="641604"/>
                </a:lnTo>
                <a:lnTo>
                  <a:pt x="160020" y="637032"/>
                </a:lnTo>
                <a:lnTo>
                  <a:pt x="164592" y="632460"/>
                </a:lnTo>
                <a:lnTo>
                  <a:pt x="167640" y="624840"/>
                </a:lnTo>
                <a:lnTo>
                  <a:pt x="167640" y="612648"/>
                </a:lnTo>
                <a:lnTo>
                  <a:pt x="164592" y="603504"/>
                </a:lnTo>
                <a:lnTo>
                  <a:pt x="162623" y="600367"/>
                </a:lnTo>
                <a:lnTo>
                  <a:pt x="159067" y="595503"/>
                </a:lnTo>
                <a:lnTo>
                  <a:pt x="152400" y="586689"/>
                </a:lnTo>
                <a:lnTo>
                  <a:pt x="152400" y="611124"/>
                </a:lnTo>
                <a:lnTo>
                  <a:pt x="150926" y="615581"/>
                </a:lnTo>
                <a:lnTo>
                  <a:pt x="151066" y="615581"/>
                </a:lnTo>
                <a:lnTo>
                  <a:pt x="146304" y="618744"/>
                </a:lnTo>
                <a:lnTo>
                  <a:pt x="143256" y="623316"/>
                </a:lnTo>
                <a:lnTo>
                  <a:pt x="138684" y="624840"/>
                </a:lnTo>
                <a:lnTo>
                  <a:pt x="128016" y="624840"/>
                </a:lnTo>
                <a:lnTo>
                  <a:pt x="123444" y="623316"/>
                </a:lnTo>
                <a:lnTo>
                  <a:pt x="120396" y="620268"/>
                </a:lnTo>
                <a:lnTo>
                  <a:pt x="115824" y="617220"/>
                </a:lnTo>
                <a:lnTo>
                  <a:pt x="112776" y="612648"/>
                </a:lnTo>
                <a:lnTo>
                  <a:pt x="108204" y="606552"/>
                </a:lnTo>
                <a:lnTo>
                  <a:pt x="106781" y="602513"/>
                </a:lnTo>
                <a:lnTo>
                  <a:pt x="104775" y="597027"/>
                </a:lnTo>
                <a:lnTo>
                  <a:pt x="102196" y="589788"/>
                </a:lnTo>
                <a:lnTo>
                  <a:pt x="99060" y="580644"/>
                </a:lnTo>
                <a:lnTo>
                  <a:pt x="140208" y="580644"/>
                </a:lnTo>
                <a:lnTo>
                  <a:pt x="152400" y="611124"/>
                </a:lnTo>
                <a:lnTo>
                  <a:pt x="152400" y="586689"/>
                </a:lnTo>
                <a:lnTo>
                  <a:pt x="147828" y="580644"/>
                </a:lnTo>
                <a:lnTo>
                  <a:pt x="155448" y="580644"/>
                </a:lnTo>
                <a:lnTo>
                  <a:pt x="160020" y="579120"/>
                </a:lnTo>
                <a:lnTo>
                  <a:pt x="163068" y="577596"/>
                </a:lnTo>
                <a:lnTo>
                  <a:pt x="166116" y="574548"/>
                </a:lnTo>
                <a:lnTo>
                  <a:pt x="167640" y="571500"/>
                </a:lnTo>
                <a:lnTo>
                  <a:pt x="167640" y="568452"/>
                </a:lnTo>
                <a:close/>
              </a:path>
              <a:path extrusionOk="0" h="805179" w="168275">
                <a:moveTo>
                  <a:pt x="167640" y="345948"/>
                </a:moveTo>
                <a:lnTo>
                  <a:pt x="153924" y="312420"/>
                </a:lnTo>
                <a:lnTo>
                  <a:pt x="150876" y="313944"/>
                </a:lnTo>
                <a:lnTo>
                  <a:pt x="152400" y="316992"/>
                </a:lnTo>
                <a:lnTo>
                  <a:pt x="152400" y="326136"/>
                </a:lnTo>
                <a:lnTo>
                  <a:pt x="149352" y="329184"/>
                </a:lnTo>
                <a:lnTo>
                  <a:pt x="147828" y="329184"/>
                </a:lnTo>
                <a:lnTo>
                  <a:pt x="144780" y="330708"/>
                </a:lnTo>
                <a:lnTo>
                  <a:pt x="53340" y="330708"/>
                </a:lnTo>
                <a:lnTo>
                  <a:pt x="53340" y="367284"/>
                </a:lnTo>
                <a:lnTo>
                  <a:pt x="56388" y="367284"/>
                </a:lnTo>
                <a:lnTo>
                  <a:pt x="56388" y="361188"/>
                </a:lnTo>
                <a:lnTo>
                  <a:pt x="57912" y="356616"/>
                </a:lnTo>
                <a:lnTo>
                  <a:pt x="59436" y="353568"/>
                </a:lnTo>
                <a:lnTo>
                  <a:pt x="62484" y="352044"/>
                </a:lnTo>
                <a:lnTo>
                  <a:pt x="67056" y="350520"/>
                </a:lnTo>
                <a:lnTo>
                  <a:pt x="137160" y="350520"/>
                </a:lnTo>
                <a:lnTo>
                  <a:pt x="143256" y="356616"/>
                </a:lnTo>
                <a:lnTo>
                  <a:pt x="146304" y="362712"/>
                </a:lnTo>
                <a:lnTo>
                  <a:pt x="149352" y="367284"/>
                </a:lnTo>
                <a:lnTo>
                  <a:pt x="150876" y="371856"/>
                </a:lnTo>
                <a:lnTo>
                  <a:pt x="152400" y="374904"/>
                </a:lnTo>
                <a:lnTo>
                  <a:pt x="152400" y="384048"/>
                </a:lnTo>
                <a:lnTo>
                  <a:pt x="150876" y="388620"/>
                </a:lnTo>
                <a:lnTo>
                  <a:pt x="147828" y="391668"/>
                </a:lnTo>
                <a:lnTo>
                  <a:pt x="144780" y="396240"/>
                </a:lnTo>
                <a:lnTo>
                  <a:pt x="137160" y="397764"/>
                </a:lnTo>
                <a:lnTo>
                  <a:pt x="53340" y="397764"/>
                </a:lnTo>
                <a:lnTo>
                  <a:pt x="53340" y="435864"/>
                </a:lnTo>
                <a:lnTo>
                  <a:pt x="56388" y="435864"/>
                </a:lnTo>
                <a:lnTo>
                  <a:pt x="56388" y="426720"/>
                </a:lnTo>
                <a:lnTo>
                  <a:pt x="57912" y="423672"/>
                </a:lnTo>
                <a:lnTo>
                  <a:pt x="62484" y="419100"/>
                </a:lnTo>
                <a:lnTo>
                  <a:pt x="65532" y="419100"/>
                </a:lnTo>
                <a:lnTo>
                  <a:pt x="68580" y="417576"/>
                </a:lnTo>
                <a:lnTo>
                  <a:pt x="141732" y="417576"/>
                </a:lnTo>
                <a:lnTo>
                  <a:pt x="147828" y="414528"/>
                </a:lnTo>
                <a:lnTo>
                  <a:pt x="153924" y="413004"/>
                </a:lnTo>
                <a:lnTo>
                  <a:pt x="158496" y="409956"/>
                </a:lnTo>
                <a:lnTo>
                  <a:pt x="161544" y="405384"/>
                </a:lnTo>
                <a:lnTo>
                  <a:pt x="166116" y="400812"/>
                </a:lnTo>
                <a:lnTo>
                  <a:pt x="167640" y="394716"/>
                </a:lnTo>
                <a:lnTo>
                  <a:pt x="167640" y="384048"/>
                </a:lnTo>
                <a:lnTo>
                  <a:pt x="166116" y="377952"/>
                </a:lnTo>
                <a:lnTo>
                  <a:pt x="163068" y="373380"/>
                </a:lnTo>
                <a:lnTo>
                  <a:pt x="160197" y="368528"/>
                </a:lnTo>
                <a:lnTo>
                  <a:pt x="156019" y="363093"/>
                </a:lnTo>
                <a:lnTo>
                  <a:pt x="150431" y="357098"/>
                </a:lnTo>
                <a:lnTo>
                  <a:pt x="143256" y="350520"/>
                </a:lnTo>
                <a:lnTo>
                  <a:pt x="167640" y="350520"/>
                </a:lnTo>
                <a:lnTo>
                  <a:pt x="167640" y="345948"/>
                </a:lnTo>
                <a:close/>
              </a:path>
              <a:path extrusionOk="0" h="805179" w="168275">
                <a:moveTo>
                  <a:pt x="167640" y="219456"/>
                </a:moveTo>
                <a:lnTo>
                  <a:pt x="153924" y="185928"/>
                </a:lnTo>
                <a:lnTo>
                  <a:pt x="150876" y="187452"/>
                </a:lnTo>
                <a:lnTo>
                  <a:pt x="152400" y="190500"/>
                </a:lnTo>
                <a:lnTo>
                  <a:pt x="152400" y="199644"/>
                </a:lnTo>
                <a:lnTo>
                  <a:pt x="149352" y="202692"/>
                </a:lnTo>
                <a:lnTo>
                  <a:pt x="147828" y="202692"/>
                </a:lnTo>
                <a:lnTo>
                  <a:pt x="144780" y="204216"/>
                </a:lnTo>
                <a:lnTo>
                  <a:pt x="53340" y="204216"/>
                </a:lnTo>
                <a:lnTo>
                  <a:pt x="53340" y="240792"/>
                </a:lnTo>
                <a:lnTo>
                  <a:pt x="56388" y="240792"/>
                </a:lnTo>
                <a:lnTo>
                  <a:pt x="56388" y="234696"/>
                </a:lnTo>
                <a:lnTo>
                  <a:pt x="57912" y="230124"/>
                </a:lnTo>
                <a:lnTo>
                  <a:pt x="59436" y="227076"/>
                </a:lnTo>
                <a:lnTo>
                  <a:pt x="62484" y="225552"/>
                </a:lnTo>
                <a:lnTo>
                  <a:pt x="67056" y="224028"/>
                </a:lnTo>
                <a:lnTo>
                  <a:pt x="137160" y="224028"/>
                </a:lnTo>
                <a:lnTo>
                  <a:pt x="143256" y="230124"/>
                </a:lnTo>
                <a:lnTo>
                  <a:pt x="146304" y="236220"/>
                </a:lnTo>
                <a:lnTo>
                  <a:pt x="149352" y="240792"/>
                </a:lnTo>
                <a:lnTo>
                  <a:pt x="152400" y="249936"/>
                </a:lnTo>
                <a:lnTo>
                  <a:pt x="152400" y="257556"/>
                </a:lnTo>
                <a:lnTo>
                  <a:pt x="150876" y="262128"/>
                </a:lnTo>
                <a:lnTo>
                  <a:pt x="147828" y="266700"/>
                </a:lnTo>
                <a:lnTo>
                  <a:pt x="144780" y="269748"/>
                </a:lnTo>
                <a:lnTo>
                  <a:pt x="137160" y="271272"/>
                </a:lnTo>
                <a:lnTo>
                  <a:pt x="53340" y="271272"/>
                </a:lnTo>
                <a:lnTo>
                  <a:pt x="53340" y="309372"/>
                </a:lnTo>
                <a:lnTo>
                  <a:pt x="56388" y="309372"/>
                </a:lnTo>
                <a:lnTo>
                  <a:pt x="56388" y="300228"/>
                </a:lnTo>
                <a:lnTo>
                  <a:pt x="57912" y="298704"/>
                </a:lnTo>
                <a:lnTo>
                  <a:pt x="59436" y="295656"/>
                </a:lnTo>
                <a:lnTo>
                  <a:pt x="62484" y="292608"/>
                </a:lnTo>
                <a:lnTo>
                  <a:pt x="65532" y="292608"/>
                </a:lnTo>
                <a:lnTo>
                  <a:pt x="68580" y="291084"/>
                </a:lnTo>
                <a:lnTo>
                  <a:pt x="141732" y="291084"/>
                </a:lnTo>
                <a:lnTo>
                  <a:pt x="147828" y="289560"/>
                </a:lnTo>
                <a:lnTo>
                  <a:pt x="153924" y="286512"/>
                </a:lnTo>
                <a:lnTo>
                  <a:pt x="158496" y="283464"/>
                </a:lnTo>
                <a:lnTo>
                  <a:pt x="161544" y="278892"/>
                </a:lnTo>
                <a:lnTo>
                  <a:pt x="166116" y="274320"/>
                </a:lnTo>
                <a:lnTo>
                  <a:pt x="167640" y="269748"/>
                </a:lnTo>
                <a:lnTo>
                  <a:pt x="167640" y="257556"/>
                </a:lnTo>
                <a:lnTo>
                  <a:pt x="143256" y="224028"/>
                </a:lnTo>
                <a:lnTo>
                  <a:pt x="167640" y="224028"/>
                </a:lnTo>
                <a:lnTo>
                  <a:pt x="167640" y="219456"/>
                </a:lnTo>
                <a:close/>
              </a:path>
              <a:path extrusionOk="0" h="805179" w="168275">
                <a:moveTo>
                  <a:pt x="167652" y="489204"/>
                </a:moveTo>
                <a:lnTo>
                  <a:pt x="149148" y="454202"/>
                </a:lnTo>
                <a:lnTo>
                  <a:pt x="121932" y="443484"/>
                </a:lnTo>
                <a:lnTo>
                  <a:pt x="120408" y="446532"/>
                </a:lnTo>
                <a:lnTo>
                  <a:pt x="129552" y="449580"/>
                </a:lnTo>
                <a:lnTo>
                  <a:pt x="137172" y="454152"/>
                </a:lnTo>
                <a:lnTo>
                  <a:pt x="140220" y="458724"/>
                </a:lnTo>
                <a:lnTo>
                  <a:pt x="144792" y="464820"/>
                </a:lnTo>
                <a:lnTo>
                  <a:pt x="147840" y="472440"/>
                </a:lnTo>
                <a:lnTo>
                  <a:pt x="147840" y="480060"/>
                </a:lnTo>
                <a:lnTo>
                  <a:pt x="146951" y="487756"/>
                </a:lnTo>
                <a:lnTo>
                  <a:pt x="116217" y="513588"/>
                </a:lnTo>
                <a:lnTo>
                  <a:pt x="97548" y="516636"/>
                </a:lnTo>
                <a:lnTo>
                  <a:pt x="88709" y="516051"/>
                </a:lnTo>
                <a:lnTo>
                  <a:pt x="80594" y="514159"/>
                </a:lnTo>
                <a:lnTo>
                  <a:pt x="73329" y="510857"/>
                </a:lnTo>
                <a:lnTo>
                  <a:pt x="60972" y="501396"/>
                </a:lnTo>
                <a:lnTo>
                  <a:pt x="57924" y="495300"/>
                </a:lnTo>
                <a:lnTo>
                  <a:pt x="57924" y="483108"/>
                </a:lnTo>
                <a:lnTo>
                  <a:pt x="59448" y="478536"/>
                </a:lnTo>
                <a:lnTo>
                  <a:pt x="60972" y="475488"/>
                </a:lnTo>
                <a:lnTo>
                  <a:pt x="67068" y="472440"/>
                </a:lnTo>
                <a:lnTo>
                  <a:pt x="71640" y="470916"/>
                </a:lnTo>
                <a:lnTo>
                  <a:pt x="77736" y="470916"/>
                </a:lnTo>
                <a:lnTo>
                  <a:pt x="80784" y="469392"/>
                </a:lnTo>
                <a:lnTo>
                  <a:pt x="82308" y="467868"/>
                </a:lnTo>
                <a:lnTo>
                  <a:pt x="85356" y="466344"/>
                </a:lnTo>
                <a:lnTo>
                  <a:pt x="86880" y="463296"/>
                </a:lnTo>
                <a:lnTo>
                  <a:pt x="86880" y="455676"/>
                </a:lnTo>
                <a:lnTo>
                  <a:pt x="85356" y="452628"/>
                </a:lnTo>
                <a:lnTo>
                  <a:pt x="83832" y="451104"/>
                </a:lnTo>
                <a:lnTo>
                  <a:pt x="82308" y="448056"/>
                </a:lnTo>
                <a:lnTo>
                  <a:pt x="70116" y="448056"/>
                </a:lnTo>
                <a:lnTo>
                  <a:pt x="64020" y="451104"/>
                </a:lnTo>
                <a:lnTo>
                  <a:pt x="50304" y="484632"/>
                </a:lnTo>
                <a:lnTo>
                  <a:pt x="51206" y="494639"/>
                </a:lnTo>
                <a:lnTo>
                  <a:pt x="75641" y="527456"/>
                </a:lnTo>
                <a:lnTo>
                  <a:pt x="108216" y="536448"/>
                </a:lnTo>
                <a:lnTo>
                  <a:pt x="121310" y="535571"/>
                </a:lnTo>
                <a:lnTo>
                  <a:pt x="158000" y="514070"/>
                </a:lnTo>
                <a:lnTo>
                  <a:pt x="166522" y="498068"/>
                </a:lnTo>
                <a:lnTo>
                  <a:pt x="167652" y="4892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6" name="Google Shape;1046;p20"/>
          <p:cNvGrpSpPr/>
          <p:nvPr/>
        </p:nvGrpSpPr>
        <p:grpSpPr>
          <a:xfrm>
            <a:off x="2718816" y="7895843"/>
            <a:ext cx="175260" cy="515112"/>
            <a:chOff x="2718816" y="7895843"/>
            <a:chExt cx="175260" cy="515112"/>
          </a:xfrm>
        </p:grpSpPr>
        <p:pic>
          <p:nvPicPr>
            <p:cNvPr id="1047" name="Google Shape;1047;p20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718816" y="7991855"/>
              <a:ext cx="175260" cy="419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48" name="Google Shape;1048;p20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776727" y="7895843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049" name="Google Shape;1049;p20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718816" y="7321295"/>
            <a:ext cx="175260" cy="5059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0" name="Google Shape;1050;p20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718816" y="7071359"/>
            <a:ext cx="172212" cy="1813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1" name="Google Shape;1051;p20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718816" y="5399532"/>
            <a:ext cx="175260" cy="1598675"/>
          </a:xfrm>
          <a:prstGeom prst="rect">
            <a:avLst/>
          </a:prstGeom>
          <a:noFill/>
          <a:ln>
            <a:noFill/>
          </a:ln>
        </p:spPr>
      </p:pic>
      <p:sp>
        <p:nvSpPr>
          <p:cNvPr id="1052" name="Google Shape;1052;p20"/>
          <p:cNvSpPr/>
          <p:nvPr/>
        </p:nvSpPr>
        <p:spPr>
          <a:xfrm>
            <a:off x="2743200" y="4596384"/>
            <a:ext cx="201295" cy="730250"/>
          </a:xfrm>
          <a:custGeom>
            <a:rect b="b" l="l" r="r" t="t"/>
            <a:pathLst>
              <a:path extrusionOk="0" h="730250" w="201294">
                <a:moveTo>
                  <a:pt x="147815" y="399288"/>
                </a:moveTo>
                <a:lnTo>
                  <a:pt x="144767" y="399288"/>
                </a:lnTo>
                <a:lnTo>
                  <a:pt x="144767" y="405384"/>
                </a:lnTo>
                <a:lnTo>
                  <a:pt x="143243" y="408432"/>
                </a:lnTo>
                <a:lnTo>
                  <a:pt x="143243" y="411480"/>
                </a:lnTo>
                <a:lnTo>
                  <a:pt x="140195" y="414528"/>
                </a:lnTo>
                <a:lnTo>
                  <a:pt x="138671" y="414528"/>
                </a:lnTo>
                <a:lnTo>
                  <a:pt x="135623" y="416052"/>
                </a:lnTo>
                <a:lnTo>
                  <a:pt x="65519" y="416052"/>
                </a:lnTo>
                <a:lnTo>
                  <a:pt x="57899" y="417576"/>
                </a:lnTo>
                <a:lnTo>
                  <a:pt x="33515" y="440436"/>
                </a:lnTo>
                <a:lnTo>
                  <a:pt x="33515" y="446532"/>
                </a:lnTo>
                <a:lnTo>
                  <a:pt x="34950" y="455041"/>
                </a:lnTo>
                <a:lnTo>
                  <a:pt x="39230" y="464248"/>
                </a:lnTo>
                <a:lnTo>
                  <a:pt x="46380" y="473760"/>
                </a:lnTo>
                <a:lnTo>
                  <a:pt x="56375" y="483108"/>
                </a:lnTo>
                <a:lnTo>
                  <a:pt x="33515" y="483108"/>
                </a:lnTo>
                <a:lnTo>
                  <a:pt x="33515" y="489204"/>
                </a:lnTo>
                <a:lnTo>
                  <a:pt x="47231" y="521208"/>
                </a:lnTo>
                <a:lnTo>
                  <a:pt x="50279" y="519684"/>
                </a:lnTo>
                <a:lnTo>
                  <a:pt x="48755" y="516636"/>
                </a:lnTo>
                <a:lnTo>
                  <a:pt x="48755" y="509016"/>
                </a:lnTo>
                <a:lnTo>
                  <a:pt x="50279" y="507492"/>
                </a:lnTo>
                <a:lnTo>
                  <a:pt x="50279" y="505968"/>
                </a:lnTo>
                <a:lnTo>
                  <a:pt x="53327" y="504444"/>
                </a:lnTo>
                <a:lnTo>
                  <a:pt x="59423" y="504444"/>
                </a:lnTo>
                <a:lnTo>
                  <a:pt x="67043" y="502920"/>
                </a:lnTo>
                <a:lnTo>
                  <a:pt x="131051" y="502920"/>
                </a:lnTo>
                <a:lnTo>
                  <a:pt x="137147" y="504444"/>
                </a:lnTo>
                <a:lnTo>
                  <a:pt x="140195" y="505968"/>
                </a:lnTo>
                <a:lnTo>
                  <a:pt x="143243" y="509016"/>
                </a:lnTo>
                <a:lnTo>
                  <a:pt x="144767" y="512064"/>
                </a:lnTo>
                <a:lnTo>
                  <a:pt x="144767" y="519684"/>
                </a:lnTo>
                <a:lnTo>
                  <a:pt x="147815" y="519684"/>
                </a:lnTo>
                <a:lnTo>
                  <a:pt x="147815" y="466344"/>
                </a:lnTo>
                <a:lnTo>
                  <a:pt x="144767" y="466344"/>
                </a:lnTo>
                <a:lnTo>
                  <a:pt x="144767" y="477012"/>
                </a:lnTo>
                <a:lnTo>
                  <a:pt x="140195" y="481584"/>
                </a:lnTo>
                <a:lnTo>
                  <a:pt x="137147" y="483108"/>
                </a:lnTo>
                <a:lnTo>
                  <a:pt x="63995" y="483108"/>
                </a:lnTo>
                <a:lnTo>
                  <a:pt x="57124" y="476237"/>
                </a:lnTo>
                <a:lnTo>
                  <a:pt x="52374" y="469201"/>
                </a:lnTo>
                <a:lnTo>
                  <a:pt x="49644" y="461899"/>
                </a:lnTo>
                <a:lnTo>
                  <a:pt x="48755" y="454152"/>
                </a:lnTo>
                <a:lnTo>
                  <a:pt x="48755" y="448056"/>
                </a:lnTo>
                <a:lnTo>
                  <a:pt x="50279" y="443484"/>
                </a:lnTo>
                <a:lnTo>
                  <a:pt x="59423" y="437388"/>
                </a:lnTo>
                <a:lnTo>
                  <a:pt x="67043" y="435864"/>
                </a:lnTo>
                <a:lnTo>
                  <a:pt x="129527" y="435864"/>
                </a:lnTo>
                <a:lnTo>
                  <a:pt x="134099" y="437388"/>
                </a:lnTo>
                <a:lnTo>
                  <a:pt x="138671" y="437388"/>
                </a:lnTo>
                <a:lnTo>
                  <a:pt x="141719" y="440436"/>
                </a:lnTo>
                <a:lnTo>
                  <a:pt x="144767" y="446532"/>
                </a:lnTo>
                <a:lnTo>
                  <a:pt x="144767" y="452628"/>
                </a:lnTo>
                <a:lnTo>
                  <a:pt x="147815" y="452628"/>
                </a:lnTo>
                <a:lnTo>
                  <a:pt x="147815" y="399288"/>
                </a:lnTo>
                <a:close/>
              </a:path>
              <a:path extrusionOk="0" h="730250" w="201294">
                <a:moveTo>
                  <a:pt x="147815" y="147828"/>
                </a:moveTo>
                <a:lnTo>
                  <a:pt x="144767" y="147828"/>
                </a:lnTo>
                <a:lnTo>
                  <a:pt x="144767" y="152400"/>
                </a:lnTo>
                <a:lnTo>
                  <a:pt x="140195" y="161544"/>
                </a:lnTo>
                <a:lnTo>
                  <a:pt x="137147" y="163068"/>
                </a:lnTo>
                <a:lnTo>
                  <a:pt x="135623" y="164592"/>
                </a:lnTo>
                <a:lnTo>
                  <a:pt x="129527" y="167640"/>
                </a:lnTo>
                <a:lnTo>
                  <a:pt x="68567" y="167640"/>
                </a:lnTo>
                <a:lnTo>
                  <a:pt x="60947" y="163068"/>
                </a:lnTo>
                <a:lnTo>
                  <a:pt x="54851" y="158496"/>
                </a:lnTo>
                <a:lnTo>
                  <a:pt x="50279" y="153924"/>
                </a:lnTo>
                <a:lnTo>
                  <a:pt x="50279" y="147828"/>
                </a:lnTo>
                <a:lnTo>
                  <a:pt x="51803" y="146304"/>
                </a:lnTo>
                <a:lnTo>
                  <a:pt x="53327" y="141732"/>
                </a:lnTo>
                <a:lnTo>
                  <a:pt x="56375" y="138684"/>
                </a:lnTo>
                <a:lnTo>
                  <a:pt x="57899" y="135636"/>
                </a:lnTo>
                <a:lnTo>
                  <a:pt x="57899" y="129540"/>
                </a:lnTo>
                <a:lnTo>
                  <a:pt x="56375" y="128016"/>
                </a:lnTo>
                <a:lnTo>
                  <a:pt x="54851" y="124968"/>
                </a:lnTo>
                <a:lnTo>
                  <a:pt x="51803" y="123444"/>
                </a:lnTo>
                <a:lnTo>
                  <a:pt x="39611" y="123444"/>
                </a:lnTo>
                <a:lnTo>
                  <a:pt x="36563" y="126492"/>
                </a:lnTo>
                <a:lnTo>
                  <a:pt x="35039" y="129540"/>
                </a:lnTo>
                <a:lnTo>
                  <a:pt x="33515" y="134112"/>
                </a:lnTo>
                <a:lnTo>
                  <a:pt x="33515" y="138684"/>
                </a:lnTo>
                <a:lnTo>
                  <a:pt x="34975" y="145567"/>
                </a:lnTo>
                <a:lnTo>
                  <a:pt x="39420" y="152590"/>
                </a:lnTo>
                <a:lnTo>
                  <a:pt x="47028" y="159905"/>
                </a:lnTo>
                <a:lnTo>
                  <a:pt x="57899" y="167640"/>
                </a:lnTo>
                <a:lnTo>
                  <a:pt x="33515" y="167640"/>
                </a:lnTo>
                <a:lnTo>
                  <a:pt x="33515" y="172212"/>
                </a:lnTo>
                <a:lnTo>
                  <a:pt x="47231" y="205740"/>
                </a:lnTo>
                <a:lnTo>
                  <a:pt x="50279" y="204216"/>
                </a:lnTo>
                <a:lnTo>
                  <a:pt x="48755" y="201168"/>
                </a:lnTo>
                <a:lnTo>
                  <a:pt x="48755" y="192024"/>
                </a:lnTo>
                <a:lnTo>
                  <a:pt x="53327" y="187452"/>
                </a:lnTo>
                <a:lnTo>
                  <a:pt x="138671" y="187452"/>
                </a:lnTo>
                <a:lnTo>
                  <a:pt x="140195" y="188976"/>
                </a:lnTo>
                <a:lnTo>
                  <a:pt x="141719" y="192024"/>
                </a:lnTo>
                <a:lnTo>
                  <a:pt x="143243" y="193548"/>
                </a:lnTo>
                <a:lnTo>
                  <a:pt x="144767" y="198120"/>
                </a:lnTo>
                <a:lnTo>
                  <a:pt x="144767" y="204216"/>
                </a:lnTo>
                <a:lnTo>
                  <a:pt x="147815" y="204216"/>
                </a:lnTo>
                <a:lnTo>
                  <a:pt x="147815" y="147828"/>
                </a:lnTo>
                <a:close/>
              </a:path>
              <a:path extrusionOk="0" h="730250" w="201294">
                <a:moveTo>
                  <a:pt x="150863" y="237744"/>
                </a:moveTo>
                <a:lnTo>
                  <a:pt x="137147" y="205740"/>
                </a:lnTo>
                <a:lnTo>
                  <a:pt x="134099" y="207264"/>
                </a:lnTo>
                <a:lnTo>
                  <a:pt x="135623" y="210312"/>
                </a:lnTo>
                <a:lnTo>
                  <a:pt x="135623" y="217932"/>
                </a:lnTo>
                <a:lnTo>
                  <a:pt x="131051" y="222504"/>
                </a:lnTo>
                <a:lnTo>
                  <a:pt x="128003" y="222504"/>
                </a:lnTo>
                <a:lnTo>
                  <a:pt x="124955" y="224028"/>
                </a:lnTo>
                <a:lnTo>
                  <a:pt x="36563" y="224028"/>
                </a:lnTo>
                <a:lnTo>
                  <a:pt x="36563" y="260604"/>
                </a:lnTo>
                <a:lnTo>
                  <a:pt x="39611" y="260604"/>
                </a:lnTo>
                <a:lnTo>
                  <a:pt x="39611" y="252984"/>
                </a:lnTo>
                <a:lnTo>
                  <a:pt x="41135" y="248412"/>
                </a:lnTo>
                <a:lnTo>
                  <a:pt x="45707" y="243840"/>
                </a:lnTo>
                <a:lnTo>
                  <a:pt x="120383" y="243840"/>
                </a:lnTo>
                <a:lnTo>
                  <a:pt x="126479" y="249936"/>
                </a:lnTo>
                <a:lnTo>
                  <a:pt x="132575" y="259080"/>
                </a:lnTo>
                <a:lnTo>
                  <a:pt x="135623" y="268224"/>
                </a:lnTo>
                <a:lnTo>
                  <a:pt x="135623" y="277368"/>
                </a:lnTo>
                <a:lnTo>
                  <a:pt x="134099" y="281940"/>
                </a:lnTo>
                <a:lnTo>
                  <a:pt x="131051" y="284988"/>
                </a:lnTo>
                <a:lnTo>
                  <a:pt x="128003" y="289560"/>
                </a:lnTo>
                <a:lnTo>
                  <a:pt x="120383" y="291084"/>
                </a:lnTo>
                <a:lnTo>
                  <a:pt x="36563" y="291084"/>
                </a:lnTo>
                <a:lnTo>
                  <a:pt x="36563" y="329184"/>
                </a:lnTo>
                <a:lnTo>
                  <a:pt x="39611" y="329184"/>
                </a:lnTo>
                <a:lnTo>
                  <a:pt x="39611" y="318516"/>
                </a:lnTo>
                <a:lnTo>
                  <a:pt x="45707" y="312420"/>
                </a:lnTo>
                <a:lnTo>
                  <a:pt x="48755" y="310896"/>
                </a:lnTo>
                <a:lnTo>
                  <a:pt x="117335" y="310896"/>
                </a:lnTo>
                <a:lnTo>
                  <a:pt x="124955" y="309372"/>
                </a:lnTo>
                <a:lnTo>
                  <a:pt x="137147" y="306324"/>
                </a:lnTo>
                <a:lnTo>
                  <a:pt x="141719" y="303276"/>
                </a:lnTo>
                <a:lnTo>
                  <a:pt x="144767" y="298704"/>
                </a:lnTo>
                <a:lnTo>
                  <a:pt x="149339" y="294132"/>
                </a:lnTo>
                <a:lnTo>
                  <a:pt x="150863" y="288036"/>
                </a:lnTo>
                <a:lnTo>
                  <a:pt x="150863" y="275844"/>
                </a:lnTo>
                <a:lnTo>
                  <a:pt x="126479" y="243840"/>
                </a:lnTo>
                <a:lnTo>
                  <a:pt x="150863" y="243840"/>
                </a:lnTo>
                <a:lnTo>
                  <a:pt x="150863" y="237744"/>
                </a:lnTo>
                <a:close/>
              </a:path>
              <a:path extrusionOk="0" h="730250" w="201294">
                <a:moveTo>
                  <a:pt x="150876" y="684276"/>
                </a:moveTo>
                <a:lnTo>
                  <a:pt x="132372" y="649033"/>
                </a:lnTo>
                <a:lnTo>
                  <a:pt x="105156" y="637032"/>
                </a:lnTo>
                <a:lnTo>
                  <a:pt x="103632" y="640080"/>
                </a:lnTo>
                <a:lnTo>
                  <a:pt x="112776" y="644652"/>
                </a:lnTo>
                <a:lnTo>
                  <a:pt x="120396" y="649224"/>
                </a:lnTo>
                <a:lnTo>
                  <a:pt x="123444" y="653796"/>
                </a:lnTo>
                <a:lnTo>
                  <a:pt x="128016" y="659892"/>
                </a:lnTo>
                <a:lnTo>
                  <a:pt x="131064" y="667512"/>
                </a:lnTo>
                <a:lnTo>
                  <a:pt x="131064" y="675132"/>
                </a:lnTo>
                <a:lnTo>
                  <a:pt x="130175" y="682828"/>
                </a:lnTo>
                <a:lnTo>
                  <a:pt x="99441" y="707898"/>
                </a:lnTo>
                <a:lnTo>
                  <a:pt x="80772" y="710184"/>
                </a:lnTo>
                <a:lnTo>
                  <a:pt x="71932" y="709612"/>
                </a:lnTo>
                <a:lnTo>
                  <a:pt x="41148" y="690372"/>
                </a:lnTo>
                <a:lnTo>
                  <a:pt x="41148" y="678180"/>
                </a:lnTo>
                <a:lnTo>
                  <a:pt x="42672" y="673608"/>
                </a:lnTo>
                <a:lnTo>
                  <a:pt x="44196" y="670560"/>
                </a:lnTo>
                <a:lnTo>
                  <a:pt x="47244" y="667512"/>
                </a:lnTo>
                <a:lnTo>
                  <a:pt x="50292" y="665988"/>
                </a:lnTo>
                <a:lnTo>
                  <a:pt x="60960" y="665988"/>
                </a:lnTo>
                <a:lnTo>
                  <a:pt x="64008" y="664464"/>
                </a:lnTo>
                <a:lnTo>
                  <a:pt x="65532" y="662940"/>
                </a:lnTo>
                <a:lnTo>
                  <a:pt x="68580" y="661416"/>
                </a:lnTo>
                <a:lnTo>
                  <a:pt x="70104" y="658368"/>
                </a:lnTo>
                <a:lnTo>
                  <a:pt x="70104" y="649224"/>
                </a:lnTo>
                <a:lnTo>
                  <a:pt x="68580" y="647700"/>
                </a:lnTo>
                <a:lnTo>
                  <a:pt x="67056" y="644652"/>
                </a:lnTo>
                <a:lnTo>
                  <a:pt x="65532" y="643128"/>
                </a:lnTo>
                <a:lnTo>
                  <a:pt x="62484" y="641604"/>
                </a:lnTo>
                <a:lnTo>
                  <a:pt x="53340" y="641604"/>
                </a:lnTo>
                <a:lnTo>
                  <a:pt x="33528" y="678180"/>
                </a:lnTo>
                <a:lnTo>
                  <a:pt x="34429" y="689038"/>
                </a:lnTo>
                <a:lnTo>
                  <a:pt x="58864" y="721639"/>
                </a:lnTo>
                <a:lnTo>
                  <a:pt x="91440" y="729996"/>
                </a:lnTo>
                <a:lnTo>
                  <a:pt x="104533" y="729145"/>
                </a:lnTo>
                <a:lnTo>
                  <a:pt x="141224" y="709142"/>
                </a:lnTo>
                <a:lnTo>
                  <a:pt x="149745" y="693140"/>
                </a:lnTo>
                <a:lnTo>
                  <a:pt x="150876" y="684276"/>
                </a:lnTo>
                <a:close/>
              </a:path>
              <a:path extrusionOk="0" h="730250" w="201294">
                <a:moveTo>
                  <a:pt x="150876" y="573024"/>
                </a:moveTo>
                <a:lnTo>
                  <a:pt x="130886" y="538048"/>
                </a:lnTo>
                <a:lnTo>
                  <a:pt x="106680" y="528828"/>
                </a:lnTo>
                <a:lnTo>
                  <a:pt x="105156" y="531876"/>
                </a:lnTo>
                <a:lnTo>
                  <a:pt x="114300" y="534924"/>
                </a:lnTo>
                <a:lnTo>
                  <a:pt x="121920" y="539496"/>
                </a:lnTo>
                <a:lnTo>
                  <a:pt x="124968" y="545592"/>
                </a:lnTo>
                <a:lnTo>
                  <a:pt x="129463" y="550100"/>
                </a:lnTo>
                <a:lnTo>
                  <a:pt x="130302" y="553212"/>
                </a:lnTo>
                <a:lnTo>
                  <a:pt x="131064" y="556260"/>
                </a:lnTo>
                <a:lnTo>
                  <a:pt x="131000" y="564438"/>
                </a:lnTo>
                <a:lnTo>
                  <a:pt x="130213" y="571500"/>
                </a:lnTo>
                <a:lnTo>
                  <a:pt x="99822" y="600265"/>
                </a:lnTo>
                <a:lnTo>
                  <a:pt x="77724" y="603504"/>
                </a:lnTo>
                <a:lnTo>
                  <a:pt x="77724" y="553212"/>
                </a:lnTo>
                <a:lnTo>
                  <a:pt x="77724" y="528828"/>
                </a:lnTo>
                <a:lnTo>
                  <a:pt x="70104" y="529488"/>
                </a:lnTo>
                <a:lnTo>
                  <a:pt x="70104" y="553212"/>
                </a:lnTo>
                <a:lnTo>
                  <a:pt x="70104" y="603504"/>
                </a:lnTo>
                <a:lnTo>
                  <a:pt x="60960" y="601980"/>
                </a:lnTo>
                <a:lnTo>
                  <a:pt x="53340" y="598932"/>
                </a:lnTo>
                <a:lnTo>
                  <a:pt x="44196" y="589788"/>
                </a:lnTo>
                <a:lnTo>
                  <a:pt x="41148" y="583692"/>
                </a:lnTo>
                <a:lnTo>
                  <a:pt x="41148" y="573024"/>
                </a:lnTo>
                <a:lnTo>
                  <a:pt x="44196" y="563880"/>
                </a:lnTo>
                <a:lnTo>
                  <a:pt x="50292" y="557784"/>
                </a:lnTo>
                <a:lnTo>
                  <a:pt x="54864" y="556260"/>
                </a:lnTo>
                <a:lnTo>
                  <a:pt x="57912" y="554736"/>
                </a:lnTo>
                <a:lnTo>
                  <a:pt x="62484" y="553212"/>
                </a:lnTo>
                <a:lnTo>
                  <a:pt x="70104" y="553212"/>
                </a:lnTo>
                <a:lnTo>
                  <a:pt x="70104" y="529488"/>
                </a:lnTo>
                <a:lnTo>
                  <a:pt x="36766" y="554545"/>
                </a:lnTo>
                <a:lnTo>
                  <a:pt x="34188" y="564438"/>
                </a:lnTo>
                <a:lnTo>
                  <a:pt x="33528" y="571500"/>
                </a:lnTo>
                <a:lnTo>
                  <a:pt x="48768" y="606552"/>
                </a:lnTo>
                <a:lnTo>
                  <a:pt x="92964" y="621792"/>
                </a:lnTo>
                <a:lnTo>
                  <a:pt x="106197" y="620915"/>
                </a:lnTo>
                <a:lnTo>
                  <a:pt x="105943" y="620915"/>
                </a:lnTo>
                <a:lnTo>
                  <a:pt x="117157" y="618363"/>
                </a:lnTo>
                <a:lnTo>
                  <a:pt x="127038" y="614083"/>
                </a:lnTo>
                <a:lnTo>
                  <a:pt x="135636" y="608076"/>
                </a:lnTo>
                <a:lnTo>
                  <a:pt x="139484" y="603504"/>
                </a:lnTo>
                <a:lnTo>
                  <a:pt x="141871" y="600671"/>
                </a:lnTo>
                <a:lnTo>
                  <a:pt x="146685" y="592264"/>
                </a:lnTo>
                <a:lnTo>
                  <a:pt x="149771" y="583006"/>
                </a:lnTo>
                <a:lnTo>
                  <a:pt x="150876" y="573024"/>
                </a:lnTo>
                <a:close/>
              </a:path>
              <a:path extrusionOk="0" h="730250" w="201294">
                <a:moveTo>
                  <a:pt x="150876" y="352044"/>
                </a:moveTo>
                <a:lnTo>
                  <a:pt x="126492" y="329184"/>
                </a:lnTo>
                <a:lnTo>
                  <a:pt x="126492" y="335280"/>
                </a:lnTo>
                <a:lnTo>
                  <a:pt x="129540" y="336804"/>
                </a:lnTo>
                <a:lnTo>
                  <a:pt x="131064" y="338328"/>
                </a:lnTo>
                <a:lnTo>
                  <a:pt x="134112" y="344424"/>
                </a:lnTo>
                <a:lnTo>
                  <a:pt x="135636" y="345948"/>
                </a:lnTo>
                <a:lnTo>
                  <a:pt x="135636" y="352044"/>
                </a:lnTo>
                <a:lnTo>
                  <a:pt x="134112" y="355092"/>
                </a:lnTo>
                <a:lnTo>
                  <a:pt x="131064" y="356616"/>
                </a:lnTo>
                <a:lnTo>
                  <a:pt x="129540" y="359664"/>
                </a:lnTo>
                <a:lnTo>
                  <a:pt x="44196" y="359664"/>
                </a:lnTo>
                <a:lnTo>
                  <a:pt x="44196" y="333756"/>
                </a:lnTo>
                <a:lnTo>
                  <a:pt x="36576" y="333756"/>
                </a:lnTo>
                <a:lnTo>
                  <a:pt x="36576" y="359664"/>
                </a:lnTo>
                <a:lnTo>
                  <a:pt x="0" y="359664"/>
                </a:lnTo>
                <a:lnTo>
                  <a:pt x="0" y="362712"/>
                </a:lnTo>
                <a:lnTo>
                  <a:pt x="32004" y="384048"/>
                </a:lnTo>
                <a:lnTo>
                  <a:pt x="41148" y="397764"/>
                </a:lnTo>
                <a:lnTo>
                  <a:pt x="44196" y="397764"/>
                </a:lnTo>
                <a:lnTo>
                  <a:pt x="44196" y="379476"/>
                </a:lnTo>
                <a:lnTo>
                  <a:pt x="134112" y="379476"/>
                </a:lnTo>
                <a:lnTo>
                  <a:pt x="138684" y="377952"/>
                </a:lnTo>
                <a:lnTo>
                  <a:pt x="141732" y="374904"/>
                </a:lnTo>
                <a:lnTo>
                  <a:pt x="144780" y="373380"/>
                </a:lnTo>
                <a:lnTo>
                  <a:pt x="147828" y="368808"/>
                </a:lnTo>
                <a:lnTo>
                  <a:pt x="149352" y="365760"/>
                </a:lnTo>
                <a:lnTo>
                  <a:pt x="150876" y="361188"/>
                </a:lnTo>
                <a:lnTo>
                  <a:pt x="150876" y="352044"/>
                </a:lnTo>
                <a:close/>
              </a:path>
              <a:path extrusionOk="0" h="730250" w="201294">
                <a:moveTo>
                  <a:pt x="201168" y="91440"/>
                </a:moveTo>
                <a:lnTo>
                  <a:pt x="167640" y="60960"/>
                </a:lnTo>
                <a:lnTo>
                  <a:pt x="163791" y="59436"/>
                </a:lnTo>
                <a:lnTo>
                  <a:pt x="71729" y="22860"/>
                </a:lnTo>
                <a:lnTo>
                  <a:pt x="56388" y="16764"/>
                </a:lnTo>
                <a:lnTo>
                  <a:pt x="51816" y="15240"/>
                </a:lnTo>
                <a:lnTo>
                  <a:pt x="48768" y="13716"/>
                </a:lnTo>
                <a:lnTo>
                  <a:pt x="47244" y="12192"/>
                </a:lnTo>
                <a:lnTo>
                  <a:pt x="44196" y="10668"/>
                </a:lnTo>
                <a:lnTo>
                  <a:pt x="41148" y="7620"/>
                </a:lnTo>
                <a:lnTo>
                  <a:pt x="41148" y="6096"/>
                </a:lnTo>
                <a:lnTo>
                  <a:pt x="39624" y="3048"/>
                </a:lnTo>
                <a:lnTo>
                  <a:pt x="39624" y="0"/>
                </a:lnTo>
                <a:lnTo>
                  <a:pt x="36576" y="0"/>
                </a:lnTo>
                <a:lnTo>
                  <a:pt x="36576" y="33528"/>
                </a:lnTo>
                <a:lnTo>
                  <a:pt x="39624" y="33528"/>
                </a:lnTo>
                <a:lnTo>
                  <a:pt x="39624" y="25908"/>
                </a:lnTo>
                <a:lnTo>
                  <a:pt x="41148" y="25908"/>
                </a:lnTo>
                <a:lnTo>
                  <a:pt x="41148" y="24384"/>
                </a:lnTo>
                <a:lnTo>
                  <a:pt x="42672" y="22860"/>
                </a:lnTo>
                <a:lnTo>
                  <a:pt x="53340" y="22860"/>
                </a:lnTo>
                <a:lnTo>
                  <a:pt x="56388" y="24384"/>
                </a:lnTo>
                <a:lnTo>
                  <a:pt x="118872" y="48768"/>
                </a:lnTo>
                <a:lnTo>
                  <a:pt x="62484" y="76200"/>
                </a:lnTo>
                <a:lnTo>
                  <a:pt x="56388" y="79248"/>
                </a:lnTo>
                <a:lnTo>
                  <a:pt x="51816" y="80772"/>
                </a:lnTo>
                <a:lnTo>
                  <a:pt x="45720" y="80772"/>
                </a:lnTo>
                <a:lnTo>
                  <a:pt x="42672" y="77724"/>
                </a:lnTo>
                <a:lnTo>
                  <a:pt x="39624" y="76200"/>
                </a:lnTo>
                <a:lnTo>
                  <a:pt x="39624" y="67056"/>
                </a:lnTo>
                <a:lnTo>
                  <a:pt x="36576" y="67056"/>
                </a:lnTo>
                <a:lnTo>
                  <a:pt x="36576" y="118872"/>
                </a:lnTo>
                <a:lnTo>
                  <a:pt x="39624" y="118872"/>
                </a:lnTo>
                <a:lnTo>
                  <a:pt x="41148" y="115824"/>
                </a:lnTo>
                <a:lnTo>
                  <a:pt x="41148" y="112776"/>
                </a:lnTo>
                <a:lnTo>
                  <a:pt x="42672" y="109728"/>
                </a:lnTo>
                <a:lnTo>
                  <a:pt x="44196" y="109728"/>
                </a:lnTo>
                <a:lnTo>
                  <a:pt x="48768" y="105156"/>
                </a:lnTo>
                <a:lnTo>
                  <a:pt x="53340" y="103632"/>
                </a:lnTo>
                <a:lnTo>
                  <a:pt x="56388" y="100584"/>
                </a:lnTo>
                <a:lnTo>
                  <a:pt x="59436" y="99060"/>
                </a:lnTo>
                <a:lnTo>
                  <a:pt x="98120" y="80772"/>
                </a:lnTo>
                <a:lnTo>
                  <a:pt x="143256" y="59436"/>
                </a:lnTo>
                <a:lnTo>
                  <a:pt x="163068" y="67056"/>
                </a:lnTo>
                <a:lnTo>
                  <a:pt x="170688" y="70104"/>
                </a:lnTo>
                <a:lnTo>
                  <a:pt x="175260" y="73152"/>
                </a:lnTo>
                <a:lnTo>
                  <a:pt x="176784" y="76200"/>
                </a:lnTo>
                <a:lnTo>
                  <a:pt x="179832" y="79248"/>
                </a:lnTo>
                <a:lnTo>
                  <a:pt x="181356" y="82296"/>
                </a:lnTo>
                <a:lnTo>
                  <a:pt x="181356" y="85344"/>
                </a:lnTo>
                <a:lnTo>
                  <a:pt x="179832" y="86868"/>
                </a:lnTo>
                <a:lnTo>
                  <a:pt x="179832" y="89916"/>
                </a:lnTo>
                <a:lnTo>
                  <a:pt x="176784" y="94488"/>
                </a:lnTo>
                <a:lnTo>
                  <a:pt x="176784" y="105156"/>
                </a:lnTo>
                <a:lnTo>
                  <a:pt x="181356" y="114300"/>
                </a:lnTo>
                <a:lnTo>
                  <a:pt x="190500" y="114300"/>
                </a:lnTo>
                <a:lnTo>
                  <a:pt x="193548" y="112776"/>
                </a:lnTo>
                <a:lnTo>
                  <a:pt x="199644" y="106680"/>
                </a:lnTo>
                <a:lnTo>
                  <a:pt x="201168" y="103632"/>
                </a:lnTo>
                <a:lnTo>
                  <a:pt x="201168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20"/>
          <p:cNvSpPr/>
          <p:nvPr/>
        </p:nvSpPr>
        <p:spPr>
          <a:xfrm>
            <a:off x="3081515" y="8802624"/>
            <a:ext cx="218440" cy="617220"/>
          </a:xfrm>
          <a:custGeom>
            <a:rect b="b" l="l" r="r" t="t"/>
            <a:pathLst>
              <a:path extrusionOk="0" h="617220" w="218439">
                <a:moveTo>
                  <a:pt x="164592" y="492252"/>
                </a:moveTo>
                <a:lnTo>
                  <a:pt x="118872" y="480060"/>
                </a:lnTo>
                <a:lnTo>
                  <a:pt x="117348" y="484632"/>
                </a:lnTo>
                <a:lnTo>
                  <a:pt x="131254" y="490728"/>
                </a:lnTo>
                <a:lnTo>
                  <a:pt x="136855" y="493636"/>
                </a:lnTo>
                <a:lnTo>
                  <a:pt x="141732" y="496824"/>
                </a:lnTo>
                <a:lnTo>
                  <a:pt x="146304" y="501396"/>
                </a:lnTo>
                <a:lnTo>
                  <a:pt x="149352" y="505968"/>
                </a:lnTo>
                <a:lnTo>
                  <a:pt x="150876" y="510540"/>
                </a:lnTo>
                <a:lnTo>
                  <a:pt x="153924" y="515112"/>
                </a:lnTo>
                <a:lnTo>
                  <a:pt x="153924" y="565404"/>
                </a:lnTo>
                <a:lnTo>
                  <a:pt x="149352" y="569976"/>
                </a:lnTo>
                <a:lnTo>
                  <a:pt x="146304" y="571500"/>
                </a:lnTo>
                <a:lnTo>
                  <a:pt x="15240" y="571500"/>
                </a:lnTo>
                <a:lnTo>
                  <a:pt x="12192" y="569976"/>
                </a:lnTo>
                <a:lnTo>
                  <a:pt x="7620" y="565404"/>
                </a:lnTo>
                <a:lnTo>
                  <a:pt x="4572" y="559308"/>
                </a:lnTo>
                <a:lnTo>
                  <a:pt x="3048" y="553212"/>
                </a:lnTo>
                <a:lnTo>
                  <a:pt x="3048" y="544068"/>
                </a:lnTo>
                <a:lnTo>
                  <a:pt x="0" y="544068"/>
                </a:lnTo>
                <a:lnTo>
                  <a:pt x="0" y="617220"/>
                </a:lnTo>
                <a:lnTo>
                  <a:pt x="3048" y="617220"/>
                </a:lnTo>
                <a:lnTo>
                  <a:pt x="3048" y="605028"/>
                </a:lnTo>
                <a:lnTo>
                  <a:pt x="6096" y="600456"/>
                </a:lnTo>
                <a:lnTo>
                  <a:pt x="9144" y="597408"/>
                </a:lnTo>
                <a:lnTo>
                  <a:pt x="12192" y="595884"/>
                </a:lnTo>
                <a:lnTo>
                  <a:pt x="18288" y="594360"/>
                </a:lnTo>
                <a:lnTo>
                  <a:pt x="146304" y="594360"/>
                </a:lnTo>
                <a:lnTo>
                  <a:pt x="152400" y="595884"/>
                </a:lnTo>
                <a:lnTo>
                  <a:pt x="155448" y="597408"/>
                </a:lnTo>
                <a:lnTo>
                  <a:pt x="160020" y="600456"/>
                </a:lnTo>
                <a:lnTo>
                  <a:pt x="161544" y="605028"/>
                </a:lnTo>
                <a:lnTo>
                  <a:pt x="161544" y="617220"/>
                </a:lnTo>
                <a:lnTo>
                  <a:pt x="164592" y="617220"/>
                </a:lnTo>
                <a:lnTo>
                  <a:pt x="164592" y="492252"/>
                </a:lnTo>
                <a:close/>
              </a:path>
              <a:path extrusionOk="0" h="617220" w="218439">
                <a:moveTo>
                  <a:pt x="164592" y="304800"/>
                </a:moveTo>
                <a:lnTo>
                  <a:pt x="161544" y="304800"/>
                </a:lnTo>
                <a:lnTo>
                  <a:pt x="161544" y="313944"/>
                </a:lnTo>
                <a:lnTo>
                  <a:pt x="158496" y="316992"/>
                </a:lnTo>
                <a:lnTo>
                  <a:pt x="156972" y="320040"/>
                </a:lnTo>
                <a:lnTo>
                  <a:pt x="153924" y="323088"/>
                </a:lnTo>
                <a:lnTo>
                  <a:pt x="150876" y="324612"/>
                </a:lnTo>
                <a:lnTo>
                  <a:pt x="85344" y="324612"/>
                </a:lnTo>
                <a:lnTo>
                  <a:pt x="77724" y="321564"/>
                </a:lnTo>
                <a:lnTo>
                  <a:pt x="67056" y="310896"/>
                </a:lnTo>
                <a:lnTo>
                  <a:pt x="67056" y="306324"/>
                </a:lnTo>
                <a:lnTo>
                  <a:pt x="68580" y="304800"/>
                </a:lnTo>
                <a:lnTo>
                  <a:pt x="71628" y="300228"/>
                </a:lnTo>
                <a:lnTo>
                  <a:pt x="74676" y="294132"/>
                </a:lnTo>
                <a:lnTo>
                  <a:pt x="74676" y="286512"/>
                </a:lnTo>
                <a:lnTo>
                  <a:pt x="70104" y="281940"/>
                </a:lnTo>
                <a:lnTo>
                  <a:pt x="67056" y="280416"/>
                </a:lnTo>
                <a:lnTo>
                  <a:pt x="60960" y="280416"/>
                </a:lnTo>
                <a:lnTo>
                  <a:pt x="57912" y="281940"/>
                </a:lnTo>
                <a:lnTo>
                  <a:pt x="51816" y="288036"/>
                </a:lnTo>
                <a:lnTo>
                  <a:pt x="50292" y="292608"/>
                </a:lnTo>
                <a:lnTo>
                  <a:pt x="50292" y="297180"/>
                </a:lnTo>
                <a:lnTo>
                  <a:pt x="51968" y="304038"/>
                </a:lnTo>
                <a:lnTo>
                  <a:pt x="56769" y="310896"/>
                </a:lnTo>
                <a:lnTo>
                  <a:pt x="64439" y="317754"/>
                </a:lnTo>
                <a:lnTo>
                  <a:pt x="74676" y="324612"/>
                </a:lnTo>
                <a:lnTo>
                  <a:pt x="50292" y="324612"/>
                </a:lnTo>
                <a:lnTo>
                  <a:pt x="50292" y="330708"/>
                </a:lnTo>
                <a:lnTo>
                  <a:pt x="64008" y="362712"/>
                </a:lnTo>
                <a:lnTo>
                  <a:pt x="67056" y="362712"/>
                </a:lnTo>
                <a:lnTo>
                  <a:pt x="67056" y="359664"/>
                </a:lnTo>
                <a:lnTo>
                  <a:pt x="65532" y="356616"/>
                </a:lnTo>
                <a:lnTo>
                  <a:pt x="65532" y="352044"/>
                </a:lnTo>
                <a:lnTo>
                  <a:pt x="67056" y="350520"/>
                </a:lnTo>
                <a:lnTo>
                  <a:pt x="67056" y="348996"/>
                </a:lnTo>
                <a:lnTo>
                  <a:pt x="70104" y="345948"/>
                </a:lnTo>
                <a:lnTo>
                  <a:pt x="76200" y="345948"/>
                </a:lnTo>
                <a:lnTo>
                  <a:pt x="83820" y="344424"/>
                </a:lnTo>
                <a:lnTo>
                  <a:pt x="147828" y="344424"/>
                </a:lnTo>
                <a:lnTo>
                  <a:pt x="150876" y="345948"/>
                </a:lnTo>
                <a:lnTo>
                  <a:pt x="155448" y="345948"/>
                </a:lnTo>
                <a:lnTo>
                  <a:pt x="158496" y="347472"/>
                </a:lnTo>
                <a:lnTo>
                  <a:pt x="158496" y="350520"/>
                </a:lnTo>
                <a:lnTo>
                  <a:pt x="161544" y="352044"/>
                </a:lnTo>
                <a:lnTo>
                  <a:pt x="161544" y="361188"/>
                </a:lnTo>
                <a:lnTo>
                  <a:pt x="164592" y="361188"/>
                </a:lnTo>
                <a:lnTo>
                  <a:pt x="164592" y="304800"/>
                </a:lnTo>
                <a:close/>
              </a:path>
              <a:path extrusionOk="0" h="617220" w="218439">
                <a:moveTo>
                  <a:pt x="167652" y="387096"/>
                </a:moveTo>
                <a:lnTo>
                  <a:pt x="166522" y="380479"/>
                </a:lnTo>
                <a:lnTo>
                  <a:pt x="163271" y="374142"/>
                </a:lnTo>
                <a:lnTo>
                  <a:pt x="158000" y="367817"/>
                </a:lnTo>
                <a:lnTo>
                  <a:pt x="150888" y="361188"/>
                </a:lnTo>
                <a:lnTo>
                  <a:pt x="143268" y="361188"/>
                </a:lnTo>
                <a:lnTo>
                  <a:pt x="152412" y="370332"/>
                </a:lnTo>
                <a:lnTo>
                  <a:pt x="152412" y="376428"/>
                </a:lnTo>
                <a:lnTo>
                  <a:pt x="150888" y="376428"/>
                </a:lnTo>
                <a:lnTo>
                  <a:pt x="150888" y="377952"/>
                </a:lnTo>
                <a:lnTo>
                  <a:pt x="149364" y="377952"/>
                </a:lnTo>
                <a:lnTo>
                  <a:pt x="146316" y="379476"/>
                </a:lnTo>
                <a:lnTo>
                  <a:pt x="71640" y="379476"/>
                </a:lnTo>
                <a:lnTo>
                  <a:pt x="67068" y="381000"/>
                </a:lnTo>
                <a:lnTo>
                  <a:pt x="57924" y="387096"/>
                </a:lnTo>
                <a:lnTo>
                  <a:pt x="56400" y="391668"/>
                </a:lnTo>
                <a:lnTo>
                  <a:pt x="53517" y="397433"/>
                </a:lnTo>
                <a:lnTo>
                  <a:pt x="53403" y="397764"/>
                </a:lnTo>
                <a:lnTo>
                  <a:pt x="51638" y="403479"/>
                </a:lnTo>
                <a:lnTo>
                  <a:pt x="50609" y="410108"/>
                </a:lnTo>
                <a:lnTo>
                  <a:pt x="50698" y="423672"/>
                </a:lnTo>
                <a:lnTo>
                  <a:pt x="71640" y="458724"/>
                </a:lnTo>
                <a:lnTo>
                  <a:pt x="82308" y="458724"/>
                </a:lnTo>
                <a:lnTo>
                  <a:pt x="85356" y="457200"/>
                </a:lnTo>
                <a:lnTo>
                  <a:pt x="86880" y="455676"/>
                </a:lnTo>
                <a:lnTo>
                  <a:pt x="89928" y="454152"/>
                </a:lnTo>
                <a:lnTo>
                  <a:pt x="89928" y="443484"/>
                </a:lnTo>
                <a:lnTo>
                  <a:pt x="86880" y="441960"/>
                </a:lnTo>
                <a:lnTo>
                  <a:pt x="85356" y="440436"/>
                </a:lnTo>
                <a:lnTo>
                  <a:pt x="82308" y="438912"/>
                </a:lnTo>
                <a:lnTo>
                  <a:pt x="68592" y="438912"/>
                </a:lnTo>
                <a:lnTo>
                  <a:pt x="65544" y="437388"/>
                </a:lnTo>
                <a:lnTo>
                  <a:pt x="59448" y="431292"/>
                </a:lnTo>
                <a:lnTo>
                  <a:pt x="57924" y="426720"/>
                </a:lnTo>
                <a:lnTo>
                  <a:pt x="57924" y="414528"/>
                </a:lnTo>
                <a:lnTo>
                  <a:pt x="60972" y="408432"/>
                </a:lnTo>
                <a:lnTo>
                  <a:pt x="68592" y="400812"/>
                </a:lnTo>
                <a:lnTo>
                  <a:pt x="76212" y="399288"/>
                </a:lnTo>
                <a:lnTo>
                  <a:pt x="91452" y="399288"/>
                </a:lnTo>
                <a:lnTo>
                  <a:pt x="96875" y="413029"/>
                </a:lnTo>
                <a:lnTo>
                  <a:pt x="101739" y="424624"/>
                </a:lnTo>
                <a:lnTo>
                  <a:pt x="129552" y="461772"/>
                </a:lnTo>
                <a:lnTo>
                  <a:pt x="134124" y="463296"/>
                </a:lnTo>
                <a:lnTo>
                  <a:pt x="147840" y="463296"/>
                </a:lnTo>
                <a:lnTo>
                  <a:pt x="155460" y="460248"/>
                </a:lnTo>
                <a:lnTo>
                  <a:pt x="166128" y="449580"/>
                </a:lnTo>
                <a:lnTo>
                  <a:pt x="167652" y="443484"/>
                </a:lnTo>
                <a:lnTo>
                  <a:pt x="167652" y="425196"/>
                </a:lnTo>
                <a:lnTo>
                  <a:pt x="164604" y="422148"/>
                </a:lnTo>
                <a:lnTo>
                  <a:pt x="162864" y="419011"/>
                </a:lnTo>
                <a:lnTo>
                  <a:pt x="159842" y="414147"/>
                </a:lnTo>
                <a:lnTo>
                  <a:pt x="155384" y="407581"/>
                </a:lnTo>
                <a:lnTo>
                  <a:pt x="152412" y="403491"/>
                </a:lnTo>
                <a:lnTo>
                  <a:pt x="152412" y="429768"/>
                </a:lnTo>
                <a:lnTo>
                  <a:pt x="150926" y="434225"/>
                </a:lnTo>
                <a:lnTo>
                  <a:pt x="150698" y="434530"/>
                </a:lnTo>
                <a:lnTo>
                  <a:pt x="143268" y="441960"/>
                </a:lnTo>
                <a:lnTo>
                  <a:pt x="138696" y="443484"/>
                </a:lnTo>
                <a:lnTo>
                  <a:pt x="128028" y="443484"/>
                </a:lnTo>
                <a:lnTo>
                  <a:pt x="124980" y="441960"/>
                </a:lnTo>
                <a:lnTo>
                  <a:pt x="120408" y="438912"/>
                </a:lnTo>
                <a:lnTo>
                  <a:pt x="112788" y="431292"/>
                </a:lnTo>
                <a:lnTo>
                  <a:pt x="109740" y="423672"/>
                </a:lnTo>
                <a:lnTo>
                  <a:pt x="107962" y="420077"/>
                </a:lnTo>
                <a:lnTo>
                  <a:pt x="105549" y="414909"/>
                </a:lnTo>
                <a:lnTo>
                  <a:pt x="102349" y="407581"/>
                </a:lnTo>
                <a:lnTo>
                  <a:pt x="99072" y="399288"/>
                </a:lnTo>
                <a:lnTo>
                  <a:pt x="141744" y="399288"/>
                </a:lnTo>
                <a:lnTo>
                  <a:pt x="146621" y="406984"/>
                </a:lnTo>
                <a:lnTo>
                  <a:pt x="149936" y="413956"/>
                </a:lnTo>
                <a:lnTo>
                  <a:pt x="149987" y="414147"/>
                </a:lnTo>
                <a:lnTo>
                  <a:pt x="150101" y="414528"/>
                </a:lnTo>
                <a:lnTo>
                  <a:pt x="152412" y="429768"/>
                </a:lnTo>
                <a:lnTo>
                  <a:pt x="152412" y="403491"/>
                </a:lnTo>
                <a:lnTo>
                  <a:pt x="149364" y="399288"/>
                </a:lnTo>
                <a:lnTo>
                  <a:pt x="155460" y="399288"/>
                </a:lnTo>
                <a:lnTo>
                  <a:pt x="161556" y="397764"/>
                </a:lnTo>
                <a:lnTo>
                  <a:pt x="166128" y="393192"/>
                </a:lnTo>
                <a:lnTo>
                  <a:pt x="167652" y="390144"/>
                </a:lnTo>
                <a:lnTo>
                  <a:pt x="167652" y="387096"/>
                </a:lnTo>
                <a:close/>
              </a:path>
              <a:path extrusionOk="0" h="617220" w="218439">
                <a:moveTo>
                  <a:pt x="167652" y="103632"/>
                </a:moveTo>
                <a:lnTo>
                  <a:pt x="148336" y="67779"/>
                </a:lnTo>
                <a:lnTo>
                  <a:pt x="124980" y="57912"/>
                </a:lnTo>
                <a:lnTo>
                  <a:pt x="121932" y="60960"/>
                </a:lnTo>
                <a:lnTo>
                  <a:pt x="132600" y="65532"/>
                </a:lnTo>
                <a:lnTo>
                  <a:pt x="138696" y="68580"/>
                </a:lnTo>
                <a:lnTo>
                  <a:pt x="143268" y="74676"/>
                </a:lnTo>
                <a:lnTo>
                  <a:pt x="146316" y="79248"/>
                </a:lnTo>
                <a:lnTo>
                  <a:pt x="146354" y="79425"/>
                </a:lnTo>
                <a:lnTo>
                  <a:pt x="147840" y="85344"/>
                </a:lnTo>
                <a:lnTo>
                  <a:pt x="147840" y="92964"/>
                </a:lnTo>
                <a:lnTo>
                  <a:pt x="146989" y="100584"/>
                </a:lnTo>
                <a:lnTo>
                  <a:pt x="117170" y="130111"/>
                </a:lnTo>
                <a:lnTo>
                  <a:pt x="94500" y="132588"/>
                </a:lnTo>
                <a:lnTo>
                  <a:pt x="94500" y="82296"/>
                </a:lnTo>
                <a:lnTo>
                  <a:pt x="94500" y="57912"/>
                </a:lnTo>
                <a:lnTo>
                  <a:pt x="86880" y="58572"/>
                </a:lnTo>
                <a:lnTo>
                  <a:pt x="86880" y="82296"/>
                </a:lnTo>
                <a:lnTo>
                  <a:pt x="86880" y="132588"/>
                </a:lnTo>
                <a:lnTo>
                  <a:pt x="77736" y="132588"/>
                </a:lnTo>
                <a:lnTo>
                  <a:pt x="71640" y="129540"/>
                </a:lnTo>
                <a:lnTo>
                  <a:pt x="60972" y="118872"/>
                </a:lnTo>
                <a:lnTo>
                  <a:pt x="59055" y="115049"/>
                </a:lnTo>
                <a:lnTo>
                  <a:pt x="57924" y="112737"/>
                </a:lnTo>
                <a:lnTo>
                  <a:pt x="57924" y="102108"/>
                </a:lnTo>
                <a:lnTo>
                  <a:pt x="59448" y="97536"/>
                </a:lnTo>
                <a:lnTo>
                  <a:pt x="62496" y="94488"/>
                </a:lnTo>
                <a:lnTo>
                  <a:pt x="64020" y="89916"/>
                </a:lnTo>
                <a:lnTo>
                  <a:pt x="68592" y="86868"/>
                </a:lnTo>
                <a:lnTo>
                  <a:pt x="73164" y="85344"/>
                </a:lnTo>
                <a:lnTo>
                  <a:pt x="76212" y="83820"/>
                </a:lnTo>
                <a:lnTo>
                  <a:pt x="80784" y="83820"/>
                </a:lnTo>
                <a:lnTo>
                  <a:pt x="86880" y="82296"/>
                </a:lnTo>
                <a:lnTo>
                  <a:pt x="86880" y="58572"/>
                </a:lnTo>
                <a:lnTo>
                  <a:pt x="84785" y="58750"/>
                </a:lnTo>
                <a:lnTo>
                  <a:pt x="53543" y="83629"/>
                </a:lnTo>
                <a:lnTo>
                  <a:pt x="50304" y="100584"/>
                </a:lnTo>
                <a:lnTo>
                  <a:pt x="51422" y="111239"/>
                </a:lnTo>
                <a:lnTo>
                  <a:pt x="75679" y="143167"/>
                </a:lnTo>
                <a:lnTo>
                  <a:pt x="111264" y="150876"/>
                </a:lnTo>
                <a:lnTo>
                  <a:pt x="123266" y="150025"/>
                </a:lnTo>
                <a:lnTo>
                  <a:pt x="134124" y="147447"/>
                </a:lnTo>
                <a:lnTo>
                  <a:pt x="143840" y="143167"/>
                </a:lnTo>
                <a:lnTo>
                  <a:pt x="152412" y="137160"/>
                </a:lnTo>
                <a:lnTo>
                  <a:pt x="156667" y="132588"/>
                </a:lnTo>
                <a:lnTo>
                  <a:pt x="159283" y="129781"/>
                </a:lnTo>
                <a:lnTo>
                  <a:pt x="164033" y="121539"/>
                </a:lnTo>
                <a:lnTo>
                  <a:pt x="166763" y="112737"/>
                </a:lnTo>
                <a:lnTo>
                  <a:pt x="167652" y="103632"/>
                </a:lnTo>
                <a:close/>
              </a:path>
              <a:path extrusionOk="0" h="617220" w="218439">
                <a:moveTo>
                  <a:pt x="204228" y="36576"/>
                </a:moveTo>
                <a:lnTo>
                  <a:pt x="201383" y="28003"/>
                </a:lnTo>
                <a:lnTo>
                  <a:pt x="197561" y="20574"/>
                </a:lnTo>
                <a:lnTo>
                  <a:pt x="192862" y="14287"/>
                </a:lnTo>
                <a:lnTo>
                  <a:pt x="187464" y="9144"/>
                </a:lnTo>
                <a:lnTo>
                  <a:pt x="181368" y="3048"/>
                </a:lnTo>
                <a:lnTo>
                  <a:pt x="173748" y="0"/>
                </a:lnTo>
                <a:lnTo>
                  <a:pt x="158508" y="0"/>
                </a:lnTo>
                <a:lnTo>
                  <a:pt x="152412" y="3048"/>
                </a:lnTo>
                <a:lnTo>
                  <a:pt x="147840" y="6096"/>
                </a:lnTo>
                <a:lnTo>
                  <a:pt x="143268" y="10668"/>
                </a:lnTo>
                <a:lnTo>
                  <a:pt x="140220" y="15240"/>
                </a:lnTo>
                <a:lnTo>
                  <a:pt x="140220" y="25908"/>
                </a:lnTo>
                <a:lnTo>
                  <a:pt x="141744" y="28956"/>
                </a:lnTo>
                <a:lnTo>
                  <a:pt x="147840" y="35052"/>
                </a:lnTo>
                <a:lnTo>
                  <a:pt x="150888" y="36576"/>
                </a:lnTo>
                <a:lnTo>
                  <a:pt x="158508" y="36576"/>
                </a:lnTo>
                <a:lnTo>
                  <a:pt x="164604" y="15240"/>
                </a:lnTo>
                <a:lnTo>
                  <a:pt x="164604" y="12192"/>
                </a:lnTo>
                <a:lnTo>
                  <a:pt x="166128" y="12192"/>
                </a:lnTo>
                <a:lnTo>
                  <a:pt x="166128" y="10668"/>
                </a:lnTo>
                <a:lnTo>
                  <a:pt x="175272" y="10668"/>
                </a:lnTo>
                <a:lnTo>
                  <a:pt x="199656" y="36576"/>
                </a:lnTo>
                <a:lnTo>
                  <a:pt x="204228" y="36576"/>
                </a:lnTo>
                <a:close/>
              </a:path>
              <a:path extrusionOk="0" h="617220" w="218439">
                <a:moveTo>
                  <a:pt x="217932" y="228600"/>
                </a:moveTo>
                <a:lnTo>
                  <a:pt x="207645" y="188315"/>
                </a:lnTo>
                <a:lnTo>
                  <a:pt x="202603" y="182016"/>
                </a:lnTo>
                <a:lnTo>
                  <a:pt x="202603" y="220980"/>
                </a:lnTo>
                <a:lnTo>
                  <a:pt x="202361" y="228790"/>
                </a:lnTo>
                <a:lnTo>
                  <a:pt x="201168" y="238506"/>
                </a:lnTo>
                <a:lnTo>
                  <a:pt x="198843" y="247078"/>
                </a:lnTo>
                <a:lnTo>
                  <a:pt x="195072" y="254508"/>
                </a:lnTo>
                <a:lnTo>
                  <a:pt x="193548" y="259080"/>
                </a:lnTo>
                <a:lnTo>
                  <a:pt x="188976" y="260604"/>
                </a:lnTo>
                <a:lnTo>
                  <a:pt x="179832" y="260604"/>
                </a:lnTo>
                <a:lnTo>
                  <a:pt x="176784" y="259080"/>
                </a:lnTo>
                <a:lnTo>
                  <a:pt x="172212" y="256032"/>
                </a:lnTo>
                <a:lnTo>
                  <a:pt x="169164" y="254508"/>
                </a:lnTo>
                <a:lnTo>
                  <a:pt x="166116" y="251460"/>
                </a:lnTo>
                <a:lnTo>
                  <a:pt x="164592" y="249936"/>
                </a:lnTo>
                <a:lnTo>
                  <a:pt x="164617" y="249770"/>
                </a:lnTo>
                <a:lnTo>
                  <a:pt x="165481" y="241325"/>
                </a:lnTo>
                <a:lnTo>
                  <a:pt x="165608" y="238506"/>
                </a:lnTo>
                <a:lnTo>
                  <a:pt x="165709" y="236220"/>
                </a:lnTo>
                <a:lnTo>
                  <a:pt x="165785" y="234391"/>
                </a:lnTo>
                <a:lnTo>
                  <a:pt x="165849" y="233172"/>
                </a:lnTo>
                <a:lnTo>
                  <a:pt x="165925" y="231267"/>
                </a:lnTo>
                <a:lnTo>
                  <a:pt x="166014" y="225552"/>
                </a:lnTo>
                <a:lnTo>
                  <a:pt x="166116" y="205740"/>
                </a:lnTo>
                <a:lnTo>
                  <a:pt x="167030" y="196557"/>
                </a:lnTo>
                <a:lnTo>
                  <a:pt x="167640" y="189357"/>
                </a:lnTo>
                <a:lnTo>
                  <a:pt x="167767" y="188315"/>
                </a:lnTo>
                <a:lnTo>
                  <a:pt x="168262" y="183883"/>
                </a:lnTo>
                <a:lnTo>
                  <a:pt x="169164" y="179832"/>
                </a:lnTo>
                <a:lnTo>
                  <a:pt x="172212" y="175260"/>
                </a:lnTo>
                <a:lnTo>
                  <a:pt x="175260" y="172212"/>
                </a:lnTo>
                <a:lnTo>
                  <a:pt x="184404" y="172212"/>
                </a:lnTo>
                <a:lnTo>
                  <a:pt x="190500" y="176784"/>
                </a:lnTo>
                <a:lnTo>
                  <a:pt x="195199" y="184594"/>
                </a:lnTo>
                <a:lnTo>
                  <a:pt x="198843" y="190080"/>
                </a:lnTo>
                <a:lnTo>
                  <a:pt x="201168" y="197739"/>
                </a:lnTo>
                <a:lnTo>
                  <a:pt x="201218" y="198120"/>
                </a:lnTo>
                <a:lnTo>
                  <a:pt x="202374" y="207264"/>
                </a:lnTo>
                <a:lnTo>
                  <a:pt x="202476" y="210693"/>
                </a:lnTo>
                <a:lnTo>
                  <a:pt x="202565" y="213461"/>
                </a:lnTo>
                <a:lnTo>
                  <a:pt x="202603" y="220980"/>
                </a:lnTo>
                <a:lnTo>
                  <a:pt x="202603" y="182016"/>
                </a:lnTo>
                <a:lnTo>
                  <a:pt x="199644" y="178308"/>
                </a:lnTo>
                <a:lnTo>
                  <a:pt x="193573" y="172212"/>
                </a:lnTo>
                <a:lnTo>
                  <a:pt x="187261" y="168021"/>
                </a:lnTo>
                <a:lnTo>
                  <a:pt x="180581" y="165455"/>
                </a:lnTo>
                <a:lnTo>
                  <a:pt x="173736" y="164592"/>
                </a:lnTo>
                <a:lnTo>
                  <a:pt x="167640" y="164592"/>
                </a:lnTo>
                <a:lnTo>
                  <a:pt x="147828" y="233172"/>
                </a:lnTo>
                <a:lnTo>
                  <a:pt x="146304" y="239268"/>
                </a:lnTo>
                <a:lnTo>
                  <a:pt x="146304" y="245364"/>
                </a:lnTo>
                <a:lnTo>
                  <a:pt x="144780" y="248412"/>
                </a:lnTo>
                <a:lnTo>
                  <a:pt x="143256" y="249936"/>
                </a:lnTo>
                <a:lnTo>
                  <a:pt x="143256" y="251460"/>
                </a:lnTo>
                <a:lnTo>
                  <a:pt x="135636" y="251460"/>
                </a:lnTo>
                <a:lnTo>
                  <a:pt x="134112" y="249936"/>
                </a:lnTo>
                <a:lnTo>
                  <a:pt x="131064" y="248412"/>
                </a:lnTo>
                <a:lnTo>
                  <a:pt x="129540" y="245364"/>
                </a:lnTo>
                <a:lnTo>
                  <a:pt x="126492" y="242316"/>
                </a:lnTo>
                <a:lnTo>
                  <a:pt x="128016" y="236220"/>
                </a:lnTo>
                <a:lnTo>
                  <a:pt x="128016" y="225552"/>
                </a:lnTo>
                <a:lnTo>
                  <a:pt x="127431" y="215836"/>
                </a:lnTo>
                <a:lnTo>
                  <a:pt x="125539" y="207264"/>
                </a:lnTo>
                <a:lnTo>
                  <a:pt x="125476" y="207124"/>
                </a:lnTo>
                <a:lnTo>
                  <a:pt x="122834" y="201168"/>
                </a:lnTo>
                <a:lnTo>
                  <a:pt x="122237" y="199834"/>
                </a:lnTo>
                <a:lnTo>
                  <a:pt x="121920" y="199428"/>
                </a:lnTo>
                <a:lnTo>
                  <a:pt x="121920" y="230124"/>
                </a:lnTo>
                <a:lnTo>
                  <a:pt x="120396" y="236220"/>
                </a:lnTo>
                <a:lnTo>
                  <a:pt x="85344" y="248412"/>
                </a:lnTo>
                <a:lnTo>
                  <a:pt x="76200" y="248412"/>
                </a:lnTo>
                <a:lnTo>
                  <a:pt x="68580" y="246888"/>
                </a:lnTo>
                <a:lnTo>
                  <a:pt x="64008" y="242316"/>
                </a:lnTo>
                <a:lnTo>
                  <a:pt x="59436" y="239268"/>
                </a:lnTo>
                <a:lnTo>
                  <a:pt x="56388" y="233172"/>
                </a:lnTo>
                <a:lnTo>
                  <a:pt x="56388" y="220980"/>
                </a:lnTo>
                <a:lnTo>
                  <a:pt x="94488" y="201168"/>
                </a:lnTo>
                <a:lnTo>
                  <a:pt x="103632" y="201168"/>
                </a:lnTo>
                <a:lnTo>
                  <a:pt x="111023" y="204127"/>
                </a:lnTo>
                <a:lnTo>
                  <a:pt x="111163" y="204127"/>
                </a:lnTo>
                <a:lnTo>
                  <a:pt x="115824" y="208788"/>
                </a:lnTo>
                <a:lnTo>
                  <a:pt x="120396" y="211836"/>
                </a:lnTo>
                <a:lnTo>
                  <a:pt x="121907" y="217843"/>
                </a:lnTo>
                <a:lnTo>
                  <a:pt x="121920" y="230124"/>
                </a:lnTo>
                <a:lnTo>
                  <a:pt x="121920" y="199428"/>
                </a:lnTo>
                <a:lnTo>
                  <a:pt x="91440" y="181356"/>
                </a:lnTo>
                <a:lnTo>
                  <a:pt x="83820" y="181356"/>
                </a:lnTo>
                <a:lnTo>
                  <a:pt x="76200" y="184404"/>
                </a:lnTo>
                <a:lnTo>
                  <a:pt x="70104" y="188976"/>
                </a:lnTo>
                <a:lnTo>
                  <a:pt x="70104" y="167640"/>
                </a:lnTo>
                <a:lnTo>
                  <a:pt x="68580" y="167640"/>
                </a:lnTo>
                <a:lnTo>
                  <a:pt x="67056" y="166116"/>
                </a:lnTo>
                <a:lnTo>
                  <a:pt x="62484" y="166116"/>
                </a:lnTo>
                <a:lnTo>
                  <a:pt x="62484" y="167640"/>
                </a:lnTo>
                <a:lnTo>
                  <a:pt x="60960" y="167640"/>
                </a:lnTo>
                <a:lnTo>
                  <a:pt x="59436" y="169164"/>
                </a:lnTo>
                <a:lnTo>
                  <a:pt x="59436" y="198120"/>
                </a:lnTo>
                <a:lnTo>
                  <a:pt x="55435" y="204127"/>
                </a:lnTo>
                <a:lnTo>
                  <a:pt x="52578" y="210693"/>
                </a:lnTo>
                <a:lnTo>
                  <a:pt x="50863" y="217843"/>
                </a:lnTo>
                <a:lnTo>
                  <a:pt x="50749" y="219506"/>
                </a:lnTo>
                <a:lnTo>
                  <a:pt x="50634" y="220980"/>
                </a:lnTo>
                <a:lnTo>
                  <a:pt x="68491" y="261797"/>
                </a:lnTo>
                <a:lnTo>
                  <a:pt x="89916" y="268224"/>
                </a:lnTo>
                <a:lnTo>
                  <a:pt x="97536" y="268224"/>
                </a:lnTo>
                <a:lnTo>
                  <a:pt x="103632" y="266700"/>
                </a:lnTo>
                <a:lnTo>
                  <a:pt x="115824" y="260604"/>
                </a:lnTo>
                <a:lnTo>
                  <a:pt x="120396" y="254508"/>
                </a:lnTo>
                <a:lnTo>
                  <a:pt x="123444" y="248412"/>
                </a:lnTo>
                <a:lnTo>
                  <a:pt x="131064" y="257556"/>
                </a:lnTo>
                <a:lnTo>
                  <a:pt x="135636" y="262128"/>
                </a:lnTo>
                <a:lnTo>
                  <a:pt x="140208" y="265176"/>
                </a:lnTo>
                <a:lnTo>
                  <a:pt x="143256" y="268224"/>
                </a:lnTo>
                <a:lnTo>
                  <a:pt x="155448" y="268224"/>
                </a:lnTo>
                <a:lnTo>
                  <a:pt x="156972" y="266700"/>
                </a:lnTo>
                <a:lnTo>
                  <a:pt x="158496" y="263652"/>
                </a:lnTo>
                <a:lnTo>
                  <a:pt x="161544" y="260604"/>
                </a:lnTo>
                <a:lnTo>
                  <a:pt x="164592" y="256032"/>
                </a:lnTo>
                <a:lnTo>
                  <a:pt x="176784" y="268224"/>
                </a:lnTo>
                <a:lnTo>
                  <a:pt x="182880" y="272796"/>
                </a:lnTo>
                <a:lnTo>
                  <a:pt x="185928" y="275844"/>
                </a:lnTo>
                <a:lnTo>
                  <a:pt x="188976" y="277368"/>
                </a:lnTo>
                <a:lnTo>
                  <a:pt x="199644" y="277368"/>
                </a:lnTo>
                <a:lnTo>
                  <a:pt x="204216" y="274320"/>
                </a:lnTo>
                <a:lnTo>
                  <a:pt x="207264" y="268224"/>
                </a:lnTo>
                <a:lnTo>
                  <a:pt x="211620" y="260604"/>
                </a:lnTo>
                <a:lnTo>
                  <a:pt x="217525" y="236220"/>
                </a:lnTo>
                <a:lnTo>
                  <a:pt x="217627" y="234391"/>
                </a:lnTo>
                <a:lnTo>
                  <a:pt x="217690" y="233172"/>
                </a:lnTo>
                <a:lnTo>
                  <a:pt x="217792" y="231267"/>
                </a:lnTo>
                <a:lnTo>
                  <a:pt x="217855" y="230124"/>
                </a:lnTo>
                <a:lnTo>
                  <a:pt x="217932" y="2286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54" name="Google Shape;1054;p20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073908" y="7691628"/>
            <a:ext cx="225551" cy="10302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55" name="Google Shape;1055;p20"/>
          <p:cNvGrpSpPr/>
          <p:nvPr/>
        </p:nvGrpSpPr>
        <p:grpSpPr>
          <a:xfrm>
            <a:off x="3073908" y="6190488"/>
            <a:ext cx="226060" cy="1432559"/>
            <a:chOff x="3073908" y="6190488"/>
            <a:chExt cx="226060" cy="1432559"/>
          </a:xfrm>
        </p:grpSpPr>
        <p:pic>
          <p:nvPicPr>
            <p:cNvPr id="1056" name="Google Shape;1056;p20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131819" y="7507223"/>
              <a:ext cx="167640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57" name="Google Shape;1057;p20"/>
            <p:cNvSpPr/>
            <p:nvPr/>
          </p:nvSpPr>
          <p:spPr>
            <a:xfrm>
              <a:off x="3073908" y="6190488"/>
              <a:ext cx="226060" cy="1295400"/>
            </a:xfrm>
            <a:custGeom>
              <a:rect b="b" l="l" r="r" t="t"/>
              <a:pathLst>
                <a:path extrusionOk="0" h="1295400" w="226060">
                  <a:moveTo>
                    <a:pt x="128016" y="742188"/>
                  </a:moveTo>
                  <a:lnTo>
                    <a:pt x="106680" y="742188"/>
                  </a:lnTo>
                  <a:lnTo>
                    <a:pt x="106680" y="806196"/>
                  </a:lnTo>
                  <a:lnTo>
                    <a:pt x="128016" y="806196"/>
                  </a:lnTo>
                  <a:lnTo>
                    <a:pt x="128016" y="742188"/>
                  </a:lnTo>
                  <a:close/>
                </a:path>
                <a:path extrusionOk="0" h="1295400" w="226060">
                  <a:moveTo>
                    <a:pt x="172199" y="833628"/>
                  </a:moveTo>
                  <a:lnTo>
                    <a:pt x="169151" y="833628"/>
                  </a:lnTo>
                  <a:lnTo>
                    <a:pt x="169151" y="842772"/>
                  </a:lnTo>
                  <a:lnTo>
                    <a:pt x="166103" y="844296"/>
                  </a:lnTo>
                  <a:lnTo>
                    <a:pt x="164579" y="847344"/>
                  </a:lnTo>
                  <a:lnTo>
                    <a:pt x="161531" y="850392"/>
                  </a:lnTo>
                  <a:lnTo>
                    <a:pt x="158483" y="851916"/>
                  </a:lnTo>
                  <a:lnTo>
                    <a:pt x="153911" y="853440"/>
                  </a:lnTo>
                  <a:lnTo>
                    <a:pt x="92951" y="853440"/>
                  </a:lnTo>
                  <a:lnTo>
                    <a:pt x="85331" y="848868"/>
                  </a:lnTo>
                  <a:lnTo>
                    <a:pt x="74663" y="838200"/>
                  </a:lnTo>
                  <a:lnTo>
                    <a:pt x="74663" y="835152"/>
                  </a:lnTo>
                  <a:lnTo>
                    <a:pt x="76187" y="832104"/>
                  </a:lnTo>
                  <a:lnTo>
                    <a:pt x="79235" y="827532"/>
                  </a:lnTo>
                  <a:lnTo>
                    <a:pt x="82283" y="821436"/>
                  </a:lnTo>
                  <a:lnTo>
                    <a:pt x="82283" y="813816"/>
                  </a:lnTo>
                  <a:lnTo>
                    <a:pt x="79235" y="812292"/>
                  </a:lnTo>
                  <a:lnTo>
                    <a:pt x="77711" y="809244"/>
                  </a:lnTo>
                  <a:lnTo>
                    <a:pt x="68567" y="809244"/>
                  </a:lnTo>
                  <a:lnTo>
                    <a:pt x="65519" y="810768"/>
                  </a:lnTo>
                  <a:lnTo>
                    <a:pt x="62471" y="813816"/>
                  </a:lnTo>
                  <a:lnTo>
                    <a:pt x="59423" y="815340"/>
                  </a:lnTo>
                  <a:lnTo>
                    <a:pt x="57899" y="819912"/>
                  </a:lnTo>
                  <a:lnTo>
                    <a:pt x="57899" y="824484"/>
                  </a:lnTo>
                  <a:lnTo>
                    <a:pt x="59575" y="831583"/>
                  </a:lnTo>
                  <a:lnTo>
                    <a:pt x="64376" y="838962"/>
                  </a:lnTo>
                  <a:lnTo>
                    <a:pt x="72047" y="846353"/>
                  </a:lnTo>
                  <a:lnTo>
                    <a:pt x="82283" y="853440"/>
                  </a:lnTo>
                  <a:lnTo>
                    <a:pt x="57899" y="853440"/>
                  </a:lnTo>
                  <a:lnTo>
                    <a:pt x="57899" y="858012"/>
                  </a:lnTo>
                  <a:lnTo>
                    <a:pt x="71615" y="891540"/>
                  </a:lnTo>
                  <a:lnTo>
                    <a:pt x="74663" y="890016"/>
                  </a:lnTo>
                  <a:lnTo>
                    <a:pt x="74663" y="886968"/>
                  </a:lnTo>
                  <a:lnTo>
                    <a:pt x="73139" y="883920"/>
                  </a:lnTo>
                  <a:lnTo>
                    <a:pt x="73139" y="879348"/>
                  </a:lnTo>
                  <a:lnTo>
                    <a:pt x="74663" y="877824"/>
                  </a:lnTo>
                  <a:lnTo>
                    <a:pt x="74663" y="876300"/>
                  </a:lnTo>
                  <a:lnTo>
                    <a:pt x="76187" y="874776"/>
                  </a:lnTo>
                  <a:lnTo>
                    <a:pt x="77711" y="874776"/>
                  </a:lnTo>
                  <a:lnTo>
                    <a:pt x="80759" y="873252"/>
                  </a:lnTo>
                  <a:lnTo>
                    <a:pt x="160007" y="873252"/>
                  </a:lnTo>
                  <a:lnTo>
                    <a:pt x="163055" y="874776"/>
                  </a:lnTo>
                  <a:lnTo>
                    <a:pt x="166103" y="874776"/>
                  </a:lnTo>
                  <a:lnTo>
                    <a:pt x="166103" y="877824"/>
                  </a:lnTo>
                  <a:lnTo>
                    <a:pt x="169151" y="879348"/>
                  </a:lnTo>
                  <a:lnTo>
                    <a:pt x="169151" y="890016"/>
                  </a:lnTo>
                  <a:lnTo>
                    <a:pt x="172199" y="890016"/>
                  </a:lnTo>
                  <a:lnTo>
                    <a:pt x="172199" y="833628"/>
                  </a:lnTo>
                  <a:close/>
                </a:path>
                <a:path extrusionOk="0" h="1295400" w="226060">
                  <a:moveTo>
                    <a:pt x="172199" y="362712"/>
                  </a:moveTo>
                  <a:lnTo>
                    <a:pt x="169151" y="362712"/>
                  </a:lnTo>
                  <a:lnTo>
                    <a:pt x="169151" y="371856"/>
                  </a:lnTo>
                  <a:lnTo>
                    <a:pt x="167627" y="373380"/>
                  </a:lnTo>
                  <a:lnTo>
                    <a:pt x="166103" y="376428"/>
                  </a:lnTo>
                  <a:lnTo>
                    <a:pt x="164579" y="377952"/>
                  </a:lnTo>
                  <a:lnTo>
                    <a:pt x="163055" y="377952"/>
                  </a:lnTo>
                  <a:lnTo>
                    <a:pt x="160007" y="379476"/>
                  </a:lnTo>
                  <a:lnTo>
                    <a:pt x="89903" y="379476"/>
                  </a:lnTo>
                  <a:lnTo>
                    <a:pt x="82283" y="381000"/>
                  </a:lnTo>
                  <a:lnTo>
                    <a:pt x="77711" y="382524"/>
                  </a:lnTo>
                  <a:lnTo>
                    <a:pt x="65519" y="388620"/>
                  </a:lnTo>
                  <a:lnTo>
                    <a:pt x="59423" y="397764"/>
                  </a:lnTo>
                  <a:lnTo>
                    <a:pt x="57899" y="402336"/>
                  </a:lnTo>
                  <a:lnTo>
                    <a:pt x="57899" y="408432"/>
                  </a:lnTo>
                  <a:lnTo>
                    <a:pt x="59575" y="417817"/>
                  </a:lnTo>
                  <a:lnTo>
                    <a:pt x="64376" y="427482"/>
                  </a:lnTo>
                  <a:lnTo>
                    <a:pt x="72047" y="437159"/>
                  </a:lnTo>
                  <a:lnTo>
                    <a:pt x="82283" y="446532"/>
                  </a:lnTo>
                  <a:lnTo>
                    <a:pt x="57899" y="446532"/>
                  </a:lnTo>
                  <a:lnTo>
                    <a:pt x="57899" y="452628"/>
                  </a:lnTo>
                  <a:lnTo>
                    <a:pt x="71615" y="484632"/>
                  </a:lnTo>
                  <a:lnTo>
                    <a:pt x="74663" y="483108"/>
                  </a:lnTo>
                  <a:lnTo>
                    <a:pt x="74663" y="480060"/>
                  </a:lnTo>
                  <a:lnTo>
                    <a:pt x="73139" y="477012"/>
                  </a:lnTo>
                  <a:lnTo>
                    <a:pt x="73139" y="470916"/>
                  </a:lnTo>
                  <a:lnTo>
                    <a:pt x="74663" y="470916"/>
                  </a:lnTo>
                  <a:lnTo>
                    <a:pt x="77711" y="467868"/>
                  </a:lnTo>
                  <a:lnTo>
                    <a:pt x="80759" y="467868"/>
                  </a:lnTo>
                  <a:lnTo>
                    <a:pt x="83807" y="466344"/>
                  </a:lnTo>
                  <a:lnTo>
                    <a:pt x="156959" y="466344"/>
                  </a:lnTo>
                  <a:lnTo>
                    <a:pt x="161531" y="467868"/>
                  </a:lnTo>
                  <a:lnTo>
                    <a:pt x="167627" y="470916"/>
                  </a:lnTo>
                  <a:lnTo>
                    <a:pt x="169151" y="475488"/>
                  </a:lnTo>
                  <a:lnTo>
                    <a:pt x="169151" y="483108"/>
                  </a:lnTo>
                  <a:lnTo>
                    <a:pt x="172199" y="483108"/>
                  </a:lnTo>
                  <a:lnTo>
                    <a:pt x="172199" y="429768"/>
                  </a:lnTo>
                  <a:lnTo>
                    <a:pt x="169151" y="429768"/>
                  </a:lnTo>
                  <a:lnTo>
                    <a:pt x="169151" y="438912"/>
                  </a:lnTo>
                  <a:lnTo>
                    <a:pt x="167627" y="441960"/>
                  </a:lnTo>
                  <a:lnTo>
                    <a:pt x="164579" y="445008"/>
                  </a:lnTo>
                  <a:lnTo>
                    <a:pt x="163055" y="445008"/>
                  </a:lnTo>
                  <a:lnTo>
                    <a:pt x="161531" y="446532"/>
                  </a:lnTo>
                  <a:lnTo>
                    <a:pt x="89903" y="446532"/>
                  </a:lnTo>
                  <a:lnTo>
                    <a:pt x="82791" y="439445"/>
                  </a:lnTo>
                  <a:lnTo>
                    <a:pt x="77520" y="432054"/>
                  </a:lnTo>
                  <a:lnTo>
                    <a:pt x="74269" y="424675"/>
                  </a:lnTo>
                  <a:lnTo>
                    <a:pt x="73139" y="417576"/>
                  </a:lnTo>
                  <a:lnTo>
                    <a:pt x="73139" y="411480"/>
                  </a:lnTo>
                  <a:lnTo>
                    <a:pt x="76187" y="406908"/>
                  </a:lnTo>
                  <a:lnTo>
                    <a:pt x="85331" y="400812"/>
                  </a:lnTo>
                  <a:lnTo>
                    <a:pt x="92951" y="399288"/>
                  </a:lnTo>
                  <a:lnTo>
                    <a:pt x="158483" y="399288"/>
                  </a:lnTo>
                  <a:lnTo>
                    <a:pt x="160007" y="400812"/>
                  </a:lnTo>
                  <a:lnTo>
                    <a:pt x="163055" y="400812"/>
                  </a:lnTo>
                  <a:lnTo>
                    <a:pt x="166103" y="402336"/>
                  </a:lnTo>
                  <a:lnTo>
                    <a:pt x="169151" y="405384"/>
                  </a:lnTo>
                  <a:lnTo>
                    <a:pt x="169151" y="416052"/>
                  </a:lnTo>
                  <a:lnTo>
                    <a:pt x="172199" y="416052"/>
                  </a:lnTo>
                  <a:lnTo>
                    <a:pt x="172199" y="362712"/>
                  </a:lnTo>
                  <a:close/>
                </a:path>
                <a:path extrusionOk="0" h="1295400" w="226060">
                  <a:moveTo>
                    <a:pt x="172199" y="179832"/>
                  </a:moveTo>
                  <a:lnTo>
                    <a:pt x="169151" y="179832"/>
                  </a:lnTo>
                  <a:lnTo>
                    <a:pt x="169151" y="188976"/>
                  </a:lnTo>
                  <a:lnTo>
                    <a:pt x="164579" y="193548"/>
                  </a:lnTo>
                  <a:lnTo>
                    <a:pt x="163055" y="196596"/>
                  </a:lnTo>
                  <a:lnTo>
                    <a:pt x="161531" y="196596"/>
                  </a:lnTo>
                  <a:lnTo>
                    <a:pt x="158483" y="198120"/>
                  </a:lnTo>
                  <a:lnTo>
                    <a:pt x="153911" y="199644"/>
                  </a:lnTo>
                  <a:lnTo>
                    <a:pt x="92951" y="199644"/>
                  </a:lnTo>
                  <a:lnTo>
                    <a:pt x="85331" y="195072"/>
                  </a:lnTo>
                  <a:lnTo>
                    <a:pt x="80759" y="192024"/>
                  </a:lnTo>
                  <a:lnTo>
                    <a:pt x="77711" y="187452"/>
                  </a:lnTo>
                  <a:lnTo>
                    <a:pt x="74663" y="184404"/>
                  </a:lnTo>
                  <a:lnTo>
                    <a:pt x="74663" y="181356"/>
                  </a:lnTo>
                  <a:lnTo>
                    <a:pt x="76187" y="178308"/>
                  </a:lnTo>
                  <a:lnTo>
                    <a:pt x="79235" y="175260"/>
                  </a:lnTo>
                  <a:lnTo>
                    <a:pt x="80759" y="170688"/>
                  </a:lnTo>
                  <a:lnTo>
                    <a:pt x="82283" y="167640"/>
                  </a:lnTo>
                  <a:lnTo>
                    <a:pt x="82283" y="160020"/>
                  </a:lnTo>
                  <a:lnTo>
                    <a:pt x="79235" y="158496"/>
                  </a:lnTo>
                  <a:lnTo>
                    <a:pt x="77711" y="155448"/>
                  </a:lnTo>
                  <a:lnTo>
                    <a:pt x="68567" y="155448"/>
                  </a:lnTo>
                  <a:lnTo>
                    <a:pt x="65519" y="156972"/>
                  </a:lnTo>
                  <a:lnTo>
                    <a:pt x="59423" y="163068"/>
                  </a:lnTo>
                  <a:lnTo>
                    <a:pt x="57899" y="166116"/>
                  </a:lnTo>
                  <a:lnTo>
                    <a:pt x="57899" y="170688"/>
                  </a:lnTo>
                  <a:lnTo>
                    <a:pt x="59575" y="177787"/>
                  </a:lnTo>
                  <a:lnTo>
                    <a:pt x="64376" y="185166"/>
                  </a:lnTo>
                  <a:lnTo>
                    <a:pt x="72047" y="192557"/>
                  </a:lnTo>
                  <a:lnTo>
                    <a:pt x="82283" y="199644"/>
                  </a:lnTo>
                  <a:lnTo>
                    <a:pt x="57899" y="199644"/>
                  </a:lnTo>
                  <a:lnTo>
                    <a:pt x="57899" y="204216"/>
                  </a:lnTo>
                  <a:lnTo>
                    <a:pt x="71615" y="237744"/>
                  </a:lnTo>
                  <a:lnTo>
                    <a:pt x="74663" y="236220"/>
                  </a:lnTo>
                  <a:lnTo>
                    <a:pt x="74663" y="233172"/>
                  </a:lnTo>
                  <a:lnTo>
                    <a:pt x="73139" y="230124"/>
                  </a:lnTo>
                  <a:lnTo>
                    <a:pt x="73139" y="225552"/>
                  </a:lnTo>
                  <a:lnTo>
                    <a:pt x="74663" y="224028"/>
                  </a:lnTo>
                  <a:lnTo>
                    <a:pt x="74663" y="222504"/>
                  </a:lnTo>
                  <a:lnTo>
                    <a:pt x="76187" y="220980"/>
                  </a:lnTo>
                  <a:lnTo>
                    <a:pt x="77711" y="220980"/>
                  </a:lnTo>
                  <a:lnTo>
                    <a:pt x="80759" y="219456"/>
                  </a:lnTo>
                  <a:lnTo>
                    <a:pt x="160007" y="219456"/>
                  </a:lnTo>
                  <a:lnTo>
                    <a:pt x="166103" y="222504"/>
                  </a:lnTo>
                  <a:lnTo>
                    <a:pt x="166103" y="224028"/>
                  </a:lnTo>
                  <a:lnTo>
                    <a:pt x="169151" y="227076"/>
                  </a:lnTo>
                  <a:lnTo>
                    <a:pt x="169151" y="236220"/>
                  </a:lnTo>
                  <a:lnTo>
                    <a:pt x="172199" y="236220"/>
                  </a:lnTo>
                  <a:lnTo>
                    <a:pt x="172199" y="179832"/>
                  </a:lnTo>
                  <a:close/>
                </a:path>
                <a:path extrusionOk="0" h="1295400" w="226060">
                  <a:moveTo>
                    <a:pt x="172212" y="611124"/>
                  </a:moveTo>
                  <a:lnTo>
                    <a:pt x="169164" y="611124"/>
                  </a:lnTo>
                  <a:lnTo>
                    <a:pt x="169164" y="620268"/>
                  </a:lnTo>
                  <a:lnTo>
                    <a:pt x="163068" y="626364"/>
                  </a:lnTo>
                  <a:lnTo>
                    <a:pt x="160020" y="626364"/>
                  </a:lnTo>
                  <a:lnTo>
                    <a:pt x="155448" y="627888"/>
                  </a:lnTo>
                  <a:lnTo>
                    <a:pt x="98767" y="627913"/>
                  </a:lnTo>
                  <a:lnTo>
                    <a:pt x="64008" y="640080"/>
                  </a:lnTo>
                  <a:lnTo>
                    <a:pt x="59436" y="644652"/>
                  </a:lnTo>
                  <a:lnTo>
                    <a:pt x="57912" y="650748"/>
                  </a:lnTo>
                  <a:lnTo>
                    <a:pt x="57912" y="661416"/>
                  </a:lnTo>
                  <a:lnTo>
                    <a:pt x="59436" y="667512"/>
                  </a:lnTo>
                  <a:lnTo>
                    <a:pt x="62484" y="672084"/>
                  </a:lnTo>
                  <a:lnTo>
                    <a:pt x="65354" y="676948"/>
                  </a:lnTo>
                  <a:lnTo>
                    <a:pt x="69532" y="682371"/>
                  </a:lnTo>
                  <a:lnTo>
                    <a:pt x="75120" y="688378"/>
                  </a:lnTo>
                  <a:lnTo>
                    <a:pt x="82296" y="694944"/>
                  </a:lnTo>
                  <a:lnTo>
                    <a:pt x="0" y="694944"/>
                  </a:lnTo>
                  <a:lnTo>
                    <a:pt x="0" y="699516"/>
                  </a:lnTo>
                  <a:lnTo>
                    <a:pt x="13716" y="733044"/>
                  </a:lnTo>
                  <a:lnTo>
                    <a:pt x="16764" y="731520"/>
                  </a:lnTo>
                  <a:lnTo>
                    <a:pt x="15240" y="726948"/>
                  </a:lnTo>
                  <a:lnTo>
                    <a:pt x="15240" y="719328"/>
                  </a:lnTo>
                  <a:lnTo>
                    <a:pt x="18288" y="716280"/>
                  </a:lnTo>
                  <a:lnTo>
                    <a:pt x="19812" y="716280"/>
                  </a:lnTo>
                  <a:lnTo>
                    <a:pt x="22860" y="714756"/>
                  </a:lnTo>
                  <a:lnTo>
                    <a:pt x="160020" y="714756"/>
                  </a:lnTo>
                  <a:lnTo>
                    <a:pt x="163068" y="716280"/>
                  </a:lnTo>
                  <a:lnTo>
                    <a:pt x="164592" y="716280"/>
                  </a:lnTo>
                  <a:lnTo>
                    <a:pt x="167640" y="719328"/>
                  </a:lnTo>
                  <a:lnTo>
                    <a:pt x="169164" y="722376"/>
                  </a:lnTo>
                  <a:lnTo>
                    <a:pt x="169164" y="731520"/>
                  </a:lnTo>
                  <a:lnTo>
                    <a:pt x="172212" y="731520"/>
                  </a:lnTo>
                  <a:lnTo>
                    <a:pt x="172212" y="678180"/>
                  </a:lnTo>
                  <a:lnTo>
                    <a:pt x="169164" y="678180"/>
                  </a:lnTo>
                  <a:lnTo>
                    <a:pt x="169164" y="687324"/>
                  </a:lnTo>
                  <a:lnTo>
                    <a:pt x="163068" y="693420"/>
                  </a:lnTo>
                  <a:lnTo>
                    <a:pt x="161544" y="693420"/>
                  </a:lnTo>
                  <a:lnTo>
                    <a:pt x="155448" y="694944"/>
                  </a:lnTo>
                  <a:lnTo>
                    <a:pt x="89916" y="694944"/>
                  </a:lnTo>
                  <a:lnTo>
                    <a:pt x="83820" y="688848"/>
                  </a:lnTo>
                  <a:lnTo>
                    <a:pt x="79248" y="682752"/>
                  </a:lnTo>
                  <a:lnTo>
                    <a:pt x="76200" y="678180"/>
                  </a:lnTo>
                  <a:lnTo>
                    <a:pt x="73152" y="669036"/>
                  </a:lnTo>
                  <a:lnTo>
                    <a:pt x="73152" y="661416"/>
                  </a:lnTo>
                  <a:lnTo>
                    <a:pt x="77724" y="652272"/>
                  </a:lnTo>
                  <a:lnTo>
                    <a:pt x="80772" y="650748"/>
                  </a:lnTo>
                  <a:lnTo>
                    <a:pt x="85344" y="649224"/>
                  </a:lnTo>
                  <a:lnTo>
                    <a:pt x="88392" y="647700"/>
                  </a:lnTo>
                  <a:lnTo>
                    <a:pt x="163068" y="647700"/>
                  </a:lnTo>
                  <a:lnTo>
                    <a:pt x="166116" y="649224"/>
                  </a:lnTo>
                  <a:lnTo>
                    <a:pt x="167640" y="652272"/>
                  </a:lnTo>
                  <a:lnTo>
                    <a:pt x="169164" y="653796"/>
                  </a:lnTo>
                  <a:lnTo>
                    <a:pt x="169164" y="664464"/>
                  </a:lnTo>
                  <a:lnTo>
                    <a:pt x="172212" y="664464"/>
                  </a:lnTo>
                  <a:lnTo>
                    <a:pt x="172212" y="611124"/>
                  </a:lnTo>
                  <a:close/>
                </a:path>
                <a:path extrusionOk="0" h="1295400" w="226060">
                  <a:moveTo>
                    <a:pt x="175247" y="515112"/>
                  </a:moveTo>
                  <a:lnTo>
                    <a:pt x="161531" y="483108"/>
                  </a:lnTo>
                  <a:lnTo>
                    <a:pt x="158483" y="484632"/>
                  </a:lnTo>
                  <a:lnTo>
                    <a:pt x="161531" y="490728"/>
                  </a:lnTo>
                  <a:lnTo>
                    <a:pt x="161531" y="495300"/>
                  </a:lnTo>
                  <a:lnTo>
                    <a:pt x="158483" y="498348"/>
                  </a:lnTo>
                  <a:lnTo>
                    <a:pt x="155435" y="499872"/>
                  </a:lnTo>
                  <a:lnTo>
                    <a:pt x="152387" y="499872"/>
                  </a:lnTo>
                  <a:lnTo>
                    <a:pt x="149339" y="501396"/>
                  </a:lnTo>
                  <a:lnTo>
                    <a:pt x="60947" y="501396"/>
                  </a:lnTo>
                  <a:lnTo>
                    <a:pt x="60947" y="537972"/>
                  </a:lnTo>
                  <a:lnTo>
                    <a:pt x="63995" y="537972"/>
                  </a:lnTo>
                  <a:lnTo>
                    <a:pt x="63995" y="530352"/>
                  </a:lnTo>
                  <a:lnTo>
                    <a:pt x="65519" y="525780"/>
                  </a:lnTo>
                  <a:lnTo>
                    <a:pt x="71615" y="522732"/>
                  </a:lnTo>
                  <a:lnTo>
                    <a:pt x="76187" y="521208"/>
                  </a:lnTo>
                  <a:lnTo>
                    <a:pt x="144767" y="521208"/>
                  </a:lnTo>
                  <a:lnTo>
                    <a:pt x="155435" y="531876"/>
                  </a:lnTo>
                  <a:lnTo>
                    <a:pt x="156959" y="536448"/>
                  </a:lnTo>
                  <a:lnTo>
                    <a:pt x="160007" y="541020"/>
                  </a:lnTo>
                  <a:lnTo>
                    <a:pt x="160007" y="554736"/>
                  </a:lnTo>
                  <a:lnTo>
                    <a:pt x="158483" y="559308"/>
                  </a:lnTo>
                  <a:lnTo>
                    <a:pt x="155435" y="562356"/>
                  </a:lnTo>
                  <a:lnTo>
                    <a:pt x="152387" y="566928"/>
                  </a:lnTo>
                  <a:lnTo>
                    <a:pt x="146291" y="568452"/>
                  </a:lnTo>
                  <a:lnTo>
                    <a:pt x="60947" y="568452"/>
                  </a:lnTo>
                  <a:lnTo>
                    <a:pt x="60947" y="606552"/>
                  </a:lnTo>
                  <a:lnTo>
                    <a:pt x="63995" y="606552"/>
                  </a:lnTo>
                  <a:lnTo>
                    <a:pt x="63995" y="600456"/>
                  </a:lnTo>
                  <a:lnTo>
                    <a:pt x="65519" y="597408"/>
                  </a:lnTo>
                  <a:lnTo>
                    <a:pt x="65519" y="594360"/>
                  </a:lnTo>
                  <a:lnTo>
                    <a:pt x="68567" y="591312"/>
                  </a:lnTo>
                  <a:lnTo>
                    <a:pt x="71615" y="589788"/>
                  </a:lnTo>
                  <a:lnTo>
                    <a:pt x="73139" y="588264"/>
                  </a:lnTo>
                  <a:lnTo>
                    <a:pt x="143243" y="588264"/>
                  </a:lnTo>
                  <a:lnTo>
                    <a:pt x="150863" y="586740"/>
                  </a:lnTo>
                  <a:lnTo>
                    <a:pt x="175247" y="565404"/>
                  </a:lnTo>
                  <a:lnTo>
                    <a:pt x="175247" y="553212"/>
                  </a:lnTo>
                  <a:lnTo>
                    <a:pt x="173723" y="548640"/>
                  </a:lnTo>
                  <a:lnTo>
                    <a:pt x="172199" y="542544"/>
                  </a:lnTo>
                  <a:lnTo>
                    <a:pt x="169329" y="538568"/>
                  </a:lnTo>
                  <a:lnTo>
                    <a:pt x="165150" y="533590"/>
                  </a:lnTo>
                  <a:lnTo>
                    <a:pt x="159562" y="527761"/>
                  </a:lnTo>
                  <a:lnTo>
                    <a:pt x="152387" y="521208"/>
                  </a:lnTo>
                  <a:lnTo>
                    <a:pt x="175247" y="521208"/>
                  </a:lnTo>
                  <a:lnTo>
                    <a:pt x="175247" y="515112"/>
                  </a:lnTo>
                  <a:close/>
                </a:path>
                <a:path extrusionOk="0" h="1295400" w="226060">
                  <a:moveTo>
                    <a:pt x="175260" y="1243584"/>
                  </a:moveTo>
                  <a:lnTo>
                    <a:pt x="175183" y="1242060"/>
                  </a:lnTo>
                  <a:lnTo>
                    <a:pt x="174917" y="1235849"/>
                  </a:lnTo>
                  <a:lnTo>
                    <a:pt x="173736" y="1228534"/>
                  </a:lnTo>
                  <a:lnTo>
                    <a:pt x="171399" y="1221511"/>
                  </a:lnTo>
                  <a:lnTo>
                    <a:pt x="167640" y="1214628"/>
                  </a:lnTo>
                  <a:lnTo>
                    <a:pt x="167640" y="1229868"/>
                  </a:lnTo>
                  <a:lnTo>
                    <a:pt x="167640" y="1237488"/>
                  </a:lnTo>
                  <a:lnTo>
                    <a:pt x="141414" y="1267396"/>
                  </a:lnTo>
                  <a:lnTo>
                    <a:pt x="108204" y="1272540"/>
                  </a:lnTo>
                  <a:lnTo>
                    <a:pt x="97536" y="1272540"/>
                  </a:lnTo>
                  <a:lnTo>
                    <a:pt x="89916" y="1271016"/>
                  </a:lnTo>
                  <a:lnTo>
                    <a:pt x="83820" y="1267968"/>
                  </a:lnTo>
                  <a:lnTo>
                    <a:pt x="76200" y="1266444"/>
                  </a:lnTo>
                  <a:lnTo>
                    <a:pt x="73152" y="1261872"/>
                  </a:lnTo>
                  <a:lnTo>
                    <a:pt x="70104" y="1258824"/>
                  </a:lnTo>
                  <a:lnTo>
                    <a:pt x="67056" y="1254252"/>
                  </a:lnTo>
                  <a:lnTo>
                    <a:pt x="65532" y="1249680"/>
                  </a:lnTo>
                  <a:lnTo>
                    <a:pt x="65532" y="1237488"/>
                  </a:lnTo>
                  <a:lnTo>
                    <a:pt x="98488" y="1214818"/>
                  </a:lnTo>
                  <a:lnTo>
                    <a:pt x="124968" y="1211580"/>
                  </a:lnTo>
                  <a:lnTo>
                    <a:pt x="135775" y="1212138"/>
                  </a:lnTo>
                  <a:lnTo>
                    <a:pt x="167640" y="1229868"/>
                  </a:lnTo>
                  <a:lnTo>
                    <a:pt x="167640" y="1214628"/>
                  </a:lnTo>
                  <a:lnTo>
                    <a:pt x="144780" y="1196340"/>
                  </a:lnTo>
                  <a:lnTo>
                    <a:pt x="137655" y="1192580"/>
                  </a:lnTo>
                  <a:lnTo>
                    <a:pt x="130111" y="1190244"/>
                  </a:lnTo>
                  <a:lnTo>
                    <a:pt x="122275" y="1189062"/>
                  </a:lnTo>
                  <a:lnTo>
                    <a:pt x="114300" y="1188720"/>
                  </a:lnTo>
                  <a:lnTo>
                    <a:pt x="104292" y="1189558"/>
                  </a:lnTo>
                  <a:lnTo>
                    <a:pt x="68834" y="1209484"/>
                  </a:lnTo>
                  <a:lnTo>
                    <a:pt x="57912" y="1242060"/>
                  </a:lnTo>
                  <a:lnTo>
                    <a:pt x="58026" y="1243584"/>
                  </a:lnTo>
                  <a:lnTo>
                    <a:pt x="74676" y="1279017"/>
                  </a:lnTo>
                  <a:lnTo>
                    <a:pt x="110248" y="1294853"/>
                  </a:lnTo>
                  <a:lnTo>
                    <a:pt x="117348" y="1295400"/>
                  </a:lnTo>
                  <a:lnTo>
                    <a:pt x="128219" y="1294574"/>
                  </a:lnTo>
                  <a:lnTo>
                    <a:pt x="164325" y="1274876"/>
                  </a:lnTo>
                  <a:lnTo>
                    <a:pt x="165887" y="1272540"/>
                  </a:lnTo>
                  <a:lnTo>
                    <a:pt x="170497" y="1265682"/>
                  </a:lnTo>
                  <a:lnTo>
                    <a:pt x="174091" y="1255356"/>
                  </a:lnTo>
                  <a:lnTo>
                    <a:pt x="174193" y="1254252"/>
                  </a:lnTo>
                  <a:lnTo>
                    <a:pt x="175260" y="1243584"/>
                  </a:lnTo>
                  <a:close/>
                </a:path>
                <a:path extrusionOk="0" h="1295400" w="226060">
                  <a:moveTo>
                    <a:pt x="175260" y="1051560"/>
                  </a:moveTo>
                  <a:lnTo>
                    <a:pt x="79248" y="1018032"/>
                  </a:lnTo>
                  <a:lnTo>
                    <a:pt x="70104" y="1014984"/>
                  </a:lnTo>
                  <a:lnTo>
                    <a:pt x="65532" y="1008888"/>
                  </a:lnTo>
                  <a:lnTo>
                    <a:pt x="64008" y="1002792"/>
                  </a:lnTo>
                  <a:lnTo>
                    <a:pt x="60960" y="1002792"/>
                  </a:lnTo>
                  <a:lnTo>
                    <a:pt x="60960" y="1036320"/>
                  </a:lnTo>
                  <a:lnTo>
                    <a:pt x="64008" y="1036320"/>
                  </a:lnTo>
                  <a:lnTo>
                    <a:pt x="64008" y="1030224"/>
                  </a:lnTo>
                  <a:lnTo>
                    <a:pt x="65532" y="1027176"/>
                  </a:lnTo>
                  <a:lnTo>
                    <a:pt x="67056" y="1025652"/>
                  </a:lnTo>
                  <a:lnTo>
                    <a:pt x="68580" y="1022604"/>
                  </a:lnTo>
                  <a:lnTo>
                    <a:pt x="74676" y="1022604"/>
                  </a:lnTo>
                  <a:lnTo>
                    <a:pt x="77724" y="1024128"/>
                  </a:lnTo>
                  <a:lnTo>
                    <a:pt x="82296" y="1027176"/>
                  </a:lnTo>
                  <a:lnTo>
                    <a:pt x="144780" y="1048512"/>
                  </a:lnTo>
                  <a:lnTo>
                    <a:pt x="80772" y="1077468"/>
                  </a:lnTo>
                  <a:lnTo>
                    <a:pt x="70104" y="1077468"/>
                  </a:lnTo>
                  <a:lnTo>
                    <a:pt x="68580" y="1075944"/>
                  </a:lnTo>
                  <a:lnTo>
                    <a:pt x="65532" y="1074420"/>
                  </a:lnTo>
                  <a:lnTo>
                    <a:pt x="64008" y="1069848"/>
                  </a:lnTo>
                  <a:lnTo>
                    <a:pt x="64008" y="1065276"/>
                  </a:lnTo>
                  <a:lnTo>
                    <a:pt x="60960" y="1065276"/>
                  </a:lnTo>
                  <a:lnTo>
                    <a:pt x="60960" y="1115568"/>
                  </a:lnTo>
                  <a:lnTo>
                    <a:pt x="64008" y="1115568"/>
                  </a:lnTo>
                  <a:lnTo>
                    <a:pt x="64008" y="1110996"/>
                  </a:lnTo>
                  <a:lnTo>
                    <a:pt x="65532" y="1107948"/>
                  </a:lnTo>
                  <a:lnTo>
                    <a:pt x="67056" y="1106424"/>
                  </a:lnTo>
                  <a:lnTo>
                    <a:pt x="68580" y="1103376"/>
                  </a:lnTo>
                  <a:lnTo>
                    <a:pt x="73152" y="1100328"/>
                  </a:lnTo>
                  <a:lnTo>
                    <a:pt x="77724" y="1098804"/>
                  </a:lnTo>
                  <a:lnTo>
                    <a:pt x="92964" y="1091184"/>
                  </a:lnTo>
                  <a:lnTo>
                    <a:pt x="144780" y="1117092"/>
                  </a:lnTo>
                  <a:lnTo>
                    <a:pt x="82296" y="1141476"/>
                  </a:lnTo>
                  <a:lnTo>
                    <a:pt x="77724" y="1143000"/>
                  </a:lnTo>
                  <a:lnTo>
                    <a:pt x="68580" y="1143000"/>
                  </a:lnTo>
                  <a:lnTo>
                    <a:pt x="65532" y="1139952"/>
                  </a:lnTo>
                  <a:lnTo>
                    <a:pt x="65532" y="1136904"/>
                  </a:lnTo>
                  <a:lnTo>
                    <a:pt x="64008" y="1133856"/>
                  </a:lnTo>
                  <a:lnTo>
                    <a:pt x="60960" y="1133856"/>
                  </a:lnTo>
                  <a:lnTo>
                    <a:pt x="60960" y="1179576"/>
                  </a:lnTo>
                  <a:lnTo>
                    <a:pt x="64008" y="1179576"/>
                  </a:lnTo>
                  <a:lnTo>
                    <a:pt x="65532" y="1175004"/>
                  </a:lnTo>
                  <a:lnTo>
                    <a:pt x="67056" y="1171956"/>
                  </a:lnTo>
                  <a:lnTo>
                    <a:pt x="71628" y="1167384"/>
                  </a:lnTo>
                  <a:lnTo>
                    <a:pt x="76200" y="1164336"/>
                  </a:lnTo>
                  <a:lnTo>
                    <a:pt x="82296" y="1162812"/>
                  </a:lnTo>
                  <a:lnTo>
                    <a:pt x="175260" y="1126236"/>
                  </a:lnTo>
                  <a:lnTo>
                    <a:pt x="175260" y="1123188"/>
                  </a:lnTo>
                  <a:lnTo>
                    <a:pt x="102108" y="1088136"/>
                  </a:lnTo>
                  <a:lnTo>
                    <a:pt x="175260" y="1057656"/>
                  </a:lnTo>
                  <a:lnTo>
                    <a:pt x="175260" y="1051560"/>
                  </a:lnTo>
                  <a:close/>
                </a:path>
                <a:path extrusionOk="0" h="1295400" w="226060">
                  <a:moveTo>
                    <a:pt x="175260" y="944880"/>
                  </a:moveTo>
                  <a:lnTo>
                    <a:pt x="155943" y="909256"/>
                  </a:lnTo>
                  <a:lnTo>
                    <a:pt x="132588" y="900684"/>
                  </a:lnTo>
                  <a:lnTo>
                    <a:pt x="129540" y="903732"/>
                  </a:lnTo>
                  <a:lnTo>
                    <a:pt x="140208" y="906780"/>
                  </a:lnTo>
                  <a:lnTo>
                    <a:pt x="146304" y="911352"/>
                  </a:lnTo>
                  <a:lnTo>
                    <a:pt x="150876" y="915924"/>
                  </a:lnTo>
                  <a:lnTo>
                    <a:pt x="153924" y="922020"/>
                  </a:lnTo>
                  <a:lnTo>
                    <a:pt x="155448" y="928116"/>
                  </a:lnTo>
                  <a:lnTo>
                    <a:pt x="155384" y="936269"/>
                  </a:lnTo>
                  <a:lnTo>
                    <a:pt x="134035" y="968298"/>
                  </a:lnTo>
                  <a:lnTo>
                    <a:pt x="102108" y="975360"/>
                  </a:lnTo>
                  <a:lnTo>
                    <a:pt x="102108" y="925068"/>
                  </a:lnTo>
                  <a:lnTo>
                    <a:pt x="102108" y="900684"/>
                  </a:lnTo>
                  <a:lnTo>
                    <a:pt x="94488" y="901179"/>
                  </a:lnTo>
                  <a:lnTo>
                    <a:pt x="94488" y="925068"/>
                  </a:lnTo>
                  <a:lnTo>
                    <a:pt x="94488" y="975360"/>
                  </a:lnTo>
                  <a:lnTo>
                    <a:pt x="65532" y="955548"/>
                  </a:lnTo>
                  <a:lnTo>
                    <a:pt x="65532" y="943356"/>
                  </a:lnTo>
                  <a:lnTo>
                    <a:pt x="67056" y="940308"/>
                  </a:lnTo>
                  <a:lnTo>
                    <a:pt x="70104" y="935736"/>
                  </a:lnTo>
                  <a:lnTo>
                    <a:pt x="71628" y="932688"/>
                  </a:lnTo>
                  <a:lnTo>
                    <a:pt x="80772" y="926592"/>
                  </a:lnTo>
                  <a:lnTo>
                    <a:pt x="83820" y="926592"/>
                  </a:lnTo>
                  <a:lnTo>
                    <a:pt x="88392" y="925068"/>
                  </a:lnTo>
                  <a:lnTo>
                    <a:pt x="94488" y="925068"/>
                  </a:lnTo>
                  <a:lnTo>
                    <a:pt x="94488" y="901179"/>
                  </a:lnTo>
                  <a:lnTo>
                    <a:pt x="92392" y="901306"/>
                  </a:lnTo>
                  <a:lnTo>
                    <a:pt x="61150" y="925639"/>
                  </a:lnTo>
                  <a:lnTo>
                    <a:pt x="57912" y="941832"/>
                  </a:lnTo>
                  <a:lnTo>
                    <a:pt x="59029" y="952690"/>
                  </a:lnTo>
                  <a:lnTo>
                    <a:pt x="83286" y="985291"/>
                  </a:lnTo>
                  <a:lnTo>
                    <a:pt x="118872" y="993648"/>
                  </a:lnTo>
                  <a:lnTo>
                    <a:pt x="130873" y="992771"/>
                  </a:lnTo>
                  <a:lnTo>
                    <a:pt x="141732" y="990028"/>
                  </a:lnTo>
                  <a:lnTo>
                    <a:pt x="151447" y="985291"/>
                  </a:lnTo>
                  <a:lnTo>
                    <a:pt x="160020" y="978408"/>
                  </a:lnTo>
                  <a:lnTo>
                    <a:pt x="162941" y="975360"/>
                  </a:lnTo>
                  <a:lnTo>
                    <a:pt x="166890" y="971245"/>
                  </a:lnTo>
                  <a:lnTo>
                    <a:pt x="171640" y="963358"/>
                  </a:lnTo>
                  <a:lnTo>
                    <a:pt x="171691" y="963168"/>
                  </a:lnTo>
                  <a:lnTo>
                    <a:pt x="174371" y="954620"/>
                  </a:lnTo>
                  <a:lnTo>
                    <a:pt x="175260" y="944880"/>
                  </a:lnTo>
                  <a:close/>
                </a:path>
                <a:path extrusionOk="0" h="1295400" w="226060">
                  <a:moveTo>
                    <a:pt x="211836" y="36576"/>
                  </a:moveTo>
                  <a:lnTo>
                    <a:pt x="195072" y="9144"/>
                  </a:lnTo>
                  <a:lnTo>
                    <a:pt x="188976" y="3048"/>
                  </a:lnTo>
                  <a:lnTo>
                    <a:pt x="181356" y="0"/>
                  </a:lnTo>
                  <a:lnTo>
                    <a:pt x="166116" y="0"/>
                  </a:lnTo>
                  <a:lnTo>
                    <a:pt x="160020" y="3048"/>
                  </a:lnTo>
                  <a:lnTo>
                    <a:pt x="155448" y="6096"/>
                  </a:lnTo>
                  <a:lnTo>
                    <a:pt x="150876" y="10668"/>
                  </a:lnTo>
                  <a:lnTo>
                    <a:pt x="147828" y="15240"/>
                  </a:lnTo>
                  <a:lnTo>
                    <a:pt x="147828" y="25908"/>
                  </a:lnTo>
                  <a:lnTo>
                    <a:pt x="149352" y="28956"/>
                  </a:lnTo>
                  <a:lnTo>
                    <a:pt x="155448" y="35052"/>
                  </a:lnTo>
                  <a:lnTo>
                    <a:pt x="158496" y="36576"/>
                  </a:lnTo>
                  <a:lnTo>
                    <a:pt x="169164" y="36576"/>
                  </a:lnTo>
                  <a:lnTo>
                    <a:pt x="172212" y="33528"/>
                  </a:lnTo>
                  <a:lnTo>
                    <a:pt x="175260" y="32004"/>
                  </a:lnTo>
                  <a:lnTo>
                    <a:pt x="175260" y="19812"/>
                  </a:lnTo>
                  <a:lnTo>
                    <a:pt x="173736" y="16764"/>
                  </a:lnTo>
                  <a:lnTo>
                    <a:pt x="172212" y="15240"/>
                  </a:lnTo>
                  <a:lnTo>
                    <a:pt x="172212" y="12192"/>
                  </a:lnTo>
                  <a:lnTo>
                    <a:pt x="173736" y="12192"/>
                  </a:lnTo>
                  <a:lnTo>
                    <a:pt x="175260" y="10668"/>
                  </a:lnTo>
                  <a:lnTo>
                    <a:pt x="182880" y="10668"/>
                  </a:lnTo>
                  <a:lnTo>
                    <a:pt x="207264" y="36576"/>
                  </a:lnTo>
                  <a:lnTo>
                    <a:pt x="211836" y="36576"/>
                  </a:lnTo>
                  <a:close/>
                </a:path>
                <a:path extrusionOk="0" h="1295400" w="226060">
                  <a:moveTo>
                    <a:pt x="225513" y="305854"/>
                  </a:moveTo>
                  <a:lnTo>
                    <a:pt x="224396" y="291185"/>
                  </a:lnTo>
                  <a:lnTo>
                    <a:pt x="220967" y="277749"/>
                  </a:lnTo>
                  <a:lnTo>
                    <a:pt x="220865" y="277545"/>
                  </a:lnTo>
                  <a:lnTo>
                    <a:pt x="215252" y="266039"/>
                  </a:lnTo>
                  <a:lnTo>
                    <a:pt x="210223" y="259753"/>
                  </a:lnTo>
                  <a:lnTo>
                    <a:pt x="210223" y="297180"/>
                  </a:lnTo>
                  <a:lnTo>
                    <a:pt x="209969" y="305854"/>
                  </a:lnTo>
                  <a:lnTo>
                    <a:pt x="209918" y="306324"/>
                  </a:lnTo>
                  <a:lnTo>
                    <a:pt x="208775" y="315849"/>
                  </a:lnTo>
                  <a:lnTo>
                    <a:pt x="206451" y="324142"/>
                  </a:lnTo>
                  <a:lnTo>
                    <a:pt x="202679" y="330708"/>
                  </a:lnTo>
                  <a:lnTo>
                    <a:pt x="201155" y="335280"/>
                  </a:lnTo>
                  <a:lnTo>
                    <a:pt x="196583" y="338328"/>
                  </a:lnTo>
                  <a:lnTo>
                    <a:pt x="190487" y="338328"/>
                  </a:lnTo>
                  <a:lnTo>
                    <a:pt x="184391" y="335280"/>
                  </a:lnTo>
                  <a:lnTo>
                    <a:pt x="179819" y="333756"/>
                  </a:lnTo>
                  <a:lnTo>
                    <a:pt x="176771" y="330708"/>
                  </a:lnTo>
                  <a:lnTo>
                    <a:pt x="174485" y="329184"/>
                  </a:lnTo>
                  <a:lnTo>
                    <a:pt x="172199" y="327660"/>
                  </a:lnTo>
                  <a:lnTo>
                    <a:pt x="172224" y="327469"/>
                  </a:lnTo>
                  <a:lnTo>
                    <a:pt x="173088" y="318833"/>
                  </a:lnTo>
                  <a:lnTo>
                    <a:pt x="173101" y="318516"/>
                  </a:lnTo>
                  <a:lnTo>
                    <a:pt x="173215" y="315849"/>
                  </a:lnTo>
                  <a:lnTo>
                    <a:pt x="173304" y="313944"/>
                  </a:lnTo>
                  <a:lnTo>
                    <a:pt x="173367" y="312420"/>
                  </a:lnTo>
                  <a:lnTo>
                    <a:pt x="173431" y="310896"/>
                  </a:lnTo>
                  <a:lnTo>
                    <a:pt x="173532" y="308419"/>
                  </a:lnTo>
                  <a:lnTo>
                    <a:pt x="173634" y="301752"/>
                  </a:lnTo>
                  <a:lnTo>
                    <a:pt x="173723" y="283464"/>
                  </a:lnTo>
                  <a:lnTo>
                    <a:pt x="174637" y="274040"/>
                  </a:lnTo>
                  <a:lnTo>
                    <a:pt x="175247" y="266319"/>
                  </a:lnTo>
                  <a:lnTo>
                    <a:pt x="175374" y="265176"/>
                  </a:lnTo>
                  <a:lnTo>
                    <a:pt x="175844" y="260604"/>
                  </a:lnTo>
                  <a:lnTo>
                    <a:pt x="175958" y="259918"/>
                  </a:lnTo>
                  <a:lnTo>
                    <a:pt x="176771" y="256032"/>
                  </a:lnTo>
                  <a:lnTo>
                    <a:pt x="179819" y="251460"/>
                  </a:lnTo>
                  <a:lnTo>
                    <a:pt x="182867" y="249936"/>
                  </a:lnTo>
                  <a:lnTo>
                    <a:pt x="192011" y="249936"/>
                  </a:lnTo>
                  <a:lnTo>
                    <a:pt x="210083" y="286893"/>
                  </a:lnTo>
                  <a:lnTo>
                    <a:pt x="210223" y="297180"/>
                  </a:lnTo>
                  <a:lnTo>
                    <a:pt x="210223" y="259753"/>
                  </a:lnTo>
                  <a:lnTo>
                    <a:pt x="207251" y="256032"/>
                  </a:lnTo>
                  <a:lnTo>
                    <a:pt x="201180" y="249936"/>
                  </a:lnTo>
                  <a:lnTo>
                    <a:pt x="194868" y="245745"/>
                  </a:lnTo>
                  <a:lnTo>
                    <a:pt x="188188" y="243179"/>
                  </a:lnTo>
                  <a:lnTo>
                    <a:pt x="181343" y="242316"/>
                  </a:lnTo>
                  <a:lnTo>
                    <a:pt x="175247" y="242316"/>
                  </a:lnTo>
                  <a:lnTo>
                    <a:pt x="169151" y="245364"/>
                  </a:lnTo>
                  <a:lnTo>
                    <a:pt x="160007" y="254508"/>
                  </a:lnTo>
                  <a:lnTo>
                    <a:pt x="156959" y="260604"/>
                  </a:lnTo>
                  <a:lnTo>
                    <a:pt x="155435" y="268224"/>
                  </a:lnTo>
                  <a:lnTo>
                    <a:pt x="155435" y="310896"/>
                  </a:lnTo>
                  <a:lnTo>
                    <a:pt x="153911" y="316992"/>
                  </a:lnTo>
                  <a:lnTo>
                    <a:pt x="153911" y="323088"/>
                  </a:lnTo>
                  <a:lnTo>
                    <a:pt x="152387" y="326136"/>
                  </a:lnTo>
                  <a:lnTo>
                    <a:pt x="150863" y="327660"/>
                  </a:lnTo>
                  <a:lnTo>
                    <a:pt x="150863" y="329184"/>
                  </a:lnTo>
                  <a:lnTo>
                    <a:pt x="143243" y="329184"/>
                  </a:lnTo>
                  <a:lnTo>
                    <a:pt x="141719" y="327660"/>
                  </a:lnTo>
                  <a:lnTo>
                    <a:pt x="138671" y="326136"/>
                  </a:lnTo>
                  <a:lnTo>
                    <a:pt x="137909" y="324612"/>
                  </a:lnTo>
                  <a:lnTo>
                    <a:pt x="137147" y="323088"/>
                  </a:lnTo>
                  <a:lnTo>
                    <a:pt x="134099" y="318516"/>
                  </a:lnTo>
                  <a:lnTo>
                    <a:pt x="135623" y="313944"/>
                  </a:lnTo>
                  <a:lnTo>
                    <a:pt x="135623" y="301752"/>
                  </a:lnTo>
                  <a:lnTo>
                    <a:pt x="135039" y="292925"/>
                  </a:lnTo>
                  <a:lnTo>
                    <a:pt x="134962" y="292608"/>
                  </a:lnTo>
                  <a:lnTo>
                    <a:pt x="133146" y="284797"/>
                  </a:lnTo>
                  <a:lnTo>
                    <a:pt x="130467" y="278892"/>
                  </a:lnTo>
                  <a:lnTo>
                    <a:pt x="129844" y="277545"/>
                  </a:lnTo>
                  <a:lnTo>
                    <a:pt x="129527" y="277139"/>
                  </a:lnTo>
                  <a:lnTo>
                    <a:pt x="129527" y="307848"/>
                  </a:lnTo>
                  <a:lnTo>
                    <a:pt x="128003" y="312420"/>
                  </a:lnTo>
                  <a:lnTo>
                    <a:pt x="116535" y="320992"/>
                  </a:lnTo>
                  <a:lnTo>
                    <a:pt x="109715" y="323850"/>
                  </a:lnTo>
                  <a:lnTo>
                    <a:pt x="101765" y="325564"/>
                  </a:lnTo>
                  <a:lnTo>
                    <a:pt x="92951" y="326136"/>
                  </a:lnTo>
                  <a:lnTo>
                    <a:pt x="83807" y="326136"/>
                  </a:lnTo>
                  <a:lnTo>
                    <a:pt x="76187" y="324612"/>
                  </a:lnTo>
                  <a:lnTo>
                    <a:pt x="67043" y="315468"/>
                  </a:lnTo>
                  <a:lnTo>
                    <a:pt x="63995" y="310896"/>
                  </a:lnTo>
                  <a:lnTo>
                    <a:pt x="63995" y="297180"/>
                  </a:lnTo>
                  <a:lnTo>
                    <a:pt x="102095" y="278892"/>
                  </a:lnTo>
                  <a:lnTo>
                    <a:pt x="111239" y="278892"/>
                  </a:lnTo>
                  <a:lnTo>
                    <a:pt x="118389" y="280327"/>
                  </a:lnTo>
                  <a:lnTo>
                    <a:pt x="118770" y="280327"/>
                  </a:lnTo>
                  <a:lnTo>
                    <a:pt x="128003" y="289560"/>
                  </a:lnTo>
                  <a:lnTo>
                    <a:pt x="129501" y="294043"/>
                  </a:lnTo>
                  <a:lnTo>
                    <a:pt x="129527" y="307848"/>
                  </a:lnTo>
                  <a:lnTo>
                    <a:pt x="129527" y="277139"/>
                  </a:lnTo>
                  <a:lnTo>
                    <a:pt x="99047" y="259080"/>
                  </a:lnTo>
                  <a:lnTo>
                    <a:pt x="91427" y="259080"/>
                  </a:lnTo>
                  <a:lnTo>
                    <a:pt x="83807" y="260604"/>
                  </a:lnTo>
                  <a:lnTo>
                    <a:pt x="77711" y="265176"/>
                  </a:lnTo>
                  <a:lnTo>
                    <a:pt x="77711" y="245364"/>
                  </a:lnTo>
                  <a:lnTo>
                    <a:pt x="76187" y="243840"/>
                  </a:lnTo>
                  <a:lnTo>
                    <a:pt x="68567" y="243840"/>
                  </a:lnTo>
                  <a:lnTo>
                    <a:pt x="68567" y="245364"/>
                  </a:lnTo>
                  <a:lnTo>
                    <a:pt x="67043" y="245364"/>
                  </a:lnTo>
                  <a:lnTo>
                    <a:pt x="67043" y="274320"/>
                  </a:lnTo>
                  <a:lnTo>
                    <a:pt x="63042" y="280327"/>
                  </a:lnTo>
                  <a:lnTo>
                    <a:pt x="60185" y="286893"/>
                  </a:lnTo>
                  <a:lnTo>
                    <a:pt x="58470" y="294043"/>
                  </a:lnTo>
                  <a:lnTo>
                    <a:pt x="57899" y="301752"/>
                  </a:lnTo>
                  <a:lnTo>
                    <a:pt x="58737" y="311467"/>
                  </a:lnTo>
                  <a:lnTo>
                    <a:pt x="82664" y="342709"/>
                  </a:lnTo>
                  <a:lnTo>
                    <a:pt x="97523" y="345948"/>
                  </a:lnTo>
                  <a:lnTo>
                    <a:pt x="105143" y="345948"/>
                  </a:lnTo>
                  <a:lnTo>
                    <a:pt x="111239" y="344424"/>
                  </a:lnTo>
                  <a:lnTo>
                    <a:pt x="117335" y="339852"/>
                  </a:lnTo>
                  <a:lnTo>
                    <a:pt x="123431" y="336804"/>
                  </a:lnTo>
                  <a:lnTo>
                    <a:pt x="128003" y="332232"/>
                  </a:lnTo>
                  <a:lnTo>
                    <a:pt x="130441" y="326136"/>
                  </a:lnTo>
                  <a:lnTo>
                    <a:pt x="131051" y="324612"/>
                  </a:lnTo>
                  <a:lnTo>
                    <a:pt x="138671" y="333756"/>
                  </a:lnTo>
                  <a:lnTo>
                    <a:pt x="143243" y="339852"/>
                  </a:lnTo>
                  <a:lnTo>
                    <a:pt x="147815" y="342900"/>
                  </a:lnTo>
                  <a:lnTo>
                    <a:pt x="150863" y="344424"/>
                  </a:lnTo>
                  <a:lnTo>
                    <a:pt x="155435" y="345948"/>
                  </a:lnTo>
                  <a:lnTo>
                    <a:pt x="160007" y="345948"/>
                  </a:lnTo>
                  <a:lnTo>
                    <a:pt x="163055" y="344424"/>
                  </a:lnTo>
                  <a:lnTo>
                    <a:pt x="169151" y="338328"/>
                  </a:lnTo>
                  <a:lnTo>
                    <a:pt x="172199" y="333756"/>
                  </a:lnTo>
                  <a:lnTo>
                    <a:pt x="179819" y="341376"/>
                  </a:lnTo>
                  <a:lnTo>
                    <a:pt x="184391" y="344424"/>
                  </a:lnTo>
                  <a:lnTo>
                    <a:pt x="184391" y="345948"/>
                  </a:lnTo>
                  <a:lnTo>
                    <a:pt x="190487" y="348996"/>
                  </a:lnTo>
                  <a:lnTo>
                    <a:pt x="193535" y="352044"/>
                  </a:lnTo>
                  <a:lnTo>
                    <a:pt x="199631" y="355092"/>
                  </a:lnTo>
                  <a:lnTo>
                    <a:pt x="207251" y="355092"/>
                  </a:lnTo>
                  <a:lnTo>
                    <a:pt x="211823" y="352044"/>
                  </a:lnTo>
                  <a:lnTo>
                    <a:pt x="214871" y="345948"/>
                  </a:lnTo>
                  <a:lnTo>
                    <a:pt x="219227" y="338328"/>
                  </a:lnTo>
                  <a:lnTo>
                    <a:pt x="225031" y="315849"/>
                  </a:lnTo>
                  <a:lnTo>
                    <a:pt x="225132" y="313944"/>
                  </a:lnTo>
                  <a:lnTo>
                    <a:pt x="225221" y="312420"/>
                  </a:lnTo>
                  <a:lnTo>
                    <a:pt x="225298" y="310896"/>
                  </a:lnTo>
                  <a:lnTo>
                    <a:pt x="225437" y="308419"/>
                  </a:lnTo>
                  <a:lnTo>
                    <a:pt x="225513" y="305854"/>
                  </a:lnTo>
                  <a:close/>
                </a:path>
                <a:path extrusionOk="0" h="1295400" w="226060">
                  <a:moveTo>
                    <a:pt x="225552" y="126492"/>
                  </a:moveTo>
                  <a:lnTo>
                    <a:pt x="193548" y="96012"/>
                  </a:lnTo>
                  <a:lnTo>
                    <a:pt x="189699" y="94488"/>
                  </a:lnTo>
                  <a:lnTo>
                    <a:pt x="97637" y="57912"/>
                  </a:lnTo>
                  <a:lnTo>
                    <a:pt x="82296" y="51816"/>
                  </a:lnTo>
                  <a:lnTo>
                    <a:pt x="76200" y="48768"/>
                  </a:lnTo>
                  <a:lnTo>
                    <a:pt x="73152" y="48768"/>
                  </a:lnTo>
                  <a:lnTo>
                    <a:pt x="70104" y="45720"/>
                  </a:lnTo>
                  <a:lnTo>
                    <a:pt x="67056" y="44196"/>
                  </a:lnTo>
                  <a:lnTo>
                    <a:pt x="67056" y="42672"/>
                  </a:lnTo>
                  <a:lnTo>
                    <a:pt x="65532" y="41148"/>
                  </a:lnTo>
                  <a:lnTo>
                    <a:pt x="65532" y="38100"/>
                  </a:lnTo>
                  <a:lnTo>
                    <a:pt x="64008" y="35052"/>
                  </a:lnTo>
                  <a:lnTo>
                    <a:pt x="60960" y="35052"/>
                  </a:lnTo>
                  <a:lnTo>
                    <a:pt x="60960" y="68580"/>
                  </a:lnTo>
                  <a:lnTo>
                    <a:pt x="64008" y="68580"/>
                  </a:lnTo>
                  <a:lnTo>
                    <a:pt x="64008" y="62484"/>
                  </a:lnTo>
                  <a:lnTo>
                    <a:pt x="65532" y="60960"/>
                  </a:lnTo>
                  <a:lnTo>
                    <a:pt x="65532" y="59436"/>
                  </a:lnTo>
                  <a:lnTo>
                    <a:pt x="67056" y="59436"/>
                  </a:lnTo>
                  <a:lnTo>
                    <a:pt x="67056" y="57912"/>
                  </a:lnTo>
                  <a:lnTo>
                    <a:pt x="77724" y="57912"/>
                  </a:lnTo>
                  <a:lnTo>
                    <a:pt x="82296" y="59436"/>
                  </a:lnTo>
                  <a:lnTo>
                    <a:pt x="143256" y="83820"/>
                  </a:lnTo>
                  <a:lnTo>
                    <a:pt x="86868" y="111252"/>
                  </a:lnTo>
                  <a:lnTo>
                    <a:pt x="80772" y="114300"/>
                  </a:lnTo>
                  <a:lnTo>
                    <a:pt x="76200" y="115824"/>
                  </a:lnTo>
                  <a:lnTo>
                    <a:pt x="70104" y="115824"/>
                  </a:lnTo>
                  <a:lnTo>
                    <a:pt x="65532" y="111252"/>
                  </a:lnTo>
                  <a:lnTo>
                    <a:pt x="64008" y="108204"/>
                  </a:lnTo>
                  <a:lnTo>
                    <a:pt x="64008" y="102108"/>
                  </a:lnTo>
                  <a:lnTo>
                    <a:pt x="60960" y="102108"/>
                  </a:lnTo>
                  <a:lnTo>
                    <a:pt x="60960" y="153924"/>
                  </a:lnTo>
                  <a:lnTo>
                    <a:pt x="64008" y="153924"/>
                  </a:lnTo>
                  <a:lnTo>
                    <a:pt x="68580" y="144780"/>
                  </a:lnTo>
                  <a:lnTo>
                    <a:pt x="71628" y="141732"/>
                  </a:lnTo>
                  <a:lnTo>
                    <a:pt x="74676" y="140208"/>
                  </a:lnTo>
                  <a:lnTo>
                    <a:pt x="77724" y="137160"/>
                  </a:lnTo>
                  <a:lnTo>
                    <a:pt x="82296" y="135636"/>
                  </a:lnTo>
                  <a:lnTo>
                    <a:pt x="83820" y="134112"/>
                  </a:lnTo>
                  <a:lnTo>
                    <a:pt x="123202" y="115824"/>
                  </a:lnTo>
                  <a:lnTo>
                    <a:pt x="169164" y="94488"/>
                  </a:lnTo>
                  <a:lnTo>
                    <a:pt x="187452" y="102108"/>
                  </a:lnTo>
                  <a:lnTo>
                    <a:pt x="195072" y="105156"/>
                  </a:lnTo>
                  <a:lnTo>
                    <a:pt x="199644" y="108204"/>
                  </a:lnTo>
                  <a:lnTo>
                    <a:pt x="202692" y="111252"/>
                  </a:lnTo>
                  <a:lnTo>
                    <a:pt x="204216" y="114300"/>
                  </a:lnTo>
                  <a:lnTo>
                    <a:pt x="205740" y="115824"/>
                  </a:lnTo>
                  <a:lnTo>
                    <a:pt x="205740" y="121920"/>
                  </a:lnTo>
                  <a:lnTo>
                    <a:pt x="204216" y="124968"/>
                  </a:lnTo>
                  <a:lnTo>
                    <a:pt x="201168" y="134112"/>
                  </a:lnTo>
                  <a:lnTo>
                    <a:pt x="201168" y="140208"/>
                  </a:lnTo>
                  <a:lnTo>
                    <a:pt x="204216" y="146304"/>
                  </a:lnTo>
                  <a:lnTo>
                    <a:pt x="207264" y="147828"/>
                  </a:lnTo>
                  <a:lnTo>
                    <a:pt x="208788" y="149352"/>
                  </a:lnTo>
                  <a:lnTo>
                    <a:pt x="216408" y="149352"/>
                  </a:lnTo>
                  <a:lnTo>
                    <a:pt x="219456" y="147828"/>
                  </a:lnTo>
                  <a:lnTo>
                    <a:pt x="222504" y="144780"/>
                  </a:lnTo>
                  <a:lnTo>
                    <a:pt x="225552" y="138684"/>
                  </a:lnTo>
                  <a:lnTo>
                    <a:pt x="225552" y="126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058" name="Google Shape;1058;p20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073907" y="5137403"/>
            <a:ext cx="175260" cy="981456"/>
          </a:xfrm>
          <a:prstGeom prst="rect">
            <a:avLst/>
          </a:prstGeom>
          <a:noFill/>
          <a:ln>
            <a:noFill/>
          </a:ln>
        </p:spPr>
      </p:pic>
      <p:sp>
        <p:nvSpPr>
          <p:cNvPr id="1059" name="Google Shape;1059;p20"/>
          <p:cNvSpPr/>
          <p:nvPr/>
        </p:nvSpPr>
        <p:spPr>
          <a:xfrm>
            <a:off x="3491483" y="9352788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" name="Google Shape;1060;p20"/>
          <p:cNvGrpSpPr/>
          <p:nvPr/>
        </p:nvGrpSpPr>
        <p:grpSpPr>
          <a:xfrm>
            <a:off x="3435096" y="8729471"/>
            <a:ext cx="170815" cy="519683"/>
            <a:chOff x="3435096" y="8729471"/>
            <a:chExt cx="170815" cy="519683"/>
          </a:xfrm>
        </p:grpSpPr>
        <p:pic>
          <p:nvPicPr>
            <p:cNvPr id="1061" name="Google Shape;1061;p20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435096" y="9183623"/>
              <a:ext cx="167639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62" name="Google Shape;1062;p20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435096" y="8915399"/>
              <a:ext cx="170688" cy="2285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63" name="Google Shape;1063;p20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438144" y="8791955"/>
              <a:ext cx="167639" cy="1005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64" name="Google Shape;1064;p20"/>
            <p:cNvSpPr/>
            <p:nvPr/>
          </p:nvSpPr>
          <p:spPr>
            <a:xfrm>
              <a:off x="3488436" y="8729471"/>
              <a:ext cx="117475" cy="27940"/>
            </a:xfrm>
            <a:custGeom>
              <a:rect b="b" l="l" r="r" t="t"/>
              <a:pathLst>
                <a:path extrusionOk="0" h="27940" w="117475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9812" y="1524"/>
                  </a:lnTo>
                  <a:lnTo>
                    <a:pt x="22860" y="4572"/>
                  </a:lnTo>
                  <a:lnTo>
                    <a:pt x="25908" y="6096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5908" y="21336"/>
                  </a:lnTo>
                  <a:lnTo>
                    <a:pt x="22860" y="22860"/>
                  </a:lnTo>
                  <a:lnTo>
                    <a:pt x="19812" y="25908"/>
                  </a:lnTo>
                  <a:lnTo>
                    <a:pt x="16764" y="27432"/>
                  </a:lnTo>
                  <a:close/>
                </a:path>
                <a:path extrusionOk="0" h="27940" w="117475">
                  <a:moveTo>
                    <a:pt x="106680" y="27432"/>
                  </a:moveTo>
                  <a:lnTo>
                    <a:pt x="99060" y="27432"/>
                  </a:lnTo>
                  <a:lnTo>
                    <a:pt x="96012" y="25908"/>
                  </a:lnTo>
                  <a:lnTo>
                    <a:pt x="91440" y="21336"/>
                  </a:lnTo>
                  <a:lnTo>
                    <a:pt x="89916" y="18288"/>
                  </a:lnTo>
                  <a:lnTo>
                    <a:pt x="89916" y="10668"/>
                  </a:lnTo>
                  <a:lnTo>
                    <a:pt x="91440" y="6096"/>
                  </a:lnTo>
                  <a:lnTo>
                    <a:pt x="96012" y="1524"/>
                  </a:lnTo>
                  <a:lnTo>
                    <a:pt x="99060" y="0"/>
                  </a:lnTo>
                  <a:lnTo>
                    <a:pt x="106680" y="0"/>
                  </a:lnTo>
                  <a:lnTo>
                    <a:pt x="109728" y="1524"/>
                  </a:lnTo>
                  <a:lnTo>
                    <a:pt x="112776" y="4572"/>
                  </a:lnTo>
                  <a:lnTo>
                    <a:pt x="115824" y="6096"/>
                  </a:lnTo>
                  <a:lnTo>
                    <a:pt x="117348" y="10668"/>
                  </a:lnTo>
                  <a:lnTo>
                    <a:pt x="117348" y="18288"/>
                  </a:lnTo>
                  <a:lnTo>
                    <a:pt x="115824" y="21336"/>
                  </a:lnTo>
                  <a:lnTo>
                    <a:pt x="112776" y="22860"/>
                  </a:lnTo>
                  <a:lnTo>
                    <a:pt x="109728" y="25908"/>
                  </a:lnTo>
                  <a:lnTo>
                    <a:pt x="106680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065" name="Google Shape;1065;p20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430523" y="7687055"/>
            <a:ext cx="225552" cy="957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66" name="Google Shape;1066;p20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430523" y="5934455"/>
            <a:ext cx="175259" cy="1685544"/>
          </a:xfrm>
          <a:prstGeom prst="rect">
            <a:avLst/>
          </a:prstGeom>
          <a:noFill/>
          <a:ln>
            <a:noFill/>
          </a:ln>
        </p:spPr>
      </p:pic>
      <p:sp>
        <p:nvSpPr>
          <p:cNvPr id="1067" name="Google Shape;1067;p20"/>
          <p:cNvSpPr/>
          <p:nvPr/>
        </p:nvSpPr>
        <p:spPr>
          <a:xfrm>
            <a:off x="3893820" y="9299447"/>
            <a:ext cx="10795" cy="129539"/>
          </a:xfrm>
          <a:custGeom>
            <a:rect b="b" l="l" r="r" t="t"/>
            <a:pathLst>
              <a:path extrusionOk="0" h="129540" w="10795">
                <a:moveTo>
                  <a:pt x="10668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8" y="0"/>
                </a:lnTo>
                <a:lnTo>
                  <a:pt x="10668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68" name="Google Shape;1068;p20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785615" y="8773667"/>
            <a:ext cx="175260" cy="461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69" name="Google Shape;1069;p20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785615" y="7889747"/>
            <a:ext cx="175260" cy="81991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70" name="Google Shape;1070;p20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785615" y="7472171"/>
            <a:ext cx="175260" cy="345947"/>
          </a:xfrm>
          <a:prstGeom prst="rect">
            <a:avLst/>
          </a:prstGeom>
          <a:noFill/>
          <a:ln>
            <a:noFill/>
          </a:ln>
        </p:spPr>
      </p:pic>
      <p:pic>
        <p:nvPicPr>
          <p:cNvPr id="1071" name="Google Shape;1071;p20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3785615" y="5907024"/>
            <a:ext cx="175260" cy="150113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72" name="Google Shape;1072;p20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810000" y="5669279"/>
            <a:ext cx="150875" cy="1676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73" name="Google Shape;1073;p20"/>
          <p:cNvGrpSpPr/>
          <p:nvPr/>
        </p:nvGrpSpPr>
        <p:grpSpPr>
          <a:xfrm>
            <a:off x="3785615" y="5201411"/>
            <a:ext cx="175260" cy="400813"/>
            <a:chOff x="3785615" y="5201411"/>
            <a:chExt cx="175260" cy="400813"/>
          </a:xfrm>
        </p:grpSpPr>
        <p:pic>
          <p:nvPicPr>
            <p:cNvPr id="1074" name="Google Shape;1074;p20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793235" y="5455920"/>
              <a:ext cx="164592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75" name="Google Shape;1075;p20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785615" y="5201411"/>
              <a:ext cx="175260" cy="23164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076" name="Google Shape;1076;p20"/>
          <p:cNvGrpSpPr/>
          <p:nvPr/>
        </p:nvGrpSpPr>
        <p:grpSpPr>
          <a:xfrm>
            <a:off x="3785615" y="4661915"/>
            <a:ext cx="175260" cy="464819"/>
            <a:chOff x="3785615" y="4661915"/>
            <a:chExt cx="175260" cy="464819"/>
          </a:xfrm>
        </p:grpSpPr>
        <p:pic>
          <p:nvPicPr>
            <p:cNvPr id="1077" name="Google Shape;1077;p20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785615" y="4759451"/>
              <a:ext cx="175260" cy="3672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78" name="Google Shape;1078;p20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843527" y="4661915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79" name="Google Shape;1079;p20"/>
          <p:cNvSpPr/>
          <p:nvPr/>
        </p:nvSpPr>
        <p:spPr>
          <a:xfrm>
            <a:off x="4248911" y="9299447"/>
            <a:ext cx="10795" cy="129539"/>
          </a:xfrm>
          <a:custGeom>
            <a:rect b="b" l="l" r="r" t="t"/>
            <a:pathLst>
              <a:path extrusionOk="0" h="129540" w="10795">
                <a:moveTo>
                  <a:pt x="10668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8" y="0"/>
                </a:lnTo>
                <a:lnTo>
                  <a:pt x="10668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80" name="Google Shape;1080;p20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142232" y="7877556"/>
            <a:ext cx="175260" cy="135635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81" name="Google Shape;1081;p20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4142232" y="7325867"/>
            <a:ext cx="225551" cy="4876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82" name="Google Shape;1082;p20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4142232" y="7071359"/>
            <a:ext cx="172212" cy="1813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83" name="Google Shape;1083;p20"/>
          <p:cNvGrpSpPr/>
          <p:nvPr/>
        </p:nvGrpSpPr>
        <p:grpSpPr>
          <a:xfrm>
            <a:off x="4146803" y="6521195"/>
            <a:ext cx="170688" cy="457200"/>
            <a:chOff x="4146803" y="6521195"/>
            <a:chExt cx="170688" cy="457200"/>
          </a:xfrm>
        </p:grpSpPr>
        <p:pic>
          <p:nvPicPr>
            <p:cNvPr id="1084" name="Google Shape;1084;p20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4146804" y="6912863"/>
              <a:ext cx="167639" cy="65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85" name="Google Shape;1085;p20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4146879" y="6768083"/>
              <a:ext cx="170612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86" name="Google Shape;1086;p20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4149851" y="6652260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87" name="Google Shape;1087;p20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4146803" y="6521195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088" name="Google Shape;1088;p20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089" name="Google Shape;1089;p20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90" name="Google Shape;1090;p20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091" name="Google Shape;1091;p20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2" name="Google Shape;1092;p20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3" name="Google Shape;1093;p20"/>
          <p:cNvGrpSpPr/>
          <p:nvPr/>
        </p:nvGrpSpPr>
        <p:grpSpPr>
          <a:xfrm>
            <a:off x="6655307" y="1757172"/>
            <a:ext cx="116205" cy="154177"/>
            <a:chOff x="6655307" y="1757172"/>
            <a:chExt cx="116205" cy="154177"/>
          </a:xfrm>
        </p:grpSpPr>
        <p:sp>
          <p:nvSpPr>
            <p:cNvPr id="1094" name="Google Shape;1094;p20"/>
            <p:cNvSpPr/>
            <p:nvPr/>
          </p:nvSpPr>
          <p:spPr>
            <a:xfrm>
              <a:off x="6655307" y="1851659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2775" y="6095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095" name="Google Shape;1095;p20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6655307" y="1757172"/>
              <a:ext cx="115824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096" name="Google Shape;1096;p20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191362" y="1441704"/>
            <a:ext cx="1889397" cy="22448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0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1" name="Google Shape;1101;p2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31035" y="4997196"/>
            <a:ext cx="348996" cy="19735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02" name="Google Shape;1102;p21"/>
          <p:cNvGrpSpPr/>
          <p:nvPr/>
        </p:nvGrpSpPr>
        <p:grpSpPr>
          <a:xfrm>
            <a:off x="1446263" y="3724655"/>
            <a:ext cx="433070" cy="1143255"/>
            <a:chOff x="1446263" y="3724655"/>
            <a:chExt cx="433070" cy="1143255"/>
          </a:xfrm>
        </p:grpSpPr>
        <p:sp>
          <p:nvSpPr>
            <p:cNvPr id="1103" name="Google Shape;1103;p21"/>
            <p:cNvSpPr/>
            <p:nvPr/>
          </p:nvSpPr>
          <p:spPr>
            <a:xfrm>
              <a:off x="1446263" y="4137660"/>
              <a:ext cx="433070" cy="730250"/>
            </a:xfrm>
            <a:custGeom>
              <a:rect b="b" l="l" r="r" t="t"/>
              <a:pathLst>
                <a:path extrusionOk="0" h="730250" w="433069">
                  <a:moveTo>
                    <a:pt x="327660" y="524256"/>
                  </a:moveTo>
                  <a:lnTo>
                    <a:pt x="320040" y="524256"/>
                  </a:lnTo>
                  <a:lnTo>
                    <a:pt x="320040" y="536448"/>
                  </a:lnTo>
                  <a:lnTo>
                    <a:pt x="319455" y="545261"/>
                  </a:lnTo>
                  <a:lnTo>
                    <a:pt x="284302" y="571195"/>
                  </a:lnTo>
                  <a:lnTo>
                    <a:pt x="269748" y="571500"/>
                  </a:lnTo>
                  <a:lnTo>
                    <a:pt x="19812" y="571500"/>
                  </a:lnTo>
                  <a:lnTo>
                    <a:pt x="19812" y="525780"/>
                  </a:lnTo>
                  <a:lnTo>
                    <a:pt x="20370" y="515835"/>
                  </a:lnTo>
                  <a:lnTo>
                    <a:pt x="35623" y="480631"/>
                  </a:lnTo>
                  <a:lnTo>
                    <a:pt x="76200" y="464820"/>
                  </a:lnTo>
                  <a:lnTo>
                    <a:pt x="76200" y="455676"/>
                  </a:lnTo>
                  <a:lnTo>
                    <a:pt x="0" y="458724"/>
                  </a:lnTo>
                  <a:lnTo>
                    <a:pt x="0" y="726948"/>
                  </a:lnTo>
                  <a:lnTo>
                    <a:pt x="76200" y="729996"/>
                  </a:lnTo>
                  <a:lnTo>
                    <a:pt x="76200" y="720852"/>
                  </a:lnTo>
                  <a:lnTo>
                    <a:pt x="66230" y="719404"/>
                  </a:lnTo>
                  <a:lnTo>
                    <a:pt x="56959" y="717232"/>
                  </a:lnTo>
                  <a:lnTo>
                    <a:pt x="24384" y="688848"/>
                  </a:lnTo>
                  <a:lnTo>
                    <a:pt x="19812" y="656844"/>
                  </a:lnTo>
                  <a:lnTo>
                    <a:pt x="19812" y="617220"/>
                  </a:lnTo>
                  <a:lnTo>
                    <a:pt x="269748" y="617220"/>
                  </a:lnTo>
                  <a:lnTo>
                    <a:pt x="283210" y="617537"/>
                  </a:lnTo>
                  <a:lnTo>
                    <a:pt x="319430" y="642607"/>
                  </a:lnTo>
                  <a:lnTo>
                    <a:pt x="320040" y="652272"/>
                  </a:lnTo>
                  <a:lnTo>
                    <a:pt x="320040" y="664464"/>
                  </a:lnTo>
                  <a:lnTo>
                    <a:pt x="327660" y="664464"/>
                  </a:lnTo>
                  <a:lnTo>
                    <a:pt x="327660" y="524256"/>
                  </a:lnTo>
                  <a:close/>
                </a:path>
                <a:path extrusionOk="0" h="730250" w="433069">
                  <a:moveTo>
                    <a:pt x="432816" y="431292"/>
                  </a:moveTo>
                  <a:lnTo>
                    <a:pt x="417576" y="390144"/>
                  </a:lnTo>
                  <a:lnTo>
                    <a:pt x="383933" y="362292"/>
                  </a:lnTo>
                  <a:lnTo>
                    <a:pt x="149352" y="265176"/>
                  </a:lnTo>
                  <a:lnTo>
                    <a:pt x="138684" y="260604"/>
                  </a:lnTo>
                  <a:lnTo>
                    <a:pt x="114300" y="231648"/>
                  </a:lnTo>
                  <a:lnTo>
                    <a:pt x="106680" y="231648"/>
                  </a:lnTo>
                  <a:lnTo>
                    <a:pt x="106680" y="303276"/>
                  </a:lnTo>
                  <a:lnTo>
                    <a:pt x="114300" y="303276"/>
                  </a:lnTo>
                  <a:lnTo>
                    <a:pt x="114300" y="295656"/>
                  </a:lnTo>
                  <a:lnTo>
                    <a:pt x="115824" y="291084"/>
                  </a:lnTo>
                  <a:lnTo>
                    <a:pt x="115824" y="288036"/>
                  </a:lnTo>
                  <a:lnTo>
                    <a:pt x="117348" y="286512"/>
                  </a:lnTo>
                  <a:lnTo>
                    <a:pt x="118872" y="283464"/>
                  </a:lnTo>
                  <a:lnTo>
                    <a:pt x="120396" y="283464"/>
                  </a:lnTo>
                  <a:lnTo>
                    <a:pt x="121920" y="281940"/>
                  </a:lnTo>
                  <a:lnTo>
                    <a:pt x="124968" y="280416"/>
                  </a:lnTo>
                  <a:lnTo>
                    <a:pt x="134112" y="280416"/>
                  </a:lnTo>
                  <a:lnTo>
                    <a:pt x="141732" y="281940"/>
                  </a:lnTo>
                  <a:lnTo>
                    <a:pt x="147828" y="284988"/>
                  </a:lnTo>
                  <a:lnTo>
                    <a:pt x="269748" y="335280"/>
                  </a:lnTo>
                  <a:lnTo>
                    <a:pt x="150787" y="393915"/>
                  </a:lnTo>
                  <a:lnTo>
                    <a:pt x="143637" y="396240"/>
                  </a:lnTo>
                  <a:lnTo>
                    <a:pt x="137071" y="397433"/>
                  </a:lnTo>
                  <a:lnTo>
                    <a:pt x="131064" y="397764"/>
                  </a:lnTo>
                  <a:lnTo>
                    <a:pt x="126492" y="397764"/>
                  </a:lnTo>
                  <a:lnTo>
                    <a:pt x="123444" y="396240"/>
                  </a:lnTo>
                  <a:lnTo>
                    <a:pt x="115824" y="388620"/>
                  </a:lnTo>
                  <a:lnTo>
                    <a:pt x="114300" y="384048"/>
                  </a:lnTo>
                  <a:lnTo>
                    <a:pt x="114300" y="371856"/>
                  </a:lnTo>
                  <a:lnTo>
                    <a:pt x="106680" y="371856"/>
                  </a:lnTo>
                  <a:lnTo>
                    <a:pt x="106680" y="475488"/>
                  </a:lnTo>
                  <a:lnTo>
                    <a:pt x="114300" y="475488"/>
                  </a:lnTo>
                  <a:lnTo>
                    <a:pt x="117348" y="467868"/>
                  </a:lnTo>
                  <a:lnTo>
                    <a:pt x="118872" y="461772"/>
                  </a:lnTo>
                  <a:lnTo>
                    <a:pt x="121920" y="458724"/>
                  </a:lnTo>
                  <a:lnTo>
                    <a:pt x="123444" y="455676"/>
                  </a:lnTo>
                  <a:lnTo>
                    <a:pt x="128016" y="452628"/>
                  </a:lnTo>
                  <a:lnTo>
                    <a:pt x="134112" y="448056"/>
                  </a:lnTo>
                  <a:lnTo>
                    <a:pt x="141732" y="443484"/>
                  </a:lnTo>
                  <a:lnTo>
                    <a:pt x="147828" y="438912"/>
                  </a:lnTo>
                  <a:lnTo>
                    <a:pt x="153924" y="437388"/>
                  </a:lnTo>
                  <a:lnTo>
                    <a:pt x="318516" y="355092"/>
                  </a:lnTo>
                  <a:lnTo>
                    <a:pt x="356616" y="371856"/>
                  </a:lnTo>
                  <a:lnTo>
                    <a:pt x="366928" y="375551"/>
                  </a:lnTo>
                  <a:lnTo>
                    <a:pt x="375094" y="379666"/>
                  </a:lnTo>
                  <a:lnTo>
                    <a:pt x="381266" y="384073"/>
                  </a:lnTo>
                  <a:lnTo>
                    <a:pt x="385572" y="388620"/>
                  </a:lnTo>
                  <a:lnTo>
                    <a:pt x="391668" y="394716"/>
                  </a:lnTo>
                  <a:lnTo>
                    <a:pt x="393192" y="399288"/>
                  </a:lnTo>
                  <a:lnTo>
                    <a:pt x="393192" y="409956"/>
                  </a:lnTo>
                  <a:lnTo>
                    <a:pt x="390144" y="416052"/>
                  </a:lnTo>
                  <a:lnTo>
                    <a:pt x="387096" y="425196"/>
                  </a:lnTo>
                  <a:lnTo>
                    <a:pt x="384048" y="432816"/>
                  </a:lnTo>
                  <a:lnTo>
                    <a:pt x="384048" y="446532"/>
                  </a:lnTo>
                  <a:lnTo>
                    <a:pt x="387096" y="452628"/>
                  </a:lnTo>
                  <a:lnTo>
                    <a:pt x="390144" y="457200"/>
                  </a:lnTo>
                  <a:lnTo>
                    <a:pt x="394716" y="461772"/>
                  </a:lnTo>
                  <a:lnTo>
                    <a:pt x="400812" y="463296"/>
                  </a:lnTo>
                  <a:lnTo>
                    <a:pt x="414528" y="463296"/>
                  </a:lnTo>
                  <a:lnTo>
                    <a:pt x="420624" y="460248"/>
                  </a:lnTo>
                  <a:lnTo>
                    <a:pt x="425196" y="454152"/>
                  </a:lnTo>
                  <a:lnTo>
                    <a:pt x="431292" y="448056"/>
                  </a:lnTo>
                  <a:lnTo>
                    <a:pt x="432816" y="440436"/>
                  </a:lnTo>
                  <a:lnTo>
                    <a:pt x="432816" y="431292"/>
                  </a:lnTo>
                  <a:close/>
                </a:path>
                <a:path extrusionOk="0" h="730250" w="433069">
                  <a:moveTo>
                    <a:pt x="432828" y="118872"/>
                  </a:moveTo>
                  <a:lnTo>
                    <a:pt x="425208" y="118872"/>
                  </a:lnTo>
                  <a:lnTo>
                    <a:pt x="425208" y="138684"/>
                  </a:lnTo>
                  <a:lnTo>
                    <a:pt x="422198" y="141693"/>
                  </a:lnTo>
                  <a:lnTo>
                    <a:pt x="393077" y="153885"/>
                  </a:lnTo>
                  <a:lnTo>
                    <a:pt x="313994" y="153885"/>
                  </a:lnTo>
                  <a:lnTo>
                    <a:pt x="319112" y="148234"/>
                  </a:lnTo>
                  <a:lnTo>
                    <a:pt x="323291" y="142684"/>
                  </a:lnTo>
                  <a:lnTo>
                    <a:pt x="326593" y="137426"/>
                  </a:lnTo>
                  <a:lnTo>
                    <a:pt x="329196" y="132588"/>
                  </a:lnTo>
                  <a:lnTo>
                    <a:pt x="331190" y="125450"/>
                  </a:lnTo>
                  <a:lnTo>
                    <a:pt x="331279" y="124968"/>
                  </a:lnTo>
                  <a:lnTo>
                    <a:pt x="332625" y="117729"/>
                  </a:lnTo>
                  <a:lnTo>
                    <a:pt x="333476" y="109448"/>
                  </a:lnTo>
                  <a:lnTo>
                    <a:pt x="333768" y="100584"/>
                  </a:lnTo>
                  <a:lnTo>
                    <a:pt x="332003" y="81749"/>
                  </a:lnTo>
                  <a:lnTo>
                    <a:pt x="326529" y="64198"/>
                  </a:lnTo>
                  <a:lnTo>
                    <a:pt x="318528" y="50609"/>
                  </a:lnTo>
                  <a:lnTo>
                    <a:pt x="318528" y="102108"/>
                  </a:lnTo>
                  <a:lnTo>
                    <a:pt x="317957" y="111848"/>
                  </a:lnTo>
                  <a:lnTo>
                    <a:pt x="297764" y="146304"/>
                  </a:lnTo>
                  <a:lnTo>
                    <a:pt x="263042" y="153885"/>
                  </a:lnTo>
                  <a:lnTo>
                    <a:pt x="167601" y="153885"/>
                  </a:lnTo>
                  <a:lnTo>
                    <a:pt x="141744" y="124968"/>
                  </a:lnTo>
                  <a:lnTo>
                    <a:pt x="135648" y="109728"/>
                  </a:lnTo>
                  <a:lnTo>
                    <a:pt x="135661" y="101917"/>
                  </a:lnTo>
                  <a:lnTo>
                    <a:pt x="155460" y="65532"/>
                  </a:lnTo>
                  <a:lnTo>
                    <a:pt x="207962" y="44107"/>
                  </a:lnTo>
                  <a:lnTo>
                    <a:pt x="231660" y="42672"/>
                  </a:lnTo>
                  <a:lnTo>
                    <a:pt x="253085" y="43840"/>
                  </a:lnTo>
                  <a:lnTo>
                    <a:pt x="300240" y="62484"/>
                  </a:lnTo>
                  <a:lnTo>
                    <a:pt x="318528" y="102108"/>
                  </a:lnTo>
                  <a:lnTo>
                    <a:pt x="318528" y="50609"/>
                  </a:lnTo>
                  <a:lnTo>
                    <a:pt x="283832" y="18656"/>
                  </a:lnTo>
                  <a:lnTo>
                    <a:pt x="237490" y="2032"/>
                  </a:lnTo>
                  <a:lnTo>
                    <a:pt x="210324" y="0"/>
                  </a:lnTo>
                  <a:lnTo>
                    <a:pt x="185432" y="1714"/>
                  </a:lnTo>
                  <a:lnTo>
                    <a:pt x="143662" y="15430"/>
                  </a:lnTo>
                  <a:lnTo>
                    <a:pt x="107264" y="52768"/>
                  </a:lnTo>
                  <a:lnTo>
                    <a:pt x="100596" y="83820"/>
                  </a:lnTo>
                  <a:lnTo>
                    <a:pt x="101422" y="92951"/>
                  </a:lnTo>
                  <a:lnTo>
                    <a:pt x="119646" y="128003"/>
                  </a:lnTo>
                  <a:lnTo>
                    <a:pt x="153847" y="153885"/>
                  </a:lnTo>
                  <a:lnTo>
                    <a:pt x="100596" y="153885"/>
                  </a:lnTo>
                  <a:lnTo>
                    <a:pt x="100596" y="163068"/>
                  </a:lnTo>
                  <a:lnTo>
                    <a:pt x="128028" y="228600"/>
                  </a:lnTo>
                  <a:lnTo>
                    <a:pt x="135648" y="225552"/>
                  </a:lnTo>
                  <a:lnTo>
                    <a:pt x="132600" y="216408"/>
                  </a:lnTo>
                  <a:lnTo>
                    <a:pt x="132600" y="207264"/>
                  </a:lnTo>
                  <a:lnTo>
                    <a:pt x="137172" y="198120"/>
                  </a:lnTo>
                  <a:lnTo>
                    <a:pt x="140220" y="196596"/>
                  </a:lnTo>
                  <a:lnTo>
                    <a:pt x="144792" y="195072"/>
                  </a:lnTo>
                  <a:lnTo>
                    <a:pt x="148196" y="194843"/>
                  </a:lnTo>
                  <a:lnTo>
                    <a:pt x="153746" y="194310"/>
                  </a:lnTo>
                  <a:lnTo>
                    <a:pt x="161290" y="193789"/>
                  </a:lnTo>
                  <a:lnTo>
                    <a:pt x="170700" y="193548"/>
                  </a:lnTo>
                  <a:lnTo>
                    <a:pt x="379488" y="193548"/>
                  </a:lnTo>
                  <a:lnTo>
                    <a:pt x="389877" y="193789"/>
                  </a:lnTo>
                  <a:lnTo>
                    <a:pt x="390601" y="193789"/>
                  </a:lnTo>
                  <a:lnTo>
                    <a:pt x="426732" y="217932"/>
                  </a:lnTo>
                  <a:lnTo>
                    <a:pt x="425208" y="227076"/>
                  </a:lnTo>
                  <a:lnTo>
                    <a:pt x="425208" y="233172"/>
                  </a:lnTo>
                  <a:lnTo>
                    <a:pt x="432828" y="233172"/>
                  </a:lnTo>
                  <a:lnTo>
                    <a:pt x="432828" y="193548"/>
                  </a:lnTo>
                  <a:lnTo>
                    <a:pt x="432828" y="1188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04" name="Google Shape;1104;p2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3913631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05" name="Google Shape;1105;p2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3724655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106" name="Google Shape;1106;p21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223516" y="7202423"/>
            <a:ext cx="225552" cy="1804416"/>
          </a:xfrm>
          <a:prstGeom prst="rect">
            <a:avLst/>
          </a:prstGeom>
          <a:noFill/>
          <a:ln>
            <a:noFill/>
          </a:ln>
        </p:spPr>
      </p:pic>
      <p:sp>
        <p:nvSpPr>
          <p:cNvPr id="1107" name="Google Shape;1107;p21"/>
          <p:cNvSpPr/>
          <p:nvPr/>
        </p:nvSpPr>
        <p:spPr>
          <a:xfrm>
            <a:off x="2686811" y="8881871"/>
            <a:ext cx="10795" cy="129539"/>
          </a:xfrm>
          <a:custGeom>
            <a:rect b="b" l="l" r="r" t="t"/>
            <a:pathLst>
              <a:path extrusionOk="0" h="129540" w="10794">
                <a:moveTo>
                  <a:pt x="10668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8" y="0"/>
                </a:lnTo>
                <a:lnTo>
                  <a:pt x="10668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08" name="Google Shape;1108;p21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636519" y="8702040"/>
            <a:ext cx="114300" cy="1219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09" name="Google Shape;1109;p21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636519" y="8523731"/>
            <a:ext cx="167640" cy="115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10" name="Google Shape;1110;p21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636519" y="8330183"/>
            <a:ext cx="114300" cy="1219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11" name="Google Shape;1111;p21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636519" y="8060435"/>
            <a:ext cx="117348" cy="19964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12" name="Google Shape;1112;p21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636519" y="7888223"/>
            <a:ext cx="167640" cy="115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13" name="Google Shape;1113;p21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636519" y="7694676"/>
            <a:ext cx="114300" cy="1219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14" name="Google Shape;1114;p21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636519" y="7516368"/>
            <a:ext cx="167640" cy="115824"/>
          </a:xfrm>
          <a:prstGeom prst="rect">
            <a:avLst/>
          </a:prstGeom>
          <a:noFill/>
          <a:ln>
            <a:noFill/>
          </a:ln>
        </p:spPr>
      </p:pic>
      <p:sp>
        <p:nvSpPr>
          <p:cNvPr id="1115" name="Google Shape;1115;p21"/>
          <p:cNvSpPr/>
          <p:nvPr/>
        </p:nvSpPr>
        <p:spPr>
          <a:xfrm>
            <a:off x="2578608" y="6787896"/>
            <a:ext cx="175260" cy="645160"/>
          </a:xfrm>
          <a:custGeom>
            <a:rect b="b" l="l" r="r" t="t"/>
            <a:pathLst>
              <a:path extrusionOk="0" h="645159" w="175260">
                <a:moveTo>
                  <a:pt x="24384" y="519684"/>
                </a:moveTo>
                <a:lnTo>
                  <a:pt x="18288" y="513588"/>
                </a:lnTo>
                <a:lnTo>
                  <a:pt x="6096" y="513588"/>
                </a:lnTo>
                <a:lnTo>
                  <a:pt x="4572" y="516636"/>
                </a:lnTo>
                <a:lnTo>
                  <a:pt x="0" y="521208"/>
                </a:lnTo>
                <a:lnTo>
                  <a:pt x="0" y="528828"/>
                </a:lnTo>
                <a:lnTo>
                  <a:pt x="1524" y="531876"/>
                </a:lnTo>
                <a:lnTo>
                  <a:pt x="4572" y="533400"/>
                </a:lnTo>
                <a:lnTo>
                  <a:pt x="6096" y="536448"/>
                </a:lnTo>
                <a:lnTo>
                  <a:pt x="9144" y="537972"/>
                </a:lnTo>
                <a:lnTo>
                  <a:pt x="16764" y="537972"/>
                </a:lnTo>
                <a:lnTo>
                  <a:pt x="21336" y="533400"/>
                </a:lnTo>
                <a:lnTo>
                  <a:pt x="24384" y="531876"/>
                </a:lnTo>
                <a:lnTo>
                  <a:pt x="24384" y="519684"/>
                </a:lnTo>
                <a:close/>
              </a:path>
              <a:path extrusionOk="0" h="645159" w="175260">
                <a:moveTo>
                  <a:pt x="24384" y="382524"/>
                </a:moveTo>
                <a:lnTo>
                  <a:pt x="21336" y="381000"/>
                </a:lnTo>
                <a:lnTo>
                  <a:pt x="16764" y="376428"/>
                </a:lnTo>
                <a:lnTo>
                  <a:pt x="9144" y="376428"/>
                </a:lnTo>
                <a:lnTo>
                  <a:pt x="6096" y="377952"/>
                </a:lnTo>
                <a:lnTo>
                  <a:pt x="4572" y="381000"/>
                </a:lnTo>
                <a:lnTo>
                  <a:pt x="1524" y="382524"/>
                </a:lnTo>
                <a:lnTo>
                  <a:pt x="0" y="385572"/>
                </a:lnTo>
                <a:lnTo>
                  <a:pt x="0" y="393192"/>
                </a:lnTo>
                <a:lnTo>
                  <a:pt x="4572" y="397764"/>
                </a:lnTo>
                <a:lnTo>
                  <a:pt x="6096" y="400812"/>
                </a:lnTo>
                <a:lnTo>
                  <a:pt x="18288" y="400812"/>
                </a:lnTo>
                <a:lnTo>
                  <a:pt x="24384" y="394716"/>
                </a:lnTo>
                <a:lnTo>
                  <a:pt x="24384" y="382524"/>
                </a:lnTo>
                <a:close/>
              </a:path>
              <a:path extrusionOk="0" h="645159" w="175260">
                <a:moveTo>
                  <a:pt x="172199" y="0"/>
                </a:moveTo>
                <a:lnTo>
                  <a:pt x="169151" y="0"/>
                </a:lnTo>
                <a:lnTo>
                  <a:pt x="169151" y="9144"/>
                </a:lnTo>
                <a:lnTo>
                  <a:pt x="167627" y="10668"/>
                </a:lnTo>
                <a:lnTo>
                  <a:pt x="167627" y="13716"/>
                </a:lnTo>
                <a:lnTo>
                  <a:pt x="164579" y="13716"/>
                </a:lnTo>
                <a:lnTo>
                  <a:pt x="163055" y="15240"/>
                </a:lnTo>
                <a:lnTo>
                  <a:pt x="160007" y="16764"/>
                </a:lnTo>
                <a:lnTo>
                  <a:pt x="89903" y="16764"/>
                </a:lnTo>
                <a:lnTo>
                  <a:pt x="77711" y="19812"/>
                </a:lnTo>
                <a:lnTo>
                  <a:pt x="65519" y="25908"/>
                </a:lnTo>
                <a:lnTo>
                  <a:pt x="59423" y="35052"/>
                </a:lnTo>
                <a:lnTo>
                  <a:pt x="57899" y="39624"/>
                </a:lnTo>
                <a:lnTo>
                  <a:pt x="57899" y="45720"/>
                </a:lnTo>
                <a:lnTo>
                  <a:pt x="59575" y="54889"/>
                </a:lnTo>
                <a:lnTo>
                  <a:pt x="64376" y="64198"/>
                </a:lnTo>
                <a:lnTo>
                  <a:pt x="72047" y="73799"/>
                </a:lnTo>
                <a:lnTo>
                  <a:pt x="82283" y="83820"/>
                </a:lnTo>
                <a:lnTo>
                  <a:pt x="57899" y="83820"/>
                </a:lnTo>
                <a:lnTo>
                  <a:pt x="57899" y="89916"/>
                </a:lnTo>
                <a:lnTo>
                  <a:pt x="71615" y="121920"/>
                </a:lnTo>
                <a:lnTo>
                  <a:pt x="74663" y="120396"/>
                </a:lnTo>
                <a:lnTo>
                  <a:pt x="74663" y="117348"/>
                </a:lnTo>
                <a:lnTo>
                  <a:pt x="73139" y="114300"/>
                </a:lnTo>
                <a:lnTo>
                  <a:pt x="73139" y="109728"/>
                </a:lnTo>
                <a:lnTo>
                  <a:pt x="74663" y="108204"/>
                </a:lnTo>
                <a:lnTo>
                  <a:pt x="74663" y="106680"/>
                </a:lnTo>
                <a:lnTo>
                  <a:pt x="76187" y="106680"/>
                </a:lnTo>
                <a:lnTo>
                  <a:pt x="77711" y="105156"/>
                </a:lnTo>
                <a:lnTo>
                  <a:pt x="80759" y="105156"/>
                </a:lnTo>
                <a:lnTo>
                  <a:pt x="83807" y="103632"/>
                </a:lnTo>
                <a:lnTo>
                  <a:pt x="156959" y="103632"/>
                </a:lnTo>
                <a:lnTo>
                  <a:pt x="163055" y="105156"/>
                </a:lnTo>
                <a:lnTo>
                  <a:pt x="166103" y="106680"/>
                </a:lnTo>
                <a:lnTo>
                  <a:pt x="167627" y="108204"/>
                </a:lnTo>
                <a:lnTo>
                  <a:pt x="169151" y="112776"/>
                </a:lnTo>
                <a:lnTo>
                  <a:pt x="169151" y="120396"/>
                </a:lnTo>
                <a:lnTo>
                  <a:pt x="172199" y="120396"/>
                </a:lnTo>
                <a:lnTo>
                  <a:pt x="172199" y="67056"/>
                </a:lnTo>
                <a:lnTo>
                  <a:pt x="169151" y="67056"/>
                </a:lnTo>
                <a:lnTo>
                  <a:pt x="169151" y="76200"/>
                </a:lnTo>
                <a:lnTo>
                  <a:pt x="167627" y="77724"/>
                </a:lnTo>
                <a:lnTo>
                  <a:pt x="167627" y="80772"/>
                </a:lnTo>
                <a:lnTo>
                  <a:pt x="164579" y="82296"/>
                </a:lnTo>
                <a:lnTo>
                  <a:pt x="163055" y="82296"/>
                </a:lnTo>
                <a:lnTo>
                  <a:pt x="161531" y="83820"/>
                </a:lnTo>
                <a:lnTo>
                  <a:pt x="89903" y="83820"/>
                </a:lnTo>
                <a:lnTo>
                  <a:pt x="82791" y="76733"/>
                </a:lnTo>
                <a:lnTo>
                  <a:pt x="77520" y="69342"/>
                </a:lnTo>
                <a:lnTo>
                  <a:pt x="74269" y="61963"/>
                </a:lnTo>
                <a:lnTo>
                  <a:pt x="73139" y="54864"/>
                </a:lnTo>
                <a:lnTo>
                  <a:pt x="73139" y="48768"/>
                </a:lnTo>
                <a:lnTo>
                  <a:pt x="76187" y="44196"/>
                </a:lnTo>
                <a:lnTo>
                  <a:pt x="85331" y="38100"/>
                </a:lnTo>
                <a:lnTo>
                  <a:pt x="92951" y="36576"/>
                </a:lnTo>
                <a:lnTo>
                  <a:pt x="160007" y="36576"/>
                </a:lnTo>
                <a:lnTo>
                  <a:pt x="166103" y="39624"/>
                </a:lnTo>
                <a:lnTo>
                  <a:pt x="169151" y="42672"/>
                </a:lnTo>
                <a:lnTo>
                  <a:pt x="169151" y="53340"/>
                </a:lnTo>
                <a:lnTo>
                  <a:pt x="172199" y="53340"/>
                </a:lnTo>
                <a:lnTo>
                  <a:pt x="172199" y="0"/>
                </a:lnTo>
                <a:close/>
              </a:path>
              <a:path extrusionOk="0" h="645159" w="175260">
                <a:moveTo>
                  <a:pt x="172212" y="498348"/>
                </a:moveTo>
                <a:lnTo>
                  <a:pt x="169164" y="498348"/>
                </a:lnTo>
                <a:lnTo>
                  <a:pt x="169164" y="505968"/>
                </a:lnTo>
                <a:lnTo>
                  <a:pt x="167640" y="509016"/>
                </a:lnTo>
                <a:lnTo>
                  <a:pt x="167640" y="510540"/>
                </a:lnTo>
                <a:lnTo>
                  <a:pt x="164592" y="512064"/>
                </a:lnTo>
                <a:lnTo>
                  <a:pt x="163068" y="513588"/>
                </a:lnTo>
                <a:lnTo>
                  <a:pt x="160020" y="513588"/>
                </a:lnTo>
                <a:lnTo>
                  <a:pt x="155448" y="515112"/>
                </a:lnTo>
                <a:lnTo>
                  <a:pt x="57912" y="515112"/>
                </a:lnTo>
                <a:lnTo>
                  <a:pt x="57912" y="519684"/>
                </a:lnTo>
                <a:lnTo>
                  <a:pt x="71628" y="553212"/>
                </a:lnTo>
                <a:lnTo>
                  <a:pt x="74676" y="551688"/>
                </a:lnTo>
                <a:lnTo>
                  <a:pt x="74676" y="547116"/>
                </a:lnTo>
                <a:lnTo>
                  <a:pt x="73152" y="545592"/>
                </a:lnTo>
                <a:lnTo>
                  <a:pt x="73152" y="541020"/>
                </a:lnTo>
                <a:lnTo>
                  <a:pt x="74676" y="539496"/>
                </a:lnTo>
                <a:lnTo>
                  <a:pt x="74676" y="537972"/>
                </a:lnTo>
                <a:lnTo>
                  <a:pt x="76200" y="536448"/>
                </a:lnTo>
                <a:lnTo>
                  <a:pt x="77724" y="536448"/>
                </a:lnTo>
                <a:lnTo>
                  <a:pt x="80772" y="534924"/>
                </a:lnTo>
                <a:lnTo>
                  <a:pt x="160020" y="534924"/>
                </a:lnTo>
                <a:lnTo>
                  <a:pt x="163068" y="536448"/>
                </a:lnTo>
                <a:lnTo>
                  <a:pt x="164592" y="536448"/>
                </a:lnTo>
                <a:lnTo>
                  <a:pt x="167640" y="537972"/>
                </a:lnTo>
                <a:lnTo>
                  <a:pt x="167640" y="541020"/>
                </a:lnTo>
                <a:lnTo>
                  <a:pt x="169164" y="542544"/>
                </a:lnTo>
                <a:lnTo>
                  <a:pt x="169164" y="551688"/>
                </a:lnTo>
                <a:lnTo>
                  <a:pt x="172212" y="551688"/>
                </a:lnTo>
                <a:lnTo>
                  <a:pt x="172212" y="534924"/>
                </a:lnTo>
                <a:lnTo>
                  <a:pt x="172212" y="498348"/>
                </a:lnTo>
                <a:close/>
              </a:path>
              <a:path extrusionOk="0" h="645159" w="175260">
                <a:moveTo>
                  <a:pt x="172212" y="431292"/>
                </a:moveTo>
                <a:lnTo>
                  <a:pt x="169164" y="431292"/>
                </a:lnTo>
                <a:lnTo>
                  <a:pt x="169164" y="440436"/>
                </a:lnTo>
                <a:lnTo>
                  <a:pt x="163068" y="446532"/>
                </a:lnTo>
                <a:lnTo>
                  <a:pt x="160020" y="446532"/>
                </a:lnTo>
                <a:lnTo>
                  <a:pt x="155448" y="448056"/>
                </a:lnTo>
                <a:lnTo>
                  <a:pt x="0" y="448056"/>
                </a:lnTo>
                <a:lnTo>
                  <a:pt x="0" y="452628"/>
                </a:lnTo>
                <a:lnTo>
                  <a:pt x="13716" y="484632"/>
                </a:lnTo>
                <a:lnTo>
                  <a:pt x="16764" y="483108"/>
                </a:lnTo>
                <a:lnTo>
                  <a:pt x="16764" y="480060"/>
                </a:lnTo>
                <a:lnTo>
                  <a:pt x="15240" y="477012"/>
                </a:lnTo>
                <a:lnTo>
                  <a:pt x="15240" y="473964"/>
                </a:lnTo>
                <a:lnTo>
                  <a:pt x="16764" y="472440"/>
                </a:lnTo>
                <a:lnTo>
                  <a:pt x="16764" y="470916"/>
                </a:lnTo>
                <a:lnTo>
                  <a:pt x="18288" y="469392"/>
                </a:lnTo>
                <a:lnTo>
                  <a:pt x="19812" y="469392"/>
                </a:lnTo>
                <a:lnTo>
                  <a:pt x="22860" y="467868"/>
                </a:lnTo>
                <a:lnTo>
                  <a:pt x="160020" y="467868"/>
                </a:lnTo>
                <a:lnTo>
                  <a:pt x="163068" y="469392"/>
                </a:lnTo>
                <a:lnTo>
                  <a:pt x="164592" y="470916"/>
                </a:lnTo>
                <a:lnTo>
                  <a:pt x="167640" y="472440"/>
                </a:lnTo>
                <a:lnTo>
                  <a:pt x="167640" y="473964"/>
                </a:lnTo>
                <a:lnTo>
                  <a:pt x="169164" y="475488"/>
                </a:lnTo>
                <a:lnTo>
                  <a:pt x="169164" y="484632"/>
                </a:lnTo>
                <a:lnTo>
                  <a:pt x="172212" y="484632"/>
                </a:lnTo>
                <a:lnTo>
                  <a:pt x="172212" y="431292"/>
                </a:lnTo>
                <a:close/>
              </a:path>
              <a:path extrusionOk="0" h="645159" w="175260">
                <a:moveTo>
                  <a:pt x="172212" y="361188"/>
                </a:moveTo>
                <a:lnTo>
                  <a:pt x="169164" y="361188"/>
                </a:lnTo>
                <a:lnTo>
                  <a:pt x="169164" y="370332"/>
                </a:lnTo>
                <a:lnTo>
                  <a:pt x="167640" y="371856"/>
                </a:lnTo>
                <a:lnTo>
                  <a:pt x="167640" y="374904"/>
                </a:lnTo>
                <a:lnTo>
                  <a:pt x="164592" y="376428"/>
                </a:lnTo>
                <a:lnTo>
                  <a:pt x="163068" y="376428"/>
                </a:lnTo>
                <a:lnTo>
                  <a:pt x="160020" y="377952"/>
                </a:lnTo>
                <a:lnTo>
                  <a:pt x="57912" y="377952"/>
                </a:lnTo>
                <a:lnTo>
                  <a:pt x="57912" y="384048"/>
                </a:lnTo>
                <a:lnTo>
                  <a:pt x="71628" y="416052"/>
                </a:lnTo>
                <a:lnTo>
                  <a:pt x="74676" y="414528"/>
                </a:lnTo>
                <a:lnTo>
                  <a:pt x="74676" y="411480"/>
                </a:lnTo>
                <a:lnTo>
                  <a:pt x="73152" y="408432"/>
                </a:lnTo>
                <a:lnTo>
                  <a:pt x="73152" y="405384"/>
                </a:lnTo>
                <a:lnTo>
                  <a:pt x="74676" y="403860"/>
                </a:lnTo>
                <a:lnTo>
                  <a:pt x="74676" y="402336"/>
                </a:lnTo>
                <a:lnTo>
                  <a:pt x="77724" y="399288"/>
                </a:lnTo>
                <a:lnTo>
                  <a:pt x="83820" y="399288"/>
                </a:lnTo>
                <a:lnTo>
                  <a:pt x="92964" y="397764"/>
                </a:lnTo>
                <a:lnTo>
                  <a:pt x="155448" y="397764"/>
                </a:lnTo>
                <a:lnTo>
                  <a:pt x="160020" y="399288"/>
                </a:lnTo>
                <a:lnTo>
                  <a:pt x="163068" y="399288"/>
                </a:lnTo>
                <a:lnTo>
                  <a:pt x="164592" y="400812"/>
                </a:lnTo>
                <a:lnTo>
                  <a:pt x="167640" y="402336"/>
                </a:lnTo>
                <a:lnTo>
                  <a:pt x="167640" y="403860"/>
                </a:lnTo>
                <a:lnTo>
                  <a:pt x="169164" y="405384"/>
                </a:lnTo>
                <a:lnTo>
                  <a:pt x="169164" y="414528"/>
                </a:lnTo>
                <a:lnTo>
                  <a:pt x="172212" y="414528"/>
                </a:lnTo>
                <a:lnTo>
                  <a:pt x="172212" y="397764"/>
                </a:lnTo>
                <a:lnTo>
                  <a:pt x="172212" y="361188"/>
                </a:lnTo>
                <a:close/>
              </a:path>
              <a:path extrusionOk="0" h="645159" w="175260">
                <a:moveTo>
                  <a:pt x="175247" y="606552"/>
                </a:moveTo>
                <a:lnTo>
                  <a:pt x="155625" y="573214"/>
                </a:lnTo>
                <a:lnTo>
                  <a:pt x="141719" y="569976"/>
                </a:lnTo>
                <a:lnTo>
                  <a:pt x="132892" y="571436"/>
                </a:lnTo>
                <a:lnTo>
                  <a:pt x="102095" y="611124"/>
                </a:lnTo>
                <a:lnTo>
                  <a:pt x="99047" y="618744"/>
                </a:lnTo>
                <a:lnTo>
                  <a:pt x="94475" y="624840"/>
                </a:lnTo>
                <a:lnTo>
                  <a:pt x="85331" y="629412"/>
                </a:lnTo>
                <a:lnTo>
                  <a:pt x="76187" y="629412"/>
                </a:lnTo>
                <a:lnTo>
                  <a:pt x="73139" y="627888"/>
                </a:lnTo>
                <a:lnTo>
                  <a:pt x="67043" y="621792"/>
                </a:lnTo>
                <a:lnTo>
                  <a:pt x="65519" y="617220"/>
                </a:lnTo>
                <a:lnTo>
                  <a:pt x="65519" y="603504"/>
                </a:lnTo>
                <a:lnTo>
                  <a:pt x="68567" y="598932"/>
                </a:lnTo>
                <a:lnTo>
                  <a:pt x="73139" y="592836"/>
                </a:lnTo>
                <a:lnTo>
                  <a:pt x="76187" y="588264"/>
                </a:lnTo>
                <a:lnTo>
                  <a:pt x="85331" y="585216"/>
                </a:lnTo>
                <a:lnTo>
                  <a:pt x="95999" y="582168"/>
                </a:lnTo>
                <a:lnTo>
                  <a:pt x="95999" y="579120"/>
                </a:lnTo>
                <a:lnTo>
                  <a:pt x="57899" y="579120"/>
                </a:lnTo>
                <a:lnTo>
                  <a:pt x="57899" y="582168"/>
                </a:lnTo>
                <a:lnTo>
                  <a:pt x="60947" y="583692"/>
                </a:lnTo>
                <a:lnTo>
                  <a:pt x="62471" y="585216"/>
                </a:lnTo>
                <a:lnTo>
                  <a:pt x="62471" y="591312"/>
                </a:lnTo>
                <a:lnTo>
                  <a:pt x="60947" y="595884"/>
                </a:lnTo>
                <a:lnTo>
                  <a:pt x="59423" y="601980"/>
                </a:lnTo>
                <a:lnTo>
                  <a:pt x="57899" y="606552"/>
                </a:lnTo>
                <a:lnTo>
                  <a:pt x="57899" y="611124"/>
                </a:lnTo>
                <a:lnTo>
                  <a:pt x="58470" y="618578"/>
                </a:lnTo>
                <a:lnTo>
                  <a:pt x="58521" y="618744"/>
                </a:lnTo>
                <a:lnTo>
                  <a:pt x="60185" y="625030"/>
                </a:lnTo>
                <a:lnTo>
                  <a:pt x="80759" y="644652"/>
                </a:lnTo>
                <a:lnTo>
                  <a:pt x="95999" y="644652"/>
                </a:lnTo>
                <a:lnTo>
                  <a:pt x="102095" y="643128"/>
                </a:lnTo>
                <a:lnTo>
                  <a:pt x="106667" y="638556"/>
                </a:lnTo>
                <a:lnTo>
                  <a:pt x="110121" y="635419"/>
                </a:lnTo>
                <a:lnTo>
                  <a:pt x="113715" y="630555"/>
                </a:lnTo>
                <a:lnTo>
                  <a:pt x="114401" y="629412"/>
                </a:lnTo>
                <a:lnTo>
                  <a:pt x="117602" y="623989"/>
                </a:lnTo>
                <a:lnTo>
                  <a:pt x="121907" y="615696"/>
                </a:lnTo>
                <a:lnTo>
                  <a:pt x="126225" y="608266"/>
                </a:lnTo>
                <a:lnTo>
                  <a:pt x="144767" y="588264"/>
                </a:lnTo>
                <a:lnTo>
                  <a:pt x="155435" y="588264"/>
                </a:lnTo>
                <a:lnTo>
                  <a:pt x="160007" y="589788"/>
                </a:lnTo>
                <a:lnTo>
                  <a:pt x="163055" y="592836"/>
                </a:lnTo>
                <a:lnTo>
                  <a:pt x="166103" y="597408"/>
                </a:lnTo>
                <a:lnTo>
                  <a:pt x="167627" y="601980"/>
                </a:lnTo>
                <a:lnTo>
                  <a:pt x="167627" y="615696"/>
                </a:lnTo>
                <a:lnTo>
                  <a:pt x="166103" y="621792"/>
                </a:lnTo>
                <a:lnTo>
                  <a:pt x="160007" y="627888"/>
                </a:lnTo>
                <a:lnTo>
                  <a:pt x="156006" y="633031"/>
                </a:lnTo>
                <a:lnTo>
                  <a:pt x="150863" y="637032"/>
                </a:lnTo>
                <a:lnTo>
                  <a:pt x="144576" y="639889"/>
                </a:lnTo>
                <a:lnTo>
                  <a:pt x="137147" y="641604"/>
                </a:lnTo>
                <a:lnTo>
                  <a:pt x="137147" y="644652"/>
                </a:lnTo>
                <a:lnTo>
                  <a:pt x="175247" y="644652"/>
                </a:lnTo>
                <a:lnTo>
                  <a:pt x="175247" y="641604"/>
                </a:lnTo>
                <a:lnTo>
                  <a:pt x="172199" y="640080"/>
                </a:lnTo>
                <a:lnTo>
                  <a:pt x="170675" y="638556"/>
                </a:lnTo>
                <a:lnTo>
                  <a:pt x="170776" y="635419"/>
                </a:lnTo>
                <a:lnTo>
                  <a:pt x="172199" y="633984"/>
                </a:lnTo>
                <a:lnTo>
                  <a:pt x="172326" y="630555"/>
                </a:lnTo>
                <a:lnTo>
                  <a:pt x="175247" y="621792"/>
                </a:lnTo>
                <a:lnTo>
                  <a:pt x="175247" y="606552"/>
                </a:lnTo>
                <a:close/>
              </a:path>
              <a:path extrusionOk="0" h="645159" w="175260">
                <a:moveTo>
                  <a:pt x="175260" y="301752"/>
                </a:moveTo>
                <a:lnTo>
                  <a:pt x="158038" y="266509"/>
                </a:lnTo>
                <a:lnTo>
                  <a:pt x="129540" y="254508"/>
                </a:lnTo>
                <a:lnTo>
                  <a:pt x="128016" y="257556"/>
                </a:lnTo>
                <a:lnTo>
                  <a:pt x="138684" y="262128"/>
                </a:lnTo>
                <a:lnTo>
                  <a:pt x="144780" y="266700"/>
                </a:lnTo>
                <a:lnTo>
                  <a:pt x="149352" y="271272"/>
                </a:lnTo>
                <a:lnTo>
                  <a:pt x="153924" y="277368"/>
                </a:lnTo>
                <a:lnTo>
                  <a:pt x="155448" y="284988"/>
                </a:lnTo>
                <a:lnTo>
                  <a:pt x="155448" y="292608"/>
                </a:lnTo>
                <a:lnTo>
                  <a:pt x="124777" y="325374"/>
                </a:lnTo>
                <a:lnTo>
                  <a:pt x="106680" y="327660"/>
                </a:lnTo>
                <a:lnTo>
                  <a:pt x="96964" y="327088"/>
                </a:lnTo>
                <a:lnTo>
                  <a:pt x="65532" y="307848"/>
                </a:lnTo>
                <a:lnTo>
                  <a:pt x="65532" y="295656"/>
                </a:lnTo>
                <a:lnTo>
                  <a:pt x="67056" y="291084"/>
                </a:lnTo>
                <a:lnTo>
                  <a:pt x="71628" y="286512"/>
                </a:lnTo>
                <a:lnTo>
                  <a:pt x="76200" y="283464"/>
                </a:lnTo>
                <a:lnTo>
                  <a:pt x="85344" y="283464"/>
                </a:lnTo>
                <a:lnTo>
                  <a:pt x="88392" y="281940"/>
                </a:lnTo>
                <a:lnTo>
                  <a:pt x="89916" y="280416"/>
                </a:lnTo>
                <a:lnTo>
                  <a:pt x="92964" y="278892"/>
                </a:lnTo>
                <a:lnTo>
                  <a:pt x="94488" y="275844"/>
                </a:lnTo>
                <a:lnTo>
                  <a:pt x="94488" y="265176"/>
                </a:lnTo>
                <a:lnTo>
                  <a:pt x="92964" y="262128"/>
                </a:lnTo>
                <a:lnTo>
                  <a:pt x="89916" y="260604"/>
                </a:lnTo>
                <a:lnTo>
                  <a:pt x="88392" y="259080"/>
                </a:lnTo>
                <a:lnTo>
                  <a:pt x="79248" y="259080"/>
                </a:lnTo>
                <a:lnTo>
                  <a:pt x="73152" y="263652"/>
                </a:lnTo>
                <a:lnTo>
                  <a:pt x="57912" y="295656"/>
                </a:lnTo>
                <a:lnTo>
                  <a:pt x="59029" y="306514"/>
                </a:lnTo>
                <a:lnTo>
                  <a:pt x="83477" y="339115"/>
                </a:lnTo>
                <a:lnTo>
                  <a:pt x="117348" y="347472"/>
                </a:lnTo>
                <a:lnTo>
                  <a:pt x="130225" y="346621"/>
                </a:lnTo>
                <a:lnTo>
                  <a:pt x="166890" y="326618"/>
                </a:lnTo>
                <a:lnTo>
                  <a:pt x="174371" y="310616"/>
                </a:lnTo>
                <a:lnTo>
                  <a:pt x="175260" y="301752"/>
                </a:lnTo>
                <a:close/>
              </a:path>
              <a:path extrusionOk="0" h="645159" w="175260">
                <a:moveTo>
                  <a:pt x="175260" y="184404"/>
                </a:moveTo>
                <a:lnTo>
                  <a:pt x="175183" y="182880"/>
                </a:lnTo>
                <a:lnTo>
                  <a:pt x="174917" y="176695"/>
                </a:lnTo>
                <a:lnTo>
                  <a:pt x="173736" y="169545"/>
                </a:lnTo>
                <a:lnTo>
                  <a:pt x="171399" y="162979"/>
                </a:lnTo>
                <a:lnTo>
                  <a:pt x="167640" y="156997"/>
                </a:lnTo>
                <a:lnTo>
                  <a:pt x="167640" y="172212"/>
                </a:lnTo>
                <a:lnTo>
                  <a:pt x="167640" y="179832"/>
                </a:lnTo>
                <a:lnTo>
                  <a:pt x="141414" y="208216"/>
                </a:lnTo>
                <a:lnTo>
                  <a:pt x="108204" y="213360"/>
                </a:lnTo>
                <a:lnTo>
                  <a:pt x="97536" y="213360"/>
                </a:lnTo>
                <a:lnTo>
                  <a:pt x="65532" y="190500"/>
                </a:lnTo>
                <a:lnTo>
                  <a:pt x="65532" y="178308"/>
                </a:lnTo>
                <a:lnTo>
                  <a:pt x="70104" y="170688"/>
                </a:lnTo>
                <a:lnTo>
                  <a:pt x="77724" y="166116"/>
                </a:lnTo>
                <a:lnTo>
                  <a:pt x="82816" y="162979"/>
                </a:lnTo>
                <a:lnTo>
                  <a:pt x="87706" y="160020"/>
                </a:lnTo>
                <a:lnTo>
                  <a:pt x="98488" y="155829"/>
                </a:lnTo>
                <a:lnTo>
                  <a:pt x="110934" y="153263"/>
                </a:lnTo>
                <a:lnTo>
                  <a:pt x="124968" y="152400"/>
                </a:lnTo>
                <a:lnTo>
                  <a:pt x="135775" y="152958"/>
                </a:lnTo>
                <a:lnTo>
                  <a:pt x="167640" y="172212"/>
                </a:lnTo>
                <a:lnTo>
                  <a:pt x="167640" y="156997"/>
                </a:lnTo>
                <a:lnTo>
                  <a:pt x="164731" y="152400"/>
                </a:lnTo>
                <a:lnTo>
                  <a:pt x="163639" y="150672"/>
                </a:lnTo>
                <a:lnTo>
                  <a:pt x="130302" y="131635"/>
                </a:lnTo>
                <a:lnTo>
                  <a:pt x="115824" y="129540"/>
                </a:lnTo>
                <a:lnTo>
                  <a:pt x="104940" y="130403"/>
                </a:lnTo>
                <a:lnTo>
                  <a:pt x="69481" y="150952"/>
                </a:lnTo>
                <a:lnTo>
                  <a:pt x="57912" y="182880"/>
                </a:lnTo>
                <a:lnTo>
                  <a:pt x="58026" y="184404"/>
                </a:lnTo>
                <a:lnTo>
                  <a:pt x="74676" y="220408"/>
                </a:lnTo>
                <a:lnTo>
                  <a:pt x="88392" y="228600"/>
                </a:lnTo>
                <a:lnTo>
                  <a:pt x="95504" y="232371"/>
                </a:lnTo>
                <a:lnTo>
                  <a:pt x="103060" y="234696"/>
                </a:lnTo>
                <a:lnTo>
                  <a:pt x="110883" y="235889"/>
                </a:lnTo>
                <a:lnTo>
                  <a:pt x="118872" y="236220"/>
                </a:lnTo>
                <a:lnTo>
                  <a:pt x="128866" y="235610"/>
                </a:lnTo>
                <a:lnTo>
                  <a:pt x="164325" y="216344"/>
                </a:lnTo>
                <a:lnTo>
                  <a:pt x="166306" y="213360"/>
                </a:lnTo>
                <a:lnTo>
                  <a:pt x="170497" y="207073"/>
                </a:lnTo>
                <a:lnTo>
                  <a:pt x="174091" y="196392"/>
                </a:lnTo>
                <a:lnTo>
                  <a:pt x="175260" y="1844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16" name="Google Shape;1116;p21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602992" y="5867400"/>
            <a:ext cx="150876" cy="847344"/>
          </a:xfrm>
          <a:prstGeom prst="rect">
            <a:avLst/>
          </a:prstGeom>
          <a:noFill/>
          <a:ln>
            <a:noFill/>
          </a:ln>
        </p:spPr>
      </p:pic>
      <p:sp>
        <p:nvSpPr>
          <p:cNvPr id="1117" name="Google Shape;1117;p21"/>
          <p:cNvSpPr/>
          <p:nvPr/>
        </p:nvSpPr>
        <p:spPr>
          <a:xfrm>
            <a:off x="3041903" y="8881871"/>
            <a:ext cx="10795" cy="129539"/>
          </a:xfrm>
          <a:custGeom>
            <a:rect b="b" l="l" r="r" t="t"/>
            <a:pathLst>
              <a:path extrusionOk="0" h="129540" w="10794">
                <a:moveTo>
                  <a:pt x="10668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8" y="0"/>
                </a:lnTo>
                <a:lnTo>
                  <a:pt x="10668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" name="Google Shape;1118;p21"/>
          <p:cNvSpPr/>
          <p:nvPr/>
        </p:nvSpPr>
        <p:spPr>
          <a:xfrm>
            <a:off x="2935224" y="8255508"/>
            <a:ext cx="175260" cy="553720"/>
          </a:xfrm>
          <a:custGeom>
            <a:rect b="b" l="l" r="r" t="t"/>
            <a:pathLst>
              <a:path extrusionOk="0" h="553720" w="175260">
                <a:moveTo>
                  <a:pt x="172199" y="243840"/>
                </a:moveTo>
                <a:lnTo>
                  <a:pt x="169151" y="243840"/>
                </a:lnTo>
                <a:lnTo>
                  <a:pt x="169151" y="248412"/>
                </a:lnTo>
                <a:lnTo>
                  <a:pt x="167627" y="251460"/>
                </a:lnTo>
                <a:lnTo>
                  <a:pt x="167627" y="254508"/>
                </a:lnTo>
                <a:lnTo>
                  <a:pt x="163055" y="259080"/>
                </a:lnTo>
                <a:lnTo>
                  <a:pt x="160007" y="260604"/>
                </a:lnTo>
                <a:lnTo>
                  <a:pt x="82283" y="260604"/>
                </a:lnTo>
                <a:lnTo>
                  <a:pt x="77711" y="263652"/>
                </a:lnTo>
                <a:lnTo>
                  <a:pt x="70091" y="265176"/>
                </a:lnTo>
                <a:lnTo>
                  <a:pt x="65519" y="269748"/>
                </a:lnTo>
                <a:lnTo>
                  <a:pt x="62471" y="274320"/>
                </a:lnTo>
                <a:lnTo>
                  <a:pt x="59423" y="277368"/>
                </a:lnTo>
                <a:lnTo>
                  <a:pt x="57899" y="283464"/>
                </a:lnTo>
                <a:lnTo>
                  <a:pt x="57899" y="294132"/>
                </a:lnTo>
                <a:lnTo>
                  <a:pt x="82283" y="326136"/>
                </a:lnTo>
                <a:lnTo>
                  <a:pt x="74663" y="327660"/>
                </a:lnTo>
                <a:lnTo>
                  <a:pt x="68567" y="332232"/>
                </a:lnTo>
                <a:lnTo>
                  <a:pt x="59423" y="341376"/>
                </a:lnTo>
                <a:lnTo>
                  <a:pt x="57899" y="347472"/>
                </a:lnTo>
                <a:lnTo>
                  <a:pt x="57899" y="362712"/>
                </a:lnTo>
                <a:lnTo>
                  <a:pt x="60947" y="365760"/>
                </a:lnTo>
                <a:lnTo>
                  <a:pt x="62471" y="370332"/>
                </a:lnTo>
                <a:lnTo>
                  <a:pt x="63995" y="373380"/>
                </a:lnTo>
                <a:lnTo>
                  <a:pt x="67043" y="377952"/>
                </a:lnTo>
                <a:lnTo>
                  <a:pt x="73139" y="384048"/>
                </a:lnTo>
                <a:lnTo>
                  <a:pt x="82283" y="391668"/>
                </a:lnTo>
                <a:lnTo>
                  <a:pt x="57899" y="391668"/>
                </a:lnTo>
                <a:lnTo>
                  <a:pt x="57899" y="396240"/>
                </a:lnTo>
                <a:lnTo>
                  <a:pt x="71615" y="429768"/>
                </a:lnTo>
                <a:lnTo>
                  <a:pt x="74663" y="428244"/>
                </a:lnTo>
                <a:lnTo>
                  <a:pt x="73139" y="425196"/>
                </a:lnTo>
                <a:lnTo>
                  <a:pt x="73139" y="416052"/>
                </a:lnTo>
                <a:lnTo>
                  <a:pt x="74663" y="414528"/>
                </a:lnTo>
                <a:lnTo>
                  <a:pt x="77711" y="413004"/>
                </a:lnTo>
                <a:lnTo>
                  <a:pt x="79235" y="413004"/>
                </a:lnTo>
                <a:lnTo>
                  <a:pt x="83286" y="412127"/>
                </a:lnTo>
                <a:lnTo>
                  <a:pt x="88760" y="411670"/>
                </a:lnTo>
                <a:lnTo>
                  <a:pt x="96989" y="411480"/>
                </a:lnTo>
                <a:lnTo>
                  <a:pt x="160007" y="411480"/>
                </a:lnTo>
                <a:lnTo>
                  <a:pt x="161531" y="413004"/>
                </a:lnTo>
                <a:lnTo>
                  <a:pt x="164579" y="414528"/>
                </a:lnTo>
                <a:lnTo>
                  <a:pt x="167627" y="417576"/>
                </a:lnTo>
                <a:lnTo>
                  <a:pt x="167627" y="419100"/>
                </a:lnTo>
                <a:lnTo>
                  <a:pt x="169151" y="423672"/>
                </a:lnTo>
                <a:lnTo>
                  <a:pt x="169151" y="428244"/>
                </a:lnTo>
                <a:lnTo>
                  <a:pt x="172199" y="428244"/>
                </a:lnTo>
                <a:lnTo>
                  <a:pt x="172199" y="411480"/>
                </a:lnTo>
                <a:lnTo>
                  <a:pt x="172199" y="374904"/>
                </a:lnTo>
                <a:lnTo>
                  <a:pt x="169151" y="374904"/>
                </a:lnTo>
                <a:lnTo>
                  <a:pt x="169151" y="381000"/>
                </a:lnTo>
                <a:lnTo>
                  <a:pt x="167627" y="384048"/>
                </a:lnTo>
                <a:lnTo>
                  <a:pt x="167627" y="385572"/>
                </a:lnTo>
                <a:lnTo>
                  <a:pt x="164579" y="388620"/>
                </a:lnTo>
                <a:lnTo>
                  <a:pt x="161531" y="390144"/>
                </a:lnTo>
                <a:lnTo>
                  <a:pt x="160007" y="391668"/>
                </a:lnTo>
                <a:lnTo>
                  <a:pt x="88379" y="391668"/>
                </a:lnTo>
                <a:lnTo>
                  <a:pt x="83807" y="388620"/>
                </a:lnTo>
                <a:lnTo>
                  <a:pt x="79235" y="382524"/>
                </a:lnTo>
                <a:lnTo>
                  <a:pt x="76187" y="376428"/>
                </a:lnTo>
                <a:lnTo>
                  <a:pt x="74663" y="371856"/>
                </a:lnTo>
                <a:lnTo>
                  <a:pt x="73139" y="368808"/>
                </a:lnTo>
                <a:lnTo>
                  <a:pt x="73139" y="358140"/>
                </a:lnTo>
                <a:lnTo>
                  <a:pt x="74663" y="353568"/>
                </a:lnTo>
                <a:lnTo>
                  <a:pt x="80759" y="348996"/>
                </a:lnTo>
                <a:lnTo>
                  <a:pt x="83807" y="347472"/>
                </a:lnTo>
                <a:lnTo>
                  <a:pt x="91427" y="345948"/>
                </a:lnTo>
                <a:lnTo>
                  <a:pt x="160007" y="345948"/>
                </a:lnTo>
                <a:lnTo>
                  <a:pt x="163055" y="347472"/>
                </a:lnTo>
                <a:lnTo>
                  <a:pt x="166103" y="350520"/>
                </a:lnTo>
                <a:lnTo>
                  <a:pt x="169151" y="356616"/>
                </a:lnTo>
                <a:lnTo>
                  <a:pt x="169151" y="362712"/>
                </a:lnTo>
                <a:lnTo>
                  <a:pt x="172199" y="362712"/>
                </a:lnTo>
                <a:lnTo>
                  <a:pt x="172199" y="345948"/>
                </a:lnTo>
                <a:lnTo>
                  <a:pt x="172199" y="326136"/>
                </a:lnTo>
                <a:lnTo>
                  <a:pt x="172199" y="309372"/>
                </a:lnTo>
                <a:lnTo>
                  <a:pt x="169151" y="309372"/>
                </a:lnTo>
                <a:lnTo>
                  <a:pt x="169151" y="313944"/>
                </a:lnTo>
                <a:lnTo>
                  <a:pt x="167627" y="318516"/>
                </a:lnTo>
                <a:lnTo>
                  <a:pt x="167627" y="320040"/>
                </a:lnTo>
                <a:lnTo>
                  <a:pt x="166103" y="323088"/>
                </a:lnTo>
                <a:lnTo>
                  <a:pt x="164579" y="324612"/>
                </a:lnTo>
                <a:lnTo>
                  <a:pt x="161531" y="324612"/>
                </a:lnTo>
                <a:lnTo>
                  <a:pt x="160007" y="326136"/>
                </a:lnTo>
                <a:lnTo>
                  <a:pt x="88379" y="326136"/>
                </a:lnTo>
                <a:lnTo>
                  <a:pt x="77711" y="315468"/>
                </a:lnTo>
                <a:lnTo>
                  <a:pt x="73139" y="301752"/>
                </a:lnTo>
                <a:lnTo>
                  <a:pt x="73139" y="291084"/>
                </a:lnTo>
                <a:lnTo>
                  <a:pt x="76187" y="286512"/>
                </a:lnTo>
                <a:lnTo>
                  <a:pt x="80759" y="283464"/>
                </a:lnTo>
                <a:lnTo>
                  <a:pt x="83807" y="281940"/>
                </a:lnTo>
                <a:lnTo>
                  <a:pt x="91427" y="280416"/>
                </a:lnTo>
                <a:lnTo>
                  <a:pt x="160007" y="280416"/>
                </a:lnTo>
                <a:lnTo>
                  <a:pt x="163055" y="281940"/>
                </a:lnTo>
                <a:lnTo>
                  <a:pt x="167627" y="286512"/>
                </a:lnTo>
                <a:lnTo>
                  <a:pt x="169151" y="291084"/>
                </a:lnTo>
                <a:lnTo>
                  <a:pt x="169151" y="297180"/>
                </a:lnTo>
                <a:lnTo>
                  <a:pt x="172199" y="297180"/>
                </a:lnTo>
                <a:lnTo>
                  <a:pt x="172199" y="280416"/>
                </a:lnTo>
                <a:lnTo>
                  <a:pt x="172199" y="243840"/>
                </a:lnTo>
                <a:close/>
              </a:path>
              <a:path extrusionOk="0" h="553720" w="175260">
                <a:moveTo>
                  <a:pt x="172212" y="67056"/>
                </a:moveTo>
                <a:lnTo>
                  <a:pt x="169164" y="67056"/>
                </a:lnTo>
                <a:lnTo>
                  <a:pt x="169164" y="73152"/>
                </a:lnTo>
                <a:lnTo>
                  <a:pt x="167640" y="76200"/>
                </a:lnTo>
                <a:lnTo>
                  <a:pt x="167640" y="79248"/>
                </a:lnTo>
                <a:lnTo>
                  <a:pt x="164592" y="82296"/>
                </a:lnTo>
                <a:lnTo>
                  <a:pt x="161544" y="82296"/>
                </a:lnTo>
                <a:lnTo>
                  <a:pt x="160020" y="83820"/>
                </a:lnTo>
                <a:lnTo>
                  <a:pt x="0" y="83820"/>
                </a:lnTo>
                <a:lnTo>
                  <a:pt x="0" y="89916"/>
                </a:lnTo>
                <a:lnTo>
                  <a:pt x="13716" y="120396"/>
                </a:lnTo>
                <a:lnTo>
                  <a:pt x="16764" y="118872"/>
                </a:lnTo>
                <a:lnTo>
                  <a:pt x="15240" y="115824"/>
                </a:lnTo>
                <a:lnTo>
                  <a:pt x="15240" y="108204"/>
                </a:lnTo>
                <a:lnTo>
                  <a:pt x="16764" y="106680"/>
                </a:lnTo>
                <a:lnTo>
                  <a:pt x="19812" y="105156"/>
                </a:lnTo>
                <a:lnTo>
                  <a:pt x="22860" y="105156"/>
                </a:lnTo>
                <a:lnTo>
                  <a:pt x="25908" y="103632"/>
                </a:lnTo>
                <a:lnTo>
                  <a:pt x="153924" y="103632"/>
                </a:lnTo>
                <a:lnTo>
                  <a:pt x="160020" y="105156"/>
                </a:lnTo>
                <a:lnTo>
                  <a:pt x="161544" y="105156"/>
                </a:lnTo>
                <a:lnTo>
                  <a:pt x="164592" y="106680"/>
                </a:lnTo>
                <a:lnTo>
                  <a:pt x="167640" y="109728"/>
                </a:lnTo>
                <a:lnTo>
                  <a:pt x="169164" y="112776"/>
                </a:lnTo>
                <a:lnTo>
                  <a:pt x="169164" y="120396"/>
                </a:lnTo>
                <a:lnTo>
                  <a:pt x="172212" y="120396"/>
                </a:lnTo>
                <a:lnTo>
                  <a:pt x="172212" y="103632"/>
                </a:lnTo>
                <a:lnTo>
                  <a:pt x="172212" y="67056"/>
                </a:lnTo>
                <a:close/>
              </a:path>
              <a:path extrusionOk="0" h="553720" w="175260">
                <a:moveTo>
                  <a:pt x="172212" y="0"/>
                </a:moveTo>
                <a:lnTo>
                  <a:pt x="169164" y="0"/>
                </a:lnTo>
                <a:lnTo>
                  <a:pt x="169164" y="6096"/>
                </a:lnTo>
                <a:lnTo>
                  <a:pt x="167640" y="9144"/>
                </a:lnTo>
                <a:lnTo>
                  <a:pt x="167640" y="12192"/>
                </a:lnTo>
                <a:lnTo>
                  <a:pt x="164592" y="15240"/>
                </a:lnTo>
                <a:lnTo>
                  <a:pt x="161544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6764" y="41148"/>
                </a:lnTo>
                <a:lnTo>
                  <a:pt x="16764" y="39624"/>
                </a:lnTo>
                <a:lnTo>
                  <a:pt x="19812" y="38100"/>
                </a:lnTo>
                <a:lnTo>
                  <a:pt x="25908" y="38100"/>
                </a:lnTo>
                <a:lnTo>
                  <a:pt x="33528" y="36576"/>
                </a:lnTo>
                <a:lnTo>
                  <a:pt x="153924" y="36576"/>
                </a:lnTo>
                <a:lnTo>
                  <a:pt x="160020" y="38100"/>
                </a:lnTo>
                <a:lnTo>
                  <a:pt x="161544" y="39624"/>
                </a:lnTo>
                <a:lnTo>
                  <a:pt x="164592" y="39624"/>
                </a:lnTo>
                <a:lnTo>
                  <a:pt x="167640" y="42672"/>
                </a:lnTo>
                <a:lnTo>
                  <a:pt x="169164" y="45720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553720" w="175260">
                <a:moveTo>
                  <a:pt x="175247" y="155448"/>
                </a:moveTo>
                <a:lnTo>
                  <a:pt x="156959" y="129540"/>
                </a:lnTo>
                <a:lnTo>
                  <a:pt x="150863" y="129540"/>
                </a:lnTo>
                <a:lnTo>
                  <a:pt x="155435" y="134112"/>
                </a:lnTo>
                <a:lnTo>
                  <a:pt x="158483" y="138684"/>
                </a:lnTo>
                <a:lnTo>
                  <a:pt x="158483" y="140208"/>
                </a:lnTo>
                <a:lnTo>
                  <a:pt x="160007" y="140208"/>
                </a:lnTo>
                <a:lnTo>
                  <a:pt x="160007" y="144780"/>
                </a:lnTo>
                <a:lnTo>
                  <a:pt x="158483" y="146304"/>
                </a:lnTo>
                <a:lnTo>
                  <a:pt x="155435" y="147828"/>
                </a:lnTo>
                <a:lnTo>
                  <a:pt x="85331" y="147828"/>
                </a:lnTo>
                <a:lnTo>
                  <a:pt x="77711" y="149352"/>
                </a:lnTo>
                <a:lnTo>
                  <a:pt x="74663" y="150876"/>
                </a:lnTo>
                <a:lnTo>
                  <a:pt x="68567" y="152400"/>
                </a:lnTo>
                <a:lnTo>
                  <a:pt x="62471" y="161544"/>
                </a:lnTo>
                <a:lnTo>
                  <a:pt x="59423" y="167640"/>
                </a:lnTo>
                <a:lnTo>
                  <a:pt x="57899" y="176784"/>
                </a:lnTo>
                <a:lnTo>
                  <a:pt x="57988" y="187363"/>
                </a:lnTo>
                <a:lnTo>
                  <a:pt x="58115" y="189509"/>
                </a:lnTo>
                <a:lnTo>
                  <a:pt x="58178" y="190500"/>
                </a:lnTo>
                <a:lnTo>
                  <a:pt x="58470" y="195630"/>
                </a:lnTo>
                <a:lnTo>
                  <a:pt x="60185" y="204025"/>
                </a:lnTo>
                <a:lnTo>
                  <a:pt x="63042" y="211010"/>
                </a:lnTo>
                <a:lnTo>
                  <a:pt x="67043" y="216408"/>
                </a:lnTo>
                <a:lnTo>
                  <a:pt x="71615" y="224028"/>
                </a:lnTo>
                <a:lnTo>
                  <a:pt x="79235" y="227076"/>
                </a:lnTo>
                <a:lnTo>
                  <a:pt x="91427" y="227076"/>
                </a:lnTo>
                <a:lnTo>
                  <a:pt x="94475" y="225552"/>
                </a:lnTo>
                <a:lnTo>
                  <a:pt x="95999" y="222504"/>
                </a:lnTo>
                <a:lnTo>
                  <a:pt x="97523" y="220980"/>
                </a:lnTo>
                <a:lnTo>
                  <a:pt x="97523" y="214884"/>
                </a:lnTo>
                <a:lnTo>
                  <a:pt x="95999" y="211836"/>
                </a:lnTo>
                <a:lnTo>
                  <a:pt x="92951" y="208788"/>
                </a:lnTo>
                <a:lnTo>
                  <a:pt x="89903" y="207264"/>
                </a:lnTo>
                <a:lnTo>
                  <a:pt x="85331" y="207264"/>
                </a:lnTo>
                <a:lnTo>
                  <a:pt x="79235" y="208788"/>
                </a:lnTo>
                <a:lnTo>
                  <a:pt x="74663" y="208788"/>
                </a:lnTo>
                <a:lnTo>
                  <a:pt x="71615" y="207264"/>
                </a:lnTo>
                <a:lnTo>
                  <a:pt x="70091" y="202692"/>
                </a:lnTo>
                <a:lnTo>
                  <a:pt x="67043" y="199644"/>
                </a:lnTo>
                <a:lnTo>
                  <a:pt x="65519" y="195072"/>
                </a:lnTo>
                <a:lnTo>
                  <a:pt x="65646" y="182499"/>
                </a:lnTo>
                <a:lnTo>
                  <a:pt x="65709" y="182308"/>
                </a:lnTo>
                <a:lnTo>
                  <a:pt x="67043" y="178308"/>
                </a:lnTo>
                <a:lnTo>
                  <a:pt x="71615" y="173736"/>
                </a:lnTo>
                <a:lnTo>
                  <a:pt x="76187" y="170688"/>
                </a:lnTo>
                <a:lnTo>
                  <a:pt x="83807" y="167640"/>
                </a:lnTo>
                <a:lnTo>
                  <a:pt x="99047" y="167640"/>
                </a:lnTo>
                <a:lnTo>
                  <a:pt x="103619" y="181597"/>
                </a:lnTo>
                <a:lnTo>
                  <a:pt x="108191" y="193548"/>
                </a:lnTo>
                <a:lnTo>
                  <a:pt x="112763" y="203225"/>
                </a:lnTo>
                <a:lnTo>
                  <a:pt x="117335" y="210312"/>
                </a:lnTo>
                <a:lnTo>
                  <a:pt x="121907" y="219456"/>
                </a:lnTo>
                <a:lnTo>
                  <a:pt x="126479" y="225552"/>
                </a:lnTo>
                <a:lnTo>
                  <a:pt x="132575" y="228600"/>
                </a:lnTo>
                <a:lnTo>
                  <a:pt x="135623" y="231648"/>
                </a:lnTo>
                <a:lnTo>
                  <a:pt x="155435" y="231648"/>
                </a:lnTo>
                <a:lnTo>
                  <a:pt x="161531" y="230124"/>
                </a:lnTo>
                <a:lnTo>
                  <a:pt x="172199" y="219456"/>
                </a:lnTo>
                <a:lnTo>
                  <a:pt x="175247" y="213360"/>
                </a:lnTo>
                <a:lnTo>
                  <a:pt x="175247" y="211836"/>
                </a:lnTo>
                <a:lnTo>
                  <a:pt x="175247" y="199644"/>
                </a:lnTo>
                <a:lnTo>
                  <a:pt x="172199" y="190500"/>
                </a:lnTo>
                <a:lnTo>
                  <a:pt x="170230" y="187363"/>
                </a:lnTo>
                <a:lnTo>
                  <a:pt x="166674" y="182499"/>
                </a:lnTo>
                <a:lnTo>
                  <a:pt x="160007" y="173685"/>
                </a:lnTo>
                <a:lnTo>
                  <a:pt x="160007" y="193548"/>
                </a:lnTo>
                <a:lnTo>
                  <a:pt x="160007" y="199644"/>
                </a:lnTo>
                <a:lnTo>
                  <a:pt x="158483" y="202692"/>
                </a:lnTo>
                <a:lnTo>
                  <a:pt x="150863" y="210312"/>
                </a:lnTo>
                <a:lnTo>
                  <a:pt x="146291" y="211836"/>
                </a:lnTo>
                <a:lnTo>
                  <a:pt x="135623" y="211836"/>
                </a:lnTo>
                <a:lnTo>
                  <a:pt x="131051" y="210312"/>
                </a:lnTo>
                <a:lnTo>
                  <a:pt x="128003" y="208788"/>
                </a:lnTo>
                <a:lnTo>
                  <a:pt x="123431" y="205740"/>
                </a:lnTo>
                <a:lnTo>
                  <a:pt x="120383" y="199644"/>
                </a:lnTo>
                <a:lnTo>
                  <a:pt x="115811" y="193548"/>
                </a:lnTo>
                <a:lnTo>
                  <a:pt x="114388" y="189509"/>
                </a:lnTo>
                <a:lnTo>
                  <a:pt x="112382" y="184023"/>
                </a:lnTo>
                <a:lnTo>
                  <a:pt x="109804" y="176784"/>
                </a:lnTo>
                <a:lnTo>
                  <a:pt x="106667" y="167640"/>
                </a:lnTo>
                <a:lnTo>
                  <a:pt x="147815" y="167640"/>
                </a:lnTo>
                <a:lnTo>
                  <a:pt x="160007" y="193548"/>
                </a:lnTo>
                <a:lnTo>
                  <a:pt x="160007" y="173685"/>
                </a:lnTo>
                <a:lnTo>
                  <a:pt x="155435" y="167640"/>
                </a:lnTo>
                <a:lnTo>
                  <a:pt x="167627" y="167640"/>
                </a:lnTo>
                <a:lnTo>
                  <a:pt x="170675" y="164592"/>
                </a:lnTo>
                <a:lnTo>
                  <a:pt x="173723" y="163068"/>
                </a:lnTo>
                <a:lnTo>
                  <a:pt x="175247" y="160020"/>
                </a:lnTo>
                <a:lnTo>
                  <a:pt x="175247" y="155448"/>
                </a:lnTo>
                <a:close/>
              </a:path>
              <a:path extrusionOk="0" h="553720" w="175260">
                <a:moveTo>
                  <a:pt x="175260" y="496824"/>
                </a:moveTo>
                <a:lnTo>
                  <a:pt x="161544" y="460248"/>
                </a:lnTo>
                <a:lnTo>
                  <a:pt x="129540" y="446532"/>
                </a:lnTo>
                <a:lnTo>
                  <a:pt x="123444" y="446532"/>
                </a:lnTo>
                <a:lnTo>
                  <a:pt x="117348" y="448056"/>
                </a:lnTo>
                <a:lnTo>
                  <a:pt x="105156" y="454152"/>
                </a:lnTo>
                <a:lnTo>
                  <a:pt x="99060" y="458724"/>
                </a:lnTo>
                <a:lnTo>
                  <a:pt x="96012" y="464820"/>
                </a:lnTo>
                <a:lnTo>
                  <a:pt x="92265" y="470014"/>
                </a:lnTo>
                <a:lnTo>
                  <a:pt x="87820" y="476631"/>
                </a:lnTo>
                <a:lnTo>
                  <a:pt x="82499" y="484974"/>
                </a:lnTo>
                <a:lnTo>
                  <a:pt x="76200" y="495300"/>
                </a:lnTo>
                <a:lnTo>
                  <a:pt x="68745" y="506971"/>
                </a:lnTo>
                <a:lnTo>
                  <a:pt x="42672" y="533400"/>
                </a:lnTo>
                <a:lnTo>
                  <a:pt x="30480" y="533400"/>
                </a:lnTo>
                <a:lnTo>
                  <a:pt x="24384" y="530352"/>
                </a:lnTo>
                <a:lnTo>
                  <a:pt x="19812" y="525780"/>
                </a:lnTo>
                <a:lnTo>
                  <a:pt x="15240" y="519684"/>
                </a:lnTo>
                <a:lnTo>
                  <a:pt x="12192" y="513588"/>
                </a:lnTo>
                <a:lnTo>
                  <a:pt x="12192" y="498348"/>
                </a:lnTo>
                <a:lnTo>
                  <a:pt x="13716" y="490728"/>
                </a:lnTo>
                <a:lnTo>
                  <a:pt x="18288" y="484632"/>
                </a:lnTo>
                <a:lnTo>
                  <a:pt x="21336" y="478536"/>
                </a:lnTo>
                <a:lnTo>
                  <a:pt x="60960" y="461772"/>
                </a:lnTo>
                <a:lnTo>
                  <a:pt x="60960" y="458724"/>
                </a:lnTo>
                <a:lnTo>
                  <a:pt x="4572" y="458724"/>
                </a:lnTo>
                <a:lnTo>
                  <a:pt x="4572" y="461772"/>
                </a:lnTo>
                <a:lnTo>
                  <a:pt x="7620" y="461772"/>
                </a:lnTo>
                <a:lnTo>
                  <a:pt x="10668" y="463296"/>
                </a:lnTo>
                <a:lnTo>
                  <a:pt x="12192" y="464820"/>
                </a:lnTo>
                <a:lnTo>
                  <a:pt x="12192" y="466344"/>
                </a:lnTo>
                <a:lnTo>
                  <a:pt x="13716" y="467868"/>
                </a:lnTo>
                <a:lnTo>
                  <a:pt x="13716" y="470916"/>
                </a:lnTo>
                <a:lnTo>
                  <a:pt x="12192" y="473964"/>
                </a:lnTo>
                <a:lnTo>
                  <a:pt x="10668" y="478536"/>
                </a:lnTo>
                <a:lnTo>
                  <a:pt x="7785" y="486257"/>
                </a:lnTo>
                <a:lnTo>
                  <a:pt x="5905" y="493395"/>
                </a:lnTo>
                <a:lnTo>
                  <a:pt x="4876" y="499973"/>
                </a:lnTo>
                <a:lnTo>
                  <a:pt x="4572" y="505968"/>
                </a:lnTo>
                <a:lnTo>
                  <a:pt x="5397" y="515708"/>
                </a:lnTo>
                <a:lnTo>
                  <a:pt x="31432" y="549783"/>
                </a:lnTo>
                <a:lnTo>
                  <a:pt x="47244" y="553212"/>
                </a:lnTo>
                <a:lnTo>
                  <a:pt x="54864" y="553212"/>
                </a:lnTo>
                <a:lnTo>
                  <a:pt x="86004" y="529767"/>
                </a:lnTo>
                <a:lnTo>
                  <a:pt x="100584" y="505968"/>
                </a:lnTo>
                <a:lnTo>
                  <a:pt x="113868" y="484974"/>
                </a:lnTo>
                <a:lnTo>
                  <a:pt x="115824" y="481584"/>
                </a:lnTo>
                <a:lnTo>
                  <a:pt x="123444" y="473964"/>
                </a:lnTo>
                <a:lnTo>
                  <a:pt x="132588" y="470916"/>
                </a:lnTo>
                <a:lnTo>
                  <a:pt x="135636" y="469392"/>
                </a:lnTo>
                <a:lnTo>
                  <a:pt x="147828" y="469392"/>
                </a:lnTo>
                <a:lnTo>
                  <a:pt x="153924" y="472440"/>
                </a:lnTo>
                <a:lnTo>
                  <a:pt x="167640" y="501396"/>
                </a:lnTo>
                <a:lnTo>
                  <a:pt x="167640" y="509016"/>
                </a:lnTo>
                <a:lnTo>
                  <a:pt x="166116" y="516636"/>
                </a:lnTo>
                <a:lnTo>
                  <a:pt x="156972" y="531876"/>
                </a:lnTo>
                <a:lnTo>
                  <a:pt x="152400" y="536448"/>
                </a:lnTo>
                <a:lnTo>
                  <a:pt x="146304" y="539496"/>
                </a:lnTo>
                <a:lnTo>
                  <a:pt x="141160" y="542645"/>
                </a:lnTo>
                <a:lnTo>
                  <a:pt x="134874" y="545211"/>
                </a:lnTo>
                <a:lnTo>
                  <a:pt x="127444" y="547217"/>
                </a:lnTo>
                <a:lnTo>
                  <a:pt x="118872" y="548640"/>
                </a:lnTo>
                <a:lnTo>
                  <a:pt x="118872" y="551688"/>
                </a:lnTo>
                <a:lnTo>
                  <a:pt x="175260" y="551688"/>
                </a:lnTo>
                <a:lnTo>
                  <a:pt x="175260" y="548640"/>
                </a:lnTo>
                <a:lnTo>
                  <a:pt x="170688" y="547116"/>
                </a:lnTo>
                <a:lnTo>
                  <a:pt x="169164" y="547116"/>
                </a:lnTo>
                <a:lnTo>
                  <a:pt x="166116" y="544068"/>
                </a:lnTo>
                <a:lnTo>
                  <a:pt x="166116" y="539496"/>
                </a:lnTo>
                <a:lnTo>
                  <a:pt x="167640" y="533400"/>
                </a:lnTo>
                <a:lnTo>
                  <a:pt x="169164" y="525780"/>
                </a:lnTo>
                <a:lnTo>
                  <a:pt x="172212" y="518160"/>
                </a:lnTo>
                <a:lnTo>
                  <a:pt x="173736" y="513588"/>
                </a:lnTo>
                <a:lnTo>
                  <a:pt x="173736" y="510540"/>
                </a:lnTo>
                <a:lnTo>
                  <a:pt x="175260" y="505968"/>
                </a:lnTo>
                <a:lnTo>
                  <a:pt x="175260" y="4968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21"/>
          <p:cNvSpPr/>
          <p:nvPr/>
        </p:nvSpPr>
        <p:spPr>
          <a:xfrm>
            <a:off x="2959608" y="7484364"/>
            <a:ext cx="151130" cy="693420"/>
          </a:xfrm>
          <a:custGeom>
            <a:rect b="b" l="l" r="r" t="t"/>
            <a:pathLst>
              <a:path extrusionOk="0" h="693420" w="151130">
                <a:moveTo>
                  <a:pt x="147815" y="413004"/>
                </a:moveTo>
                <a:lnTo>
                  <a:pt x="144767" y="413004"/>
                </a:lnTo>
                <a:lnTo>
                  <a:pt x="144767" y="417576"/>
                </a:lnTo>
                <a:lnTo>
                  <a:pt x="143243" y="422148"/>
                </a:lnTo>
                <a:lnTo>
                  <a:pt x="141719" y="423672"/>
                </a:lnTo>
                <a:lnTo>
                  <a:pt x="140195" y="426720"/>
                </a:lnTo>
                <a:lnTo>
                  <a:pt x="137147" y="428244"/>
                </a:lnTo>
                <a:lnTo>
                  <a:pt x="135623" y="429768"/>
                </a:lnTo>
                <a:lnTo>
                  <a:pt x="129527" y="432816"/>
                </a:lnTo>
                <a:lnTo>
                  <a:pt x="68567" y="432816"/>
                </a:lnTo>
                <a:lnTo>
                  <a:pt x="60947" y="428244"/>
                </a:lnTo>
                <a:lnTo>
                  <a:pt x="54851" y="423672"/>
                </a:lnTo>
                <a:lnTo>
                  <a:pt x="50279" y="419100"/>
                </a:lnTo>
                <a:lnTo>
                  <a:pt x="50279" y="414528"/>
                </a:lnTo>
                <a:lnTo>
                  <a:pt x="51803" y="411480"/>
                </a:lnTo>
                <a:lnTo>
                  <a:pt x="53327" y="406908"/>
                </a:lnTo>
                <a:lnTo>
                  <a:pt x="56375" y="403860"/>
                </a:lnTo>
                <a:lnTo>
                  <a:pt x="57899" y="400812"/>
                </a:lnTo>
                <a:lnTo>
                  <a:pt x="57899" y="394716"/>
                </a:lnTo>
                <a:lnTo>
                  <a:pt x="51803" y="388620"/>
                </a:lnTo>
                <a:lnTo>
                  <a:pt x="42659" y="388620"/>
                </a:lnTo>
                <a:lnTo>
                  <a:pt x="39611" y="390144"/>
                </a:lnTo>
                <a:lnTo>
                  <a:pt x="35039" y="394716"/>
                </a:lnTo>
                <a:lnTo>
                  <a:pt x="33515" y="399288"/>
                </a:lnTo>
                <a:lnTo>
                  <a:pt x="33515" y="403860"/>
                </a:lnTo>
                <a:lnTo>
                  <a:pt x="34975" y="410959"/>
                </a:lnTo>
                <a:lnTo>
                  <a:pt x="39420" y="418338"/>
                </a:lnTo>
                <a:lnTo>
                  <a:pt x="47028" y="425729"/>
                </a:lnTo>
                <a:lnTo>
                  <a:pt x="57899" y="432816"/>
                </a:lnTo>
                <a:lnTo>
                  <a:pt x="33515" y="432816"/>
                </a:lnTo>
                <a:lnTo>
                  <a:pt x="33515" y="437388"/>
                </a:lnTo>
                <a:lnTo>
                  <a:pt x="47231" y="470916"/>
                </a:lnTo>
                <a:lnTo>
                  <a:pt x="50279" y="469392"/>
                </a:lnTo>
                <a:lnTo>
                  <a:pt x="48755" y="466344"/>
                </a:lnTo>
                <a:lnTo>
                  <a:pt x="48755" y="457200"/>
                </a:lnTo>
                <a:lnTo>
                  <a:pt x="51803" y="454152"/>
                </a:lnTo>
                <a:lnTo>
                  <a:pt x="53327" y="454152"/>
                </a:lnTo>
                <a:lnTo>
                  <a:pt x="56375" y="452628"/>
                </a:lnTo>
                <a:lnTo>
                  <a:pt x="135623" y="452628"/>
                </a:lnTo>
                <a:lnTo>
                  <a:pt x="138671" y="454152"/>
                </a:lnTo>
                <a:lnTo>
                  <a:pt x="140195" y="454152"/>
                </a:lnTo>
                <a:lnTo>
                  <a:pt x="141719" y="457200"/>
                </a:lnTo>
                <a:lnTo>
                  <a:pt x="143243" y="458724"/>
                </a:lnTo>
                <a:lnTo>
                  <a:pt x="144767" y="463296"/>
                </a:lnTo>
                <a:lnTo>
                  <a:pt x="144767" y="469392"/>
                </a:lnTo>
                <a:lnTo>
                  <a:pt x="147815" y="469392"/>
                </a:lnTo>
                <a:lnTo>
                  <a:pt x="147815" y="413004"/>
                </a:lnTo>
                <a:close/>
              </a:path>
              <a:path extrusionOk="0" h="693420" w="151130">
                <a:moveTo>
                  <a:pt x="147815" y="327660"/>
                </a:moveTo>
                <a:lnTo>
                  <a:pt x="144767" y="327660"/>
                </a:lnTo>
                <a:lnTo>
                  <a:pt x="144767" y="333756"/>
                </a:lnTo>
                <a:lnTo>
                  <a:pt x="140195" y="342900"/>
                </a:lnTo>
                <a:lnTo>
                  <a:pt x="137147" y="344424"/>
                </a:lnTo>
                <a:lnTo>
                  <a:pt x="135623" y="345948"/>
                </a:lnTo>
                <a:lnTo>
                  <a:pt x="132575" y="347472"/>
                </a:lnTo>
                <a:lnTo>
                  <a:pt x="68567" y="347472"/>
                </a:lnTo>
                <a:lnTo>
                  <a:pt x="60947" y="344424"/>
                </a:lnTo>
                <a:lnTo>
                  <a:pt x="54851" y="339852"/>
                </a:lnTo>
                <a:lnTo>
                  <a:pt x="50279" y="335280"/>
                </a:lnTo>
                <a:lnTo>
                  <a:pt x="50279" y="329184"/>
                </a:lnTo>
                <a:lnTo>
                  <a:pt x="51803" y="327660"/>
                </a:lnTo>
                <a:lnTo>
                  <a:pt x="53327" y="323088"/>
                </a:lnTo>
                <a:lnTo>
                  <a:pt x="56375" y="320040"/>
                </a:lnTo>
                <a:lnTo>
                  <a:pt x="57899" y="316992"/>
                </a:lnTo>
                <a:lnTo>
                  <a:pt x="57899" y="310896"/>
                </a:lnTo>
                <a:lnTo>
                  <a:pt x="56375" y="309372"/>
                </a:lnTo>
                <a:lnTo>
                  <a:pt x="54851" y="306324"/>
                </a:lnTo>
                <a:lnTo>
                  <a:pt x="51803" y="304800"/>
                </a:lnTo>
                <a:lnTo>
                  <a:pt x="50279" y="303276"/>
                </a:lnTo>
                <a:lnTo>
                  <a:pt x="42659" y="303276"/>
                </a:lnTo>
                <a:lnTo>
                  <a:pt x="39611" y="304800"/>
                </a:lnTo>
                <a:lnTo>
                  <a:pt x="36563" y="307848"/>
                </a:lnTo>
                <a:lnTo>
                  <a:pt x="35039" y="310896"/>
                </a:lnTo>
                <a:lnTo>
                  <a:pt x="33515" y="315468"/>
                </a:lnTo>
                <a:lnTo>
                  <a:pt x="33515" y="320040"/>
                </a:lnTo>
                <a:lnTo>
                  <a:pt x="34975" y="326898"/>
                </a:lnTo>
                <a:lnTo>
                  <a:pt x="39420" y="333756"/>
                </a:lnTo>
                <a:lnTo>
                  <a:pt x="47028" y="340614"/>
                </a:lnTo>
                <a:lnTo>
                  <a:pt x="57899" y="347472"/>
                </a:lnTo>
                <a:lnTo>
                  <a:pt x="33515" y="347472"/>
                </a:lnTo>
                <a:lnTo>
                  <a:pt x="33515" y="353568"/>
                </a:lnTo>
                <a:lnTo>
                  <a:pt x="47231" y="385572"/>
                </a:lnTo>
                <a:lnTo>
                  <a:pt x="50279" y="385572"/>
                </a:lnTo>
                <a:lnTo>
                  <a:pt x="48755" y="382524"/>
                </a:lnTo>
                <a:lnTo>
                  <a:pt x="48755" y="373380"/>
                </a:lnTo>
                <a:lnTo>
                  <a:pt x="53327" y="368808"/>
                </a:lnTo>
                <a:lnTo>
                  <a:pt x="57899" y="368808"/>
                </a:lnTo>
                <a:lnTo>
                  <a:pt x="67043" y="367284"/>
                </a:lnTo>
                <a:lnTo>
                  <a:pt x="129527" y="367284"/>
                </a:lnTo>
                <a:lnTo>
                  <a:pt x="134099" y="368808"/>
                </a:lnTo>
                <a:lnTo>
                  <a:pt x="138671" y="368808"/>
                </a:lnTo>
                <a:lnTo>
                  <a:pt x="141719" y="371856"/>
                </a:lnTo>
                <a:lnTo>
                  <a:pt x="143243" y="374904"/>
                </a:lnTo>
                <a:lnTo>
                  <a:pt x="144767" y="379476"/>
                </a:lnTo>
                <a:lnTo>
                  <a:pt x="144767" y="384048"/>
                </a:lnTo>
                <a:lnTo>
                  <a:pt x="147815" y="384048"/>
                </a:lnTo>
                <a:lnTo>
                  <a:pt x="147815" y="327660"/>
                </a:lnTo>
                <a:close/>
              </a:path>
              <a:path extrusionOk="0" h="693420" w="151130">
                <a:moveTo>
                  <a:pt x="147815" y="71628"/>
                </a:moveTo>
                <a:lnTo>
                  <a:pt x="144767" y="71628"/>
                </a:lnTo>
                <a:lnTo>
                  <a:pt x="144767" y="76200"/>
                </a:lnTo>
                <a:lnTo>
                  <a:pt x="143243" y="80772"/>
                </a:lnTo>
                <a:lnTo>
                  <a:pt x="143243" y="82296"/>
                </a:lnTo>
                <a:lnTo>
                  <a:pt x="138671" y="86868"/>
                </a:lnTo>
                <a:lnTo>
                  <a:pt x="135623" y="86868"/>
                </a:lnTo>
                <a:lnTo>
                  <a:pt x="131051" y="88392"/>
                </a:lnTo>
                <a:lnTo>
                  <a:pt x="57899" y="88392"/>
                </a:lnTo>
                <a:lnTo>
                  <a:pt x="53327" y="91440"/>
                </a:lnTo>
                <a:lnTo>
                  <a:pt x="45707" y="92964"/>
                </a:lnTo>
                <a:lnTo>
                  <a:pt x="38087" y="100584"/>
                </a:lnTo>
                <a:lnTo>
                  <a:pt x="35039" y="105156"/>
                </a:lnTo>
                <a:lnTo>
                  <a:pt x="33515" y="111252"/>
                </a:lnTo>
                <a:lnTo>
                  <a:pt x="33515" y="117348"/>
                </a:lnTo>
                <a:lnTo>
                  <a:pt x="34950" y="126517"/>
                </a:lnTo>
                <a:lnTo>
                  <a:pt x="39230" y="135826"/>
                </a:lnTo>
                <a:lnTo>
                  <a:pt x="46380" y="145427"/>
                </a:lnTo>
                <a:lnTo>
                  <a:pt x="56375" y="155448"/>
                </a:lnTo>
                <a:lnTo>
                  <a:pt x="33515" y="155448"/>
                </a:lnTo>
                <a:lnTo>
                  <a:pt x="33515" y="160020"/>
                </a:lnTo>
                <a:lnTo>
                  <a:pt x="47231" y="193548"/>
                </a:lnTo>
                <a:lnTo>
                  <a:pt x="50279" y="192024"/>
                </a:lnTo>
                <a:lnTo>
                  <a:pt x="48755" y="188976"/>
                </a:lnTo>
                <a:lnTo>
                  <a:pt x="48755" y="179832"/>
                </a:lnTo>
                <a:lnTo>
                  <a:pt x="50279" y="178308"/>
                </a:lnTo>
                <a:lnTo>
                  <a:pt x="50279" y="176784"/>
                </a:lnTo>
                <a:lnTo>
                  <a:pt x="53327" y="176784"/>
                </a:lnTo>
                <a:lnTo>
                  <a:pt x="56375" y="175260"/>
                </a:lnTo>
                <a:lnTo>
                  <a:pt x="137147" y="175260"/>
                </a:lnTo>
                <a:lnTo>
                  <a:pt x="140195" y="178308"/>
                </a:lnTo>
                <a:lnTo>
                  <a:pt x="143243" y="179832"/>
                </a:lnTo>
                <a:lnTo>
                  <a:pt x="144767" y="182880"/>
                </a:lnTo>
                <a:lnTo>
                  <a:pt x="144767" y="192024"/>
                </a:lnTo>
                <a:lnTo>
                  <a:pt x="147815" y="192024"/>
                </a:lnTo>
                <a:lnTo>
                  <a:pt x="147815" y="138684"/>
                </a:lnTo>
                <a:lnTo>
                  <a:pt x="144767" y="138684"/>
                </a:lnTo>
                <a:lnTo>
                  <a:pt x="144767" y="143256"/>
                </a:lnTo>
                <a:lnTo>
                  <a:pt x="143243" y="147828"/>
                </a:lnTo>
                <a:lnTo>
                  <a:pt x="143243" y="149352"/>
                </a:lnTo>
                <a:lnTo>
                  <a:pt x="140195" y="152400"/>
                </a:lnTo>
                <a:lnTo>
                  <a:pt x="137147" y="153924"/>
                </a:lnTo>
                <a:lnTo>
                  <a:pt x="135623" y="153924"/>
                </a:lnTo>
                <a:lnTo>
                  <a:pt x="131051" y="155448"/>
                </a:lnTo>
                <a:lnTo>
                  <a:pt x="63995" y="155448"/>
                </a:lnTo>
                <a:lnTo>
                  <a:pt x="57124" y="147688"/>
                </a:lnTo>
                <a:lnTo>
                  <a:pt x="52374" y="140208"/>
                </a:lnTo>
                <a:lnTo>
                  <a:pt x="49644" y="132740"/>
                </a:lnTo>
                <a:lnTo>
                  <a:pt x="48755" y="124968"/>
                </a:lnTo>
                <a:lnTo>
                  <a:pt x="48755" y="118872"/>
                </a:lnTo>
                <a:lnTo>
                  <a:pt x="50279" y="114300"/>
                </a:lnTo>
                <a:lnTo>
                  <a:pt x="54851" y="111252"/>
                </a:lnTo>
                <a:lnTo>
                  <a:pt x="59423" y="109728"/>
                </a:lnTo>
                <a:lnTo>
                  <a:pt x="67043" y="108204"/>
                </a:lnTo>
                <a:lnTo>
                  <a:pt x="135623" y="108204"/>
                </a:lnTo>
                <a:lnTo>
                  <a:pt x="138671" y="109728"/>
                </a:lnTo>
                <a:lnTo>
                  <a:pt x="140195" y="109728"/>
                </a:lnTo>
                <a:lnTo>
                  <a:pt x="141719" y="112776"/>
                </a:lnTo>
                <a:lnTo>
                  <a:pt x="143243" y="114300"/>
                </a:lnTo>
                <a:lnTo>
                  <a:pt x="144767" y="117348"/>
                </a:lnTo>
                <a:lnTo>
                  <a:pt x="144767" y="124968"/>
                </a:lnTo>
                <a:lnTo>
                  <a:pt x="147815" y="124968"/>
                </a:lnTo>
                <a:lnTo>
                  <a:pt x="147815" y="71628"/>
                </a:lnTo>
                <a:close/>
              </a:path>
              <a:path extrusionOk="0" h="693420" w="151130">
                <a:moveTo>
                  <a:pt x="150863" y="502920"/>
                </a:moveTo>
                <a:lnTo>
                  <a:pt x="137147" y="470916"/>
                </a:lnTo>
                <a:lnTo>
                  <a:pt x="134099" y="472440"/>
                </a:lnTo>
                <a:lnTo>
                  <a:pt x="135623" y="475488"/>
                </a:lnTo>
                <a:lnTo>
                  <a:pt x="135623" y="484632"/>
                </a:lnTo>
                <a:lnTo>
                  <a:pt x="134099" y="484632"/>
                </a:lnTo>
                <a:lnTo>
                  <a:pt x="131051" y="487680"/>
                </a:lnTo>
                <a:lnTo>
                  <a:pt x="128003" y="487680"/>
                </a:lnTo>
                <a:lnTo>
                  <a:pt x="124955" y="489204"/>
                </a:lnTo>
                <a:lnTo>
                  <a:pt x="36563" y="489204"/>
                </a:lnTo>
                <a:lnTo>
                  <a:pt x="36563" y="525780"/>
                </a:lnTo>
                <a:lnTo>
                  <a:pt x="39611" y="525780"/>
                </a:lnTo>
                <a:lnTo>
                  <a:pt x="39611" y="518160"/>
                </a:lnTo>
                <a:lnTo>
                  <a:pt x="41135" y="513588"/>
                </a:lnTo>
                <a:lnTo>
                  <a:pt x="42659" y="512064"/>
                </a:lnTo>
                <a:lnTo>
                  <a:pt x="45707" y="510540"/>
                </a:lnTo>
                <a:lnTo>
                  <a:pt x="50279" y="509016"/>
                </a:lnTo>
                <a:lnTo>
                  <a:pt x="120383" y="509016"/>
                </a:lnTo>
                <a:lnTo>
                  <a:pt x="126479" y="515112"/>
                </a:lnTo>
                <a:lnTo>
                  <a:pt x="129527" y="521208"/>
                </a:lnTo>
                <a:lnTo>
                  <a:pt x="132575" y="524256"/>
                </a:lnTo>
                <a:lnTo>
                  <a:pt x="135623" y="533400"/>
                </a:lnTo>
                <a:lnTo>
                  <a:pt x="135623" y="542544"/>
                </a:lnTo>
                <a:lnTo>
                  <a:pt x="134099" y="547116"/>
                </a:lnTo>
                <a:lnTo>
                  <a:pt x="131051" y="550164"/>
                </a:lnTo>
                <a:lnTo>
                  <a:pt x="128003" y="554736"/>
                </a:lnTo>
                <a:lnTo>
                  <a:pt x="120383" y="556260"/>
                </a:lnTo>
                <a:lnTo>
                  <a:pt x="36563" y="556260"/>
                </a:lnTo>
                <a:lnTo>
                  <a:pt x="36563" y="594360"/>
                </a:lnTo>
                <a:lnTo>
                  <a:pt x="39611" y="594360"/>
                </a:lnTo>
                <a:lnTo>
                  <a:pt x="39611" y="585216"/>
                </a:lnTo>
                <a:lnTo>
                  <a:pt x="41135" y="582168"/>
                </a:lnTo>
                <a:lnTo>
                  <a:pt x="45707" y="577596"/>
                </a:lnTo>
                <a:lnTo>
                  <a:pt x="48755" y="576072"/>
                </a:lnTo>
                <a:lnTo>
                  <a:pt x="117335" y="576072"/>
                </a:lnTo>
                <a:lnTo>
                  <a:pt x="124955" y="574548"/>
                </a:lnTo>
                <a:lnTo>
                  <a:pt x="137147" y="571500"/>
                </a:lnTo>
                <a:lnTo>
                  <a:pt x="141719" y="568452"/>
                </a:lnTo>
                <a:lnTo>
                  <a:pt x="144767" y="563880"/>
                </a:lnTo>
                <a:lnTo>
                  <a:pt x="149339" y="559308"/>
                </a:lnTo>
                <a:lnTo>
                  <a:pt x="150863" y="553212"/>
                </a:lnTo>
                <a:lnTo>
                  <a:pt x="150863" y="541020"/>
                </a:lnTo>
                <a:lnTo>
                  <a:pt x="126479" y="509016"/>
                </a:lnTo>
                <a:lnTo>
                  <a:pt x="150863" y="509016"/>
                </a:lnTo>
                <a:lnTo>
                  <a:pt x="150863" y="502920"/>
                </a:lnTo>
                <a:close/>
              </a:path>
              <a:path extrusionOk="0" h="693420" w="151130">
                <a:moveTo>
                  <a:pt x="150876" y="647700"/>
                </a:moveTo>
                <a:lnTo>
                  <a:pt x="132372" y="612457"/>
                </a:lnTo>
                <a:lnTo>
                  <a:pt x="105156" y="600456"/>
                </a:lnTo>
                <a:lnTo>
                  <a:pt x="103632" y="603504"/>
                </a:lnTo>
                <a:lnTo>
                  <a:pt x="112776" y="608076"/>
                </a:lnTo>
                <a:lnTo>
                  <a:pt x="120396" y="612648"/>
                </a:lnTo>
                <a:lnTo>
                  <a:pt x="123444" y="617220"/>
                </a:lnTo>
                <a:lnTo>
                  <a:pt x="128016" y="623316"/>
                </a:lnTo>
                <a:lnTo>
                  <a:pt x="131064" y="630936"/>
                </a:lnTo>
                <a:lnTo>
                  <a:pt x="131064" y="638556"/>
                </a:lnTo>
                <a:lnTo>
                  <a:pt x="130175" y="646252"/>
                </a:lnTo>
                <a:lnTo>
                  <a:pt x="99441" y="671322"/>
                </a:lnTo>
                <a:lnTo>
                  <a:pt x="80772" y="673608"/>
                </a:lnTo>
                <a:lnTo>
                  <a:pt x="71932" y="673036"/>
                </a:lnTo>
                <a:lnTo>
                  <a:pt x="41148" y="653796"/>
                </a:lnTo>
                <a:lnTo>
                  <a:pt x="41148" y="641604"/>
                </a:lnTo>
                <a:lnTo>
                  <a:pt x="42672" y="637032"/>
                </a:lnTo>
                <a:lnTo>
                  <a:pt x="44196" y="633984"/>
                </a:lnTo>
                <a:lnTo>
                  <a:pt x="47244" y="630936"/>
                </a:lnTo>
                <a:lnTo>
                  <a:pt x="50292" y="629412"/>
                </a:lnTo>
                <a:lnTo>
                  <a:pt x="60960" y="629412"/>
                </a:lnTo>
                <a:lnTo>
                  <a:pt x="64008" y="627888"/>
                </a:lnTo>
                <a:lnTo>
                  <a:pt x="65532" y="626364"/>
                </a:lnTo>
                <a:lnTo>
                  <a:pt x="68580" y="624840"/>
                </a:lnTo>
                <a:lnTo>
                  <a:pt x="70104" y="621792"/>
                </a:lnTo>
                <a:lnTo>
                  <a:pt x="70104" y="612648"/>
                </a:lnTo>
                <a:lnTo>
                  <a:pt x="68580" y="611124"/>
                </a:lnTo>
                <a:lnTo>
                  <a:pt x="67056" y="608076"/>
                </a:lnTo>
                <a:lnTo>
                  <a:pt x="65532" y="606552"/>
                </a:lnTo>
                <a:lnTo>
                  <a:pt x="62484" y="605028"/>
                </a:lnTo>
                <a:lnTo>
                  <a:pt x="53340" y="605028"/>
                </a:lnTo>
                <a:lnTo>
                  <a:pt x="33528" y="641604"/>
                </a:lnTo>
                <a:lnTo>
                  <a:pt x="34429" y="652462"/>
                </a:lnTo>
                <a:lnTo>
                  <a:pt x="58864" y="685063"/>
                </a:lnTo>
                <a:lnTo>
                  <a:pt x="91440" y="693420"/>
                </a:lnTo>
                <a:lnTo>
                  <a:pt x="104533" y="692569"/>
                </a:lnTo>
                <a:lnTo>
                  <a:pt x="141224" y="672566"/>
                </a:lnTo>
                <a:lnTo>
                  <a:pt x="149745" y="656564"/>
                </a:lnTo>
                <a:lnTo>
                  <a:pt x="150876" y="647700"/>
                </a:lnTo>
                <a:close/>
              </a:path>
              <a:path extrusionOk="0" h="693420" w="151130">
                <a:moveTo>
                  <a:pt x="150876" y="246888"/>
                </a:moveTo>
                <a:lnTo>
                  <a:pt x="130886" y="211264"/>
                </a:lnTo>
                <a:lnTo>
                  <a:pt x="106680" y="202692"/>
                </a:lnTo>
                <a:lnTo>
                  <a:pt x="105156" y="205740"/>
                </a:lnTo>
                <a:lnTo>
                  <a:pt x="114300" y="208788"/>
                </a:lnTo>
                <a:lnTo>
                  <a:pt x="121920" y="213360"/>
                </a:lnTo>
                <a:lnTo>
                  <a:pt x="124968" y="219456"/>
                </a:lnTo>
                <a:lnTo>
                  <a:pt x="129540" y="224028"/>
                </a:lnTo>
                <a:lnTo>
                  <a:pt x="131064" y="230124"/>
                </a:lnTo>
                <a:lnTo>
                  <a:pt x="109004" y="270306"/>
                </a:lnTo>
                <a:lnTo>
                  <a:pt x="77724" y="277368"/>
                </a:lnTo>
                <a:lnTo>
                  <a:pt x="77724" y="227076"/>
                </a:lnTo>
                <a:lnTo>
                  <a:pt x="77724" y="202692"/>
                </a:lnTo>
                <a:lnTo>
                  <a:pt x="70104" y="203187"/>
                </a:lnTo>
                <a:lnTo>
                  <a:pt x="70104" y="227076"/>
                </a:lnTo>
                <a:lnTo>
                  <a:pt x="70104" y="277368"/>
                </a:lnTo>
                <a:lnTo>
                  <a:pt x="41148" y="257556"/>
                </a:lnTo>
                <a:lnTo>
                  <a:pt x="41148" y="246888"/>
                </a:lnTo>
                <a:lnTo>
                  <a:pt x="44196" y="237744"/>
                </a:lnTo>
                <a:lnTo>
                  <a:pt x="50292" y="231648"/>
                </a:lnTo>
                <a:lnTo>
                  <a:pt x="54864" y="228600"/>
                </a:lnTo>
                <a:lnTo>
                  <a:pt x="57912" y="228600"/>
                </a:lnTo>
                <a:lnTo>
                  <a:pt x="62484" y="227076"/>
                </a:lnTo>
                <a:lnTo>
                  <a:pt x="70104" y="227076"/>
                </a:lnTo>
                <a:lnTo>
                  <a:pt x="70104" y="203187"/>
                </a:lnTo>
                <a:lnTo>
                  <a:pt x="36195" y="227838"/>
                </a:lnTo>
                <a:lnTo>
                  <a:pt x="34023" y="237744"/>
                </a:lnTo>
                <a:lnTo>
                  <a:pt x="33985" y="238277"/>
                </a:lnTo>
                <a:lnTo>
                  <a:pt x="48768" y="280416"/>
                </a:lnTo>
                <a:lnTo>
                  <a:pt x="92964" y="295656"/>
                </a:lnTo>
                <a:lnTo>
                  <a:pt x="106197" y="294779"/>
                </a:lnTo>
                <a:lnTo>
                  <a:pt x="105943" y="294779"/>
                </a:lnTo>
                <a:lnTo>
                  <a:pt x="117157" y="292227"/>
                </a:lnTo>
                <a:lnTo>
                  <a:pt x="127038" y="287947"/>
                </a:lnTo>
                <a:lnTo>
                  <a:pt x="135636" y="281940"/>
                </a:lnTo>
                <a:lnTo>
                  <a:pt x="139179" y="277368"/>
                </a:lnTo>
                <a:lnTo>
                  <a:pt x="141871" y="273900"/>
                </a:lnTo>
                <a:lnTo>
                  <a:pt x="146685" y="265557"/>
                </a:lnTo>
                <a:lnTo>
                  <a:pt x="149771" y="256654"/>
                </a:lnTo>
                <a:lnTo>
                  <a:pt x="150876" y="246888"/>
                </a:lnTo>
                <a:close/>
              </a:path>
              <a:path extrusionOk="0" h="693420" w="151130">
                <a:moveTo>
                  <a:pt x="150876" y="24384"/>
                </a:moveTo>
                <a:lnTo>
                  <a:pt x="149352" y="18288"/>
                </a:lnTo>
                <a:lnTo>
                  <a:pt x="144780" y="13716"/>
                </a:lnTo>
                <a:lnTo>
                  <a:pt x="140208" y="7620"/>
                </a:lnTo>
                <a:lnTo>
                  <a:pt x="134112" y="3048"/>
                </a:lnTo>
                <a:lnTo>
                  <a:pt x="126492" y="0"/>
                </a:lnTo>
                <a:lnTo>
                  <a:pt x="126492" y="6096"/>
                </a:lnTo>
                <a:lnTo>
                  <a:pt x="129540" y="7620"/>
                </a:lnTo>
                <a:lnTo>
                  <a:pt x="131064" y="10668"/>
                </a:lnTo>
                <a:lnTo>
                  <a:pt x="132588" y="12192"/>
                </a:lnTo>
                <a:lnTo>
                  <a:pt x="135636" y="18288"/>
                </a:lnTo>
                <a:lnTo>
                  <a:pt x="135636" y="22860"/>
                </a:lnTo>
                <a:lnTo>
                  <a:pt x="134112" y="25908"/>
                </a:lnTo>
                <a:lnTo>
                  <a:pt x="131064" y="27432"/>
                </a:lnTo>
                <a:lnTo>
                  <a:pt x="129540" y="30480"/>
                </a:lnTo>
                <a:lnTo>
                  <a:pt x="44196" y="30480"/>
                </a:lnTo>
                <a:lnTo>
                  <a:pt x="44196" y="6096"/>
                </a:lnTo>
                <a:lnTo>
                  <a:pt x="36576" y="6096"/>
                </a:lnTo>
                <a:lnTo>
                  <a:pt x="36576" y="30480"/>
                </a:lnTo>
                <a:lnTo>
                  <a:pt x="0" y="30480"/>
                </a:lnTo>
                <a:lnTo>
                  <a:pt x="0" y="33528"/>
                </a:lnTo>
                <a:lnTo>
                  <a:pt x="7620" y="38100"/>
                </a:lnTo>
                <a:lnTo>
                  <a:pt x="13716" y="39624"/>
                </a:lnTo>
                <a:lnTo>
                  <a:pt x="16764" y="42672"/>
                </a:lnTo>
                <a:lnTo>
                  <a:pt x="22860" y="45720"/>
                </a:lnTo>
                <a:lnTo>
                  <a:pt x="32004" y="54864"/>
                </a:lnTo>
                <a:lnTo>
                  <a:pt x="38100" y="64008"/>
                </a:lnTo>
                <a:lnTo>
                  <a:pt x="39624" y="68580"/>
                </a:lnTo>
                <a:lnTo>
                  <a:pt x="44196" y="68580"/>
                </a:lnTo>
                <a:lnTo>
                  <a:pt x="44196" y="50292"/>
                </a:lnTo>
                <a:lnTo>
                  <a:pt x="134112" y="50292"/>
                </a:lnTo>
                <a:lnTo>
                  <a:pt x="138684" y="48768"/>
                </a:lnTo>
                <a:lnTo>
                  <a:pt x="141732" y="47244"/>
                </a:lnTo>
                <a:lnTo>
                  <a:pt x="147828" y="41148"/>
                </a:lnTo>
                <a:lnTo>
                  <a:pt x="149352" y="36576"/>
                </a:lnTo>
                <a:lnTo>
                  <a:pt x="150876" y="33528"/>
                </a:lnTo>
                <a:lnTo>
                  <a:pt x="150876" y="243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20" name="Google Shape;1120;p21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935224" y="7051547"/>
            <a:ext cx="175259" cy="368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1" name="Google Shape;1121;p21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935224" y="5605271"/>
            <a:ext cx="225552" cy="137464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2" name="Google Shape;1122;p21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935224" y="5045964"/>
            <a:ext cx="225552" cy="483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3" name="Google Shape;1123;p21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935224" y="4194047"/>
            <a:ext cx="175260" cy="7802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4" name="Google Shape;1124;p21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935224" y="3643884"/>
            <a:ext cx="225551" cy="47396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5" name="Google Shape;1125;p21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959607" y="2787396"/>
            <a:ext cx="150876" cy="7818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26" name="Google Shape;1126;p21"/>
          <p:cNvGrpSpPr/>
          <p:nvPr/>
        </p:nvGrpSpPr>
        <p:grpSpPr>
          <a:xfrm>
            <a:off x="2935224" y="1898904"/>
            <a:ext cx="175514" cy="822960"/>
            <a:chOff x="2935224" y="1898904"/>
            <a:chExt cx="175514" cy="822960"/>
          </a:xfrm>
        </p:grpSpPr>
        <p:pic>
          <p:nvPicPr>
            <p:cNvPr id="1127" name="Google Shape;1127;p21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935224" y="2607564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28" name="Google Shape;1128;p21"/>
            <p:cNvSpPr/>
            <p:nvPr/>
          </p:nvSpPr>
          <p:spPr>
            <a:xfrm>
              <a:off x="2959608" y="1898904"/>
              <a:ext cx="151130" cy="688975"/>
            </a:xfrm>
            <a:custGeom>
              <a:rect b="b" l="l" r="r" t="t"/>
              <a:pathLst>
                <a:path extrusionOk="0" h="688975" w="151130">
                  <a:moveTo>
                    <a:pt x="147815" y="0"/>
                  </a:moveTo>
                  <a:lnTo>
                    <a:pt x="144767" y="0"/>
                  </a:lnTo>
                  <a:lnTo>
                    <a:pt x="144767" y="4572"/>
                  </a:lnTo>
                  <a:lnTo>
                    <a:pt x="143243" y="9144"/>
                  </a:lnTo>
                  <a:lnTo>
                    <a:pt x="143243" y="10668"/>
                  </a:lnTo>
                  <a:lnTo>
                    <a:pt x="138671" y="15240"/>
                  </a:lnTo>
                  <a:lnTo>
                    <a:pt x="135623" y="15240"/>
                  </a:lnTo>
                  <a:lnTo>
                    <a:pt x="131051" y="16764"/>
                  </a:lnTo>
                  <a:lnTo>
                    <a:pt x="57899" y="16764"/>
                  </a:lnTo>
                  <a:lnTo>
                    <a:pt x="53327" y="19812"/>
                  </a:lnTo>
                  <a:lnTo>
                    <a:pt x="45707" y="21336"/>
                  </a:lnTo>
                  <a:lnTo>
                    <a:pt x="41135" y="25908"/>
                  </a:lnTo>
                  <a:lnTo>
                    <a:pt x="38087" y="30480"/>
                  </a:lnTo>
                  <a:lnTo>
                    <a:pt x="35039" y="33528"/>
                  </a:lnTo>
                  <a:lnTo>
                    <a:pt x="33515" y="39624"/>
                  </a:lnTo>
                  <a:lnTo>
                    <a:pt x="33515" y="45720"/>
                  </a:lnTo>
                  <a:lnTo>
                    <a:pt x="34950" y="54889"/>
                  </a:lnTo>
                  <a:lnTo>
                    <a:pt x="39230" y="64198"/>
                  </a:lnTo>
                  <a:lnTo>
                    <a:pt x="46380" y="73799"/>
                  </a:lnTo>
                  <a:lnTo>
                    <a:pt x="56375" y="83820"/>
                  </a:lnTo>
                  <a:lnTo>
                    <a:pt x="33515" y="83820"/>
                  </a:lnTo>
                  <a:lnTo>
                    <a:pt x="33515" y="88392"/>
                  </a:lnTo>
                  <a:lnTo>
                    <a:pt x="47231" y="121920"/>
                  </a:lnTo>
                  <a:lnTo>
                    <a:pt x="50279" y="120396"/>
                  </a:lnTo>
                  <a:lnTo>
                    <a:pt x="48755" y="117348"/>
                  </a:lnTo>
                  <a:lnTo>
                    <a:pt x="48755" y="108204"/>
                  </a:lnTo>
                  <a:lnTo>
                    <a:pt x="50279" y="106680"/>
                  </a:lnTo>
                  <a:lnTo>
                    <a:pt x="50279" y="105156"/>
                  </a:lnTo>
                  <a:lnTo>
                    <a:pt x="53327" y="105156"/>
                  </a:lnTo>
                  <a:lnTo>
                    <a:pt x="56375" y="103632"/>
                  </a:lnTo>
                  <a:lnTo>
                    <a:pt x="137147" y="103632"/>
                  </a:lnTo>
                  <a:lnTo>
                    <a:pt x="140195" y="106680"/>
                  </a:lnTo>
                  <a:lnTo>
                    <a:pt x="143243" y="108204"/>
                  </a:lnTo>
                  <a:lnTo>
                    <a:pt x="144767" y="112776"/>
                  </a:lnTo>
                  <a:lnTo>
                    <a:pt x="144767" y="120396"/>
                  </a:lnTo>
                  <a:lnTo>
                    <a:pt x="147815" y="120396"/>
                  </a:lnTo>
                  <a:lnTo>
                    <a:pt x="147815" y="67056"/>
                  </a:lnTo>
                  <a:lnTo>
                    <a:pt x="144767" y="67056"/>
                  </a:lnTo>
                  <a:lnTo>
                    <a:pt x="144767" y="71628"/>
                  </a:lnTo>
                  <a:lnTo>
                    <a:pt x="143243" y="76200"/>
                  </a:lnTo>
                  <a:lnTo>
                    <a:pt x="143243" y="77724"/>
                  </a:lnTo>
                  <a:lnTo>
                    <a:pt x="140195" y="80772"/>
                  </a:lnTo>
                  <a:lnTo>
                    <a:pt x="137147" y="82296"/>
                  </a:lnTo>
                  <a:lnTo>
                    <a:pt x="135623" y="83820"/>
                  </a:lnTo>
                  <a:lnTo>
                    <a:pt x="63995" y="83820"/>
                  </a:lnTo>
                  <a:lnTo>
                    <a:pt x="57124" y="76060"/>
                  </a:lnTo>
                  <a:lnTo>
                    <a:pt x="52374" y="68580"/>
                  </a:lnTo>
                  <a:lnTo>
                    <a:pt x="49644" y="61112"/>
                  </a:lnTo>
                  <a:lnTo>
                    <a:pt x="48755" y="53340"/>
                  </a:lnTo>
                  <a:lnTo>
                    <a:pt x="48755" y="47244"/>
                  </a:lnTo>
                  <a:lnTo>
                    <a:pt x="50279" y="42672"/>
                  </a:lnTo>
                  <a:lnTo>
                    <a:pt x="54851" y="39624"/>
                  </a:lnTo>
                  <a:lnTo>
                    <a:pt x="59423" y="38100"/>
                  </a:lnTo>
                  <a:lnTo>
                    <a:pt x="67043" y="36576"/>
                  </a:lnTo>
                  <a:lnTo>
                    <a:pt x="135623" y="36576"/>
                  </a:lnTo>
                  <a:lnTo>
                    <a:pt x="138671" y="38100"/>
                  </a:lnTo>
                  <a:lnTo>
                    <a:pt x="140195" y="38100"/>
                  </a:lnTo>
                  <a:lnTo>
                    <a:pt x="141719" y="41148"/>
                  </a:lnTo>
                  <a:lnTo>
                    <a:pt x="143243" y="42672"/>
                  </a:lnTo>
                  <a:lnTo>
                    <a:pt x="144767" y="45720"/>
                  </a:lnTo>
                  <a:lnTo>
                    <a:pt x="144767" y="53340"/>
                  </a:lnTo>
                  <a:lnTo>
                    <a:pt x="147815" y="53340"/>
                  </a:lnTo>
                  <a:lnTo>
                    <a:pt x="147815" y="0"/>
                  </a:lnTo>
                  <a:close/>
                </a:path>
                <a:path extrusionOk="0" h="688975" w="151130">
                  <a:moveTo>
                    <a:pt x="150876" y="641604"/>
                  </a:moveTo>
                  <a:lnTo>
                    <a:pt x="150012" y="632777"/>
                  </a:lnTo>
                  <a:lnTo>
                    <a:pt x="149910" y="632460"/>
                  </a:lnTo>
                  <a:lnTo>
                    <a:pt x="147447" y="624649"/>
                  </a:lnTo>
                  <a:lnTo>
                    <a:pt x="115506" y="597839"/>
                  </a:lnTo>
                  <a:lnTo>
                    <a:pt x="106680" y="595884"/>
                  </a:lnTo>
                  <a:lnTo>
                    <a:pt x="105156" y="598932"/>
                  </a:lnTo>
                  <a:lnTo>
                    <a:pt x="114300" y="603504"/>
                  </a:lnTo>
                  <a:lnTo>
                    <a:pt x="121920" y="608076"/>
                  </a:lnTo>
                  <a:lnTo>
                    <a:pt x="124968" y="612648"/>
                  </a:lnTo>
                  <a:lnTo>
                    <a:pt x="129540" y="617220"/>
                  </a:lnTo>
                  <a:lnTo>
                    <a:pt x="129565" y="617397"/>
                  </a:lnTo>
                  <a:lnTo>
                    <a:pt x="131025" y="624649"/>
                  </a:lnTo>
                  <a:lnTo>
                    <a:pt x="131064" y="630936"/>
                  </a:lnTo>
                  <a:lnTo>
                    <a:pt x="130213" y="638556"/>
                  </a:lnTo>
                  <a:lnTo>
                    <a:pt x="99822" y="668083"/>
                  </a:lnTo>
                  <a:lnTo>
                    <a:pt x="77724" y="670560"/>
                  </a:lnTo>
                  <a:lnTo>
                    <a:pt x="77724" y="620268"/>
                  </a:lnTo>
                  <a:lnTo>
                    <a:pt x="77724" y="595884"/>
                  </a:lnTo>
                  <a:lnTo>
                    <a:pt x="70104" y="596544"/>
                  </a:lnTo>
                  <a:lnTo>
                    <a:pt x="70104" y="620268"/>
                  </a:lnTo>
                  <a:lnTo>
                    <a:pt x="70104" y="670560"/>
                  </a:lnTo>
                  <a:lnTo>
                    <a:pt x="60960" y="670560"/>
                  </a:lnTo>
                  <a:lnTo>
                    <a:pt x="53340" y="667512"/>
                  </a:lnTo>
                  <a:lnTo>
                    <a:pt x="48768" y="661416"/>
                  </a:lnTo>
                  <a:lnTo>
                    <a:pt x="44196" y="656844"/>
                  </a:lnTo>
                  <a:lnTo>
                    <a:pt x="42278" y="653021"/>
                  </a:lnTo>
                  <a:lnTo>
                    <a:pt x="41148" y="650709"/>
                  </a:lnTo>
                  <a:lnTo>
                    <a:pt x="41148" y="640080"/>
                  </a:lnTo>
                  <a:lnTo>
                    <a:pt x="54864" y="623316"/>
                  </a:lnTo>
                  <a:lnTo>
                    <a:pt x="57912" y="621792"/>
                  </a:lnTo>
                  <a:lnTo>
                    <a:pt x="62484" y="621792"/>
                  </a:lnTo>
                  <a:lnTo>
                    <a:pt x="70104" y="620268"/>
                  </a:lnTo>
                  <a:lnTo>
                    <a:pt x="70104" y="596544"/>
                  </a:lnTo>
                  <a:lnTo>
                    <a:pt x="36195" y="621601"/>
                  </a:lnTo>
                  <a:lnTo>
                    <a:pt x="34061" y="630936"/>
                  </a:lnTo>
                  <a:lnTo>
                    <a:pt x="33947" y="632460"/>
                  </a:lnTo>
                  <a:lnTo>
                    <a:pt x="33921" y="632777"/>
                  </a:lnTo>
                  <a:lnTo>
                    <a:pt x="33528" y="638556"/>
                  </a:lnTo>
                  <a:lnTo>
                    <a:pt x="33642" y="640080"/>
                  </a:lnTo>
                  <a:lnTo>
                    <a:pt x="33769" y="641604"/>
                  </a:lnTo>
                  <a:lnTo>
                    <a:pt x="34404" y="649414"/>
                  </a:lnTo>
                  <a:lnTo>
                    <a:pt x="57594" y="681139"/>
                  </a:lnTo>
                  <a:lnTo>
                    <a:pt x="92964" y="688848"/>
                  </a:lnTo>
                  <a:lnTo>
                    <a:pt x="105841" y="687997"/>
                  </a:lnTo>
                  <a:lnTo>
                    <a:pt x="141897" y="667702"/>
                  </a:lnTo>
                  <a:lnTo>
                    <a:pt x="149771" y="650709"/>
                  </a:lnTo>
                  <a:lnTo>
                    <a:pt x="150876" y="641604"/>
                  </a:lnTo>
                  <a:close/>
                </a:path>
                <a:path extrusionOk="0" h="688975" w="151130">
                  <a:moveTo>
                    <a:pt x="150876" y="544068"/>
                  </a:moveTo>
                  <a:lnTo>
                    <a:pt x="149352" y="537972"/>
                  </a:lnTo>
                  <a:lnTo>
                    <a:pt x="144780" y="533400"/>
                  </a:lnTo>
                  <a:lnTo>
                    <a:pt x="140208" y="527304"/>
                  </a:lnTo>
                  <a:lnTo>
                    <a:pt x="134112" y="524256"/>
                  </a:lnTo>
                  <a:lnTo>
                    <a:pt x="126492" y="521208"/>
                  </a:lnTo>
                  <a:lnTo>
                    <a:pt x="126492" y="527304"/>
                  </a:lnTo>
                  <a:lnTo>
                    <a:pt x="129540" y="528828"/>
                  </a:lnTo>
                  <a:lnTo>
                    <a:pt x="131064" y="530352"/>
                  </a:lnTo>
                  <a:lnTo>
                    <a:pt x="132588" y="533400"/>
                  </a:lnTo>
                  <a:lnTo>
                    <a:pt x="134112" y="534924"/>
                  </a:lnTo>
                  <a:lnTo>
                    <a:pt x="135636" y="537972"/>
                  </a:lnTo>
                  <a:lnTo>
                    <a:pt x="135636" y="544068"/>
                  </a:lnTo>
                  <a:lnTo>
                    <a:pt x="129540" y="550164"/>
                  </a:lnTo>
                  <a:lnTo>
                    <a:pt x="123444" y="551688"/>
                  </a:lnTo>
                  <a:lnTo>
                    <a:pt x="44196" y="551688"/>
                  </a:lnTo>
                  <a:lnTo>
                    <a:pt x="44196" y="525780"/>
                  </a:lnTo>
                  <a:lnTo>
                    <a:pt x="36576" y="525780"/>
                  </a:lnTo>
                  <a:lnTo>
                    <a:pt x="36576" y="551688"/>
                  </a:lnTo>
                  <a:lnTo>
                    <a:pt x="0" y="551688"/>
                  </a:lnTo>
                  <a:lnTo>
                    <a:pt x="0" y="554736"/>
                  </a:lnTo>
                  <a:lnTo>
                    <a:pt x="7620" y="557784"/>
                  </a:lnTo>
                  <a:lnTo>
                    <a:pt x="16764" y="562356"/>
                  </a:lnTo>
                  <a:lnTo>
                    <a:pt x="22860" y="566928"/>
                  </a:lnTo>
                  <a:lnTo>
                    <a:pt x="27432" y="569976"/>
                  </a:lnTo>
                  <a:lnTo>
                    <a:pt x="32004" y="576072"/>
                  </a:lnTo>
                  <a:lnTo>
                    <a:pt x="38100" y="585216"/>
                  </a:lnTo>
                  <a:lnTo>
                    <a:pt x="39624" y="589788"/>
                  </a:lnTo>
                  <a:lnTo>
                    <a:pt x="44196" y="589788"/>
                  </a:lnTo>
                  <a:lnTo>
                    <a:pt x="44196" y="571500"/>
                  </a:lnTo>
                  <a:lnTo>
                    <a:pt x="128016" y="571500"/>
                  </a:lnTo>
                  <a:lnTo>
                    <a:pt x="134112" y="569976"/>
                  </a:lnTo>
                  <a:lnTo>
                    <a:pt x="138684" y="568452"/>
                  </a:lnTo>
                  <a:lnTo>
                    <a:pt x="141732" y="566928"/>
                  </a:lnTo>
                  <a:lnTo>
                    <a:pt x="147828" y="560832"/>
                  </a:lnTo>
                  <a:lnTo>
                    <a:pt x="149352" y="556260"/>
                  </a:lnTo>
                  <a:lnTo>
                    <a:pt x="150876" y="553212"/>
                  </a:lnTo>
                  <a:lnTo>
                    <a:pt x="150876" y="544068"/>
                  </a:lnTo>
                  <a:close/>
                </a:path>
                <a:path extrusionOk="0" h="688975" w="151130">
                  <a:moveTo>
                    <a:pt x="150876" y="391668"/>
                  </a:moveTo>
                  <a:lnTo>
                    <a:pt x="54864" y="356616"/>
                  </a:lnTo>
                  <a:lnTo>
                    <a:pt x="45720" y="353568"/>
                  </a:lnTo>
                  <a:lnTo>
                    <a:pt x="41148" y="348996"/>
                  </a:lnTo>
                  <a:lnTo>
                    <a:pt x="39624" y="341376"/>
                  </a:lnTo>
                  <a:lnTo>
                    <a:pt x="36576" y="341376"/>
                  </a:lnTo>
                  <a:lnTo>
                    <a:pt x="36576" y="374904"/>
                  </a:lnTo>
                  <a:lnTo>
                    <a:pt x="39624" y="374904"/>
                  </a:lnTo>
                  <a:lnTo>
                    <a:pt x="39624" y="365760"/>
                  </a:lnTo>
                  <a:lnTo>
                    <a:pt x="44196" y="361188"/>
                  </a:lnTo>
                  <a:lnTo>
                    <a:pt x="48768" y="361188"/>
                  </a:lnTo>
                  <a:lnTo>
                    <a:pt x="53340" y="362712"/>
                  </a:lnTo>
                  <a:lnTo>
                    <a:pt x="57912" y="365760"/>
                  </a:lnTo>
                  <a:lnTo>
                    <a:pt x="118872" y="388620"/>
                  </a:lnTo>
                  <a:lnTo>
                    <a:pt x="54864" y="416052"/>
                  </a:lnTo>
                  <a:lnTo>
                    <a:pt x="53340" y="417576"/>
                  </a:lnTo>
                  <a:lnTo>
                    <a:pt x="47244" y="417576"/>
                  </a:lnTo>
                  <a:lnTo>
                    <a:pt x="44196" y="416052"/>
                  </a:lnTo>
                  <a:lnTo>
                    <a:pt x="42672" y="416052"/>
                  </a:lnTo>
                  <a:lnTo>
                    <a:pt x="39624" y="409956"/>
                  </a:lnTo>
                  <a:lnTo>
                    <a:pt x="39624" y="403860"/>
                  </a:lnTo>
                  <a:lnTo>
                    <a:pt x="36576" y="403860"/>
                  </a:lnTo>
                  <a:lnTo>
                    <a:pt x="36576" y="455676"/>
                  </a:lnTo>
                  <a:lnTo>
                    <a:pt x="39624" y="455676"/>
                  </a:lnTo>
                  <a:lnTo>
                    <a:pt x="39624" y="451104"/>
                  </a:lnTo>
                  <a:lnTo>
                    <a:pt x="41148" y="446532"/>
                  </a:lnTo>
                  <a:lnTo>
                    <a:pt x="41148" y="445008"/>
                  </a:lnTo>
                  <a:lnTo>
                    <a:pt x="44196" y="441960"/>
                  </a:lnTo>
                  <a:lnTo>
                    <a:pt x="53340" y="437388"/>
                  </a:lnTo>
                  <a:lnTo>
                    <a:pt x="68580" y="431292"/>
                  </a:lnTo>
                  <a:lnTo>
                    <a:pt x="120396" y="455676"/>
                  </a:lnTo>
                  <a:lnTo>
                    <a:pt x="56388" y="481584"/>
                  </a:lnTo>
                  <a:lnTo>
                    <a:pt x="53340" y="481584"/>
                  </a:lnTo>
                  <a:lnTo>
                    <a:pt x="50292" y="483108"/>
                  </a:lnTo>
                  <a:lnTo>
                    <a:pt x="42672" y="483108"/>
                  </a:lnTo>
                  <a:lnTo>
                    <a:pt x="41148" y="481584"/>
                  </a:lnTo>
                  <a:lnTo>
                    <a:pt x="41148" y="480060"/>
                  </a:lnTo>
                  <a:lnTo>
                    <a:pt x="39624" y="477012"/>
                  </a:lnTo>
                  <a:lnTo>
                    <a:pt x="39624" y="472440"/>
                  </a:lnTo>
                  <a:lnTo>
                    <a:pt x="36576" y="472440"/>
                  </a:lnTo>
                  <a:lnTo>
                    <a:pt x="36576" y="519684"/>
                  </a:lnTo>
                  <a:lnTo>
                    <a:pt x="39624" y="519684"/>
                  </a:lnTo>
                  <a:lnTo>
                    <a:pt x="42672" y="510540"/>
                  </a:lnTo>
                  <a:lnTo>
                    <a:pt x="47244" y="505968"/>
                  </a:lnTo>
                  <a:lnTo>
                    <a:pt x="50292" y="504444"/>
                  </a:lnTo>
                  <a:lnTo>
                    <a:pt x="150876" y="464820"/>
                  </a:lnTo>
                  <a:lnTo>
                    <a:pt x="150876" y="463296"/>
                  </a:lnTo>
                  <a:lnTo>
                    <a:pt x="77724" y="428244"/>
                  </a:lnTo>
                  <a:lnTo>
                    <a:pt x="150876" y="396240"/>
                  </a:lnTo>
                  <a:lnTo>
                    <a:pt x="150876" y="391668"/>
                  </a:lnTo>
                  <a:close/>
                </a:path>
                <a:path extrusionOk="0" h="688975" w="151130">
                  <a:moveTo>
                    <a:pt x="150876" y="284988"/>
                  </a:moveTo>
                  <a:lnTo>
                    <a:pt x="150012" y="276161"/>
                  </a:lnTo>
                  <a:lnTo>
                    <a:pt x="149910" y="275844"/>
                  </a:lnTo>
                  <a:lnTo>
                    <a:pt x="147447" y="268033"/>
                  </a:lnTo>
                  <a:lnTo>
                    <a:pt x="115506" y="241223"/>
                  </a:lnTo>
                  <a:lnTo>
                    <a:pt x="106680" y="239268"/>
                  </a:lnTo>
                  <a:lnTo>
                    <a:pt x="105156" y="242316"/>
                  </a:lnTo>
                  <a:lnTo>
                    <a:pt x="114300" y="246888"/>
                  </a:lnTo>
                  <a:lnTo>
                    <a:pt x="121920" y="251460"/>
                  </a:lnTo>
                  <a:lnTo>
                    <a:pt x="124968" y="256032"/>
                  </a:lnTo>
                  <a:lnTo>
                    <a:pt x="129540" y="262128"/>
                  </a:lnTo>
                  <a:lnTo>
                    <a:pt x="131013" y="268033"/>
                  </a:lnTo>
                  <a:lnTo>
                    <a:pt x="109004" y="308165"/>
                  </a:lnTo>
                  <a:lnTo>
                    <a:pt x="100152" y="311353"/>
                  </a:lnTo>
                  <a:lnTo>
                    <a:pt x="100469" y="311353"/>
                  </a:lnTo>
                  <a:lnTo>
                    <a:pt x="89484" y="313359"/>
                  </a:lnTo>
                  <a:lnTo>
                    <a:pt x="77724" y="313944"/>
                  </a:lnTo>
                  <a:lnTo>
                    <a:pt x="77724" y="263652"/>
                  </a:lnTo>
                  <a:lnTo>
                    <a:pt x="77724" y="239268"/>
                  </a:lnTo>
                  <a:lnTo>
                    <a:pt x="70104" y="239928"/>
                  </a:lnTo>
                  <a:lnTo>
                    <a:pt x="70104" y="263652"/>
                  </a:lnTo>
                  <a:lnTo>
                    <a:pt x="70104" y="313944"/>
                  </a:lnTo>
                  <a:lnTo>
                    <a:pt x="60960" y="313944"/>
                  </a:lnTo>
                  <a:lnTo>
                    <a:pt x="53340" y="310896"/>
                  </a:lnTo>
                  <a:lnTo>
                    <a:pt x="48768" y="304800"/>
                  </a:lnTo>
                  <a:lnTo>
                    <a:pt x="44196" y="300228"/>
                  </a:lnTo>
                  <a:lnTo>
                    <a:pt x="41148" y="294132"/>
                  </a:lnTo>
                  <a:lnTo>
                    <a:pt x="41148" y="283464"/>
                  </a:lnTo>
                  <a:lnTo>
                    <a:pt x="54864" y="266700"/>
                  </a:lnTo>
                  <a:lnTo>
                    <a:pt x="57912" y="265176"/>
                  </a:lnTo>
                  <a:lnTo>
                    <a:pt x="62484" y="265176"/>
                  </a:lnTo>
                  <a:lnTo>
                    <a:pt x="70104" y="263652"/>
                  </a:lnTo>
                  <a:lnTo>
                    <a:pt x="70104" y="239928"/>
                  </a:lnTo>
                  <a:lnTo>
                    <a:pt x="36195" y="264985"/>
                  </a:lnTo>
                  <a:lnTo>
                    <a:pt x="34061" y="274320"/>
                  </a:lnTo>
                  <a:lnTo>
                    <a:pt x="33947" y="275844"/>
                  </a:lnTo>
                  <a:lnTo>
                    <a:pt x="33921" y="276161"/>
                  </a:lnTo>
                  <a:lnTo>
                    <a:pt x="33528" y="281940"/>
                  </a:lnTo>
                  <a:lnTo>
                    <a:pt x="33642" y="283464"/>
                  </a:lnTo>
                  <a:lnTo>
                    <a:pt x="33769" y="284988"/>
                  </a:lnTo>
                  <a:lnTo>
                    <a:pt x="34404" y="292798"/>
                  </a:lnTo>
                  <a:lnTo>
                    <a:pt x="57594" y="324523"/>
                  </a:lnTo>
                  <a:lnTo>
                    <a:pt x="92964" y="332232"/>
                  </a:lnTo>
                  <a:lnTo>
                    <a:pt x="105841" y="331381"/>
                  </a:lnTo>
                  <a:lnTo>
                    <a:pt x="117157" y="328803"/>
                  </a:lnTo>
                  <a:lnTo>
                    <a:pt x="127038" y="324523"/>
                  </a:lnTo>
                  <a:lnTo>
                    <a:pt x="135636" y="318516"/>
                  </a:lnTo>
                  <a:lnTo>
                    <a:pt x="139611" y="313944"/>
                  </a:lnTo>
                  <a:lnTo>
                    <a:pt x="141871" y="311353"/>
                  </a:lnTo>
                  <a:lnTo>
                    <a:pt x="146685" y="303466"/>
                  </a:lnTo>
                  <a:lnTo>
                    <a:pt x="146748" y="303276"/>
                  </a:lnTo>
                  <a:lnTo>
                    <a:pt x="149771" y="294728"/>
                  </a:lnTo>
                  <a:lnTo>
                    <a:pt x="149847" y="294132"/>
                  </a:lnTo>
                  <a:lnTo>
                    <a:pt x="150876" y="284988"/>
                  </a:lnTo>
                  <a:close/>
                </a:path>
                <a:path extrusionOk="0" h="688975" w="151130">
                  <a:moveTo>
                    <a:pt x="150876" y="175260"/>
                  </a:moveTo>
                  <a:lnTo>
                    <a:pt x="130886" y="140284"/>
                  </a:lnTo>
                  <a:lnTo>
                    <a:pt x="106680" y="131064"/>
                  </a:lnTo>
                  <a:lnTo>
                    <a:pt x="105156" y="134112"/>
                  </a:lnTo>
                  <a:lnTo>
                    <a:pt x="114300" y="137160"/>
                  </a:lnTo>
                  <a:lnTo>
                    <a:pt x="121920" y="141732"/>
                  </a:lnTo>
                  <a:lnTo>
                    <a:pt x="124968" y="147828"/>
                  </a:lnTo>
                  <a:lnTo>
                    <a:pt x="129463" y="152336"/>
                  </a:lnTo>
                  <a:lnTo>
                    <a:pt x="130302" y="155448"/>
                  </a:lnTo>
                  <a:lnTo>
                    <a:pt x="131064" y="158496"/>
                  </a:lnTo>
                  <a:lnTo>
                    <a:pt x="131000" y="166674"/>
                  </a:lnTo>
                  <a:lnTo>
                    <a:pt x="130213" y="173736"/>
                  </a:lnTo>
                  <a:lnTo>
                    <a:pt x="99822" y="202501"/>
                  </a:lnTo>
                  <a:lnTo>
                    <a:pt x="77724" y="205740"/>
                  </a:lnTo>
                  <a:lnTo>
                    <a:pt x="77724" y="155448"/>
                  </a:lnTo>
                  <a:lnTo>
                    <a:pt x="77724" y="131064"/>
                  </a:lnTo>
                  <a:lnTo>
                    <a:pt x="70104" y="131724"/>
                  </a:lnTo>
                  <a:lnTo>
                    <a:pt x="70104" y="155448"/>
                  </a:lnTo>
                  <a:lnTo>
                    <a:pt x="70104" y="205740"/>
                  </a:lnTo>
                  <a:lnTo>
                    <a:pt x="60960" y="204216"/>
                  </a:lnTo>
                  <a:lnTo>
                    <a:pt x="53340" y="201168"/>
                  </a:lnTo>
                  <a:lnTo>
                    <a:pt x="44196" y="192024"/>
                  </a:lnTo>
                  <a:lnTo>
                    <a:pt x="41148" y="185928"/>
                  </a:lnTo>
                  <a:lnTo>
                    <a:pt x="41148" y="175260"/>
                  </a:lnTo>
                  <a:lnTo>
                    <a:pt x="44196" y="166116"/>
                  </a:lnTo>
                  <a:lnTo>
                    <a:pt x="50292" y="160020"/>
                  </a:lnTo>
                  <a:lnTo>
                    <a:pt x="54864" y="158496"/>
                  </a:lnTo>
                  <a:lnTo>
                    <a:pt x="57912" y="156972"/>
                  </a:lnTo>
                  <a:lnTo>
                    <a:pt x="62484" y="155448"/>
                  </a:lnTo>
                  <a:lnTo>
                    <a:pt x="70104" y="155448"/>
                  </a:lnTo>
                  <a:lnTo>
                    <a:pt x="70104" y="131724"/>
                  </a:lnTo>
                  <a:lnTo>
                    <a:pt x="36195" y="156781"/>
                  </a:lnTo>
                  <a:lnTo>
                    <a:pt x="34023" y="166674"/>
                  </a:lnTo>
                  <a:lnTo>
                    <a:pt x="33528" y="173736"/>
                  </a:lnTo>
                  <a:lnTo>
                    <a:pt x="48768" y="208788"/>
                  </a:lnTo>
                  <a:lnTo>
                    <a:pt x="92964" y="224028"/>
                  </a:lnTo>
                  <a:lnTo>
                    <a:pt x="106197" y="223151"/>
                  </a:lnTo>
                  <a:lnTo>
                    <a:pt x="105943" y="223151"/>
                  </a:lnTo>
                  <a:lnTo>
                    <a:pt x="117157" y="220599"/>
                  </a:lnTo>
                  <a:lnTo>
                    <a:pt x="127038" y="216319"/>
                  </a:lnTo>
                  <a:lnTo>
                    <a:pt x="135636" y="210312"/>
                  </a:lnTo>
                  <a:lnTo>
                    <a:pt x="139179" y="205740"/>
                  </a:lnTo>
                  <a:lnTo>
                    <a:pt x="141871" y="202272"/>
                  </a:lnTo>
                  <a:lnTo>
                    <a:pt x="146685" y="193929"/>
                  </a:lnTo>
                  <a:lnTo>
                    <a:pt x="149771" y="185026"/>
                  </a:lnTo>
                  <a:lnTo>
                    <a:pt x="150876" y="1752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" name="Google Shape;1129;p21"/>
          <p:cNvSpPr/>
          <p:nvPr/>
        </p:nvSpPr>
        <p:spPr>
          <a:xfrm>
            <a:off x="3230867" y="7979664"/>
            <a:ext cx="175895" cy="687705"/>
          </a:xfrm>
          <a:custGeom>
            <a:rect b="b" l="l" r="r" t="t"/>
            <a:pathLst>
              <a:path extrusionOk="0" h="687704" w="175895">
                <a:moveTo>
                  <a:pt x="24384" y="355092"/>
                </a:moveTo>
                <a:lnTo>
                  <a:pt x="21336" y="353568"/>
                </a:lnTo>
                <a:lnTo>
                  <a:pt x="16764" y="348996"/>
                </a:lnTo>
                <a:lnTo>
                  <a:pt x="9144" y="348996"/>
                </a:lnTo>
                <a:lnTo>
                  <a:pt x="6096" y="350520"/>
                </a:lnTo>
                <a:lnTo>
                  <a:pt x="4572" y="353568"/>
                </a:lnTo>
                <a:lnTo>
                  <a:pt x="1524" y="355092"/>
                </a:lnTo>
                <a:lnTo>
                  <a:pt x="0" y="358140"/>
                </a:lnTo>
                <a:lnTo>
                  <a:pt x="0" y="364236"/>
                </a:lnTo>
                <a:lnTo>
                  <a:pt x="1524" y="367284"/>
                </a:lnTo>
                <a:lnTo>
                  <a:pt x="6096" y="371856"/>
                </a:lnTo>
                <a:lnTo>
                  <a:pt x="9144" y="373380"/>
                </a:lnTo>
                <a:lnTo>
                  <a:pt x="16764" y="373380"/>
                </a:lnTo>
                <a:lnTo>
                  <a:pt x="18288" y="371856"/>
                </a:lnTo>
                <a:lnTo>
                  <a:pt x="21336" y="370332"/>
                </a:lnTo>
                <a:lnTo>
                  <a:pt x="24384" y="367284"/>
                </a:lnTo>
                <a:lnTo>
                  <a:pt x="24384" y="355092"/>
                </a:lnTo>
                <a:close/>
              </a:path>
              <a:path extrusionOk="0" h="687704" w="175895">
                <a:moveTo>
                  <a:pt x="172212" y="400812"/>
                </a:moveTo>
                <a:lnTo>
                  <a:pt x="169164" y="400812"/>
                </a:lnTo>
                <a:lnTo>
                  <a:pt x="169164" y="409956"/>
                </a:lnTo>
                <a:lnTo>
                  <a:pt x="167640" y="411480"/>
                </a:lnTo>
                <a:lnTo>
                  <a:pt x="166116" y="414528"/>
                </a:lnTo>
                <a:lnTo>
                  <a:pt x="164592" y="416052"/>
                </a:lnTo>
                <a:lnTo>
                  <a:pt x="163068" y="416052"/>
                </a:lnTo>
                <a:lnTo>
                  <a:pt x="160020" y="417576"/>
                </a:lnTo>
                <a:lnTo>
                  <a:pt x="89916" y="417576"/>
                </a:lnTo>
                <a:lnTo>
                  <a:pt x="82296" y="419100"/>
                </a:lnTo>
                <a:lnTo>
                  <a:pt x="77724" y="420624"/>
                </a:lnTo>
                <a:lnTo>
                  <a:pt x="65532" y="426720"/>
                </a:lnTo>
                <a:lnTo>
                  <a:pt x="59436" y="435864"/>
                </a:lnTo>
                <a:lnTo>
                  <a:pt x="57912" y="440436"/>
                </a:lnTo>
                <a:lnTo>
                  <a:pt x="57912" y="452628"/>
                </a:lnTo>
                <a:lnTo>
                  <a:pt x="82296" y="484632"/>
                </a:lnTo>
                <a:lnTo>
                  <a:pt x="74676" y="486156"/>
                </a:lnTo>
                <a:lnTo>
                  <a:pt x="68580" y="489204"/>
                </a:lnTo>
                <a:lnTo>
                  <a:pt x="65532" y="493776"/>
                </a:lnTo>
                <a:lnTo>
                  <a:pt x="60960" y="498348"/>
                </a:lnTo>
                <a:lnTo>
                  <a:pt x="57912" y="504444"/>
                </a:lnTo>
                <a:lnTo>
                  <a:pt x="57912" y="515112"/>
                </a:lnTo>
                <a:lnTo>
                  <a:pt x="60960" y="524256"/>
                </a:lnTo>
                <a:lnTo>
                  <a:pt x="62484" y="527304"/>
                </a:lnTo>
                <a:lnTo>
                  <a:pt x="65532" y="531876"/>
                </a:lnTo>
                <a:lnTo>
                  <a:pt x="82296" y="548640"/>
                </a:lnTo>
                <a:lnTo>
                  <a:pt x="57912" y="548640"/>
                </a:lnTo>
                <a:lnTo>
                  <a:pt x="57912" y="554736"/>
                </a:lnTo>
                <a:lnTo>
                  <a:pt x="71628" y="586740"/>
                </a:lnTo>
                <a:lnTo>
                  <a:pt x="74676" y="585216"/>
                </a:lnTo>
                <a:lnTo>
                  <a:pt x="74676" y="582168"/>
                </a:lnTo>
                <a:lnTo>
                  <a:pt x="73152" y="579120"/>
                </a:lnTo>
                <a:lnTo>
                  <a:pt x="73152" y="576072"/>
                </a:lnTo>
                <a:lnTo>
                  <a:pt x="74676" y="573024"/>
                </a:lnTo>
                <a:lnTo>
                  <a:pt x="77724" y="569976"/>
                </a:lnTo>
                <a:lnTo>
                  <a:pt x="85344" y="569976"/>
                </a:lnTo>
                <a:lnTo>
                  <a:pt x="92964" y="568452"/>
                </a:lnTo>
                <a:lnTo>
                  <a:pt x="155448" y="568452"/>
                </a:lnTo>
                <a:lnTo>
                  <a:pt x="160020" y="569976"/>
                </a:lnTo>
                <a:lnTo>
                  <a:pt x="163068" y="569976"/>
                </a:lnTo>
                <a:lnTo>
                  <a:pt x="164592" y="571500"/>
                </a:lnTo>
                <a:lnTo>
                  <a:pt x="167640" y="573024"/>
                </a:lnTo>
                <a:lnTo>
                  <a:pt x="167640" y="574548"/>
                </a:lnTo>
                <a:lnTo>
                  <a:pt x="169164" y="577596"/>
                </a:lnTo>
                <a:lnTo>
                  <a:pt x="169164" y="585216"/>
                </a:lnTo>
                <a:lnTo>
                  <a:pt x="172212" y="585216"/>
                </a:lnTo>
                <a:lnTo>
                  <a:pt x="172212" y="568452"/>
                </a:lnTo>
                <a:lnTo>
                  <a:pt x="172212" y="531876"/>
                </a:lnTo>
                <a:lnTo>
                  <a:pt x="169164" y="531876"/>
                </a:lnTo>
                <a:lnTo>
                  <a:pt x="169164" y="541020"/>
                </a:lnTo>
                <a:lnTo>
                  <a:pt x="167640" y="544068"/>
                </a:lnTo>
                <a:lnTo>
                  <a:pt x="167640" y="545592"/>
                </a:lnTo>
                <a:lnTo>
                  <a:pt x="164592" y="547116"/>
                </a:lnTo>
                <a:lnTo>
                  <a:pt x="163068" y="547116"/>
                </a:lnTo>
                <a:lnTo>
                  <a:pt x="161544" y="548640"/>
                </a:lnTo>
                <a:lnTo>
                  <a:pt x="88392" y="548640"/>
                </a:lnTo>
                <a:lnTo>
                  <a:pt x="83820" y="545592"/>
                </a:lnTo>
                <a:lnTo>
                  <a:pt x="80772" y="541020"/>
                </a:lnTo>
                <a:lnTo>
                  <a:pt x="77724" y="533400"/>
                </a:lnTo>
                <a:lnTo>
                  <a:pt x="74676" y="530352"/>
                </a:lnTo>
                <a:lnTo>
                  <a:pt x="73152" y="525780"/>
                </a:lnTo>
                <a:lnTo>
                  <a:pt x="73152" y="515112"/>
                </a:lnTo>
                <a:lnTo>
                  <a:pt x="76200" y="510540"/>
                </a:lnTo>
                <a:lnTo>
                  <a:pt x="85344" y="504444"/>
                </a:lnTo>
                <a:lnTo>
                  <a:pt x="91440" y="502920"/>
                </a:lnTo>
                <a:lnTo>
                  <a:pt x="160020" y="502920"/>
                </a:lnTo>
                <a:lnTo>
                  <a:pt x="161544" y="504444"/>
                </a:lnTo>
                <a:lnTo>
                  <a:pt x="164592" y="504444"/>
                </a:lnTo>
                <a:lnTo>
                  <a:pt x="166116" y="505968"/>
                </a:lnTo>
                <a:lnTo>
                  <a:pt x="167640" y="509016"/>
                </a:lnTo>
                <a:lnTo>
                  <a:pt x="169164" y="510540"/>
                </a:lnTo>
                <a:lnTo>
                  <a:pt x="169164" y="519684"/>
                </a:lnTo>
                <a:lnTo>
                  <a:pt x="172212" y="519684"/>
                </a:lnTo>
                <a:lnTo>
                  <a:pt x="172212" y="502920"/>
                </a:lnTo>
                <a:lnTo>
                  <a:pt x="172212" y="483108"/>
                </a:lnTo>
                <a:lnTo>
                  <a:pt x="172212" y="466344"/>
                </a:lnTo>
                <a:lnTo>
                  <a:pt x="169164" y="466344"/>
                </a:lnTo>
                <a:lnTo>
                  <a:pt x="169164" y="475488"/>
                </a:lnTo>
                <a:lnTo>
                  <a:pt x="167640" y="478536"/>
                </a:lnTo>
                <a:lnTo>
                  <a:pt x="163068" y="483108"/>
                </a:lnTo>
                <a:lnTo>
                  <a:pt x="88392" y="483108"/>
                </a:lnTo>
                <a:lnTo>
                  <a:pt x="83820" y="477012"/>
                </a:lnTo>
                <a:lnTo>
                  <a:pt x="79248" y="472440"/>
                </a:lnTo>
                <a:lnTo>
                  <a:pt x="77724" y="467868"/>
                </a:lnTo>
                <a:lnTo>
                  <a:pt x="74676" y="463296"/>
                </a:lnTo>
                <a:lnTo>
                  <a:pt x="73152" y="460248"/>
                </a:lnTo>
                <a:lnTo>
                  <a:pt x="73152" y="449580"/>
                </a:lnTo>
                <a:lnTo>
                  <a:pt x="76200" y="443484"/>
                </a:lnTo>
                <a:lnTo>
                  <a:pt x="85344" y="438912"/>
                </a:lnTo>
                <a:lnTo>
                  <a:pt x="91440" y="437388"/>
                </a:lnTo>
                <a:lnTo>
                  <a:pt x="158496" y="437388"/>
                </a:lnTo>
                <a:lnTo>
                  <a:pt x="160020" y="438912"/>
                </a:lnTo>
                <a:lnTo>
                  <a:pt x="163068" y="438912"/>
                </a:lnTo>
                <a:lnTo>
                  <a:pt x="166116" y="440436"/>
                </a:lnTo>
                <a:lnTo>
                  <a:pt x="167640" y="441960"/>
                </a:lnTo>
                <a:lnTo>
                  <a:pt x="169164" y="445008"/>
                </a:lnTo>
                <a:lnTo>
                  <a:pt x="169164" y="454152"/>
                </a:lnTo>
                <a:lnTo>
                  <a:pt x="172212" y="454152"/>
                </a:lnTo>
                <a:lnTo>
                  <a:pt x="172212" y="437388"/>
                </a:lnTo>
                <a:lnTo>
                  <a:pt x="172212" y="400812"/>
                </a:lnTo>
                <a:close/>
              </a:path>
              <a:path extrusionOk="0" h="687704" w="175895">
                <a:moveTo>
                  <a:pt x="172212" y="333756"/>
                </a:moveTo>
                <a:lnTo>
                  <a:pt x="169164" y="333756"/>
                </a:lnTo>
                <a:lnTo>
                  <a:pt x="169164" y="342900"/>
                </a:lnTo>
                <a:lnTo>
                  <a:pt x="167640" y="344424"/>
                </a:lnTo>
                <a:lnTo>
                  <a:pt x="167640" y="347472"/>
                </a:lnTo>
                <a:lnTo>
                  <a:pt x="164592" y="348996"/>
                </a:lnTo>
                <a:lnTo>
                  <a:pt x="163068" y="348996"/>
                </a:lnTo>
                <a:lnTo>
                  <a:pt x="160020" y="350520"/>
                </a:lnTo>
                <a:lnTo>
                  <a:pt x="57912" y="350520"/>
                </a:lnTo>
                <a:lnTo>
                  <a:pt x="57912" y="356616"/>
                </a:lnTo>
                <a:lnTo>
                  <a:pt x="71628" y="388620"/>
                </a:lnTo>
                <a:lnTo>
                  <a:pt x="74676" y="387096"/>
                </a:lnTo>
                <a:lnTo>
                  <a:pt x="74676" y="384048"/>
                </a:lnTo>
                <a:lnTo>
                  <a:pt x="73152" y="381000"/>
                </a:lnTo>
                <a:lnTo>
                  <a:pt x="73152" y="376428"/>
                </a:lnTo>
                <a:lnTo>
                  <a:pt x="77724" y="371856"/>
                </a:lnTo>
                <a:lnTo>
                  <a:pt x="80772" y="371856"/>
                </a:lnTo>
                <a:lnTo>
                  <a:pt x="85344" y="370332"/>
                </a:lnTo>
                <a:lnTo>
                  <a:pt x="155448" y="370332"/>
                </a:lnTo>
                <a:lnTo>
                  <a:pt x="160020" y="371856"/>
                </a:lnTo>
                <a:lnTo>
                  <a:pt x="163068" y="371856"/>
                </a:lnTo>
                <a:lnTo>
                  <a:pt x="164592" y="373380"/>
                </a:lnTo>
                <a:lnTo>
                  <a:pt x="167640" y="374904"/>
                </a:lnTo>
                <a:lnTo>
                  <a:pt x="167640" y="376428"/>
                </a:lnTo>
                <a:lnTo>
                  <a:pt x="169164" y="377952"/>
                </a:lnTo>
                <a:lnTo>
                  <a:pt x="169164" y="387096"/>
                </a:lnTo>
                <a:lnTo>
                  <a:pt x="172212" y="387096"/>
                </a:lnTo>
                <a:lnTo>
                  <a:pt x="172212" y="370332"/>
                </a:lnTo>
                <a:lnTo>
                  <a:pt x="172212" y="333756"/>
                </a:lnTo>
                <a:close/>
              </a:path>
              <a:path extrusionOk="0" h="687704" w="175895">
                <a:moveTo>
                  <a:pt x="172212" y="24384"/>
                </a:moveTo>
                <a:lnTo>
                  <a:pt x="169164" y="24384"/>
                </a:lnTo>
                <a:lnTo>
                  <a:pt x="169164" y="33528"/>
                </a:lnTo>
                <a:lnTo>
                  <a:pt x="167640" y="36576"/>
                </a:lnTo>
                <a:lnTo>
                  <a:pt x="164592" y="38100"/>
                </a:lnTo>
                <a:lnTo>
                  <a:pt x="163068" y="41148"/>
                </a:lnTo>
                <a:lnTo>
                  <a:pt x="161544" y="41148"/>
                </a:lnTo>
                <a:lnTo>
                  <a:pt x="158496" y="42672"/>
                </a:lnTo>
                <a:lnTo>
                  <a:pt x="153924" y="44196"/>
                </a:lnTo>
                <a:lnTo>
                  <a:pt x="92964" y="44196"/>
                </a:lnTo>
                <a:lnTo>
                  <a:pt x="86868" y="39624"/>
                </a:lnTo>
                <a:lnTo>
                  <a:pt x="80772" y="36576"/>
                </a:lnTo>
                <a:lnTo>
                  <a:pt x="77724" y="32004"/>
                </a:lnTo>
                <a:lnTo>
                  <a:pt x="74676" y="28956"/>
                </a:lnTo>
                <a:lnTo>
                  <a:pt x="74676" y="25908"/>
                </a:lnTo>
                <a:lnTo>
                  <a:pt x="76200" y="22860"/>
                </a:lnTo>
                <a:lnTo>
                  <a:pt x="79248" y="19812"/>
                </a:lnTo>
                <a:lnTo>
                  <a:pt x="82296" y="15240"/>
                </a:lnTo>
                <a:lnTo>
                  <a:pt x="82296" y="4572"/>
                </a:lnTo>
                <a:lnTo>
                  <a:pt x="79248" y="3048"/>
                </a:lnTo>
                <a:lnTo>
                  <a:pt x="77724" y="1524"/>
                </a:lnTo>
                <a:lnTo>
                  <a:pt x="74676" y="0"/>
                </a:lnTo>
                <a:lnTo>
                  <a:pt x="68580" y="0"/>
                </a:lnTo>
                <a:lnTo>
                  <a:pt x="65532" y="1524"/>
                </a:lnTo>
                <a:lnTo>
                  <a:pt x="59436" y="7620"/>
                </a:lnTo>
                <a:lnTo>
                  <a:pt x="57912" y="10668"/>
                </a:lnTo>
                <a:lnTo>
                  <a:pt x="57912" y="15240"/>
                </a:lnTo>
                <a:lnTo>
                  <a:pt x="59613" y="22339"/>
                </a:lnTo>
                <a:lnTo>
                  <a:pt x="64579" y="29718"/>
                </a:lnTo>
                <a:lnTo>
                  <a:pt x="72707" y="37109"/>
                </a:lnTo>
                <a:lnTo>
                  <a:pt x="83820" y="44196"/>
                </a:lnTo>
                <a:lnTo>
                  <a:pt x="57912" y="44196"/>
                </a:lnTo>
                <a:lnTo>
                  <a:pt x="57912" y="48768"/>
                </a:lnTo>
                <a:lnTo>
                  <a:pt x="71628" y="82296"/>
                </a:lnTo>
                <a:lnTo>
                  <a:pt x="74676" y="80772"/>
                </a:lnTo>
                <a:lnTo>
                  <a:pt x="74676" y="77724"/>
                </a:lnTo>
                <a:lnTo>
                  <a:pt x="73152" y="74676"/>
                </a:lnTo>
                <a:lnTo>
                  <a:pt x="73152" y="70104"/>
                </a:lnTo>
                <a:lnTo>
                  <a:pt x="74676" y="68580"/>
                </a:lnTo>
                <a:lnTo>
                  <a:pt x="74676" y="67056"/>
                </a:lnTo>
                <a:lnTo>
                  <a:pt x="76200" y="65532"/>
                </a:lnTo>
                <a:lnTo>
                  <a:pt x="77724" y="65532"/>
                </a:lnTo>
                <a:lnTo>
                  <a:pt x="80772" y="64008"/>
                </a:lnTo>
                <a:lnTo>
                  <a:pt x="160020" y="64008"/>
                </a:lnTo>
                <a:lnTo>
                  <a:pt x="166116" y="67056"/>
                </a:lnTo>
                <a:lnTo>
                  <a:pt x="167640" y="68580"/>
                </a:lnTo>
                <a:lnTo>
                  <a:pt x="169164" y="71628"/>
                </a:lnTo>
                <a:lnTo>
                  <a:pt x="169164" y="80772"/>
                </a:lnTo>
                <a:lnTo>
                  <a:pt x="172212" y="80772"/>
                </a:lnTo>
                <a:lnTo>
                  <a:pt x="172212" y="24384"/>
                </a:lnTo>
                <a:close/>
              </a:path>
              <a:path extrusionOk="0" h="687704" w="175895">
                <a:moveTo>
                  <a:pt x="175272" y="638556"/>
                </a:moveTo>
                <a:lnTo>
                  <a:pt x="175158" y="637032"/>
                </a:lnTo>
                <a:lnTo>
                  <a:pt x="175044" y="635508"/>
                </a:lnTo>
                <a:lnTo>
                  <a:pt x="174942" y="633984"/>
                </a:lnTo>
                <a:lnTo>
                  <a:pt x="148412" y="598932"/>
                </a:lnTo>
                <a:lnTo>
                  <a:pt x="132600" y="594360"/>
                </a:lnTo>
                <a:lnTo>
                  <a:pt x="129552" y="597408"/>
                </a:lnTo>
                <a:lnTo>
                  <a:pt x="140220" y="600456"/>
                </a:lnTo>
                <a:lnTo>
                  <a:pt x="146316" y="605028"/>
                </a:lnTo>
                <a:lnTo>
                  <a:pt x="150888" y="609600"/>
                </a:lnTo>
                <a:lnTo>
                  <a:pt x="153936" y="615696"/>
                </a:lnTo>
                <a:lnTo>
                  <a:pt x="155460" y="621792"/>
                </a:lnTo>
                <a:lnTo>
                  <a:pt x="155397" y="629945"/>
                </a:lnTo>
                <a:lnTo>
                  <a:pt x="134048" y="661974"/>
                </a:lnTo>
                <a:lnTo>
                  <a:pt x="102120" y="669036"/>
                </a:lnTo>
                <a:lnTo>
                  <a:pt x="102120" y="618744"/>
                </a:lnTo>
                <a:lnTo>
                  <a:pt x="102120" y="594360"/>
                </a:lnTo>
                <a:lnTo>
                  <a:pt x="94500" y="594906"/>
                </a:lnTo>
                <a:lnTo>
                  <a:pt x="94500" y="618744"/>
                </a:lnTo>
                <a:lnTo>
                  <a:pt x="94500" y="669036"/>
                </a:lnTo>
                <a:lnTo>
                  <a:pt x="65544" y="649224"/>
                </a:lnTo>
                <a:lnTo>
                  <a:pt x="65544" y="637032"/>
                </a:lnTo>
                <a:lnTo>
                  <a:pt x="67068" y="633984"/>
                </a:lnTo>
                <a:lnTo>
                  <a:pt x="70116" y="629412"/>
                </a:lnTo>
                <a:lnTo>
                  <a:pt x="76212" y="623316"/>
                </a:lnTo>
                <a:lnTo>
                  <a:pt x="80784" y="620268"/>
                </a:lnTo>
                <a:lnTo>
                  <a:pt x="83832" y="620268"/>
                </a:lnTo>
                <a:lnTo>
                  <a:pt x="88404" y="618744"/>
                </a:lnTo>
                <a:lnTo>
                  <a:pt x="94500" y="618744"/>
                </a:lnTo>
                <a:lnTo>
                  <a:pt x="94500" y="594906"/>
                </a:lnTo>
                <a:lnTo>
                  <a:pt x="93256" y="594982"/>
                </a:lnTo>
                <a:lnTo>
                  <a:pt x="61163" y="619315"/>
                </a:lnTo>
                <a:lnTo>
                  <a:pt x="57924" y="635508"/>
                </a:lnTo>
                <a:lnTo>
                  <a:pt x="59042" y="646366"/>
                </a:lnTo>
                <a:lnTo>
                  <a:pt x="83299" y="678967"/>
                </a:lnTo>
                <a:lnTo>
                  <a:pt x="118884" y="687324"/>
                </a:lnTo>
                <a:lnTo>
                  <a:pt x="131216" y="686447"/>
                </a:lnTo>
                <a:lnTo>
                  <a:pt x="130975" y="686447"/>
                </a:lnTo>
                <a:lnTo>
                  <a:pt x="141744" y="683895"/>
                </a:lnTo>
                <a:lnTo>
                  <a:pt x="151460" y="679615"/>
                </a:lnTo>
                <a:lnTo>
                  <a:pt x="160032" y="673608"/>
                </a:lnTo>
                <a:lnTo>
                  <a:pt x="163931" y="669036"/>
                </a:lnTo>
                <a:lnTo>
                  <a:pt x="166903" y="665568"/>
                </a:lnTo>
                <a:lnTo>
                  <a:pt x="171653" y="657225"/>
                </a:lnTo>
                <a:lnTo>
                  <a:pt x="171767" y="656844"/>
                </a:lnTo>
                <a:lnTo>
                  <a:pt x="174383" y="648322"/>
                </a:lnTo>
                <a:lnTo>
                  <a:pt x="175272" y="638556"/>
                </a:lnTo>
                <a:close/>
              </a:path>
              <a:path extrusionOk="0" h="687704" w="175895">
                <a:moveTo>
                  <a:pt x="175272" y="283464"/>
                </a:moveTo>
                <a:lnTo>
                  <a:pt x="173748" y="278892"/>
                </a:lnTo>
                <a:lnTo>
                  <a:pt x="169176" y="272796"/>
                </a:lnTo>
                <a:lnTo>
                  <a:pt x="166128" y="268224"/>
                </a:lnTo>
                <a:lnTo>
                  <a:pt x="160032" y="263652"/>
                </a:lnTo>
                <a:lnTo>
                  <a:pt x="150888" y="260604"/>
                </a:lnTo>
                <a:lnTo>
                  <a:pt x="150888" y="266700"/>
                </a:lnTo>
                <a:lnTo>
                  <a:pt x="153936" y="268224"/>
                </a:lnTo>
                <a:lnTo>
                  <a:pt x="158508" y="272796"/>
                </a:lnTo>
                <a:lnTo>
                  <a:pt x="160032" y="275844"/>
                </a:lnTo>
                <a:lnTo>
                  <a:pt x="160032" y="286512"/>
                </a:lnTo>
                <a:lnTo>
                  <a:pt x="156984" y="288036"/>
                </a:lnTo>
                <a:lnTo>
                  <a:pt x="153936" y="291084"/>
                </a:lnTo>
                <a:lnTo>
                  <a:pt x="68592" y="291084"/>
                </a:lnTo>
                <a:lnTo>
                  <a:pt x="68592" y="265176"/>
                </a:lnTo>
                <a:lnTo>
                  <a:pt x="60972" y="265176"/>
                </a:lnTo>
                <a:lnTo>
                  <a:pt x="60972" y="291084"/>
                </a:lnTo>
                <a:lnTo>
                  <a:pt x="24396" y="291084"/>
                </a:lnTo>
                <a:lnTo>
                  <a:pt x="24396" y="294132"/>
                </a:lnTo>
                <a:lnTo>
                  <a:pt x="33540" y="298704"/>
                </a:lnTo>
                <a:lnTo>
                  <a:pt x="38112" y="300228"/>
                </a:lnTo>
                <a:lnTo>
                  <a:pt x="47256" y="306324"/>
                </a:lnTo>
                <a:lnTo>
                  <a:pt x="53352" y="310896"/>
                </a:lnTo>
                <a:lnTo>
                  <a:pt x="56400" y="315468"/>
                </a:lnTo>
                <a:lnTo>
                  <a:pt x="60972" y="320040"/>
                </a:lnTo>
                <a:lnTo>
                  <a:pt x="64020" y="324612"/>
                </a:lnTo>
                <a:lnTo>
                  <a:pt x="65544" y="329184"/>
                </a:lnTo>
                <a:lnTo>
                  <a:pt x="68592" y="329184"/>
                </a:lnTo>
                <a:lnTo>
                  <a:pt x="68592" y="310896"/>
                </a:lnTo>
                <a:lnTo>
                  <a:pt x="160032" y="310896"/>
                </a:lnTo>
                <a:lnTo>
                  <a:pt x="163080" y="309372"/>
                </a:lnTo>
                <a:lnTo>
                  <a:pt x="167652" y="307848"/>
                </a:lnTo>
                <a:lnTo>
                  <a:pt x="170700" y="304800"/>
                </a:lnTo>
                <a:lnTo>
                  <a:pt x="172224" y="300228"/>
                </a:lnTo>
                <a:lnTo>
                  <a:pt x="175272" y="297180"/>
                </a:lnTo>
                <a:lnTo>
                  <a:pt x="175272" y="283464"/>
                </a:lnTo>
                <a:close/>
              </a:path>
              <a:path extrusionOk="0" h="687704" w="175895">
                <a:moveTo>
                  <a:pt x="175272" y="214884"/>
                </a:moveTo>
                <a:lnTo>
                  <a:pt x="173748" y="208788"/>
                </a:lnTo>
                <a:lnTo>
                  <a:pt x="169176" y="204216"/>
                </a:lnTo>
                <a:lnTo>
                  <a:pt x="166128" y="198120"/>
                </a:lnTo>
                <a:lnTo>
                  <a:pt x="160032" y="195072"/>
                </a:lnTo>
                <a:lnTo>
                  <a:pt x="150888" y="192024"/>
                </a:lnTo>
                <a:lnTo>
                  <a:pt x="150888" y="198120"/>
                </a:lnTo>
                <a:lnTo>
                  <a:pt x="156984" y="201168"/>
                </a:lnTo>
                <a:lnTo>
                  <a:pt x="158508" y="204216"/>
                </a:lnTo>
                <a:lnTo>
                  <a:pt x="160032" y="205740"/>
                </a:lnTo>
                <a:lnTo>
                  <a:pt x="160032" y="217932"/>
                </a:lnTo>
                <a:lnTo>
                  <a:pt x="153936" y="220980"/>
                </a:lnTo>
                <a:lnTo>
                  <a:pt x="149364" y="222504"/>
                </a:lnTo>
                <a:lnTo>
                  <a:pt x="68592" y="222504"/>
                </a:lnTo>
                <a:lnTo>
                  <a:pt x="68592" y="196596"/>
                </a:lnTo>
                <a:lnTo>
                  <a:pt x="60972" y="196596"/>
                </a:lnTo>
                <a:lnTo>
                  <a:pt x="60972" y="222504"/>
                </a:lnTo>
                <a:lnTo>
                  <a:pt x="24396" y="222504"/>
                </a:lnTo>
                <a:lnTo>
                  <a:pt x="24396" y="225552"/>
                </a:lnTo>
                <a:lnTo>
                  <a:pt x="33540" y="228600"/>
                </a:lnTo>
                <a:lnTo>
                  <a:pt x="38112" y="231648"/>
                </a:lnTo>
                <a:lnTo>
                  <a:pt x="42684" y="233172"/>
                </a:lnTo>
                <a:lnTo>
                  <a:pt x="47256" y="237744"/>
                </a:lnTo>
                <a:lnTo>
                  <a:pt x="53352" y="240792"/>
                </a:lnTo>
                <a:lnTo>
                  <a:pt x="56400" y="246888"/>
                </a:lnTo>
                <a:lnTo>
                  <a:pt x="60972" y="251460"/>
                </a:lnTo>
                <a:lnTo>
                  <a:pt x="64020" y="256032"/>
                </a:lnTo>
                <a:lnTo>
                  <a:pt x="65544" y="260604"/>
                </a:lnTo>
                <a:lnTo>
                  <a:pt x="68592" y="260604"/>
                </a:lnTo>
                <a:lnTo>
                  <a:pt x="68592" y="242316"/>
                </a:lnTo>
                <a:lnTo>
                  <a:pt x="153936" y="242316"/>
                </a:lnTo>
                <a:lnTo>
                  <a:pt x="160032" y="240792"/>
                </a:lnTo>
                <a:lnTo>
                  <a:pt x="163080" y="239268"/>
                </a:lnTo>
                <a:lnTo>
                  <a:pt x="167652" y="237744"/>
                </a:lnTo>
                <a:lnTo>
                  <a:pt x="170700" y="234696"/>
                </a:lnTo>
                <a:lnTo>
                  <a:pt x="172224" y="231648"/>
                </a:lnTo>
                <a:lnTo>
                  <a:pt x="175272" y="228600"/>
                </a:lnTo>
                <a:lnTo>
                  <a:pt x="175272" y="214884"/>
                </a:lnTo>
                <a:close/>
              </a:path>
              <a:path extrusionOk="0" h="687704" w="175895">
                <a:moveTo>
                  <a:pt x="175272" y="134112"/>
                </a:moveTo>
                <a:lnTo>
                  <a:pt x="175158" y="132588"/>
                </a:lnTo>
                <a:lnTo>
                  <a:pt x="175056" y="131064"/>
                </a:lnTo>
                <a:lnTo>
                  <a:pt x="174650" y="125285"/>
                </a:lnTo>
                <a:lnTo>
                  <a:pt x="148412" y="93726"/>
                </a:lnTo>
                <a:lnTo>
                  <a:pt x="132600" y="88392"/>
                </a:lnTo>
                <a:lnTo>
                  <a:pt x="129552" y="91440"/>
                </a:lnTo>
                <a:lnTo>
                  <a:pt x="140220" y="96012"/>
                </a:lnTo>
                <a:lnTo>
                  <a:pt x="146316" y="100584"/>
                </a:lnTo>
                <a:lnTo>
                  <a:pt x="150888" y="105156"/>
                </a:lnTo>
                <a:lnTo>
                  <a:pt x="153936" y="111252"/>
                </a:lnTo>
                <a:lnTo>
                  <a:pt x="155409" y="117157"/>
                </a:lnTo>
                <a:lnTo>
                  <a:pt x="155282" y="124968"/>
                </a:lnTo>
                <a:lnTo>
                  <a:pt x="134048" y="157289"/>
                </a:lnTo>
                <a:lnTo>
                  <a:pt x="125120" y="160477"/>
                </a:lnTo>
                <a:lnTo>
                  <a:pt x="125463" y="160477"/>
                </a:lnTo>
                <a:lnTo>
                  <a:pt x="114096" y="162483"/>
                </a:lnTo>
                <a:lnTo>
                  <a:pt x="102120" y="163068"/>
                </a:lnTo>
                <a:lnTo>
                  <a:pt x="102120" y="112776"/>
                </a:lnTo>
                <a:lnTo>
                  <a:pt x="102120" y="88392"/>
                </a:lnTo>
                <a:lnTo>
                  <a:pt x="94500" y="89115"/>
                </a:lnTo>
                <a:lnTo>
                  <a:pt x="94500" y="112776"/>
                </a:lnTo>
                <a:lnTo>
                  <a:pt x="94500" y="163068"/>
                </a:lnTo>
                <a:lnTo>
                  <a:pt x="85356" y="163068"/>
                </a:lnTo>
                <a:lnTo>
                  <a:pt x="79260" y="160020"/>
                </a:lnTo>
                <a:lnTo>
                  <a:pt x="68592" y="149352"/>
                </a:lnTo>
                <a:lnTo>
                  <a:pt x="65544" y="143256"/>
                </a:lnTo>
                <a:lnTo>
                  <a:pt x="65544" y="132588"/>
                </a:lnTo>
                <a:lnTo>
                  <a:pt x="67068" y="128016"/>
                </a:lnTo>
                <a:lnTo>
                  <a:pt x="70116" y="124968"/>
                </a:lnTo>
                <a:lnTo>
                  <a:pt x="73164" y="120396"/>
                </a:lnTo>
                <a:lnTo>
                  <a:pt x="76212" y="117348"/>
                </a:lnTo>
                <a:lnTo>
                  <a:pt x="80784" y="115824"/>
                </a:lnTo>
                <a:lnTo>
                  <a:pt x="83832" y="114300"/>
                </a:lnTo>
                <a:lnTo>
                  <a:pt x="88404" y="114300"/>
                </a:lnTo>
                <a:lnTo>
                  <a:pt x="94500" y="112776"/>
                </a:lnTo>
                <a:lnTo>
                  <a:pt x="94500" y="89115"/>
                </a:lnTo>
                <a:lnTo>
                  <a:pt x="93256" y="89230"/>
                </a:lnTo>
                <a:lnTo>
                  <a:pt x="61163" y="114109"/>
                </a:lnTo>
                <a:lnTo>
                  <a:pt x="57924" y="131064"/>
                </a:lnTo>
                <a:lnTo>
                  <a:pt x="59042" y="141922"/>
                </a:lnTo>
                <a:lnTo>
                  <a:pt x="83299" y="173647"/>
                </a:lnTo>
                <a:lnTo>
                  <a:pt x="118884" y="181356"/>
                </a:lnTo>
                <a:lnTo>
                  <a:pt x="130886" y="180505"/>
                </a:lnTo>
                <a:lnTo>
                  <a:pt x="141744" y="177927"/>
                </a:lnTo>
                <a:lnTo>
                  <a:pt x="151460" y="173647"/>
                </a:lnTo>
                <a:lnTo>
                  <a:pt x="160032" y="167640"/>
                </a:lnTo>
                <a:lnTo>
                  <a:pt x="164414" y="163068"/>
                </a:lnTo>
                <a:lnTo>
                  <a:pt x="166903" y="160477"/>
                </a:lnTo>
                <a:lnTo>
                  <a:pt x="171653" y="152590"/>
                </a:lnTo>
                <a:lnTo>
                  <a:pt x="171704" y="152400"/>
                </a:lnTo>
                <a:lnTo>
                  <a:pt x="174383" y="143852"/>
                </a:lnTo>
                <a:lnTo>
                  <a:pt x="174434" y="143256"/>
                </a:lnTo>
                <a:lnTo>
                  <a:pt x="174561" y="141922"/>
                </a:lnTo>
                <a:lnTo>
                  <a:pt x="175272" y="1341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30" name="Google Shape;1130;p21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230880" y="7560564"/>
            <a:ext cx="175260" cy="348996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1" name="Google Shape;1131;p21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230880" y="6632447"/>
            <a:ext cx="175260" cy="858012"/>
          </a:xfrm>
          <a:prstGeom prst="rect">
            <a:avLst/>
          </a:prstGeom>
          <a:noFill/>
          <a:ln>
            <a:noFill/>
          </a:ln>
        </p:spPr>
      </p:pic>
      <p:sp>
        <p:nvSpPr>
          <p:cNvPr id="1132" name="Google Shape;1132;p21"/>
          <p:cNvSpPr/>
          <p:nvPr/>
        </p:nvSpPr>
        <p:spPr>
          <a:xfrm>
            <a:off x="3694176" y="8881871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3" name="Google Shape;1133;p21"/>
          <p:cNvGrpSpPr/>
          <p:nvPr/>
        </p:nvGrpSpPr>
        <p:grpSpPr>
          <a:xfrm>
            <a:off x="3595116" y="8349996"/>
            <a:ext cx="167640" cy="470916"/>
            <a:chOff x="3595116" y="8349996"/>
            <a:chExt cx="167640" cy="470916"/>
          </a:xfrm>
        </p:grpSpPr>
        <p:pic>
          <p:nvPicPr>
            <p:cNvPr id="1134" name="Google Shape;1134;p21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3595116" y="8674608"/>
              <a:ext cx="164592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35" name="Google Shape;1135;p21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645408" y="8462772"/>
              <a:ext cx="117348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36" name="Google Shape;1136;p21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645408" y="8349996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37" name="Google Shape;1137;p21"/>
          <p:cNvSpPr/>
          <p:nvPr/>
        </p:nvSpPr>
        <p:spPr>
          <a:xfrm>
            <a:off x="3611880" y="7493508"/>
            <a:ext cx="151130" cy="779145"/>
          </a:xfrm>
          <a:custGeom>
            <a:rect b="b" l="l" r="r" t="t"/>
            <a:pathLst>
              <a:path extrusionOk="0" h="779145" w="151129">
                <a:moveTo>
                  <a:pt x="147828" y="495300"/>
                </a:moveTo>
                <a:lnTo>
                  <a:pt x="144780" y="495300"/>
                </a:lnTo>
                <a:lnTo>
                  <a:pt x="144780" y="499872"/>
                </a:lnTo>
                <a:lnTo>
                  <a:pt x="143256" y="504444"/>
                </a:lnTo>
                <a:lnTo>
                  <a:pt x="141732" y="505968"/>
                </a:lnTo>
                <a:lnTo>
                  <a:pt x="140208" y="509016"/>
                </a:lnTo>
                <a:lnTo>
                  <a:pt x="137160" y="512064"/>
                </a:lnTo>
                <a:lnTo>
                  <a:pt x="135636" y="512064"/>
                </a:lnTo>
                <a:lnTo>
                  <a:pt x="129540" y="515112"/>
                </a:lnTo>
                <a:lnTo>
                  <a:pt x="68580" y="515112"/>
                </a:lnTo>
                <a:lnTo>
                  <a:pt x="60960" y="510540"/>
                </a:lnTo>
                <a:lnTo>
                  <a:pt x="54864" y="507492"/>
                </a:lnTo>
                <a:lnTo>
                  <a:pt x="51816" y="502920"/>
                </a:lnTo>
                <a:lnTo>
                  <a:pt x="50292" y="501396"/>
                </a:lnTo>
                <a:lnTo>
                  <a:pt x="50292" y="496824"/>
                </a:lnTo>
                <a:lnTo>
                  <a:pt x="51816" y="493776"/>
                </a:lnTo>
                <a:lnTo>
                  <a:pt x="53340" y="489204"/>
                </a:lnTo>
                <a:lnTo>
                  <a:pt x="56388" y="486156"/>
                </a:lnTo>
                <a:lnTo>
                  <a:pt x="57912" y="483108"/>
                </a:lnTo>
                <a:lnTo>
                  <a:pt x="57912" y="477012"/>
                </a:lnTo>
                <a:lnTo>
                  <a:pt x="51816" y="470916"/>
                </a:lnTo>
                <a:lnTo>
                  <a:pt x="47244" y="470916"/>
                </a:lnTo>
                <a:lnTo>
                  <a:pt x="42672" y="470916"/>
                </a:lnTo>
                <a:lnTo>
                  <a:pt x="39624" y="472440"/>
                </a:lnTo>
                <a:lnTo>
                  <a:pt x="36576" y="475488"/>
                </a:lnTo>
                <a:lnTo>
                  <a:pt x="33528" y="481584"/>
                </a:lnTo>
                <a:lnTo>
                  <a:pt x="33528" y="486156"/>
                </a:lnTo>
                <a:lnTo>
                  <a:pt x="34975" y="493255"/>
                </a:lnTo>
                <a:lnTo>
                  <a:pt x="39433" y="500634"/>
                </a:lnTo>
                <a:lnTo>
                  <a:pt x="47028" y="508025"/>
                </a:lnTo>
                <a:lnTo>
                  <a:pt x="57912" y="515112"/>
                </a:lnTo>
                <a:lnTo>
                  <a:pt x="33528" y="515112"/>
                </a:lnTo>
                <a:lnTo>
                  <a:pt x="33528" y="519684"/>
                </a:lnTo>
                <a:lnTo>
                  <a:pt x="47244" y="553212"/>
                </a:lnTo>
                <a:lnTo>
                  <a:pt x="50292" y="551688"/>
                </a:lnTo>
                <a:lnTo>
                  <a:pt x="48768" y="548640"/>
                </a:lnTo>
                <a:lnTo>
                  <a:pt x="48768" y="539496"/>
                </a:lnTo>
                <a:lnTo>
                  <a:pt x="51816" y="536448"/>
                </a:lnTo>
                <a:lnTo>
                  <a:pt x="53340" y="536448"/>
                </a:lnTo>
                <a:lnTo>
                  <a:pt x="56388" y="534924"/>
                </a:lnTo>
                <a:lnTo>
                  <a:pt x="135636" y="534924"/>
                </a:lnTo>
                <a:lnTo>
                  <a:pt x="138684" y="536448"/>
                </a:lnTo>
                <a:lnTo>
                  <a:pt x="141732" y="539496"/>
                </a:lnTo>
                <a:lnTo>
                  <a:pt x="144780" y="545592"/>
                </a:lnTo>
                <a:lnTo>
                  <a:pt x="144780" y="551688"/>
                </a:lnTo>
                <a:lnTo>
                  <a:pt x="147828" y="551688"/>
                </a:lnTo>
                <a:lnTo>
                  <a:pt x="147828" y="495300"/>
                </a:lnTo>
                <a:close/>
              </a:path>
              <a:path extrusionOk="0" h="779145" w="151129">
                <a:moveTo>
                  <a:pt x="147828" y="413004"/>
                </a:moveTo>
                <a:lnTo>
                  <a:pt x="144780" y="413004"/>
                </a:lnTo>
                <a:lnTo>
                  <a:pt x="144780" y="419100"/>
                </a:lnTo>
                <a:lnTo>
                  <a:pt x="140208" y="428244"/>
                </a:lnTo>
                <a:lnTo>
                  <a:pt x="137160" y="429768"/>
                </a:lnTo>
                <a:lnTo>
                  <a:pt x="135636" y="431292"/>
                </a:lnTo>
                <a:lnTo>
                  <a:pt x="132588" y="432816"/>
                </a:lnTo>
                <a:lnTo>
                  <a:pt x="68580" y="432816"/>
                </a:lnTo>
                <a:lnTo>
                  <a:pt x="60960" y="429768"/>
                </a:lnTo>
                <a:lnTo>
                  <a:pt x="54864" y="425196"/>
                </a:lnTo>
                <a:lnTo>
                  <a:pt x="51816" y="420624"/>
                </a:lnTo>
                <a:lnTo>
                  <a:pt x="50292" y="419100"/>
                </a:lnTo>
                <a:lnTo>
                  <a:pt x="50292" y="414528"/>
                </a:lnTo>
                <a:lnTo>
                  <a:pt x="53340" y="408432"/>
                </a:lnTo>
                <a:lnTo>
                  <a:pt x="56388" y="403860"/>
                </a:lnTo>
                <a:lnTo>
                  <a:pt x="57912" y="400812"/>
                </a:lnTo>
                <a:lnTo>
                  <a:pt x="57912" y="396240"/>
                </a:lnTo>
                <a:lnTo>
                  <a:pt x="56388" y="393192"/>
                </a:lnTo>
                <a:lnTo>
                  <a:pt x="54864" y="391668"/>
                </a:lnTo>
                <a:lnTo>
                  <a:pt x="51816" y="390144"/>
                </a:lnTo>
                <a:lnTo>
                  <a:pt x="50292" y="388620"/>
                </a:lnTo>
                <a:lnTo>
                  <a:pt x="42672" y="388620"/>
                </a:lnTo>
                <a:lnTo>
                  <a:pt x="39624" y="390144"/>
                </a:lnTo>
                <a:lnTo>
                  <a:pt x="36576" y="393192"/>
                </a:lnTo>
                <a:lnTo>
                  <a:pt x="33528" y="399288"/>
                </a:lnTo>
                <a:lnTo>
                  <a:pt x="33528" y="403860"/>
                </a:lnTo>
                <a:lnTo>
                  <a:pt x="34975" y="411607"/>
                </a:lnTo>
                <a:lnTo>
                  <a:pt x="39433" y="418909"/>
                </a:lnTo>
                <a:lnTo>
                  <a:pt x="47028" y="425945"/>
                </a:lnTo>
                <a:lnTo>
                  <a:pt x="57912" y="432816"/>
                </a:lnTo>
                <a:lnTo>
                  <a:pt x="33528" y="432816"/>
                </a:lnTo>
                <a:lnTo>
                  <a:pt x="33528" y="437388"/>
                </a:lnTo>
                <a:lnTo>
                  <a:pt x="47244" y="470916"/>
                </a:lnTo>
                <a:lnTo>
                  <a:pt x="50292" y="469392"/>
                </a:lnTo>
                <a:lnTo>
                  <a:pt x="48768" y="466344"/>
                </a:lnTo>
                <a:lnTo>
                  <a:pt x="48768" y="457200"/>
                </a:lnTo>
                <a:lnTo>
                  <a:pt x="50292" y="457200"/>
                </a:lnTo>
                <a:lnTo>
                  <a:pt x="53340" y="454152"/>
                </a:lnTo>
                <a:lnTo>
                  <a:pt x="56388" y="454152"/>
                </a:lnTo>
                <a:lnTo>
                  <a:pt x="57912" y="452628"/>
                </a:lnTo>
                <a:lnTo>
                  <a:pt x="134112" y="452628"/>
                </a:lnTo>
                <a:lnTo>
                  <a:pt x="135636" y="454152"/>
                </a:lnTo>
                <a:lnTo>
                  <a:pt x="138684" y="454152"/>
                </a:lnTo>
                <a:lnTo>
                  <a:pt x="141732" y="457200"/>
                </a:lnTo>
                <a:lnTo>
                  <a:pt x="143256" y="460248"/>
                </a:lnTo>
                <a:lnTo>
                  <a:pt x="144780" y="464820"/>
                </a:lnTo>
                <a:lnTo>
                  <a:pt x="144780" y="469392"/>
                </a:lnTo>
                <a:lnTo>
                  <a:pt x="147828" y="469392"/>
                </a:lnTo>
                <a:lnTo>
                  <a:pt x="147828" y="413004"/>
                </a:lnTo>
                <a:close/>
              </a:path>
              <a:path extrusionOk="0" h="779145" w="151129">
                <a:moveTo>
                  <a:pt x="147828" y="155448"/>
                </a:moveTo>
                <a:lnTo>
                  <a:pt x="144780" y="155448"/>
                </a:lnTo>
                <a:lnTo>
                  <a:pt x="144780" y="161544"/>
                </a:lnTo>
                <a:lnTo>
                  <a:pt x="143256" y="164592"/>
                </a:lnTo>
                <a:lnTo>
                  <a:pt x="143256" y="167640"/>
                </a:lnTo>
                <a:lnTo>
                  <a:pt x="140208" y="170688"/>
                </a:lnTo>
                <a:lnTo>
                  <a:pt x="138684" y="170688"/>
                </a:lnTo>
                <a:lnTo>
                  <a:pt x="135636" y="172212"/>
                </a:lnTo>
                <a:lnTo>
                  <a:pt x="65532" y="172212"/>
                </a:lnTo>
                <a:lnTo>
                  <a:pt x="57912" y="173736"/>
                </a:lnTo>
                <a:lnTo>
                  <a:pt x="33528" y="196596"/>
                </a:lnTo>
                <a:lnTo>
                  <a:pt x="33528" y="202692"/>
                </a:lnTo>
                <a:lnTo>
                  <a:pt x="34950" y="211201"/>
                </a:lnTo>
                <a:lnTo>
                  <a:pt x="39243" y="220408"/>
                </a:lnTo>
                <a:lnTo>
                  <a:pt x="46380" y="229920"/>
                </a:lnTo>
                <a:lnTo>
                  <a:pt x="56388" y="239268"/>
                </a:lnTo>
                <a:lnTo>
                  <a:pt x="33528" y="239268"/>
                </a:lnTo>
                <a:lnTo>
                  <a:pt x="33528" y="245364"/>
                </a:lnTo>
                <a:lnTo>
                  <a:pt x="47244" y="277368"/>
                </a:lnTo>
                <a:lnTo>
                  <a:pt x="50292" y="275844"/>
                </a:lnTo>
                <a:lnTo>
                  <a:pt x="48768" y="272796"/>
                </a:lnTo>
                <a:lnTo>
                  <a:pt x="48768" y="265176"/>
                </a:lnTo>
                <a:lnTo>
                  <a:pt x="50292" y="263652"/>
                </a:lnTo>
                <a:lnTo>
                  <a:pt x="50292" y="262128"/>
                </a:lnTo>
                <a:lnTo>
                  <a:pt x="53340" y="260604"/>
                </a:lnTo>
                <a:lnTo>
                  <a:pt x="59436" y="260604"/>
                </a:lnTo>
                <a:lnTo>
                  <a:pt x="67056" y="259080"/>
                </a:lnTo>
                <a:lnTo>
                  <a:pt x="131064" y="259080"/>
                </a:lnTo>
                <a:lnTo>
                  <a:pt x="137160" y="260604"/>
                </a:lnTo>
                <a:lnTo>
                  <a:pt x="140208" y="262128"/>
                </a:lnTo>
                <a:lnTo>
                  <a:pt x="143256" y="265176"/>
                </a:lnTo>
                <a:lnTo>
                  <a:pt x="144780" y="268224"/>
                </a:lnTo>
                <a:lnTo>
                  <a:pt x="144780" y="275844"/>
                </a:lnTo>
                <a:lnTo>
                  <a:pt x="147828" y="275844"/>
                </a:lnTo>
                <a:lnTo>
                  <a:pt x="147828" y="222504"/>
                </a:lnTo>
                <a:lnTo>
                  <a:pt x="144780" y="222504"/>
                </a:lnTo>
                <a:lnTo>
                  <a:pt x="144780" y="233172"/>
                </a:lnTo>
                <a:lnTo>
                  <a:pt x="140208" y="237744"/>
                </a:lnTo>
                <a:lnTo>
                  <a:pt x="137160" y="239268"/>
                </a:lnTo>
                <a:lnTo>
                  <a:pt x="64008" y="239268"/>
                </a:lnTo>
                <a:lnTo>
                  <a:pt x="57124" y="232397"/>
                </a:lnTo>
                <a:lnTo>
                  <a:pt x="52387" y="225361"/>
                </a:lnTo>
                <a:lnTo>
                  <a:pt x="49644" y="218059"/>
                </a:lnTo>
                <a:lnTo>
                  <a:pt x="48768" y="210312"/>
                </a:lnTo>
                <a:lnTo>
                  <a:pt x="48768" y="204216"/>
                </a:lnTo>
                <a:lnTo>
                  <a:pt x="50292" y="199644"/>
                </a:lnTo>
                <a:lnTo>
                  <a:pt x="59436" y="193548"/>
                </a:lnTo>
                <a:lnTo>
                  <a:pt x="67056" y="192024"/>
                </a:lnTo>
                <a:lnTo>
                  <a:pt x="129540" y="192024"/>
                </a:lnTo>
                <a:lnTo>
                  <a:pt x="134112" y="193548"/>
                </a:lnTo>
                <a:lnTo>
                  <a:pt x="138684" y="193548"/>
                </a:lnTo>
                <a:lnTo>
                  <a:pt x="141732" y="196596"/>
                </a:lnTo>
                <a:lnTo>
                  <a:pt x="144780" y="202692"/>
                </a:lnTo>
                <a:lnTo>
                  <a:pt x="144780" y="208788"/>
                </a:lnTo>
                <a:lnTo>
                  <a:pt x="147828" y="208788"/>
                </a:lnTo>
                <a:lnTo>
                  <a:pt x="147828" y="155448"/>
                </a:lnTo>
                <a:close/>
              </a:path>
              <a:path extrusionOk="0" h="779145" w="151129">
                <a:moveTo>
                  <a:pt x="150863" y="731520"/>
                </a:moveTo>
                <a:lnTo>
                  <a:pt x="132372" y="697801"/>
                </a:lnTo>
                <a:lnTo>
                  <a:pt x="105143" y="685800"/>
                </a:lnTo>
                <a:lnTo>
                  <a:pt x="103619" y="688848"/>
                </a:lnTo>
                <a:lnTo>
                  <a:pt x="112763" y="693420"/>
                </a:lnTo>
                <a:lnTo>
                  <a:pt x="120383" y="697992"/>
                </a:lnTo>
                <a:lnTo>
                  <a:pt x="123431" y="702564"/>
                </a:lnTo>
                <a:lnTo>
                  <a:pt x="128003" y="708660"/>
                </a:lnTo>
                <a:lnTo>
                  <a:pt x="131051" y="714756"/>
                </a:lnTo>
                <a:lnTo>
                  <a:pt x="131051" y="722376"/>
                </a:lnTo>
                <a:lnTo>
                  <a:pt x="130175" y="730745"/>
                </a:lnTo>
                <a:lnTo>
                  <a:pt x="99428" y="756666"/>
                </a:lnTo>
                <a:lnTo>
                  <a:pt x="80759" y="758952"/>
                </a:lnTo>
                <a:lnTo>
                  <a:pt x="71932" y="758380"/>
                </a:lnTo>
                <a:lnTo>
                  <a:pt x="41135" y="739140"/>
                </a:lnTo>
                <a:lnTo>
                  <a:pt x="41135" y="725424"/>
                </a:lnTo>
                <a:lnTo>
                  <a:pt x="44183" y="719328"/>
                </a:lnTo>
                <a:lnTo>
                  <a:pt x="47231" y="716280"/>
                </a:lnTo>
                <a:lnTo>
                  <a:pt x="50279" y="714756"/>
                </a:lnTo>
                <a:lnTo>
                  <a:pt x="60947" y="714756"/>
                </a:lnTo>
                <a:lnTo>
                  <a:pt x="63995" y="713232"/>
                </a:lnTo>
                <a:lnTo>
                  <a:pt x="62471" y="690372"/>
                </a:lnTo>
                <a:lnTo>
                  <a:pt x="53327" y="690372"/>
                </a:lnTo>
                <a:lnTo>
                  <a:pt x="33515" y="726948"/>
                </a:lnTo>
                <a:lnTo>
                  <a:pt x="34429" y="736955"/>
                </a:lnTo>
                <a:lnTo>
                  <a:pt x="58851" y="770407"/>
                </a:lnTo>
                <a:lnTo>
                  <a:pt x="91427" y="778764"/>
                </a:lnTo>
                <a:lnTo>
                  <a:pt x="104533" y="777913"/>
                </a:lnTo>
                <a:lnTo>
                  <a:pt x="141224" y="757885"/>
                </a:lnTo>
                <a:lnTo>
                  <a:pt x="149745" y="741260"/>
                </a:lnTo>
                <a:lnTo>
                  <a:pt x="150863" y="731520"/>
                </a:lnTo>
                <a:close/>
              </a:path>
              <a:path extrusionOk="0" h="779145" w="151129">
                <a:moveTo>
                  <a:pt x="150863" y="329184"/>
                </a:moveTo>
                <a:lnTo>
                  <a:pt x="130886" y="294208"/>
                </a:lnTo>
                <a:lnTo>
                  <a:pt x="106667" y="284988"/>
                </a:lnTo>
                <a:lnTo>
                  <a:pt x="105143" y="288036"/>
                </a:lnTo>
                <a:lnTo>
                  <a:pt x="114287" y="291084"/>
                </a:lnTo>
                <a:lnTo>
                  <a:pt x="121907" y="295656"/>
                </a:lnTo>
                <a:lnTo>
                  <a:pt x="124955" y="301752"/>
                </a:lnTo>
                <a:lnTo>
                  <a:pt x="129463" y="306260"/>
                </a:lnTo>
                <a:lnTo>
                  <a:pt x="130289" y="309372"/>
                </a:lnTo>
                <a:lnTo>
                  <a:pt x="131051" y="312420"/>
                </a:lnTo>
                <a:lnTo>
                  <a:pt x="131000" y="320598"/>
                </a:lnTo>
                <a:lnTo>
                  <a:pt x="130213" y="327660"/>
                </a:lnTo>
                <a:lnTo>
                  <a:pt x="99809" y="356425"/>
                </a:lnTo>
                <a:lnTo>
                  <a:pt x="77711" y="359664"/>
                </a:lnTo>
                <a:lnTo>
                  <a:pt x="77711" y="309372"/>
                </a:lnTo>
                <a:lnTo>
                  <a:pt x="77711" y="284988"/>
                </a:lnTo>
                <a:lnTo>
                  <a:pt x="70091" y="285648"/>
                </a:lnTo>
                <a:lnTo>
                  <a:pt x="70091" y="309372"/>
                </a:lnTo>
                <a:lnTo>
                  <a:pt x="70091" y="359664"/>
                </a:lnTo>
                <a:lnTo>
                  <a:pt x="60947" y="358140"/>
                </a:lnTo>
                <a:lnTo>
                  <a:pt x="53327" y="355092"/>
                </a:lnTo>
                <a:lnTo>
                  <a:pt x="44183" y="345948"/>
                </a:lnTo>
                <a:lnTo>
                  <a:pt x="41135" y="339852"/>
                </a:lnTo>
                <a:lnTo>
                  <a:pt x="41135" y="329184"/>
                </a:lnTo>
                <a:lnTo>
                  <a:pt x="44183" y="320040"/>
                </a:lnTo>
                <a:lnTo>
                  <a:pt x="50279" y="313944"/>
                </a:lnTo>
                <a:lnTo>
                  <a:pt x="54851" y="312420"/>
                </a:lnTo>
                <a:lnTo>
                  <a:pt x="57899" y="310896"/>
                </a:lnTo>
                <a:lnTo>
                  <a:pt x="62471" y="309372"/>
                </a:lnTo>
                <a:lnTo>
                  <a:pt x="70091" y="309372"/>
                </a:lnTo>
                <a:lnTo>
                  <a:pt x="70091" y="285648"/>
                </a:lnTo>
                <a:lnTo>
                  <a:pt x="36753" y="310705"/>
                </a:lnTo>
                <a:lnTo>
                  <a:pt x="36703" y="310896"/>
                </a:lnTo>
                <a:lnTo>
                  <a:pt x="34353" y="318833"/>
                </a:lnTo>
                <a:lnTo>
                  <a:pt x="34239" y="320040"/>
                </a:lnTo>
                <a:lnTo>
                  <a:pt x="34188" y="320598"/>
                </a:lnTo>
                <a:lnTo>
                  <a:pt x="33515" y="327660"/>
                </a:lnTo>
                <a:lnTo>
                  <a:pt x="48755" y="362712"/>
                </a:lnTo>
                <a:lnTo>
                  <a:pt x="92951" y="377952"/>
                </a:lnTo>
                <a:lnTo>
                  <a:pt x="106197" y="377075"/>
                </a:lnTo>
                <a:lnTo>
                  <a:pt x="105943" y="377075"/>
                </a:lnTo>
                <a:lnTo>
                  <a:pt x="117144" y="374523"/>
                </a:lnTo>
                <a:lnTo>
                  <a:pt x="146672" y="348424"/>
                </a:lnTo>
                <a:lnTo>
                  <a:pt x="149771" y="339166"/>
                </a:lnTo>
                <a:lnTo>
                  <a:pt x="150863" y="329184"/>
                </a:lnTo>
                <a:close/>
              </a:path>
              <a:path extrusionOk="0" h="779145" w="151129">
                <a:moveTo>
                  <a:pt x="150876" y="588264"/>
                </a:moveTo>
                <a:lnTo>
                  <a:pt x="137160" y="556260"/>
                </a:lnTo>
                <a:lnTo>
                  <a:pt x="134112" y="557784"/>
                </a:lnTo>
                <a:lnTo>
                  <a:pt x="135636" y="560832"/>
                </a:lnTo>
                <a:lnTo>
                  <a:pt x="135636" y="568452"/>
                </a:lnTo>
                <a:lnTo>
                  <a:pt x="131064" y="573024"/>
                </a:lnTo>
                <a:lnTo>
                  <a:pt x="124968" y="573024"/>
                </a:lnTo>
                <a:lnTo>
                  <a:pt x="117348" y="574548"/>
                </a:lnTo>
                <a:lnTo>
                  <a:pt x="36576" y="574548"/>
                </a:lnTo>
                <a:lnTo>
                  <a:pt x="36576" y="611124"/>
                </a:lnTo>
                <a:lnTo>
                  <a:pt x="39624" y="611124"/>
                </a:lnTo>
                <a:lnTo>
                  <a:pt x="39624" y="603504"/>
                </a:lnTo>
                <a:lnTo>
                  <a:pt x="41148" y="598932"/>
                </a:lnTo>
                <a:lnTo>
                  <a:pt x="45720" y="594360"/>
                </a:lnTo>
                <a:lnTo>
                  <a:pt x="120396" y="594360"/>
                </a:lnTo>
                <a:lnTo>
                  <a:pt x="126492" y="600456"/>
                </a:lnTo>
                <a:lnTo>
                  <a:pt x="132588" y="609600"/>
                </a:lnTo>
                <a:lnTo>
                  <a:pt x="135636" y="618744"/>
                </a:lnTo>
                <a:lnTo>
                  <a:pt x="135636" y="627888"/>
                </a:lnTo>
                <a:lnTo>
                  <a:pt x="134112" y="632460"/>
                </a:lnTo>
                <a:lnTo>
                  <a:pt x="128016" y="638556"/>
                </a:lnTo>
                <a:lnTo>
                  <a:pt x="120396" y="641604"/>
                </a:lnTo>
                <a:lnTo>
                  <a:pt x="36576" y="641604"/>
                </a:lnTo>
                <a:lnTo>
                  <a:pt x="36576" y="679704"/>
                </a:lnTo>
                <a:lnTo>
                  <a:pt x="39624" y="679704"/>
                </a:lnTo>
                <a:lnTo>
                  <a:pt x="39624" y="669036"/>
                </a:lnTo>
                <a:lnTo>
                  <a:pt x="42672" y="665988"/>
                </a:lnTo>
                <a:lnTo>
                  <a:pt x="44196" y="662940"/>
                </a:lnTo>
                <a:lnTo>
                  <a:pt x="45720" y="662940"/>
                </a:lnTo>
                <a:lnTo>
                  <a:pt x="48768" y="661416"/>
                </a:lnTo>
                <a:lnTo>
                  <a:pt x="117348" y="661416"/>
                </a:lnTo>
                <a:lnTo>
                  <a:pt x="124968" y="659892"/>
                </a:lnTo>
                <a:lnTo>
                  <a:pt x="137160" y="656844"/>
                </a:lnTo>
                <a:lnTo>
                  <a:pt x="141732" y="653796"/>
                </a:lnTo>
                <a:lnTo>
                  <a:pt x="144780" y="649224"/>
                </a:lnTo>
                <a:lnTo>
                  <a:pt x="149352" y="643128"/>
                </a:lnTo>
                <a:lnTo>
                  <a:pt x="150876" y="638556"/>
                </a:lnTo>
                <a:lnTo>
                  <a:pt x="150876" y="626364"/>
                </a:lnTo>
                <a:lnTo>
                  <a:pt x="126492" y="594360"/>
                </a:lnTo>
                <a:lnTo>
                  <a:pt x="150876" y="594360"/>
                </a:lnTo>
                <a:lnTo>
                  <a:pt x="150876" y="588264"/>
                </a:lnTo>
                <a:close/>
              </a:path>
              <a:path extrusionOk="0" h="779145" w="151129">
                <a:moveTo>
                  <a:pt x="150876" y="108204"/>
                </a:moveTo>
                <a:lnTo>
                  <a:pt x="126492" y="85344"/>
                </a:lnTo>
                <a:lnTo>
                  <a:pt x="126492" y="91440"/>
                </a:lnTo>
                <a:lnTo>
                  <a:pt x="129540" y="92964"/>
                </a:lnTo>
                <a:lnTo>
                  <a:pt x="131064" y="94488"/>
                </a:lnTo>
                <a:lnTo>
                  <a:pt x="134112" y="100584"/>
                </a:lnTo>
                <a:lnTo>
                  <a:pt x="135636" y="102108"/>
                </a:lnTo>
                <a:lnTo>
                  <a:pt x="135636" y="108204"/>
                </a:lnTo>
                <a:lnTo>
                  <a:pt x="134112" y="111252"/>
                </a:lnTo>
                <a:lnTo>
                  <a:pt x="131064" y="112776"/>
                </a:lnTo>
                <a:lnTo>
                  <a:pt x="129540" y="115824"/>
                </a:lnTo>
                <a:lnTo>
                  <a:pt x="44196" y="115824"/>
                </a:lnTo>
                <a:lnTo>
                  <a:pt x="44196" y="89916"/>
                </a:lnTo>
                <a:lnTo>
                  <a:pt x="36576" y="89916"/>
                </a:lnTo>
                <a:lnTo>
                  <a:pt x="36576" y="115824"/>
                </a:lnTo>
                <a:lnTo>
                  <a:pt x="0" y="115824"/>
                </a:lnTo>
                <a:lnTo>
                  <a:pt x="0" y="118872"/>
                </a:lnTo>
                <a:lnTo>
                  <a:pt x="32004" y="140208"/>
                </a:lnTo>
                <a:lnTo>
                  <a:pt x="41148" y="153924"/>
                </a:lnTo>
                <a:lnTo>
                  <a:pt x="44196" y="153924"/>
                </a:lnTo>
                <a:lnTo>
                  <a:pt x="44196" y="135636"/>
                </a:lnTo>
                <a:lnTo>
                  <a:pt x="134112" y="135636"/>
                </a:lnTo>
                <a:lnTo>
                  <a:pt x="138684" y="134112"/>
                </a:lnTo>
                <a:lnTo>
                  <a:pt x="141732" y="131064"/>
                </a:lnTo>
                <a:lnTo>
                  <a:pt x="144780" y="129540"/>
                </a:lnTo>
                <a:lnTo>
                  <a:pt x="147828" y="124968"/>
                </a:lnTo>
                <a:lnTo>
                  <a:pt x="149352" y="121920"/>
                </a:lnTo>
                <a:lnTo>
                  <a:pt x="150876" y="117348"/>
                </a:lnTo>
                <a:lnTo>
                  <a:pt x="150876" y="108204"/>
                </a:lnTo>
                <a:close/>
              </a:path>
              <a:path extrusionOk="0" h="779145" w="151129">
                <a:moveTo>
                  <a:pt x="150876" y="38100"/>
                </a:moveTo>
                <a:lnTo>
                  <a:pt x="150304" y="31267"/>
                </a:lnTo>
                <a:lnTo>
                  <a:pt x="148590" y="24574"/>
                </a:lnTo>
                <a:lnTo>
                  <a:pt x="148501" y="24384"/>
                </a:lnTo>
                <a:lnTo>
                  <a:pt x="145732" y="18173"/>
                </a:lnTo>
                <a:lnTo>
                  <a:pt x="117348" y="0"/>
                </a:lnTo>
                <a:lnTo>
                  <a:pt x="107632" y="1676"/>
                </a:lnTo>
                <a:lnTo>
                  <a:pt x="77724" y="42672"/>
                </a:lnTo>
                <a:lnTo>
                  <a:pt x="73152" y="50292"/>
                </a:lnTo>
                <a:lnTo>
                  <a:pt x="70104" y="54864"/>
                </a:lnTo>
                <a:lnTo>
                  <a:pt x="67056" y="56388"/>
                </a:lnTo>
                <a:lnTo>
                  <a:pt x="64008" y="59436"/>
                </a:lnTo>
                <a:lnTo>
                  <a:pt x="51816" y="59436"/>
                </a:lnTo>
                <a:lnTo>
                  <a:pt x="48768" y="57912"/>
                </a:lnTo>
                <a:lnTo>
                  <a:pt x="42672" y="51816"/>
                </a:lnTo>
                <a:lnTo>
                  <a:pt x="41148" y="47244"/>
                </a:lnTo>
                <a:lnTo>
                  <a:pt x="41148" y="35052"/>
                </a:lnTo>
                <a:lnTo>
                  <a:pt x="71628" y="12192"/>
                </a:lnTo>
                <a:lnTo>
                  <a:pt x="71628" y="9144"/>
                </a:lnTo>
                <a:lnTo>
                  <a:pt x="33528" y="9144"/>
                </a:lnTo>
                <a:lnTo>
                  <a:pt x="33528" y="12192"/>
                </a:lnTo>
                <a:lnTo>
                  <a:pt x="36576" y="15240"/>
                </a:lnTo>
                <a:lnTo>
                  <a:pt x="38100" y="15240"/>
                </a:lnTo>
                <a:lnTo>
                  <a:pt x="38100" y="19812"/>
                </a:lnTo>
                <a:lnTo>
                  <a:pt x="36576" y="22860"/>
                </a:lnTo>
                <a:lnTo>
                  <a:pt x="36576" y="25908"/>
                </a:lnTo>
                <a:lnTo>
                  <a:pt x="33528" y="32004"/>
                </a:lnTo>
                <a:lnTo>
                  <a:pt x="33528" y="51816"/>
                </a:lnTo>
                <a:lnTo>
                  <a:pt x="36576" y="59436"/>
                </a:lnTo>
                <a:lnTo>
                  <a:pt x="48768" y="71628"/>
                </a:lnTo>
                <a:lnTo>
                  <a:pt x="56388" y="74676"/>
                </a:lnTo>
                <a:lnTo>
                  <a:pt x="71628" y="74676"/>
                </a:lnTo>
                <a:lnTo>
                  <a:pt x="90106" y="59436"/>
                </a:lnTo>
                <a:lnTo>
                  <a:pt x="93218" y="54038"/>
                </a:lnTo>
                <a:lnTo>
                  <a:pt x="97536" y="45720"/>
                </a:lnTo>
                <a:lnTo>
                  <a:pt x="102108" y="35052"/>
                </a:lnTo>
                <a:lnTo>
                  <a:pt x="106680" y="27432"/>
                </a:lnTo>
                <a:lnTo>
                  <a:pt x="111252" y="24384"/>
                </a:lnTo>
                <a:lnTo>
                  <a:pt x="115824" y="19812"/>
                </a:lnTo>
                <a:lnTo>
                  <a:pt x="120751" y="18173"/>
                </a:lnTo>
                <a:lnTo>
                  <a:pt x="130937" y="18173"/>
                </a:lnTo>
                <a:lnTo>
                  <a:pt x="134112" y="21336"/>
                </a:lnTo>
                <a:lnTo>
                  <a:pt x="138684" y="24384"/>
                </a:lnTo>
                <a:lnTo>
                  <a:pt x="141732" y="27432"/>
                </a:lnTo>
                <a:lnTo>
                  <a:pt x="143256" y="32004"/>
                </a:lnTo>
                <a:lnTo>
                  <a:pt x="143256" y="45720"/>
                </a:lnTo>
                <a:lnTo>
                  <a:pt x="112776" y="71628"/>
                </a:lnTo>
                <a:lnTo>
                  <a:pt x="112776" y="74676"/>
                </a:lnTo>
                <a:lnTo>
                  <a:pt x="150876" y="74676"/>
                </a:lnTo>
                <a:lnTo>
                  <a:pt x="150876" y="71628"/>
                </a:lnTo>
                <a:lnTo>
                  <a:pt x="147828" y="71628"/>
                </a:lnTo>
                <a:lnTo>
                  <a:pt x="146304" y="70104"/>
                </a:lnTo>
                <a:lnTo>
                  <a:pt x="146304" y="64008"/>
                </a:lnTo>
                <a:lnTo>
                  <a:pt x="147828" y="60960"/>
                </a:lnTo>
                <a:lnTo>
                  <a:pt x="147853" y="60769"/>
                </a:lnTo>
                <a:lnTo>
                  <a:pt x="149352" y="51816"/>
                </a:lnTo>
                <a:lnTo>
                  <a:pt x="150876" y="44196"/>
                </a:lnTo>
                <a:lnTo>
                  <a:pt x="150876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38" name="Google Shape;1138;p21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587495" y="6963155"/>
            <a:ext cx="175260" cy="4526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21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587495" y="5832347"/>
            <a:ext cx="225552" cy="1060703"/>
          </a:xfrm>
          <a:prstGeom prst="rect">
            <a:avLst/>
          </a:prstGeom>
          <a:noFill/>
          <a:ln>
            <a:noFill/>
          </a:ln>
        </p:spPr>
      </p:pic>
      <p:sp>
        <p:nvSpPr>
          <p:cNvPr id="1140" name="Google Shape;1140;p21"/>
          <p:cNvSpPr/>
          <p:nvPr/>
        </p:nvSpPr>
        <p:spPr>
          <a:xfrm>
            <a:off x="3587483" y="5061204"/>
            <a:ext cx="226060" cy="704215"/>
          </a:xfrm>
          <a:custGeom>
            <a:rect b="b" l="l" r="r" t="t"/>
            <a:pathLst>
              <a:path extrusionOk="0" h="704214" w="226060">
                <a:moveTo>
                  <a:pt x="24384" y="217932"/>
                </a:moveTo>
                <a:lnTo>
                  <a:pt x="22860" y="214884"/>
                </a:lnTo>
                <a:lnTo>
                  <a:pt x="19812" y="213360"/>
                </a:lnTo>
                <a:lnTo>
                  <a:pt x="18288" y="210312"/>
                </a:lnTo>
                <a:lnTo>
                  <a:pt x="6096" y="210312"/>
                </a:lnTo>
                <a:lnTo>
                  <a:pt x="1524" y="214884"/>
                </a:lnTo>
                <a:lnTo>
                  <a:pt x="0" y="217932"/>
                </a:lnTo>
                <a:lnTo>
                  <a:pt x="0" y="225552"/>
                </a:lnTo>
                <a:lnTo>
                  <a:pt x="1524" y="228600"/>
                </a:lnTo>
                <a:lnTo>
                  <a:pt x="6096" y="233172"/>
                </a:lnTo>
                <a:lnTo>
                  <a:pt x="9144" y="234696"/>
                </a:lnTo>
                <a:lnTo>
                  <a:pt x="15240" y="234696"/>
                </a:lnTo>
                <a:lnTo>
                  <a:pt x="18288" y="233172"/>
                </a:lnTo>
                <a:lnTo>
                  <a:pt x="19812" y="230124"/>
                </a:lnTo>
                <a:lnTo>
                  <a:pt x="22860" y="228600"/>
                </a:lnTo>
                <a:lnTo>
                  <a:pt x="24384" y="225552"/>
                </a:lnTo>
                <a:lnTo>
                  <a:pt x="24384" y="217932"/>
                </a:lnTo>
                <a:close/>
              </a:path>
              <a:path extrusionOk="0" h="704214" w="226060">
                <a:moveTo>
                  <a:pt x="172212" y="195072"/>
                </a:moveTo>
                <a:lnTo>
                  <a:pt x="169164" y="195072"/>
                </a:lnTo>
                <a:lnTo>
                  <a:pt x="169164" y="199644"/>
                </a:lnTo>
                <a:lnTo>
                  <a:pt x="167640" y="202692"/>
                </a:lnTo>
                <a:lnTo>
                  <a:pt x="167640" y="205740"/>
                </a:lnTo>
                <a:lnTo>
                  <a:pt x="164592" y="208788"/>
                </a:lnTo>
                <a:lnTo>
                  <a:pt x="161544" y="210312"/>
                </a:lnTo>
                <a:lnTo>
                  <a:pt x="160020" y="210312"/>
                </a:lnTo>
                <a:lnTo>
                  <a:pt x="155448" y="211836"/>
                </a:lnTo>
                <a:lnTo>
                  <a:pt x="57912" y="211836"/>
                </a:lnTo>
                <a:lnTo>
                  <a:pt x="57912" y="216408"/>
                </a:lnTo>
                <a:lnTo>
                  <a:pt x="71628" y="249936"/>
                </a:lnTo>
                <a:lnTo>
                  <a:pt x="74676" y="248412"/>
                </a:lnTo>
                <a:lnTo>
                  <a:pt x="73152" y="243840"/>
                </a:lnTo>
                <a:lnTo>
                  <a:pt x="73152" y="236220"/>
                </a:lnTo>
                <a:lnTo>
                  <a:pt x="74676" y="234696"/>
                </a:lnTo>
                <a:lnTo>
                  <a:pt x="74676" y="233172"/>
                </a:lnTo>
                <a:lnTo>
                  <a:pt x="77724" y="233172"/>
                </a:lnTo>
                <a:lnTo>
                  <a:pt x="79248" y="231648"/>
                </a:lnTo>
                <a:lnTo>
                  <a:pt x="160020" y="231648"/>
                </a:lnTo>
                <a:lnTo>
                  <a:pt x="161544" y="233172"/>
                </a:lnTo>
                <a:lnTo>
                  <a:pt x="164592" y="233172"/>
                </a:lnTo>
                <a:lnTo>
                  <a:pt x="166116" y="234696"/>
                </a:lnTo>
                <a:lnTo>
                  <a:pt x="167640" y="237744"/>
                </a:lnTo>
                <a:lnTo>
                  <a:pt x="169164" y="239268"/>
                </a:lnTo>
                <a:lnTo>
                  <a:pt x="169164" y="248412"/>
                </a:lnTo>
                <a:lnTo>
                  <a:pt x="172212" y="248412"/>
                </a:lnTo>
                <a:lnTo>
                  <a:pt x="172212" y="231648"/>
                </a:lnTo>
                <a:lnTo>
                  <a:pt x="172212" y="195072"/>
                </a:lnTo>
                <a:close/>
              </a:path>
              <a:path extrusionOk="0" h="704214" w="226060">
                <a:moveTo>
                  <a:pt x="172224" y="355092"/>
                </a:moveTo>
                <a:lnTo>
                  <a:pt x="169176" y="355092"/>
                </a:lnTo>
                <a:lnTo>
                  <a:pt x="169176" y="361188"/>
                </a:lnTo>
                <a:lnTo>
                  <a:pt x="167652" y="364236"/>
                </a:lnTo>
                <a:lnTo>
                  <a:pt x="167652" y="365760"/>
                </a:lnTo>
                <a:lnTo>
                  <a:pt x="166128" y="368808"/>
                </a:lnTo>
                <a:lnTo>
                  <a:pt x="164604" y="370332"/>
                </a:lnTo>
                <a:lnTo>
                  <a:pt x="163080" y="370332"/>
                </a:lnTo>
                <a:lnTo>
                  <a:pt x="160032" y="371856"/>
                </a:lnTo>
                <a:lnTo>
                  <a:pt x="89928" y="371856"/>
                </a:lnTo>
                <a:lnTo>
                  <a:pt x="82308" y="373380"/>
                </a:lnTo>
                <a:lnTo>
                  <a:pt x="57924" y="394716"/>
                </a:lnTo>
                <a:lnTo>
                  <a:pt x="57924" y="400812"/>
                </a:lnTo>
                <a:lnTo>
                  <a:pt x="59347" y="410197"/>
                </a:lnTo>
                <a:lnTo>
                  <a:pt x="63639" y="419862"/>
                </a:lnTo>
                <a:lnTo>
                  <a:pt x="70777" y="429539"/>
                </a:lnTo>
                <a:lnTo>
                  <a:pt x="80784" y="438912"/>
                </a:lnTo>
                <a:lnTo>
                  <a:pt x="57924" y="438912"/>
                </a:lnTo>
                <a:lnTo>
                  <a:pt x="57924" y="445008"/>
                </a:lnTo>
                <a:lnTo>
                  <a:pt x="71640" y="477012"/>
                </a:lnTo>
                <a:lnTo>
                  <a:pt x="74688" y="475488"/>
                </a:lnTo>
                <a:lnTo>
                  <a:pt x="73164" y="472440"/>
                </a:lnTo>
                <a:lnTo>
                  <a:pt x="73164" y="463296"/>
                </a:lnTo>
                <a:lnTo>
                  <a:pt x="74688" y="463296"/>
                </a:lnTo>
                <a:lnTo>
                  <a:pt x="74688" y="461772"/>
                </a:lnTo>
                <a:lnTo>
                  <a:pt x="77736" y="460248"/>
                </a:lnTo>
                <a:lnTo>
                  <a:pt x="80784" y="460248"/>
                </a:lnTo>
                <a:lnTo>
                  <a:pt x="83832" y="458724"/>
                </a:lnTo>
                <a:lnTo>
                  <a:pt x="155460" y="458724"/>
                </a:lnTo>
                <a:lnTo>
                  <a:pt x="161556" y="460248"/>
                </a:lnTo>
                <a:lnTo>
                  <a:pt x="167652" y="463296"/>
                </a:lnTo>
                <a:lnTo>
                  <a:pt x="169176" y="467868"/>
                </a:lnTo>
                <a:lnTo>
                  <a:pt x="169176" y="475488"/>
                </a:lnTo>
                <a:lnTo>
                  <a:pt x="172224" y="475488"/>
                </a:lnTo>
                <a:lnTo>
                  <a:pt x="172224" y="422148"/>
                </a:lnTo>
                <a:lnTo>
                  <a:pt x="169176" y="422148"/>
                </a:lnTo>
                <a:lnTo>
                  <a:pt x="169176" y="431292"/>
                </a:lnTo>
                <a:lnTo>
                  <a:pt x="167652" y="434340"/>
                </a:lnTo>
                <a:lnTo>
                  <a:pt x="164604" y="437388"/>
                </a:lnTo>
                <a:lnTo>
                  <a:pt x="161556" y="437388"/>
                </a:lnTo>
                <a:lnTo>
                  <a:pt x="160032" y="438912"/>
                </a:lnTo>
                <a:lnTo>
                  <a:pt x="88404" y="438912"/>
                </a:lnTo>
                <a:lnTo>
                  <a:pt x="81521" y="431825"/>
                </a:lnTo>
                <a:lnTo>
                  <a:pt x="76784" y="424434"/>
                </a:lnTo>
                <a:lnTo>
                  <a:pt x="74041" y="417055"/>
                </a:lnTo>
                <a:lnTo>
                  <a:pt x="73164" y="409956"/>
                </a:lnTo>
                <a:lnTo>
                  <a:pt x="73164" y="403860"/>
                </a:lnTo>
                <a:lnTo>
                  <a:pt x="74688" y="399288"/>
                </a:lnTo>
                <a:lnTo>
                  <a:pt x="83832" y="393192"/>
                </a:lnTo>
                <a:lnTo>
                  <a:pt x="91452" y="391668"/>
                </a:lnTo>
                <a:lnTo>
                  <a:pt x="160032" y="391668"/>
                </a:lnTo>
                <a:lnTo>
                  <a:pt x="163080" y="393192"/>
                </a:lnTo>
                <a:lnTo>
                  <a:pt x="167652" y="397764"/>
                </a:lnTo>
                <a:lnTo>
                  <a:pt x="169176" y="402336"/>
                </a:lnTo>
                <a:lnTo>
                  <a:pt x="169176" y="408432"/>
                </a:lnTo>
                <a:lnTo>
                  <a:pt x="172224" y="408432"/>
                </a:lnTo>
                <a:lnTo>
                  <a:pt x="172224" y="355092"/>
                </a:lnTo>
                <a:close/>
              </a:path>
              <a:path extrusionOk="0" h="704214" w="226060">
                <a:moveTo>
                  <a:pt x="175260" y="528828"/>
                </a:moveTo>
                <a:lnTo>
                  <a:pt x="155282" y="493204"/>
                </a:lnTo>
                <a:lnTo>
                  <a:pt x="131064" y="484632"/>
                </a:lnTo>
                <a:lnTo>
                  <a:pt x="129540" y="487680"/>
                </a:lnTo>
                <a:lnTo>
                  <a:pt x="138684" y="490728"/>
                </a:lnTo>
                <a:lnTo>
                  <a:pt x="146304" y="495300"/>
                </a:lnTo>
                <a:lnTo>
                  <a:pt x="149352" y="499872"/>
                </a:lnTo>
                <a:lnTo>
                  <a:pt x="153924" y="505968"/>
                </a:lnTo>
                <a:lnTo>
                  <a:pt x="155448" y="512064"/>
                </a:lnTo>
                <a:lnTo>
                  <a:pt x="133400" y="552246"/>
                </a:lnTo>
                <a:lnTo>
                  <a:pt x="102108" y="559308"/>
                </a:lnTo>
                <a:lnTo>
                  <a:pt x="102108" y="509016"/>
                </a:lnTo>
                <a:lnTo>
                  <a:pt x="102108" y="484632"/>
                </a:lnTo>
                <a:lnTo>
                  <a:pt x="94488" y="485101"/>
                </a:lnTo>
                <a:lnTo>
                  <a:pt x="94488" y="509016"/>
                </a:lnTo>
                <a:lnTo>
                  <a:pt x="94488" y="559308"/>
                </a:lnTo>
                <a:lnTo>
                  <a:pt x="65532" y="537972"/>
                </a:lnTo>
                <a:lnTo>
                  <a:pt x="65532" y="527304"/>
                </a:lnTo>
                <a:lnTo>
                  <a:pt x="67056" y="524256"/>
                </a:lnTo>
                <a:lnTo>
                  <a:pt x="68580" y="519684"/>
                </a:lnTo>
                <a:lnTo>
                  <a:pt x="74676" y="513588"/>
                </a:lnTo>
                <a:lnTo>
                  <a:pt x="79248" y="510540"/>
                </a:lnTo>
                <a:lnTo>
                  <a:pt x="82296" y="509016"/>
                </a:lnTo>
                <a:lnTo>
                  <a:pt x="94488" y="509016"/>
                </a:lnTo>
                <a:lnTo>
                  <a:pt x="94488" y="485101"/>
                </a:lnTo>
                <a:lnTo>
                  <a:pt x="61150" y="509397"/>
                </a:lnTo>
                <a:lnTo>
                  <a:pt x="57912" y="525780"/>
                </a:lnTo>
                <a:lnTo>
                  <a:pt x="58039" y="527304"/>
                </a:lnTo>
                <a:lnTo>
                  <a:pt x="58166" y="528828"/>
                </a:lnTo>
                <a:lnTo>
                  <a:pt x="81991" y="569239"/>
                </a:lnTo>
                <a:lnTo>
                  <a:pt x="117348" y="577596"/>
                </a:lnTo>
                <a:lnTo>
                  <a:pt x="130238" y="576719"/>
                </a:lnTo>
                <a:lnTo>
                  <a:pt x="141541" y="573976"/>
                </a:lnTo>
                <a:lnTo>
                  <a:pt x="151434" y="569239"/>
                </a:lnTo>
                <a:lnTo>
                  <a:pt x="160020" y="562356"/>
                </a:lnTo>
                <a:lnTo>
                  <a:pt x="162674" y="559308"/>
                </a:lnTo>
                <a:lnTo>
                  <a:pt x="166268" y="555193"/>
                </a:lnTo>
                <a:lnTo>
                  <a:pt x="171069" y="547306"/>
                </a:lnTo>
                <a:lnTo>
                  <a:pt x="171145" y="547116"/>
                </a:lnTo>
                <a:lnTo>
                  <a:pt x="174167" y="538568"/>
                </a:lnTo>
                <a:lnTo>
                  <a:pt x="174244" y="537972"/>
                </a:lnTo>
                <a:lnTo>
                  <a:pt x="175260" y="528828"/>
                </a:lnTo>
                <a:close/>
              </a:path>
              <a:path extrusionOk="0" h="704214" w="226060">
                <a:moveTo>
                  <a:pt x="175272" y="621792"/>
                </a:moveTo>
                <a:lnTo>
                  <a:pt x="161556" y="591312"/>
                </a:lnTo>
                <a:lnTo>
                  <a:pt x="158508" y="591312"/>
                </a:lnTo>
                <a:lnTo>
                  <a:pt x="160032" y="594360"/>
                </a:lnTo>
                <a:lnTo>
                  <a:pt x="160032" y="601980"/>
                </a:lnTo>
                <a:lnTo>
                  <a:pt x="155460" y="606552"/>
                </a:lnTo>
                <a:lnTo>
                  <a:pt x="149364" y="606552"/>
                </a:lnTo>
                <a:lnTo>
                  <a:pt x="141744" y="608076"/>
                </a:lnTo>
                <a:lnTo>
                  <a:pt x="12" y="608076"/>
                </a:lnTo>
                <a:lnTo>
                  <a:pt x="12" y="612648"/>
                </a:lnTo>
                <a:lnTo>
                  <a:pt x="13728" y="644652"/>
                </a:lnTo>
                <a:lnTo>
                  <a:pt x="16776" y="643128"/>
                </a:lnTo>
                <a:lnTo>
                  <a:pt x="15252" y="640080"/>
                </a:lnTo>
                <a:lnTo>
                  <a:pt x="15252" y="632460"/>
                </a:lnTo>
                <a:lnTo>
                  <a:pt x="16776" y="630936"/>
                </a:lnTo>
                <a:lnTo>
                  <a:pt x="16776" y="629412"/>
                </a:lnTo>
                <a:lnTo>
                  <a:pt x="19824" y="627888"/>
                </a:lnTo>
                <a:lnTo>
                  <a:pt x="68592" y="627888"/>
                </a:lnTo>
                <a:lnTo>
                  <a:pt x="60972" y="633984"/>
                </a:lnTo>
                <a:lnTo>
                  <a:pt x="57924" y="641604"/>
                </a:lnTo>
                <a:lnTo>
                  <a:pt x="57924" y="650748"/>
                </a:lnTo>
                <a:lnTo>
                  <a:pt x="59080" y="661631"/>
                </a:lnTo>
                <a:lnTo>
                  <a:pt x="87401" y="695096"/>
                </a:lnTo>
                <a:lnTo>
                  <a:pt x="120408" y="704088"/>
                </a:lnTo>
                <a:lnTo>
                  <a:pt x="132168" y="703237"/>
                </a:lnTo>
                <a:lnTo>
                  <a:pt x="166903" y="683234"/>
                </a:lnTo>
                <a:lnTo>
                  <a:pt x="168135" y="681228"/>
                </a:lnTo>
                <a:lnTo>
                  <a:pt x="171653" y="675513"/>
                </a:lnTo>
                <a:lnTo>
                  <a:pt x="174383" y="667232"/>
                </a:lnTo>
                <a:lnTo>
                  <a:pt x="175196" y="659130"/>
                </a:lnTo>
                <a:lnTo>
                  <a:pt x="175171" y="653415"/>
                </a:lnTo>
                <a:lnTo>
                  <a:pt x="173748" y="647700"/>
                </a:lnTo>
                <a:lnTo>
                  <a:pt x="170700" y="643128"/>
                </a:lnTo>
                <a:lnTo>
                  <a:pt x="167652" y="637032"/>
                </a:lnTo>
                <a:lnTo>
                  <a:pt x="163080" y="632460"/>
                </a:lnTo>
                <a:lnTo>
                  <a:pt x="160032" y="630174"/>
                </a:lnTo>
                <a:lnTo>
                  <a:pt x="160032" y="640080"/>
                </a:lnTo>
                <a:lnTo>
                  <a:pt x="160032" y="647700"/>
                </a:lnTo>
                <a:lnTo>
                  <a:pt x="131838" y="678180"/>
                </a:lnTo>
                <a:lnTo>
                  <a:pt x="111264" y="681228"/>
                </a:lnTo>
                <a:lnTo>
                  <a:pt x="99542" y="680427"/>
                </a:lnTo>
                <a:lnTo>
                  <a:pt x="65544" y="658368"/>
                </a:lnTo>
                <a:lnTo>
                  <a:pt x="65544" y="647700"/>
                </a:lnTo>
                <a:lnTo>
                  <a:pt x="67068" y="644652"/>
                </a:lnTo>
                <a:lnTo>
                  <a:pt x="68592" y="640080"/>
                </a:lnTo>
                <a:lnTo>
                  <a:pt x="74688" y="633984"/>
                </a:lnTo>
                <a:lnTo>
                  <a:pt x="79260" y="630936"/>
                </a:lnTo>
                <a:lnTo>
                  <a:pt x="88404" y="627888"/>
                </a:lnTo>
                <a:lnTo>
                  <a:pt x="147840" y="627888"/>
                </a:lnTo>
                <a:lnTo>
                  <a:pt x="155460" y="633984"/>
                </a:lnTo>
                <a:lnTo>
                  <a:pt x="160032" y="640080"/>
                </a:lnTo>
                <a:lnTo>
                  <a:pt x="160032" y="630174"/>
                </a:lnTo>
                <a:lnTo>
                  <a:pt x="156984" y="627888"/>
                </a:lnTo>
                <a:lnTo>
                  <a:pt x="175272" y="627888"/>
                </a:lnTo>
                <a:lnTo>
                  <a:pt x="175272" y="621792"/>
                </a:lnTo>
                <a:close/>
              </a:path>
              <a:path extrusionOk="0" h="704214" w="226060">
                <a:moveTo>
                  <a:pt x="175272" y="303276"/>
                </a:moveTo>
                <a:lnTo>
                  <a:pt x="174701" y="296684"/>
                </a:lnTo>
                <a:lnTo>
                  <a:pt x="172986" y="290512"/>
                </a:lnTo>
                <a:lnTo>
                  <a:pt x="170294" y="284988"/>
                </a:lnTo>
                <a:lnTo>
                  <a:pt x="170129" y="284632"/>
                </a:lnTo>
                <a:lnTo>
                  <a:pt x="141744" y="266700"/>
                </a:lnTo>
                <a:lnTo>
                  <a:pt x="132029" y="268160"/>
                </a:lnTo>
                <a:lnTo>
                  <a:pt x="102120" y="307848"/>
                </a:lnTo>
                <a:lnTo>
                  <a:pt x="97548" y="315468"/>
                </a:lnTo>
                <a:lnTo>
                  <a:pt x="94500" y="320040"/>
                </a:lnTo>
                <a:lnTo>
                  <a:pt x="91452" y="323088"/>
                </a:lnTo>
                <a:lnTo>
                  <a:pt x="88404" y="324612"/>
                </a:lnTo>
                <a:lnTo>
                  <a:pt x="83832" y="326136"/>
                </a:lnTo>
                <a:lnTo>
                  <a:pt x="76212" y="326136"/>
                </a:lnTo>
                <a:lnTo>
                  <a:pt x="73164" y="324612"/>
                </a:lnTo>
                <a:lnTo>
                  <a:pt x="70116" y="321564"/>
                </a:lnTo>
                <a:lnTo>
                  <a:pt x="67068" y="316992"/>
                </a:lnTo>
                <a:lnTo>
                  <a:pt x="65544" y="313944"/>
                </a:lnTo>
                <a:lnTo>
                  <a:pt x="65544" y="300228"/>
                </a:lnTo>
                <a:lnTo>
                  <a:pt x="96024" y="278892"/>
                </a:lnTo>
                <a:lnTo>
                  <a:pt x="96024" y="275844"/>
                </a:lnTo>
                <a:lnTo>
                  <a:pt x="57924" y="275844"/>
                </a:lnTo>
                <a:lnTo>
                  <a:pt x="57924" y="278892"/>
                </a:lnTo>
                <a:lnTo>
                  <a:pt x="59448" y="280416"/>
                </a:lnTo>
                <a:lnTo>
                  <a:pt x="60972" y="280416"/>
                </a:lnTo>
                <a:lnTo>
                  <a:pt x="60972" y="281940"/>
                </a:lnTo>
                <a:lnTo>
                  <a:pt x="62496" y="281940"/>
                </a:lnTo>
                <a:lnTo>
                  <a:pt x="62496" y="284988"/>
                </a:lnTo>
                <a:lnTo>
                  <a:pt x="60972" y="288036"/>
                </a:lnTo>
                <a:lnTo>
                  <a:pt x="60972" y="292608"/>
                </a:lnTo>
                <a:lnTo>
                  <a:pt x="57924" y="298704"/>
                </a:lnTo>
                <a:lnTo>
                  <a:pt x="57924" y="307848"/>
                </a:lnTo>
                <a:lnTo>
                  <a:pt x="80784" y="341376"/>
                </a:lnTo>
                <a:lnTo>
                  <a:pt x="96024" y="341376"/>
                </a:lnTo>
                <a:lnTo>
                  <a:pt x="102120" y="339852"/>
                </a:lnTo>
                <a:lnTo>
                  <a:pt x="106692" y="335280"/>
                </a:lnTo>
                <a:lnTo>
                  <a:pt x="110134" y="332143"/>
                </a:lnTo>
                <a:lnTo>
                  <a:pt x="113741" y="327279"/>
                </a:lnTo>
                <a:lnTo>
                  <a:pt x="114414" y="326136"/>
                </a:lnTo>
                <a:lnTo>
                  <a:pt x="117614" y="320713"/>
                </a:lnTo>
                <a:lnTo>
                  <a:pt x="121932" y="312420"/>
                </a:lnTo>
                <a:lnTo>
                  <a:pt x="125361" y="304355"/>
                </a:lnTo>
                <a:lnTo>
                  <a:pt x="128790" y="298132"/>
                </a:lnTo>
                <a:lnTo>
                  <a:pt x="132219" y="293357"/>
                </a:lnTo>
                <a:lnTo>
                  <a:pt x="135648" y="289560"/>
                </a:lnTo>
                <a:lnTo>
                  <a:pt x="140398" y="286397"/>
                </a:lnTo>
                <a:lnTo>
                  <a:pt x="140576" y="286397"/>
                </a:lnTo>
                <a:lnTo>
                  <a:pt x="144792" y="284988"/>
                </a:lnTo>
                <a:lnTo>
                  <a:pt x="155460" y="284988"/>
                </a:lnTo>
                <a:lnTo>
                  <a:pt x="158267" y="286397"/>
                </a:lnTo>
                <a:lnTo>
                  <a:pt x="160794" y="288036"/>
                </a:lnTo>
                <a:lnTo>
                  <a:pt x="163080" y="289560"/>
                </a:lnTo>
                <a:lnTo>
                  <a:pt x="166128" y="294132"/>
                </a:lnTo>
                <a:lnTo>
                  <a:pt x="167652" y="298704"/>
                </a:lnTo>
                <a:lnTo>
                  <a:pt x="167652" y="312420"/>
                </a:lnTo>
                <a:lnTo>
                  <a:pt x="137172" y="338328"/>
                </a:lnTo>
                <a:lnTo>
                  <a:pt x="137172" y="341376"/>
                </a:lnTo>
                <a:lnTo>
                  <a:pt x="175272" y="341376"/>
                </a:lnTo>
                <a:lnTo>
                  <a:pt x="175272" y="338328"/>
                </a:lnTo>
                <a:lnTo>
                  <a:pt x="172224" y="336804"/>
                </a:lnTo>
                <a:lnTo>
                  <a:pt x="170700" y="335280"/>
                </a:lnTo>
                <a:lnTo>
                  <a:pt x="170700" y="330708"/>
                </a:lnTo>
                <a:lnTo>
                  <a:pt x="172224" y="327660"/>
                </a:lnTo>
                <a:lnTo>
                  <a:pt x="172288" y="327279"/>
                </a:lnTo>
                <a:lnTo>
                  <a:pt x="173748" y="318516"/>
                </a:lnTo>
                <a:lnTo>
                  <a:pt x="175272" y="310896"/>
                </a:lnTo>
                <a:lnTo>
                  <a:pt x="175272" y="303276"/>
                </a:lnTo>
                <a:close/>
              </a:path>
              <a:path extrusionOk="0" h="704214" w="226060">
                <a:moveTo>
                  <a:pt x="175272" y="141732"/>
                </a:moveTo>
                <a:lnTo>
                  <a:pt x="150888" y="118872"/>
                </a:lnTo>
                <a:lnTo>
                  <a:pt x="150888" y="124968"/>
                </a:lnTo>
                <a:lnTo>
                  <a:pt x="153936" y="126492"/>
                </a:lnTo>
                <a:lnTo>
                  <a:pt x="155460" y="128016"/>
                </a:lnTo>
                <a:lnTo>
                  <a:pt x="158508" y="134112"/>
                </a:lnTo>
                <a:lnTo>
                  <a:pt x="160032" y="135636"/>
                </a:lnTo>
                <a:lnTo>
                  <a:pt x="160032" y="141732"/>
                </a:lnTo>
                <a:lnTo>
                  <a:pt x="158508" y="144780"/>
                </a:lnTo>
                <a:lnTo>
                  <a:pt x="155460" y="146304"/>
                </a:lnTo>
                <a:lnTo>
                  <a:pt x="153936" y="147828"/>
                </a:lnTo>
                <a:lnTo>
                  <a:pt x="147840" y="149352"/>
                </a:lnTo>
                <a:lnTo>
                  <a:pt x="68592" y="149352"/>
                </a:lnTo>
                <a:lnTo>
                  <a:pt x="68592" y="123444"/>
                </a:lnTo>
                <a:lnTo>
                  <a:pt x="60972" y="123444"/>
                </a:lnTo>
                <a:lnTo>
                  <a:pt x="60972" y="149352"/>
                </a:lnTo>
                <a:lnTo>
                  <a:pt x="24396" y="149352"/>
                </a:lnTo>
                <a:lnTo>
                  <a:pt x="24396" y="152400"/>
                </a:lnTo>
                <a:lnTo>
                  <a:pt x="56400" y="173736"/>
                </a:lnTo>
                <a:lnTo>
                  <a:pt x="65544" y="187452"/>
                </a:lnTo>
                <a:lnTo>
                  <a:pt x="68592" y="187452"/>
                </a:lnTo>
                <a:lnTo>
                  <a:pt x="68592" y="169164"/>
                </a:lnTo>
                <a:lnTo>
                  <a:pt x="158508" y="169164"/>
                </a:lnTo>
                <a:lnTo>
                  <a:pt x="163080" y="166116"/>
                </a:lnTo>
                <a:lnTo>
                  <a:pt x="169176" y="163068"/>
                </a:lnTo>
                <a:lnTo>
                  <a:pt x="172224" y="158496"/>
                </a:lnTo>
                <a:lnTo>
                  <a:pt x="173748" y="155448"/>
                </a:lnTo>
                <a:lnTo>
                  <a:pt x="175272" y="150876"/>
                </a:lnTo>
                <a:lnTo>
                  <a:pt x="175272" y="141732"/>
                </a:lnTo>
                <a:close/>
              </a:path>
              <a:path extrusionOk="0" h="704214" w="226060">
                <a:moveTo>
                  <a:pt x="225552" y="91440"/>
                </a:moveTo>
                <a:lnTo>
                  <a:pt x="192024" y="60960"/>
                </a:lnTo>
                <a:lnTo>
                  <a:pt x="96126" y="22860"/>
                </a:lnTo>
                <a:lnTo>
                  <a:pt x="76200" y="15240"/>
                </a:lnTo>
                <a:lnTo>
                  <a:pt x="73152" y="13716"/>
                </a:lnTo>
                <a:lnTo>
                  <a:pt x="71628" y="12192"/>
                </a:lnTo>
                <a:lnTo>
                  <a:pt x="68580" y="10668"/>
                </a:lnTo>
                <a:lnTo>
                  <a:pt x="65532" y="7620"/>
                </a:lnTo>
                <a:lnTo>
                  <a:pt x="65532" y="6096"/>
                </a:lnTo>
                <a:lnTo>
                  <a:pt x="64008" y="3048"/>
                </a:lnTo>
                <a:lnTo>
                  <a:pt x="64008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08" y="33528"/>
                </a:lnTo>
                <a:lnTo>
                  <a:pt x="64008" y="25908"/>
                </a:lnTo>
                <a:lnTo>
                  <a:pt x="65532" y="25908"/>
                </a:lnTo>
                <a:lnTo>
                  <a:pt x="65532" y="24384"/>
                </a:lnTo>
                <a:lnTo>
                  <a:pt x="67056" y="22860"/>
                </a:lnTo>
                <a:lnTo>
                  <a:pt x="77724" y="22860"/>
                </a:lnTo>
                <a:lnTo>
                  <a:pt x="80772" y="24384"/>
                </a:lnTo>
                <a:lnTo>
                  <a:pt x="143256" y="48768"/>
                </a:lnTo>
                <a:lnTo>
                  <a:pt x="86868" y="76200"/>
                </a:lnTo>
                <a:lnTo>
                  <a:pt x="80772" y="79248"/>
                </a:lnTo>
                <a:lnTo>
                  <a:pt x="76200" y="80772"/>
                </a:lnTo>
                <a:lnTo>
                  <a:pt x="70104" y="80772"/>
                </a:lnTo>
                <a:lnTo>
                  <a:pt x="67056" y="77724"/>
                </a:lnTo>
                <a:lnTo>
                  <a:pt x="64008" y="76200"/>
                </a:lnTo>
                <a:lnTo>
                  <a:pt x="64008" y="67056"/>
                </a:lnTo>
                <a:lnTo>
                  <a:pt x="60960" y="67056"/>
                </a:lnTo>
                <a:lnTo>
                  <a:pt x="60960" y="118872"/>
                </a:lnTo>
                <a:lnTo>
                  <a:pt x="64008" y="118872"/>
                </a:lnTo>
                <a:lnTo>
                  <a:pt x="65532" y="115824"/>
                </a:lnTo>
                <a:lnTo>
                  <a:pt x="65532" y="112776"/>
                </a:lnTo>
                <a:lnTo>
                  <a:pt x="67056" y="109728"/>
                </a:lnTo>
                <a:lnTo>
                  <a:pt x="68580" y="109728"/>
                </a:lnTo>
                <a:lnTo>
                  <a:pt x="73152" y="105156"/>
                </a:lnTo>
                <a:lnTo>
                  <a:pt x="77724" y="102108"/>
                </a:lnTo>
                <a:lnTo>
                  <a:pt x="83820" y="99060"/>
                </a:lnTo>
                <a:lnTo>
                  <a:pt x="122516" y="80772"/>
                </a:lnTo>
                <a:lnTo>
                  <a:pt x="167640" y="59436"/>
                </a:lnTo>
                <a:lnTo>
                  <a:pt x="187452" y="67056"/>
                </a:lnTo>
                <a:lnTo>
                  <a:pt x="195072" y="70104"/>
                </a:lnTo>
                <a:lnTo>
                  <a:pt x="199644" y="73152"/>
                </a:lnTo>
                <a:lnTo>
                  <a:pt x="201168" y="76200"/>
                </a:lnTo>
                <a:lnTo>
                  <a:pt x="204216" y="79248"/>
                </a:lnTo>
                <a:lnTo>
                  <a:pt x="205740" y="82296"/>
                </a:lnTo>
                <a:lnTo>
                  <a:pt x="205740" y="85344"/>
                </a:lnTo>
                <a:lnTo>
                  <a:pt x="204216" y="86868"/>
                </a:lnTo>
                <a:lnTo>
                  <a:pt x="204216" y="89916"/>
                </a:lnTo>
                <a:lnTo>
                  <a:pt x="201168" y="94488"/>
                </a:lnTo>
                <a:lnTo>
                  <a:pt x="201168" y="105156"/>
                </a:lnTo>
                <a:lnTo>
                  <a:pt x="205740" y="114300"/>
                </a:lnTo>
                <a:lnTo>
                  <a:pt x="214884" y="114300"/>
                </a:lnTo>
                <a:lnTo>
                  <a:pt x="217932" y="112776"/>
                </a:lnTo>
                <a:lnTo>
                  <a:pt x="224028" y="106680"/>
                </a:lnTo>
                <a:lnTo>
                  <a:pt x="225552" y="103632"/>
                </a:lnTo>
                <a:lnTo>
                  <a:pt x="22555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p21"/>
          <p:cNvSpPr/>
          <p:nvPr/>
        </p:nvSpPr>
        <p:spPr>
          <a:xfrm>
            <a:off x="4003547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9144" y="9144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1816" y="9144"/>
                </a:lnTo>
                <a:lnTo>
                  <a:pt x="57912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51816" y="51816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" name="Google Shape;1142;p21"/>
          <p:cNvSpPr/>
          <p:nvPr/>
        </p:nvSpPr>
        <p:spPr>
          <a:xfrm>
            <a:off x="3942588" y="8290560"/>
            <a:ext cx="175260" cy="567055"/>
          </a:xfrm>
          <a:custGeom>
            <a:rect b="b" l="l" r="r" t="t"/>
            <a:pathLst>
              <a:path extrusionOk="0" h="567054" w="175260">
                <a:moveTo>
                  <a:pt x="172212" y="356616"/>
                </a:moveTo>
                <a:lnTo>
                  <a:pt x="169164" y="356616"/>
                </a:lnTo>
                <a:lnTo>
                  <a:pt x="169164" y="368808"/>
                </a:lnTo>
                <a:lnTo>
                  <a:pt x="167640" y="373380"/>
                </a:lnTo>
                <a:lnTo>
                  <a:pt x="164592" y="376428"/>
                </a:lnTo>
                <a:lnTo>
                  <a:pt x="161544" y="377952"/>
                </a:lnTo>
                <a:lnTo>
                  <a:pt x="153924" y="379476"/>
                </a:lnTo>
                <a:lnTo>
                  <a:pt x="21336" y="379476"/>
                </a:lnTo>
                <a:lnTo>
                  <a:pt x="18288" y="376428"/>
                </a:lnTo>
                <a:lnTo>
                  <a:pt x="13716" y="374904"/>
                </a:lnTo>
                <a:lnTo>
                  <a:pt x="10668" y="368808"/>
                </a:lnTo>
                <a:lnTo>
                  <a:pt x="10668" y="356616"/>
                </a:lnTo>
                <a:lnTo>
                  <a:pt x="7607" y="356616"/>
                </a:lnTo>
                <a:lnTo>
                  <a:pt x="7607" y="402336"/>
                </a:lnTo>
                <a:lnTo>
                  <a:pt x="135636" y="461772"/>
                </a:lnTo>
                <a:lnTo>
                  <a:pt x="7607" y="521208"/>
                </a:lnTo>
                <a:lnTo>
                  <a:pt x="7607" y="566928"/>
                </a:lnTo>
                <a:lnTo>
                  <a:pt x="10668" y="566928"/>
                </a:lnTo>
                <a:lnTo>
                  <a:pt x="10668" y="560832"/>
                </a:lnTo>
                <a:lnTo>
                  <a:pt x="12192" y="556260"/>
                </a:lnTo>
                <a:lnTo>
                  <a:pt x="15240" y="550164"/>
                </a:lnTo>
                <a:lnTo>
                  <a:pt x="16764" y="548640"/>
                </a:lnTo>
                <a:lnTo>
                  <a:pt x="22860" y="545592"/>
                </a:lnTo>
                <a:lnTo>
                  <a:pt x="28956" y="544068"/>
                </a:lnTo>
                <a:lnTo>
                  <a:pt x="153924" y="544068"/>
                </a:lnTo>
                <a:lnTo>
                  <a:pt x="160020" y="545592"/>
                </a:lnTo>
                <a:lnTo>
                  <a:pt x="163068" y="547116"/>
                </a:lnTo>
                <a:lnTo>
                  <a:pt x="167640" y="550164"/>
                </a:lnTo>
                <a:lnTo>
                  <a:pt x="169164" y="554736"/>
                </a:lnTo>
                <a:lnTo>
                  <a:pt x="169164" y="566928"/>
                </a:lnTo>
                <a:lnTo>
                  <a:pt x="172212" y="566928"/>
                </a:lnTo>
                <a:lnTo>
                  <a:pt x="172212" y="510540"/>
                </a:lnTo>
                <a:lnTo>
                  <a:pt x="169164" y="510540"/>
                </a:lnTo>
                <a:lnTo>
                  <a:pt x="169164" y="522732"/>
                </a:lnTo>
                <a:lnTo>
                  <a:pt x="167640" y="527304"/>
                </a:lnTo>
                <a:lnTo>
                  <a:pt x="161544" y="533400"/>
                </a:lnTo>
                <a:lnTo>
                  <a:pt x="33528" y="533400"/>
                </a:lnTo>
                <a:lnTo>
                  <a:pt x="172212" y="469392"/>
                </a:lnTo>
                <a:lnTo>
                  <a:pt x="172212" y="466344"/>
                </a:lnTo>
                <a:lnTo>
                  <a:pt x="33528" y="402336"/>
                </a:lnTo>
                <a:lnTo>
                  <a:pt x="153924" y="402336"/>
                </a:lnTo>
                <a:lnTo>
                  <a:pt x="169164" y="425196"/>
                </a:lnTo>
                <a:lnTo>
                  <a:pt x="172212" y="425196"/>
                </a:lnTo>
                <a:lnTo>
                  <a:pt x="172212" y="356616"/>
                </a:lnTo>
                <a:close/>
              </a:path>
              <a:path extrusionOk="0" h="567054" w="175260">
                <a:moveTo>
                  <a:pt x="172212" y="0"/>
                </a:moveTo>
                <a:lnTo>
                  <a:pt x="169164" y="0"/>
                </a:lnTo>
                <a:lnTo>
                  <a:pt x="169164" y="9144"/>
                </a:lnTo>
                <a:lnTo>
                  <a:pt x="167640" y="10668"/>
                </a:lnTo>
                <a:lnTo>
                  <a:pt x="166116" y="13716"/>
                </a:lnTo>
                <a:lnTo>
                  <a:pt x="164592" y="15240"/>
                </a:lnTo>
                <a:lnTo>
                  <a:pt x="163068" y="15240"/>
                </a:lnTo>
                <a:lnTo>
                  <a:pt x="160020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6764" y="39624"/>
                </a:lnTo>
                <a:lnTo>
                  <a:pt x="18288" y="39624"/>
                </a:lnTo>
                <a:lnTo>
                  <a:pt x="19812" y="38100"/>
                </a:lnTo>
                <a:lnTo>
                  <a:pt x="22860" y="38100"/>
                </a:lnTo>
                <a:lnTo>
                  <a:pt x="25908" y="36576"/>
                </a:lnTo>
                <a:lnTo>
                  <a:pt x="155448" y="36576"/>
                </a:lnTo>
                <a:lnTo>
                  <a:pt x="160020" y="38100"/>
                </a:lnTo>
                <a:lnTo>
                  <a:pt x="163068" y="38100"/>
                </a:lnTo>
                <a:lnTo>
                  <a:pt x="164592" y="39624"/>
                </a:lnTo>
                <a:lnTo>
                  <a:pt x="167640" y="41148"/>
                </a:lnTo>
                <a:lnTo>
                  <a:pt x="167640" y="42672"/>
                </a:lnTo>
                <a:lnTo>
                  <a:pt x="169164" y="44196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567054" w="175260">
                <a:moveTo>
                  <a:pt x="175247" y="88392"/>
                </a:moveTo>
                <a:lnTo>
                  <a:pt x="158483" y="62484"/>
                </a:lnTo>
                <a:lnTo>
                  <a:pt x="150863" y="62484"/>
                </a:lnTo>
                <a:lnTo>
                  <a:pt x="160007" y="71628"/>
                </a:lnTo>
                <a:lnTo>
                  <a:pt x="160007" y="77724"/>
                </a:lnTo>
                <a:lnTo>
                  <a:pt x="156959" y="80772"/>
                </a:lnTo>
                <a:lnTo>
                  <a:pt x="85331" y="80772"/>
                </a:lnTo>
                <a:lnTo>
                  <a:pt x="79235" y="82296"/>
                </a:lnTo>
                <a:lnTo>
                  <a:pt x="70091" y="85344"/>
                </a:lnTo>
                <a:lnTo>
                  <a:pt x="65519" y="89916"/>
                </a:lnTo>
                <a:lnTo>
                  <a:pt x="63995" y="94488"/>
                </a:lnTo>
                <a:lnTo>
                  <a:pt x="59423" y="100584"/>
                </a:lnTo>
                <a:lnTo>
                  <a:pt x="57899" y="108204"/>
                </a:lnTo>
                <a:lnTo>
                  <a:pt x="57988" y="120307"/>
                </a:lnTo>
                <a:lnTo>
                  <a:pt x="58051" y="121373"/>
                </a:lnTo>
                <a:lnTo>
                  <a:pt x="58178" y="123444"/>
                </a:lnTo>
                <a:lnTo>
                  <a:pt x="58470" y="128358"/>
                </a:lnTo>
                <a:lnTo>
                  <a:pt x="79235" y="160020"/>
                </a:lnTo>
                <a:lnTo>
                  <a:pt x="92951" y="160020"/>
                </a:lnTo>
                <a:lnTo>
                  <a:pt x="97523" y="155448"/>
                </a:lnTo>
                <a:lnTo>
                  <a:pt x="97523" y="144780"/>
                </a:lnTo>
                <a:lnTo>
                  <a:pt x="94475" y="143256"/>
                </a:lnTo>
                <a:lnTo>
                  <a:pt x="92951" y="141732"/>
                </a:lnTo>
                <a:lnTo>
                  <a:pt x="89903" y="140208"/>
                </a:lnTo>
                <a:lnTo>
                  <a:pt x="76187" y="140208"/>
                </a:lnTo>
                <a:lnTo>
                  <a:pt x="73139" y="138684"/>
                </a:lnTo>
                <a:lnTo>
                  <a:pt x="67043" y="132588"/>
                </a:lnTo>
                <a:lnTo>
                  <a:pt x="65633" y="128358"/>
                </a:lnTo>
                <a:lnTo>
                  <a:pt x="65519" y="115824"/>
                </a:lnTo>
                <a:lnTo>
                  <a:pt x="68567" y="109728"/>
                </a:lnTo>
                <a:lnTo>
                  <a:pt x="71615" y="106680"/>
                </a:lnTo>
                <a:lnTo>
                  <a:pt x="76187" y="103632"/>
                </a:lnTo>
                <a:lnTo>
                  <a:pt x="83807" y="100584"/>
                </a:lnTo>
                <a:lnTo>
                  <a:pt x="99047" y="100584"/>
                </a:lnTo>
                <a:lnTo>
                  <a:pt x="104482" y="114541"/>
                </a:lnTo>
                <a:lnTo>
                  <a:pt x="109334" y="126492"/>
                </a:lnTo>
                <a:lnTo>
                  <a:pt x="113626" y="136169"/>
                </a:lnTo>
                <a:lnTo>
                  <a:pt x="113753" y="136398"/>
                </a:lnTo>
                <a:lnTo>
                  <a:pt x="117335" y="143256"/>
                </a:lnTo>
                <a:lnTo>
                  <a:pt x="121907" y="152400"/>
                </a:lnTo>
                <a:lnTo>
                  <a:pt x="128003" y="158496"/>
                </a:lnTo>
                <a:lnTo>
                  <a:pt x="132575" y="161544"/>
                </a:lnTo>
                <a:lnTo>
                  <a:pt x="141719" y="164592"/>
                </a:lnTo>
                <a:lnTo>
                  <a:pt x="155435" y="164592"/>
                </a:lnTo>
                <a:lnTo>
                  <a:pt x="163055" y="163068"/>
                </a:lnTo>
                <a:lnTo>
                  <a:pt x="167627" y="156972"/>
                </a:lnTo>
                <a:lnTo>
                  <a:pt x="173723" y="152400"/>
                </a:lnTo>
                <a:lnTo>
                  <a:pt x="175247" y="146304"/>
                </a:lnTo>
                <a:lnTo>
                  <a:pt x="175247" y="144780"/>
                </a:lnTo>
                <a:lnTo>
                  <a:pt x="175247" y="128016"/>
                </a:lnTo>
                <a:lnTo>
                  <a:pt x="172199" y="123444"/>
                </a:lnTo>
                <a:lnTo>
                  <a:pt x="170472" y="120307"/>
                </a:lnTo>
                <a:lnTo>
                  <a:pt x="167436" y="115443"/>
                </a:lnTo>
                <a:lnTo>
                  <a:pt x="162991" y="108877"/>
                </a:lnTo>
                <a:lnTo>
                  <a:pt x="160007" y="104775"/>
                </a:lnTo>
                <a:lnTo>
                  <a:pt x="160007" y="126492"/>
                </a:lnTo>
                <a:lnTo>
                  <a:pt x="160007" y="131064"/>
                </a:lnTo>
                <a:lnTo>
                  <a:pt x="158483" y="135636"/>
                </a:lnTo>
                <a:lnTo>
                  <a:pt x="155435" y="140208"/>
                </a:lnTo>
                <a:lnTo>
                  <a:pt x="150863" y="143256"/>
                </a:lnTo>
                <a:lnTo>
                  <a:pt x="146291" y="144780"/>
                </a:lnTo>
                <a:lnTo>
                  <a:pt x="135623" y="144780"/>
                </a:lnTo>
                <a:lnTo>
                  <a:pt x="132575" y="143256"/>
                </a:lnTo>
                <a:lnTo>
                  <a:pt x="128003" y="140208"/>
                </a:lnTo>
                <a:lnTo>
                  <a:pt x="124955" y="138684"/>
                </a:lnTo>
                <a:lnTo>
                  <a:pt x="120383" y="132588"/>
                </a:lnTo>
                <a:lnTo>
                  <a:pt x="117335" y="126492"/>
                </a:lnTo>
                <a:lnTo>
                  <a:pt x="115671" y="122453"/>
                </a:lnTo>
                <a:lnTo>
                  <a:pt x="113144" y="116967"/>
                </a:lnTo>
                <a:lnTo>
                  <a:pt x="110032" y="109728"/>
                </a:lnTo>
                <a:lnTo>
                  <a:pt x="106667" y="100584"/>
                </a:lnTo>
                <a:lnTo>
                  <a:pt x="149339" y="100584"/>
                </a:lnTo>
                <a:lnTo>
                  <a:pt x="154178" y="108204"/>
                </a:lnTo>
                <a:lnTo>
                  <a:pt x="157530" y="115252"/>
                </a:lnTo>
                <a:lnTo>
                  <a:pt x="157594" y="115443"/>
                </a:lnTo>
                <a:lnTo>
                  <a:pt x="157708" y="115824"/>
                </a:lnTo>
                <a:lnTo>
                  <a:pt x="159423" y="121373"/>
                </a:lnTo>
                <a:lnTo>
                  <a:pt x="159537" y="122453"/>
                </a:lnTo>
                <a:lnTo>
                  <a:pt x="159664" y="123444"/>
                </a:lnTo>
                <a:lnTo>
                  <a:pt x="160007" y="126492"/>
                </a:lnTo>
                <a:lnTo>
                  <a:pt x="160007" y="104775"/>
                </a:lnTo>
                <a:lnTo>
                  <a:pt x="156959" y="100584"/>
                </a:lnTo>
                <a:lnTo>
                  <a:pt x="163055" y="100584"/>
                </a:lnTo>
                <a:lnTo>
                  <a:pt x="169151" y="99060"/>
                </a:lnTo>
                <a:lnTo>
                  <a:pt x="173723" y="94488"/>
                </a:lnTo>
                <a:lnTo>
                  <a:pt x="175247" y="91440"/>
                </a:lnTo>
                <a:lnTo>
                  <a:pt x="175247" y="88392"/>
                </a:lnTo>
                <a:close/>
              </a:path>
              <a:path extrusionOk="0" h="567054" w="175260">
                <a:moveTo>
                  <a:pt x="175260" y="292608"/>
                </a:moveTo>
                <a:lnTo>
                  <a:pt x="155943" y="256984"/>
                </a:lnTo>
                <a:lnTo>
                  <a:pt x="132588" y="248412"/>
                </a:lnTo>
                <a:lnTo>
                  <a:pt x="129540" y="251460"/>
                </a:lnTo>
                <a:lnTo>
                  <a:pt x="140208" y="254508"/>
                </a:lnTo>
                <a:lnTo>
                  <a:pt x="146304" y="259080"/>
                </a:lnTo>
                <a:lnTo>
                  <a:pt x="150876" y="263652"/>
                </a:lnTo>
                <a:lnTo>
                  <a:pt x="153924" y="269748"/>
                </a:lnTo>
                <a:lnTo>
                  <a:pt x="155448" y="275844"/>
                </a:lnTo>
                <a:lnTo>
                  <a:pt x="155384" y="283997"/>
                </a:lnTo>
                <a:lnTo>
                  <a:pt x="134035" y="316026"/>
                </a:lnTo>
                <a:lnTo>
                  <a:pt x="102108" y="323088"/>
                </a:lnTo>
                <a:lnTo>
                  <a:pt x="102108" y="272796"/>
                </a:lnTo>
                <a:lnTo>
                  <a:pt x="102108" y="248412"/>
                </a:lnTo>
                <a:lnTo>
                  <a:pt x="94488" y="248881"/>
                </a:lnTo>
                <a:lnTo>
                  <a:pt x="94488" y="272796"/>
                </a:lnTo>
                <a:lnTo>
                  <a:pt x="94488" y="323088"/>
                </a:lnTo>
                <a:lnTo>
                  <a:pt x="65532" y="301752"/>
                </a:lnTo>
                <a:lnTo>
                  <a:pt x="65532" y="291084"/>
                </a:lnTo>
                <a:lnTo>
                  <a:pt x="67056" y="288036"/>
                </a:lnTo>
                <a:lnTo>
                  <a:pt x="70104" y="283464"/>
                </a:lnTo>
                <a:lnTo>
                  <a:pt x="71628" y="280416"/>
                </a:lnTo>
                <a:lnTo>
                  <a:pt x="80772" y="274320"/>
                </a:lnTo>
                <a:lnTo>
                  <a:pt x="83820" y="272796"/>
                </a:lnTo>
                <a:lnTo>
                  <a:pt x="94488" y="272796"/>
                </a:lnTo>
                <a:lnTo>
                  <a:pt x="94488" y="248881"/>
                </a:lnTo>
                <a:lnTo>
                  <a:pt x="61150" y="273177"/>
                </a:lnTo>
                <a:lnTo>
                  <a:pt x="57912" y="289560"/>
                </a:lnTo>
                <a:lnTo>
                  <a:pt x="59029" y="300418"/>
                </a:lnTo>
                <a:lnTo>
                  <a:pt x="83286" y="332384"/>
                </a:lnTo>
                <a:lnTo>
                  <a:pt x="118872" y="341376"/>
                </a:lnTo>
                <a:lnTo>
                  <a:pt x="130873" y="340499"/>
                </a:lnTo>
                <a:lnTo>
                  <a:pt x="141732" y="337756"/>
                </a:lnTo>
                <a:lnTo>
                  <a:pt x="151447" y="333019"/>
                </a:lnTo>
                <a:lnTo>
                  <a:pt x="160020" y="326136"/>
                </a:lnTo>
                <a:lnTo>
                  <a:pt x="162941" y="323088"/>
                </a:lnTo>
                <a:lnTo>
                  <a:pt x="166890" y="318973"/>
                </a:lnTo>
                <a:lnTo>
                  <a:pt x="171640" y="311086"/>
                </a:lnTo>
                <a:lnTo>
                  <a:pt x="171691" y="310896"/>
                </a:lnTo>
                <a:lnTo>
                  <a:pt x="174371" y="302348"/>
                </a:lnTo>
                <a:lnTo>
                  <a:pt x="174421" y="301752"/>
                </a:lnTo>
                <a:lnTo>
                  <a:pt x="174548" y="300418"/>
                </a:lnTo>
                <a:lnTo>
                  <a:pt x="175260" y="292608"/>
                </a:lnTo>
                <a:close/>
              </a:path>
              <a:path extrusionOk="0" h="567054" w="175260">
                <a:moveTo>
                  <a:pt x="175260" y="195072"/>
                </a:moveTo>
                <a:lnTo>
                  <a:pt x="173736" y="190500"/>
                </a:lnTo>
                <a:lnTo>
                  <a:pt x="169164" y="184404"/>
                </a:lnTo>
                <a:lnTo>
                  <a:pt x="166116" y="179832"/>
                </a:lnTo>
                <a:lnTo>
                  <a:pt x="160020" y="175260"/>
                </a:lnTo>
                <a:lnTo>
                  <a:pt x="150876" y="172212"/>
                </a:lnTo>
                <a:lnTo>
                  <a:pt x="150876" y="178308"/>
                </a:lnTo>
                <a:lnTo>
                  <a:pt x="156972" y="181356"/>
                </a:lnTo>
                <a:lnTo>
                  <a:pt x="160020" y="187452"/>
                </a:lnTo>
                <a:lnTo>
                  <a:pt x="160020" y="195072"/>
                </a:lnTo>
                <a:lnTo>
                  <a:pt x="158496" y="198120"/>
                </a:lnTo>
                <a:lnTo>
                  <a:pt x="153924" y="202692"/>
                </a:lnTo>
                <a:lnTo>
                  <a:pt x="68580" y="202692"/>
                </a:lnTo>
                <a:lnTo>
                  <a:pt x="68580" y="176784"/>
                </a:lnTo>
                <a:lnTo>
                  <a:pt x="60960" y="176784"/>
                </a:lnTo>
                <a:lnTo>
                  <a:pt x="60960" y="202692"/>
                </a:lnTo>
                <a:lnTo>
                  <a:pt x="24384" y="202692"/>
                </a:lnTo>
                <a:lnTo>
                  <a:pt x="24384" y="205740"/>
                </a:lnTo>
                <a:lnTo>
                  <a:pt x="33528" y="208788"/>
                </a:lnTo>
                <a:lnTo>
                  <a:pt x="38100" y="211836"/>
                </a:lnTo>
                <a:lnTo>
                  <a:pt x="41148" y="213360"/>
                </a:lnTo>
                <a:lnTo>
                  <a:pt x="47244" y="217932"/>
                </a:lnTo>
                <a:lnTo>
                  <a:pt x="60960" y="231648"/>
                </a:lnTo>
                <a:lnTo>
                  <a:pt x="64008" y="236220"/>
                </a:lnTo>
                <a:lnTo>
                  <a:pt x="65532" y="240792"/>
                </a:lnTo>
                <a:lnTo>
                  <a:pt x="68580" y="240792"/>
                </a:lnTo>
                <a:lnTo>
                  <a:pt x="68580" y="222504"/>
                </a:lnTo>
                <a:lnTo>
                  <a:pt x="160020" y="222504"/>
                </a:lnTo>
                <a:lnTo>
                  <a:pt x="163068" y="219456"/>
                </a:lnTo>
                <a:lnTo>
                  <a:pt x="167640" y="217932"/>
                </a:lnTo>
                <a:lnTo>
                  <a:pt x="170688" y="216408"/>
                </a:lnTo>
                <a:lnTo>
                  <a:pt x="172212" y="211836"/>
                </a:lnTo>
                <a:lnTo>
                  <a:pt x="175260" y="208788"/>
                </a:lnTo>
                <a:lnTo>
                  <a:pt x="175260" y="1950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" name="Google Shape;1143;p21"/>
          <p:cNvSpPr/>
          <p:nvPr/>
        </p:nvSpPr>
        <p:spPr>
          <a:xfrm>
            <a:off x="3942575" y="7627620"/>
            <a:ext cx="175895" cy="588645"/>
          </a:xfrm>
          <a:custGeom>
            <a:rect b="b" l="l" r="r" t="t"/>
            <a:pathLst>
              <a:path extrusionOk="0" h="588645" w="175895">
                <a:moveTo>
                  <a:pt x="24384" y="251460"/>
                </a:moveTo>
                <a:lnTo>
                  <a:pt x="21336" y="248412"/>
                </a:lnTo>
                <a:lnTo>
                  <a:pt x="15240" y="245364"/>
                </a:lnTo>
                <a:lnTo>
                  <a:pt x="9144" y="245364"/>
                </a:lnTo>
                <a:lnTo>
                  <a:pt x="6096" y="246888"/>
                </a:lnTo>
                <a:lnTo>
                  <a:pt x="1524" y="251460"/>
                </a:lnTo>
                <a:lnTo>
                  <a:pt x="0" y="254508"/>
                </a:lnTo>
                <a:lnTo>
                  <a:pt x="0" y="260604"/>
                </a:lnTo>
                <a:lnTo>
                  <a:pt x="1524" y="263652"/>
                </a:lnTo>
                <a:lnTo>
                  <a:pt x="6096" y="268224"/>
                </a:lnTo>
                <a:lnTo>
                  <a:pt x="9144" y="269748"/>
                </a:lnTo>
                <a:lnTo>
                  <a:pt x="15240" y="269748"/>
                </a:lnTo>
                <a:lnTo>
                  <a:pt x="21336" y="266700"/>
                </a:lnTo>
                <a:lnTo>
                  <a:pt x="24384" y="263652"/>
                </a:lnTo>
                <a:lnTo>
                  <a:pt x="24384" y="251460"/>
                </a:lnTo>
                <a:close/>
              </a:path>
              <a:path extrusionOk="0" h="588645" w="175895">
                <a:moveTo>
                  <a:pt x="172212" y="230124"/>
                </a:moveTo>
                <a:lnTo>
                  <a:pt x="169164" y="230124"/>
                </a:lnTo>
                <a:lnTo>
                  <a:pt x="169164" y="239268"/>
                </a:lnTo>
                <a:lnTo>
                  <a:pt x="163068" y="245364"/>
                </a:lnTo>
                <a:lnTo>
                  <a:pt x="160020" y="246888"/>
                </a:lnTo>
                <a:lnTo>
                  <a:pt x="57912" y="246888"/>
                </a:lnTo>
                <a:lnTo>
                  <a:pt x="57912" y="251460"/>
                </a:lnTo>
                <a:lnTo>
                  <a:pt x="71628" y="284988"/>
                </a:lnTo>
                <a:lnTo>
                  <a:pt x="74676" y="283464"/>
                </a:lnTo>
                <a:lnTo>
                  <a:pt x="74676" y="280416"/>
                </a:lnTo>
                <a:lnTo>
                  <a:pt x="73152" y="277368"/>
                </a:lnTo>
                <a:lnTo>
                  <a:pt x="73152" y="271272"/>
                </a:lnTo>
                <a:lnTo>
                  <a:pt x="74676" y="269748"/>
                </a:lnTo>
                <a:lnTo>
                  <a:pt x="76200" y="269748"/>
                </a:lnTo>
                <a:lnTo>
                  <a:pt x="77724" y="268224"/>
                </a:lnTo>
                <a:lnTo>
                  <a:pt x="80772" y="268224"/>
                </a:lnTo>
                <a:lnTo>
                  <a:pt x="83820" y="266700"/>
                </a:lnTo>
                <a:lnTo>
                  <a:pt x="160020" y="266700"/>
                </a:lnTo>
                <a:lnTo>
                  <a:pt x="163068" y="268224"/>
                </a:lnTo>
                <a:lnTo>
                  <a:pt x="164592" y="269748"/>
                </a:lnTo>
                <a:lnTo>
                  <a:pt x="167640" y="271272"/>
                </a:lnTo>
                <a:lnTo>
                  <a:pt x="167640" y="272796"/>
                </a:lnTo>
                <a:lnTo>
                  <a:pt x="169164" y="274320"/>
                </a:lnTo>
                <a:lnTo>
                  <a:pt x="169164" y="283464"/>
                </a:lnTo>
                <a:lnTo>
                  <a:pt x="172212" y="283464"/>
                </a:lnTo>
                <a:lnTo>
                  <a:pt x="172212" y="266700"/>
                </a:lnTo>
                <a:lnTo>
                  <a:pt x="172212" y="230124"/>
                </a:lnTo>
                <a:close/>
              </a:path>
              <a:path extrusionOk="0" h="588645" w="175895">
                <a:moveTo>
                  <a:pt x="172224" y="298704"/>
                </a:moveTo>
                <a:lnTo>
                  <a:pt x="167652" y="298704"/>
                </a:lnTo>
                <a:lnTo>
                  <a:pt x="167652" y="303276"/>
                </a:lnTo>
                <a:lnTo>
                  <a:pt x="163080" y="312420"/>
                </a:lnTo>
                <a:lnTo>
                  <a:pt x="156984" y="316992"/>
                </a:lnTo>
                <a:lnTo>
                  <a:pt x="146316" y="324612"/>
                </a:lnTo>
                <a:lnTo>
                  <a:pt x="108216" y="350520"/>
                </a:lnTo>
                <a:lnTo>
                  <a:pt x="86880" y="335280"/>
                </a:lnTo>
                <a:lnTo>
                  <a:pt x="77736" y="327660"/>
                </a:lnTo>
                <a:lnTo>
                  <a:pt x="65544" y="315468"/>
                </a:lnTo>
                <a:lnTo>
                  <a:pt x="64020" y="310896"/>
                </a:lnTo>
                <a:lnTo>
                  <a:pt x="64020" y="307848"/>
                </a:lnTo>
                <a:lnTo>
                  <a:pt x="60972" y="307848"/>
                </a:lnTo>
                <a:lnTo>
                  <a:pt x="60972" y="344424"/>
                </a:lnTo>
                <a:lnTo>
                  <a:pt x="64020" y="344424"/>
                </a:lnTo>
                <a:lnTo>
                  <a:pt x="64020" y="341376"/>
                </a:lnTo>
                <a:lnTo>
                  <a:pt x="65544" y="338328"/>
                </a:lnTo>
                <a:lnTo>
                  <a:pt x="68592" y="335280"/>
                </a:lnTo>
                <a:lnTo>
                  <a:pt x="74688" y="335280"/>
                </a:lnTo>
                <a:lnTo>
                  <a:pt x="80784" y="338328"/>
                </a:lnTo>
                <a:lnTo>
                  <a:pt x="89928" y="345948"/>
                </a:lnTo>
                <a:lnTo>
                  <a:pt x="100596" y="355092"/>
                </a:lnTo>
                <a:lnTo>
                  <a:pt x="86880" y="365760"/>
                </a:lnTo>
                <a:lnTo>
                  <a:pt x="83832" y="367284"/>
                </a:lnTo>
                <a:lnTo>
                  <a:pt x="80784" y="370332"/>
                </a:lnTo>
                <a:lnTo>
                  <a:pt x="76212" y="373380"/>
                </a:lnTo>
                <a:lnTo>
                  <a:pt x="73164" y="374904"/>
                </a:lnTo>
                <a:lnTo>
                  <a:pt x="68592" y="374904"/>
                </a:lnTo>
                <a:lnTo>
                  <a:pt x="65544" y="371856"/>
                </a:lnTo>
                <a:lnTo>
                  <a:pt x="64020" y="368808"/>
                </a:lnTo>
                <a:lnTo>
                  <a:pt x="64020" y="365760"/>
                </a:lnTo>
                <a:lnTo>
                  <a:pt x="60972" y="365760"/>
                </a:lnTo>
                <a:lnTo>
                  <a:pt x="60972" y="417576"/>
                </a:lnTo>
                <a:lnTo>
                  <a:pt x="64020" y="417576"/>
                </a:lnTo>
                <a:lnTo>
                  <a:pt x="64020" y="413004"/>
                </a:lnTo>
                <a:lnTo>
                  <a:pt x="65544" y="408432"/>
                </a:lnTo>
                <a:lnTo>
                  <a:pt x="68592" y="405384"/>
                </a:lnTo>
                <a:lnTo>
                  <a:pt x="70116" y="402336"/>
                </a:lnTo>
                <a:lnTo>
                  <a:pt x="76212" y="397764"/>
                </a:lnTo>
                <a:lnTo>
                  <a:pt x="83832" y="391668"/>
                </a:lnTo>
                <a:lnTo>
                  <a:pt x="108419" y="374904"/>
                </a:lnTo>
                <a:lnTo>
                  <a:pt x="117360" y="368808"/>
                </a:lnTo>
                <a:lnTo>
                  <a:pt x="146316" y="391668"/>
                </a:lnTo>
                <a:lnTo>
                  <a:pt x="156984" y="397764"/>
                </a:lnTo>
                <a:lnTo>
                  <a:pt x="163080" y="403860"/>
                </a:lnTo>
                <a:lnTo>
                  <a:pt x="164604" y="406908"/>
                </a:lnTo>
                <a:lnTo>
                  <a:pt x="166128" y="408432"/>
                </a:lnTo>
                <a:lnTo>
                  <a:pt x="167652" y="411480"/>
                </a:lnTo>
                <a:lnTo>
                  <a:pt x="167652" y="414528"/>
                </a:lnTo>
                <a:lnTo>
                  <a:pt x="172224" y="414528"/>
                </a:lnTo>
                <a:lnTo>
                  <a:pt x="172224" y="390144"/>
                </a:lnTo>
                <a:lnTo>
                  <a:pt x="172224" y="377952"/>
                </a:lnTo>
                <a:lnTo>
                  <a:pt x="167652" y="377952"/>
                </a:lnTo>
                <a:lnTo>
                  <a:pt x="167652" y="384048"/>
                </a:lnTo>
                <a:lnTo>
                  <a:pt x="166128" y="387096"/>
                </a:lnTo>
                <a:lnTo>
                  <a:pt x="163080" y="388620"/>
                </a:lnTo>
                <a:lnTo>
                  <a:pt x="161556" y="390144"/>
                </a:lnTo>
                <a:lnTo>
                  <a:pt x="158508" y="390144"/>
                </a:lnTo>
                <a:lnTo>
                  <a:pt x="153936" y="387096"/>
                </a:lnTo>
                <a:lnTo>
                  <a:pt x="146316" y="381000"/>
                </a:lnTo>
                <a:lnTo>
                  <a:pt x="129679" y="368808"/>
                </a:lnTo>
                <a:lnTo>
                  <a:pt x="123456" y="364236"/>
                </a:lnTo>
                <a:lnTo>
                  <a:pt x="143395" y="350520"/>
                </a:lnTo>
                <a:lnTo>
                  <a:pt x="147840" y="347472"/>
                </a:lnTo>
                <a:lnTo>
                  <a:pt x="155460" y="342900"/>
                </a:lnTo>
                <a:lnTo>
                  <a:pt x="160032" y="339852"/>
                </a:lnTo>
                <a:lnTo>
                  <a:pt x="164604" y="339852"/>
                </a:lnTo>
                <a:lnTo>
                  <a:pt x="166128" y="342900"/>
                </a:lnTo>
                <a:lnTo>
                  <a:pt x="167652" y="344424"/>
                </a:lnTo>
                <a:lnTo>
                  <a:pt x="167652" y="352044"/>
                </a:lnTo>
                <a:lnTo>
                  <a:pt x="172224" y="352044"/>
                </a:lnTo>
                <a:lnTo>
                  <a:pt x="172224" y="339852"/>
                </a:lnTo>
                <a:lnTo>
                  <a:pt x="172224" y="298704"/>
                </a:lnTo>
                <a:close/>
              </a:path>
              <a:path extrusionOk="0" h="588645" w="175895">
                <a:moveTo>
                  <a:pt x="175272" y="507492"/>
                </a:moveTo>
                <a:lnTo>
                  <a:pt x="173812" y="491832"/>
                </a:lnTo>
                <a:lnTo>
                  <a:pt x="169367" y="477012"/>
                </a:lnTo>
                <a:lnTo>
                  <a:pt x="167652" y="473938"/>
                </a:lnTo>
                <a:lnTo>
                  <a:pt x="167652" y="509016"/>
                </a:lnTo>
                <a:lnTo>
                  <a:pt x="166738" y="518972"/>
                </a:lnTo>
                <a:lnTo>
                  <a:pt x="163842" y="528066"/>
                </a:lnTo>
                <a:lnTo>
                  <a:pt x="163715" y="528256"/>
                </a:lnTo>
                <a:lnTo>
                  <a:pt x="158648" y="536028"/>
                </a:lnTo>
                <a:lnTo>
                  <a:pt x="124980" y="556260"/>
                </a:lnTo>
                <a:lnTo>
                  <a:pt x="89928" y="560832"/>
                </a:lnTo>
                <a:lnTo>
                  <a:pt x="70345" y="559689"/>
                </a:lnTo>
                <a:lnTo>
                  <a:pt x="70637" y="559689"/>
                </a:lnTo>
                <a:lnTo>
                  <a:pt x="54305" y="556450"/>
                </a:lnTo>
                <a:lnTo>
                  <a:pt x="16586" y="528256"/>
                </a:lnTo>
                <a:lnTo>
                  <a:pt x="12204" y="509016"/>
                </a:lnTo>
                <a:lnTo>
                  <a:pt x="13322" y="497306"/>
                </a:lnTo>
                <a:lnTo>
                  <a:pt x="40678" y="464680"/>
                </a:lnTo>
                <a:lnTo>
                  <a:pt x="72821" y="456565"/>
                </a:lnTo>
                <a:lnTo>
                  <a:pt x="73215" y="456565"/>
                </a:lnTo>
                <a:lnTo>
                  <a:pt x="92976" y="455676"/>
                </a:lnTo>
                <a:lnTo>
                  <a:pt x="139052" y="464045"/>
                </a:lnTo>
                <a:lnTo>
                  <a:pt x="166509" y="497928"/>
                </a:lnTo>
                <a:lnTo>
                  <a:pt x="167652" y="509016"/>
                </a:lnTo>
                <a:lnTo>
                  <a:pt x="167652" y="473938"/>
                </a:lnTo>
                <a:lnTo>
                  <a:pt x="137718" y="441109"/>
                </a:lnTo>
                <a:lnTo>
                  <a:pt x="89928" y="428244"/>
                </a:lnTo>
                <a:lnTo>
                  <a:pt x="72466" y="429679"/>
                </a:lnTo>
                <a:lnTo>
                  <a:pt x="28968" y="451104"/>
                </a:lnTo>
                <a:lnTo>
                  <a:pt x="6248" y="490537"/>
                </a:lnTo>
                <a:lnTo>
                  <a:pt x="4584" y="505968"/>
                </a:lnTo>
                <a:lnTo>
                  <a:pt x="5981" y="521398"/>
                </a:lnTo>
                <a:lnTo>
                  <a:pt x="25920" y="560832"/>
                </a:lnTo>
                <a:lnTo>
                  <a:pt x="71348" y="586549"/>
                </a:lnTo>
                <a:lnTo>
                  <a:pt x="89928" y="588264"/>
                </a:lnTo>
                <a:lnTo>
                  <a:pt x="108254" y="586841"/>
                </a:lnTo>
                <a:lnTo>
                  <a:pt x="124599" y="582549"/>
                </a:lnTo>
                <a:lnTo>
                  <a:pt x="139217" y="575411"/>
                </a:lnTo>
                <a:lnTo>
                  <a:pt x="152412" y="565404"/>
                </a:lnTo>
                <a:lnTo>
                  <a:pt x="156133" y="560832"/>
                </a:lnTo>
                <a:lnTo>
                  <a:pt x="162407" y="553148"/>
                </a:lnTo>
                <a:lnTo>
                  <a:pt x="169557" y="539305"/>
                </a:lnTo>
                <a:lnTo>
                  <a:pt x="173837" y="524052"/>
                </a:lnTo>
                <a:lnTo>
                  <a:pt x="175272" y="507492"/>
                </a:lnTo>
                <a:close/>
              </a:path>
              <a:path extrusionOk="0" h="588645" w="175895">
                <a:moveTo>
                  <a:pt x="175272" y="135636"/>
                </a:moveTo>
                <a:lnTo>
                  <a:pt x="161556" y="103632"/>
                </a:lnTo>
                <a:lnTo>
                  <a:pt x="158508" y="105156"/>
                </a:lnTo>
                <a:lnTo>
                  <a:pt x="161556" y="111252"/>
                </a:lnTo>
                <a:lnTo>
                  <a:pt x="161556" y="114300"/>
                </a:lnTo>
                <a:lnTo>
                  <a:pt x="160032" y="115824"/>
                </a:lnTo>
                <a:lnTo>
                  <a:pt x="160032" y="117348"/>
                </a:lnTo>
                <a:lnTo>
                  <a:pt x="158508" y="118872"/>
                </a:lnTo>
                <a:lnTo>
                  <a:pt x="155460" y="118872"/>
                </a:lnTo>
                <a:lnTo>
                  <a:pt x="152412" y="120396"/>
                </a:lnTo>
                <a:lnTo>
                  <a:pt x="12" y="120396"/>
                </a:lnTo>
                <a:lnTo>
                  <a:pt x="12" y="124968"/>
                </a:lnTo>
                <a:lnTo>
                  <a:pt x="13728" y="156972"/>
                </a:lnTo>
                <a:lnTo>
                  <a:pt x="16776" y="155448"/>
                </a:lnTo>
                <a:lnTo>
                  <a:pt x="15252" y="152400"/>
                </a:lnTo>
                <a:lnTo>
                  <a:pt x="15252" y="144780"/>
                </a:lnTo>
                <a:lnTo>
                  <a:pt x="16776" y="143256"/>
                </a:lnTo>
                <a:lnTo>
                  <a:pt x="18300" y="143256"/>
                </a:lnTo>
                <a:lnTo>
                  <a:pt x="19824" y="141732"/>
                </a:lnTo>
                <a:lnTo>
                  <a:pt x="22872" y="141732"/>
                </a:lnTo>
                <a:lnTo>
                  <a:pt x="25920" y="140208"/>
                </a:lnTo>
                <a:lnTo>
                  <a:pt x="68592" y="140208"/>
                </a:lnTo>
                <a:lnTo>
                  <a:pt x="57924" y="164592"/>
                </a:lnTo>
                <a:lnTo>
                  <a:pt x="59296" y="175450"/>
                </a:lnTo>
                <a:lnTo>
                  <a:pt x="88061" y="208051"/>
                </a:lnTo>
                <a:lnTo>
                  <a:pt x="121932" y="216408"/>
                </a:lnTo>
                <a:lnTo>
                  <a:pt x="133337" y="215531"/>
                </a:lnTo>
                <a:lnTo>
                  <a:pt x="133121" y="215531"/>
                </a:lnTo>
                <a:lnTo>
                  <a:pt x="143268" y="212979"/>
                </a:lnTo>
                <a:lnTo>
                  <a:pt x="152361" y="208699"/>
                </a:lnTo>
                <a:lnTo>
                  <a:pt x="160032" y="202692"/>
                </a:lnTo>
                <a:lnTo>
                  <a:pt x="166903" y="196430"/>
                </a:lnTo>
                <a:lnTo>
                  <a:pt x="168783" y="193548"/>
                </a:lnTo>
                <a:lnTo>
                  <a:pt x="171653" y="189166"/>
                </a:lnTo>
                <a:lnTo>
                  <a:pt x="174383" y="181051"/>
                </a:lnTo>
                <a:lnTo>
                  <a:pt x="175234" y="172593"/>
                </a:lnTo>
                <a:lnTo>
                  <a:pt x="175272" y="166116"/>
                </a:lnTo>
                <a:lnTo>
                  <a:pt x="173748" y="161544"/>
                </a:lnTo>
                <a:lnTo>
                  <a:pt x="172224" y="155448"/>
                </a:lnTo>
                <a:lnTo>
                  <a:pt x="169176" y="150876"/>
                </a:lnTo>
                <a:lnTo>
                  <a:pt x="164604" y="146304"/>
                </a:lnTo>
                <a:lnTo>
                  <a:pt x="160032" y="142646"/>
                </a:lnTo>
                <a:lnTo>
                  <a:pt x="160032" y="153924"/>
                </a:lnTo>
                <a:lnTo>
                  <a:pt x="160032" y="160020"/>
                </a:lnTo>
                <a:lnTo>
                  <a:pt x="131838" y="191071"/>
                </a:lnTo>
                <a:lnTo>
                  <a:pt x="111264" y="193548"/>
                </a:lnTo>
                <a:lnTo>
                  <a:pt x="100406" y="192963"/>
                </a:lnTo>
                <a:lnTo>
                  <a:pt x="65544" y="172212"/>
                </a:lnTo>
                <a:lnTo>
                  <a:pt x="65544" y="161544"/>
                </a:lnTo>
                <a:lnTo>
                  <a:pt x="67068" y="156972"/>
                </a:lnTo>
                <a:lnTo>
                  <a:pt x="70116" y="153924"/>
                </a:lnTo>
                <a:lnTo>
                  <a:pt x="71640" y="149352"/>
                </a:lnTo>
                <a:lnTo>
                  <a:pt x="74688" y="146304"/>
                </a:lnTo>
                <a:lnTo>
                  <a:pt x="79260" y="144780"/>
                </a:lnTo>
                <a:lnTo>
                  <a:pt x="83832" y="141732"/>
                </a:lnTo>
                <a:lnTo>
                  <a:pt x="88404" y="140208"/>
                </a:lnTo>
                <a:lnTo>
                  <a:pt x="149364" y="140208"/>
                </a:lnTo>
                <a:lnTo>
                  <a:pt x="156984" y="146304"/>
                </a:lnTo>
                <a:lnTo>
                  <a:pt x="160032" y="153924"/>
                </a:lnTo>
                <a:lnTo>
                  <a:pt x="160032" y="142646"/>
                </a:lnTo>
                <a:lnTo>
                  <a:pt x="156984" y="140208"/>
                </a:lnTo>
                <a:lnTo>
                  <a:pt x="175272" y="140208"/>
                </a:lnTo>
                <a:lnTo>
                  <a:pt x="175272" y="135636"/>
                </a:lnTo>
                <a:close/>
              </a:path>
              <a:path extrusionOk="0" h="588645" w="175895">
                <a:moveTo>
                  <a:pt x="175272" y="44196"/>
                </a:moveTo>
                <a:lnTo>
                  <a:pt x="155956" y="8572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6764"/>
                </a:lnTo>
                <a:lnTo>
                  <a:pt x="153936" y="21336"/>
                </a:lnTo>
                <a:lnTo>
                  <a:pt x="155460" y="27432"/>
                </a:lnTo>
                <a:lnTo>
                  <a:pt x="155397" y="35585"/>
                </a:lnTo>
                <a:lnTo>
                  <a:pt x="134048" y="67614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495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4864"/>
                </a:lnTo>
                <a:lnTo>
                  <a:pt x="65544" y="44196"/>
                </a:lnTo>
                <a:lnTo>
                  <a:pt x="67068" y="39624"/>
                </a:lnTo>
                <a:lnTo>
                  <a:pt x="70116" y="35052"/>
                </a:lnTo>
                <a:lnTo>
                  <a:pt x="71640" y="32004"/>
                </a:lnTo>
                <a:lnTo>
                  <a:pt x="80784" y="25908"/>
                </a:lnTo>
                <a:lnTo>
                  <a:pt x="83832" y="25908"/>
                </a:lnTo>
                <a:lnTo>
                  <a:pt x="88404" y="24384"/>
                </a:lnTo>
                <a:lnTo>
                  <a:pt x="94500" y="24384"/>
                </a:lnTo>
                <a:lnTo>
                  <a:pt x="94500" y="495"/>
                </a:lnTo>
                <a:lnTo>
                  <a:pt x="92405" y="622"/>
                </a:lnTo>
                <a:lnTo>
                  <a:pt x="61163" y="25146"/>
                </a:lnTo>
                <a:lnTo>
                  <a:pt x="57924" y="42672"/>
                </a:lnTo>
                <a:lnTo>
                  <a:pt x="59042" y="52654"/>
                </a:lnTo>
                <a:lnTo>
                  <a:pt x="83299" y="84607"/>
                </a:lnTo>
                <a:lnTo>
                  <a:pt x="118884" y="92964"/>
                </a:lnTo>
                <a:lnTo>
                  <a:pt x="131216" y="92087"/>
                </a:lnTo>
                <a:lnTo>
                  <a:pt x="130975" y="92087"/>
                </a:lnTo>
                <a:lnTo>
                  <a:pt x="141744" y="89535"/>
                </a:lnTo>
                <a:lnTo>
                  <a:pt x="151460" y="85255"/>
                </a:lnTo>
                <a:lnTo>
                  <a:pt x="160032" y="79248"/>
                </a:lnTo>
                <a:lnTo>
                  <a:pt x="163931" y="74676"/>
                </a:lnTo>
                <a:lnTo>
                  <a:pt x="166903" y="71208"/>
                </a:lnTo>
                <a:lnTo>
                  <a:pt x="171653" y="62865"/>
                </a:lnTo>
                <a:lnTo>
                  <a:pt x="171767" y="62484"/>
                </a:lnTo>
                <a:lnTo>
                  <a:pt x="174383" y="53962"/>
                </a:lnTo>
                <a:lnTo>
                  <a:pt x="174498" y="52654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44" name="Google Shape;1144;p21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942588" y="5498591"/>
            <a:ext cx="175260" cy="2045208"/>
          </a:xfrm>
          <a:prstGeom prst="rect">
            <a:avLst/>
          </a:prstGeom>
          <a:noFill/>
          <a:ln>
            <a:noFill/>
          </a:ln>
        </p:spPr>
      </p:pic>
      <p:sp>
        <p:nvSpPr>
          <p:cNvPr id="1145" name="Google Shape;1145;p21"/>
          <p:cNvSpPr/>
          <p:nvPr/>
        </p:nvSpPr>
        <p:spPr>
          <a:xfrm>
            <a:off x="3942575" y="4835652"/>
            <a:ext cx="175895" cy="596265"/>
          </a:xfrm>
          <a:custGeom>
            <a:rect b="b" l="l" r="r" t="t"/>
            <a:pathLst>
              <a:path extrusionOk="0" h="596264" w="175895">
                <a:moveTo>
                  <a:pt x="172212" y="470916"/>
                </a:moveTo>
                <a:lnTo>
                  <a:pt x="131064" y="457200"/>
                </a:lnTo>
                <a:lnTo>
                  <a:pt x="131064" y="461772"/>
                </a:lnTo>
                <a:lnTo>
                  <a:pt x="138518" y="465226"/>
                </a:lnTo>
                <a:lnTo>
                  <a:pt x="144970" y="468820"/>
                </a:lnTo>
                <a:lnTo>
                  <a:pt x="164592" y="492252"/>
                </a:lnTo>
                <a:lnTo>
                  <a:pt x="164592" y="544068"/>
                </a:lnTo>
                <a:lnTo>
                  <a:pt x="163068" y="545592"/>
                </a:lnTo>
                <a:lnTo>
                  <a:pt x="163068" y="547116"/>
                </a:lnTo>
                <a:lnTo>
                  <a:pt x="161544" y="548640"/>
                </a:lnTo>
                <a:lnTo>
                  <a:pt x="158496" y="548640"/>
                </a:lnTo>
                <a:lnTo>
                  <a:pt x="153924" y="550164"/>
                </a:lnTo>
                <a:lnTo>
                  <a:pt x="89916" y="550164"/>
                </a:lnTo>
                <a:lnTo>
                  <a:pt x="89916" y="507492"/>
                </a:lnTo>
                <a:lnTo>
                  <a:pt x="91440" y="502920"/>
                </a:lnTo>
                <a:lnTo>
                  <a:pt x="92964" y="499872"/>
                </a:lnTo>
                <a:lnTo>
                  <a:pt x="94488" y="495300"/>
                </a:lnTo>
                <a:lnTo>
                  <a:pt x="96012" y="493776"/>
                </a:lnTo>
                <a:lnTo>
                  <a:pt x="99060" y="492252"/>
                </a:lnTo>
                <a:lnTo>
                  <a:pt x="100584" y="490728"/>
                </a:lnTo>
                <a:lnTo>
                  <a:pt x="105156" y="489204"/>
                </a:lnTo>
                <a:lnTo>
                  <a:pt x="112776" y="489204"/>
                </a:lnTo>
                <a:lnTo>
                  <a:pt x="112776" y="486156"/>
                </a:lnTo>
                <a:lnTo>
                  <a:pt x="59436" y="486156"/>
                </a:lnTo>
                <a:lnTo>
                  <a:pt x="59436" y="489204"/>
                </a:lnTo>
                <a:lnTo>
                  <a:pt x="68580" y="489204"/>
                </a:lnTo>
                <a:lnTo>
                  <a:pt x="74676" y="490728"/>
                </a:lnTo>
                <a:lnTo>
                  <a:pt x="79248" y="495300"/>
                </a:lnTo>
                <a:lnTo>
                  <a:pt x="80772" y="498348"/>
                </a:lnTo>
                <a:lnTo>
                  <a:pt x="82296" y="504444"/>
                </a:lnTo>
                <a:lnTo>
                  <a:pt x="82296" y="550164"/>
                </a:lnTo>
                <a:lnTo>
                  <a:pt x="15240" y="550164"/>
                </a:lnTo>
                <a:lnTo>
                  <a:pt x="15240" y="504444"/>
                </a:lnTo>
                <a:lnTo>
                  <a:pt x="15240" y="496824"/>
                </a:lnTo>
                <a:lnTo>
                  <a:pt x="44196" y="473964"/>
                </a:lnTo>
                <a:lnTo>
                  <a:pt x="44196" y="469392"/>
                </a:lnTo>
                <a:lnTo>
                  <a:pt x="7620" y="470916"/>
                </a:lnTo>
                <a:lnTo>
                  <a:pt x="7620" y="595884"/>
                </a:lnTo>
                <a:lnTo>
                  <a:pt x="10668" y="595884"/>
                </a:lnTo>
                <a:lnTo>
                  <a:pt x="10668" y="583692"/>
                </a:lnTo>
                <a:lnTo>
                  <a:pt x="12192" y="577596"/>
                </a:lnTo>
                <a:lnTo>
                  <a:pt x="16764" y="576072"/>
                </a:lnTo>
                <a:lnTo>
                  <a:pt x="18288" y="573024"/>
                </a:lnTo>
                <a:lnTo>
                  <a:pt x="160020" y="573024"/>
                </a:lnTo>
                <a:lnTo>
                  <a:pt x="163068" y="574548"/>
                </a:lnTo>
                <a:lnTo>
                  <a:pt x="164592" y="576072"/>
                </a:lnTo>
                <a:lnTo>
                  <a:pt x="166116" y="579120"/>
                </a:lnTo>
                <a:lnTo>
                  <a:pt x="169164" y="582168"/>
                </a:lnTo>
                <a:lnTo>
                  <a:pt x="169164" y="595884"/>
                </a:lnTo>
                <a:lnTo>
                  <a:pt x="172212" y="595884"/>
                </a:lnTo>
                <a:lnTo>
                  <a:pt x="172212" y="470916"/>
                </a:lnTo>
                <a:close/>
              </a:path>
              <a:path extrusionOk="0" h="596264" w="175895">
                <a:moveTo>
                  <a:pt x="172212" y="373380"/>
                </a:moveTo>
                <a:lnTo>
                  <a:pt x="169164" y="373380"/>
                </a:lnTo>
                <a:lnTo>
                  <a:pt x="169164" y="390144"/>
                </a:lnTo>
                <a:lnTo>
                  <a:pt x="167640" y="393192"/>
                </a:lnTo>
                <a:lnTo>
                  <a:pt x="161544" y="399288"/>
                </a:lnTo>
                <a:lnTo>
                  <a:pt x="68580" y="399288"/>
                </a:lnTo>
                <a:lnTo>
                  <a:pt x="68580" y="370332"/>
                </a:lnTo>
                <a:lnTo>
                  <a:pt x="60960" y="370332"/>
                </a:lnTo>
                <a:lnTo>
                  <a:pt x="60960" y="399288"/>
                </a:lnTo>
                <a:lnTo>
                  <a:pt x="41033" y="399275"/>
                </a:lnTo>
                <a:lnTo>
                  <a:pt x="31432" y="399097"/>
                </a:lnTo>
                <a:lnTo>
                  <a:pt x="24409" y="398653"/>
                </a:lnTo>
                <a:lnTo>
                  <a:pt x="19812" y="397764"/>
                </a:lnTo>
                <a:lnTo>
                  <a:pt x="16764" y="397764"/>
                </a:lnTo>
                <a:lnTo>
                  <a:pt x="13716" y="394716"/>
                </a:lnTo>
                <a:lnTo>
                  <a:pt x="10668" y="393192"/>
                </a:lnTo>
                <a:lnTo>
                  <a:pt x="7620" y="387096"/>
                </a:lnTo>
                <a:lnTo>
                  <a:pt x="7620" y="381000"/>
                </a:lnTo>
                <a:lnTo>
                  <a:pt x="12192" y="371856"/>
                </a:lnTo>
                <a:lnTo>
                  <a:pt x="15240" y="370332"/>
                </a:lnTo>
                <a:lnTo>
                  <a:pt x="24384" y="364236"/>
                </a:lnTo>
                <a:lnTo>
                  <a:pt x="28956" y="359664"/>
                </a:lnTo>
                <a:lnTo>
                  <a:pt x="30480" y="356616"/>
                </a:lnTo>
                <a:lnTo>
                  <a:pt x="30480" y="348996"/>
                </a:lnTo>
                <a:lnTo>
                  <a:pt x="27432" y="347472"/>
                </a:lnTo>
                <a:lnTo>
                  <a:pt x="25908" y="344424"/>
                </a:lnTo>
                <a:lnTo>
                  <a:pt x="22860" y="342900"/>
                </a:lnTo>
                <a:lnTo>
                  <a:pt x="16764" y="342900"/>
                </a:lnTo>
                <a:lnTo>
                  <a:pt x="12192" y="345948"/>
                </a:lnTo>
                <a:lnTo>
                  <a:pt x="9144" y="350520"/>
                </a:lnTo>
                <a:lnTo>
                  <a:pt x="3048" y="358140"/>
                </a:lnTo>
                <a:lnTo>
                  <a:pt x="0" y="365760"/>
                </a:lnTo>
                <a:lnTo>
                  <a:pt x="0" y="373380"/>
                </a:lnTo>
                <a:lnTo>
                  <a:pt x="18288" y="411480"/>
                </a:lnTo>
                <a:lnTo>
                  <a:pt x="54864" y="419100"/>
                </a:lnTo>
                <a:lnTo>
                  <a:pt x="60960" y="419100"/>
                </a:lnTo>
                <a:lnTo>
                  <a:pt x="60960" y="440436"/>
                </a:lnTo>
                <a:lnTo>
                  <a:pt x="68580" y="440436"/>
                </a:lnTo>
                <a:lnTo>
                  <a:pt x="68580" y="419100"/>
                </a:lnTo>
                <a:lnTo>
                  <a:pt x="152400" y="419100"/>
                </a:lnTo>
                <a:lnTo>
                  <a:pt x="156972" y="420624"/>
                </a:lnTo>
                <a:lnTo>
                  <a:pt x="160020" y="420624"/>
                </a:lnTo>
                <a:lnTo>
                  <a:pt x="166116" y="423672"/>
                </a:lnTo>
                <a:lnTo>
                  <a:pt x="169164" y="429768"/>
                </a:lnTo>
                <a:lnTo>
                  <a:pt x="169164" y="440436"/>
                </a:lnTo>
                <a:lnTo>
                  <a:pt x="172212" y="440436"/>
                </a:lnTo>
                <a:lnTo>
                  <a:pt x="172212" y="373380"/>
                </a:lnTo>
                <a:close/>
              </a:path>
              <a:path extrusionOk="0" h="596264" w="175895">
                <a:moveTo>
                  <a:pt x="172212" y="294132"/>
                </a:moveTo>
                <a:lnTo>
                  <a:pt x="169164" y="294132"/>
                </a:lnTo>
                <a:lnTo>
                  <a:pt x="169164" y="310896"/>
                </a:lnTo>
                <a:lnTo>
                  <a:pt x="167640" y="313944"/>
                </a:lnTo>
                <a:lnTo>
                  <a:pt x="161544" y="320040"/>
                </a:lnTo>
                <a:lnTo>
                  <a:pt x="68580" y="320040"/>
                </a:lnTo>
                <a:lnTo>
                  <a:pt x="68580" y="291084"/>
                </a:lnTo>
                <a:lnTo>
                  <a:pt x="60960" y="291084"/>
                </a:lnTo>
                <a:lnTo>
                  <a:pt x="60960" y="320040"/>
                </a:lnTo>
                <a:lnTo>
                  <a:pt x="41033" y="320027"/>
                </a:lnTo>
                <a:lnTo>
                  <a:pt x="31432" y="319849"/>
                </a:lnTo>
                <a:lnTo>
                  <a:pt x="24409" y="319405"/>
                </a:lnTo>
                <a:lnTo>
                  <a:pt x="19812" y="318516"/>
                </a:lnTo>
                <a:lnTo>
                  <a:pt x="16764" y="318516"/>
                </a:lnTo>
                <a:lnTo>
                  <a:pt x="13716" y="315468"/>
                </a:lnTo>
                <a:lnTo>
                  <a:pt x="10668" y="313944"/>
                </a:lnTo>
                <a:lnTo>
                  <a:pt x="7620" y="307848"/>
                </a:lnTo>
                <a:lnTo>
                  <a:pt x="7620" y="301752"/>
                </a:lnTo>
                <a:lnTo>
                  <a:pt x="10668" y="295656"/>
                </a:lnTo>
                <a:lnTo>
                  <a:pt x="15240" y="291084"/>
                </a:lnTo>
                <a:lnTo>
                  <a:pt x="24384" y="284988"/>
                </a:lnTo>
                <a:lnTo>
                  <a:pt x="28956" y="280416"/>
                </a:lnTo>
                <a:lnTo>
                  <a:pt x="30480" y="277368"/>
                </a:lnTo>
                <a:lnTo>
                  <a:pt x="30480" y="269748"/>
                </a:lnTo>
                <a:lnTo>
                  <a:pt x="27432" y="268224"/>
                </a:lnTo>
                <a:lnTo>
                  <a:pt x="25908" y="265176"/>
                </a:lnTo>
                <a:lnTo>
                  <a:pt x="22860" y="263652"/>
                </a:lnTo>
                <a:lnTo>
                  <a:pt x="16764" y="263652"/>
                </a:lnTo>
                <a:lnTo>
                  <a:pt x="12192" y="266700"/>
                </a:lnTo>
                <a:lnTo>
                  <a:pt x="9144" y="271272"/>
                </a:lnTo>
                <a:lnTo>
                  <a:pt x="3048" y="278892"/>
                </a:lnTo>
                <a:lnTo>
                  <a:pt x="0" y="286512"/>
                </a:lnTo>
                <a:lnTo>
                  <a:pt x="0" y="294132"/>
                </a:lnTo>
                <a:lnTo>
                  <a:pt x="18288" y="332232"/>
                </a:lnTo>
                <a:lnTo>
                  <a:pt x="54864" y="339852"/>
                </a:lnTo>
                <a:lnTo>
                  <a:pt x="60960" y="339852"/>
                </a:lnTo>
                <a:lnTo>
                  <a:pt x="60960" y="361188"/>
                </a:lnTo>
                <a:lnTo>
                  <a:pt x="68580" y="361188"/>
                </a:lnTo>
                <a:lnTo>
                  <a:pt x="68580" y="339852"/>
                </a:lnTo>
                <a:lnTo>
                  <a:pt x="152400" y="339852"/>
                </a:lnTo>
                <a:lnTo>
                  <a:pt x="156972" y="341376"/>
                </a:lnTo>
                <a:lnTo>
                  <a:pt x="160020" y="342900"/>
                </a:lnTo>
                <a:lnTo>
                  <a:pt x="163068" y="342900"/>
                </a:lnTo>
                <a:lnTo>
                  <a:pt x="166116" y="344424"/>
                </a:lnTo>
                <a:lnTo>
                  <a:pt x="169164" y="350520"/>
                </a:lnTo>
                <a:lnTo>
                  <a:pt x="169164" y="361188"/>
                </a:lnTo>
                <a:lnTo>
                  <a:pt x="172212" y="361188"/>
                </a:lnTo>
                <a:lnTo>
                  <a:pt x="172212" y="294132"/>
                </a:lnTo>
                <a:close/>
              </a:path>
              <a:path extrusionOk="0" h="596264" w="175895">
                <a:moveTo>
                  <a:pt x="175260" y="121920"/>
                </a:moveTo>
                <a:lnTo>
                  <a:pt x="158051" y="87566"/>
                </a:lnTo>
                <a:lnTo>
                  <a:pt x="129540" y="76200"/>
                </a:lnTo>
                <a:lnTo>
                  <a:pt x="128016" y="79248"/>
                </a:lnTo>
                <a:lnTo>
                  <a:pt x="138684" y="83820"/>
                </a:lnTo>
                <a:lnTo>
                  <a:pt x="144780" y="86868"/>
                </a:lnTo>
                <a:lnTo>
                  <a:pt x="149352" y="91440"/>
                </a:lnTo>
                <a:lnTo>
                  <a:pt x="153924" y="97536"/>
                </a:lnTo>
                <a:lnTo>
                  <a:pt x="155448" y="105156"/>
                </a:lnTo>
                <a:lnTo>
                  <a:pt x="155448" y="112776"/>
                </a:lnTo>
                <a:lnTo>
                  <a:pt x="132829" y="143573"/>
                </a:lnTo>
                <a:lnTo>
                  <a:pt x="106680" y="149352"/>
                </a:lnTo>
                <a:lnTo>
                  <a:pt x="96964" y="148780"/>
                </a:lnTo>
                <a:lnTo>
                  <a:pt x="65532" y="128016"/>
                </a:lnTo>
                <a:lnTo>
                  <a:pt x="65532" y="115824"/>
                </a:lnTo>
                <a:lnTo>
                  <a:pt x="67056" y="111252"/>
                </a:lnTo>
                <a:lnTo>
                  <a:pt x="70104" y="109728"/>
                </a:lnTo>
                <a:lnTo>
                  <a:pt x="71628" y="106680"/>
                </a:lnTo>
                <a:lnTo>
                  <a:pt x="76200" y="105156"/>
                </a:lnTo>
                <a:lnTo>
                  <a:pt x="80772" y="105156"/>
                </a:lnTo>
                <a:lnTo>
                  <a:pt x="85344" y="103632"/>
                </a:lnTo>
                <a:lnTo>
                  <a:pt x="88392" y="103632"/>
                </a:lnTo>
                <a:lnTo>
                  <a:pt x="89916" y="100584"/>
                </a:lnTo>
                <a:lnTo>
                  <a:pt x="92964" y="99060"/>
                </a:lnTo>
                <a:lnTo>
                  <a:pt x="94488" y="96012"/>
                </a:lnTo>
                <a:lnTo>
                  <a:pt x="94488" y="85344"/>
                </a:lnTo>
                <a:lnTo>
                  <a:pt x="91440" y="83820"/>
                </a:lnTo>
                <a:lnTo>
                  <a:pt x="89916" y="80772"/>
                </a:lnTo>
                <a:lnTo>
                  <a:pt x="79248" y="80772"/>
                </a:lnTo>
                <a:lnTo>
                  <a:pt x="73152" y="83820"/>
                </a:lnTo>
                <a:lnTo>
                  <a:pt x="63055" y="96570"/>
                </a:lnTo>
                <a:lnTo>
                  <a:pt x="60198" y="102679"/>
                </a:lnTo>
                <a:lnTo>
                  <a:pt x="58483" y="109664"/>
                </a:lnTo>
                <a:lnTo>
                  <a:pt x="57912" y="117348"/>
                </a:lnTo>
                <a:lnTo>
                  <a:pt x="59042" y="127355"/>
                </a:lnTo>
                <a:lnTo>
                  <a:pt x="83273" y="160172"/>
                </a:lnTo>
                <a:lnTo>
                  <a:pt x="117348" y="169164"/>
                </a:lnTo>
                <a:lnTo>
                  <a:pt x="130238" y="168313"/>
                </a:lnTo>
                <a:lnTo>
                  <a:pt x="166903" y="148069"/>
                </a:lnTo>
                <a:lnTo>
                  <a:pt x="174383" y="131025"/>
                </a:lnTo>
                <a:lnTo>
                  <a:pt x="175260" y="121920"/>
                </a:lnTo>
                <a:close/>
              </a:path>
              <a:path extrusionOk="0" h="596264" w="175895">
                <a:moveTo>
                  <a:pt x="175272" y="231648"/>
                </a:moveTo>
                <a:lnTo>
                  <a:pt x="155956" y="196024"/>
                </a:lnTo>
                <a:lnTo>
                  <a:pt x="132600" y="187452"/>
                </a:lnTo>
                <a:lnTo>
                  <a:pt x="129552" y="190500"/>
                </a:lnTo>
                <a:lnTo>
                  <a:pt x="140220" y="193548"/>
                </a:lnTo>
                <a:lnTo>
                  <a:pt x="146316" y="198120"/>
                </a:lnTo>
                <a:lnTo>
                  <a:pt x="150888" y="204216"/>
                </a:lnTo>
                <a:lnTo>
                  <a:pt x="153936" y="208788"/>
                </a:lnTo>
                <a:lnTo>
                  <a:pt x="155460" y="214884"/>
                </a:lnTo>
                <a:lnTo>
                  <a:pt x="155397" y="223037"/>
                </a:lnTo>
                <a:lnTo>
                  <a:pt x="134048" y="255066"/>
                </a:lnTo>
                <a:lnTo>
                  <a:pt x="102120" y="262128"/>
                </a:lnTo>
                <a:lnTo>
                  <a:pt x="102120" y="211836"/>
                </a:lnTo>
                <a:lnTo>
                  <a:pt x="102120" y="187452"/>
                </a:lnTo>
                <a:lnTo>
                  <a:pt x="94500" y="187947"/>
                </a:lnTo>
                <a:lnTo>
                  <a:pt x="94500" y="211836"/>
                </a:lnTo>
                <a:lnTo>
                  <a:pt x="94500" y="262128"/>
                </a:lnTo>
                <a:lnTo>
                  <a:pt x="65544" y="242316"/>
                </a:lnTo>
                <a:lnTo>
                  <a:pt x="65544" y="231648"/>
                </a:lnTo>
                <a:lnTo>
                  <a:pt x="67068" y="227076"/>
                </a:lnTo>
                <a:lnTo>
                  <a:pt x="70116" y="222504"/>
                </a:lnTo>
                <a:lnTo>
                  <a:pt x="71640" y="219456"/>
                </a:lnTo>
                <a:lnTo>
                  <a:pt x="76212" y="216408"/>
                </a:lnTo>
                <a:lnTo>
                  <a:pt x="80784" y="214884"/>
                </a:lnTo>
                <a:lnTo>
                  <a:pt x="83832" y="213360"/>
                </a:lnTo>
                <a:lnTo>
                  <a:pt x="88404" y="211836"/>
                </a:lnTo>
                <a:lnTo>
                  <a:pt x="94500" y="211836"/>
                </a:lnTo>
                <a:lnTo>
                  <a:pt x="94500" y="187947"/>
                </a:lnTo>
                <a:lnTo>
                  <a:pt x="61163" y="213169"/>
                </a:lnTo>
                <a:lnTo>
                  <a:pt x="58635" y="222504"/>
                </a:lnTo>
                <a:lnTo>
                  <a:pt x="58585" y="223037"/>
                </a:lnTo>
                <a:lnTo>
                  <a:pt x="74688" y="265176"/>
                </a:lnTo>
                <a:lnTo>
                  <a:pt x="118884" y="280416"/>
                </a:lnTo>
                <a:lnTo>
                  <a:pt x="131216" y="279539"/>
                </a:lnTo>
                <a:lnTo>
                  <a:pt x="130975" y="279539"/>
                </a:lnTo>
                <a:lnTo>
                  <a:pt x="141744" y="276987"/>
                </a:lnTo>
                <a:lnTo>
                  <a:pt x="151460" y="272707"/>
                </a:lnTo>
                <a:lnTo>
                  <a:pt x="160032" y="266700"/>
                </a:lnTo>
                <a:lnTo>
                  <a:pt x="163931" y="262128"/>
                </a:lnTo>
                <a:lnTo>
                  <a:pt x="166903" y="258660"/>
                </a:lnTo>
                <a:lnTo>
                  <a:pt x="171653" y="250317"/>
                </a:lnTo>
                <a:lnTo>
                  <a:pt x="171767" y="249936"/>
                </a:lnTo>
                <a:lnTo>
                  <a:pt x="174383" y="241414"/>
                </a:lnTo>
                <a:lnTo>
                  <a:pt x="174498" y="240106"/>
                </a:lnTo>
                <a:lnTo>
                  <a:pt x="175272" y="231648"/>
                </a:lnTo>
                <a:close/>
              </a:path>
              <a:path extrusionOk="0" h="596264" w="175895">
                <a:moveTo>
                  <a:pt x="175272" y="22860"/>
                </a:moveTo>
                <a:lnTo>
                  <a:pt x="173748" y="18288"/>
                </a:lnTo>
                <a:lnTo>
                  <a:pt x="169176" y="12192"/>
                </a:lnTo>
                <a:lnTo>
                  <a:pt x="166128" y="7620"/>
                </a:lnTo>
                <a:lnTo>
                  <a:pt x="160032" y="3048"/>
                </a:lnTo>
                <a:lnTo>
                  <a:pt x="150888" y="0"/>
                </a:lnTo>
                <a:lnTo>
                  <a:pt x="150888" y="6096"/>
                </a:lnTo>
                <a:lnTo>
                  <a:pt x="156984" y="9144"/>
                </a:lnTo>
                <a:lnTo>
                  <a:pt x="160032" y="15240"/>
                </a:lnTo>
                <a:lnTo>
                  <a:pt x="160032" y="22860"/>
                </a:lnTo>
                <a:lnTo>
                  <a:pt x="158508" y="25908"/>
                </a:lnTo>
                <a:lnTo>
                  <a:pt x="153936" y="30480"/>
                </a:lnTo>
                <a:lnTo>
                  <a:pt x="68592" y="30480"/>
                </a:lnTo>
                <a:lnTo>
                  <a:pt x="68592" y="4572"/>
                </a:lnTo>
                <a:lnTo>
                  <a:pt x="60972" y="4572"/>
                </a:lnTo>
                <a:lnTo>
                  <a:pt x="60972" y="30480"/>
                </a:lnTo>
                <a:lnTo>
                  <a:pt x="24396" y="30480"/>
                </a:lnTo>
                <a:lnTo>
                  <a:pt x="24396" y="33528"/>
                </a:lnTo>
                <a:lnTo>
                  <a:pt x="33540" y="38100"/>
                </a:lnTo>
                <a:lnTo>
                  <a:pt x="38112" y="39624"/>
                </a:lnTo>
                <a:lnTo>
                  <a:pt x="41160" y="42672"/>
                </a:lnTo>
                <a:lnTo>
                  <a:pt x="47256" y="45720"/>
                </a:lnTo>
                <a:lnTo>
                  <a:pt x="60972" y="59436"/>
                </a:lnTo>
                <a:lnTo>
                  <a:pt x="64020" y="64008"/>
                </a:lnTo>
                <a:lnTo>
                  <a:pt x="65544" y="68580"/>
                </a:lnTo>
                <a:lnTo>
                  <a:pt x="68592" y="68580"/>
                </a:lnTo>
                <a:lnTo>
                  <a:pt x="68592" y="50292"/>
                </a:lnTo>
                <a:lnTo>
                  <a:pt x="160032" y="50292"/>
                </a:lnTo>
                <a:lnTo>
                  <a:pt x="163080" y="48768"/>
                </a:lnTo>
                <a:lnTo>
                  <a:pt x="167652" y="45720"/>
                </a:lnTo>
                <a:lnTo>
                  <a:pt x="170700" y="44196"/>
                </a:lnTo>
                <a:lnTo>
                  <a:pt x="172224" y="39624"/>
                </a:lnTo>
                <a:lnTo>
                  <a:pt x="175272" y="36576"/>
                </a:lnTo>
                <a:lnTo>
                  <a:pt x="175272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46" name="Google Shape;1146;p21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4299203" y="7927847"/>
            <a:ext cx="175260" cy="10744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47" name="Google Shape;1147;p21"/>
          <p:cNvGrpSpPr/>
          <p:nvPr/>
        </p:nvGrpSpPr>
        <p:grpSpPr>
          <a:xfrm>
            <a:off x="4299204" y="6728460"/>
            <a:ext cx="224154" cy="1126234"/>
            <a:chOff x="4299204" y="6728460"/>
            <a:chExt cx="224154" cy="1126234"/>
          </a:xfrm>
        </p:grpSpPr>
        <p:pic>
          <p:nvPicPr>
            <p:cNvPr id="1148" name="Google Shape;1148;p21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4299204" y="7389875"/>
              <a:ext cx="224028" cy="4648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49" name="Google Shape;1149;p21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4303776" y="7258811"/>
              <a:ext cx="170687" cy="1066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50" name="Google Shape;1150;p21"/>
            <p:cNvSpPr/>
            <p:nvPr/>
          </p:nvSpPr>
          <p:spPr>
            <a:xfrm>
              <a:off x="4299204" y="6728460"/>
              <a:ext cx="224154" cy="510540"/>
            </a:xfrm>
            <a:custGeom>
              <a:rect b="b" l="l" r="r" t="t"/>
              <a:pathLst>
                <a:path extrusionOk="0" h="510540" w="224154">
                  <a:moveTo>
                    <a:pt x="172199" y="441960"/>
                  </a:moveTo>
                  <a:lnTo>
                    <a:pt x="169151" y="441960"/>
                  </a:lnTo>
                  <a:lnTo>
                    <a:pt x="169151" y="451104"/>
                  </a:lnTo>
                  <a:lnTo>
                    <a:pt x="167627" y="454152"/>
                  </a:lnTo>
                  <a:lnTo>
                    <a:pt x="166103" y="458724"/>
                  </a:lnTo>
                  <a:lnTo>
                    <a:pt x="163055" y="461772"/>
                  </a:lnTo>
                  <a:lnTo>
                    <a:pt x="160007" y="463296"/>
                  </a:lnTo>
                  <a:lnTo>
                    <a:pt x="156959" y="463296"/>
                  </a:lnTo>
                  <a:lnTo>
                    <a:pt x="152387" y="464820"/>
                  </a:lnTo>
                  <a:lnTo>
                    <a:pt x="91427" y="464820"/>
                  </a:lnTo>
                  <a:lnTo>
                    <a:pt x="91427" y="425196"/>
                  </a:lnTo>
                  <a:lnTo>
                    <a:pt x="94475" y="419100"/>
                  </a:lnTo>
                  <a:lnTo>
                    <a:pt x="100571" y="416052"/>
                  </a:lnTo>
                  <a:lnTo>
                    <a:pt x="103619" y="413004"/>
                  </a:lnTo>
                  <a:lnTo>
                    <a:pt x="114287" y="413004"/>
                  </a:lnTo>
                  <a:lnTo>
                    <a:pt x="114287" y="409956"/>
                  </a:lnTo>
                  <a:lnTo>
                    <a:pt x="57899" y="409956"/>
                  </a:lnTo>
                  <a:lnTo>
                    <a:pt x="57899" y="413004"/>
                  </a:lnTo>
                  <a:lnTo>
                    <a:pt x="67043" y="414528"/>
                  </a:lnTo>
                  <a:lnTo>
                    <a:pt x="73139" y="416052"/>
                  </a:lnTo>
                  <a:lnTo>
                    <a:pt x="79235" y="422148"/>
                  </a:lnTo>
                  <a:lnTo>
                    <a:pt x="80759" y="428244"/>
                  </a:lnTo>
                  <a:lnTo>
                    <a:pt x="80759" y="464820"/>
                  </a:lnTo>
                  <a:lnTo>
                    <a:pt x="15227" y="464820"/>
                  </a:lnTo>
                  <a:lnTo>
                    <a:pt x="15227" y="428244"/>
                  </a:lnTo>
                  <a:lnTo>
                    <a:pt x="15227" y="413004"/>
                  </a:lnTo>
                  <a:lnTo>
                    <a:pt x="18275" y="408432"/>
                  </a:lnTo>
                  <a:lnTo>
                    <a:pt x="19799" y="405384"/>
                  </a:lnTo>
                  <a:lnTo>
                    <a:pt x="21323" y="400812"/>
                  </a:lnTo>
                  <a:lnTo>
                    <a:pt x="25895" y="399288"/>
                  </a:lnTo>
                  <a:lnTo>
                    <a:pt x="30467" y="396240"/>
                  </a:lnTo>
                  <a:lnTo>
                    <a:pt x="35039" y="394716"/>
                  </a:lnTo>
                  <a:lnTo>
                    <a:pt x="44183" y="393192"/>
                  </a:lnTo>
                  <a:lnTo>
                    <a:pt x="44183" y="388620"/>
                  </a:lnTo>
                  <a:lnTo>
                    <a:pt x="7607" y="390144"/>
                  </a:lnTo>
                  <a:lnTo>
                    <a:pt x="7607" y="510540"/>
                  </a:lnTo>
                  <a:lnTo>
                    <a:pt x="10655" y="510540"/>
                  </a:lnTo>
                  <a:lnTo>
                    <a:pt x="10655" y="501396"/>
                  </a:lnTo>
                  <a:lnTo>
                    <a:pt x="12179" y="496824"/>
                  </a:lnTo>
                  <a:lnTo>
                    <a:pt x="15227" y="490728"/>
                  </a:lnTo>
                  <a:lnTo>
                    <a:pt x="16751" y="489204"/>
                  </a:lnTo>
                  <a:lnTo>
                    <a:pt x="18275" y="489204"/>
                  </a:lnTo>
                  <a:lnTo>
                    <a:pt x="21323" y="487680"/>
                  </a:lnTo>
                  <a:lnTo>
                    <a:pt x="160007" y="487680"/>
                  </a:lnTo>
                  <a:lnTo>
                    <a:pt x="166103" y="493776"/>
                  </a:lnTo>
                  <a:lnTo>
                    <a:pt x="169151" y="498348"/>
                  </a:lnTo>
                  <a:lnTo>
                    <a:pt x="169151" y="510540"/>
                  </a:lnTo>
                  <a:lnTo>
                    <a:pt x="172199" y="510540"/>
                  </a:lnTo>
                  <a:lnTo>
                    <a:pt x="172199" y="441960"/>
                  </a:lnTo>
                  <a:close/>
                </a:path>
                <a:path extrusionOk="0" h="510540" w="224154">
                  <a:moveTo>
                    <a:pt x="172199" y="246888"/>
                  </a:moveTo>
                  <a:lnTo>
                    <a:pt x="131051" y="231648"/>
                  </a:lnTo>
                  <a:lnTo>
                    <a:pt x="131051" y="236220"/>
                  </a:lnTo>
                  <a:lnTo>
                    <a:pt x="138480" y="240538"/>
                  </a:lnTo>
                  <a:lnTo>
                    <a:pt x="144767" y="244411"/>
                  </a:lnTo>
                  <a:lnTo>
                    <a:pt x="163055" y="263652"/>
                  </a:lnTo>
                  <a:lnTo>
                    <a:pt x="163055" y="268224"/>
                  </a:lnTo>
                  <a:lnTo>
                    <a:pt x="164579" y="274320"/>
                  </a:lnTo>
                  <a:lnTo>
                    <a:pt x="164579" y="320040"/>
                  </a:lnTo>
                  <a:lnTo>
                    <a:pt x="161531" y="323088"/>
                  </a:lnTo>
                  <a:lnTo>
                    <a:pt x="160007" y="323088"/>
                  </a:lnTo>
                  <a:lnTo>
                    <a:pt x="158483" y="324612"/>
                  </a:lnTo>
                  <a:lnTo>
                    <a:pt x="89903" y="324612"/>
                  </a:lnTo>
                  <a:lnTo>
                    <a:pt x="89903" y="278892"/>
                  </a:lnTo>
                  <a:lnTo>
                    <a:pt x="91427" y="274320"/>
                  </a:lnTo>
                  <a:lnTo>
                    <a:pt x="92951" y="271272"/>
                  </a:lnTo>
                  <a:lnTo>
                    <a:pt x="95999" y="269748"/>
                  </a:lnTo>
                  <a:lnTo>
                    <a:pt x="97523" y="268224"/>
                  </a:lnTo>
                  <a:lnTo>
                    <a:pt x="100571" y="266700"/>
                  </a:lnTo>
                  <a:lnTo>
                    <a:pt x="105143" y="265176"/>
                  </a:lnTo>
                  <a:lnTo>
                    <a:pt x="112763" y="263652"/>
                  </a:lnTo>
                  <a:lnTo>
                    <a:pt x="112763" y="260604"/>
                  </a:lnTo>
                  <a:lnTo>
                    <a:pt x="59423" y="260604"/>
                  </a:lnTo>
                  <a:lnTo>
                    <a:pt x="59423" y="263652"/>
                  </a:lnTo>
                  <a:lnTo>
                    <a:pt x="68567" y="265176"/>
                  </a:lnTo>
                  <a:lnTo>
                    <a:pt x="74663" y="266700"/>
                  </a:lnTo>
                  <a:lnTo>
                    <a:pt x="77711" y="271272"/>
                  </a:lnTo>
                  <a:lnTo>
                    <a:pt x="80759" y="274320"/>
                  </a:lnTo>
                  <a:lnTo>
                    <a:pt x="82283" y="280416"/>
                  </a:lnTo>
                  <a:lnTo>
                    <a:pt x="82283" y="324612"/>
                  </a:lnTo>
                  <a:lnTo>
                    <a:pt x="15227" y="324612"/>
                  </a:lnTo>
                  <a:lnTo>
                    <a:pt x="15227" y="280416"/>
                  </a:lnTo>
                  <a:lnTo>
                    <a:pt x="15227" y="266700"/>
                  </a:lnTo>
                  <a:lnTo>
                    <a:pt x="16751" y="263652"/>
                  </a:lnTo>
                  <a:lnTo>
                    <a:pt x="18275" y="259080"/>
                  </a:lnTo>
                  <a:lnTo>
                    <a:pt x="21323" y="256032"/>
                  </a:lnTo>
                  <a:lnTo>
                    <a:pt x="24371" y="254508"/>
                  </a:lnTo>
                  <a:lnTo>
                    <a:pt x="28943" y="252984"/>
                  </a:lnTo>
                  <a:lnTo>
                    <a:pt x="35039" y="251460"/>
                  </a:lnTo>
                  <a:lnTo>
                    <a:pt x="44183" y="248412"/>
                  </a:lnTo>
                  <a:lnTo>
                    <a:pt x="44183" y="243840"/>
                  </a:lnTo>
                  <a:lnTo>
                    <a:pt x="7607" y="245364"/>
                  </a:lnTo>
                  <a:lnTo>
                    <a:pt x="7607" y="370332"/>
                  </a:lnTo>
                  <a:lnTo>
                    <a:pt x="10655" y="370332"/>
                  </a:lnTo>
                  <a:lnTo>
                    <a:pt x="10655" y="358140"/>
                  </a:lnTo>
                  <a:lnTo>
                    <a:pt x="12179" y="353568"/>
                  </a:lnTo>
                  <a:lnTo>
                    <a:pt x="15227" y="350520"/>
                  </a:lnTo>
                  <a:lnTo>
                    <a:pt x="18275" y="348996"/>
                  </a:lnTo>
                  <a:lnTo>
                    <a:pt x="24371" y="347472"/>
                  </a:lnTo>
                  <a:lnTo>
                    <a:pt x="150863" y="347472"/>
                  </a:lnTo>
                  <a:lnTo>
                    <a:pt x="156959" y="348996"/>
                  </a:lnTo>
                  <a:lnTo>
                    <a:pt x="160007" y="348996"/>
                  </a:lnTo>
                  <a:lnTo>
                    <a:pt x="163055" y="350520"/>
                  </a:lnTo>
                  <a:lnTo>
                    <a:pt x="164579" y="352044"/>
                  </a:lnTo>
                  <a:lnTo>
                    <a:pt x="169151" y="361188"/>
                  </a:lnTo>
                  <a:lnTo>
                    <a:pt x="169151" y="370332"/>
                  </a:lnTo>
                  <a:lnTo>
                    <a:pt x="172199" y="370332"/>
                  </a:lnTo>
                  <a:lnTo>
                    <a:pt x="172199" y="246888"/>
                  </a:lnTo>
                  <a:close/>
                </a:path>
                <a:path extrusionOk="0" h="510540" w="224154">
                  <a:moveTo>
                    <a:pt x="172212" y="114300"/>
                  </a:moveTo>
                  <a:lnTo>
                    <a:pt x="169164" y="114300"/>
                  </a:lnTo>
                  <a:lnTo>
                    <a:pt x="169164" y="126492"/>
                  </a:lnTo>
                  <a:lnTo>
                    <a:pt x="167640" y="131064"/>
                  </a:lnTo>
                  <a:lnTo>
                    <a:pt x="163068" y="134112"/>
                  </a:lnTo>
                  <a:lnTo>
                    <a:pt x="160020" y="135636"/>
                  </a:lnTo>
                  <a:lnTo>
                    <a:pt x="153924" y="137160"/>
                  </a:lnTo>
                  <a:lnTo>
                    <a:pt x="18288" y="137160"/>
                  </a:lnTo>
                  <a:lnTo>
                    <a:pt x="18288" y="106680"/>
                  </a:lnTo>
                  <a:lnTo>
                    <a:pt x="19812" y="100584"/>
                  </a:lnTo>
                  <a:lnTo>
                    <a:pt x="21336" y="97536"/>
                  </a:lnTo>
                  <a:lnTo>
                    <a:pt x="22860" y="92964"/>
                  </a:lnTo>
                  <a:lnTo>
                    <a:pt x="32004" y="86868"/>
                  </a:lnTo>
                  <a:lnTo>
                    <a:pt x="35052" y="85344"/>
                  </a:lnTo>
                  <a:lnTo>
                    <a:pt x="39624" y="83820"/>
                  </a:lnTo>
                  <a:lnTo>
                    <a:pt x="45720" y="83820"/>
                  </a:lnTo>
                  <a:lnTo>
                    <a:pt x="45720" y="79248"/>
                  </a:lnTo>
                  <a:lnTo>
                    <a:pt x="7620" y="80772"/>
                  </a:lnTo>
                  <a:lnTo>
                    <a:pt x="7620" y="214884"/>
                  </a:lnTo>
                  <a:lnTo>
                    <a:pt x="45720" y="216408"/>
                  </a:lnTo>
                  <a:lnTo>
                    <a:pt x="45720" y="211836"/>
                  </a:lnTo>
                  <a:lnTo>
                    <a:pt x="38100" y="210312"/>
                  </a:lnTo>
                  <a:lnTo>
                    <a:pt x="33528" y="208788"/>
                  </a:lnTo>
                  <a:lnTo>
                    <a:pt x="24384" y="202692"/>
                  </a:lnTo>
                  <a:lnTo>
                    <a:pt x="21336" y="199644"/>
                  </a:lnTo>
                  <a:lnTo>
                    <a:pt x="19812" y="195072"/>
                  </a:lnTo>
                  <a:lnTo>
                    <a:pt x="18288" y="192024"/>
                  </a:lnTo>
                  <a:lnTo>
                    <a:pt x="18288" y="160020"/>
                  </a:lnTo>
                  <a:lnTo>
                    <a:pt x="160020" y="160020"/>
                  </a:lnTo>
                  <a:lnTo>
                    <a:pt x="161544" y="161544"/>
                  </a:lnTo>
                  <a:lnTo>
                    <a:pt x="166116" y="164592"/>
                  </a:lnTo>
                  <a:lnTo>
                    <a:pt x="169164" y="170688"/>
                  </a:lnTo>
                  <a:lnTo>
                    <a:pt x="169164" y="182880"/>
                  </a:lnTo>
                  <a:lnTo>
                    <a:pt x="172212" y="182880"/>
                  </a:lnTo>
                  <a:lnTo>
                    <a:pt x="172212" y="114300"/>
                  </a:lnTo>
                  <a:close/>
                </a:path>
                <a:path extrusionOk="0" h="510540" w="224154">
                  <a:moveTo>
                    <a:pt x="224028" y="67056"/>
                  </a:moveTo>
                  <a:lnTo>
                    <a:pt x="193802" y="28270"/>
                  </a:lnTo>
                  <a:lnTo>
                    <a:pt x="147256" y="4572"/>
                  </a:lnTo>
                  <a:lnTo>
                    <a:pt x="111252" y="0"/>
                  </a:lnTo>
                  <a:lnTo>
                    <a:pt x="98691" y="571"/>
                  </a:lnTo>
                  <a:lnTo>
                    <a:pt x="51333" y="14274"/>
                  </a:lnTo>
                  <a:lnTo>
                    <a:pt x="14998" y="42202"/>
                  </a:lnTo>
                  <a:lnTo>
                    <a:pt x="0" y="67056"/>
                  </a:lnTo>
                  <a:lnTo>
                    <a:pt x="4572" y="67056"/>
                  </a:lnTo>
                  <a:lnTo>
                    <a:pt x="8902" y="60731"/>
                  </a:lnTo>
                  <a:lnTo>
                    <a:pt x="12954" y="55245"/>
                  </a:lnTo>
                  <a:lnTo>
                    <a:pt x="16992" y="50342"/>
                  </a:lnTo>
                  <a:lnTo>
                    <a:pt x="21336" y="45720"/>
                  </a:lnTo>
                  <a:lnTo>
                    <a:pt x="28956" y="41148"/>
                  </a:lnTo>
                  <a:lnTo>
                    <a:pt x="35052" y="36576"/>
                  </a:lnTo>
                  <a:lnTo>
                    <a:pt x="79146" y="24790"/>
                  </a:lnTo>
                  <a:lnTo>
                    <a:pt x="114300" y="22860"/>
                  </a:lnTo>
                  <a:lnTo>
                    <a:pt x="126580" y="23152"/>
                  </a:lnTo>
                  <a:lnTo>
                    <a:pt x="170878" y="30010"/>
                  </a:lnTo>
                  <a:lnTo>
                    <a:pt x="209169" y="52959"/>
                  </a:lnTo>
                  <a:lnTo>
                    <a:pt x="219456" y="67056"/>
                  </a:lnTo>
                  <a:lnTo>
                    <a:pt x="224028" y="670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1" name="Google Shape;1151;p21"/>
          <p:cNvSpPr/>
          <p:nvPr/>
        </p:nvSpPr>
        <p:spPr>
          <a:xfrm>
            <a:off x="4762500" y="8881871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2" name="Google Shape;1152;p21"/>
          <p:cNvGrpSpPr/>
          <p:nvPr/>
        </p:nvGrpSpPr>
        <p:grpSpPr>
          <a:xfrm>
            <a:off x="4658855" y="8179307"/>
            <a:ext cx="170815" cy="644780"/>
            <a:chOff x="4658855" y="8179307"/>
            <a:chExt cx="170815" cy="644780"/>
          </a:xfrm>
        </p:grpSpPr>
        <p:sp>
          <p:nvSpPr>
            <p:cNvPr id="1153" name="Google Shape;1153;p21"/>
            <p:cNvSpPr/>
            <p:nvPr/>
          </p:nvSpPr>
          <p:spPr>
            <a:xfrm>
              <a:off x="4658855" y="8310372"/>
              <a:ext cx="170815" cy="513715"/>
            </a:xfrm>
            <a:custGeom>
              <a:rect b="b" l="l" r="r" t="t"/>
              <a:pathLst>
                <a:path extrusionOk="0" h="513715" w="170814">
                  <a:moveTo>
                    <a:pt x="167652" y="391668"/>
                  </a:moveTo>
                  <a:lnTo>
                    <a:pt x="164604" y="391668"/>
                  </a:lnTo>
                  <a:lnTo>
                    <a:pt x="164604" y="400812"/>
                  </a:lnTo>
                  <a:lnTo>
                    <a:pt x="158508" y="406908"/>
                  </a:lnTo>
                  <a:lnTo>
                    <a:pt x="155460" y="406908"/>
                  </a:lnTo>
                  <a:lnTo>
                    <a:pt x="150888" y="408432"/>
                  </a:lnTo>
                  <a:lnTo>
                    <a:pt x="77736" y="408432"/>
                  </a:lnTo>
                  <a:lnTo>
                    <a:pt x="73164" y="411480"/>
                  </a:lnTo>
                  <a:lnTo>
                    <a:pt x="67068" y="413004"/>
                  </a:lnTo>
                  <a:lnTo>
                    <a:pt x="60972" y="417576"/>
                  </a:lnTo>
                  <a:lnTo>
                    <a:pt x="54876" y="426720"/>
                  </a:lnTo>
                  <a:lnTo>
                    <a:pt x="53352" y="431292"/>
                  </a:lnTo>
                  <a:lnTo>
                    <a:pt x="53352" y="437388"/>
                  </a:lnTo>
                  <a:lnTo>
                    <a:pt x="54800" y="446557"/>
                  </a:lnTo>
                  <a:lnTo>
                    <a:pt x="59258" y="455866"/>
                  </a:lnTo>
                  <a:lnTo>
                    <a:pt x="66852" y="465467"/>
                  </a:lnTo>
                  <a:lnTo>
                    <a:pt x="77736" y="475488"/>
                  </a:lnTo>
                  <a:lnTo>
                    <a:pt x="53352" y="475488"/>
                  </a:lnTo>
                  <a:lnTo>
                    <a:pt x="53352" y="480060"/>
                  </a:lnTo>
                  <a:lnTo>
                    <a:pt x="67068" y="513588"/>
                  </a:lnTo>
                  <a:lnTo>
                    <a:pt x="70116" y="512064"/>
                  </a:lnTo>
                  <a:lnTo>
                    <a:pt x="68592" y="509016"/>
                  </a:lnTo>
                  <a:lnTo>
                    <a:pt x="68592" y="499872"/>
                  </a:lnTo>
                  <a:lnTo>
                    <a:pt x="71640" y="496824"/>
                  </a:lnTo>
                  <a:lnTo>
                    <a:pt x="73164" y="496824"/>
                  </a:lnTo>
                  <a:lnTo>
                    <a:pt x="76212" y="495300"/>
                  </a:lnTo>
                  <a:lnTo>
                    <a:pt x="152412" y="495300"/>
                  </a:lnTo>
                  <a:lnTo>
                    <a:pt x="156984" y="496824"/>
                  </a:lnTo>
                  <a:lnTo>
                    <a:pt x="163080" y="499872"/>
                  </a:lnTo>
                  <a:lnTo>
                    <a:pt x="164604" y="504444"/>
                  </a:lnTo>
                  <a:lnTo>
                    <a:pt x="164604" y="512064"/>
                  </a:lnTo>
                  <a:lnTo>
                    <a:pt x="167652" y="512064"/>
                  </a:lnTo>
                  <a:lnTo>
                    <a:pt x="167652" y="495300"/>
                  </a:lnTo>
                  <a:lnTo>
                    <a:pt x="167652" y="458724"/>
                  </a:lnTo>
                  <a:lnTo>
                    <a:pt x="164604" y="458724"/>
                  </a:lnTo>
                  <a:lnTo>
                    <a:pt x="164604" y="467868"/>
                  </a:lnTo>
                  <a:lnTo>
                    <a:pt x="158508" y="473964"/>
                  </a:lnTo>
                  <a:lnTo>
                    <a:pt x="155460" y="475488"/>
                  </a:lnTo>
                  <a:lnTo>
                    <a:pt x="85356" y="475488"/>
                  </a:lnTo>
                  <a:lnTo>
                    <a:pt x="78232" y="467728"/>
                  </a:lnTo>
                  <a:lnTo>
                    <a:pt x="72974" y="460248"/>
                  </a:lnTo>
                  <a:lnTo>
                    <a:pt x="69710" y="452780"/>
                  </a:lnTo>
                  <a:lnTo>
                    <a:pt x="68592" y="445008"/>
                  </a:lnTo>
                  <a:lnTo>
                    <a:pt x="68592" y="438912"/>
                  </a:lnTo>
                  <a:lnTo>
                    <a:pt x="71640" y="434340"/>
                  </a:lnTo>
                  <a:lnTo>
                    <a:pt x="76212" y="432816"/>
                  </a:lnTo>
                  <a:lnTo>
                    <a:pt x="80784" y="429768"/>
                  </a:lnTo>
                  <a:lnTo>
                    <a:pt x="88404" y="428244"/>
                  </a:lnTo>
                  <a:lnTo>
                    <a:pt x="155460" y="428244"/>
                  </a:lnTo>
                  <a:lnTo>
                    <a:pt x="161556" y="431292"/>
                  </a:lnTo>
                  <a:lnTo>
                    <a:pt x="164604" y="434340"/>
                  </a:lnTo>
                  <a:lnTo>
                    <a:pt x="164604" y="445008"/>
                  </a:lnTo>
                  <a:lnTo>
                    <a:pt x="167652" y="445008"/>
                  </a:lnTo>
                  <a:lnTo>
                    <a:pt x="167652" y="428244"/>
                  </a:lnTo>
                  <a:lnTo>
                    <a:pt x="167652" y="391668"/>
                  </a:lnTo>
                  <a:close/>
                </a:path>
                <a:path extrusionOk="0" h="513715" w="170814">
                  <a:moveTo>
                    <a:pt x="167652" y="176784"/>
                  </a:moveTo>
                  <a:lnTo>
                    <a:pt x="164604" y="176784"/>
                  </a:lnTo>
                  <a:lnTo>
                    <a:pt x="164604" y="187452"/>
                  </a:lnTo>
                  <a:lnTo>
                    <a:pt x="163080" y="193548"/>
                  </a:lnTo>
                  <a:lnTo>
                    <a:pt x="160032" y="195072"/>
                  </a:lnTo>
                  <a:lnTo>
                    <a:pt x="156984" y="198120"/>
                  </a:lnTo>
                  <a:lnTo>
                    <a:pt x="149364" y="199644"/>
                  </a:lnTo>
                  <a:lnTo>
                    <a:pt x="22872" y="199644"/>
                  </a:lnTo>
                  <a:lnTo>
                    <a:pt x="16776" y="198120"/>
                  </a:lnTo>
                  <a:lnTo>
                    <a:pt x="13728" y="196596"/>
                  </a:lnTo>
                  <a:lnTo>
                    <a:pt x="9156" y="193548"/>
                  </a:lnTo>
                  <a:lnTo>
                    <a:pt x="6108" y="188976"/>
                  </a:lnTo>
                  <a:lnTo>
                    <a:pt x="6108" y="176784"/>
                  </a:lnTo>
                  <a:lnTo>
                    <a:pt x="3060" y="176784"/>
                  </a:lnTo>
                  <a:lnTo>
                    <a:pt x="3060" y="220980"/>
                  </a:lnTo>
                  <a:lnTo>
                    <a:pt x="131076" y="280416"/>
                  </a:lnTo>
                  <a:lnTo>
                    <a:pt x="3060" y="339852"/>
                  </a:lnTo>
                  <a:lnTo>
                    <a:pt x="3060" y="387096"/>
                  </a:lnTo>
                  <a:lnTo>
                    <a:pt x="6108" y="387096"/>
                  </a:lnTo>
                  <a:lnTo>
                    <a:pt x="6108" y="379476"/>
                  </a:lnTo>
                  <a:lnTo>
                    <a:pt x="7632" y="374904"/>
                  </a:lnTo>
                  <a:lnTo>
                    <a:pt x="10680" y="368808"/>
                  </a:lnTo>
                  <a:lnTo>
                    <a:pt x="12204" y="367284"/>
                  </a:lnTo>
                  <a:lnTo>
                    <a:pt x="18300" y="364236"/>
                  </a:lnTo>
                  <a:lnTo>
                    <a:pt x="155460" y="364236"/>
                  </a:lnTo>
                  <a:lnTo>
                    <a:pt x="158508" y="365760"/>
                  </a:lnTo>
                  <a:lnTo>
                    <a:pt x="163080" y="368808"/>
                  </a:lnTo>
                  <a:lnTo>
                    <a:pt x="164604" y="373380"/>
                  </a:lnTo>
                  <a:lnTo>
                    <a:pt x="164604" y="387096"/>
                  </a:lnTo>
                  <a:lnTo>
                    <a:pt x="167652" y="387096"/>
                  </a:lnTo>
                  <a:lnTo>
                    <a:pt x="167652" y="330708"/>
                  </a:lnTo>
                  <a:lnTo>
                    <a:pt x="164604" y="330708"/>
                  </a:lnTo>
                  <a:lnTo>
                    <a:pt x="164604" y="342900"/>
                  </a:lnTo>
                  <a:lnTo>
                    <a:pt x="163080" y="347472"/>
                  </a:lnTo>
                  <a:lnTo>
                    <a:pt x="160032" y="350520"/>
                  </a:lnTo>
                  <a:lnTo>
                    <a:pt x="156984" y="352044"/>
                  </a:lnTo>
                  <a:lnTo>
                    <a:pt x="149364" y="353568"/>
                  </a:lnTo>
                  <a:lnTo>
                    <a:pt x="28968" y="353568"/>
                  </a:lnTo>
                  <a:lnTo>
                    <a:pt x="167652" y="289560"/>
                  </a:lnTo>
                  <a:lnTo>
                    <a:pt x="167652" y="286512"/>
                  </a:lnTo>
                  <a:lnTo>
                    <a:pt x="28968" y="222504"/>
                  </a:lnTo>
                  <a:lnTo>
                    <a:pt x="155460" y="222504"/>
                  </a:lnTo>
                  <a:lnTo>
                    <a:pt x="158508" y="224028"/>
                  </a:lnTo>
                  <a:lnTo>
                    <a:pt x="163080" y="227076"/>
                  </a:lnTo>
                  <a:lnTo>
                    <a:pt x="164604" y="231648"/>
                  </a:lnTo>
                  <a:lnTo>
                    <a:pt x="164604" y="245364"/>
                  </a:lnTo>
                  <a:lnTo>
                    <a:pt x="167652" y="245364"/>
                  </a:lnTo>
                  <a:lnTo>
                    <a:pt x="167652" y="176784"/>
                  </a:lnTo>
                  <a:close/>
                </a:path>
                <a:path extrusionOk="0" h="513715" w="170814">
                  <a:moveTo>
                    <a:pt x="170688" y="80772"/>
                  </a:moveTo>
                  <a:lnTo>
                    <a:pt x="169240" y="64439"/>
                  </a:lnTo>
                  <a:lnTo>
                    <a:pt x="164782" y="49530"/>
                  </a:lnTo>
                  <a:lnTo>
                    <a:pt x="164680" y="49339"/>
                  </a:lnTo>
                  <a:lnTo>
                    <a:pt x="163068" y="46431"/>
                  </a:lnTo>
                  <a:lnTo>
                    <a:pt x="163068" y="80772"/>
                  </a:lnTo>
                  <a:lnTo>
                    <a:pt x="162166" y="90754"/>
                  </a:lnTo>
                  <a:lnTo>
                    <a:pt x="134620" y="122948"/>
                  </a:lnTo>
                  <a:lnTo>
                    <a:pt x="83820" y="132588"/>
                  </a:lnTo>
                  <a:lnTo>
                    <a:pt x="65532" y="131470"/>
                  </a:lnTo>
                  <a:lnTo>
                    <a:pt x="24384" y="115824"/>
                  </a:lnTo>
                  <a:lnTo>
                    <a:pt x="7620" y="80772"/>
                  </a:lnTo>
                  <a:lnTo>
                    <a:pt x="8750" y="69900"/>
                  </a:lnTo>
                  <a:lnTo>
                    <a:pt x="12001" y="60198"/>
                  </a:lnTo>
                  <a:lnTo>
                    <a:pt x="12128" y="60007"/>
                  </a:lnTo>
                  <a:lnTo>
                    <a:pt x="17272" y="51625"/>
                  </a:lnTo>
                  <a:lnTo>
                    <a:pt x="50673" y="31813"/>
                  </a:lnTo>
                  <a:lnTo>
                    <a:pt x="88392" y="27432"/>
                  </a:lnTo>
                  <a:lnTo>
                    <a:pt x="106426" y="28321"/>
                  </a:lnTo>
                  <a:lnTo>
                    <a:pt x="144780" y="42672"/>
                  </a:lnTo>
                  <a:lnTo>
                    <a:pt x="163068" y="80772"/>
                  </a:lnTo>
                  <a:lnTo>
                    <a:pt x="163068" y="46431"/>
                  </a:lnTo>
                  <a:lnTo>
                    <a:pt x="133146" y="12865"/>
                  </a:lnTo>
                  <a:lnTo>
                    <a:pt x="85344" y="0"/>
                  </a:lnTo>
                  <a:lnTo>
                    <a:pt x="67894" y="1435"/>
                  </a:lnTo>
                  <a:lnTo>
                    <a:pt x="24384" y="22860"/>
                  </a:lnTo>
                  <a:lnTo>
                    <a:pt x="1676" y="63804"/>
                  </a:lnTo>
                  <a:lnTo>
                    <a:pt x="0" y="79248"/>
                  </a:lnTo>
                  <a:lnTo>
                    <a:pt x="1409" y="94678"/>
                  </a:lnTo>
                  <a:lnTo>
                    <a:pt x="21336" y="134112"/>
                  </a:lnTo>
                  <a:lnTo>
                    <a:pt x="66776" y="158330"/>
                  </a:lnTo>
                  <a:lnTo>
                    <a:pt x="85344" y="160020"/>
                  </a:lnTo>
                  <a:lnTo>
                    <a:pt x="103682" y="158597"/>
                  </a:lnTo>
                  <a:lnTo>
                    <a:pt x="147828" y="137160"/>
                  </a:lnTo>
                  <a:lnTo>
                    <a:pt x="169265" y="97091"/>
                  </a:lnTo>
                  <a:lnTo>
                    <a:pt x="170688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54" name="Google Shape;1154;p21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4658868" y="8179307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155" name="Google Shape;1155;p21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4654296" y="7037831"/>
            <a:ext cx="225552" cy="10561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56" name="Google Shape;1156;p21"/>
          <p:cNvGrpSpPr/>
          <p:nvPr/>
        </p:nvGrpSpPr>
        <p:grpSpPr>
          <a:xfrm>
            <a:off x="4658867" y="5864352"/>
            <a:ext cx="170689" cy="1097279"/>
            <a:chOff x="4658867" y="5864352"/>
            <a:chExt cx="170689" cy="1097279"/>
          </a:xfrm>
        </p:grpSpPr>
        <p:pic>
          <p:nvPicPr>
            <p:cNvPr id="1157" name="Google Shape;1157;p21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4658867" y="6574535"/>
              <a:ext cx="170688" cy="3870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58" name="Google Shape;1158;p21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4658868" y="6443472"/>
              <a:ext cx="170687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59" name="Google Shape;1159;p21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4661916" y="6301739"/>
              <a:ext cx="164592" cy="1219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0" name="Google Shape;1160;p21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4661916" y="5992367"/>
              <a:ext cx="164592" cy="2895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1" name="Google Shape;1161;p21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4658868" y="5864352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162" name="Google Shape;1162;p21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5010911" y="8083296"/>
            <a:ext cx="225551" cy="928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3" name="Google Shape;1163;p21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5010911" y="7043928"/>
            <a:ext cx="225552" cy="963167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4" name="Google Shape;1164;p21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5010911" y="6085331"/>
            <a:ext cx="175260" cy="8839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5" name="Google Shape;1165;p21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5035296" y="5618988"/>
            <a:ext cx="201131" cy="400811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6" name="Google Shape;1166;p21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5010911" y="4764023"/>
            <a:ext cx="175260" cy="780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7" name="Google Shape;1167;p21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5010911" y="3113531"/>
            <a:ext cx="175260" cy="1574292"/>
          </a:xfrm>
          <a:prstGeom prst="rect">
            <a:avLst/>
          </a:prstGeom>
          <a:noFill/>
          <a:ln>
            <a:noFill/>
          </a:ln>
        </p:spPr>
      </p:pic>
      <p:sp>
        <p:nvSpPr>
          <p:cNvPr id="1168" name="Google Shape;1168;p21"/>
          <p:cNvSpPr/>
          <p:nvPr/>
        </p:nvSpPr>
        <p:spPr>
          <a:xfrm>
            <a:off x="5068811" y="2414016"/>
            <a:ext cx="117475" cy="626745"/>
          </a:xfrm>
          <a:custGeom>
            <a:rect b="b" l="l" r="r" t="t"/>
            <a:pathLst>
              <a:path extrusionOk="0" h="626744" w="117475">
                <a:moveTo>
                  <a:pt x="114300" y="234696"/>
                </a:moveTo>
                <a:lnTo>
                  <a:pt x="111252" y="234696"/>
                </a:lnTo>
                <a:lnTo>
                  <a:pt x="111252" y="239268"/>
                </a:lnTo>
                <a:lnTo>
                  <a:pt x="109728" y="243840"/>
                </a:lnTo>
                <a:lnTo>
                  <a:pt x="108204" y="245364"/>
                </a:lnTo>
                <a:lnTo>
                  <a:pt x="106680" y="248412"/>
                </a:lnTo>
                <a:lnTo>
                  <a:pt x="103632" y="251460"/>
                </a:lnTo>
                <a:lnTo>
                  <a:pt x="102108" y="251460"/>
                </a:lnTo>
                <a:lnTo>
                  <a:pt x="99060" y="252984"/>
                </a:lnTo>
                <a:lnTo>
                  <a:pt x="94488" y="254508"/>
                </a:lnTo>
                <a:lnTo>
                  <a:pt x="35052" y="254508"/>
                </a:lnTo>
                <a:lnTo>
                  <a:pt x="27432" y="249936"/>
                </a:lnTo>
                <a:lnTo>
                  <a:pt x="21336" y="246888"/>
                </a:lnTo>
                <a:lnTo>
                  <a:pt x="18288" y="242316"/>
                </a:lnTo>
                <a:lnTo>
                  <a:pt x="16764" y="240792"/>
                </a:lnTo>
                <a:lnTo>
                  <a:pt x="16764" y="236220"/>
                </a:lnTo>
                <a:lnTo>
                  <a:pt x="18288" y="233172"/>
                </a:lnTo>
                <a:lnTo>
                  <a:pt x="19812" y="228600"/>
                </a:lnTo>
                <a:lnTo>
                  <a:pt x="22860" y="225552"/>
                </a:lnTo>
                <a:lnTo>
                  <a:pt x="24384" y="222504"/>
                </a:lnTo>
                <a:lnTo>
                  <a:pt x="24384" y="217932"/>
                </a:lnTo>
                <a:lnTo>
                  <a:pt x="22860" y="214884"/>
                </a:lnTo>
                <a:lnTo>
                  <a:pt x="18288" y="210312"/>
                </a:lnTo>
                <a:lnTo>
                  <a:pt x="9144" y="210312"/>
                </a:lnTo>
                <a:lnTo>
                  <a:pt x="6096" y="211836"/>
                </a:lnTo>
                <a:lnTo>
                  <a:pt x="3048" y="214884"/>
                </a:lnTo>
                <a:lnTo>
                  <a:pt x="0" y="220980"/>
                </a:lnTo>
                <a:lnTo>
                  <a:pt x="0" y="225552"/>
                </a:lnTo>
                <a:lnTo>
                  <a:pt x="1460" y="232651"/>
                </a:lnTo>
                <a:lnTo>
                  <a:pt x="5905" y="240030"/>
                </a:lnTo>
                <a:lnTo>
                  <a:pt x="13512" y="247421"/>
                </a:lnTo>
                <a:lnTo>
                  <a:pt x="24384" y="254508"/>
                </a:lnTo>
                <a:lnTo>
                  <a:pt x="0" y="254508"/>
                </a:lnTo>
                <a:lnTo>
                  <a:pt x="0" y="259080"/>
                </a:lnTo>
                <a:lnTo>
                  <a:pt x="13716" y="292608"/>
                </a:lnTo>
                <a:lnTo>
                  <a:pt x="16764" y="291084"/>
                </a:lnTo>
                <a:lnTo>
                  <a:pt x="15240" y="288036"/>
                </a:lnTo>
                <a:lnTo>
                  <a:pt x="15240" y="278892"/>
                </a:lnTo>
                <a:lnTo>
                  <a:pt x="16764" y="277368"/>
                </a:lnTo>
                <a:lnTo>
                  <a:pt x="16764" y="275844"/>
                </a:lnTo>
                <a:lnTo>
                  <a:pt x="19812" y="275844"/>
                </a:lnTo>
                <a:lnTo>
                  <a:pt x="21336" y="274320"/>
                </a:lnTo>
                <a:lnTo>
                  <a:pt x="102108" y="274320"/>
                </a:lnTo>
                <a:lnTo>
                  <a:pt x="105156" y="275844"/>
                </a:lnTo>
                <a:lnTo>
                  <a:pt x="108204" y="278892"/>
                </a:lnTo>
                <a:lnTo>
                  <a:pt x="111252" y="284988"/>
                </a:lnTo>
                <a:lnTo>
                  <a:pt x="111252" y="291084"/>
                </a:lnTo>
                <a:lnTo>
                  <a:pt x="114300" y="291084"/>
                </a:lnTo>
                <a:lnTo>
                  <a:pt x="114300" y="234696"/>
                </a:lnTo>
                <a:close/>
              </a:path>
              <a:path extrusionOk="0" h="626744" w="117475">
                <a:moveTo>
                  <a:pt x="117348" y="589788"/>
                </a:moveTo>
                <a:lnTo>
                  <a:pt x="97155" y="554926"/>
                </a:lnTo>
                <a:lnTo>
                  <a:pt x="83820" y="551688"/>
                </a:lnTo>
                <a:lnTo>
                  <a:pt x="74104" y="553364"/>
                </a:lnTo>
                <a:lnTo>
                  <a:pt x="42672" y="594360"/>
                </a:lnTo>
                <a:lnTo>
                  <a:pt x="39624" y="601980"/>
                </a:lnTo>
                <a:lnTo>
                  <a:pt x="36576" y="606552"/>
                </a:lnTo>
                <a:lnTo>
                  <a:pt x="33528" y="608076"/>
                </a:lnTo>
                <a:lnTo>
                  <a:pt x="30480" y="611124"/>
                </a:lnTo>
                <a:lnTo>
                  <a:pt x="18288" y="611124"/>
                </a:lnTo>
                <a:lnTo>
                  <a:pt x="15240" y="609600"/>
                </a:lnTo>
                <a:lnTo>
                  <a:pt x="9144" y="603504"/>
                </a:lnTo>
                <a:lnTo>
                  <a:pt x="7620" y="598932"/>
                </a:lnTo>
                <a:lnTo>
                  <a:pt x="7620" y="586740"/>
                </a:lnTo>
                <a:lnTo>
                  <a:pt x="38100" y="563880"/>
                </a:lnTo>
                <a:lnTo>
                  <a:pt x="38100" y="560832"/>
                </a:lnTo>
                <a:lnTo>
                  <a:pt x="0" y="560832"/>
                </a:lnTo>
                <a:lnTo>
                  <a:pt x="0" y="563880"/>
                </a:lnTo>
                <a:lnTo>
                  <a:pt x="1524" y="565404"/>
                </a:lnTo>
                <a:lnTo>
                  <a:pt x="3048" y="565404"/>
                </a:lnTo>
                <a:lnTo>
                  <a:pt x="3048" y="566928"/>
                </a:lnTo>
                <a:lnTo>
                  <a:pt x="4572" y="566928"/>
                </a:lnTo>
                <a:lnTo>
                  <a:pt x="4572" y="571500"/>
                </a:lnTo>
                <a:lnTo>
                  <a:pt x="3048" y="573024"/>
                </a:lnTo>
                <a:lnTo>
                  <a:pt x="3048" y="577596"/>
                </a:lnTo>
                <a:lnTo>
                  <a:pt x="0" y="583692"/>
                </a:lnTo>
                <a:lnTo>
                  <a:pt x="0" y="592836"/>
                </a:lnTo>
                <a:lnTo>
                  <a:pt x="21336" y="626364"/>
                </a:lnTo>
                <a:lnTo>
                  <a:pt x="38100" y="626364"/>
                </a:lnTo>
                <a:lnTo>
                  <a:pt x="42672" y="624840"/>
                </a:lnTo>
                <a:lnTo>
                  <a:pt x="47244" y="620268"/>
                </a:lnTo>
                <a:lnTo>
                  <a:pt x="50914" y="617131"/>
                </a:lnTo>
                <a:lnTo>
                  <a:pt x="54864" y="612267"/>
                </a:lnTo>
                <a:lnTo>
                  <a:pt x="58826" y="605701"/>
                </a:lnTo>
                <a:lnTo>
                  <a:pt x="62484" y="597408"/>
                </a:lnTo>
                <a:lnTo>
                  <a:pt x="66802" y="590003"/>
                </a:lnTo>
                <a:lnTo>
                  <a:pt x="70675" y="583882"/>
                </a:lnTo>
                <a:lnTo>
                  <a:pt x="74282" y="579196"/>
                </a:lnTo>
                <a:lnTo>
                  <a:pt x="77724" y="576072"/>
                </a:lnTo>
                <a:lnTo>
                  <a:pt x="80772" y="571500"/>
                </a:lnTo>
                <a:lnTo>
                  <a:pt x="86868" y="569976"/>
                </a:lnTo>
                <a:lnTo>
                  <a:pt x="97536" y="569976"/>
                </a:lnTo>
                <a:lnTo>
                  <a:pt x="100584" y="571500"/>
                </a:lnTo>
                <a:lnTo>
                  <a:pt x="103632" y="576072"/>
                </a:lnTo>
                <a:lnTo>
                  <a:pt x="108204" y="579120"/>
                </a:lnTo>
                <a:lnTo>
                  <a:pt x="109728" y="583692"/>
                </a:lnTo>
                <a:lnTo>
                  <a:pt x="109728" y="597408"/>
                </a:lnTo>
                <a:lnTo>
                  <a:pt x="79248" y="623316"/>
                </a:lnTo>
                <a:lnTo>
                  <a:pt x="79248" y="626364"/>
                </a:lnTo>
                <a:lnTo>
                  <a:pt x="117348" y="626364"/>
                </a:lnTo>
                <a:lnTo>
                  <a:pt x="117348" y="623316"/>
                </a:lnTo>
                <a:lnTo>
                  <a:pt x="114300" y="623316"/>
                </a:lnTo>
                <a:lnTo>
                  <a:pt x="112776" y="621792"/>
                </a:lnTo>
                <a:lnTo>
                  <a:pt x="112776" y="612648"/>
                </a:lnTo>
                <a:lnTo>
                  <a:pt x="115824" y="603504"/>
                </a:lnTo>
                <a:lnTo>
                  <a:pt x="117348" y="595884"/>
                </a:lnTo>
                <a:lnTo>
                  <a:pt x="117348" y="589788"/>
                </a:lnTo>
                <a:close/>
              </a:path>
              <a:path extrusionOk="0" h="626744" w="117475">
                <a:moveTo>
                  <a:pt x="117348" y="481584"/>
                </a:moveTo>
                <a:lnTo>
                  <a:pt x="109728" y="452628"/>
                </a:lnTo>
                <a:lnTo>
                  <a:pt x="109728" y="467868"/>
                </a:lnTo>
                <a:lnTo>
                  <a:pt x="109728" y="475488"/>
                </a:lnTo>
                <a:lnTo>
                  <a:pt x="81991" y="505396"/>
                </a:lnTo>
                <a:lnTo>
                  <a:pt x="48768" y="510540"/>
                </a:lnTo>
                <a:lnTo>
                  <a:pt x="39624" y="510540"/>
                </a:lnTo>
                <a:lnTo>
                  <a:pt x="30480" y="509016"/>
                </a:lnTo>
                <a:lnTo>
                  <a:pt x="24384" y="505968"/>
                </a:lnTo>
                <a:lnTo>
                  <a:pt x="18288" y="504444"/>
                </a:lnTo>
                <a:lnTo>
                  <a:pt x="10668" y="496824"/>
                </a:lnTo>
                <a:lnTo>
                  <a:pt x="7620" y="487680"/>
                </a:lnTo>
                <a:lnTo>
                  <a:pt x="7683" y="473849"/>
                </a:lnTo>
                <a:lnTo>
                  <a:pt x="51511" y="450418"/>
                </a:lnTo>
                <a:lnTo>
                  <a:pt x="65532" y="449580"/>
                </a:lnTo>
                <a:lnTo>
                  <a:pt x="76987" y="449922"/>
                </a:lnTo>
                <a:lnTo>
                  <a:pt x="86296" y="451104"/>
                </a:lnTo>
                <a:lnTo>
                  <a:pt x="93611" y="453440"/>
                </a:lnTo>
                <a:lnTo>
                  <a:pt x="99060" y="457200"/>
                </a:lnTo>
                <a:lnTo>
                  <a:pt x="106680" y="461772"/>
                </a:lnTo>
                <a:lnTo>
                  <a:pt x="109728" y="467868"/>
                </a:lnTo>
                <a:lnTo>
                  <a:pt x="109728" y="452628"/>
                </a:lnTo>
                <a:lnTo>
                  <a:pt x="71056" y="428244"/>
                </a:lnTo>
                <a:lnTo>
                  <a:pt x="56388" y="426720"/>
                </a:lnTo>
                <a:lnTo>
                  <a:pt x="46151" y="427558"/>
                </a:lnTo>
                <a:lnTo>
                  <a:pt x="10287" y="447484"/>
                </a:lnTo>
                <a:lnTo>
                  <a:pt x="0" y="480060"/>
                </a:lnTo>
                <a:lnTo>
                  <a:pt x="76" y="481584"/>
                </a:lnTo>
                <a:lnTo>
                  <a:pt x="152" y="483184"/>
                </a:lnTo>
                <a:lnTo>
                  <a:pt x="21742" y="521830"/>
                </a:lnTo>
                <a:lnTo>
                  <a:pt x="59436" y="533400"/>
                </a:lnTo>
                <a:lnTo>
                  <a:pt x="69469" y="532574"/>
                </a:lnTo>
                <a:lnTo>
                  <a:pt x="105778" y="512876"/>
                </a:lnTo>
                <a:lnTo>
                  <a:pt x="115976" y="493356"/>
                </a:lnTo>
                <a:lnTo>
                  <a:pt x="117348" y="481584"/>
                </a:lnTo>
                <a:close/>
              </a:path>
              <a:path extrusionOk="0" h="626744" w="117475">
                <a:moveTo>
                  <a:pt x="117348" y="327660"/>
                </a:moveTo>
                <a:lnTo>
                  <a:pt x="103632" y="295656"/>
                </a:lnTo>
                <a:lnTo>
                  <a:pt x="100584" y="297180"/>
                </a:lnTo>
                <a:lnTo>
                  <a:pt x="102108" y="300228"/>
                </a:lnTo>
                <a:lnTo>
                  <a:pt x="102108" y="307848"/>
                </a:lnTo>
                <a:lnTo>
                  <a:pt x="97536" y="312420"/>
                </a:lnTo>
                <a:lnTo>
                  <a:pt x="91440" y="312420"/>
                </a:lnTo>
                <a:lnTo>
                  <a:pt x="83820" y="313944"/>
                </a:lnTo>
                <a:lnTo>
                  <a:pt x="3048" y="313944"/>
                </a:lnTo>
                <a:lnTo>
                  <a:pt x="3048" y="350520"/>
                </a:lnTo>
                <a:lnTo>
                  <a:pt x="6096" y="350520"/>
                </a:lnTo>
                <a:lnTo>
                  <a:pt x="6096" y="342900"/>
                </a:lnTo>
                <a:lnTo>
                  <a:pt x="7620" y="338328"/>
                </a:lnTo>
                <a:lnTo>
                  <a:pt x="12192" y="333756"/>
                </a:lnTo>
                <a:lnTo>
                  <a:pt x="85344" y="333756"/>
                </a:lnTo>
                <a:lnTo>
                  <a:pt x="96012" y="344424"/>
                </a:lnTo>
                <a:lnTo>
                  <a:pt x="99060" y="348996"/>
                </a:lnTo>
                <a:lnTo>
                  <a:pt x="102108" y="358140"/>
                </a:lnTo>
                <a:lnTo>
                  <a:pt x="102108" y="367284"/>
                </a:lnTo>
                <a:lnTo>
                  <a:pt x="100584" y="371856"/>
                </a:lnTo>
                <a:lnTo>
                  <a:pt x="97536" y="374904"/>
                </a:lnTo>
                <a:lnTo>
                  <a:pt x="92964" y="377952"/>
                </a:lnTo>
                <a:lnTo>
                  <a:pt x="86868" y="381000"/>
                </a:lnTo>
                <a:lnTo>
                  <a:pt x="3048" y="381000"/>
                </a:lnTo>
                <a:lnTo>
                  <a:pt x="3048" y="419100"/>
                </a:lnTo>
                <a:lnTo>
                  <a:pt x="6096" y="419100"/>
                </a:lnTo>
                <a:lnTo>
                  <a:pt x="6096" y="408432"/>
                </a:lnTo>
                <a:lnTo>
                  <a:pt x="9144" y="405384"/>
                </a:lnTo>
                <a:lnTo>
                  <a:pt x="10668" y="402336"/>
                </a:lnTo>
                <a:lnTo>
                  <a:pt x="12192" y="402336"/>
                </a:lnTo>
                <a:lnTo>
                  <a:pt x="13716" y="400812"/>
                </a:lnTo>
                <a:lnTo>
                  <a:pt x="83820" y="400812"/>
                </a:lnTo>
                <a:lnTo>
                  <a:pt x="91440" y="399288"/>
                </a:lnTo>
                <a:lnTo>
                  <a:pt x="103632" y="396240"/>
                </a:lnTo>
                <a:lnTo>
                  <a:pt x="108204" y="393192"/>
                </a:lnTo>
                <a:lnTo>
                  <a:pt x="111252" y="388620"/>
                </a:lnTo>
                <a:lnTo>
                  <a:pt x="115824" y="382524"/>
                </a:lnTo>
                <a:lnTo>
                  <a:pt x="117348" y="377952"/>
                </a:lnTo>
                <a:lnTo>
                  <a:pt x="117348" y="365760"/>
                </a:lnTo>
                <a:lnTo>
                  <a:pt x="92964" y="333756"/>
                </a:lnTo>
                <a:lnTo>
                  <a:pt x="117348" y="333756"/>
                </a:lnTo>
                <a:lnTo>
                  <a:pt x="117348" y="327660"/>
                </a:lnTo>
                <a:close/>
              </a:path>
              <a:path extrusionOk="0" h="626744" w="117475">
                <a:moveTo>
                  <a:pt x="117348" y="44196"/>
                </a:moveTo>
                <a:lnTo>
                  <a:pt x="96735" y="8572"/>
                </a:lnTo>
                <a:lnTo>
                  <a:pt x="73152" y="0"/>
                </a:lnTo>
                <a:lnTo>
                  <a:pt x="71628" y="3048"/>
                </a:lnTo>
                <a:lnTo>
                  <a:pt x="80772" y="6096"/>
                </a:lnTo>
                <a:lnTo>
                  <a:pt x="88392" y="10668"/>
                </a:lnTo>
                <a:lnTo>
                  <a:pt x="91440" y="15240"/>
                </a:lnTo>
                <a:lnTo>
                  <a:pt x="96012" y="21336"/>
                </a:lnTo>
                <a:lnTo>
                  <a:pt x="97536" y="27432"/>
                </a:lnTo>
                <a:lnTo>
                  <a:pt x="82296" y="62484"/>
                </a:lnTo>
                <a:lnTo>
                  <a:pt x="44196" y="74676"/>
                </a:lnTo>
                <a:lnTo>
                  <a:pt x="44196" y="24384"/>
                </a:lnTo>
                <a:lnTo>
                  <a:pt x="44196" y="0"/>
                </a:lnTo>
                <a:lnTo>
                  <a:pt x="36576" y="469"/>
                </a:lnTo>
                <a:lnTo>
                  <a:pt x="36576" y="24384"/>
                </a:lnTo>
                <a:lnTo>
                  <a:pt x="36576" y="74676"/>
                </a:lnTo>
                <a:lnTo>
                  <a:pt x="27432" y="73152"/>
                </a:lnTo>
                <a:lnTo>
                  <a:pt x="19812" y="70104"/>
                </a:lnTo>
                <a:lnTo>
                  <a:pt x="9144" y="59436"/>
                </a:lnTo>
                <a:lnTo>
                  <a:pt x="7620" y="53340"/>
                </a:lnTo>
                <a:lnTo>
                  <a:pt x="7620" y="42672"/>
                </a:lnTo>
                <a:lnTo>
                  <a:pt x="9144" y="39624"/>
                </a:lnTo>
                <a:lnTo>
                  <a:pt x="10668" y="35052"/>
                </a:lnTo>
                <a:lnTo>
                  <a:pt x="16764" y="28956"/>
                </a:lnTo>
                <a:lnTo>
                  <a:pt x="21336" y="25908"/>
                </a:lnTo>
                <a:lnTo>
                  <a:pt x="24384" y="25908"/>
                </a:lnTo>
                <a:lnTo>
                  <a:pt x="28956" y="24384"/>
                </a:lnTo>
                <a:lnTo>
                  <a:pt x="36576" y="24384"/>
                </a:lnTo>
                <a:lnTo>
                  <a:pt x="36576" y="469"/>
                </a:lnTo>
                <a:lnTo>
                  <a:pt x="2667" y="24765"/>
                </a:lnTo>
                <a:lnTo>
                  <a:pt x="114" y="39624"/>
                </a:lnTo>
                <a:lnTo>
                  <a:pt x="127" y="42672"/>
                </a:lnTo>
                <a:lnTo>
                  <a:pt x="254" y="44196"/>
                </a:lnTo>
                <a:lnTo>
                  <a:pt x="889" y="52006"/>
                </a:lnTo>
                <a:lnTo>
                  <a:pt x="24079" y="84607"/>
                </a:lnTo>
                <a:lnTo>
                  <a:pt x="59436" y="92964"/>
                </a:lnTo>
                <a:lnTo>
                  <a:pt x="72326" y="92087"/>
                </a:lnTo>
                <a:lnTo>
                  <a:pt x="83629" y="89344"/>
                </a:lnTo>
                <a:lnTo>
                  <a:pt x="93522" y="84607"/>
                </a:lnTo>
                <a:lnTo>
                  <a:pt x="102108" y="77724"/>
                </a:lnTo>
                <a:lnTo>
                  <a:pt x="104762" y="74676"/>
                </a:lnTo>
                <a:lnTo>
                  <a:pt x="108356" y="70561"/>
                </a:lnTo>
                <a:lnTo>
                  <a:pt x="113157" y="62674"/>
                </a:lnTo>
                <a:lnTo>
                  <a:pt x="113233" y="62484"/>
                </a:lnTo>
                <a:lnTo>
                  <a:pt x="116255" y="53936"/>
                </a:lnTo>
                <a:lnTo>
                  <a:pt x="116332" y="53340"/>
                </a:lnTo>
                <a:lnTo>
                  <a:pt x="117348" y="44196"/>
                </a:lnTo>
                <a:close/>
              </a:path>
              <a:path extrusionOk="0" h="626744" w="117475">
                <a:moveTo>
                  <a:pt x="117360" y="155448"/>
                </a:moveTo>
                <a:lnTo>
                  <a:pt x="98856" y="120205"/>
                </a:lnTo>
                <a:lnTo>
                  <a:pt x="71640" y="108204"/>
                </a:lnTo>
                <a:lnTo>
                  <a:pt x="70116" y="111252"/>
                </a:lnTo>
                <a:lnTo>
                  <a:pt x="79260" y="115824"/>
                </a:lnTo>
                <a:lnTo>
                  <a:pt x="86880" y="120396"/>
                </a:lnTo>
                <a:lnTo>
                  <a:pt x="89928" y="124968"/>
                </a:lnTo>
                <a:lnTo>
                  <a:pt x="94500" y="131064"/>
                </a:lnTo>
                <a:lnTo>
                  <a:pt x="97548" y="137160"/>
                </a:lnTo>
                <a:lnTo>
                  <a:pt x="97548" y="146304"/>
                </a:lnTo>
                <a:lnTo>
                  <a:pt x="96443" y="154000"/>
                </a:lnTo>
                <a:lnTo>
                  <a:pt x="65925" y="179070"/>
                </a:lnTo>
                <a:lnTo>
                  <a:pt x="47256" y="181356"/>
                </a:lnTo>
                <a:lnTo>
                  <a:pt x="38417" y="180784"/>
                </a:lnTo>
                <a:lnTo>
                  <a:pt x="7632" y="161544"/>
                </a:lnTo>
                <a:lnTo>
                  <a:pt x="7632" y="147828"/>
                </a:lnTo>
                <a:lnTo>
                  <a:pt x="10680" y="141732"/>
                </a:lnTo>
                <a:lnTo>
                  <a:pt x="13728" y="138684"/>
                </a:lnTo>
                <a:lnTo>
                  <a:pt x="16776" y="137160"/>
                </a:lnTo>
                <a:lnTo>
                  <a:pt x="25920" y="137160"/>
                </a:lnTo>
                <a:lnTo>
                  <a:pt x="30492" y="135636"/>
                </a:lnTo>
                <a:lnTo>
                  <a:pt x="32016" y="134112"/>
                </a:lnTo>
                <a:lnTo>
                  <a:pt x="35064" y="132588"/>
                </a:lnTo>
                <a:lnTo>
                  <a:pt x="36588" y="128016"/>
                </a:lnTo>
                <a:lnTo>
                  <a:pt x="36588" y="120396"/>
                </a:lnTo>
                <a:lnTo>
                  <a:pt x="35064" y="117348"/>
                </a:lnTo>
                <a:lnTo>
                  <a:pt x="32016" y="114300"/>
                </a:lnTo>
                <a:lnTo>
                  <a:pt x="28968" y="112776"/>
                </a:lnTo>
                <a:lnTo>
                  <a:pt x="19824" y="112776"/>
                </a:lnTo>
                <a:lnTo>
                  <a:pt x="12" y="149352"/>
                </a:lnTo>
                <a:lnTo>
                  <a:pt x="889" y="160210"/>
                </a:lnTo>
                <a:lnTo>
                  <a:pt x="24701" y="192811"/>
                </a:lnTo>
                <a:lnTo>
                  <a:pt x="57924" y="201168"/>
                </a:lnTo>
                <a:lnTo>
                  <a:pt x="70802" y="200317"/>
                </a:lnTo>
                <a:lnTo>
                  <a:pt x="107708" y="180314"/>
                </a:lnTo>
                <a:lnTo>
                  <a:pt x="116230" y="164312"/>
                </a:lnTo>
                <a:lnTo>
                  <a:pt x="117360" y="1554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69" name="Google Shape;1169;p21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5010911" y="1990344"/>
            <a:ext cx="175260" cy="3474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0" name="Google Shape;1170;p21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5306567" y="8167116"/>
            <a:ext cx="175260" cy="499871"/>
          </a:xfrm>
          <a:prstGeom prst="rect">
            <a:avLst/>
          </a:prstGeom>
          <a:noFill/>
          <a:ln>
            <a:noFill/>
          </a:ln>
        </p:spPr>
      </p:pic>
      <p:sp>
        <p:nvSpPr>
          <p:cNvPr id="1171" name="Google Shape;1171;p21"/>
          <p:cNvSpPr/>
          <p:nvPr/>
        </p:nvSpPr>
        <p:spPr>
          <a:xfrm>
            <a:off x="5769864" y="8881871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72" name="Google Shape;1172;p21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5670804" y="8369807"/>
            <a:ext cx="167640" cy="4480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73" name="Google Shape;1173;p21"/>
          <p:cNvGrpSpPr/>
          <p:nvPr/>
        </p:nvGrpSpPr>
        <p:grpSpPr>
          <a:xfrm>
            <a:off x="5721096" y="7687055"/>
            <a:ext cx="167640" cy="623316"/>
            <a:chOff x="5721096" y="7687055"/>
            <a:chExt cx="167640" cy="623316"/>
          </a:xfrm>
        </p:grpSpPr>
        <p:pic>
          <p:nvPicPr>
            <p:cNvPr id="1174" name="Google Shape;1174;p21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5721096" y="8194547"/>
              <a:ext cx="16764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75" name="Google Shape;1175;p21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5721096" y="7687055"/>
              <a:ext cx="117348" cy="48615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76" name="Google Shape;1176;p21"/>
          <p:cNvSpPr/>
          <p:nvPr/>
        </p:nvSpPr>
        <p:spPr>
          <a:xfrm>
            <a:off x="5663171" y="6992112"/>
            <a:ext cx="175895" cy="626745"/>
          </a:xfrm>
          <a:custGeom>
            <a:rect b="b" l="l" r="r" t="t"/>
            <a:pathLst>
              <a:path extrusionOk="0" h="626745" w="175895">
                <a:moveTo>
                  <a:pt x="172212" y="464820"/>
                </a:moveTo>
                <a:lnTo>
                  <a:pt x="169164" y="464820"/>
                </a:lnTo>
                <a:lnTo>
                  <a:pt x="169164" y="469392"/>
                </a:lnTo>
                <a:lnTo>
                  <a:pt x="167640" y="473964"/>
                </a:lnTo>
                <a:lnTo>
                  <a:pt x="167640" y="475488"/>
                </a:lnTo>
                <a:lnTo>
                  <a:pt x="164592" y="478536"/>
                </a:lnTo>
                <a:lnTo>
                  <a:pt x="161544" y="480060"/>
                </a:lnTo>
                <a:lnTo>
                  <a:pt x="160020" y="480060"/>
                </a:lnTo>
                <a:lnTo>
                  <a:pt x="153924" y="481584"/>
                </a:lnTo>
                <a:lnTo>
                  <a:pt x="0" y="481584"/>
                </a:lnTo>
                <a:lnTo>
                  <a:pt x="0" y="486156"/>
                </a:lnTo>
                <a:lnTo>
                  <a:pt x="13716" y="518160"/>
                </a:lnTo>
                <a:lnTo>
                  <a:pt x="16764" y="516636"/>
                </a:lnTo>
                <a:lnTo>
                  <a:pt x="13716" y="510540"/>
                </a:lnTo>
                <a:lnTo>
                  <a:pt x="13716" y="507492"/>
                </a:lnTo>
                <a:lnTo>
                  <a:pt x="16764" y="504444"/>
                </a:lnTo>
                <a:lnTo>
                  <a:pt x="16764" y="502920"/>
                </a:lnTo>
                <a:lnTo>
                  <a:pt x="19812" y="502920"/>
                </a:lnTo>
                <a:lnTo>
                  <a:pt x="22860" y="501396"/>
                </a:lnTo>
                <a:lnTo>
                  <a:pt x="160020" y="501396"/>
                </a:lnTo>
                <a:lnTo>
                  <a:pt x="161544" y="502920"/>
                </a:lnTo>
                <a:lnTo>
                  <a:pt x="164592" y="504444"/>
                </a:lnTo>
                <a:lnTo>
                  <a:pt x="166116" y="504444"/>
                </a:lnTo>
                <a:lnTo>
                  <a:pt x="167640" y="507492"/>
                </a:lnTo>
                <a:lnTo>
                  <a:pt x="167640" y="509016"/>
                </a:lnTo>
                <a:lnTo>
                  <a:pt x="169164" y="512064"/>
                </a:lnTo>
                <a:lnTo>
                  <a:pt x="169164" y="518160"/>
                </a:lnTo>
                <a:lnTo>
                  <a:pt x="172212" y="518160"/>
                </a:lnTo>
                <a:lnTo>
                  <a:pt x="172212" y="464820"/>
                </a:lnTo>
                <a:close/>
              </a:path>
              <a:path extrusionOk="0" h="626745" w="175895">
                <a:moveTo>
                  <a:pt x="172212" y="397764"/>
                </a:moveTo>
                <a:lnTo>
                  <a:pt x="169164" y="397764"/>
                </a:lnTo>
                <a:lnTo>
                  <a:pt x="169164" y="402336"/>
                </a:lnTo>
                <a:lnTo>
                  <a:pt x="167640" y="406908"/>
                </a:lnTo>
                <a:lnTo>
                  <a:pt x="167640" y="408432"/>
                </a:lnTo>
                <a:lnTo>
                  <a:pt x="164592" y="411480"/>
                </a:lnTo>
                <a:lnTo>
                  <a:pt x="161544" y="413004"/>
                </a:lnTo>
                <a:lnTo>
                  <a:pt x="160020" y="414528"/>
                </a:lnTo>
                <a:lnTo>
                  <a:pt x="0" y="414528"/>
                </a:lnTo>
                <a:lnTo>
                  <a:pt x="0" y="419100"/>
                </a:lnTo>
                <a:lnTo>
                  <a:pt x="13716" y="451104"/>
                </a:lnTo>
                <a:lnTo>
                  <a:pt x="16764" y="449580"/>
                </a:lnTo>
                <a:lnTo>
                  <a:pt x="13716" y="443484"/>
                </a:lnTo>
                <a:lnTo>
                  <a:pt x="13716" y="440436"/>
                </a:lnTo>
                <a:lnTo>
                  <a:pt x="16764" y="437388"/>
                </a:lnTo>
                <a:lnTo>
                  <a:pt x="16764" y="435864"/>
                </a:lnTo>
                <a:lnTo>
                  <a:pt x="19812" y="435864"/>
                </a:lnTo>
                <a:lnTo>
                  <a:pt x="22860" y="434340"/>
                </a:lnTo>
                <a:lnTo>
                  <a:pt x="160020" y="434340"/>
                </a:lnTo>
                <a:lnTo>
                  <a:pt x="161544" y="435864"/>
                </a:lnTo>
                <a:lnTo>
                  <a:pt x="164592" y="437388"/>
                </a:lnTo>
                <a:lnTo>
                  <a:pt x="167640" y="440436"/>
                </a:lnTo>
                <a:lnTo>
                  <a:pt x="167640" y="441960"/>
                </a:lnTo>
                <a:lnTo>
                  <a:pt x="169164" y="445008"/>
                </a:lnTo>
                <a:lnTo>
                  <a:pt x="169164" y="451104"/>
                </a:lnTo>
                <a:lnTo>
                  <a:pt x="172212" y="451104"/>
                </a:lnTo>
                <a:lnTo>
                  <a:pt x="172212" y="397764"/>
                </a:lnTo>
                <a:close/>
              </a:path>
              <a:path extrusionOk="0" h="626745" w="175895">
                <a:moveTo>
                  <a:pt x="175260" y="550164"/>
                </a:moveTo>
                <a:lnTo>
                  <a:pt x="156972" y="524256"/>
                </a:lnTo>
                <a:lnTo>
                  <a:pt x="150876" y="524256"/>
                </a:lnTo>
                <a:lnTo>
                  <a:pt x="158496" y="531876"/>
                </a:lnTo>
                <a:lnTo>
                  <a:pt x="158496" y="533400"/>
                </a:lnTo>
                <a:lnTo>
                  <a:pt x="160020" y="534924"/>
                </a:lnTo>
                <a:lnTo>
                  <a:pt x="160020" y="537972"/>
                </a:lnTo>
                <a:lnTo>
                  <a:pt x="158496" y="539496"/>
                </a:lnTo>
                <a:lnTo>
                  <a:pt x="158496" y="541020"/>
                </a:lnTo>
                <a:lnTo>
                  <a:pt x="156972" y="541020"/>
                </a:lnTo>
                <a:lnTo>
                  <a:pt x="155448" y="542544"/>
                </a:lnTo>
                <a:lnTo>
                  <a:pt x="85344" y="542544"/>
                </a:lnTo>
                <a:lnTo>
                  <a:pt x="77724" y="544068"/>
                </a:lnTo>
                <a:lnTo>
                  <a:pt x="74676" y="545592"/>
                </a:lnTo>
                <a:lnTo>
                  <a:pt x="68580" y="547116"/>
                </a:lnTo>
                <a:lnTo>
                  <a:pt x="62484" y="556260"/>
                </a:lnTo>
                <a:lnTo>
                  <a:pt x="59436" y="562356"/>
                </a:lnTo>
                <a:lnTo>
                  <a:pt x="57912" y="569976"/>
                </a:lnTo>
                <a:lnTo>
                  <a:pt x="58000" y="582079"/>
                </a:lnTo>
                <a:lnTo>
                  <a:pt x="58127" y="584225"/>
                </a:lnTo>
                <a:lnTo>
                  <a:pt x="58178" y="585216"/>
                </a:lnTo>
                <a:lnTo>
                  <a:pt x="77724" y="621792"/>
                </a:lnTo>
                <a:lnTo>
                  <a:pt x="91440" y="621792"/>
                </a:lnTo>
                <a:lnTo>
                  <a:pt x="97536" y="615696"/>
                </a:lnTo>
                <a:lnTo>
                  <a:pt x="97536" y="609600"/>
                </a:lnTo>
                <a:lnTo>
                  <a:pt x="96012" y="606552"/>
                </a:lnTo>
                <a:lnTo>
                  <a:pt x="94488" y="605028"/>
                </a:lnTo>
                <a:lnTo>
                  <a:pt x="91440" y="603504"/>
                </a:lnTo>
                <a:lnTo>
                  <a:pt x="89916" y="601980"/>
                </a:lnTo>
                <a:lnTo>
                  <a:pt x="74676" y="601980"/>
                </a:lnTo>
                <a:lnTo>
                  <a:pt x="71628" y="600456"/>
                </a:lnTo>
                <a:lnTo>
                  <a:pt x="69342" y="598170"/>
                </a:lnTo>
                <a:lnTo>
                  <a:pt x="68529" y="597293"/>
                </a:lnTo>
                <a:lnTo>
                  <a:pt x="67056" y="594360"/>
                </a:lnTo>
                <a:lnTo>
                  <a:pt x="65646" y="590130"/>
                </a:lnTo>
                <a:lnTo>
                  <a:pt x="65684" y="577024"/>
                </a:lnTo>
                <a:lnTo>
                  <a:pt x="67056" y="571500"/>
                </a:lnTo>
                <a:lnTo>
                  <a:pt x="71628" y="568452"/>
                </a:lnTo>
                <a:lnTo>
                  <a:pt x="76200" y="563880"/>
                </a:lnTo>
                <a:lnTo>
                  <a:pt x="83820" y="562356"/>
                </a:lnTo>
                <a:lnTo>
                  <a:pt x="99060" y="562356"/>
                </a:lnTo>
                <a:lnTo>
                  <a:pt x="103619" y="576097"/>
                </a:lnTo>
                <a:lnTo>
                  <a:pt x="108013" y="587692"/>
                </a:lnTo>
                <a:lnTo>
                  <a:pt x="135636" y="624840"/>
                </a:lnTo>
                <a:lnTo>
                  <a:pt x="140208" y="626364"/>
                </a:lnTo>
                <a:lnTo>
                  <a:pt x="155448" y="626364"/>
                </a:lnTo>
                <a:lnTo>
                  <a:pt x="161544" y="624840"/>
                </a:lnTo>
                <a:lnTo>
                  <a:pt x="172212" y="614172"/>
                </a:lnTo>
                <a:lnTo>
                  <a:pt x="175260" y="606552"/>
                </a:lnTo>
                <a:lnTo>
                  <a:pt x="175260" y="594360"/>
                </a:lnTo>
                <a:lnTo>
                  <a:pt x="172212" y="585216"/>
                </a:lnTo>
                <a:lnTo>
                  <a:pt x="170243" y="582079"/>
                </a:lnTo>
                <a:lnTo>
                  <a:pt x="166687" y="577215"/>
                </a:lnTo>
                <a:lnTo>
                  <a:pt x="160020" y="568401"/>
                </a:lnTo>
                <a:lnTo>
                  <a:pt x="160020" y="592836"/>
                </a:lnTo>
                <a:lnTo>
                  <a:pt x="153924" y="601980"/>
                </a:lnTo>
                <a:lnTo>
                  <a:pt x="150876" y="605028"/>
                </a:lnTo>
                <a:lnTo>
                  <a:pt x="144780" y="606552"/>
                </a:lnTo>
                <a:lnTo>
                  <a:pt x="135636" y="606552"/>
                </a:lnTo>
                <a:lnTo>
                  <a:pt x="131064" y="605028"/>
                </a:lnTo>
                <a:lnTo>
                  <a:pt x="128016" y="601980"/>
                </a:lnTo>
                <a:lnTo>
                  <a:pt x="123444" y="598932"/>
                </a:lnTo>
                <a:lnTo>
                  <a:pt x="120396" y="594360"/>
                </a:lnTo>
                <a:lnTo>
                  <a:pt x="115824" y="588264"/>
                </a:lnTo>
                <a:lnTo>
                  <a:pt x="114401" y="584225"/>
                </a:lnTo>
                <a:lnTo>
                  <a:pt x="112395" y="578739"/>
                </a:lnTo>
                <a:lnTo>
                  <a:pt x="109816" y="571500"/>
                </a:lnTo>
                <a:lnTo>
                  <a:pt x="106680" y="562356"/>
                </a:lnTo>
                <a:lnTo>
                  <a:pt x="147828" y="562356"/>
                </a:lnTo>
                <a:lnTo>
                  <a:pt x="160020" y="592836"/>
                </a:lnTo>
                <a:lnTo>
                  <a:pt x="160020" y="568401"/>
                </a:lnTo>
                <a:lnTo>
                  <a:pt x="155448" y="562356"/>
                </a:lnTo>
                <a:lnTo>
                  <a:pt x="163068" y="562356"/>
                </a:lnTo>
                <a:lnTo>
                  <a:pt x="167640" y="560832"/>
                </a:lnTo>
                <a:lnTo>
                  <a:pt x="170688" y="559308"/>
                </a:lnTo>
                <a:lnTo>
                  <a:pt x="173736" y="556260"/>
                </a:lnTo>
                <a:lnTo>
                  <a:pt x="175260" y="553212"/>
                </a:lnTo>
                <a:lnTo>
                  <a:pt x="175260" y="550164"/>
                </a:lnTo>
                <a:close/>
              </a:path>
              <a:path extrusionOk="0" h="626745" w="175895">
                <a:moveTo>
                  <a:pt x="175272" y="329184"/>
                </a:moveTo>
                <a:lnTo>
                  <a:pt x="175158" y="327660"/>
                </a:lnTo>
                <a:lnTo>
                  <a:pt x="174713" y="321475"/>
                </a:lnTo>
                <a:lnTo>
                  <a:pt x="173177" y="314325"/>
                </a:lnTo>
                <a:lnTo>
                  <a:pt x="170764" y="307759"/>
                </a:lnTo>
                <a:lnTo>
                  <a:pt x="167652" y="301815"/>
                </a:lnTo>
                <a:lnTo>
                  <a:pt x="167652" y="316992"/>
                </a:lnTo>
                <a:lnTo>
                  <a:pt x="167652" y="324612"/>
                </a:lnTo>
                <a:lnTo>
                  <a:pt x="139903" y="352996"/>
                </a:lnTo>
                <a:lnTo>
                  <a:pt x="106692" y="358140"/>
                </a:lnTo>
                <a:lnTo>
                  <a:pt x="88404" y="358140"/>
                </a:lnTo>
                <a:lnTo>
                  <a:pt x="67068" y="339852"/>
                </a:lnTo>
                <a:lnTo>
                  <a:pt x="65544" y="336804"/>
                </a:lnTo>
                <a:lnTo>
                  <a:pt x="65544" y="323088"/>
                </a:lnTo>
                <a:lnTo>
                  <a:pt x="68592" y="315468"/>
                </a:lnTo>
                <a:lnTo>
                  <a:pt x="76212" y="310896"/>
                </a:lnTo>
                <a:lnTo>
                  <a:pt x="84861" y="305562"/>
                </a:lnTo>
                <a:lnTo>
                  <a:pt x="86194" y="304800"/>
                </a:lnTo>
                <a:lnTo>
                  <a:pt x="96977" y="300609"/>
                </a:lnTo>
                <a:lnTo>
                  <a:pt x="109423" y="298043"/>
                </a:lnTo>
                <a:lnTo>
                  <a:pt x="123456" y="297180"/>
                </a:lnTo>
                <a:lnTo>
                  <a:pt x="134899" y="297738"/>
                </a:lnTo>
                <a:lnTo>
                  <a:pt x="167652" y="316992"/>
                </a:lnTo>
                <a:lnTo>
                  <a:pt x="167652" y="301815"/>
                </a:lnTo>
                <a:lnTo>
                  <a:pt x="136804" y="278828"/>
                </a:lnTo>
                <a:lnTo>
                  <a:pt x="114312" y="274320"/>
                </a:lnTo>
                <a:lnTo>
                  <a:pt x="104063" y="275183"/>
                </a:lnTo>
                <a:lnTo>
                  <a:pt x="68211" y="296379"/>
                </a:lnTo>
                <a:lnTo>
                  <a:pt x="57924" y="327660"/>
                </a:lnTo>
                <a:lnTo>
                  <a:pt x="57988" y="329184"/>
                </a:lnTo>
                <a:lnTo>
                  <a:pt x="73736" y="365188"/>
                </a:lnTo>
                <a:lnTo>
                  <a:pt x="109588" y="380669"/>
                </a:lnTo>
                <a:lnTo>
                  <a:pt x="117360" y="381000"/>
                </a:lnTo>
                <a:lnTo>
                  <a:pt x="127381" y="380390"/>
                </a:lnTo>
                <a:lnTo>
                  <a:pt x="163690" y="361124"/>
                </a:lnTo>
                <a:lnTo>
                  <a:pt x="165696" y="358140"/>
                </a:lnTo>
                <a:lnTo>
                  <a:pt x="169938" y="351853"/>
                </a:lnTo>
                <a:lnTo>
                  <a:pt x="173888" y="341172"/>
                </a:lnTo>
                <a:lnTo>
                  <a:pt x="175272" y="329184"/>
                </a:lnTo>
                <a:close/>
              </a:path>
              <a:path extrusionOk="0" h="626745" w="175895">
                <a:moveTo>
                  <a:pt x="175272" y="138684"/>
                </a:moveTo>
                <a:lnTo>
                  <a:pt x="79260" y="103632"/>
                </a:lnTo>
                <a:lnTo>
                  <a:pt x="70116" y="100584"/>
                </a:lnTo>
                <a:lnTo>
                  <a:pt x="64020" y="96012"/>
                </a:lnTo>
                <a:lnTo>
                  <a:pt x="64020" y="88392"/>
                </a:lnTo>
                <a:lnTo>
                  <a:pt x="60972" y="88392"/>
                </a:lnTo>
                <a:lnTo>
                  <a:pt x="60972" y="121920"/>
                </a:lnTo>
                <a:lnTo>
                  <a:pt x="64020" y="121920"/>
                </a:lnTo>
                <a:lnTo>
                  <a:pt x="64020" y="112776"/>
                </a:lnTo>
                <a:lnTo>
                  <a:pt x="68592" y="108204"/>
                </a:lnTo>
                <a:lnTo>
                  <a:pt x="73164" y="108204"/>
                </a:lnTo>
                <a:lnTo>
                  <a:pt x="82308" y="112776"/>
                </a:lnTo>
                <a:lnTo>
                  <a:pt x="143268" y="135636"/>
                </a:lnTo>
                <a:lnTo>
                  <a:pt x="79260" y="163068"/>
                </a:lnTo>
                <a:lnTo>
                  <a:pt x="77736" y="164592"/>
                </a:lnTo>
                <a:lnTo>
                  <a:pt x="71640" y="164592"/>
                </a:lnTo>
                <a:lnTo>
                  <a:pt x="68592" y="163068"/>
                </a:lnTo>
                <a:lnTo>
                  <a:pt x="65544" y="160020"/>
                </a:lnTo>
                <a:lnTo>
                  <a:pt x="64020" y="156972"/>
                </a:lnTo>
                <a:lnTo>
                  <a:pt x="64020" y="150876"/>
                </a:lnTo>
                <a:lnTo>
                  <a:pt x="60972" y="150876"/>
                </a:lnTo>
                <a:lnTo>
                  <a:pt x="60972" y="202692"/>
                </a:lnTo>
                <a:lnTo>
                  <a:pt x="64020" y="202692"/>
                </a:lnTo>
                <a:lnTo>
                  <a:pt x="64020" y="193548"/>
                </a:lnTo>
                <a:lnTo>
                  <a:pt x="71640" y="185928"/>
                </a:lnTo>
                <a:lnTo>
                  <a:pt x="77736" y="184404"/>
                </a:lnTo>
                <a:lnTo>
                  <a:pt x="92976" y="178308"/>
                </a:lnTo>
                <a:lnTo>
                  <a:pt x="144792" y="202692"/>
                </a:lnTo>
                <a:lnTo>
                  <a:pt x="80784" y="227076"/>
                </a:lnTo>
                <a:lnTo>
                  <a:pt x="74688" y="230124"/>
                </a:lnTo>
                <a:lnTo>
                  <a:pt x="68592" y="230124"/>
                </a:lnTo>
                <a:lnTo>
                  <a:pt x="65544" y="227076"/>
                </a:lnTo>
                <a:lnTo>
                  <a:pt x="64020" y="227076"/>
                </a:lnTo>
                <a:lnTo>
                  <a:pt x="64020" y="219456"/>
                </a:lnTo>
                <a:lnTo>
                  <a:pt x="60972" y="219456"/>
                </a:lnTo>
                <a:lnTo>
                  <a:pt x="60972" y="266700"/>
                </a:lnTo>
                <a:lnTo>
                  <a:pt x="64020" y="266700"/>
                </a:lnTo>
                <a:lnTo>
                  <a:pt x="64020" y="260604"/>
                </a:lnTo>
                <a:lnTo>
                  <a:pt x="71640" y="252984"/>
                </a:lnTo>
                <a:lnTo>
                  <a:pt x="74688" y="251460"/>
                </a:lnTo>
                <a:lnTo>
                  <a:pt x="175272" y="211836"/>
                </a:lnTo>
                <a:lnTo>
                  <a:pt x="175272" y="210312"/>
                </a:lnTo>
                <a:lnTo>
                  <a:pt x="102120" y="173736"/>
                </a:lnTo>
                <a:lnTo>
                  <a:pt x="175272" y="143256"/>
                </a:lnTo>
                <a:lnTo>
                  <a:pt x="175272" y="138684"/>
                </a:lnTo>
                <a:close/>
              </a:path>
              <a:path extrusionOk="0" h="626745" w="175895">
                <a:moveTo>
                  <a:pt x="175272" y="36576"/>
                </a:moveTo>
                <a:lnTo>
                  <a:pt x="174701" y="29743"/>
                </a:lnTo>
                <a:lnTo>
                  <a:pt x="172986" y="23050"/>
                </a:lnTo>
                <a:lnTo>
                  <a:pt x="172897" y="22860"/>
                </a:lnTo>
                <a:lnTo>
                  <a:pt x="170853" y="18288"/>
                </a:lnTo>
                <a:lnTo>
                  <a:pt x="141744" y="0"/>
                </a:lnTo>
                <a:lnTo>
                  <a:pt x="132029" y="1460"/>
                </a:lnTo>
                <a:lnTo>
                  <a:pt x="100596" y="41148"/>
                </a:lnTo>
                <a:lnTo>
                  <a:pt x="97548" y="48768"/>
                </a:lnTo>
                <a:lnTo>
                  <a:pt x="94500" y="53340"/>
                </a:lnTo>
                <a:lnTo>
                  <a:pt x="91452" y="54864"/>
                </a:lnTo>
                <a:lnTo>
                  <a:pt x="88404" y="57912"/>
                </a:lnTo>
                <a:lnTo>
                  <a:pt x="83832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70116" y="53340"/>
                </a:lnTo>
                <a:lnTo>
                  <a:pt x="67068" y="50292"/>
                </a:lnTo>
                <a:lnTo>
                  <a:pt x="65544" y="45720"/>
                </a:lnTo>
                <a:lnTo>
                  <a:pt x="65544" y="33528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59448" y="12192"/>
                </a:lnTo>
                <a:lnTo>
                  <a:pt x="62496" y="15240"/>
                </a:lnTo>
                <a:lnTo>
                  <a:pt x="62496" y="18288"/>
                </a:lnTo>
                <a:lnTo>
                  <a:pt x="60972" y="21336"/>
                </a:lnTo>
                <a:lnTo>
                  <a:pt x="60972" y="25908"/>
                </a:lnTo>
                <a:lnTo>
                  <a:pt x="57924" y="32004"/>
                </a:lnTo>
                <a:lnTo>
                  <a:pt x="57924" y="41148"/>
                </a:lnTo>
                <a:lnTo>
                  <a:pt x="79260" y="74676"/>
                </a:lnTo>
                <a:lnTo>
                  <a:pt x="96024" y="74676"/>
                </a:lnTo>
                <a:lnTo>
                  <a:pt x="120408" y="45720"/>
                </a:lnTo>
                <a:lnTo>
                  <a:pt x="124714" y="37439"/>
                </a:lnTo>
                <a:lnTo>
                  <a:pt x="128600" y="30861"/>
                </a:lnTo>
                <a:lnTo>
                  <a:pt x="131127" y="27432"/>
                </a:lnTo>
                <a:lnTo>
                  <a:pt x="132295" y="25908"/>
                </a:lnTo>
                <a:lnTo>
                  <a:pt x="135648" y="22860"/>
                </a:lnTo>
                <a:lnTo>
                  <a:pt x="138811" y="19697"/>
                </a:lnTo>
                <a:lnTo>
                  <a:pt x="139166" y="19697"/>
                </a:lnTo>
                <a:lnTo>
                  <a:pt x="144792" y="18288"/>
                </a:lnTo>
                <a:lnTo>
                  <a:pt x="155460" y="18288"/>
                </a:lnTo>
                <a:lnTo>
                  <a:pt x="158267" y="19697"/>
                </a:lnTo>
                <a:lnTo>
                  <a:pt x="160032" y="21336"/>
                </a:lnTo>
                <a:lnTo>
                  <a:pt x="161556" y="22860"/>
                </a:lnTo>
                <a:lnTo>
                  <a:pt x="166128" y="25908"/>
                </a:lnTo>
                <a:lnTo>
                  <a:pt x="167652" y="30480"/>
                </a:lnTo>
                <a:lnTo>
                  <a:pt x="167652" y="44196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0104"/>
                </a:lnTo>
                <a:lnTo>
                  <a:pt x="170700" y="68580"/>
                </a:lnTo>
                <a:lnTo>
                  <a:pt x="170700" y="59436"/>
                </a:lnTo>
                <a:lnTo>
                  <a:pt x="173748" y="51816"/>
                </a:lnTo>
                <a:lnTo>
                  <a:pt x="175272" y="44196"/>
                </a:lnTo>
                <a:lnTo>
                  <a:pt x="175272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77" name="Google Shape;1177;p21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5663184" y="5983223"/>
            <a:ext cx="225552" cy="93726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8" name="Google Shape;1178;p21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5663184" y="4852415"/>
            <a:ext cx="225551" cy="10622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79" name="Google Shape;1179;p21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180" name="Google Shape;1180;p21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81" name="Google Shape;1181;p21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82" name="Google Shape;1182;p21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83" name="Google Shape;1183;p21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84" name="Google Shape;1184;p21"/>
          <p:cNvGrpSpPr/>
          <p:nvPr/>
        </p:nvGrpSpPr>
        <p:grpSpPr>
          <a:xfrm>
            <a:off x="6655307" y="1757172"/>
            <a:ext cx="117348" cy="154177"/>
            <a:chOff x="6655307" y="1757172"/>
            <a:chExt cx="117348" cy="154177"/>
          </a:xfrm>
        </p:grpSpPr>
        <p:sp>
          <p:nvSpPr>
            <p:cNvPr id="1185" name="Google Shape;1185;p21"/>
            <p:cNvSpPr/>
            <p:nvPr/>
          </p:nvSpPr>
          <p:spPr>
            <a:xfrm>
              <a:off x="6655307" y="1851659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2775" y="6095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86" name="Google Shape;1186;p21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6656832" y="1757172"/>
              <a:ext cx="115823" cy="7467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0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1" name="Google Shape;1191;p22"/>
          <p:cNvGrpSpPr/>
          <p:nvPr/>
        </p:nvGrpSpPr>
        <p:grpSpPr>
          <a:xfrm>
            <a:off x="1135367" y="8199119"/>
            <a:ext cx="349009" cy="738125"/>
            <a:chOff x="1135367" y="8199119"/>
            <a:chExt cx="349009" cy="738125"/>
          </a:xfrm>
        </p:grpSpPr>
        <p:sp>
          <p:nvSpPr>
            <p:cNvPr id="1192" name="Google Shape;1192;p22"/>
            <p:cNvSpPr/>
            <p:nvPr/>
          </p:nvSpPr>
          <p:spPr>
            <a:xfrm>
              <a:off x="1135367" y="8406384"/>
              <a:ext cx="343535" cy="530860"/>
            </a:xfrm>
            <a:custGeom>
              <a:rect b="b" l="l" r="r" t="t"/>
              <a:pathLst>
                <a:path extrusionOk="0" h="530859" w="343534">
                  <a:moveTo>
                    <a:pt x="342900" y="0"/>
                  </a:moveTo>
                  <a:lnTo>
                    <a:pt x="335280" y="0"/>
                  </a:lnTo>
                  <a:lnTo>
                    <a:pt x="335280" y="10668"/>
                  </a:lnTo>
                  <a:lnTo>
                    <a:pt x="333756" y="1828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6011" y="33820"/>
                  </a:lnTo>
                  <a:lnTo>
                    <a:pt x="147929" y="41846"/>
                  </a:lnTo>
                  <a:lnTo>
                    <a:pt x="118300" y="72961"/>
                  </a:lnTo>
                  <a:lnTo>
                    <a:pt x="115824" y="91440"/>
                  </a:lnTo>
                  <a:lnTo>
                    <a:pt x="116382" y="98564"/>
                  </a:lnTo>
                  <a:lnTo>
                    <a:pt x="137350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2004" y="228600"/>
                  </a:lnTo>
                  <a:lnTo>
                    <a:pt x="30480" y="224028"/>
                  </a:lnTo>
                  <a:lnTo>
                    <a:pt x="30480" y="216408"/>
                  </a:lnTo>
                  <a:lnTo>
                    <a:pt x="32004" y="213360"/>
                  </a:lnTo>
                  <a:lnTo>
                    <a:pt x="75514" y="204457"/>
                  </a:lnTo>
                  <a:lnTo>
                    <a:pt x="92964" y="204216"/>
                  </a:lnTo>
                  <a:lnTo>
                    <a:pt x="292608" y="204216"/>
                  </a:lnTo>
                  <a:lnTo>
                    <a:pt x="333756" y="220980"/>
                  </a:lnTo>
                  <a:lnTo>
                    <a:pt x="335280" y="228600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0208"/>
                  </a:lnTo>
                  <a:lnTo>
                    <a:pt x="333756" y="149352"/>
                  </a:lnTo>
                  <a:lnTo>
                    <a:pt x="330708" y="152400"/>
                  </a:lnTo>
                  <a:lnTo>
                    <a:pt x="329184" y="156972"/>
                  </a:lnTo>
                  <a:lnTo>
                    <a:pt x="326136" y="160020"/>
                  </a:lnTo>
                  <a:lnTo>
                    <a:pt x="321564" y="163068"/>
                  </a:lnTo>
                  <a:lnTo>
                    <a:pt x="317906" y="163957"/>
                  </a:lnTo>
                  <a:lnTo>
                    <a:pt x="311658" y="164401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50876" y="134112"/>
                  </a:lnTo>
                  <a:lnTo>
                    <a:pt x="144780" y="117348"/>
                  </a:lnTo>
                  <a:lnTo>
                    <a:pt x="144780" y="102108"/>
                  </a:lnTo>
                  <a:lnTo>
                    <a:pt x="146304" y="94488"/>
                  </a:lnTo>
                  <a:lnTo>
                    <a:pt x="150876" y="89916"/>
                  </a:lnTo>
                  <a:lnTo>
                    <a:pt x="153924" y="83820"/>
                  </a:lnTo>
                  <a:lnTo>
                    <a:pt x="160020" y="79248"/>
                  </a:lnTo>
                  <a:lnTo>
                    <a:pt x="167640" y="77724"/>
                  </a:lnTo>
                  <a:lnTo>
                    <a:pt x="174815" y="75730"/>
                  </a:lnTo>
                  <a:lnTo>
                    <a:pt x="184975" y="74295"/>
                  </a:lnTo>
                  <a:lnTo>
                    <a:pt x="198297" y="73444"/>
                  </a:lnTo>
                  <a:lnTo>
                    <a:pt x="214884" y="73152"/>
                  </a:lnTo>
                  <a:lnTo>
                    <a:pt x="313944" y="73152"/>
                  </a:lnTo>
                  <a:lnTo>
                    <a:pt x="315468" y="74676"/>
                  </a:lnTo>
                  <a:lnTo>
                    <a:pt x="327660" y="77724"/>
                  </a:lnTo>
                  <a:lnTo>
                    <a:pt x="333756" y="86868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530859" w="343534">
                  <a:moveTo>
                    <a:pt x="342912" y="324612"/>
                  </a:moveTo>
                  <a:lnTo>
                    <a:pt x="335292" y="324612"/>
                  </a:lnTo>
                  <a:lnTo>
                    <a:pt x="335292" y="335280"/>
                  </a:lnTo>
                  <a:lnTo>
                    <a:pt x="334695" y="344741"/>
                  </a:lnTo>
                  <a:lnTo>
                    <a:pt x="299326" y="371309"/>
                  </a:lnTo>
                  <a:lnTo>
                    <a:pt x="285000" y="371856"/>
                  </a:lnTo>
                  <a:lnTo>
                    <a:pt x="35064" y="371856"/>
                  </a:lnTo>
                  <a:lnTo>
                    <a:pt x="35064" y="324612"/>
                  </a:lnTo>
                  <a:lnTo>
                    <a:pt x="35369" y="314896"/>
                  </a:lnTo>
                  <a:lnTo>
                    <a:pt x="55943" y="276542"/>
                  </a:lnTo>
                  <a:lnTo>
                    <a:pt x="91452" y="265176"/>
                  </a:lnTo>
                  <a:lnTo>
                    <a:pt x="91452" y="256032"/>
                  </a:lnTo>
                  <a:lnTo>
                    <a:pt x="15252" y="259080"/>
                  </a:lnTo>
                  <a:lnTo>
                    <a:pt x="15252" y="527304"/>
                  </a:lnTo>
                  <a:lnTo>
                    <a:pt x="91452" y="530352"/>
                  </a:lnTo>
                  <a:lnTo>
                    <a:pt x="91452" y="521208"/>
                  </a:lnTo>
                  <a:lnTo>
                    <a:pt x="80606" y="519760"/>
                  </a:lnTo>
                  <a:lnTo>
                    <a:pt x="71069" y="517588"/>
                  </a:lnTo>
                  <a:lnTo>
                    <a:pt x="38112" y="489204"/>
                  </a:lnTo>
                  <a:lnTo>
                    <a:pt x="35064" y="455676"/>
                  </a:lnTo>
                  <a:lnTo>
                    <a:pt x="35064" y="417576"/>
                  </a:lnTo>
                  <a:lnTo>
                    <a:pt x="285000" y="417576"/>
                  </a:lnTo>
                  <a:lnTo>
                    <a:pt x="298424" y="417868"/>
                  </a:lnTo>
                  <a:lnTo>
                    <a:pt x="334429" y="442937"/>
                  </a:lnTo>
                  <a:lnTo>
                    <a:pt x="335292" y="452628"/>
                  </a:lnTo>
                  <a:lnTo>
                    <a:pt x="335292" y="464820"/>
                  </a:lnTo>
                  <a:lnTo>
                    <a:pt x="342912" y="464820"/>
                  </a:lnTo>
                  <a:lnTo>
                    <a:pt x="342912" y="3246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93" name="Google Shape;1193;p2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51204" y="819911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194" name="Google Shape;1194;p22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135380" y="6342888"/>
            <a:ext cx="447937" cy="17068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95" name="Google Shape;1195;p22"/>
          <p:cNvGrpSpPr/>
          <p:nvPr/>
        </p:nvGrpSpPr>
        <p:grpSpPr>
          <a:xfrm>
            <a:off x="1135367" y="4122420"/>
            <a:ext cx="349008" cy="2077212"/>
            <a:chOff x="1135367" y="4122420"/>
            <a:chExt cx="349008" cy="2077212"/>
          </a:xfrm>
        </p:grpSpPr>
        <p:sp>
          <p:nvSpPr>
            <p:cNvPr id="1196" name="Google Shape;1196;p22"/>
            <p:cNvSpPr/>
            <p:nvPr/>
          </p:nvSpPr>
          <p:spPr>
            <a:xfrm>
              <a:off x="1135367" y="5727192"/>
              <a:ext cx="343535" cy="472440"/>
            </a:xfrm>
            <a:custGeom>
              <a:rect b="b" l="l" r="r" t="t"/>
              <a:pathLst>
                <a:path extrusionOk="0" h="472439" w="343534">
                  <a:moveTo>
                    <a:pt x="48780" y="45720"/>
                  </a:moveTo>
                  <a:lnTo>
                    <a:pt x="45732" y="39624"/>
                  </a:lnTo>
                  <a:lnTo>
                    <a:pt x="36588" y="30480"/>
                  </a:lnTo>
                  <a:lnTo>
                    <a:pt x="30492" y="28956"/>
                  </a:lnTo>
                  <a:lnTo>
                    <a:pt x="16776" y="28956"/>
                  </a:lnTo>
                  <a:lnTo>
                    <a:pt x="12204" y="30480"/>
                  </a:lnTo>
                  <a:lnTo>
                    <a:pt x="7632" y="35052"/>
                  </a:lnTo>
                  <a:lnTo>
                    <a:pt x="1524" y="39624"/>
                  </a:lnTo>
                  <a:lnTo>
                    <a:pt x="0" y="45720"/>
                  </a:lnTo>
                  <a:lnTo>
                    <a:pt x="0" y="59436"/>
                  </a:lnTo>
                  <a:lnTo>
                    <a:pt x="1524" y="65532"/>
                  </a:lnTo>
                  <a:lnTo>
                    <a:pt x="7632" y="70104"/>
                  </a:lnTo>
                  <a:lnTo>
                    <a:pt x="12204" y="74676"/>
                  </a:lnTo>
                  <a:lnTo>
                    <a:pt x="16776" y="77724"/>
                  </a:lnTo>
                  <a:lnTo>
                    <a:pt x="30492" y="77724"/>
                  </a:lnTo>
                  <a:lnTo>
                    <a:pt x="36588" y="74676"/>
                  </a:lnTo>
                  <a:lnTo>
                    <a:pt x="45732" y="65532"/>
                  </a:lnTo>
                  <a:lnTo>
                    <a:pt x="48780" y="59436"/>
                  </a:lnTo>
                  <a:lnTo>
                    <a:pt x="48780" y="45720"/>
                  </a:lnTo>
                  <a:close/>
                </a:path>
                <a:path extrusionOk="0" h="472439" w="343534">
                  <a:moveTo>
                    <a:pt x="342900" y="324612"/>
                  </a:moveTo>
                  <a:lnTo>
                    <a:pt x="339737" y="280606"/>
                  </a:lnTo>
                  <a:lnTo>
                    <a:pt x="330136" y="242316"/>
                  </a:lnTo>
                  <a:lnTo>
                    <a:pt x="326136" y="234264"/>
                  </a:lnTo>
                  <a:lnTo>
                    <a:pt x="326136" y="327660"/>
                  </a:lnTo>
                  <a:lnTo>
                    <a:pt x="326059" y="329184"/>
                  </a:lnTo>
                  <a:lnTo>
                    <a:pt x="325589" y="338543"/>
                  </a:lnTo>
                  <a:lnTo>
                    <a:pt x="324040" y="350710"/>
                  </a:lnTo>
                  <a:lnTo>
                    <a:pt x="321640" y="364312"/>
                  </a:lnTo>
                  <a:lnTo>
                    <a:pt x="318516" y="379476"/>
                  </a:lnTo>
                  <a:lnTo>
                    <a:pt x="39624" y="379476"/>
                  </a:lnTo>
                  <a:lnTo>
                    <a:pt x="32346" y="340906"/>
                  </a:lnTo>
                  <a:lnTo>
                    <a:pt x="32004" y="329184"/>
                  </a:lnTo>
                  <a:lnTo>
                    <a:pt x="34556" y="301117"/>
                  </a:lnTo>
                  <a:lnTo>
                    <a:pt x="42100" y="276034"/>
                  </a:lnTo>
                  <a:lnTo>
                    <a:pt x="42214" y="275844"/>
                  </a:lnTo>
                  <a:lnTo>
                    <a:pt x="54533" y="253517"/>
                  </a:lnTo>
                  <a:lnTo>
                    <a:pt x="93014" y="217170"/>
                  </a:lnTo>
                  <a:lnTo>
                    <a:pt x="146646" y="198882"/>
                  </a:lnTo>
                  <a:lnTo>
                    <a:pt x="178308" y="196596"/>
                  </a:lnTo>
                  <a:lnTo>
                    <a:pt x="210870" y="198882"/>
                  </a:lnTo>
                  <a:lnTo>
                    <a:pt x="265112" y="217170"/>
                  </a:lnTo>
                  <a:lnTo>
                    <a:pt x="303644" y="253517"/>
                  </a:lnTo>
                  <a:lnTo>
                    <a:pt x="323596" y="300469"/>
                  </a:lnTo>
                  <a:lnTo>
                    <a:pt x="326136" y="327660"/>
                  </a:lnTo>
                  <a:lnTo>
                    <a:pt x="326136" y="234264"/>
                  </a:lnTo>
                  <a:lnTo>
                    <a:pt x="302780" y="196596"/>
                  </a:lnTo>
                  <a:lnTo>
                    <a:pt x="266801" y="164884"/>
                  </a:lnTo>
                  <a:lnTo>
                    <a:pt x="209651" y="144310"/>
                  </a:lnTo>
                  <a:lnTo>
                    <a:pt x="176784" y="141732"/>
                  </a:lnTo>
                  <a:lnTo>
                    <a:pt x="152234" y="143167"/>
                  </a:lnTo>
                  <a:lnTo>
                    <a:pt x="107137" y="154597"/>
                  </a:lnTo>
                  <a:lnTo>
                    <a:pt x="68872" y="177152"/>
                  </a:lnTo>
                  <a:lnTo>
                    <a:pt x="41440" y="208534"/>
                  </a:lnTo>
                  <a:lnTo>
                    <a:pt x="24892" y="247891"/>
                  </a:lnTo>
                  <a:lnTo>
                    <a:pt x="16370" y="303809"/>
                  </a:lnTo>
                  <a:lnTo>
                    <a:pt x="15240" y="338328"/>
                  </a:lnTo>
                  <a:lnTo>
                    <a:pt x="15240" y="472440"/>
                  </a:lnTo>
                  <a:lnTo>
                    <a:pt x="22860" y="472440"/>
                  </a:lnTo>
                  <a:lnTo>
                    <a:pt x="22860" y="460248"/>
                  </a:lnTo>
                  <a:lnTo>
                    <a:pt x="23456" y="450799"/>
                  </a:lnTo>
                  <a:lnTo>
                    <a:pt x="23520" y="450557"/>
                  </a:lnTo>
                  <a:lnTo>
                    <a:pt x="25336" y="442912"/>
                  </a:lnTo>
                  <a:lnTo>
                    <a:pt x="28651" y="436460"/>
                  </a:lnTo>
                  <a:lnTo>
                    <a:pt x="33528" y="431292"/>
                  </a:lnTo>
                  <a:lnTo>
                    <a:pt x="39293" y="428421"/>
                  </a:lnTo>
                  <a:lnTo>
                    <a:pt x="47625" y="426529"/>
                  </a:lnTo>
                  <a:lnTo>
                    <a:pt x="59080" y="425488"/>
                  </a:lnTo>
                  <a:lnTo>
                    <a:pt x="59931" y="425488"/>
                  </a:lnTo>
                  <a:lnTo>
                    <a:pt x="73152" y="425196"/>
                  </a:lnTo>
                  <a:lnTo>
                    <a:pt x="284988" y="425196"/>
                  </a:lnTo>
                  <a:lnTo>
                    <a:pt x="297561" y="425488"/>
                  </a:lnTo>
                  <a:lnTo>
                    <a:pt x="331851" y="442150"/>
                  </a:lnTo>
                  <a:lnTo>
                    <a:pt x="335280" y="460248"/>
                  </a:lnTo>
                  <a:lnTo>
                    <a:pt x="335280" y="472440"/>
                  </a:lnTo>
                  <a:lnTo>
                    <a:pt x="342900" y="472440"/>
                  </a:lnTo>
                  <a:lnTo>
                    <a:pt x="342900" y="425196"/>
                  </a:lnTo>
                  <a:lnTo>
                    <a:pt x="342900" y="379476"/>
                  </a:lnTo>
                  <a:lnTo>
                    <a:pt x="342900" y="324612"/>
                  </a:lnTo>
                  <a:close/>
                </a:path>
                <a:path extrusionOk="0" h="472439" w="343534">
                  <a:moveTo>
                    <a:pt x="342912" y="0"/>
                  </a:moveTo>
                  <a:lnTo>
                    <a:pt x="335292" y="0"/>
                  </a:lnTo>
                  <a:lnTo>
                    <a:pt x="335292" y="9144"/>
                  </a:lnTo>
                  <a:lnTo>
                    <a:pt x="333768" y="16764"/>
                  </a:lnTo>
                  <a:lnTo>
                    <a:pt x="292620" y="33528"/>
                  </a:lnTo>
                  <a:lnTo>
                    <a:pt x="115836" y="33528"/>
                  </a:lnTo>
                  <a:lnTo>
                    <a:pt x="115836" y="42672"/>
                  </a:lnTo>
                  <a:lnTo>
                    <a:pt x="143268" y="108204"/>
                  </a:lnTo>
                  <a:lnTo>
                    <a:pt x="150888" y="103632"/>
                  </a:lnTo>
                  <a:lnTo>
                    <a:pt x="147840" y="97536"/>
                  </a:lnTo>
                  <a:lnTo>
                    <a:pt x="147840" y="82296"/>
                  </a:lnTo>
                  <a:lnTo>
                    <a:pt x="191985" y="73177"/>
                  </a:lnTo>
                  <a:lnTo>
                    <a:pt x="301510" y="73177"/>
                  </a:lnTo>
                  <a:lnTo>
                    <a:pt x="335292" y="96012"/>
                  </a:lnTo>
                  <a:lnTo>
                    <a:pt x="335292" y="106680"/>
                  </a:lnTo>
                  <a:lnTo>
                    <a:pt x="342912" y="106680"/>
                  </a:lnTo>
                  <a:lnTo>
                    <a:pt x="342912" y="73177"/>
                  </a:lnTo>
                  <a:lnTo>
                    <a:pt x="3429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97" name="Google Shape;1197;p22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135380" y="4122420"/>
              <a:ext cx="348995" cy="157124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198" name="Google Shape;1198;p22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135380" y="2266188"/>
            <a:ext cx="348996" cy="17068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99" name="Google Shape;1199;p22"/>
          <p:cNvGrpSpPr/>
          <p:nvPr/>
        </p:nvGrpSpPr>
        <p:grpSpPr>
          <a:xfrm>
            <a:off x="1135380" y="1746504"/>
            <a:ext cx="342900" cy="366141"/>
            <a:chOff x="1135380" y="1746504"/>
            <a:chExt cx="342900" cy="366141"/>
          </a:xfrm>
        </p:grpSpPr>
        <p:sp>
          <p:nvSpPr>
            <p:cNvPr id="1200" name="Google Shape;1200;p22"/>
            <p:cNvSpPr/>
            <p:nvPr/>
          </p:nvSpPr>
          <p:spPr>
            <a:xfrm>
              <a:off x="1135380" y="2004060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0480" y="77724"/>
                  </a:moveTo>
                  <a:lnTo>
                    <a:pt x="16764" y="77724"/>
                  </a:lnTo>
                  <a:lnTo>
                    <a:pt x="12192" y="76200"/>
                  </a:lnTo>
                  <a:lnTo>
                    <a:pt x="1524" y="65532"/>
                  </a:lnTo>
                  <a:lnTo>
                    <a:pt x="0" y="60960"/>
                  </a:lnTo>
                  <a:lnTo>
                    <a:pt x="0" y="47244"/>
                  </a:lnTo>
                  <a:lnTo>
                    <a:pt x="1524" y="41148"/>
                  </a:lnTo>
                  <a:lnTo>
                    <a:pt x="7620" y="36576"/>
                  </a:lnTo>
                  <a:lnTo>
                    <a:pt x="12192" y="32004"/>
                  </a:lnTo>
                  <a:lnTo>
                    <a:pt x="16764" y="28956"/>
                  </a:lnTo>
                  <a:lnTo>
                    <a:pt x="30480" y="28956"/>
                  </a:lnTo>
                  <a:lnTo>
                    <a:pt x="36576" y="32004"/>
                  </a:lnTo>
                  <a:lnTo>
                    <a:pt x="45720" y="41148"/>
                  </a:lnTo>
                  <a:lnTo>
                    <a:pt x="48768" y="47244"/>
                  </a:lnTo>
                  <a:lnTo>
                    <a:pt x="48768" y="60960"/>
                  </a:lnTo>
                  <a:lnTo>
                    <a:pt x="45720" y="65532"/>
                  </a:lnTo>
                  <a:lnTo>
                    <a:pt x="41148" y="70104"/>
                  </a:lnTo>
                  <a:lnTo>
                    <a:pt x="36576" y="76200"/>
                  </a:lnTo>
                  <a:lnTo>
                    <a:pt x="30480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480"/>
                  </a:lnTo>
                  <a:lnTo>
                    <a:pt x="302275" y="33480"/>
                  </a:lnTo>
                  <a:lnTo>
                    <a:pt x="310515" y="33147"/>
                  </a:lnTo>
                  <a:lnTo>
                    <a:pt x="317039" y="32242"/>
                  </a:lnTo>
                  <a:lnTo>
                    <a:pt x="321564" y="30480"/>
                  </a:lnTo>
                  <a:lnTo>
                    <a:pt x="326136" y="28956"/>
                  </a:lnTo>
                  <a:lnTo>
                    <a:pt x="329183" y="25908"/>
                  </a:lnTo>
                  <a:lnTo>
                    <a:pt x="332232" y="21336"/>
                  </a:lnTo>
                  <a:lnTo>
                    <a:pt x="333756" y="18288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52"/>
                  </a:lnTo>
                  <a:lnTo>
                    <a:pt x="208788" y="73152"/>
                  </a:lnTo>
                  <a:lnTo>
                    <a:pt x="191976" y="73413"/>
                  </a:lnTo>
                  <a:lnTo>
                    <a:pt x="178307" y="74104"/>
                  </a:lnTo>
                  <a:lnTo>
                    <a:pt x="168068" y="75080"/>
                  </a:lnTo>
                  <a:lnTo>
                    <a:pt x="161544" y="76200"/>
                  </a:lnTo>
                  <a:lnTo>
                    <a:pt x="155448" y="76200"/>
                  </a:lnTo>
                  <a:lnTo>
                    <a:pt x="152400" y="77724"/>
                  </a:lnTo>
                  <a:lnTo>
                    <a:pt x="147828" y="82296"/>
                  </a:lnTo>
                  <a:lnTo>
                    <a:pt x="147828" y="99060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96012"/>
                  </a:lnTo>
                  <a:lnTo>
                    <a:pt x="333756" y="88392"/>
                  </a:lnTo>
                  <a:lnTo>
                    <a:pt x="292608" y="73152"/>
                  </a:lnTo>
                  <a:lnTo>
                    <a:pt x="342900" y="73152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01" name="Google Shape;1201;p2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51204" y="1746504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02" name="Google Shape;1202;p22"/>
          <p:cNvSpPr/>
          <p:nvPr/>
        </p:nvSpPr>
        <p:spPr>
          <a:xfrm>
            <a:off x="1737360" y="5657087"/>
            <a:ext cx="334010" cy="128270"/>
          </a:xfrm>
          <a:custGeom>
            <a:rect b="b" l="l" r="r" t="t"/>
            <a:pathLst>
              <a:path extrusionOk="0" h="128270" w="334010">
                <a:moveTo>
                  <a:pt x="38099" y="128015"/>
                </a:moveTo>
                <a:lnTo>
                  <a:pt x="0" y="48767"/>
                </a:lnTo>
                <a:lnTo>
                  <a:pt x="0" y="41147"/>
                </a:lnTo>
                <a:lnTo>
                  <a:pt x="275843" y="41147"/>
                </a:lnTo>
                <a:lnTo>
                  <a:pt x="288393" y="40886"/>
                </a:lnTo>
                <a:lnTo>
                  <a:pt x="321563" y="28955"/>
                </a:lnTo>
                <a:lnTo>
                  <a:pt x="323564" y="24645"/>
                </a:lnTo>
                <a:lnTo>
                  <a:pt x="324993" y="18478"/>
                </a:lnTo>
                <a:lnTo>
                  <a:pt x="325850" y="10310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19"/>
                </a:lnTo>
                <a:lnTo>
                  <a:pt x="326136" y="121919"/>
                </a:lnTo>
                <a:lnTo>
                  <a:pt x="325850" y="111609"/>
                </a:lnTo>
                <a:lnTo>
                  <a:pt x="324993" y="103441"/>
                </a:lnTo>
                <a:lnTo>
                  <a:pt x="323564" y="97274"/>
                </a:lnTo>
                <a:lnTo>
                  <a:pt x="321563" y="92963"/>
                </a:lnTo>
                <a:lnTo>
                  <a:pt x="320039" y="88391"/>
                </a:lnTo>
                <a:lnTo>
                  <a:pt x="99059" y="80771"/>
                </a:lnTo>
                <a:lnTo>
                  <a:pt x="69341" y="80962"/>
                </a:lnTo>
                <a:lnTo>
                  <a:pt x="59626" y="81414"/>
                </a:lnTo>
                <a:lnTo>
                  <a:pt x="53339" y="82295"/>
                </a:lnTo>
                <a:lnTo>
                  <a:pt x="47243" y="83819"/>
                </a:lnTo>
                <a:lnTo>
                  <a:pt x="44195" y="86867"/>
                </a:lnTo>
                <a:lnTo>
                  <a:pt x="41147" y="88391"/>
                </a:lnTo>
                <a:lnTo>
                  <a:pt x="39623" y="91439"/>
                </a:lnTo>
                <a:lnTo>
                  <a:pt x="38099" y="96011"/>
                </a:lnTo>
                <a:lnTo>
                  <a:pt x="38099" y="99059"/>
                </a:lnTo>
                <a:lnTo>
                  <a:pt x="38647" y="104179"/>
                </a:lnTo>
                <a:lnTo>
                  <a:pt x="40195" y="110299"/>
                </a:lnTo>
                <a:lnTo>
                  <a:pt x="42600" y="117276"/>
                </a:lnTo>
                <a:lnTo>
                  <a:pt x="45719" y="124967"/>
                </a:lnTo>
                <a:lnTo>
                  <a:pt x="38099" y="128015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" name="Google Shape;1203;p22"/>
          <p:cNvSpPr/>
          <p:nvPr/>
        </p:nvSpPr>
        <p:spPr>
          <a:xfrm>
            <a:off x="1737360" y="5378195"/>
            <a:ext cx="340360" cy="187960"/>
          </a:xfrm>
          <a:custGeom>
            <a:rect b="b" l="l" r="r" t="t"/>
            <a:pathLst>
              <a:path extrusionOk="0" h="187960" w="340360">
                <a:moveTo>
                  <a:pt x="210087" y="74676"/>
                </a:moveTo>
                <a:lnTo>
                  <a:pt x="152399" y="74676"/>
                </a:lnTo>
                <a:lnTo>
                  <a:pt x="168488" y="54864"/>
                </a:lnTo>
                <a:lnTo>
                  <a:pt x="204215" y="18288"/>
                </a:lnTo>
                <a:lnTo>
                  <a:pt x="242577" y="1142"/>
                </a:lnTo>
                <a:lnTo>
                  <a:pt x="256031" y="0"/>
                </a:lnTo>
                <a:lnTo>
                  <a:pt x="272605" y="1690"/>
                </a:lnTo>
                <a:lnTo>
                  <a:pt x="315467" y="25908"/>
                </a:lnTo>
                <a:lnTo>
                  <a:pt x="321243" y="33528"/>
                </a:lnTo>
                <a:lnTo>
                  <a:pt x="275843" y="33528"/>
                </a:lnTo>
                <a:lnTo>
                  <a:pt x="267866" y="34099"/>
                </a:lnTo>
                <a:lnTo>
                  <a:pt x="231671" y="53173"/>
                </a:lnTo>
                <a:lnTo>
                  <a:pt x="215836" y="68389"/>
                </a:lnTo>
                <a:lnTo>
                  <a:pt x="210087" y="74676"/>
                </a:lnTo>
                <a:close/>
              </a:path>
              <a:path extrusionOk="0" h="187960" w="340360">
                <a:moveTo>
                  <a:pt x="77723" y="182880"/>
                </a:moveTo>
                <a:lnTo>
                  <a:pt x="34861" y="169378"/>
                </a:lnTo>
                <a:lnTo>
                  <a:pt x="5714" y="129921"/>
                </a:lnTo>
                <a:lnTo>
                  <a:pt x="0" y="94488"/>
                </a:lnTo>
                <a:lnTo>
                  <a:pt x="1404" y="75938"/>
                </a:lnTo>
                <a:lnTo>
                  <a:pt x="21335" y="32004"/>
                </a:lnTo>
                <a:lnTo>
                  <a:pt x="56911" y="9072"/>
                </a:lnTo>
                <a:lnTo>
                  <a:pt x="70103" y="7619"/>
                </a:lnTo>
                <a:lnTo>
                  <a:pt x="79486" y="8453"/>
                </a:lnTo>
                <a:lnTo>
                  <a:pt x="117895" y="28384"/>
                </a:lnTo>
                <a:lnTo>
                  <a:pt x="129157" y="41148"/>
                </a:lnTo>
                <a:lnTo>
                  <a:pt x="68579" y="41148"/>
                </a:lnTo>
                <a:lnTo>
                  <a:pt x="57691" y="41886"/>
                </a:lnTo>
                <a:lnTo>
                  <a:pt x="56434" y="41886"/>
                </a:lnTo>
                <a:lnTo>
                  <a:pt x="45248" y="44553"/>
                </a:lnTo>
                <a:lnTo>
                  <a:pt x="17144" y="71628"/>
                </a:lnTo>
                <a:lnTo>
                  <a:pt x="13715" y="92964"/>
                </a:lnTo>
                <a:lnTo>
                  <a:pt x="14573" y="104727"/>
                </a:lnTo>
                <a:lnTo>
                  <a:pt x="35401" y="139422"/>
                </a:lnTo>
                <a:lnTo>
                  <a:pt x="60959" y="147828"/>
                </a:lnTo>
                <a:lnTo>
                  <a:pt x="146691" y="147828"/>
                </a:lnTo>
                <a:lnTo>
                  <a:pt x="140588" y="154114"/>
                </a:lnTo>
                <a:lnTo>
                  <a:pt x="108835" y="176974"/>
                </a:lnTo>
                <a:lnTo>
                  <a:pt x="88010" y="182284"/>
                </a:lnTo>
                <a:lnTo>
                  <a:pt x="77723" y="182880"/>
                </a:lnTo>
                <a:close/>
              </a:path>
              <a:path extrusionOk="0" h="187960" w="340360">
                <a:moveTo>
                  <a:pt x="324460" y="150876"/>
                </a:moveTo>
                <a:lnTo>
                  <a:pt x="257555" y="150876"/>
                </a:lnTo>
                <a:lnTo>
                  <a:pt x="272700" y="149756"/>
                </a:lnTo>
                <a:lnTo>
                  <a:pt x="286130" y="146494"/>
                </a:lnTo>
                <a:lnTo>
                  <a:pt x="321564" y="114300"/>
                </a:lnTo>
                <a:lnTo>
                  <a:pt x="326136" y="89916"/>
                </a:lnTo>
                <a:lnTo>
                  <a:pt x="325254" y="77914"/>
                </a:lnTo>
                <a:lnTo>
                  <a:pt x="303490" y="41886"/>
                </a:lnTo>
                <a:lnTo>
                  <a:pt x="275843" y="33528"/>
                </a:lnTo>
                <a:lnTo>
                  <a:pt x="321243" y="33528"/>
                </a:lnTo>
                <a:lnTo>
                  <a:pt x="338399" y="74128"/>
                </a:lnTo>
                <a:lnTo>
                  <a:pt x="339852" y="94488"/>
                </a:lnTo>
                <a:lnTo>
                  <a:pt x="338363" y="113061"/>
                </a:lnTo>
                <a:lnTo>
                  <a:pt x="338264" y="114300"/>
                </a:lnTo>
                <a:lnTo>
                  <a:pt x="338203" y="115062"/>
                </a:lnTo>
                <a:lnTo>
                  <a:pt x="338113" y="116181"/>
                </a:lnTo>
                <a:lnTo>
                  <a:pt x="332803" y="135445"/>
                </a:lnTo>
                <a:lnTo>
                  <a:pt x="324460" y="150876"/>
                </a:lnTo>
                <a:close/>
              </a:path>
              <a:path extrusionOk="0" h="187960" w="340360">
                <a:moveTo>
                  <a:pt x="146691" y="147828"/>
                </a:moveTo>
                <a:lnTo>
                  <a:pt x="60959" y="147828"/>
                </a:lnTo>
                <a:lnTo>
                  <a:pt x="67579" y="147518"/>
                </a:lnTo>
                <a:lnTo>
                  <a:pt x="73913" y="146494"/>
                </a:lnTo>
                <a:lnTo>
                  <a:pt x="111251" y="123444"/>
                </a:lnTo>
                <a:lnTo>
                  <a:pt x="143255" y="85344"/>
                </a:lnTo>
                <a:lnTo>
                  <a:pt x="131254" y="71913"/>
                </a:lnTo>
                <a:lnTo>
                  <a:pt x="94726" y="45648"/>
                </a:lnTo>
                <a:lnTo>
                  <a:pt x="68579" y="41148"/>
                </a:lnTo>
                <a:lnTo>
                  <a:pt x="129157" y="41148"/>
                </a:lnTo>
                <a:lnTo>
                  <a:pt x="140136" y="55816"/>
                </a:lnTo>
                <a:lnTo>
                  <a:pt x="152399" y="74676"/>
                </a:lnTo>
                <a:lnTo>
                  <a:pt x="210087" y="74676"/>
                </a:lnTo>
                <a:lnTo>
                  <a:pt x="198000" y="87891"/>
                </a:lnTo>
                <a:lnTo>
                  <a:pt x="178307" y="111252"/>
                </a:lnTo>
                <a:lnTo>
                  <a:pt x="187451" y="120729"/>
                </a:lnTo>
                <a:lnTo>
                  <a:pt x="190536" y="123444"/>
                </a:lnTo>
                <a:lnTo>
                  <a:pt x="169163" y="123444"/>
                </a:lnTo>
                <a:lnTo>
                  <a:pt x="154019" y="140279"/>
                </a:lnTo>
                <a:lnTo>
                  <a:pt x="146691" y="147828"/>
                </a:lnTo>
                <a:close/>
              </a:path>
              <a:path extrusionOk="0" h="187960" w="340360">
                <a:moveTo>
                  <a:pt x="259079" y="187452"/>
                </a:moveTo>
                <a:lnTo>
                  <a:pt x="216407" y="172212"/>
                </a:lnTo>
                <a:lnTo>
                  <a:pt x="181689" y="139422"/>
                </a:lnTo>
                <a:lnTo>
                  <a:pt x="169163" y="123444"/>
                </a:lnTo>
                <a:lnTo>
                  <a:pt x="190536" y="123444"/>
                </a:lnTo>
                <a:lnTo>
                  <a:pt x="196595" y="128778"/>
                </a:lnTo>
                <a:lnTo>
                  <a:pt x="205739" y="135683"/>
                </a:lnTo>
                <a:lnTo>
                  <a:pt x="246387" y="150304"/>
                </a:lnTo>
                <a:lnTo>
                  <a:pt x="257555" y="150876"/>
                </a:lnTo>
                <a:lnTo>
                  <a:pt x="324460" y="150876"/>
                </a:lnTo>
                <a:lnTo>
                  <a:pt x="323778" y="152138"/>
                </a:lnTo>
                <a:lnTo>
                  <a:pt x="310895" y="166116"/>
                </a:lnTo>
                <a:lnTo>
                  <a:pt x="298942" y="175236"/>
                </a:lnTo>
                <a:lnTo>
                  <a:pt x="286130" y="181927"/>
                </a:lnTo>
                <a:lnTo>
                  <a:pt x="272748" y="186047"/>
                </a:lnTo>
                <a:lnTo>
                  <a:pt x="259079" y="18745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" name="Google Shape;1204;p22"/>
          <p:cNvSpPr/>
          <p:nvPr/>
        </p:nvSpPr>
        <p:spPr>
          <a:xfrm>
            <a:off x="1737360" y="5143500"/>
            <a:ext cx="340360" cy="186055"/>
          </a:xfrm>
          <a:custGeom>
            <a:rect b="b" l="l" r="r" t="t"/>
            <a:pathLst>
              <a:path extrusionOk="0" h="186054" w="340360">
                <a:moveTo>
                  <a:pt x="320039" y="185928"/>
                </a:moveTo>
                <a:lnTo>
                  <a:pt x="309371" y="185928"/>
                </a:lnTo>
                <a:lnTo>
                  <a:pt x="306323" y="184404"/>
                </a:lnTo>
                <a:lnTo>
                  <a:pt x="298703" y="176784"/>
                </a:lnTo>
                <a:lnTo>
                  <a:pt x="297179" y="172212"/>
                </a:lnTo>
                <a:lnTo>
                  <a:pt x="297179" y="158496"/>
                </a:lnTo>
                <a:lnTo>
                  <a:pt x="298703" y="153924"/>
                </a:lnTo>
                <a:lnTo>
                  <a:pt x="300227" y="152400"/>
                </a:lnTo>
                <a:lnTo>
                  <a:pt x="303275" y="146304"/>
                </a:lnTo>
                <a:lnTo>
                  <a:pt x="307847" y="135636"/>
                </a:lnTo>
                <a:lnTo>
                  <a:pt x="315467" y="120396"/>
                </a:lnTo>
                <a:lnTo>
                  <a:pt x="315467" y="115824"/>
                </a:lnTo>
                <a:lnTo>
                  <a:pt x="318515" y="103632"/>
                </a:lnTo>
                <a:lnTo>
                  <a:pt x="318515" y="97536"/>
                </a:lnTo>
                <a:lnTo>
                  <a:pt x="300227" y="54864"/>
                </a:lnTo>
                <a:lnTo>
                  <a:pt x="254508" y="36576"/>
                </a:lnTo>
                <a:lnTo>
                  <a:pt x="245364" y="37123"/>
                </a:lnTo>
                <a:lnTo>
                  <a:pt x="208787" y="48768"/>
                </a:lnTo>
                <a:lnTo>
                  <a:pt x="183522" y="78271"/>
                </a:lnTo>
                <a:lnTo>
                  <a:pt x="172211" y="123444"/>
                </a:lnTo>
                <a:lnTo>
                  <a:pt x="172211" y="131064"/>
                </a:lnTo>
                <a:lnTo>
                  <a:pt x="164591" y="131064"/>
                </a:lnTo>
                <a:lnTo>
                  <a:pt x="150875" y="92964"/>
                </a:lnTo>
                <a:lnTo>
                  <a:pt x="123443" y="65532"/>
                </a:lnTo>
                <a:lnTo>
                  <a:pt x="88391" y="56388"/>
                </a:lnTo>
                <a:lnTo>
                  <a:pt x="76628" y="57269"/>
                </a:lnTo>
                <a:lnTo>
                  <a:pt x="41886" y="79962"/>
                </a:lnTo>
                <a:lnTo>
                  <a:pt x="33527" y="111252"/>
                </a:lnTo>
                <a:lnTo>
                  <a:pt x="35837" y="128944"/>
                </a:lnTo>
                <a:lnTo>
                  <a:pt x="42862" y="145351"/>
                </a:lnTo>
                <a:lnTo>
                  <a:pt x="54744" y="160329"/>
                </a:lnTo>
                <a:lnTo>
                  <a:pt x="71627" y="173736"/>
                </a:lnTo>
                <a:lnTo>
                  <a:pt x="68579" y="181356"/>
                </a:lnTo>
                <a:lnTo>
                  <a:pt x="27646" y="156281"/>
                </a:lnTo>
                <a:lnTo>
                  <a:pt x="4571" y="121920"/>
                </a:lnTo>
                <a:lnTo>
                  <a:pt x="0" y="92964"/>
                </a:lnTo>
                <a:lnTo>
                  <a:pt x="1690" y="74652"/>
                </a:lnTo>
                <a:lnTo>
                  <a:pt x="25907" y="32004"/>
                </a:lnTo>
                <a:lnTo>
                  <a:pt x="67055" y="16764"/>
                </a:lnTo>
                <a:lnTo>
                  <a:pt x="84486" y="19597"/>
                </a:lnTo>
                <a:lnTo>
                  <a:pt x="102488" y="28003"/>
                </a:lnTo>
                <a:lnTo>
                  <a:pt x="121062" y="41838"/>
                </a:lnTo>
                <a:lnTo>
                  <a:pt x="140207" y="60960"/>
                </a:lnTo>
                <a:lnTo>
                  <a:pt x="146732" y="46958"/>
                </a:lnTo>
                <a:lnTo>
                  <a:pt x="173735" y="15240"/>
                </a:lnTo>
                <a:lnTo>
                  <a:pt x="211240" y="881"/>
                </a:lnTo>
                <a:lnTo>
                  <a:pt x="225551" y="0"/>
                </a:lnTo>
                <a:lnTo>
                  <a:pt x="246411" y="1714"/>
                </a:lnTo>
                <a:lnTo>
                  <a:pt x="282987" y="15430"/>
                </a:lnTo>
                <a:lnTo>
                  <a:pt x="316706" y="46601"/>
                </a:lnTo>
                <a:lnTo>
                  <a:pt x="337280" y="97512"/>
                </a:lnTo>
                <a:lnTo>
                  <a:pt x="339851" y="129540"/>
                </a:lnTo>
                <a:lnTo>
                  <a:pt x="339304" y="144375"/>
                </a:lnTo>
                <a:lnTo>
                  <a:pt x="337756" y="156781"/>
                </a:lnTo>
                <a:lnTo>
                  <a:pt x="335351" y="166616"/>
                </a:lnTo>
                <a:lnTo>
                  <a:pt x="332232" y="173736"/>
                </a:lnTo>
                <a:lnTo>
                  <a:pt x="326135" y="181356"/>
                </a:lnTo>
                <a:lnTo>
                  <a:pt x="320039" y="18592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5" name="Google Shape;1205;p22"/>
          <p:cNvSpPr/>
          <p:nvPr/>
        </p:nvSpPr>
        <p:spPr>
          <a:xfrm>
            <a:off x="1737360" y="4876800"/>
            <a:ext cx="334010" cy="215265"/>
          </a:xfrm>
          <a:custGeom>
            <a:rect b="b" l="l" r="r" t="t"/>
            <a:pathLst>
              <a:path extrusionOk="0" h="215264" w="334010">
                <a:moveTo>
                  <a:pt x="333755" y="214884"/>
                </a:moveTo>
                <a:lnTo>
                  <a:pt x="324611" y="214884"/>
                </a:lnTo>
                <a:lnTo>
                  <a:pt x="287488" y="175736"/>
                </a:lnTo>
                <a:lnTo>
                  <a:pt x="253936" y="142875"/>
                </a:lnTo>
                <a:lnTo>
                  <a:pt x="224099" y="116300"/>
                </a:lnTo>
                <a:lnTo>
                  <a:pt x="173783" y="80891"/>
                </a:lnTo>
                <a:lnTo>
                  <a:pt x="129111" y="63222"/>
                </a:lnTo>
                <a:lnTo>
                  <a:pt x="108203" y="60960"/>
                </a:lnTo>
                <a:lnTo>
                  <a:pt x="93035" y="62103"/>
                </a:lnTo>
                <a:lnTo>
                  <a:pt x="56388" y="79248"/>
                </a:lnTo>
                <a:lnTo>
                  <a:pt x="37742" y="112680"/>
                </a:lnTo>
                <a:lnTo>
                  <a:pt x="36576" y="124968"/>
                </a:lnTo>
                <a:lnTo>
                  <a:pt x="37433" y="137017"/>
                </a:lnTo>
                <a:lnTo>
                  <a:pt x="58007" y="177736"/>
                </a:lnTo>
                <a:lnTo>
                  <a:pt x="91440" y="196596"/>
                </a:lnTo>
                <a:lnTo>
                  <a:pt x="91440" y="205739"/>
                </a:lnTo>
                <a:lnTo>
                  <a:pt x="52578" y="195072"/>
                </a:lnTo>
                <a:lnTo>
                  <a:pt x="12858" y="161853"/>
                </a:lnTo>
                <a:lnTo>
                  <a:pt x="0" y="112776"/>
                </a:lnTo>
                <a:lnTo>
                  <a:pt x="1690" y="93940"/>
                </a:lnTo>
                <a:lnTo>
                  <a:pt x="25907" y="45720"/>
                </a:lnTo>
                <a:lnTo>
                  <a:pt x="68770" y="21502"/>
                </a:lnTo>
                <a:lnTo>
                  <a:pt x="85343" y="19812"/>
                </a:lnTo>
                <a:lnTo>
                  <a:pt x="97916" y="20645"/>
                </a:lnTo>
                <a:lnTo>
                  <a:pt x="135635" y="32004"/>
                </a:lnTo>
                <a:lnTo>
                  <a:pt x="175640" y="54483"/>
                </a:lnTo>
                <a:lnTo>
                  <a:pt x="217931" y="88392"/>
                </a:lnTo>
                <a:lnTo>
                  <a:pt x="247673" y="116133"/>
                </a:lnTo>
                <a:lnTo>
                  <a:pt x="287154" y="153328"/>
                </a:lnTo>
                <a:lnTo>
                  <a:pt x="297179" y="163068"/>
                </a:lnTo>
                <a:lnTo>
                  <a:pt x="297179" y="79248"/>
                </a:lnTo>
                <a:lnTo>
                  <a:pt x="294131" y="35052"/>
                </a:lnTo>
                <a:lnTo>
                  <a:pt x="271271" y="9144"/>
                </a:lnTo>
                <a:lnTo>
                  <a:pt x="271271" y="0"/>
                </a:lnTo>
                <a:lnTo>
                  <a:pt x="333755" y="22860"/>
                </a:lnTo>
                <a:lnTo>
                  <a:pt x="333755" y="21488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6" name="Google Shape;1206;p22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207" name="Google Shape;1207;p2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08" name="Google Shape;1208;p22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09" name="Google Shape;1209;p22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0" name="Google Shape;1210;p22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11" name="Google Shape;1211;p22"/>
          <p:cNvGrpSpPr/>
          <p:nvPr/>
        </p:nvGrpSpPr>
        <p:grpSpPr>
          <a:xfrm>
            <a:off x="6655307" y="1757172"/>
            <a:ext cx="117348" cy="154177"/>
            <a:chOff x="6655307" y="1757172"/>
            <a:chExt cx="117348" cy="154177"/>
          </a:xfrm>
        </p:grpSpPr>
        <p:sp>
          <p:nvSpPr>
            <p:cNvPr id="1212" name="Google Shape;1212;p22"/>
            <p:cNvSpPr/>
            <p:nvPr/>
          </p:nvSpPr>
          <p:spPr>
            <a:xfrm>
              <a:off x="6655307" y="1851659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2775" y="6095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13" name="Google Shape;1213;p22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6655307" y="1757172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214" name="Google Shape;1214;p22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177795" y="3476244"/>
            <a:ext cx="4002023" cy="361340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8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9" name="Google Shape;1219;p23"/>
          <p:cNvGrpSpPr/>
          <p:nvPr/>
        </p:nvGrpSpPr>
        <p:grpSpPr>
          <a:xfrm>
            <a:off x="1135367" y="7876032"/>
            <a:ext cx="349009" cy="738124"/>
            <a:chOff x="1135367" y="7876032"/>
            <a:chExt cx="349009" cy="738124"/>
          </a:xfrm>
        </p:grpSpPr>
        <p:sp>
          <p:nvSpPr>
            <p:cNvPr id="1220" name="Google Shape;1220;p23"/>
            <p:cNvSpPr/>
            <p:nvPr/>
          </p:nvSpPr>
          <p:spPr>
            <a:xfrm>
              <a:off x="1135367" y="8083296"/>
              <a:ext cx="343535" cy="530860"/>
            </a:xfrm>
            <a:custGeom>
              <a:rect b="b" l="l" r="r" t="t"/>
              <a:pathLst>
                <a:path extrusionOk="0" h="530859" w="343534">
                  <a:moveTo>
                    <a:pt x="342900" y="0"/>
                  </a:moveTo>
                  <a:lnTo>
                    <a:pt x="335280" y="0"/>
                  </a:lnTo>
                  <a:lnTo>
                    <a:pt x="335280" y="10668"/>
                  </a:lnTo>
                  <a:lnTo>
                    <a:pt x="333756" y="1828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6011" y="33820"/>
                  </a:lnTo>
                  <a:lnTo>
                    <a:pt x="147929" y="41846"/>
                  </a:lnTo>
                  <a:lnTo>
                    <a:pt x="118300" y="72961"/>
                  </a:lnTo>
                  <a:lnTo>
                    <a:pt x="115824" y="91440"/>
                  </a:lnTo>
                  <a:lnTo>
                    <a:pt x="116382" y="98564"/>
                  </a:lnTo>
                  <a:lnTo>
                    <a:pt x="137350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2004" y="228600"/>
                  </a:lnTo>
                  <a:lnTo>
                    <a:pt x="30480" y="224028"/>
                  </a:lnTo>
                  <a:lnTo>
                    <a:pt x="30480" y="216408"/>
                  </a:lnTo>
                  <a:lnTo>
                    <a:pt x="32004" y="213360"/>
                  </a:lnTo>
                  <a:lnTo>
                    <a:pt x="92964" y="204216"/>
                  </a:lnTo>
                  <a:lnTo>
                    <a:pt x="292608" y="204216"/>
                  </a:lnTo>
                  <a:lnTo>
                    <a:pt x="333756" y="220980"/>
                  </a:lnTo>
                  <a:lnTo>
                    <a:pt x="335280" y="228600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0208"/>
                  </a:lnTo>
                  <a:lnTo>
                    <a:pt x="333756" y="147828"/>
                  </a:lnTo>
                  <a:lnTo>
                    <a:pt x="330708" y="152400"/>
                  </a:lnTo>
                  <a:lnTo>
                    <a:pt x="329184" y="156972"/>
                  </a:lnTo>
                  <a:lnTo>
                    <a:pt x="326136" y="160020"/>
                  </a:lnTo>
                  <a:lnTo>
                    <a:pt x="321564" y="161544"/>
                  </a:lnTo>
                  <a:lnTo>
                    <a:pt x="317906" y="163309"/>
                  </a:lnTo>
                  <a:lnTo>
                    <a:pt x="311658" y="164211"/>
                  </a:lnTo>
                  <a:lnTo>
                    <a:pt x="303136" y="164553"/>
                  </a:lnTo>
                  <a:lnTo>
                    <a:pt x="176784" y="164592"/>
                  </a:lnTo>
                  <a:lnTo>
                    <a:pt x="167601" y="155765"/>
                  </a:lnTo>
                  <a:lnTo>
                    <a:pt x="144780" y="117348"/>
                  </a:lnTo>
                  <a:lnTo>
                    <a:pt x="144780" y="100584"/>
                  </a:lnTo>
                  <a:lnTo>
                    <a:pt x="146304" y="94488"/>
                  </a:lnTo>
                  <a:lnTo>
                    <a:pt x="150876" y="88392"/>
                  </a:lnTo>
                  <a:lnTo>
                    <a:pt x="153924" y="83820"/>
                  </a:lnTo>
                  <a:lnTo>
                    <a:pt x="160020" y="79248"/>
                  </a:lnTo>
                  <a:lnTo>
                    <a:pt x="167640" y="77724"/>
                  </a:lnTo>
                  <a:lnTo>
                    <a:pt x="174815" y="75730"/>
                  </a:lnTo>
                  <a:lnTo>
                    <a:pt x="184975" y="74295"/>
                  </a:lnTo>
                  <a:lnTo>
                    <a:pt x="198297" y="73444"/>
                  </a:lnTo>
                  <a:lnTo>
                    <a:pt x="214884" y="73152"/>
                  </a:lnTo>
                  <a:lnTo>
                    <a:pt x="313944" y="73152"/>
                  </a:lnTo>
                  <a:lnTo>
                    <a:pt x="315468" y="74676"/>
                  </a:lnTo>
                  <a:lnTo>
                    <a:pt x="327660" y="77724"/>
                  </a:lnTo>
                  <a:lnTo>
                    <a:pt x="333756" y="86868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530859" w="343534">
                  <a:moveTo>
                    <a:pt x="342912" y="324612"/>
                  </a:moveTo>
                  <a:lnTo>
                    <a:pt x="335292" y="324612"/>
                  </a:lnTo>
                  <a:lnTo>
                    <a:pt x="335292" y="335280"/>
                  </a:lnTo>
                  <a:lnTo>
                    <a:pt x="334695" y="344741"/>
                  </a:lnTo>
                  <a:lnTo>
                    <a:pt x="299326" y="371309"/>
                  </a:lnTo>
                  <a:lnTo>
                    <a:pt x="285000" y="371856"/>
                  </a:lnTo>
                  <a:lnTo>
                    <a:pt x="35064" y="371856"/>
                  </a:lnTo>
                  <a:lnTo>
                    <a:pt x="35064" y="324612"/>
                  </a:lnTo>
                  <a:lnTo>
                    <a:pt x="35369" y="314896"/>
                  </a:lnTo>
                  <a:lnTo>
                    <a:pt x="55943" y="275894"/>
                  </a:lnTo>
                  <a:lnTo>
                    <a:pt x="91452" y="265176"/>
                  </a:lnTo>
                  <a:lnTo>
                    <a:pt x="91452" y="256032"/>
                  </a:lnTo>
                  <a:lnTo>
                    <a:pt x="15252" y="259080"/>
                  </a:lnTo>
                  <a:lnTo>
                    <a:pt x="15252" y="527304"/>
                  </a:lnTo>
                  <a:lnTo>
                    <a:pt x="91452" y="530352"/>
                  </a:lnTo>
                  <a:lnTo>
                    <a:pt x="91452" y="521208"/>
                  </a:lnTo>
                  <a:lnTo>
                    <a:pt x="80606" y="519760"/>
                  </a:lnTo>
                  <a:lnTo>
                    <a:pt x="71069" y="517588"/>
                  </a:lnTo>
                  <a:lnTo>
                    <a:pt x="38112" y="489204"/>
                  </a:lnTo>
                  <a:lnTo>
                    <a:pt x="35064" y="455676"/>
                  </a:lnTo>
                  <a:lnTo>
                    <a:pt x="35064" y="417576"/>
                  </a:lnTo>
                  <a:lnTo>
                    <a:pt x="285000" y="417576"/>
                  </a:lnTo>
                  <a:lnTo>
                    <a:pt x="298424" y="417868"/>
                  </a:lnTo>
                  <a:lnTo>
                    <a:pt x="334429" y="442937"/>
                  </a:lnTo>
                  <a:lnTo>
                    <a:pt x="335292" y="452628"/>
                  </a:lnTo>
                  <a:lnTo>
                    <a:pt x="335292" y="464820"/>
                  </a:lnTo>
                  <a:lnTo>
                    <a:pt x="342912" y="464820"/>
                  </a:lnTo>
                  <a:lnTo>
                    <a:pt x="342912" y="3246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21" name="Google Shape;1221;p23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51204" y="787603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22" name="Google Shape;1222;p23"/>
          <p:cNvGrpSpPr/>
          <p:nvPr/>
        </p:nvGrpSpPr>
        <p:grpSpPr>
          <a:xfrm>
            <a:off x="1135367" y="6830567"/>
            <a:ext cx="349009" cy="902463"/>
            <a:chOff x="1135367" y="6830567"/>
            <a:chExt cx="349009" cy="902463"/>
          </a:xfrm>
        </p:grpSpPr>
        <p:sp>
          <p:nvSpPr>
            <p:cNvPr id="1223" name="Google Shape;1223;p23"/>
            <p:cNvSpPr/>
            <p:nvPr/>
          </p:nvSpPr>
          <p:spPr>
            <a:xfrm>
              <a:off x="1135367" y="7338060"/>
              <a:ext cx="343535" cy="394970"/>
            </a:xfrm>
            <a:custGeom>
              <a:rect b="b" l="l" r="r" t="t"/>
              <a:pathLst>
                <a:path extrusionOk="0" h="394970" w="343534">
                  <a:moveTo>
                    <a:pt x="48780" y="47244"/>
                  </a:moveTo>
                  <a:lnTo>
                    <a:pt x="45732" y="41148"/>
                  </a:lnTo>
                  <a:lnTo>
                    <a:pt x="36588" y="32004"/>
                  </a:lnTo>
                  <a:lnTo>
                    <a:pt x="30492" y="28956"/>
                  </a:lnTo>
                  <a:lnTo>
                    <a:pt x="16776" y="28956"/>
                  </a:lnTo>
                  <a:lnTo>
                    <a:pt x="12204" y="32004"/>
                  </a:lnTo>
                  <a:lnTo>
                    <a:pt x="7632" y="36576"/>
                  </a:lnTo>
                  <a:lnTo>
                    <a:pt x="1524" y="41148"/>
                  </a:lnTo>
                  <a:lnTo>
                    <a:pt x="0" y="47244"/>
                  </a:lnTo>
                  <a:lnTo>
                    <a:pt x="0" y="60960"/>
                  </a:lnTo>
                  <a:lnTo>
                    <a:pt x="1524" y="65532"/>
                  </a:lnTo>
                  <a:lnTo>
                    <a:pt x="12204" y="76200"/>
                  </a:lnTo>
                  <a:lnTo>
                    <a:pt x="16776" y="77724"/>
                  </a:lnTo>
                  <a:lnTo>
                    <a:pt x="30492" y="77724"/>
                  </a:lnTo>
                  <a:lnTo>
                    <a:pt x="36588" y="76200"/>
                  </a:lnTo>
                  <a:lnTo>
                    <a:pt x="41160" y="70104"/>
                  </a:lnTo>
                  <a:lnTo>
                    <a:pt x="45732" y="65532"/>
                  </a:lnTo>
                  <a:lnTo>
                    <a:pt x="48780" y="60960"/>
                  </a:lnTo>
                  <a:lnTo>
                    <a:pt x="48780" y="47244"/>
                  </a:lnTo>
                  <a:close/>
                </a:path>
                <a:path extrusionOk="0" h="394970" w="343534">
                  <a:moveTo>
                    <a:pt x="342912" y="254508"/>
                  </a:moveTo>
                  <a:lnTo>
                    <a:pt x="335292" y="254508"/>
                  </a:lnTo>
                  <a:lnTo>
                    <a:pt x="335292" y="272796"/>
                  </a:lnTo>
                  <a:lnTo>
                    <a:pt x="333768" y="280416"/>
                  </a:lnTo>
                  <a:lnTo>
                    <a:pt x="296443" y="301498"/>
                  </a:lnTo>
                  <a:lnTo>
                    <a:pt x="285000" y="301752"/>
                  </a:lnTo>
                  <a:lnTo>
                    <a:pt x="181368" y="301752"/>
                  </a:lnTo>
                  <a:lnTo>
                    <a:pt x="181368" y="243840"/>
                  </a:lnTo>
                  <a:lnTo>
                    <a:pt x="181648" y="235508"/>
                  </a:lnTo>
                  <a:lnTo>
                    <a:pt x="204812" y="202222"/>
                  </a:lnTo>
                  <a:lnTo>
                    <a:pt x="228612" y="199644"/>
                  </a:lnTo>
                  <a:lnTo>
                    <a:pt x="228612" y="192024"/>
                  </a:lnTo>
                  <a:lnTo>
                    <a:pt x="114312" y="192024"/>
                  </a:lnTo>
                  <a:lnTo>
                    <a:pt x="114312" y="199644"/>
                  </a:lnTo>
                  <a:lnTo>
                    <a:pt x="127762" y="201345"/>
                  </a:lnTo>
                  <a:lnTo>
                    <a:pt x="138506" y="204025"/>
                  </a:lnTo>
                  <a:lnTo>
                    <a:pt x="161556" y="243840"/>
                  </a:lnTo>
                  <a:lnTo>
                    <a:pt x="161556" y="301752"/>
                  </a:lnTo>
                  <a:lnTo>
                    <a:pt x="33540" y="301752"/>
                  </a:lnTo>
                  <a:lnTo>
                    <a:pt x="33540" y="228600"/>
                  </a:lnTo>
                  <a:lnTo>
                    <a:pt x="38112" y="190500"/>
                  </a:lnTo>
                  <a:lnTo>
                    <a:pt x="67259" y="164020"/>
                  </a:lnTo>
                  <a:lnTo>
                    <a:pt x="86880" y="158496"/>
                  </a:lnTo>
                  <a:lnTo>
                    <a:pt x="86880" y="147828"/>
                  </a:lnTo>
                  <a:lnTo>
                    <a:pt x="15252" y="150876"/>
                  </a:lnTo>
                  <a:lnTo>
                    <a:pt x="15252" y="394716"/>
                  </a:lnTo>
                  <a:lnTo>
                    <a:pt x="22872" y="394716"/>
                  </a:lnTo>
                  <a:lnTo>
                    <a:pt x="22872" y="374904"/>
                  </a:lnTo>
                  <a:lnTo>
                    <a:pt x="24396" y="367284"/>
                  </a:lnTo>
                  <a:lnTo>
                    <a:pt x="61493" y="347522"/>
                  </a:lnTo>
                  <a:lnTo>
                    <a:pt x="285000" y="347472"/>
                  </a:lnTo>
                  <a:lnTo>
                    <a:pt x="298450" y="347764"/>
                  </a:lnTo>
                  <a:lnTo>
                    <a:pt x="334454" y="372833"/>
                  </a:lnTo>
                  <a:lnTo>
                    <a:pt x="335292" y="382524"/>
                  </a:lnTo>
                  <a:lnTo>
                    <a:pt x="335292" y="394716"/>
                  </a:lnTo>
                  <a:lnTo>
                    <a:pt x="342912" y="394716"/>
                  </a:lnTo>
                  <a:lnTo>
                    <a:pt x="342912" y="254508"/>
                  </a:lnTo>
                  <a:close/>
                </a:path>
                <a:path extrusionOk="0" h="394970" w="343534">
                  <a:moveTo>
                    <a:pt x="342912" y="0"/>
                  </a:moveTo>
                  <a:lnTo>
                    <a:pt x="335292" y="0"/>
                  </a:lnTo>
                  <a:lnTo>
                    <a:pt x="335292" y="10668"/>
                  </a:lnTo>
                  <a:lnTo>
                    <a:pt x="333768" y="18288"/>
                  </a:lnTo>
                  <a:lnTo>
                    <a:pt x="332244" y="21336"/>
                  </a:lnTo>
                  <a:lnTo>
                    <a:pt x="329184" y="25908"/>
                  </a:lnTo>
                  <a:lnTo>
                    <a:pt x="326136" y="28956"/>
                  </a:lnTo>
                  <a:lnTo>
                    <a:pt x="321564" y="30480"/>
                  </a:lnTo>
                  <a:lnTo>
                    <a:pt x="317042" y="32245"/>
                  </a:lnTo>
                  <a:lnTo>
                    <a:pt x="310527" y="33147"/>
                  </a:lnTo>
                  <a:lnTo>
                    <a:pt x="302285" y="33489"/>
                  </a:lnTo>
                  <a:lnTo>
                    <a:pt x="115836" y="33489"/>
                  </a:lnTo>
                  <a:lnTo>
                    <a:pt x="115836" y="44196"/>
                  </a:lnTo>
                  <a:lnTo>
                    <a:pt x="143268" y="108204"/>
                  </a:lnTo>
                  <a:lnTo>
                    <a:pt x="150888" y="105156"/>
                  </a:lnTo>
                  <a:lnTo>
                    <a:pt x="147840" y="99060"/>
                  </a:lnTo>
                  <a:lnTo>
                    <a:pt x="147840" y="82296"/>
                  </a:lnTo>
                  <a:lnTo>
                    <a:pt x="152412" y="77724"/>
                  </a:lnTo>
                  <a:lnTo>
                    <a:pt x="155460" y="76200"/>
                  </a:lnTo>
                  <a:lnTo>
                    <a:pt x="161556" y="76200"/>
                  </a:lnTo>
                  <a:lnTo>
                    <a:pt x="168071" y="75082"/>
                  </a:lnTo>
                  <a:lnTo>
                    <a:pt x="178308" y="74104"/>
                  </a:lnTo>
                  <a:lnTo>
                    <a:pt x="191985" y="73418"/>
                  </a:lnTo>
                  <a:lnTo>
                    <a:pt x="208800" y="73152"/>
                  </a:lnTo>
                  <a:lnTo>
                    <a:pt x="292620" y="73152"/>
                  </a:lnTo>
                  <a:lnTo>
                    <a:pt x="332244" y="85344"/>
                  </a:lnTo>
                  <a:lnTo>
                    <a:pt x="335292" y="96012"/>
                  </a:lnTo>
                  <a:lnTo>
                    <a:pt x="335292" y="106680"/>
                  </a:lnTo>
                  <a:lnTo>
                    <a:pt x="342912" y="106680"/>
                  </a:lnTo>
                  <a:lnTo>
                    <a:pt x="342912" y="73152"/>
                  </a:lnTo>
                  <a:lnTo>
                    <a:pt x="3429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24" name="Google Shape;1224;p23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51204" y="7158227"/>
              <a:ext cx="227075" cy="1630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25" name="Google Shape;1225;p23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51204" y="6987539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26" name="Google Shape;1226;p23"/>
            <p:cNvSpPr/>
            <p:nvPr/>
          </p:nvSpPr>
          <p:spPr>
            <a:xfrm>
              <a:off x="1184148" y="6830567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3652" y="22859"/>
                  </a:lnTo>
                  <a:lnTo>
                    <a:pt x="254507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3151"/>
                  </a:lnTo>
                  <a:lnTo>
                    <a:pt x="291083" y="79247"/>
                  </a:lnTo>
                  <a:lnTo>
                    <a:pt x="286512" y="86867"/>
                  </a:lnTo>
                  <a:lnTo>
                    <a:pt x="248578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27" name="Google Shape;1227;p23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135380" y="4687823"/>
            <a:ext cx="348996" cy="20055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28" name="Google Shape;1228;p23"/>
          <p:cNvGrpSpPr/>
          <p:nvPr/>
        </p:nvGrpSpPr>
        <p:grpSpPr>
          <a:xfrm>
            <a:off x="1143000" y="2570988"/>
            <a:ext cx="440931" cy="1961895"/>
            <a:chOff x="1143000" y="2570988"/>
            <a:chExt cx="440931" cy="1961895"/>
          </a:xfrm>
        </p:grpSpPr>
        <p:sp>
          <p:nvSpPr>
            <p:cNvPr id="1229" name="Google Shape;1229;p23"/>
            <p:cNvSpPr/>
            <p:nvPr/>
          </p:nvSpPr>
          <p:spPr>
            <a:xfrm>
              <a:off x="1143000" y="4238243"/>
              <a:ext cx="342900" cy="294640"/>
            </a:xfrm>
            <a:custGeom>
              <a:rect b="b" l="l" r="r" t="t"/>
              <a:pathLst>
                <a:path extrusionOk="0" h="294639" w="342900">
                  <a:moveTo>
                    <a:pt x="176783" y="294132"/>
                  </a:moveTo>
                  <a:lnTo>
                    <a:pt x="129539" y="288607"/>
                  </a:lnTo>
                  <a:lnTo>
                    <a:pt x="86868" y="272796"/>
                  </a:lnTo>
                  <a:lnTo>
                    <a:pt x="50292" y="246316"/>
                  </a:lnTo>
                  <a:lnTo>
                    <a:pt x="22859" y="211836"/>
                  </a:lnTo>
                  <a:lnTo>
                    <a:pt x="5715" y="172212"/>
                  </a:lnTo>
                  <a:lnTo>
                    <a:pt x="0" y="128016"/>
                  </a:lnTo>
                  <a:lnTo>
                    <a:pt x="1119" y="110871"/>
                  </a:lnTo>
                  <a:lnTo>
                    <a:pt x="4381" y="93726"/>
                  </a:lnTo>
                  <a:lnTo>
                    <a:pt x="9644" y="76581"/>
                  </a:lnTo>
                  <a:lnTo>
                    <a:pt x="16764" y="59436"/>
                  </a:lnTo>
                  <a:lnTo>
                    <a:pt x="21336" y="51816"/>
                  </a:lnTo>
                  <a:lnTo>
                    <a:pt x="22859" y="47244"/>
                  </a:lnTo>
                  <a:lnTo>
                    <a:pt x="22859" y="39624"/>
                  </a:lnTo>
                  <a:lnTo>
                    <a:pt x="21336" y="36576"/>
                  </a:lnTo>
                  <a:lnTo>
                    <a:pt x="13716" y="28956"/>
                  </a:lnTo>
                  <a:lnTo>
                    <a:pt x="7620" y="25908"/>
                  </a:lnTo>
                  <a:lnTo>
                    <a:pt x="0" y="24384"/>
                  </a:lnTo>
                  <a:lnTo>
                    <a:pt x="0" y="16764"/>
                  </a:lnTo>
                  <a:lnTo>
                    <a:pt x="112775" y="9144"/>
                  </a:lnTo>
                  <a:lnTo>
                    <a:pt x="112775" y="16764"/>
                  </a:lnTo>
                  <a:lnTo>
                    <a:pt x="89130" y="25360"/>
                  </a:lnTo>
                  <a:lnTo>
                    <a:pt x="68770" y="35242"/>
                  </a:lnTo>
                  <a:lnTo>
                    <a:pt x="29622" y="73747"/>
                  </a:lnTo>
                  <a:lnTo>
                    <a:pt x="16764" y="124968"/>
                  </a:lnTo>
                  <a:lnTo>
                    <a:pt x="17883" y="140660"/>
                  </a:lnTo>
                  <a:lnTo>
                    <a:pt x="33528" y="182879"/>
                  </a:lnTo>
                  <a:lnTo>
                    <a:pt x="69746" y="216312"/>
                  </a:lnTo>
                  <a:lnTo>
                    <a:pt x="105417" y="230909"/>
                  </a:lnTo>
                  <a:lnTo>
                    <a:pt x="150518" y="238386"/>
                  </a:lnTo>
                  <a:lnTo>
                    <a:pt x="176783" y="239267"/>
                  </a:lnTo>
                  <a:lnTo>
                    <a:pt x="197929" y="238410"/>
                  </a:lnTo>
                  <a:lnTo>
                    <a:pt x="236791" y="231552"/>
                  </a:lnTo>
                  <a:lnTo>
                    <a:pt x="282892" y="207644"/>
                  </a:lnTo>
                  <a:lnTo>
                    <a:pt x="311276" y="167711"/>
                  </a:lnTo>
                  <a:lnTo>
                    <a:pt x="321563" y="117348"/>
                  </a:lnTo>
                  <a:lnTo>
                    <a:pt x="320706" y="101893"/>
                  </a:lnTo>
                  <a:lnTo>
                    <a:pt x="307848" y="60960"/>
                  </a:lnTo>
                  <a:lnTo>
                    <a:pt x="272486" y="21955"/>
                  </a:lnTo>
                  <a:lnTo>
                    <a:pt x="254507" y="7620"/>
                  </a:lnTo>
                  <a:lnTo>
                    <a:pt x="257556" y="0"/>
                  </a:lnTo>
                  <a:lnTo>
                    <a:pt x="295274" y="26670"/>
                  </a:lnTo>
                  <a:lnTo>
                    <a:pt x="321563" y="57912"/>
                  </a:lnTo>
                  <a:lnTo>
                    <a:pt x="337375" y="93345"/>
                  </a:lnTo>
                  <a:lnTo>
                    <a:pt x="342900" y="135636"/>
                  </a:lnTo>
                  <a:lnTo>
                    <a:pt x="339161" y="173593"/>
                  </a:lnTo>
                  <a:lnTo>
                    <a:pt x="308824" y="236362"/>
                  </a:lnTo>
                  <a:lnTo>
                    <a:pt x="258865" y="275486"/>
                  </a:lnTo>
                  <a:lnTo>
                    <a:pt x="205859" y="292107"/>
                  </a:lnTo>
                  <a:lnTo>
                    <a:pt x="176783" y="29413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30" name="Google Shape;1230;p23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51204" y="3994403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31" name="Google Shape;1231;p23"/>
            <p:cNvSpPr/>
            <p:nvPr/>
          </p:nvSpPr>
          <p:spPr>
            <a:xfrm>
              <a:off x="1251191" y="3361944"/>
              <a:ext cx="332740" cy="605155"/>
            </a:xfrm>
            <a:custGeom>
              <a:rect b="b" l="l" r="r" t="t"/>
              <a:pathLst>
                <a:path extrusionOk="0" h="605154" w="332740">
                  <a:moveTo>
                    <a:pt x="227088" y="231648"/>
                  </a:moveTo>
                  <a:lnTo>
                    <a:pt x="219468" y="231648"/>
                  </a:lnTo>
                  <a:lnTo>
                    <a:pt x="219468" y="242316"/>
                  </a:lnTo>
                  <a:lnTo>
                    <a:pt x="217944" y="248412"/>
                  </a:lnTo>
                  <a:lnTo>
                    <a:pt x="214896" y="252984"/>
                  </a:lnTo>
                  <a:lnTo>
                    <a:pt x="213372" y="257556"/>
                  </a:lnTo>
                  <a:lnTo>
                    <a:pt x="210324" y="260604"/>
                  </a:lnTo>
                  <a:lnTo>
                    <a:pt x="176796" y="265176"/>
                  </a:lnTo>
                  <a:lnTo>
                    <a:pt x="82308" y="265176"/>
                  </a:lnTo>
                  <a:lnTo>
                    <a:pt x="68326" y="265493"/>
                  </a:lnTo>
                  <a:lnTo>
                    <a:pt x="28651" y="275259"/>
                  </a:lnTo>
                  <a:lnTo>
                    <a:pt x="2298" y="306133"/>
                  </a:lnTo>
                  <a:lnTo>
                    <a:pt x="12" y="323088"/>
                  </a:lnTo>
                  <a:lnTo>
                    <a:pt x="584" y="332003"/>
                  </a:lnTo>
                  <a:lnTo>
                    <a:pt x="23063" y="376428"/>
                  </a:lnTo>
                  <a:lnTo>
                    <a:pt x="47256" y="399288"/>
                  </a:lnTo>
                  <a:lnTo>
                    <a:pt x="36410" y="402170"/>
                  </a:lnTo>
                  <a:lnTo>
                    <a:pt x="7073" y="426516"/>
                  </a:lnTo>
                  <a:lnTo>
                    <a:pt x="12" y="454152"/>
                  </a:lnTo>
                  <a:lnTo>
                    <a:pt x="12" y="461772"/>
                  </a:lnTo>
                  <a:lnTo>
                    <a:pt x="15290" y="497192"/>
                  </a:lnTo>
                  <a:lnTo>
                    <a:pt x="47256" y="530352"/>
                  </a:lnTo>
                  <a:lnTo>
                    <a:pt x="12" y="530352"/>
                  </a:lnTo>
                  <a:lnTo>
                    <a:pt x="12" y="541020"/>
                  </a:lnTo>
                  <a:lnTo>
                    <a:pt x="27444" y="605028"/>
                  </a:lnTo>
                  <a:lnTo>
                    <a:pt x="35064" y="601980"/>
                  </a:lnTo>
                  <a:lnTo>
                    <a:pt x="32016" y="595884"/>
                  </a:lnTo>
                  <a:lnTo>
                    <a:pt x="32016" y="579120"/>
                  </a:lnTo>
                  <a:lnTo>
                    <a:pt x="76161" y="570217"/>
                  </a:lnTo>
                  <a:lnTo>
                    <a:pt x="92976" y="569976"/>
                  </a:lnTo>
                  <a:lnTo>
                    <a:pt x="176796" y="569976"/>
                  </a:lnTo>
                  <a:lnTo>
                    <a:pt x="216420" y="582168"/>
                  </a:lnTo>
                  <a:lnTo>
                    <a:pt x="219468" y="592836"/>
                  </a:lnTo>
                  <a:lnTo>
                    <a:pt x="219468" y="603504"/>
                  </a:lnTo>
                  <a:lnTo>
                    <a:pt x="227088" y="603504"/>
                  </a:lnTo>
                  <a:lnTo>
                    <a:pt x="227088" y="495300"/>
                  </a:lnTo>
                  <a:lnTo>
                    <a:pt x="219468" y="495300"/>
                  </a:lnTo>
                  <a:lnTo>
                    <a:pt x="219468" y="507492"/>
                  </a:lnTo>
                  <a:lnTo>
                    <a:pt x="217944" y="515112"/>
                  </a:lnTo>
                  <a:lnTo>
                    <a:pt x="176796" y="530352"/>
                  </a:lnTo>
                  <a:lnTo>
                    <a:pt x="59448" y="530352"/>
                  </a:lnTo>
                  <a:lnTo>
                    <a:pt x="35064" y="499872"/>
                  </a:lnTo>
                  <a:lnTo>
                    <a:pt x="28968" y="473964"/>
                  </a:lnTo>
                  <a:lnTo>
                    <a:pt x="29845" y="464489"/>
                  </a:lnTo>
                  <a:lnTo>
                    <a:pt x="59258" y="437959"/>
                  </a:lnTo>
                  <a:lnTo>
                    <a:pt x="82308" y="435864"/>
                  </a:lnTo>
                  <a:lnTo>
                    <a:pt x="198132" y="435864"/>
                  </a:lnTo>
                  <a:lnTo>
                    <a:pt x="201180" y="437388"/>
                  </a:lnTo>
                  <a:lnTo>
                    <a:pt x="207276" y="438912"/>
                  </a:lnTo>
                  <a:lnTo>
                    <a:pt x="211848" y="441960"/>
                  </a:lnTo>
                  <a:lnTo>
                    <a:pt x="217944" y="451104"/>
                  </a:lnTo>
                  <a:lnTo>
                    <a:pt x="219468" y="458724"/>
                  </a:lnTo>
                  <a:lnTo>
                    <a:pt x="219468" y="470916"/>
                  </a:lnTo>
                  <a:lnTo>
                    <a:pt x="227088" y="470916"/>
                  </a:lnTo>
                  <a:lnTo>
                    <a:pt x="227088" y="361188"/>
                  </a:lnTo>
                  <a:lnTo>
                    <a:pt x="219468" y="361188"/>
                  </a:lnTo>
                  <a:lnTo>
                    <a:pt x="219468" y="371856"/>
                  </a:lnTo>
                  <a:lnTo>
                    <a:pt x="217944" y="379476"/>
                  </a:lnTo>
                  <a:lnTo>
                    <a:pt x="214896" y="384048"/>
                  </a:lnTo>
                  <a:lnTo>
                    <a:pt x="213372" y="388620"/>
                  </a:lnTo>
                  <a:lnTo>
                    <a:pt x="210324" y="391668"/>
                  </a:lnTo>
                  <a:lnTo>
                    <a:pt x="205752" y="393192"/>
                  </a:lnTo>
                  <a:lnTo>
                    <a:pt x="202082" y="394957"/>
                  </a:lnTo>
                  <a:lnTo>
                    <a:pt x="195846" y="395859"/>
                  </a:lnTo>
                  <a:lnTo>
                    <a:pt x="187312" y="396201"/>
                  </a:lnTo>
                  <a:lnTo>
                    <a:pt x="71640" y="396240"/>
                  </a:lnTo>
                  <a:lnTo>
                    <a:pt x="60972" y="397764"/>
                  </a:lnTo>
                  <a:lnTo>
                    <a:pt x="59448" y="397764"/>
                  </a:lnTo>
                  <a:lnTo>
                    <a:pt x="51130" y="388937"/>
                  </a:lnTo>
                  <a:lnTo>
                    <a:pt x="30302" y="353758"/>
                  </a:lnTo>
                  <a:lnTo>
                    <a:pt x="28968" y="341376"/>
                  </a:lnTo>
                  <a:lnTo>
                    <a:pt x="29845" y="331685"/>
                  </a:lnTo>
                  <a:lnTo>
                    <a:pt x="59258" y="306133"/>
                  </a:lnTo>
                  <a:lnTo>
                    <a:pt x="82308" y="304800"/>
                  </a:lnTo>
                  <a:lnTo>
                    <a:pt x="198132" y="304800"/>
                  </a:lnTo>
                  <a:lnTo>
                    <a:pt x="201180" y="306324"/>
                  </a:lnTo>
                  <a:lnTo>
                    <a:pt x="207276" y="307848"/>
                  </a:lnTo>
                  <a:lnTo>
                    <a:pt x="210324" y="309372"/>
                  </a:lnTo>
                  <a:lnTo>
                    <a:pt x="213372" y="313944"/>
                  </a:lnTo>
                  <a:lnTo>
                    <a:pt x="217944" y="318516"/>
                  </a:lnTo>
                  <a:lnTo>
                    <a:pt x="219468" y="326136"/>
                  </a:lnTo>
                  <a:lnTo>
                    <a:pt x="219468" y="339852"/>
                  </a:lnTo>
                  <a:lnTo>
                    <a:pt x="227088" y="339852"/>
                  </a:lnTo>
                  <a:lnTo>
                    <a:pt x="227088" y="231648"/>
                  </a:lnTo>
                  <a:close/>
                </a:path>
                <a:path extrusionOk="0" h="605154" w="332740">
                  <a:moveTo>
                    <a:pt x="332232" y="118872"/>
                  </a:moveTo>
                  <a:lnTo>
                    <a:pt x="324612" y="118872"/>
                  </a:lnTo>
                  <a:lnTo>
                    <a:pt x="324497" y="130136"/>
                  </a:lnTo>
                  <a:lnTo>
                    <a:pt x="323088" y="137160"/>
                  </a:lnTo>
                  <a:lnTo>
                    <a:pt x="320040" y="141732"/>
                  </a:lnTo>
                  <a:lnTo>
                    <a:pt x="319976" y="141922"/>
                  </a:lnTo>
                  <a:lnTo>
                    <a:pt x="318516" y="146304"/>
                  </a:lnTo>
                  <a:lnTo>
                    <a:pt x="281940" y="153924"/>
                  </a:lnTo>
                  <a:lnTo>
                    <a:pt x="213360" y="153924"/>
                  </a:lnTo>
                  <a:lnTo>
                    <a:pt x="218503" y="147574"/>
                  </a:lnTo>
                  <a:lnTo>
                    <a:pt x="222504" y="141922"/>
                  </a:lnTo>
                  <a:lnTo>
                    <a:pt x="222605" y="141732"/>
                  </a:lnTo>
                  <a:lnTo>
                    <a:pt x="225361" y="136575"/>
                  </a:lnTo>
                  <a:lnTo>
                    <a:pt x="225425" y="136398"/>
                  </a:lnTo>
                  <a:lnTo>
                    <a:pt x="227076" y="131064"/>
                  </a:lnTo>
                  <a:lnTo>
                    <a:pt x="229958" y="124802"/>
                  </a:lnTo>
                  <a:lnTo>
                    <a:pt x="231838" y="117538"/>
                  </a:lnTo>
                  <a:lnTo>
                    <a:pt x="231863" y="117348"/>
                  </a:lnTo>
                  <a:lnTo>
                    <a:pt x="232867" y="109423"/>
                  </a:lnTo>
                  <a:lnTo>
                    <a:pt x="233172" y="100584"/>
                  </a:lnTo>
                  <a:lnTo>
                    <a:pt x="231203" y="80873"/>
                  </a:lnTo>
                  <a:lnTo>
                    <a:pt x="225361" y="62865"/>
                  </a:lnTo>
                  <a:lnTo>
                    <a:pt x="217932" y="50190"/>
                  </a:lnTo>
                  <a:lnTo>
                    <a:pt x="217932" y="100584"/>
                  </a:lnTo>
                  <a:lnTo>
                    <a:pt x="217843" y="102108"/>
                  </a:lnTo>
                  <a:lnTo>
                    <a:pt x="201536" y="140385"/>
                  </a:lnTo>
                  <a:lnTo>
                    <a:pt x="160172" y="153670"/>
                  </a:lnTo>
                  <a:lnTo>
                    <a:pt x="147828" y="153924"/>
                  </a:lnTo>
                  <a:lnTo>
                    <a:pt x="67056" y="153924"/>
                  </a:lnTo>
                  <a:lnTo>
                    <a:pt x="41059" y="124802"/>
                  </a:lnTo>
                  <a:lnTo>
                    <a:pt x="35052" y="109728"/>
                  </a:lnTo>
                  <a:lnTo>
                    <a:pt x="35052" y="102108"/>
                  </a:lnTo>
                  <a:lnTo>
                    <a:pt x="53340" y="64008"/>
                  </a:lnTo>
                  <a:lnTo>
                    <a:pt x="107353" y="44081"/>
                  </a:lnTo>
                  <a:lnTo>
                    <a:pt x="131064" y="42672"/>
                  </a:lnTo>
                  <a:lnTo>
                    <a:pt x="151638" y="43840"/>
                  </a:lnTo>
                  <a:lnTo>
                    <a:pt x="199644" y="62484"/>
                  </a:lnTo>
                  <a:lnTo>
                    <a:pt x="217932" y="100584"/>
                  </a:lnTo>
                  <a:lnTo>
                    <a:pt x="217932" y="50190"/>
                  </a:lnTo>
                  <a:lnTo>
                    <a:pt x="183007" y="18008"/>
                  </a:lnTo>
                  <a:lnTo>
                    <a:pt x="135623" y="2006"/>
                  </a:lnTo>
                  <a:lnTo>
                    <a:pt x="108204" y="0"/>
                  </a:lnTo>
                  <a:lnTo>
                    <a:pt x="84201" y="1714"/>
                  </a:lnTo>
                  <a:lnTo>
                    <a:pt x="43053" y="15430"/>
                  </a:lnTo>
                  <a:lnTo>
                    <a:pt x="6667" y="52006"/>
                  </a:lnTo>
                  <a:lnTo>
                    <a:pt x="0" y="82296"/>
                  </a:lnTo>
                  <a:lnTo>
                    <a:pt x="622" y="91440"/>
                  </a:lnTo>
                  <a:lnTo>
                    <a:pt x="19037" y="127787"/>
                  </a:lnTo>
                  <a:lnTo>
                    <a:pt x="51816" y="153924"/>
                  </a:lnTo>
                  <a:lnTo>
                    <a:pt x="0" y="153924"/>
                  </a:lnTo>
                  <a:lnTo>
                    <a:pt x="0" y="161544"/>
                  </a:lnTo>
                  <a:lnTo>
                    <a:pt x="27432" y="228600"/>
                  </a:lnTo>
                  <a:lnTo>
                    <a:pt x="35052" y="225552"/>
                  </a:lnTo>
                  <a:lnTo>
                    <a:pt x="32004" y="219456"/>
                  </a:lnTo>
                  <a:lnTo>
                    <a:pt x="32004" y="202692"/>
                  </a:lnTo>
                  <a:lnTo>
                    <a:pt x="35052" y="201168"/>
                  </a:lnTo>
                  <a:lnTo>
                    <a:pt x="36576" y="198120"/>
                  </a:lnTo>
                  <a:lnTo>
                    <a:pt x="42672" y="195072"/>
                  </a:lnTo>
                  <a:lnTo>
                    <a:pt x="46964" y="194195"/>
                  </a:lnTo>
                  <a:lnTo>
                    <a:pt x="52959" y="193738"/>
                  </a:lnTo>
                  <a:lnTo>
                    <a:pt x="60680" y="193573"/>
                  </a:lnTo>
                  <a:lnTo>
                    <a:pt x="290322" y="193573"/>
                  </a:lnTo>
                  <a:lnTo>
                    <a:pt x="299466" y="193738"/>
                  </a:lnTo>
                  <a:lnTo>
                    <a:pt x="306324" y="194195"/>
                  </a:lnTo>
                  <a:lnTo>
                    <a:pt x="310896" y="195072"/>
                  </a:lnTo>
                  <a:lnTo>
                    <a:pt x="313944" y="198120"/>
                  </a:lnTo>
                  <a:lnTo>
                    <a:pt x="316992" y="199644"/>
                  </a:lnTo>
                  <a:lnTo>
                    <a:pt x="318516" y="202692"/>
                  </a:lnTo>
                  <a:lnTo>
                    <a:pt x="323088" y="208788"/>
                  </a:lnTo>
                  <a:lnTo>
                    <a:pt x="324612" y="217932"/>
                  </a:lnTo>
                  <a:lnTo>
                    <a:pt x="324612" y="233172"/>
                  </a:lnTo>
                  <a:lnTo>
                    <a:pt x="332232" y="233172"/>
                  </a:lnTo>
                  <a:lnTo>
                    <a:pt x="332232" y="193573"/>
                  </a:lnTo>
                  <a:lnTo>
                    <a:pt x="332232" y="1188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32" name="Google Shape;1232;p23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57300" y="3096768"/>
              <a:ext cx="227075" cy="2407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33" name="Google Shape;1233;p23"/>
            <p:cNvSpPr/>
            <p:nvPr/>
          </p:nvSpPr>
          <p:spPr>
            <a:xfrm>
              <a:off x="1184148" y="2955035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9659"/>
                  </a:lnTo>
                  <a:lnTo>
                    <a:pt x="74104" y="123253"/>
                  </a:lnTo>
                  <a:lnTo>
                    <a:pt x="42148" y="8958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10667"/>
                  </a:lnTo>
                  <a:lnTo>
                    <a:pt x="88391" y="10667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8955"/>
                  </a:lnTo>
                  <a:lnTo>
                    <a:pt x="263652" y="22859"/>
                  </a:lnTo>
                  <a:lnTo>
                    <a:pt x="254507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5907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72795" y="96011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34" name="Google Shape;1234;p23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51204" y="2570988"/>
              <a:ext cx="233172" cy="36880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35" name="Google Shape;1235;p23"/>
          <p:cNvGrpSpPr/>
          <p:nvPr/>
        </p:nvGrpSpPr>
        <p:grpSpPr>
          <a:xfrm>
            <a:off x="1135380" y="2071116"/>
            <a:ext cx="342900" cy="364616"/>
            <a:chOff x="1135380" y="2071116"/>
            <a:chExt cx="342900" cy="364616"/>
          </a:xfrm>
        </p:grpSpPr>
        <p:sp>
          <p:nvSpPr>
            <p:cNvPr id="1236" name="Google Shape;1236;p23"/>
            <p:cNvSpPr/>
            <p:nvPr/>
          </p:nvSpPr>
          <p:spPr>
            <a:xfrm>
              <a:off x="1135380" y="2327147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0480" y="77724"/>
                  </a:moveTo>
                  <a:lnTo>
                    <a:pt x="16764" y="77724"/>
                  </a:lnTo>
                  <a:lnTo>
                    <a:pt x="12192" y="76200"/>
                  </a:lnTo>
                  <a:lnTo>
                    <a:pt x="7620" y="71628"/>
                  </a:lnTo>
                  <a:lnTo>
                    <a:pt x="1524" y="67056"/>
                  </a:lnTo>
                  <a:lnTo>
                    <a:pt x="0" y="60960"/>
                  </a:lnTo>
                  <a:lnTo>
                    <a:pt x="0" y="47244"/>
                  </a:lnTo>
                  <a:lnTo>
                    <a:pt x="1524" y="41148"/>
                  </a:lnTo>
                  <a:lnTo>
                    <a:pt x="7620" y="36576"/>
                  </a:lnTo>
                  <a:lnTo>
                    <a:pt x="12192" y="32004"/>
                  </a:lnTo>
                  <a:lnTo>
                    <a:pt x="16764" y="28956"/>
                  </a:lnTo>
                  <a:lnTo>
                    <a:pt x="30480" y="28956"/>
                  </a:lnTo>
                  <a:lnTo>
                    <a:pt x="36576" y="32004"/>
                  </a:lnTo>
                  <a:lnTo>
                    <a:pt x="45720" y="41148"/>
                  </a:lnTo>
                  <a:lnTo>
                    <a:pt x="48768" y="47244"/>
                  </a:lnTo>
                  <a:lnTo>
                    <a:pt x="48768" y="60960"/>
                  </a:lnTo>
                  <a:lnTo>
                    <a:pt x="45720" y="67056"/>
                  </a:lnTo>
                  <a:lnTo>
                    <a:pt x="36576" y="76200"/>
                  </a:lnTo>
                  <a:lnTo>
                    <a:pt x="30480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480"/>
                  </a:lnTo>
                  <a:lnTo>
                    <a:pt x="302275" y="33480"/>
                  </a:lnTo>
                  <a:lnTo>
                    <a:pt x="310515" y="33147"/>
                  </a:lnTo>
                  <a:lnTo>
                    <a:pt x="317039" y="32242"/>
                  </a:lnTo>
                  <a:lnTo>
                    <a:pt x="321564" y="30480"/>
                  </a:lnTo>
                  <a:lnTo>
                    <a:pt x="326136" y="28956"/>
                  </a:lnTo>
                  <a:lnTo>
                    <a:pt x="332232" y="22860"/>
                  </a:lnTo>
                  <a:lnTo>
                    <a:pt x="333756" y="18288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52"/>
                  </a:lnTo>
                  <a:lnTo>
                    <a:pt x="208788" y="73152"/>
                  </a:lnTo>
                  <a:lnTo>
                    <a:pt x="191976" y="73413"/>
                  </a:lnTo>
                  <a:lnTo>
                    <a:pt x="178307" y="74104"/>
                  </a:lnTo>
                  <a:lnTo>
                    <a:pt x="168068" y="75080"/>
                  </a:lnTo>
                  <a:lnTo>
                    <a:pt x="161544" y="76200"/>
                  </a:lnTo>
                  <a:lnTo>
                    <a:pt x="155448" y="76200"/>
                  </a:lnTo>
                  <a:lnTo>
                    <a:pt x="152400" y="79248"/>
                  </a:lnTo>
                  <a:lnTo>
                    <a:pt x="149352" y="80772"/>
                  </a:lnTo>
                  <a:lnTo>
                    <a:pt x="147828" y="83820"/>
                  </a:lnTo>
                  <a:lnTo>
                    <a:pt x="147828" y="99060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96012"/>
                  </a:lnTo>
                  <a:lnTo>
                    <a:pt x="333756" y="89916"/>
                  </a:lnTo>
                  <a:lnTo>
                    <a:pt x="332232" y="85344"/>
                  </a:lnTo>
                  <a:lnTo>
                    <a:pt x="326136" y="79248"/>
                  </a:lnTo>
                  <a:lnTo>
                    <a:pt x="321564" y="77724"/>
                  </a:lnTo>
                  <a:lnTo>
                    <a:pt x="316396" y="75723"/>
                  </a:lnTo>
                  <a:lnTo>
                    <a:pt x="309943" y="74295"/>
                  </a:lnTo>
                  <a:lnTo>
                    <a:pt x="301842" y="73413"/>
                  </a:lnTo>
                  <a:lnTo>
                    <a:pt x="301273" y="73413"/>
                  </a:lnTo>
                  <a:lnTo>
                    <a:pt x="292608" y="73152"/>
                  </a:lnTo>
                  <a:lnTo>
                    <a:pt x="342900" y="73152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37" name="Google Shape;1237;p23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251204" y="2071116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38" name="Google Shape;1238;p23"/>
          <p:cNvSpPr/>
          <p:nvPr/>
        </p:nvSpPr>
        <p:spPr>
          <a:xfrm>
            <a:off x="1737360" y="6697979"/>
            <a:ext cx="334010" cy="128270"/>
          </a:xfrm>
          <a:custGeom>
            <a:rect b="b" l="l" r="r" t="t"/>
            <a:pathLst>
              <a:path extrusionOk="0" h="128270" w="334010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88393" y="40886"/>
                </a:lnTo>
                <a:lnTo>
                  <a:pt x="321563" y="28956"/>
                </a:lnTo>
                <a:lnTo>
                  <a:pt x="323564" y="24431"/>
                </a:lnTo>
                <a:lnTo>
                  <a:pt x="324993" y="17907"/>
                </a:lnTo>
                <a:lnTo>
                  <a:pt x="325850" y="9667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50" y="111371"/>
                </a:lnTo>
                <a:lnTo>
                  <a:pt x="324993" y="102679"/>
                </a:lnTo>
                <a:lnTo>
                  <a:pt x="289274" y="80795"/>
                </a:lnTo>
                <a:lnTo>
                  <a:pt x="99059" y="80772"/>
                </a:lnTo>
                <a:lnTo>
                  <a:pt x="69341" y="80962"/>
                </a:lnTo>
                <a:lnTo>
                  <a:pt x="38099" y="96012"/>
                </a:lnTo>
                <a:lnTo>
                  <a:pt x="38099" y="99060"/>
                </a:lnTo>
                <a:lnTo>
                  <a:pt x="38647" y="103941"/>
                </a:lnTo>
                <a:lnTo>
                  <a:pt x="40195" y="109537"/>
                </a:lnTo>
                <a:lnTo>
                  <a:pt x="42600" y="115990"/>
                </a:lnTo>
                <a:lnTo>
                  <a:pt x="45719" y="123444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" name="Google Shape;1239;p23"/>
          <p:cNvSpPr/>
          <p:nvPr/>
        </p:nvSpPr>
        <p:spPr>
          <a:xfrm>
            <a:off x="1737347" y="5916168"/>
            <a:ext cx="340360" cy="701040"/>
          </a:xfrm>
          <a:custGeom>
            <a:rect b="b" l="l" r="r" t="t"/>
            <a:pathLst>
              <a:path extrusionOk="0" h="701040" w="340360">
                <a:moveTo>
                  <a:pt x="333768" y="288036"/>
                </a:moveTo>
                <a:lnTo>
                  <a:pt x="246900" y="288036"/>
                </a:lnTo>
                <a:lnTo>
                  <a:pt x="246900" y="243840"/>
                </a:lnTo>
                <a:lnTo>
                  <a:pt x="213372" y="243840"/>
                </a:lnTo>
                <a:lnTo>
                  <a:pt x="213372" y="288036"/>
                </a:lnTo>
                <a:lnTo>
                  <a:pt x="213372" y="327660"/>
                </a:lnTo>
                <a:lnTo>
                  <a:pt x="213372" y="441960"/>
                </a:lnTo>
                <a:lnTo>
                  <a:pt x="50304" y="327660"/>
                </a:lnTo>
                <a:lnTo>
                  <a:pt x="213372" y="327660"/>
                </a:lnTo>
                <a:lnTo>
                  <a:pt x="213372" y="288036"/>
                </a:lnTo>
                <a:lnTo>
                  <a:pt x="12" y="288036"/>
                </a:lnTo>
                <a:lnTo>
                  <a:pt x="12" y="313944"/>
                </a:lnTo>
                <a:lnTo>
                  <a:pt x="216420" y="466344"/>
                </a:lnTo>
                <a:lnTo>
                  <a:pt x="246900" y="466344"/>
                </a:lnTo>
                <a:lnTo>
                  <a:pt x="246900" y="441960"/>
                </a:lnTo>
                <a:lnTo>
                  <a:pt x="246900" y="327660"/>
                </a:lnTo>
                <a:lnTo>
                  <a:pt x="333768" y="327660"/>
                </a:lnTo>
                <a:lnTo>
                  <a:pt x="333768" y="288036"/>
                </a:lnTo>
                <a:close/>
              </a:path>
              <a:path extrusionOk="0" h="701040" w="340360">
                <a:moveTo>
                  <a:pt x="339852" y="103632"/>
                </a:moveTo>
                <a:lnTo>
                  <a:pt x="337286" y="80543"/>
                </a:lnTo>
                <a:lnTo>
                  <a:pt x="329565" y="59436"/>
                </a:lnTo>
                <a:lnTo>
                  <a:pt x="326136" y="54419"/>
                </a:lnTo>
                <a:lnTo>
                  <a:pt x="326136" y="97536"/>
                </a:lnTo>
                <a:lnTo>
                  <a:pt x="325335" y="105498"/>
                </a:lnTo>
                <a:lnTo>
                  <a:pt x="296227" y="141732"/>
                </a:lnTo>
                <a:lnTo>
                  <a:pt x="257848" y="156400"/>
                </a:lnTo>
                <a:lnTo>
                  <a:pt x="220980" y="161544"/>
                </a:lnTo>
                <a:lnTo>
                  <a:pt x="210083" y="161264"/>
                </a:lnTo>
                <a:lnTo>
                  <a:pt x="197739" y="160401"/>
                </a:lnTo>
                <a:lnTo>
                  <a:pt x="183692" y="158978"/>
                </a:lnTo>
                <a:lnTo>
                  <a:pt x="167640" y="156972"/>
                </a:lnTo>
                <a:lnTo>
                  <a:pt x="165100" y="152400"/>
                </a:lnTo>
                <a:lnTo>
                  <a:pt x="162242" y="147256"/>
                </a:lnTo>
                <a:lnTo>
                  <a:pt x="147828" y="111252"/>
                </a:lnTo>
                <a:lnTo>
                  <a:pt x="147828" y="105156"/>
                </a:lnTo>
                <a:lnTo>
                  <a:pt x="165188" y="68300"/>
                </a:lnTo>
                <a:lnTo>
                  <a:pt x="211264" y="46482"/>
                </a:lnTo>
                <a:lnTo>
                  <a:pt x="249936" y="42672"/>
                </a:lnTo>
                <a:lnTo>
                  <a:pt x="267106" y="43586"/>
                </a:lnTo>
                <a:lnTo>
                  <a:pt x="306324" y="59436"/>
                </a:lnTo>
                <a:lnTo>
                  <a:pt x="326136" y="97536"/>
                </a:lnTo>
                <a:lnTo>
                  <a:pt x="326136" y="54419"/>
                </a:lnTo>
                <a:lnTo>
                  <a:pt x="318109" y="42672"/>
                </a:lnTo>
                <a:lnTo>
                  <a:pt x="316712" y="40627"/>
                </a:lnTo>
                <a:lnTo>
                  <a:pt x="298704" y="24384"/>
                </a:lnTo>
                <a:lnTo>
                  <a:pt x="281254" y="13512"/>
                </a:lnTo>
                <a:lnTo>
                  <a:pt x="263080" y="5905"/>
                </a:lnTo>
                <a:lnTo>
                  <a:pt x="244055" y="1460"/>
                </a:lnTo>
                <a:lnTo>
                  <a:pt x="224028" y="0"/>
                </a:lnTo>
                <a:lnTo>
                  <a:pt x="203441" y="1460"/>
                </a:lnTo>
                <a:lnTo>
                  <a:pt x="153924" y="24384"/>
                </a:lnTo>
                <a:lnTo>
                  <a:pt x="128206" y="66611"/>
                </a:lnTo>
                <a:lnTo>
                  <a:pt x="128092" y="67754"/>
                </a:lnTo>
                <a:lnTo>
                  <a:pt x="127965" y="68846"/>
                </a:lnTo>
                <a:lnTo>
                  <a:pt x="126492" y="82296"/>
                </a:lnTo>
                <a:lnTo>
                  <a:pt x="127952" y="100330"/>
                </a:lnTo>
                <a:lnTo>
                  <a:pt x="132397" y="117919"/>
                </a:lnTo>
                <a:lnTo>
                  <a:pt x="140004" y="135242"/>
                </a:lnTo>
                <a:lnTo>
                  <a:pt x="150876" y="152400"/>
                </a:lnTo>
                <a:lnTo>
                  <a:pt x="134569" y="147789"/>
                </a:lnTo>
                <a:lnTo>
                  <a:pt x="94488" y="131064"/>
                </a:lnTo>
                <a:lnTo>
                  <a:pt x="60629" y="107924"/>
                </a:lnTo>
                <a:lnTo>
                  <a:pt x="33528" y="78676"/>
                </a:lnTo>
                <a:lnTo>
                  <a:pt x="13525" y="36385"/>
                </a:lnTo>
                <a:lnTo>
                  <a:pt x="9144" y="7620"/>
                </a:lnTo>
                <a:lnTo>
                  <a:pt x="0" y="7620"/>
                </a:lnTo>
                <a:lnTo>
                  <a:pt x="76" y="22796"/>
                </a:lnTo>
                <a:lnTo>
                  <a:pt x="152" y="24384"/>
                </a:lnTo>
                <a:lnTo>
                  <a:pt x="596" y="34201"/>
                </a:lnTo>
                <a:lnTo>
                  <a:pt x="10668" y="76200"/>
                </a:lnTo>
                <a:lnTo>
                  <a:pt x="38100" y="122707"/>
                </a:lnTo>
                <a:lnTo>
                  <a:pt x="67487" y="154686"/>
                </a:lnTo>
                <a:lnTo>
                  <a:pt x="102831" y="179832"/>
                </a:lnTo>
                <a:lnTo>
                  <a:pt x="141884" y="196977"/>
                </a:lnTo>
                <a:lnTo>
                  <a:pt x="184073" y="206121"/>
                </a:lnTo>
                <a:lnTo>
                  <a:pt x="205740" y="207264"/>
                </a:lnTo>
                <a:lnTo>
                  <a:pt x="238340" y="204406"/>
                </a:lnTo>
                <a:lnTo>
                  <a:pt x="293827" y="181546"/>
                </a:lnTo>
                <a:lnTo>
                  <a:pt x="326999" y="148640"/>
                </a:lnTo>
                <a:lnTo>
                  <a:pt x="338607" y="117919"/>
                </a:lnTo>
                <a:lnTo>
                  <a:pt x="339852" y="103632"/>
                </a:lnTo>
                <a:close/>
              </a:path>
              <a:path extrusionOk="0" h="701040" w="340360">
                <a:moveTo>
                  <a:pt x="339864" y="679704"/>
                </a:moveTo>
                <a:lnTo>
                  <a:pt x="338162" y="657402"/>
                </a:lnTo>
                <a:lnTo>
                  <a:pt x="338061" y="656971"/>
                </a:lnTo>
                <a:lnTo>
                  <a:pt x="333197" y="636079"/>
                </a:lnTo>
                <a:lnTo>
                  <a:pt x="313956" y="595884"/>
                </a:lnTo>
                <a:lnTo>
                  <a:pt x="279666" y="553402"/>
                </a:lnTo>
                <a:lnTo>
                  <a:pt x="274002" y="548640"/>
                </a:lnTo>
                <a:lnTo>
                  <a:pt x="264947" y="541020"/>
                </a:lnTo>
                <a:lnTo>
                  <a:pt x="211912" y="510095"/>
                </a:lnTo>
                <a:lnTo>
                  <a:pt x="160997" y="497001"/>
                </a:lnTo>
                <a:lnTo>
                  <a:pt x="134124" y="495300"/>
                </a:lnTo>
                <a:lnTo>
                  <a:pt x="105549" y="497357"/>
                </a:lnTo>
                <a:lnTo>
                  <a:pt x="55257" y="514591"/>
                </a:lnTo>
                <a:lnTo>
                  <a:pt x="18694" y="544880"/>
                </a:lnTo>
                <a:lnTo>
                  <a:pt x="2044" y="579196"/>
                </a:lnTo>
                <a:lnTo>
                  <a:pt x="12" y="598932"/>
                </a:lnTo>
                <a:lnTo>
                  <a:pt x="2578" y="621792"/>
                </a:lnTo>
                <a:lnTo>
                  <a:pt x="2679" y="622058"/>
                </a:lnTo>
                <a:lnTo>
                  <a:pt x="10299" y="642366"/>
                </a:lnTo>
                <a:lnTo>
                  <a:pt x="41160" y="676656"/>
                </a:lnTo>
                <a:lnTo>
                  <a:pt x="76212" y="694563"/>
                </a:lnTo>
                <a:lnTo>
                  <a:pt x="115836" y="701040"/>
                </a:lnTo>
                <a:lnTo>
                  <a:pt x="137312" y="699376"/>
                </a:lnTo>
                <a:lnTo>
                  <a:pt x="187464" y="676656"/>
                </a:lnTo>
                <a:lnTo>
                  <a:pt x="201498" y="658368"/>
                </a:lnTo>
                <a:lnTo>
                  <a:pt x="206705" y="649224"/>
                </a:lnTo>
                <a:lnTo>
                  <a:pt x="211670" y="633793"/>
                </a:lnTo>
                <a:lnTo>
                  <a:pt x="211721" y="633298"/>
                </a:lnTo>
                <a:lnTo>
                  <a:pt x="213372" y="617220"/>
                </a:lnTo>
                <a:lnTo>
                  <a:pt x="211912" y="601789"/>
                </a:lnTo>
                <a:lnTo>
                  <a:pt x="207467" y="585216"/>
                </a:lnTo>
                <a:lnTo>
                  <a:pt x="199859" y="567499"/>
                </a:lnTo>
                <a:lnTo>
                  <a:pt x="191858" y="553631"/>
                </a:lnTo>
                <a:lnTo>
                  <a:pt x="191858" y="594652"/>
                </a:lnTo>
                <a:lnTo>
                  <a:pt x="191833" y="598932"/>
                </a:lnTo>
                <a:lnTo>
                  <a:pt x="170700" y="637032"/>
                </a:lnTo>
                <a:lnTo>
                  <a:pt x="115404" y="656971"/>
                </a:lnTo>
                <a:lnTo>
                  <a:pt x="91452" y="658368"/>
                </a:lnTo>
                <a:lnTo>
                  <a:pt x="74066" y="657250"/>
                </a:lnTo>
                <a:lnTo>
                  <a:pt x="35064" y="641604"/>
                </a:lnTo>
                <a:lnTo>
                  <a:pt x="15240" y="603504"/>
                </a:lnTo>
                <a:lnTo>
                  <a:pt x="16103" y="594652"/>
                </a:lnTo>
                <a:lnTo>
                  <a:pt x="47447" y="557784"/>
                </a:lnTo>
                <a:lnTo>
                  <a:pt x="85064" y="544880"/>
                </a:lnTo>
                <a:lnTo>
                  <a:pt x="110705" y="541312"/>
                </a:lnTo>
                <a:lnTo>
                  <a:pt x="111887" y="541312"/>
                </a:lnTo>
                <a:lnTo>
                  <a:pt x="121932" y="541020"/>
                </a:lnTo>
                <a:lnTo>
                  <a:pt x="172224" y="545592"/>
                </a:lnTo>
                <a:lnTo>
                  <a:pt x="190703" y="586168"/>
                </a:lnTo>
                <a:lnTo>
                  <a:pt x="190728" y="586359"/>
                </a:lnTo>
                <a:lnTo>
                  <a:pt x="191719" y="592289"/>
                </a:lnTo>
                <a:lnTo>
                  <a:pt x="191858" y="594652"/>
                </a:lnTo>
                <a:lnTo>
                  <a:pt x="191858" y="553631"/>
                </a:lnTo>
                <a:lnTo>
                  <a:pt x="188988" y="548640"/>
                </a:lnTo>
                <a:lnTo>
                  <a:pt x="210134" y="554977"/>
                </a:lnTo>
                <a:lnTo>
                  <a:pt x="248996" y="572223"/>
                </a:lnTo>
                <a:lnTo>
                  <a:pt x="283565" y="596290"/>
                </a:lnTo>
                <a:lnTo>
                  <a:pt x="317004" y="635508"/>
                </a:lnTo>
                <a:lnTo>
                  <a:pt x="328091" y="663511"/>
                </a:lnTo>
                <a:lnTo>
                  <a:pt x="331139" y="677951"/>
                </a:lnTo>
                <a:lnTo>
                  <a:pt x="331266" y="679704"/>
                </a:lnTo>
                <a:lnTo>
                  <a:pt x="332244" y="693420"/>
                </a:lnTo>
                <a:lnTo>
                  <a:pt x="339864" y="693420"/>
                </a:lnTo>
                <a:lnTo>
                  <a:pt x="339864" y="67970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" name="Google Shape;1240;p23"/>
          <p:cNvSpPr/>
          <p:nvPr/>
        </p:nvSpPr>
        <p:spPr>
          <a:xfrm>
            <a:off x="1729739" y="5620511"/>
            <a:ext cx="447040" cy="134620"/>
          </a:xfrm>
          <a:custGeom>
            <a:rect b="b" l="l" r="r" t="t"/>
            <a:pathLst>
              <a:path extrusionOk="0" h="134620" w="447039">
                <a:moveTo>
                  <a:pt x="224028" y="134112"/>
                </a:moveTo>
                <a:lnTo>
                  <a:pt x="152209" y="124777"/>
                </a:lnTo>
                <a:lnTo>
                  <a:pt x="88392" y="96012"/>
                </a:lnTo>
                <a:lnTo>
                  <a:pt x="35623" y="53721"/>
                </a:lnTo>
                <a:lnTo>
                  <a:pt x="0" y="0"/>
                </a:lnTo>
                <a:lnTo>
                  <a:pt x="9144" y="0"/>
                </a:lnTo>
                <a:lnTo>
                  <a:pt x="17978" y="14287"/>
                </a:lnTo>
                <a:lnTo>
                  <a:pt x="28384" y="27432"/>
                </a:lnTo>
                <a:lnTo>
                  <a:pt x="68818" y="58888"/>
                </a:lnTo>
                <a:lnTo>
                  <a:pt x="104346" y="73223"/>
                </a:lnTo>
                <a:lnTo>
                  <a:pt x="147613" y="83248"/>
                </a:lnTo>
                <a:lnTo>
                  <a:pt x="192905" y="87820"/>
                </a:lnTo>
                <a:lnTo>
                  <a:pt x="216408" y="88392"/>
                </a:lnTo>
                <a:lnTo>
                  <a:pt x="241863" y="87844"/>
                </a:lnTo>
                <a:lnTo>
                  <a:pt x="288202" y="83891"/>
                </a:lnTo>
                <a:lnTo>
                  <a:pt x="340042" y="72961"/>
                </a:lnTo>
                <a:lnTo>
                  <a:pt x="383095" y="53530"/>
                </a:lnTo>
                <a:lnTo>
                  <a:pt x="420433" y="22669"/>
                </a:lnTo>
                <a:lnTo>
                  <a:pt x="437388" y="0"/>
                </a:lnTo>
                <a:lnTo>
                  <a:pt x="446532" y="0"/>
                </a:lnTo>
                <a:lnTo>
                  <a:pt x="426910" y="33337"/>
                </a:lnTo>
                <a:lnTo>
                  <a:pt x="385857" y="77223"/>
                </a:lnTo>
                <a:lnTo>
                  <a:pt x="344709" y="104036"/>
                </a:lnTo>
                <a:lnTo>
                  <a:pt x="297537" y="123182"/>
                </a:lnTo>
                <a:lnTo>
                  <a:pt x="248912" y="132945"/>
                </a:lnTo>
                <a:lnTo>
                  <a:pt x="224028" y="1341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" name="Google Shape;1241;p23"/>
          <p:cNvSpPr/>
          <p:nvPr/>
        </p:nvSpPr>
        <p:spPr>
          <a:xfrm>
            <a:off x="1729740" y="3829812"/>
            <a:ext cx="447040" cy="1643380"/>
          </a:xfrm>
          <a:custGeom>
            <a:rect b="b" l="l" r="r" t="t"/>
            <a:pathLst>
              <a:path extrusionOk="0" h="1643379" w="447039">
                <a:moveTo>
                  <a:pt x="341363" y="842772"/>
                </a:moveTo>
                <a:lnTo>
                  <a:pt x="333743" y="842772"/>
                </a:lnTo>
                <a:lnTo>
                  <a:pt x="333743" y="854964"/>
                </a:lnTo>
                <a:lnTo>
                  <a:pt x="333743" y="862584"/>
                </a:lnTo>
                <a:lnTo>
                  <a:pt x="332219" y="870204"/>
                </a:lnTo>
                <a:lnTo>
                  <a:pt x="327647" y="876300"/>
                </a:lnTo>
                <a:lnTo>
                  <a:pt x="324599" y="882396"/>
                </a:lnTo>
                <a:lnTo>
                  <a:pt x="283451" y="890016"/>
                </a:lnTo>
                <a:lnTo>
                  <a:pt x="71615" y="890016"/>
                </a:lnTo>
                <a:lnTo>
                  <a:pt x="33515" y="883920"/>
                </a:lnTo>
                <a:lnTo>
                  <a:pt x="21336" y="854964"/>
                </a:lnTo>
                <a:lnTo>
                  <a:pt x="21336" y="842772"/>
                </a:lnTo>
                <a:lnTo>
                  <a:pt x="13716" y="842772"/>
                </a:lnTo>
                <a:lnTo>
                  <a:pt x="13716" y="982980"/>
                </a:lnTo>
                <a:lnTo>
                  <a:pt x="21336" y="982980"/>
                </a:lnTo>
                <a:lnTo>
                  <a:pt x="21336" y="963168"/>
                </a:lnTo>
                <a:lnTo>
                  <a:pt x="22860" y="955548"/>
                </a:lnTo>
                <a:lnTo>
                  <a:pt x="27419" y="949452"/>
                </a:lnTo>
                <a:lnTo>
                  <a:pt x="30467" y="943356"/>
                </a:lnTo>
                <a:lnTo>
                  <a:pt x="33515" y="940308"/>
                </a:lnTo>
                <a:lnTo>
                  <a:pt x="71615" y="935736"/>
                </a:lnTo>
                <a:lnTo>
                  <a:pt x="283451" y="935736"/>
                </a:lnTo>
                <a:lnTo>
                  <a:pt x="321551" y="941832"/>
                </a:lnTo>
                <a:lnTo>
                  <a:pt x="333743" y="970788"/>
                </a:lnTo>
                <a:lnTo>
                  <a:pt x="333743" y="982980"/>
                </a:lnTo>
                <a:lnTo>
                  <a:pt x="341363" y="982980"/>
                </a:lnTo>
                <a:lnTo>
                  <a:pt x="341363" y="842772"/>
                </a:lnTo>
                <a:close/>
              </a:path>
              <a:path extrusionOk="0" h="1643379" w="447039">
                <a:moveTo>
                  <a:pt x="341376" y="1388364"/>
                </a:moveTo>
                <a:lnTo>
                  <a:pt x="257556" y="1360932"/>
                </a:lnTo>
                <a:lnTo>
                  <a:pt x="257556" y="1371600"/>
                </a:lnTo>
                <a:lnTo>
                  <a:pt x="271767" y="1379372"/>
                </a:lnTo>
                <a:lnTo>
                  <a:pt x="284416" y="1386840"/>
                </a:lnTo>
                <a:lnTo>
                  <a:pt x="313182" y="1413700"/>
                </a:lnTo>
                <a:lnTo>
                  <a:pt x="322795" y="1453261"/>
                </a:lnTo>
                <a:lnTo>
                  <a:pt x="323088" y="1466088"/>
                </a:lnTo>
                <a:lnTo>
                  <a:pt x="323088" y="1531620"/>
                </a:lnTo>
                <a:lnTo>
                  <a:pt x="321564" y="1537716"/>
                </a:lnTo>
                <a:lnTo>
                  <a:pt x="318516" y="1543812"/>
                </a:lnTo>
                <a:lnTo>
                  <a:pt x="315468" y="1546860"/>
                </a:lnTo>
                <a:lnTo>
                  <a:pt x="312420" y="1546860"/>
                </a:lnTo>
                <a:lnTo>
                  <a:pt x="309003" y="1547990"/>
                </a:lnTo>
                <a:lnTo>
                  <a:pt x="303466" y="1548955"/>
                </a:lnTo>
                <a:lnTo>
                  <a:pt x="295910" y="1549654"/>
                </a:lnTo>
                <a:lnTo>
                  <a:pt x="286512" y="1549908"/>
                </a:lnTo>
                <a:lnTo>
                  <a:pt x="178308" y="1549908"/>
                </a:lnTo>
                <a:lnTo>
                  <a:pt x="178308" y="1479804"/>
                </a:lnTo>
                <a:lnTo>
                  <a:pt x="178587" y="1469453"/>
                </a:lnTo>
                <a:lnTo>
                  <a:pt x="195072" y="1432560"/>
                </a:lnTo>
                <a:lnTo>
                  <a:pt x="225552" y="1426464"/>
                </a:lnTo>
                <a:lnTo>
                  <a:pt x="225552" y="1418844"/>
                </a:lnTo>
                <a:lnTo>
                  <a:pt x="112776" y="1418844"/>
                </a:lnTo>
                <a:lnTo>
                  <a:pt x="112776" y="1426464"/>
                </a:lnTo>
                <a:lnTo>
                  <a:pt x="125577" y="1427543"/>
                </a:lnTo>
                <a:lnTo>
                  <a:pt x="136398" y="1430464"/>
                </a:lnTo>
                <a:lnTo>
                  <a:pt x="159448" y="1466329"/>
                </a:lnTo>
                <a:lnTo>
                  <a:pt x="160020" y="1479804"/>
                </a:lnTo>
                <a:lnTo>
                  <a:pt x="160020" y="1549908"/>
                </a:lnTo>
                <a:lnTo>
                  <a:pt x="32004" y="1549908"/>
                </a:lnTo>
                <a:lnTo>
                  <a:pt x="32004" y="1459992"/>
                </a:lnTo>
                <a:lnTo>
                  <a:pt x="39624" y="1418844"/>
                </a:lnTo>
                <a:lnTo>
                  <a:pt x="73647" y="1399819"/>
                </a:lnTo>
                <a:lnTo>
                  <a:pt x="85344" y="1397508"/>
                </a:lnTo>
                <a:lnTo>
                  <a:pt x="85344" y="1386840"/>
                </a:lnTo>
                <a:lnTo>
                  <a:pt x="13716" y="1389888"/>
                </a:lnTo>
                <a:lnTo>
                  <a:pt x="13716" y="1642872"/>
                </a:lnTo>
                <a:lnTo>
                  <a:pt x="21336" y="1642872"/>
                </a:lnTo>
                <a:lnTo>
                  <a:pt x="21336" y="1630680"/>
                </a:lnTo>
                <a:lnTo>
                  <a:pt x="21920" y="1621231"/>
                </a:lnTo>
                <a:lnTo>
                  <a:pt x="57073" y="1595945"/>
                </a:lnTo>
                <a:lnTo>
                  <a:pt x="71628" y="1595628"/>
                </a:lnTo>
                <a:lnTo>
                  <a:pt x="294894" y="1595678"/>
                </a:lnTo>
                <a:lnTo>
                  <a:pt x="304038" y="1596009"/>
                </a:lnTo>
                <a:lnTo>
                  <a:pt x="310896" y="1596923"/>
                </a:lnTo>
                <a:lnTo>
                  <a:pt x="315468" y="1598676"/>
                </a:lnTo>
                <a:lnTo>
                  <a:pt x="321564" y="1600200"/>
                </a:lnTo>
                <a:lnTo>
                  <a:pt x="324612" y="1603248"/>
                </a:lnTo>
                <a:lnTo>
                  <a:pt x="327660" y="1609344"/>
                </a:lnTo>
                <a:lnTo>
                  <a:pt x="332232" y="1615440"/>
                </a:lnTo>
                <a:lnTo>
                  <a:pt x="333756" y="1623060"/>
                </a:lnTo>
                <a:lnTo>
                  <a:pt x="333756" y="1642872"/>
                </a:lnTo>
                <a:lnTo>
                  <a:pt x="341376" y="1642872"/>
                </a:lnTo>
                <a:lnTo>
                  <a:pt x="341376" y="1388364"/>
                </a:lnTo>
                <a:close/>
              </a:path>
              <a:path extrusionOk="0" h="1643379" w="447039">
                <a:moveTo>
                  <a:pt x="341376" y="480060"/>
                </a:moveTo>
                <a:lnTo>
                  <a:pt x="333756" y="480060"/>
                </a:lnTo>
                <a:lnTo>
                  <a:pt x="332295" y="489775"/>
                </a:lnTo>
                <a:lnTo>
                  <a:pt x="330136" y="498348"/>
                </a:lnTo>
                <a:lnTo>
                  <a:pt x="294360" y="529856"/>
                </a:lnTo>
                <a:lnTo>
                  <a:pt x="213360" y="563829"/>
                </a:lnTo>
                <a:lnTo>
                  <a:pt x="213360" y="612648"/>
                </a:lnTo>
                <a:lnTo>
                  <a:pt x="213360" y="725424"/>
                </a:lnTo>
                <a:lnTo>
                  <a:pt x="80772" y="669036"/>
                </a:lnTo>
                <a:lnTo>
                  <a:pt x="213360" y="612648"/>
                </a:lnTo>
                <a:lnTo>
                  <a:pt x="213360" y="563829"/>
                </a:lnTo>
                <a:lnTo>
                  <a:pt x="6096" y="650748"/>
                </a:lnTo>
                <a:lnTo>
                  <a:pt x="6096" y="658368"/>
                </a:lnTo>
                <a:lnTo>
                  <a:pt x="275844" y="775716"/>
                </a:lnTo>
                <a:lnTo>
                  <a:pt x="292455" y="782574"/>
                </a:lnTo>
                <a:lnTo>
                  <a:pt x="305943" y="789432"/>
                </a:lnTo>
                <a:lnTo>
                  <a:pt x="331470" y="819658"/>
                </a:lnTo>
                <a:lnTo>
                  <a:pt x="333756" y="829056"/>
                </a:lnTo>
                <a:lnTo>
                  <a:pt x="341376" y="829056"/>
                </a:lnTo>
                <a:lnTo>
                  <a:pt x="341376" y="763524"/>
                </a:lnTo>
                <a:lnTo>
                  <a:pt x="341376" y="726948"/>
                </a:lnTo>
                <a:lnTo>
                  <a:pt x="333756" y="726948"/>
                </a:lnTo>
                <a:lnTo>
                  <a:pt x="318516" y="763524"/>
                </a:lnTo>
                <a:lnTo>
                  <a:pt x="312420" y="763524"/>
                </a:lnTo>
                <a:lnTo>
                  <a:pt x="231648" y="733044"/>
                </a:lnTo>
                <a:lnTo>
                  <a:pt x="231648" y="725424"/>
                </a:lnTo>
                <a:lnTo>
                  <a:pt x="231648" y="612648"/>
                </a:lnTo>
                <a:lnTo>
                  <a:pt x="231648" y="605028"/>
                </a:lnTo>
                <a:lnTo>
                  <a:pt x="278892" y="585216"/>
                </a:lnTo>
                <a:lnTo>
                  <a:pt x="289725" y="581215"/>
                </a:lnTo>
                <a:lnTo>
                  <a:pt x="299275" y="578358"/>
                </a:lnTo>
                <a:lnTo>
                  <a:pt x="307390" y="576643"/>
                </a:lnTo>
                <a:lnTo>
                  <a:pt x="313944" y="576072"/>
                </a:lnTo>
                <a:lnTo>
                  <a:pt x="318516" y="576072"/>
                </a:lnTo>
                <a:lnTo>
                  <a:pt x="333756" y="609600"/>
                </a:lnTo>
                <a:lnTo>
                  <a:pt x="341376" y="609600"/>
                </a:lnTo>
                <a:lnTo>
                  <a:pt x="341376" y="576072"/>
                </a:lnTo>
                <a:lnTo>
                  <a:pt x="341376" y="480060"/>
                </a:lnTo>
                <a:close/>
              </a:path>
              <a:path extrusionOk="0" h="1643379" w="447039">
                <a:moveTo>
                  <a:pt x="345948" y="1045464"/>
                </a:moveTo>
                <a:lnTo>
                  <a:pt x="71628" y="1045464"/>
                </a:lnTo>
                <a:lnTo>
                  <a:pt x="58191" y="1045184"/>
                </a:lnTo>
                <a:lnTo>
                  <a:pt x="22186" y="1020114"/>
                </a:lnTo>
                <a:lnTo>
                  <a:pt x="21336" y="1010412"/>
                </a:lnTo>
                <a:lnTo>
                  <a:pt x="21336" y="998220"/>
                </a:lnTo>
                <a:lnTo>
                  <a:pt x="13716" y="998220"/>
                </a:lnTo>
                <a:lnTo>
                  <a:pt x="13716" y="1114044"/>
                </a:lnTo>
                <a:lnTo>
                  <a:pt x="21336" y="1114044"/>
                </a:lnTo>
                <a:lnTo>
                  <a:pt x="21336" y="1103376"/>
                </a:lnTo>
                <a:lnTo>
                  <a:pt x="21920" y="1093927"/>
                </a:lnTo>
                <a:lnTo>
                  <a:pt x="57073" y="1067358"/>
                </a:lnTo>
                <a:lnTo>
                  <a:pt x="71628" y="1066800"/>
                </a:lnTo>
                <a:lnTo>
                  <a:pt x="259080" y="1066800"/>
                </a:lnTo>
                <a:lnTo>
                  <a:pt x="13716" y="1269492"/>
                </a:lnTo>
                <a:lnTo>
                  <a:pt x="13716" y="1356360"/>
                </a:lnTo>
                <a:lnTo>
                  <a:pt x="24384" y="1356360"/>
                </a:lnTo>
                <a:lnTo>
                  <a:pt x="24384" y="1341120"/>
                </a:lnTo>
                <a:lnTo>
                  <a:pt x="25908" y="1335024"/>
                </a:lnTo>
                <a:lnTo>
                  <a:pt x="49187" y="1298905"/>
                </a:lnTo>
                <a:lnTo>
                  <a:pt x="56388" y="1292352"/>
                </a:lnTo>
                <a:lnTo>
                  <a:pt x="283464" y="1292352"/>
                </a:lnTo>
                <a:lnTo>
                  <a:pt x="326034" y="1303642"/>
                </a:lnTo>
                <a:lnTo>
                  <a:pt x="333756" y="1328928"/>
                </a:lnTo>
                <a:lnTo>
                  <a:pt x="333756" y="1339596"/>
                </a:lnTo>
                <a:lnTo>
                  <a:pt x="341376" y="1339596"/>
                </a:lnTo>
                <a:lnTo>
                  <a:pt x="341376" y="1223772"/>
                </a:lnTo>
                <a:lnTo>
                  <a:pt x="333756" y="1223772"/>
                </a:lnTo>
                <a:lnTo>
                  <a:pt x="333756" y="1235964"/>
                </a:lnTo>
                <a:lnTo>
                  <a:pt x="333159" y="1244777"/>
                </a:lnTo>
                <a:lnTo>
                  <a:pt x="298005" y="1270711"/>
                </a:lnTo>
                <a:lnTo>
                  <a:pt x="283464" y="1271016"/>
                </a:lnTo>
                <a:lnTo>
                  <a:pt x="82296" y="1271016"/>
                </a:lnTo>
                <a:lnTo>
                  <a:pt x="345948" y="1054608"/>
                </a:lnTo>
                <a:lnTo>
                  <a:pt x="345948" y="1045464"/>
                </a:lnTo>
                <a:close/>
              </a:path>
              <a:path extrusionOk="0" h="1643379" w="447039">
                <a:moveTo>
                  <a:pt x="348996" y="298704"/>
                </a:moveTo>
                <a:lnTo>
                  <a:pt x="343471" y="257556"/>
                </a:lnTo>
                <a:lnTo>
                  <a:pt x="327660" y="220980"/>
                </a:lnTo>
                <a:lnTo>
                  <a:pt x="301942" y="191071"/>
                </a:lnTo>
                <a:lnTo>
                  <a:pt x="263652" y="164592"/>
                </a:lnTo>
                <a:lnTo>
                  <a:pt x="260604" y="172212"/>
                </a:lnTo>
                <a:lnTo>
                  <a:pt x="279222" y="185915"/>
                </a:lnTo>
                <a:lnTo>
                  <a:pt x="294132" y="199453"/>
                </a:lnTo>
                <a:lnTo>
                  <a:pt x="319938" y="237794"/>
                </a:lnTo>
                <a:lnTo>
                  <a:pt x="327660" y="281940"/>
                </a:lnTo>
                <a:lnTo>
                  <a:pt x="326529" y="299656"/>
                </a:lnTo>
                <a:lnTo>
                  <a:pt x="310896" y="345948"/>
                </a:lnTo>
                <a:lnTo>
                  <a:pt x="275742" y="380885"/>
                </a:lnTo>
                <a:lnTo>
                  <a:pt x="224028" y="400240"/>
                </a:lnTo>
                <a:lnTo>
                  <a:pt x="182880" y="403860"/>
                </a:lnTo>
                <a:lnTo>
                  <a:pt x="156603" y="402983"/>
                </a:lnTo>
                <a:lnTo>
                  <a:pt x="111506" y="395503"/>
                </a:lnTo>
                <a:lnTo>
                  <a:pt x="75831" y="380263"/>
                </a:lnTo>
                <a:lnTo>
                  <a:pt x="39624" y="347472"/>
                </a:lnTo>
                <a:lnTo>
                  <a:pt x="23977" y="305257"/>
                </a:lnTo>
                <a:lnTo>
                  <a:pt x="22860" y="289560"/>
                </a:lnTo>
                <a:lnTo>
                  <a:pt x="24282" y="270967"/>
                </a:lnTo>
                <a:lnTo>
                  <a:pt x="45720" y="224028"/>
                </a:lnTo>
                <a:lnTo>
                  <a:pt x="75438" y="199263"/>
                </a:lnTo>
                <a:lnTo>
                  <a:pt x="118872" y="181356"/>
                </a:lnTo>
                <a:lnTo>
                  <a:pt x="118872" y="173736"/>
                </a:lnTo>
                <a:lnTo>
                  <a:pt x="6096" y="181356"/>
                </a:lnTo>
                <a:lnTo>
                  <a:pt x="6096" y="188976"/>
                </a:lnTo>
                <a:lnTo>
                  <a:pt x="13716" y="190500"/>
                </a:lnTo>
                <a:lnTo>
                  <a:pt x="19812" y="193548"/>
                </a:lnTo>
                <a:lnTo>
                  <a:pt x="27432" y="201168"/>
                </a:lnTo>
                <a:lnTo>
                  <a:pt x="28956" y="204216"/>
                </a:lnTo>
                <a:lnTo>
                  <a:pt x="28956" y="211836"/>
                </a:lnTo>
                <a:lnTo>
                  <a:pt x="27432" y="216408"/>
                </a:lnTo>
                <a:lnTo>
                  <a:pt x="22860" y="222504"/>
                </a:lnTo>
                <a:lnTo>
                  <a:pt x="15735" y="240538"/>
                </a:lnTo>
                <a:lnTo>
                  <a:pt x="10477" y="258127"/>
                </a:lnTo>
                <a:lnTo>
                  <a:pt x="7213" y="275450"/>
                </a:lnTo>
                <a:lnTo>
                  <a:pt x="6096" y="292608"/>
                </a:lnTo>
                <a:lnTo>
                  <a:pt x="7518" y="314921"/>
                </a:lnTo>
                <a:lnTo>
                  <a:pt x="18948" y="356692"/>
                </a:lnTo>
                <a:lnTo>
                  <a:pt x="41529" y="394716"/>
                </a:lnTo>
                <a:lnTo>
                  <a:pt x="73533" y="424434"/>
                </a:lnTo>
                <a:lnTo>
                  <a:pt x="113868" y="445871"/>
                </a:lnTo>
                <a:lnTo>
                  <a:pt x="158534" y="457301"/>
                </a:lnTo>
                <a:lnTo>
                  <a:pt x="182880" y="458724"/>
                </a:lnTo>
                <a:lnTo>
                  <a:pt x="211950" y="456704"/>
                </a:lnTo>
                <a:lnTo>
                  <a:pt x="264960" y="440080"/>
                </a:lnTo>
                <a:lnTo>
                  <a:pt x="314909" y="400939"/>
                </a:lnTo>
                <a:lnTo>
                  <a:pt x="345249" y="337553"/>
                </a:lnTo>
                <a:lnTo>
                  <a:pt x="348996" y="298704"/>
                </a:lnTo>
                <a:close/>
              </a:path>
              <a:path extrusionOk="0" h="1643379" w="447039">
                <a:moveTo>
                  <a:pt x="446532" y="134112"/>
                </a:moveTo>
                <a:lnTo>
                  <a:pt x="410908" y="79629"/>
                </a:lnTo>
                <a:lnTo>
                  <a:pt x="358140" y="36576"/>
                </a:lnTo>
                <a:lnTo>
                  <a:pt x="294322" y="9144"/>
                </a:lnTo>
                <a:lnTo>
                  <a:pt x="222504" y="0"/>
                </a:lnTo>
                <a:lnTo>
                  <a:pt x="197396" y="1143"/>
                </a:lnTo>
                <a:lnTo>
                  <a:pt x="148348" y="10287"/>
                </a:lnTo>
                <a:lnTo>
                  <a:pt x="101815" y="29197"/>
                </a:lnTo>
                <a:lnTo>
                  <a:pt x="60667" y="55587"/>
                </a:lnTo>
                <a:lnTo>
                  <a:pt x="30645" y="85039"/>
                </a:lnTo>
                <a:lnTo>
                  <a:pt x="0" y="134112"/>
                </a:lnTo>
                <a:lnTo>
                  <a:pt x="9144" y="134112"/>
                </a:lnTo>
                <a:lnTo>
                  <a:pt x="17399" y="122110"/>
                </a:lnTo>
                <a:lnTo>
                  <a:pt x="26098" y="111252"/>
                </a:lnTo>
                <a:lnTo>
                  <a:pt x="63246" y="79629"/>
                </a:lnTo>
                <a:lnTo>
                  <a:pt x="106108" y="60388"/>
                </a:lnTo>
                <a:lnTo>
                  <a:pt x="157683" y="50228"/>
                </a:lnTo>
                <a:lnTo>
                  <a:pt x="204635" y="46278"/>
                </a:lnTo>
                <a:lnTo>
                  <a:pt x="230124" y="45720"/>
                </a:lnTo>
                <a:lnTo>
                  <a:pt x="252958" y="46291"/>
                </a:lnTo>
                <a:lnTo>
                  <a:pt x="298056" y="50863"/>
                </a:lnTo>
                <a:lnTo>
                  <a:pt x="340893" y="60248"/>
                </a:lnTo>
                <a:lnTo>
                  <a:pt x="377469" y="75018"/>
                </a:lnTo>
                <a:lnTo>
                  <a:pt x="418147" y="106680"/>
                </a:lnTo>
                <a:lnTo>
                  <a:pt x="437388" y="134112"/>
                </a:lnTo>
                <a:lnTo>
                  <a:pt x="446532" y="1341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2" name="Google Shape;1242;p23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243" name="Google Shape;1243;p23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44" name="Google Shape;1244;p23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45" name="Google Shape;1245;p23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6" name="Google Shape;1246;p23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47" name="Google Shape;1247;p23"/>
          <p:cNvGrpSpPr/>
          <p:nvPr/>
        </p:nvGrpSpPr>
        <p:grpSpPr>
          <a:xfrm>
            <a:off x="6655307" y="1754123"/>
            <a:ext cx="116205" cy="157226"/>
            <a:chOff x="6655307" y="1754123"/>
            <a:chExt cx="116205" cy="157226"/>
          </a:xfrm>
        </p:grpSpPr>
        <p:sp>
          <p:nvSpPr>
            <p:cNvPr id="1248" name="Google Shape;1248;p23"/>
            <p:cNvSpPr/>
            <p:nvPr/>
          </p:nvSpPr>
          <p:spPr>
            <a:xfrm>
              <a:off x="6655307" y="1851659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2775" y="6095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49" name="Google Shape;1249;p23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6656832" y="1754123"/>
              <a:ext cx="114300" cy="777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250" name="Google Shape;1250;p23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246375" y="2642616"/>
            <a:ext cx="4058411" cy="521055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54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5" name="Google Shape;1255;p24"/>
          <p:cNvGrpSpPr/>
          <p:nvPr/>
        </p:nvGrpSpPr>
        <p:grpSpPr>
          <a:xfrm>
            <a:off x="943355" y="5111496"/>
            <a:ext cx="333756" cy="1059307"/>
            <a:chOff x="943355" y="5111496"/>
            <a:chExt cx="333756" cy="1059307"/>
          </a:xfrm>
        </p:grpSpPr>
        <p:sp>
          <p:nvSpPr>
            <p:cNvPr id="1256" name="Google Shape;1256;p24"/>
            <p:cNvSpPr/>
            <p:nvPr/>
          </p:nvSpPr>
          <p:spPr>
            <a:xfrm>
              <a:off x="943355" y="5923788"/>
              <a:ext cx="327660" cy="247015"/>
            </a:xfrm>
            <a:custGeom>
              <a:rect b="b" l="l" r="r" t="t"/>
              <a:pathLst>
                <a:path extrusionOk="0" h="247014" w="327659">
                  <a:moveTo>
                    <a:pt x="327659" y="246888"/>
                  </a:moveTo>
                  <a:lnTo>
                    <a:pt x="320039" y="246888"/>
                  </a:lnTo>
                  <a:lnTo>
                    <a:pt x="320039" y="234696"/>
                  </a:lnTo>
                  <a:lnTo>
                    <a:pt x="319206" y="225242"/>
                  </a:lnTo>
                  <a:lnTo>
                    <a:pt x="283202" y="199953"/>
                  </a:lnTo>
                  <a:lnTo>
                    <a:pt x="269747" y="199644"/>
                  </a:lnTo>
                  <a:lnTo>
                    <a:pt x="46243" y="199691"/>
                  </a:lnTo>
                  <a:lnTo>
                    <a:pt x="9143" y="219456"/>
                  </a:lnTo>
                  <a:lnTo>
                    <a:pt x="7619" y="227076"/>
                  </a:lnTo>
                  <a:lnTo>
                    <a:pt x="7619" y="246888"/>
                  </a:lnTo>
                  <a:lnTo>
                    <a:pt x="0" y="246888"/>
                  </a:lnTo>
                  <a:lnTo>
                    <a:pt x="0" y="3048"/>
                  </a:lnTo>
                  <a:lnTo>
                    <a:pt x="71627" y="0"/>
                  </a:lnTo>
                  <a:lnTo>
                    <a:pt x="71627" y="10668"/>
                  </a:lnTo>
                  <a:lnTo>
                    <a:pt x="61031" y="13215"/>
                  </a:lnTo>
                  <a:lnTo>
                    <a:pt x="52006" y="16192"/>
                  </a:lnTo>
                  <a:lnTo>
                    <a:pt x="22859" y="42672"/>
                  </a:lnTo>
                  <a:lnTo>
                    <a:pt x="18287" y="80772"/>
                  </a:lnTo>
                  <a:lnTo>
                    <a:pt x="18287" y="153924"/>
                  </a:lnTo>
                  <a:lnTo>
                    <a:pt x="146303" y="153924"/>
                  </a:lnTo>
                  <a:lnTo>
                    <a:pt x="146303" y="96012"/>
                  </a:lnTo>
                  <a:lnTo>
                    <a:pt x="131421" y="59745"/>
                  </a:lnTo>
                  <a:lnTo>
                    <a:pt x="99059" y="51816"/>
                  </a:lnTo>
                  <a:lnTo>
                    <a:pt x="99059" y="44196"/>
                  </a:lnTo>
                  <a:lnTo>
                    <a:pt x="213359" y="44196"/>
                  </a:lnTo>
                  <a:lnTo>
                    <a:pt x="213359" y="51816"/>
                  </a:lnTo>
                  <a:lnTo>
                    <a:pt x="203906" y="52101"/>
                  </a:lnTo>
                  <a:lnTo>
                    <a:pt x="196024" y="52959"/>
                  </a:lnTo>
                  <a:lnTo>
                    <a:pt x="167258" y="80772"/>
                  </a:lnTo>
                  <a:lnTo>
                    <a:pt x="166115" y="96012"/>
                  </a:lnTo>
                  <a:lnTo>
                    <a:pt x="166115" y="153924"/>
                  </a:lnTo>
                  <a:lnTo>
                    <a:pt x="269747" y="153924"/>
                  </a:lnTo>
                  <a:lnTo>
                    <a:pt x="281201" y="153662"/>
                  </a:lnTo>
                  <a:lnTo>
                    <a:pt x="316992" y="132588"/>
                  </a:lnTo>
                  <a:lnTo>
                    <a:pt x="320039" y="126492"/>
                  </a:lnTo>
                  <a:lnTo>
                    <a:pt x="320039" y="106680"/>
                  </a:lnTo>
                  <a:lnTo>
                    <a:pt x="327659" y="106680"/>
                  </a:lnTo>
                  <a:lnTo>
                    <a:pt x="327659" y="2468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57" name="Google Shape;1257;p24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043939" y="5507735"/>
              <a:ext cx="233172" cy="3886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58" name="Google Shape;1258;p24"/>
            <p:cNvSpPr/>
            <p:nvPr/>
          </p:nvSpPr>
          <p:spPr>
            <a:xfrm>
              <a:off x="1043939" y="5111496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9372"/>
                  </a:lnTo>
                  <a:lnTo>
                    <a:pt x="0" y="298704"/>
                  </a:lnTo>
                  <a:lnTo>
                    <a:pt x="47244" y="298704"/>
                  </a:lnTo>
                  <a:lnTo>
                    <a:pt x="27622" y="280416"/>
                  </a:lnTo>
                  <a:lnTo>
                    <a:pt x="4572" y="248412"/>
                  </a:lnTo>
                  <a:lnTo>
                    <a:pt x="0" y="231648"/>
                  </a:lnTo>
                  <a:lnTo>
                    <a:pt x="0" y="224028"/>
                  </a:lnTo>
                  <a:lnTo>
                    <a:pt x="12192" y="187452"/>
                  </a:lnTo>
                  <a:lnTo>
                    <a:pt x="47244" y="167640"/>
                  </a:lnTo>
                  <a:lnTo>
                    <a:pt x="33789" y="156281"/>
                  </a:lnTo>
                  <a:lnTo>
                    <a:pt x="9144" y="126492"/>
                  </a:lnTo>
                  <a:lnTo>
                    <a:pt x="0" y="91440"/>
                  </a:lnTo>
                  <a:lnTo>
                    <a:pt x="571" y="83462"/>
                  </a:lnTo>
                  <a:lnTo>
                    <a:pt x="20764" y="48577"/>
                  </a:lnTo>
                  <a:lnTo>
                    <a:pt x="68318" y="34051"/>
                  </a:lnTo>
                  <a:lnTo>
                    <a:pt x="186451" y="33480"/>
                  </a:lnTo>
                  <a:lnTo>
                    <a:pt x="194691" y="33147"/>
                  </a:lnTo>
                  <a:lnTo>
                    <a:pt x="219456" y="10668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3359" y="82296"/>
                  </a:lnTo>
                  <a:lnTo>
                    <a:pt x="210311" y="79248"/>
                  </a:lnTo>
                  <a:lnTo>
                    <a:pt x="205740" y="76200"/>
                  </a:lnTo>
                  <a:lnTo>
                    <a:pt x="201168" y="74676"/>
                  </a:lnTo>
                  <a:lnTo>
                    <a:pt x="198119" y="74676"/>
                  </a:lnTo>
                  <a:lnTo>
                    <a:pt x="188976" y="73152"/>
                  </a:lnTo>
                  <a:lnTo>
                    <a:pt x="82296" y="73152"/>
                  </a:lnTo>
                  <a:lnTo>
                    <a:pt x="69699" y="73699"/>
                  </a:lnTo>
                  <a:lnTo>
                    <a:pt x="32575" y="92392"/>
                  </a:lnTo>
                  <a:lnTo>
                    <a:pt x="28956" y="109728"/>
                  </a:lnTo>
                  <a:lnTo>
                    <a:pt x="29265" y="116347"/>
                  </a:lnTo>
                  <a:lnTo>
                    <a:pt x="50482" y="157495"/>
                  </a:lnTo>
                  <a:lnTo>
                    <a:pt x="57912" y="166116"/>
                  </a:lnTo>
                  <a:lnTo>
                    <a:pt x="60960" y="166116"/>
                  </a:lnTo>
                  <a:lnTo>
                    <a:pt x="71628" y="164592"/>
                  </a:lnTo>
                  <a:lnTo>
                    <a:pt x="176783" y="164592"/>
                  </a:lnTo>
                  <a:lnTo>
                    <a:pt x="217931" y="149352"/>
                  </a:lnTo>
                  <a:lnTo>
                    <a:pt x="219456" y="141732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8600"/>
                  </a:lnTo>
                  <a:lnTo>
                    <a:pt x="217931" y="219456"/>
                  </a:lnTo>
                  <a:lnTo>
                    <a:pt x="211836" y="210312"/>
                  </a:lnTo>
                  <a:lnTo>
                    <a:pt x="207264" y="207264"/>
                  </a:lnTo>
                  <a:lnTo>
                    <a:pt x="201168" y="205740"/>
                  </a:lnTo>
                  <a:lnTo>
                    <a:pt x="198119" y="205740"/>
                  </a:lnTo>
                  <a:lnTo>
                    <a:pt x="190500" y="204216"/>
                  </a:lnTo>
                  <a:lnTo>
                    <a:pt x="82296" y="204216"/>
                  </a:lnTo>
                  <a:lnTo>
                    <a:pt x="69699" y="204787"/>
                  </a:lnTo>
                  <a:lnTo>
                    <a:pt x="32575" y="225552"/>
                  </a:lnTo>
                  <a:lnTo>
                    <a:pt x="28956" y="242316"/>
                  </a:lnTo>
                  <a:lnTo>
                    <a:pt x="29265" y="249150"/>
                  </a:lnTo>
                  <a:lnTo>
                    <a:pt x="46482" y="286321"/>
                  </a:lnTo>
                  <a:lnTo>
                    <a:pt x="57912" y="298704"/>
                  </a:lnTo>
                  <a:lnTo>
                    <a:pt x="176783" y="298704"/>
                  </a:lnTo>
                  <a:lnTo>
                    <a:pt x="214883" y="288036"/>
                  </a:lnTo>
                  <a:lnTo>
                    <a:pt x="217931" y="283464"/>
                  </a:lnTo>
                  <a:lnTo>
                    <a:pt x="219456" y="27584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62712"/>
                  </a:lnTo>
                  <a:lnTo>
                    <a:pt x="217931" y="355092"/>
                  </a:lnTo>
                  <a:lnTo>
                    <a:pt x="214883" y="352044"/>
                  </a:lnTo>
                  <a:lnTo>
                    <a:pt x="213359" y="347472"/>
                  </a:lnTo>
                  <a:lnTo>
                    <a:pt x="210311" y="344424"/>
                  </a:lnTo>
                  <a:lnTo>
                    <a:pt x="204216" y="342900"/>
                  </a:lnTo>
                  <a:lnTo>
                    <a:pt x="199929" y="340899"/>
                  </a:lnTo>
                  <a:lnTo>
                    <a:pt x="193928" y="339471"/>
                  </a:lnTo>
                  <a:lnTo>
                    <a:pt x="186213" y="338613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52244" y="340256"/>
                  </a:lnTo>
                  <a:lnTo>
                    <a:pt x="30480" y="352044"/>
                  </a:lnTo>
                  <a:lnTo>
                    <a:pt x="30480" y="359664"/>
                  </a:lnTo>
                  <a:lnTo>
                    <a:pt x="32004" y="364236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59" name="Google Shape;1259;p24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677923" y="9753600"/>
            <a:ext cx="73152" cy="731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4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616963" y="9398507"/>
            <a:ext cx="201168" cy="777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61" name="Google Shape;1261;p24"/>
          <p:cNvGrpSpPr/>
          <p:nvPr/>
        </p:nvGrpSpPr>
        <p:grpSpPr>
          <a:xfrm>
            <a:off x="1616963" y="8939783"/>
            <a:ext cx="204217" cy="411479"/>
            <a:chOff x="1616963" y="8939783"/>
            <a:chExt cx="204217" cy="411479"/>
          </a:xfrm>
        </p:grpSpPr>
        <p:pic>
          <p:nvPicPr>
            <p:cNvPr id="1262" name="Google Shape;1262;p24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616963" y="9076943"/>
              <a:ext cx="204216" cy="2743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63" name="Google Shape;1263;p24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620012" y="8939783"/>
              <a:ext cx="201168" cy="1127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64" name="Google Shape;1264;p24"/>
          <p:cNvSpPr/>
          <p:nvPr/>
        </p:nvSpPr>
        <p:spPr>
          <a:xfrm>
            <a:off x="2042147" y="8581644"/>
            <a:ext cx="207645" cy="885825"/>
          </a:xfrm>
          <a:custGeom>
            <a:rect b="b" l="l" r="r" t="t"/>
            <a:pathLst>
              <a:path extrusionOk="0" h="885825" w="207644">
                <a:moveTo>
                  <a:pt x="202692" y="408432"/>
                </a:moveTo>
                <a:lnTo>
                  <a:pt x="198120" y="408432"/>
                </a:lnTo>
                <a:lnTo>
                  <a:pt x="198120" y="416052"/>
                </a:lnTo>
                <a:lnTo>
                  <a:pt x="198120" y="420624"/>
                </a:lnTo>
                <a:lnTo>
                  <a:pt x="196596" y="425196"/>
                </a:lnTo>
                <a:lnTo>
                  <a:pt x="193548" y="428244"/>
                </a:lnTo>
                <a:lnTo>
                  <a:pt x="190500" y="434340"/>
                </a:lnTo>
                <a:lnTo>
                  <a:pt x="187452" y="434340"/>
                </a:lnTo>
                <a:lnTo>
                  <a:pt x="184404" y="435864"/>
                </a:lnTo>
                <a:lnTo>
                  <a:pt x="19812" y="435864"/>
                </a:lnTo>
                <a:lnTo>
                  <a:pt x="16764" y="432816"/>
                </a:lnTo>
                <a:lnTo>
                  <a:pt x="10668" y="429768"/>
                </a:lnTo>
                <a:lnTo>
                  <a:pt x="9144" y="423672"/>
                </a:lnTo>
                <a:lnTo>
                  <a:pt x="9144" y="408432"/>
                </a:lnTo>
                <a:lnTo>
                  <a:pt x="4572" y="408432"/>
                </a:lnTo>
                <a:lnTo>
                  <a:pt x="4572" y="490728"/>
                </a:lnTo>
                <a:lnTo>
                  <a:pt x="9144" y="490728"/>
                </a:lnTo>
                <a:lnTo>
                  <a:pt x="9144" y="475488"/>
                </a:lnTo>
                <a:lnTo>
                  <a:pt x="12192" y="470916"/>
                </a:lnTo>
                <a:lnTo>
                  <a:pt x="13716" y="467868"/>
                </a:lnTo>
                <a:lnTo>
                  <a:pt x="16764" y="466344"/>
                </a:lnTo>
                <a:lnTo>
                  <a:pt x="18288" y="466344"/>
                </a:lnTo>
                <a:lnTo>
                  <a:pt x="21336" y="464820"/>
                </a:lnTo>
                <a:lnTo>
                  <a:pt x="28956" y="463296"/>
                </a:lnTo>
                <a:lnTo>
                  <a:pt x="179832" y="463296"/>
                </a:lnTo>
                <a:lnTo>
                  <a:pt x="187452" y="464820"/>
                </a:lnTo>
                <a:lnTo>
                  <a:pt x="190500" y="467868"/>
                </a:lnTo>
                <a:lnTo>
                  <a:pt x="195072" y="470916"/>
                </a:lnTo>
                <a:lnTo>
                  <a:pt x="198120" y="477012"/>
                </a:lnTo>
                <a:lnTo>
                  <a:pt x="198120" y="490728"/>
                </a:lnTo>
                <a:lnTo>
                  <a:pt x="202692" y="490728"/>
                </a:lnTo>
                <a:lnTo>
                  <a:pt x="202692" y="408432"/>
                </a:lnTo>
                <a:close/>
              </a:path>
              <a:path extrusionOk="0" h="885825" w="207644">
                <a:moveTo>
                  <a:pt x="202692" y="187452"/>
                </a:moveTo>
                <a:lnTo>
                  <a:pt x="198120" y="187452"/>
                </a:lnTo>
                <a:lnTo>
                  <a:pt x="196596" y="195072"/>
                </a:lnTo>
                <a:lnTo>
                  <a:pt x="195072" y="201168"/>
                </a:lnTo>
                <a:lnTo>
                  <a:pt x="190500" y="205740"/>
                </a:lnTo>
                <a:lnTo>
                  <a:pt x="187096" y="209410"/>
                </a:lnTo>
                <a:lnTo>
                  <a:pt x="181546" y="213360"/>
                </a:lnTo>
                <a:lnTo>
                  <a:pt x="174002" y="217322"/>
                </a:lnTo>
                <a:lnTo>
                  <a:pt x="164592" y="220980"/>
                </a:lnTo>
                <a:lnTo>
                  <a:pt x="126492" y="236512"/>
                </a:lnTo>
                <a:lnTo>
                  <a:pt x="126492" y="266700"/>
                </a:lnTo>
                <a:lnTo>
                  <a:pt x="126492" y="332232"/>
                </a:lnTo>
                <a:lnTo>
                  <a:pt x="47244" y="298704"/>
                </a:lnTo>
                <a:lnTo>
                  <a:pt x="126492" y="266700"/>
                </a:lnTo>
                <a:lnTo>
                  <a:pt x="126492" y="236512"/>
                </a:lnTo>
                <a:lnTo>
                  <a:pt x="0" y="288036"/>
                </a:lnTo>
                <a:lnTo>
                  <a:pt x="0" y="291084"/>
                </a:lnTo>
                <a:lnTo>
                  <a:pt x="163068" y="361188"/>
                </a:lnTo>
                <a:lnTo>
                  <a:pt x="172745" y="365747"/>
                </a:lnTo>
                <a:lnTo>
                  <a:pt x="180975" y="370141"/>
                </a:lnTo>
                <a:lnTo>
                  <a:pt x="187502" y="374269"/>
                </a:lnTo>
                <a:lnTo>
                  <a:pt x="192024" y="377952"/>
                </a:lnTo>
                <a:lnTo>
                  <a:pt x="193548" y="381000"/>
                </a:lnTo>
                <a:lnTo>
                  <a:pt x="196596" y="385572"/>
                </a:lnTo>
                <a:lnTo>
                  <a:pt x="198120" y="394716"/>
                </a:lnTo>
                <a:lnTo>
                  <a:pt x="202692" y="394716"/>
                </a:lnTo>
                <a:lnTo>
                  <a:pt x="202692" y="355092"/>
                </a:lnTo>
                <a:lnTo>
                  <a:pt x="202692" y="332232"/>
                </a:lnTo>
                <a:lnTo>
                  <a:pt x="198120" y="332232"/>
                </a:lnTo>
                <a:lnTo>
                  <a:pt x="196596" y="342900"/>
                </a:lnTo>
                <a:lnTo>
                  <a:pt x="195072" y="348996"/>
                </a:lnTo>
                <a:lnTo>
                  <a:pt x="193548" y="352044"/>
                </a:lnTo>
                <a:lnTo>
                  <a:pt x="190500" y="355092"/>
                </a:lnTo>
                <a:lnTo>
                  <a:pt x="181356" y="355092"/>
                </a:lnTo>
                <a:lnTo>
                  <a:pt x="175260" y="353568"/>
                </a:lnTo>
                <a:lnTo>
                  <a:pt x="167640" y="350520"/>
                </a:lnTo>
                <a:lnTo>
                  <a:pt x="137160" y="336804"/>
                </a:lnTo>
                <a:lnTo>
                  <a:pt x="137160" y="332232"/>
                </a:lnTo>
                <a:lnTo>
                  <a:pt x="137160" y="266700"/>
                </a:lnTo>
                <a:lnTo>
                  <a:pt x="137160" y="262128"/>
                </a:lnTo>
                <a:lnTo>
                  <a:pt x="164592" y="251460"/>
                </a:lnTo>
                <a:lnTo>
                  <a:pt x="173736" y="246888"/>
                </a:lnTo>
                <a:lnTo>
                  <a:pt x="181356" y="245364"/>
                </a:lnTo>
                <a:lnTo>
                  <a:pt x="188976" y="245364"/>
                </a:lnTo>
                <a:lnTo>
                  <a:pt x="192024" y="246888"/>
                </a:lnTo>
                <a:lnTo>
                  <a:pt x="193548" y="249936"/>
                </a:lnTo>
                <a:lnTo>
                  <a:pt x="196596" y="251460"/>
                </a:lnTo>
                <a:lnTo>
                  <a:pt x="196596" y="257556"/>
                </a:lnTo>
                <a:lnTo>
                  <a:pt x="198120" y="265176"/>
                </a:lnTo>
                <a:lnTo>
                  <a:pt x="202692" y="265176"/>
                </a:lnTo>
                <a:lnTo>
                  <a:pt x="202692" y="245364"/>
                </a:lnTo>
                <a:lnTo>
                  <a:pt x="202692" y="187452"/>
                </a:lnTo>
                <a:close/>
              </a:path>
              <a:path extrusionOk="0" h="885825" w="207644">
                <a:moveTo>
                  <a:pt x="202704" y="733044"/>
                </a:moveTo>
                <a:lnTo>
                  <a:pt x="152412" y="716280"/>
                </a:lnTo>
                <a:lnTo>
                  <a:pt x="152412" y="722376"/>
                </a:lnTo>
                <a:lnTo>
                  <a:pt x="160972" y="726948"/>
                </a:lnTo>
                <a:lnTo>
                  <a:pt x="168402" y="731520"/>
                </a:lnTo>
                <a:lnTo>
                  <a:pt x="192024" y="769620"/>
                </a:lnTo>
                <a:lnTo>
                  <a:pt x="192024" y="819912"/>
                </a:lnTo>
                <a:lnTo>
                  <a:pt x="190512" y="822960"/>
                </a:lnTo>
                <a:lnTo>
                  <a:pt x="190512" y="826008"/>
                </a:lnTo>
                <a:lnTo>
                  <a:pt x="187464" y="829056"/>
                </a:lnTo>
                <a:lnTo>
                  <a:pt x="185940" y="829056"/>
                </a:lnTo>
                <a:lnTo>
                  <a:pt x="182892" y="830580"/>
                </a:lnTo>
                <a:lnTo>
                  <a:pt x="103644" y="830580"/>
                </a:lnTo>
                <a:lnTo>
                  <a:pt x="103644" y="772668"/>
                </a:lnTo>
                <a:lnTo>
                  <a:pt x="105168" y="768096"/>
                </a:lnTo>
                <a:lnTo>
                  <a:pt x="108216" y="765048"/>
                </a:lnTo>
                <a:lnTo>
                  <a:pt x="109740" y="762000"/>
                </a:lnTo>
                <a:lnTo>
                  <a:pt x="115836" y="758952"/>
                </a:lnTo>
                <a:lnTo>
                  <a:pt x="121932" y="757428"/>
                </a:lnTo>
                <a:lnTo>
                  <a:pt x="131076" y="755904"/>
                </a:lnTo>
                <a:lnTo>
                  <a:pt x="131076" y="751332"/>
                </a:lnTo>
                <a:lnTo>
                  <a:pt x="65544" y="751332"/>
                </a:lnTo>
                <a:lnTo>
                  <a:pt x="65544" y="755904"/>
                </a:lnTo>
                <a:lnTo>
                  <a:pt x="76212" y="755904"/>
                </a:lnTo>
                <a:lnTo>
                  <a:pt x="83832" y="758952"/>
                </a:lnTo>
                <a:lnTo>
                  <a:pt x="86880" y="765048"/>
                </a:lnTo>
                <a:lnTo>
                  <a:pt x="91452" y="768096"/>
                </a:lnTo>
                <a:lnTo>
                  <a:pt x="92976" y="775716"/>
                </a:lnTo>
                <a:lnTo>
                  <a:pt x="92976" y="830580"/>
                </a:lnTo>
                <a:lnTo>
                  <a:pt x="15252" y="830580"/>
                </a:lnTo>
                <a:lnTo>
                  <a:pt x="15252" y="775716"/>
                </a:lnTo>
                <a:lnTo>
                  <a:pt x="15252" y="758952"/>
                </a:lnTo>
                <a:lnTo>
                  <a:pt x="16776" y="755904"/>
                </a:lnTo>
                <a:lnTo>
                  <a:pt x="18300" y="751332"/>
                </a:lnTo>
                <a:lnTo>
                  <a:pt x="21348" y="746760"/>
                </a:lnTo>
                <a:lnTo>
                  <a:pt x="25920" y="745236"/>
                </a:lnTo>
                <a:lnTo>
                  <a:pt x="28968" y="742188"/>
                </a:lnTo>
                <a:lnTo>
                  <a:pt x="36588" y="739140"/>
                </a:lnTo>
                <a:lnTo>
                  <a:pt x="47256" y="737616"/>
                </a:lnTo>
                <a:lnTo>
                  <a:pt x="47256" y="731520"/>
                </a:lnTo>
                <a:lnTo>
                  <a:pt x="4584" y="733044"/>
                </a:lnTo>
                <a:lnTo>
                  <a:pt x="4584" y="885444"/>
                </a:lnTo>
                <a:lnTo>
                  <a:pt x="9156" y="885444"/>
                </a:lnTo>
                <a:lnTo>
                  <a:pt x="9156" y="870204"/>
                </a:lnTo>
                <a:lnTo>
                  <a:pt x="10680" y="865632"/>
                </a:lnTo>
                <a:lnTo>
                  <a:pt x="15252" y="862584"/>
                </a:lnTo>
                <a:lnTo>
                  <a:pt x="18300" y="859536"/>
                </a:lnTo>
                <a:lnTo>
                  <a:pt x="25920" y="858012"/>
                </a:lnTo>
                <a:lnTo>
                  <a:pt x="184416" y="858012"/>
                </a:lnTo>
                <a:lnTo>
                  <a:pt x="190512" y="861060"/>
                </a:lnTo>
                <a:lnTo>
                  <a:pt x="192024" y="862584"/>
                </a:lnTo>
                <a:lnTo>
                  <a:pt x="193548" y="865632"/>
                </a:lnTo>
                <a:lnTo>
                  <a:pt x="196608" y="870204"/>
                </a:lnTo>
                <a:lnTo>
                  <a:pt x="198132" y="874776"/>
                </a:lnTo>
                <a:lnTo>
                  <a:pt x="198132" y="885444"/>
                </a:lnTo>
                <a:lnTo>
                  <a:pt x="202704" y="885444"/>
                </a:lnTo>
                <a:lnTo>
                  <a:pt x="202704" y="733044"/>
                </a:lnTo>
                <a:close/>
              </a:path>
              <a:path extrusionOk="0" h="885825" w="207644">
                <a:moveTo>
                  <a:pt x="205752" y="527304"/>
                </a:moveTo>
                <a:lnTo>
                  <a:pt x="19824" y="527304"/>
                </a:lnTo>
                <a:lnTo>
                  <a:pt x="16776" y="524256"/>
                </a:lnTo>
                <a:lnTo>
                  <a:pt x="10680" y="521208"/>
                </a:lnTo>
                <a:lnTo>
                  <a:pt x="9156" y="515112"/>
                </a:lnTo>
                <a:lnTo>
                  <a:pt x="9156" y="499872"/>
                </a:lnTo>
                <a:lnTo>
                  <a:pt x="4584" y="499872"/>
                </a:lnTo>
                <a:lnTo>
                  <a:pt x="4584" y="566928"/>
                </a:lnTo>
                <a:lnTo>
                  <a:pt x="9156" y="566928"/>
                </a:lnTo>
                <a:lnTo>
                  <a:pt x="9156" y="553212"/>
                </a:lnTo>
                <a:lnTo>
                  <a:pt x="10680" y="547116"/>
                </a:lnTo>
                <a:lnTo>
                  <a:pt x="15252" y="544068"/>
                </a:lnTo>
                <a:lnTo>
                  <a:pt x="18300" y="541020"/>
                </a:lnTo>
                <a:lnTo>
                  <a:pt x="25920" y="539496"/>
                </a:lnTo>
                <a:lnTo>
                  <a:pt x="156984" y="539496"/>
                </a:lnTo>
                <a:lnTo>
                  <a:pt x="4584" y="664464"/>
                </a:lnTo>
                <a:lnTo>
                  <a:pt x="4584" y="716280"/>
                </a:lnTo>
                <a:lnTo>
                  <a:pt x="10680" y="716280"/>
                </a:lnTo>
                <a:lnTo>
                  <a:pt x="10680" y="705612"/>
                </a:lnTo>
                <a:lnTo>
                  <a:pt x="12204" y="702564"/>
                </a:lnTo>
                <a:lnTo>
                  <a:pt x="15252" y="693420"/>
                </a:lnTo>
                <a:lnTo>
                  <a:pt x="18300" y="690372"/>
                </a:lnTo>
                <a:lnTo>
                  <a:pt x="19824" y="687324"/>
                </a:lnTo>
                <a:lnTo>
                  <a:pt x="24396" y="682752"/>
                </a:lnTo>
                <a:lnTo>
                  <a:pt x="32016" y="676656"/>
                </a:lnTo>
                <a:lnTo>
                  <a:pt x="178320" y="676656"/>
                </a:lnTo>
                <a:lnTo>
                  <a:pt x="185940" y="678180"/>
                </a:lnTo>
                <a:lnTo>
                  <a:pt x="188988" y="679704"/>
                </a:lnTo>
                <a:lnTo>
                  <a:pt x="195084" y="684276"/>
                </a:lnTo>
                <a:lnTo>
                  <a:pt x="198132" y="690372"/>
                </a:lnTo>
                <a:lnTo>
                  <a:pt x="198132" y="704088"/>
                </a:lnTo>
                <a:lnTo>
                  <a:pt x="202704" y="704088"/>
                </a:lnTo>
                <a:lnTo>
                  <a:pt x="202704" y="637032"/>
                </a:lnTo>
                <a:lnTo>
                  <a:pt x="198132" y="637032"/>
                </a:lnTo>
                <a:lnTo>
                  <a:pt x="198132" y="652272"/>
                </a:lnTo>
                <a:lnTo>
                  <a:pt x="195084" y="658368"/>
                </a:lnTo>
                <a:lnTo>
                  <a:pt x="190512" y="661416"/>
                </a:lnTo>
                <a:lnTo>
                  <a:pt x="187464" y="664464"/>
                </a:lnTo>
                <a:lnTo>
                  <a:pt x="45732" y="664464"/>
                </a:lnTo>
                <a:lnTo>
                  <a:pt x="205752" y="533400"/>
                </a:lnTo>
                <a:lnTo>
                  <a:pt x="205752" y="527304"/>
                </a:lnTo>
                <a:close/>
              </a:path>
              <a:path extrusionOk="0" h="885825" w="207644">
                <a:moveTo>
                  <a:pt x="207264" y="80772"/>
                </a:moveTo>
                <a:lnTo>
                  <a:pt x="195072" y="35052"/>
                </a:lnTo>
                <a:lnTo>
                  <a:pt x="167436" y="7416"/>
                </a:lnTo>
                <a:lnTo>
                  <a:pt x="155448" y="0"/>
                </a:lnTo>
                <a:lnTo>
                  <a:pt x="153924" y="4572"/>
                </a:lnTo>
                <a:lnTo>
                  <a:pt x="164719" y="13436"/>
                </a:lnTo>
                <a:lnTo>
                  <a:pt x="173926" y="21717"/>
                </a:lnTo>
                <a:lnTo>
                  <a:pt x="194500" y="60375"/>
                </a:lnTo>
                <a:lnTo>
                  <a:pt x="195072" y="70104"/>
                </a:lnTo>
                <a:lnTo>
                  <a:pt x="194271" y="80352"/>
                </a:lnTo>
                <a:lnTo>
                  <a:pt x="178142" y="115900"/>
                </a:lnTo>
                <a:lnTo>
                  <a:pt x="143332" y="137236"/>
                </a:lnTo>
                <a:lnTo>
                  <a:pt x="106680" y="141732"/>
                </a:lnTo>
                <a:lnTo>
                  <a:pt x="90398" y="141160"/>
                </a:lnTo>
                <a:lnTo>
                  <a:pt x="51816" y="132588"/>
                </a:lnTo>
                <a:lnTo>
                  <a:pt x="18288" y="108204"/>
                </a:lnTo>
                <a:lnTo>
                  <a:pt x="9144" y="74676"/>
                </a:lnTo>
                <a:lnTo>
                  <a:pt x="10007" y="63779"/>
                </a:lnTo>
                <a:lnTo>
                  <a:pt x="30632" y="27609"/>
                </a:lnTo>
                <a:lnTo>
                  <a:pt x="67056" y="10668"/>
                </a:lnTo>
                <a:lnTo>
                  <a:pt x="67056" y="6096"/>
                </a:lnTo>
                <a:lnTo>
                  <a:pt x="0" y="10668"/>
                </a:lnTo>
                <a:lnTo>
                  <a:pt x="0" y="15240"/>
                </a:lnTo>
                <a:lnTo>
                  <a:pt x="4572" y="16764"/>
                </a:lnTo>
                <a:lnTo>
                  <a:pt x="7620" y="18288"/>
                </a:lnTo>
                <a:lnTo>
                  <a:pt x="13716" y="24384"/>
                </a:lnTo>
                <a:lnTo>
                  <a:pt x="13716" y="28956"/>
                </a:lnTo>
                <a:lnTo>
                  <a:pt x="12192" y="32004"/>
                </a:lnTo>
                <a:lnTo>
                  <a:pt x="10668" y="36576"/>
                </a:lnTo>
                <a:lnTo>
                  <a:pt x="5791" y="46012"/>
                </a:lnTo>
                <a:lnTo>
                  <a:pt x="2476" y="56007"/>
                </a:lnTo>
                <a:lnTo>
                  <a:pt x="596" y="66586"/>
                </a:lnTo>
                <a:lnTo>
                  <a:pt x="0" y="77724"/>
                </a:lnTo>
                <a:lnTo>
                  <a:pt x="863" y="90284"/>
                </a:lnTo>
                <a:lnTo>
                  <a:pt x="13716" y="126492"/>
                </a:lnTo>
                <a:lnTo>
                  <a:pt x="40081" y="155638"/>
                </a:lnTo>
                <a:lnTo>
                  <a:pt x="78105" y="172021"/>
                </a:lnTo>
                <a:lnTo>
                  <a:pt x="106680" y="175260"/>
                </a:lnTo>
                <a:lnTo>
                  <a:pt x="124396" y="174104"/>
                </a:lnTo>
                <a:lnTo>
                  <a:pt x="170688" y="155448"/>
                </a:lnTo>
                <a:lnTo>
                  <a:pt x="198120" y="123253"/>
                </a:lnTo>
                <a:lnTo>
                  <a:pt x="204978" y="103378"/>
                </a:lnTo>
                <a:lnTo>
                  <a:pt x="207264" y="807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5" name="Google Shape;1265;p24"/>
          <p:cNvGrpSpPr/>
          <p:nvPr/>
        </p:nvGrpSpPr>
        <p:grpSpPr>
          <a:xfrm>
            <a:off x="2037588" y="7865364"/>
            <a:ext cx="210312" cy="618743"/>
            <a:chOff x="2037588" y="7865364"/>
            <a:chExt cx="210312" cy="618743"/>
          </a:xfrm>
        </p:grpSpPr>
        <p:pic>
          <p:nvPicPr>
            <p:cNvPr id="1266" name="Google Shape;1266;p24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037588" y="8322564"/>
              <a:ext cx="207264" cy="1615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67" name="Google Shape;1267;p24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037588" y="8156448"/>
              <a:ext cx="207263" cy="1447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68" name="Google Shape;1268;p24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037588" y="7865364"/>
              <a:ext cx="210312" cy="26974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269" name="Google Shape;1269;p24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107692" y="7516367"/>
            <a:ext cx="140208" cy="268224"/>
          </a:xfrm>
          <a:prstGeom prst="rect">
            <a:avLst/>
          </a:prstGeom>
          <a:noFill/>
          <a:ln>
            <a:noFill/>
          </a:ln>
        </p:spPr>
      </p:pic>
      <p:sp>
        <p:nvSpPr>
          <p:cNvPr id="1270" name="Google Shape;1270;p24"/>
          <p:cNvSpPr/>
          <p:nvPr/>
        </p:nvSpPr>
        <p:spPr>
          <a:xfrm>
            <a:off x="2037575" y="6772656"/>
            <a:ext cx="210820" cy="658495"/>
          </a:xfrm>
          <a:custGeom>
            <a:rect b="b" l="l" r="r" t="t"/>
            <a:pathLst>
              <a:path extrusionOk="0" h="658495" w="210819">
                <a:moveTo>
                  <a:pt x="32004" y="259080"/>
                </a:moveTo>
                <a:lnTo>
                  <a:pt x="30480" y="254508"/>
                </a:lnTo>
                <a:lnTo>
                  <a:pt x="24384" y="248412"/>
                </a:lnTo>
                <a:lnTo>
                  <a:pt x="19812" y="246888"/>
                </a:lnTo>
                <a:lnTo>
                  <a:pt x="10668" y="246888"/>
                </a:lnTo>
                <a:lnTo>
                  <a:pt x="7620" y="248412"/>
                </a:lnTo>
                <a:lnTo>
                  <a:pt x="1524" y="254508"/>
                </a:lnTo>
                <a:lnTo>
                  <a:pt x="0" y="259080"/>
                </a:lnTo>
                <a:lnTo>
                  <a:pt x="0" y="268224"/>
                </a:lnTo>
                <a:lnTo>
                  <a:pt x="1524" y="271272"/>
                </a:lnTo>
                <a:lnTo>
                  <a:pt x="7620" y="277368"/>
                </a:lnTo>
                <a:lnTo>
                  <a:pt x="10668" y="278892"/>
                </a:lnTo>
                <a:lnTo>
                  <a:pt x="19812" y="278892"/>
                </a:lnTo>
                <a:lnTo>
                  <a:pt x="24384" y="277368"/>
                </a:lnTo>
                <a:lnTo>
                  <a:pt x="30480" y="271272"/>
                </a:lnTo>
                <a:lnTo>
                  <a:pt x="32004" y="268224"/>
                </a:lnTo>
                <a:lnTo>
                  <a:pt x="32004" y="259080"/>
                </a:lnTo>
                <a:close/>
              </a:path>
              <a:path extrusionOk="0" h="658495" w="210819">
                <a:moveTo>
                  <a:pt x="207264" y="388620"/>
                </a:moveTo>
                <a:lnTo>
                  <a:pt x="202692" y="388620"/>
                </a:lnTo>
                <a:lnTo>
                  <a:pt x="202692" y="394716"/>
                </a:lnTo>
                <a:lnTo>
                  <a:pt x="201168" y="399288"/>
                </a:lnTo>
                <a:lnTo>
                  <a:pt x="199644" y="400812"/>
                </a:lnTo>
                <a:lnTo>
                  <a:pt x="198120" y="403860"/>
                </a:lnTo>
                <a:lnTo>
                  <a:pt x="196596" y="405384"/>
                </a:lnTo>
                <a:lnTo>
                  <a:pt x="193548" y="406908"/>
                </a:lnTo>
                <a:lnTo>
                  <a:pt x="190500" y="406908"/>
                </a:lnTo>
                <a:lnTo>
                  <a:pt x="184404" y="408432"/>
                </a:lnTo>
                <a:lnTo>
                  <a:pt x="120396" y="408432"/>
                </a:lnTo>
                <a:lnTo>
                  <a:pt x="111823" y="408698"/>
                </a:lnTo>
                <a:lnTo>
                  <a:pt x="74676" y="423672"/>
                </a:lnTo>
                <a:lnTo>
                  <a:pt x="70104" y="435864"/>
                </a:lnTo>
                <a:lnTo>
                  <a:pt x="70104" y="443484"/>
                </a:lnTo>
                <a:lnTo>
                  <a:pt x="71818" y="454063"/>
                </a:lnTo>
                <a:lnTo>
                  <a:pt x="76962" y="465201"/>
                </a:lnTo>
                <a:lnTo>
                  <a:pt x="85534" y="476923"/>
                </a:lnTo>
                <a:lnTo>
                  <a:pt x="97536" y="489204"/>
                </a:lnTo>
                <a:lnTo>
                  <a:pt x="70104" y="489204"/>
                </a:lnTo>
                <a:lnTo>
                  <a:pt x="70104" y="495300"/>
                </a:lnTo>
                <a:lnTo>
                  <a:pt x="86868" y="536448"/>
                </a:lnTo>
                <a:lnTo>
                  <a:pt x="91440" y="533400"/>
                </a:lnTo>
                <a:lnTo>
                  <a:pt x="88392" y="527304"/>
                </a:lnTo>
                <a:lnTo>
                  <a:pt x="88392" y="521208"/>
                </a:lnTo>
                <a:lnTo>
                  <a:pt x="89916" y="519684"/>
                </a:lnTo>
                <a:lnTo>
                  <a:pt x="89916" y="518160"/>
                </a:lnTo>
                <a:lnTo>
                  <a:pt x="91440" y="516636"/>
                </a:lnTo>
                <a:lnTo>
                  <a:pt x="94488" y="515112"/>
                </a:lnTo>
                <a:lnTo>
                  <a:pt x="97536" y="515112"/>
                </a:lnTo>
                <a:lnTo>
                  <a:pt x="101206" y="514235"/>
                </a:lnTo>
                <a:lnTo>
                  <a:pt x="107442" y="513778"/>
                </a:lnTo>
                <a:lnTo>
                  <a:pt x="126492" y="513588"/>
                </a:lnTo>
                <a:lnTo>
                  <a:pt x="185928" y="513588"/>
                </a:lnTo>
                <a:lnTo>
                  <a:pt x="193548" y="515112"/>
                </a:lnTo>
                <a:lnTo>
                  <a:pt x="196596" y="516636"/>
                </a:lnTo>
                <a:lnTo>
                  <a:pt x="201168" y="519684"/>
                </a:lnTo>
                <a:lnTo>
                  <a:pt x="202692" y="524256"/>
                </a:lnTo>
                <a:lnTo>
                  <a:pt x="202692" y="533400"/>
                </a:lnTo>
                <a:lnTo>
                  <a:pt x="207264" y="533400"/>
                </a:lnTo>
                <a:lnTo>
                  <a:pt x="207264" y="469392"/>
                </a:lnTo>
                <a:lnTo>
                  <a:pt x="202692" y="469392"/>
                </a:lnTo>
                <a:lnTo>
                  <a:pt x="202692" y="475488"/>
                </a:lnTo>
                <a:lnTo>
                  <a:pt x="201168" y="480060"/>
                </a:lnTo>
                <a:lnTo>
                  <a:pt x="199644" y="483108"/>
                </a:lnTo>
                <a:lnTo>
                  <a:pt x="196596" y="486156"/>
                </a:lnTo>
                <a:lnTo>
                  <a:pt x="193548" y="487680"/>
                </a:lnTo>
                <a:lnTo>
                  <a:pt x="192024" y="489204"/>
                </a:lnTo>
                <a:lnTo>
                  <a:pt x="106680" y="489204"/>
                </a:lnTo>
                <a:lnTo>
                  <a:pt x="98679" y="480301"/>
                </a:lnTo>
                <a:lnTo>
                  <a:pt x="92964" y="471678"/>
                </a:lnTo>
                <a:lnTo>
                  <a:pt x="89535" y="463067"/>
                </a:lnTo>
                <a:lnTo>
                  <a:pt x="88392" y="454152"/>
                </a:lnTo>
                <a:lnTo>
                  <a:pt x="88392" y="446532"/>
                </a:lnTo>
                <a:lnTo>
                  <a:pt x="121920" y="432816"/>
                </a:lnTo>
                <a:lnTo>
                  <a:pt x="190500" y="432816"/>
                </a:lnTo>
                <a:lnTo>
                  <a:pt x="195072" y="434340"/>
                </a:lnTo>
                <a:lnTo>
                  <a:pt x="196596" y="435864"/>
                </a:lnTo>
                <a:lnTo>
                  <a:pt x="199644" y="437388"/>
                </a:lnTo>
                <a:lnTo>
                  <a:pt x="202692" y="443484"/>
                </a:lnTo>
                <a:lnTo>
                  <a:pt x="202692" y="452628"/>
                </a:lnTo>
                <a:lnTo>
                  <a:pt x="207264" y="452628"/>
                </a:lnTo>
                <a:lnTo>
                  <a:pt x="207264" y="388620"/>
                </a:lnTo>
                <a:close/>
              </a:path>
              <a:path extrusionOk="0" h="658495" w="210819">
                <a:moveTo>
                  <a:pt x="207264" y="230124"/>
                </a:moveTo>
                <a:lnTo>
                  <a:pt x="202692" y="230124"/>
                </a:lnTo>
                <a:lnTo>
                  <a:pt x="202692" y="236220"/>
                </a:lnTo>
                <a:lnTo>
                  <a:pt x="201168" y="240792"/>
                </a:lnTo>
                <a:lnTo>
                  <a:pt x="199644" y="243840"/>
                </a:lnTo>
                <a:lnTo>
                  <a:pt x="196596" y="246888"/>
                </a:lnTo>
                <a:lnTo>
                  <a:pt x="190500" y="249936"/>
                </a:lnTo>
                <a:lnTo>
                  <a:pt x="70104" y="249936"/>
                </a:lnTo>
                <a:lnTo>
                  <a:pt x="70104" y="256032"/>
                </a:lnTo>
                <a:lnTo>
                  <a:pt x="86868" y="297180"/>
                </a:lnTo>
                <a:lnTo>
                  <a:pt x="91440" y="295656"/>
                </a:lnTo>
                <a:lnTo>
                  <a:pt x="89916" y="291084"/>
                </a:lnTo>
                <a:lnTo>
                  <a:pt x="88392" y="288036"/>
                </a:lnTo>
                <a:lnTo>
                  <a:pt x="88392" y="281940"/>
                </a:lnTo>
                <a:lnTo>
                  <a:pt x="89916" y="280416"/>
                </a:lnTo>
                <a:lnTo>
                  <a:pt x="89916" y="278892"/>
                </a:lnTo>
                <a:lnTo>
                  <a:pt x="91440" y="277368"/>
                </a:lnTo>
                <a:lnTo>
                  <a:pt x="94488" y="277368"/>
                </a:lnTo>
                <a:lnTo>
                  <a:pt x="97536" y="275844"/>
                </a:lnTo>
                <a:lnTo>
                  <a:pt x="101854" y="274967"/>
                </a:lnTo>
                <a:lnTo>
                  <a:pt x="108013" y="274510"/>
                </a:lnTo>
                <a:lnTo>
                  <a:pt x="117348" y="274320"/>
                </a:lnTo>
                <a:lnTo>
                  <a:pt x="184404" y="274320"/>
                </a:lnTo>
                <a:lnTo>
                  <a:pt x="190500" y="275844"/>
                </a:lnTo>
                <a:lnTo>
                  <a:pt x="193548" y="275844"/>
                </a:lnTo>
                <a:lnTo>
                  <a:pt x="199644" y="278892"/>
                </a:lnTo>
                <a:lnTo>
                  <a:pt x="199644" y="281940"/>
                </a:lnTo>
                <a:lnTo>
                  <a:pt x="201168" y="283464"/>
                </a:lnTo>
                <a:lnTo>
                  <a:pt x="202692" y="288036"/>
                </a:lnTo>
                <a:lnTo>
                  <a:pt x="202692" y="294132"/>
                </a:lnTo>
                <a:lnTo>
                  <a:pt x="207264" y="294132"/>
                </a:lnTo>
                <a:lnTo>
                  <a:pt x="207264" y="274320"/>
                </a:lnTo>
                <a:lnTo>
                  <a:pt x="207264" y="230124"/>
                </a:lnTo>
                <a:close/>
              </a:path>
              <a:path extrusionOk="0" h="658495" w="210819">
                <a:moveTo>
                  <a:pt x="207264" y="150876"/>
                </a:moveTo>
                <a:lnTo>
                  <a:pt x="202692" y="150876"/>
                </a:lnTo>
                <a:lnTo>
                  <a:pt x="202692" y="156972"/>
                </a:lnTo>
                <a:lnTo>
                  <a:pt x="201168" y="161544"/>
                </a:lnTo>
                <a:lnTo>
                  <a:pt x="198120" y="167640"/>
                </a:lnTo>
                <a:lnTo>
                  <a:pt x="195072" y="170688"/>
                </a:lnTo>
                <a:lnTo>
                  <a:pt x="188976" y="173736"/>
                </a:lnTo>
                <a:lnTo>
                  <a:pt x="182880" y="175260"/>
                </a:lnTo>
                <a:lnTo>
                  <a:pt x="114300" y="175260"/>
                </a:lnTo>
                <a:lnTo>
                  <a:pt x="105156" y="170688"/>
                </a:lnTo>
                <a:lnTo>
                  <a:pt x="97536" y="166116"/>
                </a:lnTo>
                <a:lnTo>
                  <a:pt x="94488" y="161544"/>
                </a:lnTo>
                <a:lnTo>
                  <a:pt x="91440" y="158496"/>
                </a:lnTo>
                <a:lnTo>
                  <a:pt x="91440" y="153924"/>
                </a:lnTo>
                <a:lnTo>
                  <a:pt x="92964" y="149352"/>
                </a:lnTo>
                <a:lnTo>
                  <a:pt x="100584" y="141732"/>
                </a:lnTo>
                <a:lnTo>
                  <a:pt x="102108" y="137160"/>
                </a:lnTo>
                <a:lnTo>
                  <a:pt x="102108" y="131064"/>
                </a:lnTo>
                <a:lnTo>
                  <a:pt x="100584" y="128016"/>
                </a:lnTo>
                <a:lnTo>
                  <a:pt x="97536" y="126492"/>
                </a:lnTo>
                <a:lnTo>
                  <a:pt x="94488" y="123444"/>
                </a:lnTo>
                <a:lnTo>
                  <a:pt x="82296" y="123444"/>
                </a:lnTo>
                <a:lnTo>
                  <a:pt x="77724" y="124968"/>
                </a:lnTo>
                <a:lnTo>
                  <a:pt x="71628" y="131064"/>
                </a:lnTo>
                <a:lnTo>
                  <a:pt x="70104" y="135636"/>
                </a:lnTo>
                <a:lnTo>
                  <a:pt x="70104" y="141732"/>
                </a:lnTo>
                <a:lnTo>
                  <a:pt x="72110" y="149974"/>
                </a:lnTo>
                <a:lnTo>
                  <a:pt x="78105" y="158496"/>
                </a:lnTo>
                <a:lnTo>
                  <a:pt x="88112" y="167030"/>
                </a:lnTo>
                <a:lnTo>
                  <a:pt x="102108" y="175260"/>
                </a:lnTo>
                <a:lnTo>
                  <a:pt x="70104" y="175260"/>
                </a:lnTo>
                <a:lnTo>
                  <a:pt x="70104" y="181356"/>
                </a:lnTo>
                <a:lnTo>
                  <a:pt x="86868" y="222504"/>
                </a:lnTo>
                <a:lnTo>
                  <a:pt x="91440" y="220980"/>
                </a:lnTo>
                <a:lnTo>
                  <a:pt x="89916" y="216408"/>
                </a:lnTo>
                <a:lnTo>
                  <a:pt x="88392" y="213360"/>
                </a:lnTo>
                <a:lnTo>
                  <a:pt x="88392" y="207264"/>
                </a:lnTo>
                <a:lnTo>
                  <a:pt x="94488" y="201168"/>
                </a:lnTo>
                <a:lnTo>
                  <a:pt x="97536" y="199644"/>
                </a:lnTo>
                <a:lnTo>
                  <a:pt x="190500" y="199644"/>
                </a:lnTo>
                <a:lnTo>
                  <a:pt x="195072" y="201168"/>
                </a:lnTo>
                <a:lnTo>
                  <a:pt x="201168" y="207264"/>
                </a:lnTo>
                <a:lnTo>
                  <a:pt x="202692" y="211836"/>
                </a:lnTo>
                <a:lnTo>
                  <a:pt x="202692" y="219456"/>
                </a:lnTo>
                <a:lnTo>
                  <a:pt x="207264" y="219456"/>
                </a:lnTo>
                <a:lnTo>
                  <a:pt x="207264" y="150876"/>
                </a:lnTo>
                <a:close/>
              </a:path>
              <a:path extrusionOk="0" h="658495" w="210819">
                <a:moveTo>
                  <a:pt x="210324" y="600456"/>
                </a:moveTo>
                <a:lnTo>
                  <a:pt x="193560" y="563880"/>
                </a:lnTo>
                <a:lnTo>
                  <a:pt x="158508" y="545592"/>
                </a:lnTo>
                <a:lnTo>
                  <a:pt x="155460" y="548640"/>
                </a:lnTo>
                <a:lnTo>
                  <a:pt x="163093" y="552335"/>
                </a:lnTo>
                <a:lnTo>
                  <a:pt x="169748" y="556450"/>
                </a:lnTo>
                <a:lnTo>
                  <a:pt x="174929" y="560832"/>
                </a:lnTo>
                <a:lnTo>
                  <a:pt x="178320" y="565404"/>
                </a:lnTo>
                <a:lnTo>
                  <a:pt x="182892" y="571500"/>
                </a:lnTo>
                <a:lnTo>
                  <a:pt x="185940" y="580644"/>
                </a:lnTo>
                <a:lnTo>
                  <a:pt x="185940" y="588264"/>
                </a:lnTo>
                <a:lnTo>
                  <a:pt x="169176" y="623316"/>
                </a:lnTo>
                <a:lnTo>
                  <a:pt x="123456" y="637032"/>
                </a:lnTo>
                <a:lnTo>
                  <a:pt x="123456" y="576072"/>
                </a:lnTo>
                <a:lnTo>
                  <a:pt x="123456" y="545592"/>
                </a:lnTo>
                <a:lnTo>
                  <a:pt x="114312" y="546455"/>
                </a:lnTo>
                <a:lnTo>
                  <a:pt x="114312" y="576072"/>
                </a:lnTo>
                <a:lnTo>
                  <a:pt x="114312" y="637032"/>
                </a:lnTo>
                <a:lnTo>
                  <a:pt x="79260" y="612648"/>
                </a:lnTo>
                <a:lnTo>
                  <a:pt x="79260" y="600456"/>
                </a:lnTo>
                <a:lnTo>
                  <a:pt x="99072" y="577596"/>
                </a:lnTo>
                <a:lnTo>
                  <a:pt x="105168" y="577596"/>
                </a:lnTo>
                <a:lnTo>
                  <a:pt x="114312" y="576072"/>
                </a:lnTo>
                <a:lnTo>
                  <a:pt x="114312" y="546455"/>
                </a:lnTo>
                <a:lnTo>
                  <a:pt x="111683" y="546696"/>
                </a:lnTo>
                <a:lnTo>
                  <a:pt x="101358" y="549783"/>
                </a:lnTo>
                <a:lnTo>
                  <a:pt x="73545" y="576834"/>
                </a:lnTo>
                <a:lnTo>
                  <a:pt x="70180" y="598246"/>
                </a:lnTo>
                <a:lnTo>
                  <a:pt x="71259" y="610323"/>
                </a:lnTo>
                <a:lnTo>
                  <a:pt x="98666" y="649376"/>
                </a:lnTo>
                <a:lnTo>
                  <a:pt x="141744" y="658368"/>
                </a:lnTo>
                <a:lnTo>
                  <a:pt x="156667" y="657466"/>
                </a:lnTo>
                <a:lnTo>
                  <a:pt x="169748" y="654558"/>
                </a:lnTo>
                <a:lnTo>
                  <a:pt x="181381" y="649376"/>
                </a:lnTo>
                <a:lnTo>
                  <a:pt x="192036" y="641604"/>
                </a:lnTo>
                <a:lnTo>
                  <a:pt x="196303" y="637032"/>
                </a:lnTo>
                <a:lnTo>
                  <a:pt x="200037" y="633031"/>
                </a:lnTo>
                <a:lnTo>
                  <a:pt x="205752" y="623316"/>
                </a:lnTo>
                <a:lnTo>
                  <a:pt x="209181" y="612457"/>
                </a:lnTo>
                <a:lnTo>
                  <a:pt x="210324" y="600456"/>
                </a:lnTo>
                <a:close/>
              </a:path>
              <a:path extrusionOk="0" h="658495" w="210819">
                <a:moveTo>
                  <a:pt x="210324" y="332232"/>
                </a:moveTo>
                <a:lnTo>
                  <a:pt x="207276" y="326136"/>
                </a:lnTo>
                <a:lnTo>
                  <a:pt x="198132" y="313944"/>
                </a:lnTo>
                <a:lnTo>
                  <a:pt x="190512" y="309372"/>
                </a:lnTo>
                <a:lnTo>
                  <a:pt x="181368" y="306324"/>
                </a:lnTo>
                <a:lnTo>
                  <a:pt x="181368" y="312420"/>
                </a:lnTo>
                <a:lnTo>
                  <a:pt x="187464" y="315468"/>
                </a:lnTo>
                <a:lnTo>
                  <a:pt x="192036" y="324612"/>
                </a:lnTo>
                <a:lnTo>
                  <a:pt x="192036" y="332232"/>
                </a:lnTo>
                <a:lnTo>
                  <a:pt x="190512" y="335280"/>
                </a:lnTo>
                <a:lnTo>
                  <a:pt x="187464" y="336804"/>
                </a:lnTo>
                <a:lnTo>
                  <a:pt x="184416" y="339852"/>
                </a:lnTo>
                <a:lnTo>
                  <a:pt x="178320" y="341376"/>
                </a:lnTo>
                <a:lnTo>
                  <a:pt x="82308" y="341376"/>
                </a:lnTo>
                <a:lnTo>
                  <a:pt x="82308" y="309372"/>
                </a:lnTo>
                <a:lnTo>
                  <a:pt x="73164" y="309372"/>
                </a:lnTo>
                <a:lnTo>
                  <a:pt x="73164" y="341376"/>
                </a:lnTo>
                <a:lnTo>
                  <a:pt x="28968" y="341376"/>
                </a:lnTo>
                <a:lnTo>
                  <a:pt x="28968" y="344424"/>
                </a:lnTo>
                <a:lnTo>
                  <a:pt x="38112" y="347472"/>
                </a:lnTo>
                <a:lnTo>
                  <a:pt x="45732" y="352044"/>
                </a:lnTo>
                <a:lnTo>
                  <a:pt x="48780" y="353568"/>
                </a:lnTo>
                <a:lnTo>
                  <a:pt x="56400" y="358140"/>
                </a:lnTo>
                <a:lnTo>
                  <a:pt x="62496" y="364236"/>
                </a:lnTo>
                <a:lnTo>
                  <a:pt x="76212" y="382524"/>
                </a:lnTo>
                <a:lnTo>
                  <a:pt x="77736" y="388620"/>
                </a:lnTo>
                <a:lnTo>
                  <a:pt x="82308" y="388620"/>
                </a:lnTo>
                <a:lnTo>
                  <a:pt x="82308" y="365760"/>
                </a:lnTo>
                <a:lnTo>
                  <a:pt x="182892" y="365760"/>
                </a:lnTo>
                <a:lnTo>
                  <a:pt x="190512" y="364236"/>
                </a:lnTo>
                <a:lnTo>
                  <a:pt x="195084" y="362712"/>
                </a:lnTo>
                <a:lnTo>
                  <a:pt x="204228" y="356616"/>
                </a:lnTo>
                <a:lnTo>
                  <a:pt x="205752" y="352044"/>
                </a:lnTo>
                <a:lnTo>
                  <a:pt x="208800" y="348996"/>
                </a:lnTo>
                <a:lnTo>
                  <a:pt x="210324" y="344424"/>
                </a:lnTo>
                <a:lnTo>
                  <a:pt x="210324" y="332232"/>
                </a:lnTo>
                <a:close/>
              </a:path>
              <a:path extrusionOk="0" h="658495" w="210819">
                <a:moveTo>
                  <a:pt x="210324" y="54864"/>
                </a:moveTo>
                <a:lnTo>
                  <a:pt x="193560" y="18288"/>
                </a:lnTo>
                <a:lnTo>
                  <a:pt x="158508" y="0"/>
                </a:lnTo>
                <a:lnTo>
                  <a:pt x="155460" y="3048"/>
                </a:lnTo>
                <a:lnTo>
                  <a:pt x="163093" y="6743"/>
                </a:lnTo>
                <a:lnTo>
                  <a:pt x="169748" y="10858"/>
                </a:lnTo>
                <a:lnTo>
                  <a:pt x="174929" y="15240"/>
                </a:lnTo>
                <a:lnTo>
                  <a:pt x="178320" y="19812"/>
                </a:lnTo>
                <a:lnTo>
                  <a:pt x="182892" y="27432"/>
                </a:lnTo>
                <a:lnTo>
                  <a:pt x="185940" y="35052"/>
                </a:lnTo>
                <a:lnTo>
                  <a:pt x="185940" y="42672"/>
                </a:lnTo>
                <a:lnTo>
                  <a:pt x="169176" y="77724"/>
                </a:lnTo>
                <a:lnTo>
                  <a:pt x="123456" y="91440"/>
                </a:lnTo>
                <a:lnTo>
                  <a:pt x="123456" y="30480"/>
                </a:lnTo>
                <a:lnTo>
                  <a:pt x="123456" y="0"/>
                </a:lnTo>
                <a:lnTo>
                  <a:pt x="114312" y="863"/>
                </a:lnTo>
                <a:lnTo>
                  <a:pt x="114312" y="30480"/>
                </a:lnTo>
                <a:lnTo>
                  <a:pt x="114312" y="91440"/>
                </a:lnTo>
                <a:lnTo>
                  <a:pt x="79260" y="67056"/>
                </a:lnTo>
                <a:lnTo>
                  <a:pt x="79260" y="54864"/>
                </a:lnTo>
                <a:lnTo>
                  <a:pt x="80784" y="50292"/>
                </a:lnTo>
                <a:lnTo>
                  <a:pt x="83832" y="45720"/>
                </a:lnTo>
                <a:lnTo>
                  <a:pt x="86880" y="39624"/>
                </a:lnTo>
                <a:lnTo>
                  <a:pt x="89928" y="36576"/>
                </a:lnTo>
                <a:lnTo>
                  <a:pt x="99072" y="32004"/>
                </a:lnTo>
                <a:lnTo>
                  <a:pt x="105168" y="32004"/>
                </a:lnTo>
                <a:lnTo>
                  <a:pt x="114312" y="30480"/>
                </a:lnTo>
                <a:lnTo>
                  <a:pt x="114312" y="863"/>
                </a:lnTo>
                <a:lnTo>
                  <a:pt x="111683" y="1104"/>
                </a:lnTo>
                <a:lnTo>
                  <a:pt x="101358" y="4191"/>
                </a:lnTo>
                <a:lnTo>
                  <a:pt x="73545" y="31242"/>
                </a:lnTo>
                <a:lnTo>
                  <a:pt x="70180" y="52654"/>
                </a:lnTo>
                <a:lnTo>
                  <a:pt x="71259" y="64731"/>
                </a:lnTo>
                <a:lnTo>
                  <a:pt x="98666" y="103784"/>
                </a:lnTo>
                <a:lnTo>
                  <a:pt x="141744" y="112776"/>
                </a:lnTo>
                <a:lnTo>
                  <a:pt x="156667" y="111874"/>
                </a:lnTo>
                <a:lnTo>
                  <a:pt x="169748" y="108966"/>
                </a:lnTo>
                <a:lnTo>
                  <a:pt x="181381" y="103784"/>
                </a:lnTo>
                <a:lnTo>
                  <a:pt x="192036" y="96012"/>
                </a:lnTo>
                <a:lnTo>
                  <a:pt x="196303" y="91440"/>
                </a:lnTo>
                <a:lnTo>
                  <a:pt x="200037" y="87439"/>
                </a:lnTo>
                <a:lnTo>
                  <a:pt x="205752" y="77724"/>
                </a:lnTo>
                <a:lnTo>
                  <a:pt x="209181" y="66865"/>
                </a:lnTo>
                <a:lnTo>
                  <a:pt x="210324" y="548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1" name="Google Shape;1271;p24"/>
          <p:cNvGrpSpPr/>
          <p:nvPr/>
        </p:nvGrpSpPr>
        <p:grpSpPr>
          <a:xfrm>
            <a:off x="2042160" y="6003035"/>
            <a:ext cx="205740" cy="688847"/>
            <a:chOff x="2042160" y="6003035"/>
            <a:chExt cx="205740" cy="688847"/>
          </a:xfrm>
        </p:grpSpPr>
        <p:pic>
          <p:nvPicPr>
            <p:cNvPr id="1272" name="Google Shape;1272;p24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107691" y="6455663"/>
              <a:ext cx="140208" cy="2362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73" name="Google Shape;1273;p24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107691" y="6073140"/>
              <a:ext cx="140208" cy="36271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74" name="Google Shape;1274;p24"/>
            <p:cNvSpPr/>
            <p:nvPr/>
          </p:nvSpPr>
          <p:spPr>
            <a:xfrm>
              <a:off x="2042160" y="6003035"/>
              <a:ext cx="205740" cy="33655"/>
            </a:xfrm>
            <a:custGeom>
              <a:rect b="b" l="l" r="r" t="t"/>
              <a:pathLst>
                <a:path extrusionOk="0" h="33654" w="205739">
                  <a:moveTo>
                    <a:pt x="25908" y="33528"/>
                  </a:moveTo>
                  <a:lnTo>
                    <a:pt x="13716" y="33528"/>
                  </a:lnTo>
                  <a:lnTo>
                    <a:pt x="9144" y="32004"/>
                  </a:lnTo>
                  <a:lnTo>
                    <a:pt x="1524" y="24384"/>
                  </a:lnTo>
                  <a:lnTo>
                    <a:pt x="0" y="21336"/>
                  </a:lnTo>
                  <a:lnTo>
                    <a:pt x="0" y="12192"/>
                  </a:lnTo>
                  <a:lnTo>
                    <a:pt x="1524" y="7620"/>
                  </a:lnTo>
                  <a:lnTo>
                    <a:pt x="4572" y="4572"/>
                  </a:lnTo>
                  <a:lnTo>
                    <a:pt x="9144" y="1524"/>
                  </a:lnTo>
                  <a:lnTo>
                    <a:pt x="13716" y="0"/>
                  </a:lnTo>
                  <a:lnTo>
                    <a:pt x="30480" y="0"/>
                  </a:lnTo>
                  <a:lnTo>
                    <a:pt x="147828" y="13716"/>
                  </a:lnTo>
                  <a:lnTo>
                    <a:pt x="147828" y="21336"/>
                  </a:lnTo>
                  <a:lnTo>
                    <a:pt x="30480" y="32004"/>
                  </a:lnTo>
                  <a:lnTo>
                    <a:pt x="25908" y="33528"/>
                  </a:lnTo>
                  <a:close/>
                </a:path>
                <a:path extrusionOk="0" h="33654" w="205739">
                  <a:moveTo>
                    <a:pt x="193548" y="33528"/>
                  </a:moveTo>
                  <a:lnTo>
                    <a:pt x="184404" y="33528"/>
                  </a:lnTo>
                  <a:lnTo>
                    <a:pt x="179832" y="32004"/>
                  </a:lnTo>
                  <a:lnTo>
                    <a:pt x="176784" y="27432"/>
                  </a:lnTo>
                  <a:lnTo>
                    <a:pt x="173736" y="24384"/>
                  </a:lnTo>
                  <a:lnTo>
                    <a:pt x="172212" y="21336"/>
                  </a:lnTo>
                  <a:lnTo>
                    <a:pt x="172212" y="12192"/>
                  </a:lnTo>
                  <a:lnTo>
                    <a:pt x="173736" y="7620"/>
                  </a:lnTo>
                  <a:lnTo>
                    <a:pt x="179832" y="1524"/>
                  </a:lnTo>
                  <a:lnTo>
                    <a:pt x="184404" y="0"/>
                  </a:lnTo>
                  <a:lnTo>
                    <a:pt x="193548" y="0"/>
                  </a:lnTo>
                  <a:lnTo>
                    <a:pt x="196596" y="1524"/>
                  </a:lnTo>
                  <a:lnTo>
                    <a:pt x="199644" y="4572"/>
                  </a:lnTo>
                  <a:lnTo>
                    <a:pt x="204216" y="7620"/>
                  </a:lnTo>
                  <a:lnTo>
                    <a:pt x="205740" y="12192"/>
                  </a:lnTo>
                  <a:lnTo>
                    <a:pt x="205740" y="21336"/>
                  </a:lnTo>
                  <a:lnTo>
                    <a:pt x="204216" y="24384"/>
                  </a:lnTo>
                  <a:lnTo>
                    <a:pt x="199644" y="27432"/>
                  </a:lnTo>
                  <a:lnTo>
                    <a:pt x="196596" y="32004"/>
                  </a:lnTo>
                  <a:lnTo>
                    <a:pt x="193548" y="335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75" name="Google Shape;1275;p24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470403" y="8842247"/>
            <a:ext cx="201168" cy="777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76" name="Google Shape;1276;p24"/>
          <p:cNvGrpSpPr/>
          <p:nvPr/>
        </p:nvGrpSpPr>
        <p:grpSpPr>
          <a:xfrm>
            <a:off x="2470403" y="8154923"/>
            <a:ext cx="248793" cy="638555"/>
            <a:chOff x="2470403" y="8154923"/>
            <a:chExt cx="248793" cy="638555"/>
          </a:xfrm>
        </p:grpSpPr>
        <p:pic>
          <p:nvPicPr>
            <p:cNvPr id="1277" name="Google Shape;1277;p24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473452" y="8671559"/>
              <a:ext cx="201168" cy="1219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78" name="Google Shape;1278;p24"/>
            <p:cNvSpPr/>
            <p:nvPr/>
          </p:nvSpPr>
          <p:spPr>
            <a:xfrm>
              <a:off x="2641091" y="8598408"/>
              <a:ext cx="78105" cy="44450"/>
            </a:xfrm>
            <a:custGeom>
              <a:rect b="b" l="l" r="r" t="t"/>
              <a:pathLst>
                <a:path extrusionOk="0" h="44450" w="78105">
                  <a:moveTo>
                    <a:pt x="77724" y="44196"/>
                  </a:moveTo>
                  <a:lnTo>
                    <a:pt x="71628" y="44196"/>
                  </a:lnTo>
                  <a:lnTo>
                    <a:pt x="68818" y="37623"/>
                  </a:lnTo>
                  <a:lnTo>
                    <a:pt x="65151" y="31623"/>
                  </a:lnTo>
                  <a:lnTo>
                    <a:pt x="60912" y="26193"/>
                  </a:lnTo>
                  <a:lnTo>
                    <a:pt x="56388" y="21336"/>
                  </a:lnTo>
                  <a:lnTo>
                    <a:pt x="48768" y="16764"/>
                  </a:lnTo>
                  <a:lnTo>
                    <a:pt x="42672" y="13716"/>
                  </a:lnTo>
                  <a:lnTo>
                    <a:pt x="32004" y="13716"/>
                  </a:lnTo>
                  <a:lnTo>
                    <a:pt x="30480" y="15240"/>
                  </a:lnTo>
                  <a:lnTo>
                    <a:pt x="28956" y="15240"/>
                  </a:lnTo>
                  <a:lnTo>
                    <a:pt x="28956" y="18288"/>
                  </a:lnTo>
                  <a:lnTo>
                    <a:pt x="30480" y="19812"/>
                  </a:lnTo>
                  <a:lnTo>
                    <a:pt x="32004" y="24384"/>
                  </a:lnTo>
                  <a:lnTo>
                    <a:pt x="33528" y="25908"/>
                  </a:lnTo>
                  <a:lnTo>
                    <a:pt x="33528" y="33528"/>
                  </a:lnTo>
                  <a:lnTo>
                    <a:pt x="32004" y="38100"/>
                  </a:lnTo>
                  <a:lnTo>
                    <a:pt x="28956" y="39624"/>
                  </a:lnTo>
                  <a:lnTo>
                    <a:pt x="25908" y="42672"/>
                  </a:lnTo>
                  <a:lnTo>
                    <a:pt x="22860" y="44196"/>
                  </a:lnTo>
                  <a:lnTo>
                    <a:pt x="12192" y="44196"/>
                  </a:lnTo>
                  <a:lnTo>
                    <a:pt x="7620" y="42672"/>
                  </a:lnTo>
                  <a:lnTo>
                    <a:pt x="4572" y="38100"/>
                  </a:lnTo>
                  <a:lnTo>
                    <a:pt x="1524" y="35052"/>
                  </a:lnTo>
                  <a:lnTo>
                    <a:pt x="0" y="30480"/>
                  </a:lnTo>
                  <a:lnTo>
                    <a:pt x="0" y="18288"/>
                  </a:lnTo>
                  <a:lnTo>
                    <a:pt x="3048" y="12192"/>
                  </a:lnTo>
                  <a:lnTo>
                    <a:pt x="7620" y="7620"/>
                  </a:lnTo>
                  <a:lnTo>
                    <a:pt x="13716" y="3048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8961" y="24574"/>
                  </a:lnTo>
                  <a:lnTo>
                    <a:pt x="73771" y="33599"/>
                  </a:lnTo>
                  <a:lnTo>
                    <a:pt x="77724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79" name="Google Shape;1279;p24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470403" y="8444484"/>
              <a:ext cx="201168" cy="132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80" name="Google Shape;1280;p24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470403" y="8298179"/>
              <a:ext cx="204216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81" name="Google Shape;1281;p24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470512" y="8154923"/>
              <a:ext cx="204106" cy="1143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82" name="Google Shape;1282;p24"/>
          <p:cNvSpPr/>
          <p:nvPr/>
        </p:nvSpPr>
        <p:spPr>
          <a:xfrm>
            <a:off x="2534399" y="7130796"/>
            <a:ext cx="140335" cy="932815"/>
          </a:xfrm>
          <a:custGeom>
            <a:rect b="b" l="l" r="r" t="t"/>
            <a:pathLst>
              <a:path extrusionOk="0" h="932815" w="140335">
                <a:moveTo>
                  <a:pt x="137160" y="0"/>
                </a:moveTo>
                <a:lnTo>
                  <a:pt x="132588" y="0"/>
                </a:lnTo>
                <a:lnTo>
                  <a:pt x="132588" y="6096"/>
                </a:lnTo>
                <a:lnTo>
                  <a:pt x="131064" y="10668"/>
                </a:lnTo>
                <a:lnTo>
                  <a:pt x="129540" y="12192"/>
                </a:lnTo>
                <a:lnTo>
                  <a:pt x="128016" y="15240"/>
                </a:lnTo>
                <a:lnTo>
                  <a:pt x="124968" y="18288"/>
                </a:lnTo>
                <a:lnTo>
                  <a:pt x="120396" y="19812"/>
                </a:lnTo>
                <a:lnTo>
                  <a:pt x="48768" y="19812"/>
                </a:lnTo>
                <a:lnTo>
                  <a:pt x="41084" y="20078"/>
                </a:lnTo>
                <a:lnTo>
                  <a:pt x="4572" y="35052"/>
                </a:lnTo>
                <a:lnTo>
                  <a:pt x="0" y="47244"/>
                </a:lnTo>
                <a:lnTo>
                  <a:pt x="0" y="60960"/>
                </a:lnTo>
                <a:lnTo>
                  <a:pt x="1524" y="68580"/>
                </a:lnTo>
                <a:lnTo>
                  <a:pt x="6096" y="74676"/>
                </a:lnTo>
                <a:lnTo>
                  <a:pt x="9245" y="80441"/>
                </a:lnTo>
                <a:lnTo>
                  <a:pt x="14097" y="86487"/>
                </a:lnTo>
                <a:lnTo>
                  <a:pt x="20675" y="93116"/>
                </a:lnTo>
                <a:lnTo>
                  <a:pt x="28956" y="100584"/>
                </a:lnTo>
                <a:lnTo>
                  <a:pt x="19812" y="102108"/>
                </a:lnTo>
                <a:lnTo>
                  <a:pt x="12192" y="105156"/>
                </a:lnTo>
                <a:lnTo>
                  <a:pt x="7620" y="111252"/>
                </a:lnTo>
                <a:lnTo>
                  <a:pt x="1524" y="117348"/>
                </a:lnTo>
                <a:lnTo>
                  <a:pt x="0" y="124968"/>
                </a:lnTo>
                <a:lnTo>
                  <a:pt x="0" y="137160"/>
                </a:lnTo>
                <a:lnTo>
                  <a:pt x="1524" y="143256"/>
                </a:lnTo>
                <a:lnTo>
                  <a:pt x="4572" y="152400"/>
                </a:lnTo>
                <a:lnTo>
                  <a:pt x="7620" y="156972"/>
                </a:lnTo>
                <a:lnTo>
                  <a:pt x="13716" y="163068"/>
                </a:lnTo>
                <a:lnTo>
                  <a:pt x="18288" y="169164"/>
                </a:lnTo>
                <a:lnTo>
                  <a:pt x="28956" y="178308"/>
                </a:lnTo>
                <a:lnTo>
                  <a:pt x="0" y="178308"/>
                </a:lnTo>
                <a:lnTo>
                  <a:pt x="0" y="184404"/>
                </a:lnTo>
                <a:lnTo>
                  <a:pt x="16764" y="225552"/>
                </a:lnTo>
                <a:lnTo>
                  <a:pt x="21336" y="224028"/>
                </a:lnTo>
                <a:lnTo>
                  <a:pt x="19812" y="219456"/>
                </a:lnTo>
                <a:lnTo>
                  <a:pt x="18288" y="216408"/>
                </a:lnTo>
                <a:lnTo>
                  <a:pt x="18288" y="210312"/>
                </a:lnTo>
                <a:lnTo>
                  <a:pt x="21336" y="207264"/>
                </a:lnTo>
                <a:lnTo>
                  <a:pt x="21336" y="205740"/>
                </a:lnTo>
                <a:lnTo>
                  <a:pt x="24384" y="204216"/>
                </a:lnTo>
                <a:lnTo>
                  <a:pt x="27432" y="204216"/>
                </a:lnTo>
                <a:lnTo>
                  <a:pt x="31750" y="203339"/>
                </a:lnTo>
                <a:lnTo>
                  <a:pt x="37909" y="202882"/>
                </a:lnTo>
                <a:lnTo>
                  <a:pt x="56388" y="202692"/>
                </a:lnTo>
                <a:lnTo>
                  <a:pt x="120396" y="202692"/>
                </a:lnTo>
                <a:lnTo>
                  <a:pt x="129540" y="207264"/>
                </a:lnTo>
                <a:lnTo>
                  <a:pt x="129540" y="210312"/>
                </a:lnTo>
                <a:lnTo>
                  <a:pt x="131064" y="211836"/>
                </a:lnTo>
                <a:lnTo>
                  <a:pt x="132588" y="216408"/>
                </a:lnTo>
                <a:lnTo>
                  <a:pt x="132588" y="222504"/>
                </a:lnTo>
                <a:lnTo>
                  <a:pt x="137160" y="222504"/>
                </a:lnTo>
                <a:lnTo>
                  <a:pt x="137160" y="158496"/>
                </a:lnTo>
                <a:lnTo>
                  <a:pt x="132588" y="158496"/>
                </a:lnTo>
                <a:lnTo>
                  <a:pt x="132588" y="164592"/>
                </a:lnTo>
                <a:lnTo>
                  <a:pt x="131064" y="169164"/>
                </a:lnTo>
                <a:lnTo>
                  <a:pt x="129540" y="172212"/>
                </a:lnTo>
                <a:lnTo>
                  <a:pt x="129540" y="173736"/>
                </a:lnTo>
                <a:lnTo>
                  <a:pt x="123444" y="176784"/>
                </a:lnTo>
                <a:lnTo>
                  <a:pt x="121920" y="178308"/>
                </a:lnTo>
                <a:lnTo>
                  <a:pt x="36576" y="178308"/>
                </a:lnTo>
                <a:lnTo>
                  <a:pt x="30480" y="173736"/>
                </a:lnTo>
                <a:lnTo>
                  <a:pt x="25908" y="167640"/>
                </a:lnTo>
                <a:lnTo>
                  <a:pt x="22860" y="160020"/>
                </a:lnTo>
                <a:lnTo>
                  <a:pt x="19812" y="155448"/>
                </a:lnTo>
                <a:lnTo>
                  <a:pt x="18288" y="150876"/>
                </a:lnTo>
                <a:lnTo>
                  <a:pt x="18288" y="138684"/>
                </a:lnTo>
                <a:lnTo>
                  <a:pt x="21336" y="132588"/>
                </a:lnTo>
                <a:lnTo>
                  <a:pt x="27432" y="128016"/>
                </a:lnTo>
                <a:lnTo>
                  <a:pt x="32004" y="124968"/>
                </a:lnTo>
                <a:lnTo>
                  <a:pt x="39624" y="123444"/>
                </a:lnTo>
                <a:lnTo>
                  <a:pt x="121920" y="123444"/>
                </a:lnTo>
                <a:lnTo>
                  <a:pt x="128016" y="126492"/>
                </a:lnTo>
                <a:lnTo>
                  <a:pt x="131064" y="132588"/>
                </a:lnTo>
                <a:lnTo>
                  <a:pt x="132588" y="137160"/>
                </a:lnTo>
                <a:lnTo>
                  <a:pt x="132588" y="143256"/>
                </a:lnTo>
                <a:lnTo>
                  <a:pt x="137160" y="143256"/>
                </a:lnTo>
                <a:lnTo>
                  <a:pt x="137160" y="79248"/>
                </a:lnTo>
                <a:lnTo>
                  <a:pt x="132588" y="79248"/>
                </a:lnTo>
                <a:lnTo>
                  <a:pt x="132588" y="85344"/>
                </a:lnTo>
                <a:lnTo>
                  <a:pt x="131064" y="89916"/>
                </a:lnTo>
                <a:lnTo>
                  <a:pt x="129540" y="92964"/>
                </a:lnTo>
                <a:lnTo>
                  <a:pt x="128016" y="94488"/>
                </a:lnTo>
                <a:lnTo>
                  <a:pt x="126492" y="97536"/>
                </a:lnTo>
                <a:lnTo>
                  <a:pt x="123444" y="97536"/>
                </a:lnTo>
                <a:lnTo>
                  <a:pt x="121920" y="99060"/>
                </a:lnTo>
                <a:lnTo>
                  <a:pt x="36576" y="99060"/>
                </a:lnTo>
                <a:lnTo>
                  <a:pt x="18288" y="70104"/>
                </a:lnTo>
                <a:lnTo>
                  <a:pt x="18288" y="57912"/>
                </a:lnTo>
                <a:lnTo>
                  <a:pt x="21336" y="51816"/>
                </a:lnTo>
                <a:lnTo>
                  <a:pt x="27432" y="48768"/>
                </a:lnTo>
                <a:lnTo>
                  <a:pt x="32004" y="45720"/>
                </a:lnTo>
                <a:lnTo>
                  <a:pt x="39624" y="44196"/>
                </a:lnTo>
                <a:lnTo>
                  <a:pt x="120396" y="44196"/>
                </a:lnTo>
                <a:lnTo>
                  <a:pt x="124968" y="45720"/>
                </a:lnTo>
                <a:lnTo>
                  <a:pt x="126492" y="47244"/>
                </a:lnTo>
                <a:lnTo>
                  <a:pt x="129540" y="48768"/>
                </a:lnTo>
                <a:lnTo>
                  <a:pt x="131064" y="51816"/>
                </a:lnTo>
                <a:lnTo>
                  <a:pt x="132588" y="56388"/>
                </a:lnTo>
                <a:lnTo>
                  <a:pt x="132588" y="64008"/>
                </a:lnTo>
                <a:lnTo>
                  <a:pt x="137160" y="64008"/>
                </a:lnTo>
                <a:lnTo>
                  <a:pt x="137160" y="0"/>
                </a:lnTo>
                <a:close/>
              </a:path>
              <a:path extrusionOk="0" h="932815" w="140335">
                <a:moveTo>
                  <a:pt x="140208" y="411480"/>
                </a:moveTo>
                <a:lnTo>
                  <a:pt x="123444" y="371856"/>
                </a:lnTo>
                <a:lnTo>
                  <a:pt x="118872" y="373380"/>
                </a:lnTo>
                <a:lnTo>
                  <a:pt x="120396" y="376428"/>
                </a:lnTo>
                <a:lnTo>
                  <a:pt x="120396" y="387096"/>
                </a:lnTo>
                <a:lnTo>
                  <a:pt x="118872" y="390144"/>
                </a:lnTo>
                <a:lnTo>
                  <a:pt x="117348" y="391668"/>
                </a:lnTo>
                <a:lnTo>
                  <a:pt x="115824" y="391668"/>
                </a:lnTo>
                <a:lnTo>
                  <a:pt x="111252" y="393192"/>
                </a:lnTo>
                <a:lnTo>
                  <a:pt x="94107" y="394487"/>
                </a:lnTo>
                <a:lnTo>
                  <a:pt x="83820" y="394716"/>
                </a:lnTo>
                <a:lnTo>
                  <a:pt x="3048" y="394716"/>
                </a:lnTo>
                <a:lnTo>
                  <a:pt x="3048" y="438912"/>
                </a:lnTo>
                <a:lnTo>
                  <a:pt x="7620" y="438912"/>
                </a:lnTo>
                <a:lnTo>
                  <a:pt x="7620" y="429768"/>
                </a:lnTo>
                <a:lnTo>
                  <a:pt x="9144" y="425196"/>
                </a:lnTo>
                <a:lnTo>
                  <a:pt x="15240" y="419100"/>
                </a:lnTo>
                <a:lnTo>
                  <a:pt x="102108" y="419100"/>
                </a:lnTo>
                <a:lnTo>
                  <a:pt x="109728" y="425196"/>
                </a:lnTo>
                <a:lnTo>
                  <a:pt x="115824" y="432816"/>
                </a:lnTo>
                <a:lnTo>
                  <a:pt x="117348" y="437388"/>
                </a:lnTo>
                <a:lnTo>
                  <a:pt x="120396" y="443484"/>
                </a:lnTo>
                <a:lnTo>
                  <a:pt x="121920" y="448056"/>
                </a:lnTo>
                <a:lnTo>
                  <a:pt x="121920" y="458724"/>
                </a:lnTo>
                <a:lnTo>
                  <a:pt x="91440" y="475488"/>
                </a:lnTo>
                <a:lnTo>
                  <a:pt x="3048" y="475488"/>
                </a:lnTo>
                <a:lnTo>
                  <a:pt x="3048" y="522732"/>
                </a:lnTo>
                <a:lnTo>
                  <a:pt x="7620" y="522732"/>
                </a:lnTo>
                <a:lnTo>
                  <a:pt x="7620" y="510540"/>
                </a:lnTo>
                <a:lnTo>
                  <a:pt x="10668" y="504444"/>
                </a:lnTo>
                <a:lnTo>
                  <a:pt x="12192" y="502920"/>
                </a:lnTo>
                <a:lnTo>
                  <a:pt x="18288" y="499872"/>
                </a:lnTo>
                <a:lnTo>
                  <a:pt x="88392" y="499872"/>
                </a:lnTo>
                <a:lnTo>
                  <a:pt x="96989" y="499592"/>
                </a:lnTo>
                <a:lnTo>
                  <a:pt x="104584" y="498729"/>
                </a:lnTo>
                <a:lnTo>
                  <a:pt x="111328" y="497306"/>
                </a:lnTo>
                <a:lnTo>
                  <a:pt x="117348" y="495300"/>
                </a:lnTo>
                <a:lnTo>
                  <a:pt x="123444" y="493776"/>
                </a:lnTo>
                <a:lnTo>
                  <a:pt x="129540" y="489204"/>
                </a:lnTo>
                <a:lnTo>
                  <a:pt x="134112" y="484632"/>
                </a:lnTo>
                <a:lnTo>
                  <a:pt x="140208" y="472440"/>
                </a:lnTo>
                <a:lnTo>
                  <a:pt x="140208" y="457200"/>
                </a:lnTo>
                <a:lnTo>
                  <a:pt x="111252" y="419100"/>
                </a:lnTo>
                <a:lnTo>
                  <a:pt x="140208" y="419100"/>
                </a:lnTo>
                <a:lnTo>
                  <a:pt x="140208" y="411480"/>
                </a:lnTo>
                <a:close/>
              </a:path>
              <a:path extrusionOk="0" h="932815" w="140335">
                <a:moveTo>
                  <a:pt x="140208" y="263652"/>
                </a:moveTo>
                <a:lnTo>
                  <a:pt x="123444" y="222504"/>
                </a:lnTo>
                <a:lnTo>
                  <a:pt x="118872" y="225552"/>
                </a:lnTo>
                <a:lnTo>
                  <a:pt x="120396" y="228600"/>
                </a:lnTo>
                <a:lnTo>
                  <a:pt x="120396" y="239268"/>
                </a:lnTo>
                <a:lnTo>
                  <a:pt x="115824" y="243840"/>
                </a:lnTo>
                <a:lnTo>
                  <a:pt x="111252" y="245364"/>
                </a:lnTo>
                <a:lnTo>
                  <a:pt x="3048" y="245364"/>
                </a:lnTo>
                <a:lnTo>
                  <a:pt x="3048" y="289560"/>
                </a:lnTo>
                <a:lnTo>
                  <a:pt x="7620" y="289560"/>
                </a:lnTo>
                <a:lnTo>
                  <a:pt x="7620" y="281940"/>
                </a:lnTo>
                <a:lnTo>
                  <a:pt x="9144" y="277368"/>
                </a:lnTo>
                <a:lnTo>
                  <a:pt x="15240" y="271272"/>
                </a:lnTo>
                <a:lnTo>
                  <a:pt x="19812" y="269748"/>
                </a:lnTo>
                <a:lnTo>
                  <a:pt x="102108" y="269748"/>
                </a:lnTo>
                <a:lnTo>
                  <a:pt x="115824" y="283464"/>
                </a:lnTo>
                <a:lnTo>
                  <a:pt x="117348" y="289560"/>
                </a:lnTo>
                <a:lnTo>
                  <a:pt x="120396" y="295656"/>
                </a:lnTo>
                <a:lnTo>
                  <a:pt x="121920" y="300228"/>
                </a:lnTo>
                <a:lnTo>
                  <a:pt x="121920" y="310896"/>
                </a:lnTo>
                <a:lnTo>
                  <a:pt x="120396" y="315468"/>
                </a:lnTo>
                <a:lnTo>
                  <a:pt x="115824" y="320040"/>
                </a:lnTo>
                <a:lnTo>
                  <a:pt x="112776" y="324612"/>
                </a:lnTo>
                <a:lnTo>
                  <a:pt x="103632" y="326136"/>
                </a:lnTo>
                <a:lnTo>
                  <a:pt x="3048" y="326136"/>
                </a:lnTo>
                <a:lnTo>
                  <a:pt x="3048" y="373380"/>
                </a:lnTo>
                <a:lnTo>
                  <a:pt x="7620" y="373380"/>
                </a:lnTo>
                <a:lnTo>
                  <a:pt x="7620" y="361188"/>
                </a:lnTo>
                <a:lnTo>
                  <a:pt x="9144" y="359664"/>
                </a:lnTo>
                <a:lnTo>
                  <a:pt x="96989" y="350481"/>
                </a:lnTo>
                <a:lnTo>
                  <a:pt x="104584" y="350139"/>
                </a:lnTo>
                <a:lnTo>
                  <a:pt x="111328" y="349237"/>
                </a:lnTo>
                <a:lnTo>
                  <a:pt x="117348" y="347472"/>
                </a:lnTo>
                <a:lnTo>
                  <a:pt x="123444" y="345948"/>
                </a:lnTo>
                <a:lnTo>
                  <a:pt x="129540" y="341376"/>
                </a:lnTo>
                <a:lnTo>
                  <a:pt x="134112" y="336804"/>
                </a:lnTo>
                <a:lnTo>
                  <a:pt x="140208" y="324612"/>
                </a:lnTo>
                <a:lnTo>
                  <a:pt x="140208" y="309372"/>
                </a:lnTo>
                <a:lnTo>
                  <a:pt x="111252" y="269748"/>
                </a:lnTo>
                <a:lnTo>
                  <a:pt x="140208" y="269748"/>
                </a:lnTo>
                <a:lnTo>
                  <a:pt x="140208" y="263652"/>
                </a:lnTo>
                <a:close/>
              </a:path>
              <a:path extrusionOk="0" h="932815" w="140335">
                <a:moveTo>
                  <a:pt x="140220" y="856488"/>
                </a:moveTo>
                <a:lnTo>
                  <a:pt x="27444" y="809244"/>
                </a:lnTo>
                <a:lnTo>
                  <a:pt x="19824" y="806196"/>
                </a:lnTo>
                <a:lnTo>
                  <a:pt x="13728" y="803148"/>
                </a:lnTo>
                <a:lnTo>
                  <a:pt x="9156" y="798576"/>
                </a:lnTo>
                <a:lnTo>
                  <a:pt x="7632" y="795528"/>
                </a:lnTo>
                <a:lnTo>
                  <a:pt x="7632" y="789432"/>
                </a:lnTo>
                <a:lnTo>
                  <a:pt x="3060" y="789432"/>
                </a:lnTo>
                <a:lnTo>
                  <a:pt x="3060" y="832104"/>
                </a:lnTo>
                <a:lnTo>
                  <a:pt x="7632" y="832104"/>
                </a:lnTo>
                <a:lnTo>
                  <a:pt x="7632" y="821436"/>
                </a:lnTo>
                <a:lnTo>
                  <a:pt x="9156" y="819912"/>
                </a:lnTo>
                <a:lnTo>
                  <a:pt x="9156" y="818388"/>
                </a:lnTo>
                <a:lnTo>
                  <a:pt x="10680" y="818388"/>
                </a:lnTo>
                <a:lnTo>
                  <a:pt x="12204" y="816864"/>
                </a:lnTo>
                <a:lnTo>
                  <a:pt x="16776" y="816864"/>
                </a:lnTo>
                <a:lnTo>
                  <a:pt x="21348" y="818388"/>
                </a:lnTo>
                <a:lnTo>
                  <a:pt x="27444" y="819912"/>
                </a:lnTo>
                <a:lnTo>
                  <a:pt x="103644" y="851916"/>
                </a:lnTo>
                <a:lnTo>
                  <a:pt x="28968" y="882396"/>
                </a:lnTo>
                <a:lnTo>
                  <a:pt x="24396" y="883920"/>
                </a:lnTo>
                <a:lnTo>
                  <a:pt x="21348" y="885444"/>
                </a:lnTo>
                <a:lnTo>
                  <a:pt x="13728" y="885444"/>
                </a:lnTo>
                <a:lnTo>
                  <a:pt x="10680" y="882396"/>
                </a:lnTo>
                <a:lnTo>
                  <a:pt x="7632" y="880872"/>
                </a:lnTo>
                <a:lnTo>
                  <a:pt x="7632" y="870204"/>
                </a:lnTo>
                <a:lnTo>
                  <a:pt x="3060" y="870204"/>
                </a:lnTo>
                <a:lnTo>
                  <a:pt x="3060" y="932688"/>
                </a:lnTo>
                <a:lnTo>
                  <a:pt x="7632" y="932688"/>
                </a:lnTo>
                <a:lnTo>
                  <a:pt x="7632" y="928116"/>
                </a:lnTo>
                <a:lnTo>
                  <a:pt x="9156" y="925068"/>
                </a:lnTo>
                <a:lnTo>
                  <a:pt x="10680" y="923544"/>
                </a:lnTo>
                <a:lnTo>
                  <a:pt x="13728" y="917448"/>
                </a:lnTo>
                <a:lnTo>
                  <a:pt x="16776" y="915924"/>
                </a:lnTo>
                <a:lnTo>
                  <a:pt x="18300" y="914400"/>
                </a:lnTo>
                <a:lnTo>
                  <a:pt x="22872" y="912876"/>
                </a:lnTo>
                <a:lnTo>
                  <a:pt x="28968" y="909828"/>
                </a:lnTo>
                <a:lnTo>
                  <a:pt x="140220" y="862584"/>
                </a:lnTo>
                <a:lnTo>
                  <a:pt x="140220" y="856488"/>
                </a:lnTo>
                <a:close/>
              </a:path>
              <a:path extrusionOk="0" h="932815" w="140335">
                <a:moveTo>
                  <a:pt x="140220" y="685800"/>
                </a:moveTo>
                <a:lnTo>
                  <a:pt x="138811" y="678688"/>
                </a:lnTo>
                <a:lnTo>
                  <a:pt x="134696" y="671131"/>
                </a:lnTo>
                <a:lnTo>
                  <a:pt x="128003" y="663308"/>
                </a:lnTo>
                <a:lnTo>
                  <a:pt x="118884" y="655320"/>
                </a:lnTo>
                <a:lnTo>
                  <a:pt x="111264" y="655320"/>
                </a:lnTo>
                <a:lnTo>
                  <a:pt x="115836" y="661416"/>
                </a:lnTo>
                <a:lnTo>
                  <a:pt x="121932" y="667512"/>
                </a:lnTo>
                <a:lnTo>
                  <a:pt x="121932" y="673608"/>
                </a:lnTo>
                <a:lnTo>
                  <a:pt x="120408" y="675132"/>
                </a:lnTo>
                <a:lnTo>
                  <a:pt x="118884" y="675132"/>
                </a:lnTo>
                <a:lnTo>
                  <a:pt x="117360" y="676656"/>
                </a:lnTo>
                <a:lnTo>
                  <a:pt x="114312" y="676656"/>
                </a:lnTo>
                <a:lnTo>
                  <a:pt x="111264" y="678180"/>
                </a:lnTo>
                <a:lnTo>
                  <a:pt x="37566" y="678180"/>
                </a:lnTo>
                <a:lnTo>
                  <a:pt x="3225" y="699452"/>
                </a:lnTo>
                <a:lnTo>
                  <a:pt x="165" y="717994"/>
                </a:lnTo>
                <a:lnTo>
                  <a:pt x="254" y="726948"/>
                </a:lnTo>
                <a:lnTo>
                  <a:pt x="16395" y="763435"/>
                </a:lnTo>
                <a:lnTo>
                  <a:pt x="33540" y="771144"/>
                </a:lnTo>
                <a:lnTo>
                  <a:pt x="38112" y="771144"/>
                </a:lnTo>
                <a:lnTo>
                  <a:pt x="42684" y="769620"/>
                </a:lnTo>
                <a:lnTo>
                  <a:pt x="47256" y="765048"/>
                </a:lnTo>
                <a:lnTo>
                  <a:pt x="48780" y="762000"/>
                </a:lnTo>
                <a:lnTo>
                  <a:pt x="48780" y="754380"/>
                </a:lnTo>
                <a:lnTo>
                  <a:pt x="47256" y="751332"/>
                </a:lnTo>
                <a:lnTo>
                  <a:pt x="44208" y="749808"/>
                </a:lnTo>
                <a:lnTo>
                  <a:pt x="42684" y="746760"/>
                </a:lnTo>
                <a:lnTo>
                  <a:pt x="21348" y="746760"/>
                </a:lnTo>
                <a:lnTo>
                  <a:pt x="16776" y="745236"/>
                </a:lnTo>
                <a:lnTo>
                  <a:pt x="13728" y="740664"/>
                </a:lnTo>
                <a:lnTo>
                  <a:pt x="10680" y="737616"/>
                </a:lnTo>
                <a:lnTo>
                  <a:pt x="9207" y="733221"/>
                </a:lnTo>
                <a:lnTo>
                  <a:pt x="9156" y="719328"/>
                </a:lnTo>
                <a:lnTo>
                  <a:pt x="12204" y="713232"/>
                </a:lnTo>
                <a:lnTo>
                  <a:pt x="44208" y="702564"/>
                </a:lnTo>
                <a:lnTo>
                  <a:pt x="50304" y="702564"/>
                </a:lnTo>
                <a:lnTo>
                  <a:pt x="50406" y="702881"/>
                </a:lnTo>
                <a:lnTo>
                  <a:pt x="55994" y="718312"/>
                </a:lnTo>
                <a:lnTo>
                  <a:pt x="61544" y="731329"/>
                </a:lnTo>
                <a:lnTo>
                  <a:pt x="66802" y="741794"/>
                </a:lnTo>
                <a:lnTo>
                  <a:pt x="71640" y="749808"/>
                </a:lnTo>
                <a:lnTo>
                  <a:pt x="75349" y="757008"/>
                </a:lnTo>
                <a:lnTo>
                  <a:pt x="99072" y="775716"/>
                </a:lnTo>
                <a:lnTo>
                  <a:pt x="106692" y="775716"/>
                </a:lnTo>
                <a:lnTo>
                  <a:pt x="140220" y="752856"/>
                </a:lnTo>
                <a:lnTo>
                  <a:pt x="140220" y="751332"/>
                </a:lnTo>
                <a:lnTo>
                  <a:pt x="140220" y="737616"/>
                </a:lnTo>
                <a:lnTo>
                  <a:pt x="121932" y="708444"/>
                </a:lnTo>
                <a:lnTo>
                  <a:pt x="121932" y="729996"/>
                </a:lnTo>
                <a:lnTo>
                  <a:pt x="121932" y="736092"/>
                </a:lnTo>
                <a:lnTo>
                  <a:pt x="118884" y="740664"/>
                </a:lnTo>
                <a:lnTo>
                  <a:pt x="111264" y="748284"/>
                </a:lnTo>
                <a:lnTo>
                  <a:pt x="105168" y="751332"/>
                </a:lnTo>
                <a:lnTo>
                  <a:pt x="92976" y="751332"/>
                </a:lnTo>
                <a:lnTo>
                  <a:pt x="88404" y="749808"/>
                </a:lnTo>
                <a:lnTo>
                  <a:pt x="83832" y="746760"/>
                </a:lnTo>
                <a:lnTo>
                  <a:pt x="74688" y="737616"/>
                </a:lnTo>
                <a:lnTo>
                  <a:pt x="71640" y="729996"/>
                </a:lnTo>
                <a:lnTo>
                  <a:pt x="69088" y="725716"/>
                </a:lnTo>
                <a:lnTo>
                  <a:pt x="66116" y="719709"/>
                </a:lnTo>
                <a:lnTo>
                  <a:pt x="62852" y="712000"/>
                </a:lnTo>
                <a:lnTo>
                  <a:pt x="62750" y="711733"/>
                </a:lnTo>
                <a:lnTo>
                  <a:pt x="59448" y="702564"/>
                </a:lnTo>
                <a:lnTo>
                  <a:pt x="108216" y="702564"/>
                </a:lnTo>
                <a:lnTo>
                  <a:pt x="114211" y="710501"/>
                </a:lnTo>
                <a:lnTo>
                  <a:pt x="118503" y="717994"/>
                </a:lnTo>
                <a:lnTo>
                  <a:pt x="118618" y="718312"/>
                </a:lnTo>
                <a:lnTo>
                  <a:pt x="121069" y="724649"/>
                </a:lnTo>
                <a:lnTo>
                  <a:pt x="121932" y="729996"/>
                </a:lnTo>
                <a:lnTo>
                  <a:pt x="121932" y="708444"/>
                </a:lnTo>
                <a:lnTo>
                  <a:pt x="117360" y="702564"/>
                </a:lnTo>
                <a:lnTo>
                  <a:pt x="124980" y="702564"/>
                </a:lnTo>
                <a:lnTo>
                  <a:pt x="131076" y="701040"/>
                </a:lnTo>
                <a:lnTo>
                  <a:pt x="134124" y="697992"/>
                </a:lnTo>
                <a:lnTo>
                  <a:pt x="138696" y="694944"/>
                </a:lnTo>
                <a:lnTo>
                  <a:pt x="140220" y="690372"/>
                </a:lnTo>
                <a:lnTo>
                  <a:pt x="140220" y="685800"/>
                </a:lnTo>
                <a:close/>
              </a:path>
              <a:path extrusionOk="0" h="932815" w="140335">
                <a:moveTo>
                  <a:pt x="140220" y="588264"/>
                </a:moveTo>
                <a:lnTo>
                  <a:pt x="117906" y="546023"/>
                </a:lnTo>
                <a:lnTo>
                  <a:pt x="83832" y="531876"/>
                </a:lnTo>
                <a:lnTo>
                  <a:pt x="82308" y="534924"/>
                </a:lnTo>
                <a:lnTo>
                  <a:pt x="90614" y="539267"/>
                </a:lnTo>
                <a:lnTo>
                  <a:pt x="97358" y="543306"/>
                </a:lnTo>
                <a:lnTo>
                  <a:pt x="115836" y="577596"/>
                </a:lnTo>
                <a:lnTo>
                  <a:pt x="114693" y="587311"/>
                </a:lnTo>
                <a:lnTo>
                  <a:pt x="88112" y="615365"/>
                </a:lnTo>
                <a:lnTo>
                  <a:pt x="56400" y="621792"/>
                </a:lnTo>
                <a:lnTo>
                  <a:pt x="45542" y="621182"/>
                </a:lnTo>
                <a:lnTo>
                  <a:pt x="35826" y="619125"/>
                </a:lnTo>
                <a:lnTo>
                  <a:pt x="27254" y="615365"/>
                </a:lnTo>
                <a:lnTo>
                  <a:pt x="12204" y="603504"/>
                </a:lnTo>
                <a:lnTo>
                  <a:pt x="9156" y="595884"/>
                </a:lnTo>
                <a:lnTo>
                  <a:pt x="9156" y="580644"/>
                </a:lnTo>
                <a:lnTo>
                  <a:pt x="10680" y="576072"/>
                </a:lnTo>
                <a:lnTo>
                  <a:pt x="13728" y="573024"/>
                </a:lnTo>
                <a:lnTo>
                  <a:pt x="16776" y="568452"/>
                </a:lnTo>
                <a:lnTo>
                  <a:pt x="21348" y="566928"/>
                </a:lnTo>
                <a:lnTo>
                  <a:pt x="25920" y="566928"/>
                </a:lnTo>
                <a:lnTo>
                  <a:pt x="32016" y="565404"/>
                </a:lnTo>
                <a:lnTo>
                  <a:pt x="36588" y="565404"/>
                </a:lnTo>
                <a:lnTo>
                  <a:pt x="38112" y="562356"/>
                </a:lnTo>
                <a:lnTo>
                  <a:pt x="42684" y="560832"/>
                </a:lnTo>
                <a:lnTo>
                  <a:pt x="44208" y="556260"/>
                </a:lnTo>
                <a:lnTo>
                  <a:pt x="44208" y="545592"/>
                </a:lnTo>
                <a:lnTo>
                  <a:pt x="41160" y="539496"/>
                </a:lnTo>
                <a:lnTo>
                  <a:pt x="35064" y="536448"/>
                </a:lnTo>
                <a:lnTo>
                  <a:pt x="24396" y="536448"/>
                </a:lnTo>
                <a:lnTo>
                  <a:pt x="596" y="572439"/>
                </a:lnTo>
                <a:lnTo>
                  <a:pt x="12" y="582168"/>
                </a:lnTo>
                <a:lnTo>
                  <a:pt x="1168" y="594436"/>
                </a:lnTo>
                <a:lnTo>
                  <a:pt x="29819" y="634365"/>
                </a:lnTo>
                <a:lnTo>
                  <a:pt x="70116" y="644652"/>
                </a:lnTo>
                <a:lnTo>
                  <a:pt x="85255" y="643534"/>
                </a:lnTo>
                <a:lnTo>
                  <a:pt x="120408" y="627888"/>
                </a:lnTo>
                <a:lnTo>
                  <a:pt x="139052" y="599389"/>
                </a:lnTo>
                <a:lnTo>
                  <a:pt x="140220" y="5882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3" name="Google Shape;1283;p24"/>
          <p:cNvGrpSpPr/>
          <p:nvPr/>
        </p:nvGrpSpPr>
        <p:grpSpPr>
          <a:xfrm>
            <a:off x="2464307" y="6368796"/>
            <a:ext cx="254889" cy="685799"/>
            <a:chOff x="2464307" y="6368796"/>
            <a:chExt cx="254889" cy="685799"/>
          </a:xfrm>
        </p:grpSpPr>
        <p:pic>
          <p:nvPicPr>
            <p:cNvPr id="1284" name="Google Shape;1284;p24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464307" y="6684263"/>
              <a:ext cx="210312" cy="3703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85" name="Google Shape;1285;p24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534485" y="6551676"/>
              <a:ext cx="140134" cy="112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86" name="Google Shape;1286;p24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534411" y="6437376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87" name="Google Shape;1287;p24"/>
            <p:cNvSpPr/>
            <p:nvPr/>
          </p:nvSpPr>
          <p:spPr>
            <a:xfrm>
              <a:off x="2641091" y="6368796"/>
              <a:ext cx="78105" cy="44450"/>
            </a:xfrm>
            <a:custGeom>
              <a:rect b="b" l="l" r="r" t="t"/>
              <a:pathLst>
                <a:path extrusionOk="0" h="44450" w="78105">
                  <a:moveTo>
                    <a:pt x="77724" y="44195"/>
                  </a:moveTo>
                  <a:lnTo>
                    <a:pt x="71628" y="44195"/>
                  </a:lnTo>
                  <a:lnTo>
                    <a:pt x="68818" y="37623"/>
                  </a:lnTo>
                  <a:lnTo>
                    <a:pt x="65151" y="31622"/>
                  </a:lnTo>
                  <a:lnTo>
                    <a:pt x="60912" y="26193"/>
                  </a:lnTo>
                  <a:lnTo>
                    <a:pt x="56388" y="21335"/>
                  </a:lnTo>
                  <a:lnTo>
                    <a:pt x="48768" y="16763"/>
                  </a:lnTo>
                  <a:lnTo>
                    <a:pt x="42672" y="13715"/>
                  </a:lnTo>
                  <a:lnTo>
                    <a:pt x="32004" y="13715"/>
                  </a:lnTo>
                  <a:lnTo>
                    <a:pt x="30480" y="15239"/>
                  </a:lnTo>
                  <a:lnTo>
                    <a:pt x="28956" y="15239"/>
                  </a:lnTo>
                  <a:lnTo>
                    <a:pt x="28956" y="18287"/>
                  </a:lnTo>
                  <a:lnTo>
                    <a:pt x="30480" y="19811"/>
                  </a:lnTo>
                  <a:lnTo>
                    <a:pt x="32004" y="24383"/>
                  </a:lnTo>
                  <a:lnTo>
                    <a:pt x="33528" y="25907"/>
                  </a:lnTo>
                  <a:lnTo>
                    <a:pt x="33528" y="33527"/>
                  </a:lnTo>
                  <a:lnTo>
                    <a:pt x="32004" y="38099"/>
                  </a:lnTo>
                  <a:lnTo>
                    <a:pt x="28956" y="39623"/>
                  </a:lnTo>
                  <a:lnTo>
                    <a:pt x="25908" y="42671"/>
                  </a:lnTo>
                  <a:lnTo>
                    <a:pt x="22860" y="44195"/>
                  </a:lnTo>
                  <a:lnTo>
                    <a:pt x="12192" y="44195"/>
                  </a:lnTo>
                  <a:lnTo>
                    <a:pt x="7620" y="42671"/>
                  </a:lnTo>
                  <a:lnTo>
                    <a:pt x="4572" y="38099"/>
                  </a:lnTo>
                  <a:lnTo>
                    <a:pt x="1524" y="35051"/>
                  </a:lnTo>
                  <a:lnTo>
                    <a:pt x="0" y="30479"/>
                  </a:lnTo>
                  <a:lnTo>
                    <a:pt x="0" y="18287"/>
                  </a:lnTo>
                  <a:lnTo>
                    <a:pt x="3048" y="12191"/>
                  </a:lnTo>
                  <a:lnTo>
                    <a:pt x="7620" y="7619"/>
                  </a:lnTo>
                  <a:lnTo>
                    <a:pt x="13716" y="3047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8961" y="24574"/>
                  </a:lnTo>
                  <a:lnTo>
                    <a:pt x="73771" y="33599"/>
                  </a:lnTo>
                  <a:lnTo>
                    <a:pt x="77724" y="441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" name="Google Shape;1288;p24"/>
          <p:cNvGrpSpPr/>
          <p:nvPr/>
        </p:nvGrpSpPr>
        <p:grpSpPr>
          <a:xfrm>
            <a:off x="2897123" y="8444483"/>
            <a:ext cx="248794" cy="498347"/>
            <a:chOff x="2897123" y="8444483"/>
            <a:chExt cx="248794" cy="498347"/>
          </a:xfrm>
        </p:grpSpPr>
        <p:pic>
          <p:nvPicPr>
            <p:cNvPr id="1289" name="Google Shape;1289;p24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900172" y="8820911"/>
              <a:ext cx="201168" cy="1219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90" name="Google Shape;1290;p24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897123" y="8666987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91" name="Google Shape;1291;p24"/>
            <p:cNvSpPr/>
            <p:nvPr/>
          </p:nvSpPr>
          <p:spPr>
            <a:xfrm>
              <a:off x="3067812" y="8598408"/>
              <a:ext cx="78105" cy="44450"/>
            </a:xfrm>
            <a:custGeom>
              <a:rect b="b" l="l" r="r" t="t"/>
              <a:pathLst>
                <a:path extrusionOk="0" h="44450" w="78105">
                  <a:moveTo>
                    <a:pt x="22860" y="44196"/>
                  </a:moveTo>
                  <a:lnTo>
                    <a:pt x="12192" y="44196"/>
                  </a:lnTo>
                  <a:lnTo>
                    <a:pt x="9144" y="42672"/>
                  </a:lnTo>
                  <a:lnTo>
                    <a:pt x="1524" y="35052"/>
                  </a:lnTo>
                  <a:lnTo>
                    <a:pt x="0" y="30480"/>
                  </a:lnTo>
                  <a:lnTo>
                    <a:pt x="0" y="18288"/>
                  </a:lnTo>
                  <a:lnTo>
                    <a:pt x="3048" y="12192"/>
                  </a:lnTo>
                  <a:lnTo>
                    <a:pt x="7620" y="7620"/>
                  </a:lnTo>
                  <a:lnTo>
                    <a:pt x="13716" y="3048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0649" y="13716"/>
                  </a:lnTo>
                  <a:lnTo>
                    <a:pt x="32004" y="13716"/>
                  </a:lnTo>
                  <a:lnTo>
                    <a:pt x="28956" y="16764"/>
                  </a:lnTo>
                  <a:lnTo>
                    <a:pt x="28956" y="18288"/>
                  </a:lnTo>
                  <a:lnTo>
                    <a:pt x="30480" y="19812"/>
                  </a:lnTo>
                  <a:lnTo>
                    <a:pt x="32004" y="24384"/>
                  </a:lnTo>
                  <a:lnTo>
                    <a:pt x="33528" y="25908"/>
                  </a:lnTo>
                  <a:lnTo>
                    <a:pt x="33528" y="33528"/>
                  </a:lnTo>
                  <a:lnTo>
                    <a:pt x="32004" y="38100"/>
                  </a:lnTo>
                  <a:lnTo>
                    <a:pt x="28956" y="39624"/>
                  </a:lnTo>
                  <a:lnTo>
                    <a:pt x="25908" y="42672"/>
                  </a:lnTo>
                  <a:lnTo>
                    <a:pt x="22860" y="44196"/>
                  </a:lnTo>
                  <a:close/>
                </a:path>
                <a:path extrusionOk="0" h="44450" w="78105">
                  <a:moveTo>
                    <a:pt x="77724" y="44196"/>
                  </a:moveTo>
                  <a:lnTo>
                    <a:pt x="71628" y="44196"/>
                  </a:lnTo>
                  <a:lnTo>
                    <a:pt x="69032" y="37623"/>
                  </a:lnTo>
                  <a:lnTo>
                    <a:pt x="65722" y="31623"/>
                  </a:lnTo>
                  <a:lnTo>
                    <a:pt x="61555" y="26193"/>
                  </a:lnTo>
                  <a:lnTo>
                    <a:pt x="56388" y="21336"/>
                  </a:lnTo>
                  <a:lnTo>
                    <a:pt x="50292" y="16764"/>
                  </a:lnTo>
                  <a:lnTo>
                    <a:pt x="42672" y="13716"/>
                  </a:lnTo>
                  <a:lnTo>
                    <a:pt x="60649" y="13716"/>
                  </a:lnTo>
                  <a:lnTo>
                    <a:pt x="63579" y="16978"/>
                  </a:lnTo>
                  <a:lnTo>
                    <a:pt x="68961" y="24574"/>
                  </a:lnTo>
                  <a:lnTo>
                    <a:pt x="73733" y="33528"/>
                  </a:lnTo>
                  <a:lnTo>
                    <a:pt x="77724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92" name="Google Shape;1292;p24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897123" y="8444483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93" name="Google Shape;1293;p24"/>
          <p:cNvGrpSpPr/>
          <p:nvPr/>
        </p:nvGrpSpPr>
        <p:grpSpPr>
          <a:xfrm>
            <a:off x="2897123" y="8148828"/>
            <a:ext cx="204216" cy="274319"/>
            <a:chOff x="2897123" y="8148828"/>
            <a:chExt cx="204216" cy="274319"/>
          </a:xfrm>
        </p:grpSpPr>
        <p:pic>
          <p:nvPicPr>
            <p:cNvPr id="1294" name="Google Shape;1294;p24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897123" y="8148828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95" name="Google Shape;1295;p24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897123" y="8296655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296" name="Google Shape;1296;p24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891027" y="7014971"/>
            <a:ext cx="254508" cy="105003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7" name="Google Shape;1297;p24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891027" y="6498336"/>
            <a:ext cx="210312" cy="42062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8" name="Google Shape;1298;p24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323844" y="8842247"/>
            <a:ext cx="201168" cy="777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99" name="Google Shape;1299;p24"/>
          <p:cNvGrpSpPr/>
          <p:nvPr/>
        </p:nvGrpSpPr>
        <p:grpSpPr>
          <a:xfrm>
            <a:off x="3323844" y="8148828"/>
            <a:ext cx="248792" cy="644651"/>
            <a:chOff x="3323844" y="8148828"/>
            <a:chExt cx="248792" cy="644651"/>
          </a:xfrm>
        </p:grpSpPr>
        <p:pic>
          <p:nvPicPr>
            <p:cNvPr id="1300" name="Google Shape;1300;p24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323844" y="8666987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01" name="Google Shape;1301;p24"/>
            <p:cNvSpPr/>
            <p:nvPr/>
          </p:nvSpPr>
          <p:spPr>
            <a:xfrm>
              <a:off x="3494531" y="8598408"/>
              <a:ext cx="78105" cy="44450"/>
            </a:xfrm>
            <a:custGeom>
              <a:rect b="b" l="l" r="r" t="t"/>
              <a:pathLst>
                <a:path extrusionOk="0" h="44450" w="78104">
                  <a:moveTo>
                    <a:pt x="22860" y="44196"/>
                  </a:moveTo>
                  <a:lnTo>
                    <a:pt x="13716" y="44196"/>
                  </a:lnTo>
                  <a:lnTo>
                    <a:pt x="9144" y="42672"/>
                  </a:lnTo>
                  <a:lnTo>
                    <a:pt x="6096" y="38100"/>
                  </a:lnTo>
                  <a:lnTo>
                    <a:pt x="1524" y="35052"/>
                  </a:lnTo>
                  <a:lnTo>
                    <a:pt x="0" y="30480"/>
                  </a:lnTo>
                  <a:lnTo>
                    <a:pt x="0" y="18288"/>
                  </a:lnTo>
                  <a:lnTo>
                    <a:pt x="3048" y="12192"/>
                  </a:lnTo>
                  <a:lnTo>
                    <a:pt x="9144" y="7620"/>
                  </a:lnTo>
                  <a:lnTo>
                    <a:pt x="13716" y="3048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0960" y="13716"/>
                  </a:lnTo>
                  <a:lnTo>
                    <a:pt x="32004" y="13716"/>
                  </a:lnTo>
                  <a:lnTo>
                    <a:pt x="28956" y="16764"/>
                  </a:lnTo>
                  <a:lnTo>
                    <a:pt x="28956" y="18288"/>
                  </a:lnTo>
                  <a:lnTo>
                    <a:pt x="30480" y="19812"/>
                  </a:lnTo>
                  <a:lnTo>
                    <a:pt x="32004" y="24384"/>
                  </a:lnTo>
                  <a:lnTo>
                    <a:pt x="33528" y="25908"/>
                  </a:lnTo>
                  <a:lnTo>
                    <a:pt x="33528" y="33528"/>
                  </a:lnTo>
                  <a:lnTo>
                    <a:pt x="32004" y="38100"/>
                  </a:lnTo>
                  <a:lnTo>
                    <a:pt x="28956" y="39624"/>
                  </a:lnTo>
                  <a:lnTo>
                    <a:pt x="27432" y="42672"/>
                  </a:lnTo>
                  <a:lnTo>
                    <a:pt x="22860" y="44196"/>
                  </a:lnTo>
                  <a:close/>
                </a:path>
                <a:path extrusionOk="0" h="44450" w="78104">
                  <a:moveTo>
                    <a:pt x="77724" y="44196"/>
                  </a:moveTo>
                  <a:lnTo>
                    <a:pt x="71628" y="44196"/>
                  </a:lnTo>
                  <a:lnTo>
                    <a:pt x="69032" y="37623"/>
                  </a:lnTo>
                  <a:lnTo>
                    <a:pt x="65722" y="31623"/>
                  </a:lnTo>
                  <a:lnTo>
                    <a:pt x="61555" y="26193"/>
                  </a:lnTo>
                  <a:lnTo>
                    <a:pt x="56388" y="21336"/>
                  </a:lnTo>
                  <a:lnTo>
                    <a:pt x="50292" y="16764"/>
                  </a:lnTo>
                  <a:lnTo>
                    <a:pt x="42672" y="13716"/>
                  </a:lnTo>
                  <a:lnTo>
                    <a:pt x="60960" y="13716"/>
                  </a:lnTo>
                  <a:lnTo>
                    <a:pt x="64222" y="16978"/>
                  </a:lnTo>
                  <a:lnTo>
                    <a:pt x="69532" y="24574"/>
                  </a:lnTo>
                  <a:lnTo>
                    <a:pt x="73950" y="33528"/>
                  </a:lnTo>
                  <a:lnTo>
                    <a:pt x="77724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02" name="Google Shape;1302;p24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323844" y="8444483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03" name="Google Shape;1303;p24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323844" y="8296655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04" name="Google Shape;1304;p24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323844" y="8148828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305" name="Google Shape;1305;p24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317747" y="6870192"/>
            <a:ext cx="271272" cy="11841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06" name="Google Shape;1306;p24"/>
          <p:cNvGrpSpPr/>
          <p:nvPr/>
        </p:nvGrpSpPr>
        <p:grpSpPr>
          <a:xfrm>
            <a:off x="3750564" y="8296655"/>
            <a:ext cx="248793" cy="646176"/>
            <a:chOff x="3750564" y="8296655"/>
            <a:chExt cx="248793" cy="646176"/>
          </a:xfrm>
        </p:grpSpPr>
        <p:pic>
          <p:nvPicPr>
            <p:cNvPr id="1307" name="Google Shape;1307;p24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750564" y="8817863"/>
              <a:ext cx="204216" cy="1249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08" name="Google Shape;1308;p24"/>
            <p:cNvSpPr/>
            <p:nvPr/>
          </p:nvSpPr>
          <p:spPr>
            <a:xfrm>
              <a:off x="3921252" y="8746235"/>
              <a:ext cx="78105" cy="44450"/>
            </a:xfrm>
            <a:custGeom>
              <a:rect b="b" l="l" r="r" t="t"/>
              <a:pathLst>
                <a:path extrusionOk="0" h="44450" w="78104">
                  <a:moveTo>
                    <a:pt x="77724" y="44196"/>
                  </a:moveTo>
                  <a:lnTo>
                    <a:pt x="71628" y="44196"/>
                  </a:lnTo>
                  <a:lnTo>
                    <a:pt x="69032" y="37647"/>
                  </a:lnTo>
                  <a:lnTo>
                    <a:pt x="65722" y="31813"/>
                  </a:lnTo>
                  <a:lnTo>
                    <a:pt x="61555" y="26836"/>
                  </a:lnTo>
                  <a:lnTo>
                    <a:pt x="56388" y="22860"/>
                  </a:lnTo>
                  <a:lnTo>
                    <a:pt x="50292" y="16764"/>
                  </a:lnTo>
                  <a:lnTo>
                    <a:pt x="42672" y="13716"/>
                  </a:lnTo>
                  <a:lnTo>
                    <a:pt x="33528" y="13716"/>
                  </a:lnTo>
                  <a:lnTo>
                    <a:pt x="32004" y="15240"/>
                  </a:lnTo>
                  <a:lnTo>
                    <a:pt x="30480" y="15240"/>
                  </a:lnTo>
                  <a:lnTo>
                    <a:pt x="30480" y="21336"/>
                  </a:lnTo>
                  <a:lnTo>
                    <a:pt x="32004" y="24384"/>
                  </a:lnTo>
                  <a:lnTo>
                    <a:pt x="33528" y="25908"/>
                  </a:lnTo>
                  <a:lnTo>
                    <a:pt x="33528" y="33528"/>
                  </a:lnTo>
                  <a:lnTo>
                    <a:pt x="32004" y="38100"/>
                  </a:lnTo>
                  <a:lnTo>
                    <a:pt x="30480" y="41148"/>
                  </a:lnTo>
                  <a:lnTo>
                    <a:pt x="27432" y="42672"/>
                  </a:lnTo>
                  <a:lnTo>
                    <a:pt x="22860" y="44196"/>
                  </a:lnTo>
                  <a:lnTo>
                    <a:pt x="13716" y="44196"/>
                  </a:lnTo>
                  <a:lnTo>
                    <a:pt x="9144" y="42672"/>
                  </a:lnTo>
                  <a:lnTo>
                    <a:pt x="1524" y="35052"/>
                  </a:lnTo>
                  <a:lnTo>
                    <a:pt x="0" y="30480"/>
                  </a:lnTo>
                  <a:lnTo>
                    <a:pt x="0" y="19812"/>
                  </a:lnTo>
                  <a:lnTo>
                    <a:pt x="3048" y="13716"/>
                  </a:lnTo>
                  <a:lnTo>
                    <a:pt x="13716" y="3048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9532" y="24574"/>
                  </a:lnTo>
                  <a:lnTo>
                    <a:pt x="73985" y="33599"/>
                  </a:lnTo>
                  <a:lnTo>
                    <a:pt x="77724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09" name="Google Shape;1309;p24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750564" y="8593835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10" name="Google Shape;1310;p24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750564" y="8444483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11" name="Google Shape;1311;p24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750564" y="8296655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12" name="Google Shape;1312;p24"/>
          <p:cNvSpPr/>
          <p:nvPr/>
        </p:nvSpPr>
        <p:spPr>
          <a:xfrm>
            <a:off x="3744455" y="7350252"/>
            <a:ext cx="210820" cy="862965"/>
          </a:xfrm>
          <a:custGeom>
            <a:rect b="b" l="l" r="r" t="t"/>
            <a:pathLst>
              <a:path extrusionOk="0" h="862965" w="210820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2192"/>
                </a:lnTo>
                <a:lnTo>
                  <a:pt x="199644" y="15240"/>
                </a:lnTo>
                <a:lnTo>
                  <a:pt x="198120" y="16764"/>
                </a:lnTo>
                <a:lnTo>
                  <a:pt x="195072" y="18288"/>
                </a:lnTo>
                <a:lnTo>
                  <a:pt x="192024" y="18288"/>
                </a:lnTo>
                <a:lnTo>
                  <a:pt x="185928" y="19812"/>
                </a:lnTo>
                <a:lnTo>
                  <a:pt x="0" y="19812"/>
                </a:lnTo>
                <a:lnTo>
                  <a:pt x="0" y="25908"/>
                </a:lnTo>
                <a:lnTo>
                  <a:pt x="16764" y="65532"/>
                </a:lnTo>
                <a:lnTo>
                  <a:pt x="21336" y="62484"/>
                </a:lnTo>
                <a:lnTo>
                  <a:pt x="19812" y="59436"/>
                </a:lnTo>
                <a:lnTo>
                  <a:pt x="19812" y="48768"/>
                </a:lnTo>
                <a:lnTo>
                  <a:pt x="21336" y="48768"/>
                </a:lnTo>
                <a:lnTo>
                  <a:pt x="24384" y="45720"/>
                </a:lnTo>
                <a:lnTo>
                  <a:pt x="28956" y="44196"/>
                </a:lnTo>
                <a:lnTo>
                  <a:pt x="192024" y="44196"/>
                </a:lnTo>
                <a:lnTo>
                  <a:pt x="198120" y="47244"/>
                </a:lnTo>
                <a:lnTo>
                  <a:pt x="199644" y="48768"/>
                </a:lnTo>
                <a:lnTo>
                  <a:pt x="201168" y="51816"/>
                </a:lnTo>
                <a:lnTo>
                  <a:pt x="202692" y="53340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862965" w="210820">
                <a:moveTo>
                  <a:pt x="207276" y="637032"/>
                </a:moveTo>
                <a:lnTo>
                  <a:pt x="202704" y="637032"/>
                </a:lnTo>
                <a:lnTo>
                  <a:pt x="202704" y="647700"/>
                </a:lnTo>
                <a:lnTo>
                  <a:pt x="201180" y="650748"/>
                </a:lnTo>
                <a:lnTo>
                  <a:pt x="198132" y="653796"/>
                </a:lnTo>
                <a:lnTo>
                  <a:pt x="192036" y="656844"/>
                </a:lnTo>
                <a:lnTo>
                  <a:pt x="120408" y="656844"/>
                </a:lnTo>
                <a:lnTo>
                  <a:pt x="111848" y="657110"/>
                </a:lnTo>
                <a:lnTo>
                  <a:pt x="76212" y="673608"/>
                </a:lnTo>
                <a:lnTo>
                  <a:pt x="73164" y="678180"/>
                </a:lnTo>
                <a:lnTo>
                  <a:pt x="70116" y="684276"/>
                </a:lnTo>
                <a:lnTo>
                  <a:pt x="70116" y="699516"/>
                </a:lnTo>
                <a:lnTo>
                  <a:pt x="76212" y="711708"/>
                </a:lnTo>
                <a:lnTo>
                  <a:pt x="79565" y="717473"/>
                </a:lnTo>
                <a:lnTo>
                  <a:pt x="84785" y="723519"/>
                </a:lnTo>
                <a:lnTo>
                  <a:pt x="99072" y="737616"/>
                </a:lnTo>
                <a:lnTo>
                  <a:pt x="89928" y="739140"/>
                </a:lnTo>
                <a:lnTo>
                  <a:pt x="83832" y="743712"/>
                </a:lnTo>
                <a:lnTo>
                  <a:pt x="73164" y="754380"/>
                </a:lnTo>
                <a:lnTo>
                  <a:pt x="70116" y="762000"/>
                </a:lnTo>
                <a:lnTo>
                  <a:pt x="70116" y="775716"/>
                </a:lnTo>
                <a:lnTo>
                  <a:pt x="73164" y="784860"/>
                </a:lnTo>
                <a:lnTo>
                  <a:pt x="82308" y="798576"/>
                </a:lnTo>
                <a:lnTo>
                  <a:pt x="99072" y="815340"/>
                </a:lnTo>
                <a:lnTo>
                  <a:pt x="70116" y="815340"/>
                </a:lnTo>
                <a:lnTo>
                  <a:pt x="70116" y="821436"/>
                </a:lnTo>
                <a:lnTo>
                  <a:pt x="86880" y="862584"/>
                </a:lnTo>
                <a:lnTo>
                  <a:pt x="91452" y="861060"/>
                </a:lnTo>
                <a:lnTo>
                  <a:pt x="89928" y="856488"/>
                </a:lnTo>
                <a:lnTo>
                  <a:pt x="89928" y="845820"/>
                </a:lnTo>
                <a:lnTo>
                  <a:pt x="92976" y="842772"/>
                </a:lnTo>
                <a:lnTo>
                  <a:pt x="94500" y="842772"/>
                </a:lnTo>
                <a:lnTo>
                  <a:pt x="99072" y="841248"/>
                </a:lnTo>
                <a:lnTo>
                  <a:pt x="116852" y="839965"/>
                </a:lnTo>
                <a:lnTo>
                  <a:pt x="126504" y="839724"/>
                </a:lnTo>
                <a:lnTo>
                  <a:pt x="185940" y="839724"/>
                </a:lnTo>
                <a:lnTo>
                  <a:pt x="192036" y="841248"/>
                </a:lnTo>
                <a:lnTo>
                  <a:pt x="195084" y="841248"/>
                </a:lnTo>
                <a:lnTo>
                  <a:pt x="198132" y="842772"/>
                </a:lnTo>
                <a:lnTo>
                  <a:pt x="199656" y="844296"/>
                </a:lnTo>
                <a:lnTo>
                  <a:pt x="202704" y="850392"/>
                </a:lnTo>
                <a:lnTo>
                  <a:pt x="202704" y="859536"/>
                </a:lnTo>
                <a:lnTo>
                  <a:pt x="207276" y="859536"/>
                </a:lnTo>
                <a:lnTo>
                  <a:pt x="207276" y="795528"/>
                </a:lnTo>
                <a:lnTo>
                  <a:pt x="202704" y="795528"/>
                </a:lnTo>
                <a:lnTo>
                  <a:pt x="202704" y="807720"/>
                </a:lnTo>
                <a:lnTo>
                  <a:pt x="198132" y="812292"/>
                </a:lnTo>
                <a:lnTo>
                  <a:pt x="192036" y="815340"/>
                </a:lnTo>
                <a:lnTo>
                  <a:pt x="106692" y="815340"/>
                </a:lnTo>
                <a:lnTo>
                  <a:pt x="102120" y="812292"/>
                </a:lnTo>
                <a:lnTo>
                  <a:pt x="97548" y="806196"/>
                </a:lnTo>
                <a:lnTo>
                  <a:pt x="92976" y="797052"/>
                </a:lnTo>
                <a:lnTo>
                  <a:pt x="89928" y="792480"/>
                </a:lnTo>
                <a:lnTo>
                  <a:pt x="88404" y="787908"/>
                </a:lnTo>
                <a:lnTo>
                  <a:pt x="88404" y="775716"/>
                </a:lnTo>
                <a:lnTo>
                  <a:pt x="91452" y="769620"/>
                </a:lnTo>
                <a:lnTo>
                  <a:pt x="97548" y="765048"/>
                </a:lnTo>
                <a:lnTo>
                  <a:pt x="102120" y="762000"/>
                </a:lnTo>
                <a:lnTo>
                  <a:pt x="109740" y="760476"/>
                </a:lnTo>
                <a:lnTo>
                  <a:pt x="190512" y="760476"/>
                </a:lnTo>
                <a:lnTo>
                  <a:pt x="192036" y="762000"/>
                </a:lnTo>
                <a:lnTo>
                  <a:pt x="196608" y="762000"/>
                </a:lnTo>
                <a:lnTo>
                  <a:pt x="198132" y="765048"/>
                </a:lnTo>
                <a:lnTo>
                  <a:pt x="201180" y="766572"/>
                </a:lnTo>
                <a:lnTo>
                  <a:pt x="202704" y="769620"/>
                </a:lnTo>
                <a:lnTo>
                  <a:pt x="202704" y="780288"/>
                </a:lnTo>
                <a:lnTo>
                  <a:pt x="207276" y="780288"/>
                </a:lnTo>
                <a:lnTo>
                  <a:pt x="207276" y="716280"/>
                </a:lnTo>
                <a:lnTo>
                  <a:pt x="202704" y="716280"/>
                </a:lnTo>
                <a:lnTo>
                  <a:pt x="202704" y="726948"/>
                </a:lnTo>
                <a:lnTo>
                  <a:pt x="199656" y="733044"/>
                </a:lnTo>
                <a:lnTo>
                  <a:pt x="198132" y="734568"/>
                </a:lnTo>
                <a:lnTo>
                  <a:pt x="195084" y="734568"/>
                </a:lnTo>
                <a:lnTo>
                  <a:pt x="192036" y="736092"/>
                </a:lnTo>
                <a:lnTo>
                  <a:pt x="106692" y="736092"/>
                </a:lnTo>
                <a:lnTo>
                  <a:pt x="100596" y="728472"/>
                </a:lnTo>
                <a:lnTo>
                  <a:pt x="96024" y="722376"/>
                </a:lnTo>
                <a:lnTo>
                  <a:pt x="89928" y="713232"/>
                </a:lnTo>
                <a:lnTo>
                  <a:pt x="88404" y="708660"/>
                </a:lnTo>
                <a:lnTo>
                  <a:pt x="88404" y="694944"/>
                </a:lnTo>
                <a:lnTo>
                  <a:pt x="91452" y="688848"/>
                </a:lnTo>
                <a:lnTo>
                  <a:pt x="97548" y="685800"/>
                </a:lnTo>
                <a:lnTo>
                  <a:pt x="102120" y="682752"/>
                </a:lnTo>
                <a:lnTo>
                  <a:pt x="109740" y="681228"/>
                </a:lnTo>
                <a:lnTo>
                  <a:pt x="190512" y="681228"/>
                </a:lnTo>
                <a:lnTo>
                  <a:pt x="192036" y="682752"/>
                </a:lnTo>
                <a:lnTo>
                  <a:pt x="195084" y="682752"/>
                </a:lnTo>
                <a:lnTo>
                  <a:pt x="198132" y="684276"/>
                </a:lnTo>
                <a:lnTo>
                  <a:pt x="199656" y="687324"/>
                </a:lnTo>
                <a:lnTo>
                  <a:pt x="202704" y="688848"/>
                </a:lnTo>
                <a:lnTo>
                  <a:pt x="202704" y="701040"/>
                </a:lnTo>
                <a:lnTo>
                  <a:pt x="207276" y="701040"/>
                </a:lnTo>
                <a:lnTo>
                  <a:pt x="207276" y="637032"/>
                </a:lnTo>
                <a:close/>
              </a:path>
              <a:path extrusionOk="0" h="862965" w="210820">
                <a:moveTo>
                  <a:pt x="207276" y="356616"/>
                </a:moveTo>
                <a:lnTo>
                  <a:pt x="202704" y="356616"/>
                </a:lnTo>
                <a:lnTo>
                  <a:pt x="202704" y="367284"/>
                </a:lnTo>
                <a:lnTo>
                  <a:pt x="201180" y="368808"/>
                </a:lnTo>
                <a:lnTo>
                  <a:pt x="199656" y="371856"/>
                </a:lnTo>
                <a:lnTo>
                  <a:pt x="198132" y="373380"/>
                </a:lnTo>
                <a:lnTo>
                  <a:pt x="195084" y="374904"/>
                </a:lnTo>
                <a:lnTo>
                  <a:pt x="192036" y="374904"/>
                </a:lnTo>
                <a:lnTo>
                  <a:pt x="185940" y="376428"/>
                </a:lnTo>
                <a:lnTo>
                  <a:pt x="120408" y="376428"/>
                </a:lnTo>
                <a:lnTo>
                  <a:pt x="111848" y="376694"/>
                </a:lnTo>
                <a:lnTo>
                  <a:pt x="76212" y="391668"/>
                </a:lnTo>
                <a:lnTo>
                  <a:pt x="70116" y="403860"/>
                </a:lnTo>
                <a:lnTo>
                  <a:pt x="70116" y="411480"/>
                </a:lnTo>
                <a:lnTo>
                  <a:pt x="72059" y="422059"/>
                </a:lnTo>
                <a:lnTo>
                  <a:pt x="77736" y="433197"/>
                </a:lnTo>
                <a:lnTo>
                  <a:pt x="86829" y="444919"/>
                </a:lnTo>
                <a:lnTo>
                  <a:pt x="99072" y="457200"/>
                </a:lnTo>
                <a:lnTo>
                  <a:pt x="70116" y="457200"/>
                </a:lnTo>
                <a:lnTo>
                  <a:pt x="70116" y="463296"/>
                </a:lnTo>
                <a:lnTo>
                  <a:pt x="86880" y="504444"/>
                </a:lnTo>
                <a:lnTo>
                  <a:pt x="91452" y="501396"/>
                </a:lnTo>
                <a:lnTo>
                  <a:pt x="89928" y="498348"/>
                </a:lnTo>
                <a:lnTo>
                  <a:pt x="89928" y="487680"/>
                </a:lnTo>
                <a:lnTo>
                  <a:pt x="94500" y="483108"/>
                </a:lnTo>
                <a:lnTo>
                  <a:pt x="99072" y="483108"/>
                </a:lnTo>
                <a:lnTo>
                  <a:pt x="102501" y="482231"/>
                </a:lnTo>
                <a:lnTo>
                  <a:pt x="108216" y="481774"/>
                </a:lnTo>
                <a:lnTo>
                  <a:pt x="126504" y="481584"/>
                </a:lnTo>
                <a:lnTo>
                  <a:pt x="187464" y="481584"/>
                </a:lnTo>
                <a:lnTo>
                  <a:pt x="193560" y="483108"/>
                </a:lnTo>
                <a:lnTo>
                  <a:pt x="198132" y="484632"/>
                </a:lnTo>
                <a:lnTo>
                  <a:pt x="201180" y="487680"/>
                </a:lnTo>
                <a:lnTo>
                  <a:pt x="202704" y="492252"/>
                </a:lnTo>
                <a:lnTo>
                  <a:pt x="202704" y="501396"/>
                </a:lnTo>
                <a:lnTo>
                  <a:pt x="207276" y="501396"/>
                </a:lnTo>
                <a:lnTo>
                  <a:pt x="207276" y="437388"/>
                </a:lnTo>
                <a:lnTo>
                  <a:pt x="202704" y="437388"/>
                </a:lnTo>
                <a:lnTo>
                  <a:pt x="202704" y="448056"/>
                </a:lnTo>
                <a:lnTo>
                  <a:pt x="201180" y="451104"/>
                </a:lnTo>
                <a:lnTo>
                  <a:pt x="198132" y="454152"/>
                </a:lnTo>
                <a:lnTo>
                  <a:pt x="192036" y="457200"/>
                </a:lnTo>
                <a:lnTo>
                  <a:pt x="108216" y="457200"/>
                </a:lnTo>
                <a:lnTo>
                  <a:pt x="99326" y="448081"/>
                </a:lnTo>
                <a:lnTo>
                  <a:pt x="93167" y="439102"/>
                </a:lnTo>
                <a:lnTo>
                  <a:pt x="89560" y="430415"/>
                </a:lnTo>
                <a:lnTo>
                  <a:pt x="88404" y="422148"/>
                </a:lnTo>
                <a:lnTo>
                  <a:pt x="88404" y="414528"/>
                </a:lnTo>
                <a:lnTo>
                  <a:pt x="123456" y="400812"/>
                </a:lnTo>
                <a:lnTo>
                  <a:pt x="192036" y="400812"/>
                </a:lnTo>
                <a:lnTo>
                  <a:pt x="198132" y="403860"/>
                </a:lnTo>
                <a:lnTo>
                  <a:pt x="202704" y="408432"/>
                </a:lnTo>
                <a:lnTo>
                  <a:pt x="202704" y="420624"/>
                </a:lnTo>
                <a:lnTo>
                  <a:pt x="207276" y="420624"/>
                </a:lnTo>
                <a:lnTo>
                  <a:pt x="207276" y="356616"/>
                </a:lnTo>
                <a:close/>
              </a:path>
              <a:path extrusionOk="0" h="862965" w="210820">
                <a:moveTo>
                  <a:pt x="210312" y="245364"/>
                </a:moveTo>
                <a:lnTo>
                  <a:pt x="193548" y="205740"/>
                </a:lnTo>
                <a:lnTo>
                  <a:pt x="188976" y="207264"/>
                </a:lnTo>
                <a:lnTo>
                  <a:pt x="190500" y="210312"/>
                </a:lnTo>
                <a:lnTo>
                  <a:pt x="192024" y="214884"/>
                </a:lnTo>
                <a:lnTo>
                  <a:pt x="192024" y="220980"/>
                </a:lnTo>
                <a:lnTo>
                  <a:pt x="190500" y="224028"/>
                </a:lnTo>
                <a:lnTo>
                  <a:pt x="188976" y="225552"/>
                </a:lnTo>
                <a:lnTo>
                  <a:pt x="185928" y="225552"/>
                </a:lnTo>
                <a:lnTo>
                  <a:pt x="182880" y="227076"/>
                </a:lnTo>
                <a:lnTo>
                  <a:pt x="164452" y="228371"/>
                </a:lnTo>
                <a:lnTo>
                  <a:pt x="153924" y="228600"/>
                </a:lnTo>
                <a:lnTo>
                  <a:pt x="73152" y="228600"/>
                </a:lnTo>
                <a:lnTo>
                  <a:pt x="73152" y="272796"/>
                </a:lnTo>
                <a:lnTo>
                  <a:pt x="77724" y="272796"/>
                </a:lnTo>
                <a:lnTo>
                  <a:pt x="77724" y="263652"/>
                </a:lnTo>
                <a:lnTo>
                  <a:pt x="80772" y="259080"/>
                </a:lnTo>
                <a:lnTo>
                  <a:pt x="82296" y="256032"/>
                </a:lnTo>
                <a:lnTo>
                  <a:pt x="85344" y="252984"/>
                </a:lnTo>
                <a:lnTo>
                  <a:pt x="173736" y="252984"/>
                </a:lnTo>
                <a:lnTo>
                  <a:pt x="181356" y="259080"/>
                </a:lnTo>
                <a:lnTo>
                  <a:pt x="185928" y="266700"/>
                </a:lnTo>
                <a:lnTo>
                  <a:pt x="188976" y="271272"/>
                </a:lnTo>
                <a:lnTo>
                  <a:pt x="192024" y="277368"/>
                </a:lnTo>
                <a:lnTo>
                  <a:pt x="192024" y="292608"/>
                </a:lnTo>
                <a:lnTo>
                  <a:pt x="163068" y="309372"/>
                </a:lnTo>
                <a:lnTo>
                  <a:pt x="73152" y="309372"/>
                </a:lnTo>
                <a:lnTo>
                  <a:pt x="73152" y="356616"/>
                </a:lnTo>
                <a:lnTo>
                  <a:pt x="77724" y="356616"/>
                </a:lnTo>
                <a:lnTo>
                  <a:pt x="77724" y="348996"/>
                </a:lnTo>
                <a:lnTo>
                  <a:pt x="79248" y="344424"/>
                </a:lnTo>
                <a:lnTo>
                  <a:pt x="80772" y="341376"/>
                </a:lnTo>
                <a:lnTo>
                  <a:pt x="80772" y="338328"/>
                </a:lnTo>
                <a:lnTo>
                  <a:pt x="83820" y="336804"/>
                </a:lnTo>
                <a:lnTo>
                  <a:pt x="85344" y="335280"/>
                </a:lnTo>
                <a:lnTo>
                  <a:pt x="88392" y="333756"/>
                </a:lnTo>
                <a:lnTo>
                  <a:pt x="158496" y="333756"/>
                </a:lnTo>
                <a:lnTo>
                  <a:pt x="167309" y="333476"/>
                </a:lnTo>
                <a:lnTo>
                  <a:pt x="175260" y="332613"/>
                </a:lnTo>
                <a:lnTo>
                  <a:pt x="182079" y="331190"/>
                </a:lnTo>
                <a:lnTo>
                  <a:pt x="187452" y="329184"/>
                </a:lnTo>
                <a:lnTo>
                  <a:pt x="195072" y="327660"/>
                </a:lnTo>
                <a:lnTo>
                  <a:pt x="204216" y="318516"/>
                </a:lnTo>
                <a:lnTo>
                  <a:pt x="208788" y="312420"/>
                </a:lnTo>
                <a:lnTo>
                  <a:pt x="210312" y="306324"/>
                </a:lnTo>
                <a:lnTo>
                  <a:pt x="210312" y="291084"/>
                </a:lnTo>
                <a:lnTo>
                  <a:pt x="182880" y="252984"/>
                </a:lnTo>
                <a:lnTo>
                  <a:pt x="210312" y="252984"/>
                </a:lnTo>
                <a:lnTo>
                  <a:pt x="210312" y="245364"/>
                </a:lnTo>
                <a:close/>
              </a:path>
              <a:path extrusionOk="0" h="862965" w="210820">
                <a:moveTo>
                  <a:pt x="210324" y="534924"/>
                </a:moveTo>
                <a:lnTo>
                  <a:pt x="209130" y="527786"/>
                </a:lnTo>
                <a:lnTo>
                  <a:pt x="205371" y="520065"/>
                </a:lnTo>
                <a:lnTo>
                  <a:pt x="198742" y="511784"/>
                </a:lnTo>
                <a:lnTo>
                  <a:pt x="188988" y="502920"/>
                </a:lnTo>
                <a:lnTo>
                  <a:pt x="181368" y="502920"/>
                </a:lnTo>
                <a:lnTo>
                  <a:pt x="187464" y="509016"/>
                </a:lnTo>
                <a:lnTo>
                  <a:pt x="190512" y="513588"/>
                </a:lnTo>
                <a:lnTo>
                  <a:pt x="192036" y="515112"/>
                </a:lnTo>
                <a:lnTo>
                  <a:pt x="192036" y="522732"/>
                </a:lnTo>
                <a:lnTo>
                  <a:pt x="190512" y="522732"/>
                </a:lnTo>
                <a:lnTo>
                  <a:pt x="190512" y="524256"/>
                </a:lnTo>
                <a:lnTo>
                  <a:pt x="187464" y="525780"/>
                </a:lnTo>
                <a:lnTo>
                  <a:pt x="103644" y="525780"/>
                </a:lnTo>
                <a:lnTo>
                  <a:pt x="94500" y="527304"/>
                </a:lnTo>
                <a:lnTo>
                  <a:pt x="91452" y="528828"/>
                </a:lnTo>
                <a:lnTo>
                  <a:pt x="83832" y="531876"/>
                </a:lnTo>
                <a:lnTo>
                  <a:pt x="79260" y="536448"/>
                </a:lnTo>
                <a:lnTo>
                  <a:pt x="70116" y="571500"/>
                </a:lnTo>
                <a:lnTo>
                  <a:pt x="70231" y="573100"/>
                </a:lnTo>
                <a:lnTo>
                  <a:pt x="86512" y="612317"/>
                </a:lnTo>
                <a:lnTo>
                  <a:pt x="105168" y="618744"/>
                </a:lnTo>
                <a:lnTo>
                  <a:pt x="112788" y="618744"/>
                </a:lnTo>
                <a:lnTo>
                  <a:pt x="115836" y="615696"/>
                </a:lnTo>
                <a:lnTo>
                  <a:pt x="118884" y="614172"/>
                </a:lnTo>
                <a:lnTo>
                  <a:pt x="118884" y="600456"/>
                </a:lnTo>
                <a:lnTo>
                  <a:pt x="115836" y="598932"/>
                </a:lnTo>
                <a:lnTo>
                  <a:pt x="112788" y="595884"/>
                </a:lnTo>
                <a:lnTo>
                  <a:pt x="109740" y="594360"/>
                </a:lnTo>
                <a:lnTo>
                  <a:pt x="105168" y="594360"/>
                </a:lnTo>
                <a:lnTo>
                  <a:pt x="96024" y="595884"/>
                </a:lnTo>
                <a:lnTo>
                  <a:pt x="91452" y="595884"/>
                </a:lnTo>
                <a:lnTo>
                  <a:pt x="85356" y="589788"/>
                </a:lnTo>
                <a:lnTo>
                  <a:pt x="80784" y="586740"/>
                </a:lnTo>
                <a:lnTo>
                  <a:pt x="79260" y="582129"/>
                </a:lnTo>
                <a:lnTo>
                  <a:pt x="79260" y="566928"/>
                </a:lnTo>
                <a:lnTo>
                  <a:pt x="82308" y="560832"/>
                </a:lnTo>
                <a:lnTo>
                  <a:pt x="115836" y="550164"/>
                </a:lnTo>
                <a:lnTo>
                  <a:pt x="120408" y="550164"/>
                </a:lnTo>
                <a:lnTo>
                  <a:pt x="126822" y="566356"/>
                </a:lnTo>
                <a:lnTo>
                  <a:pt x="132219" y="579691"/>
                </a:lnTo>
                <a:lnTo>
                  <a:pt x="155460" y="616508"/>
                </a:lnTo>
                <a:lnTo>
                  <a:pt x="164604" y="623316"/>
                </a:lnTo>
                <a:lnTo>
                  <a:pt x="176796" y="623316"/>
                </a:lnTo>
                <a:lnTo>
                  <a:pt x="210324" y="601980"/>
                </a:lnTo>
                <a:lnTo>
                  <a:pt x="210324" y="598932"/>
                </a:lnTo>
                <a:lnTo>
                  <a:pt x="192036" y="555980"/>
                </a:lnTo>
                <a:lnTo>
                  <a:pt x="192036" y="579120"/>
                </a:lnTo>
                <a:lnTo>
                  <a:pt x="192036" y="585216"/>
                </a:lnTo>
                <a:lnTo>
                  <a:pt x="190512" y="589788"/>
                </a:lnTo>
                <a:lnTo>
                  <a:pt x="185940" y="592836"/>
                </a:lnTo>
                <a:lnTo>
                  <a:pt x="181368" y="597408"/>
                </a:lnTo>
                <a:lnTo>
                  <a:pt x="175272" y="598932"/>
                </a:lnTo>
                <a:lnTo>
                  <a:pt x="164604" y="598932"/>
                </a:lnTo>
                <a:lnTo>
                  <a:pt x="158508" y="597408"/>
                </a:lnTo>
                <a:lnTo>
                  <a:pt x="155460" y="594360"/>
                </a:lnTo>
                <a:lnTo>
                  <a:pt x="150888" y="591312"/>
                </a:lnTo>
                <a:lnTo>
                  <a:pt x="146316" y="586740"/>
                </a:lnTo>
                <a:lnTo>
                  <a:pt x="141744" y="579120"/>
                </a:lnTo>
                <a:lnTo>
                  <a:pt x="140042" y="574814"/>
                </a:lnTo>
                <a:lnTo>
                  <a:pt x="133807" y="560476"/>
                </a:lnTo>
                <a:lnTo>
                  <a:pt x="129552" y="550164"/>
                </a:lnTo>
                <a:lnTo>
                  <a:pt x="178320" y="550164"/>
                </a:lnTo>
                <a:lnTo>
                  <a:pt x="184315" y="558761"/>
                </a:lnTo>
                <a:lnTo>
                  <a:pt x="188607" y="566356"/>
                </a:lnTo>
                <a:lnTo>
                  <a:pt x="191173" y="573100"/>
                </a:lnTo>
                <a:lnTo>
                  <a:pt x="192036" y="579120"/>
                </a:lnTo>
                <a:lnTo>
                  <a:pt x="192036" y="555980"/>
                </a:lnTo>
                <a:lnTo>
                  <a:pt x="187464" y="550164"/>
                </a:lnTo>
                <a:lnTo>
                  <a:pt x="196608" y="550164"/>
                </a:lnTo>
                <a:lnTo>
                  <a:pt x="202704" y="548640"/>
                </a:lnTo>
                <a:lnTo>
                  <a:pt x="205752" y="547116"/>
                </a:lnTo>
                <a:lnTo>
                  <a:pt x="208800" y="544068"/>
                </a:lnTo>
                <a:lnTo>
                  <a:pt x="210324" y="539496"/>
                </a:lnTo>
                <a:lnTo>
                  <a:pt x="210324" y="534924"/>
                </a:lnTo>
                <a:close/>
              </a:path>
              <a:path extrusionOk="0" h="862965" w="210820">
                <a:moveTo>
                  <a:pt x="210324" y="108204"/>
                </a:moveTo>
                <a:lnTo>
                  <a:pt x="209130" y="100418"/>
                </a:lnTo>
                <a:lnTo>
                  <a:pt x="205371" y="92773"/>
                </a:lnTo>
                <a:lnTo>
                  <a:pt x="198742" y="84848"/>
                </a:lnTo>
                <a:lnTo>
                  <a:pt x="188988" y="76200"/>
                </a:lnTo>
                <a:lnTo>
                  <a:pt x="181368" y="76200"/>
                </a:lnTo>
                <a:lnTo>
                  <a:pt x="187464" y="82296"/>
                </a:lnTo>
                <a:lnTo>
                  <a:pt x="190512" y="86868"/>
                </a:lnTo>
                <a:lnTo>
                  <a:pt x="192036" y="88392"/>
                </a:lnTo>
                <a:lnTo>
                  <a:pt x="192036" y="96012"/>
                </a:lnTo>
                <a:lnTo>
                  <a:pt x="190512" y="96012"/>
                </a:lnTo>
                <a:lnTo>
                  <a:pt x="190512" y="97536"/>
                </a:lnTo>
                <a:lnTo>
                  <a:pt x="187464" y="99060"/>
                </a:lnTo>
                <a:lnTo>
                  <a:pt x="103644" y="99060"/>
                </a:lnTo>
                <a:lnTo>
                  <a:pt x="94500" y="100584"/>
                </a:lnTo>
                <a:lnTo>
                  <a:pt x="91452" y="102108"/>
                </a:lnTo>
                <a:lnTo>
                  <a:pt x="83832" y="105156"/>
                </a:lnTo>
                <a:lnTo>
                  <a:pt x="79260" y="109728"/>
                </a:lnTo>
                <a:lnTo>
                  <a:pt x="70116" y="143256"/>
                </a:lnTo>
                <a:lnTo>
                  <a:pt x="70916" y="154762"/>
                </a:lnTo>
                <a:lnTo>
                  <a:pt x="92405" y="189357"/>
                </a:lnTo>
                <a:lnTo>
                  <a:pt x="105168" y="192024"/>
                </a:lnTo>
                <a:lnTo>
                  <a:pt x="112788" y="192024"/>
                </a:lnTo>
                <a:lnTo>
                  <a:pt x="115836" y="188976"/>
                </a:lnTo>
                <a:lnTo>
                  <a:pt x="118884" y="187452"/>
                </a:lnTo>
                <a:lnTo>
                  <a:pt x="118884" y="173736"/>
                </a:lnTo>
                <a:lnTo>
                  <a:pt x="115836" y="172212"/>
                </a:lnTo>
                <a:lnTo>
                  <a:pt x="112788" y="169164"/>
                </a:lnTo>
                <a:lnTo>
                  <a:pt x="109740" y="167640"/>
                </a:lnTo>
                <a:lnTo>
                  <a:pt x="105168" y="167640"/>
                </a:lnTo>
                <a:lnTo>
                  <a:pt x="96024" y="169164"/>
                </a:lnTo>
                <a:lnTo>
                  <a:pt x="91452" y="169164"/>
                </a:lnTo>
                <a:lnTo>
                  <a:pt x="85356" y="163068"/>
                </a:lnTo>
                <a:lnTo>
                  <a:pt x="80784" y="160020"/>
                </a:lnTo>
                <a:lnTo>
                  <a:pt x="79260" y="153924"/>
                </a:lnTo>
                <a:lnTo>
                  <a:pt x="79260" y="140208"/>
                </a:lnTo>
                <a:lnTo>
                  <a:pt x="82308" y="134112"/>
                </a:lnTo>
                <a:lnTo>
                  <a:pt x="115836" y="123444"/>
                </a:lnTo>
                <a:lnTo>
                  <a:pt x="120408" y="123444"/>
                </a:lnTo>
                <a:lnTo>
                  <a:pt x="126822" y="139636"/>
                </a:lnTo>
                <a:lnTo>
                  <a:pt x="132219" y="152971"/>
                </a:lnTo>
                <a:lnTo>
                  <a:pt x="155460" y="189572"/>
                </a:lnTo>
                <a:lnTo>
                  <a:pt x="170700" y="196596"/>
                </a:lnTo>
                <a:lnTo>
                  <a:pt x="176796" y="196596"/>
                </a:lnTo>
                <a:lnTo>
                  <a:pt x="210324" y="175260"/>
                </a:lnTo>
                <a:lnTo>
                  <a:pt x="210324" y="172212"/>
                </a:lnTo>
                <a:lnTo>
                  <a:pt x="210324" y="153924"/>
                </a:lnTo>
                <a:lnTo>
                  <a:pt x="207276" y="149352"/>
                </a:lnTo>
                <a:lnTo>
                  <a:pt x="205028" y="145948"/>
                </a:lnTo>
                <a:lnTo>
                  <a:pt x="200799" y="140398"/>
                </a:lnTo>
                <a:lnTo>
                  <a:pt x="192036" y="129260"/>
                </a:lnTo>
                <a:lnTo>
                  <a:pt x="192036" y="152400"/>
                </a:lnTo>
                <a:lnTo>
                  <a:pt x="192036" y="158496"/>
                </a:lnTo>
                <a:lnTo>
                  <a:pt x="190512" y="163068"/>
                </a:lnTo>
                <a:lnTo>
                  <a:pt x="185940" y="166116"/>
                </a:lnTo>
                <a:lnTo>
                  <a:pt x="181368" y="170688"/>
                </a:lnTo>
                <a:lnTo>
                  <a:pt x="175272" y="172212"/>
                </a:lnTo>
                <a:lnTo>
                  <a:pt x="164604" y="172212"/>
                </a:lnTo>
                <a:lnTo>
                  <a:pt x="158508" y="170688"/>
                </a:lnTo>
                <a:lnTo>
                  <a:pt x="155460" y="167640"/>
                </a:lnTo>
                <a:lnTo>
                  <a:pt x="150888" y="164592"/>
                </a:lnTo>
                <a:lnTo>
                  <a:pt x="146316" y="160020"/>
                </a:lnTo>
                <a:lnTo>
                  <a:pt x="141744" y="152400"/>
                </a:lnTo>
                <a:lnTo>
                  <a:pt x="140042" y="148094"/>
                </a:lnTo>
                <a:lnTo>
                  <a:pt x="133807" y="133756"/>
                </a:lnTo>
                <a:lnTo>
                  <a:pt x="129552" y="123444"/>
                </a:lnTo>
                <a:lnTo>
                  <a:pt x="178320" y="123444"/>
                </a:lnTo>
                <a:lnTo>
                  <a:pt x="184315" y="132041"/>
                </a:lnTo>
                <a:lnTo>
                  <a:pt x="188607" y="139636"/>
                </a:lnTo>
                <a:lnTo>
                  <a:pt x="191173" y="146380"/>
                </a:lnTo>
                <a:lnTo>
                  <a:pt x="192036" y="152400"/>
                </a:lnTo>
                <a:lnTo>
                  <a:pt x="192036" y="129260"/>
                </a:lnTo>
                <a:lnTo>
                  <a:pt x="187464" y="123444"/>
                </a:lnTo>
                <a:lnTo>
                  <a:pt x="196608" y="123444"/>
                </a:lnTo>
                <a:lnTo>
                  <a:pt x="202704" y="121920"/>
                </a:lnTo>
                <a:lnTo>
                  <a:pt x="205752" y="118872"/>
                </a:lnTo>
                <a:lnTo>
                  <a:pt x="208800" y="117348"/>
                </a:lnTo>
                <a:lnTo>
                  <a:pt x="210324" y="112776"/>
                </a:lnTo>
                <a:lnTo>
                  <a:pt x="210324" y="1082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13" name="Google Shape;1313;p24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744467" y="6252972"/>
            <a:ext cx="210312" cy="99974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4" name="Google Shape;1314;p24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4171188" y="8526779"/>
            <a:ext cx="210312" cy="417576"/>
          </a:xfrm>
          <a:prstGeom prst="rect">
            <a:avLst/>
          </a:prstGeom>
          <a:noFill/>
          <a:ln>
            <a:noFill/>
          </a:ln>
        </p:spPr>
      </p:pic>
      <p:sp>
        <p:nvSpPr>
          <p:cNvPr id="1315" name="Google Shape;1315;p24"/>
          <p:cNvSpPr/>
          <p:nvPr/>
        </p:nvSpPr>
        <p:spPr>
          <a:xfrm>
            <a:off x="4241279" y="7796784"/>
            <a:ext cx="201295" cy="657225"/>
          </a:xfrm>
          <a:custGeom>
            <a:rect b="b" l="l" r="r" t="t"/>
            <a:pathLst>
              <a:path extrusionOk="0" h="657225" w="201295">
                <a:moveTo>
                  <a:pt x="137160" y="431292"/>
                </a:moveTo>
                <a:lnTo>
                  <a:pt x="132588" y="431292"/>
                </a:lnTo>
                <a:lnTo>
                  <a:pt x="132588" y="440436"/>
                </a:lnTo>
                <a:lnTo>
                  <a:pt x="129540" y="446532"/>
                </a:lnTo>
                <a:lnTo>
                  <a:pt x="128016" y="448056"/>
                </a:lnTo>
                <a:lnTo>
                  <a:pt x="124968" y="449580"/>
                </a:lnTo>
                <a:lnTo>
                  <a:pt x="121920" y="449580"/>
                </a:lnTo>
                <a:lnTo>
                  <a:pt x="115824" y="451104"/>
                </a:lnTo>
                <a:lnTo>
                  <a:pt x="50292" y="451104"/>
                </a:lnTo>
                <a:lnTo>
                  <a:pt x="41744" y="451370"/>
                </a:lnTo>
                <a:lnTo>
                  <a:pt x="6096" y="466344"/>
                </a:lnTo>
                <a:lnTo>
                  <a:pt x="0" y="478536"/>
                </a:lnTo>
                <a:lnTo>
                  <a:pt x="0" y="492252"/>
                </a:lnTo>
                <a:lnTo>
                  <a:pt x="22174" y="523760"/>
                </a:lnTo>
                <a:lnTo>
                  <a:pt x="30480" y="530352"/>
                </a:lnTo>
                <a:lnTo>
                  <a:pt x="23266" y="532688"/>
                </a:lnTo>
                <a:lnTo>
                  <a:pt x="0" y="556260"/>
                </a:lnTo>
                <a:lnTo>
                  <a:pt x="0" y="568452"/>
                </a:lnTo>
                <a:lnTo>
                  <a:pt x="1524" y="573024"/>
                </a:lnTo>
                <a:lnTo>
                  <a:pt x="4572" y="579120"/>
                </a:lnTo>
                <a:lnTo>
                  <a:pt x="6096" y="583692"/>
                </a:lnTo>
                <a:lnTo>
                  <a:pt x="12192" y="592836"/>
                </a:lnTo>
                <a:lnTo>
                  <a:pt x="19812" y="600456"/>
                </a:lnTo>
                <a:lnTo>
                  <a:pt x="30480" y="609600"/>
                </a:lnTo>
                <a:lnTo>
                  <a:pt x="0" y="609600"/>
                </a:lnTo>
                <a:lnTo>
                  <a:pt x="0" y="615696"/>
                </a:lnTo>
                <a:lnTo>
                  <a:pt x="16764" y="656844"/>
                </a:lnTo>
                <a:lnTo>
                  <a:pt x="21336" y="653796"/>
                </a:lnTo>
                <a:lnTo>
                  <a:pt x="21336" y="650748"/>
                </a:lnTo>
                <a:lnTo>
                  <a:pt x="19812" y="647700"/>
                </a:lnTo>
                <a:lnTo>
                  <a:pt x="19812" y="640080"/>
                </a:lnTo>
                <a:lnTo>
                  <a:pt x="22860" y="637032"/>
                </a:lnTo>
                <a:lnTo>
                  <a:pt x="25908" y="635508"/>
                </a:lnTo>
                <a:lnTo>
                  <a:pt x="28956" y="635508"/>
                </a:lnTo>
                <a:lnTo>
                  <a:pt x="32600" y="634631"/>
                </a:lnTo>
                <a:lnTo>
                  <a:pt x="38671" y="634174"/>
                </a:lnTo>
                <a:lnTo>
                  <a:pt x="56388" y="633984"/>
                </a:lnTo>
                <a:lnTo>
                  <a:pt x="121920" y="633984"/>
                </a:lnTo>
                <a:lnTo>
                  <a:pt x="128016" y="637032"/>
                </a:lnTo>
                <a:lnTo>
                  <a:pt x="129540" y="638556"/>
                </a:lnTo>
                <a:lnTo>
                  <a:pt x="131064" y="641604"/>
                </a:lnTo>
                <a:lnTo>
                  <a:pt x="132588" y="643128"/>
                </a:lnTo>
                <a:lnTo>
                  <a:pt x="132588" y="653796"/>
                </a:lnTo>
                <a:lnTo>
                  <a:pt x="137160" y="653796"/>
                </a:lnTo>
                <a:lnTo>
                  <a:pt x="137160" y="589788"/>
                </a:lnTo>
                <a:lnTo>
                  <a:pt x="132588" y="589788"/>
                </a:lnTo>
                <a:lnTo>
                  <a:pt x="132588" y="600456"/>
                </a:lnTo>
                <a:lnTo>
                  <a:pt x="131064" y="603504"/>
                </a:lnTo>
                <a:lnTo>
                  <a:pt x="128016" y="606552"/>
                </a:lnTo>
                <a:lnTo>
                  <a:pt x="121920" y="609600"/>
                </a:lnTo>
                <a:lnTo>
                  <a:pt x="36576" y="609600"/>
                </a:lnTo>
                <a:lnTo>
                  <a:pt x="32004" y="605028"/>
                </a:lnTo>
                <a:lnTo>
                  <a:pt x="27432" y="598932"/>
                </a:lnTo>
                <a:lnTo>
                  <a:pt x="22860" y="591312"/>
                </a:lnTo>
                <a:lnTo>
                  <a:pt x="19812" y="586740"/>
                </a:lnTo>
                <a:lnTo>
                  <a:pt x="18288" y="582168"/>
                </a:lnTo>
                <a:lnTo>
                  <a:pt x="18288" y="568452"/>
                </a:lnTo>
                <a:lnTo>
                  <a:pt x="21336" y="563880"/>
                </a:lnTo>
                <a:lnTo>
                  <a:pt x="27432" y="559308"/>
                </a:lnTo>
                <a:lnTo>
                  <a:pt x="32004" y="556260"/>
                </a:lnTo>
                <a:lnTo>
                  <a:pt x="39624" y="554736"/>
                </a:lnTo>
                <a:lnTo>
                  <a:pt x="121920" y="554736"/>
                </a:lnTo>
                <a:lnTo>
                  <a:pt x="126492" y="556260"/>
                </a:lnTo>
                <a:lnTo>
                  <a:pt x="129540" y="557784"/>
                </a:lnTo>
                <a:lnTo>
                  <a:pt x="131064" y="560832"/>
                </a:lnTo>
                <a:lnTo>
                  <a:pt x="132588" y="562356"/>
                </a:lnTo>
                <a:lnTo>
                  <a:pt x="132588" y="574548"/>
                </a:lnTo>
                <a:lnTo>
                  <a:pt x="137160" y="574548"/>
                </a:lnTo>
                <a:lnTo>
                  <a:pt x="137160" y="510540"/>
                </a:lnTo>
                <a:lnTo>
                  <a:pt x="132588" y="510540"/>
                </a:lnTo>
                <a:lnTo>
                  <a:pt x="132588" y="521208"/>
                </a:lnTo>
                <a:lnTo>
                  <a:pt x="131064" y="524256"/>
                </a:lnTo>
                <a:lnTo>
                  <a:pt x="128016" y="527304"/>
                </a:lnTo>
                <a:lnTo>
                  <a:pt x="124968" y="528828"/>
                </a:lnTo>
                <a:lnTo>
                  <a:pt x="123444" y="530352"/>
                </a:lnTo>
                <a:lnTo>
                  <a:pt x="36576" y="530352"/>
                </a:lnTo>
                <a:lnTo>
                  <a:pt x="30480" y="522732"/>
                </a:lnTo>
                <a:lnTo>
                  <a:pt x="25908" y="516636"/>
                </a:lnTo>
                <a:lnTo>
                  <a:pt x="22860" y="512064"/>
                </a:lnTo>
                <a:lnTo>
                  <a:pt x="19812" y="505968"/>
                </a:lnTo>
                <a:lnTo>
                  <a:pt x="18288" y="501396"/>
                </a:lnTo>
                <a:lnTo>
                  <a:pt x="18288" y="489204"/>
                </a:lnTo>
                <a:lnTo>
                  <a:pt x="21336" y="483108"/>
                </a:lnTo>
                <a:lnTo>
                  <a:pt x="28956" y="478536"/>
                </a:lnTo>
                <a:lnTo>
                  <a:pt x="32004" y="477012"/>
                </a:lnTo>
                <a:lnTo>
                  <a:pt x="39624" y="475488"/>
                </a:lnTo>
                <a:lnTo>
                  <a:pt x="121920" y="475488"/>
                </a:lnTo>
                <a:lnTo>
                  <a:pt x="128016" y="478536"/>
                </a:lnTo>
                <a:lnTo>
                  <a:pt x="132588" y="483108"/>
                </a:lnTo>
                <a:lnTo>
                  <a:pt x="132588" y="495300"/>
                </a:lnTo>
                <a:lnTo>
                  <a:pt x="137160" y="495300"/>
                </a:lnTo>
                <a:lnTo>
                  <a:pt x="137160" y="431292"/>
                </a:lnTo>
                <a:close/>
              </a:path>
              <a:path extrusionOk="0" h="657225" w="201295">
                <a:moveTo>
                  <a:pt x="137160" y="147828"/>
                </a:moveTo>
                <a:lnTo>
                  <a:pt x="132588" y="147828"/>
                </a:lnTo>
                <a:lnTo>
                  <a:pt x="132588" y="156972"/>
                </a:lnTo>
                <a:lnTo>
                  <a:pt x="131064" y="160020"/>
                </a:lnTo>
                <a:lnTo>
                  <a:pt x="129540" y="161544"/>
                </a:lnTo>
                <a:lnTo>
                  <a:pt x="128016" y="164592"/>
                </a:lnTo>
                <a:lnTo>
                  <a:pt x="124968" y="164592"/>
                </a:lnTo>
                <a:lnTo>
                  <a:pt x="121920" y="166116"/>
                </a:lnTo>
                <a:lnTo>
                  <a:pt x="115824" y="167640"/>
                </a:lnTo>
                <a:lnTo>
                  <a:pt x="41960" y="167690"/>
                </a:lnTo>
                <a:lnTo>
                  <a:pt x="35052" y="168021"/>
                </a:lnTo>
                <a:lnTo>
                  <a:pt x="0" y="195072"/>
                </a:lnTo>
                <a:lnTo>
                  <a:pt x="0" y="202692"/>
                </a:lnTo>
                <a:lnTo>
                  <a:pt x="1955" y="213271"/>
                </a:lnTo>
                <a:lnTo>
                  <a:pt x="7620" y="224409"/>
                </a:lnTo>
                <a:lnTo>
                  <a:pt x="16725" y="236131"/>
                </a:lnTo>
                <a:lnTo>
                  <a:pt x="28956" y="248412"/>
                </a:lnTo>
                <a:lnTo>
                  <a:pt x="0" y="248412"/>
                </a:lnTo>
                <a:lnTo>
                  <a:pt x="0" y="254508"/>
                </a:lnTo>
                <a:lnTo>
                  <a:pt x="16764" y="295656"/>
                </a:lnTo>
                <a:lnTo>
                  <a:pt x="21336" y="292608"/>
                </a:lnTo>
                <a:lnTo>
                  <a:pt x="21336" y="289560"/>
                </a:lnTo>
                <a:lnTo>
                  <a:pt x="19812" y="284988"/>
                </a:lnTo>
                <a:lnTo>
                  <a:pt x="19812" y="278892"/>
                </a:lnTo>
                <a:lnTo>
                  <a:pt x="22860" y="275844"/>
                </a:lnTo>
                <a:lnTo>
                  <a:pt x="28956" y="272796"/>
                </a:lnTo>
                <a:lnTo>
                  <a:pt x="124968" y="272796"/>
                </a:lnTo>
                <a:lnTo>
                  <a:pt x="128016" y="275844"/>
                </a:lnTo>
                <a:lnTo>
                  <a:pt x="131064" y="277368"/>
                </a:lnTo>
                <a:lnTo>
                  <a:pt x="132588" y="281940"/>
                </a:lnTo>
                <a:lnTo>
                  <a:pt x="132588" y="292608"/>
                </a:lnTo>
                <a:lnTo>
                  <a:pt x="137160" y="292608"/>
                </a:lnTo>
                <a:lnTo>
                  <a:pt x="137160" y="228600"/>
                </a:lnTo>
                <a:lnTo>
                  <a:pt x="132588" y="228600"/>
                </a:lnTo>
                <a:lnTo>
                  <a:pt x="132588" y="239268"/>
                </a:lnTo>
                <a:lnTo>
                  <a:pt x="131064" y="240792"/>
                </a:lnTo>
                <a:lnTo>
                  <a:pt x="129540" y="243840"/>
                </a:lnTo>
                <a:lnTo>
                  <a:pt x="128016" y="245364"/>
                </a:lnTo>
                <a:lnTo>
                  <a:pt x="124968" y="246888"/>
                </a:lnTo>
                <a:lnTo>
                  <a:pt x="121920" y="246888"/>
                </a:lnTo>
                <a:lnTo>
                  <a:pt x="117348" y="248412"/>
                </a:lnTo>
                <a:lnTo>
                  <a:pt x="38100" y="248412"/>
                </a:lnTo>
                <a:lnTo>
                  <a:pt x="29870" y="239268"/>
                </a:lnTo>
                <a:lnTo>
                  <a:pt x="23622" y="230124"/>
                </a:lnTo>
                <a:lnTo>
                  <a:pt x="19672" y="220980"/>
                </a:lnTo>
                <a:lnTo>
                  <a:pt x="18288" y="211836"/>
                </a:lnTo>
                <a:lnTo>
                  <a:pt x="18288" y="204216"/>
                </a:lnTo>
                <a:lnTo>
                  <a:pt x="53340" y="192024"/>
                </a:lnTo>
                <a:lnTo>
                  <a:pt x="124968" y="192024"/>
                </a:lnTo>
                <a:lnTo>
                  <a:pt x="128016" y="195072"/>
                </a:lnTo>
                <a:lnTo>
                  <a:pt x="131064" y="196596"/>
                </a:lnTo>
                <a:lnTo>
                  <a:pt x="132588" y="198120"/>
                </a:lnTo>
                <a:lnTo>
                  <a:pt x="132588" y="211836"/>
                </a:lnTo>
                <a:lnTo>
                  <a:pt x="137160" y="211836"/>
                </a:lnTo>
                <a:lnTo>
                  <a:pt x="137160" y="147828"/>
                </a:lnTo>
                <a:close/>
              </a:path>
              <a:path extrusionOk="0" h="657225" w="201295">
                <a:moveTo>
                  <a:pt x="140208" y="329184"/>
                </a:moveTo>
                <a:lnTo>
                  <a:pt x="118872" y="297180"/>
                </a:lnTo>
                <a:lnTo>
                  <a:pt x="111252" y="297180"/>
                </a:lnTo>
                <a:lnTo>
                  <a:pt x="120396" y="306324"/>
                </a:lnTo>
                <a:lnTo>
                  <a:pt x="121920" y="309372"/>
                </a:lnTo>
                <a:lnTo>
                  <a:pt x="121920" y="316992"/>
                </a:lnTo>
                <a:lnTo>
                  <a:pt x="120396" y="318516"/>
                </a:lnTo>
                <a:lnTo>
                  <a:pt x="118872" y="318516"/>
                </a:lnTo>
                <a:lnTo>
                  <a:pt x="115824" y="320040"/>
                </a:lnTo>
                <a:lnTo>
                  <a:pt x="47244" y="320040"/>
                </a:lnTo>
                <a:lnTo>
                  <a:pt x="37846" y="320306"/>
                </a:lnTo>
                <a:lnTo>
                  <a:pt x="3860" y="341312"/>
                </a:lnTo>
                <a:lnTo>
                  <a:pt x="0" y="364236"/>
                </a:lnTo>
                <a:lnTo>
                  <a:pt x="838" y="375094"/>
                </a:lnTo>
                <a:lnTo>
                  <a:pt x="22479" y="409765"/>
                </a:lnTo>
                <a:lnTo>
                  <a:pt x="35052" y="413004"/>
                </a:lnTo>
                <a:lnTo>
                  <a:pt x="39624" y="413004"/>
                </a:lnTo>
                <a:lnTo>
                  <a:pt x="22860" y="388620"/>
                </a:lnTo>
                <a:lnTo>
                  <a:pt x="18288" y="387096"/>
                </a:lnTo>
                <a:lnTo>
                  <a:pt x="15240" y="384048"/>
                </a:lnTo>
                <a:lnTo>
                  <a:pt x="9271" y="375094"/>
                </a:lnTo>
                <a:lnTo>
                  <a:pt x="9144" y="361188"/>
                </a:lnTo>
                <a:lnTo>
                  <a:pt x="12192" y="355092"/>
                </a:lnTo>
                <a:lnTo>
                  <a:pt x="45720" y="344424"/>
                </a:lnTo>
                <a:lnTo>
                  <a:pt x="50292" y="344424"/>
                </a:lnTo>
                <a:lnTo>
                  <a:pt x="50419" y="344741"/>
                </a:lnTo>
                <a:lnTo>
                  <a:pt x="56629" y="360197"/>
                </a:lnTo>
                <a:lnTo>
                  <a:pt x="76200" y="399719"/>
                </a:lnTo>
                <a:lnTo>
                  <a:pt x="100584" y="417576"/>
                </a:lnTo>
                <a:lnTo>
                  <a:pt x="106680" y="417576"/>
                </a:lnTo>
                <a:lnTo>
                  <a:pt x="140208" y="396240"/>
                </a:lnTo>
                <a:lnTo>
                  <a:pt x="140208" y="393192"/>
                </a:lnTo>
                <a:lnTo>
                  <a:pt x="140208" y="374904"/>
                </a:lnTo>
                <a:lnTo>
                  <a:pt x="137160" y="370332"/>
                </a:lnTo>
                <a:lnTo>
                  <a:pt x="135140" y="366293"/>
                </a:lnTo>
                <a:lnTo>
                  <a:pt x="131254" y="360807"/>
                </a:lnTo>
                <a:lnTo>
                  <a:pt x="125374" y="353618"/>
                </a:lnTo>
                <a:lnTo>
                  <a:pt x="121920" y="349669"/>
                </a:lnTo>
                <a:lnTo>
                  <a:pt x="121920" y="373380"/>
                </a:lnTo>
                <a:lnTo>
                  <a:pt x="121920" y="377952"/>
                </a:lnTo>
                <a:lnTo>
                  <a:pt x="120396" y="382524"/>
                </a:lnTo>
                <a:lnTo>
                  <a:pt x="111252" y="391668"/>
                </a:lnTo>
                <a:lnTo>
                  <a:pt x="106680" y="393192"/>
                </a:lnTo>
                <a:lnTo>
                  <a:pt x="94488" y="393192"/>
                </a:lnTo>
                <a:lnTo>
                  <a:pt x="59436" y="344424"/>
                </a:lnTo>
                <a:lnTo>
                  <a:pt x="108204" y="344424"/>
                </a:lnTo>
                <a:lnTo>
                  <a:pt x="121920" y="373380"/>
                </a:lnTo>
                <a:lnTo>
                  <a:pt x="121920" y="349669"/>
                </a:lnTo>
                <a:lnTo>
                  <a:pt x="117348" y="344424"/>
                </a:lnTo>
                <a:lnTo>
                  <a:pt x="126492" y="344424"/>
                </a:lnTo>
                <a:lnTo>
                  <a:pt x="132588" y="342900"/>
                </a:lnTo>
                <a:lnTo>
                  <a:pt x="138684" y="336804"/>
                </a:lnTo>
                <a:lnTo>
                  <a:pt x="140208" y="333756"/>
                </a:lnTo>
                <a:lnTo>
                  <a:pt x="140208" y="329184"/>
                </a:lnTo>
                <a:close/>
              </a:path>
              <a:path extrusionOk="0" h="657225" w="201295">
                <a:moveTo>
                  <a:pt x="201168" y="117348"/>
                </a:moveTo>
                <a:lnTo>
                  <a:pt x="178308" y="81915"/>
                </a:lnTo>
                <a:lnTo>
                  <a:pt x="55181" y="30480"/>
                </a:lnTo>
                <a:lnTo>
                  <a:pt x="22860" y="18288"/>
                </a:lnTo>
                <a:lnTo>
                  <a:pt x="18288" y="16764"/>
                </a:lnTo>
                <a:lnTo>
                  <a:pt x="9144" y="7620"/>
                </a:lnTo>
                <a:lnTo>
                  <a:pt x="9144" y="4572"/>
                </a:lnTo>
                <a:lnTo>
                  <a:pt x="7620" y="0"/>
                </a:lnTo>
                <a:lnTo>
                  <a:pt x="3048" y="0"/>
                </a:lnTo>
                <a:lnTo>
                  <a:pt x="3048" y="42672"/>
                </a:lnTo>
                <a:lnTo>
                  <a:pt x="7620" y="42672"/>
                </a:lnTo>
                <a:lnTo>
                  <a:pt x="7620" y="39624"/>
                </a:lnTo>
                <a:lnTo>
                  <a:pt x="9144" y="36576"/>
                </a:lnTo>
                <a:lnTo>
                  <a:pt x="9144" y="35052"/>
                </a:lnTo>
                <a:lnTo>
                  <a:pt x="10668" y="33528"/>
                </a:lnTo>
                <a:lnTo>
                  <a:pt x="10668" y="32004"/>
                </a:lnTo>
                <a:lnTo>
                  <a:pt x="12192" y="30480"/>
                </a:lnTo>
                <a:lnTo>
                  <a:pt x="24384" y="30480"/>
                </a:lnTo>
                <a:lnTo>
                  <a:pt x="27432" y="32004"/>
                </a:lnTo>
                <a:lnTo>
                  <a:pt x="100584" y="60960"/>
                </a:lnTo>
                <a:lnTo>
                  <a:pt x="35052" y="92964"/>
                </a:lnTo>
                <a:lnTo>
                  <a:pt x="27432" y="96012"/>
                </a:lnTo>
                <a:lnTo>
                  <a:pt x="22860" y="97536"/>
                </a:lnTo>
                <a:lnTo>
                  <a:pt x="13716" y="97536"/>
                </a:lnTo>
                <a:lnTo>
                  <a:pt x="9144" y="92964"/>
                </a:lnTo>
                <a:lnTo>
                  <a:pt x="7620" y="89916"/>
                </a:lnTo>
                <a:lnTo>
                  <a:pt x="7620" y="82296"/>
                </a:lnTo>
                <a:lnTo>
                  <a:pt x="3048" y="82296"/>
                </a:lnTo>
                <a:lnTo>
                  <a:pt x="3048" y="144780"/>
                </a:lnTo>
                <a:lnTo>
                  <a:pt x="7620" y="144780"/>
                </a:lnTo>
                <a:lnTo>
                  <a:pt x="9144" y="140208"/>
                </a:lnTo>
                <a:lnTo>
                  <a:pt x="12192" y="134112"/>
                </a:lnTo>
                <a:lnTo>
                  <a:pt x="13716" y="132588"/>
                </a:lnTo>
                <a:lnTo>
                  <a:pt x="16764" y="131064"/>
                </a:lnTo>
                <a:lnTo>
                  <a:pt x="19812" y="128016"/>
                </a:lnTo>
                <a:lnTo>
                  <a:pt x="24384" y="124968"/>
                </a:lnTo>
                <a:lnTo>
                  <a:pt x="28956" y="123444"/>
                </a:lnTo>
                <a:lnTo>
                  <a:pt x="32004" y="121920"/>
                </a:lnTo>
                <a:lnTo>
                  <a:pt x="82296" y="97536"/>
                </a:lnTo>
                <a:lnTo>
                  <a:pt x="132588" y="73152"/>
                </a:lnTo>
                <a:lnTo>
                  <a:pt x="153924" y="82296"/>
                </a:lnTo>
                <a:lnTo>
                  <a:pt x="161544" y="85344"/>
                </a:lnTo>
                <a:lnTo>
                  <a:pt x="167640" y="88392"/>
                </a:lnTo>
                <a:lnTo>
                  <a:pt x="170688" y="92964"/>
                </a:lnTo>
                <a:lnTo>
                  <a:pt x="173736" y="96012"/>
                </a:lnTo>
                <a:lnTo>
                  <a:pt x="173736" y="105156"/>
                </a:lnTo>
                <a:lnTo>
                  <a:pt x="169164" y="118872"/>
                </a:lnTo>
                <a:lnTo>
                  <a:pt x="169164" y="126492"/>
                </a:lnTo>
                <a:lnTo>
                  <a:pt x="170688" y="131064"/>
                </a:lnTo>
                <a:lnTo>
                  <a:pt x="173736" y="134112"/>
                </a:lnTo>
                <a:lnTo>
                  <a:pt x="179832" y="137160"/>
                </a:lnTo>
                <a:lnTo>
                  <a:pt x="188976" y="137160"/>
                </a:lnTo>
                <a:lnTo>
                  <a:pt x="193548" y="135636"/>
                </a:lnTo>
                <a:lnTo>
                  <a:pt x="196596" y="132588"/>
                </a:lnTo>
                <a:lnTo>
                  <a:pt x="199644" y="128016"/>
                </a:lnTo>
                <a:lnTo>
                  <a:pt x="201168" y="123444"/>
                </a:lnTo>
                <a:lnTo>
                  <a:pt x="201168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16" name="Google Shape;1316;p24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171188" y="6737604"/>
            <a:ext cx="271272" cy="982979"/>
          </a:xfrm>
          <a:prstGeom prst="rect">
            <a:avLst/>
          </a:prstGeom>
          <a:noFill/>
          <a:ln>
            <a:noFill/>
          </a:ln>
        </p:spPr>
      </p:pic>
      <p:sp>
        <p:nvSpPr>
          <p:cNvPr id="1317" name="Google Shape;1317;p24"/>
          <p:cNvSpPr/>
          <p:nvPr/>
        </p:nvSpPr>
        <p:spPr>
          <a:xfrm>
            <a:off x="4171175" y="5931408"/>
            <a:ext cx="271780" cy="719455"/>
          </a:xfrm>
          <a:custGeom>
            <a:rect b="b" l="l" r="r" t="t"/>
            <a:pathLst>
              <a:path extrusionOk="0" h="719454" w="271779">
                <a:moveTo>
                  <a:pt x="32004" y="598932"/>
                </a:moveTo>
                <a:lnTo>
                  <a:pt x="30480" y="594360"/>
                </a:lnTo>
                <a:lnTo>
                  <a:pt x="24384" y="588264"/>
                </a:lnTo>
                <a:lnTo>
                  <a:pt x="21336" y="586740"/>
                </a:lnTo>
                <a:lnTo>
                  <a:pt x="12192" y="586740"/>
                </a:lnTo>
                <a:lnTo>
                  <a:pt x="9144" y="588264"/>
                </a:lnTo>
                <a:lnTo>
                  <a:pt x="3048" y="594360"/>
                </a:lnTo>
                <a:lnTo>
                  <a:pt x="0" y="598932"/>
                </a:lnTo>
                <a:lnTo>
                  <a:pt x="0" y="608076"/>
                </a:lnTo>
                <a:lnTo>
                  <a:pt x="9144" y="617220"/>
                </a:lnTo>
                <a:lnTo>
                  <a:pt x="12192" y="618744"/>
                </a:lnTo>
                <a:lnTo>
                  <a:pt x="21336" y="618744"/>
                </a:lnTo>
                <a:lnTo>
                  <a:pt x="24384" y="617220"/>
                </a:lnTo>
                <a:lnTo>
                  <a:pt x="30480" y="611124"/>
                </a:lnTo>
                <a:lnTo>
                  <a:pt x="32004" y="608076"/>
                </a:lnTo>
                <a:lnTo>
                  <a:pt x="32004" y="598932"/>
                </a:lnTo>
                <a:close/>
              </a:path>
              <a:path extrusionOk="0" h="719454" w="271779">
                <a:moveTo>
                  <a:pt x="152412" y="13716"/>
                </a:moveTo>
                <a:lnTo>
                  <a:pt x="36588" y="0"/>
                </a:lnTo>
                <a:lnTo>
                  <a:pt x="19824" y="0"/>
                </a:lnTo>
                <a:lnTo>
                  <a:pt x="13728" y="1524"/>
                </a:lnTo>
                <a:lnTo>
                  <a:pt x="7632" y="7620"/>
                </a:lnTo>
                <a:lnTo>
                  <a:pt x="4584" y="12192"/>
                </a:lnTo>
                <a:lnTo>
                  <a:pt x="4584" y="21336"/>
                </a:lnTo>
                <a:lnTo>
                  <a:pt x="7632" y="25908"/>
                </a:lnTo>
                <a:lnTo>
                  <a:pt x="13728" y="32004"/>
                </a:lnTo>
                <a:lnTo>
                  <a:pt x="19824" y="33528"/>
                </a:lnTo>
                <a:lnTo>
                  <a:pt x="32016" y="33528"/>
                </a:lnTo>
                <a:lnTo>
                  <a:pt x="36588" y="32004"/>
                </a:lnTo>
                <a:lnTo>
                  <a:pt x="152412" y="21336"/>
                </a:lnTo>
                <a:lnTo>
                  <a:pt x="152412" y="13716"/>
                </a:lnTo>
                <a:close/>
              </a:path>
              <a:path extrusionOk="0" h="719454" w="271779">
                <a:moveTo>
                  <a:pt x="207264" y="569976"/>
                </a:moveTo>
                <a:lnTo>
                  <a:pt x="202692" y="569976"/>
                </a:lnTo>
                <a:lnTo>
                  <a:pt x="202692" y="580644"/>
                </a:lnTo>
                <a:lnTo>
                  <a:pt x="201168" y="583692"/>
                </a:lnTo>
                <a:lnTo>
                  <a:pt x="198120" y="586740"/>
                </a:lnTo>
                <a:lnTo>
                  <a:pt x="192024" y="589788"/>
                </a:lnTo>
                <a:lnTo>
                  <a:pt x="70104" y="589788"/>
                </a:lnTo>
                <a:lnTo>
                  <a:pt x="70104" y="597408"/>
                </a:lnTo>
                <a:lnTo>
                  <a:pt x="86868" y="637032"/>
                </a:lnTo>
                <a:lnTo>
                  <a:pt x="91440" y="635508"/>
                </a:lnTo>
                <a:lnTo>
                  <a:pt x="91440" y="630936"/>
                </a:lnTo>
                <a:lnTo>
                  <a:pt x="89916" y="627888"/>
                </a:lnTo>
                <a:lnTo>
                  <a:pt x="89916" y="620268"/>
                </a:lnTo>
                <a:lnTo>
                  <a:pt x="92964" y="617220"/>
                </a:lnTo>
                <a:lnTo>
                  <a:pt x="96012" y="617220"/>
                </a:lnTo>
                <a:lnTo>
                  <a:pt x="99060" y="615696"/>
                </a:lnTo>
                <a:lnTo>
                  <a:pt x="102704" y="615467"/>
                </a:lnTo>
                <a:lnTo>
                  <a:pt x="108775" y="614934"/>
                </a:lnTo>
                <a:lnTo>
                  <a:pt x="116852" y="614413"/>
                </a:lnTo>
                <a:lnTo>
                  <a:pt x="126492" y="614172"/>
                </a:lnTo>
                <a:lnTo>
                  <a:pt x="185928" y="614172"/>
                </a:lnTo>
                <a:lnTo>
                  <a:pt x="192024" y="615696"/>
                </a:lnTo>
                <a:lnTo>
                  <a:pt x="195072" y="617220"/>
                </a:lnTo>
                <a:lnTo>
                  <a:pt x="198120" y="617220"/>
                </a:lnTo>
                <a:lnTo>
                  <a:pt x="199644" y="620268"/>
                </a:lnTo>
                <a:lnTo>
                  <a:pt x="202692" y="623316"/>
                </a:lnTo>
                <a:lnTo>
                  <a:pt x="202692" y="633984"/>
                </a:lnTo>
                <a:lnTo>
                  <a:pt x="207264" y="633984"/>
                </a:lnTo>
                <a:lnTo>
                  <a:pt x="207264" y="614172"/>
                </a:lnTo>
                <a:lnTo>
                  <a:pt x="207264" y="569976"/>
                </a:lnTo>
                <a:close/>
              </a:path>
              <a:path extrusionOk="0" h="719454" w="271779">
                <a:moveTo>
                  <a:pt x="207276" y="653796"/>
                </a:moveTo>
                <a:lnTo>
                  <a:pt x="202704" y="653796"/>
                </a:lnTo>
                <a:lnTo>
                  <a:pt x="202704" y="664464"/>
                </a:lnTo>
                <a:lnTo>
                  <a:pt x="201180" y="665988"/>
                </a:lnTo>
                <a:lnTo>
                  <a:pt x="199656" y="669036"/>
                </a:lnTo>
                <a:lnTo>
                  <a:pt x="198132" y="670560"/>
                </a:lnTo>
                <a:lnTo>
                  <a:pt x="195084" y="672084"/>
                </a:lnTo>
                <a:lnTo>
                  <a:pt x="192036" y="672084"/>
                </a:lnTo>
                <a:lnTo>
                  <a:pt x="185940" y="673608"/>
                </a:lnTo>
                <a:lnTo>
                  <a:pt x="12" y="673608"/>
                </a:lnTo>
                <a:lnTo>
                  <a:pt x="12" y="679704"/>
                </a:lnTo>
                <a:lnTo>
                  <a:pt x="16776" y="719328"/>
                </a:lnTo>
                <a:lnTo>
                  <a:pt x="21348" y="716280"/>
                </a:lnTo>
                <a:lnTo>
                  <a:pt x="19824" y="713232"/>
                </a:lnTo>
                <a:lnTo>
                  <a:pt x="19824" y="704088"/>
                </a:lnTo>
                <a:lnTo>
                  <a:pt x="22872" y="701040"/>
                </a:lnTo>
                <a:lnTo>
                  <a:pt x="25920" y="699516"/>
                </a:lnTo>
                <a:lnTo>
                  <a:pt x="28968" y="699516"/>
                </a:lnTo>
                <a:lnTo>
                  <a:pt x="32397" y="698639"/>
                </a:lnTo>
                <a:lnTo>
                  <a:pt x="38112" y="698182"/>
                </a:lnTo>
                <a:lnTo>
                  <a:pt x="56400" y="697992"/>
                </a:lnTo>
                <a:lnTo>
                  <a:pt x="192036" y="697992"/>
                </a:lnTo>
                <a:lnTo>
                  <a:pt x="198132" y="701040"/>
                </a:lnTo>
                <a:lnTo>
                  <a:pt x="199656" y="702564"/>
                </a:lnTo>
                <a:lnTo>
                  <a:pt x="201180" y="705612"/>
                </a:lnTo>
                <a:lnTo>
                  <a:pt x="202704" y="707136"/>
                </a:lnTo>
                <a:lnTo>
                  <a:pt x="202704" y="717804"/>
                </a:lnTo>
                <a:lnTo>
                  <a:pt x="207276" y="717804"/>
                </a:lnTo>
                <a:lnTo>
                  <a:pt x="207276" y="653796"/>
                </a:lnTo>
                <a:close/>
              </a:path>
              <a:path extrusionOk="0" h="719454" w="271779">
                <a:moveTo>
                  <a:pt x="207276" y="266700"/>
                </a:moveTo>
                <a:lnTo>
                  <a:pt x="202704" y="266700"/>
                </a:lnTo>
                <a:lnTo>
                  <a:pt x="202704" y="277368"/>
                </a:lnTo>
                <a:lnTo>
                  <a:pt x="201180" y="278892"/>
                </a:lnTo>
                <a:lnTo>
                  <a:pt x="199656" y="281940"/>
                </a:lnTo>
                <a:lnTo>
                  <a:pt x="198132" y="283464"/>
                </a:lnTo>
                <a:lnTo>
                  <a:pt x="195084" y="283464"/>
                </a:lnTo>
                <a:lnTo>
                  <a:pt x="192036" y="284988"/>
                </a:lnTo>
                <a:lnTo>
                  <a:pt x="185940" y="286512"/>
                </a:lnTo>
                <a:lnTo>
                  <a:pt x="119380" y="286537"/>
                </a:lnTo>
                <a:lnTo>
                  <a:pt x="109550" y="286702"/>
                </a:lnTo>
                <a:lnTo>
                  <a:pt x="77736" y="301752"/>
                </a:lnTo>
                <a:lnTo>
                  <a:pt x="73164" y="306324"/>
                </a:lnTo>
                <a:lnTo>
                  <a:pt x="70116" y="313944"/>
                </a:lnTo>
                <a:lnTo>
                  <a:pt x="70116" y="327660"/>
                </a:lnTo>
                <a:lnTo>
                  <a:pt x="99072" y="367284"/>
                </a:lnTo>
                <a:lnTo>
                  <a:pt x="12" y="367284"/>
                </a:lnTo>
                <a:lnTo>
                  <a:pt x="12" y="373380"/>
                </a:lnTo>
                <a:lnTo>
                  <a:pt x="16776" y="414528"/>
                </a:lnTo>
                <a:lnTo>
                  <a:pt x="21348" y="411480"/>
                </a:lnTo>
                <a:lnTo>
                  <a:pt x="19824" y="406908"/>
                </a:lnTo>
                <a:lnTo>
                  <a:pt x="19824" y="397764"/>
                </a:lnTo>
                <a:lnTo>
                  <a:pt x="22872" y="394716"/>
                </a:lnTo>
                <a:lnTo>
                  <a:pt x="28968" y="391668"/>
                </a:lnTo>
                <a:lnTo>
                  <a:pt x="192036" y="391668"/>
                </a:lnTo>
                <a:lnTo>
                  <a:pt x="198132" y="394716"/>
                </a:lnTo>
                <a:lnTo>
                  <a:pt x="199656" y="394716"/>
                </a:lnTo>
                <a:lnTo>
                  <a:pt x="202704" y="400812"/>
                </a:lnTo>
                <a:lnTo>
                  <a:pt x="202704" y="411480"/>
                </a:lnTo>
                <a:lnTo>
                  <a:pt x="207276" y="411480"/>
                </a:lnTo>
                <a:lnTo>
                  <a:pt x="207276" y="347472"/>
                </a:lnTo>
                <a:lnTo>
                  <a:pt x="202704" y="347472"/>
                </a:lnTo>
                <a:lnTo>
                  <a:pt x="202704" y="358140"/>
                </a:lnTo>
                <a:lnTo>
                  <a:pt x="201180" y="359664"/>
                </a:lnTo>
                <a:lnTo>
                  <a:pt x="199656" y="362712"/>
                </a:lnTo>
                <a:lnTo>
                  <a:pt x="198132" y="364236"/>
                </a:lnTo>
                <a:lnTo>
                  <a:pt x="195084" y="365760"/>
                </a:lnTo>
                <a:lnTo>
                  <a:pt x="193560" y="365760"/>
                </a:lnTo>
                <a:lnTo>
                  <a:pt x="187464" y="367284"/>
                </a:lnTo>
                <a:lnTo>
                  <a:pt x="108216" y="367284"/>
                </a:lnTo>
                <a:lnTo>
                  <a:pt x="100596" y="359664"/>
                </a:lnTo>
                <a:lnTo>
                  <a:pt x="96024" y="353568"/>
                </a:lnTo>
                <a:lnTo>
                  <a:pt x="92976" y="347472"/>
                </a:lnTo>
                <a:lnTo>
                  <a:pt x="89928" y="342900"/>
                </a:lnTo>
                <a:lnTo>
                  <a:pt x="88404" y="336804"/>
                </a:lnTo>
                <a:lnTo>
                  <a:pt x="88404" y="327660"/>
                </a:lnTo>
                <a:lnTo>
                  <a:pt x="89928" y="323088"/>
                </a:lnTo>
                <a:lnTo>
                  <a:pt x="92976" y="320040"/>
                </a:lnTo>
                <a:lnTo>
                  <a:pt x="94500" y="316992"/>
                </a:lnTo>
                <a:lnTo>
                  <a:pt x="131076" y="310896"/>
                </a:lnTo>
                <a:lnTo>
                  <a:pt x="195084" y="310896"/>
                </a:lnTo>
                <a:lnTo>
                  <a:pt x="198132" y="313944"/>
                </a:lnTo>
                <a:lnTo>
                  <a:pt x="201180" y="315468"/>
                </a:lnTo>
                <a:lnTo>
                  <a:pt x="202704" y="316992"/>
                </a:lnTo>
                <a:lnTo>
                  <a:pt x="202704" y="330708"/>
                </a:lnTo>
                <a:lnTo>
                  <a:pt x="207276" y="330708"/>
                </a:lnTo>
                <a:lnTo>
                  <a:pt x="207276" y="266700"/>
                </a:lnTo>
                <a:close/>
              </a:path>
              <a:path extrusionOk="0" h="719454" w="271779">
                <a:moveTo>
                  <a:pt x="210312" y="210312"/>
                </a:moveTo>
                <a:lnTo>
                  <a:pt x="181356" y="182880"/>
                </a:lnTo>
                <a:lnTo>
                  <a:pt x="181356" y="188976"/>
                </a:lnTo>
                <a:lnTo>
                  <a:pt x="185928" y="190500"/>
                </a:lnTo>
                <a:lnTo>
                  <a:pt x="188976" y="193548"/>
                </a:lnTo>
                <a:lnTo>
                  <a:pt x="192024" y="199644"/>
                </a:lnTo>
                <a:lnTo>
                  <a:pt x="192024" y="208788"/>
                </a:lnTo>
                <a:lnTo>
                  <a:pt x="190500" y="211836"/>
                </a:lnTo>
                <a:lnTo>
                  <a:pt x="184404" y="217932"/>
                </a:lnTo>
                <a:lnTo>
                  <a:pt x="82296" y="217932"/>
                </a:lnTo>
                <a:lnTo>
                  <a:pt x="82296" y="187452"/>
                </a:lnTo>
                <a:lnTo>
                  <a:pt x="73152" y="187452"/>
                </a:lnTo>
                <a:lnTo>
                  <a:pt x="73152" y="217932"/>
                </a:lnTo>
                <a:lnTo>
                  <a:pt x="28956" y="217932"/>
                </a:lnTo>
                <a:lnTo>
                  <a:pt x="28956" y="220980"/>
                </a:lnTo>
                <a:lnTo>
                  <a:pt x="68580" y="248412"/>
                </a:lnTo>
                <a:lnTo>
                  <a:pt x="76200" y="260604"/>
                </a:lnTo>
                <a:lnTo>
                  <a:pt x="79248" y="265176"/>
                </a:lnTo>
                <a:lnTo>
                  <a:pt x="82296" y="265176"/>
                </a:lnTo>
                <a:lnTo>
                  <a:pt x="82296" y="242316"/>
                </a:lnTo>
                <a:lnTo>
                  <a:pt x="192024" y="242316"/>
                </a:lnTo>
                <a:lnTo>
                  <a:pt x="196596" y="239268"/>
                </a:lnTo>
                <a:lnTo>
                  <a:pt x="201168" y="237744"/>
                </a:lnTo>
                <a:lnTo>
                  <a:pt x="204216" y="234696"/>
                </a:lnTo>
                <a:lnTo>
                  <a:pt x="210312" y="225552"/>
                </a:lnTo>
                <a:lnTo>
                  <a:pt x="210312" y="210312"/>
                </a:lnTo>
                <a:close/>
              </a:path>
              <a:path extrusionOk="0" h="719454" w="271779">
                <a:moveTo>
                  <a:pt x="210312" y="163068"/>
                </a:moveTo>
                <a:lnTo>
                  <a:pt x="204216" y="160020"/>
                </a:lnTo>
                <a:lnTo>
                  <a:pt x="204216" y="155448"/>
                </a:lnTo>
                <a:lnTo>
                  <a:pt x="205740" y="152361"/>
                </a:lnTo>
                <a:lnTo>
                  <a:pt x="205740" y="149352"/>
                </a:lnTo>
                <a:lnTo>
                  <a:pt x="210096" y="126492"/>
                </a:lnTo>
                <a:lnTo>
                  <a:pt x="210273" y="122923"/>
                </a:lnTo>
                <a:lnTo>
                  <a:pt x="193624" y="83921"/>
                </a:lnTo>
                <a:lnTo>
                  <a:pt x="170688" y="76200"/>
                </a:lnTo>
                <a:lnTo>
                  <a:pt x="159816" y="77939"/>
                </a:lnTo>
                <a:lnTo>
                  <a:pt x="149923" y="83248"/>
                </a:lnTo>
                <a:lnTo>
                  <a:pt x="140906" y="92278"/>
                </a:lnTo>
                <a:lnTo>
                  <a:pt x="132588" y="105156"/>
                </a:lnTo>
                <a:lnTo>
                  <a:pt x="123444" y="126492"/>
                </a:lnTo>
                <a:lnTo>
                  <a:pt x="118872" y="135636"/>
                </a:lnTo>
                <a:lnTo>
                  <a:pt x="102108" y="149352"/>
                </a:lnTo>
                <a:lnTo>
                  <a:pt x="92964" y="149352"/>
                </a:lnTo>
                <a:lnTo>
                  <a:pt x="88392" y="147828"/>
                </a:lnTo>
                <a:lnTo>
                  <a:pt x="79248" y="134112"/>
                </a:lnTo>
                <a:lnTo>
                  <a:pt x="79248" y="117348"/>
                </a:lnTo>
                <a:lnTo>
                  <a:pt x="115824" y="91440"/>
                </a:lnTo>
                <a:lnTo>
                  <a:pt x="115824" y="86868"/>
                </a:lnTo>
                <a:lnTo>
                  <a:pt x="70104" y="86868"/>
                </a:lnTo>
                <a:lnTo>
                  <a:pt x="70104" y="91440"/>
                </a:lnTo>
                <a:lnTo>
                  <a:pt x="73152" y="92964"/>
                </a:lnTo>
                <a:lnTo>
                  <a:pt x="74676" y="92964"/>
                </a:lnTo>
                <a:lnTo>
                  <a:pt x="76200" y="94488"/>
                </a:lnTo>
                <a:lnTo>
                  <a:pt x="76200" y="103632"/>
                </a:lnTo>
                <a:lnTo>
                  <a:pt x="74701" y="108165"/>
                </a:lnTo>
                <a:lnTo>
                  <a:pt x="71628" y="115824"/>
                </a:lnTo>
                <a:lnTo>
                  <a:pt x="70104" y="121920"/>
                </a:lnTo>
                <a:lnTo>
                  <a:pt x="70104" y="126492"/>
                </a:lnTo>
                <a:lnTo>
                  <a:pt x="70942" y="135305"/>
                </a:lnTo>
                <a:lnTo>
                  <a:pt x="71043" y="135636"/>
                </a:lnTo>
                <a:lnTo>
                  <a:pt x="73342" y="143256"/>
                </a:lnTo>
                <a:lnTo>
                  <a:pt x="108204" y="167640"/>
                </a:lnTo>
                <a:lnTo>
                  <a:pt x="117348" y="167640"/>
                </a:lnTo>
                <a:lnTo>
                  <a:pt x="147828" y="132588"/>
                </a:lnTo>
                <a:lnTo>
                  <a:pt x="152387" y="122923"/>
                </a:lnTo>
                <a:lnTo>
                  <a:pt x="156781" y="114681"/>
                </a:lnTo>
                <a:lnTo>
                  <a:pt x="160909" y="108165"/>
                </a:lnTo>
                <a:lnTo>
                  <a:pt x="164592" y="103632"/>
                </a:lnTo>
                <a:lnTo>
                  <a:pt x="169164" y="99060"/>
                </a:lnTo>
                <a:lnTo>
                  <a:pt x="175260" y="97536"/>
                </a:lnTo>
                <a:lnTo>
                  <a:pt x="187452" y="97536"/>
                </a:lnTo>
                <a:lnTo>
                  <a:pt x="192024" y="99060"/>
                </a:lnTo>
                <a:lnTo>
                  <a:pt x="196596" y="103632"/>
                </a:lnTo>
                <a:lnTo>
                  <a:pt x="199618" y="108165"/>
                </a:lnTo>
                <a:lnTo>
                  <a:pt x="201168" y="114300"/>
                </a:lnTo>
                <a:lnTo>
                  <a:pt x="201053" y="121920"/>
                </a:lnTo>
                <a:lnTo>
                  <a:pt x="179641" y="156972"/>
                </a:lnTo>
                <a:lnTo>
                  <a:pt x="161544" y="163068"/>
                </a:lnTo>
                <a:lnTo>
                  <a:pt x="161544" y="167640"/>
                </a:lnTo>
                <a:lnTo>
                  <a:pt x="208788" y="167640"/>
                </a:lnTo>
                <a:lnTo>
                  <a:pt x="210312" y="163068"/>
                </a:lnTo>
                <a:close/>
              </a:path>
              <a:path extrusionOk="0" h="719454" w="271779">
                <a:moveTo>
                  <a:pt x="210324" y="12192"/>
                </a:moveTo>
                <a:lnTo>
                  <a:pt x="208800" y="7620"/>
                </a:lnTo>
                <a:lnTo>
                  <a:pt x="202704" y="1524"/>
                </a:lnTo>
                <a:lnTo>
                  <a:pt x="199656" y="0"/>
                </a:lnTo>
                <a:lnTo>
                  <a:pt x="188988" y="0"/>
                </a:lnTo>
                <a:lnTo>
                  <a:pt x="185940" y="1524"/>
                </a:lnTo>
                <a:lnTo>
                  <a:pt x="179844" y="7620"/>
                </a:lnTo>
                <a:lnTo>
                  <a:pt x="176796" y="12192"/>
                </a:lnTo>
                <a:lnTo>
                  <a:pt x="176796" y="21336"/>
                </a:lnTo>
                <a:lnTo>
                  <a:pt x="179844" y="25908"/>
                </a:lnTo>
                <a:lnTo>
                  <a:pt x="185940" y="32004"/>
                </a:lnTo>
                <a:lnTo>
                  <a:pt x="188988" y="33528"/>
                </a:lnTo>
                <a:lnTo>
                  <a:pt x="199656" y="33528"/>
                </a:lnTo>
                <a:lnTo>
                  <a:pt x="202704" y="32004"/>
                </a:lnTo>
                <a:lnTo>
                  <a:pt x="208800" y="25908"/>
                </a:lnTo>
                <a:lnTo>
                  <a:pt x="210324" y="21336"/>
                </a:lnTo>
                <a:lnTo>
                  <a:pt x="210324" y="12192"/>
                </a:lnTo>
                <a:close/>
              </a:path>
              <a:path extrusionOk="0" h="719454" w="271779">
                <a:moveTo>
                  <a:pt x="271284" y="495300"/>
                </a:moveTo>
                <a:lnTo>
                  <a:pt x="270090" y="477875"/>
                </a:lnTo>
                <a:lnTo>
                  <a:pt x="266331" y="462153"/>
                </a:lnTo>
                <a:lnTo>
                  <a:pt x="259702" y="448157"/>
                </a:lnTo>
                <a:lnTo>
                  <a:pt x="252945" y="439648"/>
                </a:lnTo>
                <a:lnTo>
                  <a:pt x="252945" y="484632"/>
                </a:lnTo>
                <a:lnTo>
                  <a:pt x="252679" y="495300"/>
                </a:lnTo>
                <a:lnTo>
                  <a:pt x="240804" y="531876"/>
                </a:lnTo>
                <a:lnTo>
                  <a:pt x="237756" y="534924"/>
                </a:lnTo>
                <a:lnTo>
                  <a:pt x="230136" y="534924"/>
                </a:lnTo>
                <a:lnTo>
                  <a:pt x="220992" y="531876"/>
                </a:lnTo>
                <a:lnTo>
                  <a:pt x="217944" y="528828"/>
                </a:lnTo>
                <a:lnTo>
                  <a:pt x="213372" y="525780"/>
                </a:lnTo>
                <a:lnTo>
                  <a:pt x="211340" y="524256"/>
                </a:lnTo>
                <a:lnTo>
                  <a:pt x="208292" y="521970"/>
                </a:lnTo>
                <a:lnTo>
                  <a:pt x="207276" y="521169"/>
                </a:lnTo>
                <a:lnTo>
                  <a:pt x="207403" y="519684"/>
                </a:lnTo>
                <a:lnTo>
                  <a:pt x="207454" y="519099"/>
                </a:lnTo>
                <a:lnTo>
                  <a:pt x="207556" y="517829"/>
                </a:lnTo>
                <a:lnTo>
                  <a:pt x="207657" y="516636"/>
                </a:lnTo>
                <a:lnTo>
                  <a:pt x="207784" y="515188"/>
                </a:lnTo>
                <a:lnTo>
                  <a:pt x="207899" y="513905"/>
                </a:lnTo>
                <a:lnTo>
                  <a:pt x="208153" y="510946"/>
                </a:lnTo>
                <a:lnTo>
                  <a:pt x="208267" y="507873"/>
                </a:lnTo>
                <a:lnTo>
                  <a:pt x="208394" y="504444"/>
                </a:lnTo>
                <a:lnTo>
                  <a:pt x="208483" y="501827"/>
                </a:lnTo>
                <a:lnTo>
                  <a:pt x="208610" y="498538"/>
                </a:lnTo>
                <a:lnTo>
                  <a:pt x="208699" y="490728"/>
                </a:lnTo>
                <a:lnTo>
                  <a:pt x="208800" y="467804"/>
                </a:lnTo>
                <a:lnTo>
                  <a:pt x="209943" y="457327"/>
                </a:lnTo>
                <a:lnTo>
                  <a:pt x="219468" y="429768"/>
                </a:lnTo>
                <a:lnTo>
                  <a:pt x="231660" y="429768"/>
                </a:lnTo>
                <a:lnTo>
                  <a:pt x="252425" y="470255"/>
                </a:lnTo>
                <a:lnTo>
                  <a:pt x="252450" y="470916"/>
                </a:lnTo>
                <a:lnTo>
                  <a:pt x="252564" y="473583"/>
                </a:lnTo>
                <a:lnTo>
                  <a:pt x="252653" y="475488"/>
                </a:lnTo>
                <a:lnTo>
                  <a:pt x="252755" y="477875"/>
                </a:lnTo>
                <a:lnTo>
                  <a:pt x="252831" y="479640"/>
                </a:lnTo>
                <a:lnTo>
                  <a:pt x="252945" y="484632"/>
                </a:lnTo>
                <a:lnTo>
                  <a:pt x="252945" y="439648"/>
                </a:lnTo>
                <a:lnTo>
                  <a:pt x="219468" y="420624"/>
                </a:lnTo>
                <a:lnTo>
                  <a:pt x="210324" y="420624"/>
                </a:lnTo>
                <a:lnTo>
                  <a:pt x="187464" y="451104"/>
                </a:lnTo>
                <a:lnTo>
                  <a:pt x="187464" y="509016"/>
                </a:lnTo>
                <a:lnTo>
                  <a:pt x="185940" y="512064"/>
                </a:lnTo>
                <a:lnTo>
                  <a:pt x="185940" y="516636"/>
                </a:lnTo>
                <a:lnTo>
                  <a:pt x="184416" y="519684"/>
                </a:lnTo>
                <a:lnTo>
                  <a:pt x="179844" y="524256"/>
                </a:lnTo>
                <a:lnTo>
                  <a:pt x="176796" y="524256"/>
                </a:lnTo>
                <a:lnTo>
                  <a:pt x="173748" y="522732"/>
                </a:lnTo>
                <a:lnTo>
                  <a:pt x="172986" y="521970"/>
                </a:lnTo>
                <a:lnTo>
                  <a:pt x="172123" y="521169"/>
                </a:lnTo>
                <a:lnTo>
                  <a:pt x="169176" y="519684"/>
                </a:lnTo>
                <a:lnTo>
                  <a:pt x="167652" y="518160"/>
                </a:lnTo>
                <a:lnTo>
                  <a:pt x="161556" y="512064"/>
                </a:lnTo>
                <a:lnTo>
                  <a:pt x="164604" y="504444"/>
                </a:lnTo>
                <a:lnTo>
                  <a:pt x="164604" y="490728"/>
                </a:lnTo>
                <a:lnTo>
                  <a:pt x="156984" y="458724"/>
                </a:lnTo>
                <a:lnTo>
                  <a:pt x="156984" y="481584"/>
                </a:lnTo>
                <a:lnTo>
                  <a:pt x="156984" y="496824"/>
                </a:lnTo>
                <a:lnTo>
                  <a:pt x="123621" y="519099"/>
                </a:lnTo>
                <a:lnTo>
                  <a:pt x="112788" y="519684"/>
                </a:lnTo>
                <a:lnTo>
                  <a:pt x="103720" y="519099"/>
                </a:lnTo>
                <a:lnTo>
                  <a:pt x="104241" y="519099"/>
                </a:lnTo>
                <a:lnTo>
                  <a:pt x="97548" y="517588"/>
                </a:lnTo>
                <a:lnTo>
                  <a:pt x="91782" y="515188"/>
                </a:lnTo>
                <a:lnTo>
                  <a:pt x="86880" y="512064"/>
                </a:lnTo>
                <a:lnTo>
                  <a:pt x="80784" y="507492"/>
                </a:lnTo>
                <a:lnTo>
                  <a:pt x="77736" y="501396"/>
                </a:lnTo>
                <a:lnTo>
                  <a:pt x="77736" y="484632"/>
                </a:lnTo>
                <a:lnTo>
                  <a:pt x="82308" y="478536"/>
                </a:lnTo>
                <a:lnTo>
                  <a:pt x="94945" y="469087"/>
                </a:lnTo>
                <a:lnTo>
                  <a:pt x="103073" y="465772"/>
                </a:lnTo>
                <a:lnTo>
                  <a:pt x="112852" y="463854"/>
                </a:lnTo>
                <a:lnTo>
                  <a:pt x="113487" y="463854"/>
                </a:lnTo>
                <a:lnTo>
                  <a:pt x="123456" y="463296"/>
                </a:lnTo>
                <a:lnTo>
                  <a:pt x="156984" y="481584"/>
                </a:lnTo>
                <a:lnTo>
                  <a:pt x="156984" y="458724"/>
                </a:lnTo>
                <a:lnTo>
                  <a:pt x="152412" y="452628"/>
                </a:lnTo>
                <a:lnTo>
                  <a:pt x="145389" y="446532"/>
                </a:lnTo>
                <a:lnTo>
                  <a:pt x="138315" y="442341"/>
                </a:lnTo>
                <a:lnTo>
                  <a:pt x="130543" y="439775"/>
                </a:lnTo>
                <a:lnTo>
                  <a:pt x="121932" y="438912"/>
                </a:lnTo>
                <a:lnTo>
                  <a:pt x="114211" y="439470"/>
                </a:lnTo>
                <a:lnTo>
                  <a:pt x="107073" y="441007"/>
                </a:lnTo>
                <a:lnTo>
                  <a:pt x="100495" y="443420"/>
                </a:lnTo>
                <a:lnTo>
                  <a:pt x="94500" y="446532"/>
                </a:lnTo>
                <a:lnTo>
                  <a:pt x="94500" y="422148"/>
                </a:lnTo>
                <a:lnTo>
                  <a:pt x="92976" y="420624"/>
                </a:lnTo>
                <a:lnTo>
                  <a:pt x="83832" y="420624"/>
                </a:lnTo>
                <a:lnTo>
                  <a:pt x="82308" y="422148"/>
                </a:lnTo>
                <a:lnTo>
                  <a:pt x="82308" y="423672"/>
                </a:lnTo>
                <a:lnTo>
                  <a:pt x="80784" y="425196"/>
                </a:lnTo>
                <a:lnTo>
                  <a:pt x="80784" y="458724"/>
                </a:lnTo>
                <a:lnTo>
                  <a:pt x="76593" y="465772"/>
                </a:lnTo>
                <a:lnTo>
                  <a:pt x="73164" y="473583"/>
                </a:lnTo>
                <a:lnTo>
                  <a:pt x="73050" y="473964"/>
                </a:lnTo>
                <a:lnTo>
                  <a:pt x="70916" y="481876"/>
                </a:lnTo>
                <a:lnTo>
                  <a:pt x="70802" y="483108"/>
                </a:lnTo>
                <a:lnTo>
                  <a:pt x="70713" y="484136"/>
                </a:lnTo>
                <a:lnTo>
                  <a:pt x="70662" y="484632"/>
                </a:lnTo>
                <a:lnTo>
                  <a:pt x="85356" y="528828"/>
                </a:lnTo>
                <a:lnTo>
                  <a:pt x="118884" y="544068"/>
                </a:lnTo>
                <a:lnTo>
                  <a:pt x="128028" y="544068"/>
                </a:lnTo>
                <a:lnTo>
                  <a:pt x="143268" y="537972"/>
                </a:lnTo>
                <a:lnTo>
                  <a:pt x="149364" y="533400"/>
                </a:lnTo>
                <a:lnTo>
                  <a:pt x="155460" y="527304"/>
                </a:lnTo>
                <a:lnTo>
                  <a:pt x="158000" y="519684"/>
                </a:lnTo>
                <a:lnTo>
                  <a:pt x="158508" y="518160"/>
                </a:lnTo>
                <a:lnTo>
                  <a:pt x="187464" y="544068"/>
                </a:lnTo>
                <a:lnTo>
                  <a:pt x="193560" y="544068"/>
                </a:lnTo>
                <a:lnTo>
                  <a:pt x="196608" y="542544"/>
                </a:lnTo>
                <a:lnTo>
                  <a:pt x="204228" y="534924"/>
                </a:lnTo>
                <a:lnTo>
                  <a:pt x="207276" y="528828"/>
                </a:lnTo>
                <a:lnTo>
                  <a:pt x="220992" y="542544"/>
                </a:lnTo>
                <a:lnTo>
                  <a:pt x="222516" y="542544"/>
                </a:lnTo>
                <a:lnTo>
                  <a:pt x="228612" y="548640"/>
                </a:lnTo>
                <a:lnTo>
                  <a:pt x="233184" y="551688"/>
                </a:lnTo>
                <a:lnTo>
                  <a:pt x="237756" y="553212"/>
                </a:lnTo>
                <a:lnTo>
                  <a:pt x="239280" y="554736"/>
                </a:lnTo>
                <a:lnTo>
                  <a:pt x="249948" y="554736"/>
                </a:lnTo>
                <a:lnTo>
                  <a:pt x="270662" y="509358"/>
                </a:lnTo>
                <a:lnTo>
                  <a:pt x="270738" y="507492"/>
                </a:lnTo>
                <a:lnTo>
                  <a:pt x="271284" y="4953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8" name="Google Shape;1318;p24"/>
          <p:cNvGrpSpPr/>
          <p:nvPr/>
        </p:nvGrpSpPr>
        <p:grpSpPr>
          <a:xfrm>
            <a:off x="4599419" y="8787384"/>
            <a:ext cx="211847" cy="713231"/>
            <a:chOff x="4599419" y="8787384"/>
            <a:chExt cx="211847" cy="713231"/>
          </a:xfrm>
        </p:grpSpPr>
        <p:pic>
          <p:nvPicPr>
            <p:cNvPr id="1319" name="Google Shape;1319;p24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4604003" y="9325356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20" name="Google Shape;1320;p24"/>
            <p:cNvSpPr/>
            <p:nvPr/>
          </p:nvSpPr>
          <p:spPr>
            <a:xfrm>
              <a:off x="4599419" y="8787384"/>
              <a:ext cx="210820" cy="515620"/>
            </a:xfrm>
            <a:custGeom>
              <a:rect b="b" l="l" r="r" t="t"/>
              <a:pathLst>
                <a:path extrusionOk="0" h="515620" w="210820">
                  <a:moveTo>
                    <a:pt x="207276" y="155448"/>
                  </a:moveTo>
                  <a:lnTo>
                    <a:pt x="202704" y="155448"/>
                  </a:lnTo>
                  <a:lnTo>
                    <a:pt x="202704" y="161544"/>
                  </a:lnTo>
                  <a:lnTo>
                    <a:pt x="201180" y="166116"/>
                  </a:lnTo>
                  <a:lnTo>
                    <a:pt x="199656" y="167640"/>
                  </a:lnTo>
                  <a:lnTo>
                    <a:pt x="198132" y="170688"/>
                  </a:lnTo>
                  <a:lnTo>
                    <a:pt x="196608" y="172212"/>
                  </a:lnTo>
                  <a:lnTo>
                    <a:pt x="193560" y="172212"/>
                  </a:lnTo>
                  <a:lnTo>
                    <a:pt x="190512" y="173736"/>
                  </a:lnTo>
                  <a:lnTo>
                    <a:pt x="184416" y="175260"/>
                  </a:lnTo>
                  <a:lnTo>
                    <a:pt x="12" y="175260"/>
                  </a:lnTo>
                  <a:lnTo>
                    <a:pt x="12" y="181356"/>
                  </a:lnTo>
                  <a:lnTo>
                    <a:pt x="16776" y="220980"/>
                  </a:lnTo>
                  <a:lnTo>
                    <a:pt x="21348" y="217932"/>
                  </a:lnTo>
                  <a:lnTo>
                    <a:pt x="19824" y="213360"/>
                  </a:lnTo>
                  <a:lnTo>
                    <a:pt x="18300" y="210312"/>
                  </a:lnTo>
                  <a:lnTo>
                    <a:pt x="18300" y="205740"/>
                  </a:lnTo>
                  <a:lnTo>
                    <a:pt x="19824" y="204216"/>
                  </a:lnTo>
                  <a:lnTo>
                    <a:pt x="19824" y="202692"/>
                  </a:lnTo>
                  <a:lnTo>
                    <a:pt x="21348" y="201168"/>
                  </a:lnTo>
                  <a:lnTo>
                    <a:pt x="24396" y="201168"/>
                  </a:lnTo>
                  <a:lnTo>
                    <a:pt x="27444" y="199644"/>
                  </a:lnTo>
                  <a:lnTo>
                    <a:pt x="190512" y="199644"/>
                  </a:lnTo>
                  <a:lnTo>
                    <a:pt x="196608" y="202692"/>
                  </a:lnTo>
                  <a:lnTo>
                    <a:pt x="199656" y="205740"/>
                  </a:lnTo>
                  <a:lnTo>
                    <a:pt x="202704" y="211836"/>
                  </a:lnTo>
                  <a:lnTo>
                    <a:pt x="202704" y="219456"/>
                  </a:lnTo>
                  <a:lnTo>
                    <a:pt x="207276" y="219456"/>
                  </a:lnTo>
                  <a:lnTo>
                    <a:pt x="207276" y="155448"/>
                  </a:lnTo>
                  <a:close/>
                </a:path>
                <a:path extrusionOk="0" h="515620" w="210820">
                  <a:moveTo>
                    <a:pt x="210312" y="266700"/>
                  </a:moveTo>
                  <a:lnTo>
                    <a:pt x="193548" y="227076"/>
                  </a:lnTo>
                  <a:lnTo>
                    <a:pt x="188976" y="228600"/>
                  </a:lnTo>
                  <a:lnTo>
                    <a:pt x="190500" y="233172"/>
                  </a:lnTo>
                  <a:lnTo>
                    <a:pt x="190500" y="243840"/>
                  </a:lnTo>
                  <a:lnTo>
                    <a:pt x="187452" y="246888"/>
                  </a:lnTo>
                  <a:lnTo>
                    <a:pt x="184404" y="248412"/>
                  </a:lnTo>
                  <a:lnTo>
                    <a:pt x="181356" y="248412"/>
                  </a:lnTo>
                  <a:lnTo>
                    <a:pt x="177927" y="249301"/>
                  </a:lnTo>
                  <a:lnTo>
                    <a:pt x="172212" y="249745"/>
                  </a:lnTo>
                  <a:lnTo>
                    <a:pt x="153924" y="249936"/>
                  </a:lnTo>
                  <a:lnTo>
                    <a:pt x="73152" y="249936"/>
                  </a:lnTo>
                  <a:lnTo>
                    <a:pt x="73152" y="294132"/>
                  </a:lnTo>
                  <a:lnTo>
                    <a:pt x="77724" y="294132"/>
                  </a:lnTo>
                  <a:lnTo>
                    <a:pt x="77724" y="284988"/>
                  </a:lnTo>
                  <a:lnTo>
                    <a:pt x="79248" y="280416"/>
                  </a:lnTo>
                  <a:lnTo>
                    <a:pt x="82296" y="277368"/>
                  </a:lnTo>
                  <a:lnTo>
                    <a:pt x="85344" y="275844"/>
                  </a:lnTo>
                  <a:lnTo>
                    <a:pt x="89916" y="274320"/>
                  </a:lnTo>
                  <a:lnTo>
                    <a:pt x="172212" y="274320"/>
                  </a:lnTo>
                  <a:lnTo>
                    <a:pt x="192024" y="303276"/>
                  </a:lnTo>
                  <a:lnTo>
                    <a:pt x="192024" y="313944"/>
                  </a:lnTo>
                  <a:lnTo>
                    <a:pt x="161544" y="330708"/>
                  </a:lnTo>
                  <a:lnTo>
                    <a:pt x="73152" y="330708"/>
                  </a:lnTo>
                  <a:lnTo>
                    <a:pt x="73152" y="377952"/>
                  </a:lnTo>
                  <a:lnTo>
                    <a:pt x="77724" y="377952"/>
                  </a:lnTo>
                  <a:lnTo>
                    <a:pt x="77724" y="365760"/>
                  </a:lnTo>
                  <a:lnTo>
                    <a:pt x="80772" y="359664"/>
                  </a:lnTo>
                  <a:lnTo>
                    <a:pt x="82296" y="358140"/>
                  </a:lnTo>
                  <a:lnTo>
                    <a:pt x="85344" y="356616"/>
                  </a:lnTo>
                  <a:lnTo>
                    <a:pt x="86868" y="355092"/>
                  </a:lnTo>
                  <a:lnTo>
                    <a:pt x="158496" y="355092"/>
                  </a:lnTo>
                  <a:lnTo>
                    <a:pt x="167068" y="354838"/>
                  </a:lnTo>
                  <a:lnTo>
                    <a:pt x="202692" y="339852"/>
                  </a:lnTo>
                  <a:lnTo>
                    <a:pt x="207264" y="333756"/>
                  </a:lnTo>
                  <a:lnTo>
                    <a:pt x="210312" y="327660"/>
                  </a:lnTo>
                  <a:lnTo>
                    <a:pt x="210312" y="313944"/>
                  </a:lnTo>
                  <a:lnTo>
                    <a:pt x="208788" y="306324"/>
                  </a:lnTo>
                  <a:lnTo>
                    <a:pt x="204216" y="300228"/>
                  </a:lnTo>
                  <a:lnTo>
                    <a:pt x="201079" y="295109"/>
                  </a:lnTo>
                  <a:lnTo>
                    <a:pt x="196215" y="288988"/>
                  </a:lnTo>
                  <a:lnTo>
                    <a:pt x="189649" y="282016"/>
                  </a:lnTo>
                  <a:lnTo>
                    <a:pt x="181356" y="274320"/>
                  </a:lnTo>
                  <a:lnTo>
                    <a:pt x="210312" y="274320"/>
                  </a:lnTo>
                  <a:lnTo>
                    <a:pt x="210312" y="266700"/>
                  </a:lnTo>
                  <a:close/>
                </a:path>
                <a:path extrusionOk="0" h="515620" w="210820">
                  <a:moveTo>
                    <a:pt x="210312" y="39624"/>
                  </a:moveTo>
                  <a:lnTo>
                    <a:pt x="193548" y="0"/>
                  </a:lnTo>
                  <a:lnTo>
                    <a:pt x="188976" y="1524"/>
                  </a:lnTo>
                  <a:lnTo>
                    <a:pt x="190500" y="6096"/>
                  </a:lnTo>
                  <a:lnTo>
                    <a:pt x="190500" y="16764"/>
                  </a:lnTo>
                  <a:lnTo>
                    <a:pt x="187452" y="19812"/>
                  </a:lnTo>
                  <a:lnTo>
                    <a:pt x="184404" y="21336"/>
                  </a:lnTo>
                  <a:lnTo>
                    <a:pt x="181356" y="21336"/>
                  </a:lnTo>
                  <a:lnTo>
                    <a:pt x="177927" y="22225"/>
                  </a:lnTo>
                  <a:lnTo>
                    <a:pt x="172212" y="22669"/>
                  </a:lnTo>
                  <a:lnTo>
                    <a:pt x="164211" y="22847"/>
                  </a:lnTo>
                  <a:lnTo>
                    <a:pt x="0" y="22847"/>
                  </a:lnTo>
                  <a:lnTo>
                    <a:pt x="0" y="28956"/>
                  </a:lnTo>
                  <a:lnTo>
                    <a:pt x="16764" y="70104"/>
                  </a:lnTo>
                  <a:lnTo>
                    <a:pt x="21336" y="68580"/>
                  </a:lnTo>
                  <a:lnTo>
                    <a:pt x="19812" y="64008"/>
                  </a:lnTo>
                  <a:lnTo>
                    <a:pt x="18288" y="60960"/>
                  </a:lnTo>
                  <a:lnTo>
                    <a:pt x="18288" y="54864"/>
                  </a:lnTo>
                  <a:lnTo>
                    <a:pt x="19964" y="53200"/>
                  </a:lnTo>
                  <a:lnTo>
                    <a:pt x="19812" y="53200"/>
                  </a:lnTo>
                  <a:lnTo>
                    <a:pt x="19812" y="51816"/>
                  </a:lnTo>
                  <a:lnTo>
                    <a:pt x="21336" y="50292"/>
                  </a:lnTo>
                  <a:lnTo>
                    <a:pt x="24384" y="48768"/>
                  </a:lnTo>
                  <a:lnTo>
                    <a:pt x="27432" y="48768"/>
                  </a:lnTo>
                  <a:lnTo>
                    <a:pt x="31102" y="47891"/>
                  </a:lnTo>
                  <a:lnTo>
                    <a:pt x="37338" y="47434"/>
                  </a:lnTo>
                  <a:lnTo>
                    <a:pt x="47091" y="47244"/>
                  </a:lnTo>
                  <a:lnTo>
                    <a:pt x="82296" y="47244"/>
                  </a:lnTo>
                  <a:lnTo>
                    <a:pt x="76606" y="53200"/>
                  </a:lnTo>
                  <a:lnTo>
                    <a:pt x="75653" y="54864"/>
                  </a:lnTo>
                  <a:lnTo>
                    <a:pt x="72771" y="60007"/>
                  </a:lnTo>
                  <a:lnTo>
                    <a:pt x="70726" y="67614"/>
                  </a:lnTo>
                  <a:lnTo>
                    <a:pt x="70662" y="68580"/>
                  </a:lnTo>
                  <a:lnTo>
                    <a:pt x="70548" y="70104"/>
                  </a:lnTo>
                  <a:lnTo>
                    <a:pt x="70434" y="71628"/>
                  </a:lnTo>
                  <a:lnTo>
                    <a:pt x="70104" y="76200"/>
                  </a:lnTo>
                  <a:lnTo>
                    <a:pt x="71539" y="89331"/>
                  </a:lnTo>
                  <a:lnTo>
                    <a:pt x="104927" y="128397"/>
                  </a:lnTo>
                  <a:lnTo>
                    <a:pt x="144780" y="138684"/>
                  </a:lnTo>
                  <a:lnTo>
                    <a:pt x="159423" y="137541"/>
                  </a:lnTo>
                  <a:lnTo>
                    <a:pt x="159004" y="137541"/>
                  </a:lnTo>
                  <a:lnTo>
                    <a:pt x="171259" y="134493"/>
                  </a:lnTo>
                  <a:lnTo>
                    <a:pt x="202260" y="111252"/>
                  </a:lnTo>
                  <a:lnTo>
                    <a:pt x="210312" y="85344"/>
                  </a:lnTo>
                  <a:lnTo>
                    <a:pt x="210312" y="77724"/>
                  </a:lnTo>
                  <a:lnTo>
                    <a:pt x="208788" y="71628"/>
                  </a:lnTo>
                  <a:lnTo>
                    <a:pt x="204216" y="65532"/>
                  </a:lnTo>
                  <a:lnTo>
                    <a:pt x="201168" y="59436"/>
                  </a:lnTo>
                  <a:lnTo>
                    <a:pt x="196596" y="54864"/>
                  </a:lnTo>
                  <a:lnTo>
                    <a:pt x="194894" y="53200"/>
                  </a:lnTo>
                  <a:lnTo>
                    <a:pt x="192024" y="50914"/>
                  </a:lnTo>
                  <a:lnTo>
                    <a:pt x="192024" y="71628"/>
                  </a:lnTo>
                  <a:lnTo>
                    <a:pt x="190931" y="79349"/>
                  </a:lnTo>
                  <a:lnTo>
                    <a:pt x="158115" y="108013"/>
                  </a:lnTo>
                  <a:lnTo>
                    <a:pt x="132588" y="111252"/>
                  </a:lnTo>
                  <a:lnTo>
                    <a:pt x="119494" y="110426"/>
                  </a:lnTo>
                  <a:lnTo>
                    <a:pt x="82296" y="91440"/>
                  </a:lnTo>
                  <a:lnTo>
                    <a:pt x="79248" y="85344"/>
                  </a:lnTo>
                  <a:lnTo>
                    <a:pt x="79248" y="71628"/>
                  </a:lnTo>
                  <a:lnTo>
                    <a:pt x="80772" y="68580"/>
                  </a:lnTo>
                  <a:lnTo>
                    <a:pt x="82296" y="64008"/>
                  </a:lnTo>
                  <a:lnTo>
                    <a:pt x="106680" y="47244"/>
                  </a:lnTo>
                  <a:lnTo>
                    <a:pt x="178308" y="47244"/>
                  </a:lnTo>
                  <a:lnTo>
                    <a:pt x="184315" y="53200"/>
                  </a:lnTo>
                  <a:lnTo>
                    <a:pt x="188595" y="59436"/>
                  </a:lnTo>
                  <a:lnTo>
                    <a:pt x="191173" y="65684"/>
                  </a:lnTo>
                  <a:lnTo>
                    <a:pt x="192024" y="71628"/>
                  </a:lnTo>
                  <a:lnTo>
                    <a:pt x="192024" y="50914"/>
                  </a:lnTo>
                  <a:lnTo>
                    <a:pt x="187452" y="47244"/>
                  </a:lnTo>
                  <a:lnTo>
                    <a:pt x="210312" y="47244"/>
                  </a:lnTo>
                  <a:lnTo>
                    <a:pt x="210312" y="39624"/>
                  </a:lnTo>
                  <a:close/>
                </a:path>
                <a:path extrusionOk="0" h="515620" w="210820">
                  <a:moveTo>
                    <a:pt x="210324" y="452628"/>
                  </a:moveTo>
                  <a:lnTo>
                    <a:pt x="210223" y="451104"/>
                  </a:lnTo>
                  <a:lnTo>
                    <a:pt x="209753" y="443750"/>
                  </a:lnTo>
                  <a:lnTo>
                    <a:pt x="208038" y="435292"/>
                  </a:lnTo>
                  <a:lnTo>
                    <a:pt x="205181" y="427126"/>
                  </a:lnTo>
                  <a:lnTo>
                    <a:pt x="201180" y="419100"/>
                  </a:lnTo>
                  <a:lnTo>
                    <a:pt x="201180" y="446532"/>
                  </a:lnTo>
                  <a:lnTo>
                    <a:pt x="199771" y="455371"/>
                  </a:lnTo>
                  <a:lnTo>
                    <a:pt x="168122" y="481901"/>
                  </a:lnTo>
                  <a:lnTo>
                    <a:pt x="156184" y="485114"/>
                  </a:lnTo>
                  <a:lnTo>
                    <a:pt x="156489" y="485114"/>
                  </a:lnTo>
                  <a:lnTo>
                    <a:pt x="142976" y="487095"/>
                  </a:lnTo>
                  <a:lnTo>
                    <a:pt x="129552" y="487680"/>
                  </a:lnTo>
                  <a:lnTo>
                    <a:pt x="120713" y="487400"/>
                  </a:lnTo>
                  <a:lnTo>
                    <a:pt x="80784" y="466344"/>
                  </a:lnTo>
                  <a:lnTo>
                    <a:pt x="79260" y="460248"/>
                  </a:lnTo>
                  <a:lnTo>
                    <a:pt x="79286" y="455371"/>
                  </a:lnTo>
                  <a:lnTo>
                    <a:pt x="104140" y="422897"/>
                  </a:lnTo>
                  <a:lnTo>
                    <a:pt x="149364" y="414528"/>
                  </a:lnTo>
                  <a:lnTo>
                    <a:pt x="162191" y="415099"/>
                  </a:lnTo>
                  <a:lnTo>
                    <a:pt x="197942" y="433959"/>
                  </a:lnTo>
                  <a:lnTo>
                    <a:pt x="201180" y="446532"/>
                  </a:lnTo>
                  <a:lnTo>
                    <a:pt x="201180" y="419100"/>
                  </a:lnTo>
                  <a:lnTo>
                    <a:pt x="164604" y="392239"/>
                  </a:lnTo>
                  <a:lnTo>
                    <a:pt x="137172" y="387096"/>
                  </a:lnTo>
                  <a:lnTo>
                    <a:pt x="124904" y="387985"/>
                  </a:lnTo>
                  <a:lnTo>
                    <a:pt x="82969" y="412318"/>
                  </a:lnTo>
                  <a:lnTo>
                    <a:pt x="70116" y="451104"/>
                  </a:lnTo>
                  <a:lnTo>
                    <a:pt x="70218" y="452628"/>
                  </a:lnTo>
                  <a:lnTo>
                    <a:pt x="82880" y="489038"/>
                  </a:lnTo>
                  <a:lnTo>
                    <a:pt x="122694" y="512826"/>
                  </a:lnTo>
                  <a:lnTo>
                    <a:pt x="140220" y="515112"/>
                  </a:lnTo>
                  <a:lnTo>
                    <a:pt x="152501" y="514235"/>
                  </a:lnTo>
                  <a:lnTo>
                    <a:pt x="196176" y="490778"/>
                  </a:lnTo>
                  <a:lnTo>
                    <a:pt x="198310" y="487680"/>
                  </a:lnTo>
                  <a:lnTo>
                    <a:pt x="203847" y="479679"/>
                  </a:lnTo>
                  <a:lnTo>
                    <a:pt x="208648" y="466877"/>
                  </a:lnTo>
                  <a:lnTo>
                    <a:pt x="208711" y="466344"/>
                  </a:lnTo>
                  <a:lnTo>
                    <a:pt x="210324" y="4526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321" name="Google Shape;1321;p24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4599432" y="8282940"/>
            <a:ext cx="210312" cy="4206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22" name="Google Shape;1322;p24"/>
          <p:cNvGrpSpPr/>
          <p:nvPr/>
        </p:nvGrpSpPr>
        <p:grpSpPr>
          <a:xfrm>
            <a:off x="4605528" y="7555992"/>
            <a:ext cx="248793" cy="641603"/>
            <a:chOff x="4605528" y="7555992"/>
            <a:chExt cx="248793" cy="641603"/>
          </a:xfrm>
        </p:grpSpPr>
        <p:pic>
          <p:nvPicPr>
            <p:cNvPr id="1323" name="Google Shape;1323;p24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4608576" y="8084819"/>
              <a:ext cx="201168" cy="1127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24" name="Google Shape;1324;p24"/>
            <p:cNvSpPr/>
            <p:nvPr/>
          </p:nvSpPr>
          <p:spPr>
            <a:xfrm>
              <a:off x="4776216" y="8005571"/>
              <a:ext cx="78105" cy="44450"/>
            </a:xfrm>
            <a:custGeom>
              <a:rect b="b" l="l" r="r" t="t"/>
              <a:pathLst>
                <a:path extrusionOk="0" h="44450" w="78104">
                  <a:moveTo>
                    <a:pt x="77723" y="44196"/>
                  </a:moveTo>
                  <a:lnTo>
                    <a:pt x="71627" y="44196"/>
                  </a:lnTo>
                  <a:lnTo>
                    <a:pt x="68175" y="37623"/>
                  </a:lnTo>
                  <a:lnTo>
                    <a:pt x="64579" y="31623"/>
                  </a:lnTo>
                  <a:lnTo>
                    <a:pt x="60698" y="26193"/>
                  </a:lnTo>
                  <a:lnTo>
                    <a:pt x="56387" y="21336"/>
                  </a:lnTo>
                  <a:lnTo>
                    <a:pt x="48767" y="16764"/>
                  </a:lnTo>
                  <a:lnTo>
                    <a:pt x="42671" y="13716"/>
                  </a:lnTo>
                  <a:lnTo>
                    <a:pt x="30479" y="13716"/>
                  </a:lnTo>
                  <a:lnTo>
                    <a:pt x="30479" y="15240"/>
                  </a:lnTo>
                  <a:lnTo>
                    <a:pt x="28955" y="15240"/>
                  </a:lnTo>
                  <a:lnTo>
                    <a:pt x="28955" y="19812"/>
                  </a:lnTo>
                  <a:lnTo>
                    <a:pt x="32003" y="24384"/>
                  </a:lnTo>
                  <a:lnTo>
                    <a:pt x="32003" y="25908"/>
                  </a:lnTo>
                  <a:lnTo>
                    <a:pt x="33527" y="27432"/>
                  </a:lnTo>
                  <a:lnTo>
                    <a:pt x="33527" y="33528"/>
                  </a:lnTo>
                  <a:lnTo>
                    <a:pt x="32003" y="38100"/>
                  </a:lnTo>
                  <a:lnTo>
                    <a:pt x="28955" y="39624"/>
                  </a:lnTo>
                  <a:lnTo>
                    <a:pt x="25907" y="42672"/>
                  </a:lnTo>
                  <a:lnTo>
                    <a:pt x="21335" y="44196"/>
                  </a:lnTo>
                  <a:lnTo>
                    <a:pt x="12191" y="44196"/>
                  </a:lnTo>
                  <a:lnTo>
                    <a:pt x="7619" y="42672"/>
                  </a:lnTo>
                  <a:lnTo>
                    <a:pt x="4571" y="38100"/>
                  </a:lnTo>
                  <a:lnTo>
                    <a:pt x="1523" y="35052"/>
                  </a:lnTo>
                  <a:lnTo>
                    <a:pt x="0" y="30480"/>
                  </a:lnTo>
                  <a:lnTo>
                    <a:pt x="0" y="18288"/>
                  </a:lnTo>
                  <a:lnTo>
                    <a:pt x="1523" y="12192"/>
                  </a:lnTo>
                  <a:lnTo>
                    <a:pt x="13715" y="3048"/>
                  </a:lnTo>
                  <a:lnTo>
                    <a:pt x="19811" y="0"/>
                  </a:lnTo>
                  <a:lnTo>
                    <a:pt x="28955" y="0"/>
                  </a:lnTo>
                  <a:lnTo>
                    <a:pt x="68198" y="24574"/>
                  </a:lnTo>
                  <a:lnTo>
                    <a:pt x="73104" y="33599"/>
                  </a:lnTo>
                  <a:lnTo>
                    <a:pt x="77723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25" name="Google Shape;1325;p24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4605528" y="7851648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26" name="Google Shape;1326;p24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4605528" y="7703819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27" name="Google Shape;1327;p24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4605528" y="7555992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328" name="Google Shape;1328;p24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4599432" y="6461759"/>
            <a:ext cx="210312" cy="10104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9" name="Google Shape;1329;p24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4599432" y="6144767"/>
            <a:ext cx="207264" cy="2225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0" name="Google Shape;1330;p24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4669694" y="5939028"/>
            <a:ext cx="140050" cy="120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31" name="Google Shape;1331;p24"/>
          <p:cNvGrpSpPr/>
          <p:nvPr/>
        </p:nvGrpSpPr>
        <p:grpSpPr>
          <a:xfrm>
            <a:off x="4599419" y="5166360"/>
            <a:ext cx="271780" cy="683133"/>
            <a:chOff x="4599419" y="5166360"/>
            <a:chExt cx="271780" cy="683133"/>
          </a:xfrm>
        </p:grpSpPr>
        <p:sp>
          <p:nvSpPr>
            <p:cNvPr id="1332" name="Google Shape;1332;p24"/>
            <p:cNvSpPr/>
            <p:nvPr/>
          </p:nvSpPr>
          <p:spPr>
            <a:xfrm>
              <a:off x="4599419" y="5298948"/>
              <a:ext cx="271780" cy="550545"/>
            </a:xfrm>
            <a:custGeom>
              <a:rect b="b" l="l" r="r" t="t"/>
              <a:pathLst>
                <a:path extrusionOk="0" h="550545" w="271779">
                  <a:moveTo>
                    <a:pt x="32004" y="406908"/>
                  </a:moveTo>
                  <a:lnTo>
                    <a:pt x="30480" y="403860"/>
                  </a:lnTo>
                  <a:lnTo>
                    <a:pt x="27432" y="400812"/>
                  </a:lnTo>
                  <a:lnTo>
                    <a:pt x="22860" y="397764"/>
                  </a:lnTo>
                  <a:lnTo>
                    <a:pt x="19812" y="396240"/>
                  </a:lnTo>
                  <a:lnTo>
                    <a:pt x="10668" y="396240"/>
                  </a:lnTo>
                  <a:lnTo>
                    <a:pt x="7620" y="397764"/>
                  </a:lnTo>
                  <a:lnTo>
                    <a:pt x="1524" y="403860"/>
                  </a:lnTo>
                  <a:lnTo>
                    <a:pt x="0" y="406908"/>
                  </a:lnTo>
                  <a:lnTo>
                    <a:pt x="0" y="416052"/>
                  </a:lnTo>
                  <a:lnTo>
                    <a:pt x="1524" y="419100"/>
                  </a:lnTo>
                  <a:lnTo>
                    <a:pt x="4572" y="422148"/>
                  </a:lnTo>
                  <a:lnTo>
                    <a:pt x="7620" y="426720"/>
                  </a:lnTo>
                  <a:lnTo>
                    <a:pt x="10668" y="428244"/>
                  </a:lnTo>
                  <a:lnTo>
                    <a:pt x="19812" y="428244"/>
                  </a:lnTo>
                  <a:lnTo>
                    <a:pt x="22860" y="426720"/>
                  </a:lnTo>
                  <a:lnTo>
                    <a:pt x="30480" y="419100"/>
                  </a:lnTo>
                  <a:lnTo>
                    <a:pt x="32004" y="416052"/>
                  </a:lnTo>
                  <a:lnTo>
                    <a:pt x="32004" y="406908"/>
                  </a:lnTo>
                  <a:close/>
                </a:path>
                <a:path extrusionOk="0" h="550545" w="271779">
                  <a:moveTo>
                    <a:pt x="207264" y="379476"/>
                  </a:moveTo>
                  <a:lnTo>
                    <a:pt x="202692" y="379476"/>
                  </a:lnTo>
                  <a:lnTo>
                    <a:pt x="202692" y="385572"/>
                  </a:lnTo>
                  <a:lnTo>
                    <a:pt x="199644" y="391668"/>
                  </a:lnTo>
                  <a:lnTo>
                    <a:pt x="198120" y="393192"/>
                  </a:lnTo>
                  <a:lnTo>
                    <a:pt x="196596" y="396240"/>
                  </a:lnTo>
                  <a:lnTo>
                    <a:pt x="193548" y="396240"/>
                  </a:lnTo>
                  <a:lnTo>
                    <a:pt x="190500" y="397764"/>
                  </a:lnTo>
                  <a:lnTo>
                    <a:pt x="184404" y="399288"/>
                  </a:lnTo>
                  <a:lnTo>
                    <a:pt x="70104" y="399288"/>
                  </a:lnTo>
                  <a:lnTo>
                    <a:pt x="70104" y="405384"/>
                  </a:lnTo>
                  <a:lnTo>
                    <a:pt x="86868" y="446532"/>
                  </a:lnTo>
                  <a:lnTo>
                    <a:pt x="91440" y="443484"/>
                  </a:lnTo>
                  <a:lnTo>
                    <a:pt x="89916" y="440436"/>
                  </a:lnTo>
                  <a:lnTo>
                    <a:pt x="88392" y="435864"/>
                  </a:lnTo>
                  <a:lnTo>
                    <a:pt x="88392" y="431292"/>
                  </a:lnTo>
                  <a:lnTo>
                    <a:pt x="89916" y="429768"/>
                  </a:lnTo>
                  <a:lnTo>
                    <a:pt x="89916" y="428244"/>
                  </a:lnTo>
                  <a:lnTo>
                    <a:pt x="91440" y="426720"/>
                  </a:lnTo>
                  <a:lnTo>
                    <a:pt x="97536" y="423672"/>
                  </a:lnTo>
                  <a:lnTo>
                    <a:pt x="190500" y="423672"/>
                  </a:lnTo>
                  <a:lnTo>
                    <a:pt x="196596" y="426720"/>
                  </a:lnTo>
                  <a:lnTo>
                    <a:pt x="199644" y="429768"/>
                  </a:lnTo>
                  <a:lnTo>
                    <a:pt x="202692" y="435864"/>
                  </a:lnTo>
                  <a:lnTo>
                    <a:pt x="202692" y="443484"/>
                  </a:lnTo>
                  <a:lnTo>
                    <a:pt x="207264" y="443484"/>
                  </a:lnTo>
                  <a:lnTo>
                    <a:pt x="207264" y="423672"/>
                  </a:lnTo>
                  <a:lnTo>
                    <a:pt x="207264" y="379476"/>
                  </a:lnTo>
                  <a:close/>
                </a:path>
                <a:path extrusionOk="0" h="550545" w="271779">
                  <a:moveTo>
                    <a:pt x="207264" y="222504"/>
                  </a:moveTo>
                  <a:lnTo>
                    <a:pt x="202692" y="222504"/>
                  </a:lnTo>
                  <a:lnTo>
                    <a:pt x="202692" y="228600"/>
                  </a:lnTo>
                  <a:lnTo>
                    <a:pt x="201168" y="233172"/>
                  </a:lnTo>
                  <a:lnTo>
                    <a:pt x="199644" y="234696"/>
                  </a:lnTo>
                  <a:lnTo>
                    <a:pt x="198120" y="237744"/>
                  </a:lnTo>
                  <a:lnTo>
                    <a:pt x="196596" y="239268"/>
                  </a:lnTo>
                  <a:lnTo>
                    <a:pt x="190500" y="242316"/>
                  </a:lnTo>
                  <a:lnTo>
                    <a:pt x="118872" y="242316"/>
                  </a:lnTo>
                  <a:lnTo>
                    <a:pt x="111188" y="242582"/>
                  </a:lnTo>
                  <a:lnTo>
                    <a:pt x="74676" y="259080"/>
                  </a:lnTo>
                  <a:lnTo>
                    <a:pt x="70104" y="269748"/>
                  </a:lnTo>
                  <a:lnTo>
                    <a:pt x="70104" y="277368"/>
                  </a:lnTo>
                  <a:lnTo>
                    <a:pt x="71818" y="288798"/>
                  </a:lnTo>
                  <a:lnTo>
                    <a:pt x="76962" y="300228"/>
                  </a:lnTo>
                  <a:lnTo>
                    <a:pt x="85534" y="311658"/>
                  </a:lnTo>
                  <a:lnTo>
                    <a:pt x="97536" y="323088"/>
                  </a:lnTo>
                  <a:lnTo>
                    <a:pt x="70104" y="323088"/>
                  </a:lnTo>
                  <a:lnTo>
                    <a:pt x="70104" y="329184"/>
                  </a:lnTo>
                  <a:lnTo>
                    <a:pt x="86868" y="370332"/>
                  </a:lnTo>
                  <a:lnTo>
                    <a:pt x="91440" y="368808"/>
                  </a:lnTo>
                  <a:lnTo>
                    <a:pt x="89916" y="364236"/>
                  </a:lnTo>
                  <a:lnTo>
                    <a:pt x="88392" y="361188"/>
                  </a:lnTo>
                  <a:lnTo>
                    <a:pt x="88392" y="355092"/>
                  </a:lnTo>
                  <a:lnTo>
                    <a:pt x="89916" y="353568"/>
                  </a:lnTo>
                  <a:lnTo>
                    <a:pt x="89916" y="352044"/>
                  </a:lnTo>
                  <a:lnTo>
                    <a:pt x="91440" y="350520"/>
                  </a:lnTo>
                  <a:lnTo>
                    <a:pt x="94488" y="348996"/>
                  </a:lnTo>
                  <a:lnTo>
                    <a:pt x="97536" y="348996"/>
                  </a:lnTo>
                  <a:lnTo>
                    <a:pt x="100990" y="348119"/>
                  </a:lnTo>
                  <a:lnTo>
                    <a:pt x="106870" y="347662"/>
                  </a:lnTo>
                  <a:lnTo>
                    <a:pt x="126492" y="347472"/>
                  </a:lnTo>
                  <a:lnTo>
                    <a:pt x="185928" y="347472"/>
                  </a:lnTo>
                  <a:lnTo>
                    <a:pt x="193548" y="348996"/>
                  </a:lnTo>
                  <a:lnTo>
                    <a:pt x="196596" y="350520"/>
                  </a:lnTo>
                  <a:lnTo>
                    <a:pt x="199644" y="353568"/>
                  </a:lnTo>
                  <a:lnTo>
                    <a:pt x="202692" y="358140"/>
                  </a:lnTo>
                  <a:lnTo>
                    <a:pt x="202692" y="367284"/>
                  </a:lnTo>
                  <a:lnTo>
                    <a:pt x="207264" y="367284"/>
                  </a:lnTo>
                  <a:lnTo>
                    <a:pt x="207264" y="303276"/>
                  </a:lnTo>
                  <a:lnTo>
                    <a:pt x="202692" y="303276"/>
                  </a:lnTo>
                  <a:lnTo>
                    <a:pt x="202692" y="309372"/>
                  </a:lnTo>
                  <a:lnTo>
                    <a:pt x="201168" y="313944"/>
                  </a:lnTo>
                  <a:lnTo>
                    <a:pt x="199644" y="316992"/>
                  </a:lnTo>
                  <a:lnTo>
                    <a:pt x="196596" y="320040"/>
                  </a:lnTo>
                  <a:lnTo>
                    <a:pt x="193548" y="321564"/>
                  </a:lnTo>
                  <a:lnTo>
                    <a:pt x="192024" y="323088"/>
                  </a:lnTo>
                  <a:lnTo>
                    <a:pt x="106680" y="323088"/>
                  </a:lnTo>
                  <a:lnTo>
                    <a:pt x="98679" y="314185"/>
                  </a:lnTo>
                  <a:lnTo>
                    <a:pt x="92964" y="305562"/>
                  </a:lnTo>
                  <a:lnTo>
                    <a:pt x="89535" y="296951"/>
                  </a:lnTo>
                  <a:lnTo>
                    <a:pt x="88392" y="288036"/>
                  </a:lnTo>
                  <a:lnTo>
                    <a:pt x="88392" y="280416"/>
                  </a:lnTo>
                  <a:lnTo>
                    <a:pt x="121920" y="266700"/>
                  </a:lnTo>
                  <a:lnTo>
                    <a:pt x="190500" y="266700"/>
                  </a:lnTo>
                  <a:lnTo>
                    <a:pt x="196596" y="269748"/>
                  </a:lnTo>
                  <a:lnTo>
                    <a:pt x="201168" y="274320"/>
                  </a:lnTo>
                  <a:lnTo>
                    <a:pt x="202692" y="278892"/>
                  </a:lnTo>
                  <a:lnTo>
                    <a:pt x="202692" y="286512"/>
                  </a:lnTo>
                  <a:lnTo>
                    <a:pt x="207264" y="286512"/>
                  </a:lnTo>
                  <a:lnTo>
                    <a:pt x="207264" y="222504"/>
                  </a:lnTo>
                  <a:close/>
                </a:path>
                <a:path extrusionOk="0" h="550545" w="271779">
                  <a:moveTo>
                    <a:pt x="207276" y="0"/>
                  </a:moveTo>
                  <a:lnTo>
                    <a:pt x="202704" y="0"/>
                  </a:lnTo>
                  <a:lnTo>
                    <a:pt x="202704" y="6096"/>
                  </a:lnTo>
                  <a:lnTo>
                    <a:pt x="201180" y="10668"/>
                  </a:lnTo>
                  <a:lnTo>
                    <a:pt x="199656" y="12192"/>
                  </a:lnTo>
                  <a:lnTo>
                    <a:pt x="198132" y="15240"/>
                  </a:lnTo>
                  <a:lnTo>
                    <a:pt x="196608" y="16764"/>
                  </a:lnTo>
                  <a:lnTo>
                    <a:pt x="193560" y="16764"/>
                  </a:lnTo>
                  <a:lnTo>
                    <a:pt x="190512" y="18288"/>
                  </a:lnTo>
                  <a:lnTo>
                    <a:pt x="184416" y="19812"/>
                  </a:lnTo>
                  <a:lnTo>
                    <a:pt x="12" y="19812"/>
                  </a:lnTo>
                  <a:lnTo>
                    <a:pt x="12" y="25908"/>
                  </a:lnTo>
                  <a:lnTo>
                    <a:pt x="16776" y="65532"/>
                  </a:lnTo>
                  <a:lnTo>
                    <a:pt x="21348" y="62484"/>
                  </a:lnTo>
                  <a:lnTo>
                    <a:pt x="19824" y="57912"/>
                  </a:lnTo>
                  <a:lnTo>
                    <a:pt x="18300" y="54864"/>
                  </a:lnTo>
                  <a:lnTo>
                    <a:pt x="18300" y="50292"/>
                  </a:lnTo>
                  <a:lnTo>
                    <a:pt x="19824" y="48768"/>
                  </a:lnTo>
                  <a:lnTo>
                    <a:pt x="19824" y="47244"/>
                  </a:lnTo>
                  <a:lnTo>
                    <a:pt x="21348" y="45720"/>
                  </a:lnTo>
                  <a:lnTo>
                    <a:pt x="24396" y="45720"/>
                  </a:lnTo>
                  <a:lnTo>
                    <a:pt x="27444" y="44196"/>
                  </a:lnTo>
                  <a:lnTo>
                    <a:pt x="190512" y="44196"/>
                  </a:lnTo>
                  <a:lnTo>
                    <a:pt x="196608" y="47244"/>
                  </a:lnTo>
                  <a:lnTo>
                    <a:pt x="199656" y="50292"/>
                  </a:lnTo>
                  <a:lnTo>
                    <a:pt x="202704" y="56388"/>
                  </a:lnTo>
                  <a:lnTo>
                    <a:pt x="202704" y="64008"/>
                  </a:lnTo>
                  <a:lnTo>
                    <a:pt x="207276" y="64008"/>
                  </a:lnTo>
                  <a:lnTo>
                    <a:pt x="207276" y="0"/>
                  </a:lnTo>
                  <a:close/>
                </a:path>
                <a:path extrusionOk="0" h="550545" w="271779">
                  <a:moveTo>
                    <a:pt x="210312" y="504444"/>
                  </a:moveTo>
                  <a:lnTo>
                    <a:pt x="192747" y="467728"/>
                  </a:lnTo>
                  <a:lnTo>
                    <a:pt x="169164" y="458724"/>
                  </a:lnTo>
                  <a:lnTo>
                    <a:pt x="158305" y="460705"/>
                  </a:lnTo>
                  <a:lnTo>
                    <a:pt x="148590" y="466534"/>
                  </a:lnTo>
                  <a:lnTo>
                    <a:pt x="140017" y="476084"/>
                  </a:lnTo>
                  <a:lnTo>
                    <a:pt x="132588" y="489204"/>
                  </a:lnTo>
                  <a:lnTo>
                    <a:pt x="117348" y="519684"/>
                  </a:lnTo>
                  <a:lnTo>
                    <a:pt x="112776" y="525780"/>
                  </a:lnTo>
                  <a:lnTo>
                    <a:pt x="109728" y="528828"/>
                  </a:lnTo>
                  <a:lnTo>
                    <a:pt x="105156" y="531876"/>
                  </a:lnTo>
                  <a:lnTo>
                    <a:pt x="91440" y="531876"/>
                  </a:lnTo>
                  <a:lnTo>
                    <a:pt x="86868" y="530352"/>
                  </a:lnTo>
                  <a:lnTo>
                    <a:pt x="83820" y="525780"/>
                  </a:lnTo>
                  <a:lnTo>
                    <a:pt x="80772" y="522732"/>
                  </a:lnTo>
                  <a:lnTo>
                    <a:pt x="79248" y="516636"/>
                  </a:lnTo>
                  <a:lnTo>
                    <a:pt x="79248" y="501396"/>
                  </a:lnTo>
                  <a:lnTo>
                    <a:pt x="80772" y="493776"/>
                  </a:lnTo>
                  <a:lnTo>
                    <a:pt x="86868" y="489204"/>
                  </a:lnTo>
                  <a:lnTo>
                    <a:pt x="91186" y="484898"/>
                  </a:lnTo>
                  <a:lnTo>
                    <a:pt x="97345" y="481012"/>
                  </a:lnTo>
                  <a:lnTo>
                    <a:pt x="105524" y="477418"/>
                  </a:lnTo>
                  <a:lnTo>
                    <a:pt x="115824" y="473964"/>
                  </a:lnTo>
                  <a:lnTo>
                    <a:pt x="115824" y="469392"/>
                  </a:lnTo>
                  <a:lnTo>
                    <a:pt x="70104" y="469392"/>
                  </a:lnTo>
                  <a:lnTo>
                    <a:pt x="70104" y="473964"/>
                  </a:lnTo>
                  <a:lnTo>
                    <a:pt x="73152" y="477012"/>
                  </a:lnTo>
                  <a:lnTo>
                    <a:pt x="74676" y="477012"/>
                  </a:lnTo>
                  <a:lnTo>
                    <a:pt x="74676" y="478536"/>
                  </a:lnTo>
                  <a:lnTo>
                    <a:pt x="76200" y="480060"/>
                  </a:lnTo>
                  <a:lnTo>
                    <a:pt x="76200" y="483108"/>
                  </a:lnTo>
                  <a:lnTo>
                    <a:pt x="74676" y="486156"/>
                  </a:lnTo>
                  <a:lnTo>
                    <a:pt x="73152" y="490728"/>
                  </a:lnTo>
                  <a:lnTo>
                    <a:pt x="70104" y="498348"/>
                  </a:lnTo>
                  <a:lnTo>
                    <a:pt x="70104" y="510540"/>
                  </a:lnTo>
                  <a:lnTo>
                    <a:pt x="92011" y="547687"/>
                  </a:lnTo>
                  <a:lnTo>
                    <a:pt x="106680" y="550164"/>
                  </a:lnTo>
                  <a:lnTo>
                    <a:pt x="115824" y="550164"/>
                  </a:lnTo>
                  <a:lnTo>
                    <a:pt x="146304" y="516636"/>
                  </a:lnTo>
                  <a:lnTo>
                    <a:pt x="150863" y="506336"/>
                  </a:lnTo>
                  <a:lnTo>
                    <a:pt x="155257" y="498157"/>
                  </a:lnTo>
                  <a:lnTo>
                    <a:pt x="159385" y="491998"/>
                  </a:lnTo>
                  <a:lnTo>
                    <a:pt x="163068" y="487680"/>
                  </a:lnTo>
                  <a:lnTo>
                    <a:pt x="167640" y="483108"/>
                  </a:lnTo>
                  <a:lnTo>
                    <a:pt x="173736" y="480060"/>
                  </a:lnTo>
                  <a:lnTo>
                    <a:pt x="185928" y="480060"/>
                  </a:lnTo>
                  <a:lnTo>
                    <a:pt x="190500" y="483108"/>
                  </a:lnTo>
                  <a:lnTo>
                    <a:pt x="195072" y="487680"/>
                  </a:lnTo>
                  <a:lnTo>
                    <a:pt x="201168" y="496824"/>
                  </a:lnTo>
                  <a:lnTo>
                    <a:pt x="201168" y="504444"/>
                  </a:lnTo>
                  <a:lnTo>
                    <a:pt x="178308" y="540258"/>
                  </a:lnTo>
                  <a:lnTo>
                    <a:pt x="161544" y="545592"/>
                  </a:lnTo>
                  <a:lnTo>
                    <a:pt x="161544" y="550164"/>
                  </a:lnTo>
                  <a:lnTo>
                    <a:pt x="208788" y="550164"/>
                  </a:lnTo>
                  <a:lnTo>
                    <a:pt x="210312" y="545592"/>
                  </a:lnTo>
                  <a:lnTo>
                    <a:pt x="205740" y="545592"/>
                  </a:lnTo>
                  <a:lnTo>
                    <a:pt x="204216" y="542544"/>
                  </a:lnTo>
                  <a:lnTo>
                    <a:pt x="204216" y="536448"/>
                  </a:lnTo>
                  <a:lnTo>
                    <a:pt x="205740" y="533400"/>
                  </a:lnTo>
                  <a:lnTo>
                    <a:pt x="207746" y="525665"/>
                  </a:lnTo>
                  <a:lnTo>
                    <a:pt x="209169" y="518350"/>
                  </a:lnTo>
                  <a:lnTo>
                    <a:pt x="210032" y="511327"/>
                  </a:lnTo>
                  <a:lnTo>
                    <a:pt x="210312" y="504444"/>
                  </a:lnTo>
                  <a:close/>
                </a:path>
                <a:path extrusionOk="0" h="550545" w="271779">
                  <a:moveTo>
                    <a:pt x="271284" y="155448"/>
                  </a:moveTo>
                  <a:lnTo>
                    <a:pt x="269849" y="138023"/>
                  </a:lnTo>
                  <a:lnTo>
                    <a:pt x="265569" y="122301"/>
                  </a:lnTo>
                  <a:lnTo>
                    <a:pt x="258419" y="108305"/>
                  </a:lnTo>
                  <a:lnTo>
                    <a:pt x="252869" y="101485"/>
                  </a:lnTo>
                  <a:lnTo>
                    <a:pt x="252869" y="144780"/>
                  </a:lnTo>
                  <a:lnTo>
                    <a:pt x="252425" y="155448"/>
                  </a:lnTo>
                  <a:lnTo>
                    <a:pt x="250710" y="167259"/>
                  </a:lnTo>
                  <a:lnTo>
                    <a:pt x="250596" y="167640"/>
                  </a:lnTo>
                  <a:lnTo>
                    <a:pt x="247853" y="177317"/>
                  </a:lnTo>
                  <a:lnTo>
                    <a:pt x="243852" y="185928"/>
                  </a:lnTo>
                  <a:lnTo>
                    <a:pt x="240804" y="192024"/>
                  </a:lnTo>
                  <a:lnTo>
                    <a:pt x="236232" y="195072"/>
                  </a:lnTo>
                  <a:lnTo>
                    <a:pt x="228612" y="195072"/>
                  </a:lnTo>
                  <a:lnTo>
                    <a:pt x="224040" y="193548"/>
                  </a:lnTo>
                  <a:lnTo>
                    <a:pt x="219468" y="190500"/>
                  </a:lnTo>
                  <a:lnTo>
                    <a:pt x="216420" y="188976"/>
                  </a:lnTo>
                  <a:lnTo>
                    <a:pt x="211848" y="185928"/>
                  </a:lnTo>
                  <a:lnTo>
                    <a:pt x="210324" y="184404"/>
                  </a:lnTo>
                  <a:lnTo>
                    <a:pt x="208038" y="182118"/>
                  </a:lnTo>
                  <a:lnTo>
                    <a:pt x="207276" y="181317"/>
                  </a:lnTo>
                  <a:lnTo>
                    <a:pt x="207314" y="169164"/>
                  </a:lnTo>
                  <a:lnTo>
                    <a:pt x="207441" y="160020"/>
                  </a:lnTo>
                  <a:lnTo>
                    <a:pt x="207568" y="155448"/>
                  </a:lnTo>
                  <a:lnTo>
                    <a:pt x="207911" y="144284"/>
                  </a:lnTo>
                  <a:lnTo>
                    <a:pt x="208038" y="142024"/>
                  </a:lnTo>
                  <a:lnTo>
                    <a:pt x="208153" y="139788"/>
                  </a:lnTo>
                  <a:lnTo>
                    <a:pt x="208216" y="138684"/>
                  </a:lnTo>
                  <a:lnTo>
                    <a:pt x="208292" y="137185"/>
                  </a:lnTo>
                  <a:lnTo>
                    <a:pt x="208381" y="135636"/>
                  </a:lnTo>
                  <a:lnTo>
                    <a:pt x="208483" y="133731"/>
                  </a:lnTo>
                  <a:lnTo>
                    <a:pt x="208800" y="128016"/>
                  </a:lnTo>
                  <a:lnTo>
                    <a:pt x="208864" y="124968"/>
                  </a:lnTo>
                  <a:lnTo>
                    <a:pt x="217944" y="89916"/>
                  </a:lnTo>
                  <a:lnTo>
                    <a:pt x="230136" y="89916"/>
                  </a:lnTo>
                  <a:lnTo>
                    <a:pt x="252399" y="129755"/>
                  </a:lnTo>
                  <a:lnTo>
                    <a:pt x="252463" y="131064"/>
                  </a:lnTo>
                  <a:lnTo>
                    <a:pt x="252806" y="138023"/>
                  </a:lnTo>
                  <a:lnTo>
                    <a:pt x="252869" y="144780"/>
                  </a:lnTo>
                  <a:lnTo>
                    <a:pt x="252869" y="101485"/>
                  </a:lnTo>
                  <a:lnTo>
                    <a:pt x="217944" y="80772"/>
                  </a:lnTo>
                  <a:lnTo>
                    <a:pt x="208800" y="80772"/>
                  </a:lnTo>
                  <a:lnTo>
                    <a:pt x="187464" y="111252"/>
                  </a:lnTo>
                  <a:lnTo>
                    <a:pt x="186575" y="117233"/>
                  </a:lnTo>
                  <a:lnTo>
                    <a:pt x="186486" y="119062"/>
                  </a:lnTo>
                  <a:lnTo>
                    <a:pt x="186410" y="120446"/>
                  </a:lnTo>
                  <a:lnTo>
                    <a:pt x="186309" y="122301"/>
                  </a:lnTo>
                  <a:lnTo>
                    <a:pt x="186220" y="124040"/>
                  </a:lnTo>
                  <a:lnTo>
                    <a:pt x="186105" y="127304"/>
                  </a:lnTo>
                  <a:lnTo>
                    <a:pt x="185978" y="135636"/>
                  </a:lnTo>
                  <a:lnTo>
                    <a:pt x="185940" y="172212"/>
                  </a:lnTo>
                  <a:lnTo>
                    <a:pt x="184416" y="176784"/>
                  </a:lnTo>
                  <a:lnTo>
                    <a:pt x="182892" y="179832"/>
                  </a:lnTo>
                  <a:lnTo>
                    <a:pt x="178320" y="184404"/>
                  </a:lnTo>
                  <a:lnTo>
                    <a:pt x="175272" y="184404"/>
                  </a:lnTo>
                  <a:lnTo>
                    <a:pt x="173748" y="182880"/>
                  </a:lnTo>
                  <a:lnTo>
                    <a:pt x="167652" y="179832"/>
                  </a:lnTo>
                  <a:lnTo>
                    <a:pt x="166128" y="178308"/>
                  </a:lnTo>
                  <a:lnTo>
                    <a:pt x="164604" y="176784"/>
                  </a:lnTo>
                  <a:lnTo>
                    <a:pt x="161556" y="172212"/>
                  </a:lnTo>
                  <a:lnTo>
                    <a:pt x="163080" y="164592"/>
                  </a:lnTo>
                  <a:lnTo>
                    <a:pt x="164553" y="158686"/>
                  </a:lnTo>
                  <a:lnTo>
                    <a:pt x="164604" y="150876"/>
                  </a:lnTo>
                  <a:lnTo>
                    <a:pt x="163741" y="139788"/>
                  </a:lnTo>
                  <a:lnTo>
                    <a:pt x="161175" y="129540"/>
                  </a:lnTo>
                  <a:lnTo>
                    <a:pt x="158292" y="123444"/>
                  </a:lnTo>
                  <a:lnTo>
                    <a:pt x="156984" y="120675"/>
                  </a:lnTo>
                  <a:lnTo>
                    <a:pt x="156984" y="141732"/>
                  </a:lnTo>
                  <a:lnTo>
                    <a:pt x="156984" y="156972"/>
                  </a:lnTo>
                  <a:lnTo>
                    <a:pt x="153936" y="164592"/>
                  </a:lnTo>
                  <a:lnTo>
                    <a:pt x="146316" y="169164"/>
                  </a:lnTo>
                  <a:lnTo>
                    <a:pt x="139763" y="174053"/>
                  </a:lnTo>
                  <a:lnTo>
                    <a:pt x="131762" y="177317"/>
                  </a:lnTo>
                  <a:lnTo>
                    <a:pt x="129705" y="177736"/>
                  </a:lnTo>
                  <a:lnTo>
                    <a:pt x="122097" y="179247"/>
                  </a:lnTo>
                  <a:lnTo>
                    <a:pt x="111264" y="179832"/>
                  </a:lnTo>
                  <a:lnTo>
                    <a:pt x="102895" y="179247"/>
                  </a:lnTo>
                  <a:lnTo>
                    <a:pt x="103352" y="179247"/>
                  </a:lnTo>
                  <a:lnTo>
                    <a:pt x="96596" y="177736"/>
                  </a:lnTo>
                  <a:lnTo>
                    <a:pt x="90474" y="175336"/>
                  </a:lnTo>
                  <a:lnTo>
                    <a:pt x="85356" y="172212"/>
                  </a:lnTo>
                  <a:lnTo>
                    <a:pt x="79260" y="167640"/>
                  </a:lnTo>
                  <a:lnTo>
                    <a:pt x="79184" y="167259"/>
                  </a:lnTo>
                  <a:lnTo>
                    <a:pt x="77736" y="160020"/>
                  </a:lnTo>
                  <a:lnTo>
                    <a:pt x="77736" y="144780"/>
                  </a:lnTo>
                  <a:lnTo>
                    <a:pt x="80784" y="138684"/>
                  </a:lnTo>
                  <a:lnTo>
                    <a:pt x="121932" y="123444"/>
                  </a:lnTo>
                  <a:lnTo>
                    <a:pt x="130479" y="123786"/>
                  </a:lnTo>
                  <a:lnTo>
                    <a:pt x="137744" y="124968"/>
                  </a:lnTo>
                  <a:lnTo>
                    <a:pt x="143573" y="127304"/>
                  </a:lnTo>
                  <a:lnTo>
                    <a:pt x="147840" y="131064"/>
                  </a:lnTo>
                  <a:lnTo>
                    <a:pt x="153936" y="135636"/>
                  </a:lnTo>
                  <a:lnTo>
                    <a:pt x="156984" y="141732"/>
                  </a:lnTo>
                  <a:lnTo>
                    <a:pt x="156984" y="120675"/>
                  </a:lnTo>
                  <a:lnTo>
                    <a:pt x="156883" y="120446"/>
                  </a:lnTo>
                  <a:lnTo>
                    <a:pt x="150888" y="112776"/>
                  </a:lnTo>
                  <a:lnTo>
                    <a:pt x="143865" y="106680"/>
                  </a:lnTo>
                  <a:lnTo>
                    <a:pt x="136791" y="102489"/>
                  </a:lnTo>
                  <a:lnTo>
                    <a:pt x="129019" y="99923"/>
                  </a:lnTo>
                  <a:lnTo>
                    <a:pt x="120408" y="99060"/>
                  </a:lnTo>
                  <a:lnTo>
                    <a:pt x="112712" y="99618"/>
                  </a:lnTo>
                  <a:lnTo>
                    <a:pt x="105740" y="101155"/>
                  </a:lnTo>
                  <a:lnTo>
                    <a:pt x="99618" y="103568"/>
                  </a:lnTo>
                  <a:lnTo>
                    <a:pt x="94500" y="106680"/>
                  </a:lnTo>
                  <a:lnTo>
                    <a:pt x="94500" y="83820"/>
                  </a:lnTo>
                  <a:lnTo>
                    <a:pt x="92976" y="82296"/>
                  </a:lnTo>
                  <a:lnTo>
                    <a:pt x="92976" y="80772"/>
                  </a:lnTo>
                  <a:lnTo>
                    <a:pt x="82308" y="80772"/>
                  </a:lnTo>
                  <a:lnTo>
                    <a:pt x="80784" y="82296"/>
                  </a:lnTo>
                  <a:lnTo>
                    <a:pt x="80784" y="118872"/>
                  </a:lnTo>
                  <a:lnTo>
                    <a:pt x="75958" y="125920"/>
                  </a:lnTo>
                  <a:lnTo>
                    <a:pt x="70116" y="150876"/>
                  </a:lnTo>
                  <a:lnTo>
                    <a:pt x="70967" y="161975"/>
                  </a:lnTo>
                  <a:lnTo>
                    <a:pt x="91211" y="195859"/>
                  </a:lnTo>
                  <a:lnTo>
                    <a:pt x="117360" y="204216"/>
                  </a:lnTo>
                  <a:lnTo>
                    <a:pt x="123952" y="203669"/>
                  </a:lnTo>
                  <a:lnTo>
                    <a:pt x="130124" y="202120"/>
                  </a:lnTo>
                  <a:lnTo>
                    <a:pt x="136131" y="199644"/>
                  </a:lnTo>
                  <a:lnTo>
                    <a:pt x="141884" y="196532"/>
                  </a:lnTo>
                  <a:lnTo>
                    <a:pt x="147840" y="193548"/>
                  </a:lnTo>
                  <a:lnTo>
                    <a:pt x="153936" y="187452"/>
                  </a:lnTo>
                  <a:lnTo>
                    <a:pt x="157746" y="179832"/>
                  </a:lnTo>
                  <a:lnTo>
                    <a:pt x="158508" y="178308"/>
                  </a:lnTo>
                  <a:lnTo>
                    <a:pt x="185940" y="204216"/>
                  </a:lnTo>
                  <a:lnTo>
                    <a:pt x="192036" y="204216"/>
                  </a:lnTo>
                  <a:lnTo>
                    <a:pt x="198132" y="201168"/>
                  </a:lnTo>
                  <a:lnTo>
                    <a:pt x="199656" y="198120"/>
                  </a:lnTo>
                  <a:lnTo>
                    <a:pt x="205752" y="188976"/>
                  </a:lnTo>
                  <a:lnTo>
                    <a:pt x="214896" y="198120"/>
                  </a:lnTo>
                  <a:lnTo>
                    <a:pt x="220992" y="202692"/>
                  </a:lnTo>
                  <a:lnTo>
                    <a:pt x="227088" y="208788"/>
                  </a:lnTo>
                  <a:lnTo>
                    <a:pt x="236232" y="213360"/>
                  </a:lnTo>
                  <a:lnTo>
                    <a:pt x="237756" y="213360"/>
                  </a:lnTo>
                  <a:lnTo>
                    <a:pt x="240804" y="214884"/>
                  </a:lnTo>
                  <a:lnTo>
                    <a:pt x="248424" y="214884"/>
                  </a:lnTo>
                  <a:lnTo>
                    <a:pt x="252996" y="210312"/>
                  </a:lnTo>
                  <a:lnTo>
                    <a:pt x="270421" y="169506"/>
                  </a:lnTo>
                  <a:lnTo>
                    <a:pt x="270560" y="167259"/>
                  </a:lnTo>
                  <a:lnTo>
                    <a:pt x="271284" y="1554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33" name="Google Shape;1333;p24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4669536" y="5166360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34" name="Google Shape;1334;p24"/>
          <p:cNvGrpSpPr/>
          <p:nvPr/>
        </p:nvGrpSpPr>
        <p:grpSpPr>
          <a:xfrm>
            <a:off x="4954523" y="8686800"/>
            <a:ext cx="210313" cy="809244"/>
            <a:chOff x="4954523" y="8686800"/>
            <a:chExt cx="210313" cy="809244"/>
          </a:xfrm>
        </p:grpSpPr>
        <p:pic>
          <p:nvPicPr>
            <p:cNvPr id="1335" name="Google Shape;1335;p24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5024628" y="9404604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36" name="Google Shape;1336;p24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5024627" y="9142475"/>
              <a:ext cx="140208" cy="2423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37" name="Google Shape;1337;p24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954523" y="8686800"/>
              <a:ext cx="210312" cy="4343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338" name="Google Shape;1338;p24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2023872" y="835152"/>
            <a:ext cx="4131563" cy="37459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39" name="Google Shape;1339;p24"/>
          <p:cNvGrpSpPr/>
          <p:nvPr/>
        </p:nvGrpSpPr>
        <p:grpSpPr>
          <a:xfrm>
            <a:off x="6821423" y="5623559"/>
            <a:ext cx="116205" cy="158496"/>
            <a:chOff x="6821423" y="5623559"/>
            <a:chExt cx="116205" cy="158496"/>
          </a:xfrm>
        </p:grpSpPr>
        <p:pic>
          <p:nvPicPr>
            <p:cNvPr id="1340" name="Google Shape;1340;p24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6821424" y="5705855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41" name="Google Shape;1341;p24"/>
            <p:cNvSpPr/>
            <p:nvPr/>
          </p:nvSpPr>
          <p:spPr>
            <a:xfrm>
              <a:off x="6821423" y="5623559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2672"/>
                  </a:lnTo>
                  <a:lnTo>
                    <a:pt x="103632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4864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3632" y="16764"/>
                  </a:lnTo>
                  <a:lnTo>
                    <a:pt x="105155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1252" y="10668"/>
                  </a:lnTo>
                  <a:lnTo>
                    <a:pt x="112775" y="7620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342" name="Google Shape;1342;p24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6822947" y="5231892"/>
            <a:ext cx="150875" cy="330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3" name="Google Shape;1343;p24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6821423" y="4844795"/>
            <a:ext cx="117348" cy="3398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44" name="Google Shape;1344;p24"/>
          <p:cNvGrpSpPr/>
          <p:nvPr/>
        </p:nvGrpSpPr>
        <p:grpSpPr>
          <a:xfrm>
            <a:off x="6655307" y="1824227"/>
            <a:ext cx="117349" cy="154178"/>
            <a:chOff x="6655307" y="1824227"/>
            <a:chExt cx="117349" cy="154178"/>
          </a:xfrm>
        </p:grpSpPr>
        <p:sp>
          <p:nvSpPr>
            <p:cNvPr id="1345" name="Google Shape;1345;p24"/>
            <p:cNvSpPr/>
            <p:nvPr/>
          </p:nvSpPr>
          <p:spPr>
            <a:xfrm>
              <a:off x="6655307" y="191871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46" name="Google Shape;1346;p24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6655308" y="1824227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50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" name="Google Shape;1351;p25"/>
          <p:cNvGrpSpPr/>
          <p:nvPr/>
        </p:nvGrpSpPr>
        <p:grpSpPr>
          <a:xfrm>
            <a:off x="1446275" y="7647432"/>
            <a:ext cx="334009" cy="943483"/>
            <a:chOff x="1446275" y="7647432"/>
            <a:chExt cx="334009" cy="943483"/>
          </a:xfrm>
        </p:grpSpPr>
        <p:sp>
          <p:nvSpPr>
            <p:cNvPr id="1352" name="Google Shape;1352;p25"/>
            <p:cNvSpPr/>
            <p:nvPr/>
          </p:nvSpPr>
          <p:spPr>
            <a:xfrm>
              <a:off x="1446275" y="8252460"/>
              <a:ext cx="327660" cy="338455"/>
            </a:xfrm>
            <a:custGeom>
              <a:rect b="b" l="l" r="r" t="t"/>
              <a:pathLst>
                <a:path extrusionOk="0" h="338454" w="327660">
                  <a:moveTo>
                    <a:pt x="327660" y="338327"/>
                  </a:moveTo>
                  <a:lnTo>
                    <a:pt x="320040" y="338327"/>
                  </a:lnTo>
                  <a:lnTo>
                    <a:pt x="320040" y="327659"/>
                  </a:lnTo>
                  <a:lnTo>
                    <a:pt x="319420" y="317968"/>
                  </a:lnTo>
                  <a:lnTo>
                    <a:pt x="284059" y="291393"/>
                  </a:lnTo>
                  <a:lnTo>
                    <a:pt x="269748" y="291083"/>
                  </a:lnTo>
                  <a:lnTo>
                    <a:pt x="57912" y="291083"/>
                  </a:lnTo>
                  <a:lnTo>
                    <a:pt x="16764" y="300227"/>
                  </a:lnTo>
                  <a:lnTo>
                    <a:pt x="10668" y="312419"/>
                  </a:lnTo>
                  <a:lnTo>
                    <a:pt x="7620" y="318515"/>
                  </a:lnTo>
                  <a:lnTo>
                    <a:pt x="7620" y="338327"/>
                  </a:lnTo>
                  <a:lnTo>
                    <a:pt x="0" y="338327"/>
                  </a:lnTo>
                  <a:lnTo>
                    <a:pt x="0" y="198119"/>
                  </a:lnTo>
                  <a:lnTo>
                    <a:pt x="7620" y="198119"/>
                  </a:lnTo>
                  <a:lnTo>
                    <a:pt x="7620" y="217931"/>
                  </a:lnTo>
                  <a:lnTo>
                    <a:pt x="10668" y="225551"/>
                  </a:lnTo>
                  <a:lnTo>
                    <a:pt x="16764" y="237743"/>
                  </a:lnTo>
                  <a:lnTo>
                    <a:pt x="19812" y="240791"/>
                  </a:lnTo>
                  <a:lnTo>
                    <a:pt x="25908" y="242315"/>
                  </a:lnTo>
                  <a:lnTo>
                    <a:pt x="30694" y="244078"/>
                  </a:lnTo>
                  <a:lnTo>
                    <a:pt x="37909" y="244982"/>
                  </a:lnTo>
                  <a:lnTo>
                    <a:pt x="47124" y="245316"/>
                  </a:lnTo>
                  <a:lnTo>
                    <a:pt x="57912" y="245363"/>
                  </a:lnTo>
                  <a:lnTo>
                    <a:pt x="150876" y="245363"/>
                  </a:lnTo>
                  <a:lnTo>
                    <a:pt x="150876" y="92963"/>
                  </a:lnTo>
                  <a:lnTo>
                    <a:pt x="57912" y="92963"/>
                  </a:lnTo>
                  <a:lnTo>
                    <a:pt x="16764" y="102107"/>
                  </a:lnTo>
                  <a:lnTo>
                    <a:pt x="10668" y="114299"/>
                  </a:lnTo>
                  <a:lnTo>
                    <a:pt x="7620" y="120395"/>
                  </a:lnTo>
                  <a:lnTo>
                    <a:pt x="7620" y="140207"/>
                  </a:lnTo>
                  <a:lnTo>
                    <a:pt x="0" y="140207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9811"/>
                  </a:lnTo>
                  <a:lnTo>
                    <a:pt x="10668" y="27432"/>
                  </a:lnTo>
                  <a:lnTo>
                    <a:pt x="16764" y="39623"/>
                  </a:lnTo>
                  <a:lnTo>
                    <a:pt x="19812" y="42671"/>
                  </a:lnTo>
                  <a:lnTo>
                    <a:pt x="25908" y="44195"/>
                  </a:lnTo>
                  <a:lnTo>
                    <a:pt x="30694" y="45958"/>
                  </a:lnTo>
                  <a:lnTo>
                    <a:pt x="37909" y="46863"/>
                  </a:lnTo>
                  <a:lnTo>
                    <a:pt x="47124" y="47196"/>
                  </a:lnTo>
                  <a:lnTo>
                    <a:pt x="282082" y="47196"/>
                  </a:lnTo>
                  <a:lnTo>
                    <a:pt x="318516" y="27432"/>
                  </a:lnTo>
                  <a:lnTo>
                    <a:pt x="320040" y="19811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7"/>
                  </a:lnTo>
                  <a:lnTo>
                    <a:pt x="320040" y="140207"/>
                  </a:lnTo>
                  <a:lnTo>
                    <a:pt x="320040" y="129539"/>
                  </a:lnTo>
                  <a:lnTo>
                    <a:pt x="319420" y="119848"/>
                  </a:lnTo>
                  <a:lnTo>
                    <a:pt x="284059" y="93487"/>
                  </a:lnTo>
                  <a:lnTo>
                    <a:pt x="269748" y="92963"/>
                  </a:lnTo>
                  <a:lnTo>
                    <a:pt x="169164" y="92963"/>
                  </a:lnTo>
                  <a:lnTo>
                    <a:pt x="169164" y="245363"/>
                  </a:lnTo>
                  <a:lnTo>
                    <a:pt x="282082" y="245316"/>
                  </a:lnTo>
                  <a:lnTo>
                    <a:pt x="318516" y="225551"/>
                  </a:lnTo>
                  <a:lnTo>
                    <a:pt x="320040" y="217931"/>
                  </a:lnTo>
                  <a:lnTo>
                    <a:pt x="320040" y="198119"/>
                  </a:lnTo>
                  <a:lnTo>
                    <a:pt x="327660" y="198119"/>
                  </a:lnTo>
                  <a:lnTo>
                    <a:pt x="327660" y="33832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53" name="Google Shape;1353;p25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59" y="8013192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54" name="Google Shape;1354;p25"/>
            <p:cNvSpPr/>
            <p:nvPr/>
          </p:nvSpPr>
          <p:spPr>
            <a:xfrm>
              <a:off x="1552955" y="7647432"/>
              <a:ext cx="227329" cy="346075"/>
            </a:xfrm>
            <a:custGeom>
              <a:rect b="b" l="l" r="r" t="t"/>
              <a:pathLst>
                <a:path extrusionOk="0" h="346075" w="227330">
                  <a:moveTo>
                    <a:pt x="7619" y="345948"/>
                  </a:moveTo>
                  <a:lnTo>
                    <a:pt x="0" y="345948"/>
                  </a:lnTo>
                  <a:lnTo>
                    <a:pt x="0" y="252984"/>
                  </a:lnTo>
                  <a:lnTo>
                    <a:pt x="7619" y="252984"/>
                  </a:lnTo>
                  <a:lnTo>
                    <a:pt x="9143" y="260604"/>
                  </a:lnTo>
                  <a:lnTo>
                    <a:pt x="10667" y="266700"/>
                  </a:lnTo>
                  <a:lnTo>
                    <a:pt x="12191" y="269748"/>
                  </a:lnTo>
                  <a:lnTo>
                    <a:pt x="18287" y="272796"/>
                  </a:lnTo>
                  <a:lnTo>
                    <a:pt x="28955" y="272796"/>
                  </a:lnTo>
                  <a:lnTo>
                    <a:pt x="35051" y="271272"/>
                  </a:lnTo>
                  <a:lnTo>
                    <a:pt x="41147" y="268224"/>
                  </a:lnTo>
                  <a:lnTo>
                    <a:pt x="164591" y="220980"/>
                  </a:lnTo>
                  <a:lnTo>
                    <a:pt x="65531" y="175260"/>
                  </a:lnTo>
                  <a:lnTo>
                    <a:pt x="33527" y="187452"/>
                  </a:lnTo>
                  <a:lnTo>
                    <a:pt x="26336" y="190904"/>
                  </a:lnTo>
                  <a:lnTo>
                    <a:pt x="7619" y="222504"/>
                  </a:lnTo>
                  <a:lnTo>
                    <a:pt x="0" y="222504"/>
                  </a:lnTo>
                  <a:lnTo>
                    <a:pt x="0" y="117348"/>
                  </a:lnTo>
                  <a:lnTo>
                    <a:pt x="7619" y="117348"/>
                  </a:lnTo>
                  <a:lnTo>
                    <a:pt x="8810" y="125658"/>
                  </a:lnTo>
                  <a:lnTo>
                    <a:pt x="10286" y="132397"/>
                  </a:lnTo>
                  <a:lnTo>
                    <a:pt x="12334" y="137707"/>
                  </a:lnTo>
                  <a:lnTo>
                    <a:pt x="15239" y="141731"/>
                  </a:lnTo>
                  <a:lnTo>
                    <a:pt x="18287" y="146304"/>
                  </a:lnTo>
                  <a:lnTo>
                    <a:pt x="21335" y="147828"/>
                  </a:lnTo>
                  <a:lnTo>
                    <a:pt x="32003" y="147828"/>
                  </a:lnTo>
                  <a:lnTo>
                    <a:pt x="38099" y="144779"/>
                  </a:lnTo>
                  <a:lnTo>
                    <a:pt x="163067" y="94488"/>
                  </a:lnTo>
                  <a:lnTo>
                    <a:pt x="42671" y="48767"/>
                  </a:lnTo>
                  <a:lnTo>
                    <a:pt x="33527" y="45720"/>
                  </a:lnTo>
                  <a:lnTo>
                    <a:pt x="25907" y="44196"/>
                  </a:lnTo>
                  <a:lnTo>
                    <a:pt x="18287" y="44196"/>
                  </a:lnTo>
                  <a:lnTo>
                    <a:pt x="7619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1072" y="9691"/>
                  </a:lnTo>
                  <a:lnTo>
                    <a:pt x="16954" y="18097"/>
                  </a:lnTo>
                  <a:lnTo>
                    <a:pt x="25407" y="25074"/>
                  </a:lnTo>
                  <a:lnTo>
                    <a:pt x="36575" y="30480"/>
                  </a:lnTo>
                  <a:lnTo>
                    <a:pt x="227076" y="103631"/>
                  </a:lnTo>
                  <a:lnTo>
                    <a:pt x="227076" y="111252"/>
                  </a:lnTo>
                  <a:lnTo>
                    <a:pt x="85343" y="167640"/>
                  </a:lnTo>
                  <a:lnTo>
                    <a:pt x="227076" y="233172"/>
                  </a:lnTo>
                  <a:lnTo>
                    <a:pt x="227076" y="239268"/>
                  </a:lnTo>
                  <a:lnTo>
                    <a:pt x="42671" y="310896"/>
                  </a:lnTo>
                  <a:lnTo>
                    <a:pt x="10667" y="336804"/>
                  </a:lnTo>
                  <a:lnTo>
                    <a:pt x="7619" y="3459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355" name="Google Shape;1355;p25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547064" y="7295388"/>
            <a:ext cx="232408" cy="201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56" name="Google Shape;1356;p25"/>
          <p:cNvGrpSpPr/>
          <p:nvPr/>
        </p:nvGrpSpPr>
        <p:grpSpPr>
          <a:xfrm>
            <a:off x="1446275" y="5980176"/>
            <a:ext cx="333756" cy="1184275"/>
            <a:chOff x="1446275" y="5980176"/>
            <a:chExt cx="333756" cy="1184275"/>
          </a:xfrm>
        </p:grpSpPr>
        <p:sp>
          <p:nvSpPr>
            <p:cNvPr id="1357" name="Google Shape;1357;p25"/>
            <p:cNvSpPr/>
            <p:nvPr/>
          </p:nvSpPr>
          <p:spPr>
            <a:xfrm>
              <a:off x="1446275" y="6825996"/>
              <a:ext cx="327660" cy="338455"/>
            </a:xfrm>
            <a:custGeom>
              <a:rect b="b" l="l" r="r" t="t"/>
              <a:pathLst>
                <a:path extrusionOk="0" h="338454" w="327660">
                  <a:moveTo>
                    <a:pt x="327660" y="338328"/>
                  </a:moveTo>
                  <a:lnTo>
                    <a:pt x="320040" y="338328"/>
                  </a:lnTo>
                  <a:lnTo>
                    <a:pt x="320040" y="326136"/>
                  </a:lnTo>
                  <a:lnTo>
                    <a:pt x="319420" y="316682"/>
                  </a:lnTo>
                  <a:lnTo>
                    <a:pt x="284059" y="291393"/>
                  </a:lnTo>
                  <a:lnTo>
                    <a:pt x="269748" y="291084"/>
                  </a:lnTo>
                  <a:lnTo>
                    <a:pt x="57912" y="291084"/>
                  </a:lnTo>
                  <a:lnTo>
                    <a:pt x="16764" y="298704"/>
                  </a:lnTo>
                  <a:lnTo>
                    <a:pt x="7620" y="318516"/>
                  </a:lnTo>
                  <a:lnTo>
                    <a:pt x="7620" y="338328"/>
                  </a:lnTo>
                  <a:lnTo>
                    <a:pt x="0" y="338328"/>
                  </a:lnTo>
                  <a:lnTo>
                    <a:pt x="0" y="198120"/>
                  </a:lnTo>
                  <a:lnTo>
                    <a:pt x="7620" y="198120"/>
                  </a:lnTo>
                  <a:lnTo>
                    <a:pt x="7620" y="217932"/>
                  </a:lnTo>
                  <a:lnTo>
                    <a:pt x="10668" y="225552"/>
                  </a:lnTo>
                  <a:lnTo>
                    <a:pt x="47124" y="245102"/>
                  </a:lnTo>
                  <a:lnTo>
                    <a:pt x="57912" y="245364"/>
                  </a:lnTo>
                  <a:lnTo>
                    <a:pt x="150876" y="245364"/>
                  </a:lnTo>
                  <a:lnTo>
                    <a:pt x="150876" y="92964"/>
                  </a:lnTo>
                  <a:lnTo>
                    <a:pt x="57912" y="92964"/>
                  </a:lnTo>
                  <a:lnTo>
                    <a:pt x="16764" y="100584"/>
                  </a:lnTo>
                  <a:lnTo>
                    <a:pt x="7620" y="120396"/>
                  </a:lnTo>
                  <a:lnTo>
                    <a:pt x="7620" y="140208"/>
                  </a:lnTo>
                  <a:lnTo>
                    <a:pt x="0" y="140208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9812"/>
                  </a:lnTo>
                  <a:lnTo>
                    <a:pt x="10668" y="27432"/>
                  </a:lnTo>
                  <a:lnTo>
                    <a:pt x="47124" y="46982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7848" y="42671"/>
                  </a:lnTo>
                  <a:lnTo>
                    <a:pt x="320040" y="19812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8"/>
                  </a:lnTo>
                  <a:lnTo>
                    <a:pt x="320040" y="140208"/>
                  </a:lnTo>
                  <a:lnTo>
                    <a:pt x="320040" y="128016"/>
                  </a:lnTo>
                  <a:lnTo>
                    <a:pt x="319420" y="119205"/>
                  </a:lnTo>
                  <a:lnTo>
                    <a:pt x="284059" y="93273"/>
                  </a:lnTo>
                  <a:lnTo>
                    <a:pt x="269748" y="92964"/>
                  </a:lnTo>
                  <a:lnTo>
                    <a:pt x="169164" y="92964"/>
                  </a:lnTo>
                  <a:lnTo>
                    <a:pt x="169164" y="245364"/>
                  </a:lnTo>
                  <a:lnTo>
                    <a:pt x="269748" y="245364"/>
                  </a:lnTo>
                  <a:lnTo>
                    <a:pt x="307848" y="240792"/>
                  </a:lnTo>
                  <a:lnTo>
                    <a:pt x="320040" y="217932"/>
                  </a:lnTo>
                  <a:lnTo>
                    <a:pt x="320040" y="198120"/>
                  </a:lnTo>
                  <a:lnTo>
                    <a:pt x="327660" y="198120"/>
                  </a:lnTo>
                  <a:lnTo>
                    <a:pt x="327660" y="3383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58" name="Google Shape;1358;p25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6586727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59" name="Google Shape;1359;p25"/>
            <p:cNvSpPr/>
            <p:nvPr/>
          </p:nvSpPr>
          <p:spPr>
            <a:xfrm>
              <a:off x="1546859" y="6190488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7848"/>
                  </a:lnTo>
                  <a:lnTo>
                    <a:pt x="0" y="298704"/>
                  </a:lnTo>
                  <a:lnTo>
                    <a:pt x="47244" y="298704"/>
                  </a:lnTo>
                  <a:lnTo>
                    <a:pt x="28956" y="279082"/>
                  </a:lnTo>
                  <a:lnTo>
                    <a:pt x="3048" y="239268"/>
                  </a:lnTo>
                  <a:lnTo>
                    <a:pt x="0" y="230124"/>
                  </a:lnTo>
                  <a:lnTo>
                    <a:pt x="0" y="222504"/>
                  </a:lnTo>
                  <a:lnTo>
                    <a:pt x="19383" y="180284"/>
                  </a:lnTo>
                  <a:lnTo>
                    <a:pt x="47244" y="167640"/>
                  </a:lnTo>
                  <a:lnTo>
                    <a:pt x="34432" y="155614"/>
                  </a:lnTo>
                  <a:lnTo>
                    <a:pt x="9144" y="124968"/>
                  </a:lnTo>
                  <a:lnTo>
                    <a:pt x="0" y="91440"/>
                  </a:lnTo>
                  <a:lnTo>
                    <a:pt x="571" y="82581"/>
                  </a:lnTo>
                  <a:lnTo>
                    <a:pt x="21526" y="47625"/>
                  </a:lnTo>
                  <a:lnTo>
                    <a:pt x="68556" y="33813"/>
                  </a:lnTo>
                  <a:lnTo>
                    <a:pt x="82296" y="33528"/>
                  </a:lnTo>
                  <a:lnTo>
                    <a:pt x="176783" y="33528"/>
                  </a:lnTo>
                  <a:lnTo>
                    <a:pt x="187118" y="33266"/>
                  </a:lnTo>
                  <a:lnTo>
                    <a:pt x="219456" y="16764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7931" y="86868"/>
                  </a:lnTo>
                  <a:lnTo>
                    <a:pt x="211836" y="77724"/>
                  </a:lnTo>
                  <a:lnTo>
                    <a:pt x="207264" y="76200"/>
                  </a:lnTo>
                  <a:lnTo>
                    <a:pt x="201168" y="74676"/>
                  </a:lnTo>
                  <a:lnTo>
                    <a:pt x="198119" y="73152"/>
                  </a:lnTo>
                  <a:lnTo>
                    <a:pt x="82296" y="73152"/>
                  </a:lnTo>
                  <a:lnTo>
                    <a:pt x="70342" y="73461"/>
                  </a:lnTo>
                  <a:lnTo>
                    <a:pt x="33147" y="91630"/>
                  </a:lnTo>
                  <a:lnTo>
                    <a:pt x="28956" y="109728"/>
                  </a:lnTo>
                  <a:lnTo>
                    <a:pt x="29503" y="115681"/>
                  </a:lnTo>
                  <a:lnTo>
                    <a:pt x="31051" y="121920"/>
                  </a:lnTo>
                  <a:lnTo>
                    <a:pt x="33456" y="128158"/>
                  </a:lnTo>
                  <a:lnTo>
                    <a:pt x="36576" y="134112"/>
                  </a:lnTo>
                  <a:lnTo>
                    <a:pt x="39933" y="141255"/>
                  </a:lnTo>
                  <a:lnTo>
                    <a:pt x="45148" y="148971"/>
                  </a:lnTo>
                  <a:lnTo>
                    <a:pt x="51792" y="157257"/>
                  </a:lnTo>
                  <a:lnTo>
                    <a:pt x="59436" y="166116"/>
                  </a:lnTo>
                  <a:lnTo>
                    <a:pt x="62484" y="166116"/>
                  </a:lnTo>
                  <a:lnTo>
                    <a:pt x="73152" y="164592"/>
                  </a:lnTo>
                  <a:lnTo>
                    <a:pt x="176783" y="164592"/>
                  </a:lnTo>
                  <a:lnTo>
                    <a:pt x="219456" y="147828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7076"/>
                  </a:lnTo>
                  <a:lnTo>
                    <a:pt x="217931" y="219456"/>
                  </a:lnTo>
                  <a:lnTo>
                    <a:pt x="214883" y="214884"/>
                  </a:lnTo>
                  <a:lnTo>
                    <a:pt x="213359" y="210312"/>
                  </a:lnTo>
                  <a:lnTo>
                    <a:pt x="208788" y="207264"/>
                  </a:lnTo>
                  <a:lnTo>
                    <a:pt x="199286" y="204858"/>
                  </a:lnTo>
                  <a:lnTo>
                    <a:pt x="193738" y="204406"/>
                  </a:lnTo>
                  <a:lnTo>
                    <a:pt x="186189" y="204239"/>
                  </a:lnTo>
                  <a:lnTo>
                    <a:pt x="82296" y="204216"/>
                  </a:lnTo>
                  <a:lnTo>
                    <a:pt x="70342" y="204763"/>
                  </a:lnTo>
                  <a:lnTo>
                    <a:pt x="33147" y="224790"/>
                  </a:lnTo>
                  <a:lnTo>
                    <a:pt x="28956" y="242316"/>
                  </a:lnTo>
                  <a:lnTo>
                    <a:pt x="29503" y="248292"/>
                  </a:lnTo>
                  <a:lnTo>
                    <a:pt x="47434" y="285178"/>
                  </a:lnTo>
                  <a:lnTo>
                    <a:pt x="59436" y="298704"/>
                  </a:lnTo>
                  <a:lnTo>
                    <a:pt x="176783" y="298704"/>
                  </a:lnTo>
                  <a:lnTo>
                    <a:pt x="214883" y="291084"/>
                  </a:lnTo>
                  <a:lnTo>
                    <a:pt x="216407" y="286512"/>
                  </a:lnTo>
                  <a:lnTo>
                    <a:pt x="219456" y="28346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55092"/>
                  </a:lnTo>
                  <a:lnTo>
                    <a:pt x="216407" y="350520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52887" y="338970"/>
                  </a:lnTo>
                  <a:lnTo>
                    <a:pt x="35052" y="345948"/>
                  </a:lnTo>
                  <a:lnTo>
                    <a:pt x="33528" y="347472"/>
                  </a:lnTo>
                  <a:lnTo>
                    <a:pt x="32004" y="350520"/>
                  </a:lnTo>
                  <a:lnTo>
                    <a:pt x="32004" y="358140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60" name="Google Shape;1360;p25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5980176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61" name="Google Shape;1361;p25"/>
          <p:cNvSpPr/>
          <p:nvPr/>
        </p:nvSpPr>
        <p:spPr>
          <a:xfrm>
            <a:off x="1438643" y="5254752"/>
            <a:ext cx="342900" cy="576580"/>
          </a:xfrm>
          <a:custGeom>
            <a:rect b="b" l="l" r="r" t="t"/>
            <a:pathLst>
              <a:path extrusionOk="0" h="576579" w="342900">
                <a:moveTo>
                  <a:pt x="335292" y="435864"/>
                </a:moveTo>
                <a:lnTo>
                  <a:pt x="327672" y="435864"/>
                </a:lnTo>
                <a:lnTo>
                  <a:pt x="327672" y="449580"/>
                </a:lnTo>
                <a:lnTo>
                  <a:pt x="327075" y="458152"/>
                </a:lnTo>
                <a:lnTo>
                  <a:pt x="291922" y="482803"/>
                </a:lnTo>
                <a:lnTo>
                  <a:pt x="277380" y="483108"/>
                </a:lnTo>
                <a:lnTo>
                  <a:pt x="182892" y="483108"/>
                </a:lnTo>
                <a:lnTo>
                  <a:pt x="182930" y="482803"/>
                </a:lnTo>
                <a:lnTo>
                  <a:pt x="184035" y="476021"/>
                </a:lnTo>
                <a:lnTo>
                  <a:pt x="186321" y="461251"/>
                </a:lnTo>
                <a:lnTo>
                  <a:pt x="187464" y="454152"/>
                </a:lnTo>
                <a:lnTo>
                  <a:pt x="188988" y="445008"/>
                </a:lnTo>
                <a:lnTo>
                  <a:pt x="188988" y="429768"/>
                </a:lnTo>
                <a:lnTo>
                  <a:pt x="187528" y="406958"/>
                </a:lnTo>
                <a:lnTo>
                  <a:pt x="183083" y="386715"/>
                </a:lnTo>
                <a:lnTo>
                  <a:pt x="181241" y="382524"/>
                </a:lnTo>
                <a:lnTo>
                  <a:pt x="175475" y="369341"/>
                </a:lnTo>
                <a:lnTo>
                  <a:pt x="172224" y="365086"/>
                </a:lnTo>
                <a:lnTo>
                  <a:pt x="172224" y="445008"/>
                </a:lnTo>
                <a:lnTo>
                  <a:pt x="172224" y="461772"/>
                </a:lnTo>
                <a:lnTo>
                  <a:pt x="170700" y="467868"/>
                </a:lnTo>
                <a:lnTo>
                  <a:pt x="167652" y="483108"/>
                </a:lnTo>
                <a:lnTo>
                  <a:pt x="32016" y="483108"/>
                </a:lnTo>
                <a:lnTo>
                  <a:pt x="27444" y="452628"/>
                </a:lnTo>
                <a:lnTo>
                  <a:pt x="28016" y="442633"/>
                </a:lnTo>
                <a:lnTo>
                  <a:pt x="48018" y="402145"/>
                </a:lnTo>
                <a:lnTo>
                  <a:pt x="83261" y="384810"/>
                </a:lnTo>
                <a:lnTo>
                  <a:pt x="103644" y="382524"/>
                </a:lnTo>
                <a:lnTo>
                  <a:pt x="117932" y="383667"/>
                </a:lnTo>
                <a:lnTo>
                  <a:pt x="153936" y="400812"/>
                </a:lnTo>
                <a:lnTo>
                  <a:pt x="171119" y="433197"/>
                </a:lnTo>
                <a:lnTo>
                  <a:pt x="172224" y="445008"/>
                </a:lnTo>
                <a:lnTo>
                  <a:pt x="172224" y="365086"/>
                </a:lnTo>
                <a:lnTo>
                  <a:pt x="164604" y="355092"/>
                </a:lnTo>
                <a:lnTo>
                  <a:pt x="151142" y="343090"/>
                </a:lnTo>
                <a:lnTo>
                  <a:pt x="135839" y="334518"/>
                </a:lnTo>
                <a:lnTo>
                  <a:pt x="118516" y="329374"/>
                </a:lnTo>
                <a:lnTo>
                  <a:pt x="99072" y="327660"/>
                </a:lnTo>
                <a:lnTo>
                  <a:pt x="84759" y="328803"/>
                </a:lnTo>
                <a:lnTo>
                  <a:pt x="47256" y="345948"/>
                </a:lnTo>
                <a:lnTo>
                  <a:pt x="22174" y="376389"/>
                </a:lnTo>
                <a:lnTo>
                  <a:pt x="9918" y="418338"/>
                </a:lnTo>
                <a:lnTo>
                  <a:pt x="7632" y="576072"/>
                </a:lnTo>
                <a:lnTo>
                  <a:pt x="15252" y="576072"/>
                </a:lnTo>
                <a:lnTo>
                  <a:pt x="15252" y="563880"/>
                </a:lnTo>
                <a:lnTo>
                  <a:pt x="16078" y="555307"/>
                </a:lnTo>
                <a:lnTo>
                  <a:pt x="52044" y="529361"/>
                </a:lnTo>
                <a:lnTo>
                  <a:pt x="52463" y="529361"/>
                </a:lnTo>
                <a:lnTo>
                  <a:pt x="65544" y="528828"/>
                </a:lnTo>
                <a:lnTo>
                  <a:pt x="277380" y="528828"/>
                </a:lnTo>
                <a:lnTo>
                  <a:pt x="290804" y="529361"/>
                </a:lnTo>
                <a:lnTo>
                  <a:pt x="326809" y="554431"/>
                </a:lnTo>
                <a:lnTo>
                  <a:pt x="326885" y="555307"/>
                </a:lnTo>
                <a:lnTo>
                  <a:pt x="327672" y="563880"/>
                </a:lnTo>
                <a:lnTo>
                  <a:pt x="327672" y="576072"/>
                </a:lnTo>
                <a:lnTo>
                  <a:pt x="335292" y="576072"/>
                </a:lnTo>
                <a:lnTo>
                  <a:pt x="335292" y="528828"/>
                </a:lnTo>
                <a:lnTo>
                  <a:pt x="335292" y="483108"/>
                </a:lnTo>
                <a:lnTo>
                  <a:pt x="335292" y="435864"/>
                </a:lnTo>
                <a:close/>
              </a:path>
              <a:path extrusionOk="0" h="576579" w="342900">
                <a:moveTo>
                  <a:pt x="342900" y="135636"/>
                </a:moveTo>
                <a:lnTo>
                  <a:pt x="338137" y="93345"/>
                </a:lnTo>
                <a:lnTo>
                  <a:pt x="323088" y="57912"/>
                </a:lnTo>
                <a:lnTo>
                  <a:pt x="296608" y="27241"/>
                </a:lnTo>
                <a:lnTo>
                  <a:pt x="257556" y="0"/>
                </a:lnTo>
                <a:lnTo>
                  <a:pt x="254508" y="7620"/>
                </a:lnTo>
                <a:lnTo>
                  <a:pt x="273367" y="22174"/>
                </a:lnTo>
                <a:lnTo>
                  <a:pt x="288798" y="36004"/>
                </a:lnTo>
                <a:lnTo>
                  <a:pt x="314502" y="73850"/>
                </a:lnTo>
                <a:lnTo>
                  <a:pt x="321564" y="117348"/>
                </a:lnTo>
                <a:lnTo>
                  <a:pt x="320662" y="135089"/>
                </a:lnTo>
                <a:lnTo>
                  <a:pt x="304800" y="182880"/>
                </a:lnTo>
                <a:lnTo>
                  <a:pt x="269659" y="217601"/>
                </a:lnTo>
                <a:lnTo>
                  <a:pt x="219075" y="235839"/>
                </a:lnTo>
                <a:lnTo>
                  <a:pt x="176784" y="239268"/>
                </a:lnTo>
                <a:lnTo>
                  <a:pt x="151384" y="238417"/>
                </a:lnTo>
                <a:lnTo>
                  <a:pt x="106286" y="231559"/>
                </a:lnTo>
                <a:lnTo>
                  <a:pt x="69964" y="216979"/>
                </a:lnTo>
                <a:lnTo>
                  <a:pt x="33528" y="184404"/>
                </a:lnTo>
                <a:lnTo>
                  <a:pt x="17894" y="140690"/>
                </a:lnTo>
                <a:lnTo>
                  <a:pt x="16764" y="124968"/>
                </a:lnTo>
                <a:lnTo>
                  <a:pt x="18199" y="107022"/>
                </a:lnTo>
                <a:lnTo>
                  <a:pt x="39624" y="59436"/>
                </a:lnTo>
                <a:lnTo>
                  <a:pt x="69342" y="35242"/>
                </a:lnTo>
                <a:lnTo>
                  <a:pt x="112776" y="16764"/>
                </a:lnTo>
                <a:lnTo>
                  <a:pt x="112776" y="9144"/>
                </a:lnTo>
                <a:lnTo>
                  <a:pt x="0" y="16764"/>
                </a:lnTo>
                <a:lnTo>
                  <a:pt x="0" y="24384"/>
                </a:lnTo>
                <a:lnTo>
                  <a:pt x="9144" y="25908"/>
                </a:lnTo>
                <a:lnTo>
                  <a:pt x="15240" y="28956"/>
                </a:lnTo>
                <a:lnTo>
                  <a:pt x="18288" y="33528"/>
                </a:lnTo>
                <a:lnTo>
                  <a:pt x="21336" y="36576"/>
                </a:lnTo>
                <a:lnTo>
                  <a:pt x="22860" y="41148"/>
                </a:lnTo>
                <a:lnTo>
                  <a:pt x="22860" y="47244"/>
                </a:lnTo>
                <a:lnTo>
                  <a:pt x="21336" y="53340"/>
                </a:lnTo>
                <a:lnTo>
                  <a:pt x="18288" y="59436"/>
                </a:lnTo>
                <a:lnTo>
                  <a:pt x="10287" y="76606"/>
                </a:lnTo>
                <a:lnTo>
                  <a:pt x="4572" y="93916"/>
                </a:lnTo>
                <a:lnTo>
                  <a:pt x="1143" y="111518"/>
                </a:lnTo>
                <a:lnTo>
                  <a:pt x="0" y="129540"/>
                </a:lnTo>
                <a:lnTo>
                  <a:pt x="1435" y="151853"/>
                </a:lnTo>
                <a:lnTo>
                  <a:pt x="12865" y="193624"/>
                </a:lnTo>
                <a:lnTo>
                  <a:pt x="35433" y="230797"/>
                </a:lnTo>
                <a:lnTo>
                  <a:pt x="67437" y="260515"/>
                </a:lnTo>
                <a:lnTo>
                  <a:pt x="108000" y="282562"/>
                </a:lnTo>
                <a:lnTo>
                  <a:pt x="153098" y="292950"/>
                </a:lnTo>
                <a:lnTo>
                  <a:pt x="176784" y="294132"/>
                </a:lnTo>
                <a:lnTo>
                  <a:pt x="206527" y="292138"/>
                </a:lnTo>
                <a:lnTo>
                  <a:pt x="259727" y="276136"/>
                </a:lnTo>
                <a:lnTo>
                  <a:pt x="309473" y="237223"/>
                </a:lnTo>
                <a:lnTo>
                  <a:pt x="339191" y="174269"/>
                </a:lnTo>
                <a:lnTo>
                  <a:pt x="342900" y="135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2" name="Google Shape;1362;p25"/>
          <p:cNvGrpSpPr/>
          <p:nvPr/>
        </p:nvGrpSpPr>
        <p:grpSpPr>
          <a:xfrm>
            <a:off x="1431036" y="3896867"/>
            <a:ext cx="348994" cy="1207263"/>
            <a:chOff x="1431036" y="3896867"/>
            <a:chExt cx="348994" cy="1207263"/>
          </a:xfrm>
        </p:grpSpPr>
        <p:sp>
          <p:nvSpPr>
            <p:cNvPr id="1363" name="Google Shape;1363;p25"/>
            <p:cNvSpPr/>
            <p:nvPr/>
          </p:nvSpPr>
          <p:spPr>
            <a:xfrm>
              <a:off x="1446275" y="4823460"/>
              <a:ext cx="327660" cy="280670"/>
            </a:xfrm>
            <a:custGeom>
              <a:rect b="b" l="l" r="r" t="t"/>
              <a:pathLst>
                <a:path extrusionOk="0" h="280670" w="327660">
                  <a:moveTo>
                    <a:pt x="327660" y="280415"/>
                  </a:moveTo>
                  <a:lnTo>
                    <a:pt x="320040" y="280415"/>
                  </a:lnTo>
                  <a:lnTo>
                    <a:pt x="320040" y="268223"/>
                  </a:lnTo>
                  <a:lnTo>
                    <a:pt x="319182" y="258770"/>
                  </a:lnTo>
                  <a:lnTo>
                    <a:pt x="283178" y="233481"/>
                  </a:lnTo>
                  <a:lnTo>
                    <a:pt x="269748" y="233171"/>
                  </a:lnTo>
                  <a:lnTo>
                    <a:pt x="57912" y="233171"/>
                  </a:lnTo>
                  <a:lnTo>
                    <a:pt x="19812" y="240791"/>
                  </a:lnTo>
                  <a:lnTo>
                    <a:pt x="7620" y="268223"/>
                  </a:lnTo>
                  <a:lnTo>
                    <a:pt x="7620" y="280415"/>
                  </a:lnTo>
                  <a:lnTo>
                    <a:pt x="0" y="280415"/>
                  </a:lnTo>
                  <a:lnTo>
                    <a:pt x="0" y="134111"/>
                  </a:lnTo>
                  <a:lnTo>
                    <a:pt x="7620" y="134111"/>
                  </a:lnTo>
                  <a:lnTo>
                    <a:pt x="7929" y="145827"/>
                  </a:lnTo>
                  <a:lnTo>
                    <a:pt x="8953" y="155828"/>
                  </a:lnTo>
                  <a:lnTo>
                    <a:pt x="39052" y="186499"/>
                  </a:lnTo>
                  <a:lnTo>
                    <a:pt x="62483" y="187451"/>
                  </a:lnTo>
                  <a:lnTo>
                    <a:pt x="269748" y="187451"/>
                  </a:lnTo>
                  <a:lnTo>
                    <a:pt x="305681" y="170378"/>
                  </a:lnTo>
                  <a:lnTo>
                    <a:pt x="306324" y="114299"/>
                  </a:lnTo>
                  <a:lnTo>
                    <a:pt x="306038" y="96535"/>
                  </a:lnTo>
                  <a:lnTo>
                    <a:pt x="298013" y="53244"/>
                  </a:lnTo>
                  <a:lnTo>
                    <a:pt x="263652" y="20573"/>
                  </a:lnTo>
                  <a:lnTo>
                    <a:pt x="236220" y="7619"/>
                  </a:lnTo>
                  <a:lnTo>
                    <a:pt x="239268" y="0"/>
                  </a:lnTo>
                  <a:lnTo>
                    <a:pt x="327660" y="27431"/>
                  </a:lnTo>
                  <a:lnTo>
                    <a:pt x="327660" y="2804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64" name="Google Shape;1364;p25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59" y="4582668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5" name="Google Shape;1365;p25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6859" y="4335779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66" name="Google Shape;1366;p25"/>
            <p:cNvSpPr/>
            <p:nvPr/>
          </p:nvSpPr>
          <p:spPr>
            <a:xfrm>
              <a:off x="1431036" y="4069079"/>
              <a:ext cx="342900" cy="243840"/>
            </a:xfrm>
            <a:custGeom>
              <a:rect b="b" l="l" r="r" t="t"/>
              <a:pathLst>
                <a:path extrusionOk="0" h="243839" w="342900">
                  <a:moveTo>
                    <a:pt x="271170" y="129539"/>
                  </a:moveTo>
                  <a:lnTo>
                    <a:pt x="207264" y="129539"/>
                  </a:lnTo>
                  <a:lnTo>
                    <a:pt x="278892" y="71627"/>
                  </a:lnTo>
                  <a:lnTo>
                    <a:pt x="292560" y="61079"/>
                  </a:lnTo>
                  <a:lnTo>
                    <a:pt x="303657" y="52387"/>
                  </a:lnTo>
                  <a:lnTo>
                    <a:pt x="311896" y="45696"/>
                  </a:lnTo>
                  <a:lnTo>
                    <a:pt x="316991" y="41147"/>
                  </a:lnTo>
                  <a:lnTo>
                    <a:pt x="324612" y="33527"/>
                  </a:lnTo>
                  <a:lnTo>
                    <a:pt x="329184" y="25907"/>
                  </a:lnTo>
                  <a:lnTo>
                    <a:pt x="332232" y="21336"/>
                  </a:lnTo>
                  <a:lnTo>
                    <a:pt x="333756" y="16763"/>
                  </a:lnTo>
                  <a:lnTo>
                    <a:pt x="333756" y="0"/>
                  </a:lnTo>
                  <a:lnTo>
                    <a:pt x="342900" y="0"/>
                  </a:lnTo>
                  <a:lnTo>
                    <a:pt x="342900" y="91439"/>
                  </a:lnTo>
                  <a:lnTo>
                    <a:pt x="321563" y="91439"/>
                  </a:lnTo>
                  <a:lnTo>
                    <a:pt x="315467" y="94487"/>
                  </a:lnTo>
                  <a:lnTo>
                    <a:pt x="307848" y="100583"/>
                  </a:lnTo>
                  <a:lnTo>
                    <a:pt x="271170" y="129539"/>
                  </a:lnTo>
                  <a:close/>
                </a:path>
                <a:path extrusionOk="0" h="243839" w="342900">
                  <a:moveTo>
                    <a:pt x="129540" y="106679"/>
                  </a:moveTo>
                  <a:lnTo>
                    <a:pt x="121920" y="106679"/>
                  </a:lnTo>
                  <a:lnTo>
                    <a:pt x="121920" y="10667"/>
                  </a:lnTo>
                  <a:lnTo>
                    <a:pt x="129540" y="10667"/>
                  </a:lnTo>
                  <a:lnTo>
                    <a:pt x="130706" y="20407"/>
                  </a:lnTo>
                  <a:lnTo>
                    <a:pt x="132016" y="29146"/>
                  </a:lnTo>
                  <a:lnTo>
                    <a:pt x="149780" y="65198"/>
                  </a:lnTo>
                  <a:lnTo>
                    <a:pt x="156972" y="73151"/>
                  </a:lnTo>
                  <a:lnTo>
                    <a:pt x="171923" y="89915"/>
                  </a:lnTo>
                  <a:lnTo>
                    <a:pt x="138684" y="89915"/>
                  </a:lnTo>
                  <a:lnTo>
                    <a:pt x="132588" y="96011"/>
                  </a:lnTo>
                  <a:lnTo>
                    <a:pt x="131064" y="100583"/>
                  </a:lnTo>
                  <a:lnTo>
                    <a:pt x="129540" y="106679"/>
                  </a:lnTo>
                  <a:close/>
                </a:path>
                <a:path extrusionOk="0" h="243839" w="342900">
                  <a:moveTo>
                    <a:pt x="220980" y="169163"/>
                  </a:moveTo>
                  <a:lnTo>
                    <a:pt x="161758" y="104727"/>
                  </a:lnTo>
                  <a:lnTo>
                    <a:pt x="155638" y="98678"/>
                  </a:lnTo>
                  <a:lnTo>
                    <a:pt x="147828" y="91439"/>
                  </a:lnTo>
                  <a:lnTo>
                    <a:pt x="146304" y="89915"/>
                  </a:lnTo>
                  <a:lnTo>
                    <a:pt x="171923" y="89915"/>
                  </a:lnTo>
                  <a:lnTo>
                    <a:pt x="207264" y="129539"/>
                  </a:lnTo>
                  <a:lnTo>
                    <a:pt x="271170" y="129539"/>
                  </a:lnTo>
                  <a:lnTo>
                    <a:pt x="220980" y="169163"/>
                  </a:lnTo>
                  <a:close/>
                </a:path>
                <a:path extrusionOk="0" h="243839" w="342900">
                  <a:moveTo>
                    <a:pt x="342900" y="106679"/>
                  </a:moveTo>
                  <a:lnTo>
                    <a:pt x="335280" y="106679"/>
                  </a:lnTo>
                  <a:lnTo>
                    <a:pt x="335280" y="97535"/>
                  </a:lnTo>
                  <a:lnTo>
                    <a:pt x="333756" y="94487"/>
                  </a:lnTo>
                  <a:lnTo>
                    <a:pt x="330708" y="92963"/>
                  </a:lnTo>
                  <a:lnTo>
                    <a:pt x="329184" y="91439"/>
                  </a:lnTo>
                  <a:lnTo>
                    <a:pt x="342900" y="91439"/>
                  </a:lnTo>
                  <a:lnTo>
                    <a:pt x="342900" y="106679"/>
                  </a:lnTo>
                  <a:close/>
                </a:path>
                <a:path extrusionOk="0" h="243839" w="342900">
                  <a:moveTo>
                    <a:pt x="27432" y="243839"/>
                  </a:moveTo>
                  <a:lnTo>
                    <a:pt x="0" y="179831"/>
                  </a:lnTo>
                  <a:lnTo>
                    <a:pt x="0" y="169163"/>
                  </a:lnTo>
                  <a:lnTo>
                    <a:pt x="292607" y="169163"/>
                  </a:lnTo>
                  <a:lnTo>
                    <a:pt x="303156" y="168902"/>
                  </a:lnTo>
                  <a:lnTo>
                    <a:pt x="332232" y="156971"/>
                  </a:lnTo>
                  <a:lnTo>
                    <a:pt x="335280" y="153923"/>
                  </a:lnTo>
                  <a:lnTo>
                    <a:pt x="335280" y="134111"/>
                  </a:lnTo>
                  <a:lnTo>
                    <a:pt x="342900" y="134111"/>
                  </a:lnTo>
                  <a:lnTo>
                    <a:pt x="342900" y="208787"/>
                  </a:lnTo>
                  <a:lnTo>
                    <a:pt x="78105" y="208787"/>
                  </a:lnTo>
                  <a:lnTo>
                    <a:pt x="62674" y="208978"/>
                  </a:lnTo>
                  <a:lnTo>
                    <a:pt x="32004" y="217931"/>
                  </a:lnTo>
                  <a:lnTo>
                    <a:pt x="32004" y="228599"/>
                  </a:lnTo>
                  <a:lnTo>
                    <a:pt x="33528" y="233171"/>
                  </a:lnTo>
                  <a:lnTo>
                    <a:pt x="35052" y="239267"/>
                  </a:lnTo>
                  <a:lnTo>
                    <a:pt x="27432" y="243839"/>
                  </a:lnTo>
                  <a:close/>
                </a:path>
                <a:path extrusionOk="0" h="243839" w="342900">
                  <a:moveTo>
                    <a:pt x="342900" y="243839"/>
                  </a:moveTo>
                  <a:lnTo>
                    <a:pt x="335280" y="243839"/>
                  </a:lnTo>
                  <a:lnTo>
                    <a:pt x="335280" y="233171"/>
                  </a:lnTo>
                  <a:lnTo>
                    <a:pt x="333756" y="224027"/>
                  </a:lnTo>
                  <a:lnTo>
                    <a:pt x="302080" y="208978"/>
                  </a:lnTo>
                  <a:lnTo>
                    <a:pt x="300124" y="208978"/>
                  </a:lnTo>
                  <a:lnTo>
                    <a:pt x="292607" y="208787"/>
                  </a:lnTo>
                  <a:lnTo>
                    <a:pt x="342900" y="208787"/>
                  </a:lnTo>
                  <a:lnTo>
                    <a:pt x="342900" y="24383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67" name="Google Shape;1367;p25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46859" y="3896867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68" name="Google Shape;1368;p25"/>
          <p:cNvGrpSpPr/>
          <p:nvPr/>
        </p:nvGrpSpPr>
        <p:grpSpPr>
          <a:xfrm>
            <a:off x="1431036" y="2115312"/>
            <a:ext cx="448411" cy="1630679"/>
            <a:chOff x="1431036" y="2115312"/>
            <a:chExt cx="448411" cy="1630679"/>
          </a:xfrm>
        </p:grpSpPr>
        <p:sp>
          <p:nvSpPr>
            <p:cNvPr id="1369" name="Google Shape;1369;p25"/>
            <p:cNvSpPr/>
            <p:nvPr/>
          </p:nvSpPr>
          <p:spPr>
            <a:xfrm>
              <a:off x="1446275" y="3471671"/>
              <a:ext cx="327660" cy="274320"/>
            </a:xfrm>
            <a:custGeom>
              <a:rect b="b" l="l" r="r" t="t"/>
              <a:pathLst>
                <a:path extrusionOk="0" h="274320" w="327660">
                  <a:moveTo>
                    <a:pt x="76200" y="274320"/>
                  </a:moveTo>
                  <a:lnTo>
                    <a:pt x="0" y="271272"/>
                  </a:lnTo>
                  <a:lnTo>
                    <a:pt x="0" y="3048"/>
                  </a:lnTo>
                  <a:lnTo>
                    <a:pt x="76200" y="0"/>
                  </a:lnTo>
                  <a:lnTo>
                    <a:pt x="76200" y="9144"/>
                  </a:lnTo>
                  <a:lnTo>
                    <a:pt x="66746" y="10548"/>
                  </a:lnTo>
                  <a:lnTo>
                    <a:pt x="58864" y="12382"/>
                  </a:lnTo>
                  <a:lnTo>
                    <a:pt x="27432" y="36576"/>
                  </a:lnTo>
                  <a:lnTo>
                    <a:pt x="19812" y="68579"/>
                  </a:lnTo>
                  <a:lnTo>
                    <a:pt x="19812" y="115824"/>
                  </a:lnTo>
                  <a:lnTo>
                    <a:pt x="269748" y="115824"/>
                  </a:lnTo>
                  <a:lnTo>
                    <a:pt x="284297" y="115276"/>
                  </a:lnTo>
                  <a:lnTo>
                    <a:pt x="317563" y="96583"/>
                  </a:lnTo>
                  <a:lnTo>
                    <a:pt x="320039" y="79248"/>
                  </a:lnTo>
                  <a:lnTo>
                    <a:pt x="320039" y="68579"/>
                  </a:lnTo>
                  <a:lnTo>
                    <a:pt x="327660" y="68579"/>
                  </a:lnTo>
                  <a:lnTo>
                    <a:pt x="327660" y="208788"/>
                  </a:lnTo>
                  <a:lnTo>
                    <a:pt x="320039" y="208788"/>
                  </a:lnTo>
                  <a:lnTo>
                    <a:pt x="320039" y="196596"/>
                  </a:lnTo>
                  <a:lnTo>
                    <a:pt x="319420" y="186904"/>
                  </a:lnTo>
                  <a:lnTo>
                    <a:pt x="283202" y="161829"/>
                  </a:lnTo>
                  <a:lnTo>
                    <a:pt x="269748" y="161544"/>
                  </a:lnTo>
                  <a:lnTo>
                    <a:pt x="19812" y="161544"/>
                  </a:lnTo>
                  <a:lnTo>
                    <a:pt x="19812" y="199644"/>
                  </a:lnTo>
                  <a:lnTo>
                    <a:pt x="20097" y="210454"/>
                  </a:lnTo>
                  <a:lnTo>
                    <a:pt x="35099" y="249674"/>
                  </a:lnTo>
                  <a:lnTo>
                    <a:pt x="76200" y="265176"/>
                  </a:lnTo>
                  <a:lnTo>
                    <a:pt x="76200" y="2743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70" name="Google Shape;1370;p25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546859" y="3264407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71" name="Google Shape;1371;p25"/>
            <p:cNvSpPr/>
            <p:nvPr/>
          </p:nvSpPr>
          <p:spPr>
            <a:xfrm>
              <a:off x="1431036" y="3002280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813"/>
                  </a:lnTo>
                  <a:lnTo>
                    <a:pt x="287083" y="34290"/>
                  </a:lnTo>
                  <a:lnTo>
                    <a:pt x="296965" y="33766"/>
                  </a:lnTo>
                  <a:lnTo>
                    <a:pt x="303275" y="33528"/>
                  </a:lnTo>
                  <a:lnTo>
                    <a:pt x="309371" y="32004"/>
                  </a:lnTo>
                  <a:lnTo>
                    <a:pt x="312419" y="30480"/>
                  </a:lnTo>
                  <a:lnTo>
                    <a:pt x="315467" y="27432"/>
                  </a:lnTo>
                  <a:lnTo>
                    <a:pt x="316991" y="24384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8268" y="74676"/>
                  </a:lnTo>
                  <a:lnTo>
                    <a:pt x="63245" y="74866"/>
                  </a:lnTo>
                  <a:lnTo>
                    <a:pt x="55064" y="75247"/>
                  </a:lnTo>
                  <a:lnTo>
                    <a:pt x="54040" y="75247"/>
                  </a:lnTo>
                  <a:lnTo>
                    <a:pt x="47243" y="76200"/>
                  </a:lnTo>
                  <a:lnTo>
                    <a:pt x="41147" y="77724"/>
                  </a:lnTo>
                  <a:lnTo>
                    <a:pt x="36576" y="79248"/>
                  </a:lnTo>
                  <a:lnTo>
                    <a:pt x="35052" y="82296"/>
                  </a:lnTo>
                  <a:lnTo>
                    <a:pt x="33528" y="83820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0789"/>
                  </a:lnTo>
                  <a:lnTo>
                    <a:pt x="155447" y="198120"/>
                  </a:lnTo>
                  <a:lnTo>
                    <a:pt x="125920" y="164592"/>
                  </a:lnTo>
                  <a:lnTo>
                    <a:pt x="115823" y="121920"/>
                  </a:lnTo>
                  <a:lnTo>
                    <a:pt x="117082" y="109728"/>
                  </a:lnTo>
                  <a:lnTo>
                    <a:pt x="117205" y="108537"/>
                  </a:lnTo>
                  <a:lnTo>
                    <a:pt x="121157" y="96012"/>
                  </a:lnTo>
                  <a:lnTo>
                    <a:pt x="127396" y="84629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5247"/>
                  </a:lnTo>
                  <a:lnTo>
                    <a:pt x="173164" y="76962"/>
                  </a:lnTo>
                  <a:lnTo>
                    <a:pt x="138683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50876" y="163068"/>
                  </a:lnTo>
                  <a:lnTo>
                    <a:pt x="201453" y="182999"/>
                  </a:lnTo>
                  <a:lnTo>
                    <a:pt x="224027" y="184404"/>
                  </a:lnTo>
                  <a:lnTo>
                    <a:pt x="334945" y="184404"/>
                  </a:lnTo>
                  <a:lnTo>
                    <a:pt x="332922" y="187761"/>
                  </a:lnTo>
                  <a:lnTo>
                    <a:pt x="320040" y="201168"/>
                  </a:lnTo>
                  <a:lnTo>
                    <a:pt x="303395" y="213169"/>
                  </a:lnTo>
                  <a:lnTo>
                    <a:pt x="285178" y="221742"/>
                  </a:lnTo>
                  <a:lnTo>
                    <a:pt x="264961" y="226885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4945" y="184404"/>
                  </a:moveTo>
                  <a:lnTo>
                    <a:pt x="224027" y="184404"/>
                  </a:lnTo>
                  <a:lnTo>
                    <a:pt x="246602" y="182999"/>
                  </a:lnTo>
                  <a:lnTo>
                    <a:pt x="266318" y="178879"/>
                  </a:lnTo>
                  <a:lnTo>
                    <a:pt x="308943" y="152471"/>
                  </a:lnTo>
                  <a:lnTo>
                    <a:pt x="323088" y="115824"/>
                  </a:lnTo>
                  <a:lnTo>
                    <a:pt x="321683" y="105537"/>
                  </a:lnTo>
                  <a:lnTo>
                    <a:pt x="317563" y="95250"/>
                  </a:lnTo>
                  <a:lnTo>
                    <a:pt x="310872" y="84963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5156"/>
                  </a:lnTo>
                  <a:lnTo>
                    <a:pt x="348996" y="138684"/>
                  </a:lnTo>
                  <a:lnTo>
                    <a:pt x="347257" y="156376"/>
                  </a:lnTo>
                  <a:lnTo>
                    <a:pt x="341947" y="172783"/>
                  </a:lnTo>
                  <a:lnTo>
                    <a:pt x="334945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72" name="Google Shape;1372;p25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547035" y="2782823"/>
              <a:ext cx="232686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73" name="Google Shape;1373;p25"/>
            <p:cNvSpPr/>
            <p:nvPr/>
          </p:nvSpPr>
          <p:spPr>
            <a:xfrm>
              <a:off x="1438757" y="2115312"/>
              <a:ext cx="440690" cy="666115"/>
            </a:xfrm>
            <a:custGeom>
              <a:rect b="b" l="l" r="r" t="t"/>
              <a:pathLst>
                <a:path extrusionOk="0" h="666114" w="440689">
                  <a:moveTo>
                    <a:pt x="258978" y="306324"/>
                  </a:moveTo>
                  <a:lnTo>
                    <a:pt x="213258" y="297180"/>
                  </a:lnTo>
                  <a:lnTo>
                    <a:pt x="175107" y="270827"/>
                  </a:lnTo>
                  <a:lnTo>
                    <a:pt x="156870" y="254508"/>
                  </a:lnTo>
                  <a:lnTo>
                    <a:pt x="144602" y="244182"/>
                  </a:lnTo>
                  <a:lnTo>
                    <a:pt x="103530" y="220916"/>
                  </a:lnTo>
                  <a:lnTo>
                    <a:pt x="76098" y="216408"/>
                  </a:lnTo>
                  <a:lnTo>
                    <a:pt x="63779" y="217551"/>
                  </a:lnTo>
                  <a:lnTo>
                    <a:pt x="28854" y="234696"/>
                  </a:lnTo>
                  <a:lnTo>
                    <a:pt x="1841" y="284416"/>
                  </a:lnTo>
                  <a:lnTo>
                    <a:pt x="1803" y="284988"/>
                  </a:lnTo>
                  <a:lnTo>
                    <a:pt x="25" y="306324"/>
                  </a:lnTo>
                  <a:lnTo>
                    <a:pt x="5422" y="344614"/>
                  </a:lnTo>
                  <a:lnTo>
                    <a:pt x="32067" y="383387"/>
                  </a:lnTo>
                  <a:lnTo>
                    <a:pt x="70002" y="396240"/>
                  </a:lnTo>
                  <a:lnTo>
                    <a:pt x="77927" y="395693"/>
                  </a:lnTo>
                  <a:lnTo>
                    <a:pt x="106578" y="376428"/>
                  </a:lnTo>
                  <a:lnTo>
                    <a:pt x="106578" y="365760"/>
                  </a:lnTo>
                  <a:lnTo>
                    <a:pt x="106578" y="364236"/>
                  </a:lnTo>
                  <a:lnTo>
                    <a:pt x="105054" y="359664"/>
                  </a:lnTo>
                  <a:lnTo>
                    <a:pt x="97434" y="352044"/>
                  </a:lnTo>
                  <a:lnTo>
                    <a:pt x="92862" y="350520"/>
                  </a:lnTo>
                  <a:lnTo>
                    <a:pt x="82194" y="350520"/>
                  </a:lnTo>
                  <a:lnTo>
                    <a:pt x="66954" y="358140"/>
                  </a:lnTo>
                  <a:lnTo>
                    <a:pt x="59334" y="362712"/>
                  </a:lnTo>
                  <a:lnTo>
                    <a:pt x="51714" y="365760"/>
                  </a:lnTo>
                  <a:lnTo>
                    <a:pt x="37998" y="365760"/>
                  </a:lnTo>
                  <a:lnTo>
                    <a:pt x="30378" y="361188"/>
                  </a:lnTo>
                  <a:lnTo>
                    <a:pt x="13614" y="318516"/>
                  </a:lnTo>
                  <a:lnTo>
                    <a:pt x="14757" y="307378"/>
                  </a:lnTo>
                  <a:lnTo>
                    <a:pt x="41871" y="270256"/>
                  </a:lnTo>
                  <a:lnTo>
                    <a:pt x="80670" y="260604"/>
                  </a:lnTo>
                  <a:lnTo>
                    <a:pt x="88404" y="260896"/>
                  </a:lnTo>
                  <a:lnTo>
                    <a:pt x="128104" y="272224"/>
                  </a:lnTo>
                  <a:lnTo>
                    <a:pt x="152298" y="284988"/>
                  </a:lnTo>
                  <a:lnTo>
                    <a:pt x="169456" y="293306"/>
                  </a:lnTo>
                  <a:lnTo>
                    <a:pt x="208686" y="309372"/>
                  </a:lnTo>
                  <a:lnTo>
                    <a:pt x="258978" y="315468"/>
                  </a:lnTo>
                  <a:lnTo>
                    <a:pt x="258978" y="306324"/>
                  </a:lnTo>
                  <a:close/>
                </a:path>
                <a:path extrusionOk="0" h="666114" w="440689">
                  <a:moveTo>
                    <a:pt x="258978" y="89916"/>
                  </a:moveTo>
                  <a:lnTo>
                    <a:pt x="213258" y="80772"/>
                  </a:lnTo>
                  <a:lnTo>
                    <a:pt x="175107" y="53555"/>
                  </a:lnTo>
                  <a:lnTo>
                    <a:pt x="144602" y="27559"/>
                  </a:lnTo>
                  <a:lnTo>
                    <a:pt x="133057" y="18859"/>
                  </a:lnTo>
                  <a:lnTo>
                    <a:pt x="94386" y="1524"/>
                  </a:lnTo>
                  <a:lnTo>
                    <a:pt x="76098" y="0"/>
                  </a:lnTo>
                  <a:lnTo>
                    <a:pt x="63779" y="1130"/>
                  </a:lnTo>
                  <a:lnTo>
                    <a:pt x="28854" y="16764"/>
                  </a:lnTo>
                  <a:lnTo>
                    <a:pt x="1841" y="67995"/>
                  </a:lnTo>
                  <a:lnTo>
                    <a:pt x="0" y="92964"/>
                  </a:lnTo>
                  <a:lnTo>
                    <a:pt x="1295" y="110871"/>
                  </a:lnTo>
                  <a:lnTo>
                    <a:pt x="21234" y="155448"/>
                  </a:lnTo>
                  <a:lnTo>
                    <a:pt x="56591" y="178168"/>
                  </a:lnTo>
                  <a:lnTo>
                    <a:pt x="70002" y="179832"/>
                  </a:lnTo>
                  <a:lnTo>
                    <a:pt x="77927" y="179260"/>
                  </a:lnTo>
                  <a:lnTo>
                    <a:pt x="106578" y="147828"/>
                  </a:lnTo>
                  <a:lnTo>
                    <a:pt x="66954" y="140208"/>
                  </a:lnTo>
                  <a:lnTo>
                    <a:pt x="59334" y="146304"/>
                  </a:lnTo>
                  <a:lnTo>
                    <a:pt x="51714" y="147828"/>
                  </a:lnTo>
                  <a:lnTo>
                    <a:pt x="37998" y="147828"/>
                  </a:lnTo>
                  <a:lnTo>
                    <a:pt x="30378" y="143256"/>
                  </a:lnTo>
                  <a:lnTo>
                    <a:pt x="14325" y="110871"/>
                  </a:lnTo>
                  <a:lnTo>
                    <a:pt x="13614" y="102108"/>
                  </a:lnTo>
                  <a:lnTo>
                    <a:pt x="31902" y="60960"/>
                  </a:lnTo>
                  <a:lnTo>
                    <a:pt x="80670" y="44196"/>
                  </a:lnTo>
                  <a:lnTo>
                    <a:pt x="88404" y="44488"/>
                  </a:lnTo>
                  <a:lnTo>
                    <a:pt x="128104" y="55626"/>
                  </a:lnTo>
                  <a:lnTo>
                    <a:pt x="169456" y="76250"/>
                  </a:lnTo>
                  <a:lnTo>
                    <a:pt x="184492" y="83439"/>
                  </a:lnTo>
                  <a:lnTo>
                    <a:pt x="231546" y="96583"/>
                  </a:lnTo>
                  <a:lnTo>
                    <a:pt x="258978" y="99060"/>
                  </a:lnTo>
                  <a:lnTo>
                    <a:pt x="258978" y="89916"/>
                  </a:lnTo>
                  <a:close/>
                </a:path>
                <a:path extrusionOk="0" h="666114" w="440689">
                  <a:moveTo>
                    <a:pt x="341274" y="303276"/>
                  </a:moveTo>
                  <a:lnTo>
                    <a:pt x="339750" y="297180"/>
                  </a:lnTo>
                  <a:lnTo>
                    <a:pt x="329082" y="286512"/>
                  </a:lnTo>
                  <a:lnTo>
                    <a:pt x="322986" y="283464"/>
                  </a:lnTo>
                  <a:lnTo>
                    <a:pt x="307746" y="283464"/>
                  </a:lnTo>
                  <a:lnTo>
                    <a:pt x="301650" y="286512"/>
                  </a:lnTo>
                  <a:lnTo>
                    <a:pt x="290982" y="297180"/>
                  </a:lnTo>
                  <a:lnTo>
                    <a:pt x="287934" y="303276"/>
                  </a:lnTo>
                  <a:lnTo>
                    <a:pt x="287934" y="318516"/>
                  </a:lnTo>
                  <a:lnTo>
                    <a:pt x="290982" y="324612"/>
                  </a:lnTo>
                  <a:lnTo>
                    <a:pt x="297078" y="329184"/>
                  </a:lnTo>
                  <a:lnTo>
                    <a:pt x="301650" y="333756"/>
                  </a:lnTo>
                  <a:lnTo>
                    <a:pt x="307746" y="336804"/>
                  </a:lnTo>
                  <a:lnTo>
                    <a:pt x="322986" y="336804"/>
                  </a:lnTo>
                  <a:lnTo>
                    <a:pt x="329082" y="333756"/>
                  </a:lnTo>
                  <a:lnTo>
                    <a:pt x="333654" y="329184"/>
                  </a:lnTo>
                  <a:lnTo>
                    <a:pt x="339750" y="324612"/>
                  </a:lnTo>
                  <a:lnTo>
                    <a:pt x="341274" y="318516"/>
                  </a:lnTo>
                  <a:lnTo>
                    <a:pt x="341274" y="303276"/>
                  </a:lnTo>
                  <a:close/>
                </a:path>
                <a:path extrusionOk="0" h="666114" w="440689">
                  <a:moveTo>
                    <a:pt x="341274" y="85344"/>
                  </a:moveTo>
                  <a:lnTo>
                    <a:pt x="339750" y="79248"/>
                  </a:lnTo>
                  <a:lnTo>
                    <a:pt x="333654" y="74676"/>
                  </a:lnTo>
                  <a:lnTo>
                    <a:pt x="329082" y="68580"/>
                  </a:lnTo>
                  <a:lnTo>
                    <a:pt x="322986" y="67056"/>
                  </a:lnTo>
                  <a:lnTo>
                    <a:pt x="307746" y="67056"/>
                  </a:lnTo>
                  <a:lnTo>
                    <a:pt x="301650" y="68580"/>
                  </a:lnTo>
                  <a:lnTo>
                    <a:pt x="297078" y="74676"/>
                  </a:lnTo>
                  <a:lnTo>
                    <a:pt x="290982" y="79248"/>
                  </a:lnTo>
                  <a:lnTo>
                    <a:pt x="287934" y="85344"/>
                  </a:lnTo>
                  <a:lnTo>
                    <a:pt x="287934" y="100584"/>
                  </a:lnTo>
                  <a:lnTo>
                    <a:pt x="290982" y="106680"/>
                  </a:lnTo>
                  <a:lnTo>
                    <a:pt x="301650" y="117348"/>
                  </a:lnTo>
                  <a:lnTo>
                    <a:pt x="307746" y="120396"/>
                  </a:lnTo>
                  <a:lnTo>
                    <a:pt x="322986" y="120396"/>
                  </a:lnTo>
                  <a:lnTo>
                    <a:pt x="329082" y="117348"/>
                  </a:lnTo>
                  <a:lnTo>
                    <a:pt x="339750" y="106680"/>
                  </a:lnTo>
                  <a:lnTo>
                    <a:pt x="341274" y="100584"/>
                  </a:lnTo>
                  <a:lnTo>
                    <a:pt x="341274" y="85344"/>
                  </a:lnTo>
                  <a:close/>
                </a:path>
                <a:path extrusionOk="0" h="666114" w="440689">
                  <a:moveTo>
                    <a:pt x="440321" y="620268"/>
                  </a:moveTo>
                  <a:lnTo>
                    <a:pt x="425081" y="579120"/>
                  </a:lnTo>
                  <a:lnTo>
                    <a:pt x="391439" y="552119"/>
                  </a:lnTo>
                  <a:lnTo>
                    <a:pt x="156857" y="454152"/>
                  </a:lnTo>
                  <a:lnTo>
                    <a:pt x="146189" y="451104"/>
                  </a:lnTo>
                  <a:lnTo>
                    <a:pt x="137045" y="446532"/>
                  </a:lnTo>
                  <a:lnTo>
                    <a:pt x="132473" y="441960"/>
                  </a:lnTo>
                  <a:lnTo>
                    <a:pt x="127901" y="438912"/>
                  </a:lnTo>
                  <a:lnTo>
                    <a:pt x="124853" y="432816"/>
                  </a:lnTo>
                  <a:lnTo>
                    <a:pt x="123329" y="428244"/>
                  </a:lnTo>
                  <a:lnTo>
                    <a:pt x="121805" y="422148"/>
                  </a:lnTo>
                  <a:lnTo>
                    <a:pt x="114185" y="422148"/>
                  </a:lnTo>
                  <a:lnTo>
                    <a:pt x="114185" y="492252"/>
                  </a:lnTo>
                  <a:lnTo>
                    <a:pt x="121805" y="492252"/>
                  </a:lnTo>
                  <a:lnTo>
                    <a:pt x="121805" y="486156"/>
                  </a:lnTo>
                  <a:lnTo>
                    <a:pt x="123329" y="481584"/>
                  </a:lnTo>
                  <a:lnTo>
                    <a:pt x="123329" y="478536"/>
                  </a:lnTo>
                  <a:lnTo>
                    <a:pt x="124853" y="475488"/>
                  </a:lnTo>
                  <a:lnTo>
                    <a:pt x="129425" y="470916"/>
                  </a:lnTo>
                  <a:lnTo>
                    <a:pt x="141617" y="470916"/>
                  </a:lnTo>
                  <a:lnTo>
                    <a:pt x="149237" y="472440"/>
                  </a:lnTo>
                  <a:lnTo>
                    <a:pt x="155333" y="473964"/>
                  </a:lnTo>
                  <a:lnTo>
                    <a:pt x="277253" y="524256"/>
                  </a:lnTo>
                  <a:lnTo>
                    <a:pt x="166001" y="579120"/>
                  </a:lnTo>
                  <a:lnTo>
                    <a:pt x="158292" y="583120"/>
                  </a:lnTo>
                  <a:lnTo>
                    <a:pt x="151142" y="585978"/>
                  </a:lnTo>
                  <a:lnTo>
                    <a:pt x="144576" y="587692"/>
                  </a:lnTo>
                  <a:lnTo>
                    <a:pt x="138569" y="588264"/>
                  </a:lnTo>
                  <a:lnTo>
                    <a:pt x="133997" y="588264"/>
                  </a:lnTo>
                  <a:lnTo>
                    <a:pt x="127901" y="582168"/>
                  </a:lnTo>
                  <a:lnTo>
                    <a:pt x="123329" y="579120"/>
                  </a:lnTo>
                  <a:lnTo>
                    <a:pt x="121805" y="573024"/>
                  </a:lnTo>
                  <a:lnTo>
                    <a:pt x="121805" y="560832"/>
                  </a:lnTo>
                  <a:lnTo>
                    <a:pt x="114185" y="560832"/>
                  </a:lnTo>
                  <a:lnTo>
                    <a:pt x="114185" y="665988"/>
                  </a:lnTo>
                  <a:lnTo>
                    <a:pt x="121805" y="665988"/>
                  </a:lnTo>
                  <a:lnTo>
                    <a:pt x="124853" y="656844"/>
                  </a:lnTo>
                  <a:lnTo>
                    <a:pt x="126377" y="650748"/>
                  </a:lnTo>
                  <a:lnTo>
                    <a:pt x="129425" y="647700"/>
                  </a:lnTo>
                  <a:lnTo>
                    <a:pt x="130949" y="644652"/>
                  </a:lnTo>
                  <a:lnTo>
                    <a:pt x="135521" y="641604"/>
                  </a:lnTo>
                  <a:lnTo>
                    <a:pt x="141617" y="638556"/>
                  </a:lnTo>
                  <a:lnTo>
                    <a:pt x="149237" y="632460"/>
                  </a:lnTo>
                  <a:lnTo>
                    <a:pt x="326021" y="544068"/>
                  </a:lnTo>
                  <a:lnTo>
                    <a:pt x="364121" y="560832"/>
                  </a:lnTo>
                  <a:lnTo>
                    <a:pt x="374434" y="565175"/>
                  </a:lnTo>
                  <a:lnTo>
                    <a:pt x="382600" y="569214"/>
                  </a:lnTo>
                  <a:lnTo>
                    <a:pt x="388772" y="573265"/>
                  </a:lnTo>
                  <a:lnTo>
                    <a:pt x="399173" y="583692"/>
                  </a:lnTo>
                  <a:lnTo>
                    <a:pt x="400697" y="589788"/>
                  </a:lnTo>
                  <a:lnTo>
                    <a:pt x="400697" y="598932"/>
                  </a:lnTo>
                  <a:lnTo>
                    <a:pt x="397649" y="606552"/>
                  </a:lnTo>
                  <a:lnTo>
                    <a:pt x="394601" y="615696"/>
                  </a:lnTo>
                  <a:lnTo>
                    <a:pt x="391553" y="623316"/>
                  </a:lnTo>
                  <a:lnTo>
                    <a:pt x="391553" y="635508"/>
                  </a:lnTo>
                  <a:lnTo>
                    <a:pt x="394601" y="641604"/>
                  </a:lnTo>
                  <a:lnTo>
                    <a:pt x="397649" y="646176"/>
                  </a:lnTo>
                  <a:lnTo>
                    <a:pt x="402221" y="650748"/>
                  </a:lnTo>
                  <a:lnTo>
                    <a:pt x="408317" y="652272"/>
                  </a:lnTo>
                  <a:lnTo>
                    <a:pt x="422033" y="652272"/>
                  </a:lnTo>
                  <a:lnTo>
                    <a:pt x="428129" y="649224"/>
                  </a:lnTo>
                  <a:lnTo>
                    <a:pt x="432701" y="643128"/>
                  </a:lnTo>
                  <a:lnTo>
                    <a:pt x="438797" y="637032"/>
                  </a:lnTo>
                  <a:lnTo>
                    <a:pt x="440321" y="629412"/>
                  </a:lnTo>
                  <a:lnTo>
                    <a:pt x="440321" y="62026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" name="Google Shape;1374;p25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375" name="Google Shape;1375;p25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76" name="Google Shape;1376;p25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377" name="Google Shape;1377;p25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5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79" name="Google Shape;1379;p25"/>
          <p:cNvGrpSpPr/>
          <p:nvPr/>
        </p:nvGrpSpPr>
        <p:grpSpPr>
          <a:xfrm>
            <a:off x="6655307" y="1757172"/>
            <a:ext cx="117348" cy="154177"/>
            <a:chOff x="6655307" y="1757172"/>
            <a:chExt cx="117348" cy="154177"/>
          </a:xfrm>
        </p:grpSpPr>
        <p:sp>
          <p:nvSpPr>
            <p:cNvPr id="1380" name="Google Shape;1380;p25"/>
            <p:cNvSpPr/>
            <p:nvPr/>
          </p:nvSpPr>
          <p:spPr>
            <a:xfrm>
              <a:off x="6655307" y="1851659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2775" y="6095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81" name="Google Shape;1381;p25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6655307" y="1757172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382" name="Google Shape;1382;p25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830324" y="2598419"/>
            <a:ext cx="4271771" cy="553516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6" name="Shape 1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" name="Google Shape;1387;p26"/>
          <p:cNvSpPr/>
          <p:nvPr/>
        </p:nvSpPr>
        <p:spPr>
          <a:xfrm>
            <a:off x="1235963" y="9204959"/>
            <a:ext cx="334010" cy="128270"/>
          </a:xfrm>
          <a:custGeom>
            <a:rect b="b" l="l" r="r" t="t"/>
            <a:pathLst>
              <a:path extrusionOk="0" h="128270" w="334009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89036" y="40886"/>
                </a:lnTo>
                <a:lnTo>
                  <a:pt x="321563" y="28956"/>
                </a:lnTo>
                <a:lnTo>
                  <a:pt x="323564" y="24431"/>
                </a:lnTo>
                <a:lnTo>
                  <a:pt x="324993" y="17907"/>
                </a:lnTo>
                <a:lnTo>
                  <a:pt x="325850" y="9667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50" y="111371"/>
                </a:lnTo>
                <a:lnTo>
                  <a:pt x="324993" y="102679"/>
                </a:lnTo>
                <a:lnTo>
                  <a:pt x="323564" y="95988"/>
                </a:lnTo>
                <a:lnTo>
                  <a:pt x="321563" y="91440"/>
                </a:lnTo>
                <a:lnTo>
                  <a:pt x="320039" y="86868"/>
                </a:lnTo>
                <a:lnTo>
                  <a:pt x="99059" y="80772"/>
                </a:lnTo>
                <a:lnTo>
                  <a:pt x="69913" y="80962"/>
                </a:lnTo>
                <a:lnTo>
                  <a:pt x="59840" y="81414"/>
                </a:lnTo>
                <a:lnTo>
                  <a:pt x="53339" y="82296"/>
                </a:lnTo>
                <a:lnTo>
                  <a:pt x="44195" y="85344"/>
                </a:lnTo>
                <a:lnTo>
                  <a:pt x="42671" y="88392"/>
                </a:lnTo>
                <a:lnTo>
                  <a:pt x="39623" y="91440"/>
                </a:lnTo>
                <a:lnTo>
                  <a:pt x="38099" y="94488"/>
                </a:lnTo>
                <a:lnTo>
                  <a:pt x="38099" y="99060"/>
                </a:lnTo>
                <a:lnTo>
                  <a:pt x="38647" y="103941"/>
                </a:lnTo>
                <a:lnTo>
                  <a:pt x="40195" y="109537"/>
                </a:lnTo>
                <a:lnTo>
                  <a:pt x="42600" y="115990"/>
                </a:lnTo>
                <a:lnTo>
                  <a:pt x="45719" y="123444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26"/>
          <p:cNvSpPr/>
          <p:nvPr/>
        </p:nvSpPr>
        <p:spPr>
          <a:xfrm>
            <a:off x="1235963" y="8918447"/>
            <a:ext cx="340360" cy="205740"/>
          </a:xfrm>
          <a:custGeom>
            <a:rect b="b" l="l" r="r" t="t"/>
            <a:pathLst>
              <a:path extrusionOk="0" h="205740" w="340359">
                <a:moveTo>
                  <a:pt x="117347" y="205740"/>
                </a:moveTo>
                <a:lnTo>
                  <a:pt x="76390" y="199263"/>
                </a:lnTo>
                <a:lnTo>
                  <a:pt x="41147" y="181356"/>
                </a:lnTo>
                <a:lnTo>
                  <a:pt x="10286" y="147066"/>
                </a:lnTo>
                <a:lnTo>
                  <a:pt x="2669" y="126753"/>
                </a:lnTo>
                <a:lnTo>
                  <a:pt x="2571" y="126492"/>
                </a:lnTo>
                <a:lnTo>
                  <a:pt x="0" y="103632"/>
                </a:lnTo>
                <a:lnTo>
                  <a:pt x="2032" y="83891"/>
                </a:lnTo>
                <a:lnTo>
                  <a:pt x="8191" y="65913"/>
                </a:lnTo>
                <a:lnTo>
                  <a:pt x="33528" y="35052"/>
                </a:lnTo>
                <a:lnTo>
                  <a:pt x="79438" y="8382"/>
                </a:lnTo>
                <a:lnTo>
                  <a:pt x="135635" y="0"/>
                </a:lnTo>
                <a:lnTo>
                  <a:pt x="161853" y="1476"/>
                </a:lnTo>
                <a:lnTo>
                  <a:pt x="212574" y="14144"/>
                </a:lnTo>
                <a:lnTo>
                  <a:pt x="259080" y="40790"/>
                </a:lnTo>
                <a:lnTo>
                  <a:pt x="264938" y="45720"/>
                </a:lnTo>
                <a:lnTo>
                  <a:pt x="121920" y="45720"/>
                </a:lnTo>
                <a:lnTo>
                  <a:pt x="111877" y="46005"/>
                </a:lnTo>
                <a:lnTo>
                  <a:pt x="110695" y="46005"/>
                </a:lnTo>
                <a:lnTo>
                  <a:pt x="97917" y="47244"/>
                </a:lnTo>
                <a:lnTo>
                  <a:pt x="58769" y="57340"/>
                </a:lnTo>
                <a:lnTo>
                  <a:pt x="23598" y="83343"/>
                </a:lnTo>
                <a:lnTo>
                  <a:pt x="18976" y="90868"/>
                </a:lnTo>
                <a:lnTo>
                  <a:pt x="18859" y="91059"/>
                </a:lnTo>
                <a:lnTo>
                  <a:pt x="16121" y="99345"/>
                </a:lnTo>
                <a:lnTo>
                  <a:pt x="15239" y="108204"/>
                </a:lnTo>
                <a:lnTo>
                  <a:pt x="16406" y="119086"/>
                </a:lnTo>
                <a:lnTo>
                  <a:pt x="45577" y="153423"/>
                </a:lnTo>
                <a:lnTo>
                  <a:pt x="73720" y="161877"/>
                </a:lnTo>
                <a:lnTo>
                  <a:pt x="72947" y="161877"/>
                </a:lnTo>
                <a:lnTo>
                  <a:pt x="91440" y="163068"/>
                </a:lnTo>
                <a:lnTo>
                  <a:pt x="201495" y="163068"/>
                </a:lnTo>
                <a:lnTo>
                  <a:pt x="198680" y="168021"/>
                </a:lnTo>
                <a:lnTo>
                  <a:pt x="156400" y="199263"/>
                </a:lnTo>
                <a:lnTo>
                  <a:pt x="137945" y="204073"/>
                </a:lnTo>
                <a:lnTo>
                  <a:pt x="117347" y="205740"/>
                </a:lnTo>
                <a:close/>
              </a:path>
              <a:path extrusionOk="0" h="205740" w="340359">
                <a:moveTo>
                  <a:pt x="201495" y="163068"/>
                </a:moveTo>
                <a:lnTo>
                  <a:pt x="91440" y="163068"/>
                </a:lnTo>
                <a:lnTo>
                  <a:pt x="116062" y="161663"/>
                </a:lnTo>
                <a:lnTo>
                  <a:pt x="137541" y="157543"/>
                </a:lnTo>
                <a:lnTo>
                  <a:pt x="172212" y="141732"/>
                </a:lnTo>
                <a:lnTo>
                  <a:pt x="191864" y="103632"/>
                </a:lnTo>
                <a:lnTo>
                  <a:pt x="191869" y="99345"/>
                </a:lnTo>
                <a:lnTo>
                  <a:pt x="191738" y="96988"/>
                </a:lnTo>
                <a:lnTo>
                  <a:pt x="176522" y="56268"/>
                </a:lnTo>
                <a:lnTo>
                  <a:pt x="131921" y="46005"/>
                </a:lnTo>
                <a:lnTo>
                  <a:pt x="121920" y="45720"/>
                </a:lnTo>
                <a:lnTo>
                  <a:pt x="264938" y="45720"/>
                </a:lnTo>
                <a:lnTo>
                  <a:pt x="273994" y="53340"/>
                </a:lnTo>
                <a:lnTo>
                  <a:pt x="190500" y="53340"/>
                </a:lnTo>
                <a:lnTo>
                  <a:pt x="200501" y="72199"/>
                </a:lnTo>
                <a:lnTo>
                  <a:pt x="207645" y="89916"/>
                </a:lnTo>
                <a:lnTo>
                  <a:pt x="211931" y="106489"/>
                </a:lnTo>
                <a:lnTo>
                  <a:pt x="213360" y="121920"/>
                </a:lnTo>
                <a:lnTo>
                  <a:pt x="211720" y="137993"/>
                </a:lnTo>
                <a:lnTo>
                  <a:pt x="211669" y="138493"/>
                </a:lnTo>
                <a:lnTo>
                  <a:pt x="206692" y="153924"/>
                </a:lnTo>
                <a:lnTo>
                  <a:pt x="201495" y="163068"/>
                </a:lnTo>
                <a:close/>
              </a:path>
              <a:path extrusionOk="0" h="205740" w="340359">
                <a:moveTo>
                  <a:pt x="339852" y="198120"/>
                </a:moveTo>
                <a:lnTo>
                  <a:pt x="332232" y="198120"/>
                </a:lnTo>
                <a:lnTo>
                  <a:pt x="331451" y="184404"/>
                </a:lnTo>
                <a:lnTo>
                  <a:pt x="331350" y="182641"/>
                </a:lnTo>
                <a:lnTo>
                  <a:pt x="328648" y="168211"/>
                </a:lnTo>
                <a:lnTo>
                  <a:pt x="328612" y="168021"/>
                </a:lnTo>
                <a:lnTo>
                  <a:pt x="323850" y="153924"/>
                </a:lnTo>
                <a:lnTo>
                  <a:pt x="297561" y="113728"/>
                </a:lnTo>
                <a:lnTo>
                  <a:pt x="266700" y="88392"/>
                </a:lnTo>
                <a:lnTo>
                  <a:pt x="230314" y="66865"/>
                </a:lnTo>
                <a:lnTo>
                  <a:pt x="190500" y="53340"/>
                </a:lnTo>
                <a:lnTo>
                  <a:pt x="273994" y="53340"/>
                </a:lnTo>
                <a:lnTo>
                  <a:pt x="313944" y="100584"/>
                </a:lnTo>
                <a:lnTo>
                  <a:pt x="333756" y="140208"/>
                </a:lnTo>
                <a:lnTo>
                  <a:pt x="339652" y="181356"/>
                </a:lnTo>
                <a:lnTo>
                  <a:pt x="339736" y="182641"/>
                </a:lnTo>
                <a:lnTo>
                  <a:pt x="339852" y="19812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26"/>
          <p:cNvSpPr/>
          <p:nvPr/>
        </p:nvSpPr>
        <p:spPr>
          <a:xfrm>
            <a:off x="1242059" y="8683752"/>
            <a:ext cx="334010" cy="189230"/>
          </a:xfrm>
          <a:custGeom>
            <a:rect b="b" l="l" r="r" t="t"/>
            <a:pathLst>
              <a:path extrusionOk="0" h="189229" w="334009">
                <a:moveTo>
                  <a:pt x="301752" y="188976"/>
                </a:moveTo>
                <a:lnTo>
                  <a:pt x="297180" y="188976"/>
                </a:lnTo>
                <a:lnTo>
                  <a:pt x="292607" y="185928"/>
                </a:lnTo>
                <a:lnTo>
                  <a:pt x="286512" y="179832"/>
                </a:lnTo>
                <a:lnTo>
                  <a:pt x="284988" y="173736"/>
                </a:lnTo>
                <a:lnTo>
                  <a:pt x="284988" y="160020"/>
                </a:lnTo>
                <a:lnTo>
                  <a:pt x="288036" y="153924"/>
                </a:lnTo>
                <a:lnTo>
                  <a:pt x="291083" y="149352"/>
                </a:lnTo>
                <a:lnTo>
                  <a:pt x="295656" y="141732"/>
                </a:lnTo>
                <a:lnTo>
                  <a:pt x="301656" y="132588"/>
                </a:lnTo>
                <a:lnTo>
                  <a:pt x="305943" y="123444"/>
                </a:lnTo>
                <a:lnTo>
                  <a:pt x="308514" y="114300"/>
                </a:lnTo>
                <a:lnTo>
                  <a:pt x="309372" y="105156"/>
                </a:lnTo>
                <a:lnTo>
                  <a:pt x="307967" y="91749"/>
                </a:lnTo>
                <a:lnTo>
                  <a:pt x="288036" y="56388"/>
                </a:lnTo>
                <a:lnTo>
                  <a:pt x="250745" y="36456"/>
                </a:lnTo>
                <a:lnTo>
                  <a:pt x="236219" y="35052"/>
                </a:lnTo>
                <a:lnTo>
                  <a:pt x="221622" y="36218"/>
                </a:lnTo>
                <a:lnTo>
                  <a:pt x="179831" y="54864"/>
                </a:lnTo>
                <a:lnTo>
                  <a:pt x="148542" y="91297"/>
                </a:lnTo>
                <a:lnTo>
                  <a:pt x="132397" y="137922"/>
                </a:lnTo>
                <a:lnTo>
                  <a:pt x="128016" y="178308"/>
                </a:lnTo>
                <a:lnTo>
                  <a:pt x="0" y="115824"/>
                </a:lnTo>
                <a:lnTo>
                  <a:pt x="0" y="0"/>
                </a:lnTo>
                <a:lnTo>
                  <a:pt x="41148" y="18288"/>
                </a:lnTo>
                <a:lnTo>
                  <a:pt x="41148" y="115824"/>
                </a:lnTo>
                <a:lnTo>
                  <a:pt x="85344" y="137160"/>
                </a:lnTo>
                <a:lnTo>
                  <a:pt x="102107" y="80010"/>
                </a:lnTo>
                <a:lnTo>
                  <a:pt x="132588" y="36576"/>
                </a:lnTo>
                <a:lnTo>
                  <a:pt x="169164" y="12573"/>
                </a:lnTo>
                <a:lnTo>
                  <a:pt x="210311" y="4572"/>
                </a:lnTo>
                <a:lnTo>
                  <a:pt x="222861" y="5167"/>
                </a:lnTo>
                <a:lnTo>
                  <a:pt x="269081" y="20359"/>
                </a:lnTo>
                <a:lnTo>
                  <a:pt x="303109" y="49196"/>
                </a:lnTo>
                <a:lnTo>
                  <a:pt x="326040" y="89939"/>
                </a:lnTo>
                <a:lnTo>
                  <a:pt x="333756" y="132588"/>
                </a:lnTo>
                <a:lnTo>
                  <a:pt x="333184" y="146327"/>
                </a:lnTo>
                <a:lnTo>
                  <a:pt x="313181" y="185547"/>
                </a:lnTo>
                <a:lnTo>
                  <a:pt x="307466" y="188118"/>
                </a:lnTo>
                <a:lnTo>
                  <a:pt x="301752" y="18897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26"/>
          <p:cNvSpPr/>
          <p:nvPr/>
        </p:nvSpPr>
        <p:spPr>
          <a:xfrm>
            <a:off x="1235963" y="8432291"/>
            <a:ext cx="340360" cy="187960"/>
          </a:xfrm>
          <a:custGeom>
            <a:rect b="b" l="l" r="r" t="t"/>
            <a:pathLst>
              <a:path extrusionOk="0" h="187959" w="340359">
                <a:moveTo>
                  <a:pt x="210940" y="73152"/>
                </a:moveTo>
                <a:lnTo>
                  <a:pt x="153923" y="73152"/>
                </a:lnTo>
                <a:lnTo>
                  <a:pt x="169068" y="54292"/>
                </a:lnTo>
                <a:lnTo>
                  <a:pt x="204215" y="18288"/>
                </a:lnTo>
                <a:lnTo>
                  <a:pt x="243220" y="1142"/>
                </a:lnTo>
                <a:lnTo>
                  <a:pt x="256031" y="0"/>
                </a:lnTo>
                <a:lnTo>
                  <a:pt x="273248" y="1476"/>
                </a:lnTo>
                <a:lnTo>
                  <a:pt x="288607" y="6095"/>
                </a:lnTo>
                <a:lnTo>
                  <a:pt x="302537" y="14144"/>
                </a:lnTo>
                <a:lnTo>
                  <a:pt x="315467" y="25908"/>
                </a:lnTo>
                <a:lnTo>
                  <a:pt x="321513" y="33528"/>
                </a:lnTo>
                <a:lnTo>
                  <a:pt x="275843" y="33528"/>
                </a:lnTo>
                <a:lnTo>
                  <a:pt x="267866" y="34099"/>
                </a:lnTo>
                <a:lnTo>
                  <a:pt x="231671" y="52959"/>
                </a:lnTo>
                <a:lnTo>
                  <a:pt x="215836" y="67818"/>
                </a:lnTo>
                <a:lnTo>
                  <a:pt x="210940" y="73152"/>
                </a:lnTo>
                <a:close/>
              </a:path>
              <a:path extrusionOk="0" h="187959" w="340359">
                <a:moveTo>
                  <a:pt x="77723" y="182880"/>
                </a:moveTo>
                <a:lnTo>
                  <a:pt x="34861" y="168735"/>
                </a:lnTo>
                <a:lnTo>
                  <a:pt x="5714" y="129921"/>
                </a:lnTo>
                <a:lnTo>
                  <a:pt x="0" y="94488"/>
                </a:lnTo>
                <a:lnTo>
                  <a:pt x="1404" y="75271"/>
                </a:lnTo>
                <a:lnTo>
                  <a:pt x="21335" y="30480"/>
                </a:lnTo>
                <a:lnTo>
                  <a:pt x="57554" y="9048"/>
                </a:lnTo>
                <a:lnTo>
                  <a:pt x="71627" y="7619"/>
                </a:lnTo>
                <a:lnTo>
                  <a:pt x="80771" y="8453"/>
                </a:lnTo>
                <a:lnTo>
                  <a:pt x="117919" y="28360"/>
                </a:lnTo>
                <a:lnTo>
                  <a:pt x="129541" y="41148"/>
                </a:lnTo>
                <a:lnTo>
                  <a:pt x="68579" y="41148"/>
                </a:lnTo>
                <a:lnTo>
                  <a:pt x="58265" y="41886"/>
                </a:lnTo>
                <a:lnTo>
                  <a:pt x="57097" y="41886"/>
                </a:lnTo>
                <a:lnTo>
                  <a:pt x="45910" y="44577"/>
                </a:lnTo>
                <a:lnTo>
                  <a:pt x="17335" y="71056"/>
                </a:lnTo>
                <a:lnTo>
                  <a:pt x="13715" y="92964"/>
                </a:lnTo>
                <a:lnTo>
                  <a:pt x="14597" y="104727"/>
                </a:lnTo>
                <a:lnTo>
                  <a:pt x="36068" y="138779"/>
                </a:lnTo>
                <a:lnTo>
                  <a:pt x="62483" y="147828"/>
                </a:lnTo>
                <a:lnTo>
                  <a:pt x="146319" y="147828"/>
                </a:lnTo>
                <a:lnTo>
                  <a:pt x="140588" y="153924"/>
                </a:lnTo>
                <a:lnTo>
                  <a:pt x="108700" y="176403"/>
                </a:lnTo>
                <a:lnTo>
                  <a:pt x="88010" y="182070"/>
                </a:lnTo>
                <a:lnTo>
                  <a:pt x="77723" y="182880"/>
                </a:lnTo>
                <a:close/>
              </a:path>
              <a:path extrusionOk="0" h="187959" w="340359">
                <a:moveTo>
                  <a:pt x="324460" y="150876"/>
                </a:moveTo>
                <a:lnTo>
                  <a:pt x="257555" y="150876"/>
                </a:lnTo>
                <a:lnTo>
                  <a:pt x="272700" y="149756"/>
                </a:lnTo>
                <a:lnTo>
                  <a:pt x="286130" y="146494"/>
                </a:lnTo>
                <a:lnTo>
                  <a:pt x="321564" y="114300"/>
                </a:lnTo>
                <a:lnTo>
                  <a:pt x="326136" y="89916"/>
                </a:lnTo>
                <a:lnTo>
                  <a:pt x="325278" y="77914"/>
                </a:lnTo>
                <a:lnTo>
                  <a:pt x="304133" y="41886"/>
                </a:lnTo>
                <a:lnTo>
                  <a:pt x="275843" y="33528"/>
                </a:lnTo>
                <a:lnTo>
                  <a:pt x="321513" y="33528"/>
                </a:lnTo>
                <a:lnTo>
                  <a:pt x="338399" y="73914"/>
                </a:lnTo>
                <a:lnTo>
                  <a:pt x="339852" y="94488"/>
                </a:lnTo>
                <a:lnTo>
                  <a:pt x="338363" y="113061"/>
                </a:lnTo>
                <a:lnTo>
                  <a:pt x="338264" y="114300"/>
                </a:lnTo>
                <a:lnTo>
                  <a:pt x="338203" y="115062"/>
                </a:lnTo>
                <a:lnTo>
                  <a:pt x="338113" y="116181"/>
                </a:lnTo>
                <a:lnTo>
                  <a:pt x="332915" y="135040"/>
                </a:lnTo>
                <a:lnTo>
                  <a:pt x="332803" y="135445"/>
                </a:lnTo>
                <a:lnTo>
                  <a:pt x="324460" y="150876"/>
                </a:lnTo>
                <a:close/>
              </a:path>
              <a:path extrusionOk="0" h="187959" w="340359">
                <a:moveTo>
                  <a:pt x="146319" y="147828"/>
                </a:moveTo>
                <a:lnTo>
                  <a:pt x="70103" y="147828"/>
                </a:lnTo>
                <a:lnTo>
                  <a:pt x="79247" y="144780"/>
                </a:lnTo>
                <a:lnTo>
                  <a:pt x="86867" y="141732"/>
                </a:lnTo>
                <a:lnTo>
                  <a:pt x="144779" y="85344"/>
                </a:lnTo>
                <a:lnTo>
                  <a:pt x="131897" y="71913"/>
                </a:lnTo>
                <a:lnTo>
                  <a:pt x="94726" y="45005"/>
                </a:lnTo>
                <a:lnTo>
                  <a:pt x="68579" y="41148"/>
                </a:lnTo>
                <a:lnTo>
                  <a:pt x="129541" y="41148"/>
                </a:lnTo>
                <a:lnTo>
                  <a:pt x="140779" y="55173"/>
                </a:lnTo>
                <a:lnTo>
                  <a:pt x="153923" y="73152"/>
                </a:lnTo>
                <a:lnTo>
                  <a:pt x="210940" y="73152"/>
                </a:lnTo>
                <a:lnTo>
                  <a:pt x="198000" y="87249"/>
                </a:lnTo>
                <a:lnTo>
                  <a:pt x="178307" y="111252"/>
                </a:lnTo>
                <a:lnTo>
                  <a:pt x="187451" y="120705"/>
                </a:lnTo>
                <a:lnTo>
                  <a:pt x="188860" y="121920"/>
                </a:lnTo>
                <a:lnTo>
                  <a:pt x="169163" y="121920"/>
                </a:lnTo>
                <a:lnTo>
                  <a:pt x="154019" y="139636"/>
                </a:lnTo>
                <a:lnTo>
                  <a:pt x="146319" y="147828"/>
                </a:lnTo>
                <a:close/>
              </a:path>
              <a:path extrusionOk="0" h="187959" w="340359">
                <a:moveTo>
                  <a:pt x="259079" y="187452"/>
                </a:moveTo>
                <a:lnTo>
                  <a:pt x="216407" y="172212"/>
                </a:lnTo>
                <a:lnTo>
                  <a:pt x="182332" y="138779"/>
                </a:lnTo>
                <a:lnTo>
                  <a:pt x="169163" y="121920"/>
                </a:lnTo>
                <a:lnTo>
                  <a:pt x="188860" y="121920"/>
                </a:lnTo>
                <a:lnTo>
                  <a:pt x="196595" y="128587"/>
                </a:lnTo>
                <a:lnTo>
                  <a:pt x="205739" y="135040"/>
                </a:lnTo>
                <a:lnTo>
                  <a:pt x="246387" y="150280"/>
                </a:lnTo>
                <a:lnTo>
                  <a:pt x="257555" y="150876"/>
                </a:lnTo>
                <a:lnTo>
                  <a:pt x="324460" y="150876"/>
                </a:lnTo>
                <a:lnTo>
                  <a:pt x="323778" y="152138"/>
                </a:lnTo>
                <a:lnTo>
                  <a:pt x="310895" y="166116"/>
                </a:lnTo>
                <a:lnTo>
                  <a:pt x="299156" y="175236"/>
                </a:lnTo>
                <a:lnTo>
                  <a:pt x="286702" y="181927"/>
                </a:lnTo>
                <a:lnTo>
                  <a:pt x="273391" y="186047"/>
                </a:lnTo>
                <a:lnTo>
                  <a:pt x="259079" y="18745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91" name="Google Shape;1391;p2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840992" y="8904731"/>
            <a:ext cx="202692" cy="2057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92" name="Google Shape;1392;p26"/>
          <p:cNvGrpSpPr/>
          <p:nvPr/>
        </p:nvGrpSpPr>
        <p:grpSpPr>
          <a:xfrm>
            <a:off x="1836420" y="8074152"/>
            <a:ext cx="210312" cy="755903"/>
            <a:chOff x="1836420" y="8074152"/>
            <a:chExt cx="210312" cy="755903"/>
          </a:xfrm>
        </p:grpSpPr>
        <p:pic>
          <p:nvPicPr>
            <p:cNvPr id="1393" name="Google Shape;1393;p2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836420" y="8336280"/>
              <a:ext cx="210312" cy="493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94" name="Google Shape;1394;p26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906524" y="8074152"/>
              <a:ext cx="140208" cy="24231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95" name="Google Shape;1395;p26"/>
          <p:cNvSpPr/>
          <p:nvPr/>
        </p:nvSpPr>
        <p:spPr>
          <a:xfrm>
            <a:off x="1836407" y="7191756"/>
            <a:ext cx="271780" cy="803275"/>
          </a:xfrm>
          <a:custGeom>
            <a:rect b="b" l="l" r="r" t="t"/>
            <a:pathLst>
              <a:path extrusionOk="0" h="803275" w="271780">
                <a:moveTo>
                  <a:pt x="32004" y="327660"/>
                </a:moveTo>
                <a:lnTo>
                  <a:pt x="30480" y="323088"/>
                </a:lnTo>
                <a:lnTo>
                  <a:pt x="24384" y="316992"/>
                </a:lnTo>
                <a:lnTo>
                  <a:pt x="21336" y="315468"/>
                </a:lnTo>
                <a:lnTo>
                  <a:pt x="12192" y="315468"/>
                </a:lnTo>
                <a:lnTo>
                  <a:pt x="9144" y="316992"/>
                </a:lnTo>
                <a:lnTo>
                  <a:pt x="4572" y="320040"/>
                </a:lnTo>
                <a:lnTo>
                  <a:pt x="1524" y="323088"/>
                </a:lnTo>
                <a:lnTo>
                  <a:pt x="0" y="327660"/>
                </a:lnTo>
                <a:lnTo>
                  <a:pt x="0" y="336804"/>
                </a:lnTo>
                <a:lnTo>
                  <a:pt x="1524" y="339852"/>
                </a:lnTo>
                <a:lnTo>
                  <a:pt x="4572" y="342900"/>
                </a:lnTo>
                <a:lnTo>
                  <a:pt x="9144" y="345948"/>
                </a:lnTo>
                <a:lnTo>
                  <a:pt x="12192" y="347472"/>
                </a:lnTo>
                <a:lnTo>
                  <a:pt x="21336" y="347472"/>
                </a:lnTo>
                <a:lnTo>
                  <a:pt x="24384" y="345948"/>
                </a:lnTo>
                <a:lnTo>
                  <a:pt x="30480" y="339852"/>
                </a:lnTo>
                <a:lnTo>
                  <a:pt x="32004" y="336804"/>
                </a:lnTo>
                <a:lnTo>
                  <a:pt x="32004" y="327660"/>
                </a:lnTo>
                <a:close/>
              </a:path>
              <a:path extrusionOk="0" h="803275" w="271780">
                <a:moveTo>
                  <a:pt x="207276" y="655320"/>
                </a:moveTo>
                <a:lnTo>
                  <a:pt x="202704" y="655320"/>
                </a:lnTo>
                <a:lnTo>
                  <a:pt x="202704" y="665988"/>
                </a:lnTo>
                <a:lnTo>
                  <a:pt x="201180" y="669036"/>
                </a:lnTo>
                <a:lnTo>
                  <a:pt x="198132" y="672084"/>
                </a:lnTo>
                <a:lnTo>
                  <a:pt x="192036" y="675132"/>
                </a:lnTo>
                <a:lnTo>
                  <a:pt x="131076" y="675132"/>
                </a:lnTo>
                <a:lnTo>
                  <a:pt x="119380" y="675398"/>
                </a:lnTo>
                <a:lnTo>
                  <a:pt x="80784" y="685800"/>
                </a:lnTo>
                <a:lnTo>
                  <a:pt x="70116" y="702564"/>
                </a:lnTo>
                <a:lnTo>
                  <a:pt x="70116" y="717804"/>
                </a:lnTo>
                <a:lnTo>
                  <a:pt x="99072" y="755904"/>
                </a:lnTo>
                <a:lnTo>
                  <a:pt x="12" y="755904"/>
                </a:lnTo>
                <a:lnTo>
                  <a:pt x="12" y="763524"/>
                </a:lnTo>
                <a:lnTo>
                  <a:pt x="16776" y="803148"/>
                </a:lnTo>
                <a:lnTo>
                  <a:pt x="21348" y="801624"/>
                </a:lnTo>
                <a:lnTo>
                  <a:pt x="19824" y="797052"/>
                </a:lnTo>
                <a:lnTo>
                  <a:pt x="19824" y="786384"/>
                </a:lnTo>
                <a:lnTo>
                  <a:pt x="22872" y="783336"/>
                </a:lnTo>
                <a:lnTo>
                  <a:pt x="25920" y="783336"/>
                </a:lnTo>
                <a:lnTo>
                  <a:pt x="28968" y="781812"/>
                </a:lnTo>
                <a:lnTo>
                  <a:pt x="46113" y="780529"/>
                </a:lnTo>
                <a:lnTo>
                  <a:pt x="56400" y="780288"/>
                </a:lnTo>
                <a:lnTo>
                  <a:pt x="185940" y="780288"/>
                </a:lnTo>
                <a:lnTo>
                  <a:pt x="192036" y="781812"/>
                </a:lnTo>
                <a:lnTo>
                  <a:pt x="195084" y="781812"/>
                </a:lnTo>
                <a:lnTo>
                  <a:pt x="198132" y="783336"/>
                </a:lnTo>
                <a:lnTo>
                  <a:pt x="201180" y="786384"/>
                </a:lnTo>
                <a:lnTo>
                  <a:pt x="202704" y="790956"/>
                </a:lnTo>
                <a:lnTo>
                  <a:pt x="202704" y="800100"/>
                </a:lnTo>
                <a:lnTo>
                  <a:pt x="207276" y="800100"/>
                </a:lnTo>
                <a:lnTo>
                  <a:pt x="207276" y="736092"/>
                </a:lnTo>
                <a:lnTo>
                  <a:pt x="202704" y="736092"/>
                </a:lnTo>
                <a:lnTo>
                  <a:pt x="202704" y="746760"/>
                </a:lnTo>
                <a:lnTo>
                  <a:pt x="199656" y="752856"/>
                </a:lnTo>
                <a:lnTo>
                  <a:pt x="198132" y="754380"/>
                </a:lnTo>
                <a:lnTo>
                  <a:pt x="195084" y="754380"/>
                </a:lnTo>
                <a:lnTo>
                  <a:pt x="193560" y="755904"/>
                </a:lnTo>
                <a:lnTo>
                  <a:pt x="108216" y="755904"/>
                </a:lnTo>
                <a:lnTo>
                  <a:pt x="100596" y="748284"/>
                </a:lnTo>
                <a:lnTo>
                  <a:pt x="96024" y="742188"/>
                </a:lnTo>
                <a:lnTo>
                  <a:pt x="92976" y="737616"/>
                </a:lnTo>
                <a:lnTo>
                  <a:pt x="89928" y="731520"/>
                </a:lnTo>
                <a:lnTo>
                  <a:pt x="88404" y="726948"/>
                </a:lnTo>
                <a:lnTo>
                  <a:pt x="88404" y="717804"/>
                </a:lnTo>
                <a:lnTo>
                  <a:pt x="89928" y="713232"/>
                </a:lnTo>
                <a:lnTo>
                  <a:pt x="92976" y="710184"/>
                </a:lnTo>
                <a:lnTo>
                  <a:pt x="94500" y="705612"/>
                </a:lnTo>
                <a:lnTo>
                  <a:pt x="131076" y="699516"/>
                </a:lnTo>
                <a:lnTo>
                  <a:pt x="190512" y="699516"/>
                </a:lnTo>
                <a:lnTo>
                  <a:pt x="192036" y="701040"/>
                </a:lnTo>
                <a:lnTo>
                  <a:pt x="195084" y="701040"/>
                </a:lnTo>
                <a:lnTo>
                  <a:pt x="198132" y="702564"/>
                </a:lnTo>
                <a:lnTo>
                  <a:pt x="199656" y="705612"/>
                </a:lnTo>
                <a:lnTo>
                  <a:pt x="202704" y="707136"/>
                </a:lnTo>
                <a:lnTo>
                  <a:pt x="202704" y="719328"/>
                </a:lnTo>
                <a:lnTo>
                  <a:pt x="207276" y="719328"/>
                </a:lnTo>
                <a:lnTo>
                  <a:pt x="207276" y="655320"/>
                </a:lnTo>
                <a:close/>
              </a:path>
              <a:path extrusionOk="0" h="803275" w="271780">
                <a:moveTo>
                  <a:pt x="207276" y="298704"/>
                </a:moveTo>
                <a:lnTo>
                  <a:pt x="202692" y="298704"/>
                </a:lnTo>
                <a:lnTo>
                  <a:pt x="202692" y="309372"/>
                </a:lnTo>
                <a:lnTo>
                  <a:pt x="201168" y="312420"/>
                </a:lnTo>
                <a:lnTo>
                  <a:pt x="198120" y="315468"/>
                </a:lnTo>
                <a:lnTo>
                  <a:pt x="192024" y="318516"/>
                </a:lnTo>
                <a:lnTo>
                  <a:pt x="70104" y="318516"/>
                </a:lnTo>
                <a:lnTo>
                  <a:pt x="70104" y="324612"/>
                </a:lnTo>
                <a:lnTo>
                  <a:pt x="86868" y="365760"/>
                </a:lnTo>
                <a:lnTo>
                  <a:pt x="91440" y="364236"/>
                </a:lnTo>
                <a:lnTo>
                  <a:pt x="89916" y="359664"/>
                </a:lnTo>
                <a:lnTo>
                  <a:pt x="89916" y="348996"/>
                </a:lnTo>
                <a:lnTo>
                  <a:pt x="92964" y="345948"/>
                </a:lnTo>
                <a:lnTo>
                  <a:pt x="94488" y="345948"/>
                </a:lnTo>
                <a:lnTo>
                  <a:pt x="99060" y="344424"/>
                </a:lnTo>
                <a:lnTo>
                  <a:pt x="102704" y="344195"/>
                </a:lnTo>
                <a:lnTo>
                  <a:pt x="108775" y="343662"/>
                </a:lnTo>
                <a:lnTo>
                  <a:pt x="116852" y="343141"/>
                </a:lnTo>
                <a:lnTo>
                  <a:pt x="126492" y="342900"/>
                </a:lnTo>
                <a:lnTo>
                  <a:pt x="185940" y="342900"/>
                </a:lnTo>
                <a:lnTo>
                  <a:pt x="192024" y="344424"/>
                </a:lnTo>
                <a:lnTo>
                  <a:pt x="195072" y="344424"/>
                </a:lnTo>
                <a:lnTo>
                  <a:pt x="198120" y="345948"/>
                </a:lnTo>
                <a:lnTo>
                  <a:pt x="199644" y="347472"/>
                </a:lnTo>
                <a:lnTo>
                  <a:pt x="201168" y="350520"/>
                </a:lnTo>
                <a:lnTo>
                  <a:pt x="202692" y="352044"/>
                </a:lnTo>
                <a:lnTo>
                  <a:pt x="202692" y="362712"/>
                </a:lnTo>
                <a:lnTo>
                  <a:pt x="207276" y="362712"/>
                </a:lnTo>
                <a:lnTo>
                  <a:pt x="207276" y="342900"/>
                </a:lnTo>
                <a:lnTo>
                  <a:pt x="207276" y="298704"/>
                </a:lnTo>
                <a:close/>
              </a:path>
              <a:path extrusionOk="0" h="803275" w="271780">
                <a:moveTo>
                  <a:pt x="207276" y="143256"/>
                </a:moveTo>
                <a:lnTo>
                  <a:pt x="202704" y="143256"/>
                </a:lnTo>
                <a:lnTo>
                  <a:pt x="202704" y="153924"/>
                </a:lnTo>
                <a:lnTo>
                  <a:pt x="201180" y="155448"/>
                </a:lnTo>
                <a:lnTo>
                  <a:pt x="199656" y="158496"/>
                </a:lnTo>
                <a:lnTo>
                  <a:pt x="198132" y="160020"/>
                </a:lnTo>
                <a:lnTo>
                  <a:pt x="195084" y="160020"/>
                </a:lnTo>
                <a:lnTo>
                  <a:pt x="192036" y="161544"/>
                </a:lnTo>
                <a:lnTo>
                  <a:pt x="185940" y="163068"/>
                </a:lnTo>
                <a:lnTo>
                  <a:pt x="112064" y="163118"/>
                </a:lnTo>
                <a:lnTo>
                  <a:pt x="105168" y="163449"/>
                </a:lnTo>
                <a:lnTo>
                  <a:pt x="70116" y="190500"/>
                </a:lnTo>
                <a:lnTo>
                  <a:pt x="70116" y="198120"/>
                </a:lnTo>
                <a:lnTo>
                  <a:pt x="72059" y="208699"/>
                </a:lnTo>
                <a:lnTo>
                  <a:pt x="77736" y="219837"/>
                </a:lnTo>
                <a:lnTo>
                  <a:pt x="86829" y="231559"/>
                </a:lnTo>
                <a:lnTo>
                  <a:pt x="99072" y="243840"/>
                </a:lnTo>
                <a:lnTo>
                  <a:pt x="70116" y="243840"/>
                </a:lnTo>
                <a:lnTo>
                  <a:pt x="70116" y="249936"/>
                </a:lnTo>
                <a:lnTo>
                  <a:pt x="86880" y="291084"/>
                </a:lnTo>
                <a:lnTo>
                  <a:pt x="91452" y="288036"/>
                </a:lnTo>
                <a:lnTo>
                  <a:pt x="89928" y="284988"/>
                </a:lnTo>
                <a:lnTo>
                  <a:pt x="89928" y="274320"/>
                </a:lnTo>
                <a:lnTo>
                  <a:pt x="92976" y="271272"/>
                </a:lnTo>
                <a:lnTo>
                  <a:pt x="99072" y="268224"/>
                </a:lnTo>
                <a:lnTo>
                  <a:pt x="187464" y="268224"/>
                </a:lnTo>
                <a:lnTo>
                  <a:pt x="195084" y="269748"/>
                </a:lnTo>
                <a:lnTo>
                  <a:pt x="198132" y="271272"/>
                </a:lnTo>
                <a:lnTo>
                  <a:pt x="201180" y="274320"/>
                </a:lnTo>
                <a:lnTo>
                  <a:pt x="202704" y="278892"/>
                </a:lnTo>
                <a:lnTo>
                  <a:pt x="202704" y="288036"/>
                </a:lnTo>
                <a:lnTo>
                  <a:pt x="207276" y="288036"/>
                </a:lnTo>
                <a:lnTo>
                  <a:pt x="207276" y="224028"/>
                </a:lnTo>
                <a:lnTo>
                  <a:pt x="202704" y="224028"/>
                </a:lnTo>
                <a:lnTo>
                  <a:pt x="202704" y="234696"/>
                </a:lnTo>
                <a:lnTo>
                  <a:pt x="201180" y="236220"/>
                </a:lnTo>
                <a:lnTo>
                  <a:pt x="199656" y="239268"/>
                </a:lnTo>
                <a:lnTo>
                  <a:pt x="198132" y="240792"/>
                </a:lnTo>
                <a:lnTo>
                  <a:pt x="195084" y="242316"/>
                </a:lnTo>
                <a:lnTo>
                  <a:pt x="192036" y="242316"/>
                </a:lnTo>
                <a:lnTo>
                  <a:pt x="187464" y="243840"/>
                </a:lnTo>
                <a:lnTo>
                  <a:pt x="108216" y="243840"/>
                </a:lnTo>
                <a:lnTo>
                  <a:pt x="99974" y="234721"/>
                </a:lnTo>
                <a:lnTo>
                  <a:pt x="93738" y="225742"/>
                </a:lnTo>
                <a:lnTo>
                  <a:pt x="89776" y="217055"/>
                </a:lnTo>
                <a:lnTo>
                  <a:pt x="88404" y="208788"/>
                </a:lnTo>
                <a:lnTo>
                  <a:pt x="88404" y="201168"/>
                </a:lnTo>
                <a:lnTo>
                  <a:pt x="123456" y="187452"/>
                </a:lnTo>
                <a:lnTo>
                  <a:pt x="192036" y="187452"/>
                </a:lnTo>
                <a:lnTo>
                  <a:pt x="198132" y="190500"/>
                </a:lnTo>
                <a:lnTo>
                  <a:pt x="202704" y="195072"/>
                </a:lnTo>
                <a:lnTo>
                  <a:pt x="202704" y="207264"/>
                </a:lnTo>
                <a:lnTo>
                  <a:pt x="207276" y="207264"/>
                </a:lnTo>
                <a:lnTo>
                  <a:pt x="207276" y="143256"/>
                </a:lnTo>
                <a:close/>
              </a:path>
              <a:path extrusionOk="0" h="803275" w="271780">
                <a:moveTo>
                  <a:pt x="210312" y="556260"/>
                </a:moveTo>
                <a:lnTo>
                  <a:pt x="209130" y="548259"/>
                </a:lnTo>
                <a:lnTo>
                  <a:pt x="205359" y="540258"/>
                </a:lnTo>
                <a:lnTo>
                  <a:pt x="198742" y="532257"/>
                </a:lnTo>
                <a:lnTo>
                  <a:pt x="188976" y="524256"/>
                </a:lnTo>
                <a:lnTo>
                  <a:pt x="181356" y="524256"/>
                </a:lnTo>
                <a:lnTo>
                  <a:pt x="190500" y="533400"/>
                </a:lnTo>
                <a:lnTo>
                  <a:pt x="192024" y="536448"/>
                </a:lnTo>
                <a:lnTo>
                  <a:pt x="192024" y="542544"/>
                </a:lnTo>
                <a:lnTo>
                  <a:pt x="190500" y="544068"/>
                </a:lnTo>
                <a:lnTo>
                  <a:pt x="190500" y="545592"/>
                </a:lnTo>
                <a:lnTo>
                  <a:pt x="188976" y="545592"/>
                </a:lnTo>
                <a:lnTo>
                  <a:pt x="185928" y="547116"/>
                </a:lnTo>
                <a:lnTo>
                  <a:pt x="103632" y="547116"/>
                </a:lnTo>
                <a:lnTo>
                  <a:pt x="94488" y="548640"/>
                </a:lnTo>
                <a:lnTo>
                  <a:pt x="91440" y="550164"/>
                </a:lnTo>
                <a:lnTo>
                  <a:pt x="83820" y="553212"/>
                </a:lnTo>
                <a:lnTo>
                  <a:pt x="70104" y="591312"/>
                </a:lnTo>
                <a:lnTo>
                  <a:pt x="70916" y="602170"/>
                </a:lnTo>
                <a:lnTo>
                  <a:pt x="92392" y="636841"/>
                </a:lnTo>
                <a:lnTo>
                  <a:pt x="105156" y="640080"/>
                </a:lnTo>
                <a:lnTo>
                  <a:pt x="109728" y="640080"/>
                </a:lnTo>
                <a:lnTo>
                  <a:pt x="115874" y="636993"/>
                </a:lnTo>
                <a:lnTo>
                  <a:pt x="118872" y="633984"/>
                </a:lnTo>
                <a:lnTo>
                  <a:pt x="118872" y="621792"/>
                </a:lnTo>
                <a:lnTo>
                  <a:pt x="115824" y="618744"/>
                </a:lnTo>
                <a:lnTo>
                  <a:pt x="109728" y="615696"/>
                </a:lnTo>
                <a:lnTo>
                  <a:pt x="91440" y="615696"/>
                </a:lnTo>
                <a:lnTo>
                  <a:pt x="88392" y="614172"/>
                </a:lnTo>
                <a:lnTo>
                  <a:pt x="85344" y="611124"/>
                </a:lnTo>
                <a:lnTo>
                  <a:pt x="79375" y="602170"/>
                </a:lnTo>
                <a:lnTo>
                  <a:pt x="79248" y="588264"/>
                </a:lnTo>
                <a:lnTo>
                  <a:pt x="82296" y="582168"/>
                </a:lnTo>
                <a:lnTo>
                  <a:pt x="115824" y="571500"/>
                </a:lnTo>
                <a:lnTo>
                  <a:pt x="120396" y="571500"/>
                </a:lnTo>
                <a:lnTo>
                  <a:pt x="120523" y="571817"/>
                </a:lnTo>
                <a:lnTo>
                  <a:pt x="126733" y="587273"/>
                </a:lnTo>
                <a:lnTo>
                  <a:pt x="146304" y="626795"/>
                </a:lnTo>
                <a:lnTo>
                  <a:pt x="170688" y="644652"/>
                </a:lnTo>
                <a:lnTo>
                  <a:pt x="176784" y="644652"/>
                </a:lnTo>
                <a:lnTo>
                  <a:pt x="210312" y="621792"/>
                </a:lnTo>
                <a:lnTo>
                  <a:pt x="210312" y="620268"/>
                </a:lnTo>
                <a:lnTo>
                  <a:pt x="210312" y="601980"/>
                </a:lnTo>
                <a:lnTo>
                  <a:pt x="207264" y="597408"/>
                </a:lnTo>
                <a:lnTo>
                  <a:pt x="205244" y="593369"/>
                </a:lnTo>
                <a:lnTo>
                  <a:pt x="201358" y="587883"/>
                </a:lnTo>
                <a:lnTo>
                  <a:pt x="195478" y="580694"/>
                </a:lnTo>
                <a:lnTo>
                  <a:pt x="192024" y="576745"/>
                </a:lnTo>
                <a:lnTo>
                  <a:pt x="192024" y="600456"/>
                </a:lnTo>
                <a:lnTo>
                  <a:pt x="192024" y="605028"/>
                </a:lnTo>
                <a:lnTo>
                  <a:pt x="190500" y="609600"/>
                </a:lnTo>
                <a:lnTo>
                  <a:pt x="181356" y="618744"/>
                </a:lnTo>
                <a:lnTo>
                  <a:pt x="176784" y="620268"/>
                </a:lnTo>
                <a:lnTo>
                  <a:pt x="164592" y="620268"/>
                </a:lnTo>
                <a:lnTo>
                  <a:pt x="129540" y="571500"/>
                </a:lnTo>
                <a:lnTo>
                  <a:pt x="178308" y="571500"/>
                </a:lnTo>
                <a:lnTo>
                  <a:pt x="192024" y="600456"/>
                </a:lnTo>
                <a:lnTo>
                  <a:pt x="192024" y="576745"/>
                </a:lnTo>
                <a:lnTo>
                  <a:pt x="187452" y="571500"/>
                </a:lnTo>
                <a:lnTo>
                  <a:pt x="196596" y="571500"/>
                </a:lnTo>
                <a:lnTo>
                  <a:pt x="202692" y="569976"/>
                </a:lnTo>
                <a:lnTo>
                  <a:pt x="208788" y="563880"/>
                </a:lnTo>
                <a:lnTo>
                  <a:pt x="210312" y="560832"/>
                </a:lnTo>
                <a:lnTo>
                  <a:pt x="210312" y="556260"/>
                </a:lnTo>
                <a:close/>
              </a:path>
              <a:path extrusionOk="0" h="803275" w="271780">
                <a:moveTo>
                  <a:pt x="210324" y="443484"/>
                </a:moveTo>
                <a:lnTo>
                  <a:pt x="112585" y="403860"/>
                </a:lnTo>
                <a:lnTo>
                  <a:pt x="89928" y="394716"/>
                </a:lnTo>
                <a:lnTo>
                  <a:pt x="85356" y="391668"/>
                </a:lnTo>
                <a:lnTo>
                  <a:pt x="79260" y="385572"/>
                </a:lnTo>
                <a:lnTo>
                  <a:pt x="79260" y="382524"/>
                </a:lnTo>
                <a:lnTo>
                  <a:pt x="77736" y="377952"/>
                </a:lnTo>
                <a:lnTo>
                  <a:pt x="73164" y="377952"/>
                </a:lnTo>
                <a:lnTo>
                  <a:pt x="73164" y="419100"/>
                </a:lnTo>
                <a:lnTo>
                  <a:pt x="77736" y="419100"/>
                </a:lnTo>
                <a:lnTo>
                  <a:pt x="77736" y="414528"/>
                </a:lnTo>
                <a:lnTo>
                  <a:pt x="79260" y="411480"/>
                </a:lnTo>
                <a:lnTo>
                  <a:pt x="79260" y="408432"/>
                </a:lnTo>
                <a:lnTo>
                  <a:pt x="83832" y="403860"/>
                </a:lnTo>
                <a:lnTo>
                  <a:pt x="88404" y="403860"/>
                </a:lnTo>
                <a:lnTo>
                  <a:pt x="97548" y="406908"/>
                </a:lnTo>
                <a:lnTo>
                  <a:pt x="173748" y="438912"/>
                </a:lnTo>
                <a:lnTo>
                  <a:pt x="100596" y="469392"/>
                </a:lnTo>
                <a:lnTo>
                  <a:pt x="96024" y="472440"/>
                </a:lnTo>
                <a:lnTo>
                  <a:pt x="91452" y="473964"/>
                </a:lnTo>
                <a:lnTo>
                  <a:pt x="85356" y="473964"/>
                </a:lnTo>
                <a:lnTo>
                  <a:pt x="82308" y="472440"/>
                </a:lnTo>
                <a:lnTo>
                  <a:pt x="80784" y="470916"/>
                </a:lnTo>
                <a:lnTo>
                  <a:pt x="77736" y="464820"/>
                </a:lnTo>
                <a:lnTo>
                  <a:pt x="77736" y="457200"/>
                </a:lnTo>
                <a:lnTo>
                  <a:pt x="73164" y="457200"/>
                </a:lnTo>
                <a:lnTo>
                  <a:pt x="73164" y="521208"/>
                </a:lnTo>
                <a:lnTo>
                  <a:pt x="77736" y="521208"/>
                </a:lnTo>
                <a:lnTo>
                  <a:pt x="79260" y="516636"/>
                </a:lnTo>
                <a:lnTo>
                  <a:pt x="80784" y="513588"/>
                </a:lnTo>
                <a:lnTo>
                  <a:pt x="80784" y="512064"/>
                </a:lnTo>
                <a:lnTo>
                  <a:pt x="82308" y="509016"/>
                </a:lnTo>
                <a:lnTo>
                  <a:pt x="89928" y="501396"/>
                </a:lnTo>
                <a:lnTo>
                  <a:pt x="92976" y="499872"/>
                </a:lnTo>
                <a:lnTo>
                  <a:pt x="99072" y="498348"/>
                </a:lnTo>
                <a:lnTo>
                  <a:pt x="156489" y="473964"/>
                </a:lnTo>
                <a:lnTo>
                  <a:pt x="210324" y="451104"/>
                </a:lnTo>
                <a:lnTo>
                  <a:pt x="210324" y="443484"/>
                </a:lnTo>
                <a:close/>
              </a:path>
              <a:path extrusionOk="0" h="803275" w="271780">
                <a:moveTo>
                  <a:pt x="271284" y="76200"/>
                </a:moveTo>
                <a:lnTo>
                  <a:pt x="270090" y="58775"/>
                </a:lnTo>
                <a:lnTo>
                  <a:pt x="266331" y="43053"/>
                </a:lnTo>
                <a:lnTo>
                  <a:pt x="259702" y="29057"/>
                </a:lnTo>
                <a:lnTo>
                  <a:pt x="252869" y="20447"/>
                </a:lnTo>
                <a:lnTo>
                  <a:pt x="252869" y="65532"/>
                </a:lnTo>
                <a:lnTo>
                  <a:pt x="252450" y="76200"/>
                </a:lnTo>
                <a:lnTo>
                  <a:pt x="240804" y="112776"/>
                </a:lnTo>
                <a:lnTo>
                  <a:pt x="237756" y="114300"/>
                </a:lnTo>
                <a:lnTo>
                  <a:pt x="225564" y="114300"/>
                </a:lnTo>
                <a:lnTo>
                  <a:pt x="220992" y="111252"/>
                </a:lnTo>
                <a:lnTo>
                  <a:pt x="217944" y="109728"/>
                </a:lnTo>
                <a:lnTo>
                  <a:pt x="216420" y="108204"/>
                </a:lnTo>
                <a:lnTo>
                  <a:pt x="213372" y="105156"/>
                </a:lnTo>
                <a:lnTo>
                  <a:pt x="211340" y="103632"/>
                </a:lnTo>
                <a:lnTo>
                  <a:pt x="207276" y="100584"/>
                </a:lnTo>
                <a:lnTo>
                  <a:pt x="208076" y="91440"/>
                </a:lnTo>
                <a:lnTo>
                  <a:pt x="208178" y="89916"/>
                </a:lnTo>
                <a:lnTo>
                  <a:pt x="208292" y="86868"/>
                </a:lnTo>
                <a:lnTo>
                  <a:pt x="208407" y="83820"/>
                </a:lnTo>
                <a:lnTo>
                  <a:pt x="208521" y="80772"/>
                </a:lnTo>
                <a:lnTo>
                  <a:pt x="208610" y="78676"/>
                </a:lnTo>
                <a:lnTo>
                  <a:pt x="208686" y="71628"/>
                </a:lnTo>
                <a:lnTo>
                  <a:pt x="208800" y="48768"/>
                </a:lnTo>
                <a:lnTo>
                  <a:pt x="209956" y="38100"/>
                </a:lnTo>
                <a:lnTo>
                  <a:pt x="219468" y="9144"/>
                </a:lnTo>
                <a:lnTo>
                  <a:pt x="231660" y="9144"/>
                </a:lnTo>
                <a:lnTo>
                  <a:pt x="252425" y="49872"/>
                </a:lnTo>
                <a:lnTo>
                  <a:pt x="252437" y="50292"/>
                </a:lnTo>
                <a:lnTo>
                  <a:pt x="252818" y="58775"/>
                </a:lnTo>
                <a:lnTo>
                  <a:pt x="252869" y="65532"/>
                </a:lnTo>
                <a:lnTo>
                  <a:pt x="252869" y="20447"/>
                </a:lnTo>
                <a:lnTo>
                  <a:pt x="219468" y="0"/>
                </a:lnTo>
                <a:lnTo>
                  <a:pt x="210324" y="0"/>
                </a:lnTo>
                <a:lnTo>
                  <a:pt x="204228" y="3048"/>
                </a:lnTo>
                <a:lnTo>
                  <a:pt x="198132" y="9144"/>
                </a:lnTo>
                <a:lnTo>
                  <a:pt x="188988" y="21336"/>
                </a:lnTo>
                <a:lnTo>
                  <a:pt x="187464" y="32004"/>
                </a:lnTo>
                <a:lnTo>
                  <a:pt x="187464" y="89916"/>
                </a:lnTo>
                <a:lnTo>
                  <a:pt x="185940" y="92964"/>
                </a:lnTo>
                <a:lnTo>
                  <a:pt x="185839" y="97726"/>
                </a:lnTo>
                <a:lnTo>
                  <a:pt x="184416" y="100584"/>
                </a:lnTo>
                <a:lnTo>
                  <a:pt x="181368" y="103632"/>
                </a:lnTo>
                <a:lnTo>
                  <a:pt x="173748" y="103632"/>
                </a:lnTo>
                <a:lnTo>
                  <a:pt x="172224" y="102108"/>
                </a:lnTo>
                <a:lnTo>
                  <a:pt x="169176" y="100584"/>
                </a:lnTo>
                <a:lnTo>
                  <a:pt x="166128" y="96012"/>
                </a:lnTo>
                <a:lnTo>
                  <a:pt x="161556" y="91440"/>
                </a:lnTo>
                <a:lnTo>
                  <a:pt x="164604" y="85344"/>
                </a:lnTo>
                <a:lnTo>
                  <a:pt x="164604" y="71628"/>
                </a:lnTo>
                <a:lnTo>
                  <a:pt x="163982" y="59893"/>
                </a:lnTo>
                <a:lnTo>
                  <a:pt x="156984" y="39458"/>
                </a:lnTo>
                <a:lnTo>
                  <a:pt x="156984" y="62484"/>
                </a:lnTo>
                <a:lnTo>
                  <a:pt x="156984" y="77724"/>
                </a:lnTo>
                <a:lnTo>
                  <a:pt x="123621" y="98488"/>
                </a:lnTo>
                <a:lnTo>
                  <a:pt x="112788" y="99060"/>
                </a:lnTo>
                <a:lnTo>
                  <a:pt x="104444" y="98755"/>
                </a:lnTo>
                <a:lnTo>
                  <a:pt x="77736" y="80772"/>
                </a:lnTo>
                <a:lnTo>
                  <a:pt x="77736" y="65532"/>
                </a:lnTo>
                <a:lnTo>
                  <a:pt x="112610" y="43484"/>
                </a:lnTo>
                <a:lnTo>
                  <a:pt x="123456" y="42672"/>
                </a:lnTo>
                <a:lnTo>
                  <a:pt x="131787" y="43230"/>
                </a:lnTo>
                <a:lnTo>
                  <a:pt x="156984" y="62484"/>
                </a:lnTo>
                <a:lnTo>
                  <a:pt x="156984" y="39458"/>
                </a:lnTo>
                <a:lnTo>
                  <a:pt x="121932" y="18288"/>
                </a:lnTo>
                <a:lnTo>
                  <a:pt x="114211" y="18859"/>
                </a:lnTo>
                <a:lnTo>
                  <a:pt x="107073" y="20574"/>
                </a:lnTo>
                <a:lnTo>
                  <a:pt x="100495" y="23431"/>
                </a:lnTo>
                <a:lnTo>
                  <a:pt x="94500" y="27432"/>
                </a:lnTo>
                <a:lnTo>
                  <a:pt x="94500" y="1524"/>
                </a:lnTo>
                <a:lnTo>
                  <a:pt x="92976" y="1524"/>
                </a:lnTo>
                <a:lnTo>
                  <a:pt x="89928" y="0"/>
                </a:lnTo>
                <a:lnTo>
                  <a:pt x="85356" y="0"/>
                </a:lnTo>
                <a:lnTo>
                  <a:pt x="83832" y="1524"/>
                </a:lnTo>
                <a:lnTo>
                  <a:pt x="82308" y="1524"/>
                </a:lnTo>
                <a:lnTo>
                  <a:pt x="82308" y="3048"/>
                </a:lnTo>
                <a:lnTo>
                  <a:pt x="80784" y="6096"/>
                </a:lnTo>
                <a:lnTo>
                  <a:pt x="80784" y="38100"/>
                </a:lnTo>
                <a:lnTo>
                  <a:pt x="76542" y="45275"/>
                </a:lnTo>
                <a:lnTo>
                  <a:pt x="70116" y="71628"/>
                </a:lnTo>
                <a:lnTo>
                  <a:pt x="71208" y="82511"/>
                </a:lnTo>
                <a:lnTo>
                  <a:pt x="92519" y="115735"/>
                </a:lnTo>
                <a:lnTo>
                  <a:pt x="118884" y="123444"/>
                </a:lnTo>
                <a:lnTo>
                  <a:pt x="128028" y="123444"/>
                </a:lnTo>
                <a:lnTo>
                  <a:pt x="155536" y="106476"/>
                </a:lnTo>
                <a:lnTo>
                  <a:pt x="158508" y="99060"/>
                </a:lnTo>
                <a:lnTo>
                  <a:pt x="187464" y="123444"/>
                </a:lnTo>
                <a:lnTo>
                  <a:pt x="196608" y="123444"/>
                </a:lnTo>
                <a:lnTo>
                  <a:pt x="198132" y="120396"/>
                </a:lnTo>
                <a:lnTo>
                  <a:pt x="201180" y="118872"/>
                </a:lnTo>
                <a:lnTo>
                  <a:pt x="204228" y="114300"/>
                </a:lnTo>
                <a:lnTo>
                  <a:pt x="207276" y="108204"/>
                </a:lnTo>
                <a:lnTo>
                  <a:pt x="216344" y="117284"/>
                </a:lnTo>
                <a:lnTo>
                  <a:pt x="220992" y="123444"/>
                </a:lnTo>
                <a:lnTo>
                  <a:pt x="222516" y="123444"/>
                </a:lnTo>
                <a:lnTo>
                  <a:pt x="228612" y="128016"/>
                </a:lnTo>
                <a:lnTo>
                  <a:pt x="233184" y="131064"/>
                </a:lnTo>
                <a:lnTo>
                  <a:pt x="237756" y="132588"/>
                </a:lnTo>
                <a:lnTo>
                  <a:pt x="239280" y="134112"/>
                </a:lnTo>
                <a:lnTo>
                  <a:pt x="249948" y="134112"/>
                </a:lnTo>
                <a:lnTo>
                  <a:pt x="254520" y="131064"/>
                </a:lnTo>
                <a:lnTo>
                  <a:pt x="259092" y="123444"/>
                </a:lnTo>
                <a:lnTo>
                  <a:pt x="264375" y="114300"/>
                </a:lnTo>
                <a:lnTo>
                  <a:pt x="264845" y="113499"/>
                </a:lnTo>
                <a:lnTo>
                  <a:pt x="268617" y="102108"/>
                </a:lnTo>
                <a:lnTo>
                  <a:pt x="268719" y="101422"/>
                </a:lnTo>
                <a:lnTo>
                  <a:pt x="270662" y="89585"/>
                </a:lnTo>
                <a:lnTo>
                  <a:pt x="270725" y="88011"/>
                </a:lnTo>
                <a:lnTo>
                  <a:pt x="270852" y="85344"/>
                </a:lnTo>
                <a:lnTo>
                  <a:pt x="270929" y="83820"/>
                </a:lnTo>
                <a:lnTo>
                  <a:pt x="270992" y="82511"/>
                </a:lnTo>
                <a:lnTo>
                  <a:pt x="271068" y="80772"/>
                </a:lnTo>
                <a:lnTo>
                  <a:pt x="271157" y="78676"/>
                </a:lnTo>
                <a:lnTo>
                  <a:pt x="271284" y="762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6" name="Google Shape;1396;p26"/>
          <p:cNvGrpSpPr/>
          <p:nvPr/>
        </p:nvGrpSpPr>
        <p:grpSpPr>
          <a:xfrm>
            <a:off x="1836407" y="6131052"/>
            <a:ext cx="271780" cy="981455"/>
            <a:chOff x="1836407" y="6131052"/>
            <a:chExt cx="271780" cy="981455"/>
          </a:xfrm>
        </p:grpSpPr>
        <p:sp>
          <p:nvSpPr>
            <p:cNvPr id="1397" name="Google Shape;1397;p26"/>
            <p:cNvSpPr/>
            <p:nvPr/>
          </p:nvSpPr>
          <p:spPr>
            <a:xfrm>
              <a:off x="1836407" y="6266688"/>
              <a:ext cx="271780" cy="845819"/>
            </a:xfrm>
            <a:custGeom>
              <a:rect b="b" l="l" r="r" t="t"/>
              <a:pathLst>
                <a:path extrusionOk="0" h="845820" w="271780">
                  <a:moveTo>
                    <a:pt x="32004" y="256032"/>
                  </a:moveTo>
                  <a:lnTo>
                    <a:pt x="30480" y="252984"/>
                  </a:lnTo>
                  <a:lnTo>
                    <a:pt x="24384" y="246888"/>
                  </a:lnTo>
                  <a:lnTo>
                    <a:pt x="21336" y="245364"/>
                  </a:lnTo>
                  <a:lnTo>
                    <a:pt x="12192" y="245364"/>
                  </a:lnTo>
                  <a:lnTo>
                    <a:pt x="9144" y="246888"/>
                  </a:lnTo>
                  <a:lnTo>
                    <a:pt x="4572" y="249936"/>
                  </a:lnTo>
                  <a:lnTo>
                    <a:pt x="1524" y="252984"/>
                  </a:lnTo>
                  <a:lnTo>
                    <a:pt x="0" y="256032"/>
                  </a:lnTo>
                  <a:lnTo>
                    <a:pt x="0" y="265176"/>
                  </a:lnTo>
                  <a:lnTo>
                    <a:pt x="1524" y="268224"/>
                  </a:lnTo>
                  <a:lnTo>
                    <a:pt x="9144" y="275844"/>
                  </a:lnTo>
                  <a:lnTo>
                    <a:pt x="12192" y="277368"/>
                  </a:lnTo>
                  <a:lnTo>
                    <a:pt x="21336" y="277368"/>
                  </a:lnTo>
                  <a:lnTo>
                    <a:pt x="24384" y="275844"/>
                  </a:lnTo>
                  <a:lnTo>
                    <a:pt x="27432" y="271272"/>
                  </a:lnTo>
                  <a:lnTo>
                    <a:pt x="30480" y="268224"/>
                  </a:lnTo>
                  <a:lnTo>
                    <a:pt x="32004" y="265176"/>
                  </a:lnTo>
                  <a:lnTo>
                    <a:pt x="32004" y="256032"/>
                  </a:lnTo>
                  <a:close/>
                </a:path>
                <a:path extrusionOk="0" h="845820" w="271780">
                  <a:moveTo>
                    <a:pt x="207276" y="620268"/>
                  </a:moveTo>
                  <a:lnTo>
                    <a:pt x="202704" y="620268"/>
                  </a:lnTo>
                  <a:lnTo>
                    <a:pt x="202704" y="629412"/>
                  </a:lnTo>
                  <a:lnTo>
                    <a:pt x="199656" y="635508"/>
                  </a:lnTo>
                  <a:lnTo>
                    <a:pt x="198132" y="637032"/>
                  </a:lnTo>
                  <a:lnTo>
                    <a:pt x="195084" y="637032"/>
                  </a:lnTo>
                  <a:lnTo>
                    <a:pt x="192036" y="638556"/>
                  </a:lnTo>
                  <a:lnTo>
                    <a:pt x="185940" y="640080"/>
                  </a:lnTo>
                  <a:lnTo>
                    <a:pt x="111848" y="640130"/>
                  </a:lnTo>
                  <a:lnTo>
                    <a:pt x="104597" y="640461"/>
                  </a:lnTo>
                  <a:lnTo>
                    <a:pt x="98755" y="641375"/>
                  </a:lnTo>
                  <a:lnTo>
                    <a:pt x="94500" y="643128"/>
                  </a:lnTo>
                  <a:lnTo>
                    <a:pt x="85356" y="646176"/>
                  </a:lnTo>
                  <a:lnTo>
                    <a:pt x="79260" y="649224"/>
                  </a:lnTo>
                  <a:lnTo>
                    <a:pt x="70116" y="667512"/>
                  </a:lnTo>
                  <a:lnTo>
                    <a:pt x="70116" y="681228"/>
                  </a:lnTo>
                  <a:lnTo>
                    <a:pt x="73164" y="687324"/>
                  </a:lnTo>
                  <a:lnTo>
                    <a:pt x="76212" y="694944"/>
                  </a:lnTo>
                  <a:lnTo>
                    <a:pt x="80225" y="700049"/>
                  </a:lnTo>
                  <a:lnTo>
                    <a:pt x="85547" y="705993"/>
                  </a:lnTo>
                  <a:lnTo>
                    <a:pt x="92278" y="712520"/>
                  </a:lnTo>
                  <a:lnTo>
                    <a:pt x="100596" y="719328"/>
                  </a:lnTo>
                  <a:lnTo>
                    <a:pt x="93370" y="721029"/>
                  </a:lnTo>
                  <a:lnTo>
                    <a:pt x="70116" y="743712"/>
                  </a:lnTo>
                  <a:lnTo>
                    <a:pt x="70116" y="757428"/>
                  </a:lnTo>
                  <a:lnTo>
                    <a:pt x="73164" y="766572"/>
                  </a:lnTo>
                  <a:lnTo>
                    <a:pt x="76212" y="772668"/>
                  </a:lnTo>
                  <a:lnTo>
                    <a:pt x="79260" y="777240"/>
                  </a:lnTo>
                  <a:lnTo>
                    <a:pt x="82308" y="780288"/>
                  </a:lnTo>
                  <a:lnTo>
                    <a:pt x="84302" y="782942"/>
                  </a:lnTo>
                  <a:lnTo>
                    <a:pt x="100596" y="798576"/>
                  </a:lnTo>
                  <a:lnTo>
                    <a:pt x="70116" y="798576"/>
                  </a:lnTo>
                  <a:lnTo>
                    <a:pt x="70116" y="804672"/>
                  </a:lnTo>
                  <a:lnTo>
                    <a:pt x="86880" y="845820"/>
                  </a:lnTo>
                  <a:lnTo>
                    <a:pt x="91452" y="842772"/>
                  </a:lnTo>
                  <a:lnTo>
                    <a:pt x="89928" y="839724"/>
                  </a:lnTo>
                  <a:lnTo>
                    <a:pt x="89928" y="829056"/>
                  </a:lnTo>
                  <a:lnTo>
                    <a:pt x="94500" y="824484"/>
                  </a:lnTo>
                  <a:lnTo>
                    <a:pt x="99072" y="822960"/>
                  </a:lnTo>
                  <a:lnTo>
                    <a:pt x="192036" y="822960"/>
                  </a:lnTo>
                  <a:lnTo>
                    <a:pt x="198132" y="826008"/>
                  </a:lnTo>
                  <a:lnTo>
                    <a:pt x="201180" y="829056"/>
                  </a:lnTo>
                  <a:lnTo>
                    <a:pt x="202704" y="832104"/>
                  </a:lnTo>
                  <a:lnTo>
                    <a:pt x="202704" y="842772"/>
                  </a:lnTo>
                  <a:lnTo>
                    <a:pt x="207276" y="842772"/>
                  </a:lnTo>
                  <a:lnTo>
                    <a:pt x="207276" y="778764"/>
                  </a:lnTo>
                  <a:lnTo>
                    <a:pt x="202704" y="778764"/>
                  </a:lnTo>
                  <a:lnTo>
                    <a:pt x="202704" y="789432"/>
                  </a:lnTo>
                  <a:lnTo>
                    <a:pt x="201180" y="790956"/>
                  </a:lnTo>
                  <a:lnTo>
                    <a:pt x="199656" y="794004"/>
                  </a:lnTo>
                  <a:lnTo>
                    <a:pt x="198132" y="795528"/>
                  </a:lnTo>
                  <a:lnTo>
                    <a:pt x="195084" y="795528"/>
                  </a:lnTo>
                  <a:lnTo>
                    <a:pt x="192036" y="797052"/>
                  </a:lnTo>
                  <a:lnTo>
                    <a:pt x="185940" y="798576"/>
                  </a:lnTo>
                  <a:lnTo>
                    <a:pt x="106692" y="798576"/>
                  </a:lnTo>
                  <a:lnTo>
                    <a:pt x="102120" y="794004"/>
                  </a:lnTo>
                  <a:lnTo>
                    <a:pt x="97548" y="787908"/>
                  </a:lnTo>
                  <a:lnTo>
                    <a:pt x="92976" y="780288"/>
                  </a:lnTo>
                  <a:lnTo>
                    <a:pt x="89928" y="775716"/>
                  </a:lnTo>
                  <a:lnTo>
                    <a:pt x="88404" y="769620"/>
                  </a:lnTo>
                  <a:lnTo>
                    <a:pt x="88404" y="757428"/>
                  </a:lnTo>
                  <a:lnTo>
                    <a:pt x="91452" y="751332"/>
                  </a:lnTo>
                  <a:lnTo>
                    <a:pt x="97548" y="748284"/>
                  </a:lnTo>
                  <a:lnTo>
                    <a:pt x="102120" y="745236"/>
                  </a:lnTo>
                  <a:lnTo>
                    <a:pt x="109740" y="743712"/>
                  </a:lnTo>
                  <a:lnTo>
                    <a:pt x="192036" y="743712"/>
                  </a:lnTo>
                  <a:lnTo>
                    <a:pt x="196608" y="745236"/>
                  </a:lnTo>
                  <a:lnTo>
                    <a:pt x="198132" y="746760"/>
                  </a:lnTo>
                  <a:lnTo>
                    <a:pt x="201180" y="748284"/>
                  </a:lnTo>
                  <a:lnTo>
                    <a:pt x="202704" y="751332"/>
                  </a:lnTo>
                  <a:lnTo>
                    <a:pt x="202704" y="763524"/>
                  </a:lnTo>
                  <a:lnTo>
                    <a:pt x="207276" y="763524"/>
                  </a:lnTo>
                  <a:lnTo>
                    <a:pt x="207276" y="699516"/>
                  </a:lnTo>
                  <a:lnTo>
                    <a:pt x="202704" y="699516"/>
                  </a:lnTo>
                  <a:lnTo>
                    <a:pt x="202704" y="710184"/>
                  </a:lnTo>
                  <a:lnTo>
                    <a:pt x="201180" y="711708"/>
                  </a:lnTo>
                  <a:lnTo>
                    <a:pt x="199656" y="714756"/>
                  </a:lnTo>
                  <a:lnTo>
                    <a:pt x="198132" y="716280"/>
                  </a:lnTo>
                  <a:lnTo>
                    <a:pt x="195084" y="717804"/>
                  </a:lnTo>
                  <a:lnTo>
                    <a:pt x="193560" y="717804"/>
                  </a:lnTo>
                  <a:lnTo>
                    <a:pt x="187464" y="719328"/>
                  </a:lnTo>
                  <a:lnTo>
                    <a:pt x="108216" y="719328"/>
                  </a:lnTo>
                  <a:lnTo>
                    <a:pt x="100596" y="711708"/>
                  </a:lnTo>
                  <a:lnTo>
                    <a:pt x="96024" y="705612"/>
                  </a:lnTo>
                  <a:lnTo>
                    <a:pt x="92976" y="699516"/>
                  </a:lnTo>
                  <a:lnTo>
                    <a:pt x="89928" y="694944"/>
                  </a:lnTo>
                  <a:lnTo>
                    <a:pt x="88404" y="690372"/>
                  </a:lnTo>
                  <a:lnTo>
                    <a:pt x="88404" y="676656"/>
                  </a:lnTo>
                  <a:lnTo>
                    <a:pt x="91452" y="670560"/>
                  </a:lnTo>
                  <a:lnTo>
                    <a:pt x="97548" y="667512"/>
                  </a:lnTo>
                  <a:lnTo>
                    <a:pt x="102120" y="664464"/>
                  </a:lnTo>
                  <a:lnTo>
                    <a:pt x="192036" y="664464"/>
                  </a:lnTo>
                  <a:lnTo>
                    <a:pt x="195084" y="665988"/>
                  </a:lnTo>
                  <a:lnTo>
                    <a:pt x="198132" y="665988"/>
                  </a:lnTo>
                  <a:lnTo>
                    <a:pt x="199656" y="669036"/>
                  </a:lnTo>
                  <a:lnTo>
                    <a:pt x="202704" y="672084"/>
                  </a:lnTo>
                  <a:lnTo>
                    <a:pt x="202704" y="684276"/>
                  </a:lnTo>
                  <a:lnTo>
                    <a:pt x="207276" y="684276"/>
                  </a:lnTo>
                  <a:lnTo>
                    <a:pt x="207276" y="620268"/>
                  </a:lnTo>
                  <a:close/>
                </a:path>
                <a:path extrusionOk="0" h="845820" w="271780">
                  <a:moveTo>
                    <a:pt x="207276" y="393192"/>
                  </a:moveTo>
                  <a:lnTo>
                    <a:pt x="202704" y="393192"/>
                  </a:lnTo>
                  <a:lnTo>
                    <a:pt x="202704" y="403860"/>
                  </a:lnTo>
                  <a:lnTo>
                    <a:pt x="199656" y="409956"/>
                  </a:lnTo>
                  <a:lnTo>
                    <a:pt x="198132" y="411480"/>
                  </a:lnTo>
                  <a:lnTo>
                    <a:pt x="195084" y="411480"/>
                  </a:lnTo>
                  <a:lnTo>
                    <a:pt x="192036" y="413004"/>
                  </a:lnTo>
                  <a:lnTo>
                    <a:pt x="12" y="413004"/>
                  </a:lnTo>
                  <a:lnTo>
                    <a:pt x="12" y="420624"/>
                  </a:lnTo>
                  <a:lnTo>
                    <a:pt x="16776" y="458724"/>
                  </a:lnTo>
                  <a:lnTo>
                    <a:pt x="21348" y="457200"/>
                  </a:lnTo>
                  <a:lnTo>
                    <a:pt x="19824" y="452628"/>
                  </a:lnTo>
                  <a:lnTo>
                    <a:pt x="19824" y="443484"/>
                  </a:lnTo>
                  <a:lnTo>
                    <a:pt x="22872" y="440436"/>
                  </a:lnTo>
                  <a:lnTo>
                    <a:pt x="25920" y="440436"/>
                  </a:lnTo>
                  <a:lnTo>
                    <a:pt x="28968" y="438912"/>
                  </a:lnTo>
                  <a:lnTo>
                    <a:pt x="46113" y="437629"/>
                  </a:lnTo>
                  <a:lnTo>
                    <a:pt x="56400" y="437388"/>
                  </a:lnTo>
                  <a:lnTo>
                    <a:pt x="185940" y="437388"/>
                  </a:lnTo>
                  <a:lnTo>
                    <a:pt x="192036" y="438912"/>
                  </a:lnTo>
                  <a:lnTo>
                    <a:pt x="198132" y="441960"/>
                  </a:lnTo>
                  <a:lnTo>
                    <a:pt x="201180" y="445008"/>
                  </a:lnTo>
                  <a:lnTo>
                    <a:pt x="202704" y="448056"/>
                  </a:lnTo>
                  <a:lnTo>
                    <a:pt x="202704" y="457200"/>
                  </a:lnTo>
                  <a:lnTo>
                    <a:pt x="207276" y="457200"/>
                  </a:lnTo>
                  <a:lnTo>
                    <a:pt x="207276" y="393192"/>
                  </a:lnTo>
                  <a:close/>
                </a:path>
                <a:path extrusionOk="0" h="845820" w="271780">
                  <a:moveTo>
                    <a:pt x="207276" y="228600"/>
                  </a:moveTo>
                  <a:lnTo>
                    <a:pt x="202692" y="228600"/>
                  </a:lnTo>
                  <a:lnTo>
                    <a:pt x="202692" y="237744"/>
                  </a:lnTo>
                  <a:lnTo>
                    <a:pt x="201168" y="240792"/>
                  </a:lnTo>
                  <a:lnTo>
                    <a:pt x="199644" y="242316"/>
                  </a:lnTo>
                  <a:lnTo>
                    <a:pt x="198120" y="245364"/>
                  </a:lnTo>
                  <a:lnTo>
                    <a:pt x="195072" y="245364"/>
                  </a:lnTo>
                  <a:lnTo>
                    <a:pt x="192024" y="246888"/>
                  </a:lnTo>
                  <a:lnTo>
                    <a:pt x="185940" y="248412"/>
                  </a:lnTo>
                  <a:lnTo>
                    <a:pt x="70104" y="248412"/>
                  </a:lnTo>
                  <a:lnTo>
                    <a:pt x="70104" y="254508"/>
                  </a:lnTo>
                  <a:lnTo>
                    <a:pt x="86868" y="295656"/>
                  </a:lnTo>
                  <a:lnTo>
                    <a:pt x="91440" y="292608"/>
                  </a:lnTo>
                  <a:lnTo>
                    <a:pt x="89916" y="289560"/>
                  </a:lnTo>
                  <a:lnTo>
                    <a:pt x="89916" y="278892"/>
                  </a:lnTo>
                  <a:lnTo>
                    <a:pt x="94488" y="274320"/>
                  </a:lnTo>
                  <a:lnTo>
                    <a:pt x="99060" y="272796"/>
                  </a:lnTo>
                  <a:lnTo>
                    <a:pt x="192024" y="272796"/>
                  </a:lnTo>
                  <a:lnTo>
                    <a:pt x="198120" y="275844"/>
                  </a:lnTo>
                  <a:lnTo>
                    <a:pt x="201168" y="278892"/>
                  </a:lnTo>
                  <a:lnTo>
                    <a:pt x="202692" y="281940"/>
                  </a:lnTo>
                  <a:lnTo>
                    <a:pt x="202692" y="292608"/>
                  </a:lnTo>
                  <a:lnTo>
                    <a:pt x="207276" y="292608"/>
                  </a:lnTo>
                  <a:lnTo>
                    <a:pt x="207276" y="272796"/>
                  </a:lnTo>
                  <a:lnTo>
                    <a:pt x="207276" y="228600"/>
                  </a:lnTo>
                  <a:close/>
                </a:path>
                <a:path extrusionOk="0" h="845820" w="271780">
                  <a:moveTo>
                    <a:pt x="207276" y="0"/>
                  </a:moveTo>
                  <a:lnTo>
                    <a:pt x="202704" y="0"/>
                  </a:lnTo>
                  <a:lnTo>
                    <a:pt x="202704" y="10668"/>
                  </a:lnTo>
                  <a:lnTo>
                    <a:pt x="201180" y="12192"/>
                  </a:lnTo>
                  <a:lnTo>
                    <a:pt x="199656" y="15240"/>
                  </a:lnTo>
                  <a:lnTo>
                    <a:pt x="198132" y="16764"/>
                  </a:lnTo>
                  <a:lnTo>
                    <a:pt x="195084" y="18288"/>
                  </a:lnTo>
                  <a:lnTo>
                    <a:pt x="192036" y="18288"/>
                  </a:lnTo>
                  <a:lnTo>
                    <a:pt x="185940" y="19812"/>
                  </a:lnTo>
                  <a:lnTo>
                    <a:pt x="12" y="19812"/>
                  </a:lnTo>
                  <a:lnTo>
                    <a:pt x="12" y="25908"/>
                  </a:lnTo>
                  <a:lnTo>
                    <a:pt x="16776" y="65532"/>
                  </a:lnTo>
                  <a:lnTo>
                    <a:pt x="21348" y="62484"/>
                  </a:lnTo>
                  <a:lnTo>
                    <a:pt x="19824" y="59436"/>
                  </a:lnTo>
                  <a:lnTo>
                    <a:pt x="19824" y="48768"/>
                  </a:lnTo>
                  <a:lnTo>
                    <a:pt x="21348" y="47244"/>
                  </a:lnTo>
                  <a:lnTo>
                    <a:pt x="22872" y="47244"/>
                  </a:lnTo>
                  <a:lnTo>
                    <a:pt x="28968" y="44196"/>
                  </a:lnTo>
                  <a:lnTo>
                    <a:pt x="192036" y="44196"/>
                  </a:lnTo>
                  <a:lnTo>
                    <a:pt x="198132" y="47244"/>
                  </a:lnTo>
                  <a:lnTo>
                    <a:pt x="201180" y="50292"/>
                  </a:lnTo>
                  <a:lnTo>
                    <a:pt x="202704" y="53340"/>
                  </a:lnTo>
                  <a:lnTo>
                    <a:pt x="202704" y="64008"/>
                  </a:lnTo>
                  <a:lnTo>
                    <a:pt x="207276" y="64008"/>
                  </a:lnTo>
                  <a:lnTo>
                    <a:pt x="207276" y="0"/>
                  </a:lnTo>
                  <a:close/>
                </a:path>
                <a:path extrusionOk="0" h="845820" w="271780">
                  <a:moveTo>
                    <a:pt x="210312" y="505968"/>
                  </a:moveTo>
                  <a:lnTo>
                    <a:pt x="193548" y="466344"/>
                  </a:lnTo>
                  <a:lnTo>
                    <a:pt x="188976" y="467868"/>
                  </a:lnTo>
                  <a:lnTo>
                    <a:pt x="190500" y="472440"/>
                  </a:lnTo>
                  <a:lnTo>
                    <a:pt x="192024" y="475488"/>
                  </a:lnTo>
                  <a:lnTo>
                    <a:pt x="192024" y="483108"/>
                  </a:lnTo>
                  <a:lnTo>
                    <a:pt x="188976" y="486156"/>
                  </a:lnTo>
                  <a:lnTo>
                    <a:pt x="185928" y="487680"/>
                  </a:lnTo>
                  <a:lnTo>
                    <a:pt x="182880" y="487680"/>
                  </a:lnTo>
                  <a:lnTo>
                    <a:pt x="179438" y="488569"/>
                  </a:lnTo>
                  <a:lnTo>
                    <a:pt x="173545" y="489013"/>
                  </a:lnTo>
                  <a:lnTo>
                    <a:pt x="153924" y="489204"/>
                  </a:lnTo>
                  <a:lnTo>
                    <a:pt x="73152" y="489204"/>
                  </a:lnTo>
                  <a:lnTo>
                    <a:pt x="73152" y="533400"/>
                  </a:lnTo>
                  <a:lnTo>
                    <a:pt x="77724" y="533400"/>
                  </a:lnTo>
                  <a:lnTo>
                    <a:pt x="79248" y="524256"/>
                  </a:lnTo>
                  <a:lnTo>
                    <a:pt x="80772" y="519684"/>
                  </a:lnTo>
                  <a:lnTo>
                    <a:pt x="82296" y="516636"/>
                  </a:lnTo>
                  <a:lnTo>
                    <a:pt x="85344" y="515112"/>
                  </a:lnTo>
                  <a:lnTo>
                    <a:pt x="91440" y="513588"/>
                  </a:lnTo>
                  <a:lnTo>
                    <a:pt x="173736" y="513588"/>
                  </a:lnTo>
                  <a:lnTo>
                    <a:pt x="181356" y="521208"/>
                  </a:lnTo>
                  <a:lnTo>
                    <a:pt x="185928" y="527304"/>
                  </a:lnTo>
                  <a:lnTo>
                    <a:pt x="188976" y="531876"/>
                  </a:lnTo>
                  <a:lnTo>
                    <a:pt x="192024" y="537972"/>
                  </a:lnTo>
                  <a:lnTo>
                    <a:pt x="192024" y="553212"/>
                  </a:lnTo>
                  <a:lnTo>
                    <a:pt x="163068" y="569976"/>
                  </a:lnTo>
                  <a:lnTo>
                    <a:pt x="73152" y="569976"/>
                  </a:lnTo>
                  <a:lnTo>
                    <a:pt x="73152" y="617220"/>
                  </a:lnTo>
                  <a:lnTo>
                    <a:pt x="77724" y="617220"/>
                  </a:lnTo>
                  <a:lnTo>
                    <a:pt x="77724" y="609600"/>
                  </a:lnTo>
                  <a:lnTo>
                    <a:pt x="79248" y="605028"/>
                  </a:lnTo>
                  <a:lnTo>
                    <a:pt x="82296" y="598932"/>
                  </a:lnTo>
                  <a:lnTo>
                    <a:pt x="85344" y="595884"/>
                  </a:lnTo>
                  <a:lnTo>
                    <a:pt x="88392" y="594360"/>
                  </a:lnTo>
                  <a:lnTo>
                    <a:pt x="158496" y="594360"/>
                  </a:lnTo>
                  <a:lnTo>
                    <a:pt x="167957" y="594106"/>
                  </a:lnTo>
                  <a:lnTo>
                    <a:pt x="208788" y="573024"/>
                  </a:lnTo>
                  <a:lnTo>
                    <a:pt x="210312" y="566928"/>
                  </a:lnTo>
                  <a:lnTo>
                    <a:pt x="210312" y="553212"/>
                  </a:lnTo>
                  <a:lnTo>
                    <a:pt x="182880" y="513588"/>
                  </a:lnTo>
                  <a:lnTo>
                    <a:pt x="210312" y="513588"/>
                  </a:lnTo>
                  <a:lnTo>
                    <a:pt x="210312" y="505968"/>
                  </a:lnTo>
                  <a:close/>
                </a:path>
                <a:path extrusionOk="0" h="845820" w="271780">
                  <a:moveTo>
                    <a:pt x="210312" y="333756"/>
                  </a:moveTo>
                  <a:lnTo>
                    <a:pt x="181356" y="306324"/>
                  </a:lnTo>
                  <a:lnTo>
                    <a:pt x="181356" y="312420"/>
                  </a:lnTo>
                  <a:lnTo>
                    <a:pt x="185928" y="313944"/>
                  </a:lnTo>
                  <a:lnTo>
                    <a:pt x="187452" y="316992"/>
                  </a:lnTo>
                  <a:lnTo>
                    <a:pt x="190500" y="318516"/>
                  </a:lnTo>
                  <a:lnTo>
                    <a:pt x="192024" y="321564"/>
                  </a:lnTo>
                  <a:lnTo>
                    <a:pt x="192024" y="332232"/>
                  </a:lnTo>
                  <a:lnTo>
                    <a:pt x="190500" y="335280"/>
                  </a:lnTo>
                  <a:lnTo>
                    <a:pt x="187452" y="338328"/>
                  </a:lnTo>
                  <a:lnTo>
                    <a:pt x="184404" y="339852"/>
                  </a:lnTo>
                  <a:lnTo>
                    <a:pt x="179832" y="341376"/>
                  </a:lnTo>
                  <a:lnTo>
                    <a:pt x="82296" y="341376"/>
                  </a:lnTo>
                  <a:lnTo>
                    <a:pt x="82296" y="310896"/>
                  </a:lnTo>
                  <a:lnTo>
                    <a:pt x="73152" y="310896"/>
                  </a:lnTo>
                  <a:lnTo>
                    <a:pt x="73152" y="341376"/>
                  </a:lnTo>
                  <a:lnTo>
                    <a:pt x="28956" y="341376"/>
                  </a:lnTo>
                  <a:lnTo>
                    <a:pt x="28956" y="344424"/>
                  </a:lnTo>
                  <a:lnTo>
                    <a:pt x="62484" y="364236"/>
                  </a:lnTo>
                  <a:lnTo>
                    <a:pt x="79248" y="388620"/>
                  </a:lnTo>
                  <a:lnTo>
                    <a:pt x="82296" y="388620"/>
                  </a:lnTo>
                  <a:lnTo>
                    <a:pt x="82296" y="365760"/>
                  </a:lnTo>
                  <a:lnTo>
                    <a:pt x="184404" y="365760"/>
                  </a:lnTo>
                  <a:lnTo>
                    <a:pt x="192024" y="364236"/>
                  </a:lnTo>
                  <a:lnTo>
                    <a:pt x="201168" y="361188"/>
                  </a:lnTo>
                  <a:lnTo>
                    <a:pt x="204216" y="358140"/>
                  </a:lnTo>
                  <a:lnTo>
                    <a:pt x="210312" y="348996"/>
                  </a:lnTo>
                  <a:lnTo>
                    <a:pt x="210312" y="333756"/>
                  </a:lnTo>
                  <a:close/>
                </a:path>
                <a:path extrusionOk="0" h="845820" w="271780">
                  <a:moveTo>
                    <a:pt x="271272" y="152400"/>
                  </a:moveTo>
                  <a:lnTo>
                    <a:pt x="266700" y="152400"/>
                  </a:lnTo>
                  <a:lnTo>
                    <a:pt x="266700" y="164592"/>
                  </a:lnTo>
                  <a:lnTo>
                    <a:pt x="263652" y="170688"/>
                  </a:lnTo>
                  <a:lnTo>
                    <a:pt x="262128" y="172212"/>
                  </a:lnTo>
                  <a:lnTo>
                    <a:pt x="256032" y="175260"/>
                  </a:lnTo>
                  <a:lnTo>
                    <a:pt x="198120" y="175260"/>
                  </a:lnTo>
                  <a:lnTo>
                    <a:pt x="202692" y="170688"/>
                  </a:lnTo>
                  <a:lnTo>
                    <a:pt x="205740" y="166116"/>
                  </a:lnTo>
                  <a:lnTo>
                    <a:pt x="210312" y="156972"/>
                  </a:lnTo>
                  <a:lnTo>
                    <a:pt x="210312" y="143256"/>
                  </a:lnTo>
                  <a:lnTo>
                    <a:pt x="209169" y="132143"/>
                  </a:lnTo>
                  <a:lnTo>
                    <a:pt x="205740" y="121729"/>
                  </a:lnTo>
                  <a:lnTo>
                    <a:pt x="201168" y="114109"/>
                  </a:lnTo>
                  <a:lnTo>
                    <a:pt x="201168" y="134112"/>
                  </a:lnTo>
                  <a:lnTo>
                    <a:pt x="201168" y="152400"/>
                  </a:lnTo>
                  <a:lnTo>
                    <a:pt x="199644" y="158496"/>
                  </a:lnTo>
                  <a:lnTo>
                    <a:pt x="195072" y="164592"/>
                  </a:lnTo>
                  <a:lnTo>
                    <a:pt x="192024" y="169164"/>
                  </a:lnTo>
                  <a:lnTo>
                    <a:pt x="185928" y="172212"/>
                  </a:lnTo>
                  <a:lnTo>
                    <a:pt x="181356" y="173736"/>
                  </a:lnTo>
                  <a:lnTo>
                    <a:pt x="178308" y="175260"/>
                  </a:lnTo>
                  <a:lnTo>
                    <a:pt x="111252" y="175260"/>
                  </a:lnTo>
                  <a:lnTo>
                    <a:pt x="102108" y="167640"/>
                  </a:lnTo>
                  <a:lnTo>
                    <a:pt x="97536" y="161544"/>
                  </a:lnTo>
                  <a:lnTo>
                    <a:pt x="96012" y="158496"/>
                  </a:lnTo>
                  <a:lnTo>
                    <a:pt x="92964" y="153924"/>
                  </a:lnTo>
                  <a:lnTo>
                    <a:pt x="91440" y="149352"/>
                  </a:lnTo>
                  <a:lnTo>
                    <a:pt x="91440" y="135636"/>
                  </a:lnTo>
                  <a:lnTo>
                    <a:pt x="123063" y="111633"/>
                  </a:lnTo>
                  <a:lnTo>
                    <a:pt x="135470" y="109042"/>
                  </a:lnTo>
                  <a:lnTo>
                    <a:pt x="135750" y="109042"/>
                  </a:lnTo>
                  <a:lnTo>
                    <a:pt x="149352" y="108204"/>
                  </a:lnTo>
                  <a:lnTo>
                    <a:pt x="190500" y="120396"/>
                  </a:lnTo>
                  <a:lnTo>
                    <a:pt x="201168" y="134112"/>
                  </a:lnTo>
                  <a:lnTo>
                    <a:pt x="201168" y="114109"/>
                  </a:lnTo>
                  <a:lnTo>
                    <a:pt x="167259" y="88582"/>
                  </a:lnTo>
                  <a:lnTo>
                    <a:pt x="151968" y="84950"/>
                  </a:lnTo>
                  <a:lnTo>
                    <a:pt x="151498" y="84950"/>
                  </a:lnTo>
                  <a:lnTo>
                    <a:pt x="135636" y="83820"/>
                  </a:lnTo>
                  <a:lnTo>
                    <a:pt x="96850" y="93472"/>
                  </a:lnTo>
                  <a:lnTo>
                    <a:pt x="71234" y="123520"/>
                  </a:lnTo>
                  <a:lnTo>
                    <a:pt x="70104" y="140208"/>
                  </a:lnTo>
                  <a:lnTo>
                    <a:pt x="73152" y="147828"/>
                  </a:lnTo>
                  <a:lnTo>
                    <a:pt x="102108" y="175260"/>
                  </a:lnTo>
                  <a:lnTo>
                    <a:pt x="70104" y="175260"/>
                  </a:lnTo>
                  <a:lnTo>
                    <a:pt x="70104" y="181356"/>
                  </a:lnTo>
                  <a:lnTo>
                    <a:pt x="86868" y="222504"/>
                  </a:lnTo>
                  <a:lnTo>
                    <a:pt x="91440" y="220980"/>
                  </a:lnTo>
                  <a:lnTo>
                    <a:pt x="91440" y="216408"/>
                  </a:lnTo>
                  <a:lnTo>
                    <a:pt x="89916" y="213360"/>
                  </a:lnTo>
                  <a:lnTo>
                    <a:pt x="89916" y="205740"/>
                  </a:lnTo>
                  <a:lnTo>
                    <a:pt x="94488" y="201168"/>
                  </a:lnTo>
                  <a:lnTo>
                    <a:pt x="97536" y="201168"/>
                  </a:lnTo>
                  <a:lnTo>
                    <a:pt x="99060" y="199644"/>
                  </a:lnTo>
                  <a:lnTo>
                    <a:pt x="257556" y="199644"/>
                  </a:lnTo>
                  <a:lnTo>
                    <a:pt x="259080" y="201168"/>
                  </a:lnTo>
                  <a:lnTo>
                    <a:pt x="262128" y="202692"/>
                  </a:lnTo>
                  <a:lnTo>
                    <a:pt x="263652" y="204216"/>
                  </a:lnTo>
                  <a:lnTo>
                    <a:pt x="263652" y="205740"/>
                  </a:lnTo>
                  <a:lnTo>
                    <a:pt x="266700" y="210312"/>
                  </a:lnTo>
                  <a:lnTo>
                    <a:pt x="266700" y="224028"/>
                  </a:lnTo>
                  <a:lnTo>
                    <a:pt x="271272" y="224028"/>
                  </a:lnTo>
                  <a:lnTo>
                    <a:pt x="271272" y="199644"/>
                  </a:lnTo>
                  <a:lnTo>
                    <a:pt x="271272" y="1524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98" name="Google Shape;1398;p26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906524" y="6131052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399" name="Google Shape;1399;p26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836420" y="4974336"/>
            <a:ext cx="210312" cy="10713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0" name="Google Shape;1400;p26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865375" y="3474720"/>
            <a:ext cx="242315" cy="14112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1" name="Google Shape;1401;p26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836420" y="2962655"/>
            <a:ext cx="210312" cy="420624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6"/>
          <p:cNvSpPr/>
          <p:nvPr/>
        </p:nvSpPr>
        <p:spPr>
          <a:xfrm>
            <a:off x="1836407" y="2342388"/>
            <a:ext cx="210820" cy="547370"/>
          </a:xfrm>
          <a:custGeom>
            <a:rect b="b" l="l" r="r" t="t"/>
            <a:pathLst>
              <a:path extrusionOk="0" h="547369" w="210819">
                <a:moveTo>
                  <a:pt x="32004" y="138684"/>
                </a:moveTo>
                <a:lnTo>
                  <a:pt x="30480" y="135636"/>
                </a:lnTo>
                <a:lnTo>
                  <a:pt x="24384" y="129540"/>
                </a:lnTo>
                <a:lnTo>
                  <a:pt x="21336" y="128016"/>
                </a:lnTo>
                <a:lnTo>
                  <a:pt x="12192" y="128016"/>
                </a:lnTo>
                <a:lnTo>
                  <a:pt x="9144" y="129540"/>
                </a:lnTo>
                <a:lnTo>
                  <a:pt x="4572" y="132588"/>
                </a:lnTo>
                <a:lnTo>
                  <a:pt x="1524" y="135636"/>
                </a:lnTo>
                <a:lnTo>
                  <a:pt x="0" y="138684"/>
                </a:lnTo>
                <a:lnTo>
                  <a:pt x="0" y="147828"/>
                </a:lnTo>
                <a:lnTo>
                  <a:pt x="1524" y="152400"/>
                </a:lnTo>
                <a:lnTo>
                  <a:pt x="4572" y="155448"/>
                </a:lnTo>
                <a:lnTo>
                  <a:pt x="9144" y="158496"/>
                </a:lnTo>
                <a:lnTo>
                  <a:pt x="12192" y="160020"/>
                </a:lnTo>
                <a:lnTo>
                  <a:pt x="21336" y="160020"/>
                </a:lnTo>
                <a:lnTo>
                  <a:pt x="24384" y="158496"/>
                </a:lnTo>
                <a:lnTo>
                  <a:pt x="30480" y="152400"/>
                </a:lnTo>
                <a:lnTo>
                  <a:pt x="32004" y="147828"/>
                </a:lnTo>
                <a:lnTo>
                  <a:pt x="32004" y="138684"/>
                </a:lnTo>
                <a:close/>
              </a:path>
              <a:path extrusionOk="0" h="547369" w="210819">
                <a:moveTo>
                  <a:pt x="207276" y="316992"/>
                </a:moveTo>
                <a:lnTo>
                  <a:pt x="202704" y="316992"/>
                </a:lnTo>
                <a:lnTo>
                  <a:pt x="202704" y="327660"/>
                </a:lnTo>
                <a:lnTo>
                  <a:pt x="201180" y="329184"/>
                </a:lnTo>
                <a:lnTo>
                  <a:pt x="199656" y="332232"/>
                </a:lnTo>
                <a:lnTo>
                  <a:pt x="198132" y="333756"/>
                </a:lnTo>
                <a:lnTo>
                  <a:pt x="195084" y="333756"/>
                </a:lnTo>
                <a:lnTo>
                  <a:pt x="192036" y="335280"/>
                </a:lnTo>
                <a:lnTo>
                  <a:pt x="185940" y="336804"/>
                </a:lnTo>
                <a:lnTo>
                  <a:pt x="119380" y="336854"/>
                </a:lnTo>
                <a:lnTo>
                  <a:pt x="109550" y="337185"/>
                </a:lnTo>
                <a:lnTo>
                  <a:pt x="101714" y="338099"/>
                </a:lnTo>
                <a:lnTo>
                  <a:pt x="96024" y="339852"/>
                </a:lnTo>
                <a:lnTo>
                  <a:pt x="88404" y="341376"/>
                </a:lnTo>
                <a:lnTo>
                  <a:pt x="80784" y="345948"/>
                </a:lnTo>
                <a:lnTo>
                  <a:pt x="76212" y="352044"/>
                </a:lnTo>
                <a:lnTo>
                  <a:pt x="73164" y="356616"/>
                </a:lnTo>
                <a:lnTo>
                  <a:pt x="70116" y="364236"/>
                </a:lnTo>
                <a:lnTo>
                  <a:pt x="70116" y="377952"/>
                </a:lnTo>
                <a:lnTo>
                  <a:pt x="73164" y="384048"/>
                </a:lnTo>
                <a:lnTo>
                  <a:pt x="76212" y="391668"/>
                </a:lnTo>
                <a:lnTo>
                  <a:pt x="79349" y="396798"/>
                </a:lnTo>
                <a:lnTo>
                  <a:pt x="84213" y="402907"/>
                </a:lnTo>
                <a:lnTo>
                  <a:pt x="90779" y="409892"/>
                </a:lnTo>
                <a:lnTo>
                  <a:pt x="99072" y="417576"/>
                </a:lnTo>
                <a:lnTo>
                  <a:pt x="12" y="417576"/>
                </a:lnTo>
                <a:lnTo>
                  <a:pt x="12" y="423672"/>
                </a:lnTo>
                <a:lnTo>
                  <a:pt x="16776" y="464820"/>
                </a:lnTo>
                <a:lnTo>
                  <a:pt x="21348" y="461772"/>
                </a:lnTo>
                <a:lnTo>
                  <a:pt x="19824" y="457200"/>
                </a:lnTo>
                <a:lnTo>
                  <a:pt x="19824" y="448056"/>
                </a:lnTo>
                <a:lnTo>
                  <a:pt x="22872" y="445008"/>
                </a:lnTo>
                <a:lnTo>
                  <a:pt x="28968" y="441960"/>
                </a:lnTo>
                <a:lnTo>
                  <a:pt x="192036" y="441960"/>
                </a:lnTo>
                <a:lnTo>
                  <a:pt x="198132" y="445008"/>
                </a:lnTo>
                <a:lnTo>
                  <a:pt x="201180" y="448056"/>
                </a:lnTo>
                <a:lnTo>
                  <a:pt x="202704" y="451104"/>
                </a:lnTo>
                <a:lnTo>
                  <a:pt x="202704" y="461772"/>
                </a:lnTo>
                <a:lnTo>
                  <a:pt x="207276" y="461772"/>
                </a:lnTo>
                <a:lnTo>
                  <a:pt x="207276" y="397764"/>
                </a:lnTo>
                <a:lnTo>
                  <a:pt x="202704" y="397764"/>
                </a:lnTo>
                <a:lnTo>
                  <a:pt x="202704" y="408432"/>
                </a:lnTo>
                <a:lnTo>
                  <a:pt x="201180" y="409956"/>
                </a:lnTo>
                <a:lnTo>
                  <a:pt x="199656" y="413004"/>
                </a:lnTo>
                <a:lnTo>
                  <a:pt x="198132" y="414528"/>
                </a:lnTo>
                <a:lnTo>
                  <a:pt x="195084" y="416052"/>
                </a:lnTo>
                <a:lnTo>
                  <a:pt x="193560" y="416052"/>
                </a:lnTo>
                <a:lnTo>
                  <a:pt x="187464" y="417576"/>
                </a:lnTo>
                <a:lnTo>
                  <a:pt x="108216" y="417576"/>
                </a:lnTo>
                <a:lnTo>
                  <a:pt x="100596" y="409956"/>
                </a:lnTo>
                <a:lnTo>
                  <a:pt x="96024" y="403860"/>
                </a:lnTo>
                <a:lnTo>
                  <a:pt x="92976" y="397764"/>
                </a:lnTo>
                <a:lnTo>
                  <a:pt x="89928" y="393192"/>
                </a:lnTo>
                <a:lnTo>
                  <a:pt x="88404" y="387096"/>
                </a:lnTo>
                <a:lnTo>
                  <a:pt x="88404" y="377952"/>
                </a:lnTo>
                <a:lnTo>
                  <a:pt x="89928" y="373380"/>
                </a:lnTo>
                <a:lnTo>
                  <a:pt x="92976" y="370332"/>
                </a:lnTo>
                <a:lnTo>
                  <a:pt x="94500" y="367284"/>
                </a:lnTo>
                <a:lnTo>
                  <a:pt x="131076" y="361188"/>
                </a:lnTo>
                <a:lnTo>
                  <a:pt x="192036" y="361188"/>
                </a:lnTo>
                <a:lnTo>
                  <a:pt x="198132" y="364236"/>
                </a:lnTo>
                <a:lnTo>
                  <a:pt x="202704" y="368808"/>
                </a:lnTo>
                <a:lnTo>
                  <a:pt x="202704" y="381000"/>
                </a:lnTo>
                <a:lnTo>
                  <a:pt x="207276" y="381000"/>
                </a:lnTo>
                <a:lnTo>
                  <a:pt x="207276" y="316992"/>
                </a:lnTo>
                <a:close/>
              </a:path>
              <a:path extrusionOk="0" h="547369" w="210819">
                <a:moveTo>
                  <a:pt x="207276" y="111252"/>
                </a:moveTo>
                <a:lnTo>
                  <a:pt x="202692" y="111252"/>
                </a:lnTo>
                <a:lnTo>
                  <a:pt x="202692" y="121920"/>
                </a:lnTo>
                <a:lnTo>
                  <a:pt x="201168" y="123444"/>
                </a:lnTo>
                <a:lnTo>
                  <a:pt x="199644" y="126492"/>
                </a:lnTo>
                <a:lnTo>
                  <a:pt x="198120" y="128016"/>
                </a:lnTo>
                <a:lnTo>
                  <a:pt x="195072" y="129540"/>
                </a:lnTo>
                <a:lnTo>
                  <a:pt x="192024" y="129540"/>
                </a:lnTo>
                <a:lnTo>
                  <a:pt x="185940" y="131064"/>
                </a:lnTo>
                <a:lnTo>
                  <a:pt x="70104" y="131064"/>
                </a:lnTo>
                <a:lnTo>
                  <a:pt x="70104" y="137160"/>
                </a:lnTo>
                <a:lnTo>
                  <a:pt x="86868" y="178308"/>
                </a:lnTo>
                <a:lnTo>
                  <a:pt x="91440" y="176784"/>
                </a:lnTo>
                <a:lnTo>
                  <a:pt x="89916" y="172212"/>
                </a:lnTo>
                <a:lnTo>
                  <a:pt x="89916" y="161544"/>
                </a:lnTo>
                <a:lnTo>
                  <a:pt x="94488" y="156972"/>
                </a:lnTo>
                <a:lnTo>
                  <a:pt x="99060" y="156972"/>
                </a:lnTo>
                <a:lnTo>
                  <a:pt x="102704" y="156095"/>
                </a:lnTo>
                <a:lnTo>
                  <a:pt x="108775" y="155638"/>
                </a:lnTo>
                <a:lnTo>
                  <a:pt x="118008" y="155448"/>
                </a:lnTo>
                <a:lnTo>
                  <a:pt x="192024" y="155448"/>
                </a:lnTo>
                <a:lnTo>
                  <a:pt x="198120" y="158496"/>
                </a:lnTo>
                <a:lnTo>
                  <a:pt x="199644" y="160020"/>
                </a:lnTo>
                <a:lnTo>
                  <a:pt x="201168" y="163068"/>
                </a:lnTo>
                <a:lnTo>
                  <a:pt x="202692" y="164592"/>
                </a:lnTo>
                <a:lnTo>
                  <a:pt x="202692" y="175260"/>
                </a:lnTo>
                <a:lnTo>
                  <a:pt x="207276" y="175260"/>
                </a:lnTo>
                <a:lnTo>
                  <a:pt x="207276" y="155448"/>
                </a:lnTo>
                <a:lnTo>
                  <a:pt x="207276" y="111252"/>
                </a:lnTo>
                <a:close/>
              </a:path>
              <a:path extrusionOk="0" h="547369" w="210819">
                <a:moveTo>
                  <a:pt x="207276" y="27432"/>
                </a:moveTo>
                <a:lnTo>
                  <a:pt x="202704" y="27432"/>
                </a:lnTo>
                <a:lnTo>
                  <a:pt x="202704" y="39624"/>
                </a:lnTo>
                <a:lnTo>
                  <a:pt x="201180" y="42672"/>
                </a:lnTo>
                <a:lnTo>
                  <a:pt x="198132" y="45720"/>
                </a:lnTo>
                <a:lnTo>
                  <a:pt x="196608" y="48768"/>
                </a:lnTo>
                <a:lnTo>
                  <a:pt x="190512" y="51816"/>
                </a:lnTo>
                <a:lnTo>
                  <a:pt x="114312" y="51816"/>
                </a:lnTo>
                <a:lnTo>
                  <a:pt x="105168" y="47244"/>
                </a:lnTo>
                <a:lnTo>
                  <a:pt x="99072" y="42672"/>
                </a:lnTo>
                <a:lnTo>
                  <a:pt x="91452" y="35052"/>
                </a:lnTo>
                <a:lnTo>
                  <a:pt x="91452" y="30480"/>
                </a:lnTo>
                <a:lnTo>
                  <a:pt x="94500" y="27432"/>
                </a:lnTo>
                <a:lnTo>
                  <a:pt x="97548" y="22860"/>
                </a:lnTo>
                <a:lnTo>
                  <a:pt x="92976" y="0"/>
                </a:lnTo>
                <a:lnTo>
                  <a:pt x="83832" y="0"/>
                </a:lnTo>
                <a:lnTo>
                  <a:pt x="79260" y="3048"/>
                </a:lnTo>
                <a:lnTo>
                  <a:pt x="73164" y="9144"/>
                </a:lnTo>
                <a:lnTo>
                  <a:pt x="70116" y="13716"/>
                </a:lnTo>
                <a:lnTo>
                  <a:pt x="70116" y="18288"/>
                </a:lnTo>
                <a:lnTo>
                  <a:pt x="72136" y="27178"/>
                </a:lnTo>
                <a:lnTo>
                  <a:pt x="78308" y="35623"/>
                </a:lnTo>
                <a:lnTo>
                  <a:pt x="88760" y="43802"/>
                </a:lnTo>
                <a:lnTo>
                  <a:pt x="103644" y="51816"/>
                </a:lnTo>
                <a:lnTo>
                  <a:pt x="70116" y="51816"/>
                </a:lnTo>
                <a:lnTo>
                  <a:pt x="70116" y="59436"/>
                </a:lnTo>
                <a:lnTo>
                  <a:pt x="86880" y="99060"/>
                </a:lnTo>
                <a:lnTo>
                  <a:pt x="91452" y="97536"/>
                </a:lnTo>
                <a:lnTo>
                  <a:pt x="89928" y="94488"/>
                </a:lnTo>
                <a:lnTo>
                  <a:pt x="89928" y="83820"/>
                </a:lnTo>
                <a:lnTo>
                  <a:pt x="91452" y="80772"/>
                </a:lnTo>
                <a:lnTo>
                  <a:pt x="92976" y="79248"/>
                </a:lnTo>
                <a:lnTo>
                  <a:pt x="96024" y="79248"/>
                </a:lnTo>
                <a:lnTo>
                  <a:pt x="99072" y="77724"/>
                </a:lnTo>
                <a:lnTo>
                  <a:pt x="116217" y="76441"/>
                </a:lnTo>
                <a:lnTo>
                  <a:pt x="126504" y="76200"/>
                </a:lnTo>
                <a:lnTo>
                  <a:pt x="185940" y="76200"/>
                </a:lnTo>
                <a:lnTo>
                  <a:pt x="190512" y="77724"/>
                </a:lnTo>
                <a:lnTo>
                  <a:pt x="192036" y="77724"/>
                </a:lnTo>
                <a:lnTo>
                  <a:pt x="198132" y="80772"/>
                </a:lnTo>
                <a:lnTo>
                  <a:pt x="202704" y="85344"/>
                </a:lnTo>
                <a:lnTo>
                  <a:pt x="202704" y="96012"/>
                </a:lnTo>
                <a:lnTo>
                  <a:pt x="207276" y="96012"/>
                </a:lnTo>
                <a:lnTo>
                  <a:pt x="207276" y="27432"/>
                </a:lnTo>
                <a:close/>
              </a:path>
              <a:path extrusionOk="0" h="547369" w="210819">
                <a:moveTo>
                  <a:pt x="210312" y="492252"/>
                </a:moveTo>
                <a:lnTo>
                  <a:pt x="181356" y="464820"/>
                </a:lnTo>
                <a:lnTo>
                  <a:pt x="181356" y="470916"/>
                </a:lnTo>
                <a:lnTo>
                  <a:pt x="185928" y="472440"/>
                </a:lnTo>
                <a:lnTo>
                  <a:pt x="187452" y="475488"/>
                </a:lnTo>
                <a:lnTo>
                  <a:pt x="190500" y="478536"/>
                </a:lnTo>
                <a:lnTo>
                  <a:pt x="192024" y="481584"/>
                </a:lnTo>
                <a:lnTo>
                  <a:pt x="192024" y="490728"/>
                </a:lnTo>
                <a:lnTo>
                  <a:pt x="190500" y="493776"/>
                </a:lnTo>
                <a:lnTo>
                  <a:pt x="187452" y="496824"/>
                </a:lnTo>
                <a:lnTo>
                  <a:pt x="184404" y="498348"/>
                </a:lnTo>
                <a:lnTo>
                  <a:pt x="179832" y="499872"/>
                </a:lnTo>
                <a:lnTo>
                  <a:pt x="82296" y="499872"/>
                </a:lnTo>
                <a:lnTo>
                  <a:pt x="82296" y="469392"/>
                </a:lnTo>
                <a:lnTo>
                  <a:pt x="73152" y="469392"/>
                </a:lnTo>
                <a:lnTo>
                  <a:pt x="73152" y="499872"/>
                </a:lnTo>
                <a:lnTo>
                  <a:pt x="28956" y="499872"/>
                </a:lnTo>
                <a:lnTo>
                  <a:pt x="28956" y="502920"/>
                </a:lnTo>
                <a:lnTo>
                  <a:pt x="68580" y="530352"/>
                </a:lnTo>
                <a:lnTo>
                  <a:pt x="79248" y="547116"/>
                </a:lnTo>
                <a:lnTo>
                  <a:pt x="82296" y="547116"/>
                </a:lnTo>
                <a:lnTo>
                  <a:pt x="82296" y="524256"/>
                </a:lnTo>
                <a:lnTo>
                  <a:pt x="192024" y="524256"/>
                </a:lnTo>
                <a:lnTo>
                  <a:pt x="196596" y="521208"/>
                </a:lnTo>
                <a:lnTo>
                  <a:pt x="201168" y="519684"/>
                </a:lnTo>
                <a:lnTo>
                  <a:pt x="204216" y="516636"/>
                </a:lnTo>
                <a:lnTo>
                  <a:pt x="210312" y="507492"/>
                </a:lnTo>
                <a:lnTo>
                  <a:pt x="210312" y="492252"/>
                </a:lnTo>
                <a:close/>
              </a:path>
              <a:path extrusionOk="0" h="547369" w="210819">
                <a:moveTo>
                  <a:pt x="210312" y="246888"/>
                </a:moveTo>
                <a:lnTo>
                  <a:pt x="195072" y="210312"/>
                </a:lnTo>
                <a:lnTo>
                  <a:pt x="158496" y="192024"/>
                </a:lnTo>
                <a:lnTo>
                  <a:pt x="155448" y="195072"/>
                </a:lnTo>
                <a:lnTo>
                  <a:pt x="163766" y="198767"/>
                </a:lnTo>
                <a:lnTo>
                  <a:pt x="170497" y="202882"/>
                </a:lnTo>
                <a:lnTo>
                  <a:pt x="175780" y="207264"/>
                </a:lnTo>
                <a:lnTo>
                  <a:pt x="179832" y="211836"/>
                </a:lnTo>
                <a:lnTo>
                  <a:pt x="184404" y="219456"/>
                </a:lnTo>
                <a:lnTo>
                  <a:pt x="185928" y="227076"/>
                </a:lnTo>
                <a:lnTo>
                  <a:pt x="185928" y="234696"/>
                </a:lnTo>
                <a:lnTo>
                  <a:pt x="170688" y="269748"/>
                </a:lnTo>
                <a:lnTo>
                  <a:pt x="123444" y="283464"/>
                </a:lnTo>
                <a:lnTo>
                  <a:pt x="123444" y="222504"/>
                </a:lnTo>
                <a:lnTo>
                  <a:pt x="123444" y="192024"/>
                </a:lnTo>
                <a:lnTo>
                  <a:pt x="114300" y="192938"/>
                </a:lnTo>
                <a:lnTo>
                  <a:pt x="114300" y="222504"/>
                </a:lnTo>
                <a:lnTo>
                  <a:pt x="114300" y="283464"/>
                </a:lnTo>
                <a:lnTo>
                  <a:pt x="79248" y="259080"/>
                </a:lnTo>
                <a:lnTo>
                  <a:pt x="79248" y="246888"/>
                </a:lnTo>
                <a:lnTo>
                  <a:pt x="100584" y="224028"/>
                </a:lnTo>
                <a:lnTo>
                  <a:pt x="106680" y="224028"/>
                </a:lnTo>
                <a:lnTo>
                  <a:pt x="114300" y="222504"/>
                </a:lnTo>
                <a:lnTo>
                  <a:pt x="114300" y="192938"/>
                </a:lnTo>
                <a:lnTo>
                  <a:pt x="112356" y="193128"/>
                </a:lnTo>
                <a:lnTo>
                  <a:pt x="79108" y="214693"/>
                </a:lnTo>
                <a:lnTo>
                  <a:pt x="70104" y="243840"/>
                </a:lnTo>
                <a:lnTo>
                  <a:pt x="70205" y="244678"/>
                </a:lnTo>
                <a:lnTo>
                  <a:pt x="71488" y="256755"/>
                </a:lnTo>
                <a:lnTo>
                  <a:pt x="100190" y="295808"/>
                </a:lnTo>
                <a:lnTo>
                  <a:pt x="143256" y="304800"/>
                </a:lnTo>
                <a:lnTo>
                  <a:pt x="157530" y="303898"/>
                </a:lnTo>
                <a:lnTo>
                  <a:pt x="170497" y="300990"/>
                </a:lnTo>
                <a:lnTo>
                  <a:pt x="182054" y="295808"/>
                </a:lnTo>
                <a:lnTo>
                  <a:pt x="192024" y="288036"/>
                </a:lnTo>
                <a:lnTo>
                  <a:pt x="196291" y="283464"/>
                </a:lnTo>
                <a:lnTo>
                  <a:pt x="200025" y="279463"/>
                </a:lnTo>
                <a:lnTo>
                  <a:pt x="205740" y="269748"/>
                </a:lnTo>
                <a:lnTo>
                  <a:pt x="209169" y="258889"/>
                </a:lnTo>
                <a:lnTo>
                  <a:pt x="210312" y="2468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03" name="Google Shape;1403;p26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191511" y="7482840"/>
            <a:ext cx="210312" cy="15666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4" name="Google Shape;1404;p26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191511" y="5772911"/>
            <a:ext cx="210312" cy="16291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5" name="Google Shape;1405;p26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261616" y="5407151"/>
            <a:ext cx="140208" cy="284988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6" name="Google Shape;1406;p26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261765" y="5201411"/>
            <a:ext cx="140058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7" name="Google Shape;1407;p2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191511" y="4424172"/>
            <a:ext cx="271272" cy="6857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8" name="Google Shape;1408;p26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191511" y="3296411"/>
            <a:ext cx="210312" cy="10332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9" name="Google Shape;1409;p26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452116" y="2570988"/>
            <a:ext cx="3549395" cy="57683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10" name="Google Shape;1410;p26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1411" name="Google Shape;1411;p26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12" name="Google Shape;1412;p26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413" name="Google Shape;1413;p26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414" name="Google Shape;1414;p26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15" name="Google Shape;1415;p26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6655307" y="1824227"/>
            <a:ext cx="117348" cy="16611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19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0" name="Google Shape;1420;p27"/>
          <p:cNvGrpSpPr/>
          <p:nvPr/>
        </p:nvGrpSpPr>
        <p:grpSpPr>
          <a:xfrm>
            <a:off x="1324343" y="7237476"/>
            <a:ext cx="349008" cy="901192"/>
            <a:chOff x="1324343" y="7237476"/>
            <a:chExt cx="349008" cy="901192"/>
          </a:xfrm>
        </p:grpSpPr>
        <p:sp>
          <p:nvSpPr>
            <p:cNvPr id="1421" name="Google Shape;1421;p27"/>
            <p:cNvSpPr/>
            <p:nvPr/>
          </p:nvSpPr>
          <p:spPr>
            <a:xfrm>
              <a:off x="1324343" y="7744968"/>
              <a:ext cx="342900" cy="393700"/>
            </a:xfrm>
            <a:custGeom>
              <a:rect b="b" l="l" r="r" t="t"/>
              <a:pathLst>
                <a:path extrusionOk="0" h="393700" w="342900">
                  <a:moveTo>
                    <a:pt x="48768" y="47244"/>
                  </a:moveTo>
                  <a:lnTo>
                    <a:pt x="47244" y="41148"/>
                  </a:lnTo>
                  <a:lnTo>
                    <a:pt x="42672" y="36576"/>
                  </a:lnTo>
                  <a:lnTo>
                    <a:pt x="36576" y="32004"/>
                  </a:lnTo>
                  <a:lnTo>
                    <a:pt x="32004" y="28956"/>
                  </a:lnTo>
                  <a:lnTo>
                    <a:pt x="18288" y="28956"/>
                  </a:lnTo>
                  <a:lnTo>
                    <a:pt x="12192" y="32004"/>
                  </a:lnTo>
                  <a:lnTo>
                    <a:pt x="3048" y="41148"/>
                  </a:lnTo>
                  <a:lnTo>
                    <a:pt x="0" y="47244"/>
                  </a:lnTo>
                  <a:lnTo>
                    <a:pt x="0" y="60960"/>
                  </a:lnTo>
                  <a:lnTo>
                    <a:pt x="3048" y="65532"/>
                  </a:lnTo>
                  <a:lnTo>
                    <a:pt x="7620" y="70104"/>
                  </a:lnTo>
                  <a:lnTo>
                    <a:pt x="12192" y="76200"/>
                  </a:lnTo>
                  <a:lnTo>
                    <a:pt x="18288" y="77724"/>
                  </a:lnTo>
                  <a:lnTo>
                    <a:pt x="32004" y="77724"/>
                  </a:lnTo>
                  <a:lnTo>
                    <a:pt x="36576" y="76200"/>
                  </a:lnTo>
                  <a:lnTo>
                    <a:pt x="47244" y="65532"/>
                  </a:lnTo>
                  <a:lnTo>
                    <a:pt x="48768" y="59436"/>
                  </a:lnTo>
                  <a:lnTo>
                    <a:pt x="48768" y="47244"/>
                  </a:lnTo>
                  <a:close/>
                </a:path>
                <a:path extrusionOk="0" h="393700" w="342900">
                  <a:moveTo>
                    <a:pt x="342900" y="252984"/>
                  </a:moveTo>
                  <a:lnTo>
                    <a:pt x="335280" y="252984"/>
                  </a:lnTo>
                  <a:lnTo>
                    <a:pt x="335280" y="272796"/>
                  </a:lnTo>
                  <a:lnTo>
                    <a:pt x="333756" y="280416"/>
                  </a:lnTo>
                  <a:lnTo>
                    <a:pt x="329184" y="288036"/>
                  </a:lnTo>
                  <a:lnTo>
                    <a:pt x="327660" y="292608"/>
                  </a:lnTo>
                  <a:lnTo>
                    <a:pt x="323088" y="295656"/>
                  </a:lnTo>
                  <a:lnTo>
                    <a:pt x="318516" y="297180"/>
                  </a:lnTo>
                  <a:lnTo>
                    <a:pt x="313931" y="298945"/>
                  </a:lnTo>
                  <a:lnTo>
                    <a:pt x="306895" y="299847"/>
                  </a:lnTo>
                  <a:lnTo>
                    <a:pt x="297307" y="300189"/>
                  </a:lnTo>
                  <a:lnTo>
                    <a:pt x="181356" y="300228"/>
                  </a:lnTo>
                  <a:lnTo>
                    <a:pt x="181356" y="231648"/>
                  </a:lnTo>
                  <a:lnTo>
                    <a:pt x="182880" y="222504"/>
                  </a:lnTo>
                  <a:lnTo>
                    <a:pt x="185928" y="217932"/>
                  </a:lnTo>
                  <a:lnTo>
                    <a:pt x="188976" y="211836"/>
                  </a:lnTo>
                  <a:lnTo>
                    <a:pt x="228600" y="198120"/>
                  </a:lnTo>
                  <a:lnTo>
                    <a:pt x="228600" y="190500"/>
                  </a:lnTo>
                  <a:lnTo>
                    <a:pt x="114300" y="190500"/>
                  </a:lnTo>
                  <a:lnTo>
                    <a:pt x="114300" y="198120"/>
                  </a:lnTo>
                  <a:lnTo>
                    <a:pt x="128003" y="200698"/>
                  </a:lnTo>
                  <a:lnTo>
                    <a:pt x="139255" y="203835"/>
                  </a:lnTo>
                  <a:lnTo>
                    <a:pt x="161544" y="242316"/>
                  </a:lnTo>
                  <a:lnTo>
                    <a:pt x="161544" y="300228"/>
                  </a:lnTo>
                  <a:lnTo>
                    <a:pt x="33528" y="300228"/>
                  </a:lnTo>
                  <a:lnTo>
                    <a:pt x="33528" y="228600"/>
                  </a:lnTo>
                  <a:lnTo>
                    <a:pt x="38100" y="190500"/>
                  </a:lnTo>
                  <a:lnTo>
                    <a:pt x="67437" y="163830"/>
                  </a:lnTo>
                  <a:lnTo>
                    <a:pt x="86868" y="156972"/>
                  </a:lnTo>
                  <a:lnTo>
                    <a:pt x="86868" y="146304"/>
                  </a:lnTo>
                  <a:lnTo>
                    <a:pt x="15240" y="149352"/>
                  </a:lnTo>
                  <a:lnTo>
                    <a:pt x="15240" y="393192"/>
                  </a:lnTo>
                  <a:lnTo>
                    <a:pt x="22860" y="393192"/>
                  </a:lnTo>
                  <a:lnTo>
                    <a:pt x="22860" y="374904"/>
                  </a:lnTo>
                  <a:lnTo>
                    <a:pt x="28956" y="359664"/>
                  </a:lnTo>
                  <a:lnTo>
                    <a:pt x="73152" y="345948"/>
                  </a:lnTo>
                  <a:lnTo>
                    <a:pt x="284988" y="345948"/>
                  </a:lnTo>
                  <a:lnTo>
                    <a:pt x="323088" y="352044"/>
                  </a:lnTo>
                  <a:lnTo>
                    <a:pt x="335280" y="382524"/>
                  </a:lnTo>
                  <a:lnTo>
                    <a:pt x="335280" y="393192"/>
                  </a:lnTo>
                  <a:lnTo>
                    <a:pt x="342900" y="393192"/>
                  </a:lnTo>
                  <a:lnTo>
                    <a:pt x="342900" y="252984"/>
                  </a:lnTo>
                  <a:close/>
                </a:path>
                <a:path extrusionOk="0" h="393700" w="342900">
                  <a:moveTo>
                    <a:pt x="342900" y="0"/>
                  </a:moveTo>
                  <a:lnTo>
                    <a:pt x="335280" y="0"/>
                  </a:lnTo>
                  <a:lnTo>
                    <a:pt x="335280" y="18288"/>
                  </a:lnTo>
                  <a:lnTo>
                    <a:pt x="332232" y="21336"/>
                  </a:lnTo>
                  <a:lnTo>
                    <a:pt x="292608" y="33528"/>
                  </a:lnTo>
                  <a:lnTo>
                    <a:pt x="115824" y="33528"/>
                  </a:lnTo>
                  <a:lnTo>
                    <a:pt x="115824" y="44196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9352" y="99060"/>
                  </a:lnTo>
                  <a:lnTo>
                    <a:pt x="147828" y="94488"/>
                  </a:lnTo>
                  <a:lnTo>
                    <a:pt x="147828" y="85344"/>
                  </a:lnTo>
                  <a:lnTo>
                    <a:pt x="149352" y="82296"/>
                  </a:lnTo>
                  <a:lnTo>
                    <a:pt x="150876" y="80772"/>
                  </a:lnTo>
                  <a:lnTo>
                    <a:pt x="152400" y="77724"/>
                  </a:lnTo>
                  <a:lnTo>
                    <a:pt x="161544" y="74676"/>
                  </a:lnTo>
                  <a:lnTo>
                    <a:pt x="168719" y="74447"/>
                  </a:lnTo>
                  <a:lnTo>
                    <a:pt x="178879" y="73914"/>
                  </a:lnTo>
                  <a:lnTo>
                    <a:pt x="192201" y="73393"/>
                  </a:lnTo>
                  <a:lnTo>
                    <a:pt x="208788" y="73152"/>
                  </a:lnTo>
                  <a:lnTo>
                    <a:pt x="292608" y="73152"/>
                  </a:lnTo>
                  <a:lnTo>
                    <a:pt x="301993" y="73393"/>
                  </a:lnTo>
                  <a:lnTo>
                    <a:pt x="302641" y="73393"/>
                  </a:lnTo>
                  <a:lnTo>
                    <a:pt x="332232" y="85344"/>
                  </a:lnTo>
                  <a:lnTo>
                    <a:pt x="335280" y="88392"/>
                  </a:lnTo>
                  <a:lnTo>
                    <a:pt x="335280" y="106680"/>
                  </a:lnTo>
                  <a:lnTo>
                    <a:pt x="342900" y="106680"/>
                  </a:lnTo>
                  <a:lnTo>
                    <a:pt x="342900" y="73152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22" name="Google Shape;1422;p27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440179" y="7569708"/>
              <a:ext cx="227076" cy="1630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23" name="Google Shape;1423;p2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440179" y="7394448"/>
              <a:ext cx="233172" cy="1508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24" name="Google Shape;1424;p27"/>
            <p:cNvSpPr/>
            <p:nvPr/>
          </p:nvSpPr>
          <p:spPr>
            <a:xfrm>
              <a:off x="1373124" y="7237476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0604" y="18287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" name="Google Shape;1425;p27"/>
          <p:cNvGrpSpPr/>
          <p:nvPr/>
        </p:nvGrpSpPr>
        <p:grpSpPr>
          <a:xfrm>
            <a:off x="1324355" y="5111495"/>
            <a:ext cx="448025" cy="1990471"/>
            <a:chOff x="1324355" y="5111495"/>
            <a:chExt cx="448025" cy="1990471"/>
          </a:xfrm>
        </p:grpSpPr>
        <p:sp>
          <p:nvSpPr>
            <p:cNvPr id="1426" name="Google Shape;1426;p27"/>
            <p:cNvSpPr/>
            <p:nvPr/>
          </p:nvSpPr>
          <p:spPr>
            <a:xfrm>
              <a:off x="1339596" y="6961631"/>
              <a:ext cx="327660" cy="140335"/>
            </a:xfrm>
            <a:custGeom>
              <a:rect b="b" l="l" r="r" t="t"/>
              <a:pathLst>
                <a:path extrusionOk="0" h="140334" w="327660">
                  <a:moveTo>
                    <a:pt x="327659" y="140208"/>
                  </a:moveTo>
                  <a:lnTo>
                    <a:pt x="320039" y="140208"/>
                  </a:lnTo>
                  <a:lnTo>
                    <a:pt x="320039" y="129540"/>
                  </a:lnTo>
                  <a:lnTo>
                    <a:pt x="319420" y="119848"/>
                  </a:lnTo>
                  <a:lnTo>
                    <a:pt x="284059" y="93487"/>
                  </a:lnTo>
                  <a:lnTo>
                    <a:pt x="269747" y="92964"/>
                  </a:lnTo>
                  <a:lnTo>
                    <a:pt x="57911" y="92964"/>
                  </a:lnTo>
                  <a:lnTo>
                    <a:pt x="16763" y="102108"/>
                  </a:lnTo>
                  <a:lnTo>
                    <a:pt x="7619" y="121920"/>
                  </a:lnTo>
                  <a:lnTo>
                    <a:pt x="7619" y="140208"/>
                  </a:lnTo>
                  <a:lnTo>
                    <a:pt x="0" y="140208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2192"/>
                  </a:lnTo>
                  <a:lnTo>
                    <a:pt x="8453" y="21669"/>
                  </a:lnTo>
                  <a:lnTo>
                    <a:pt x="44457" y="46958"/>
                  </a:lnTo>
                  <a:lnTo>
                    <a:pt x="57911" y="47244"/>
                  </a:lnTo>
                  <a:lnTo>
                    <a:pt x="282059" y="47196"/>
                  </a:lnTo>
                  <a:lnTo>
                    <a:pt x="291655" y="46863"/>
                  </a:lnTo>
                  <a:lnTo>
                    <a:pt x="298680" y="45958"/>
                  </a:lnTo>
                  <a:lnTo>
                    <a:pt x="303275" y="44196"/>
                  </a:lnTo>
                  <a:lnTo>
                    <a:pt x="307847" y="42672"/>
                  </a:lnTo>
                  <a:lnTo>
                    <a:pt x="312419" y="39624"/>
                  </a:lnTo>
                  <a:lnTo>
                    <a:pt x="313943" y="35052"/>
                  </a:lnTo>
                  <a:lnTo>
                    <a:pt x="318515" y="27432"/>
                  </a:lnTo>
                  <a:lnTo>
                    <a:pt x="320039" y="19812"/>
                  </a:lnTo>
                  <a:lnTo>
                    <a:pt x="320039" y="12192"/>
                  </a:lnTo>
                  <a:lnTo>
                    <a:pt x="320039" y="0"/>
                  </a:lnTo>
                  <a:lnTo>
                    <a:pt x="327659" y="0"/>
                  </a:lnTo>
                  <a:lnTo>
                    <a:pt x="327659" y="1402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27" name="Google Shape;1427;p27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440179" y="6708647"/>
              <a:ext cx="227076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28" name="Google Shape;1428;p27"/>
            <p:cNvSpPr/>
            <p:nvPr/>
          </p:nvSpPr>
          <p:spPr>
            <a:xfrm>
              <a:off x="1373123" y="6566915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41958" y="60412"/>
                  </a:lnTo>
                  <a:lnTo>
                    <a:pt x="250126" y="58864"/>
                  </a:lnTo>
                  <a:lnTo>
                    <a:pt x="256293" y="56459"/>
                  </a:lnTo>
                  <a:lnTo>
                    <a:pt x="260604" y="53339"/>
                  </a:lnTo>
                  <a:lnTo>
                    <a:pt x="266700" y="50291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5343"/>
                  </a:lnTo>
                  <a:lnTo>
                    <a:pt x="281940" y="91439"/>
                  </a:lnTo>
                  <a:lnTo>
                    <a:pt x="274319" y="94487"/>
                  </a:lnTo>
                  <a:lnTo>
                    <a:pt x="267747" y="97369"/>
                  </a:lnTo>
                  <a:lnTo>
                    <a:pt x="259460" y="99250"/>
                  </a:lnTo>
                  <a:lnTo>
                    <a:pt x="249459" y="100274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29" name="Google Shape;1429;p27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440179" y="636269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30" name="Google Shape;1430;p27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373123" y="5370576"/>
              <a:ext cx="399257" cy="9601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31" name="Google Shape;1431;p27"/>
            <p:cNvSpPr/>
            <p:nvPr/>
          </p:nvSpPr>
          <p:spPr>
            <a:xfrm>
              <a:off x="1324355" y="5111495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10668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92964" y="74676"/>
                  </a:lnTo>
                  <a:lnTo>
                    <a:pt x="76176" y="74914"/>
                  </a:lnTo>
                  <a:lnTo>
                    <a:pt x="62674" y="75438"/>
                  </a:lnTo>
                  <a:lnTo>
                    <a:pt x="52887" y="75961"/>
                  </a:lnTo>
                  <a:lnTo>
                    <a:pt x="49501" y="76104"/>
                  </a:lnTo>
                  <a:lnTo>
                    <a:pt x="47624" y="76104"/>
                  </a:lnTo>
                  <a:lnTo>
                    <a:pt x="41147" y="77724"/>
                  </a:lnTo>
                  <a:lnTo>
                    <a:pt x="36576" y="79248"/>
                  </a:lnTo>
                  <a:lnTo>
                    <a:pt x="32004" y="88392"/>
                  </a:lnTo>
                  <a:lnTo>
                    <a:pt x="32004" y="96012"/>
                  </a:lnTo>
                  <a:lnTo>
                    <a:pt x="33528" y="100584"/>
                  </a:lnTo>
                  <a:lnTo>
                    <a:pt x="34926" y="106179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1551"/>
                  </a:lnTo>
                  <a:lnTo>
                    <a:pt x="155447" y="199644"/>
                  </a:lnTo>
                  <a:lnTo>
                    <a:pt x="125920" y="165544"/>
                  </a:lnTo>
                  <a:lnTo>
                    <a:pt x="115823" y="123444"/>
                  </a:lnTo>
                  <a:lnTo>
                    <a:pt x="117172" y="109728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6104"/>
                  </a:lnTo>
                  <a:lnTo>
                    <a:pt x="173164" y="78105"/>
                  </a:lnTo>
                  <a:lnTo>
                    <a:pt x="138683" y="102108"/>
                  </a:lnTo>
                  <a:lnTo>
                    <a:pt x="131064" y="126492"/>
                  </a:lnTo>
                  <a:lnTo>
                    <a:pt x="132445" y="136493"/>
                  </a:lnTo>
                  <a:lnTo>
                    <a:pt x="164877" y="172831"/>
                  </a:lnTo>
                  <a:lnTo>
                    <a:pt x="224027" y="184404"/>
                  </a:lnTo>
                  <a:lnTo>
                    <a:pt x="335301" y="184404"/>
                  </a:lnTo>
                  <a:lnTo>
                    <a:pt x="332922" y="188428"/>
                  </a:lnTo>
                  <a:lnTo>
                    <a:pt x="320040" y="202692"/>
                  </a:lnTo>
                  <a:lnTo>
                    <a:pt x="303395" y="213812"/>
                  </a:lnTo>
                  <a:lnTo>
                    <a:pt x="285178" y="221932"/>
                  </a:lnTo>
                  <a:lnTo>
                    <a:pt x="265155" y="226861"/>
                  </a:lnTo>
                  <a:lnTo>
                    <a:pt x="265599" y="226861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5301" y="184404"/>
                  </a:moveTo>
                  <a:lnTo>
                    <a:pt x="224027" y="184404"/>
                  </a:lnTo>
                  <a:lnTo>
                    <a:pt x="247062" y="183213"/>
                  </a:lnTo>
                  <a:lnTo>
                    <a:pt x="246732" y="183213"/>
                  </a:lnTo>
                  <a:lnTo>
                    <a:pt x="297179" y="164592"/>
                  </a:lnTo>
                  <a:lnTo>
                    <a:pt x="321611" y="129659"/>
                  </a:lnTo>
                  <a:lnTo>
                    <a:pt x="323088" y="117348"/>
                  </a:lnTo>
                  <a:lnTo>
                    <a:pt x="321745" y="106680"/>
                  </a:lnTo>
                  <a:lnTo>
                    <a:pt x="321683" y="106179"/>
                  </a:lnTo>
                  <a:lnTo>
                    <a:pt x="317563" y="95440"/>
                  </a:lnTo>
                  <a:lnTo>
                    <a:pt x="310872" y="84986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6680"/>
                  </a:lnTo>
                  <a:lnTo>
                    <a:pt x="348996" y="140208"/>
                  </a:lnTo>
                  <a:lnTo>
                    <a:pt x="347257" y="157043"/>
                  </a:lnTo>
                  <a:lnTo>
                    <a:pt x="342057" y="172831"/>
                  </a:lnTo>
                  <a:lnTo>
                    <a:pt x="341947" y="173164"/>
                  </a:lnTo>
                  <a:lnTo>
                    <a:pt x="335301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2" name="Google Shape;1432;p27"/>
          <p:cNvSpPr/>
          <p:nvPr/>
        </p:nvSpPr>
        <p:spPr>
          <a:xfrm>
            <a:off x="1324343" y="3614928"/>
            <a:ext cx="350520" cy="1353820"/>
          </a:xfrm>
          <a:custGeom>
            <a:rect b="b" l="l" r="r" t="t"/>
            <a:pathLst>
              <a:path extrusionOk="0" h="1353820" w="350519">
                <a:moveTo>
                  <a:pt x="48768" y="963168"/>
                </a:moveTo>
                <a:lnTo>
                  <a:pt x="47244" y="957072"/>
                </a:lnTo>
                <a:lnTo>
                  <a:pt x="42672" y="952500"/>
                </a:lnTo>
                <a:lnTo>
                  <a:pt x="36576" y="947928"/>
                </a:lnTo>
                <a:lnTo>
                  <a:pt x="32004" y="944880"/>
                </a:lnTo>
                <a:lnTo>
                  <a:pt x="18288" y="944880"/>
                </a:lnTo>
                <a:lnTo>
                  <a:pt x="12192" y="947928"/>
                </a:lnTo>
                <a:lnTo>
                  <a:pt x="3048" y="957072"/>
                </a:lnTo>
                <a:lnTo>
                  <a:pt x="0" y="963168"/>
                </a:lnTo>
                <a:lnTo>
                  <a:pt x="0" y="976884"/>
                </a:lnTo>
                <a:lnTo>
                  <a:pt x="3048" y="982980"/>
                </a:lnTo>
                <a:lnTo>
                  <a:pt x="12192" y="992124"/>
                </a:lnTo>
                <a:lnTo>
                  <a:pt x="18288" y="993648"/>
                </a:lnTo>
                <a:lnTo>
                  <a:pt x="32004" y="993648"/>
                </a:lnTo>
                <a:lnTo>
                  <a:pt x="36576" y="992124"/>
                </a:lnTo>
                <a:lnTo>
                  <a:pt x="42672" y="987552"/>
                </a:lnTo>
                <a:lnTo>
                  <a:pt x="47244" y="981456"/>
                </a:lnTo>
                <a:lnTo>
                  <a:pt x="48768" y="976884"/>
                </a:lnTo>
                <a:lnTo>
                  <a:pt x="48768" y="963168"/>
                </a:lnTo>
                <a:close/>
              </a:path>
              <a:path extrusionOk="0" h="1353820" w="350519">
                <a:moveTo>
                  <a:pt x="48768" y="198120"/>
                </a:moveTo>
                <a:lnTo>
                  <a:pt x="47244" y="192024"/>
                </a:lnTo>
                <a:lnTo>
                  <a:pt x="42672" y="187452"/>
                </a:lnTo>
                <a:lnTo>
                  <a:pt x="36576" y="182880"/>
                </a:lnTo>
                <a:lnTo>
                  <a:pt x="32004" y="179832"/>
                </a:lnTo>
                <a:lnTo>
                  <a:pt x="18288" y="179832"/>
                </a:lnTo>
                <a:lnTo>
                  <a:pt x="12192" y="182880"/>
                </a:lnTo>
                <a:lnTo>
                  <a:pt x="3048" y="192024"/>
                </a:lnTo>
                <a:lnTo>
                  <a:pt x="0" y="198120"/>
                </a:lnTo>
                <a:lnTo>
                  <a:pt x="0" y="211836"/>
                </a:lnTo>
                <a:lnTo>
                  <a:pt x="3048" y="217932"/>
                </a:lnTo>
                <a:lnTo>
                  <a:pt x="12192" y="227076"/>
                </a:lnTo>
                <a:lnTo>
                  <a:pt x="18288" y="228600"/>
                </a:lnTo>
                <a:lnTo>
                  <a:pt x="32004" y="228600"/>
                </a:lnTo>
                <a:lnTo>
                  <a:pt x="36576" y="227076"/>
                </a:lnTo>
                <a:lnTo>
                  <a:pt x="42672" y="222504"/>
                </a:lnTo>
                <a:lnTo>
                  <a:pt x="47244" y="216408"/>
                </a:lnTo>
                <a:lnTo>
                  <a:pt x="48768" y="211836"/>
                </a:lnTo>
                <a:lnTo>
                  <a:pt x="48768" y="198120"/>
                </a:lnTo>
                <a:close/>
              </a:path>
              <a:path extrusionOk="0" h="1353820" w="350519">
                <a:moveTo>
                  <a:pt x="342900" y="915924"/>
                </a:moveTo>
                <a:lnTo>
                  <a:pt x="335280" y="915924"/>
                </a:lnTo>
                <a:lnTo>
                  <a:pt x="335280" y="934212"/>
                </a:lnTo>
                <a:lnTo>
                  <a:pt x="332232" y="938784"/>
                </a:lnTo>
                <a:lnTo>
                  <a:pt x="330708" y="941832"/>
                </a:lnTo>
                <a:lnTo>
                  <a:pt x="326136" y="944880"/>
                </a:lnTo>
                <a:lnTo>
                  <a:pt x="321564" y="946404"/>
                </a:lnTo>
                <a:lnTo>
                  <a:pt x="317258" y="948169"/>
                </a:lnTo>
                <a:lnTo>
                  <a:pt x="311086" y="949071"/>
                </a:lnTo>
                <a:lnTo>
                  <a:pt x="302920" y="949413"/>
                </a:lnTo>
                <a:lnTo>
                  <a:pt x="115824" y="949413"/>
                </a:lnTo>
                <a:lnTo>
                  <a:pt x="115824" y="960120"/>
                </a:lnTo>
                <a:lnTo>
                  <a:pt x="143256" y="1024128"/>
                </a:lnTo>
                <a:lnTo>
                  <a:pt x="150876" y="1021080"/>
                </a:lnTo>
                <a:lnTo>
                  <a:pt x="149352" y="1014984"/>
                </a:lnTo>
                <a:lnTo>
                  <a:pt x="147828" y="1010412"/>
                </a:lnTo>
                <a:lnTo>
                  <a:pt x="147828" y="1002792"/>
                </a:lnTo>
                <a:lnTo>
                  <a:pt x="149352" y="998220"/>
                </a:lnTo>
                <a:lnTo>
                  <a:pt x="150876" y="996696"/>
                </a:lnTo>
                <a:lnTo>
                  <a:pt x="152400" y="993648"/>
                </a:lnTo>
                <a:lnTo>
                  <a:pt x="156972" y="992124"/>
                </a:lnTo>
                <a:lnTo>
                  <a:pt x="161544" y="992124"/>
                </a:lnTo>
                <a:lnTo>
                  <a:pt x="168719" y="991006"/>
                </a:lnTo>
                <a:lnTo>
                  <a:pt x="178879" y="990028"/>
                </a:lnTo>
                <a:lnTo>
                  <a:pt x="192201" y="989342"/>
                </a:lnTo>
                <a:lnTo>
                  <a:pt x="208788" y="989076"/>
                </a:lnTo>
                <a:lnTo>
                  <a:pt x="292608" y="989076"/>
                </a:lnTo>
                <a:lnTo>
                  <a:pt x="330708" y="998220"/>
                </a:lnTo>
                <a:lnTo>
                  <a:pt x="332232" y="1001268"/>
                </a:lnTo>
                <a:lnTo>
                  <a:pt x="335280" y="1005840"/>
                </a:lnTo>
                <a:lnTo>
                  <a:pt x="335280" y="1022604"/>
                </a:lnTo>
                <a:lnTo>
                  <a:pt x="342900" y="1022604"/>
                </a:lnTo>
                <a:lnTo>
                  <a:pt x="342900" y="989076"/>
                </a:lnTo>
                <a:lnTo>
                  <a:pt x="342900" y="915924"/>
                </a:lnTo>
                <a:close/>
              </a:path>
              <a:path extrusionOk="0" h="1353820" w="350519">
                <a:moveTo>
                  <a:pt x="342900" y="784860"/>
                </a:moveTo>
                <a:lnTo>
                  <a:pt x="335280" y="784860"/>
                </a:lnTo>
                <a:lnTo>
                  <a:pt x="335280" y="794004"/>
                </a:lnTo>
                <a:lnTo>
                  <a:pt x="333756" y="803148"/>
                </a:lnTo>
                <a:lnTo>
                  <a:pt x="330708" y="807720"/>
                </a:lnTo>
                <a:lnTo>
                  <a:pt x="327660" y="813816"/>
                </a:lnTo>
                <a:lnTo>
                  <a:pt x="324612" y="816864"/>
                </a:lnTo>
                <a:lnTo>
                  <a:pt x="292608" y="824484"/>
                </a:lnTo>
                <a:lnTo>
                  <a:pt x="185928" y="824484"/>
                </a:lnTo>
                <a:lnTo>
                  <a:pt x="152400" y="798576"/>
                </a:lnTo>
                <a:lnTo>
                  <a:pt x="150876" y="794004"/>
                </a:lnTo>
                <a:lnTo>
                  <a:pt x="150876" y="787908"/>
                </a:lnTo>
                <a:lnTo>
                  <a:pt x="153924" y="783336"/>
                </a:lnTo>
                <a:lnTo>
                  <a:pt x="158496" y="775716"/>
                </a:lnTo>
                <a:lnTo>
                  <a:pt x="153924" y="737616"/>
                </a:lnTo>
                <a:lnTo>
                  <a:pt x="149352" y="736092"/>
                </a:lnTo>
                <a:lnTo>
                  <a:pt x="135636" y="736092"/>
                </a:lnTo>
                <a:lnTo>
                  <a:pt x="129540" y="739140"/>
                </a:lnTo>
                <a:lnTo>
                  <a:pt x="118872" y="749808"/>
                </a:lnTo>
                <a:lnTo>
                  <a:pt x="115824" y="757428"/>
                </a:lnTo>
                <a:lnTo>
                  <a:pt x="115824" y="766572"/>
                </a:lnTo>
                <a:lnTo>
                  <a:pt x="118973" y="781202"/>
                </a:lnTo>
                <a:lnTo>
                  <a:pt x="128397" y="795528"/>
                </a:lnTo>
                <a:lnTo>
                  <a:pt x="144119" y="809866"/>
                </a:lnTo>
                <a:lnTo>
                  <a:pt x="166116" y="824484"/>
                </a:lnTo>
                <a:lnTo>
                  <a:pt x="115824" y="824484"/>
                </a:lnTo>
                <a:lnTo>
                  <a:pt x="115824" y="833628"/>
                </a:lnTo>
                <a:lnTo>
                  <a:pt x="143256" y="899160"/>
                </a:lnTo>
                <a:lnTo>
                  <a:pt x="150876" y="896112"/>
                </a:lnTo>
                <a:lnTo>
                  <a:pt x="149352" y="890016"/>
                </a:lnTo>
                <a:lnTo>
                  <a:pt x="147828" y="885444"/>
                </a:lnTo>
                <a:lnTo>
                  <a:pt x="147828" y="876300"/>
                </a:lnTo>
                <a:lnTo>
                  <a:pt x="150876" y="870204"/>
                </a:lnTo>
                <a:lnTo>
                  <a:pt x="153924" y="867156"/>
                </a:lnTo>
                <a:lnTo>
                  <a:pt x="156972" y="865632"/>
                </a:lnTo>
                <a:lnTo>
                  <a:pt x="161544" y="865632"/>
                </a:lnTo>
                <a:lnTo>
                  <a:pt x="167855" y="864755"/>
                </a:lnTo>
                <a:lnTo>
                  <a:pt x="177736" y="864298"/>
                </a:lnTo>
                <a:lnTo>
                  <a:pt x="208788" y="864108"/>
                </a:lnTo>
                <a:lnTo>
                  <a:pt x="316992" y="864108"/>
                </a:lnTo>
                <a:lnTo>
                  <a:pt x="323088" y="867156"/>
                </a:lnTo>
                <a:lnTo>
                  <a:pt x="327660" y="868680"/>
                </a:lnTo>
                <a:lnTo>
                  <a:pt x="335280" y="899160"/>
                </a:lnTo>
                <a:lnTo>
                  <a:pt x="342900" y="899160"/>
                </a:lnTo>
                <a:lnTo>
                  <a:pt x="342900" y="784860"/>
                </a:lnTo>
                <a:close/>
              </a:path>
              <a:path extrusionOk="0" h="1353820" w="350519">
                <a:moveTo>
                  <a:pt x="342900" y="150876"/>
                </a:moveTo>
                <a:lnTo>
                  <a:pt x="335280" y="150876"/>
                </a:lnTo>
                <a:lnTo>
                  <a:pt x="335280" y="169164"/>
                </a:lnTo>
                <a:lnTo>
                  <a:pt x="332232" y="172212"/>
                </a:lnTo>
                <a:lnTo>
                  <a:pt x="330708" y="176784"/>
                </a:lnTo>
                <a:lnTo>
                  <a:pt x="326136" y="179832"/>
                </a:lnTo>
                <a:lnTo>
                  <a:pt x="321564" y="181356"/>
                </a:lnTo>
                <a:lnTo>
                  <a:pt x="317258" y="183121"/>
                </a:lnTo>
                <a:lnTo>
                  <a:pt x="311086" y="184023"/>
                </a:lnTo>
                <a:lnTo>
                  <a:pt x="302920" y="184365"/>
                </a:lnTo>
                <a:lnTo>
                  <a:pt x="115824" y="184365"/>
                </a:lnTo>
                <a:lnTo>
                  <a:pt x="115824" y="195072"/>
                </a:lnTo>
                <a:lnTo>
                  <a:pt x="143256" y="259080"/>
                </a:lnTo>
                <a:lnTo>
                  <a:pt x="150876" y="256032"/>
                </a:lnTo>
                <a:lnTo>
                  <a:pt x="149352" y="249936"/>
                </a:lnTo>
                <a:lnTo>
                  <a:pt x="147828" y="245364"/>
                </a:lnTo>
                <a:lnTo>
                  <a:pt x="147828" y="236220"/>
                </a:lnTo>
                <a:lnTo>
                  <a:pt x="149352" y="233172"/>
                </a:lnTo>
                <a:lnTo>
                  <a:pt x="150876" y="231648"/>
                </a:lnTo>
                <a:lnTo>
                  <a:pt x="152400" y="228600"/>
                </a:lnTo>
                <a:lnTo>
                  <a:pt x="156972" y="227076"/>
                </a:lnTo>
                <a:lnTo>
                  <a:pt x="161544" y="227076"/>
                </a:lnTo>
                <a:lnTo>
                  <a:pt x="168719" y="225958"/>
                </a:lnTo>
                <a:lnTo>
                  <a:pt x="178879" y="224980"/>
                </a:lnTo>
                <a:lnTo>
                  <a:pt x="192201" y="224294"/>
                </a:lnTo>
                <a:lnTo>
                  <a:pt x="208788" y="224028"/>
                </a:lnTo>
                <a:lnTo>
                  <a:pt x="292608" y="224028"/>
                </a:lnTo>
                <a:lnTo>
                  <a:pt x="330708" y="233172"/>
                </a:lnTo>
                <a:lnTo>
                  <a:pt x="332232" y="236220"/>
                </a:lnTo>
                <a:lnTo>
                  <a:pt x="335280" y="240792"/>
                </a:lnTo>
                <a:lnTo>
                  <a:pt x="335280" y="257556"/>
                </a:lnTo>
                <a:lnTo>
                  <a:pt x="342900" y="257556"/>
                </a:lnTo>
                <a:lnTo>
                  <a:pt x="342900" y="224028"/>
                </a:lnTo>
                <a:lnTo>
                  <a:pt x="342900" y="150876"/>
                </a:lnTo>
                <a:close/>
              </a:path>
              <a:path extrusionOk="0" h="1353820" w="350519">
                <a:moveTo>
                  <a:pt x="345960" y="56388"/>
                </a:moveTo>
                <a:lnTo>
                  <a:pt x="327190" y="16725"/>
                </a:lnTo>
                <a:lnTo>
                  <a:pt x="297192" y="0"/>
                </a:lnTo>
                <a:lnTo>
                  <a:pt x="297192" y="10668"/>
                </a:lnTo>
                <a:lnTo>
                  <a:pt x="304812" y="12192"/>
                </a:lnTo>
                <a:lnTo>
                  <a:pt x="309384" y="16764"/>
                </a:lnTo>
                <a:lnTo>
                  <a:pt x="312432" y="21336"/>
                </a:lnTo>
                <a:lnTo>
                  <a:pt x="315480" y="27432"/>
                </a:lnTo>
                <a:lnTo>
                  <a:pt x="317004" y="32004"/>
                </a:lnTo>
                <a:lnTo>
                  <a:pt x="317004" y="44196"/>
                </a:lnTo>
                <a:lnTo>
                  <a:pt x="315480" y="50292"/>
                </a:lnTo>
                <a:lnTo>
                  <a:pt x="309384" y="53340"/>
                </a:lnTo>
                <a:lnTo>
                  <a:pt x="305066" y="56464"/>
                </a:lnTo>
                <a:lnTo>
                  <a:pt x="298907" y="58864"/>
                </a:lnTo>
                <a:lnTo>
                  <a:pt x="290728" y="60413"/>
                </a:lnTo>
                <a:lnTo>
                  <a:pt x="280428" y="60960"/>
                </a:lnTo>
                <a:lnTo>
                  <a:pt x="137172" y="60960"/>
                </a:lnTo>
                <a:lnTo>
                  <a:pt x="137172" y="9144"/>
                </a:lnTo>
                <a:lnTo>
                  <a:pt x="121932" y="9144"/>
                </a:lnTo>
                <a:lnTo>
                  <a:pt x="121932" y="60960"/>
                </a:lnTo>
                <a:lnTo>
                  <a:pt x="48780" y="60960"/>
                </a:lnTo>
                <a:lnTo>
                  <a:pt x="48780" y="67056"/>
                </a:lnTo>
                <a:lnTo>
                  <a:pt x="83832" y="82296"/>
                </a:lnTo>
                <a:lnTo>
                  <a:pt x="118859" y="115062"/>
                </a:lnTo>
                <a:lnTo>
                  <a:pt x="131076" y="135636"/>
                </a:lnTo>
                <a:lnTo>
                  <a:pt x="137172" y="135636"/>
                </a:lnTo>
                <a:lnTo>
                  <a:pt x="137172" y="100584"/>
                </a:lnTo>
                <a:lnTo>
                  <a:pt x="286524" y="100584"/>
                </a:lnTo>
                <a:lnTo>
                  <a:pt x="298234" y="100063"/>
                </a:lnTo>
                <a:lnTo>
                  <a:pt x="336816" y="85344"/>
                </a:lnTo>
                <a:lnTo>
                  <a:pt x="339864" y="79248"/>
                </a:lnTo>
                <a:lnTo>
                  <a:pt x="344436" y="71628"/>
                </a:lnTo>
                <a:lnTo>
                  <a:pt x="345960" y="64008"/>
                </a:lnTo>
                <a:lnTo>
                  <a:pt x="345960" y="56388"/>
                </a:lnTo>
                <a:close/>
              </a:path>
              <a:path extrusionOk="0" h="1353820" w="350519">
                <a:moveTo>
                  <a:pt x="348996" y="629412"/>
                </a:moveTo>
                <a:lnTo>
                  <a:pt x="336143" y="584631"/>
                </a:lnTo>
                <a:lnTo>
                  <a:pt x="298513" y="549402"/>
                </a:lnTo>
                <a:lnTo>
                  <a:pt x="260604" y="536448"/>
                </a:lnTo>
                <a:lnTo>
                  <a:pt x="256032" y="542544"/>
                </a:lnTo>
                <a:lnTo>
                  <a:pt x="269748" y="548525"/>
                </a:lnTo>
                <a:lnTo>
                  <a:pt x="281178" y="554926"/>
                </a:lnTo>
                <a:lnTo>
                  <a:pt x="307467" y="588645"/>
                </a:lnTo>
                <a:lnTo>
                  <a:pt x="310896" y="611124"/>
                </a:lnTo>
                <a:lnTo>
                  <a:pt x="309168" y="627176"/>
                </a:lnTo>
                <a:lnTo>
                  <a:pt x="281940" y="664464"/>
                </a:lnTo>
                <a:lnTo>
                  <a:pt x="230720" y="682904"/>
                </a:lnTo>
                <a:lnTo>
                  <a:pt x="211836" y="684276"/>
                </a:lnTo>
                <a:lnTo>
                  <a:pt x="193294" y="682904"/>
                </a:lnTo>
                <a:lnTo>
                  <a:pt x="149352" y="664464"/>
                </a:lnTo>
                <a:lnTo>
                  <a:pt x="131064" y="624840"/>
                </a:lnTo>
                <a:lnTo>
                  <a:pt x="131064" y="615696"/>
                </a:lnTo>
                <a:lnTo>
                  <a:pt x="161544" y="591312"/>
                </a:lnTo>
                <a:lnTo>
                  <a:pt x="170688" y="591312"/>
                </a:lnTo>
                <a:lnTo>
                  <a:pt x="176784" y="588264"/>
                </a:lnTo>
                <a:lnTo>
                  <a:pt x="179832" y="585216"/>
                </a:lnTo>
                <a:lnTo>
                  <a:pt x="185928" y="580644"/>
                </a:lnTo>
                <a:lnTo>
                  <a:pt x="188976" y="574548"/>
                </a:lnTo>
                <a:lnTo>
                  <a:pt x="188976" y="557784"/>
                </a:lnTo>
                <a:lnTo>
                  <a:pt x="187452" y="551688"/>
                </a:lnTo>
                <a:lnTo>
                  <a:pt x="179832" y="544068"/>
                </a:lnTo>
                <a:lnTo>
                  <a:pt x="175260" y="542544"/>
                </a:lnTo>
                <a:lnTo>
                  <a:pt x="169164" y="542544"/>
                </a:lnTo>
                <a:lnTo>
                  <a:pt x="134112" y="563880"/>
                </a:lnTo>
                <a:lnTo>
                  <a:pt x="116967" y="601814"/>
                </a:lnTo>
                <a:lnTo>
                  <a:pt x="115824" y="617220"/>
                </a:lnTo>
                <a:lnTo>
                  <a:pt x="117856" y="638327"/>
                </a:lnTo>
                <a:lnTo>
                  <a:pt x="134480" y="675944"/>
                </a:lnTo>
                <a:lnTo>
                  <a:pt x="166522" y="705904"/>
                </a:lnTo>
                <a:lnTo>
                  <a:pt x="208292" y="721906"/>
                </a:lnTo>
                <a:lnTo>
                  <a:pt x="233172" y="723900"/>
                </a:lnTo>
                <a:lnTo>
                  <a:pt x="258305" y="722172"/>
                </a:lnTo>
                <a:lnTo>
                  <a:pt x="301117" y="707834"/>
                </a:lnTo>
                <a:lnTo>
                  <a:pt x="331647" y="680643"/>
                </a:lnTo>
                <a:lnTo>
                  <a:pt x="347027" y="648017"/>
                </a:lnTo>
                <a:lnTo>
                  <a:pt x="348996" y="629412"/>
                </a:lnTo>
                <a:close/>
              </a:path>
              <a:path extrusionOk="0" h="1353820" w="350519">
                <a:moveTo>
                  <a:pt x="348996" y="342900"/>
                </a:moveTo>
                <a:lnTo>
                  <a:pt x="321564" y="278892"/>
                </a:lnTo>
                <a:lnTo>
                  <a:pt x="313944" y="281940"/>
                </a:lnTo>
                <a:lnTo>
                  <a:pt x="316992" y="288036"/>
                </a:lnTo>
                <a:lnTo>
                  <a:pt x="318516" y="294132"/>
                </a:lnTo>
                <a:lnTo>
                  <a:pt x="318516" y="301752"/>
                </a:lnTo>
                <a:lnTo>
                  <a:pt x="315468" y="307848"/>
                </a:lnTo>
                <a:lnTo>
                  <a:pt x="256032" y="313944"/>
                </a:lnTo>
                <a:lnTo>
                  <a:pt x="121920" y="313944"/>
                </a:lnTo>
                <a:lnTo>
                  <a:pt x="121920" y="388620"/>
                </a:lnTo>
                <a:lnTo>
                  <a:pt x="129540" y="388620"/>
                </a:lnTo>
                <a:lnTo>
                  <a:pt x="130733" y="379196"/>
                </a:lnTo>
                <a:lnTo>
                  <a:pt x="132207" y="371475"/>
                </a:lnTo>
                <a:lnTo>
                  <a:pt x="164592" y="353568"/>
                </a:lnTo>
                <a:lnTo>
                  <a:pt x="289560" y="353568"/>
                </a:lnTo>
                <a:lnTo>
                  <a:pt x="297878" y="362432"/>
                </a:lnTo>
                <a:lnTo>
                  <a:pt x="304609" y="370713"/>
                </a:lnTo>
                <a:lnTo>
                  <a:pt x="309930" y="378434"/>
                </a:lnTo>
                <a:lnTo>
                  <a:pt x="313944" y="385572"/>
                </a:lnTo>
                <a:lnTo>
                  <a:pt x="318516" y="393192"/>
                </a:lnTo>
                <a:lnTo>
                  <a:pt x="320040" y="402336"/>
                </a:lnTo>
                <a:lnTo>
                  <a:pt x="320040" y="408432"/>
                </a:lnTo>
                <a:lnTo>
                  <a:pt x="296037" y="442531"/>
                </a:lnTo>
                <a:lnTo>
                  <a:pt x="269748" y="445008"/>
                </a:lnTo>
                <a:lnTo>
                  <a:pt x="121920" y="445008"/>
                </a:lnTo>
                <a:lnTo>
                  <a:pt x="121920" y="519684"/>
                </a:lnTo>
                <a:lnTo>
                  <a:pt x="129540" y="519684"/>
                </a:lnTo>
                <a:lnTo>
                  <a:pt x="129540" y="509016"/>
                </a:lnTo>
                <a:lnTo>
                  <a:pt x="131064" y="501396"/>
                </a:lnTo>
                <a:lnTo>
                  <a:pt x="153924" y="484632"/>
                </a:lnTo>
                <a:lnTo>
                  <a:pt x="263652" y="484632"/>
                </a:lnTo>
                <a:lnTo>
                  <a:pt x="277901" y="484352"/>
                </a:lnTo>
                <a:lnTo>
                  <a:pt x="319468" y="476326"/>
                </a:lnTo>
                <a:lnTo>
                  <a:pt x="346519" y="445389"/>
                </a:lnTo>
                <a:lnTo>
                  <a:pt x="348996" y="428244"/>
                </a:lnTo>
                <a:lnTo>
                  <a:pt x="348665" y="420268"/>
                </a:lnTo>
                <a:lnTo>
                  <a:pt x="328041" y="379095"/>
                </a:lnTo>
                <a:lnTo>
                  <a:pt x="303276" y="353568"/>
                </a:lnTo>
                <a:lnTo>
                  <a:pt x="348996" y="353568"/>
                </a:lnTo>
                <a:lnTo>
                  <a:pt x="348996" y="342900"/>
                </a:lnTo>
                <a:close/>
              </a:path>
              <a:path extrusionOk="0" h="1353820" w="350519">
                <a:moveTo>
                  <a:pt x="350520" y="1194816"/>
                </a:moveTo>
                <a:lnTo>
                  <a:pt x="345757" y="1152525"/>
                </a:lnTo>
                <a:lnTo>
                  <a:pt x="330708" y="1117092"/>
                </a:lnTo>
                <a:lnTo>
                  <a:pt x="304228" y="1086421"/>
                </a:lnTo>
                <a:lnTo>
                  <a:pt x="265176" y="1059180"/>
                </a:lnTo>
                <a:lnTo>
                  <a:pt x="262128" y="1066800"/>
                </a:lnTo>
                <a:lnTo>
                  <a:pt x="280987" y="1081354"/>
                </a:lnTo>
                <a:lnTo>
                  <a:pt x="296418" y="1095184"/>
                </a:lnTo>
                <a:lnTo>
                  <a:pt x="322122" y="1133030"/>
                </a:lnTo>
                <a:lnTo>
                  <a:pt x="329184" y="1176528"/>
                </a:lnTo>
                <a:lnTo>
                  <a:pt x="328282" y="1194485"/>
                </a:lnTo>
                <a:lnTo>
                  <a:pt x="312420" y="1242060"/>
                </a:lnTo>
                <a:lnTo>
                  <a:pt x="277279" y="1276781"/>
                </a:lnTo>
                <a:lnTo>
                  <a:pt x="226695" y="1295019"/>
                </a:lnTo>
                <a:lnTo>
                  <a:pt x="184404" y="1298448"/>
                </a:lnTo>
                <a:lnTo>
                  <a:pt x="159004" y="1297597"/>
                </a:lnTo>
                <a:lnTo>
                  <a:pt x="113906" y="1290739"/>
                </a:lnTo>
                <a:lnTo>
                  <a:pt x="77584" y="1276159"/>
                </a:lnTo>
                <a:lnTo>
                  <a:pt x="41148" y="1243584"/>
                </a:lnTo>
                <a:lnTo>
                  <a:pt x="25514" y="1200518"/>
                </a:lnTo>
                <a:lnTo>
                  <a:pt x="24384" y="1184148"/>
                </a:lnTo>
                <a:lnTo>
                  <a:pt x="25819" y="1166202"/>
                </a:lnTo>
                <a:lnTo>
                  <a:pt x="47244" y="1118616"/>
                </a:lnTo>
                <a:lnTo>
                  <a:pt x="76962" y="1094422"/>
                </a:lnTo>
                <a:lnTo>
                  <a:pt x="120396" y="1075944"/>
                </a:lnTo>
                <a:lnTo>
                  <a:pt x="120396" y="1068324"/>
                </a:lnTo>
                <a:lnTo>
                  <a:pt x="7620" y="1075944"/>
                </a:lnTo>
                <a:lnTo>
                  <a:pt x="7620" y="1083564"/>
                </a:lnTo>
                <a:lnTo>
                  <a:pt x="15240" y="1086612"/>
                </a:lnTo>
                <a:lnTo>
                  <a:pt x="21336" y="1088136"/>
                </a:lnTo>
                <a:lnTo>
                  <a:pt x="28956" y="1095756"/>
                </a:lnTo>
                <a:lnTo>
                  <a:pt x="30480" y="1100328"/>
                </a:lnTo>
                <a:lnTo>
                  <a:pt x="30480" y="1107948"/>
                </a:lnTo>
                <a:lnTo>
                  <a:pt x="28956" y="1112520"/>
                </a:lnTo>
                <a:lnTo>
                  <a:pt x="25908" y="1118616"/>
                </a:lnTo>
                <a:lnTo>
                  <a:pt x="17907" y="1135786"/>
                </a:lnTo>
                <a:lnTo>
                  <a:pt x="12192" y="1153096"/>
                </a:lnTo>
                <a:lnTo>
                  <a:pt x="8763" y="1170698"/>
                </a:lnTo>
                <a:lnTo>
                  <a:pt x="7620" y="1188720"/>
                </a:lnTo>
                <a:lnTo>
                  <a:pt x="9055" y="1211033"/>
                </a:lnTo>
                <a:lnTo>
                  <a:pt x="20485" y="1252804"/>
                </a:lnTo>
                <a:lnTo>
                  <a:pt x="43053" y="1290193"/>
                </a:lnTo>
                <a:lnTo>
                  <a:pt x="75057" y="1320342"/>
                </a:lnTo>
                <a:lnTo>
                  <a:pt x="115620" y="1341742"/>
                </a:lnTo>
                <a:lnTo>
                  <a:pt x="160718" y="1352130"/>
                </a:lnTo>
                <a:lnTo>
                  <a:pt x="184404" y="1353312"/>
                </a:lnTo>
                <a:lnTo>
                  <a:pt x="214147" y="1351318"/>
                </a:lnTo>
                <a:lnTo>
                  <a:pt x="267347" y="1335316"/>
                </a:lnTo>
                <a:lnTo>
                  <a:pt x="317093" y="1296403"/>
                </a:lnTo>
                <a:lnTo>
                  <a:pt x="346811" y="1233449"/>
                </a:lnTo>
                <a:lnTo>
                  <a:pt x="350520" y="11948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" name="Google Shape;1433;p27"/>
          <p:cNvSpPr/>
          <p:nvPr/>
        </p:nvSpPr>
        <p:spPr>
          <a:xfrm>
            <a:off x="1537716" y="3346703"/>
            <a:ext cx="38100" cy="127000"/>
          </a:xfrm>
          <a:custGeom>
            <a:rect b="b" l="l" r="r" t="t"/>
            <a:pathLst>
              <a:path extrusionOk="0" h="127000" w="38100">
                <a:moveTo>
                  <a:pt x="38100" y="126492"/>
                </a:moveTo>
                <a:lnTo>
                  <a:pt x="0" y="126492"/>
                </a:lnTo>
                <a:lnTo>
                  <a:pt x="0" y="0"/>
                </a:lnTo>
                <a:lnTo>
                  <a:pt x="38100" y="0"/>
                </a:lnTo>
                <a:lnTo>
                  <a:pt x="38100" y="12649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" name="Google Shape;1434;p27"/>
          <p:cNvSpPr/>
          <p:nvPr/>
        </p:nvSpPr>
        <p:spPr>
          <a:xfrm>
            <a:off x="1333500" y="3014472"/>
            <a:ext cx="334010" cy="128270"/>
          </a:xfrm>
          <a:custGeom>
            <a:rect b="b" l="l" r="r" t="t"/>
            <a:pathLst>
              <a:path extrusionOk="0" h="128269" w="334010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89274" y="40886"/>
                </a:lnTo>
                <a:lnTo>
                  <a:pt x="324207" y="24431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74" y="111394"/>
                </a:lnTo>
                <a:lnTo>
                  <a:pt x="325183" y="102870"/>
                </a:lnTo>
                <a:lnTo>
                  <a:pt x="290131" y="80795"/>
                </a:lnTo>
                <a:lnTo>
                  <a:pt x="99059" y="80772"/>
                </a:lnTo>
                <a:lnTo>
                  <a:pt x="70484" y="80962"/>
                </a:lnTo>
                <a:lnTo>
                  <a:pt x="60483" y="81414"/>
                </a:lnTo>
                <a:lnTo>
                  <a:pt x="53339" y="82296"/>
                </a:lnTo>
                <a:lnTo>
                  <a:pt x="44195" y="85344"/>
                </a:lnTo>
                <a:lnTo>
                  <a:pt x="42671" y="88392"/>
                </a:lnTo>
                <a:lnTo>
                  <a:pt x="39623" y="91440"/>
                </a:lnTo>
                <a:lnTo>
                  <a:pt x="38099" y="96012"/>
                </a:lnTo>
                <a:lnTo>
                  <a:pt x="38099" y="99060"/>
                </a:lnTo>
                <a:lnTo>
                  <a:pt x="38647" y="104155"/>
                </a:lnTo>
                <a:lnTo>
                  <a:pt x="40195" y="110109"/>
                </a:lnTo>
                <a:lnTo>
                  <a:pt x="42600" y="116633"/>
                </a:lnTo>
                <a:lnTo>
                  <a:pt x="45719" y="123444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5" name="Google Shape;1435;p27"/>
          <p:cNvSpPr/>
          <p:nvPr/>
        </p:nvSpPr>
        <p:spPr>
          <a:xfrm>
            <a:off x="1333499" y="2727960"/>
            <a:ext cx="340360" cy="205740"/>
          </a:xfrm>
          <a:custGeom>
            <a:rect b="b" l="l" r="r" t="t"/>
            <a:pathLst>
              <a:path extrusionOk="0" h="205739" w="340360">
                <a:moveTo>
                  <a:pt x="117347" y="205740"/>
                </a:moveTo>
                <a:lnTo>
                  <a:pt x="76962" y="199263"/>
                </a:lnTo>
                <a:lnTo>
                  <a:pt x="41147" y="181356"/>
                </a:lnTo>
                <a:lnTo>
                  <a:pt x="10286" y="147066"/>
                </a:lnTo>
                <a:lnTo>
                  <a:pt x="2669" y="126753"/>
                </a:lnTo>
                <a:lnTo>
                  <a:pt x="2571" y="126492"/>
                </a:lnTo>
                <a:lnTo>
                  <a:pt x="0" y="103632"/>
                </a:lnTo>
                <a:lnTo>
                  <a:pt x="2238" y="83915"/>
                </a:lnTo>
                <a:lnTo>
                  <a:pt x="8762" y="65913"/>
                </a:lnTo>
                <a:lnTo>
                  <a:pt x="33528" y="35052"/>
                </a:lnTo>
                <a:lnTo>
                  <a:pt x="79438" y="8953"/>
                </a:lnTo>
                <a:lnTo>
                  <a:pt x="135635" y="0"/>
                </a:lnTo>
                <a:lnTo>
                  <a:pt x="162496" y="1690"/>
                </a:lnTo>
                <a:lnTo>
                  <a:pt x="212788" y="14787"/>
                </a:lnTo>
                <a:lnTo>
                  <a:pt x="259103" y="40790"/>
                </a:lnTo>
                <a:lnTo>
                  <a:pt x="265009" y="45720"/>
                </a:lnTo>
                <a:lnTo>
                  <a:pt x="121920" y="45720"/>
                </a:lnTo>
                <a:lnTo>
                  <a:pt x="110204" y="46267"/>
                </a:lnTo>
                <a:lnTo>
                  <a:pt x="71628" y="53340"/>
                </a:lnTo>
                <a:lnTo>
                  <a:pt x="30480" y="76200"/>
                </a:lnTo>
                <a:lnTo>
                  <a:pt x="19547" y="91059"/>
                </a:lnTo>
                <a:lnTo>
                  <a:pt x="19430" y="91249"/>
                </a:lnTo>
                <a:lnTo>
                  <a:pt x="16335" y="99988"/>
                </a:lnTo>
                <a:lnTo>
                  <a:pt x="15239" y="109728"/>
                </a:lnTo>
                <a:lnTo>
                  <a:pt x="16621" y="119729"/>
                </a:lnTo>
                <a:lnTo>
                  <a:pt x="45600" y="153423"/>
                </a:lnTo>
                <a:lnTo>
                  <a:pt x="92964" y="163068"/>
                </a:lnTo>
                <a:lnTo>
                  <a:pt x="202112" y="163068"/>
                </a:lnTo>
                <a:lnTo>
                  <a:pt x="199322" y="168021"/>
                </a:lnTo>
                <a:lnTo>
                  <a:pt x="156400" y="199263"/>
                </a:lnTo>
                <a:lnTo>
                  <a:pt x="137945" y="204073"/>
                </a:lnTo>
                <a:lnTo>
                  <a:pt x="117347" y="205740"/>
                </a:lnTo>
                <a:close/>
              </a:path>
              <a:path extrusionOk="0" h="205739" w="340360">
                <a:moveTo>
                  <a:pt x="202112" y="163068"/>
                </a:moveTo>
                <a:lnTo>
                  <a:pt x="92964" y="163068"/>
                </a:lnTo>
                <a:lnTo>
                  <a:pt x="116705" y="161663"/>
                </a:lnTo>
                <a:lnTo>
                  <a:pt x="137731" y="157543"/>
                </a:lnTo>
                <a:lnTo>
                  <a:pt x="181094" y="133421"/>
                </a:lnTo>
                <a:lnTo>
                  <a:pt x="192024" y="103632"/>
                </a:lnTo>
                <a:lnTo>
                  <a:pt x="191898" y="100988"/>
                </a:lnTo>
                <a:lnTo>
                  <a:pt x="191850" y="99988"/>
                </a:lnTo>
                <a:lnTo>
                  <a:pt x="191738" y="97631"/>
                </a:lnTo>
                <a:lnTo>
                  <a:pt x="176736" y="56268"/>
                </a:lnTo>
                <a:lnTo>
                  <a:pt x="172157" y="50220"/>
                </a:lnTo>
                <a:lnTo>
                  <a:pt x="171671" y="50220"/>
                </a:lnTo>
                <a:lnTo>
                  <a:pt x="157067" y="48291"/>
                </a:lnTo>
                <a:lnTo>
                  <a:pt x="143637" y="46863"/>
                </a:lnTo>
                <a:lnTo>
                  <a:pt x="131921" y="46005"/>
                </a:lnTo>
                <a:lnTo>
                  <a:pt x="121920" y="45720"/>
                </a:lnTo>
                <a:lnTo>
                  <a:pt x="265009" y="45720"/>
                </a:lnTo>
                <a:lnTo>
                  <a:pt x="274138" y="53340"/>
                </a:lnTo>
                <a:lnTo>
                  <a:pt x="190500" y="53340"/>
                </a:lnTo>
                <a:lnTo>
                  <a:pt x="200501" y="72199"/>
                </a:lnTo>
                <a:lnTo>
                  <a:pt x="207645" y="89916"/>
                </a:lnTo>
                <a:lnTo>
                  <a:pt x="211931" y="106489"/>
                </a:lnTo>
                <a:lnTo>
                  <a:pt x="213360" y="121920"/>
                </a:lnTo>
                <a:lnTo>
                  <a:pt x="211926" y="138017"/>
                </a:lnTo>
                <a:lnTo>
                  <a:pt x="211883" y="138493"/>
                </a:lnTo>
                <a:lnTo>
                  <a:pt x="207264" y="153924"/>
                </a:lnTo>
                <a:lnTo>
                  <a:pt x="202112" y="163068"/>
                </a:lnTo>
                <a:close/>
              </a:path>
              <a:path extrusionOk="0" h="205739" w="340360">
                <a:moveTo>
                  <a:pt x="339852" y="198120"/>
                </a:moveTo>
                <a:lnTo>
                  <a:pt x="332232" y="198120"/>
                </a:lnTo>
                <a:lnTo>
                  <a:pt x="331472" y="184404"/>
                </a:lnTo>
                <a:lnTo>
                  <a:pt x="331374" y="182641"/>
                </a:lnTo>
                <a:lnTo>
                  <a:pt x="328836" y="168211"/>
                </a:lnTo>
                <a:lnTo>
                  <a:pt x="309372" y="126753"/>
                </a:lnTo>
                <a:lnTo>
                  <a:pt x="268224" y="88392"/>
                </a:lnTo>
                <a:lnTo>
                  <a:pt x="230505" y="67437"/>
                </a:lnTo>
                <a:lnTo>
                  <a:pt x="190500" y="53340"/>
                </a:lnTo>
                <a:lnTo>
                  <a:pt x="274138" y="53340"/>
                </a:lnTo>
                <a:lnTo>
                  <a:pt x="315468" y="100584"/>
                </a:lnTo>
                <a:lnTo>
                  <a:pt x="333946" y="140779"/>
                </a:lnTo>
                <a:lnTo>
                  <a:pt x="338309" y="161663"/>
                </a:lnTo>
                <a:lnTo>
                  <a:pt x="338399" y="162091"/>
                </a:lnTo>
                <a:lnTo>
                  <a:pt x="339653" y="181356"/>
                </a:lnTo>
                <a:lnTo>
                  <a:pt x="339737" y="182641"/>
                </a:lnTo>
                <a:lnTo>
                  <a:pt x="339852" y="19812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6" name="Google Shape;1436;p27"/>
          <p:cNvSpPr/>
          <p:nvPr/>
        </p:nvSpPr>
        <p:spPr>
          <a:xfrm>
            <a:off x="1339595" y="2493264"/>
            <a:ext cx="334010" cy="189230"/>
          </a:xfrm>
          <a:custGeom>
            <a:rect b="b" l="l" r="r" t="t"/>
            <a:pathLst>
              <a:path extrusionOk="0" h="189230" w="334010">
                <a:moveTo>
                  <a:pt x="301752" y="188976"/>
                </a:moveTo>
                <a:lnTo>
                  <a:pt x="297180" y="188976"/>
                </a:lnTo>
                <a:lnTo>
                  <a:pt x="294131" y="187452"/>
                </a:lnTo>
                <a:lnTo>
                  <a:pt x="286512" y="179832"/>
                </a:lnTo>
                <a:lnTo>
                  <a:pt x="284988" y="175260"/>
                </a:lnTo>
                <a:lnTo>
                  <a:pt x="284988" y="161544"/>
                </a:lnTo>
                <a:lnTo>
                  <a:pt x="286512" y="158496"/>
                </a:lnTo>
                <a:lnTo>
                  <a:pt x="288036" y="153924"/>
                </a:lnTo>
                <a:lnTo>
                  <a:pt x="291083" y="149352"/>
                </a:lnTo>
                <a:lnTo>
                  <a:pt x="297180" y="141732"/>
                </a:lnTo>
                <a:lnTo>
                  <a:pt x="302299" y="132588"/>
                </a:lnTo>
                <a:lnTo>
                  <a:pt x="306133" y="123444"/>
                </a:lnTo>
                <a:lnTo>
                  <a:pt x="308538" y="114300"/>
                </a:lnTo>
                <a:lnTo>
                  <a:pt x="309372" y="105156"/>
                </a:lnTo>
                <a:lnTo>
                  <a:pt x="308181" y="91749"/>
                </a:lnTo>
                <a:lnTo>
                  <a:pt x="288036" y="56388"/>
                </a:lnTo>
                <a:lnTo>
                  <a:pt x="251388" y="36456"/>
                </a:lnTo>
                <a:lnTo>
                  <a:pt x="236219" y="35052"/>
                </a:lnTo>
                <a:lnTo>
                  <a:pt x="221646" y="36433"/>
                </a:lnTo>
                <a:lnTo>
                  <a:pt x="181356" y="54864"/>
                </a:lnTo>
                <a:lnTo>
                  <a:pt x="149209" y="91297"/>
                </a:lnTo>
                <a:lnTo>
                  <a:pt x="132588" y="137922"/>
                </a:lnTo>
                <a:lnTo>
                  <a:pt x="128016" y="178308"/>
                </a:lnTo>
                <a:lnTo>
                  <a:pt x="0" y="115824"/>
                </a:lnTo>
                <a:lnTo>
                  <a:pt x="0" y="0"/>
                </a:lnTo>
                <a:lnTo>
                  <a:pt x="41148" y="18288"/>
                </a:lnTo>
                <a:lnTo>
                  <a:pt x="41148" y="115824"/>
                </a:lnTo>
                <a:lnTo>
                  <a:pt x="85344" y="137160"/>
                </a:lnTo>
                <a:lnTo>
                  <a:pt x="102870" y="80581"/>
                </a:lnTo>
                <a:lnTo>
                  <a:pt x="134112" y="36576"/>
                </a:lnTo>
                <a:lnTo>
                  <a:pt x="169354" y="12573"/>
                </a:lnTo>
                <a:lnTo>
                  <a:pt x="210311" y="4572"/>
                </a:lnTo>
                <a:lnTo>
                  <a:pt x="223504" y="5167"/>
                </a:lnTo>
                <a:lnTo>
                  <a:pt x="269295" y="20359"/>
                </a:lnTo>
                <a:lnTo>
                  <a:pt x="303347" y="49410"/>
                </a:lnTo>
                <a:lnTo>
                  <a:pt x="326683" y="90154"/>
                </a:lnTo>
                <a:lnTo>
                  <a:pt x="333756" y="132588"/>
                </a:lnTo>
                <a:lnTo>
                  <a:pt x="333184" y="146327"/>
                </a:lnTo>
                <a:lnTo>
                  <a:pt x="313181" y="185547"/>
                </a:lnTo>
                <a:lnTo>
                  <a:pt x="307466" y="188118"/>
                </a:lnTo>
                <a:lnTo>
                  <a:pt x="301752" y="18897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" name="Google Shape;1437;p27"/>
          <p:cNvSpPr/>
          <p:nvPr/>
        </p:nvSpPr>
        <p:spPr>
          <a:xfrm>
            <a:off x="1333500" y="2241804"/>
            <a:ext cx="340360" cy="187960"/>
          </a:xfrm>
          <a:custGeom>
            <a:rect b="b" l="l" r="r" t="t"/>
            <a:pathLst>
              <a:path extrusionOk="0" h="187960" w="340360">
                <a:moveTo>
                  <a:pt x="210488" y="74676"/>
                </a:moveTo>
                <a:lnTo>
                  <a:pt x="153923" y="74676"/>
                </a:lnTo>
                <a:lnTo>
                  <a:pt x="169153" y="54864"/>
                </a:lnTo>
                <a:lnTo>
                  <a:pt x="205739" y="18288"/>
                </a:lnTo>
                <a:lnTo>
                  <a:pt x="243887" y="1142"/>
                </a:lnTo>
                <a:lnTo>
                  <a:pt x="257555" y="0"/>
                </a:lnTo>
                <a:lnTo>
                  <a:pt x="274105" y="1690"/>
                </a:lnTo>
                <a:lnTo>
                  <a:pt x="315467" y="25908"/>
                </a:lnTo>
                <a:lnTo>
                  <a:pt x="321513" y="33528"/>
                </a:lnTo>
                <a:lnTo>
                  <a:pt x="275843" y="33528"/>
                </a:lnTo>
                <a:lnTo>
                  <a:pt x="267866" y="34099"/>
                </a:lnTo>
                <a:lnTo>
                  <a:pt x="231909" y="52959"/>
                </a:lnTo>
                <a:lnTo>
                  <a:pt x="216598" y="67818"/>
                </a:lnTo>
                <a:lnTo>
                  <a:pt x="210488" y="74676"/>
                </a:lnTo>
                <a:close/>
              </a:path>
              <a:path extrusionOk="0" h="187960" w="340360">
                <a:moveTo>
                  <a:pt x="79247" y="182880"/>
                </a:moveTo>
                <a:lnTo>
                  <a:pt x="35742" y="169378"/>
                </a:lnTo>
                <a:lnTo>
                  <a:pt x="5714" y="129921"/>
                </a:lnTo>
                <a:lnTo>
                  <a:pt x="0" y="94488"/>
                </a:lnTo>
                <a:lnTo>
                  <a:pt x="1404" y="75938"/>
                </a:lnTo>
                <a:lnTo>
                  <a:pt x="21335" y="32004"/>
                </a:lnTo>
                <a:lnTo>
                  <a:pt x="58197" y="9072"/>
                </a:lnTo>
                <a:lnTo>
                  <a:pt x="71627" y="7619"/>
                </a:lnTo>
                <a:lnTo>
                  <a:pt x="80771" y="8453"/>
                </a:lnTo>
                <a:lnTo>
                  <a:pt x="118776" y="28384"/>
                </a:lnTo>
                <a:lnTo>
                  <a:pt x="130499" y="41148"/>
                </a:lnTo>
                <a:lnTo>
                  <a:pt x="68579" y="41148"/>
                </a:lnTo>
                <a:lnTo>
                  <a:pt x="58265" y="41886"/>
                </a:lnTo>
                <a:lnTo>
                  <a:pt x="57097" y="41886"/>
                </a:lnTo>
                <a:lnTo>
                  <a:pt x="46009" y="44553"/>
                </a:lnTo>
                <a:lnTo>
                  <a:pt x="17906" y="71628"/>
                </a:lnTo>
                <a:lnTo>
                  <a:pt x="13715" y="92964"/>
                </a:lnTo>
                <a:lnTo>
                  <a:pt x="14597" y="104727"/>
                </a:lnTo>
                <a:lnTo>
                  <a:pt x="36073" y="139422"/>
                </a:lnTo>
                <a:lnTo>
                  <a:pt x="62483" y="147828"/>
                </a:lnTo>
                <a:lnTo>
                  <a:pt x="147691" y="147828"/>
                </a:lnTo>
                <a:lnTo>
                  <a:pt x="141350" y="154114"/>
                </a:lnTo>
                <a:lnTo>
                  <a:pt x="109068" y="176974"/>
                </a:lnTo>
                <a:lnTo>
                  <a:pt x="89296" y="182284"/>
                </a:lnTo>
                <a:lnTo>
                  <a:pt x="79247" y="182880"/>
                </a:lnTo>
                <a:close/>
              </a:path>
              <a:path extrusionOk="0" h="187960" w="340360">
                <a:moveTo>
                  <a:pt x="324460" y="150876"/>
                </a:moveTo>
                <a:lnTo>
                  <a:pt x="259079" y="150876"/>
                </a:lnTo>
                <a:lnTo>
                  <a:pt x="273343" y="149756"/>
                </a:lnTo>
                <a:lnTo>
                  <a:pt x="286321" y="146494"/>
                </a:lnTo>
                <a:lnTo>
                  <a:pt x="321564" y="114300"/>
                </a:lnTo>
                <a:lnTo>
                  <a:pt x="326136" y="89916"/>
                </a:lnTo>
                <a:lnTo>
                  <a:pt x="325278" y="77914"/>
                </a:lnTo>
                <a:lnTo>
                  <a:pt x="304347" y="41886"/>
                </a:lnTo>
                <a:lnTo>
                  <a:pt x="275843" y="33528"/>
                </a:lnTo>
                <a:lnTo>
                  <a:pt x="321513" y="33528"/>
                </a:lnTo>
                <a:lnTo>
                  <a:pt x="338399" y="73914"/>
                </a:lnTo>
                <a:lnTo>
                  <a:pt x="339852" y="94488"/>
                </a:lnTo>
                <a:lnTo>
                  <a:pt x="338363" y="113061"/>
                </a:lnTo>
                <a:lnTo>
                  <a:pt x="338264" y="114300"/>
                </a:lnTo>
                <a:lnTo>
                  <a:pt x="338203" y="115062"/>
                </a:lnTo>
                <a:lnTo>
                  <a:pt x="338113" y="116181"/>
                </a:lnTo>
                <a:lnTo>
                  <a:pt x="332803" y="135445"/>
                </a:lnTo>
                <a:lnTo>
                  <a:pt x="324460" y="150876"/>
                </a:lnTo>
                <a:close/>
              </a:path>
              <a:path extrusionOk="0" h="187960" w="340360">
                <a:moveTo>
                  <a:pt x="147691" y="147828"/>
                </a:moveTo>
                <a:lnTo>
                  <a:pt x="70103" y="147828"/>
                </a:lnTo>
                <a:lnTo>
                  <a:pt x="79247" y="146304"/>
                </a:lnTo>
                <a:lnTo>
                  <a:pt x="86867" y="141732"/>
                </a:lnTo>
                <a:lnTo>
                  <a:pt x="144779" y="85344"/>
                </a:lnTo>
                <a:lnTo>
                  <a:pt x="131921" y="71913"/>
                </a:lnTo>
                <a:lnTo>
                  <a:pt x="95369" y="45648"/>
                </a:lnTo>
                <a:lnTo>
                  <a:pt x="68579" y="41148"/>
                </a:lnTo>
                <a:lnTo>
                  <a:pt x="130499" y="41148"/>
                </a:lnTo>
                <a:lnTo>
                  <a:pt x="141636" y="55816"/>
                </a:lnTo>
                <a:lnTo>
                  <a:pt x="153923" y="74676"/>
                </a:lnTo>
                <a:lnTo>
                  <a:pt x="210488" y="74676"/>
                </a:lnTo>
                <a:lnTo>
                  <a:pt x="199286" y="87249"/>
                </a:lnTo>
                <a:lnTo>
                  <a:pt x="179831" y="111252"/>
                </a:lnTo>
                <a:lnTo>
                  <a:pt x="188118" y="120729"/>
                </a:lnTo>
                <a:lnTo>
                  <a:pt x="191106" y="123444"/>
                </a:lnTo>
                <a:lnTo>
                  <a:pt x="170687" y="123444"/>
                </a:lnTo>
                <a:lnTo>
                  <a:pt x="155305" y="140279"/>
                </a:lnTo>
                <a:lnTo>
                  <a:pt x="147691" y="147828"/>
                </a:lnTo>
                <a:close/>
              </a:path>
              <a:path extrusionOk="0" h="187960" w="340360">
                <a:moveTo>
                  <a:pt x="260603" y="187452"/>
                </a:moveTo>
                <a:lnTo>
                  <a:pt x="216407" y="172212"/>
                </a:lnTo>
                <a:lnTo>
                  <a:pt x="182975" y="139422"/>
                </a:lnTo>
                <a:lnTo>
                  <a:pt x="170687" y="123444"/>
                </a:lnTo>
                <a:lnTo>
                  <a:pt x="191106" y="123444"/>
                </a:lnTo>
                <a:lnTo>
                  <a:pt x="196976" y="128778"/>
                </a:lnTo>
                <a:lnTo>
                  <a:pt x="206406" y="135683"/>
                </a:lnTo>
                <a:lnTo>
                  <a:pt x="247697" y="150304"/>
                </a:lnTo>
                <a:lnTo>
                  <a:pt x="259079" y="150876"/>
                </a:lnTo>
                <a:lnTo>
                  <a:pt x="324460" y="150876"/>
                </a:lnTo>
                <a:lnTo>
                  <a:pt x="323778" y="152138"/>
                </a:lnTo>
                <a:lnTo>
                  <a:pt x="310895" y="166116"/>
                </a:lnTo>
                <a:lnTo>
                  <a:pt x="299180" y="175236"/>
                </a:lnTo>
                <a:lnTo>
                  <a:pt x="286892" y="181927"/>
                </a:lnTo>
                <a:lnTo>
                  <a:pt x="274034" y="186047"/>
                </a:lnTo>
                <a:lnTo>
                  <a:pt x="260603" y="18745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" name="Google Shape;1438;p27"/>
          <p:cNvSpPr/>
          <p:nvPr/>
        </p:nvSpPr>
        <p:spPr>
          <a:xfrm>
            <a:off x="2145792" y="8866632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3715" y="57912"/>
                </a:lnTo>
                <a:lnTo>
                  <a:pt x="7619" y="51816"/>
                </a:lnTo>
                <a:lnTo>
                  <a:pt x="1523" y="45720"/>
                </a:lnTo>
                <a:lnTo>
                  <a:pt x="0" y="38100"/>
                </a:lnTo>
                <a:lnTo>
                  <a:pt x="0" y="21336"/>
                </a:lnTo>
                <a:lnTo>
                  <a:pt x="1523" y="15240"/>
                </a:lnTo>
                <a:lnTo>
                  <a:pt x="13715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39" name="Google Shape;1439;p27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084832" y="8418576"/>
            <a:ext cx="175260" cy="3703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40" name="Google Shape;1440;p27"/>
          <p:cNvGrpSpPr/>
          <p:nvPr/>
        </p:nvGrpSpPr>
        <p:grpSpPr>
          <a:xfrm>
            <a:off x="2084832" y="7895843"/>
            <a:ext cx="175260" cy="451103"/>
            <a:chOff x="2084832" y="7895843"/>
            <a:chExt cx="175260" cy="451103"/>
          </a:xfrm>
        </p:grpSpPr>
        <p:pic>
          <p:nvPicPr>
            <p:cNvPr id="1441" name="Google Shape;1441;p2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092452" y="8225027"/>
              <a:ext cx="164591" cy="1219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42" name="Google Shape;1442;p27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084832" y="7895843"/>
              <a:ext cx="175260" cy="30784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443" name="Google Shape;1443;p27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084832" y="6835140"/>
            <a:ext cx="225552" cy="993647"/>
          </a:xfrm>
          <a:prstGeom prst="rect">
            <a:avLst/>
          </a:prstGeom>
          <a:noFill/>
          <a:ln>
            <a:noFill/>
          </a:ln>
        </p:spPr>
      </p:pic>
      <p:sp>
        <p:nvSpPr>
          <p:cNvPr id="1444" name="Google Shape;1444;p27"/>
          <p:cNvSpPr/>
          <p:nvPr/>
        </p:nvSpPr>
        <p:spPr>
          <a:xfrm>
            <a:off x="2084819" y="6088380"/>
            <a:ext cx="175895" cy="678180"/>
          </a:xfrm>
          <a:custGeom>
            <a:rect b="b" l="l" r="r" t="t"/>
            <a:pathLst>
              <a:path extrusionOk="0" h="678179" w="175894">
                <a:moveTo>
                  <a:pt x="24384" y="483108"/>
                </a:moveTo>
                <a:lnTo>
                  <a:pt x="22860" y="480060"/>
                </a:lnTo>
                <a:lnTo>
                  <a:pt x="19812" y="478536"/>
                </a:lnTo>
                <a:lnTo>
                  <a:pt x="18288" y="475488"/>
                </a:lnTo>
                <a:lnTo>
                  <a:pt x="15240" y="473964"/>
                </a:lnTo>
                <a:lnTo>
                  <a:pt x="7620" y="473964"/>
                </a:lnTo>
                <a:lnTo>
                  <a:pt x="4572" y="475488"/>
                </a:lnTo>
                <a:lnTo>
                  <a:pt x="3048" y="478536"/>
                </a:lnTo>
                <a:lnTo>
                  <a:pt x="0" y="480060"/>
                </a:lnTo>
                <a:lnTo>
                  <a:pt x="0" y="492252"/>
                </a:lnTo>
                <a:lnTo>
                  <a:pt x="3048" y="495300"/>
                </a:lnTo>
                <a:lnTo>
                  <a:pt x="4572" y="498348"/>
                </a:lnTo>
                <a:lnTo>
                  <a:pt x="18288" y="498348"/>
                </a:lnTo>
                <a:lnTo>
                  <a:pt x="19812" y="495300"/>
                </a:lnTo>
                <a:lnTo>
                  <a:pt x="22860" y="492252"/>
                </a:lnTo>
                <a:lnTo>
                  <a:pt x="24384" y="489204"/>
                </a:lnTo>
                <a:lnTo>
                  <a:pt x="24384" y="483108"/>
                </a:lnTo>
                <a:close/>
              </a:path>
              <a:path extrusionOk="0" h="678179" w="175894">
                <a:moveTo>
                  <a:pt x="24384" y="99060"/>
                </a:moveTo>
                <a:lnTo>
                  <a:pt x="22860" y="96012"/>
                </a:lnTo>
                <a:lnTo>
                  <a:pt x="19812" y="94488"/>
                </a:lnTo>
                <a:lnTo>
                  <a:pt x="18288" y="91440"/>
                </a:lnTo>
                <a:lnTo>
                  <a:pt x="15240" y="89916"/>
                </a:lnTo>
                <a:lnTo>
                  <a:pt x="7620" y="89916"/>
                </a:lnTo>
                <a:lnTo>
                  <a:pt x="4572" y="91440"/>
                </a:lnTo>
                <a:lnTo>
                  <a:pt x="3048" y="94488"/>
                </a:lnTo>
                <a:lnTo>
                  <a:pt x="0" y="96012"/>
                </a:lnTo>
                <a:lnTo>
                  <a:pt x="0" y="109728"/>
                </a:lnTo>
                <a:lnTo>
                  <a:pt x="3048" y="111252"/>
                </a:lnTo>
                <a:lnTo>
                  <a:pt x="4572" y="114300"/>
                </a:lnTo>
                <a:lnTo>
                  <a:pt x="18288" y="114300"/>
                </a:lnTo>
                <a:lnTo>
                  <a:pt x="19812" y="111252"/>
                </a:lnTo>
                <a:lnTo>
                  <a:pt x="22860" y="109728"/>
                </a:lnTo>
                <a:lnTo>
                  <a:pt x="24384" y="106680"/>
                </a:lnTo>
                <a:lnTo>
                  <a:pt x="24384" y="99060"/>
                </a:lnTo>
                <a:close/>
              </a:path>
              <a:path extrusionOk="0" h="678179" w="175894">
                <a:moveTo>
                  <a:pt x="172212" y="458724"/>
                </a:moveTo>
                <a:lnTo>
                  <a:pt x="169164" y="458724"/>
                </a:lnTo>
                <a:lnTo>
                  <a:pt x="169164" y="464820"/>
                </a:lnTo>
                <a:lnTo>
                  <a:pt x="167640" y="467868"/>
                </a:lnTo>
                <a:lnTo>
                  <a:pt x="166116" y="469392"/>
                </a:lnTo>
                <a:lnTo>
                  <a:pt x="166116" y="472440"/>
                </a:lnTo>
                <a:lnTo>
                  <a:pt x="163068" y="473964"/>
                </a:lnTo>
                <a:lnTo>
                  <a:pt x="161544" y="473964"/>
                </a:lnTo>
                <a:lnTo>
                  <a:pt x="158496" y="475488"/>
                </a:lnTo>
                <a:lnTo>
                  <a:pt x="57912" y="475488"/>
                </a:lnTo>
                <a:lnTo>
                  <a:pt x="57912" y="481584"/>
                </a:lnTo>
                <a:lnTo>
                  <a:pt x="71628" y="513588"/>
                </a:lnTo>
                <a:lnTo>
                  <a:pt x="74676" y="512064"/>
                </a:lnTo>
                <a:lnTo>
                  <a:pt x="71628" y="505968"/>
                </a:lnTo>
                <a:lnTo>
                  <a:pt x="71628" y="502920"/>
                </a:lnTo>
                <a:lnTo>
                  <a:pt x="73152" y="499872"/>
                </a:lnTo>
                <a:lnTo>
                  <a:pt x="76200" y="496824"/>
                </a:lnTo>
                <a:lnTo>
                  <a:pt x="79248" y="496824"/>
                </a:lnTo>
                <a:lnTo>
                  <a:pt x="83299" y="496595"/>
                </a:lnTo>
                <a:lnTo>
                  <a:pt x="88773" y="496062"/>
                </a:lnTo>
                <a:lnTo>
                  <a:pt x="95973" y="495541"/>
                </a:lnTo>
                <a:lnTo>
                  <a:pt x="105156" y="495300"/>
                </a:lnTo>
                <a:lnTo>
                  <a:pt x="153924" y="495300"/>
                </a:lnTo>
                <a:lnTo>
                  <a:pt x="158496" y="496824"/>
                </a:lnTo>
                <a:lnTo>
                  <a:pt x="161544" y="496824"/>
                </a:lnTo>
                <a:lnTo>
                  <a:pt x="164592" y="498348"/>
                </a:lnTo>
                <a:lnTo>
                  <a:pt x="166116" y="499872"/>
                </a:lnTo>
                <a:lnTo>
                  <a:pt x="166116" y="501396"/>
                </a:lnTo>
                <a:lnTo>
                  <a:pt x="167640" y="502920"/>
                </a:lnTo>
                <a:lnTo>
                  <a:pt x="169164" y="507492"/>
                </a:lnTo>
                <a:lnTo>
                  <a:pt x="169164" y="512064"/>
                </a:lnTo>
                <a:lnTo>
                  <a:pt x="172212" y="512064"/>
                </a:lnTo>
                <a:lnTo>
                  <a:pt x="172212" y="495300"/>
                </a:lnTo>
                <a:lnTo>
                  <a:pt x="172212" y="458724"/>
                </a:lnTo>
                <a:close/>
              </a:path>
              <a:path extrusionOk="0" h="678179" w="175894">
                <a:moveTo>
                  <a:pt x="172212" y="74676"/>
                </a:moveTo>
                <a:lnTo>
                  <a:pt x="169164" y="74676"/>
                </a:lnTo>
                <a:lnTo>
                  <a:pt x="169164" y="80772"/>
                </a:lnTo>
                <a:lnTo>
                  <a:pt x="166116" y="86868"/>
                </a:lnTo>
                <a:lnTo>
                  <a:pt x="166116" y="88392"/>
                </a:lnTo>
                <a:lnTo>
                  <a:pt x="163068" y="89916"/>
                </a:lnTo>
                <a:lnTo>
                  <a:pt x="161544" y="91440"/>
                </a:lnTo>
                <a:lnTo>
                  <a:pt x="57912" y="91440"/>
                </a:lnTo>
                <a:lnTo>
                  <a:pt x="57912" y="97536"/>
                </a:lnTo>
                <a:lnTo>
                  <a:pt x="71628" y="129540"/>
                </a:lnTo>
                <a:lnTo>
                  <a:pt x="74676" y="128016"/>
                </a:lnTo>
                <a:lnTo>
                  <a:pt x="73152" y="124968"/>
                </a:lnTo>
                <a:lnTo>
                  <a:pt x="71628" y="123444"/>
                </a:lnTo>
                <a:lnTo>
                  <a:pt x="71628" y="118872"/>
                </a:lnTo>
                <a:lnTo>
                  <a:pt x="73152" y="117348"/>
                </a:lnTo>
                <a:lnTo>
                  <a:pt x="73152" y="115824"/>
                </a:lnTo>
                <a:lnTo>
                  <a:pt x="74676" y="114300"/>
                </a:lnTo>
                <a:lnTo>
                  <a:pt x="76200" y="114300"/>
                </a:lnTo>
                <a:lnTo>
                  <a:pt x="79248" y="112776"/>
                </a:lnTo>
                <a:lnTo>
                  <a:pt x="83299" y="112547"/>
                </a:lnTo>
                <a:lnTo>
                  <a:pt x="88773" y="112014"/>
                </a:lnTo>
                <a:lnTo>
                  <a:pt x="95973" y="111493"/>
                </a:lnTo>
                <a:lnTo>
                  <a:pt x="105156" y="111252"/>
                </a:lnTo>
                <a:lnTo>
                  <a:pt x="153924" y="111252"/>
                </a:lnTo>
                <a:lnTo>
                  <a:pt x="158496" y="112776"/>
                </a:lnTo>
                <a:lnTo>
                  <a:pt x="161544" y="114300"/>
                </a:lnTo>
                <a:lnTo>
                  <a:pt x="164592" y="114300"/>
                </a:lnTo>
                <a:lnTo>
                  <a:pt x="166116" y="115824"/>
                </a:lnTo>
                <a:lnTo>
                  <a:pt x="166116" y="117348"/>
                </a:lnTo>
                <a:lnTo>
                  <a:pt x="169164" y="123444"/>
                </a:lnTo>
                <a:lnTo>
                  <a:pt x="169164" y="128016"/>
                </a:lnTo>
                <a:lnTo>
                  <a:pt x="172212" y="128016"/>
                </a:lnTo>
                <a:lnTo>
                  <a:pt x="172212" y="111252"/>
                </a:lnTo>
                <a:lnTo>
                  <a:pt x="172212" y="74676"/>
                </a:lnTo>
                <a:close/>
              </a:path>
              <a:path extrusionOk="0" h="678179" w="175894">
                <a:moveTo>
                  <a:pt x="172224" y="396240"/>
                </a:moveTo>
                <a:lnTo>
                  <a:pt x="169176" y="396240"/>
                </a:lnTo>
                <a:lnTo>
                  <a:pt x="169176" y="402336"/>
                </a:lnTo>
                <a:lnTo>
                  <a:pt x="166128" y="408432"/>
                </a:lnTo>
                <a:lnTo>
                  <a:pt x="160032" y="414528"/>
                </a:lnTo>
                <a:lnTo>
                  <a:pt x="156984" y="416052"/>
                </a:lnTo>
                <a:lnTo>
                  <a:pt x="91452" y="416052"/>
                </a:lnTo>
                <a:lnTo>
                  <a:pt x="85356" y="413004"/>
                </a:lnTo>
                <a:lnTo>
                  <a:pt x="79260" y="408432"/>
                </a:lnTo>
                <a:lnTo>
                  <a:pt x="74688" y="403860"/>
                </a:lnTo>
                <a:lnTo>
                  <a:pt x="74688" y="396240"/>
                </a:lnTo>
                <a:lnTo>
                  <a:pt x="77736" y="391668"/>
                </a:lnTo>
                <a:lnTo>
                  <a:pt x="80784" y="388620"/>
                </a:lnTo>
                <a:lnTo>
                  <a:pt x="82308" y="385572"/>
                </a:lnTo>
                <a:lnTo>
                  <a:pt x="82308" y="379476"/>
                </a:lnTo>
                <a:lnTo>
                  <a:pt x="76212" y="373380"/>
                </a:lnTo>
                <a:lnTo>
                  <a:pt x="73164" y="371856"/>
                </a:lnTo>
                <a:lnTo>
                  <a:pt x="67068" y="371856"/>
                </a:lnTo>
                <a:lnTo>
                  <a:pt x="64020" y="373380"/>
                </a:lnTo>
                <a:lnTo>
                  <a:pt x="57924" y="379476"/>
                </a:lnTo>
                <a:lnTo>
                  <a:pt x="57924" y="388620"/>
                </a:lnTo>
                <a:lnTo>
                  <a:pt x="59372" y="395478"/>
                </a:lnTo>
                <a:lnTo>
                  <a:pt x="63830" y="402336"/>
                </a:lnTo>
                <a:lnTo>
                  <a:pt x="71424" y="409194"/>
                </a:lnTo>
                <a:lnTo>
                  <a:pt x="82308" y="416052"/>
                </a:lnTo>
                <a:lnTo>
                  <a:pt x="57924" y="416052"/>
                </a:lnTo>
                <a:lnTo>
                  <a:pt x="57924" y="422148"/>
                </a:lnTo>
                <a:lnTo>
                  <a:pt x="71640" y="454152"/>
                </a:lnTo>
                <a:lnTo>
                  <a:pt x="74688" y="454152"/>
                </a:lnTo>
                <a:lnTo>
                  <a:pt x="71640" y="448056"/>
                </a:lnTo>
                <a:lnTo>
                  <a:pt x="71640" y="443484"/>
                </a:lnTo>
                <a:lnTo>
                  <a:pt x="73164" y="441960"/>
                </a:lnTo>
                <a:lnTo>
                  <a:pt x="73164" y="440436"/>
                </a:lnTo>
                <a:lnTo>
                  <a:pt x="74688" y="438912"/>
                </a:lnTo>
                <a:lnTo>
                  <a:pt x="77736" y="437388"/>
                </a:lnTo>
                <a:lnTo>
                  <a:pt x="82448" y="437159"/>
                </a:lnTo>
                <a:lnTo>
                  <a:pt x="95110" y="436105"/>
                </a:lnTo>
                <a:lnTo>
                  <a:pt x="105168" y="435864"/>
                </a:lnTo>
                <a:lnTo>
                  <a:pt x="153936" y="435864"/>
                </a:lnTo>
                <a:lnTo>
                  <a:pt x="158508" y="437388"/>
                </a:lnTo>
                <a:lnTo>
                  <a:pt x="161556" y="437388"/>
                </a:lnTo>
                <a:lnTo>
                  <a:pt x="164604" y="438912"/>
                </a:lnTo>
                <a:lnTo>
                  <a:pt x="166128" y="440436"/>
                </a:lnTo>
                <a:lnTo>
                  <a:pt x="167652" y="443484"/>
                </a:lnTo>
                <a:lnTo>
                  <a:pt x="169176" y="448056"/>
                </a:lnTo>
                <a:lnTo>
                  <a:pt x="169176" y="452628"/>
                </a:lnTo>
                <a:lnTo>
                  <a:pt x="172224" y="452628"/>
                </a:lnTo>
                <a:lnTo>
                  <a:pt x="172224" y="396240"/>
                </a:lnTo>
                <a:close/>
              </a:path>
              <a:path extrusionOk="0" h="678179" w="175894">
                <a:moveTo>
                  <a:pt x="175260" y="170688"/>
                </a:moveTo>
                <a:lnTo>
                  <a:pt x="161544" y="138684"/>
                </a:lnTo>
                <a:lnTo>
                  <a:pt x="158496" y="140208"/>
                </a:lnTo>
                <a:lnTo>
                  <a:pt x="158496" y="143256"/>
                </a:lnTo>
                <a:lnTo>
                  <a:pt x="160020" y="146304"/>
                </a:lnTo>
                <a:lnTo>
                  <a:pt x="160020" y="150876"/>
                </a:lnTo>
                <a:lnTo>
                  <a:pt x="155448" y="155448"/>
                </a:lnTo>
                <a:lnTo>
                  <a:pt x="152400" y="155448"/>
                </a:lnTo>
                <a:lnTo>
                  <a:pt x="149352" y="156972"/>
                </a:lnTo>
                <a:lnTo>
                  <a:pt x="60960" y="156972"/>
                </a:lnTo>
                <a:lnTo>
                  <a:pt x="60960" y="193548"/>
                </a:lnTo>
                <a:lnTo>
                  <a:pt x="64008" y="193548"/>
                </a:lnTo>
                <a:lnTo>
                  <a:pt x="64008" y="185928"/>
                </a:lnTo>
                <a:lnTo>
                  <a:pt x="65532" y="181356"/>
                </a:lnTo>
                <a:lnTo>
                  <a:pt x="70104" y="176784"/>
                </a:lnTo>
                <a:lnTo>
                  <a:pt x="143256" y="176784"/>
                </a:lnTo>
                <a:lnTo>
                  <a:pt x="153924" y="187452"/>
                </a:lnTo>
                <a:lnTo>
                  <a:pt x="155448" y="192024"/>
                </a:lnTo>
                <a:lnTo>
                  <a:pt x="158496" y="196596"/>
                </a:lnTo>
                <a:lnTo>
                  <a:pt x="160020" y="201168"/>
                </a:lnTo>
                <a:lnTo>
                  <a:pt x="160020" y="210312"/>
                </a:lnTo>
                <a:lnTo>
                  <a:pt x="156972" y="214884"/>
                </a:lnTo>
                <a:lnTo>
                  <a:pt x="153924" y="217932"/>
                </a:lnTo>
                <a:lnTo>
                  <a:pt x="150876" y="222504"/>
                </a:lnTo>
                <a:lnTo>
                  <a:pt x="144780" y="224028"/>
                </a:lnTo>
                <a:lnTo>
                  <a:pt x="60960" y="224028"/>
                </a:lnTo>
                <a:lnTo>
                  <a:pt x="60960" y="262128"/>
                </a:lnTo>
                <a:lnTo>
                  <a:pt x="64008" y="262128"/>
                </a:lnTo>
                <a:lnTo>
                  <a:pt x="62484" y="256032"/>
                </a:lnTo>
                <a:lnTo>
                  <a:pt x="64008" y="251460"/>
                </a:lnTo>
                <a:lnTo>
                  <a:pt x="65532" y="249936"/>
                </a:lnTo>
                <a:lnTo>
                  <a:pt x="65532" y="248412"/>
                </a:lnTo>
                <a:lnTo>
                  <a:pt x="67056" y="246888"/>
                </a:lnTo>
                <a:lnTo>
                  <a:pt x="70104" y="245364"/>
                </a:lnTo>
                <a:lnTo>
                  <a:pt x="71628" y="243840"/>
                </a:lnTo>
                <a:lnTo>
                  <a:pt x="141732" y="243840"/>
                </a:lnTo>
                <a:lnTo>
                  <a:pt x="175260" y="220980"/>
                </a:lnTo>
                <a:lnTo>
                  <a:pt x="175260" y="208788"/>
                </a:lnTo>
                <a:lnTo>
                  <a:pt x="150876" y="176784"/>
                </a:lnTo>
                <a:lnTo>
                  <a:pt x="175260" y="176784"/>
                </a:lnTo>
                <a:lnTo>
                  <a:pt x="175260" y="170688"/>
                </a:lnTo>
                <a:close/>
              </a:path>
              <a:path extrusionOk="0" h="678179" w="175894">
                <a:moveTo>
                  <a:pt x="175272" y="598932"/>
                </a:moveTo>
                <a:lnTo>
                  <a:pt x="164604" y="560832"/>
                </a:lnTo>
                <a:lnTo>
                  <a:pt x="134124" y="531876"/>
                </a:lnTo>
                <a:lnTo>
                  <a:pt x="132600" y="536448"/>
                </a:lnTo>
                <a:lnTo>
                  <a:pt x="140906" y="543293"/>
                </a:lnTo>
                <a:lnTo>
                  <a:pt x="147650" y="549973"/>
                </a:lnTo>
                <a:lnTo>
                  <a:pt x="164604" y="589788"/>
                </a:lnTo>
                <a:lnTo>
                  <a:pt x="164033" y="598678"/>
                </a:lnTo>
                <a:lnTo>
                  <a:pt x="144792" y="635127"/>
                </a:lnTo>
                <a:lnTo>
                  <a:pt x="102323" y="650443"/>
                </a:lnTo>
                <a:lnTo>
                  <a:pt x="91452" y="650748"/>
                </a:lnTo>
                <a:lnTo>
                  <a:pt x="78308" y="650417"/>
                </a:lnTo>
                <a:lnTo>
                  <a:pt x="37388" y="639178"/>
                </a:lnTo>
                <a:lnTo>
                  <a:pt x="12534" y="602107"/>
                </a:lnTo>
                <a:lnTo>
                  <a:pt x="12204" y="594360"/>
                </a:lnTo>
                <a:lnTo>
                  <a:pt x="12788" y="584631"/>
                </a:lnTo>
                <a:lnTo>
                  <a:pt x="37922" y="548449"/>
                </a:lnTo>
                <a:lnTo>
                  <a:pt x="60972" y="539496"/>
                </a:lnTo>
                <a:lnTo>
                  <a:pt x="60972" y="536448"/>
                </a:lnTo>
                <a:lnTo>
                  <a:pt x="4584" y="539496"/>
                </a:lnTo>
                <a:lnTo>
                  <a:pt x="4584" y="542544"/>
                </a:lnTo>
                <a:lnTo>
                  <a:pt x="7632" y="544068"/>
                </a:lnTo>
                <a:lnTo>
                  <a:pt x="13728" y="550164"/>
                </a:lnTo>
                <a:lnTo>
                  <a:pt x="13728" y="554736"/>
                </a:lnTo>
                <a:lnTo>
                  <a:pt x="12204" y="556260"/>
                </a:lnTo>
                <a:lnTo>
                  <a:pt x="7797" y="569074"/>
                </a:lnTo>
                <a:lnTo>
                  <a:pt x="5918" y="577596"/>
                </a:lnTo>
                <a:lnTo>
                  <a:pt x="4889" y="586130"/>
                </a:lnTo>
                <a:lnTo>
                  <a:pt x="4584" y="594360"/>
                </a:lnTo>
                <a:lnTo>
                  <a:pt x="5168" y="605751"/>
                </a:lnTo>
                <a:lnTo>
                  <a:pt x="21539" y="646518"/>
                </a:lnTo>
                <a:lnTo>
                  <a:pt x="57581" y="672401"/>
                </a:lnTo>
                <a:lnTo>
                  <a:pt x="91452" y="678180"/>
                </a:lnTo>
                <a:lnTo>
                  <a:pt x="105994" y="677278"/>
                </a:lnTo>
                <a:lnTo>
                  <a:pt x="144792" y="661416"/>
                </a:lnTo>
                <a:lnTo>
                  <a:pt x="173291" y="618350"/>
                </a:lnTo>
                <a:lnTo>
                  <a:pt x="175272" y="598932"/>
                </a:lnTo>
                <a:close/>
              </a:path>
              <a:path extrusionOk="0" h="678179" w="175894">
                <a:moveTo>
                  <a:pt x="175272" y="315468"/>
                </a:moveTo>
                <a:lnTo>
                  <a:pt x="156768" y="280225"/>
                </a:lnTo>
                <a:lnTo>
                  <a:pt x="129552" y="268224"/>
                </a:lnTo>
                <a:lnTo>
                  <a:pt x="128028" y="271272"/>
                </a:lnTo>
                <a:lnTo>
                  <a:pt x="137172" y="275844"/>
                </a:lnTo>
                <a:lnTo>
                  <a:pt x="144792" y="280416"/>
                </a:lnTo>
                <a:lnTo>
                  <a:pt x="147840" y="284988"/>
                </a:lnTo>
                <a:lnTo>
                  <a:pt x="152412" y="291084"/>
                </a:lnTo>
                <a:lnTo>
                  <a:pt x="155460" y="297180"/>
                </a:lnTo>
                <a:lnTo>
                  <a:pt x="155460" y="306324"/>
                </a:lnTo>
                <a:lnTo>
                  <a:pt x="154355" y="314020"/>
                </a:lnTo>
                <a:lnTo>
                  <a:pt x="123266" y="339090"/>
                </a:lnTo>
                <a:lnTo>
                  <a:pt x="105168" y="341376"/>
                </a:lnTo>
                <a:lnTo>
                  <a:pt x="95656" y="340804"/>
                </a:lnTo>
                <a:lnTo>
                  <a:pt x="65544" y="321564"/>
                </a:lnTo>
                <a:lnTo>
                  <a:pt x="65544" y="304800"/>
                </a:lnTo>
                <a:lnTo>
                  <a:pt x="71640" y="298704"/>
                </a:lnTo>
                <a:lnTo>
                  <a:pt x="74688" y="297180"/>
                </a:lnTo>
                <a:lnTo>
                  <a:pt x="83832" y="297180"/>
                </a:lnTo>
                <a:lnTo>
                  <a:pt x="86880" y="295656"/>
                </a:lnTo>
                <a:lnTo>
                  <a:pt x="88404" y="294132"/>
                </a:lnTo>
                <a:lnTo>
                  <a:pt x="92976" y="292608"/>
                </a:lnTo>
                <a:lnTo>
                  <a:pt x="94500" y="288036"/>
                </a:lnTo>
                <a:lnTo>
                  <a:pt x="94500" y="280416"/>
                </a:lnTo>
                <a:lnTo>
                  <a:pt x="92976" y="277368"/>
                </a:lnTo>
                <a:lnTo>
                  <a:pt x="91452" y="275844"/>
                </a:lnTo>
                <a:lnTo>
                  <a:pt x="88404" y="274320"/>
                </a:lnTo>
                <a:lnTo>
                  <a:pt x="86880" y="272796"/>
                </a:lnTo>
                <a:lnTo>
                  <a:pt x="77736" y="272796"/>
                </a:lnTo>
                <a:lnTo>
                  <a:pt x="71640" y="275844"/>
                </a:lnTo>
                <a:lnTo>
                  <a:pt x="57924" y="309372"/>
                </a:lnTo>
                <a:lnTo>
                  <a:pt x="58801" y="320230"/>
                </a:lnTo>
                <a:lnTo>
                  <a:pt x="81965" y="352831"/>
                </a:lnTo>
                <a:lnTo>
                  <a:pt x="115836" y="361188"/>
                </a:lnTo>
                <a:lnTo>
                  <a:pt x="128714" y="360337"/>
                </a:lnTo>
                <a:lnTo>
                  <a:pt x="165620" y="340334"/>
                </a:lnTo>
                <a:lnTo>
                  <a:pt x="174142" y="324332"/>
                </a:lnTo>
                <a:lnTo>
                  <a:pt x="175272" y="315468"/>
                </a:lnTo>
                <a:close/>
              </a:path>
              <a:path extrusionOk="0" h="678179" w="175894">
                <a:moveTo>
                  <a:pt x="175272" y="22860"/>
                </a:moveTo>
                <a:lnTo>
                  <a:pt x="172224" y="18288"/>
                </a:lnTo>
                <a:lnTo>
                  <a:pt x="167652" y="12192"/>
                </a:lnTo>
                <a:lnTo>
                  <a:pt x="164604" y="7620"/>
                </a:lnTo>
                <a:lnTo>
                  <a:pt x="158508" y="3048"/>
                </a:lnTo>
                <a:lnTo>
                  <a:pt x="150888" y="0"/>
                </a:lnTo>
                <a:lnTo>
                  <a:pt x="150888" y="6096"/>
                </a:lnTo>
                <a:lnTo>
                  <a:pt x="153936" y="7620"/>
                </a:lnTo>
                <a:lnTo>
                  <a:pt x="155460" y="9144"/>
                </a:lnTo>
                <a:lnTo>
                  <a:pt x="156984" y="12192"/>
                </a:lnTo>
                <a:lnTo>
                  <a:pt x="158508" y="13716"/>
                </a:lnTo>
                <a:lnTo>
                  <a:pt x="160032" y="16764"/>
                </a:lnTo>
                <a:lnTo>
                  <a:pt x="160032" y="22860"/>
                </a:lnTo>
                <a:lnTo>
                  <a:pt x="158508" y="25908"/>
                </a:lnTo>
                <a:lnTo>
                  <a:pt x="152412" y="28956"/>
                </a:lnTo>
                <a:lnTo>
                  <a:pt x="147840" y="30480"/>
                </a:lnTo>
                <a:lnTo>
                  <a:pt x="68592" y="30480"/>
                </a:lnTo>
                <a:lnTo>
                  <a:pt x="68592" y="4572"/>
                </a:lnTo>
                <a:lnTo>
                  <a:pt x="60972" y="4572"/>
                </a:lnTo>
                <a:lnTo>
                  <a:pt x="60972" y="30480"/>
                </a:lnTo>
                <a:lnTo>
                  <a:pt x="24396" y="30480"/>
                </a:lnTo>
                <a:lnTo>
                  <a:pt x="24396" y="33528"/>
                </a:lnTo>
                <a:lnTo>
                  <a:pt x="32016" y="36576"/>
                </a:lnTo>
                <a:lnTo>
                  <a:pt x="41160" y="41148"/>
                </a:lnTo>
                <a:lnTo>
                  <a:pt x="45732" y="45720"/>
                </a:lnTo>
                <a:lnTo>
                  <a:pt x="51828" y="50292"/>
                </a:lnTo>
                <a:lnTo>
                  <a:pt x="54876" y="54864"/>
                </a:lnTo>
                <a:lnTo>
                  <a:pt x="59448" y="59436"/>
                </a:lnTo>
                <a:lnTo>
                  <a:pt x="62496" y="64008"/>
                </a:lnTo>
                <a:lnTo>
                  <a:pt x="64020" y="68580"/>
                </a:lnTo>
                <a:lnTo>
                  <a:pt x="68592" y="68580"/>
                </a:lnTo>
                <a:lnTo>
                  <a:pt x="68592" y="50292"/>
                </a:lnTo>
                <a:lnTo>
                  <a:pt x="152412" y="50292"/>
                </a:lnTo>
                <a:lnTo>
                  <a:pt x="170700" y="39624"/>
                </a:lnTo>
                <a:lnTo>
                  <a:pt x="173748" y="36576"/>
                </a:lnTo>
                <a:lnTo>
                  <a:pt x="175272" y="32004"/>
                </a:lnTo>
                <a:lnTo>
                  <a:pt x="175272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" name="Google Shape;1445;p27"/>
          <p:cNvSpPr/>
          <p:nvPr/>
        </p:nvSpPr>
        <p:spPr>
          <a:xfrm>
            <a:off x="2191511" y="5903976"/>
            <a:ext cx="10795" cy="129539"/>
          </a:xfrm>
          <a:custGeom>
            <a:rect b="b" l="l" r="r" t="t"/>
            <a:pathLst>
              <a:path extrusionOk="0" h="129539" w="10794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46" name="Google Shape;1446;p27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084832" y="4748783"/>
            <a:ext cx="225552" cy="1091184"/>
          </a:xfrm>
          <a:prstGeom prst="rect">
            <a:avLst/>
          </a:prstGeom>
          <a:noFill/>
          <a:ln>
            <a:noFill/>
          </a:ln>
        </p:spPr>
      </p:pic>
      <p:sp>
        <p:nvSpPr>
          <p:cNvPr id="1447" name="Google Shape;1447;p27"/>
          <p:cNvSpPr/>
          <p:nvPr/>
        </p:nvSpPr>
        <p:spPr>
          <a:xfrm>
            <a:off x="2092439" y="4114800"/>
            <a:ext cx="168275" cy="556260"/>
          </a:xfrm>
          <a:custGeom>
            <a:rect b="b" l="l" r="r" t="t"/>
            <a:pathLst>
              <a:path extrusionOk="0" h="556260" w="168275">
                <a:moveTo>
                  <a:pt x="164592" y="454152"/>
                </a:moveTo>
                <a:lnTo>
                  <a:pt x="161544" y="454152"/>
                </a:lnTo>
                <a:lnTo>
                  <a:pt x="161544" y="466344"/>
                </a:lnTo>
                <a:lnTo>
                  <a:pt x="158496" y="470916"/>
                </a:lnTo>
                <a:lnTo>
                  <a:pt x="155448" y="473964"/>
                </a:lnTo>
                <a:lnTo>
                  <a:pt x="152400" y="475488"/>
                </a:lnTo>
                <a:lnTo>
                  <a:pt x="146304" y="477012"/>
                </a:lnTo>
                <a:lnTo>
                  <a:pt x="10668" y="477012"/>
                </a:lnTo>
                <a:lnTo>
                  <a:pt x="10668" y="441960"/>
                </a:lnTo>
                <a:lnTo>
                  <a:pt x="13716" y="437388"/>
                </a:lnTo>
                <a:lnTo>
                  <a:pt x="15240" y="432816"/>
                </a:lnTo>
                <a:lnTo>
                  <a:pt x="18288" y="429768"/>
                </a:lnTo>
                <a:lnTo>
                  <a:pt x="22860" y="428244"/>
                </a:lnTo>
                <a:lnTo>
                  <a:pt x="25908" y="426720"/>
                </a:lnTo>
                <a:lnTo>
                  <a:pt x="38100" y="423672"/>
                </a:lnTo>
                <a:lnTo>
                  <a:pt x="38100" y="419100"/>
                </a:lnTo>
                <a:lnTo>
                  <a:pt x="0" y="420624"/>
                </a:lnTo>
                <a:lnTo>
                  <a:pt x="0" y="554736"/>
                </a:lnTo>
                <a:lnTo>
                  <a:pt x="38100" y="556260"/>
                </a:lnTo>
                <a:lnTo>
                  <a:pt x="38100" y="551688"/>
                </a:lnTo>
                <a:lnTo>
                  <a:pt x="30480" y="551688"/>
                </a:lnTo>
                <a:lnTo>
                  <a:pt x="24384" y="550164"/>
                </a:lnTo>
                <a:lnTo>
                  <a:pt x="19812" y="547116"/>
                </a:lnTo>
                <a:lnTo>
                  <a:pt x="16764" y="544068"/>
                </a:lnTo>
                <a:lnTo>
                  <a:pt x="13716" y="539496"/>
                </a:lnTo>
                <a:lnTo>
                  <a:pt x="10668" y="533400"/>
                </a:lnTo>
                <a:lnTo>
                  <a:pt x="10668" y="499872"/>
                </a:lnTo>
                <a:lnTo>
                  <a:pt x="144780" y="499872"/>
                </a:lnTo>
                <a:lnTo>
                  <a:pt x="150876" y="501396"/>
                </a:lnTo>
                <a:lnTo>
                  <a:pt x="153924" y="502920"/>
                </a:lnTo>
                <a:lnTo>
                  <a:pt x="158496" y="505968"/>
                </a:lnTo>
                <a:lnTo>
                  <a:pt x="161544" y="510540"/>
                </a:lnTo>
                <a:lnTo>
                  <a:pt x="161544" y="522732"/>
                </a:lnTo>
                <a:lnTo>
                  <a:pt x="164592" y="522732"/>
                </a:lnTo>
                <a:lnTo>
                  <a:pt x="164592" y="454152"/>
                </a:lnTo>
                <a:close/>
              </a:path>
              <a:path extrusionOk="0" h="556260" w="168275">
                <a:moveTo>
                  <a:pt x="164604" y="201168"/>
                </a:moveTo>
                <a:lnTo>
                  <a:pt x="160032" y="201168"/>
                </a:lnTo>
                <a:lnTo>
                  <a:pt x="158508" y="205740"/>
                </a:lnTo>
                <a:lnTo>
                  <a:pt x="158508" y="210312"/>
                </a:lnTo>
                <a:lnTo>
                  <a:pt x="155460" y="211836"/>
                </a:lnTo>
                <a:lnTo>
                  <a:pt x="153936" y="214884"/>
                </a:lnTo>
                <a:lnTo>
                  <a:pt x="147840" y="220980"/>
                </a:lnTo>
                <a:lnTo>
                  <a:pt x="138696" y="227076"/>
                </a:lnTo>
                <a:lnTo>
                  <a:pt x="99072" y="254508"/>
                </a:lnTo>
                <a:lnTo>
                  <a:pt x="77736" y="237744"/>
                </a:lnTo>
                <a:lnTo>
                  <a:pt x="68592" y="230124"/>
                </a:lnTo>
                <a:lnTo>
                  <a:pt x="62496" y="225552"/>
                </a:lnTo>
                <a:lnTo>
                  <a:pt x="59448" y="220980"/>
                </a:lnTo>
                <a:lnTo>
                  <a:pt x="56400" y="217932"/>
                </a:lnTo>
                <a:lnTo>
                  <a:pt x="56400" y="210312"/>
                </a:lnTo>
                <a:lnTo>
                  <a:pt x="53352" y="210312"/>
                </a:lnTo>
                <a:lnTo>
                  <a:pt x="53352" y="246888"/>
                </a:lnTo>
                <a:lnTo>
                  <a:pt x="56400" y="246888"/>
                </a:lnTo>
                <a:lnTo>
                  <a:pt x="56400" y="240792"/>
                </a:lnTo>
                <a:lnTo>
                  <a:pt x="59448" y="237744"/>
                </a:lnTo>
                <a:lnTo>
                  <a:pt x="65544" y="237744"/>
                </a:lnTo>
                <a:lnTo>
                  <a:pt x="71640" y="240792"/>
                </a:lnTo>
                <a:lnTo>
                  <a:pt x="80784" y="248412"/>
                </a:lnTo>
                <a:lnTo>
                  <a:pt x="92976" y="257556"/>
                </a:lnTo>
                <a:lnTo>
                  <a:pt x="77736" y="268224"/>
                </a:lnTo>
                <a:lnTo>
                  <a:pt x="74688" y="269748"/>
                </a:lnTo>
                <a:lnTo>
                  <a:pt x="71640" y="272796"/>
                </a:lnTo>
                <a:lnTo>
                  <a:pt x="67068" y="275844"/>
                </a:lnTo>
                <a:lnTo>
                  <a:pt x="64020" y="277368"/>
                </a:lnTo>
                <a:lnTo>
                  <a:pt x="59448" y="277368"/>
                </a:lnTo>
                <a:lnTo>
                  <a:pt x="56400" y="274320"/>
                </a:lnTo>
                <a:lnTo>
                  <a:pt x="56400" y="268224"/>
                </a:lnTo>
                <a:lnTo>
                  <a:pt x="53352" y="268224"/>
                </a:lnTo>
                <a:lnTo>
                  <a:pt x="53352" y="320040"/>
                </a:lnTo>
                <a:lnTo>
                  <a:pt x="56400" y="320040"/>
                </a:lnTo>
                <a:lnTo>
                  <a:pt x="56400" y="310896"/>
                </a:lnTo>
                <a:lnTo>
                  <a:pt x="59448" y="307848"/>
                </a:lnTo>
                <a:lnTo>
                  <a:pt x="60972" y="304800"/>
                </a:lnTo>
                <a:lnTo>
                  <a:pt x="67068" y="300228"/>
                </a:lnTo>
                <a:lnTo>
                  <a:pt x="109740" y="271272"/>
                </a:lnTo>
                <a:lnTo>
                  <a:pt x="138696" y="294132"/>
                </a:lnTo>
                <a:lnTo>
                  <a:pt x="147840" y="301752"/>
                </a:lnTo>
                <a:lnTo>
                  <a:pt x="153936" y="306324"/>
                </a:lnTo>
                <a:lnTo>
                  <a:pt x="158508" y="310896"/>
                </a:lnTo>
                <a:lnTo>
                  <a:pt x="158508" y="313944"/>
                </a:lnTo>
                <a:lnTo>
                  <a:pt x="160032" y="316992"/>
                </a:lnTo>
                <a:lnTo>
                  <a:pt x="164604" y="316992"/>
                </a:lnTo>
                <a:lnTo>
                  <a:pt x="164604" y="280416"/>
                </a:lnTo>
                <a:lnTo>
                  <a:pt x="160032" y="280416"/>
                </a:lnTo>
                <a:lnTo>
                  <a:pt x="158508" y="284988"/>
                </a:lnTo>
                <a:lnTo>
                  <a:pt x="158508" y="288036"/>
                </a:lnTo>
                <a:lnTo>
                  <a:pt x="155460" y="291084"/>
                </a:lnTo>
                <a:lnTo>
                  <a:pt x="152412" y="292608"/>
                </a:lnTo>
                <a:lnTo>
                  <a:pt x="149364" y="292608"/>
                </a:lnTo>
                <a:lnTo>
                  <a:pt x="144792" y="289560"/>
                </a:lnTo>
                <a:lnTo>
                  <a:pt x="137172" y="284988"/>
                </a:lnTo>
                <a:lnTo>
                  <a:pt x="114312" y="266700"/>
                </a:lnTo>
                <a:lnTo>
                  <a:pt x="138696" y="249936"/>
                </a:lnTo>
                <a:lnTo>
                  <a:pt x="146316" y="245364"/>
                </a:lnTo>
                <a:lnTo>
                  <a:pt x="150888" y="242316"/>
                </a:lnTo>
                <a:lnTo>
                  <a:pt x="153936" y="242316"/>
                </a:lnTo>
                <a:lnTo>
                  <a:pt x="158508" y="246888"/>
                </a:lnTo>
                <a:lnTo>
                  <a:pt x="160032" y="251460"/>
                </a:lnTo>
                <a:lnTo>
                  <a:pt x="160032" y="254508"/>
                </a:lnTo>
                <a:lnTo>
                  <a:pt x="164604" y="254508"/>
                </a:lnTo>
                <a:lnTo>
                  <a:pt x="164604" y="201168"/>
                </a:lnTo>
                <a:close/>
              </a:path>
              <a:path extrusionOk="0" h="556260" w="168275">
                <a:moveTo>
                  <a:pt x="167652" y="373380"/>
                </a:moveTo>
                <a:lnTo>
                  <a:pt x="166789" y="364553"/>
                </a:lnTo>
                <a:lnTo>
                  <a:pt x="166687" y="364236"/>
                </a:lnTo>
                <a:lnTo>
                  <a:pt x="164223" y="356425"/>
                </a:lnTo>
                <a:lnTo>
                  <a:pt x="132067" y="330263"/>
                </a:lnTo>
                <a:lnTo>
                  <a:pt x="123456" y="327660"/>
                </a:lnTo>
                <a:lnTo>
                  <a:pt x="121932" y="330708"/>
                </a:lnTo>
                <a:lnTo>
                  <a:pt x="131076" y="335280"/>
                </a:lnTo>
                <a:lnTo>
                  <a:pt x="138696" y="339852"/>
                </a:lnTo>
                <a:lnTo>
                  <a:pt x="141744" y="344424"/>
                </a:lnTo>
                <a:lnTo>
                  <a:pt x="147739" y="356425"/>
                </a:lnTo>
                <a:lnTo>
                  <a:pt x="147624" y="364236"/>
                </a:lnTo>
                <a:lnTo>
                  <a:pt x="124929" y="396773"/>
                </a:lnTo>
                <a:lnTo>
                  <a:pt x="105841" y="402336"/>
                </a:lnTo>
                <a:lnTo>
                  <a:pt x="94500" y="402336"/>
                </a:lnTo>
                <a:lnTo>
                  <a:pt x="94500" y="352044"/>
                </a:lnTo>
                <a:lnTo>
                  <a:pt x="94500" y="327660"/>
                </a:lnTo>
                <a:lnTo>
                  <a:pt x="86880" y="328320"/>
                </a:lnTo>
                <a:lnTo>
                  <a:pt x="86880" y="352044"/>
                </a:lnTo>
                <a:lnTo>
                  <a:pt x="86880" y="402336"/>
                </a:lnTo>
                <a:lnTo>
                  <a:pt x="77736" y="402336"/>
                </a:lnTo>
                <a:lnTo>
                  <a:pt x="70116" y="399288"/>
                </a:lnTo>
                <a:lnTo>
                  <a:pt x="59448" y="388620"/>
                </a:lnTo>
                <a:lnTo>
                  <a:pt x="57924" y="382524"/>
                </a:lnTo>
                <a:lnTo>
                  <a:pt x="57924" y="367284"/>
                </a:lnTo>
                <a:lnTo>
                  <a:pt x="60972" y="364236"/>
                </a:lnTo>
                <a:lnTo>
                  <a:pt x="64020" y="359664"/>
                </a:lnTo>
                <a:lnTo>
                  <a:pt x="67068" y="356616"/>
                </a:lnTo>
                <a:lnTo>
                  <a:pt x="71640" y="355092"/>
                </a:lnTo>
                <a:lnTo>
                  <a:pt x="74688" y="353568"/>
                </a:lnTo>
                <a:lnTo>
                  <a:pt x="79260" y="353568"/>
                </a:lnTo>
                <a:lnTo>
                  <a:pt x="86880" y="352044"/>
                </a:lnTo>
                <a:lnTo>
                  <a:pt x="86880" y="328320"/>
                </a:lnTo>
                <a:lnTo>
                  <a:pt x="52781" y="353377"/>
                </a:lnTo>
                <a:lnTo>
                  <a:pt x="50812" y="362712"/>
                </a:lnTo>
                <a:lnTo>
                  <a:pt x="50685" y="364553"/>
                </a:lnTo>
                <a:lnTo>
                  <a:pt x="50304" y="370332"/>
                </a:lnTo>
                <a:lnTo>
                  <a:pt x="50330" y="370674"/>
                </a:lnTo>
                <a:lnTo>
                  <a:pt x="51181" y="381190"/>
                </a:lnTo>
                <a:lnTo>
                  <a:pt x="74371" y="412915"/>
                </a:lnTo>
                <a:lnTo>
                  <a:pt x="109740" y="420624"/>
                </a:lnTo>
                <a:lnTo>
                  <a:pt x="121945" y="419773"/>
                </a:lnTo>
                <a:lnTo>
                  <a:pt x="133172" y="417195"/>
                </a:lnTo>
                <a:lnTo>
                  <a:pt x="142951" y="412915"/>
                </a:lnTo>
                <a:lnTo>
                  <a:pt x="150888" y="406908"/>
                </a:lnTo>
                <a:lnTo>
                  <a:pt x="155422" y="402336"/>
                </a:lnTo>
                <a:lnTo>
                  <a:pt x="158000" y="399745"/>
                </a:lnTo>
                <a:lnTo>
                  <a:pt x="163271" y="391858"/>
                </a:lnTo>
                <a:lnTo>
                  <a:pt x="163334" y="391668"/>
                </a:lnTo>
                <a:lnTo>
                  <a:pt x="166522" y="383120"/>
                </a:lnTo>
                <a:lnTo>
                  <a:pt x="166598" y="382524"/>
                </a:lnTo>
                <a:lnTo>
                  <a:pt x="167652" y="373380"/>
                </a:lnTo>
                <a:close/>
              </a:path>
              <a:path extrusionOk="0" h="556260" w="168275">
                <a:moveTo>
                  <a:pt x="167652" y="111252"/>
                </a:moveTo>
                <a:lnTo>
                  <a:pt x="166509" y="105524"/>
                </a:lnTo>
                <a:lnTo>
                  <a:pt x="163080" y="99631"/>
                </a:lnTo>
                <a:lnTo>
                  <a:pt x="157365" y="93472"/>
                </a:lnTo>
                <a:lnTo>
                  <a:pt x="149364" y="86868"/>
                </a:lnTo>
                <a:lnTo>
                  <a:pt x="143268" y="86868"/>
                </a:lnTo>
                <a:lnTo>
                  <a:pt x="147840" y="91440"/>
                </a:lnTo>
                <a:lnTo>
                  <a:pt x="149364" y="94488"/>
                </a:lnTo>
                <a:lnTo>
                  <a:pt x="150888" y="96012"/>
                </a:lnTo>
                <a:lnTo>
                  <a:pt x="150888" y="97536"/>
                </a:lnTo>
                <a:lnTo>
                  <a:pt x="152412" y="97536"/>
                </a:lnTo>
                <a:lnTo>
                  <a:pt x="152412" y="100584"/>
                </a:lnTo>
                <a:lnTo>
                  <a:pt x="149364" y="103632"/>
                </a:lnTo>
                <a:lnTo>
                  <a:pt x="146316" y="103632"/>
                </a:lnTo>
                <a:lnTo>
                  <a:pt x="143268" y="105156"/>
                </a:lnTo>
                <a:lnTo>
                  <a:pt x="70116" y="105156"/>
                </a:lnTo>
                <a:lnTo>
                  <a:pt x="60972" y="109728"/>
                </a:lnTo>
                <a:lnTo>
                  <a:pt x="56400" y="112776"/>
                </a:lnTo>
                <a:lnTo>
                  <a:pt x="54876" y="117348"/>
                </a:lnTo>
                <a:lnTo>
                  <a:pt x="52870" y="123113"/>
                </a:lnTo>
                <a:lnTo>
                  <a:pt x="52793" y="123444"/>
                </a:lnTo>
                <a:lnTo>
                  <a:pt x="51447" y="129159"/>
                </a:lnTo>
                <a:lnTo>
                  <a:pt x="50584" y="135788"/>
                </a:lnTo>
                <a:lnTo>
                  <a:pt x="50634" y="152095"/>
                </a:lnTo>
                <a:lnTo>
                  <a:pt x="51828" y="160210"/>
                </a:lnTo>
                <a:lnTo>
                  <a:pt x="54152" y="167474"/>
                </a:lnTo>
                <a:lnTo>
                  <a:pt x="54254" y="167640"/>
                </a:lnTo>
                <a:lnTo>
                  <a:pt x="57924" y="173736"/>
                </a:lnTo>
                <a:lnTo>
                  <a:pt x="64020" y="179832"/>
                </a:lnTo>
                <a:lnTo>
                  <a:pt x="70116" y="184404"/>
                </a:lnTo>
                <a:lnTo>
                  <a:pt x="80784" y="184404"/>
                </a:lnTo>
                <a:lnTo>
                  <a:pt x="83832" y="182880"/>
                </a:lnTo>
                <a:lnTo>
                  <a:pt x="85356" y="181356"/>
                </a:lnTo>
                <a:lnTo>
                  <a:pt x="88404" y="179832"/>
                </a:lnTo>
                <a:lnTo>
                  <a:pt x="89928" y="176784"/>
                </a:lnTo>
                <a:lnTo>
                  <a:pt x="89928" y="170688"/>
                </a:lnTo>
                <a:lnTo>
                  <a:pt x="83832" y="164592"/>
                </a:lnTo>
                <a:lnTo>
                  <a:pt x="67068" y="164592"/>
                </a:lnTo>
                <a:lnTo>
                  <a:pt x="64020" y="163068"/>
                </a:lnTo>
                <a:lnTo>
                  <a:pt x="57924" y="156972"/>
                </a:lnTo>
                <a:lnTo>
                  <a:pt x="57924" y="140208"/>
                </a:lnTo>
                <a:lnTo>
                  <a:pt x="59448" y="134112"/>
                </a:lnTo>
                <a:lnTo>
                  <a:pt x="67068" y="126492"/>
                </a:lnTo>
                <a:lnTo>
                  <a:pt x="74688" y="124968"/>
                </a:lnTo>
                <a:lnTo>
                  <a:pt x="91452" y="124968"/>
                </a:lnTo>
                <a:lnTo>
                  <a:pt x="95999" y="138709"/>
                </a:lnTo>
                <a:lnTo>
                  <a:pt x="100406" y="150304"/>
                </a:lnTo>
                <a:lnTo>
                  <a:pt x="128028" y="187452"/>
                </a:lnTo>
                <a:lnTo>
                  <a:pt x="132600" y="188976"/>
                </a:lnTo>
                <a:lnTo>
                  <a:pt x="146316" y="188976"/>
                </a:lnTo>
                <a:lnTo>
                  <a:pt x="153936" y="185928"/>
                </a:lnTo>
                <a:lnTo>
                  <a:pt x="164604" y="175260"/>
                </a:lnTo>
                <a:lnTo>
                  <a:pt x="167652" y="169164"/>
                </a:lnTo>
                <a:lnTo>
                  <a:pt x="167652" y="155448"/>
                </a:lnTo>
                <a:lnTo>
                  <a:pt x="166128" y="150876"/>
                </a:lnTo>
                <a:lnTo>
                  <a:pt x="163080" y="146304"/>
                </a:lnTo>
                <a:lnTo>
                  <a:pt x="161239" y="143256"/>
                </a:lnTo>
                <a:lnTo>
                  <a:pt x="158318" y="139065"/>
                </a:lnTo>
                <a:lnTo>
                  <a:pt x="153860" y="133019"/>
                </a:lnTo>
                <a:lnTo>
                  <a:pt x="152412" y="131089"/>
                </a:lnTo>
                <a:lnTo>
                  <a:pt x="152412" y="155448"/>
                </a:lnTo>
                <a:lnTo>
                  <a:pt x="149440" y="159905"/>
                </a:lnTo>
                <a:lnTo>
                  <a:pt x="149174" y="160210"/>
                </a:lnTo>
                <a:lnTo>
                  <a:pt x="141744" y="167640"/>
                </a:lnTo>
                <a:lnTo>
                  <a:pt x="137172" y="169164"/>
                </a:lnTo>
                <a:lnTo>
                  <a:pt x="128028" y="169164"/>
                </a:lnTo>
                <a:lnTo>
                  <a:pt x="123456" y="167640"/>
                </a:lnTo>
                <a:lnTo>
                  <a:pt x="118884" y="164592"/>
                </a:lnTo>
                <a:lnTo>
                  <a:pt x="111264" y="156972"/>
                </a:lnTo>
                <a:lnTo>
                  <a:pt x="108216" y="149352"/>
                </a:lnTo>
                <a:lnTo>
                  <a:pt x="106781" y="145973"/>
                </a:lnTo>
                <a:lnTo>
                  <a:pt x="104787" y="140589"/>
                </a:lnTo>
                <a:lnTo>
                  <a:pt x="102209" y="133502"/>
                </a:lnTo>
                <a:lnTo>
                  <a:pt x="99072" y="124968"/>
                </a:lnTo>
                <a:lnTo>
                  <a:pt x="140220" y="124968"/>
                </a:lnTo>
                <a:lnTo>
                  <a:pt x="145338" y="132448"/>
                </a:lnTo>
                <a:lnTo>
                  <a:pt x="149174" y="139065"/>
                </a:lnTo>
                <a:lnTo>
                  <a:pt x="151574" y="145122"/>
                </a:lnTo>
                <a:lnTo>
                  <a:pt x="151701" y="145973"/>
                </a:lnTo>
                <a:lnTo>
                  <a:pt x="151739" y="146304"/>
                </a:lnTo>
                <a:lnTo>
                  <a:pt x="152323" y="150304"/>
                </a:lnTo>
                <a:lnTo>
                  <a:pt x="152412" y="155448"/>
                </a:lnTo>
                <a:lnTo>
                  <a:pt x="152412" y="131089"/>
                </a:lnTo>
                <a:lnTo>
                  <a:pt x="147840" y="124968"/>
                </a:lnTo>
                <a:lnTo>
                  <a:pt x="153936" y="124968"/>
                </a:lnTo>
                <a:lnTo>
                  <a:pt x="160032" y="123444"/>
                </a:lnTo>
                <a:lnTo>
                  <a:pt x="163080" y="120396"/>
                </a:lnTo>
                <a:lnTo>
                  <a:pt x="166128" y="118872"/>
                </a:lnTo>
                <a:lnTo>
                  <a:pt x="167652" y="115824"/>
                </a:lnTo>
                <a:lnTo>
                  <a:pt x="167652" y="111252"/>
                </a:lnTo>
                <a:close/>
              </a:path>
              <a:path extrusionOk="0" h="556260" w="168275">
                <a:moveTo>
                  <a:pt x="167652" y="36576"/>
                </a:moveTo>
                <a:lnTo>
                  <a:pt x="167055" y="29743"/>
                </a:lnTo>
                <a:lnTo>
                  <a:pt x="165176" y="23050"/>
                </a:lnTo>
                <a:lnTo>
                  <a:pt x="165074" y="22860"/>
                </a:lnTo>
                <a:lnTo>
                  <a:pt x="162712" y="18288"/>
                </a:lnTo>
                <a:lnTo>
                  <a:pt x="132600" y="0"/>
                </a:lnTo>
                <a:lnTo>
                  <a:pt x="123761" y="1460"/>
                </a:lnTo>
                <a:lnTo>
                  <a:pt x="92976" y="41148"/>
                </a:lnTo>
                <a:lnTo>
                  <a:pt x="89928" y="48768"/>
                </a:lnTo>
                <a:lnTo>
                  <a:pt x="86880" y="53340"/>
                </a:lnTo>
                <a:lnTo>
                  <a:pt x="82308" y="56388"/>
                </a:lnTo>
                <a:lnTo>
                  <a:pt x="76212" y="59436"/>
                </a:lnTo>
                <a:lnTo>
                  <a:pt x="68592" y="59436"/>
                </a:lnTo>
                <a:lnTo>
                  <a:pt x="64020" y="57912"/>
                </a:lnTo>
                <a:lnTo>
                  <a:pt x="60972" y="53340"/>
                </a:lnTo>
                <a:lnTo>
                  <a:pt x="57924" y="50292"/>
                </a:lnTo>
                <a:lnTo>
                  <a:pt x="57924" y="33528"/>
                </a:lnTo>
                <a:lnTo>
                  <a:pt x="59448" y="27432"/>
                </a:lnTo>
                <a:lnTo>
                  <a:pt x="88404" y="12192"/>
                </a:lnTo>
                <a:lnTo>
                  <a:pt x="88404" y="9144"/>
                </a:lnTo>
                <a:lnTo>
                  <a:pt x="50304" y="9144"/>
                </a:lnTo>
                <a:lnTo>
                  <a:pt x="50304" y="12192"/>
                </a:lnTo>
                <a:lnTo>
                  <a:pt x="51828" y="12192"/>
                </a:lnTo>
                <a:lnTo>
                  <a:pt x="53352" y="13716"/>
                </a:lnTo>
                <a:lnTo>
                  <a:pt x="53352" y="15240"/>
                </a:lnTo>
                <a:lnTo>
                  <a:pt x="54876" y="15240"/>
                </a:lnTo>
                <a:lnTo>
                  <a:pt x="54876" y="18288"/>
                </a:lnTo>
                <a:lnTo>
                  <a:pt x="53352" y="21336"/>
                </a:lnTo>
                <a:lnTo>
                  <a:pt x="51828" y="25908"/>
                </a:lnTo>
                <a:lnTo>
                  <a:pt x="50304" y="32004"/>
                </a:lnTo>
                <a:lnTo>
                  <a:pt x="50304" y="41148"/>
                </a:lnTo>
                <a:lnTo>
                  <a:pt x="71640" y="74676"/>
                </a:lnTo>
                <a:lnTo>
                  <a:pt x="88404" y="74676"/>
                </a:lnTo>
                <a:lnTo>
                  <a:pt x="112788" y="45720"/>
                </a:lnTo>
                <a:lnTo>
                  <a:pt x="117094" y="37439"/>
                </a:lnTo>
                <a:lnTo>
                  <a:pt x="120980" y="30861"/>
                </a:lnTo>
                <a:lnTo>
                  <a:pt x="123507" y="27432"/>
                </a:lnTo>
                <a:lnTo>
                  <a:pt x="124675" y="25908"/>
                </a:lnTo>
                <a:lnTo>
                  <a:pt x="128028" y="22860"/>
                </a:lnTo>
                <a:lnTo>
                  <a:pt x="131191" y="19697"/>
                </a:lnTo>
                <a:lnTo>
                  <a:pt x="131432" y="19697"/>
                </a:lnTo>
                <a:lnTo>
                  <a:pt x="135648" y="18288"/>
                </a:lnTo>
                <a:lnTo>
                  <a:pt x="146316" y="18288"/>
                </a:lnTo>
                <a:lnTo>
                  <a:pt x="150520" y="19697"/>
                </a:lnTo>
                <a:lnTo>
                  <a:pt x="150761" y="19697"/>
                </a:lnTo>
                <a:lnTo>
                  <a:pt x="156984" y="25908"/>
                </a:lnTo>
                <a:lnTo>
                  <a:pt x="160032" y="30480"/>
                </a:lnTo>
                <a:lnTo>
                  <a:pt x="160032" y="44196"/>
                </a:lnTo>
                <a:lnTo>
                  <a:pt x="156984" y="51816"/>
                </a:lnTo>
                <a:lnTo>
                  <a:pt x="150888" y="57912"/>
                </a:lnTo>
                <a:lnTo>
                  <a:pt x="146316" y="64008"/>
                </a:lnTo>
                <a:lnTo>
                  <a:pt x="138696" y="68580"/>
                </a:lnTo>
                <a:lnTo>
                  <a:pt x="129552" y="71628"/>
                </a:lnTo>
                <a:lnTo>
                  <a:pt x="129552" y="74676"/>
                </a:lnTo>
                <a:lnTo>
                  <a:pt x="167652" y="74676"/>
                </a:lnTo>
                <a:lnTo>
                  <a:pt x="167652" y="71628"/>
                </a:lnTo>
                <a:lnTo>
                  <a:pt x="164604" y="70104"/>
                </a:lnTo>
                <a:lnTo>
                  <a:pt x="163080" y="68580"/>
                </a:lnTo>
                <a:lnTo>
                  <a:pt x="163080" y="59436"/>
                </a:lnTo>
                <a:lnTo>
                  <a:pt x="166128" y="51816"/>
                </a:lnTo>
                <a:lnTo>
                  <a:pt x="167652" y="44196"/>
                </a:lnTo>
                <a:lnTo>
                  <a:pt x="167652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48" name="Google Shape;1448;p27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092451" y="2886455"/>
            <a:ext cx="167640" cy="1152143"/>
          </a:xfrm>
          <a:prstGeom prst="rect">
            <a:avLst/>
          </a:prstGeom>
          <a:noFill/>
          <a:ln>
            <a:noFill/>
          </a:ln>
        </p:spPr>
      </p:pic>
      <p:sp>
        <p:nvSpPr>
          <p:cNvPr id="1449" name="Google Shape;1449;p27"/>
          <p:cNvSpPr/>
          <p:nvPr/>
        </p:nvSpPr>
        <p:spPr>
          <a:xfrm>
            <a:off x="2500883" y="8866632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5240"/>
                </a:lnTo>
                <a:lnTo>
                  <a:pt x="15239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50" name="Google Shape;1450;p27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444496" y="8695943"/>
            <a:ext cx="167640" cy="65531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1" name="Google Shape;1451;p27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439924" y="7613904"/>
            <a:ext cx="175259" cy="9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2" name="Google Shape;1452;p27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439923" y="7200900"/>
            <a:ext cx="175260" cy="3474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3" name="Google Shape;1453;p27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444495" y="7025640"/>
            <a:ext cx="167640" cy="109728"/>
          </a:xfrm>
          <a:prstGeom prst="rect">
            <a:avLst/>
          </a:prstGeom>
          <a:noFill/>
          <a:ln>
            <a:noFill/>
          </a:ln>
        </p:spPr>
      </p:pic>
      <p:sp>
        <p:nvSpPr>
          <p:cNvPr id="1454" name="Google Shape;1454;p27"/>
          <p:cNvSpPr/>
          <p:nvPr/>
        </p:nvSpPr>
        <p:spPr>
          <a:xfrm>
            <a:off x="2439924" y="6391656"/>
            <a:ext cx="175260" cy="553720"/>
          </a:xfrm>
          <a:custGeom>
            <a:rect b="b" l="l" r="r" t="t"/>
            <a:pathLst>
              <a:path extrusionOk="0" h="553720" w="175260">
                <a:moveTo>
                  <a:pt x="172199" y="24384"/>
                </a:moveTo>
                <a:lnTo>
                  <a:pt x="169151" y="24384"/>
                </a:lnTo>
                <a:lnTo>
                  <a:pt x="169151" y="28956"/>
                </a:lnTo>
                <a:lnTo>
                  <a:pt x="167627" y="33528"/>
                </a:lnTo>
                <a:lnTo>
                  <a:pt x="166103" y="36576"/>
                </a:lnTo>
                <a:lnTo>
                  <a:pt x="164579" y="38100"/>
                </a:lnTo>
                <a:lnTo>
                  <a:pt x="163055" y="41148"/>
                </a:lnTo>
                <a:lnTo>
                  <a:pt x="160007" y="41148"/>
                </a:lnTo>
                <a:lnTo>
                  <a:pt x="153911" y="44196"/>
                </a:lnTo>
                <a:lnTo>
                  <a:pt x="92951" y="44196"/>
                </a:lnTo>
                <a:lnTo>
                  <a:pt x="85331" y="39624"/>
                </a:lnTo>
                <a:lnTo>
                  <a:pt x="80759" y="36576"/>
                </a:lnTo>
                <a:lnTo>
                  <a:pt x="74663" y="30480"/>
                </a:lnTo>
                <a:lnTo>
                  <a:pt x="74663" y="25908"/>
                </a:lnTo>
                <a:lnTo>
                  <a:pt x="77711" y="19812"/>
                </a:lnTo>
                <a:lnTo>
                  <a:pt x="80759" y="15240"/>
                </a:lnTo>
                <a:lnTo>
                  <a:pt x="82283" y="12192"/>
                </a:lnTo>
                <a:lnTo>
                  <a:pt x="82283" y="7620"/>
                </a:lnTo>
                <a:lnTo>
                  <a:pt x="80759" y="4572"/>
                </a:lnTo>
                <a:lnTo>
                  <a:pt x="79235" y="3048"/>
                </a:lnTo>
                <a:lnTo>
                  <a:pt x="76187" y="1524"/>
                </a:lnTo>
                <a:lnTo>
                  <a:pt x="74663" y="0"/>
                </a:lnTo>
                <a:lnTo>
                  <a:pt x="67043" y="0"/>
                </a:lnTo>
                <a:lnTo>
                  <a:pt x="63995" y="1524"/>
                </a:lnTo>
                <a:lnTo>
                  <a:pt x="62471" y="4572"/>
                </a:lnTo>
                <a:lnTo>
                  <a:pt x="59423" y="7620"/>
                </a:lnTo>
                <a:lnTo>
                  <a:pt x="57899" y="10668"/>
                </a:lnTo>
                <a:lnTo>
                  <a:pt x="57899" y="15240"/>
                </a:lnTo>
                <a:lnTo>
                  <a:pt x="59359" y="22987"/>
                </a:lnTo>
                <a:lnTo>
                  <a:pt x="63804" y="30289"/>
                </a:lnTo>
                <a:lnTo>
                  <a:pt x="71412" y="37325"/>
                </a:lnTo>
                <a:lnTo>
                  <a:pt x="82283" y="44196"/>
                </a:lnTo>
                <a:lnTo>
                  <a:pt x="57899" y="44196"/>
                </a:lnTo>
                <a:lnTo>
                  <a:pt x="57899" y="48768"/>
                </a:lnTo>
                <a:lnTo>
                  <a:pt x="71615" y="82296"/>
                </a:lnTo>
                <a:lnTo>
                  <a:pt x="74663" y="80772"/>
                </a:lnTo>
                <a:lnTo>
                  <a:pt x="73139" y="77724"/>
                </a:lnTo>
                <a:lnTo>
                  <a:pt x="73139" y="68580"/>
                </a:lnTo>
                <a:lnTo>
                  <a:pt x="76187" y="65532"/>
                </a:lnTo>
                <a:lnTo>
                  <a:pt x="77711" y="65532"/>
                </a:lnTo>
                <a:lnTo>
                  <a:pt x="80759" y="64008"/>
                </a:lnTo>
                <a:lnTo>
                  <a:pt x="160007" y="64008"/>
                </a:lnTo>
                <a:lnTo>
                  <a:pt x="163055" y="65532"/>
                </a:lnTo>
                <a:lnTo>
                  <a:pt x="166103" y="68580"/>
                </a:lnTo>
                <a:lnTo>
                  <a:pt x="169151" y="74676"/>
                </a:lnTo>
                <a:lnTo>
                  <a:pt x="169151" y="80772"/>
                </a:lnTo>
                <a:lnTo>
                  <a:pt x="172199" y="80772"/>
                </a:lnTo>
                <a:lnTo>
                  <a:pt x="172199" y="24384"/>
                </a:lnTo>
                <a:close/>
              </a:path>
              <a:path extrusionOk="0" h="553720" w="175260">
                <a:moveTo>
                  <a:pt x="172212" y="193548"/>
                </a:moveTo>
                <a:lnTo>
                  <a:pt x="169164" y="193548"/>
                </a:lnTo>
                <a:lnTo>
                  <a:pt x="169164" y="201168"/>
                </a:lnTo>
                <a:lnTo>
                  <a:pt x="167640" y="204216"/>
                </a:lnTo>
                <a:lnTo>
                  <a:pt x="163068" y="208788"/>
                </a:lnTo>
                <a:lnTo>
                  <a:pt x="160020" y="208788"/>
                </a:lnTo>
                <a:lnTo>
                  <a:pt x="155448" y="210312"/>
                </a:lnTo>
                <a:lnTo>
                  <a:pt x="98742" y="210337"/>
                </a:lnTo>
                <a:lnTo>
                  <a:pt x="62484" y="222504"/>
                </a:lnTo>
                <a:lnTo>
                  <a:pt x="57912" y="233172"/>
                </a:lnTo>
                <a:lnTo>
                  <a:pt x="57912" y="243840"/>
                </a:lnTo>
                <a:lnTo>
                  <a:pt x="59436" y="249936"/>
                </a:lnTo>
                <a:lnTo>
                  <a:pt x="62484" y="254508"/>
                </a:lnTo>
                <a:lnTo>
                  <a:pt x="65341" y="259372"/>
                </a:lnTo>
                <a:lnTo>
                  <a:pt x="69342" y="264795"/>
                </a:lnTo>
                <a:lnTo>
                  <a:pt x="74485" y="270802"/>
                </a:lnTo>
                <a:lnTo>
                  <a:pt x="80772" y="277368"/>
                </a:lnTo>
                <a:lnTo>
                  <a:pt x="0" y="277368"/>
                </a:lnTo>
                <a:lnTo>
                  <a:pt x="0" y="281940"/>
                </a:lnTo>
                <a:lnTo>
                  <a:pt x="13716" y="315468"/>
                </a:lnTo>
                <a:lnTo>
                  <a:pt x="16764" y="313944"/>
                </a:lnTo>
                <a:lnTo>
                  <a:pt x="15240" y="309372"/>
                </a:lnTo>
                <a:lnTo>
                  <a:pt x="15240" y="301752"/>
                </a:lnTo>
                <a:lnTo>
                  <a:pt x="16764" y="300228"/>
                </a:lnTo>
                <a:lnTo>
                  <a:pt x="16764" y="298704"/>
                </a:lnTo>
                <a:lnTo>
                  <a:pt x="19812" y="298704"/>
                </a:lnTo>
                <a:lnTo>
                  <a:pt x="22860" y="297180"/>
                </a:lnTo>
                <a:lnTo>
                  <a:pt x="160020" y="297180"/>
                </a:lnTo>
                <a:lnTo>
                  <a:pt x="161544" y="298704"/>
                </a:lnTo>
                <a:lnTo>
                  <a:pt x="164592" y="298704"/>
                </a:lnTo>
                <a:lnTo>
                  <a:pt x="166116" y="300228"/>
                </a:lnTo>
                <a:lnTo>
                  <a:pt x="166116" y="301752"/>
                </a:lnTo>
                <a:lnTo>
                  <a:pt x="169164" y="307848"/>
                </a:lnTo>
                <a:lnTo>
                  <a:pt x="169164" y="313944"/>
                </a:lnTo>
                <a:lnTo>
                  <a:pt x="172212" y="313944"/>
                </a:lnTo>
                <a:lnTo>
                  <a:pt x="172212" y="260604"/>
                </a:lnTo>
                <a:lnTo>
                  <a:pt x="169164" y="260604"/>
                </a:lnTo>
                <a:lnTo>
                  <a:pt x="169164" y="269748"/>
                </a:lnTo>
                <a:lnTo>
                  <a:pt x="163068" y="275844"/>
                </a:lnTo>
                <a:lnTo>
                  <a:pt x="160020" y="275844"/>
                </a:lnTo>
                <a:lnTo>
                  <a:pt x="155448" y="277368"/>
                </a:lnTo>
                <a:lnTo>
                  <a:pt x="88392" y="277368"/>
                </a:lnTo>
                <a:lnTo>
                  <a:pt x="82296" y="271272"/>
                </a:lnTo>
                <a:lnTo>
                  <a:pt x="77724" y="265176"/>
                </a:lnTo>
                <a:lnTo>
                  <a:pt x="73152" y="251460"/>
                </a:lnTo>
                <a:lnTo>
                  <a:pt x="73152" y="243840"/>
                </a:lnTo>
                <a:lnTo>
                  <a:pt x="77724" y="234696"/>
                </a:lnTo>
                <a:lnTo>
                  <a:pt x="83820" y="231648"/>
                </a:lnTo>
                <a:lnTo>
                  <a:pt x="88392" y="230124"/>
                </a:lnTo>
                <a:lnTo>
                  <a:pt x="163068" y="230124"/>
                </a:lnTo>
                <a:lnTo>
                  <a:pt x="166116" y="233172"/>
                </a:lnTo>
                <a:lnTo>
                  <a:pt x="169164" y="239268"/>
                </a:lnTo>
                <a:lnTo>
                  <a:pt x="169164" y="246888"/>
                </a:lnTo>
                <a:lnTo>
                  <a:pt x="172212" y="246888"/>
                </a:lnTo>
                <a:lnTo>
                  <a:pt x="172212" y="193548"/>
                </a:lnTo>
                <a:close/>
              </a:path>
              <a:path extrusionOk="0" h="553720" w="175260">
                <a:moveTo>
                  <a:pt x="175260" y="473964"/>
                </a:moveTo>
                <a:lnTo>
                  <a:pt x="173799" y="457657"/>
                </a:lnTo>
                <a:lnTo>
                  <a:pt x="169354" y="442912"/>
                </a:lnTo>
                <a:lnTo>
                  <a:pt x="167640" y="439915"/>
                </a:lnTo>
                <a:lnTo>
                  <a:pt x="167640" y="473964"/>
                </a:lnTo>
                <a:lnTo>
                  <a:pt x="166509" y="483946"/>
                </a:lnTo>
                <a:lnTo>
                  <a:pt x="139179" y="516140"/>
                </a:lnTo>
                <a:lnTo>
                  <a:pt x="88392" y="525780"/>
                </a:lnTo>
                <a:lnTo>
                  <a:pt x="70104" y="524662"/>
                </a:lnTo>
                <a:lnTo>
                  <a:pt x="28956" y="509016"/>
                </a:lnTo>
                <a:lnTo>
                  <a:pt x="12192" y="473964"/>
                </a:lnTo>
                <a:lnTo>
                  <a:pt x="13309" y="463092"/>
                </a:lnTo>
                <a:lnTo>
                  <a:pt x="40640" y="430276"/>
                </a:lnTo>
                <a:lnTo>
                  <a:pt x="91440" y="420624"/>
                </a:lnTo>
                <a:lnTo>
                  <a:pt x="110337" y="421513"/>
                </a:lnTo>
                <a:lnTo>
                  <a:pt x="149352" y="435864"/>
                </a:lnTo>
                <a:lnTo>
                  <a:pt x="163131" y="453390"/>
                </a:lnTo>
                <a:lnTo>
                  <a:pt x="166497" y="463092"/>
                </a:lnTo>
                <a:lnTo>
                  <a:pt x="167640" y="473964"/>
                </a:lnTo>
                <a:lnTo>
                  <a:pt x="167640" y="439915"/>
                </a:lnTo>
                <a:lnTo>
                  <a:pt x="137680" y="406704"/>
                </a:lnTo>
                <a:lnTo>
                  <a:pt x="106629" y="394627"/>
                </a:lnTo>
                <a:lnTo>
                  <a:pt x="106426" y="394627"/>
                </a:lnTo>
                <a:lnTo>
                  <a:pt x="88392" y="393192"/>
                </a:lnTo>
                <a:lnTo>
                  <a:pt x="41452" y="406057"/>
                </a:lnTo>
                <a:lnTo>
                  <a:pt x="10477" y="442531"/>
                </a:lnTo>
                <a:lnTo>
                  <a:pt x="4572" y="472440"/>
                </a:lnTo>
                <a:lnTo>
                  <a:pt x="5969" y="487870"/>
                </a:lnTo>
                <a:lnTo>
                  <a:pt x="25908" y="527304"/>
                </a:lnTo>
                <a:lnTo>
                  <a:pt x="71335" y="551522"/>
                </a:lnTo>
                <a:lnTo>
                  <a:pt x="89916" y="553212"/>
                </a:lnTo>
                <a:lnTo>
                  <a:pt x="107581" y="551789"/>
                </a:lnTo>
                <a:lnTo>
                  <a:pt x="123825" y="547497"/>
                </a:lnTo>
                <a:lnTo>
                  <a:pt x="138341" y="540359"/>
                </a:lnTo>
                <a:lnTo>
                  <a:pt x="150876" y="530352"/>
                </a:lnTo>
                <a:lnTo>
                  <a:pt x="155003" y="525780"/>
                </a:lnTo>
                <a:lnTo>
                  <a:pt x="161747" y="518337"/>
                </a:lnTo>
                <a:lnTo>
                  <a:pt x="169354" y="505015"/>
                </a:lnTo>
                <a:lnTo>
                  <a:pt x="173799" y="490283"/>
                </a:lnTo>
                <a:lnTo>
                  <a:pt x="175260" y="473964"/>
                </a:lnTo>
                <a:close/>
              </a:path>
              <a:path extrusionOk="0" h="553720" w="175260">
                <a:moveTo>
                  <a:pt x="175260" y="338328"/>
                </a:moveTo>
                <a:lnTo>
                  <a:pt x="150876" y="315468"/>
                </a:lnTo>
                <a:lnTo>
                  <a:pt x="150876" y="321564"/>
                </a:lnTo>
                <a:lnTo>
                  <a:pt x="153924" y="323088"/>
                </a:lnTo>
                <a:lnTo>
                  <a:pt x="155448" y="324612"/>
                </a:lnTo>
                <a:lnTo>
                  <a:pt x="158496" y="330708"/>
                </a:lnTo>
                <a:lnTo>
                  <a:pt x="160020" y="332232"/>
                </a:lnTo>
                <a:lnTo>
                  <a:pt x="160020" y="338328"/>
                </a:lnTo>
                <a:lnTo>
                  <a:pt x="158496" y="341376"/>
                </a:lnTo>
                <a:lnTo>
                  <a:pt x="155448" y="342900"/>
                </a:lnTo>
                <a:lnTo>
                  <a:pt x="153924" y="344424"/>
                </a:lnTo>
                <a:lnTo>
                  <a:pt x="149352" y="345948"/>
                </a:lnTo>
                <a:lnTo>
                  <a:pt x="68580" y="345948"/>
                </a:lnTo>
                <a:lnTo>
                  <a:pt x="68580" y="320040"/>
                </a:lnTo>
                <a:lnTo>
                  <a:pt x="60960" y="320040"/>
                </a:lnTo>
                <a:lnTo>
                  <a:pt x="60960" y="345948"/>
                </a:lnTo>
                <a:lnTo>
                  <a:pt x="24384" y="345948"/>
                </a:lnTo>
                <a:lnTo>
                  <a:pt x="24384" y="348996"/>
                </a:lnTo>
                <a:lnTo>
                  <a:pt x="60960" y="374904"/>
                </a:lnTo>
                <a:lnTo>
                  <a:pt x="62484" y="379476"/>
                </a:lnTo>
                <a:lnTo>
                  <a:pt x="65532" y="384048"/>
                </a:lnTo>
                <a:lnTo>
                  <a:pt x="68580" y="384048"/>
                </a:lnTo>
                <a:lnTo>
                  <a:pt x="68580" y="365760"/>
                </a:lnTo>
                <a:lnTo>
                  <a:pt x="158496" y="365760"/>
                </a:lnTo>
                <a:lnTo>
                  <a:pt x="163068" y="362712"/>
                </a:lnTo>
                <a:lnTo>
                  <a:pt x="167640" y="361188"/>
                </a:lnTo>
                <a:lnTo>
                  <a:pt x="170688" y="359664"/>
                </a:lnTo>
                <a:lnTo>
                  <a:pt x="172212" y="355092"/>
                </a:lnTo>
                <a:lnTo>
                  <a:pt x="173736" y="352044"/>
                </a:lnTo>
                <a:lnTo>
                  <a:pt x="175260" y="347472"/>
                </a:lnTo>
                <a:lnTo>
                  <a:pt x="175260" y="338328"/>
                </a:lnTo>
                <a:close/>
              </a:path>
              <a:path extrusionOk="0" h="553720" w="175260">
                <a:moveTo>
                  <a:pt x="175260" y="134112"/>
                </a:moveTo>
                <a:lnTo>
                  <a:pt x="174396" y="125285"/>
                </a:lnTo>
                <a:lnTo>
                  <a:pt x="174294" y="124968"/>
                </a:lnTo>
                <a:lnTo>
                  <a:pt x="171831" y="117157"/>
                </a:lnTo>
                <a:lnTo>
                  <a:pt x="140538" y="90995"/>
                </a:lnTo>
                <a:lnTo>
                  <a:pt x="132588" y="88392"/>
                </a:lnTo>
                <a:lnTo>
                  <a:pt x="129540" y="91440"/>
                </a:lnTo>
                <a:lnTo>
                  <a:pt x="140208" y="96012"/>
                </a:lnTo>
                <a:lnTo>
                  <a:pt x="146304" y="100584"/>
                </a:lnTo>
                <a:lnTo>
                  <a:pt x="149352" y="105156"/>
                </a:lnTo>
                <a:lnTo>
                  <a:pt x="153924" y="111252"/>
                </a:lnTo>
                <a:lnTo>
                  <a:pt x="155397" y="117157"/>
                </a:lnTo>
                <a:lnTo>
                  <a:pt x="133388" y="157289"/>
                </a:lnTo>
                <a:lnTo>
                  <a:pt x="124536" y="160477"/>
                </a:lnTo>
                <a:lnTo>
                  <a:pt x="124853" y="160477"/>
                </a:lnTo>
                <a:lnTo>
                  <a:pt x="113868" y="162483"/>
                </a:lnTo>
                <a:lnTo>
                  <a:pt x="102108" y="163068"/>
                </a:lnTo>
                <a:lnTo>
                  <a:pt x="102108" y="112776"/>
                </a:lnTo>
                <a:lnTo>
                  <a:pt x="102108" y="88392"/>
                </a:lnTo>
                <a:lnTo>
                  <a:pt x="94488" y="89052"/>
                </a:lnTo>
                <a:lnTo>
                  <a:pt x="94488" y="112776"/>
                </a:lnTo>
                <a:lnTo>
                  <a:pt x="94488" y="163068"/>
                </a:lnTo>
                <a:lnTo>
                  <a:pt x="85344" y="163068"/>
                </a:lnTo>
                <a:lnTo>
                  <a:pt x="77724" y="160020"/>
                </a:lnTo>
                <a:lnTo>
                  <a:pt x="73152" y="153924"/>
                </a:lnTo>
                <a:lnTo>
                  <a:pt x="68580" y="149352"/>
                </a:lnTo>
                <a:lnTo>
                  <a:pt x="65532" y="143256"/>
                </a:lnTo>
                <a:lnTo>
                  <a:pt x="65532" y="132588"/>
                </a:lnTo>
                <a:lnTo>
                  <a:pt x="79248" y="115824"/>
                </a:lnTo>
                <a:lnTo>
                  <a:pt x="82296" y="114300"/>
                </a:lnTo>
                <a:lnTo>
                  <a:pt x="86868" y="114300"/>
                </a:lnTo>
                <a:lnTo>
                  <a:pt x="94488" y="112776"/>
                </a:lnTo>
                <a:lnTo>
                  <a:pt x="94488" y="89052"/>
                </a:lnTo>
                <a:lnTo>
                  <a:pt x="61150" y="114109"/>
                </a:lnTo>
                <a:lnTo>
                  <a:pt x="57912" y="131064"/>
                </a:lnTo>
                <a:lnTo>
                  <a:pt x="58026" y="132588"/>
                </a:lnTo>
                <a:lnTo>
                  <a:pt x="58153" y="134112"/>
                </a:lnTo>
                <a:lnTo>
                  <a:pt x="58788" y="141922"/>
                </a:lnTo>
                <a:lnTo>
                  <a:pt x="81978" y="173647"/>
                </a:lnTo>
                <a:lnTo>
                  <a:pt x="117348" y="181356"/>
                </a:lnTo>
                <a:lnTo>
                  <a:pt x="130225" y="180505"/>
                </a:lnTo>
                <a:lnTo>
                  <a:pt x="141541" y="177927"/>
                </a:lnTo>
                <a:lnTo>
                  <a:pt x="151422" y="173647"/>
                </a:lnTo>
                <a:lnTo>
                  <a:pt x="160020" y="167640"/>
                </a:lnTo>
                <a:lnTo>
                  <a:pt x="164401" y="163068"/>
                </a:lnTo>
                <a:lnTo>
                  <a:pt x="166890" y="160477"/>
                </a:lnTo>
                <a:lnTo>
                  <a:pt x="171640" y="152590"/>
                </a:lnTo>
                <a:lnTo>
                  <a:pt x="171691" y="152400"/>
                </a:lnTo>
                <a:lnTo>
                  <a:pt x="174371" y="143852"/>
                </a:lnTo>
                <a:lnTo>
                  <a:pt x="174421" y="143256"/>
                </a:lnTo>
                <a:lnTo>
                  <a:pt x="174548" y="141922"/>
                </a:lnTo>
                <a:lnTo>
                  <a:pt x="175260" y="1341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5" name="Google Shape;1455;p27"/>
          <p:cNvGrpSpPr/>
          <p:nvPr/>
        </p:nvGrpSpPr>
        <p:grpSpPr>
          <a:xfrm>
            <a:off x="2439924" y="5542788"/>
            <a:ext cx="175260" cy="784860"/>
            <a:chOff x="2439924" y="5542788"/>
            <a:chExt cx="175260" cy="784860"/>
          </a:xfrm>
        </p:grpSpPr>
        <p:sp>
          <p:nvSpPr>
            <p:cNvPr id="1456" name="Google Shape;1456;p27"/>
            <p:cNvSpPr/>
            <p:nvPr/>
          </p:nvSpPr>
          <p:spPr>
            <a:xfrm>
              <a:off x="2439924" y="5748528"/>
              <a:ext cx="175260" cy="579120"/>
            </a:xfrm>
            <a:custGeom>
              <a:rect b="b" l="l" r="r" t="t"/>
              <a:pathLst>
                <a:path extrusionOk="0" h="579120" w="175260">
                  <a:moveTo>
                    <a:pt x="24384" y="129540"/>
                  </a:moveTo>
                  <a:lnTo>
                    <a:pt x="22860" y="126492"/>
                  </a:lnTo>
                  <a:lnTo>
                    <a:pt x="18288" y="121920"/>
                  </a:lnTo>
                  <a:lnTo>
                    <a:pt x="15240" y="120396"/>
                  </a:lnTo>
                  <a:lnTo>
                    <a:pt x="9144" y="120396"/>
                  </a:lnTo>
                  <a:lnTo>
                    <a:pt x="6096" y="121920"/>
                  </a:lnTo>
                  <a:lnTo>
                    <a:pt x="1524" y="126492"/>
                  </a:lnTo>
                  <a:lnTo>
                    <a:pt x="0" y="129540"/>
                  </a:lnTo>
                  <a:lnTo>
                    <a:pt x="0" y="137160"/>
                  </a:lnTo>
                  <a:lnTo>
                    <a:pt x="1524" y="140208"/>
                  </a:lnTo>
                  <a:lnTo>
                    <a:pt x="6096" y="144780"/>
                  </a:lnTo>
                  <a:lnTo>
                    <a:pt x="18288" y="144780"/>
                  </a:lnTo>
                  <a:lnTo>
                    <a:pt x="21336" y="141732"/>
                  </a:lnTo>
                  <a:lnTo>
                    <a:pt x="22860" y="138684"/>
                  </a:lnTo>
                  <a:lnTo>
                    <a:pt x="24384" y="137160"/>
                  </a:lnTo>
                  <a:lnTo>
                    <a:pt x="24384" y="129540"/>
                  </a:lnTo>
                  <a:close/>
                </a:path>
                <a:path extrusionOk="0" h="579120" w="175260">
                  <a:moveTo>
                    <a:pt x="172199" y="504444"/>
                  </a:moveTo>
                  <a:lnTo>
                    <a:pt x="170510" y="482117"/>
                  </a:lnTo>
                  <a:lnTo>
                    <a:pt x="165531" y="462915"/>
                  </a:lnTo>
                  <a:lnTo>
                    <a:pt x="164579" y="461010"/>
                  </a:lnTo>
                  <a:lnTo>
                    <a:pt x="164579" y="505968"/>
                  </a:lnTo>
                  <a:lnTo>
                    <a:pt x="164515" y="507492"/>
                  </a:lnTo>
                  <a:lnTo>
                    <a:pt x="161531" y="533400"/>
                  </a:lnTo>
                  <a:lnTo>
                    <a:pt x="18275" y="533400"/>
                  </a:lnTo>
                  <a:lnTo>
                    <a:pt x="16179" y="519303"/>
                  </a:lnTo>
                  <a:lnTo>
                    <a:pt x="16103" y="518541"/>
                  </a:lnTo>
                  <a:lnTo>
                    <a:pt x="15494" y="513257"/>
                  </a:lnTo>
                  <a:lnTo>
                    <a:pt x="15443" y="511975"/>
                  </a:lnTo>
                  <a:lnTo>
                    <a:pt x="15227" y="507492"/>
                  </a:lnTo>
                  <a:lnTo>
                    <a:pt x="15354" y="505968"/>
                  </a:lnTo>
                  <a:lnTo>
                    <a:pt x="15481" y="504444"/>
                  </a:lnTo>
                  <a:lnTo>
                    <a:pt x="16395" y="493229"/>
                  </a:lnTo>
                  <a:lnTo>
                    <a:pt x="19989" y="480250"/>
                  </a:lnTo>
                  <a:lnTo>
                    <a:pt x="20104" y="480060"/>
                  </a:lnTo>
                  <a:lnTo>
                    <a:pt x="26187" y="468680"/>
                  </a:lnTo>
                  <a:lnTo>
                    <a:pt x="35039" y="458724"/>
                  </a:lnTo>
                  <a:lnTo>
                    <a:pt x="46189" y="450723"/>
                  </a:lnTo>
                  <a:lnTo>
                    <a:pt x="59042" y="445008"/>
                  </a:lnTo>
                  <a:lnTo>
                    <a:pt x="73621" y="441579"/>
                  </a:lnTo>
                  <a:lnTo>
                    <a:pt x="89903" y="440436"/>
                  </a:lnTo>
                  <a:lnTo>
                    <a:pt x="106197" y="441579"/>
                  </a:lnTo>
                  <a:lnTo>
                    <a:pt x="144767" y="458724"/>
                  </a:lnTo>
                  <a:lnTo>
                    <a:pt x="163423" y="492594"/>
                  </a:lnTo>
                  <a:lnTo>
                    <a:pt x="163474" y="493229"/>
                  </a:lnTo>
                  <a:lnTo>
                    <a:pt x="163601" y="494690"/>
                  </a:lnTo>
                  <a:lnTo>
                    <a:pt x="164579" y="505968"/>
                  </a:lnTo>
                  <a:lnTo>
                    <a:pt x="164579" y="461010"/>
                  </a:lnTo>
                  <a:lnTo>
                    <a:pt x="134035" y="423938"/>
                  </a:lnTo>
                  <a:lnTo>
                    <a:pt x="88379" y="413004"/>
                  </a:lnTo>
                  <a:lnTo>
                    <a:pt x="76123" y="413600"/>
                  </a:lnTo>
                  <a:lnTo>
                    <a:pt x="34734" y="430606"/>
                  </a:lnTo>
                  <a:lnTo>
                    <a:pt x="12115" y="466204"/>
                  </a:lnTo>
                  <a:lnTo>
                    <a:pt x="9613" y="480250"/>
                  </a:lnTo>
                  <a:lnTo>
                    <a:pt x="8166" y="494690"/>
                  </a:lnTo>
                  <a:lnTo>
                    <a:pt x="7620" y="511975"/>
                  </a:lnTo>
                  <a:lnTo>
                    <a:pt x="7607" y="579120"/>
                  </a:lnTo>
                  <a:lnTo>
                    <a:pt x="10655" y="579120"/>
                  </a:lnTo>
                  <a:lnTo>
                    <a:pt x="10655" y="566928"/>
                  </a:lnTo>
                  <a:lnTo>
                    <a:pt x="12179" y="562356"/>
                  </a:lnTo>
                  <a:lnTo>
                    <a:pt x="16751" y="559308"/>
                  </a:lnTo>
                  <a:lnTo>
                    <a:pt x="18275" y="556260"/>
                  </a:lnTo>
                  <a:lnTo>
                    <a:pt x="160007" y="556260"/>
                  </a:lnTo>
                  <a:lnTo>
                    <a:pt x="161531" y="557784"/>
                  </a:lnTo>
                  <a:lnTo>
                    <a:pt x="166103" y="560832"/>
                  </a:lnTo>
                  <a:lnTo>
                    <a:pt x="169151" y="565404"/>
                  </a:lnTo>
                  <a:lnTo>
                    <a:pt x="169151" y="579120"/>
                  </a:lnTo>
                  <a:lnTo>
                    <a:pt x="172199" y="579120"/>
                  </a:lnTo>
                  <a:lnTo>
                    <a:pt x="172199" y="556260"/>
                  </a:lnTo>
                  <a:lnTo>
                    <a:pt x="172199" y="533400"/>
                  </a:lnTo>
                  <a:lnTo>
                    <a:pt x="172199" y="504444"/>
                  </a:lnTo>
                  <a:close/>
                </a:path>
                <a:path extrusionOk="0" h="579120" w="175260">
                  <a:moveTo>
                    <a:pt x="172212" y="105156"/>
                  </a:moveTo>
                  <a:lnTo>
                    <a:pt x="169164" y="105156"/>
                  </a:lnTo>
                  <a:lnTo>
                    <a:pt x="169164" y="114300"/>
                  </a:lnTo>
                  <a:lnTo>
                    <a:pt x="167640" y="117348"/>
                  </a:lnTo>
                  <a:lnTo>
                    <a:pt x="164592" y="120396"/>
                  </a:lnTo>
                  <a:lnTo>
                    <a:pt x="161544" y="120396"/>
                  </a:lnTo>
                  <a:lnTo>
                    <a:pt x="160020" y="121920"/>
                  </a:lnTo>
                  <a:lnTo>
                    <a:pt x="57912" y="121920"/>
                  </a:lnTo>
                  <a:lnTo>
                    <a:pt x="57912" y="128016"/>
                  </a:lnTo>
                  <a:lnTo>
                    <a:pt x="71628" y="160020"/>
                  </a:lnTo>
                  <a:lnTo>
                    <a:pt x="74676" y="158496"/>
                  </a:lnTo>
                  <a:lnTo>
                    <a:pt x="73152" y="155448"/>
                  </a:lnTo>
                  <a:lnTo>
                    <a:pt x="73152" y="147828"/>
                  </a:lnTo>
                  <a:lnTo>
                    <a:pt x="74676" y="146304"/>
                  </a:lnTo>
                  <a:lnTo>
                    <a:pt x="74676" y="144780"/>
                  </a:lnTo>
                  <a:lnTo>
                    <a:pt x="77724" y="144780"/>
                  </a:lnTo>
                  <a:lnTo>
                    <a:pt x="80772" y="143256"/>
                  </a:lnTo>
                  <a:lnTo>
                    <a:pt x="83820" y="143256"/>
                  </a:lnTo>
                  <a:lnTo>
                    <a:pt x="92964" y="141732"/>
                  </a:lnTo>
                  <a:lnTo>
                    <a:pt x="155448" y="141732"/>
                  </a:lnTo>
                  <a:lnTo>
                    <a:pt x="160020" y="143256"/>
                  </a:lnTo>
                  <a:lnTo>
                    <a:pt x="161544" y="143256"/>
                  </a:lnTo>
                  <a:lnTo>
                    <a:pt x="164592" y="144780"/>
                  </a:lnTo>
                  <a:lnTo>
                    <a:pt x="167640" y="147828"/>
                  </a:lnTo>
                  <a:lnTo>
                    <a:pt x="169164" y="150876"/>
                  </a:lnTo>
                  <a:lnTo>
                    <a:pt x="169164" y="158496"/>
                  </a:lnTo>
                  <a:lnTo>
                    <a:pt x="172212" y="158496"/>
                  </a:lnTo>
                  <a:lnTo>
                    <a:pt x="172212" y="141732"/>
                  </a:lnTo>
                  <a:lnTo>
                    <a:pt x="172212" y="105156"/>
                  </a:lnTo>
                  <a:close/>
                </a:path>
                <a:path extrusionOk="0" h="579120" w="175260">
                  <a:moveTo>
                    <a:pt x="175260" y="345948"/>
                  </a:moveTo>
                  <a:lnTo>
                    <a:pt x="155295" y="310324"/>
                  </a:lnTo>
                  <a:lnTo>
                    <a:pt x="132588" y="301752"/>
                  </a:lnTo>
                  <a:lnTo>
                    <a:pt x="129540" y="304800"/>
                  </a:lnTo>
                  <a:lnTo>
                    <a:pt x="140208" y="307848"/>
                  </a:lnTo>
                  <a:lnTo>
                    <a:pt x="146304" y="312420"/>
                  </a:lnTo>
                  <a:lnTo>
                    <a:pt x="149352" y="316992"/>
                  </a:lnTo>
                  <a:lnTo>
                    <a:pt x="153924" y="323088"/>
                  </a:lnTo>
                  <a:lnTo>
                    <a:pt x="155448" y="329184"/>
                  </a:lnTo>
                  <a:lnTo>
                    <a:pt x="133388" y="369366"/>
                  </a:lnTo>
                  <a:lnTo>
                    <a:pt x="102108" y="376428"/>
                  </a:lnTo>
                  <a:lnTo>
                    <a:pt x="102108" y="326136"/>
                  </a:lnTo>
                  <a:lnTo>
                    <a:pt x="102108" y="301752"/>
                  </a:lnTo>
                  <a:lnTo>
                    <a:pt x="94488" y="302247"/>
                  </a:lnTo>
                  <a:lnTo>
                    <a:pt x="94488" y="326136"/>
                  </a:lnTo>
                  <a:lnTo>
                    <a:pt x="94488" y="376428"/>
                  </a:lnTo>
                  <a:lnTo>
                    <a:pt x="65532" y="356616"/>
                  </a:lnTo>
                  <a:lnTo>
                    <a:pt x="65532" y="344424"/>
                  </a:lnTo>
                  <a:lnTo>
                    <a:pt x="67056" y="341376"/>
                  </a:lnTo>
                  <a:lnTo>
                    <a:pt x="68580" y="336804"/>
                  </a:lnTo>
                  <a:lnTo>
                    <a:pt x="74676" y="330708"/>
                  </a:lnTo>
                  <a:lnTo>
                    <a:pt x="79248" y="327660"/>
                  </a:lnTo>
                  <a:lnTo>
                    <a:pt x="82296" y="327660"/>
                  </a:lnTo>
                  <a:lnTo>
                    <a:pt x="86868" y="326136"/>
                  </a:lnTo>
                  <a:lnTo>
                    <a:pt x="94488" y="326136"/>
                  </a:lnTo>
                  <a:lnTo>
                    <a:pt x="94488" y="302247"/>
                  </a:lnTo>
                  <a:lnTo>
                    <a:pt x="61150" y="326707"/>
                  </a:lnTo>
                  <a:lnTo>
                    <a:pt x="57912" y="342900"/>
                  </a:lnTo>
                  <a:lnTo>
                    <a:pt x="58026" y="344424"/>
                  </a:lnTo>
                  <a:lnTo>
                    <a:pt x="58153" y="345948"/>
                  </a:lnTo>
                  <a:lnTo>
                    <a:pt x="58788" y="353758"/>
                  </a:lnTo>
                  <a:lnTo>
                    <a:pt x="81978" y="386359"/>
                  </a:lnTo>
                  <a:lnTo>
                    <a:pt x="117348" y="394716"/>
                  </a:lnTo>
                  <a:lnTo>
                    <a:pt x="130581" y="393839"/>
                  </a:lnTo>
                  <a:lnTo>
                    <a:pt x="130327" y="393839"/>
                  </a:lnTo>
                  <a:lnTo>
                    <a:pt x="141541" y="391287"/>
                  </a:lnTo>
                  <a:lnTo>
                    <a:pt x="151422" y="387007"/>
                  </a:lnTo>
                  <a:lnTo>
                    <a:pt x="160020" y="381000"/>
                  </a:lnTo>
                  <a:lnTo>
                    <a:pt x="163918" y="376428"/>
                  </a:lnTo>
                  <a:lnTo>
                    <a:pt x="166890" y="372960"/>
                  </a:lnTo>
                  <a:lnTo>
                    <a:pt x="171640" y="364617"/>
                  </a:lnTo>
                  <a:lnTo>
                    <a:pt x="171754" y="364236"/>
                  </a:lnTo>
                  <a:lnTo>
                    <a:pt x="174371" y="355714"/>
                  </a:lnTo>
                  <a:lnTo>
                    <a:pt x="175260" y="345948"/>
                  </a:lnTo>
                  <a:close/>
                </a:path>
                <a:path extrusionOk="0" h="579120" w="175260">
                  <a:moveTo>
                    <a:pt x="175260" y="227076"/>
                  </a:moveTo>
                  <a:lnTo>
                    <a:pt x="95885" y="195072"/>
                  </a:lnTo>
                  <a:lnTo>
                    <a:pt x="80772" y="188976"/>
                  </a:lnTo>
                  <a:lnTo>
                    <a:pt x="74676" y="185928"/>
                  </a:lnTo>
                  <a:lnTo>
                    <a:pt x="70104" y="184404"/>
                  </a:lnTo>
                  <a:lnTo>
                    <a:pt x="65532" y="179832"/>
                  </a:lnTo>
                  <a:lnTo>
                    <a:pt x="64008" y="176784"/>
                  </a:lnTo>
                  <a:lnTo>
                    <a:pt x="64008" y="172212"/>
                  </a:lnTo>
                  <a:lnTo>
                    <a:pt x="60960" y="172212"/>
                  </a:lnTo>
                  <a:lnTo>
                    <a:pt x="60960" y="207264"/>
                  </a:lnTo>
                  <a:lnTo>
                    <a:pt x="64008" y="207264"/>
                  </a:lnTo>
                  <a:lnTo>
                    <a:pt x="64008" y="199644"/>
                  </a:lnTo>
                  <a:lnTo>
                    <a:pt x="65532" y="198120"/>
                  </a:lnTo>
                  <a:lnTo>
                    <a:pt x="65532" y="196596"/>
                  </a:lnTo>
                  <a:lnTo>
                    <a:pt x="67056" y="195072"/>
                  </a:lnTo>
                  <a:lnTo>
                    <a:pt x="76200" y="195072"/>
                  </a:lnTo>
                  <a:lnTo>
                    <a:pt x="80772" y="198120"/>
                  </a:lnTo>
                  <a:lnTo>
                    <a:pt x="143256" y="222504"/>
                  </a:lnTo>
                  <a:lnTo>
                    <a:pt x="82296" y="248412"/>
                  </a:lnTo>
                  <a:lnTo>
                    <a:pt x="79248" y="249936"/>
                  </a:lnTo>
                  <a:lnTo>
                    <a:pt x="67056" y="249936"/>
                  </a:lnTo>
                  <a:lnTo>
                    <a:pt x="64008" y="246888"/>
                  </a:lnTo>
                  <a:lnTo>
                    <a:pt x="64008" y="237744"/>
                  </a:lnTo>
                  <a:lnTo>
                    <a:pt x="60960" y="237744"/>
                  </a:lnTo>
                  <a:lnTo>
                    <a:pt x="60960" y="289560"/>
                  </a:lnTo>
                  <a:lnTo>
                    <a:pt x="64008" y="289560"/>
                  </a:lnTo>
                  <a:lnTo>
                    <a:pt x="64008" y="284988"/>
                  </a:lnTo>
                  <a:lnTo>
                    <a:pt x="65532" y="283464"/>
                  </a:lnTo>
                  <a:lnTo>
                    <a:pt x="65532" y="281940"/>
                  </a:lnTo>
                  <a:lnTo>
                    <a:pt x="67056" y="278892"/>
                  </a:lnTo>
                  <a:lnTo>
                    <a:pt x="68580" y="277368"/>
                  </a:lnTo>
                  <a:lnTo>
                    <a:pt x="71628" y="275844"/>
                  </a:lnTo>
                  <a:lnTo>
                    <a:pt x="73152" y="274320"/>
                  </a:lnTo>
                  <a:lnTo>
                    <a:pt x="82296" y="269748"/>
                  </a:lnTo>
                  <a:lnTo>
                    <a:pt x="130632" y="249936"/>
                  </a:lnTo>
                  <a:lnTo>
                    <a:pt x="175260" y="231648"/>
                  </a:lnTo>
                  <a:lnTo>
                    <a:pt x="175260" y="227076"/>
                  </a:lnTo>
                  <a:close/>
                </a:path>
                <a:path extrusionOk="0" h="579120" w="175260">
                  <a:moveTo>
                    <a:pt x="175260" y="45720"/>
                  </a:moveTo>
                  <a:lnTo>
                    <a:pt x="156756" y="10718"/>
                  </a:lnTo>
                  <a:lnTo>
                    <a:pt x="129540" y="0"/>
                  </a:lnTo>
                  <a:lnTo>
                    <a:pt x="128016" y="3048"/>
                  </a:lnTo>
                  <a:lnTo>
                    <a:pt x="138684" y="6096"/>
                  </a:lnTo>
                  <a:lnTo>
                    <a:pt x="144780" y="10668"/>
                  </a:lnTo>
                  <a:lnTo>
                    <a:pt x="147828" y="15240"/>
                  </a:lnTo>
                  <a:lnTo>
                    <a:pt x="152400" y="21336"/>
                  </a:lnTo>
                  <a:lnTo>
                    <a:pt x="155448" y="28956"/>
                  </a:lnTo>
                  <a:lnTo>
                    <a:pt x="155448" y="36576"/>
                  </a:lnTo>
                  <a:lnTo>
                    <a:pt x="154559" y="44272"/>
                  </a:lnTo>
                  <a:lnTo>
                    <a:pt x="123825" y="70104"/>
                  </a:lnTo>
                  <a:lnTo>
                    <a:pt x="105156" y="73152"/>
                  </a:lnTo>
                  <a:lnTo>
                    <a:pt x="96316" y="72351"/>
                  </a:lnTo>
                  <a:lnTo>
                    <a:pt x="65532" y="51816"/>
                  </a:lnTo>
                  <a:lnTo>
                    <a:pt x="65532" y="39624"/>
                  </a:lnTo>
                  <a:lnTo>
                    <a:pt x="67056" y="35052"/>
                  </a:lnTo>
                  <a:lnTo>
                    <a:pt x="68580" y="32004"/>
                  </a:lnTo>
                  <a:lnTo>
                    <a:pt x="74676" y="28956"/>
                  </a:lnTo>
                  <a:lnTo>
                    <a:pt x="80772" y="27432"/>
                  </a:lnTo>
                  <a:lnTo>
                    <a:pt x="85344" y="27432"/>
                  </a:lnTo>
                  <a:lnTo>
                    <a:pt x="88392" y="25908"/>
                  </a:lnTo>
                  <a:lnTo>
                    <a:pt x="89916" y="24384"/>
                  </a:lnTo>
                  <a:lnTo>
                    <a:pt x="92964" y="22860"/>
                  </a:lnTo>
                  <a:lnTo>
                    <a:pt x="94488" y="19812"/>
                  </a:lnTo>
                  <a:lnTo>
                    <a:pt x="94488" y="10668"/>
                  </a:lnTo>
                  <a:lnTo>
                    <a:pt x="92964" y="9144"/>
                  </a:lnTo>
                  <a:lnTo>
                    <a:pt x="91440" y="6096"/>
                  </a:lnTo>
                  <a:lnTo>
                    <a:pt x="89916" y="4572"/>
                  </a:lnTo>
                  <a:lnTo>
                    <a:pt x="77724" y="4572"/>
                  </a:lnTo>
                  <a:lnTo>
                    <a:pt x="57912" y="41148"/>
                  </a:lnTo>
                  <a:lnTo>
                    <a:pt x="59029" y="51155"/>
                  </a:lnTo>
                  <a:lnTo>
                    <a:pt x="83261" y="83972"/>
                  </a:lnTo>
                  <a:lnTo>
                    <a:pt x="117348" y="92964"/>
                  </a:lnTo>
                  <a:lnTo>
                    <a:pt x="129578" y="92087"/>
                  </a:lnTo>
                  <a:lnTo>
                    <a:pt x="166890" y="70586"/>
                  </a:lnTo>
                  <a:lnTo>
                    <a:pt x="174371" y="54584"/>
                  </a:lnTo>
                  <a:lnTo>
                    <a:pt x="175260" y="45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57" name="Google Shape;1457;p27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497835" y="5542788"/>
              <a:ext cx="117348" cy="1859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458" name="Google Shape;1458;p27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497835" y="5227319"/>
            <a:ext cx="117348" cy="237744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9" name="Google Shape;1459;p27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444496" y="5070347"/>
            <a:ext cx="167640" cy="65532"/>
          </a:xfrm>
          <a:prstGeom prst="rect">
            <a:avLst/>
          </a:prstGeom>
          <a:noFill/>
          <a:ln>
            <a:noFill/>
          </a:ln>
        </p:spPr>
      </p:pic>
      <p:pic>
        <p:nvPicPr>
          <p:cNvPr id="1460" name="Google Shape;1460;p27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439924" y="4507991"/>
            <a:ext cx="225551" cy="463295"/>
          </a:xfrm>
          <a:prstGeom prst="rect">
            <a:avLst/>
          </a:prstGeom>
          <a:noFill/>
          <a:ln>
            <a:noFill/>
          </a:ln>
        </p:spPr>
      </p:pic>
      <p:sp>
        <p:nvSpPr>
          <p:cNvPr id="1461" name="Google Shape;1461;p27"/>
          <p:cNvSpPr/>
          <p:nvPr/>
        </p:nvSpPr>
        <p:spPr>
          <a:xfrm>
            <a:off x="2855975" y="8866632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7243" y="3048"/>
                </a:lnTo>
                <a:lnTo>
                  <a:pt x="53339" y="9144"/>
                </a:lnTo>
                <a:lnTo>
                  <a:pt x="57911" y="15240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53339" y="51816"/>
                </a:lnTo>
                <a:lnTo>
                  <a:pt x="47243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p27"/>
          <p:cNvSpPr/>
          <p:nvPr/>
        </p:nvSpPr>
        <p:spPr>
          <a:xfrm>
            <a:off x="2795016" y="8060436"/>
            <a:ext cx="175260" cy="730250"/>
          </a:xfrm>
          <a:custGeom>
            <a:rect b="b" l="l" r="r" t="t"/>
            <a:pathLst>
              <a:path extrusionOk="0" h="730250" w="175260">
                <a:moveTo>
                  <a:pt x="24384" y="469392"/>
                </a:moveTo>
                <a:lnTo>
                  <a:pt x="21336" y="466344"/>
                </a:lnTo>
                <a:lnTo>
                  <a:pt x="18288" y="464820"/>
                </a:lnTo>
                <a:lnTo>
                  <a:pt x="16764" y="463296"/>
                </a:lnTo>
                <a:lnTo>
                  <a:pt x="9144" y="463296"/>
                </a:lnTo>
                <a:lnTo>
                  <a:pt x="6096" y="464820"/>
                </a:lnTo>
                <a:lnTo>
                  <a:pt x="1524" y="469392"/>
                </a:lnTo>
                <a:lnTo>
                  <a:pt x="0" y="472440"/>
                </a:lnTo>
                <a:lnTo>
                  <a:pt x="0" y="478536"/>
                </a:lnTo>
                <a:lnTo>
                  <a:pt x="1524" y="481584"/>
                </a:lnTo>
                <a:lnTo>
                  <a:pt x="6096" y="486156"/>
                </a:lnTo>
                <a:lnTo>
                  <a:pt x="9144" y="487680"/>
                </a:lnTo>
                <a:lnTo>
                  <a:pt x="16764" y="487680"/>
                </a:lnTo>
                <a:lnTo>
                  <a:pt x="18288" y="486156"/>
                </a:lnTo>
                <a:lnTo>
                  <a:pt x="21336" y="484632"/>
                </a:lnTo>
                <a:lnTo>
                  <a:pt x="24384" y="481584"/>
                </a:lnTo>
                <a:lnTo>
                  <a:pt x="24384" y="469392"/>
                </a:lnTo>
                <a:close/>
              </a:path>
              <a:path extrusionOk="0" h="730250" w="175260">
                <a:moveTo>
                  <a:pt x="172199" y="318516"/>
                </a:moveTo>
                <a:lnTo>
                  <a:pt x="169151" y="318516"/>
                </a:lnTo>
                <a:lnTo>
                  <a:pt x="169151" y="327660"/>
                </a:lnTo>
                <a:lnTo>
                  <a:pt x="167627" y="329184"/>
                </a:lnTo>
                <a:lnTo>
                  <a:pt x="166103" y="332232"/>
                </a:lnTo>
                <a:lnTo>
                  <a:pt x="164579" y="333756"/>
                </a:lnTo>
                <a:lnTo>
                  <a:pt x="163055" y="333756"/>
                </a:lnTo>
                <a:lnTo>
                  <a:pt x="160007" y="335280"/>
                </a:lnTo>
                <a:lnTo>
                  <a:pt x="89903" y="335280"/>
                </a:lnTo>
                <a:lnTo>
                  <a:pt x="77711" y="338328"/>
                </a:lnTo>
                <a:lnTo>
                  <a:pt x="65519" y="344424"/>
                </a:lnTo>
                <a:lnTo>
                  <a:pt x="59423" y="353568"/>
                </a:lnTo>
                <a:lnTo>
                  <a:pt x="57899" y="359664"/>
                </a:lnTo>
                <a:lnTo>
                  <a:pt x="57899" y="365760"/>
                </a:lnTo>
                <a:lnTo>
                  <a:pt x="59575" y="374269"/>
                </a:lnTo>
                <a:lnTo>
                  <a:pt x="64376" y="383476"/>
                </a:lnTo>
                <a:lnTo>
                  <a:pt x="72047" y="392988"/>
                </a:lnTo>
                <a:lnTo>
                  <a:pt x="82283" y="402336"/>
                </a:lnTo>
                <a:lnTo>
                  <a:pt x="57899" y="402336"/>
                </a:lnTo>
                <a:lnTo>
                  <a:pt x="57899" y="408432"/>
                </a:lnTo>
                <a:lnTo>
                  <a:pt x="71615" y="440436"/>
                </a:lnTo>
                <a:lnTo>
                  <a:pt x="74663" y="438912"/>
                </a:lnTo>
                <a:lnTo>
                  <a:pt x="74663" y="435864"/>
                </a:lnTo>
                <a:lnTo>
                  <a:pt x="73139" y="432816"/>
                </a:lnTo>
                <a:lnTo>
                  <a:pt x="73139" y="429768"/>
                </a:lnTo>
                <a:lnTo>
                  <a:pt x="74663" y="428244"/>
                </a:lnTo>
                <a:lnTo>
                  <a:pt x="74663" y="426720"/>
                </a:lnTo>
                <a:lnTo>
                  <a:pt x="77711" y="423672"/>
                </a:lnTo>
                <a:lnTo>
                  <a:pt x="83807" y="423672"/>
                </a:lnTo>
                <a:lnTo>
                  <a:pt x="92951" y="422148"/>
                </a:lnTo>
                <a:lnTo>
                  <a:pt x="156959" y="422148"/>
                </a:lnTo>
                <a:lnTo>
                  <a:pt x="163055" y="423672"/>
                </a:lnTo>
                <a:lnTo>
                  <a:pt x="167627" y="428244"/>
                </a:lnTo>
                <a:lnTo>
                  <a:pt x="169151" y="431292"/>
                </a:lnTo>
                <a:lnTo>
                  <a:pt x="169151" y="438912"/>
                </a:lnTo>
                <a:lnTo>
                  <a:pt x="172199" y="438912"/>
                </a:lnTo>
                <a:lnTo>
                  <a:pt x="172199" y="385572"/>
                </a:lnTo>
                <a:lnTo>
                  <a:pt x="169151" y="385572"/>
                </a:lnTo>
                <a:lnTo>
                  <a:pt x="169151" y="396240"/>
                </a:lnTo>
                <a:lnTo>
                  <a:pt x="167627" y="397764"/>
                </a:lnTo>
                <a:lnTo>
                  <a:pt x="167627" y="399288"/>
                </a:lnTo>
                <a:lnTo>
                  <a:pt x="164579" y="400812"/>
                </a:lnTo>
                <a:lnTo>
                  <a:pt x="163055" y="402336"/>
                </a:lnTo>
                <a:lnTo>
                  <a:pt x="89903" y="402336"/>
                </a:lnTo>
                <a:lnTo>
                  <a:pt x="82791" y="395249"/>
                </a:lnTo>
                <a:lnTo>
                  <a:pt x="77520" y="387858"/>
                </a:lnTo>
                <a:lnTo>
                  <a:pt x="74269" y="380479"/>
                </a:lnTo>
                <a:lnTo>
                  <a:pt x="73139" y="373380"/>
                </a:lnTo>
                <a:lnTo>
                  <a:pt x="73139" y="367284"/>
                </a:lnTo>
                <a:lnTo>
                  <a:pt x="76187" y="362712"/>
                </a:lnTo>
                <a:lnTo>
                  <a:pt x="85331" y="356616"/>
                </a:lnTo>
                <a:lnTo>
                  <a:pt x="92951" y="355092"/>
                </a:lnTo>
                <a:lnTo>
                  <a:pt x="158483" y="355092"/>
                </a:lnTo>
                <a:lnTo>
                  <a:pt x="160007" y="356616"/>
                </a:lnTo>
                <a:lnTo>
                  <a:pt x="163055" y="356616"/>
                </a:lnTo>
                <a:lnTo>
                  <a:pt x="166103" y="358140"/>
                </a:lnTo>
                <a:lnTo>
                  <a:pt x="167627" y="359664"/>
                </a:lnTo>
                <a:lnTo>
                  <a:pt x="169151" y="362712"/>
                </a:lnTo>
                <a:lnTo>
                  <a:pt x="169151" y="371856"/>
                </a:lnTo>
                <a:lnTo>
                  <a:pt x="172199" y="371856"/>
                </a:lnTo>
                <a:lnTo>
                  <a:pt x="172199" y="318516"/>
                </a:lnTo>
                <a:close/>
              </a:path>
              <a:path extrusionOk="0" h="730250" w="175260">
                <a:moveTo>
                  <a:pt x="172199" y="195072"/>
                </a:moveTo>
                <a:lnTo>
                  <a:pt x="169151" y="195072"/>
                </a:lnTo>
                <a:lnTo>
                  <a:pt x="169151" y="204216"/>
                </a:lnTo>
                <a:lnTo>
                  <a:pt x="167627" y="205740"/>
                </a:lnTo>
                <a:lnTo>
                  <a:pt x="166103" y="208788"/>
                </a:lnTo>
                <a:lnTo>
                  <a:pt x="164579" y="208788"/>
                </a:lnTo>
                <a:lnTo>
                  <a:pt x="163055" y="210312"/>
                </a:lnTo>
                <a:lnTo>
                  <a:pt x="160007" y="211836"/>
                </a:lnTo>
                <a:lnTo>
                  <a:pt x="89903" y="211836"/>
                </a:lnTo>
                <a:lnTo>
                  <a:pt x="77711" y="214884"/>
                </a:lnTo>
                <a:lnTo>
                  <a:pt x="65519" y="220980"/>
                </a:lnTo>
                <a:lnTo>
                  <a:pt x="59423" y="230124"/>
                </a:lnTo>
                <a:lnTo>
                  <a:pt x="57899" y="234696"/>
                </a:lnTo>
                <a:lnTo>
                  <a:pt x="57899" y="240792"/>
                </a:lnTo>
                <a:lnTo>
                  <a:pt x="59563" y="249936"/>
                </a:lnTo>
                <a:lnTo>
                  <a:pt x="64376" y="259270"/>
                </a:lnTo>
                <a:lnTo>
                  <a:pt x="72047" y="268871"/>
                </a:lnTo>
                <a:lnTo>
                  <a:pt x="82283" y="278892"/>
                </a:lnTo>
                <a:lnTo>
                  <a:pt x="57899" y="278892"/>
                </a:lnTo>
                <a:lnTo>
                  <a:pt x="57899" y="284988"/>
                </a:lnTo>
                <a:lnTo>
                  <a:pt x="71615" y="316992"/>
                </a:lnTo>
                <a:lnTo>
                  <a:pt x="74663" y="315468"/>
                </a:lnTo>
                <a:lnTo>
                  <a:pt x="74663" y="312420"/>
                </a:lnTo>
                <a:lnTo>
                  <a:pt x="73139" y="309372"/>
                </a:lnTo>
                <a:lnTo>
                  <a:pt x="73139" y="304800"/>
                </a:lnTo>
                <a:lnTo>
                  <a:pt x="77711" y="300228"/>
                </a:lnTo>
                <a:lnTo>
                  <a:pt x="80759" y="300228"/>
                </a:lnTo>
                <a:lnTo>
                  <a:pt x="83807" y="298704"/>
                </a:lnTo>
                <a:lnTo>
                  <a:pt x="156959" y="298704"/>
                </a:lnTo>
                <a:lnTo>
                  <a:pt x="163055" y="300228"/>
                </a:lnTo>
                <a:lnTo>
                  <a:pt x="164579" y="301752"/>
                </a:lnTo>
                <a:lnTo>
                  <a:pt x="167627" y="303276"/>
                </a:lnTo>
                <a:lnTo>
                  <a:pt x="169151" y="307848"/>
                </a:lnTo>
                <a:lnTo>
                  <a:pt x="169151" y="315468"/>
                </a:lnTo>
                <a:lnTo>
                  <a:pt x="172199" y="315468"/>
                </a:lnTo>
                <a:lnTo>
                  <a:pt x="172199" y="298704"/>
                </a:lnTo>
                <a:lnTo>
                  <a:pt x="172199" y="262128"/>
                </a:lnTo>
                <a:lnTo>
                  <a:pt x="169151" y="262128"/>
                </a:lnTo>
                <a:lnTo>
                  <a:pt x="169151" y="271272"/>
                </a:lnTo>
                <a:lnTo>
                  <a:pt x="167627" y="274320"/>
                </a:lnTo>
                <a:lnTo>
                  <a:pt x="167627" y="275844"/>
                </a:lnTo>
                <a:lnTo>
                  <a:pt x="164579" y="277368"/>
                </a:lnTo>
                <a:lnTo>
                  <a:pt x="163055" y="277368"/>
                </a:lnTo>
                <a:lnTo>
                  <a:pt x="161531" y="278892"/>
                </a:lnTo>
                <a:lnTo>
                  <a:pt x="89903" y="278892"/>
                </a:lnTo>
                <a:lnTo>
                  <a:pt x="82791" y="271805"/>
                </a:lnTo>
                <a:lnTo>
                  <a:pt x="77520" y="264414"/>
                </a:lnTo>
                <a:lnTo>
                  <a:pt x="74269" y="257035"/>
                </a:lnTo>
                <a:lnTo>
                  <a:pt x="73139" y="249936"/>
                </a:lnTo>
                <a:lnTo>
                  <a:pt x="73139" y="243840"/>
                </a:lnTo>
                <a:lnTo>
                  <a:pt x="76187" y="239268"/>
                </a:lnTo>
                <a:lnTo>
                  <a:pt x="85331" y="233172"/>
                </a:lnTo>
                <a:lnTo>
                  <a:pt x="92951" y="231648"/>
                </a:lnTo>
                <a:lnTo>
                  <a:pt x="160007" y="231648"/>
                </a:lnTo>
                <a:lnTo>
                  <a:pt x="166103" y="234696"/>
                </a:lnTo>
                <a:lnTo>
                  <a:pt x="169151" y="237744"/>
                </a:lnTo>
                <a:lnTo>
                  <a:pt x="169151" y="248412"/>
                </a:lnTo>
                <a:lnTo>
                  <a:pt x="172199" y="248412"/>
                </a:lnTo>
                <a:lnTo>
                  <a:pt x="172199" y="231648"/>
                </a:lnTo>
                <a:lnTo>
                  <a:pt x="172199" y="195072"/>
                </a:lnTo>
                <a:close/>
              </a:path>
              <a:path extrusionOk="0" h="730250" w="175260">
                <a:moveTo>
                  <a:pt x="172199" y="24384"/>
                </a:moveTo>
                <a:lnTo>
                  <a:pt x="169151" y="24384"/>
                </a:lnTo>
                <a:lnTo>
                  <a:pt x="169151" y="33528"/>
                </a:lnTo>
                <a:lnTo>
                  <a:pt x="167627" y="36576"/>
                </a:lnTo>
                <a:lnTo>
                  <a:pt x="164579" y="38100"/>
                </a:lnTo>
                <a:lnTo>
                  <a:pt x="163055" y="41148"/>
                </a:lnTo>
                <a:lnTo>
                  <a:pt x="161531" y="41148"/>
                </a:lnTo>
                <a:lnTo>
                  <a:pt x="158483" y="42672"/>
                </a:lnTo>
                <a:lnTo>
                  <a:pt x="153911" y="44196"/>
                </a:lnTo>
                <a:lnTo>
                  <a:pt x="92951" y="44196"/>
                </a:lnTo>
                <a:lnTo>
                  <a:pt x="85331" y="39624"/>
                </a:lnTo>
                <a:lnTo>
                  <a:pt x="80759" y="36576"/>
                </a:lnTo>
                <a:lnTo>
                  <a:pt x="77711" y="32004"/>
                </a:lnTo>
                <a:lnTo>
                  <a:pt x="74663" y="28956"/>
                </a:lnTo>
                <a:lnTo>
                  <a:pt x="74663" y="25908"/>
                </a:lnTo>
                <a:lnTo>
                  <a:pt x="76187" y="22860"/>
                </a:lnTo>
                <a:lnTo>
                  <a:pt x="79235" y="19812"/>
                </a:lnTo>
                <a:lnTo>
                  <a:pt x="82283" y="15240"/>
                </a:lnTo>
                <a:lnTo>
                  <a:pt x="82283" y="4572"/>
                </a:lnTo>
                <a:lnTo>
                  <a:pt x="79235" y="3048"/>
                </a:lnTo>
                <a:lnTo>
                  <a:pt x="77711" y="0"/>
                </a:lnTo>
                <a:lnTo>
                  <a:pt x="68567" y="0"/>
                </a:lnTo>
                <a:lnTo>
                  <a:pt x="65519" y="1524"/>
                </a:lnTo>
                <a:lnTo>
                  <a:pt x="59423" y="7620"/>
                </a:lnTo>
                <a:lnTo>
                  <a:pt x="57899" y="10668"/>
                </a:lnTo>
                <a:lnTo>
                  <a:pt x="57899" y="15240"/>
                </a:lnTo>
                <a:lnTo>
                  <a:pt x="59601" y="22339"/>
                </a:lnTo>
                <a:lnTo>
                  <a:pt x="64566" y="29718"/>
                </a:lnTo>
                <a:lnTo>
                  <a:pt x="72694" y="37109"/>
                </a:lnTo>
                <a:lnTo>
                  <a:pt x="83807" y="44196"/>
                </a:lnTo>
                <a:lnTo>
                  <a:pt x="57899" y="44196"/>
                </a:lnTo>
                <a:lnTo>
                  <a:pt x="57899" y="48768"/>
                </a:lnTo>
                <a:lnTo>
                  <a:pt x="71615" y="82296"/>
                </a:lnTo>
                <a:lnTo>
                  <a:pt x="74663" y="80772"/>
                </a:lnTo>
                <a:lnTo>
                  <a:pt x="74663" y="77724"/>
                </a:lnTo>
                <a:lnTo>
                  <a:pt x="73139" y="74676"/>
                </a:lnTo>
                <a:lnTo>
                  <a:pt x="73139" y="70104"/>
                </a:lnTo>
                <a:lnTo>
                  <a:pt x="74663" y="68580"/>
                </a:lnTo>
                <a:lnTo>
                  <a:pt x="74663" y="67056"/>
                </a:lnTo>
                <a:lnTo>
                  <a:pt x="76187" y="65532"/>
                </a:lnTo>
                <a:lnTo>
                  <a:pt x="77711" y="65532"/>
                </a:lnTo>
                <a:lnTo>
                  <a:pt x="80759" y="64008"/>
                </a:lnTo>
                <a:lnTo>
                  <a:pt x="160007" y="64008"/>
                </a:lnTo>
                <a:lnTo>
                  <a:pt x="166103" y="67056"/>
                </a:lnTo>
                <a:lnTo>
                  <a:pt x="167627" y="68580"/>
                </a:lnTo>
                <a:lnTo>
                  <a:pt x="169151" y="71628"/>
                </a:lnTo>
                <a:lnTo>
                  <a:pt x="169151" y="80772"/>
                </a:lnTo>
                <a:lnTo>
                  <a:pt x="172199" y="80772"/>
                </a:lnTo>
                <a:lnTo>
                  <a:pt x="172199" y="24384"/>
                </a:lnTo>
                <a:close/>
              </a:path>
              <a:path extrusionOk="0" h="730250" w="175260">
                <a:moveTo>
                  <a:pt x="172212" y="448056"/>
                </a:moveTo>
                <a:lnTo>
                  <a:pt x="169164" y="448056"/>
                </a:lnTo>
                <a:lnTo>
                  <a:pt x="169164" y="457200"/>
                </a:lnTo>
                <a:lnTo>
                  <a:pt x="163068" y="463296"/>
                </a:lnTo>
                <a:lnTo>
                  <a:pt x="160020" y="464820"/>
                </a:lnTo>
                <a:lnTo>
                  <a:pt x="57912" y="464820"/>
                </a:lnTo>
                <a:lnTo>
                  <a:pt x="57912" y="469392"/>
                </a:lnTo>
                <a:lnTo>
                  <a:pt x="71628" y="502920"/>
                </a:lnTo>
                <a:lnTo>
                  <a:pt x="74676" y="501396"/>
                </a:lnTo>
                <a:lnTo>
                  <a:pt x="74676" y="498348"/>
                </a:lnTo>
                <a:lnTo>
                  <a:pt x="73152" y="495300"/>
                </a:lnTo>
                <a:lnTo>
                  <a:pt x="73152" y="490728"/>
                </a:lnTo>
                <a:lnTo>
                  <a:pt x="74676" y="489204"/>
                </a:lnTo>
                <a:lnTo>
                  <a:pt x="74676" y="487680"/>
                </a:lnTo>
                <a:lnTo>
                  <a:pt x="76200" y="487680"/>
                </a:lnTo>
                <a:lnTo>
                  <a:pt x="77724" y="486156"/>
                </a:lnTo>
                <a:lnTo>
                  <a:pt x="80772" y="486156"/>
                </a:lnTo>
                <a:lnTo>
                  <a:pt x="83820" y="484632"/>
                </a:lnTo>
                <a:lnTo>
                  <a:pt x="160020" y="484632"/>
                </a:lnTo>
                <a:lnTo>
                  <a:pt x="163068" y="486156"/>
                </a:lnTo>
                <a:lnTo>
                  <a:pt x="164592" y="487680"/>
                </a:lnTo>
                <a:lnTo>
                  <a:pt x="167640" y="489204"/>
                </a:lnTo>
                <a:lnTo>
                  <a:pt x="167640" y="490728"/>
                </a:lnTo>
                <a:lnTo>
                  <a:pt x="169164" y="492252"/>
                </a:lnTo>
                <a:lnTo>
                  <a:pt x="169164" y="501396"/>
                </a:lnTo>
                <a:lnTo>
                  <a:pt x="172212" y="501396"/>
                </a:lnTo>
                <a:lnTo>
                  <a:pt x="172212" y="484632"/>
                </a:lnTo>
                <a:lnTo>
                  <a:pt x="172212" y="448056"/>
                </a:lnTo>
                <a:close/>
              </a:path>
              <a:path extrusionOk="0" h="730250" w="175260">
                <a:moveTo>
                  <a:pt x="175247" y="574548"/>
                </a:moveTo>
                <a:lnTo>
                  <a:pt x="42659" y="528828"/>
                </a:lnTo>
                <a:lnTo>
                  <a:pt x="31991" y="524256"/>
                </a:lnTo>
                <a:lnTo>
                  <a:pt x="24371" y="522732"/>
                </a:lnTo>
                <a:lnTo>
                  <a:pt x="22847" y="521208"/>
                </a:lnTo>
                <a:lnTo>
                  <a:pt x="18275" y="518160"/>
                </a:lnTo>
                <a:lnTo>
                  <a:pt x="13703" y="513588"/>
                </a:lnTo>
                <a:lnTo>
                  <a:pt x="10655" y="507492"/>
                </a:lnTo>
                <a:lnTo>
                  <a:pt x="10655" y="502920"/>
                </a:lnTo>
                <a:lnTo>
                  <a:pt x="7607" y="502920"/>
                </a:lnTo>
                <a:lnTo>
                  <a:pt x="7607" y="551688"/>
                </a:lnTo>
                <a:lnTo>
                  <a:pt x="10655" y="551688"/>
                </a:lnTo>
                <a:lnTo>
                  <a:pt x="10655" y="547116"/>
                </a:lnTo>
                <a:lnTo>
                  <a:pt x="12179" y="542544"/>
                </a:lnTo>
                <a:lnTo>
                  <a:pt x="13703" y="539496"/>
                </a:lnTo>
                <a:lnTo>
                  <a:pt x="13703" y="537972"/>
                </a:lnTo>
                <a:lnTo>
                  <a:pt x="15227" y="536448"/>
                </a:lnTo>
                <a:lnTo>
                  <a:pt x="16751" y="536448"/>
                </a:lnTo>
                <a:lnTo>
                  <a:pt x="19799" y="533400"/>
                </a:lnTo>
                <a:lnTo>
                  <a:pt x="25895" y="533400"/>
                </a:lnTo>
                <a:lnTo>
                  <a:pt x="33515" y="536448"/>
                </a:lnTo>
                <a:lnTo>
                  <a:pt x="44183" y="539496"/>
                </a:lnTo>
                <a:lnTo>
                  <a:pt x="134099" y="571500"/>
                </a:lnTo>
                <a:lnTo>
                  <a:pt x="45707" y="603504"/>
                </a:lnTo>
                <a:lnTo>
                  <a:pt x="35039" y="606552"/>
                </a:lnTo>
                <a:lnTo>
                  <a:pt x="27419" y="608076"/>
                </a:lnTo>
                <a:lnTo>
                  <a:pt x="16751" y="608076"/>
                </a:lnTo>
                <a:lnTo>
                  <a:pt x="12179" y="603504"/>
                </a:lnTo>
                <a:lnTo>
                  <a:pt x="10655" y="600456"/>
                </a:lnTo>
                <a:lnTo>
                  <a:pt x="10655" y="591312"/>
                </a:lnTo>
                <a:lnTo>
                  <a:pt x="7607" y="591312"/>
                </a:lnTo>
                <a:lnTo>
                  <a:pt x="7607" y="655320"/>
                </a:lnTo>
                <a:lnTo>
                  <a:pt x="10655" y="655320"/>
                </a:lnTo>
                <a:lnTo>
                  <a:pt x="10655" y="650748"/>
                </a:lnTo>
                <a:lnTo>
                  <a:pt x="12179" y="649224"/>
                </a:lnTo>
                <a:lnTo>
                  <a:pt x="12179" y="646176"/>
                </a:lnTo>
                <a:lnTo>
                  <a:pt x="13703" y="643128"/>
                </a:lnTo>
                <a:lnTo>
                  <a:pt x="19799" y="637032"/>
                </a:lnTo>
                <a:lnTo>
                  <a:pt x="22847" y="635508"/>
                </a:lnTo>
                <a:lnTo>
                  <a:pt x="27419" y="633984"/>
                </a:lnTo>
                <a:lnTo>
                  <a:pt x="30467" y="632460"/>
                </a:lnTo>
                <a:lnTo>
                  <a:pt x="42659" y="627888"/>
                </a:lnTo>
                <a:lnTo>
                  <a:pt x="56375" y="623316"/>
                </a:lnTo>
                <a:lnTo>
                  <a:pt x="135623" y="647700"/>
                </a:lnTo>
                <a:lnTo>
                  <a:pt x="42659" y="681228"/>
                </a:lnTo>
                <a:lnTo>
                  <a:pt x="31991" y="684276"/>
                </a:lnTo>
                <a:lnTo>
                  <a:pt x="24371" y="685800"/>
                </a:lnTo>
                <a:lnTo>
                  <a:pt x="18275" y="685800"/>
                </a:lnTo>
                <a:lnTo>
                  <a:pt x="16751" y="684276"/>
                </a:lnTo>
                <a:lnTo>
                  <a:pt x="13703" y="682752"/>
                </a:lnTo>
                <a:lnTo>
                  <a:pt x="10655" y="676656"/>
                </a:lnTo>
                <a:lnTo>
                  <a:pt x="10655" y="670560"/>
                </a:lnTo>
                <a:lnTo>
                  <a:pt x="7607" y="670560"/>
                </a:lnTo>
                <a:lnTo>
                  <a:pt x="7607" y="729996"/>
                </a:lnTo>
                <a:lnTo>
                  <a:pt x="10655" y="729996"/>
                </a:lnTo>
                <a:lnTo>
                  <a:pt x="10655" y="725424"/>
                </a:lnTo>
                <a:lnTo>
                  <a:pt x="15227" y="716280"/>
                </a:lnTo>
                <a:lnTo>
                  <a:pt x="21323" y="713232"/>
                </a:lnTo>
                <a:lnTo>
                  <a:pt x="22847" y="711708"/>
                </a:lnTo>
                <a:lnTo>
                  <a:pt x="28943" y="710184"/>
                </a:lnTo>
                <a:lnTo>
                  <a:pt x="41135" y="705612"/>
                </a:lnTo>
                <a:lnTo>
                  <a:pt x="175247" y="656844"/>
                </a:lnTo>
                <a:lnTo>
                  <a:pt x="175247" y="649224"/>
                </a:lnTo>
                <a:lnTo>
                  <a:pt x="73139" y="617220"/>
                </a:lnTo>
                <a:lnTo>
                  <a:pt x="175247" y="580644"/>
                </a:lnTo>
                <a:lnTo>
                  <a:pt x="175247" y="574548"/>
                </a:lnTo>
                <a:close/>
              </a:path>
              <a:path extrusionOk="0" h="730250" w="175260">
                <a:moveTo>
                  <a:pt x="175260" y="135636"/>
                </a:moveTo>
                <a:lnTo>
                  <a:pt x="175145" y="134112"/>
                </a:lnTo>
                <a:lnTo>
                  <a:pt x="174637" y="127050"/>
                </a:lnTo>
                <a:lnTo>
                  <a:pt x="172593" y="119443"/>
                </a:lnTo>
                <a:lnTo>
                  <a:pt x="140563" y="93179"/>
                </a:lnTo>
                <a:lnTo>
                  <a:pt x="132588" y="91440"/>
                </a:lnTo>
                <a:lnTo>
                  <a:pt x="129540" y="94488"/>
                </a:lnTo>
                <a:lnTo>
                  <a:pt x="140208" y="97536"/>
                </a:lnTo>
                <a:lnTo>
                  <a:pt x="146304" y="102108"/>
                </a:lnTo>
                <a:lnTo>
                  <a:pt x="150876" y="108204"/>
                </a:lnTo>
                <a:lnTo>
                  <a:pt x="153873" y="112712"/>
                </a:lnTo>
                <a:lnTo>
                  <a:pt x="154686" y="115824"/>
                </a:lnTo>
                <a:lnTo>
                  <a:pt x="155448" y="118872"/>
                </a:lnTo>
                <a:lnTo>
                  <a:pt x="155384" y="127050"/>
                </a:lnTo>
                <a:lnTo>
                  <a:pt x="134035" y="159054"/>
                </a:lnTo>
                <a:lnTo>
                  <a:pt x="102108" y="166116"/>
                </a:lnTo>
                <a:lnTo>
                  <a:pt x="102108" y="115824"/>
                </a:lnTo>
                <a:lnTo>
                  <a:pt x="102108" y="91440"/>
                </a:lnTo>
                <a:lnTo>
                  <a:pt x="94488" y="92163"/>
                </a:lnTo>
                <a:lnTo>
                  <a:pt x="94488" y="115824"/>
                </a:lnTo>
                <a:lnTo>
                  <a:pt x="94488" y="166116"/>
                </a:lnTo>
                <a:lnTo>
                  <a:pt x="65532" y="146304"/>
                </a:lnTo>
                <a:lnTo>
                  <a:pt x="65532" y="135636"/>
                </a:lnTo>
                <a:lnTo>
                  <a:pt x="67056" y="131064"/>
                </a:lnTo>
                <a:lnTo>
                  <a:pt x="70104" y="126492"/>
                </a:lnTo>
                <a:lnTo>
                  <a:pt x="76200" y="120396"/>
                </a:lnTo>
                <a:lnTo>
                  <a:pt x="80772" y="118872"/>
                </a:lnTo>
                <a:lnTo>
                  <a:pt x="83820" y="117348"/>
                </a:lnTo>
                <a:lnTo>
                  <a:pt x="88392" y="115824"/>
                </a:lnTo>
                <a:lnTo>
                  <a:pt x="94488" y="115824"/>
                </a:lnTo>
                <a:lnTo>
                  <a:pt x="94488" y="92163"/>
                </a:lnTo>
                <a:lnTo>
                  <a:pt x="61150" y="117157"/>
                </a:lnTo>
                <a:lnTo>
                  <a:pt x="58572" y="127050"/>
                </a:lnTo>
                <a:lnTo>
                  <a:pt x="57912" y="134112"/>
                </a:lnTo>
                <a:lnTo>
                  <a:pt x="74676" y="169164"/>
                </a:lnTo>
                <a:lnTo>
                  <a:pt x="118872" y="184404"/>
                </a:lnTo>
                <a:lnTo>
                  <a:pt x="131203" y="183527"/>
                </a:lnTo>
                <a:lnTo>
                  <a:pt x="130962" y="183527"/>
                </a:lnTo>
                <a:lnTo>
                  <a:pt x="141732" y="180975"/>
                </a:lnTo>
                <a:lnTo>
                  <a:pt x="151447" y="176695"/>
                </a:lnTo>
                <a:lnTo>
                  <a:pt x="160020" y="170688"/>
                </a:lnTo>
                <a:lnTo>
                  <a:pt x="164261" y="166116"/>
                </a:lnTo>
                <a:lnTo>
                  <a:pt x="166890" y="163283"/>
                </a:lnTo>
                <a:lnTo>
                  <a:pt x="171640" y="154876"/>
                </a:lnTo>
                <a:lnTo>
                  <a:pt x="174371" y="145618"/>
                </a:lnTo>
                <a:lnTo>
                  <a:pt x="175260" y="1356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3" name="Google Shape;1463;p27"/>
          <p:cNvGrpSpPr/>
          <p:nvPr/>
        </p:nvGrpSpPr>
        <p:grpSpPr>
          <a:xfrm>
            <a:off x="2795016" y="7443216"/>
            <a:ext cx="175260" cy="551687"/>
            <a:chOff x="2795016" y="7443216"/>
            <a:chExt cx="175260" cy="551687"/>
          </a:xfrm>
        </p:grpSpPr>
        <p:pic>
          <p:nvPicPr>
            <p:cNvPr id="1464" name="Google Shape;1464;p27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795016" y="7773923"/>
              <a:ext cx="175259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65" name="Google Shape;1465;p27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795016" y="7443216"/>
              <a:ext cx="175260" cy="29260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466" name="Google Shape;1466;p27"/>
          <p:cNvGrpSpPr/>
          <p:nvPr/>
        </p:nvGrpSpPr>
        <p:grpSpPr>
          <a:xfrm>
            <a:off x="2799587" y="7135367"/>
            <a:ext cx="170688" cy="234696"/>
            <a:chOff x="2799587" y="7135367"/>
            <a:chExt cx="170688" cy="234696"/>
          </a:xfrm>
        </p:grpSpPr>
        <p:pic>
          <p:nvPicPr>
            <p:cNvPr id="1467" name="Google Shape;1467;p27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799587" y="7261859"/>
              <a:ext cx="167640" cy="1082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68" name="Google Shape;1468;p27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799587" y="7135367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469" name="Google Shape;1469;p27"/>
          <p:cNvGrpSpPr/>
          <p:nvPr/>
        </p:nvGrpSpPr>
        <p:grpSpPr>
          <a:xfrm>
            <a:off x="2799587" y="6888480"/>
            <a:ext cx="170688" cy="227076"/>
            <a:chOff x="2799587" y="6888480"/>
            <a:chExt cx="170688" cy="227076"/>
          </a:xfrm>
        </p:grpSpPr>
        <p:pic>
          <p:nvPicPr>
            <p:cNvPr id="1470" name="Google Shape;1470;p27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799587" y="6888480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71" name="Google Shape;1471;p27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799587" y="7011924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72" name="Google Shape;1472;p27"/>
          <p:cNvSpPr/>
          <p:nvPr/>
        </p:nvSpPr>
        <p:spPr>
          <a:xfrm>
            <a:off x="2795016" y="6217920"/>
            <a:ext cx="175260" cy="605155"/>
          </a:xfrm>
          <a:custGeom>
            <a:rect b="b" l="l" r="r" t="t"/>
            <a:pathLst>
              <a:path extrusionOk="0" h="605154" w="175260">
                <a:moveTo>
                  <a:pt x="172212" y="0"/>
                </a:moveTo>
                <a:lnTo>
                  <a:pt x="169164" y="0"/>
                </a:lnTo>
                <a:lnTo>
                  <a:pt x="169164" y="9144"/>
                </a:lnTo>
                <a:lnTo>
                  <a:pt x="167640" y="10668"/>
                </a:lnTo>
                <a:lnTo>
                  <a:pt x="166116" y="13716"/>
                </a:lnTo>
                <a:lnTo>
                  <a:pt x="164592" y="15240"/>
                </a:lnTo>
                <a:lnTo>
                  <a:pt x="163068" y="15240"/>
                </a:lnTo>
                <a:lnTo>
                  <a:pt x="160020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6764" y="48768"/>
                </a:lnTo>
                <a:lnTo>
                  <a:pt x="15240" y="45720"/>
                </a:lnTo>
                <a:lnTo>
                  <a:pt x="15240" y="41148"/>
                </a:lnTo>
                <a:lnTo>
                  <a:pt x="16764" y="39624"/>
                </a:lnTo>
                <a:lnTo>
                  <a:pt x="18288" y="39624"/>
                </a:lnTo>
                <a:lnTo>
                  <a:pt x="19812" y="38100"/>
                </a:lnTo>
                <a:lnTo>
                  <a:pt x="22860" y="38100"/>
                </a:lnTo>
                <a:lnTo>
                  <a:pt x="25908" y="36576"/>
                </a:lnTo>
                <a:lnTo>
                  <a:pt x="155448" y="36576"/>
                </a:lnTo>
                <a:lnTo>
                  <a:pt x="160020" y="38100"/>
                </a:lnTo>
                <a:lnTo>
                  <a:pt x="163068" y="38100"/>
                </a:lnTo>
                <a:lnTo>
                  <a:pt x="164592" y="39624"/>
                </a:lnTo>
                <a:lnTo>
                  <a:pt x="167640" y="41148"/>
                </a:lnTo>
                <a:lnTo>
                  <a:pt x="167640" y="42672"/>
                </a:lnTo>
                <a:lnTo>
                  <a:pt x="169164" y="44196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605154" w="175260">
                <a:moveTo>
                  <a:pt x="175260" y="448056"/>
                </a:moveTo>
                <a:lnTo>
                  <a:pt x="27432" y="448056"/>
                </a:lnTo>
                <a:lnTo>
                  <a:pt x="21336" y="446532"/>
                </a:lnTo>
                <a:lnTo>
                  <a:pt x="18288" y="445008"/>
                </a:lnTo>
                <a:lnTo>
                  <a:pt x="13716" y="441960"/>
                </a:lnTo>
                <a:lnTo>
                  <a:pt x="10668" y="437388"/>
                </a:lnTo>
                <a:lnTo>
                  <a:pt x="10668" y="425196"/>
                </a:lnTo>
                <a:lnTo>
                  <a:pt x="7620" y="425196"/>
                </a:lnTo>
                <a:lnTo>
                  <a:pt x="7620" y="481584"/>
                </a:lnTo>
                <a:lnTo>
                  <a:pt x="10668" y="481584"/>
                </a:lnTo>
                <a:lnTo>
                  <a:pt x="10668" y="469392"/>
                </a:lnTo>
                <a:lnTo>
                  <a:pt x="13716" y="464820"/>
                </a:lnTo>
                <a:lnTo>
                  <a:pt x="19812" y="458724"/>
                </a:lnTo>
                <a:lnTo>
                  <a:pt x="134112" y="458724"/>
                </a:lnTo>
                <a:lnTo>
                  <a:pt x="7620" y="562356"/>
                </a:lnTo>
                <a:lnTo>
                  <a:pt x="7620" y="605028"/>
                </a:lnTo>
                <a:lnTo>
                  <a:pt x="12192" y="605028"/>
                </a:lnTo>
                <a:lnTo>
                  <a:pt x="12192" y="600456"/>
                </a:lnTo>
                <a:lnTo>
                  <a:pt x="13716" y="595884"/>
                </a:lnTo>
                <a:lnTo>
                  <a:pt x="13716" y="594360"/>
                </a:lnTo>
                <a:lnTo>
                  <a:pt x="16764" y="585216"/>
                </a:lnTo>
                <a:lnTo>
                  <a:pt x="19812" y="583692"/>
                </a:lnTo>
                <a:lnTo>
                  <a:pt x="21336" y="580644"/>
                </a:lnTo>
                <a:lnTo>
                  <a:pt x="24384" y="577596"/>
                </a:lnTo>
                <a:lnTo>
                  <a:pt x="30480" y="573024"/>
                </a:lnTo>
                <a:lnTo>
                  <a:pt x="160020" y="573024"/>
                </a:lnTo>
                <a:lnTo>
                  <a:pt x="163068" y="574548"/>
                </a:lnTo>
                <a:lnTo>
                  <a:pt x="167640" y="577596"/>
                </a:lnTo>
                <a:lnTo>
                  <a:pt x="169164" y="583692"/>
                </a:lnTo>
                <a:lnTo>
                  <a:pt x="169164" y="595884"/>
                </a:lnTo>
                <a:lnTo>
                  <a:pt x="172212" y="595884"/>
                </a:lnTo>
                <a:lnTo>
                  <a:pt x="172212" y="539496"/>
                </a:lnTo>
                <a:lnTo>
                  <a:pt x="169164" y="539496"/>
                </a:lnTo>
                <a:lnTo>
                  <a:pt x="169164" y="551688"/>
                </a:lnTo>
                <a:lnTo>
                  <a:pt x="167640" y="556260"/>
                </a:lnTo>
                <a:lnTo>
                  <a:pt x="164592" y="559308"/>
                </a:lnTo>
                <a:lnTo>
                  <a:pt x="161544" y="560832"/>
                </a:lnTo>
                <a:lnTo>
                  <a:pt x="155448" y="562356"/>
                </a:lnTo>
                <a:lnTo>
                  <a:pt x="44196" y="562356"/>
                </a:lnTo>
                <a:lnTo>
                  <a:pt x="175260" y="452628"/>
                </a:lnTo>
                <a:lnTo>
                  <a:pt x="175260" y="448056"/>
                </a:lnTo>
                <a:close/>
              </a:path>
              <a:path extrusionOk="0" h="605154" w="175260">
                <a:moveTo>
                  <a:pt x="175260" y="361188"/>
                </a:moveTo>
                <a:lnTo>
                  <a:pt x="175183" y="359664"/>
                </a:lnTo>
                <a:lnTo>
                  <a:pt x="174917" y="353453"/>
                </a:lnTo>
                <a:lnTo>
                  <a:pt x="173736" y="346138"/>
                </a:lnTo>
                <a:lnTo>
                  <a:pt x="171399" y="339115"/>
                </a:lnTo>
                <a:lnTo>
                  <a:pt x="167640" y="332232"/>
                </a:lnTo>
                <a:lnTo>
                  <a:pt x="167640" y="347472"/>
                </a:lnTo>
                <a:lnTo>
                  <a:pt x="167640" y="355092"/>
                </a:lnTo>
                <a:lnTo>
                  <a:pt x="141414" y="385000"/>
                </a:lnTo>
                <a:lnTo>
                  <a:pt x="108204" y="390144"/>
                </a:lnTo>
                <a:lnTo>
                  <a:pt x="97536" y="390144"/>
                </a:lnTo>
                <a:lnTo>
                  <a:pt x="89916" y="388620"/>
                </a:lnTo>
                <a:lnTo>
                  <a:pt x="77724" y="382524"/>
                </a:lnTo>
                <a:lnTo>
                  <a:pt x="73152" y="379476"/>
                </a:lnTo>
                <a:lnTo>
                  <a:pt x="70104" y="374904"/>
                </a:lnTo>
                <a:lnTo>
                  <a:pt x="67056" y="371856"/>
                </a:lnTo>
                <a:lnTo>
                  <a:pt x="65532" y="367284"/>
                </a:lnTo>
                <a:lnTo>
                  <a:pt x="65620" y="353453"/>
                </a:lnTo>
                <a:lnTo>
                  <a:pt x="70104" y="347472"/>
                </a:lnTo>
                <a:lnTo>
                  <a:pt x="110934" y="330022"/>
                </a:lnTo>
                <a:lnTo>
                  <a:pt x="124968" y="329184"/>
                </a:lnTo>
                <a:lnTo>
                  <a:pt x="135775" y="329526"/>
                </a:lnTo>
                <a:lnTo>
                  <a:pt x="167640" y="347472"/>
                </a:lnTo>
                <a:lnTo>
                  <a:pt x="167640" y="332232"/>
                </a:lnTo>
                <a:lnTo>
                  <a:pt x="165392" y="329184"/>
                </a:lnTo>
                <a:lnTo>
                  <a:pt x="163639" y="326783"/>
                </a:lnTo>
                <a:lnTo>
                  <a:pt x="158496" y="321754"/>
                </a:lnTo>
                <a:lnTo>
                  <a:pt x="122910" y="306641"/>
                </a:lnTo>
                <a:lnTo>
                  <a:pt x="115824" y="306324"/>
                </a:lnTo>
                <a:lnTo>
                  <a:pt x="104940" y="307162"/>
                </a:lnTo>
                <a:lnTo>
                  <a:pt x="69481" y="327088"/>
                </a:lnTo>
                <a:lnTo>
                  <a:pt x="57912" y="359664"/>
                </a:lnTo>
                <a:lnTo>
                  <a:pt x="58026" y="361188"/>
                </a:lnTo>
                <a:lnTo>
                  <a:pt x="74676" y="396621"/>
                </a:lnTo>
                <a:lnTo>
                  <a:pt x="110883" y="412457"/>
                </a:lnTo>
                <a:lnTo>
                  <a:pt x="118872" y="413004"/>
                </a:lnTo>
                <a:lnTo>
                  <a:pt x="128866" y="412178"/>
                </a:lnTo>
                <a:lnTo>
                  <a:pt x="164325" y="392480"/>
                </a:lnTo>
                <a:lnTo>
                  <a:pt x="165887" y="390144"/>
                </a:lnTo>
                <a:lnTo>
                  <a:pt x="170497" y="383286"/>
                </a:lnTo>
                <a:lnTo>
                  <a:pt x="174091" y="372960"/>
                </a:lnTo>
                <a:lnTo>
                  <a:pt x="174193" y="371856"/>
                </a:lnTo>
                <a:lnTo>
                  <a:pt x="175260" y="361188"/>
                </a:lnTo>
                <a:close/>
              </a:path>
              <a:path extrusionOk="0" h="605154" w="175260">
                <a:moveTo>
                  <a:pt x="175260" y="237744"/>
                </a:moveTo>
                <a:lnTo>
                  <a:pt x="174371" y="227749"/>
                </a:lnTo>
                <a:lnTo>
                  <a:pt x="171640" y="218313"/>
                </a:lnTo>
                <a:lnTo>
                  <a:pt x="167640" y="210858"/>
                </a:lnTo>
                <a:lnTo>
                  <a:pt x="167640" y="224028"/>
                </a:lnTo>
                <a:lnTo>
                  <a:pt x="167640" y="240792"/>
                </a:lnTo>
                <a:lnTo>
                  <a:pt x="164592" y="245364"/>
                </a:lnTo>
                <a:lnTo>
                  <a:pt x="163068" y="248412"/>
                </a:lnTo>
                <a:lnTo>
                  <a:pt x="160020" y="252984"/>
                </a:lnTo>
                <a:lnTo>
                  <a:pt x="155448" y="257556"/>
                </a:lnTo>
                <a:lnTo>
                  <a:pt x="88392" y="257556"/>
                </a:lnTo>
                <a:lnTo>
                  <a:pt x="83820" y="252984"/>
                </a:lnTo>
                <a:lnTo>
                  <a:pt x="80772" y="248412"/>
                </a:lnTo>
                <a:lnTo>
                  <a:pt x="79248" y="245364"/>
                </a:lnTo>
                <a:lnTo>
                  <a:pt x="76200" y="240792"/>
                </a:lnTo>
                <a:lnTo>
                  <a:pt x="76136" y="240601"/>
                </a:lnTo>
                <a:lnTo>
                  <a:pt x="74676" y="236220"/>
                </a:lnTo>
                <a:lnTo>
                  <a:pt x="74676" y="224028"/>
                </a:lnTo>
                <a:lnTo>
                  <a:pt x="109791" y="201739"/>
                </a:lnTo>
                <a:lnTo>
                  <a:pt x="120396" y="201168"/>
                </a:lnTo>
                <a:lnTo>
                  <a:pt x="131229" y="201739"/>
                </a:lnTo>
                <a:lnTo>
                  <a:pt x="167640" y="224028"/>
                </a:lnTo>
                <a:lnTo>
                  <a:pt x="167640" y="210858"/>
                </a:lnTo>
                <a:lnTo>
                  <a:pt x="126796" y="182524"/>
                </a:lnTo>
                <a:lnTo>
                  <a:pt x="112776" y="181356"/>
                </a:lnTo>
                <a:lnTo>
                  <a:pt x="100787" y="182194"/>
                </a:lnTo>
                <a:lnTo>
                  <a:pt x="66903" y="200431"/>
                </a:lnTo>
                <a:lnTo>
                  <a:pt x="57912" y="222504"/>
                </a:lnTo>
                <a:lnTo>
                  <a:pt x="59334" y="231635"/>
                </a:lnTo>
                <a:lnTo>
                  <a:pt x="63627" y="240601"/>
                </a:lnTo>
                <a:lnTo>
                  <a:pt x="70764" y="249301"/>
                </a:lnTo>
                <a:lnTo>
                  <a:pt x="80772" y="257556"/>
                </a:lnTo>
                <a:lnTo>
                  <a:pt x="0" y="257556"/>
                </a:lnTo>
                <a:lnTo>
                  <a:pt x="0" y="262128"/>
                </a:lnTo>
                <a:lnTo>
                  <a:pt x="13716" y="295656"/>
                </a:lnTo>
                <a:lnTo>
                  <a:pt x="16764" y="294132"/>
                </a:lnTo>
                <a:lnTo>
                  <a:pt x="16764" y="291084"/>
                </a:lnTo>
                <a:lnTo>
                  <a:pt x="15240" y="288036"/>
                </a:lnTo>
                <a:lnTo>
                  <a:pt x="15240" y="281940"/>
                </a:lnTo>
                <a:lnTo>
                  <a:pt x="16764" y="280416"/>
                </a:lnTo>
                <a:lnTo>
                  <a:pt x="18288" y="280416"/>
                </a:lnTo>
                <a:lnTo>
                  <a:pt x="19812" y="278892"/>
                </a:lnTo>
                <a:lnTo>
                  <a:pt x="22860" y="278892"/>
                </a:lnTo>
                <a:lnTo>
                  <a:pt x="25908" y="277368"/>
                </a:lnTo>
                <a:lnTo>
                  <a:pt x="163068" y="277368"/>
                </a:lnTo>
                <a:lnTo>
                  <a:pt x="167640" y="269748"/>
                </a:lnTo>
                <a:lnTo>
                  <a:pt x="170688" y="263652"/>
                </a:lnTo>
                <a:lnTo>
                  <a:pt x="172212" y="257556"/>
                </a:lnTo>
                <a:lnTo>
                  <a:pt x="175260" y="249936"/>
                </a:lnTo>
                <a:lnTo>
                  <a:pt x="175260" y="237744"/>
                </a:lnTo>
                <a:close/>
              </a:path>
              <a:path extrusionOk="0" h="605154" w="175260">
                <a:moveTo>
                  <a:pt x="175260" y="114300"/>
                </a:moveTo>
                <a:lnTo>
                  <a:pt x="175145" y="112776"/>
                </a:lnTo>
                <a:lnTo>
                  <a:pt x="175031" y="111252"/>
                </a:lnTo>
                <a:lnTo>
                  <a:pt x="174929" y="109728"/>
                </a:lnTo>
                <a:lnTo>
                  <a:pt x="148399" y="74676"/>
                </a:lnTo>
                <a:lnTo>
                  <a:pt x="132588" y="70104"/>
                </a:lnTo>
                <a:lnTo>
                  <a:pt x="129540" y="73152"/>
                </a:lnTo>
                <a:lnTo>
                  <a:pt x="140208" y="76200"/>
                </a:lnTo>
                <a:lnTo>
                  <a:pt x="146304" y="80772"/>
                </a:lnTo>
                <a:lnTo>
                  <a:pt x="150876" y="85344"/>
                </a:lnTo>
                <a:lnTo>
                  <a:pt x="153924" y="91440"/>
                </a:lnTo>
                <a:lnTo>
                  <a:pt x="155448" y="97536"/>
                </a:lnTo>
                <a:lnTo>
                  <a:pt x="155384" y="105689"/>
                </a:lnTo>
                <a:lnTo>
                  <a:pt x="134035" y="137718"/>
                </a:lnTo>
                <a:lnTo>
                  <a:pt x="102108" y="144780"/>
                </a:lnTo>
                <a:lnTo>
                  <a:pt x="102108" y="94488"/>
                </a:lnTo>
                <a:lnTo>
                  <a:pt x="102108" y="70104"/>
                </a:lnTo>
                <a:lnTo>
                  <a:pt x="94488" y="70650"/>
                </a:lnTo>
                <a:lnTo>
                  <a:pt x="94488" y="94488"/>
                </a:lnTo>
                <a:lnTo>
                  <a:pt x="94488" y="144780"/>
                </a:lnTo>
                <a:lnTo>
                  <a:pt x="65532" y="124968"/>
                </a:lnTo>
                <a:lnTo>
                  <a:pt x="65532" y="112776"/>
                </a:lnTo>
                <a:lnTo>
                  <a:pt x="67056" y="109728"/>
                </a:lnTo>
                <a:lnTo>
                  <a:pt x="70104" y="105156"/>
                </a:lnTo>
                <a:lnTo>
                  <a:pt x="76200" y="99060"/>
                </a:lnTo>
                <a:lnTo>
                  <a:pt x="80772" y="96012"/>
                </a:lnTo>
                <a:lnTo>
                  <a:pt x="83820" y="96012"/>
                </a:lnTo>
                <a:lnTo>
                  <a:pt x="88392" y="94488"/>
                </a:lnTo>
                <a:lnTo>
                  <a:pt x="94488" y="94488"/>
                </a:lnTo>
                <a:lnTo>
                  <a:pt x="94488" y="70650"/>
                </a:lnTo>
                <a:lnTo>
                  <a:pt x="93243" y="70726"/>
                </a:lnTo>
                <a:lnTo>
                  <a:pt x="61150" y="95059"/>
                </a:lnTo>
                <a:lnTo>
                  <a:pt x="57912" y="111252"/>
                </a:lnTo>
                <a:lnTo>
                  <a:pt x="59029" y="122110"/>
                </a:lnTo>
                <a:lnTo>
                  <a:pt x="83286" y="154711"/>
                </a:lnTo>
                <a:lnTo>
                  <a:pt x="118872" y="163068"/>
                </a:lnTo>
                <a:lnTo>
                  <a:pt x="130873" y="162191"/>
                </a:lnTo>
                <a:lnTo>
                  <a:pt x="141732" y="159448"/>
                </a:lnTo>
                <a:lnTo>
                  <a:pt x="151447" y="154711"/>
                </a:lnTo>
                <a:lnTo>
                  <a:pt x="160020" y="147828"/>
                </a:lnTo>
                <a:lnTo>
                  <a:pt x="162941" y="144780"/>
                </a:lnTo>
                <a:lnTo>
                  <a:pt x="166890" y="140665"/>
                </a:lnTo>
                <a:lnTo>
                  <a:pt x="171640" y="132778"/>
                </a:lnTo>
                <a:lnTo>
                  <a:pt x="171691" y="132588"/>
                </a:lnTo>
                <a:lnTo>
                  <a:pt x="174371" y="124040"/>
                </a:lnTo>
                <a:lnTo>
                  <a:pt x="175260" y="1143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73" name="Google Shape;1473;p27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795016" y="5650992"/>
            <a:ext cx="175259" cy="4983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4" name="Google Shape;1474;p27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475" name="Google Shape;1475;p27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76" name="Google Shape;1476;p27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477" name="Google Shape;1477;p27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478" name="Google Shape;1478;p27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9" name="Google Shape;1479;p27"/>
          <p:cNvGrpSpPr/>
          <p:nvPr/>
        </p:nvGrpSpPr>
        <p:grpSpPr>
          <a:xfrm>
            <a:off x="6655307" y="1764792"/>
            <a:ext cx="116205" cy="158496"/>
            <a:chOff x="6655307" y="1764792"/>
            <a:chExt cx="116205" cy="158496"/>
          </a:xfrm>
        </p:grpSpPr>
        <p:pic>
          <p:nvPicPr>
            <p:cNvPr id="1480" name="Google Shape;1480;p27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6655307" y="1847088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81" name="Google Shape;1481;p27"/>
            <p:cNvSpPr/>
            <p:nvPr/>
          </p:nvSpPr>
          <p:spPr>
            <a:xfrm>
              <a:off x="6655307" y="1764792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1252" y="10667"/>
                  </a:lnTo>
                  <a:lnTo>
                    <a:pt x="112775" y="7619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482" name="Google Shape;1482;p27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148583" y="3584447"/>
            <a:ext cx="2979419" cy="3505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6" name="Shape 1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7" name="Google Shape;1487;p28"/>
          <p:cNvGrpSpPr/>
          <p:nvPr/>
        </p:nvGrpSpPr>
        <p:grpSpPr>
          <a:xfrm>
            <a:off x="1431023" y="7879079"/>
            <a:ext cx="349007" cy="902463"/>
            <a:chOff x="1431023" y="7879079"/>
            <a:chExt cx="349007" cy="902463"/>
          </a:xfrm>
        </p:grpSpPr>
        <p:sp>
          <p:nvSpPr>
            <p:cNvPr id="1488" name="Google Shape;1488;p28"/>
            <p:cNvSpPr/>
            <p:nvPr/>
          </p:nvSpPr>
          <p:spPr>
            <a:xfrm>
              <a:off x="1431023" y="8386572"/>
              <a:ext cx="342900" cy="394970"/>
            </a:xfrm>
            <a:custGeom>
              <a:rect b="b" l="l" r="r" t="t"/>
              <a:pathLst>
                <a:path extrusionOk="0" h="394970" w="342900">
                  <a:moveTo>
                    <a:pt x="48768" y="47244"/>
                  </a:moveTo>
                  <a:lnTo>
                    <a:pt x="47244" y="41148"/>
                  </a:lnTo>
                  <a:lnTo>
                    <a:pt x="38100" y="32004"/>
                  </a:lnTo>
                  <a:lnTo>
                    <a:pt x="32004" y="28956"/>
                  </a:lnTo>
                  <a:lnTo>
                    <a:pt x="18288" y="28956"/>
                  </a:lnTo>
                  <a:lnTo>
                    <a:pt x="12192" y="32004"/>
                  </a:lnTo>
                  <a:lnTo>
                    <a:pt x="3048" y="41148"/>
                  </a:lnTo>
                  <a:lnTo>
                    <a:pt x="0" y="47244"/>
                  </a:lnTo>
                  <a:lnTo>
                    <a:pt x="0" y="60960"/>
                  </a:lnTo>
                  <a:lnTo>
                    <a:pt x="3048" y="67056"/>
                  </a:lnTo>
                  <a:lnTo>
                    <a:pt x="12192" y="76200"/>
                  </a:lnTo>
                  <a:lnTo>
                    <a:pt x="18288" y="77724"/>
                  </a:lnTo>
                  <a:lnTo>
                    <a:pt x="32004" y="77724"/>
                  </a:lnTo>
                  <a:lnTo>
                    <a:pt x="38100" y="76200"/>
                  </a:lnTo>
                  <a:lnTo>
                    <a:pt x="42672" y="71628"/>
                  </a:lnTo>
                  <a:lnTo>
                    <a:pt x="47244" y="65532"/>
                  </a:lnTo>
                  <a:lnTo>
                    <a:pt x="48768" y="60960"/>
                  </a:lnTo>
                  <a:lnTo>
                    <a:pt x="48768" y="47244"/>
                  </a:lnTo>
                  <a:close/>
                </a:path>
                <a:path extrusionOk="0" h="394970" w="342900">
                  <a:moveTo>
                    <a:pt x="342900" y="254508"/>
                  </a:moveTo>
                  <a:lnTo>
                    <a:pt x="335280" y="254508"/>
                  </a:lnTo>
                  <a:lnTo>
                    <a:pt x="335280" y="272796"/>
                  </a:lnTo>
                  <a:lnTo>
                    <a:pt x="333756" y="280416"/>
                  </a:lnTo>
                  <a:lnTo>
                    <a:pt x="297332" y="301498"/>
                  </a:lnTo>
                  <a:lnTo>
                    <a:pt x="284988" y="301752"/>
                  </a:lnTo>
                  <a:lnTo>
                    <a:pt x="181356" y="301752"/>
                  </a:lnTo>
                  <a:lnTo>
                    <a:pt x="181356" y="243840"/>
                  </a:lnTo>
                  <a:lnTo>
                    <a:pt x="181648" y="235508"/>
                  </a:lnTo>
                  <a:lnTo>
                    <a:pt x="205028" y="202222"/>
                  </a:lnTo>
                  <a:lnTo>
                    <a:pt x="228600" y="199644"/>
                  </a:lnTo>
                  <a:lnTo>
                    <a:pt x="228600" y="192024"/>
                  </a:lnTo>
                  <a:lnTo>
                    <a:pt x="114300" y="192024"/>
                  </a:lnTo>
                  <a:lnTo>
                    <a:pt x="114300" y="199644"/>
                  </a:lnTo>
                  <a:lnTo>
                    <a:pt x="128003" y="201345"/>
                  </a:lnTo>
                  <a:lnTo>
                    <a:pt x="139255" y="204025"/>
                  </a:lnTo>
                  <a:lnTo>
                    <a:pt x="161544" y="243840"/>
                  </a:lnTo>
                  <a:lnTo>
                    <a:pt x="161544" y="301752"/>
                  </a:lnTo>
                  <a:lnTo>
                    <a:pt x="33528" y="301752"/>
                  </a:lnTo>
                  <a:lnTo>
                    <a:pt x="33528" y="228600"/>
                  </a:lnTo>
                  <a:lnTo>
                    <a:pt x="42672" y="182880"/>
                  </a:lnTo>
                  <a:lnTo>
                    <a:pt x="76949" y="161048"/>
                  </a:lnTo>
                  <a:lnTo>
                    <a:pt x="86868" y="158496"/>
                  </a:lnTo>
                  <a:lnTo>
                    <a:pt x="86868" y="147828"/>
                  </a:lnTo>
                  <a:lnTo>
                    <a:pt x="15240" y="150876"/>
                  </a:lnTo>
                  <a:lnTo>
                    <a:pt x="15240" y="394716"/>
                  </a:lnTo>
                  <a:lnTo>
                    <a:pt x="22860" y="394716"/>
                  </a:lnTo>
                  <a:lnTo>
                    <a:pt x="22860" y="374904"/>
                  </a:lnTo>
                  <a:lnTo>
                    <a:pt x="28956" y="359664"/>
                  </a:lnTo>
                  <a:lnTo>
                    <a:pt x="284988" y="347472"/>
                  </a:lnTo>
                  <a:lnTo>
                    <a:pt x="299300" y="347789"/>
                  </a:lnTo>
                  <a:lnTo>
                    <a:pt x="334670" y="373075"/>
                  </a:lnTo>
                  <a:lnTo>
                    <a:pt x="335280" y="382524"/>
                  </a:lnTo>
                  <a:lnTo>
                    <a:pt x="335280" y="394716"/>
                  </a:lnTo>
                  <a:lnTo>
                    <a:pt x="342900" y="394716"/>
                  </a:lnTo>
                  <a:lnTo>
                    <a:pt x="342900" y="254508"/>
                  </a:lnTo>
                  <a:close/>
                </a:path>
                <a:path extrusionOk="0" h="394970" w="342900">
                  <a:moveTo>
                    <a:pt x="342900" y="0"/>
                  </a:moveTo>
                  <a:lnTo>
                    <a:pt x="335280" y="0"/>
                  </a:lnTo>
                  <a:lnTo>
                    <a:pt x="335280" y="18288"/>
                  </a:lnTo>
                  <a:lnTo>
                    <a:pt x="332232" y="21336"/>
                  </a:lnTo>
                  <a:lnTo>
                    <a:pt x="330708" y="25908"/>
                  </a:lnTo>
                  <a:lnTo>
                    <a:pt x="326136" y="28956"/>
                  </a:lnTo>
                  <a:lnTo>
                    <a:pt x="321564" y="30480"/>
                  </a:lnTo>
                  <a:lnTo>
                    <a:pt x="317258" y="32245"/>
                  </a:lnTo>
                  <a:lnTo>
                    <a:pt x="311086" y="33147"/>
                  </a:lnTo>
                  <a:lnTo>
                    <a:pt x="302920" y="33489"/>
                  </a:lnTo>
                  <a:lnTo>
                    <a:pt x="115824" y="33489"/>
                  </a:lnTo>
                  <a:lnTo>
                    <a:pt x="115824" y="44196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9352" y="99060"/>
                  </a:lnTo>
                  <a:lnTo>
                    <a:pt x="147828" y="94488"/>
                  </a:lnTo>
                  <a:lnTo>
                    <a:pt x="147828" y="85344"/>
                  </a:lnTo>
                  <a:lnTo>
                    <a:pt x="149352" y="82296"/>
                  </a:lnTo>
                  <a:lnTo>
                    <a:pt x="150876" y="80772"/>
                  </a:lnTo>
                  <a:lnTo>
                    <a:pt x="152400" y="77724"/>
                  </a:lnTo>
                  <a:lnTo>
                    <a:pt x="156972" y="76200"/>
                  </a:lnTo>
                  <a:lnTo>
                    <a:pt x="161544" y="76200"/>
                  </a:lnTo>
                  <a:lnTo>
                    <a:pt x="168719" y="75082"/>
                  </a:lnTo>
                  <a:lnTo>
                    <a:pt x="178879" y="74104"/>
                  </a:lnTo>
                  <a:lnTo>
                    <a:pt x="192201" y="73418"/>
                  </a:lnTo>
                  <a:lnTo>
                    <a:pt x="208788" y="73152"/>
                  </a:lnTo>
                  <a:lnTo>
                    <a:pt x="292608" y="73152"/>
                  </a:lnTo>
                  <a:lnTo>
                    <a:pt x="330708" y="82296"/>
                  </a:lnTo>
                  <a:lnTo>
                    <a:pt x="332232" y="85344"/>
                  </a:lnTo>
                  <a:lnTo>
                    <a:pt x="335280" y="89916"/>
                  </a:lnTo>
                  <a:lnTo>
                    <a:pt x="335280" y="106680"/>
                  </a:lnTo>
                  <a:lnTo>
                    <a:pt x="342900" y="106680"/>
                  </a:lnTo>
                  <a:lnTo>
                    <a:pt x="342900" y="73152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89" name="Google Shape;1489;p28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59" y="8211311"/>
              <a:ext cx="227075" cy="1630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90" name="Google Shape;1490;p2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8036051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91" name="Google Shape;1491;p28"/>
            <p:cNvSpPr/>
            <p:nvPr/>
          </p:nvSpPr>
          <p:spPr>
            <a:xfrm>
              <a:off x="1479803" y="7879079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4866" y="123062"/>
                  </a:lnTo>
                  <a:lnTo>
                    <a:pt x="70080" y="115919"/>
                  </a:lnTo>
                  <a:lnTo>
                    <a:pt x="35052" y="83819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10667"/>
                  </a:lnTo>
                  <a:lnTo>
                    <a:pt x="88391" y="10667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3151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492" name="Google Shape;1492;p28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431035" y="5324856"/>
            <a:ext cx="350520" cy="241401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93" name="Google Shape;1493;p28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31036" y="3925823"/>
            <a:ext cx="348686" cy="1255776"/>
          </a:xfrm>
          <a:prstGeom prst="rect">
            <a:avLst/>
          </a:prstGeom>
          <a:noFill/>
          <a:ln>
            <a:noFill/>
          </a:ln>
        </p:spPr>
      </p:pic>
      <p:sp>
        <p:nvSpPr>
          <p:cNvPr id="1494" name="Google Shape;1494;p28"/>
          <p:cNvSpPr/>
          <p:nvPr/>
        </p:nvSpPr>
        <p:spPr>
          <a:xfrm>
            <a:off x="1438643" y="3326892"/>
            <a:ext cx="342900" cy="463550"/>
          </a:xfrm>
          <a:custGeom>
            <a:rect b="b" l="l" r="r" t="t"/>
            <a:pathLst>
              <a:path extrusionOk="0" h="463550" w="342900">
                <a:moveTo>
                  <a:pt x="335292" y="323088"/>
                </a:moveTo>
                <a:lnTo>
                  <a:pt x="327672" y="323088"/>
                </a:lnTo>
                <a:lnTo>
                  <a:pt x="327672" y="335280"/>
                </a:lnTo>
                <a:lnTo>
                  <a:pt x="327672" y="342900"/>
                </a:lnTo>
                <a:lnTo>
                  <a:pt x="299478" y="369379"/>
                </a:lnTo>
                <a:lnTo>
                  <a:pt x="277380" y="370332"/>
                </a:lnTo>
                <a:lnTo>
                  <a:pt x="65544" y="370332"/>
                </a:lnTo>
                <a:lnTo>
                  <a:pt x="27444" y="364236"/>
                </a:lnTo>
                <a:lnTo>
                  <a:pt x="15252" y="335280"/>
                </a:lnTo>
                <a:lnTo>
                  <a:pt x="15252" y="323088"/>
                </a:lnTo>
                <a:lnTo>
                  <a:pt x="7632" y="323088"/>
                </a:lnTo>
                <a:lnTo>
                  <a:pt x="7632" y="463296"/>
                </a:lnTo>
                <a:lnTo>
                  <a:pt x="15252" y="463296"/>
                </a:lnTo>
                <a:lnTo>
                  <a:pt x="15252" y="443484"/>
                </a:lnTo>
                <a:lnTo>
                  <a:pt x="18300" y="435864"/>
                </a:lnTo>
                <a:lnTo>
                  <a:pt x="54089" y="416318"/>
                </a:lnTo>
                <a:lnTo>
                  <a:pt x="65544" y="416052"/>
                </a:lnTo>
                <a:lnTo>
                  <a:pt x="277380" y="416052"/>
                </a:lnTo>
                <a:lnTo>
                  <a:pt x="315480" y="422148"/>
                </a:lnTo>
                <a:lnTo>
                  <a:pt x="327672" y="451104"/>
                </a:lnTo>
                <a:lnTo>
                  <a:pt x="327672" y="463296"/>
                </a:lnTo>
                <a:lnTo>
                  <a:pt x="335292" y="463296"/>
                </a:lnTo>
                <a:lnTo>
                  <a:pt x="335292" y="323088"/>
                </a:lnTo>
                <a:close/>
              </a:path>
              <a:path extrusionOk="0" h="463550" w="342900">
                <a:moveTo>
                  <a:pt x="342900" y="135636"/>
                </a:moveTo>
                <a:lnTo>
                  <a:pt x="338137" y="93345"/>
                </a:lnTo>
                <a:lnTo>
                  <a:pt x="323088" y="57912"/>
                </a:lnTo>
                <a:lnTo>
                  <a:pt x="296608" y="26670"/>
                </a:lnTo>
                <a:lnTo>
                  <a:pt x="257556" y="0"/>
                </a:lnTo>
                <a:lnTo>
                  <a:pt x="254508" y="7620"/>
                </a:lnTo>
                <a:lnTo>
                  <a:pt x="273367" y="22174"/>
                </a:lnTo>
                <a:lnTo>
                  <a:pt x="288798" y="36004"/>
                </a:lnTo>
                <a:lnTo>
                  <a:pt x="314502" y="73850"/>
                </a:lnTo>
                <a:lnTo>
                  <a:pt x="321564" y="117348"/>
                </a:lnTo>
                <a:lnTo>
                  <a:pt x="320662" y="135089"/>
                </a:lnTo>
                <a:lnTo>
                  <a:pt x="304800" y="182880"/>
                </a:lnTo>
                <a:lnTo>
                  <a:pt x="269659" y="217601"/>
                </a:lnTo>
                <a:lnTo>
                  <a:pt x="219075" y="235839"/>
                </a:lnTo>
                <a:lnTo>
                  <a:pt x="176784" y="239268"/>
                </a:lnTo>
                <a:lnTo>
                  <a:pt x="151384" y="238391"/>
                </a:lnTo>
                <a:lnTo>
                  <a:pt x="106286" y="230911"/>
                </a:lnTo>
                <a:lnTo>
                  <a:pt x="69964" y="216319"/>
                </a:lnTo>
                <a:lnTo>
                  <a:pt x="33528" y="182880"/>
                </a:lnTo>
                <a:lnTo>
                  <a:pt x="17894" y="140665"/>
                </a:lnTo>
                <a:lnTo>
                  <a:pt x="16764" y="124968"/>
                </a:lnTo>
                <a:lnTo>
                  <a:pt x="18199" y="106375"/>
                </a:lnTo>
                <a:lnTo>
                  <a:pt x="39624" y="59436"/>
                </a:lnTo>
                <a:lnTo>
                  <a:pt x="69342" y="35242"/>
                </a:lnTo>
                <a:lnTo>
                  <a:pt x="112776" y="16764"/>
                </a:lnTo>
                <a:lnTo>
                  <a:pt x="112776" y="9144"/>
                </a:lnTo>
                <a:lnTo>
                  <a:pt x="0" y="16764"/>
                </a:lnTo>
                <a:lnTo>
                  <a:pt x="0" y="24384"/>
                </a:lnTo>
                <a:lnTo>
                  <a:pt x="9144" y="25908"/>
                </a:lnTo>
                <a:lnTo>
                  <a:pt x="15240" y="28956"/>
                </a:lnTo>
                <a:lnTo>
                  <a:pt x="18288" y="33528"/>
                </a:lnTo>
                <a:lnTo>
                  <a:pt x="21336" y="36576"/>
                </a:lnTo>
                <a:lnTo>
                  <a:pt x="22860" y="41148"/>
                </a:lnTo>
                <a:lnTo>
                  <a:pt x="22860" y="47244"/>
                </a:lnTo>
                <a:lnTo>
                  <a:pt x="21336" y="51816"/>
                </a:lnTo>
                <a:lnTo>
                  <a:pt x="18288" y="59436"/>
                </a:lnTo>
                <a:lnTo>
                  <a:pt x="10287" y="76606"/>
                </a:lnTo>
                <a:lnTo>
                  <a:pt x="4572" y="93916"/>
                </a:lnTo>
                <a:lnTo>
                  <a:pt x="1143" y="111518"/>
                </a:lnTo>
                <a:lnTo>
                  <a:pt x="0" y="129540"/>
                </a:lnTo>
                <a:lnTo>
                  <a:pt x="1435" y="151193"/>
                </a:lnTo>
                <a:lnTo>
                  <a:pt x="12865" y="192773"/>
                </a:lnTo>
                <a:lnTo>
                  <a:pt x="35433" y="230149"/>
                </a:lnTo>
                <a:lnTo>
                  <a:pt x="67437" y="260489"/>
                </a:lnTo>
                <a:lnTo>
                  <a:pt x="108000" y="281927"/>
                </a:lnTo>
                <a:lnTo>
                  <a:pt x="153098" y="292735"/>
                </a:lnTo>
                <a:lnTo>
                  <a:pt x="176784" y="294132"/>
                </a:lnTo>
                <a:lnTo>
                  <a:pt x="206527" y="292112"/>
                </a:lnTo>
                <a:lnTo>
                  <a:pt x="259727" y="275488"/>
                </a:lnTo>
                <a:lnTo>
                  <a:pt x="309473" y="236372"/>
                </a:lnTo>
                <a:lnTo>
                  <a:pt x="339191" y="173596"/>
                </a:lnTo>
                <a:lnTo>
                  <a:pt x="342900" y="135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" name="Google Shape;1495;p28"/>
          <p:cNvSpPr/>
          <p:nvPr/>
        </p:nvSpPr>
        <p:spPr>
          <a:xfrm>
            <a:off x="1644395" y="3041903"/>
            <a:ext cx="38100" cy="127000"/>
          </a:xfrm>
          <a:custGeom>
            <a:rect b="b" l="l" r="r" t="t"/>
            <a:pathLst>
              <a:path extrusionOk="0" h="127000" w="38100">
                <a:moveTo>
                  <a:pt x="38100" y="126492"/>
                </a:moveTo>
                <a:lnTo>
                  <a:pt x="0" y="126492"/>
                </a:lnTo>
                <a:lnTo>
                  <a:pt x="0" y="0"/>
                </a:lnTo>
                <a:lnTo>
                  <a:pt x="38100" y="0"/>
                </a:lnTo>
                <a:lnTo>
                  <a:pt x="38100" y="12649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" name="Google Shape;1496;p28"/>
          <p:cNvSpPr/>
          <p:nvPr/>
        </p:nvSpPr>
        <p:spPr>
          <a:xfrm>
            <a:off x="1440180" y="2712720"/>
            <a:ext cx="334010" cy="128270"/>
          </a:xfrm>
          <a:custGeom>
            <a:rect b="b" l="l" r="r" t="t"/>
            <a:pathLst>
              <a:path extrusionOk="0" h="128269" w="334010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99846" y="40957"/>
                </a:lnTo>
                <a:lnTo>
                  <a:pt x="325874" y="10334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74" y="111609"/>
                </a:lnTo>
                <a:lnTo>
                  <a:pt x="325183" y="103441"/>
                </a:lnTo>
                <a:lnTo>
                  <a:pt x="290131" y="81033"/>
                </a:lnTo>
                <a:lnTo>
                  <a:pt x="275843" y="80772"/>
                </a:lnTo>
                <a:lnTo>
                  <a:pt x="99059" y="80772"/>
                </a:lnTo>
                <a:lnTo>
                  <a:pt x="60483" y="82700"/>
                </a:lnTo>
                <a:lnTo>
                  <a:pt x="42671" y="89916"/>
                </a:lnTo>
                <a:lnTo>
                  <a:pt x="39623" y="92964"/>
                </a:lnTo>
                <a:lnTo>
                  <a:pt x="39623" y="106680"/>
                </a:lnTo>
                <a:lnTo>
                  <a:pt x="41147" y="114300"/>
                </a:lnTo>
                <a:lnTo>
                  <a:pt x="45719" y="124968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" name="Google Shape;1497;p28"/>
          <p:cNvSpPr/>
          <p:nvPr/>
        </p:nvSpPr>
        <p:spPr>
          <a:xfrm>
            <a:off x="1440167" y="1924812"/>
            <a:ext cx="340360" cy="702945"/>
          </a:xfrm>
          <a:custGeom>
            <a:rect b="b" l="l" r="r" t="t"/>
            <a:pathLst>
              <a:path extrusionOk="0" h="702944" w="340360">
                <a:moveTo>
                  <a:pt x="339852" y="353568"/>
                </a:moveTo>
                <a:lnTo>
                  <a:pt x="337286" y="329806"/>
                </a:lnTo>
                <a:lnTo>
                  <a:pt x="329565" y="308610"/>
                </a:lnTo>
                <a:lnTo>
                  <a:pt x="326148" y="303593"/>
                </a:lnTo>
                <a:lnTo>
                  <a:pt x="326148" y="345948"/>
                </a:lnTo>
                <a:lnTo>
                  <a:pt x="326034" y="347472"/>
                </a:lnTo>
                <a:lnTo>
                  <a:pt x="325551" y="354571"/>
                </a:lnTo>
                <a:lnTo>
                  <a:pt x="325424" y="355092"/>
                </a:lnTo>
                <a:lnTo>
                  <a:pt x="323659" y="362331"/>
                </a:lnTo>
                <a:lnTo>
                  <a:pt x="296989" y="390906"/>
                </a:lnTo>
                <a:lnTo>
                  <a:pt x="259372" y="404812"/>
                </a:lnTo>
                <a:lnTo>
                  <a:pt x="222504" y="409956"/>
                </a:lnTo>
                <a:lnTo>
                  <a:pt x="211391" y="409676"/>
                </a:lnTo>
                <a:lnTo>
                  <a:pt x="198691" y="408813"/>
                </a:lnTo>
                <a:lnTo>
                  <a:pt x="184581" y="407390"/>
                </a:lnTo>
                <a:lnTo>
                  <a:pt x="169164" y="405384"/>
                </a:lnTo>
                <a:lnTo>
                  <a:pt x="166319" y="400812"/>
                </a:lnTo>
                <a:lnTo>
                  <a:pt x="163118" y="395693"/>
                </a:lnTo>
                <a:lnTo>
                  <a:pt x="147828" y="361188"/>
                </a:lnTo>
                <a:lnTo>
                  <a:pt x="147904" y="354571"/>
                </a:lnTo>
                <a:lnTo>
                  <a:pt x="165188" y="316738"/>
                </a:lnTo>
                <a:lnTo>
                  <a:pt x="211264" y="295465"/>
                </a:lnTo>
                <a:lnTo>
                  <a:pt x="249936" y="291084"/>
                </a:lnTo>
                <a:lnTo>
                  <a:pt x="267322" y="292214"/>
                </a:lnTo>
                <a:lnTo>
                  <a:pt x="306324" y="307848"/>
                </a:lnTo>
                <a:lnTo>
                  <a:pt x="326148" y="345948"/>
                </a:lnTo>
                <a:lnTo>
                  <a:pt x="326148" y="303593"/>
                </a:lnTo>
                <a:lnTo>
                  <a:pt x="298704" y="272796"/>
                </a:lnTo>
                <a:lnTo>
                  <a:pt x="263652" y="254889"/>
                </a:lnTo>
                <a:lnTo>
                  <a:pt x="224028" y="248412"/>
                </a:lnTo>
                <a:lnTo>
                  <a:pt x="203441" y="250088"/>
                </a:lnTo>
                <a:lnTo>
                  <a:pt x="153924" y="272796"/>
                </a:lnTo>
                <a:lnTo>
                  <a:pt x="128206" y="315658"/>
                </a:lnTo>
                <a:lnTo>
                  <a:pt x="128104" y="316738"/>
                </a:lnTo>
                <a:lnTo>
                  <a:pt x="127977" y="317906"/>
                </a:lnTo>
                <a:lnTo>
                  <a:pt x="132969" y="366522"/>
                </a:lnTo>
                <a:lnTo>
                  <a:pt x="150876" y="400812"/>
                </a:lnTo>
                <a:lnTo>
                  <a:pt x="135432" y="396836"/>
                </a:lnTo>
                <a:lnTo>
                  <a:pt x="94488" y="379476"/>
                </a:lnTo>
                <a:lnTo>
                  <a:pt x="61493" y="357187"/>
                </a:lnTo>
                <a:lnTo>
                  <a:pt x="34480" y="327660"/>
                </a:lnTo>
                <a:lnTo>
                  <a:pt x="34366" y="327469"/>
                </a:lnTo>
                <a:lnTo>
                  <a:pt x="28028" y="317906"/>
                </a:lnTo>
                <a:lnTo>
                  <a:pt x="11722" y="271208"/>
                </a:lnTo>
                <a:lnTo>
                  <a:pt x="9144" y="256032"/>
                </a:lnTo>
                <a:lnTo>
                  <a:pt x="0" y="256032"/>
                </a:lnTo>
                <a:lnTo>
                  <a:pt x="88" y="271208"/>
                </a:lnTo>
                <a:lnTo>
                  <a:pt x="190" y="272796"/>
                </a:lnTo>
                <a:lnTo>
                  <a:pt x="812" y="283489"/>
                </a:lnTo>
                <a:lnTo>
                  <a:pt x="10668" y="326136"/>
                </a:lnTo>
                <a:lnTo>
                  <a:pt x="38100" y="372008"/>
                </a:lnTo>
                <a:lnTo>
                  <a:pt x="68160" y="403771"/>
                </a:lnTo>
                <a:lnTo>
                  <a:pt x="103682" y="428917"/>
                </a:lnTo>
                <a:lnTo>
                  <a:pt x="143167" y="446036"/>
                </a:lnTo>
                <a:lnTo>
                  <a:pt x="184315" y="454558"/>
                </a:lnTo>
                <a:lnTo>
                  <a:pt x="205740" y="455676"/>
                </a:lnTo>
                <a:lnTo>
                  <a:pt x="238582" y="452818"/>
                </a:lnTo>
                <a:lnTo>
                  <a:pt x="295109" y="429958"/>
                </a:lnTo>
                <a:lnTo>
                  <a:pt x="328282" y="397725"/>
                </a:lnTo>
                <a:lnTo>
                  <a:pt x="338670" y="369239"/>
                </a:lnTo>
                <a:lnTo>
                  <a:pt x="339852" y="353568"/>
                </a:lnTo>
                <a:close/>
              </a:path>
              <a:path extrusionOk="0" h="702944" w="340360">
                <a:moveTo>
                  <a:pt x="339852" y="106680"/>
                </a:moveTo>
                <a:lnTo>
                  <a:pt x="338734" y="94348"/>
                </a:lnTo>
                <a:lnTo>
                  <a:pt x="335470" y="82296"/>
                </a:lnTo>
                <a:lnTo>
                  <a:pt x="330212" y="70256"/>
                </a:lnTo>
                <a:lnTo>
                  <a:pt x="326136" y="63195"/>
                </a:lnTo>
                <a:lnTo>
                  <a:pt x="326136" y="105156"/>
                </a:lnTo>
                <a:lnTo>
                  <a:pt x="323875" y="118021"/>
                </a:lnTo>
                <a:lnTo>
                  <a:pt x="291084" y="146304"/>
                </a:lnTo>
                <a:lnTo>
                  <a:pt x="241744" y="159258"/>
                </a:lnTo>
                <a:lnTo>
                  <a:pt x="179832" y="163068"/>
                </a:lnTo>
                <a:lnTo>
                  <a:pt x="158356" y="162763"/>
                </a:lnTo>
                <a:lnTo>
                  <a:pt x="115976" y="159854"/>
                </a:lnTo>
                <a:lnTo>
                  <a:pt x="74206" y="152958"/>
                </a:lnTo>
                <a:lnTo>
                  <a:pt x="30480" y="132588"/>
                </a:lnTo>
                <a:lnTo>
                  <a:pt x="15240" y="103632"/>
                </a:lnTo>
                <a:lnTo>
                  <a:pt x="15303" y="94348"/>
                </a:lnTo>
                <a:lnTo>
                  <a:pt x="50533" y="62776"/>
                </a:lnTo>
                <a:lnTo>
                  <a:pt x="105918" y="48958"/>
                </a:lnTo>
                <a:lnTo>
                  <a:pt x="130695" y="46532"/>
                </a:lnTo>
                <a:lnTo>
                  <a:pt x="131203" y="46532"/>
                </a:lnTo>
                <a:lnTo>
                  <a:pt x="156972" y="45720"/>
                </a:lnTo>
                <a:lnTo>
                  <a:pt x="224980" y="48768"/>
                </a:lnTo>
                <a:lnTo>
                  <a:pt x="275844" y="56388"/>
                </a:lnTo>
                <a:lnTo>
                  <a:pt x="315468" y="77724"/>
                </a:lnTo>
                <a:lnTo>
                  <a:pt x="326136" y="105156"/>
                </a:lnTo>
                <a:lnTo>
                  <a:pt x="326136" y="63195"/>
                </a:lnTo>
                <a:lnTo>
                  <a:pt x="299275" y="35052"/>
                </a:lnTo>
                <a:lnTo>
                  <a:pt x="265176" y="16764"/>
                </a:lnTo>
                <a:lnTo>
                  <a:pt x="220408" y="4381"/>
                </a:lnTo>
                <a:lnTo>
                  <a:pt x="167640" y="0"/>
                </a:lnTo>
                <a:lnTo>
                  <a:pt x="129425" y="2286"/>
                </a:lnTo>
                <a:lnTo>
                  <a:pt x="64985" y="20574"/>
                </a:lnTo>
                <a:lnTo>
                  <a:pt x="22504" y="51993"/>
                </a:lnTo>
                <a:lnTo>
                  <a:pt x="2552" y="85661"/>
                </a:lnTo>
                <a:lnTo>
                  <a:pt x="0" y="103632"/>
                </a:lnTo>
                <a:lnTo>
                  <a:pt x="1130" y="115049"/>
                </a:lnTo>
                <a:lnTo>
                  <a:pt x="27559" y="160959"/>
                </a:lnTo>
                <a:lnTo>
                  <a:pt x="76200" y="192024"/>
                </a:lnTo>
                <a:lnTo>
                  <a:pt x="120777" y="204978"/>
                </a:lnTo>
                <a:lnTo>
                  <a:pt x="172212" y="208788"/>
                </a:lnTo>
                <a:lnTo>
                  <a:pt x="204203" y="207098"/>
                </a:lnTo>
                <a:lnTo>
                  <a:pt x="260731" y="194005"/>
                </a:lnTo>
                <a:lnTo>
                  <a:pt x="308991" y="166903"/>
                </a:lnTo>
                <a:lnTo>
                  <a:pt x="336423" y="128663"/>
                </a:lnTo>
                <a:lnTo>
                  <a:pt x="339852" y="106680"/>
                </a:lnTo>
                <a:close/>
              </a:path>
              <a:path extrusionOk="0" h="702944" w="340360">
                <a:moveTo>
                  <a:pt x="339864" y="694944"/>
                </a:moveTo>
                <a:lnTo>
                  <a:pt x="339788" y="680110"/>
                </a:lnTo>
                <a:lnTo>
                  <a:pt x="339661" y="678180"/>
                </a:lnTo>
                <a:lnTo>
                  <a:pt x="338404" y="658926"/>
                </a:lnTo>
                <a:lnTo>
                  <a:pt x="326351" y="617156"/>
                </a:lnTo>
                <a:lnTo>
                  <a:pt x="298589" y="574840"/>
                </a:lnTo>
                <a:lnTo>
                  <a:pt x="264388" y="542544"/>
                </a:lnTo>
                <a:lnTo>
                  <a:pt x="212801" y="512254"/>
                </a:lnTo>
                <a:lnTo>
                  <a:pt x="162509" y="498538"/>
                </a:lnTo>
                <a:lnTo>
                  <a:pt x="135648" y="496824"/>
                </a:lnTo>
                <a:lnTo>
                  <a:pt x="106184" y="499097"/>
                </a:lnTo>
                <a:lnTo>
                  <a:pt x="55270" y="516763"/>
                </a:lnTo>
                <a:lnTo>
                  <a:pt x="19291" y="547306"/>
                </a:lnTo>
                <a:lnTo>
                  <a:pt x="2247" y="581596"/>
                </a:lnTo>
                <a:lnTo>
                  <a:pt x="12" y="600456"/>
                </a:lnTo>
                <a:lnTo>
                  <a:pt x="2578" y="623316"/>
                </a:lnTo>
                <a:lnTo>
                  <a:pt x="23152" y="662178"/>
                </a:lnTo>
                <a:lnTo>
                  <a:pt x="58635" y="689063"/>
                </a:lnTo>
                <a:lnTo>
                  <a:pt x="96443" y="701116"/>
                </a:lnTo>
                <a:lnTo>
                  <a:pt x="117360" y="702564"/>
                </a:lnTo>
                <a:lnTo>
                  <a:pt x="137947" y="701116"/>
                </a:lnTo>
                <a:lnTo>
                  <a:pt x="187464" y="678180"/>
                </a:lnTo>
                <a:lnTo>
                  <a:pt x="202120" y="659892"/>
                </a:lnTo>
                <a:lnTo>
                  <a:pt x="207276" y="650748"/>
                </a:lnTo>
                <a:lnTo>
                  <a:pt x="211886" y="635317"/>
                </a:lnTo>
                <a:lnTo>
                  <a:pt x="213372" y="618744"/>
                </a:lnTo>
                <a:lnTo>
                  <a:pt x="211937" y="603338"/>
                </a:lnTo>
                <a:lnTo>
                  <a:pt x="207657" y="586930"/>
                </a:lnTo>
                <a:lnTo>
                  <a:pt x="200507" y="569671"/>
                </a:lnTo>
                <a:lnTo>
                  <a:pt x="192036" y="554431"/>
                </a:lnTo>
                <a:lnTo>
                  <a:pt x="192036" y="600456"/>
                </a:lnTo>
                <a:lnTo>
                  <a:pt x="190868" y="611339"/>
                </a:lnTo>
                <a:lnTo>
                  <a:pt x="156197" y="647687"/>
                </a:lnTo>
                <a:lnTo>
                  <a:pt x="116713" y="658495"/>
                </a:lnTo>
                <a:lnTo>
                  <a:pt x="92976" y="659892"/>
                </a:lnTo>
                <a:lnTo>
                  <a:pt x="72732" y="658926"/>
                </a:lnTo>
                <a:lnTo>
                  <a:pt x="74155" y="658926"/>
                </a:lnTo>
                <a:lnTo>
                  <a:pt x="58877" y="656272"/>
                </a:lnTo>
                <a:lnTo>
                  <a:pt x="45605" y="651535"/>
                </a:lnTo>
                <a:lnTo>
                  <a:pt x="35064" y="644652"/>
                </a:lnTo>
                <a:lnTo>
                  <a:pt x="26822" y="635495"/>
                </a:lnTo>
                <a:lnTo>
                  <a:pt x="26708" y="635317"/>
                </a:lnTo>
                <a:lnTo>
                  <a:pt x="20586" y="626173"/>
                </a:lnTo>
                <a:lnTo>
                  <a:pt x="16624" y="616585"/>
                </a:lnTo>
                <a:lnTo>
                  <a:pt x="15252" y="606552"/>
                </a:lnTo>
                <a:lnTo>
                  <a:pt x="16357" y="597408"/>
                </a:lnTo>
                <a:lnTo>
                  <a:pt x="47637" y="560451"/>
                </a:lnTo>
                <a:lnTo>
                  <a:pt x="85064" y="547052"/>
                </a:lnTo>
                <a:lnTo>
                  <a:pt x="121932" y="542544"/>
                </a:lnTo>
                <a:lnTo>
                  <a:pt x="131927" y="542836"/>
                </a:lnTo>
                <a:lnTo>
                  <a:pt x="143649" y="543687"/>
                </a:lnTo>
                <a:lnTo>
                  <a:pt x="157073" y="545122"/>
                </a:lnTo>
                <a:lnTo>
                  <a:pt x="171678" y="547052"/>
                </a:lnTo>
                <a:lnTo>
                  <a:pt x="172161" y="547052"/>
                </a:lnTo>
                <a:lnTo>
                  <a:pt x="187540" y="574840"/>
                </a:lnTo>
                <a:lnTo>
                  <a:pt x="189458" y="581393"/>
                </a:lnTo>
                <a:lnTo>
                  <a:pt x="192036" y="600456"/>
                </a:lnTo>
                <a:lnTo>
                  <a:pt x="192036" y="554431"/>
                </a:lnTo>
                <a:lnTo>
                  <a:pt x="230517" y="564451"/>
                </a:lnTo>
                <a:lnTo>
                  <a:pt x="268236" y="585216"/>
                </a:lnTo>
                <a:lnTo>
                  <a:pt x="297954" y="611124"/>
                </a:lnTo>
                <a:lnTo>
                  <a:pt x="324523" y="651014"/>
                </a:lnTo>
                <a:lnTo>
                  <a:pt x="331444" y="681228"/>
                </a:lnTo>
                <a:lnTo>
                  <a:pt x="332244" y="694944"/>
                </a:lnTo>
                <a:lnTo>
                  <a:pt x="339864" y="69494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" name="Google Shape;1498;p28"/>
          <p:cNvSpPr/>
          <p:nvPr/>
        </p:nvSpPr>
        <p:spPr>
          <a:xfrm>
            <a:off x="2214372" y="9005315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3340"/>
                </a:lnTo>
                <a:lnTo>
                  <a:pt x="3047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7244"/>
                </a:lnTo>
                <a:lnTo>
                  <a:pt x="51815" y="5334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99" name="Google Shape;1499;p28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153411" y="8039100"/>
            <a:ext cx="175260" cy="888491"/>
          </a:xfrm>
          <a:prstGeom prst="rect">
            <a:avLst/>
          </a:prstGeom>
          <a:noFill/>
          <a:ln>
            <a:noFill/>
          </a:ln>
        </p:spPr>
      </p:pic>
      <p:sp>
        <p:nvSpPr>
          <p:cNvPr id="1500" name="Google Shape;1500;p28"/>
          <p:cNvSpPr/>
          <p:nvPr/>
        </p:nvSpPr>
        <p:spPr>
          <a:xfrm>
            <a:off x="2260092" y="7822692"/>
            <a:ext cx="21590" cy="149860"/>
          </a:xfrm>
          <a:custGeom>
            <a:rect b="b" l="l" r="r" t="t"/>
            <a:pathLst>
              <a:path extrusionOk="0" h="149859" w="21589">
                <a:moveTo>
                  <a:pt x="21336" y="85344"/>
                </a:moveTo>
                <a:lnTo>
                  <a:pt x="0" y="85344"/>
                </a:lnTo>
                <a:lnTo>
                  <a:pt x="0" y="149352"/>
                </a:lnTo>
                <a:lnTo>
                  <a:pt x="21336" y="149352"/>
                </a:lnTo>
                <a:lnTo>
                  <a:pt x="21336" y="85344"/>
                </a:lnTo>
                <a:close/>
              </a:path>
              <a:path extrusionOk="0" h="149859" w="21589">
                <a:moveTo>
                  <a:pt x="21336" y="0"/>
                </a:moveTo>
                <a:lnTo>
                  <a:pt x="0" y="0"/>
                </a:lnTo>
                <a:lnTo>
                  <a:pt x="0" y="64008"/>
                </a:lnTo>
                <a:lnTo>
                  <a:pt x="21336" y="6400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01" name="Google Shape;1501;p28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157983" y="7347203"/>
            <a:ext cx="170688" cy="3977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02" name="Google Shape;1502;p28"/>
          <p:cNvGrpSpPr/>
          <p:nvPr/>
        </p:nvGrpSpPr>
        <p:grpSpPr>
          <a:xfrm>
            <a:off x="2153411" y="6609588"/>
            <a:ext cx="225552" cy="665987"/>
            <a:chOff x="2153411" y="6609588"/>
            <a:chExt cx="225552" cy="665987"/>
          </a:xfrm>
        </p:grpSpPr>
        <p:pic>
          <p:nvPicPr>
            <p:cNvPr id="1503" name="Google Shape;1503;p28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161031" y="7129271"/>
              <a:ext cx="164592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04" name="Google Shape;1504;p28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153411" y="6609588"/>
              <a:ext cx="225552" cy="498347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05" name="Google Shape;1505;p28"/>
          <p:cNvSpPr/>
          <p:nvPr/>
        </p:nvSpPr>
        <p:spPr>
          <a:xfrm>
            <a:off x="2153399" y="5867400"/>
            <a:ext cx="226060" cy="676910"/>
          </a:xfrm>
          <a:custGeom>
            <a:rect b="b" l="l" r="r" t="t"/>
            <a:pathLst>
              <a:path extrusionOk="0" h="676909" w="226060">
                <a:moveTo>
                  <a:pt x="24384" y="461772"/>
                </a:moveTo>
                <a:lnTo>
                  <a:pt x="22860" y="458724"/>
                </a:lnTo>
                <a:lnTo>
                  <a:pt x="18288" y="454152"/>
                </a:lnTo>
                <a:lnTo>
                  <a:pt x="6096" y="454152"/>
                </a:lnTo>
                <a:lnTo>
                  <a:pt x="4572" y="457200"/>
                </a:lnTo>
                <a:lnTo>
                  <a:pt x="1524" y="458724"/>
                </a:lnTo>
                <a:lnTo>
                  <a:pt x="0" y="461772"/>
                </a:lnTo>
                <a:lnTo>
                  <a:pt x="0" y="469392"/>
                </a:lnTo>
                <a:lnTo>
                  <a:pt x="1524" y="472440"/>
                </a:lnTo>
                <a:lnTo>
                  <a:pt x="4572" y="473964"/>
                </a:lnTo>
                <a:lnTo>
                  <a:pt x="6096" y="477012"/>
                </a:lnTo>
                <a:lnTo>
                  <a:pt x="9144" y="478536"/>
                </a:lnTo>
                <a:lnTo>
                  <a:pt x="15240" y="478536"/>
                </a:lnTo>
                <a:lnTo>
                  <a:pt x="18288" y="477012"/>
                </a:lnTo>
                <a:lnTo>
                  <a:pt x="22860" y="472440"/>
                </a:lnTo>
                <a:lnTo>
                  <a:pt x="24384" y="469392"/>
                </a:lnTo>
                <a:lnTo>
                  <a:pt x="24384" y="461772"/>
                </a:lnTo>
                <a:close/>
              </a:path>
              <a:path extrusionOk="0" h="676909" w="226060">
                <a:moveTo>
                  <a:pt x="24384" y="269748"/>
                </a:moveTo>
                <a:lnTo>
                  <a:pt x="21336" y="263652"/>
                </a:lnTo>
                <a:lnTo>
                  <a:pt x="15240" y="260604"/>
                </a:lnTo>
                <a:lnTo>
                  <a:pt x="9144" y="260604"/>
                </a:lnTo>
                <a:lnTo>
                  <a:pt x="6096" y="262128"/>
                </a:lnTo>
                <a:lnTo>
                  <a:pt x="1524" y="266700"/>
                </a:lnTo>
                <a:lnTo>
                  <a:pt x="0" y="269748"/>
                </a:lnTo>
                <a:lnTo>
                  <a:pt x="0" y="275844"/>
                </a:lnTo>
                <a:lnTo>
                  <a:pt x="1524" y="278892"/>
                </a:lnTo>
                <a:lnTo>
                  <a:pt x="6096" y="283464"/>
                </a:lnTo>
                <a:lnTo>
                  <a:pt x="9144" y="284988"/>
                </a:lnTo>
                <a:lnTo>
                  <a:pt x="15240" y="284988"/>
                </a:lnTo>
                <a:lnTo>
                  <a:pt x="21336" y="281940"/>
                </a:lnTo>
                <a:lnTo>
                  <a:pt x="24384" y="275844"/>
                </a:lnTo>
                <a:lnTo>
                  <a:pt x="24384" y="269748"/>
                </a:lnTo>
                <a:close/>
              </a:path>
              <a:path extrusionOk="0" h="676909" w="226060">
                <a:moveTo>
                  <a:pt x="172212" y="438912"/>
                </a:moveTo>
                <a:lnTo>
                  <a:pt x="169164" y="438912"/>
                </a:lnTo>
                <a:lnTo>
                  <a:pt x="169164" y="446532"/>
                </a:lnTo>
                <a:lnTo>
                  <a:pt x="167640" y="449580"/>
                </a:lnTo>
                <a:lnTo>
                  <a:pt x="163068" y="454152"/>
                </a:lnTo>
                <a:lnTo>
                  <a:pt x="160020" y="454152"/>
                </a:lnTo>
                <a:lnTo>
                  <a:pt x="155448" y="455676"/>
                </a:lnTo>
                <a:lnTo>
                  <a:pt x="57912" y="455676"/>
                </a:lnTo>
                <a:lnTo>
                  <a:pt x="57912" y="460248"/>
                </a:lnTo>
                <a:lnTo>
                  <a:pt x="71628" y="493776"/>
                </a:lnTo>
                <a:lnTo>
                  <a:pt x="74676" y="490728"/>
                </a:lnTo>
                <a:lnTo>
                  <a:pt x="73152" y="487680"/>
                </a:lnTo>
                <a:lnTo>
                  <a:pt x="73152" y="480060"/>
                </a:lnTo>
                <a:lnTo>
                  <a:pt x="76200" y="477012"/>
                </a:lnTo>
                <a:lnTo>
                  <a:pt x="77724" y="477012"/>
                </a:lnTo>
                <a:lnTo>
                  <a:pt x="80772" y="475488"/>
                </a:lnTo>
                <a:lnTo>
                  <a:pt x="160020" y="475488"/>
                </a:lnTo>
                <a:lnTo>
                  <a:pt x="163068" y="477012"/>
                </a:lnTo>
                <a:lnTo>
                  <a:pt x="164592" y="477012"/>
                </a:lnTo>
                <a:lnTo>
                  <a:pt x="166116" y="478536"/>
                </a:lnTo>
                <a:lnTo>
                  <a:pt x="167640" y="481584"/>
                </a:lnTo>
                <a:lnTo>
                  <a:pt x="169164" y="483108"/>
                </a:lnTo>
                <a:lnTo>
                  <a:pt x="169164" y="492252"/>
                </a:lnTo>
                <a:lnTo>
                  <a:pt x="172212" y="492252"/>
                </a:lnTo>
                <a:lnTo>
                  <a:pt x="172212" y="475488"/>
                </a:lnTo>
                <a:lnTo>
                  <a:pt x="172212" y="438912"/>
                </a:lnTo>
                <a:close/>
              </a:path>
              <a:path extrusionOk="0" h="676909" w="226060">
                <a:moveTo>
                  <a:pt x="172212" y="245364"/>
                </a:moveTo>
                <a:lnTo>
                  <a:pt x="169164" y="245364"/>
                </a:lnTo>
                <a:lnTo>
                  <a:pt x="169164" y="254508"/>
                </a:lnTo>
                <a:lnTo>
                  <a:pt x="163068" y="260604"/>
                </a:lnTo>
                <a:lnTo>
                  <a:pt x="160020" y="262128"/>
                </a:lnTo>
                <a:lnTo>
                  <a:pt x="57912" y="262128"/>
                </a:lnTo>
                <a:lnTo>
                  <a:pt x="57912" y="266700"/>
                </a:lnTo>
                <a:lnTo>
                  <a:pt x="71628" y="300228"/>
                </a:lnTo>
                <a:lnTo>
                  <a:pt x="74676" y="298704"/>
                </a:lnTo>
                <a:lnTo>
                  <a:pt x="73152" y="295656"/>
                </a:lnTo>
                <a:lnTo>
                  <a:pt x="73152" y="286512"/>
                </a:lnTo>
                <a:lnTo>
                  <a:pt x="74676" y="284988"/>
                </a:lnTo>
                <a:lnTo>
                  <a:pt x="76200" y="284988"/>
                </a:lnTo>
                <a:lnTo>
                  <a:pt x="77724" y="283464"/>
                </a:lnTo>
                <a:lnTo>
                  <a:pt x="80772" y="283464"/>
                </a:lnTo>
                <a:lnTo>
                  <a:pt x="83820" y="281940"/>
                </a:lnTo>
                <a:lnTo>
                  <a:pt x="160020" y="281940"/>
                </a:lnTo>
                <a:lnTo>
                  <a:pt x="163068" y="283464"/>
                </a:lnTo>
                <a:lnTo>
                  <a:pt x="169164" y="289560"/>
                </a:lnTo>
                <a:lnTo>
                  <a:pt x="169164" y="298704"/>
                </a:lnTo>
                <a:lnTo>
                  <a:pt x="172212" y="298704"/>
                </a:lnTo>
                <a:lnTo>
                  <a:pt x="172212" y="281940"/>
                </a:lnTo>
                <a:lnTo>
                  <a:pt x="172212" y="245364"/>
                </a:lnTo>
                <a:close/>
              </a:path>
              <a:path extrusionOk="0" h="676909" w="226060">
                <a:moveTo>
                  <a:pt x="172224" y="601980"/>
                </a:moveTo>
                <a:lnTo>
                  <a:pt x="170738" y="579653"/>
                </a:lnTo>
                <a:lnTo>
                  <a:pt x="166128" y="560451"/>
                </a:lnTo>
                <a:lnTo>
                  <a:pt x="164604" y="557364"/>
                </a:lnTo>
                <a:lnTo>
                  <a:pt x="164604" y="603504"/>
                </a:lnTo>
                <a:lnTo>
                  <a:pt x="164528" y="605028"/>
                </a:lnTo>
                <a:lnTo>
                  <a:pt x="164338" y="609511"/>
                </a:lnTo>
                <a:lnTo>
                  <a:pt x="163652" y="616077"/>
                </a:lnTo>
                <a:lnTo>
                  <a:pt x="163537" y="616839"/>
                </a:lnTo>
                <a:lnTo>
                  <a:pt x="162636" y="623468"/>
                </a:lnTo>
                <a:lnTo>
                  <a:pt x="161556" y="630936"/>
                </a:lnTo>
                <a:lnTo>
                  <a:pt x="19824" y="630936"/>
                </a:lnTo>
                <a:lnTo>
                  <a:pt x="15468" y="609511"/>
                </a:lnTo>
                <a:lnTo>
                  <a:pt x="15392" y="608076"/>
                </a:lnTo>
                <a:lnTo>
                  <a:pt x="26835" y="566216"/>
                </a:lnTo>
                <a:lnTo>
                  <a:pt x="59067" y="542544"/>
                </a:lnTo>
                <a:lnTo>
                  <a:pt x="89928" y="537972"/>
                </a:lnTo>
                <a:lnTo>
                  <a:pt x="106210" y="539115"/>
                </a:lnTo>
                <a:lnTo>
                  <a:pt x="144792" y="556260"/>
                </a:lnTo>
                <a:lnTo>
                  <a:pt x="159893" y="577786"/>
                </a:lnTo>
                <a:lnTo>
                  <a:pt x="163436" y="590130"/>
                </a:lnTo>
                <a:lnTo>
                  <a:pt x="163499" y="590931"/>
                </a:lnTo>
                <a:lnTo>
                  <a:pt x="164604" y="603504"/>
                </a:lnTo>
                <a:lnTo>
                  <a:pt x="164604" y="557364"/>
                </a:lnTo>
                <a:lnTo>
                  <a:pt x="158076" y="544118"/>
                </a:lnTo>
                <a:lnTo>
                  <a:pt x="152819" y="537972"/>
                </a:lnTo>
                <a:lnTo>
                  <a:pt x="146316" y="530352"/>
                </a:lnTo>
                <a:lnTo>
                  <a:pt x="134289" y="521474"/>
                </a:lnTo>
                <a:lnTo>
                  <a:pt x="120980" y="515302"/>
                </a:lnTo>
                <a:lnTo>
                  <a:pt x="106235" y="511708"/>
                </a:lnTo>
                <a:lnTo>
                  <a:pt x="89928" y="510540"/>
                </a:lnTo>
                <a:lnTo>
                  <a:pt x="76987" y="511136"/>
                </a:lnTo>
                <a:lnTo>
                  <a:pt x="34772" y="527494"/>
                </a:lnTo>
                <a:lnTo>
                  <a:pt x="12776" y="563499"/>
                </a:lnTo>
                <a:lnTo>
                  <a:pt x="7734" y="605028"/>
                </a:lnTo>
                <a:lnTo>
                  <a:pt x="7632" y="676656"/>
                </a:lnTo>
                <a:lnTo>
                  <a:pt x="10680" y="676656"/>
                </a:lnTo>
                <a:lnTo>
                  <a:pt x="10680" y="664464"/>
                </a:lnTo>
                <a:lnTo>
                  <a:pt x="12204" y="659892"/>
                </a:lnTo>
                <a:lnTo>
                  <a:pt x="16776" y="656844"/>
                </a:lnTo>
                <a:lnTo>
                  <a:pt x="19824" y="653796"/>
                </a:lnTo>
                <a:lnTo>
                  <a:pt x="160032" y="653796"/>
                </a:lnTo>
                <a:lnTo>
                  <a:pt x="163080" y="655320"/>
                </a:lnTo>
                <a:lnTo>
                  <a:pt x="167652" y="658368"/>
                </a:lnTo>
                <a:lnTo>
                  <a:pt x="169176" y="662940"/>
                </a:lnTo>
                <a:lnTo>
                  <a:pt x="169176" y="676656"/>
                </a:lnTo>
                <a:lnTo>
                  <a:pt x="172224" y="676656"/>
                </a:lnTo>
                <a:lnTo>
                  <a:pt x="172224" y="653796"/>
                </a:lnTo>
                <a:lnTo>
                  <a:pt x="172224" y="630936"/>
                </a:lnTo>
                <a:lnTo>
                  <a:pt x="172224" y="601980"/>
                </a:lnTo>
                <a:close/>
              </a:path>
              <a:path extrusionOk="0" h="676909" w="226060">
                <a:moveTo>
                  <a:pt x="172224" y="0"/>
                </a:moveTo>
                <a:lnTo>
                  <a:pt x="169176" y="0"/>
                </a:lnTo>
                <a:lnTo>
                  <a:pt x="169176" y="9144"/>
                </a:lnTo>
                <a:lnTo>
                  <a:pt x="167652" y="10668"/>
                </a:lnTo>
                <a:lnTo>
                  <a:pt x="166128" y="13716"/>
                </a:lnTo>
                <a:lnTo>
                  <a:pt x="164604" y="15240"/>
                </a:lnTo>
                <a:lnTo>
                  <a:pt x="163080" y="15240"/>
                </a:lnTo>
                <a:lnTo>
                  <a:pt x="160032" y="16764"/>
                </a:lnTo>
                <a:lnTo>
                  <a:pt x="12" y="16764"/>
                </a:lnTo>
                <a:lnTo>
                  <a:pt x="12" y="21336"/>
                </a:lnTo>
                <a:lnTo>
                  <a:pt x="13728" y="53340"/>
                </a:lnTo>
                <a:lnTo>
                  <a:pt x="16776" y="51816"/>
                </a:lnTo>
                <a:lnTo>
                  <a:pt x="15252" y="48768"/>
                </a:lnTo>
                <a:lnTo>
                  <a:pt x="15252" y="41148"/>
                </a:lnTo>
                <a:lnTo>
                  <a:pt x="18300" y="38100"/>
                </a:lnTo>
                <a:lnTo>
                  <a:pt x="22872" y="38100"/>
                </a:lnTo>
                <a:lnTo>
                  <a:pt x="25920" y="36576"/>
                </a:lnTo>
                <a:lnTo>
                  <a:pt x="160032" y="36576"/>
                </a:lnTo>
                <a:lnTo>
                  <a:pt x="163080" y="38100"/>
                </a:lnTo>
                <a:lnTo>
                  <a:pt x="169176" y="44196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0"/>
                </a:lnTo>
                <a:close/>
              </a:path>
              <a:path extrusionOk="0" h="676909" w="226060">
                <a:moveTo>
                  <a:pt x="175260" y="192024"/>
                </a:moveTo>
                <a:lnTo>
                  <a:pt x="173736" y="187452"/>
                </a:lnTo>
                <a:lnTo>
                  <a:pt x="169164" y="181356"/>
                </a:lnTo>
                <a:lnTo>
                  <a:pt x="166116" y="176784"/>
                </a:lnTo>
                <a:lnTo>
                  <a:pt x="160020" y="172212"/>
                </a:lnTo>
                <a:lnTo>
                  <a:pt x="150876" y="169164"/>
                </a:lnTo>
                <a:lnTo>
                  <a:pt x="150876" y="175260"/>
                </a:lnTo>
                <a:lnTo>
                  <a:pt x="153924" y="176784"/>
                </a:lnTo>
                <a:lnTo>
                  <a:pt x="158496" y="181356"/>
                </a:lnTo>
                <a:lnTo>
                  <a:pt x="160020" y="184404"/>
                </a:lnTo>
                <a:lnTo>
                  <a:pt x="160020" y="192024"/>
                </a:lnTo>
                <a:lnTo>
                  <a:pt x="158496" y="195072"/>
                </a:lnTo>
                <a:lnTo>
                  <a:pt x="153924" y="199644"/>
                </a:lnTo>
                <a:lnTo>
                  <a:pt x="68580" y="199644"/>
                </a:lnTo>
                <a:lnTo>
                  <a:pt x="68580" y="173736"/>
                </a:lnTo>
                <a:lnTo>
                  <a:pt x="60960" y="173736"/>
                </a:lnTo>
                <a:lnTo>
                  <a:pt x="60960" y="199644"/>
                </a:lnTo>
                <a:lnTo>
                  <a:pt x="24384" y="199644"/>
                </a:lnTo>
                <a:lnTo>
                  <a:pt x="24384" y="202692"/>
                </a:lnTo>
                <a:lnTo>
                  <a:pt x="33528" y="207264"/>
                </a:lnTo>
                <a:lnTo>
                  <a:pt x="38100" y="208788"/>
                </a:lnTo>
                <a:lnTo>
                  <a:pt x="41148" y="211836"/>
                </a:lnTo>
                <a:lnTo>
                  <a:pt x="47244" y="214884"/>
                </a:lnTo>
                <a:lnTo>
                  <a:pt x="60960" y="228600"/>
                </a:lnTo>
                <a:lnTo>
                  <a:pt x="64008" y="233172"/>
                </a:lnTo>
                <a:lnTo>
                  <a:pt x="65532" y="237744"/>
                </a:lnTo>
                <a:lnTo>
                  <a:pt x="68580" y="237744"/>
                </a:lnTo>
                <a:lnTo>
                  <a:pt x="68580" y="219456"/>
                </a:lnTo>
                <a:lnTo>
                  <a:pt x="160020" y="219456"/>
                </a:lnTo>
                <a:lnTo>
                  <a:pt x="163068" y="217932"/>
                </a:lnTo>
                <a:lnTo>
                  <a:pt x="167640" y="216408"/>
                </a:lnTo>
                <a:lnTo>
                  <a:pt x="170688" y="213360"/>
                </a:lnTo>
                <a:lnTo>
                  <a:pt x="172212" y="208788"/>
                </a:lnTo>
                <a:lnTo>
                  <a:pt x="175260" y="205740"/>
                </a:lnTo>
                <a:lnTo>
                  <a:pt x="175260" y="192024"/>
                </a:lnTo>
                <a:close/>
              </a:path>
              <a:path extrusionOk="0" h="676909" w="226060">
                <a:moveTo>
                  <a:pt x="175272" y="85344"/>
                </a:moveTo>
                <a:lnTo>
                  <a:pt x="174129" y="79400"/>
                </a:lnTo>
                <a:lnTo>
                  <a:pt x="174040" y="79248"/>
                </a:lnTo>
                <a:lnTo>
                  <a:pt x="170700" y="73152"/>
                </a:lnTo>
                <a:lnTo>
                  <a:pt x="164973" y="66916"/>
                </a:lnTo>
                <a:lnTo>
                  <a:pt x="156972" y="60960"/>
                </a:lnTo>
                <a:lnTo>
                  <a:pt x="150876" y="60960"/>
                </a:lnTo>
                <a:lnTo>
                  <a:pt x="160020" y="70104"/>
                </a:lnTo>
                <a:lnTo>
                  <a:pt x="160020" y="74676"/>
                </a:lnTo>
                <a:lnTo>
                  <a:pt x="156972" y="77724"/>
                </a:lnTo>
                <a:lnTo>
                  <a:pt x="152400" y="77724"/>
                </a:lnTo>
                <a:lnTo>
                  <a:pt x="144780" y="79248"/>
                </a:lnTo>
                <a:lnTo>
                  <a:pt x="79248" y="79248"/>
                </a:lnTo>
                <a:lnTo>
                  <a:pt x="74676" y="80772"/>
                </a:lnTo>
                <a:lnTo>
                  <a:pt x="65532" y="86868"/>
                </a:lnTo>
                <a:lnTo>
                  <a:pt x="64008" y="91440"/>
                </a:lnTo>
                <a:lnTo>
                  <a:pt x="59436" y="97536"/>
                </a:lnTo>
                <a:lnTo>
                  <a:pt x="57950" y="106476"/>
                </a:lnTo>
                <a:lnTo>
                  <a:pt x="58077" y="118567"/>
                </a:lnTo>
                <a:lnTo>
                  <a:pt x="58191" y="120396"/>
                </a:lnTo>
                <a:lnTo>
                  <a:pt x="58483" y="125526"/>
                </a:lnTo>
                <a:lnTo>
                  <a:pt x="79248" y="158496"/>
                </a:lnTo>
                <a:lnTo>
                  <a:pt x="89916" y="158496"/>
                </a:lnTo>
                <a:lnTo>
                  <a:pt x="92964" y="156972"/>
                </a:lnTo>
                <a:lnTo>
                  <a:pt x="94488" y="155448"/>
                </a:lnTo>
                <a:lnTo>
                  <a:pt x="97536" y="153924"/>
                </a:lnTo>
                <a:lnTo>
                  <a:pt x="97536" y="143256"/>
                </a:lnTo>
                <a:lnTo>
                  <a:pt x="92964" y="138684"/>
                </a:lnTo>
                <a:lnTo>
                  <a:pt x="76200" y="138684"/>
                </a:lnTo>
                <a:lnTo>
                  <a:pt x="73152" y="137160"/>
                </a:lnTo>
                <a:lnTo>
                  <a:pt x="70104" y="132588"/>
                </a:lnTo>
                <a:lnTo>
                  <a:pt x="67056" y="129540"/>
                </a:lnTo>
                <a:lnTo>
                  <a:pt x="65532" y="126492"/>
                </a:lnTo>
                <a:lnTo>
                  <a:pt x="65659" y="112585"/>
                </a:lnTo>
                <a:lnTo>
                  <a:pt x="71628" y="103632"/>
                </a:lnTo>
                <a:lnTo>
                  <a:pt x="76200" y="100584"/>
                </a:lnTo>
                <a:lnTo>
                  <a:pt x="83820" y="99060"/>
                </a:lnTo>
                <a:lnTo>
                  <a:pt x="99060" y="99060"/>
                </a:lnTo>
                <a:lnTo>
                  <a:pt x="104495" y="112141"/>
                </a:lnTo>
                <a:lnTo>
                  <a:pt x="109347" y="123634"/>
                </a:lnTo>
                <a:lnTo>
                  <a:pt x="113639" y="133146"/>
                </a:lnTo>
                <a:lnTo>
                  <a:pt x="117348" y="140208"/>
                </a:lnTo>
                <a:lnTo>
                  <a:pt x="121920" y="149352"/>
                </a:lnTo>
                <a:lnTo>
                  <a:pt x="126492" y="155448"/>
                </a:lnTo>
                <a:lnTo>
                  <a:pt x="132588" y="158496"/>
                </a:lnTo>
                <a:lnTo>
                  <a:pt x="137160" y="161544"/>
                </a:lnTo>
                <a:lnTo>
                  <a:pt x="141732" y="163068"/>
                </a:lnTo>
                <a:lnTo>
                  <a:pt x="155448" y="163068"/>
                </a:lnTo>
                <a:lnTo>
                  <a:pt x="163068" y="160020"/>
                </a:lnTo>
                <a:lnTo>
                  <a:pt x="167640" y="153924"/>
                </a:lnTo>
                <a:lnTo>
                  <a:pt x="172224" y="149352"/>
                </a:lnTo>
                <a:lnTo>
                  <a:pt x="175272" y="143256"/>
                </a:lnTo>
                <a:lnTo>
                  <a:pt x="175272" y="124968"/>
                </a:lnTo>
                <a:lnTo>
                  <a:pt x="172224" y="120396"/>
                </a:lnTo>
                <a:lnTo>
                  <a:pt x="170459" y="117284"/>
                </a:lnTo>
                <a:lnTo>
                  <a:pt x="167259" y="112585"/>
                </a:lnTo>
                <a:lnTo>
                  <a:pt x="162356" y="106476"/>
                </a:lnTo>
                <a:lnTo>
                  <a:pt x="160020" y="103974"/>
                </a:lnTo>
                <a:lnTo>
                  <a:pt x="160020" y="123444"/>
                </a:lnTo>
                <a:lnTo>
                  <a:pt x="160020" y="129540"/>
                </a:lnTo>
                <a:lnTo>
                  <a:pt x="158496" y="132588"/>
                </a:lnTo>
                <a:lnTo>
                  <a:pt x="155448" y="137160"/>
                </a:lnTo>
                <a:lnTo>
                  <a:pt x="146304" y="143256"/>
                </a:lnTo>
                <a:lnTo>
                  <a:pt x="135636" y="143256"/>
                </a:lnTo>
                <a:lnTo>
                  <a:pt x="132588" y="141732"/>
                </a:lnTo>
                <a:lnTo>
                  <a:pt x="128016" y="138684"/>
                </a:lnTo>
                <a:lnTo>
                  <a:pt x="120396" y="131064"/>
                </a:lnTo>
                <a:lnTo>
                  <a:pt x="117348" y="123444"/>
                </a:lnTo>
                <a:lnTo>
                  <a:pt x="115684" y="120065"/>
                </a:lnTo>
                <a:lnTo>
                  <a:pt x="113157" y="114681"/>
                </a:lnTo>
                <a:lnTo>
                  <a:pt x="110070" y="107594"/>
                </a:lnTo>
                <a:lnTo>
                  <a:pt x="106680" y="99060"/>
                </a:lnTo>
                <a:lnTo>
                  <a:pt x="147828" y="99060"/>
                </a:lnTo>
                <a:lnTo>
                  <a:pt x="153555" y="106476"/>
                </a:lnTo>
                <a:lnTo>
                  <a:pt x="157353" y="112966"/>
                </a:lnTo>
                <a:lnTo>
                  <a:pt x="159410" y="118567"/>
                </a:lnTo>
                <a:lnTo>
                  <a:pt x="160020" y="123444"/>
                </a:lnTo>
                <a:lnTo>
                  <a:pt x="160020" y="103974"/>
                </a:lnTo>
                <a:lnTo>
                  <a:pt x="155448" y="99060"/>
                </a:lnTo>
                <a:lnTo>
                  <a:pt x="163068" y="97536"/>
                </a:lnTo>
                <a:lnTo>
                  <a:pt x="167640" y="97536"/>
                </a:lnTo>
                <a:lnTo>
                  <a:pt x="170700" y="94488"/>
                </a:lnTo>
                <a:lnTo>
                  <a:pt x="173748" y="92964"/>
                </a:lnTo>
                <a:lnTo>
                  <a:pt x="175272" y="89916"/>
                </a:lnTo>
                <a:lnTo>
                  <a:pt x="175272" y="85344"/>
                </a:lnTo>
                <a:close/>
              </a:path>
              <a:path extrusionOk="0" h="676909" w="226060">
                <a:moveTo>
                  <a:pt x="225526" y="375958"/>
                </a:moveTo>
                <a:lnTo>
                  <a:pt x="224421" y="361289"/>
                </a:lnTo>
                <a:lnTo>
                  <a:pt x="220992" y="347853"/>
                </a:lnTo>
                <a:lnTo>
                  <a:pt x="220891" y="347662"/>
                </a:lnTo>
                <a:lnTo>
                  <a:pt x="215277" y="336143"/>
                </a:lnTo>
                <a:lnTo>
                  <a:pt x="209981" y="329526"/>
                </a:lnTo>
                <a:lnTo>
                  <a:pt x="209981" y="353568"/>
                </a:lnTo>
                <a:lnTo>
                  <a:pt x="209931" y="376428"/>
                </a:lnTo>
                <a:lnTo>
                  <a:pt x="208800" y="385953"/>
                </a:lnTo>
                <a:lnTo>
                  <a:pt x="206463" y="394246"/>
                </a:lnTo>
                <a:lnTo>
                  <a:pt x="202704" y="400812"/>
                </a:lnTo>
                <a:lnTo>
                  <a:pt x="201180" y="405384"/>
                </a:lnTo>
                <a:lnTo>
                  <a:pt x="196608" y="408432"/>
                </a:lnTo>
                <a:lnTo>
                  <a:pt x="190512" y="408432"/>
                </a:lnTo>
                <a:lnTo>
                  <a:pt x="184416" y="405384"/>
                </a:lnTo>
                <a:lnTo>
                  <a:pt x="179844" y="403860"/>
                </a:lnTo>
                <a:lnTo>
                  <a:pt x="176796" y="400812"/>
                </a:lnTo>
                <a:lnTo>
                  <a:pt x="174510" y="399288"/>
                </a:lnTo>
                <a:lnTo>
                  <a:pt x="172224" y="397764"/>
                </a:lnTo>
                <a:lnTo>
                  <a:pt x="172237" y="397573"/>
                </a:lnTo>
                <a:lnTo>
                  <a:pt x="173101" y="388937"/>
                </a:lnTo>
                <a:lnTo>
                  <a:pt x="173164" y="387553"/>
                </a:lnTo>
                <a:lnTo>
                  <a:pt x="173228" y="385953"/>
                </a:lnTo>
                <a:lnTo>
                  <a:pt x="173316" y="384048"/>
                </a:lnTo>
                <a:lnTo>
                  <a:pt x="173418" y="381571"/>
                </a:lnTo>
                <a:lnTo>
                  <a:pt x="173443" y="381000"/>
                </a:lnTo>
                <a:lnTo>
                  <a:pt x="173558" y="378523"/>
                </a:lnTo>
                <a:lnTo>
                  <a:pt x="173583" y="375958"/>
                </a:lnTo>
                <a:lnTo>
                  <a:pt x="173710" y="367284"/>
                </a:lnTo>
                <a:lnTo>
                  <a:pt x="173786" y="351929"/>
                </a:lnTo>
                <a:lnTo>
                  <a:pt x="173901" y="347853"/>
                </a:lnTo>
                <a:lnTo>
                  <a:pt x="175780" y="330022"/>
                </a:lnTo>
                <a:lnTo>
                  <a:pt x="176796" y="326136"/>
                </a:lnTo>
                <a:lnTo>
                  <a:pt x="178320" y="323088"/>
                </a:lnTo>
                <a:lnTo>
                  <a:pt x="181368" y="320040"/>
                </a:lnTo>
                <a:lnTo>
                  <a:pt x="192036" y="320040"/>
                </a:lnTo>
                <a:lnTo>
                  <a:pt x="198132" y="323088"/>
                </a:lnTo>
                <a:lnTo>
                  <a:pt x="206463" y="337019"/>
                </a:lnTo>
                <a:lnTo>
                  <a:pt x="208800" y="344614"/>
                </a:lnTo>
                <a:lnTo>
                  <a:pt x="209981" y="353568"/>
                </a:lnTo>
                <a:lnTo>
                  <a:pt x="209981" y="329526"/>
                </a:lnTo>
                <a:lnTo>
                  <a:pt x="207276" y="326136"/>
                </a:lnTo>
                <a:lnTo>
                  <a:pt x="201193" y="320040"/>
                </a:lnTo>
                <a:lnTo>
                  <a:pt x="194894" y="315849"/>
                </a:lnTo>
                <a:lnTo>
                  <a:pt x="188201" y="313283"/>
                </a:lnTo>
                <a:lnTo>
                  <a:pt x="181368" y="312420"/>
                </a:lnTo>
                <a:lnTo>
                  <a:pt x="175272" y="312420"/>
                </a:lnTo>
                <a:lnTo>
                  <a:pt x="169176" y="315468"/>
                </a:lnTo>
                <a:lnTo>
                  <a:pt x="160032" y="324612"/>
                </a:lnTo>
                <a:lnTo>
                  <a:pt x="156984" y="330708"/>
                </a:lnTo>
                <a:lnTo>
                  <a:pt x="155460" y="338328"/>
                </a:lnTo>
                <a:lnTo>
                  <a:pt x="155460" y="371856"/>
                </a:lnTo>
                <a:lnTo>
                  <a:pt x="153936" y="381000"/>
                </a:lnTo>
                <a:lnTo>
                  <a:pt x="153936" y="393192"/>
                </a:lnTo>
                <a:lnTo>
                  <a:pt x="152412" y="396240"/>
                </a:lnTo>
                <a:lnTo>
                  <a:pt x="150888" y="397764"/>
                </a:lnTo>
                <a:lnTo>
                  <a:pt x="150888" y="399288"/>
                </a:lnTo>
                <a:lnTo>
                  <a:pt x="143268" y="399288"/>
                </a:lnTo>
                <a:lnTo>
                  <a:pt x="141744" y="397764"/>
                </a:lnTo>
                <a:lnTo>
                  <a:pt x="138696" y="396240"/>
                </a:lnTo>
                <a:lnTo>
                  <a:pt x="137934" y="394716"/>
                </a:lnTo>
                <a:lnTo>
                  <a:pt x="137172" y="393192"/>
                </a:lnTo>
                <a:lnTo>
                  <a:pt x="134124" y="390144"/>
                </a:lnTo>
                <a:lnTo>
                  <a:pt x="135648" y="384048"/>
                </a:lnTo>
                <a:lnTo>
                  <a:pt x="135547" y="371856"/>
                </a:lnTo>
                <a:lnTo>
                  <a:pt x="135051" y="363664"/>
                </a:lnTo>
                <a:lnTo>
                  <a:pt x="133172" y="355092"/>
                </a:lnTo>
                <a:lnTo>
                  <a:pt x="130454" y="348996"/>
                </a:lnTo>
                <a:lnTo>
                  <a:pt x="129857" y="347662"/>
                </a:lnTo>
                <a:lnTo>
                  <a:pt x="129552" y="347281"/>
                </a:lnTo>
                <a:lnTo>
                  <a:pt x="129552" y="364236"/>
                </a:lnTo>
                <a:lnTo>
                  <a:pt x="129552" y="377952"/>
                </a:lnTo>
                <a:lnTo>
                  <a:pt x="126504" y="384048"/>
                </a:lnTo>
                <a:lnTo>
                  <a:pt x="121932" y="387096"/>
                </a:lnTo>
                <a:lnTo>
                  <a:pt x="116547" y="391096"/>
                </a:lnTo>
                <a:lnTo>
                  <a:pt x="109740" y="393954"/>
                </a:lnTo>
                <a:lnTo>
                  <a:pt x="101777" y="395668"/>
                </a:lnTo>
                <a:lnTo>
                  <a:pt x="92976" y="396240"/>
                </a:lnTo>
                <a:lnTo>
                  <a:pt x="83832" y="396240"/>
                </a:lnTo>
                <a:lnTo>
                  <a:pt x="76212" y="394716"/>
                </a:lnTo>
                <a:lnTo>
                  <a:pt x="67068" y="385572"/>
                </a:lnTo>
                <a:lnTo>
                  <a:pt x="64020" y="381000"/>
                </a:lnTo>
                <a:lnTo>
                  <a:pt x="64020" y="367284"/>
                </a:lnTo>
                <a:lnTo>
                  <a:pt x="102120" y="348996"/>
                </a:lnTo>
                <a:lnTo>
                  <a:pt x="111264" y="348996"/>
                </a:lnTo>
                <a:lnTo>
                  <a:pt x="118884" y="350520"/>
                </a:lnTo>
                <a:lnTo>
                  <a:pt x="128028" y="359664"/>
                </a:lnTo>
                <a:lnTo>
                  <a:pt x="129552" y="364236"/>
                </a:lnTo>
                <a:lnTo>
                  <a:pt x="129552" y="347281"/>
                </a:lnTo>
                <a:lnTo>
                  <a:pt x="124980" y="341376"/>
                </a:lnTo>
                <a:lnTo>
                  <a:pt x="120408" y="336804"/>
                </a:lnTo>
                <a:lnTo>
                  <a:pt x="120027" y="336423"/>
                </a:lnTo>
                <a:lnTo>
                  <a:pt x="119659" y="336143"/>
                </a:lnTo>
                <a:lnTo>
                  <a:pt x="113741" y="332422"/>
                </a:lnTo>
                <a:lnTo>
                  <a:pt x="106756" y="330022"/>
                </a:lnTo>
                <a:lnTo>
                  <a:pt x="99072" y="329184"/>
                </a:lnTo>
                <a:lnTo>
                  <a:pt x="91452" y="329184"/>
                </a:lnTo>
                <a:lnTo>
                  <a:pt x="83832" y="332232"/>
                </a:lnTo>
                <a:lnTo>
                  <a:pt x="77736" y="336804"/>
                </a:lnTo>
                <a:lnTo>
                  <a:pt x="77736" y="315468"/>
                </a:lnTo>
                <a:lnTo>
                  <a:pt x="76212" y="313944"/>
                </a:lnTo>
                <a:lnTo>
                  <a:pt x="70116" y="313944"/>
                </a:lnTo>
                <a:lnTo>
                  <a:pt x="68592" y="315468"/>
                </a:lnTo>
                <a:lnTo>
                  <a:pt x="67068" y="315468"/>
                </a:lnTo>
                <a:lnTo>
                  <a:pt x="67068" y="345948"/>
                </a:lnTo>
                <a:lnTo>
                  <a:pt x="63068" y="351929"/>
                </a:lnTo>
                <a:lnTo>
                  <a:pt x="60210" y="358330"/>
                </a:lnTo>
                <a:lnTo>
                  <a:pt x="58496" y="365023"/>
                </a:lnTo>
                <a:lnTo>
                  <a:pt x="57924" y="371856"/>
                </a:lnTo>
                <a:lnTo>
                  <a:pt x="58750" y="381571"/>
                </a:lnTo>
                <a:lnTo>
                  <a:pt x="82689" y="412813"/>
                </a:lnTo>
                <a:lnTo>
                  <a:pt x="97548" y="416052"/>
                </a:lnTo>
                <a:lnTo>
                  <a:pt x="105168" y="416052"/>
                </a:lnTo>
                <a:lnTo>
                  <a:pt x="130467" y="396240"/>
                </a:lnTo>
                <a:lnTo>
                  <a:pt x="131076" y="394716"/>
                </a:lnTo>
                <a:lnTo>
                  <a:pt x="138696" y="403860"/>
                </a:lnTo>
                <a:lnTo>
                  <a:pt x="143268" y="409956"/>
                </a:lnTo>
                <a:lnTo>
                  <a:pt x="147840" y="413004"/>
                </a:lnTo>
                <a:lnTo>
                  <a:pt x="150888" y="414528"/>
                </a:lnTo>
                <a:lnTo>
                  <a:pt x="155460" y="416052"/>
                </a:lnTo>
                <a:lnTo>
                  <a:pt x="160032" y="416052"/>
                </a:lnTo>
                <a:lnTo>
                  <a:pt x="163080" y="414528"/>
                </a:lnTo>
                <a:lnTo>
                  <a:pt x="169176" y="408432"/>
                </a:lnTo>
                <a:lnTo>
                  <a:pt x="172224" y="403860"/>
                </a:lnTo>
                <a:lnTo>
                  <a:pt x="179844" y="411480"/>
                </a:lnTo>
                <a:lnTo>
                  <a:pt x="184416" y="414528"/>
                </a:lnTo>
                <a:lnTo>
                  <a:pt x="184416" y="416052"/>
                </a:lnTo>
                <a:lnTo>
                  <a:pt x="190512" y="420624"/>
                </a:lnTo>
                <a:lnTo>
                  <a:pt x="199656" y="425196"/>
                </a:lnTo>
                <a:lnTo>
                  <a:pt x="207276" y="425196"/>
                </a:lnTo>
                <a:lnTo>
                  <a:pt x="211848" y="422148"/>
                </a:lnTo>
                <a:lnTo>
                  <a:pt x="214896" y="416052"/>
                </a:lnTo>
                <a:lnTo>
                  <a:pt x="219240" y="408432"/>
                </a:lnTo>
                <a:lnTo>
                  <a:pt x="219773" y="407504"/>
                </a:lnTo>
                <a:lnTo>
                  <a:pt x="223088" y="397954"/>
                </a:lnTo>
                <a:lnTo>
                  <a:pt x="223151" y="397573"/>
                </a:lnTo>
                <a:lnTo>
                  <a:pt x="224967" y="387553"/>
                </a:lnTo>
                <a:lnTo>
                  <a:pt x="225044" y="385953"/>
                </a:lnTo>
                <a:lnTo>
                  <a:pt x="225145" y="384048"/>
                </a:lnTo>
                <a:lnTo>
                  <a:pt x="225450" y="378523"/>
                </a:lnTo>
                <a:lnTo>
                  <a:pt x="225526" y="3759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6" name="Google Shape;1506;p28"/>
          <p:cNvGrpSpPr/>
          <p:nvPr/>
        </p:nvGrpSpPr>
        <p:grpSpPr>
          <a:xfrm>
            <a:off x="2153411" y="5344668"/>
            <a:ext cx="224029" cy="448056"/>
            <a:chOff x="2153411" y="5344668"/>
            <a:chExt cx="224029" cy="448056"/>
          </a:xfrm>
        </p:grpSpPr>
        <p:pic>
          <p:nvPicPr>
            <p:cNvPr id="1507" name="Google Shape;1507;p28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153412" y="5570220"/>
              <a:ext cx="224028" cy="2225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08" name="Google Shape;1508;p28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153411" y="5344668"/>
              <a:ext cx="224028" cy="201167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09" name="Google Shape;1509;p28"/>
          <p:cNvSpPr/>
          <p:nvPr/>
        </p:nvSpPr>
        <p:spPr>
          <a:xfrm>
            <a:off x="2161032" y="4425696"/>
            <a:ext cx="218440" cy="845819"/>
          </a:xfrm>
          <a:custGeom>
            <a:rect b="b" l="l" r="r" t="t"/>
            <a:pathLst>
              <a:path extrusionOk="0" h="845820" w="218439">
                <a:moveTo>
                  <a:pt x="164592" y="635508"/>
                </a:moveTo>
                <a:lnTo>
                  <a:pt x="161544" y="635508"/>
                </a:lnTo>
                <a:lnTo>
                  <a:pt x="161544" y="646176"/>
                </a:lnTo>
                <a:lnTo>
                  <a:pt x="160020" y="650748"/>
                </a:lnTo>
                <a:lnTo>
                  <a:pt x="153924" y="656844"/>
                </a:lnTo>
                <a:lnTo>
                  <a:pt x="146304" y="658368"/>
                </a:lnTo>
                <a:lnTo>
                  <a:pt x="19812" y="658368"/>
                </a:lnTo>
                <a:lnTo>
                  <a:pt x="13716" y="656844"/>
                </a:lnTo>
                <a:lnTo>
                  <a:pt x="10668" y="655320"/>
                </a:lnTo>
                <a:lnTo>
                  <a:pt x="6096" y="652272"/>
                </a:lnTo>
                <a:lnTo>
                  <a:pt x="3048" y="647700"/>
                </a:lnTo>
                <a:lnTo>
                  <a:pt x="3048" y="635508"/>
                </a:lnTo>
                <a:lnTo>
                  <a:pt x="0" y="635508"/>
                </a:lnTo>
                <a:lnTo>
                  <a:pt x="0" y="679704"/>
                </a:lnTo>
                <a:lnTo>
                  <a:pt x="128016" y="739140"/>
                </a:lnTo>
                <a:lnTo>
                  <a:pt x="0" y="798576"/>
                </a:lnTo>
                <a:lnTo>
                  <a:pt x="0" y="845820"/>
                </a:lnTo>
                <a:lnTo>
                  <a:pt x="3048" y="845820"/>
                </a:lnTo>
                <a:lnTo>
                  <a:pt x="3048" y="838200"/>
                </a:lnTo>
                <a:lnTo>
                  <a:pt x="4572" y="833628"/>
                </a:lnTo>
                <a:lnTo>
                  <a:pt x="7620" y="827532"/>
                </a:lnTo>
                <a:lnTo>
                  <a:pt x="9144" y="826008"/>
                </a:lnTo>
                <a:lnTo>
                  <a:pt x="15240" y="822960"/>
                </a:lnTo>
                <a:lnTo>
                  <a:pt x="152400" y="822960"/>
                </a:lnTo>
                <a:lnTo>
                  <a:pt x="155448" y="824484"/>
                </a:lnTo>
                <a:lnTo>
                  <a:pt x="160020" y="827532"/>
                </a:lnTo>
                <a:lnTo>
                  <a:pt x="161544" y="832104"/>
                </a:lnTo>
                <a:lnTo>
                  <a:pt x="161544" y="845820"/>
                </a:lnTo>
                <a:lnTo>
                  <a:pt x="164592" y="845820"/>
                </a:lnTo>
                <a:lnTo>
                  <a:pt x="164592" y="789432"/>
                </a:lnTo>
                <a:lnTo>
                  <a:pt x="161544" y="789432"/>
                </a:lnTo>
                <a:lnTo>
                  <a:pt x="161544" y="800100"/>
                </a:lnTo>
                <a:lnTo>
                  <a:pt x="160020" y="806196"/>
                </a:lnTo>
                <a:lnTo>
                  <a:pt x="156972" y="807720"/>
                </a:lnTo>
                <a:lnTo>
                  <a:pt x="153924" y="810768"/>
                </a:lnTo>
                <a:lnTo>
                  <a:pt x="146304" y="812292"/>
                </a:lnTo>
                <a:lnTo>
                  <a:pt x="25908" y="812292"/>
                </a:lnTo>
                <a:lnTo>
                  <a:pt x="164592" y="748284"/>
                </a:lnTo>
                <a:lnTo>
                  <a:pt x="164592" y="745236"/>
                </a:lnTo>
                <a:lnTo>
                  <a:pt x="25908" y="681228"/>
                </a:lnTo>
                <a:lnTo>
                  <a:pt x="152400" y="681228"/>
                </a:lnTo>
                <a:lnTo>
                  <a:pt x="155448" y="682752"/>
                </a:lnTo>
                <a:lnTo>
                  <a:pt x="160020" y="685800"/>
                </a:lnTo>
                <a:lnTo>
                  <a:pt x="161544" y="690372"/>
                </a:lnTo>
                <a:lnTo>
                  <a:pt x="161544" y="704088"/>
                </a:lnTo>
                <a:lnTo>
                  <a:pt x="164592" y="704088"/>
                </a:lnTo>
                <a:lnTo>
                  <a:pt x="164592" y="635508"/>
                </a:lnTo>
                <a:close/>
              </a:path>
              <a:path extrusionOk="0" h="845820" w="218439">
                <a:moveTo>
                  <a:pt x="164592" y="333756"/>
                </a:moveTo>
                <a:lnTo>
                  <a:pt x="161544" y="333756"/>
                </a:lnTo>
                <a:lnTo>
                  <a:pt x="161544" y="341376"/>
                </a:lnTo>
                <a:lnTo>
                  <a:pt x="160020" y="344424"/>
                </a:lnTo>
                <a:lnTo>
                  <a:pt x="156972" y="347472"/>
                </a:lnTo>
                <a:lnTo>
                  <a:pt x="155448" y="347472"/>
                </a:lnTo>
                <a:lnTo>
                  <a:pt x="152400" y="348996"/>
                </a:lnTo>
                <a:lnTo>
                  <a:pt x="147828" y="350520"/>
                </a:lnTo>
                <a:lnTo>
                  <a:pt x="74676" y="350520"/>
                </a:lnTo>
                <a:lnTo>
                  <a:pt x="70104" y="352044"/>
                </a:lnTo>
                <a:lnTo>
                  <a:pt x="57912" y="358140"/>
                </a:lnTo>
                <a:lnTo>
                  <a:pt x="51816" y="367284"/>
                </a:lnTo>
                <a:lnTo>
                  <a:pt x="50292" y="371856"/>
                </a:lnTo>
                <a:lnTo>
                  <a:pt x="50292" y="384048"/>
                </a:lnTo>
                <a:lnTo>
                  <a:pt x="51816" y="390144"/>
                </a:lnTo>
                <a:lnTo>
                  <a:pt x="54864" y="394716"/>
                </a:lnTo>
                <a:lnTo>
                  <a:pt x="57950" y="399554"/>
                </a:lnTo>
                <a:lnTo>
                  <a:pt x="62484" y="404812"/>
                </a:lnTo>
                <a:lnTo>
                  <a:pt x="68148" y="410362"/>
                </a:lnTo>
                <a:lnTo>
                  <a:pt x="74676" y="416052"/>
                </a:lnTo>
                <a:lnTo>
                  <a:pt x="67056" y="417576"/>
                </a:lnTo>
                <a:lnTo>
                  <a:pt x="60960" y="420624"/>
                </a:lnTo>
                <a:lnTo>
                  <a:pt x="56388" y="425196"/>
                </a:lnTo>
                <a:lnTo>
                  <a:pt x="53340" y="431292"/>
                </a:lnTo>
                <a:lnTo>
                  <a:pt x="50292" y="435864"/>
                </a:lnTo>
                <a:lnTo>
                  <a:pt x="50292" y="446532"/>
                </a:lnTo>
                <a:lnTo>
                  <a:pt x="54864" y="460248"/>
                </a:lnTo>
                <a:lnTo>
                  <a:pt x="67056" y="472440"/>
                </a:lnTo>
                <a:lnTo>
                  <a:pt x="74676" y="481584"/>
                </a:lnTo>
                <a:lnTo>
                  <a:pt x="50292" y="481584"/>
                </a:lnTo>
                <a:lnTo>
                  <a:pt x="50292" y="486156"/>
                </a:lnTo>
                <a:lnTo>
                  <a:pt x="64008" y="519684"/>
                </a:lnTo>
                <a:lnTo>
                  <a:pt x="67056" y="516636"/>
                </a:lnTo>
                <a:lnTo>
                  <a:pt x="65532" y="513588"/>
                </a:lnTo>
                <a:lnTo>
                  <a:pt x="65532" y="505968"/>
                </a:lnTo>
                <a:lnTo>
                  <a:pt x="68580" y="502920"/>
                </a:lnTo>
                <a:lnTo>
                  <a:pt x="70104" y="502920"/>
                </a:lnTo>
                <a:lnTo>
                  <a:pt x="73152" y="501396"/>
                </a:lnTo>
                <a:lnTo>
                  <a:pt x="152400" y="501396"/>
                </a:lnTo>
                <a:lnTo>
                  <a:pt x="155448" y="502920"/>
                </a:lnTo>
                <a:lnTo>
                  <a:pt x="156972" y="502920"/>
                </a:lnTo>
                <a:lnTo>
                  <a:pt x="158496" y="504444"/>
                </a:lnTo>
                <a:lnTo>
                  <a:pt x="160020" y="507492"/>
                </a:lnTo>
                <a:lnTo>
                  <a:pt x="161544" y="509016"/>
                </a:lnTo>
                <a:lnTo>
                  <a:pt x="161544" y="518160"/>
                </a:lnTo>
                <a:lnTo>
                  <a:pt x="164592" y="518160"/>
                </a:lnTo>
                <a:lnTo>
                  <a:pt x="164592" y="501396"/>
                </a:lnTo>
                <a:lnTo>
                  <a:pt x="164592" y="464820"/>
                </a:lnTo>
                <a:lnTo>
                  <a:pt x="161544" y="464820"/>
                </a:lnTo>
                <a:lnTo>
                  <a:pt x="161544" y="473964"/>
                </a:lnTo>
                <a:lnTo>
                  <a:pt x="155448" y="480060"/>
                </a:lnTo>
                <a:lnTo>
                  <a:pt x="152400" y="480060"/>
                </a:lnTo>
                <a:lnTo>
                  <a:pt x="147828" y="481584"/>
                </a:lnTo>
                <a:lnTo>
                  <a:pt x="80772" y="481584"/>
                </a:lnTo>
                <a:lnTo>
                  <a:pt x="76200" y="477012"/>
                </a:lnTo>
                <a:lnTo>
                  <a:pt x="73152" y="472440"/>
                </a:lnTo>
                <a:lnTo>
                  <a:pt x="68580" y="466344"/>
                </a:lnTo>
                <a:lnTo>
                  <a:pt x="65532" y="457200"/>
                </a:lnTo>
                <a:lnTo>
                  <a:pt x="65532" y="446532"/>
                </a:lnTo>
                <a:lnTo>
                  <a:pt x="68580" y="441960"/>
                </a:lnTo>
                <a:lnTo>
                  <a:pt x="77724" y="435864"/>
                </a:lnTo>
                <a:lnTo>
                  <a:pt x="155448" y="435864"/>
                </a:lnTo>
                <a:lnTo>
                  <a:pt x="158496" y="437388"/>
                </a:lnTo>
                <a:lnTo>
                  <a:pt x="160020" y="440436"/>
                </a:lnTo>
                <a:lnTo>
                  <a:pt x="161544" y="441960"/>
                </a:lnTo>
                <a:lnTo>
                  <a:pt x="161544" y="452628"/>
                </a:lnTo>
                <a:lnTo>
                  <a:pt x="164592" y="452628"/>
                </a:lnTo>
                <a:lnTo>
                  <a:pt x="164592" y="435864"/>
                </a:lnTo>
                <a:lnTo>
                  <a:pt x="164592" y="416052"/>
                </a:lnTo>
                <a:lnTo>
                  <a:pt x="164592" y="399288"/>
                </a:lnTo>
                <a:lnTo>
                  <a:pt x="161544" y="399288"/>
                </a:lnTo>
                <a:lnTo>
                  <a:pt x="161544" y="406908"/>
                </a:lnTo>
                <a:lnTo>
                  <a:pt x="160020" y="409956"/>
                </a:lnTo>
                <a:lnTo>
                  <a:pt x="155448" y="414528"/>
                </a:lnTo>
                <a:lnTo>
                  <a:pt x="153924" y="414528"/>
                </a:lnTo>
                <a:lnTo>
                  <a:pt x="147828" y="416052"/>
                </a:lnTo>
                <a:lnTo>
                  <a:pt x="82296" y="416052"/>
                </a:lnTo>
                <a:lnTo>
                  <a:pt x="74676" y="408432"/>
                </a:lnTo>
                <a:lnTo>
                  <a:pt x="68580" y="399288"/>
                </a:lnTo>
                <a:lnTo>
                  <a:pt x="67056" y="396240"/>
                </a:lnTo>
                <a:lnTo>
                  <a:pt x="65532" y="391668"/>
                </a:lnTo>
                <a:lnTo>
                  <a:pt x="65532" y="381000"/>
                </a:lnTo>
                <a:lnTo>
                  <a:pt x="68580" y="376428"/>
                </a:lnTo>
                <a:lnTo>
                  <a:pt x="77724" y="370332"/>
                </a:lnTo>
                <a:lnTo>
                  <a:pt x="155448" y="370332"/>
                </a:lnTo>
                <a:lnTo>
                  <a:pt x="161544" y="376428"/>
                </a:lnTo>
                <a:lnTo>
                  <a:pt x="161544" y="387096"/>
                </a:lnTo>
                <a:lnTo>
                  <a:pt x="164592" y="387096"/>
                </a:lnTo>
                <a:lnTo>
                  <a:pt x="164592" y="370332"/>
                </a:lnTo>
                <a:lnTo>
                  <a:pt x="164592" y="333756"/>
                </a:lnTo>
                <a:close/>
              </a:path>
              <a:path extrusionOk="0" h="845820" w="218439">
                <a:moveTo>
                  <a:pt x="164592" y="146304"/>
                </a:moveTo>
                <a:lnTo>
                  <a:pt x="161544" y="146304"/>
                </a:lnTo>
                <a:lnTo>
                  <a:pt x="161544" y="155448"/>
                </a:lnTo>
                <a:lnTo>
                  <a:pt x="158496" y="158496"/>
                </a:lnTo>
                <a:lnTo>
                  <a:pt x="156972" y="161544"/>
                </a:lnTo>
                <a:lnTo>
                  <a:pt x="153924" y="164592"/>
                </a:lnTo>
                <a:lnTo>
                  <a:pt x="150876" y="166116"/>
                </a:lnTo>
                <a:lnTo>
                  <a:pt x="85344" y="166116"/>
                </a:lnTo>
                <a:lnTo>
                  <a:pt x="77724" y="163068"/>
                </a:lnTo>
                <a:lnTo>
                  <a:pt x="73152" y="158496"/>
                </a:lnTo>
                <a:lnTo>
                  <a:pt x="70104" y="153924"/>
                </a:lnTo>
                <a:lnTo>
                  <a:pt x="67056" y="150876"/>
                </a:lnTo>
                <a:lnTo>
                  <a:pt x="67056" y="147828"/>
                </a:lnTo>
                <a:lnTo>
                  <a:pt x="68580" y="144780"/>
                </a:lnTo>
                <a:lnTo>
                  <a:pt x="71628" y="141732"/>
                </a:lnTo>
                <a:lnTo>
                  <a:pt x="73152" y="138684"/>
                </a:lnTo>
                <a:lnTo>
                  <a:pt x="74676" y="134112"/>
                </a:lnTo>
                <a:lnTo>
                  <a:pt x="74676" y="126492"/>
                </a:lnTo>
                <a:lnTo>
                  <a:pt x="71628" y="124968"/>
                </a:lnTo>
                <a:lnTo>
                  <a:pt x="70104" y="123444"/>
                </a:lnTo>
                <a:lnTo>
                  <a:pt x="67056" y="121920"/>
                </a:lnTo>
                <a:lnTo>
                  <a:pt x="60960" y="121920"/>
                </a:lnTo>
                <a:lnTo>
                  <a:pt x="57912" y="123444"/>
                </a:lnTo>
                <a:lnTo>
                  <a:pt x="51816" y="129540"/>
                </a:lnTo>
                <a:lnTo>
                  <a:pt x="50292" y="132588"/>
                </a:lnTo>
                <a:lnTo>
                  <a:pt x="50292" y="137160"/>
                </a:lnTo>
                <a:lnTo>
                  <a:pt x="51955" y="144907"/>
                </a:lnTo>
                <a:lnTo>
                  <a:pt x="56769" y="152209"/>
                </a:lnTo>
                <a:lnTo>
                  <a:pt x="64427" y="159245"/>
                </a:lnTo>
                <a:lnTo>
                  <a:pt x="74676" y="166116"/>
                </a:lnTo>
                <a:lnTo>
                  <a:pt x="50292" y="166116"/>
                </a:lnTo>
                <a:lnTo>
                  <a:pt x="50292" y="170688"/>
                </a:lnTo>
                <a:lnTo>
                  <a:pt x="64008" y="204216"/>
                </a:lnTo>
                <a:lnTo>
                  <a:pt x="67056" y="202692"/>
                </a:lnTo>
                <a:lnTo>
                  <a:pt x="65532" y="199644"/>
                </a:lnTo>
                <a:lnTo>
                  <a:pt x="65532" y="190500"/>
                </a:lnTo>
                <a:lnTo>
                  <a:pt x="67056" y="190500"/>
                </a:lnTo>
                <a:lnTo>
                  <a:pt x="70104" y="187452"/>
                </a:lnTo>
                <a:lnTo>
                  <a:pt x="73152" y="187452"/>
                </a:lnTo>
                <a:lnTo>
                  <a:pt x="76200" y="185928"/>
                </a:lnTo>
                <a:lnTo>
                  <a:pt x="150876" y="185928"/>
                </a:lnTo>
                <a:lnTo>
                  <a:pt x="152400" y="187452"/>
                </a:lnTo>
                <a:lnTo>
                  <a:pt x="155448" y="187452"/>
                </a:lnTo>
                <a:lnTo>
                  <a:pt x="158496" y="188976"/>
                </a:lnTo>
                <a:lnTo>
                  <a:pt x="158496" y="190500"/>
                </a:lnTo>
                <a:lnTo>
                  <a:pt x="161544" y="193548"/>
                </a:lnTo>
                <a:lnTo>
                  <a:pt x="161544" y="202692"/>
                </a:lnTo>
                <a:lnTo>
                  <a:pt x="164592" y="202692"/>
                </a:lnTo>
                <a:lnTo>
                  <a:pt x="164592" y="146304"/>
                </a:lnTo>
                <a:close/>
              </a:path>
              <a:path extrusionOk="0" h="845820" w="218439">
                <a:moveTo>
                  <a:pt x="167640" y="569976"/>
                </a:moveTo>
                <a:lnTo>
                  <a:pt x="166801" y="562025"/>
                </a:lnTo>
                <a:lnTo>
                  <a:pt x="164401" y="554355"/>
                </a:lnTo>
                <a:lnTo>
                  <a:pt x="160566" y="547268"/>
                </a:lnTo>
                <a:lnTo>
                  <a:pt x="160439" y="547116"/>
                </a:lnTo>
                <a:lnTo>
                  <a:pt x="155448" y="541020"/>
                </a:lnTo>
                <a:lnTo>
                  <a:pt x="148323" y="535000"/>
                </a:lnTo>
                <a:lnTo>
                  <a:pt x="140779" y="530542"/>
                </a:lnTo>
                <a:lnTo>
                  <a:pt x="132943" y="527519"/>
                </a:lnTo>
                <a:lnTo>
                  <a:pt x="124968" y="525780"/>
                </a:lnTo>
                <a:lnTo>
                  <a:pt x="121920" y="528828"/>
                </a:lnTo>
                <a:lnTo>
                  <a:pt x="132588" y="531876"/>
                </a:lnTo>
                <a:lnTo>
                  <a:pt x="138684" y="536448"/>
                </a:lnTo>
                <a:lnTo>
                  <a:pt x="143256" y="542544"/>
                </a:lnTo>
                <a:lnTo>
                  <a:pt x="146304" y="547116"/>
                </a:lnTo>
                <a:lnTo>
                  <a:pt x="146329" y="547268"/>
                </a:lnTo>
                <a:lnTo>
                  <a:pt x="147828" y="553212"/>
                </a:lnTo>
                <a:lnTo>
                  <a:pt x="147828" y="560832"/>
                </a:lnTo>
                <a:lnTo>
                  <a:pt x="146977" y="568452"/>
                </a:lnTo>
                <a:lnTo>
                  <a:pt x="117157" y="597217"/>
                </a:lnTo>
                <a:lnTo>
                  <a:pt x="94488" y="600456"/>
                </a:lnTo>
                <a:lnTo>
                  <a:pt x="94488" y="550164"/>
                </a:lnTo>
                <a:lnTo>
                  <a:pt x="94488" y="525780"/>
                </a:lnTo>
                <a:lnTo>
                  <a:pt x="86868" y="526440"/>
                </a:lnTo>
                <a:lnTo>
                  <a:pt x="86868" y="550164"/>
                </a:lnTo>
                <a:lnTo>
                  <a:pt x="86868" y="600456"/>
                </a:lnTo>
                <a:lnTo>
                  <a:pt x="57912" y="580644"/>
                </a:lnTo>
                <a:lnTo>
                  <a:pt x="57912" y="569976"/>
                </a:lnTo>
                <a:lnTo>
                  <a:pt x="59436" y="565404"/>
                </a:lnTo>
                <a:lnTo>
                  <a:pt x="62484" y="560832"/>
                </a:lnTo>
                <a:lnTo>
                  <a:pt x="64008" y="557784"/>
                </a:lnTo>
                <a:lnTo>
                  <a:pt x="68580" y="554736"/>
                </a:lnTo>
                <a:lnTo>
                  <a:pt x="73152" y="553212"/>
                </a:lnTo>
                <a:lnTo>
                  <a:pt x="74676" y="551688"/>
                </a:lnTo>
                <a:lnTo>
                  <a:pt x="80772" y="550164"/>
                </a:lnTo>
                <a:lnTo>
                  <a:pt x="86868" y="550164"/>
                </a:lnTo>
                <a:lnTo>
                  <a:pt x="86868" y="526440"/>
                </a:lnTo>
                <a:lnTo>
                  <a:pt x="53530" y="551497"/>
                </a:lnTo>
                <a:lnTo>
                  <a:pt x="51003" y="560832"/>
                </a:lnTo>
                <a:lnTo>
                  <a:pt x="50888" y="562025"/>
                </a:lnTo>
                <a:lnTo>
                  <a:pt x="67056" y="603504"/>
                </a:lnTo>
                <a:lnTo>
                  <a:pt x="111252" y="618744"/>
                </a:lnTo>
                <a:lnTo>
                  <a:pt x="123583" y="617867"/>
                </a:lnTo>
                <a:lnTo>
                  <a:pt x="123342" y="617867"/>
                </a:lnTo>
                <a:lnTo>
                  <a:pt x="134112" y="615315"/>
                </a:lnTo>
                <a:lnTo>
                  <a:pt x="143827" y="611035"/>
                </a:lnTo>
                <a:lnTo>
                  <a:pt x="152400" y="605028"/>
                </a:lnTo>
                <a:lnTo>
                  <a:pt x="156641" y="600456"/>
                </a:lnTo>
                <a:lnTo>
                  <a:pt x="159270" y="597623"/>
                </a:lnTo>
                <a:lnTo>
                  <a:pt x="164020" y="589216"/>
                </a:lnTo>
                <a:lnTo>
                  <a:pt x="166751" y="579958"/>
                </a:lnTo>
                <a:lnTo>
                  <a:pt x="167640" y="569976"/>
                </a:lnTo>
                <a:close/>
              </a:path>
              <a:path extrusionOk="0" h="845820" w="218439">
                <a:moveTo>
                  <a:pt x="167640" y="266700"/>
                </a:moveTo>
                <a:lnTo>
                  <a:pt x="167563" y="265176"/>
                </a:lnTo>
                <a:lnTo>
                  <a:pt x="167297" y="259638"/>
                </a:lnTo>
                <a:lnTo>
                  <a:pt x="166116" y="252412"/>
                </a:lnTo>
                <a:lnTo>
                  <a:pt x="163779" y="245491"/>
                </a:lnTo>
                <a:lnTo>
                  <a:pt x="160020" y="239293"/>
                </a:lnTo>
                <a:lnTo>
                  <a:pt x="160020" y="254508"/>
                </a:lnTo>
                <a:lnTo>
                  <a:pt x="160020" y="262128"/>
                </a:lnTo>
                <a:lnTo>
                  <a:pt x="133794" y="290512"/>
                </a:lnTo>
                <a:lnTo>
                  <a:pt x="100584" y="295656"/>
                </a:lnTo>
                <a:lnTo>
                  <a:pt x="82296" y="295656"/>
                </a:lnTo>
                <a:lnTo>
                  <a:pt x="76200" y="292608"/>
                </a:lnTo>
                <a:lnTo>
                  <a:pt x="68580" y="289560"/>
                </a:lnTo>
                <a:lnTo>
                  <a:pt x="64008" y="286512"/>
                </a:lnTo>
                <a:lnTo>
                  <a:pt x="62484" y="281940"/>
                </a:lnTo>
                <a:lnTo>
                  <a:pt x="59436" y="277368"/>
                </a:lnTo>
                <a:lnTo>
                  <a:pt x="57912" y="274320"/>
                </a:lnTo>
                <a:lnTo>
                  <a:pt x="57912" y="260604"/>
                </a:lnTo>
                <a:lnTo>
                  <a:pt x="62484" y="252984"/>
                </a:lnTo>
                <a:lnTo>
                  <a:pt x="70104" y="248412"/>
                </a:lnTo>
                <a:lnTo>
                  <a:pt x="78181" y="243078"/>
                </a:lnTo>
                <a:lnTo>
                  <a:pt x="79438" y="242316"/>
                </a:lnTo>
                <a:lnTo>
                  <a:pt x="90297" y="238125"/>
                </a:lnTo>
                <a:lnTo>
                  <a:pt x="103098" y="235559"/>
                </a:lnTo>
                <a:lnTo>
                  <a:pt x="117348" y="234696"/>
                </a:lnTo>
                <a:lnTo>
                  <a:pt x="128155" y="235254"/>
                </a:lnTo>
                <a:lnTo>
                  <a:pt x="160020" y="254508"/>
                </a:lnTo>
                <a:lnTo>
                  <a:pt x="160020" y="239293"/>
                </a:lnTo>
                <a:lnTo>
                  <a:pt x="156781" y="234696"/>
                </a:lnTo>
                <a:lnTo>
                  <a:pt x="156019" y="233603"/>
                </a:lnTo>
                <a:lnTo>
                  <a:pt x="121920" y="213931"/>
                </a:lnTo>
                <a:lnTo>
                  <a:pt x="106680" y="211836"/>
                </a:lnTo>
                <a:lnTo>
                  <a:pt x="96672" y="212699"/>
                </a:lnTo>
                <a:lnTo>
                  <a:pt x="61214" y="233895"/>
                </a:lnTo>
                <a:lnTo>
                  <a:pt x="51346" y="254508"/>
                </a:lnTo>
                <a:lnTo>
                  <a:pt x="50292" y="265176"/>
                </a:lnTo>
                <a:lnTo>
                  <a:pt x="67056" y="302704"/>
                </a:lnTo>
                <a:lnTo>
                  <a:pt x="80772" y="310896"/>
                </a:lnTo>
                <a:lnTo>
                  <a:pt x="87858" y="314667"/>
                </a:lnTo>
                <a:lnTo>
                  <a:pt x="95250" y="316992"/>
                </a:lnTo>
                <a:lnTo>
                  <a:pt x="102628" y="318185"/>
                </a:lnTo>
                <a:lnTo>
                  <a:pt x="109728" y="318516"/>
                </a:lnTo>
                <a:lnTo>
                  <a:pt x="120599" y="317906"/>
                </a:lnTo>
                <a:lnTo>
                  <a:pt x="156705" y="298640"/>
                </a:lnTo>
                <a:lnTo>
                  <a:pt x="158686" y="295656"/>
                </a:lnTo>
                <a:lnTo>
                  <a:pt x="162877" y="289369"/>
                </a:lnTo>
                <a:lnTo>
                  <a:pt x="166471" y="278688"/>
                </a:lnTo>
                <a:lnTo>
                  <a:pt x="167640" y="266700"/>
                </a:lnTo>
                <a:close/>
              </a:path>
              <a:path extrusionOk="0" h="845820" w="218439">
                <a:moveTo>
                  <a:pt x="217932" y="91440"/>
                </a:moveTo>
                <a:lnTo>
                  <a:pt x="185928" y="60960"/>
                </a:lnTo>
                <a:lnTo>
                  <a:pt x="74676" y="16764"/>
                </a:lnTo>
                <a:lnTo>
                  <a:pt x="65532" y="12192"/>
                </a:lnTo>
                <a:lnTo>
                  <a:pt x="64008" y="12192"/>
                </a:lnTo>
                <a:lnTo>
                  <a:pt x="60960" y="10668"/>
                </a:lnTo>
                <a:lnTo>
                  <a:pt x="59436" y="7620"/>
                </a:lnTo>
                <a:lnTo>
                  <a:pt x="59436" y="6096"/>
                </a:lnTo>
                <a:lnTo>
                  <a:pt x="56388" y="3048"/>
                </a:lnTo>
                <a:lnTo>
                  <a:pt x="56388" y="0"/>
                </a:lnTo>
                <a:lnTo>
                  <a:pt x="53340" y="0"/>
                </a:lnTo>
                <a:lnTo>
                  <a:pt x="53340" y="33528"/>
                </a:lnTo>
                <a:lnTo>
                  <a:pt x="56388" y="33528"/>
                </a:lnTo>
                <a:lnTo>
                  <a:pt x="56388" y="27432"/>
                </a:lnTo>
                <a:lnTo>
                  <a:pt x="57912" y="25908"/>
                </a:lnTo>
                <a:lnTo>
                  <a:pt x="57912" y="24384"/>
                </a:lnTo>
                <a:lnTo>
                  <a:pt x="59436" y="24384"/>
                </a:lnTo>
                <a:lnTo>
                  <a:pt x="59436" y="22860"/>
                </a:lnTo>
                <a:lnTo>
                  <a:pt x="70104" y="22860"/>
                </a:lnTo>
                <a:lnTo>
                  <a:pt x="74676" y="24384"/>
                </a:lnTo>
                <a:lnTo>
                  <a:pt x="135636" y="48768"/>
                </a:lnTo>
                <a:lnTo>
                  <a:pt x="73152" y="79248"/>
                </a:lnTo>
                <a:lnTo>
                  <a:pt x="68580" y="80772"/>
                </a:lnTo>
                <a:lnTo>
                  <a:pt x="62484" y="80772"/>
                </a:lnTo>
                <a:lnTo>
                  <a:pt x="57912" y="76200"/>
                </a:lnTo>
                <a:lnTo>
                  <a:pt x="56388" y="73152"/>
                </a:lnTo>
                <a:lnTo>
                  <a:pt x="56388" y="67056"/>
                </a:lnTo>
                <a:lnTo>
                  <a:pt x="53340" y="67056"/>
                </a:lnTo>
                <a:lnTo>
                  <a:pt x="53340" y="118872"/>
                </a:lnTo>
                <a:lnTo>
                  <a:pt x="56388" y="118872"/>
                </a:lnTo>
                <a:lnTo>
                  <a:pt x="57912" y="114300"/>
                </a:lnTo>
                <a:lnTo>
                  <a:pt x="59436" y="111252"/>
                </a:lnTo>
                <a:lnTo>
                  <a:pt x="60960" y="109728"/>
                </a:lnTo>
                <a:lnTo>
                  <a:pt x="60960" y="108204"/>
                </a:lnTo>
                <a:lnTo>
                  <a:pt x="67056" y="105156"/>
                </a:lnTo>
                <a:lnTo>
                  <a:pt x="70104" y="102108"/>
                </a:lnTo>
                <a:lnTo>
                  <a:pt x="74676" y="100584"/>
                </a:lnTo>
                <a:lnTo>
                  <a:pt x="76200" y="99060"/>
                </a:lnTo>
                <a:lnTo>
                  <a:pt x="160020" y="59436"/>
                </a:lnTo>
                <a:lnTo>
                  <a:pt x="187452" y="70104"/>
                </a:lnTo>
                <a:lnTo>
                  <a:pt x="192024" y="73152"/>
                </a:lnTo>
                <a:lnTo>
                  <a:pt x="196596" y="77724"/>
                </a:lnTo>
                <a:lnTo>
                  <a:pt x="198120" y="80772"/>
                </a:lnTo>
                <a:lnTo>
                  <a:pt x="198120" y="86868"/>
                </a:lnTo>
                <a:lnTo>
                  <a:pt x="196596" y="89916"/>
                </a:lnTo>
                <a:lnTo>
                  <a:pt x="193548" y="99060"/>
                </a:lnTo>
                <a:lnTo>
                  <a:pt x="193548" y="105156"/>
                </a:lnTo>
                <a:lnTo>
                  <a:pt x="196596" y="111252"/>
                </a:lnTo>
                <a:lnTo>
                  <a:pt x="199644" y="112776"/>
                </a:lnTo>
                <a:lnTo>
                  <a:pt x="201168" y="114300"/>
                </a:lnTo>
                <a:lnTo>
                  <a:pt x="208788" y="114300"/>
                </a:lnTo>
                <a:lnTo>
                  <a:pt x="211836" y="112776"/>
                </a:lnTo>
                <a:lnTo>
                  <a:pt x="214884" y="109728"/>
                </a:lnTo>
                <a:lnTo>
                  <a:pt x="216408" y="106680"/>
                </a:lnTo>
                <a:lnTo>
                  <a:pt x="217932" y="102108"/>
                </a:lnTo>
                <a:lnTo>
                  <a:pt x="21793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" name="Google Shape;1510;p28"/>
          <p:cNvSpPr/>
          <p:nvPr/>
        </p:nvSpPr>
        <p:spPr>
          <a:xfrm>
            <a:off x="2153399" y="3669792"/>
            <a:ext cx="175895" cy="690880"/>
          </a:xfrm>
          <a:custGeom>
            <a:rect b="b" l="l" r="r" t="t"/>
            <a:pathLst>
              <a:path extrusionOk="0" h="690879" w="175894">
                <a:moveTo>
                  <a:pt x="24384" y="240792"/>
                </a:moveTo>
                <a:lnTo>
                  <a:pt x="22860" y="237744"/>
                </a:lnTo>
                <a:lnTo>
                  <a:pt x="18288" y="233172"/>
                </a:lnTo>
                <a:lnTo>
                  <a:pt x="15240" y="231648"/>
                </a:lnTo>
                <a:lnTo>
                  <a:pt x="9144" y="231648"/>
                </a:lnTo>
                <a:lnTo>
                  <a:pt x="6096" y="233172"/>
                </a:lnTo>
                <a:lnTo>
                  <a:pt x="4572" y="236220"/>
                </a:lnTo>
                <a:lnTo>
                  <a:pt x="1524" y="237744"/>
                </a:lnTo>
                <a:lnTo>
                  <a:pt x="0" y="240792"/>
                </a:lnTo>
                <a:lnTo>
                  <a:pt x="0" y="248412"/>
                </a:lnTo>
                <a:lnTo>
                  <a:pt x="1524" y="251460"/>
                </a:lnTo>
                <a:lnTo>
                  <a:pt x="4572" y="252984"/>
                </a:lnTo>
                <a:lnTo>
                  <a:pt x="6096" y="256032"/>
                </a:lnTo>
                <a:lnTo>
                  <a:pt x="18288" y="256032"/>
                </a:lnTo>
                <a:lnTo>
                  <a:pt x="22860" y="251460"/>
                </a:lnTo>
                <a:lnTo>
                  <a:pt x="24384" y="248412"/>
                </a:lnTo>
                <a:lnTo>
                  <a:pt x="24384" y="240792"/>
                </a:lnTo>
                <a:close/>
              </a:path>
              <a:path extrusionOk="0" h="690879" w="175894">
                <a:moveTo>
                  <a:pt x="172212" y="216408"/>
                </a:moveTo>
                <a:lnTo>
                  <a:pt x="169164" y="216408"/>
                </a:lnTo>
                <a:lnTo>
                  <a:pt x="169164" y="225552"/>
                </a:lnTo>
                <a:lnTo>
                  <a:pt x="167640" y="228600"/>
                </a:lnTo>
                <a:lnTo>
                  <a:pt x="164592" y="231648"/>
                </a:lnTo>
                <a:lnTo>
                  <a:pt x="163068" y="231648"/>
                </a:lnTo>
                <a:lnTo>
                  <a:pt x="160020" y="233172"/>
                </a:lnTo>
                <a:lnTo>
                  <a:pt x="57912" y="233172"/>
                </a:lnTo>
                <a:lnTo>
                  <a:pt x="57912" y="239268"/>
                </a:lnTo>
                <a:lnTo>
                  <a:pt x="71628" y="271272"/>
                </a:lnTo>
                <a:lnTo>
                  <a:pt x="74676" y="269748"/>
                </a:lnTo>
                <a:lnTo>
                  <a:pt x="73152" y="266700"/>
                </a:lnTo>
                <a:lnTo>
                  <a:pt x="73152" y="259080"/>
                </a:lnTo>
                <a:lnTo>
                  <a:pt x="76200" y="256032"/>
                </a:lnTo>
                <a:lnTo>
                  <a:pt x="77724" y="256032"/>
                </a:lnTo>
                <a:lnTo>
                  <a:pt x="80772" y="254508"/>
                </a:lnTo>
                <a:lnTo>
                  <a:pt x="83820" y="254508"/>
                </a:lnTo>
                <a:lnTo>
                  <a:pt x="92964" y="252984"/>
                </a:lnTo>
                <a:lnTo>
                  <a:pt x="155448" y="252984"/>
                </a:lnTo>
                <a:lnTo>
                  <a:pt x="160020" y="254508"/>
                </a:lnTo>
                <a:lnTo>
                  <a:pt x="163068" y="256032"/>
                </a:lnTo>
                <a:lnTo>
                  <a:pt x="164592" y="256032"/>
                </a:lnTo>
                <a:lnTo>
                  <a:pt x="167640" y="259080"/>
                </a:lnTo>
                <a:lnTo>
                  <a:pt x="169164" y="262128"/>
                </a:lnTo>
                <a:lnTo>
                  <a:pt x="169164" y="269748"/>
                </a:lnTo>
                <a:lnTo>
                  <a:pt x="172212" y="269748"/>
                </a:lnTo>
                <a:lnTo>
                  <a:pt x="172212" y="252984"/>
                </a:lnTo>
                <a:lnTo>
                  <a:pt x="172212" y="216408"/>
                </a:lnTo>
                <a:close/>
              </a:path>
              <a:path extrusionOk="0" h="690879" w="175894">
                <a:moveTo>
                  <a:pt x="172224" y="615696"/>
                </a:moveTo>
                <a:lnTo>
                  <a:pt x="170738" y="593369"/>
                </a:lnTo>
                <a:lnTo>
                  <a:pt x="166128" y="574167"/>
                </a:lnTo>
                <a:lnTo>
                  <a:pt x="164604" y="571080"/>
                </a:lnTo>
                <a:lnTo>
                  <a:pt x="164604" y="617220"/>
                </a:lnTo>
                <a:lnTo>
                  <a:pt x="164528" y="618744"/>
                </a:lnTo>
                <a:lnTo>
                  <a:pt x="164338" y="623227"/>
                </a:lnTo>
                <a:lnTo>
                  <a:pt x="163652" y="629793"/>
                </a:lnTo>
                <a:lnTo>
                  <a:pt x="162674" y="636943"/>
                </a:lnTo>
                <a:lnTo>
                  <a:pt x="161556" y="644652"/>
                </a:lnTo>
                <a:lnTo>
                  <a:pt x="19824" y="644652"/>
                </a:lnTo>
                <a:lnTo>
                  <a:pt x="15252" y="618744"/>
                </a:lnTo>
                <a:lnTo>
                  <a:pt x="16624" y="604481"/>
                </a:lnTo>
                <a:lnTo>
                  <a:pt x="35064" y="569976"/>
                </a:lnTo>
                <a:lnTo>
                  <a:pt x="73634" y="552831"/>
                </a:lnTo>
                <a:lnTo>
                  <a:pt x="89928" y="551688"/>
                </a:lnTo>
                <a:lnTo>
                  <a:pt x="106210" y="552831"/>
                </a:lnTo>
                <a:lnTo>
                  <a:pt x="144792" y="569976"/>
                </a:lnTo>
                <a:lnTo>
                  <a:pt x="159893" y="591502"/>
                </a:lnTo>
                <a:lnTo>
                  <a:pt x="163436" y="603846"/>
                </a:lnTo>
                <a:lnTo>
                  <a:pt x="163487" y="604481"/>
                </a:lnTo>
                <a:lnTo>
                  <a:pt x="163614" y="605942"/>
                </a:lnTo>
                <a:lnTo>
                  <a:pt x="164604" y="617220"/>
                </a:lnTo>
                <a:lnTo>
                  <a:pt x="164604" y="571080"/>
                </a:lnTo>
                <a:lnTo>
                  <a:pt x="158076" y="557834"/>
                </a:lnTo>
                <a:lnTo>
                  <a:pt x="152819" y="551688"/>
                </a:lnTo>
                <a:lnTo>
                  <a:pt x="146316" y="544068"/>
                </a:lnTo>
                <a:lnTo>
                  <a:pt x="134289" y="535190"/>
                </a:lnTo>
                <a:lnTo>
                  <a:pt x="120980" y="529018"/>
                </a:lnTo>
                <a:lnTo>
                  <a:pt x="106235" y="525424"/>
                </a:lnTo>
                <a:lnTo>
                  <a:pt x="89928" y="524256"/>
                </a:lnTo>
                <a:lnTo>
                  <a:pt x="76987" y="524852"/>
                </a:lnTo>
                <a:lnTo>
                  <a:pt x="34772" y="541858"/>
                </a:lnTo>
                <a:lnTo>
                  <a:pt x="12776" y="577456"/>
                </a:lnTo>
                <a:lnTo>
                  <a:pt x="7632" y="623227"/>
                </a:lnTo>
                <a:lnTo>
                  <a:pt x="7632" y="690372"/>
                </a:lnTo>
                <a:lnTo>
                  <a:pt x="10680" y="690372"/>
                </a:lnTo>
                <a:lnTo>
                  <a:pt x="10680" y="678180"/>
                </a:lnTo>
                <a:lnTo>
                  <a:pt x="12204" y="673608"/>
                </a:lnTo>
                <a:lnTo>
                  <a:pt x="16776" y="670560"/>
                </a:lnTo>
                <a:lnTo>
                  <a:pt x="19824" y="667512"/>
                </a:lnTo>
                <a:lnTo>
                  <a:pt x="160032" y="667512"/>
                </a:lnTo>
                <a:lnTo>
                  <a:pt x="163080" y="669036"/>
                </a:lnTo>
                <a:lnTo>
                  <a:pt x="167652" y="672084"/>
                </a:lnTo>
                <a:lnTo>
                  <a:pt x="169176" y="676656"/>
                </a:lnTo>
                <a:lnTo>
                  <a:pt x="169176" y="690372"/>
                </a:lnTo>
                <a:lnTo>
                  <a:pt x="172224" y="690372"/>
                </a:lnTo>
                <a:lnTo>
                  <a:pt x="172224" y="667512"/>
                </a:lnTo>
                <a:lnTo>
                  <a:pt x="172224" y="644652"/>
                </a:lnTo>
                <a:lnTo>
                  <a:pt x="172224" y="615696"/>
                </a:lnTo>
                <a:close/>
              </a:path>
              <a:path extrusionOk="0" h="690879" w="175894">
                <a:moveTo>
                  <a:pt x="175272" y="457200"/>
                </a:moveTo>
                <a:lnTo>
                  <a:pt x="155956" y="421576"/>
                </a:lnTo>
                <a:lnTo>
                  <a:pt x="132600" y="413004"/>
                </a:lnTo>
                <a:lnTo>
                  <a:pt x="129552" y="416052"/>
                </a:lnTo>
                <a:lnTo>
                  <a:pt x="140220" y="419100"/>
                </a:lnTo>
                <a:lnTo>
                  <a:pt x="146316" y="423672"/>
                </a:lnTo>
                <a:lnTo>
                  <a:pt x="150888" y="428244"/>
                </a:lnTo>
                <a:lnTo>
                  <a:pt x="153936" y="434340"/>
                </a:lnTo>
                <a:lnTo>
                  <a:pt x="155460" y="440436"/>
                </a:lnTo>
                <a:lnTo>
                  <a:pt x="155397" y="448589"/>
                </a:lnTo>
                <a:lnTo>
                  <a:pt x="134048" y="480618"/>
                </a:lnTo>
                <a:lnTo>
                  <a:pt x="102120" y="487680"/>
                </a:lnTo>
                <a:lnTo>
                  <a:pt x="102120" y="437388"/>
                </a:lnTo>
                <a:lnTo>
                  <a:pt x="102120" y="413004"/>
                </a:lnTo>
                <a:lnTo>
                  <a:pt x="94500" y="413499"/>
                </a:lnTo>
                <a:lnTo>
                  <a:pt x="94500" y="437388"/>
                </a:lnTo>
                <a:lnTo>
                  <a:pt x="94500" y="487680"/>
                </a:lnTo>
                <a:lnTo>
                  <a:pt x="65544" y="467868"/>
                </a:lnTo>
                <a:lnTo>
                  <a:pt x="65544" y="455676"/>
                </a:lnTo>
                <a:lnTo>
                  <a:pt x="67068" y="452628"/>
                </a:lnTo>
                <a:lnTo>
                  <a:pt x="70116" y="448056"/>
                </a:lnTo>
                <a:lnTo>
                  <a:pt x="71640" y="445008"/>
                </a:lnTo>
                <a:lnTo>
                  <a:pt x="80784" y="438912"/>
                </a:lnTo>
                <a:lnTo>
                  <a:pt x="82308" y="438912"/>
                </a:lnTo>
                <a:lnTo>
                  <a:pt x="88404" y="437388"/>
                </a:lnTo>
                <a:lnTo>
                  <a:pt x="94500" y="437388"/>
                </a:lnTo>
                <a:lnTo>
                  <a:pt x="94500" y="413499"/>
                </a:lnTo>
                <a:lnTo>
                  <a:pt x="92405" y="413626"/>
                </a:lnTo>
                <a:lnTo>
                  <a:pt x="61163" y="437959"/>
                </a:lnTo>
                <a:lnTo>
                  <a:pt x="57924" y="454152"/>
                </a:lnTo>
                <a:lnTo>
                  <a:pt x="59042" y="465010"/>
                </a:lnTo>
                <a:lnTo>
                  <a:pt x="83299" y="497611"/>
                </a:lnTo>
                <a:lnTo>
                  <a:pt x="118884" y="505968"/>
                </a:lnTo>
                <a:lnTo>
                  <a:pt x="131216" y="505091"/>
                </a:lnTo>
                <a:lnTo>
                  <a:pt x="130975" y="505091"/>
                </a:lnTo>
                <a:lnTo>
                  <a:pt x="141744" y="502539"/>
                </a:lnTo>
                <a:lnTo>
                  <a:pt x="151460" y="498259"/>
                </a:lnTo>
                <a:lnTo>
                  <a:pt x="160032" y="492252"/>
                </a:lnTo>
                <a:lnTo>
                  <a:pt x="163931" y="487680"/>
                </a:lnTo>
                <a:lnTo>
                  <a:pt x="166903" y="484212"/>
                </a:lnTo>
                <a:lnTo>
                  <a:pt x="171653" y="475869"/>
                </a:lnTo>
                <a:lnTo>
                  <a:pt x="171767" y="475488"/>
                </a:lnTo>
                <a:lnTo>
                  <a:pt x="174383" y="466966"/>
                </a:lnTo>
                <a:lnTo>
                  <a:pt x="175272" y="457200"/>
                </a:lnTo>
                <a:close/>
              </a:path>
              <a:path extrusionOk="0" h="690879" w="175894">
                <a:moveTo>
                  <a:pt x="175272" y="338328"/>
                </a:moveTo>
                <a:lnTo>
                  <a:pt x="95897" y="306324"/>
                </a:lnTo>
                <a:lnTo>
                  <a:pt x="80784" y="300228"/>
                </a:lnTo>
                <a:lnTo>
                  <a:pt x="74688" y="297180"/>
                </a:lnTo>
                <a:lnTo>
                  <a:pt x="70116" y="295656"/>
                </a:lnTo>
                <a:lnTo>
                  <a:pt x="65544" y="291084"/>
                </a:lnTo>
                <a:lnTo>
                  <a:pt x="64020" y="288036"/>
                </a:lnTo>
                <a:lnTo>
                  <a:pt x="64020" y="283464"/>
                </a:lnTo>
                <a:lnTo>
                  <a:pt x="60972" y="283464"/>
                </a:lnTo>
                <a:lnTo>
                  <a:pt x="60972" y="318516"/>
                </a:lnTo>
                <a:lnTo>
                  <a:pt x="64020" y="318516"/>
                </a:lnTo>
                <a:lnTo>
                  <a:pt x="64020" y="312420"/>
                </a:lnTo>
                <a:lnTo>
                  <a:pt x="65544" y="310896"/>
                </a:lnTo>
                <a:lnTo>
                  <a:pt x="65544" y="307848"/>
                </a:lnTo>
                <a:lnTo>
                  <a:pt x="67068" y="307848"/>
                </a:lnTo>
                <a:lnTo>
                  <a:pt x="68592" y="306324"/>
                </a:lnTo>
                <a:lnTo>
                  <a:pt x="76212" y="306324"/>
                </a:lnTo>
                <a:lnTo>
                  <a:pt x="80784" y="309372"/>
                </a:lnTo>
                <a:lnTo>
                  <a:pt x="143268" y="333756"/>
                </a:lnTo>
                <a:lnTo>
                  <a:pt x="82308" y="359664"/>
                </a:lnTo>
                <a:lnTo>
                  <a:pt x="79260" y="361188"/>
                </a:lnTo>
                <a:lnTo>
                  <a:pt x="68592" y="361188"/>
                </a:lnTo>
                <a:lnTo>
                  <a:pt x="65544" y="358140"/>
                </a:lnTo>
                <a:lnTo>
                  <a:pt x="64020" y="355092"/>
                </a:lnTo>
                <a:lnTo>
                  <a:pt x="64020" y="348996"/>
                </a:lnTo>
                <a:lnTo>
                  <a:pt x="60972" y="348996"/>
                </a:lnTo>
                <a:lnTo>
                  <a:pt x="60972" y="400812"/>
                </a:lnTo>
                <a:lnTo>
                  <a:pt x="64020" y="400812"/>
                </a:lnTo>
                <a:lnTo>
                  <a:pt x="65544" y="397764"/>
                </a:lnTo>
                <a:lnTo>
                  <a:pt x="65544" y="394716"/>
                </a:lnTo>
                <a:lnTo>
                  <a:pt x="67068" y="393192"/>
                </a:lnTo>
                <a:lnTo>
                  <a:pt x="68592" y="390144"/>
                </a:lnTo>
                <a:lnTo>
                  <a:pt x="73164" y="385572"/>
                </a:lnTo>
                <a:lnTo>
                  <a:pt x="82308" y="382524"/>
                </a:lnTo>
                <a:lnTo>
                  <a:pt x="132359" y="361188"/>
                </a:lnTo>
                <a:lnTo>
                  <a:pt x="175272" y="342900"/>
                </a:lnTo>
                <a:lnTo>
                  <a:pt x="175272" y="338328"/>
                </a:lnTo>
                <a:close/>
              </a:path>
              <a:path extrusionOk="0" h="690879" w="175894">
                <a:moveTo>
                  <a:pt x="175272" y="156972"/>
                </a:moveTo>
                <a:lnTo>
                  <a:pt x="158051" y="121970"/>
                </a:lnTo>
                <a:lnTo>
                  <a:pt x="129552" y="111252"/>
                </a:lnTo>
                <a:lnTo>
                  <a:pt x="128028" y="114300"/>
                </a:lnTo>
                <a:lnTo>
                  <a:pt x="138696" y="117348"/>
                </a:lnTo>
                <a:lnTo>
                  <a:pt x="144792" y="121920"/>
                </a:lnTo>
                <a:lnTo>
                  <a:pt x="149364" y="126492"/>
                </a:lnTo>
                <a:lnTo>
                  <a:pt x="153936" y="132588"/>
                </a:lnTo>
                <a:lnTo>
                  <a:pt x="155460" y="140208"/>
                </a:lnTo>
                <a:lnTo>
                  <a:pt x="155460" y="147828"/>
                </a:lnTo>
                <a:lnTo>
                  <a:pt x="124409" y="181356"/>
                </a:lnTo>
                <a:lnTo>
                  <a:pt x="105168" y="184404"/>
                </a:lnTo>
                <a:lnTo>
                  <a:pt x="96329" y="183819"/>
                </a:lnTo>
                <a:lnTo>
                  <a:pt x="88214" y="181927"/>
                </a:lnTo>
                <a:lnTo>
                  <a:pt x="80949" y="178625"/>
                </a:lnTo>
                <a:lnTo>
                  <a:pt x="68592" y="169164"/>
                </a:lnTo>
                <a:lnTo>
                  <a:pt x="65544" y="163068"/>
                </a:lnTo>
                <a:lnTo>
                  <a:pt x="65544" y="150876"/>
                </a:lnTo>
                <a:lnTo>
                  <a:pt x="67068" y="146304"/>
                </a:lnTo>
                <a:lnTo>
                  <a:pt x="71640" y="141732"/>
                </a:lnTo>
                <a:lnTo>
                  <a:pt x="80784" y="138684"/>
                </a:lnTo>
                <a:lnTo>
                  <a:pt x="85356" y="138684"/>
                </a:lnTo>
                <a:lnTo>
                  <a:pt x="88404" y="137160"/>
                </a:lnTo>
                <a:lnTo>
                  <a:pt x="89928" y="135636"/>
                </a:lnTo>
                <a:lnTo>
                  <a:pt x="92976" y="134112"/>
                </a:lnTo>
                <a:lnTo>
                  <a:pt x="94500" y="131064"/>
                </a:lnTo>
                <a:lnTo>
                  <a:pt x="94500" y="120396"/>
                </a:lnTo>
                <a:lnTo>
                  <a:pt x="89928" y="115824"/>
                </a:lnTo>
                <a:lnTo>
                  <a:pt x="77736" y="115824"/>
                </a:lnTo>
                <a:lnTo>
                  <a:pt x="57924" y="152400"/>
                </a:lnTo>
                <a:lnTo>
                  <a:pt x="59042" y="162407"/>
                </a:lnTo>
                <a:lnTo>
                  <a:pt x="83273" y="195224"/>
                </a:lnTo>
                <a:lnTo>
                  <a:pt x="117360" y="204216"/>
                </a:lnTo>
                <a:lnTo>
                  <a:pt x="130238" y="203339"/>
                </a:lnTo>
                <a:lnTo>
                  <a:pt x="166903" y="181838"/>
                </a:lnTo>
                <a:lnTo>
                  <a:pt x="174383" y="165836"/>
                </a:lnTo>
                <a:lnTo>
                  <a:pt x="175272" y="156972"/>
                </a:lnTo>
                <a:close/>
              </a:path>
              <a:path extrusionOk="0" h="690879" w="175894">
                <a:moveTo>
                  <a:pt x="175272" y="44196"/>
                </a:moveTo>
                <a:lnTo>
                  <a:pt x="155956" y="8572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5240"/>
                </a:lnTo>
                <a:lnTo>
                  <a:pt x="153936" y="21336"/>
                </a:lnTo>
                <a:lnTo>
                  <a:pt x="155409" y="27241"/>
                </a:lnTo>
                <a:lnTo>
                  <a:pt x="155295" y="35052"/>
                </a:lnTo>
                <a:lnTo>
                  <a:pt x="155257" y="35369"/>
                </a:lnTo>
                <a:lnTo>
                  <a:pt x="154597" y="41490"/>
                </a:lnTo>
                <a:lnTo>
                  <a:pt x="124790" y="71437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469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3340"/>
                </a:lnTo>
                <a:lnTo>
                  <a:pt x="65544" y="42672"/>
                </a:lnTo>
                <a:lnTo>
                  <a:pt x="67068" y="39624"/>
                </a:lnTo>
                <a:lnTo>
                  <a:pt x="70116" y="35052"/>
                </a:lnTo>
                <a:lnTo>
                  <a:pt x="71640" y="30480"/>
                </a:lnTo>
                <a:lnTo>
                  <a:pt x="76212" y="27432"/>
                </a:lnTo>
                <a:lnTo>
                  <a:pt x="80784" y="25908"/>
                </a:lnTo>
                <a:lnTo>
                  <a:pt x="82308" y="24384"/>
                </a:lnTo>
                <a:lnTo>
                  <a:pt x="94500" y="24384"/>
                </a:lnTo>
                <a:lnTo>
                  <a:pt x="94500" y="469"/>
                </a:lnTo>
                <a:lnTo>
                  <a:pt x="61163" y="24193"/>
                </a:lnTo>
                <a:lnTo>
                  <a:pt x="57924" y="41148"/>
                </a:lnTo>
                <a:lnTo>
                  <a:pt x="57950" y="41490"/>
                </a:lnTo>
                <a:lnTo>
                  <a:pt x="58077" y="42672"/>
                </a:lnTo>
                <a:lnTo>
                  <a:pt x="59042" y="52006"/>
                </a:lnTo>
                <a:lnTo>
                  <a:pt x="83299" y="83972"/>
                </a:lnTo>
                <a:lnTo>
                  <a:pt x="118884" y="92964"/>
                </a:lnTo>
                <a:lnTo>
                  <a:pt x="130886" y="91871"/>
                </a:lnTo>
                <a:lnTo>
                  <a:pt x="141744" y="88773"/>
                </a:lnTo>
                <a:lnTo>
                  <a:pt x="151460" y="83972"/>
                </a:lnTo>
                <a:lnTo>
                  <a:pt x="160032" y="77724"/>
                </a:lnTo>
                <a:lnTo>
                  <a:pt x="162953" y="74676"/>
                </a:lnTo>
                <a:lnTo>
                  <a:pt x="166903" y="70561"/>
                </a:lnTo>
                <a:lnTo>
                  <a:pt x="171653" y="62674"/>
                </a:lnTo>
                <a:lnTo>
                  <a:pt x="171704" y="62484"/>
                </a:lnTo>
                <a:lnTo>
                  <a:pt x="174383" y="53936"/>
                </a:lnTo>
                <a:lnTo>
                  <a:pt x="174434" y="53340"/>
                </a:lnTo>
                <a:lnTo>
                  <a:pt x="174561" y="52006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11" name="Google Shape;1511;p28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211324" y="3354323"/>
            <a:ext cx="117348" cy="236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512" name="Google Shape;1512;p28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211323" y="3182112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13" name="Google Shape;1513;p28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153411" y="2648712"/>
            <a:ext cx="225552" cy="461771"/>
          </a:xfrm>
          <a:prstGeom prst="rect">
            <a:avLst/>
          </a:prstGeom>
          <a:noFill/>
          <a:ln>
            <a:noFill/>
          </a:ln>
        </p:spPr>
      </p:pic>
      <p:sp>
        <p:nvSpPr>
          <p:cNvPr id="1514" name="Google Shape;1514;p28"/>
          <p:cNvSpPr/>
          <p:nvPr/>
        </p:nvSpPr>
        <p:spPr>
          <a:xfrm>
            <a:off x="2570988" y="9005315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3715" y="57912"/>
                </a:lnTo>
                <a:lnTo>
                  <a:pt x="9143" y="53340"/>
                </a:lnTo>
                <a:lnTo>
                  <a:pt x="3047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9143" y="9144"/>
                </a:lnTo>
                <a:lnTo>
                  <a:pt x="13715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7244"/>
                </a:lnTo>
                <a:lnTo>
                  <a:pt x="51815" y="5334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15" name="Google Shape;1515;p28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514599" y="8816340"/>
            <a:ext cx="167640" cy="1097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16" name="Google Shape;1516;p28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510027" y="7667243"/>
            <a:ext cx="175260" cy="10744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517" name="Google Shape;1517;p28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510028" y="7246620"/>
            <a:ext cx="175260" cy="3474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518" name="Google Shape;1518;p28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517648" y="7077455"/>
            <a:ext cx="167639" cy="92963"/>
          </a:xfrm>
          <a:prstGeom prst="rect">
            <a:avLst/>
          </a:prstGeom>
          <a:noFill/>
          <a:ln>
            <a:noFill/>
          </a:ln>
        </p:spPr>
      </p:pic>
      <p:pic>
        <p:nvPicPr>
          <p:cNvPr id="1519" name="Google Shape;1519;p28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510027" y="6100572"/>
            <a:ext cx="175260" cy="893064"/>
          </a:xfrm>
          <a:prstGeom prst="rect">
            <a:avLst/>
          </a:prstGeom>
          <a:noFill/>
          <a:ln>
            <a:noFill/>
          </a:ln>
        </p:spPr>
      </p:pic>
      <p:sp>
        <p:nvSpPr>
          <p:cNvPr id="1520" name="Google Shape;1520;p28"/>
          <p:cNvSpPr/>
          <p:nvPr/>
        </p:nvSpPr>
        <p:spPr>
          <a:xfrm>
            <a:off x="2926080" y="9005315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3340"/>
                </a:lnTo>
                <a:lnTo>
                  <a:pt x="3047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7244"/>
                </a:lnTo>
                <a:lnTo>
                  <a:pt x="51815" y="5334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21" name="Google Shape;1521;p28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869692" y="8462771"/>
            <a:ext cx="170688" cy="4526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22" name="Google Shape;1522;p28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865119" y="7571231"/>
            <a:ext cx="175260" cy="8260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23" name="Google Shape;1523;p28"/>
          <p:cNvGrpSpPr/>
          <p:nvPr/>
        </p:nvGrpSpPr>
        <p:grpSpPr>
          <a:xfrm>
            <a:off x="2865119" y="6972300"/>
            <a:ext cx="175260" cy="512063"/>
            <a:chOff x="2865119" y="6972300"/>
            <a:chExt cx="175260" cy="512063"/>
          </a:xfrm>
        </p:grpSpPr>
        <p:pic>
          <p:nvPicPr>
            <p:cNvPr id="1524" name="Google Shape;1524;p28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869691" y="7377683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25" name="Google Shape;1525;p28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865119" y="6972300"/>
              <a:ext cx="175260" cy="38252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526" name="Google Shape;1526;p28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865119" y="5820156"/>
            <a:ext cx="225552" cy="10789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27" name="Google Shape;1527;p28"/>
          <p:cNvGrpSpPr/>
          <p:nvPr/>
        </p:nvGrpSpPr>
        <p:grpSpPr>
          <a:xfrm>
            <a:off x="2865119" y="5181600"/>
            <a:ext cx="224029" cy="571499"/>
            <a:chOff x="2865119" y="5181600"/>
            <a:chExt cx="224029" cy="571499"/>
          </a:xfrm>
        </p:grpSpPr>
        <p:pic>
          <p:nvPicPr>
            <p:cNvPr id="1528" name="Google Shape;1528;p28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865119" y="5686043"/>
              <a:ext cx="224028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29" name="Google Shape;1529;p28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869692" y="5554979"/>
              <a:ext cx="170687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30" name="Google Shape;1530;p28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869692" y="5419343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31" name="Google Shape;1531;p28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865120" y="5245607"/>
              <a:ext cx="224028" cy="1508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32" name="Google Shape;1532;p28"/>
            <p:cNvSpPr/>
            <p:nvPr/>
          </p:nvSpPr>
          <p:spPr>
            <a:xfrm>
              <a:off x="2869692" y="5181600"/>
              <a:ext cx="170815" cy="27940"/>
            </a:xfrm>
            <a:custGeom>
              <a:rect b="b" l="l" r="r" t="t"/>
              <a:pathLst>
                <a:path extrusionOk="0" h="27939" w="170814">
                  <a:moveTo>
                    <a:pt x="25908" y="27432"/>
                  </a:moveTo>
                  <a:lnTo>
                    <a:pt x="12192" y="27432"/>
                  </a:lnTo>
                  <a:lnTo>
                    <a:pt x="7620" y="25908"/>
                  </a:lnTo>
                  <a:lnTo>
                    <a:pt x="4572" y="24384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7620"/>
                  </a:lnTo>
                  <a:lnTo>
                    <a:pt x="7620" y="1524"/>
                  </a:lnTo>
                  <a:lnTo>
                    <a:pt x="12192" y="0"/>
                  </a:lnTo>
                  <a:lnTo>
                    <a:pt x="25908" y="0"/>
                  </a:lnTo>
                  <a:lnTo>
                    <a:pt x="123444" y="10668"/>
                  </a:lnTo>
                  <a:lnTo>
                    <a:pt x="123444" y="16764"/>
                  </a:lnTo>
                  <a:lnTo>
                    <a:pt x="25908" y="27432"/>
                  </a:lnTo>
                  <a:close/>
                </a:path>
                <a:path extrusionOk="0" h="27939" w="170814">
                  <a:moveTo>
                    <a:pt x="161544" y="27432"/>
                  </a:moveTo>
                  <a:lnTo>
                    <a:pt x="153924" y="27432"/>
                  </a:lnTo>
                  <a:lnTo>
                    <a:pt x="147828" y="24384"/>
                  </a:lnTo>
                  <a:lnTo>
                    <a:pt x="144780" y="21336"/>
                  </a:lnTo>
                  <a:lnTo>
                    <a:pt x="143256" y="18288"/>
                  </a:lnTo>
                  <a:lnTo>
                    <a:pt x="143256" y="10668"/>
                  </a:lnTo>
                  <a:lnTo>
                    <a:pt x="144780" y="7620"/>
                  </a:lnTo>
                  <a:lnTo>
                    <a:pt x="150876" y="1524"/>
                  </a:lnTo>
                  <a:lnTo>
                    <a:pt x="153924" y="0"/>
                  </a:lnTo>
                  <a:lnTo>
                    <a:pt x="161544" y="0"/>
                  </a:lnTo>
                  <a:lnTo>
                    <a:pt x="164592" y="1524"/>
                  </a:lnTo>
                  <a:lnTo>
                    <a:pt x="167640" y="4572"/>
                  </a:lnTo>
                  <a:lnTo>
                    <a:pt x="170688" y="10668"/>
                  </a:lnTo>
                  <a:lnTo>
                    <a:pt x="170688" y="18288"/>
                  </a:lnTo>
                  <a:lnTo>
                    <a:pt x="167640" y="24384"/>
                  </a:lnTo>
                  <a:lnTo>
                    <a:pt x="16154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3" name="Google Shape;1533;p28"/>
          <p:cNvSpPr/>
          <p:nvPr/>
        </p:nvSpPr>
        <p:spPr>
          <a:xfrm>
            <a:off x="2869692" y="5100828"/>
            <a:ext cx="170815" cy="27940"/>
          </a:xfrm>
          <a:custGeom>
            <a:rect b="b" l="l" r="r" t="t"/>
            <a:pathLst>
              <a:path extrusionOk="0" h="27939" w="170814">
                <a:moveTo>
                  <a:pt x="18288" y="27432"/>
                </a:moveTo>
                <a:lnTo>
                  <a:pt x="12192" y="27432"/>
                </a:lnTo>
                <a:lnTo>
                  <a:pt x="7620" y="25908"/>
                </a:lnTo>
                <a:lnTo>
                  <a:pt x="1524" y="19812"/>
                </a:lnTo>
                <a:lnTo>
                  <a:pt x="0" y="16764"/>
                </a:lnTo>
                <a:lnTo>
                  <a:pt x="0" y="9144"/>
                </a:lnTo>
                <a:lnTo>
                  <a:pt x="1524" y="6096"/>
                </a:lnTo>
                <a:lnTo>
                  <a:pt x="7620" y="0"/>
                </a:lnTo>
                <a:lnTo>
                  <a:pt x="25908" y="0"/>
                </a:lnTo>
                <a:lnTo>
                  <a:pt x="123444" y="10668"/>
                </a:lnTo>
                <a:lnTo>
                  <a:pt x="123444" y="16764"/>
                </a:lnTo>
                <a:lnTo>
                  <a:pt x="25908" y="25908"/>
                </a:lnTo>
                <a:lnTo>
                  <a:pt x="22860" y="25908"/>
                </a:lnTo>
                <a:lnTo>
                  <a:pt x="18288" y="27432"/>
                </a:lnTo>
                <a:close/>
              </a:path>
              <a:path extrusionOk="0" h="27939" w="170814">
                <a:moveTo>
                  <a:pt x="161544" y="27432"/>
                </a:moveTo>
                <a:lnTo>
                  <a:pt x="153924" y="27432"/>
                </a:lnTo>
                <a:lnTo>
                  <a:pt x="150876" y="25908"/>
                </a:lnTo>
                <a:lnTo>
                  <a:pt x="144780" y="19812"/>
                </a:lnTo>
                <a:lnTo>
                  <a:pt x="143256" y="16764"/>
                </a:lnTo>
                <a:lnTo>
                  <a:pt x="143256" y="9144"/>
                </a:lnTo>
                <a:lnTo>
                  <a:pt x="144780" y="6096"/>
                </a:lnTo>
                <a:lnTo>
                  <a:pt x="150876" y="0"/>
                </a:lnTo>
                <a:lnTo>
                  <a:pt x="164592" y="0"/>
                </a:lnTo>
                <a:lnTo>
                  <a:pt x="167640" y="3048"/>
                </a:lnTo>
                <a:lnTo>
                  <a:pt x="170688" y="9144"/>
                </a:lnTo>
                <a:lnTo>
                  <a:pt x="170688" y="16764"/>
                </a:lnTo>
                <a:lnTo>
                  <a:pt x="167640" y="22860"/>
                </a:lnTo>
                <a:lnTo>
                  <a:pt x="164592" y="25908"/>
                </a:lnTo>
                <a:lnTo>
                  <a:pt x="161544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34" name="Google Shape;1534;p28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2872739" y="4701540"/>
            <a:ext cx="167639" cy="3124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535" name="Google Shape;1535;p28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2923031" y="4341876"/>
            <a:ext cx="117348" cy="283464"/>
          </a:xfrm>
          <a:prstGeom prst="rect">
            <a:avLst/>
          </a:prstGeom>
          <a:noFill/>
          <a:ln>
            <a:noFill/>
          </a:ln>
        </p:spPr>
      </p:pic>
      <p:pic>
        <p:nvPicPr>
          <p:cNvPr id="1536" name="Google Shape;1536;p28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2865119" y="4082796"/>
            <a:ext cx="172212" cy="1828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37" name="Google Shape;1537;p28"/>
          <p:cNvGrpSpPr/>
          <p:nvPr/>
        </p:nvGrpSpPr>
        <p:grpSpPr>
          <a:xfrm>
            <a:off x="2869692" y="3416808"/>
            <a:ext cx="170815" cy="603504"/>
            <a:chOff x="2869692" y="3416808"/>
            <a:chExt cx="170815" cy="603504"/>
          </a:xfrm>
        </p:grpSpPr>
        <p:pic>
          <p:nvPicPr>
            <p:cNvPr id="1538" name="Google Shape;1538;p28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2872740" y="3701796"/>
              <a:ext cx="167640" cy="3185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39" name="Google Shape;1539;p28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2869692" y="3572256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40" name="Google Shape;1540;p28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2872740" y="3480815"/>
              <a:ext cx="164591" cy="685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41" name="Google Shape;1541;p28"/>
            <p:cNvSpPr/>
            <p:nvPr/>
          </p:nvSpPr>
          <p:spPr>
            <a:xfrm>
              <a:off x="2869692" y="3416808"/>
              <a:ext cx="170815" cy="27940"/>
            </a:xfrm>
            <a:custGeom>
              <a:rect b="b" l="l" r="r" t="t"/>
              <a:pathLst>
                <a:path extrusionOk="0" h="27939" w="170814">
                  <a:moveTo>
                    <a:pt x="25908" y="27432"/>
                  </a:moveTo>
                  <a:lnTo>
                    <a:pt x="12192" y="27432"/>
                  </a:lnTo>
                  <a:lnTo>
                    <a:pt x="7620" y="25908"/>
                  </a:lnTo>
                  <a:lnTo>
                    <a:pt x="4572" y="22860"/>
                  </a:lnTo>
                  <a:lnTo>
                    <a:pt x="1524" y="21336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7620" y="1524"/>
                  </a:lnTo>
                  <a:lnTo>
                    <a:pt x="12192" y="0"/>
                  </a:lnTo>
                  <a:lnTo>
                    <a:pt x="25908" y="0"/>
                  </a:lnTo>
                  <a:lnTo>
                    <a:pt x="123444" y="10668"/>
                  </a:lnTo>
                  <a:lnTo>
                    <a:pt x="123444" y="16764"/>
                  </a:lnTo>
                  <a:lnTo>
                    <a:pt x="25908" y="27432"/>
                  </a:lnTo>
                  <a:close/>
                </a:path>
                <a:path extrusionOk="0" h="27939" w="170814">
                  <a:moveTo>
                    <a:pt x="161544" y="27432"/>
                  </a:moveTo>
                  <a:lnTo>
                    <a:pt x="153924" y="27432"/>
                  </a:lnTo>
                  <a:lnTo>
                    <a:pt x="150876" y="25908"/>
                  </a:lnTo>
                  <a:lnTo>
                    <a:pt x="147828" y="22860"/>
                  </a:lnTo>
                  <a:lnTo>
                    <a:pt x="144780" y="21336"/>
                  </a:lnTo>
                  <a:lnTo>
                    <a:pt x="143256" y="16764"/>
                  </a:lnTo>
                  <a:lnTo>
                    <a:pt x="143256" y="9144"/>
                  </a:lnTo>
                  <a:lnTo>
                    <a:pt x="144780" y="6096"/>
                  </a:lnTo>
                  <a:lnTo>
                    <a:pt x="147828" y="4572"/>
                  </a:lnTo>
                  <a:lnTo>
                    <a:pt x="150876" y="1524"/>
                  </a:lnTo>
                  <a:lnTo>
                    <a:pt x="153924" y="0"/>
                  </a:lnTo>
                  <a:lnTo>
                    <a:pt x="161544" y="0"/>
                  </a:lnTo>
                  <a:lnTo>
                    <a:pt x="164592" y="1524"/>
                  </a:lnTo>
                  <a:lnTo>
                    <a:pt x="169164" y="6096"/>
                  </a:lnTo>
                  <a:lnTo>
                    <a:pt x="170688" y="9144"/>
                  </a:lnTo>
                  <a:lnTo>
                    <a:pt x="170688" y="16764"/>
                  </a:lnTo>
                  <a:lnTo>
                    <a:pt x="169164" y="21336"/>
                  </a:lnTo>
                  <a:lnTo>
                    <a:pt x="164592" y="25908"/>
                  </a:lnTo>
                  <a:lnTo>
                    <a:pt x="16154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2" name="Google Shape;1542;p28"/>
          <p:cNvSpPr/>
          <p:nvPr/>
        </p:nvSpPr>
        <p:spPr>
          <a:xfrm>
            <a:off x="2869692" y="3334511"/>
            <a:ext cx="170815" cy="27940"/>
          </a:xfrm>
          <a:custGeom>
            <a:rect b="b" l="l" r="r" t="t"/>
            <a:pathLst>
              <a:path extrusionOk="0" h="27939" w="170814">
                <a:moveTo>
                  <a:pt x="25908" y="27432"/>
                </a:moveTo>
                <a:lnTo>
                  <a:pt x="12192" y="27432"/>
                </a:lnTo>
                <a:lnTo>
                  <a:pt x="7620" y="25908"/>
                </a:lnTo>
                <a:lnTo>
                  <a:pt x="4572" y="24384"/>
                </a:lnTo>
                <a:lnTo>
                  <a:pt x="1524" y="21336"/>
                </a:lnTo>
                <a:lnTo>
                  <a:pt x="0" y="18288"/>
                </a:lnTo>
                <a:lnTo>
                  <a:pt x="0" y="10668"/>
                </a:lnTo>
                <a:lnTo>
                  <a:pt x="1524" y="7620"/>
                </a:lnTo>
                <a:lnTo>
                  <a:pt x="7620" y="1524"/>
                </a:lnTo>
                <a:lnTo>
                  <a:pt x="12192" y="0"/>
                </a:lnTo>
                <a:lnTo>
                  <a:pt x="22860" y="0"/>
                </a:lnTo>
                <a:lnTo>
                  <a:pt x="25908" y="1524"/>
                </a:lnTo>
                <a:lnTo>
                  <a:pt x="123444" y="10668"/>
                </a:lnTo>
                <a:lnTo>
                  <a:pt x="123444" y="16764"/>
                </a:lnTo>
                <a:lnTo>
                  <a:pt x="25908" y="27432"/>
                </a:lnTo>
                <a:close/>
              </a:path>
              <a:path extrusionOk="0" h="27939" w="170814">
                <a:moveTo>
                  <a:pt x="161544" y="27432"/>
                </a:moveTo>
                <a:lnTo>
                  <a:pt x="153924" y="27432"/>
                </a:lnTo>
                <a:lnTo>
                  <a:pt x="147828" y="24384"/>
                </a:lnTo>
                <a:lnTo>
                  <a:pt x="144780" y="21336"/>
                </a:lnTo>
                <a:lnTo>
                  <a:pt x="143256" y="18288"/>
                </a:lnTo>
                <a:lnTo>
                  <a:pt x="143256" y="10668"/>
                </a:lnTo>
                <a:lnTo>
                  <a:pt x="144780" y="7620"/>
                </a:lnTo>
                <a:lnTo>
                  <a:pt x="150876" y="1524"/>
                </a:lnTo>
                <a:lnTo>
                  <a:pt x="153924" y="0"/>
                </a:lnTo>
                <a:lnTo>
                  <a:pt x="161544" y="0"/>
                </a:lnTo>
                <a:lnTo>
                  <a:pt x="164592" y="1524"/>
                </a:lnTo>
                <a:lnTo>
                  <a:pt x="167640" y="4572"/>
                </a:lnTo>
                <a:lnTo>
                  <a:pt x="170688" y="10668"/>
                </a:lnTo>
                <a:lnTo>
                  <a:pt x="170688" y="18288"/>
                </a:lnTo>
                <a:lnTo>
                  <a:pt x="167640" y="24384"/>
                </a:lnTo>
                <a:lnTo>
                  <a:pt x="161544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3" name="Google Shape;1543;p28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544" name="Google Shape;1544;p28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45" name="Google Shape;1545;p28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546" name="Google Shape;1546;p28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7" name="Google Shape;1547;p28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8" name="Google Shape;1548;p28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6655307" y="1760220"/>
            <a:ext cx="115824" cy="163067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9" name="Google Shape;1549;p28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148583" y="3738372"/>
            <a:ext cx="3015995" cy="328421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3" name="Shape 1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4" name="Google Shape;1554;p29"/>
          <p:cNvGrpSpPr/>
          <p:nvPr/>
        </p:nvGrpSpPr>
        <p:grpSpPr>
          <a:xfrm>
            <a:off x="1135367" y="8103107"/>
            <a:ext cx="349009" cy="902463"/>
            <a:chOff x="1135367" y="8103107"/>
            <a:chExt cx="349009" cy="902463"/>
          </a:xfrm>
        </p:grpSpPr>
        <p:sp>
          <p:nvSpPr>
            <p:cNvPr id="1555" name="Google Shape;1555;p29"/>
            <p:cNvSpPr/>
            <p:nvPr/>
          </p:nvSpPr>
          <p:spPr>
            <a:xfrm>
              <a:off x="1135367" y="8610600"/>
              <a:ext cx="343535" cy="394970"/>
            </a:xfrm>
            <a:custGeom>
              <a:rect b="b" l="l" r="r" t="t"/>
              <a:pathLst>
                <a:path extrusionOk="0" h="394970" w="343534">
                  <a:moveTo>
                    <a:pt x="48780" y="47244"/>
                  </a:moveTo>
                  <a:lnTo>
                    <a:pt x="45732" y="41148"/>
                  </a:lnTo>
                  <a:lnTo>
                    <a:pt x="36588" y="32004"/>
                  </a:lnTo>
                  <a:lnTo>
                    <a:pt x="30492" y="28956"/>
                  </a:lnTo>
                  <a:lnTo>
                    <a:pt x="16776" y="28956"/>
                  </a:lnTo>
                  <a:lnTo>
                    <a:pt x="12204" y="32004"/>
                  </a:lnTo>
                  <a:lnTo>
                    <a:pt x="7632" y="36576"/>
                  </a:lnTo>
                  <a:lnTo>
                    <a:pt x="1524" y="41148"/>
                  </a:lnTo>
                  <a:lnTo>
                    <a:pt x="0" y="47244"/>
                  </a:lnTo>
                  <a:lnTo>
                    <a:pt x="0" y="60960"/>
                  </a:lnTo>
                  <a:lnTo>
                    <a:pt x="1524" y="65532"/>
                  </a:lnTo>
                  <a:lnTo>
                    <a:pt x="12204" y="76200"/>
                  </a:lnTo>
                  <a:lnTo>
                    <a:pt x="16776" y="77724"/>
                  </a:lnTo>
                  <a:lnTo>
                    <a:pt x="30492" y="77724"/>
                  </a:lnTo>
                  <a:lnTo>
                    <a:pt x="36588" y="76200"/>
                  </a:lnTo>
                  <a:lnTo>
                    <a:pt x="41160" y="71628"/>
                  </a:lnTo>
                  <a:lnTo>
                    <a:pt x="45732" y="65532"/>
                  </a:lnTo>
                  <a:lnTo>
                    <a:pt x="48780" y="60960"/>
                  </a:lnTo>
                  <a:lnTo>
                    <a:pt x="48780" y="47244"/>
                  </a:lnTo>
                  <a:close/>
                </a:path>
                <a:path extrusionOk="0" h="394970" w="343534">
                  <a:moveTo>
                    <a:pt x="342912" y="254508"/>
                  </a:moveTo>
                  <a:lnTo>
                    <a:pt x="335292" y="254508"/>
                  </a:lnTo>
                  <a:lnTo>
                    <a:pt x="335292" y="272796"/>
                  </a:lnTo>
                  <a:lnTo>
                    <a:pt x="333768" y="280416"/>
                  </a:lnTo>
                  <a:lnTo>
                    <a:pt x="296443" y="301498"/>
                  </a:lnTo>
                  <a:lnTo>
                    <a:pt x="285000" y="301752"/>
                  </a:lnTo>
                  <a:lnTo>
                    <a:pt x="181368" y="301752"/>
                  </a:lnTo>
                  <a:lnTo>
                    <a:pt x="181368" y="243840"/>
                  </a:lnTo>
                  <a:lnTo>
                    <a:pt x="181648" y="235508"/>
                  </a:lnTo>
                  <a:lnTo>
                    <a:pt x="204812" y="202222"/>
                  </a:lnTo>
                  <a:lnTo>
                    <a:pt x="228612" y="199644"/>
                  </a:lnTo>
                  <a:lnTo>
                    <a:pt x="228612" y="192024"/>
                  </a:lnTo>
                  <a:lnTo>
                    <a:pt x="114312" y="192024"/>
                  </a:lnTo>
                  <a:lnTo>
                    <a:pt x="114312" y="199644"/>
                  </a:lnTo>
                  <a:lnTo>
                    <a:pt x="127762" y="201345"/>
                  </a:lnTo>
                  <a:lnTo>
                    <a:pt x="138506" y="204025"/>
                  </a:lnTo>
                  <a:lnTo>
                    <a:pt x="161556" y="243840"/>
                  </a:lnTo>
                  <a:lnTo>
                    <a:pt x="161556" y="301752"/>
                  </a:lnTo>
                  <a:lnTo>
                    <a:pt x="33540" y="301752"/>
                  </a:lnTo>
                  <a:lnTo>
                    <a:pt x="33540" y="228600"/>
                  </a:lnTo>
                  <a:lnTo>
                    <a:pt x="38112" y="190500"/>
                  </a:lnTo>
                  <a:lnTo>
                    <a:pt x="67259" y="164020"/>
                  </a:lnTo>
                  <a:lnTo>
                    <a:pt x="86880" y="158496"/>
                  </a:lnTo>
                  <a:lnTo>
                    <a:pt x="86880" y="147828"/>
                  </a:lnTo>
                  <a:lnTo>
                    <a:pt x="15252" y="150876"/>
                  </a:lnTo>
                  <a:lnTo>
                    <a:pt x="15252" y="394716"/>
                  </a:lnTo>
                  <a:lnTo>
                    <a:pt x="22872" y="394716"/>
                  </a:lnTo>
                  <a:lnTo>
                    <a:pt x="22872" y="374904"/>
                  </a:lnTo>
                  <a:lnTo>
                    <a:pt x="24396" y="367284"/>
                  </a:lnTo>
                  <a:lnTo>
                    <a:pt x="61493" y="347522"/>
                  </a:lnTo>
                  <a:lnTo>
                    <a:pt x="285000" y="347472"/>
                  </a:lnTo>
                  <a:lnTo>
                    <a:pt x="298450" y="347764"/>
                  </a:lnTo>
                  <a:lnTo>
                    <a:pt x="334454" y="373049"/>
                  </a:lnTo>
                  <a:lnTo>
                    <a:pt x="335292" y="382524"/>
                  </a:lnTo>
                  <a:lnTo>
                    <a:pt x="335292" y="394716"/>
                  </a:lnTo>
                  <a:lnTo>
                    <a:pt x="342912" y="394716"/>
                  </a:lnTo>
                  <a:lnTo>
                    <a:pt x="342912" y="254508"/>
                  </a:lnTo>
                  <a:close/>
                </a:path>
                <a:path extrusionOk="0" h="394970" w="343534">
                  <a:moveTo>
                    <a:pt x="342912" y="0"/>
                  </a:moveTo>
                  <a:lnTo>
                    <a:pt x="335292" y="0"/>
                  </a:lnTo>
                  <a:lnTo>
                    <a:pt x="335292" y="10668"/>
                  </a:lnTo>
                  <a:lnTo>
                    <a:pt x="333768" y="18288"/>
                  </a:lnTo>
                  <a:lnTo>
                    <a:pt x="332244" y="21336"/>
                  </a:lnTo>
                  <a:lnTo>
                    <a:pt x="329184" y="25908"/>
                  </a:lnTo>
                  <a:lnTo>
                    <a:pt x="326136" y="28956"/>
                  </a:lnTo>
                  <a:lnTo>
                    <a:pt x="321564" y="30480"/>
                  </a:lnTo>
                  <a:lnTo>
                    <a:pt x="317042" y="32245"/>
                  </a:lnTo>
                  <a:lnTo>
                    <a:pt x="310527" y="33147"/>
                  </a:lnTo>
                  <a:lnTo>
                    <a:pt x="302285" y="33489"/>
                  </a:lnTo>
                  <a:lnTo>
                    <a:pt x="115836" y="33489"/>
                  </a:lnTo>
                  <a:lnTo>
                    <a:pt x="115836" y="44196"/>
                  </a:lnTo>
                  <a:lnTo>
                    <a:pt x="143268" y="108204"/>
                  </a:lnTo>
                  <a:lnTo>
                    <a:pt x="150888" y="105156"/>
                  </a:lnTo>
                  <a:lnTo>
                    <a:pt x="147840" y="99060"/>
                  </a:lnTo>
                  <a:lnTo>
                    <a:pt x="147840" y="82296"/>
                  </a:lnTo>
                  <a:lnTo>
                    <a:pt x="152412" y="77724"/>
                  </a:lnTo>
                  <a:lnTo>
                    <a:pt x="155460" y="76200"/>
                  </a:lnTo>
                  <a:lnTo>
                    <a:pt x="161556" y="76200"/>
                  </a:lnTo>
                  <a:lnTo>
                    <a:pt x="168071" y="75082"/>
                  </a:lnTo>
                  <a:lnTo>
                    <a:pt x="178308" y="74104"/>
                  </a:lnTo>
                  <a:lnTo>
                    <a:pt x="191985" y="73418"/>
                  </a:lnTo>
                  <a:lnTo>
                    <a:pt x="208800" y="73152"/>
                  </a:lnTo>
                  <a:lnTo>
                    <a:pt x="292620" y="73152"/>
                  </a:lnTo>
                  <a:lnTo>
                    <a:pt x="332244" y="85344"/>
                  </a:lnTo>
                  <a:lnTo>
                    <a:pt x="335292" y="96012"/>
                  </a:lnTo>
                  <a:lnTo>
                    <a:pt x="335292" y="106680"/>
                  </a:lnTo>
                  <a:lnTo>
                    <a:pt x="342912" y="106680"/>
                  </a:lnTo>
                  <a:lnTo>
                    <a:pt x="342912" y="73152"/>
                  </a:lnTo>
                  <a:lnTo>
                    <a:pt x="3429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56" name="Google Shape;1556;p29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51204" y="8435339"/>
              <a:ext cx="227075" cy="1630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57" name="Google Shape;1557;p29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51204" y="8260079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58" name="Google Shape;1558;p29"/>
            <p:cNvSpPr/>
            <p:nvPr/>
          </p:nvSpPr>
          <p:spPr>
            <a:xfrm>
              <a:off x="1184148" y="8103107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3652" y="22859"/>
                  </a:lnTo>
                  <a:lnTo>
                    <a:pt x="254507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3151"/>
                  </a:lnTo>
                  <a:lnTo>
                    <a:pt x="291083" y="79247"/>
                  </a:lnTo>
                  <a:lnTo>
                    <a:pt x="286512" y="86867"/>
                  </a:lnTo>
                  <a:lnTo>
                    <a:pt x="248578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9" name="Google Shape;1559;p29"/>
          <p:cNvSpPr/>
          <p:nvPr/>
        </p:nvSpPr>
        <p:spPr>
          <a:xfrm>
            <a:off x="1143000" y="7505700"/>
            <a:ext cx="342900" cy="463550"/>
          </a:xfrm>
          <a:custGeom>
            <a:rect b="b" l="l" r="r" t="t"/>
            <a:pathLst>
              <a:path extrusionOk="0" h="463550" w="342900">
                <a:moveTo>
                  <a:pt x="335267" y="323088"/>
                </a:moveTo>
                <a:lnTo>
                  <a:pt x="327647" y="323088"/>
                </a:lnTo>
                <a:lnTo>
                  <a:pt x="327647" y="333756"/>
                </a:lnTo>
                <a:lnTo>
                  <a:pt x="327647" y="342900"/>
                </a:lnTo>
                <a:lnTo>
                  <a:pt x="298119" y="369379"/>
                </a:lnTo>
                <a:lnTo>
                  <a:pt x="277355" y="370332"/>
                </a:lnTo>
                <a:lnTo>
                  <a:pt x="65519" y="370332"/>
                </a:lnTo>
                <a:lnTo>
                  <a:pt x="27419" y="364236"/>
                </a:lnTo>
                <a:lnTo>
                  <a:pt x="15227" y="333756"/>
                </a:lnTo>
                <a:lnTo>
                  <a:pt x="15227" y="323088"/>
                </a:lnTo>
                <a:lnTo>
                  <a:pt x="7607" y="323088"/>
                </a:lnTo>
                <a:lnTo>
                  <a:pt x="7607" y="463296"/>
                </a:lnTo>
                <a:lnTo>
                  <a:pt x="15227" y="463296"/>
                </a:lnTo>
                <a:lnTo>
                  <a:pt x="15227" y="443484"/>
                </a:lnTo>
                <a:lnTo>
                  <a:pt x="16751" y="435864"/>
                </a:lnTo>
                <a:lnTo>
                  <a:pt x="53860" y="416102"/>
                </a:lnTo>
                <a:lnTo>
                  <a:pt x="277355" y="416052"/>
                </a:lnTo>
                <a:lnTo>
                  <a:pt x="290817" y="416344"/>
                </a:lnTo>
                <a:lnTo>
                  <a:pt x="326821" y="441629"/>
                </a:lnTo>
                <a:lnTo>
                  <a:pt x="327647" y="451104"/>
                </a:lnTo>
                <a:lnTo>
                  <a:pt x="327647" y="463296"/>
                </a:lnTo>
                <a:lnTo>
                  <a:pt x="335267" y="463296"/>
                </a:lnTo>
                <a:lnTo>
                  <a:pt x="335267" y="323088"/>
                </a:lnTo>
                <a:close/>
              </a:path>
              <a:path extrusionOk="0" h="463550" w="342900">
                <a:moveTo>
                  <a:pt x="342900" y="134112"/>
                </a:moveTo>
                <a:lnTo>
                  <a:pt x="337375" y="92964"/>
                </a:lnTo>
                <a:lnTo>
                  <a:pt x="321551" y="56388"/>
                </a:lnTo>
                <a:lnTo>
                  <a:pt x="295262" y="25908"/>
                </a:lnTo>
                <a:lnTo>
                  <a:pt x="257556" y="0"/>
                </a:lnTo>
                <a:lnTo>
                  <a:pt x="254495" y="7620"/>
                </a:lnTo>
                <a:lnTo>
                  <a:pt x="272478" y="21323"/>
                </a:lnTo>
                <a:lnTo>
                  <a:pt x="287464" y="34861"/>
                </a:lnTo>
                <a:lnTo>
                  <a:pt x="313842" y="73202"/>
                </a:lnTo>
                <a:lnTo>
                  <a:pt x="321551" y="117348"/>
                </a:lnTo>
                <a:lnTo>
                  <a:pt x="320408" y="135064"/>
                </a:lnTo>
                <a:lnTo>
                  <a:pt x="303276" y="181356"/>
                </a:lnTo>
                <a:lnTo>
                  <a:pt x="269621" y="216293"/>
                </a:lnTo>
                <a:lnTo>
                  <a:pt x="217919" y="235648"/>
                </a:lnTo>
                <a:lnTo>
                  <a:pt x="176771" y="239268"/>
                </a:lnTo>
                <a:lnTo>
                  <a:pt x="150507" y="238175"/>
                </a:lnTo>
                <a:lnTo>
                  <a:pt x="105410" y="230276"/>
                </a:lnTo>
                <a:lnTo>
                  <a:pt x="69735" y="215455"/>
                </a:lnTo>
                <a:lnTo>
                  <a:pt x="33528" y="182880"/>
                </a:lnTo>
                <a:lnTo>
                  <a:pt x="17881" y="140665"/>
                </a:lnTo>
                <a:lnTo>
                  <a:pt x="16764" y="124968"/>
                </a:lnTo>
                <a:lnTo>
                  <a:pt x="18186" y="106349"/>
                </a:lnTo>
                <a:lnTo>
                  <a:pt x="39624" y="57912"/>
                </a:lnTo>
                <a:lnTo>
                  <a:pt x="89128" y="24485"/>
                </a:lnTo>
                <a:lnTo>
                  <a:pt x="112776" y="16764"/>
                </a:lnTo>
                <a:lnTo>
                  <a:pt x="112776" y="9144"/>
                </a:lnTo>
                <a:lnTo>
                  <a:pt x="0" y="16764"/>
                </a:lnTo>
                <a:lnTo>
                  <a:pt x="0" y="24384"/>
                </a:lnTo>
                <a:lnTo>
                  <a:pt x="7620" y="25908"/>
                </a:lnTo>
                <a:lnTo>
                  <a:pt x="13716" y="28956"/>
                </a:lnTo>
                <a:lnTo>
                  <a:pt x="21336" y="36576"/>
                </a:lnTo>
                <a:lnTo>
                  <a:pt x="22860" y="39624"/>
                </a:lnTo>
                <a:lnTo>
                  <a:pt x="22860" y="47244"/>
                </a:lnTo>
                <a:lnTo>
                  <a:pt x="21336" y="51816"/>
                </a:lnTo>
                <a:lnTo>
                  <a:pt x="16764" y="57912"/>
                </a:lnTo>
                <a:lnTo>
                  <a:pt x="9639" y="75298"/>
                </a:lnTo>
                <a:lnTo>
                  <a:pt x="4381" y="92964"/>
                </a:lnTo>
                <a:lnTo>
                  <a:pt x="1117" y="110642"/>
                </a:lnTo>
                <a:lnTo>
                  <a:pt x="0" y="128016"/>
                </a:lnTo>
                <a:lnTo>
                  <a:pt x="1422" y="150329"/>
                </a:lnTo>
                <a:lnTo>
                  <a:pt x="12852" y="192100"/>
                </a:lnTo>
                <a:lnTo>
                  <a:pt x="35433" y="230124"/>
                </a:lnTo>
                <a:lnTo>
                  <a:pt x="67437" y="259842"/>
                </a:lnTo>
                <a:lnTo>
                  <a:pt x="107772" y="281279"/>
                </a:lnTo>
                <a:lnTo>
                  <a:pt x="152438" y="292709"/>
                </a:lnTo>
                <a:lnTo>
                  <a:pt x="176771" y="294132"/>
                </a:lnTo>
                <a:lnTo>
                  <a:pt x="205854" y="291896"/>
                </a:lnTo>
                <a:lnTo>
                  <a:pt x="258864" y="274853"/>
                </a:lnTo>
                <a:lnTo>
                  <a:pt x="308813" y="235699"/>
                </a:lnTo>
                <a:lnTo>
                  <a:pt x="339153" y="172745"/>
                </a:lnTo>
                <a:lnTo>
                  <a:pt x="342900" y="1341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0" name="Google Shape;1560;p29"/>
          <p:cNvGrpSpPr/>
          <p:nvPr/>
        </p:nvGrpSpPr>
        <p:grpSpPr>
          <a:xfrm>
            <a:off x="1135379" y="5824727"/>
            <a:ext cx="350520" cy="1521460"/>
            <a:chOff x="1135379" y="5824727"/>
            <a:chExt cx="350520" cy="1521460"/>
          </a:xfrm>
        </p:grpSpPr>
        <p:sp>
          <p:nvSpPr>
            <p:cNvPr id="1561" name="Google Shape;1561;p29"/>
            <p:cNvSpPr/>
            <p:nvPr/>
          </p:nvSpPr>
          <p:spPr>
            <a:xfrm>
              <a:off x="1142999" y="7051547"/>
              <a:ext cx="342900" cy="294640"/>
            </a:xfrm>
            <a:custGeom>
              <a:rect b="b" l="l" r="r" t="t"/>
              <a:pathLst>
                <a:path extrusionOk="0" h="294640" w="342900">
                  <a:moveTo>
                    <a:pt x="176783" y="294132"/>
                  </a:moveTo>
                  <a:lnTo>
                    <a:pt x="129539" y="288417"/>
                  </a:lnTo>
                  <a:lnTo>
                    <a:pt x="86868" y="271272"/>
                  </a:lnTo>
                  <a:lnTo>
                    <a:pt x="50292" y="246126"/>
                  </a:lnTo>
                  <a:lnTo>
                    <a:pt x="22859" y="211836"/>
                  </a:lnTo>
                  <a:lnTo>
                    <a:pt x="5715" y="171640"/>
                  </a:lnTo>
                  <a:lnTo>
                    <a:pt x="0" y="128016"/>
                  </a:lnTo>
                  <a:lnTo>
                    <a:pt x="1119" y="110632"/>
                  </a:lnTo>
                  <a:lnTo>
                    <a:pt x="4381" y="92964"/>
                  </a:lnTo>
                  <a:lnTo>
                    <a:pt x="9644" y="75295"/>
                  </a:lnTo>
                  <a:lnTo>
                    <a:pt x="16764" y="57912"/>
                  </a:lnTo>
                  <a:lnTo>
                    <a:pt x="21336" y="51816"/>
                  </a:lnTo>
                  <a:lnTo>
                    <a:pt x="22859" y="47244"/>
                  </a:lnTo>
                  <a:lnTo>
                    <a:pt x="22859" y="39624"/>
                  </a:lnTo>
                  <a:lnTo>
                    <a:pt x="21336" y="36576"/>
                  </a:lnTo>
                  <a:lnTo>
                    <a:pt x="13716" y="28956"/>
                  </a:lnTo>
                  <a:lnTo>
                    <a:pt x="7620" y="25908"/>
                  </a:lnTo>
                  <a:lnTo>
                    <a:pt x="0" y="24384"/>
                  </a:lnTo>
                  <a:lnTo>
                    <a:pt x="0" y="16764"/>
                  </a:lnTo>
                  <a:lnTo>
                    <a:pt x="112775" y="9144"/>
                  </a:lnTo>
                  <a:lnTo>
                    <a:pt x="112775" y="16764"/>
                  </a:lnTo>
                  <a:lnTo>
                    <a:pt x="89130" y="24479"/>
                  </a:lnTo>
                  <a:lnTo>
                    <a:pt x="68770" y="33909"/>
                  </a:lnTo>
                  <a:lnTo>
                    <a:pt x="29622" y="73104"/>
                  </a:lnTo>
                  <a:lnTo>
                    <a:pt x="16764" y="124968"/>
                  </a:lnTo>
                  <a:lnTo>
                    <a:pt x="17883" y="140660"/>
                  </a:lnTo>
                  <a:lnTo>
                    <a:pt x="33528" y="182879"/>
                  </a:lnTo>
                  <a:lnTo>
                    <a:pt x="69746" y="215455"/>
                  </a:lnTo>
                  <a:lnTo>
                    <a:pt x="105417" y="230266"/>
                  </a:lnTo>
                  <a:lnTo>
                    <a:pt x="150518" y="238172"/>
                  </a:lnTo>
                  <a:lnTo>
                    <a:pt x="176783" y="239267"/>
                  </a:lnTo>
                  <a:lnTo>
                    <a:pt x="197929" y="238386"/>
                  </a:lnTo>
                  <a:lnTo>
                    <a:pt x="236791" y="230909"/>
                  </a:lnTo>
                  <a:lnTo>
                    <a:pt x="282892" y="206692"/>
                  </a:lnTo>
                  <a:lnTo>
                    <a:pt x="311276" y="167068"/>
                  </a:lnTo>
                  <a:lnTo>
                    <a:pt x="321563" y="117348"/>
                  </a:lnTo>
                  <a:lnTo>
                    <a:pt x="320706" y="101679"/>
                  </a:lnTo>
                  <a:lnTo>
                    <a:pt x="307848" y="60960"/>
                  </a:lnTo>
                  <a:lnTo>
                    <a:pt x="272486" y="21312"/>
                  </a:lnTo>
                  <a:lnTo>
                    <a:pt x="254507" y="7620"/>
                  </a:lnTo>
                  <a:lnTo>
                    <a:pt x="257556" y="0"/>
                  </a:lnTo>
                  <a:lnTo>
                    <a:pt x="295274" y="25908"/>
                  </a:lnTo>
                  <a:lnTo>
                    <a:pt x="321563" y="56388"/>
                  </a:lnTo>
                  <a:lnTo>
                    <a:pt x="337375" y="92964"/>
                  </a:lnTo>
                  <a:lnTo>
                    <a:pt x="342900" y="134112"/>
                  </a:lnTo>
                  <a:lnTo>
                    <a:pt x="339161" y="172735"/>
                  </a:lnTo>
                  <a:lnTo>
                    <a:pt x="308824" y="235696"/>
                  </a:lnTo>
                  <a:lnTo>
                    <a:pt x="258865" y="274843"/>
                  </a:lnTo>
                  <a:lnTo>
                    <a:pt x="205859" y="291893"/>
                  </a:lnTo>
                  <a:lnTo>
                    <a:pt x="176783" y="29413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62" name="Google Shape;1562;p2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51203" y="6665976"/>
              <a:ext cx="233172" cy="3627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3" name="Google Shape;1563;p2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51394" y="6429756"/>
              <a:ext cx="232827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64" name="Google Shape;1564;p29"/>
            <p:cNvSpPr/>
            <p:nvPr/>
          </p:nvSpPr>
          <p:spPr>
            <a:xfrm>
              <a:off x="1184147" y="6292595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80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66700" y="27431"/>
                  </a:lnTo>
                  <a:lnTo>
                    <a:pt x="263652" y="21335"/>
                  </a:lnTo>
                  <a:lnTo>
                    <a:pt x="254507" y="12191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72795" y="94487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65" name="Google Shape;1565;p2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51203" y="6088380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66" name="Google Shape;1566;p29"/>
            <p:cNvSpPr/>
            <p:nvPr/>
          </p:nvSpPr>
          <p:spPr>
            <a:xfrm>
              <a:off x="1135379" y="5824727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296965" y="34409"/>
                  </a:lnTo>
                  <a:lnTo>
                    <a:pt x="303275" y="33528"/>
                  </a:lnTo>
                  <a:lnTo>
                    <a:pt x="312419" y="30480"/>
                  </a:lnTo>
                  <a:lnTo>
                    <a:pt x="313943" y="27432"/>
                  </a:lnTo>
                  <a:lnTo>
                    <a:pt x="316991" y="25908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7451" y="74676"/>
                  </a:lnTo>
                  <a:lnTo>
                    <a:pt x="61912" y="74866"/>
                  </a:lnTo>
                  <a:lnTo>
                    <a:pt x="52030" y="75318"/>
                  </a:lnTo>
                  <a:lnTo>
                    <a:pt x="46402" y="76104"/>
                  </a:lnTo>
                  <a:lnTo>
                    <a:pt x="46100" y="76104"/>
                  </a:lnTo>
                  <a:lnTo>
                    <a:pt x="39623" y="77724"/>
                  </a:lnTo>
                  <a:lnTo>
                    <a:pt x="36576" y="79248"/>
                  </a:lnTo>
                  <a:lnTo>
                    <a:pt x="32004" y="8382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1551"/>
                  </a:lnTo>
                  <a:lnTo>
                    <a:pt x="155447" y="199644"/>
                  </a:lnTo>
                  <a:lnTo>
                    <a:pt x="125348" y="165354"/>
                  </a:lnTo>
                  <a:lnTo>
                    <a:pt x="115843" y="122110"/>
                  </a:lnTo>
                  <a:lnTo>
                    <a:pt x="115823" y="121920"/>
                  </a:lnTo>
                  <a:lnTo>
                    <a:pt x="116886" y="109728"/>
                  </a:lnTo>
                  <a:lnTo>
                    <a:pt x="116990" y="108537"/>
                  </a:lnTo>
                  <a:lnTo>
                    <a:pt x="120586" y="96012"/>
                  </a:lnTo>
                  <a:lnTo>
                    <a:pt x="126753" y="84629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6104"/>
                  </a:lnTo>
                  <a:lnTo>
                    <a:pt x="172592" y="78105"/>
                  </a:lnTo>
                  <a:lnTo>
                    <a:pt x="137159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49352" y="163068"/>
                  </a:lnTo>
                  <a:lnTo>
                    <a:pt x="199929" y="182999"/>
                  </a:lnTo>
                  <a:lnTo>
                    <a:pt x="222503" y="184404"/>
                  </a:lnTo>
                  <a:lnTo>
                    <a:pt x="333777" y="184404"/>
                  </a:lnTo>
                  <a:lnTo>
                    <a:pt x="331636" y="187761"/>
                  </a:lnTo>
                  <a:lnTo>
                    <a:pt x="318515" y="201168"/>
                  </a:lnTo>
                  <a:lnTo>
                    <a:pt x="302513" y="213169"/>
                  </a:lnTo>
                  <a:lnTo>
                    <a:pt x="284225" y="221742"/>
                  </a:lnTo>
                  <a:lnTo>
                    <a:pt x="263747" y="226861"/>
                  </a:lnTo>
                  <a:lnTo>
                    <a:pt x="263969" y="226861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3777" y="184404"/>
                  </a:moveTo>
                  <a:lnTo>
                    <a:pt x="222503" y="184404"/>
                  </a:lnTo>
                  <a:lnTo>
                    <a:pt x="245316" y="182999"/>
                  </a:lnTo>
                  <a:lnTo>
                    <a:pt x="265556" y="178879"/>
                  </a:lnTo>
                  <a:lnTo>
                    <a:pt x="308300" y="152495"/>
                  </a:lnTo>
                  <a:lnTo>
                    <a:pt x="323088" y="117348"/>
                  </a:lnTo>
                  <a:lnTo>
                    <a:pt x="321723" y="106680"/>
                  </a:lnTo>
                  <a:lnTo>
                    <a:pt x="321659" y="106179"/>
                  </a:lnTo>
                  <a:lnTo>
                    <a:pt x="317372" y="95440"/>
                  </a:lnTo>
                  <a:lnTo>
                    <a:pt x="310229" y="84986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6680"/>
                  </a:lnTo>
                  <a:lnTo>
                    <a:pt x="348996" y="138684"/>
                  </a:lnTo>
                  <a:lnTo>
                    <a:pt x="347019" y="156376"/>
                  </a:lnTo>
                  <a:lnTo>
                    <a:pt x="341185" y="172783"/>
                  </a:lnTo>
                  <a:lnTo>
                    <a:pt x="333777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7" name="Google Shape;1567;p29"/>
          <p:cNvSpPr/>
          <p:nvPr/>
        </p:nvSpPr>
        <p:spPr>
          <a:xfrm>
            <a:off x="1135367" y="4829556"/>
            <a:ext cx="349250" cy="871855"/>
          </a:xfrm>
          <a:custGeom>
            <a:rect b="b" l="l" r="r" t="t"/>
            <a:pathLst>
              <a:path extrusionOk="0" h="871854" w="349250">
                <a:moveTo>
                  <a:pt x="48780" y="441960"/>
                </a:moveTo>
                <a:lnTo>
                  <a:pt x="45732" y="435864"/>
                </a:lnTo>
                <a:lnTo>
                  <a:pt x="36588" y="426720"/>
                </a:lnTo>
                <a:lnTo>
                  <a:pt x="30492" y="423672"/>
                </a:lnTo>
                <a:lnTo>
                  <a:pt x="16776" y="423672"/>
                </a:lnTo>
                <a:lnTo>
                  <a:pt x="12204" y="426720"/>
                </a:lnTo>
                <a:lnTo>
                  <a:pt x="7632" y="431292"/>
                </a:lnTo>
                <a:lnTo>
                  <a:pt x="1524" y="435864"/>
                </a:lnTo>
                <a:lnTo>
                  <a:pt x="0" y="441960"/>
                </a:lnTo>
                <a:lnTo>
                  <a:pt x="0" y="455676"/>
                </a:lnTo>
                <a:lnTo>
                  <a:pt x="1524" y="460248"/>
                </a:lnTo>
                <a:lnTo>
                  <a:pt x="7632" y="464820"/>
                </a:lnTo>
                <a:lnTo>
                  <a:pt x="12204" y="470916"/>
                </a:lnTo>
                <a:lnTo>
                  <a:pt x="16776" y="472440"/>
                </a:lnTo>
                <a:lnTo>
                  <a:pt x="30492" y="472440"/>
                </a:lnTo>
                <a:lnTo>
                  <a:pt x="36588" y="470916"/>
                </a:lnTo>
                <a:lnTo>
                  <a:pt x="41160" y="464820"/>
                </a:lnTo>
                <a:lnTo>
                  <a:pt x="45732" y="460248"/>
                </a:lnTo>
                <a:lnTo>
                  <a:pt x="48780" y="454152"/>
                </a:lnTo>
                <a:lnTo>
                  <a:pt x="48780" y="441960"/>
                </a:lnTo>
                <a:close/>
              </a:path>
              <a:path extrusionOk="0" h="871854" w="349250">
                <a:moveTo>
                  <a:pt x="342900" y="0"/>
                </a:moveTo>
                <a:lnTo>
                  <a:pt x="335280" y="0"/>
                </a:lnTo>
                <a:lnTo>
                  <a:pt x="335280" y="10668"/>
                </a:lnTo>
                <a:lnTo>
                  <a:pt x="333756" y="16764"/>
                </a:lnTo>
                <a:lnTo>
                  <a:pt x="332232" y="21336"/>
                </a:lnTo>
                <a:lnTo>
                  <a:pt x="329184" y="25908"/>
                </a:lnTo>
                <a:lnTo>
                  <a:pt x="326136" y="27432"/>
                </a:lnTo>
                <a:lnTo>
                  <a:pt x="321564" y="28956"/>
                </a:lnTo>
                <a:lnTo>
                  <a:pt x="317042" y="30962"/>
                </a:lnTo>
                <a:lnTo>
                  <a:pt x="310515" y="32385"/>
                </a:lnTo>
                <a:lnTo>
                  <a:pt x="302285" y="33248"/>
                </a:lnTo>
                <a:lnTo>
                  <a:pt x="292608" y="33528"/>
                </a:lnTo>
                <a:lnTo>
                  <a:pt x="214884" y="33528"/>
                </a:lnTo>
                <a:lnTo>
                  <a:pt x="196011" y="33820"/>
                </a:lnTo>
                <a:lnTo>
                  <a:pt x="147929" y="41846"/>
                </a:lnTo>
                <a:lnTo>
                  <a:pt x="118300" y="72771"/>
                </a:lnTo>
                <a:lnTo>
                  <a:pt x="115824" y="89916"/>
                </a:lnTo>
                <a:lnTo>
                  <a:pt x="116382" y="97917"/>
                </a:lnTo>
                <a:lnTo>
                  <a:pt x="137350" y="140398"/>
                </a:lnTo>
                <a:lnTo>
                  <a:pt x="161544" y="164592"/>
                </a:lnTo>
                <a:lnTo>
                  <a:pt x="0" y="164592"/>
                </a:lnTo>
                <a:lnTo>
                  <a:pt x="0" y="175260"/>
                </a:lnTo>
                <a:lnTo>
                  <a:pt x="27432" y="239268"/>
                </a:lnTo>
                <a:lnTo>
                  <a:pt x="35052" y="236220"/>
                </a:lnTo>
                <a:lnTo>
                  <a:pt x="32004" y="228600"/>
                </a:lnTo>
                <a:lnTo>
                  <a:pt x="30480" y="224028"/>
                </a:lnTo>
                <a:lnTo>
                  <a:pt x="30480" y="216408"/>
                </a:lnTo>
                <a:lnTo>
                  <a:pt x="33528" y="210312"/>
                </a:lnTo>
                <a:lnTo>
                  <a:pt x="92964" y="204216"/>
                </a:lnTo>
                <a:lnTo>
                  <a:pt x="302069" y="204266"/>
                </a:lnTo>
                <a:lnTo>
                  <a:pt x="330708" y="214884"/>
                </a:lnTo>
                <a:lnTo>
                  <a:pt x="333756" y="219456"/>
                </a:lnTo>
                <a:lnTo>
                  <a:pt x="335280" y="227076"/>
                </a:lnTo>
                <a:lnTo>
                  <a:pt x="335280" y="237744"/>
                </a:lnTo>
                <a:lnTo>
                  <a:pt x="342900" y="237744"/>
                </a:lnTo>
                <a:lnTo>
                  <a:pt x="342900" y="129540"/>
                </a:lnTo>
                <a:lnTo>
                  <a:pt x="335280" y="129540"/>
                </a:lnTo>
                <a:lnTo>
                  <a:pt x="335280" y="140208"/>
                </a:lnTo>
                <a:lnTo>
                  <a:pt x="333756" y="147828"/>
                </a:lnTo>
                <a:lnTo>
                  <a:pt x="330708" y="152400"/>
                </a:lnTo>
                <a:lnTo>
                  <a:pt x="329184" y="156972"/>
                </a:lnTo>
                <a:lnTo>
                  <a:pt x="326136" y="160020"/>
                </a:lnTo>
                <a:lnTo>
                  <a:pt x="317906" y="162674"/>
                </a:lnTo>
                <a:lnTo>
                  <a:pt x="311658" y="163639"/>
                </a:lnTo>
                <a:lnTo>
                  <a:pt x="303136" y="164338"/>
                </a:lnTo>
                <a:lnTo>
                  <a:pt x="292608" y="164592"/>
                </a:lnTo>
                <a:lnTo>
                  <a:pt x="176784" y="164592"/>
                </a:lnTo>
                <a:lnTo>
                  <a:pt x="167601" y="155740"/>
                </a:lnTo>
                <a:lnTo>
                  <a:pt x="160401" y="147447"/>
                </a:lnTo>
                <a:lnTo>
                  <a:pt x="154927" y="139738"/>
                </a:lnTo>
                <a:lnTo>
                  <a:pt x="150876" y="132588"/>
                </a:lnTo>
                <a:lnTo>
                  <a:pt x="146304" y="124968"/>
                </a:lnTo>
                <a:lnTo>
                  <a:pt x="144780" y="115824"/>
                </a:lnTo>
                <a:lnTo>
                  <a:pt x="144780" y="100584"/>
                </a:lnTo>
                <a:lnTo>
                  <a:pt x="146304" y="94488"/>
                </a:lnTo>
                <a:lnTo>
                  <a:pt x="150876" y="88392"/>
                </a:lnTo>
                <a:lnTo>
                  <a:pt x="153924" y="82296"/>
                </a:lnTo>
                <a:lnTo>
                  <a:pt x="198297" y="73418"/>
                </a:lnTo>
                <a:lnTo>
                  <a:pt x="214884" y="73152"/>
                </a:lnTo>
                <a:lnTo>
                  <a:pt x="315468" y="73152"/>
                </a:lnTo>
                <a:lnTo>
                  <a:pt x="321564" y="74676"/>
                </a:lnTo>
                <a:lnTo>
                  <a:pt x="327660" y="77724"/>
                </a:lnTo>
                <a:lnTo>
                  <a:pt x="330708" y="82296"/>
                </a:lnTo>
                <a:lnTo>
                  <a:pt x="333756" y="85344"/>
                </a:lnTo>
                <a:lnTo>
                  <a:pt x="335280" y="92964"/>
                </a:lnTo>
                <a:lnTo>
                  <a:pt x="335280" y="108204"/>
                </a:lnTo>
                <a:lnTo>
                  <a:pt x="342900" y="108204"/>
                </a:lnTo>
                <a:lnTo>
                  <a:pt x="342900" y="0"/>
                </a:lnTo>
                <a:close/>
              </a:path>
              <a:path extrusionOk="0" h="871854" w="349250">
                <a:moveTo>
                  <a:pt x="342912" y="394716"/>
                </a:moveTo>
                <a:lnTo>
                  <a:pt x="335292" y="394716"/>
                </a:lnTo>
                <a:lnTo>
                  <a:pt x="335292" y="405384"/>
                </a:lnTo>
                <a:lnTo>
                  <a:pt x="333768" y="413004"/>
                </a:lnTo>
                <a:lnTo>
                  <a:pt x="292620" y="428244"/>
                </a:lnTo>
                <a:lnTo>
                  <a:pt x="115836" y="428244"/>
                </a:lnTo>
                <a:lnTo>
                  <a:pt x="115836" y="438912"/>
                </a:lnTo>
                <a:lnTo>
                  <a:pt x="143268" y="502920"/>
                </a:lnTo>
                <a:lnTo>
                  <a:pt x="150888" y="499872"/>
                </a:lnTo>
                <a:lnTo>
                  <a:pt x="147840" y="493776"/>
                </a:lnTo>
                <a:lnTo>
                  <a:pt x="147840" y="477012"/>
                </a:lnTo>
                <a:lnTo>
                  <a:pt x="152412" y="472440"/>
                </a:lnTo>
                <a:lnTo>
                  <a:pt x="155460" y="470916"/>
                </a:lnTo>
                <a:lnTo>
                  <a:pt x="161556" y="469392"/>
                </a:lnTo>
                <a:lnTo>
                  <a:pt x="168071" y="469163"/>
                </a:lnTo>
                <a:lnTo>
                  <a:pt x="178308" y="468630"/>
                </a:lnTo>
                <a:lnTo>
                  <a:pt x="191985" y="468109"/>
                </a:lnTo>
                <a:lnTo>
                  <a:pt x="208800" y="467868"/>
                </a:lnTo>
                <a:lnTo>
                  <a:pt x="292620" y="467868"/>
                </a:lnTo>
                <a:lnTo>
                  <a:pt x="301205" y="468109"/>
                </a:lnTo>
                <a:lnTo>
                  <a:pt x="301790" y="468109"/>
                </a:lnTo>
                <a:lnTo>
                  <a:pt x="335292" y="490728"/>
                </a:lnTo>
                <a:lnTo>
                  <a:pt x="335292" y="501396"/>
                </a:lnTo>
                <a:lnTo>
                  <a:pt x="342912" y="501396"/>
                </a:lnTo>
                <a:lnTo>
                  <a:pt x="342912" y="467868"/>
                </a:lnTo>
                <a:lnTo>
                  <a:pt x="342912" y="394716"/>
                </a:lnTo>
                <a:close/>
              </a:path>
              <a:path extrusionOk="0" h="871854" w="349250">
                <a:moveTo>
                  <a:pt x="345960" y="300228"/>
                </a:moveTo>
                <a:lnTo>
                  <a:pt x="326542" y="259892"/>
                </a:lnTo>
                <a:lnTo>
                  <a:pt x="297192" y="242316"/>
                </a:lnTo>
                <a:lnTo>
                  <a:pt x="297192" y="252984"/>
                </a:lnTo>
                <a:lnTo>
                  <a:pt x="303276" y="256032"/>
                </a:lnTo>
                <a:lnTo>
                  <a:pt x="312432" y="265176"/>
                </a:lnTo>
                <a:lnTo>
                  <a:pt x="315480" y="271272"/>
                </a:lnTo>
                <a:lnTo>
                  <a:pt x="317004" y="275844"/>
                </a:lnTo>
                <a:lnTo>
                  <a:pt x="317004" y="288036"/>
                </a:lnTo>
                <a:lnTo>
                  <a:pt x="280428" y="303276"/>
                </a:lnTo>
                <a:lnTo>
                  <a:pt x="137172" y="303276"/>
                </a:lnTo>
                <a:lnTo>
                  <a:pt x="137172" y="252984"/>
                </a:lnTo>
                <a:lnTo>
                  <a:pt x="121932" y="252984"/>
                </a:lnTo>
                <a:lnTo>
                  <a:pt x="121932" y="303276"/>
                </a:lnTo>
                <a:lnTo>
                  <a:pt x="48780" y="303276"/>
                </a:lnTo>
                <a:lnTo>
                  <a:pt x="48780" y="309372"/>
                </a:lnTo>
                <a:lnTo>
                  <a:pt x="90919" y="331876"/>
                </a:lnTo>
                <a:lnTo>
                  <a:pt x="122885" y="365379"/>
                </a:lnTo>
                <a:lnTo>
                  <a:pt x="129552" y="377952"/>
                </a:lnTo>
                <a:lnTo>
                  <a:pt x="137172" y="377952"/>
                </a:lnTo>
                <a:lnTo>
                  <a:pt x="137172" y="342900"/>
                </a:lnTo>
                <a:lnTo>
                  <a:pt x="286512" y="342900"/>
                </a:lnTo>
                <a:lnTo>
                  <a:pt x="297357" y="342620"/>
                </a:lnTo>
                <a:lnTo>
                  <a:pt x="335292" y="329184"/>
                </a:lnTo>
                <a:lnTo>
                  <a:pt x="339852" y="321564"/>
                </a:lnTo>
                <a:lnTo>
                  <a:pt x="344436" y="315468"/>
                </a:lnTo>
                <a:lnTo>
                  <a:pt x="345960" y="307848"/>
                </a:lnTo>
                <a:lnTo>
                  <a:pt x="345960" y="300228"/>
                </a:lnTo>
                <a:close/>
              </a:path>
              <a:path extrusionOk="0" h="871854" w="349250">
                <a:moveTo>
                  <a:pt x="349008" y="629412"/>
                </a:moveTo>
                <a:lnTo>
                  <a:pt x="158508" y="556260"/>
                </a:lnTo>
                <a:lnTo>
                  <a:pt x="129552" y="525780"/>
                </a:lnTo>
                <a:lnTo>
                  <a:pt x="121932" y="525780"/>
                </a:lnTo>
                <a:lnTo>
                  <a:pt x="121932" y="592836"/>
                </a:lnTo>
                <a:lnTo>
                  <a:pt x="129552" y="592836"/>
                </a:lnTo>
                <a:lnTo>
                  <a:pt x="129552" y="583692"/>
                </a:lnTo>
                <a:lnTo>
                  <a:pt x="131076" y="577596"/>
                </a:lnTo>
                <a:lnTo>
                  <a:pt x="134124" y="574548"/>
                </a:lnTo>
                <a:lnTo>
                  <a:pt x="135648" y="571500"/>
                </a:lnTo>
                <a:lnTo>
                  <a:pt x="138696" y="569976"/>
                </a:lnTo>
                <a:lnTo>
                  <a:pt x="147840" y="569976"/>
                </a:lnTo>
                <a:lnTo>
                  <a:pt x="153936" y="571500"/>
                </a:lnTo>
                <a:lnTo>
                  <a:pt x="163080" y="574548"/>
                </a:lnTo>
                <a:lnTo>
                  <a:pt x="283476" y="620268"/>
                </a:lnTo>
                <a:lnTo>
                  <a:pt x="158508" y="672084"/>
                </a:lnTo>
                <a:lnTo>
                  <a:pt x="155460" y="673608"/>
                </a:lnTo>
                <a:lnTo>
                  <a:pt x="143268" y="673608"/>
                </a:lnTo>
                <a:lnTo>
                  <a:pt x="138696" y="672084"/>
                </a:lnTo>
                <a:lnTo>
                  <a:pt x="129552" y="643128"/>
                </a:lnTo>
                <a:lnTo>
                  <a:pt x="121932" y="643128"/>
                </a:lnTo>
                <a:lnTo>
                  <a:pt x="121932" y="748284"/>
                </a:lnTo>
                <a:lnTo>
                  <a:pt x="129552" y="748284"/>
                </a:lnTo>
                <a:lnTo>
                  <a:pt x="129552" y="739140"/>
                </a:lnTo>
                <a:lnTo>
                  <a:pt x="131076" y="733044"/>
                </a:lnTo>
                <a:lnTo>
                  <a:pt x="185940" y="701040"/>
                </a:lnTo>
                <a:lnTo>
                  <a:pt x="286524" y="746760"/>
                </a:lnTo>
                <a:lnTo>
                  <a:pt x="155460" y="798576"/>
                </a:lnTo>
                <a:lnTo>
                  <a:pt x="137172" y="798576"/>
                </a:lnTo>
                <a:lnTo>
                  <a:pt x="131076" y="792480"/>
                </a:lnTo>
                <a:lnTo>
                  <a:pt x="129552" y="786384"/>
                </a:lnTo>
                <a:lnTo>
                  <a:pt x="129552" y="778764"/>
                </a:lnTo>
                <a:lnTo>
                  <a:pt x="121932" y="778764"/>
                </a:lnTo>
                <a:lnTo>
                  <a:pt x="121932" y="871728"/>
                </a:lnTo>
                <a:lnTo>
                  <a:pt x="129552" y="871728"/>
                </a:lnTo>
                <a:lnTo>
                  <a:pt x="131076" y="862584"/>
                </a:lnTo>
                <a:lnTo>
                  <a:pt x="134124" y="854964"/>
                </a:lnTo>
                <a:lnTo>
                  <a:pt x="349008" y="765048"/>
                </a:lnTo>
                <a:lnTo>
                  <a:pt x="349008" y="760476"/>
                </a:lnTo>
                <a:lnTo>
                  <a:pt x="205752" y="693420"/>
                </a:lnTo>
                <a:lnTo>
                  <a:pt x="349008" y="637032"/>
                </a:lnTo>
                <a:lnTo>
                  <a:pt x="349008" y="6294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8" name="Google Shape;1568;p29"/>
          <p:cNvGrpSpPr/>
          <p:nvPr/>
        </p:nvGrpSpPr>
        <p:grpSpPr>
          <a:xfrm>
            <a:off x="1135367" y="1362456"/>
            <a:ext cx="448067" cy="3322318"/>
            <a:chOff x="1135367" y="1362456"/>
            <a:chExt cx="448067" cy="3322318"/>
          </a:xfrm>
        </p:grpSpPr>
        <p:pic>
          <p:nvPicPr>
            <p:cNvPr id="1569" name="Google Shape;1569;p2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142999" y="2718815"/>
              <a:ext cx="440435" cy="19659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70" name="Google Shape;1570;p29"/>
            <p:cNvSpPr/>
            <p:nvPr/>
          </p:nvSpPr>
          <p:spPr>
            <a:xfrm>
              <a:off x="1135367" y="1831848"/>
              <a:ext cx="349250" cy="883919"/>
            </a:xfrm>
            <a:custGeom>
              <a:rect b="b" l="l" r="r" t="t"/>
              <a:pathLst>
                <a:path extrusionOk="0" h="883919" w="349250">
                  <a:moveTo>
                    <a:pt x="48780" y="304800"/>
                  </a:moveTo>
                  <a:lnTo>
                    <a:pt x="45732" y="298704"/>
                  </a:lnTo>
                  <a:lnTo>
                    <a:pt x="36588" y="289560"/>
                  </a:lnTo>
                  <a:lnTo>
                    <a:pt x="30492" y="286512"/>
                  </a:lnTo>
                  <a:lnTo>
                    <a:pt x="16776" y="286512"/>
                  </a:lnTo>
                  <a:lnTo>
                    <a:pt x="12204" y="289560"/>
                  </a:lnTo>
                  <a:lnTo>
                    <a:pt x="7632" y="294132"/>
                  </a:lnTo>
                  <a:lnTo>
                    <a:pt x="1524" y="298704"/>
                  </a:lnTo>
                  <a:lnTo>
                    <a:pt x="0" y="304800"/>
                  </a:lnTo>
                  <a:lnTo>
                    <a:pt x="0" y="318516"/>
                  </a:lnTo>
                  <a:lnTo>
                    <a:pt x="1524" y="323088"/>
                  </a:lnTo>
                  <a:lnTo>
                    <a:pt x="12204" y="333756"/>
                  </a:lnTo>
                  <a:lnTo>
                    <a:pt x="16776" y="335280"/>
                  </a:lnTo>
                  <a:lnTo>
                    <a:pt x="30492" y="335280"/>
                  </a:lnTo>
                  <a:lnTo>
                    <a:pt x="36588" y="333756"/>
                  </a:lnTo>
                  <a:lnTo>
                    <a:pt x="41160" y="327660"/>
                  </a:lnTo>
                  <a:lnTo>
                    <a:pt x="45732" y="323088"/>
                  </a:lnTo>
                  <a:lnTo>
                    <a:pt x="48780" y="318516"/>
                  </a:lnTo>
                  <a:lnTo>
                    <a:pt x="48780" y="304800"/>
                  </a:lnTo>
                  <a:close/>
                </a:path>
                <a:path extrusionOk="0" h="883919" w="349250">
                  <a:moveTo>
                    <a:pt x="249948" y="757428"/>
                  </a:moveTo>
                  <a:lnTo>
                    <a:pt x="211848" y="757428"/>
                  </a:lnTo>
                  <a:lnTo>
                    <a:pt x="211848" y="883920"/>
                  </a:lnTo>
                  <a:lnTo>
                    <a:pt x="249948" y="883920"/>
                  </a:lnTo>
                  <a:lnTo>
                    <a:pt x="249948" y="757428"/>
                  </a:lnTo>
                  <a:close/>
                </a:path>
                <a:path extrusionOk="0" h="883919" w="349250">
                  <a:moveTo>
                    <a:pt x="342900" y="387096"/>
                  </a:moveTo>
                  <a:lnTo>
                    <a:pt x="335280" y="387096"/>
                  </a:lnTo>
                  <a:lnTo>
                    <a:pt x="333832" y="395935"/>
                  </a:lnTo>
                  <a:lnTo>
                    <a:pt x="331660" y="404050"/>
                  </a:lnTo>
                  <a:lnTo>
                    <a:pt x="295897" y="435368"/>
                  </a:lnTo>
                  <a:lnTo>
                    <a:pt x="214884" y="469353"/>
                  </a:lnTo>
                  <a:lnTo>
                    <a:pt x="214884" y="519684"/>
                  </a:lnTo>
                  <a:lnTo>
                    <a:pt x="214884" y="630936"/>
                  </a:lnTo>
                  <a:lnTo>
                    <a:pt x="82296" y="574548"/>
                  </a:lnTo>
                  <a:lnTo>
                    <a:pt x="214884" y="519684"/>
                  </a:lnTo>
                  <a:lnTo>
                    <a:pt x="214884" y="469353"/>
                  </a:lnTo>
                  <a:lnTo>
                    <a:pt x="7620" y="556260"/>
                  </a:lnTo>
                  <a:lnTo>
                    <a:pt x="7620" y="563880"/>
                  </a:lnTo>
                  <a:lnTo>
                    <a:pt x="277368" y="681228"/>
                  </a:lnTo>
                  <a:lnTo>
                    <a:pt x="293992" y="688949"/>
                  </a:lnTo>
                  <a:lnTo>
                    <a:pt x="328422" y="712952"/>
                  </a:lnTo>
                  <a:lnTo>
                    <a:pt x="335280" y="736092"/>
                  </a:lnTo>
                  <a:lnTo>
                    <a:pt x="342900" y="736092"/>
                  </a:lnTo>
                  <a:lnTo>
                    <a:pt x="342900" y="670560"/>
                  </a:lnTo>
                  <a:lnTo>
                    <a:pt x="342900" y="632460"/>
                  </a:lnTo>
                  <a:lnTo>
                    <a:pt x="335280" y="632460"/>
                  </a:lnTo>
                  <a:lnTo>
                    <a:pt x="318516" y="670560"/>
                  </a:lnTo>
                  <a:lnTo>
                    <a:pt x="313944" y="670560"/>
                  </a:lnTo>
                  <a:lnTo>
                    <a:pt x="308571" y="669988"/>
                  </a:lnTo>
                  <a:lnTo>
                    <a:pt x="301752" y="668274"/>
                  </a:lnTo>
                  <a:lnTo>
                    <a:pt x="293801" y="665416"/>
                  </a:lnTo>
                  <a:lnTo>
                    <a:pt x="284988" y="661416"/>
                  </a:lnTo>
                  <a:lnTo>
                    <a:pt x="233172" y="640080"/>
                  </a:lnTo>
                  <a:lnTo>
                    <a:pt x="233172" y="630936"/>
                  </a:lnTo>
                  <a:lnTo>
                    <a:pt x="233172" y="519684"/>
                  </a:lnTo>
                  <a:lnTo>
                    <a:pt x="233172" y="512064"/>
                  </a:lnTo>
                  <a:lnTo>
                    <a:pt x="280416" y="492252"/>
                  </a:lnTo>
                  <a:lnTo>
                    <a:pt x="291236" y="488022"/>
                  </a:lnTo>
                  <a:lnTo>
                    <a:pt x="300609" y="484632"/>
                  </a:lnTo>
                  <a:lnTo>
                    <a:pt x="308279" y="482396"/>
                  </a:lnTo>
                  <a:lnTo>
                    <a:pt x="313944" y="481584"/>
                  </a:lnTo>
                  <a:lnTo>
                    <a:pt x="320040" y="481584"/>
                  </a:lnTo>
                  <a:lnTo>
                    <a:pt x="335280" y="515112"/>
                  </a:lnTo>
                  <a:lnTo>
                    <a:pt x="342900" y="515112"/>
                  </a:lnTo>
                  <a:lnTo>
                    <a:pt x="342900" y="481584"/>
                  </a:lnTo>
                  <a:lnTo>
                    <a:pt x="342900" y="387096"/>
                  </a:lnTo>
                  <a:close/>
                </a:path>
                <a:path extrusionOk="0" h="883919" w="349250">
                  <a:moveTo>
                    <a:pt x="342912" y="257556"/>
                  </a:moveTo>
                  <a:lnTo>
                    <a:pt x="335292" y="257556"/>
                  </a:lnTo>
                  <a:lnTo>
                    <a:pt x="335292" y="268224"/>
                  </a:lnTo>
                  <a:lnTo>
                    <a:pt x="333768" y="275844"/>
                  </a:lnTo>
                  <a:lnTo>
                    <a:pt x="332244" y="278892"/>
                  </a:lnTo>
                  <a:lnTo>
                    <a:pt x="329184" y="283464"/>
                  </a:lnTo>
                  <a:lnTo>
                    <a:pt x="326136" y="286512"/>
                  </a:lnTo>
                  <a:lnTo>
                    <a:pt x="321564" y="288036"/>
                  </a:lnTo>
                  <a:lnTo>
                    <a:pt x="317042" y="289801"/>
                  </a:lnTo>
                  <a:lnTo>
                    <a:pt x="310527" y="290703"/>
                  </a:lnTo>
                  <a:lnTo>
                    <a:pt x="302285" y="291045"/>
                  </a:lnTo>
                  <a:lnTo>
                    <a:pt x="115836" y="291045"/>
                  </a:lnTo>
                  <a:lnTo>
                    <a:pt x="115836" y="301752"/>
                  </a:lnTo>
                  <a:lnTo>
                    <a:pt x="143268" y="365760"/>
                  </a:lnTo>
                  <a:lnTo>
                    <a:pt x="150888" y="362712"/>
                  </a:lnTo>
                  <a:lnTo>
                    <a:pt x="147840" y="356616"/>
                  </a:lnTo>
                  <a:lnTo>
                    <a:pt x="147840" y="339852"/>
                  </a:lnTo>
                  <a:lnTo>
                    <a:pt x="152412" y="335280"/>
                  </a:lnTo>
                  <a:lnTo>
                    <a:pt x="155460" y="333756"/>
                  </a:lnTo>
                  <a:lnTo>
                    <a:pt x="161556" y="333756"/>
                  </a:lnTo>
                  <a:lnTo>
                    <a:pt x="168071" y="332638"/>
                  </a:lnTo>
                  <a:lnTo>
                    <a:pt x="178308" y="331660"/>
                  </a:lnTo>
                  <a:lnTo>
                    <a:pt x="191985" y="330974"/>
                  </a:lnTo>
                  <a:lnTo>
                    <a:pt x="208800" y="330708"/>
                  </a:lnTo>
                  <a:lnTo>
                    <a:pt x="292620" y="330708"/>
                  </a:lnTo>
                  <a:lnTo>
                    <a:pt x="332244" y="342900"/>
                  </a:lnTo>
                  <a:lnTo>
                    <a:pt x="335292" y="353568"/>
                  </a:lnTo>
                  <a:lnTo>
                    <a:pt x="335292" y="364236"/>
                  </a:lnTo>
                  <a:lnTo>
                    <a:pt x="342912" y="364236"/>
                  </a:lnTo>
                  <a:lnTo>
                    <a:pt x="342912" y="330708"/>
                  </a:lnTo>
                  <a:lnTo>
                    <a:pt x="342912" y="257556"/>
                  </a:lnTo>
                  <a:close/>
                </a:path>
                <a:path extrusionOk="0" h="883919" w="349250">
                  <a:moveTo>
                    <a:pt x="348996" y="62484"/>
                  </a:moveTo>
                  <a:lnTo>
                    <a:pt x="321564" y="0"/>
                  </a:lnTo>
                  <a:lnTo>
                    <a:pt x="313944" y="1524"/>
                  </a:lnTo>
                  <a:lnTo>
                    <a:pt x="316992" y="9144"/>
                  </a:lnTo>
                  <a:lnTo>
                    <a:pt x="318516" y="13716"/>
                  </a:lnTo>
                  <a:lnTo>
                    <a:pt x="318516" y="21336"/>
                  </a:lnTo>
                  <a:lnTo>
                    <a:pt x="316992" y="24384"/>
                  </a:lnTo>
                  <a:lnTo>
                    <a:pt x="312420" y="28956"/>
                  </a:lnTo>
                  <a:lnTo>
                    <a:pt x="307848" y="32004"/>
                  </a:lnTo>
                  <a:lnTo>
                    <a:pt x="303276" y="32004"/>
                  </a:lnTo>
                  <a:lnTo>
                    <a:pt x="296976" y="33134"/>
                  </a:lnTo>
                  <a:lnTo>
                    <a:pt x="287083" y="34099"/>
                  </a:lnTo>
                  <a:lnTo>
                    <a:pt x="273494" y="34798"/>
                  </a:lnTo>
                  <a:lnTo>
                    <a:pt x="256032" y="35052"/>
                  </a:lnTo>
                  <a:lnTo>
                    <a:pt x="0" y="35052"/>
                  </a:lnTo>
                  <a:lnTo>
                    <a:pt x="0" y="44196"/>
                  </a:lnTo>
                  <a:lnTo>
                    <a:pt x="27432" y="109728"/>
                  </a:lnTo>
                  <a:lnTo>
                    <a:pt x="35052" y="106680"/>
                  </a:lnTo>
                  <a:lnTo>
                    <a:pt x="32004" y="99060"/>
                  </a:lnTo>
                  <a:lnTo>
                    <a:pt x="30543" y="94678"/>
                  </a:lnTo>
                  <a:lnTo>
                    <a:pt x="30480" y="86868"/>
                  </a:lnTo>
                  <a:lnTo>
                    <a:pt x="33528" y="80772"/>
                  </a:lnTo>
                  <a:lnTo>
                    <a:pt x="36652" y="79184"/>
                  </a:lnTo>
                  <a:lnTo>
                    <a:pt x="39624" y="76200"/>
                  </a:lnTo>
                  <a:lnTo>
                    <a:pt x="45720" y="76200"/>
                  </a:lnTo>
                  <a:lnTo>
                    <a:pt x="52717" y="75234"/>
                  </a:lnTo>
                  <a:lnTo>
                    <a:pt x="54114" y="75234"/>
                  </a:lnTo>
                  <a:lnTo>
                    <a:pt x="61912" y="74866"/>
                  </a:lnTo>
                  <a:lnTo>
                    <a:pt x="77457" y="74676"/>
                  </a:lnTo>
                  <a:lnTo>
                    <a:pt x="135636" y="74676"/>
                  </a:lnTo>
                  <a:lnTo>
                    <a:pt x="126847" y="84328"/>
                  </a:lnTo>
                  <a:lnTo>
                    <a:pt x="125857" y="86042"/>
                  </a:lnTo>
                  <a:lnTo>
                    <a:pt x="120586" y="95440"/>
                  </a:lnTo>
                  <a:lnTo>
                    <a:pt x="120484" y="95808"/>
                  </a:lnTo>
                  <a:lnTo>
                    <a:pt x="116992" y="107899"/>
                  </a:lnTo>
                  <a:lnTo>
                    <a:pt x="125349" y="164020"/>
                  </a:lnTo>
                  <a:lnTo>
                    <a:pt x="155448" y="198120"/>
                  </a:lnTo>
                  <a:lnTo>
                    <a:pt x="196405" y="220789"/>
                  </a:lnTo>
                  <a:lnTo>
                    <a:pt x="240792" y="228600"/>
                  </a:lnTo>
                  <a:lnTo>
                    <a:pt x="263652" y="226885"/>
                  </a:lnTo>
                  <a:lnTo>
                    <a:pt x="302514" y="213169"/>
                  </a:lnTo>
                  <a:lnTo>
                    <a:pt x="331647" y="186905"/>
                  </a:lnTo>
                  <a:lnTo>
                    <a:pt x="333209" y="184404"/>
                  </a:lnTo>
                  <a:lnTo>
                    <a:pt x="340855" y="172199"/>
                  </a:lnTo>
                  <a:lnTo>
                    <a:pt x="341223" y="171551"/>
                  </a:lnTo>
                  <a:lnTo>
                    <a:pt x="347027" y="155524"/>
                  </a:lnTo>
                  <a:lnTo>
                    <a:pt x="348996" y="138684"/>
                  </a:lnTo>
                  <a:lnTo>
                    <a:pt x="348449" y="129806"/>
                  </a:lnTo>
                  <a:lnTo>
                    <a:pt x="332041" y="89916"/>
                  </a:lnTo>
                  <a:lnTo>
                    <a:pt x="323088" y="80378"/>
                  </a:lnTo>
                  <a:lnTo>
                    <a:pt x="323088" y="115824"/>
                  </a:lnTo>
                  <a:lnTo>
                    <a:pt x="321398" y="128358"/>
                  </a:lnTo>
                  <a:lnTo>
                    <a:pt x="297180" y="163068"/>
                  </a:lnTo>
                  <a:lnTo>
                    <a:pt x="245440" y="182981"/>
                  </a:lnTo>
                  <a:lnTo>
                    <a:pt x="245706" y="182981"/>
                  </a:lnTo>
                  <a:lnTo>
                    <a:pt x="222504" y="184404"/>
                  </a:lnTo>
                  <a:lnTo>
                    <a:pt x="199936" y="182981"/>
                  </a:lnTo>
                  <a:lnTo>
                    <a:pt x="180213" y="178689"/>
                  </a:lnTo>
                  <a:lnTo>
                    <a:pt x="141351" y="153263"/>
                  </a:lnTo>
                  <a:lnTo>
                    <a:pt x="131064" y="124968"/>
                  </a:lnTo>
                  <a:lnTo>
                    <a:pt x="131064" y="117348"/>
                  </a:lnTo>
                  <a:lnTo>
                    <a:pt x="158496" y="82296"/>
                  </a:lnTo>
                  <a:lnTo>
                    <a:pt x="188976" y="74676"/>
                  </a:lnTo>
                  <a:lnTo>
                    <a:pt x="300228" y="74676"/>
                  </a:lnTo>
                  <a:lnTo>
                    <a:pt x="310235" y="84328"/>
                  </a:lnTo>
                  <a:lnTo>
                    <a:pt x="317373" y="94678"/>
                  </a:lnTo>
                  <a:lnTo>
                    <a:pt x="321665" y="105333"/>
                  </a:lnTo>
                  <a:lnTo>
                    <a:pt x="323088" y="115824"/>
                  </a:lnTo>
                  <a:lnTo>
                    <a:pt x="323088" y="80378"/>
                  </a:lnTo>
                  <a:lnTo>
                    <a:pt x="316992" y="74676"/>
                  </a:lnTo>
                  <a:lnTo>
                    <a:pt x="348996" y="74676"/>
                  </a:lnTo>
                  <a:lnTo>
                    <a:pt x="348996" y="6248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71" name="Google Shape;1571;p29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51203" y="1626108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72" name="Google Shape;1572;p29"/>
            <p:cNvSpPr/>
            <p:nvPr/>
          </p:nvSpPr>
          <p:spPr>
            <a:xfrm>
              <a:off x="1135379" y="1362456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813"/>
                  </a:lnTo>
                  <a:lnTo>
                    <a:pt x="287083" y="34290"/>
                  </a:lnTo>
                  <a:lnTo>
                    <a:pt x="296965" y="33766"/>
                  </a:lnTo>
                  <a:lnTo>
                    <a:pt x="303275" y="33528"/>
                  </a:lnTo>
                  <a:lnTo>
                    <a:pt x="312419" y="30480"/>
                  </a:lnTo>
                  <a:lnTo>
                    <a:pt x="313943" y="27432"/>
                  </a:lnTo>
                  <a:lnTo>
                    <a:pt x="316991" y="24384"/>
                  </a:lnTo>
                  <a:lnTo>
                    <a:pt x="318515" y="21336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1524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7451" y="74676"/>
                  </a:lnTo>
                  <a:lnTo>
                    <a:pt x="61912" y="74866"/>
                  </a:lnTo>
                  <a:lnTo>
                    <a:pt x="54110" y="75223"/>
                  </a:lnTo>
                  <a:lnTo>
                    <a:pt x="52712" y="75223"/>
                  </a:lnTo>
                  <a:lnTo>
                    <a:pt x="45719" y="76200"/>
                  </a:lnTo>
                  <a:lnTo>
                    <a:pt x="39623" y="77724"/>
                  </a:lnTo>
                  <a:lnTo>
                    <a:pt x="33528" y="80772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0789"/>
                  </a:lnTo>
                  <a:lnTo>
                    <a:pt x="155447" y="198120"/>
                  </a:lnTo>
                  <a:lnTo>
                    <a:pt x="125348" y="164592"/>
                  </a:lnTo>
                  <a:lnTo>
                    <a:pt x="115823" y="121920"/>
                  </a:lnTo>
                  <a:lnTo>
                    <a:pt x="116886" y="109728"/>
                  </a:lnTo>
                  <a:lnTo>
                    <a:pt x="116990" y="108537"/>
                  </a:lnTo>
                  <a:lnTo>
                    <a:pt x="120586" y="96012"/>
                  </a:lnTo>
                  <a:lnTo>
                    <a:pt x="126753" y="84629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5223"/>
                  </a:lnTo>
                  <a:lnTo>
                    <a:pt x="172592" y="76771"/>
                  </a:lnTo>
                  <a:lnTo>
                    <a:pt x="137159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49352" y="163068"/>
                  </a:lnTo>
                  <a:lnTo>
                    <a:pt x="199929" y="182999"/>
                  </a:lnTo>
                  <a:lnTo>
                    <a:pt x="222503" y="184404"/>
                  </a:lnTo>
                  <a:lnTo>
                    <a:pt x="333375" y="184404"/>
                  </a:lnTo>
                  <a:lnTo>
                    <a:pt x="331636" y="187118"/>
                  </a:lnTo>
                  <a:lnTo>
                    <a:pt x="318515" y="201168"/>
                  </a:lnTo>
                  <a:lnTo>
                    <a:pt x="302513" y="213169"/>
                  </a:lnTo>
                  <a:lnTo>
                    <a:pt x="284225" y="221742"/>
                  </a:lnTo>
                  <a:lnTo>
                    <a:pt x="263651" y="226885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3375" y="184404"/>
                  </a:moveTo>
                  <a:lnTo>
                    <a:pt x="222503" y="184404"/>
                  </a:lnTo>
                  <a:lnTo>
                    <a:pt x="245316" y="182999"/>
                  </a:lnTo>
                  <a:lnTo>
                    <a:pt x="265556" y="178879"/>
                  </a:lnTo>
                  <a:lnTo>
                    <a:pt x="308300" y="152471"/>
                  </a:lnTo>
                  <a:lnTo>
                    <a:pt x="323088" y="115824"/>
                  </a:lnTo>
                  <a:lnTo>
                    <a:pt x="321659" y="105537"/>
                  </a:lnTo>
                  <a:lnTo>
                    <a:pt x="317372" y="95250"/>
                  </a:lnTo>
                  <a:lnTo>
                    <a:pt x="310229" y="84963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5156"/>
                  </a:lnTo>
                  <a:lnTo>
                    <a:pt x="348996" y="138684"/>
                  </a:lnTo>
                  <a:lnTo>
                    <a:pt x="347019" y="156162"/>
                  </a:lnTo>
                  <a:lnTo>
                    <a:pt x="341194" y="172188"/>
                  </a:lnTo>
                  <a:lnTo>
                    <a:pt x="333375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" name="Google Shape;1573;p29"/>
          <p:cNvGrpSpPr/>
          <p:nvPr/>
        </p:nvGrpSpPr>
        <p:grpSpPr>
          <a:xfrm>
            <a:off x="1728216" y="5812536"/>
            <a:ext cx="448309" cy="1391539"/>
            <a:chOff x="1728216" y="5812536"/>
            <a:chExt cx="448309" cy="1391539"/>
          </a:xfrm>
        </p:grpSpPr>
        <p:sp>
          <p:nvSpPr>
            <p:cNvPr id="1574" name="Google Shape;1574;p29"/>
            <p:cNvSpPr/>
            <p:nvPr/>
          </p:nvSpPr>
          <p:spPr>
            <a:xfrm>
              <a:off x="1743455" y="6873240"/>
              <a:ext cx="327660" cy="330835"/>
            </a:xfrm>
            <a:custGeom>
              <a:rect b="b" l="l" r="r" t="t"/>
              <a:pathLst>
                <a:path extrusionOk="0" h="330834" w="327660">
                  <a:moveTo>
                    <a:pt x="7620" y="330708"/>
                  </a:moveTo>
                  <a:lnTo>
                    <a:pt x="0" y="330708"/>
                  </a:lnTo>
                  <a:lnTo>
                    <a:pt x="14" y="197667"/>
                  </a:lnTo>
                  <a:lnTo>
                    <a:pt x="4381" y="133159"/>
                  </a:lnTo>
                  <a:lnTo>
                    <a:pt x="16764" y="85344"/>
                  </a:lnTo>
                  <a:lnTo>
                    <a:pt x="38481" y="50863"/>
                  </a:lnTo>
                  <a:lnTo>
                    <a:pt x="71628" y="24384"/>
                  </a:lnTo>
                  <a:lnTo>
                    <a:pt x="113728" y="6477"/>
                  </a:lnTo>
                  <a:lnTo>
                    <a:pt x="161544" y="0"/>
                  </a:lnTo>
                  <a:lnTo>
                    <a:pt x="194405" y="2809"/>
                  </a:lnTo>
                  <a:lnTo>
                    <a:pt x="224409" y="11049"/>
                  </a:lnTo>
                  <a:lnTo>
                    <a:pt x="251458" y="24384"/>
                  </a:lnTo>
                  <a:lnTo>
                    <a:pt x="275844" y="42672"/>
                  </a:lnTo>
                  <a:lnTo>
                    <a:pt x="286573" y="54864"/>
                  </a:lnTo>
                  <a:lnTo>
                    <a:pt x="163068" y="54864"/>
                  </a:lnTo>
                  <a:lnTo>
                    <a:pt x="131397" y="57388"/>
                  </a:lnTo>
                  <a:lnTo>
                    <a:pt x="77771" y="76723"/>
                  </a:lnTo>
                  <a:lnTo>
                    <a:pt x="39308" y="112633"/>
                  </a:lnTo>
                  <a:lnTo>
                    <a:pt x="19311" y="160686"/>
                  </a:lnTo>
                  <a:lnTo>
                    <a:pt x="16764" y="188976"/>
                  </a:lnTo>
                  <a:lnTo>
                    <a:pt x="17203" y="197667"/>
                  </a:lnTo>
                  <a:lnTo>
                    <a:pt x="17311" y="199810"/>
                  </a:lnTo>
                  <a:lnTo>
                    <a:pt x="18859" y="211645"/>
                  </a:lnTo>
                  <a:lnTo>
                    <a:pt x="21264" y="224337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4200" y="283987"/>
                  </a:lnTo>
                  <a:lnTo>
                    <a:pt x="43749" y="283987"/>
                  </a:lnTo>
                  <a:lnTo>
                    <a:pt x="10096" y="302514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4" w="327660">
                  <a:moveTo>
                    <a:pt x="327660" y="237744"/>
                  </a:moveTo>
                  <a:lnTo>
                    <a:pt x="303276" y="237744"/>
                  </a:lnTo>
                  <a:lnTo>
                    <a:pt x="306395" y="223432"/>
                  </a:lnTo>
                  <a:lnTo>
                    <a:pt x="308800" y="210121"/>
                  </a:lnTo>
                  <a:lnTo>
                    <a:pt x="310292" y="198120"/>
                  </a:lnTo>
                  <a:lnTo>
                    <a:pt x="310348" y="197667"/>
                  </a:lnTo>
                  <a:lnTo>
                    <a:pt x="310896" y="185928"/>
                  </a:lnTo>
                  <a:lnTo>
                    <a:pt x="308471" y="160686"/>
                  </a:lnTo>
                  <a:lnTo>
                    <a:pt x="308348" y="159400"/>
                  </a:lnTo>
                  <a:lnTo>
                    <a:pt x="300916" y="135255"/>
                  </a:lnTo>
                  <a:lnTo>
                    <a:pt x="271272" y="92964"/>
                  </a:lnTo>
                  <a:lnTo>
                    <a:pt x="224599" y="64770"/>
                  </a:lnTo>
                  <a:lnTo>
                    <a:pt x="163068" y="54864"/>
                  </a:lnTo>
                  <a:lnTo>
                    <a:pt x="286573" y="54864"/>
                  </a:lnTo>
                  <a:lnTo>
                    <a:pt x="298727" y="68675"/>
                  </a:lnTo>
                  <a:lnTo>
                    <a:pt x="314896" y="100965"/>
                  </a:lnTo>
                  <a:lnTo>
                    <a:pt x="324492" y="139541"/>
                  </a:lnTo>
                  <a:lnTo>
                    <a:pt x="327660" y="184404"/>
                  </a:lnTo>
                  <a:lnTo>
                    <a:pt x="327660" y="237744"/>
                  </a:lnTo>
                  <a:close/>
                </a:path>
                <a:path extrusionOk="0" h="330834" w="327660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62" y="309943"/>
                  </a:lnTo>
                  <a:lnTo>
                    <a:pt x="282321" y="283987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75" name="Google Shape;1575;p29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844039" y="6652260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76" name="Google Shape;1576;p29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844040" y="6464808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77" name="Google Shape;1577;p29"/>
            <p:cNvSpPr/>
            <p:nvPr/>
          </p:nvSpPr>
          <p:spPr>
            <a:xfrm>
              <a:off x="1728216" y="6073140"/>
              <a:ext cx="448309" cy="356870"/>
            </a:xfrm>
            <a:custGeom>
              <a:rect b="b" l="l" r="r" t="t"/>
              <a:pathLst>
                <a:path extrusionOk="0" h="356870" w="448310">
                  <a:moveTo>
                    <a:pt x="48768" y="295656"/>
                  </a:moveTo>
                  <a:lnTo>
                    <a:pt x="45720" y="289560"/>
                  </a:lnTo>
                  <a:lnTo>
                    <a:pt x="36576" y="280416"/>
                  </a:lnTo>
                  <a:lnTo>
                    <a:pt x="30480" y="277368"/>
                  </a:lnTo>
                  <a:lnTo>
                    <a:pt x="16764" y="277368"/>
                  </a:lnTo>
                  <a:lnTo>
                    <a:pt x="12192" y="280416"/>
                  </a:lnTo>
                  <a:lnTo>
                    <a:pt x="3048" y="289560"/>
                  </a:lnTo>
                  <a:lnTo>
                    <a:pt x="0" y="295656"/>
                  </a:lnTo>
                  <a:lnTo>
                    <a:pt x="0" y="309372"/>
                  </a:lnTo>
                  <a:lnTo>
                    <a:pt x="3048" y="315468"/>
                  </a:lnTo>
                  <a:lnTo>
                    <a:pt x="12192" y="324612"/>
                  </a:lnTo>
                  <a:lnTo>
                    <a:pt x="16764" y="326136"/>
                  </a:lnTo>
                  <a:lnTo>
                    <a:pt x="30480" y="326136"/>
                  </a:lnTo>
                  <a:lnTo>
                    <a:pt x="36576" y="324612"/>
                  </a:lnTo>
                  <a:lnTo>
                    <a:pt x="41148" y="320040"/>
                  </a:lnTo>
                  <a:lnTo>
                    <a:pt x="45720" y="313944"/>
                  </a:lnTo>
                  <a:lnTo>
                    <a:pt x="48768" y="309372"/>
                  </a:lnTo>
                  <a:lnTo>
                    <a:pt x="48768" y="295656"/>
                  </a:lnTo>
                  <a:close/>
                </a:path>
                <a:path extrusionOk="0" h="356870" w="448310">
                  <a:moveTo>
                    <a:pt x="342900" y="248412"/>
                  </a:moveTo>
                  <a:lnTo>
                    <a:pt x="335280" y="248412"/>
                  </a:lnTo>
                  <a:lnTo>
                    <a:pt x="335280" y="259080"/>
                  </a:lnTo>
                  <a:lnTo>
                    <a:pt x="333756" y="266700"/>
                  </a:lnTo>
                  <a:lnTo>
                    <a:pt x="332232" y="271272"/>
                  </a:lnTo>
                  <a:lnTo>
                    <a:pt x="326136" y="277368"/>
                  </a:lnTo>
                  <a:lnTo>
                    <a:pt x="321564" y="278892"/>
                  </a:lnTo>
                  <a:lnTo>
                    <a:pt x="317030" y="280657"/>
                  </a:lnTo>
                  <a:lnTo>
                    <a:pt x="310515" y="281559"/>
                  </a:lnTo>
                  <a:lnTo>
                    <a:pt x="302272" y="281901"/>
                  </a:lnTo>
                  <a:lnTo>
                    <a:pt x="115824" y="281901"/>
                  </a:lnTo>
                  <a:lnTo>
                    <a:pt x="115824" y="292608"/>
                  </a:lnTo>
                  <a:lnTo>
                    <a:pt x="143256" y="356616"/>
                  </a:lnTo>
                  <a:lnTo>
                    <a:pt x="150876" y="353568"/>
                  </a:lnTo>
                  <a:lnTo>
                    <a:pt x="147828" y="347472"/>
                  </a:lnTo>
                  <a:lnTo>
                    <a:pt x="147828" y="330708"/>
                  </a:lnTo>
                  <a:lnTo>
                    <a:pt x="150876" y="329184"/>
                  </a:lnTo>
                  <a:lnTo>
                    <a:pt x="152400" y="326136"/>
                  </a:lnTo>
                  <a:lnTo>
                    <a:pt x="155448" y="324612"/>
                  </a:lnTo>
                  <a:lnTo>
                    <a:pt x="161544" y="324612"/>
                  </a:lnTo>
                  <a:lnTo>
                    <a:pt x="168706" y="323494"/>
                  </a:lnTo>
                  <a:lnTo>
                    <a:pt x="178879" y="322516"/>
                  </a:lnTo>
                  <a:lnTo>
                    <a:pt x="192189" y="321830"/>
                  </a:lnTo>
                  <a:lnTo>
                    <a:pt x="208788" y="321564"/>
                  </a:lnTo>
                  <a:lnTo>
                    <a:pt x="292608" y="321564"/>
                  </a:lnTo>
                  <a:lnTo>
                    <a:pt x="332232" y="333756"/>
                  </a:lnTo>
                  <a:lnTo>
                    <a:pt x="335280" y="344424"/>
                  </a:lnTo>
                  <a:lnTo>
                    <a:pt x="335280" y="355092"/>
                  </a:lnTo>
                  <a:lnTo>
                    <a:pt x="342900" y="355092"/>
                  </a:lnTo>
                  <a:lnTo>
                    <a:pt x="342900" y="321564"/>
                  </a:lnTo>
                  <a:lnTo>
                    <a:pt x="342900" y="248412"/>
                  </a:lnTo>
                  <a:close/>
                </a:path>
                <a:path extrusionOk="0" h="356870" w="448310">
                  <a:moveTo>
                    <a:pt x="447929" y="123444"/>
                  </a:moveTo>
                  <a:lnTo>
                    <a:pt x="445782" y="95783"/>
                  </a:lnTo>
                  <a:lnTo>
                    <a:pt x="439102" y="69723"/>
                  </a:lnTo>
                  <a:lnTo>
                    <a:pt x="428117" y="46532"/>
                  </a:lnTo>
                  <a:lnTo>
                    <a:pt x="418858" y="33909"/>
                  </a:lnTo>
                  <a:lnTo>
                    <a:pt x="418858" y="107873"/>
                  </a:lnTo>
                  <a:lnTo>
                    <a:pt x="418211" y="123786"/>
                  </a:lnTo>
                  <a:lnTo>
                    <a:pt x="415480" y="142875"/>
                  </a:lnTo>
                  <a:lnTo>
                    <a:pt x="410756" y="159054"/>
                  </a:lnTo>
                  <a:lnTo>
                    <a:pt x="403860" y="172212"/>
                  </a:lnTo>
                  <a:lnTo>
                    <a:pt x="399288" y="182880"/>
                  </a:lnTo>
                  <a:lnTo>
                    <a:pt x="391668" y="187452"/>
                  </a:lnTo>
                  <a:lnTo>
                    <a:pt x="377952" y="187452"/>
                  </a:lnTo>
                  <a:lnTo>
                    <a:pt x="371856" y="185928"/>
                  </a:lnTo>
                  <a:lnTo>
                    <a:pt x="365760" y="181356"/>
                  </a:lnTo>
                  <a:lnTo>
                    <a:pt x="362369" y="179832"/>
                  </a:lnTo>
                  <a:lnTo>
                    <a:pt x="360045" y="178790"/>
                  </a:lnTo>
                  <a:lnTo>
                    <a:pt x="354330" y="175641"/>
                  </a:lnTo>
                  <a:lnTo>
                    <a:pt x="348615" y="171932"/>
                  </a:lnTo>
                  <a:lnTo>
                    <a:pt x="346964" y="170688"/>
                  </a:lnTo>
                  <a:lnTo>
                    <a:pt x="342900" y="167640"/>
                  </a:lnTo>
                  <a:lnTo>
                    <a:pt x="342938" y="167284"/>
                  </a:lnTo>
                  <a:lnTo>
                    <a:pt x="344932" y="150876"/>
                  </a:lnTo>
                  <a:lnTo>
                    <a:pt x="345059" y="149352"/>
                  </a:lnTo>
                  <a:lnTo>
                    <a:pt x="346519" y="131064"/>
                  </a:lnTo>
                  <a:lnTo>
                    <a:pt x="347814" y="107873"/>
                  </a:lnTo>
                  <a:lnTo>
                    <a:pt x="347929" y="105156"/>
                  </a:lnTo>
                  <a:lnTo>
                    <a:pt x="348945" y="81800"/>
                  </a:lnTo>
                  <a:lnTo>
                    <a:pt x="349059" y="78486"/>
                  </a:lnTo>
                  <a:lnTo>
                    <a:pt x="349173" y="74485"/>
                  </a:lnTo>
                  <a:lnTo>
                    <a:pt x="349478" y="64198"/>
                  </a:lnTo>
                  <a:lnTo>
                    <a:pt x="358140" y="19812"/>
                  </a:lnTo>
                  <a:lnTo>
                    <a:pt x="364236" y="16764"/>
                  </a:lnTo>
                  <a:lnTo>
                    <a:pt x="371856" y="16764"/>
                  </a:lnTo>
                  <a:lnTo>
                    <a:pt x="410730" y="49174"/>
                  </a:lnTo>
                  <a:lnTo>
                    <a:pt x="418820" y="95783"/>
                  </a:lnTo>
                  <a:lnTo>
                    <a:pt x="418858" y="107873"/>
                  </a:lnTo>
                  <a:lnTo>
                    <a:pt x="418858" y="33909"/>
                  </a:lnTo>
                  <a:lnTo>
                    <a:pt x="389001" y="7429"/>
                  </a:lnTo>
                  <a:lnTo>
                    <a:pt x="362712" y="1524"/>
                  </a:lnTo>
                  <a:lnTo>
                    <a:pt x="353847" y="2387"/>
                  </a:lnTo>
                  <a:lnTo>
                    <a:pt x="319468" y="29908"/>
                  </a:lnTo>
                  <a:lnTo>
                    <a:pt x="311658" y="74485"/>
                  </a:lnTo>
                  <a:lnTo>
                    <a:pt x="311480" y="77343"/>
                  </a:lnTo>
                  <a:lnTo>
                    <a:pt x="311404" y="78486"/>
                  </a:lnTo>
                  <a:lnTo>
                    <a:pt x="309308" y="118872"/>
                  </a:lnTo>
                  <a:lnTo>
                    <a:pt x="309130" y="128384"/>
                  </a:lnTo>
                  <a:lnTo>
                    <a:pt x="308610" y="138493"/>
                  </a:lnTo>
                  <a:lnTo>
                    <a:pt x="308508" y="139827"/>
                  </a:lnTo>
                  <a:lnTo>
                    <a:pt x="308076" y="146050"/>
                  </a:lnTo>
                  <a:lnTo>
                    <a:pt x="308025" y="147218"/>
                  </a:lnTo>
                  <a:lnTo>
                    <a:pt x="307911" y="149352"/>
                  </a:lnTo>
                  <a:lnTo>
                    <a:pt x="307809" y="151066"/>
                  </a:lnTo>
                  <a:lnTo>
                    <a:pt x="306324" y="158496"/>
                  </a:lnTo>
                  <a:lnTo>
                    <a:pt x="304800" y="163068"/>
                  </a:lnTo>
                  <a:lnTo>
                    <a:pt x="301752" y="166116"/>
                  </a:lnTo>
                  <a:lnTo>
                    <a:pt x="300228" y="169164"/>
                  </a:lnTo>
                  <a:lnTo>
                    <a:pt x="297180" y="170688"/>
                  </a:lnTo>
                  <a:lnTo>
                    <a:pt x="291084" y="170688"/>
                  </a:lnTo>
                  <a:lnTo>
                    <a:pt x="288036" y="169164"/>
                  </a:lnTo>
                  <a:lnTo>
                    <a:pt x="278892" y="163068"/>
                  </a:lnTo>
                  <a:lnTo>
                    <a:pt x="274320" y="158496"/>
                  </a:lnTo>
                  <a:lnTo>
                    <a:pt x="268224" y="150876"/>
                  </a:lnTo>
                  <a:lnTo>
                    <a:pt x="270217" y="142875"/>
                  </a:lnTo>
                  <a:lnTo>
                    <a:pt x="270332" y="142214"/>
                  </a:lnTo>
                  <a:lnTo>
                    <a:pt x="271653" y="134874"/>
                  </a:lnTo>
                  <a:lnTo>
                    <a:pt x="271691" y="134493"/>
                  </a:lnTo>
                  <a:lnTo>
                    <a:pt x="272503" y="126873"/>
                  </a:lnTo>
                  <a:lnTo>
                    <a:pt x="272630" y="123444"/>
                  </a:lnTo>
                  <a:lnTo>
                    <a:pt x="272796" y="118872"/>
                  </a:lnTo>
                  <a:lnTo>
                    <a:pt x="272681" y="117348"/>
                  </a:lnTo>
                  <a:lnTo>
                    <a:pt x="272567" y="115824"/>
                  </a:lnTo>
                  <a:lnTo>
                    <a:pt x="271386" y="99441"/>
                  </a:lnTo>
                  <a:lnTo>
                    <a:pt x="267271" y="82296"/>
                  </a:lnTo>
                  <a:lnTo>
                    <a:pt x="263829" y="74676"/>
                  </a:lnTo>
                  <a:lnTo>
                    <a:pt x="263753" y="74485"/>
                  </a:lnTo>
                  <a:lnTo>
                    <a:pt x="260604" y="67500"/>
                  </a:lnTo>
                  <a:lnTo>
                    <a:pt x="260604" y="117348"/>
                  </a:lnTo>
                  <a:lnTo>
                    <a:pt x="259499" y="126212"/>
                  </a:lnTo>
                  <a:lnTo>
                    <a:pt x="233070" y="156476"/>
                  </a:lnTo>
                  <a:lnTo>
                    <a:pt x="185928" y="166116"/>
                  </a:lnTo>
                  <a:lnTo>
                    <a:pt x="171945" y="165290"/>
                  </a:lnTo>
                  <a:lnTo>
                    <a:pt x="135724" y="147027"/>
                  </a:lnTo>
                  <a:lnTo>
                    <a:pt x="128016" y="123444"/>
                  </a:lnTo>
                  <a:lnTo>
                    <a:pt x="128892" y="113728"/>
                  </a:lnTo>
                  <a:lnTo>
                    <a:pt x="155562" y="83680"/>
                  </a:lnTo>
                  <a:lnTo>
                    <a:pt x="204216" y="74676"/>
                  </a:lnTo>
                  <a:lnTo>
                    <a:pt x="217944" y="75298"/>
                  </a:lnTo>
                  <a:lnTo>
                    <a:pt x="252882" y="92925"/>
                  </a:lnTo>
                  <a:lnTo>
                    <a:pt x="260604" y="117348"/>
                  </a:lnTo>
                  <a:lnTo>
                    <a:pt x="260604" y="67500"/>
                  </a:lnTo>
                  <a:lnTo>
                    <a:pt x="226504" y="37719"/>
                  </a:lnTo>
                  <a:lnTo>
                    <a:pt x="198120" y="32004"/>
                  </a:lnTo>
                  <a:lnTo>
                    <a:pt x="185204" y="32867"/>
                  </a:lnTo>
                  <a:lnTo>
                    <a:pt x="173736" y="35433"/>
                  </a:lnTo>
                  <a:lnTo>
                    <a:pt x="163398" y="39725"/>
                  </a:lnTo>
                  <a:lnTo>
                    <a:pt x="153924" y="45720"/>
                  </a:lnTo>
                  <a:lnTo>
                    <a:pt x="153924" y="4572"/>
                  </a:lnTo>
                  <a:lnTo>
                    <a:pt x="152400" y="2984"/>
                  </a:lnTo>
                  <a:lnTo>
                    <a:pt x="152400" y="1524"/>
                  </a:lnTo>
                  <a:lnTo>
                    <a:pt x="150876" y="0"/>
                  </a:lnTo>
                  <a:lnTo>
                    <a:pt x="137160" y="0"/>
                  </a:lnTo>
                  <a:lnTo>
                    <a:pt x="135636" y="1524"/>
                  </a:lnTo>
                  <a:lnTo>
                    <a:pt x="134112" y="1524"/>
                  </a:lnTo>
                  <a:lnTo>
                    <a:pt x="132651" y="2984"/>
                  </a:lnTo>
                  <a:lnTo>
                    <a:pt x="132588" y="62484"/>
                  </a:lnTo>
                  <a:lnTo>
                    <a:pt x="125463" y="74485"/>
                  </a:lnTo>
                  <a:lnTo>
                    <a:pt x="125387" y="74676"/>
                  </a:lnTo>
                  <a:lnTo>
                    <a:pt x="120205" y="87630"/>
                  </a:lnTo>
                  <a:lnTo>
                    <a:pt x="116941" y="101917"/>
                  </a:lnTo>
                  <a:lnTo>
                    <a:pt x="116928" y="102108"/>
                  </a:lnTo>
                  <a:lnTo>
                    <a:pt x="115925" y="115824"/>
                  </a:lnTo>
                  <a:lnTo>
                    <a:pt x="115938" y="118872"/>
                  </a:lnTo>
                  <a:lnTo>
                    <a:pt x="129324" y="167284"/>
                  </a:lnTo>
                  <a:lnTo>
                    <a:pt x="165544" y="199072"/>
                  </a:lnTo>
                  <a:lnTo>
                    <a:pt x="196596" y="205740"/>
                  </a:lnTo>
                  <a:lnTo>
                    <a:pt x="206832" y="204939"/>
                  </a:lnTo>
                  <a:lnTo>
                    <a:pt x="243281" y="188785"/>
                  </a:lnTo>
                  <a:lnTo>
                    <a:pt x="263652" y="163068"/>
                  </a:lnTo>
                  <a:lnTo>
                    <a:pt x="273342" y="174498"/>
                  </a:lnTo>
                  <a:lnTo>
                    <a:pt x="309372" y="202692"/>
                  </a:lnTo>
                  <a:lnTo>
                    <a:pt x="320040" y="202692"/>
                  </a:lnTo>
                  <a:lnTo>
                    <a:pt x="323088" y="201168"/>
                  </a:lnTo>
                  <a:lnTo>
                    <a:pt x="327660" y="196596"/>
                  </a:lnTo>
                  <a:lnTo>
                    <a:pt x="332232" y="193548"/>
                  </a:lnTo>
                  <a:lnTo>
                    <a:pt x="341376" y="179832"/>
                  </a:lnTo>
                  <a:lnTo>
                    <a:pt x="351637" y="189865"/>
                  </a:lnTo>
                  <a:lnTo>
                    <a:pt x="359473" y="197167"/>
                  </a:lnTo>
                  <a:lnTo>
                    <a:pt x="394716" y="220980"/>
                  </a:lnTo>
                  <a:lnTo>
                    <a:pt x="399288" y="222504"/>
                  </a:lnTo>
                  <a:lnTo>
                    <a:pt x="402336" y="222504"/>
                  </a:lnTo>
                  <a:lnTo>
                    <a:pt x="435660" y="187452"/>
                  </a:lnTo>
                  <a:lnTo>
                    <a:pt x="435838" y="187121"/>
                  </a:lnTo>
                  <a:lnTo>
                    <a:pt x="442531" y="168021"/>
                  </a:lnTo>
                  <a:lnTo>
                    <a:pt x="442595" y="167640"/>
                  </a:lnTo>
                  <a:lnTo>
                    <a:pt x="442671" y="167284"/>
                  </a:lnTo>
                  <a:lnTo>
                    <a:pt x="446646" y="147218"/>
                  </a:lnTo>
                  <a:lnTo>
                    <a:pt x="446722" y="146050"/>
                  </a:lnTo>
                  <a:lnTo>
                    <a:pt x="447840" y="128384"/>
                  </a:lnTo>
                  <a:lnTo>
                    <a:pt x="447929" y="1234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78" name="Google Shape;1578;p29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844040" y="5812536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9" name="Google Shape;1579;p29"/>
          <p:cNvGrpSpPr/>
          <p:nvPr/>
        </p:nvGrpSpPr>
        <p:grpSpPr>
          <a:xfrm>
            <a:off x="1728216" y="4622291"/>
            <a:ext cx="348995" cy="1059180"/>
            <a:chOff x="1728216" y="4622291"/>
            <a:chExt cx="348995" cy="1059180"/>
          </a:xfrm>
        </p:grpSpPr>
        <p:sp>
          <p:nvSpPr>
            <p:cNvPr id="1580" name="Google Shape;1580;p29"/>
            <p:cNvSpPr/>
            <p:nvPr/>
          </p:nvSpPr>
          <p:spPr>
            <a:xfrm>
              <a:off x="1743455" y="5407151"/>
              <a:ext cx="327660" cy="274320"/>
            </a:xfrm>
            <a:custGeom>
              <a:rect b="b" l="l" r="r" t="t"/>
              <a:pathLst>
                <a:path extrusionOk="0" h="274320" w="327660">
                  <a:moveTo>
                    <a:pt x="76200" y="274320"/>
                  </a:moveTo>
                  <a:lnTo>
                    <a:pt x="0" y="271272"/>
                  </a:lnTo>
                  <a:lnTo>
                    <a:pt x="0" y="3048"/>
                  </a:lnTo>
                  <a:lnTo>
                    <a:pt x="76200" y="0"/>
                  </a:lnTo>
                  <a:lnTo>
                    <a:pt x="76200" y="9144"/>
                  </a:lnTo>
                  <a:lnTo>
                    <a:pt x="66746" y="10548"/>
                  </a:lnTo>
                  <a:lnTo>
                    <a:pt x="58864" y="12382"/>
                  </a:lnTo>
                  <a:lnTo>
                    <a:pt x="25908" y="36576"/>
                  </a:lnTo>
                  <a:lnTo>
                    <a:pt x="19812" y="70103"/>
                  </a:lnTo>
                  <a:lnTo>
                    <a:pt x="19812" y="115824"/>
                  </a:lnTo>
                  <a:lnTo>
                    <a:pt x="269748" y="115824"/>
                  </a:lnTo>
                  <a:lnTo>
                    <a:pt x="284297" y="115514"/>
                  </a:lnTo>
                  <a:lnTo>
                    <a:pt x="319444" y="89582"/>
                  </a:lnTo>
                  <a:lnTo>
                    <a:pt x="320039" y="80772"/>
                  </a:lnTo>
                  <a:lnTo>
                    <a:pt x="320039" y="68579"/>
                  </a:lnTo>
                  <a:lnTo>
                    <a:pt x="327660" y="68579"/>
                  </a:lnTo>
                  <a:lnTo>
                    <a:pt x="327660" y="208788"/>
                  </a:lnTo>
                  <a:lnTo>
                    <a:pt x="320039" y="208788"/>
                  </a:lnTo>
                  <a:lnTo>
                    <a:pt x="320039" y="196596"/>
                  </a:lnTo>
                  <a:lnTo>
                    <a:pt x="319182" y="186928"/>
                  </a:lnTo>
                  <a:lnTo>
                    <a:pt x="283178" y="161853"/>
                  </a:lnTo>
                  <a:lnTo>
                    <a:pt x="269748" y="161544"/>
                  </a:lnTo>
                  <a:lnTo>
                    <a:pt x="19812" y="161544"/>
                  </a:lnTo>
                  <a:lnTo>
                    <a:pt x="19812" y="201168"/>
                  </a:lnTo>
                  <a:lnTo>
                    <a:pt x="20073" y="211740"/>
                  </a:lnTo>
                  <a:lnTo>
                    <a:pt x="34861" y="249674"/>
                  </a:lnTo>
                  <a:lnTo>
                    <a:pt x="76200" y="265176"/>
                  </a:lnTo>
                  <a:lnTo>
                    <a:pt x="76200" y="2743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81" name="Google Shape;1581;p29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844039" y="5199887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82" name="Google Shape;1582;p29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844039" y="4953000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3" name="Google Shape;1583;p29"/>
            <p:cNvSpPr/>
            <p:nvPr/>
          </p:nvSpPr>
          <p:spPr>
            <a:xfrm>
              <a:off x="1728216" y="4809744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302275" y="35004"/>
                  </a:lnTo>
                  <a:lnTo>
                    <a:pt x="310514" y="34671"/>
                  </a:lnTo>
                  <a:lnTo>
                    <a:pt x="317039" y="33766"/>
                  </a:lnTo>
                  <a:lnTo>
                    <a:pt x="321563" y="32004"/>
                  </a:lnTo>
                  <a:lnTo>
                    <a:pt x="326136" y="30480"/>
                  </a:lnTo>
                  <a:lnTo>
                    <a:pt x="329184" y="27432"/>
                  </a:lnTo>
                  <a:lnTo>
                    <a:pt x="332232" y="22860"/>
                  </a:lnTo>
                  <a:lnTo>
                    <a:pt x="333756" y="19812"/>
                  </a:lnTo>
                  <a:lnTo>
                    <a:pt x="335280" y="12192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7536"/>
                  </a:lnTo>
                  <a:lnTo>
                    <a:pt x="333756" y="91440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45719" y="7620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84" name="Google Shape;1584;p2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844040" y="4622291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85" name="Google Shape;1585;p29"/>
          <p:cNvSpPr/>
          <p:nvPr/>
        </p:nvSpPr>
        <p:spPr>
          <a:xfrm>
            <a:off x="1940039" y="4175760"/>
            <a:ext cx="38100" cy="289560"/>
          </a:xfrm>
          <a:custGeom>
            <a:rect b="b" l="l" r="r" t="t"/>
            <a:pathLst>
              <a:path extrusionOk="0" h="289560" w="38100">
                <a:moveTo>
                  <a:pt x="38100" y="163068"/>
                </a:moveTo>
                <a:lnTo>
                  <a:pt x="0" y="163068"/>
                </a:lnTo>
                <a:lnTo>
                  <a:pt x="0" y="289560"/>
                </a:lnTo>
                <a:lnTo>
                  <a:pt x="38100" y="289560"/>
                </a:lnTo>
                <a:lnTo>
                  <a:pt x="38100" y="163068"/>
                </a:lnTo>
                <a:close/>
              </a:path>
              <a:path extrusionOk="0" h="289560" w="38100">
                <a:moveTo>
                  <a:pt x="38100" y="0"/>
                </a:moveTo>
                <a:lnTo>
                  <a:pt x="0" y="0"/>
                </a:lnTo>
                <a:lnTo>
                  <a:pt x="0" y="126492"/>
                </a:lnTo>
                <a:lnTo>
                  <a:pt x="38100" y="126492"/>
                </a:lnTo>
                <a:lnTo>
                  <a:pt x="3810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" name="Google Shape;1586;p29"/>
          <p:cNvSpPr/>
          <p:nvPr/>
        </p:nvSpPr>
        <p:spPr>
          <a:xfrm>
            <a:off x="1737360" y="3842004"/>
            <a:ext cx="334010" cy="128270"/>
          </a:xfrm>
          <a:custGeom>
            <a:rect b="b" l="l" r="r" t="t"/>
            <a:pathLst>
              <a:path extrusionOk="0" h="128270" w="334010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98513" y="40957"/>
                </a:lnTo>
                <a:lnTo>
                  <a:pt x="321563" y="28956"/>
                </a:lnTo>
                <a:lnTo>
                  <a:pt x="323564" y="24645"/>
                </a:lnTo>
                <a:lnTo>
                  <a:pt x="324993" y="18478"/>
                </a:lnTo>
                <a:lnTo>
                  <a:pt x="325850" y="10310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50" y="111609"/>
                </a:lnTo>
                <a:lnTo>
                  <a:pt x="324993" y="103441"/>
                </a:lnTo>
                <a:lnTo>
                  <a:pt x="323564" y="97274"/>
                </a:lnTo>
                <a:lnTo>
                  <a:pt x="321563" y="92964"/>
                </a:lnTo>
                <a:lnTo>
                  <a:pt x="320039" y="88392"/>
                </a:lnTo>
                <a:lnTo>
                  <a:pt x="275843" y="80772"/>
                </a:lnTo>
                <a:lnTo>
                  <a:pt x="99059" y="80772"/>
                </a:lnTo>
                <a:lnTo>
                  <a:pt x="82486" y="81033"/>
                </a:lnTo>
                <a:lnTo>
                  <a:pt x="69341" y="81724"/>
                </a:lnTo>
                <a:lnTo>
                  <a:pt x="59626" y="82700"/>
                </a:lnTo>
                <a:lnTo>
                  <a:pt x="53339" y="83820"/>
                </a:lnTo>
                <a:lnTo>
                  <a:pt x="47243" y="83820"/>
                </a:lnTo>
                <a:lnTo>
                  <a:pt x="41147" y="89916"/>
                </a:lnTo>
                <a:lnTo>
                  <a:pt x="38099" y="96012"/>
                </a:lnTo>
                <a:lnTo>
                  <a:pt x="38099" y="100584"/>
                </a:lnTo>
                <a:lnTo>
                  <a:pt x="38647" y="105465"/>
                </a:lnTo>
                <a:lnTo>
                  <a:pt x="40195" y="111061"/>
                </a:lnTo>
                <a:lnTo>
                  <a:pt x="42600" y="117514"/>
                </a:lnTo>
                <a:lnTo>
                  <a:pt x="45719" y="124968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" name="Google Shape;1587;p29"/>
          <p:cNvSpPr/>
          <p:nvPr/>
        </p:nvSpPr>
        <p:spPr>
          <a:xfrm>
            <a:off x="1737347" y="3064764"/>
            <a:ext cx="340360" cy="696595"/>
          </a:xfrm>
          <a:custGeom>
            <a:rect b="b" l="l" r="r" t="t"/>
            <a:pathLst>
              <a:path extrusionOk="0" h="696595" w="340360">
                <a:moveTo>
                  <a:pt x="339852" y="347472"/>
                </a:moveTo>
                <a:lnTo>
                  <a:pt x="337286" y="323735"/>
                </a:lnTo>
                <a:lnTo>
                  <a:pt x="329565" y="302704"/>
                </a:lnTo>
                <a:lnTo>
                  <a:pt x="326136" y="297789"/>
                </a:lnTo>
                <a:lnTo>
                  <a:pt x="326136" y="339852"/>
                </a:lnTo>
                <a:lnTo>
                  <a:pt x="325335" y="348475"/>
                </a:lnTo>
                <a:lnTo>
                  <a:pt x="296227" y="385000"/>
                </a:lnTo>
                <a:lnTo>
                  <a:pt x="258152" y="399288"/>
                </a:lnTo>
                <a:lnTo>
                  <a:pt x="220980" y="403860"/>
                </a:lnTo>
                <a:lnTo>
                  <a:pt x="210083" y="403580"/>
                </a:lnTo>
                <a:lnTo>
                  <a:pt x="197739" y="402717"/>
                </a:lnTo>
                <a:lnTo>
                  <a:pt x="183692" y="401294"/>
                </a:lnTo>
                <a:lnTo>
                  <a:pt x="167640" y="399288"/>
                </a:lnTo>
                <a:lnTo>
                  <a:pt x="165950" y="396240"/>
                </a:lnTo>
                <a:lnTo>
                  <a:pt x="157543" y="381190"/>
                </a:lnTo>
                <a:lnTo>
                  <a:pt x="153720" y="374218"/>
                </a:lnTo>
                <a:lnTo>
                  <a:pt x="150876" y="368808"/>
                </a:lnTo>
                <a:lnTo>
                  <a:pt x="149352" y="361188"/>
                </a:lnTo>
                <a:lnTo>
                  <a:pt x="147828" y="355092"/>
                </a:lnTo>
                <a:lnTo>
                  <a:pt x="165188" y="310857"/>
                </a:lnTo>
                <a:lnTo>
                  <a:pt x="211264" y="289369"/>
                </a:lnTo>
                <a:lnTo>
                  <a:pt x="249936" y="284988"/>
                </a:lnTo>
                <a:lnTo>
                  <a:pt x="267106" y="286118"/>
                </a:lnTo>
                <a:lnTo>
                  <a:pt x="306324" y="301752"/>
                </a:lnTo>
                <a:lnTo>
                  <a:pt x="326136" y="339852"/>
                </a:lnTo>
                <a:lnTo>
                  <a:pt x="326136" y="297789"/>
                </a:lnTo>
                <a:lnTo>
                  <a:pt x="317220" y="284988"/>
                </a:lnTo>
                <a:lnTo>
                  <a:pt x="316712" y="284251"/>
                </a:lnTo>
                <a:lnTo>
                  <a:pt x="298704" y="268224"/>
                </a:lnTo>
                <a:lnTo>
                  <a:pt x="281254" y="257111"/>
                </a:lnTo>
                <a:lnTo>
                  <a:pt x="263080" y="248983"/>
                </a:lnTo>
                <a:lnTo>
                  <a:pt x="243967" y="243992"/>
                </a:lnTo>
                <a:lnTo>
                  <a:pt x="243776" y="243992"/>
                </a:lnTo>
                <a:lnTo>
                  <a:pt x="224028" y="242316"/>
                </a:lnTo>
                <a:lnTo>
                  <a:pt x="184975" y="248793"/>
                </a:lnTo>
                <a:lnTo>
                  <a:pt x="141922" y="279844"/>
                </a:lnTo>
                <a:lnTo>
                  <a:pt x="128143" y="310286"/>
                </a:lnTo>
                <a:lnTo>
                  <a:pt x="128079" y="310857"/>
                </a:lnTo>
                <a:lnTo>
                  <a:pt x="127965" y="312026"/>
                </a:lnTo>
                <a:lnTo>
                  <a:pt x="126492" y="326136"/>
                </a:lnTo>
                <a:lnTo>
                  <a:pt x="127952" y="343306"/>
                </a:lnTo>
                <a:lnTo>
                  <a:pt x="132397" y="360616"/>
                </a:lnTo>
                <a:lnTo>
                  <a:pt x="140004" y="378218"/>
                </a:lnTo>
                <a:lnTo>
                  <a:pt x="150876" y="396240"/>
                </a:lnTo>
                <a:lnTo>
                  <a:pt x="134569" y="391388"/>
                </a:lnTo>
                <a:lnTo>
                  <a:pt x="119824" y="385953"/>
                </a:lnTo>
                <a:lnTo>
                  <a:pt x="106514" y="379958"/>
                </a:lnTo>
                <a:lnTo>
                  <a:pt x="94488" y="373380"/>
                </a:lnTo>
                <a:lnTo>
                  <a:pt x="82448" y="367093"/>
                </a:lnTo>
                <a:lnTo>
                  <a:pt x="50292" y="341376"/>
                </a:lnTo>
                <a:lnTo>
                  <a:pt x="21336" y="301752"/>
                </a:lnTo>
                <a:lnTo>
                  <a:pt x="10845" y="265112"/>
                </a:lnTo>
                <a:lnTo>
                  <a:pt x="9144" y="249936"/>
                </a:lnTo>
                <a:lnTo>
                  <a:pt x="0" y="249936"/>
                </a:lnTo>
                <a:lnTo>
                  <a:pt x="63" y="265112"/>
                </a:lnTo>
                <a:lnTo>
                  <a:pt x="139" y="266700"/>
                </a:lnTo>
                <a:lnTo>
                  <a:pt x="203" y="268224"/>
                </a:lnTo>
                <a:lnTo>
                  <a:pt x="10668" y="320040"/>
                </a:lnTo>
                <a:lnTo>
                  <a:pt x="38100" y="366547"/>
                </a:lnTo>
                <a:lnTo>
                  <a:pt x="67487" y="397675"/>
                </a:lnTo>
                <a:lnTo>
                  <a:pt x="102831" y="422821"/>
                </a:lnTo>
                <a:lnTo>
                  <a:pt x="141884" y="439940"/>
                </a:lnTo>
                <a:lnTo>
                  <a:pt x="184073" y="448462"/>
                </a:lnTo>
                <a:lnTo>
                  <a:pt x="205740" y="449580"/>
                </a:lnTo>
                <a:lnTo>
                  <a:pt x="238340" y="446722"/>
                </a:lnTo>
                <a:lnTo>
                  <a:pt x="293827" y="423862"/>
                </a:lnTo>
                <a:lnTo>
                  <a:pt x="326999" y="391629"/>
                </a:lnTo>
                <a:lnTo>
                  <a:pt x="338429" y="363143"/>
                </a:lnTo>
                <a:lnTo>
                  <a:pt x="339852" y="347472"/>
                </a:lnTo>
                <a:close/>
              </a:path>
              <a:path extrusionOk="0" h="696595" w="340360">
                <a:moveTo>
                  <a:pt x="339852" y="106680"/>
                </a:moveTo>
                <a:lnTo>
                  <a:pt x="15240" y="0"/>
                </a:lnTo>
                <a:lnTo>
                  <a:pt x="6096" y="0"/>
                </a:lnTo>
                <a:lnTo>
                  <a:pt x="6096" y="172212"/>
                </a:lnTo>
                <a:lnTo>
                  <a:pt x="83820" y="202692"/>
                </a:lnTo>
                <a:lnTo>
                  <a:pt x="86868" y="196596"/>
                </a:lnTo>
                <a:lnTo>
                  <a:pt x="76034" y="189458"/>
                </a:lnTo>
                <a:lnTo>
                  <a:pt x="66484" y="181737"/>
                </a:lnTo>
                <a:lnTo>
                  <a:pt x="47053" y="148780"/>
                </a:lnTo>
                <a:lnTo>
                  <a:pt x="45720" y="124968"/>
                </a:lnTo>
                <a:lnTo>
                  <a:pt x="45720" y="36576"/>
                </a:lnTo>
                <a:lnTo>
                  <a:pt x="339852" y="134112"/>
                </a:lnTo>
                <a:lnTo>
                  <a:pt x="339852" y="106680"/>
                </a:lnTo>
                <a:close/>
              </a:path>
              <a:path extrusionOk="0" h="696595" w="340360">
                <a:moveTo>
                  <a:pt x="339864" y="688848"/>
                </a:moveTo>
                <a:lnTo>
                  <a:pt x="339775" y="674014"/>
                </a:lnTo>
                <a:lnTo>
                  <a:pt x="338162" y="652830"/>
                </a:lnTo>
                <a:lnTo>
                  <a:pt x="338061" y="652399"/>
                </a:lnTo>
                <a:lnTo>
                  <a:pt x="333197" y="631507"/>
                </a:lnTo>
                <a:lnTo>
                  <a:pt x="313956" y="591312"/>
                </a:lnTo>
                <a:lnTo>
                  <a:pt x="281736" y="551268"/>
                </a:lnTo>
                <a:lnTo>
                  <a:pt x="264312" y="536448"/>
                </a:lnTo>
                <a:lnTo>
                  <a:pt x="259092" y="532168"/>
                </a:lnTo>
                <a:lnTo>
                  <a:pt x="211912" y="506158"/>
                </a:lnTo>
                <a:lnTo>
                  <a:pt x="160997" y="492442"/>
                </a:lnTo>
                <a:lnTo>
                  <a:pt x="134124" y="490728"/>
                </a:lnTo>
                <a:lnTo>
                  <a:pt x="105549" y="493001"/>
                </a:lnTo>
                <a:lnTo>
                  <a:pt x="55257" y="510667"/>
                </a:lnTo>
                <a:lnTo>
                  <a:pt x="18656" y="541210"/>
                </a:lnTo>
                <a:lnTo>
                  <a:pt x="2032" y="575500"/>
                </a:lnTo>
                <a:lnTo>
                  <a:pt x="12" y="594360"/>
                </a:lnTo>
                <a:lnTo>
                  <a:pt x="2578" y="617220"/>
                </a:lnTo>
                <a:lnTo>
                  <a:pt x="23152" y="656082"/>
                </a:lnTo>
                <a:lnTo>
                  <a:pt x="57962" y="682967"/>
                </a:lnTo>
                <a:lnTo>
                  <a:pt x="95592" y="695020"/>
                </a:lnTo>
                <a:lnTo>
                  <a:pt x="115836" y="696468"/>
                </a:lnTo>
                <a:lnTo>
                  <a:pt x="137312" y="695020"/>
                </a:lnTo>
                <a:lnTo>
                  <a:pt x="187464" y="672084"/>
                </a:lnTo>
                <a:lnTo>
                  <a:pt x="201498" y="653796"/>
                </a:lnTo>
                <a:lnTo>
                  <a:pt x="206705" y="644652"/>
                </a:lnTo>
                <a:lnTo>
                  <a:pt x="211670" y="629221"/>
                </a:lnTo>
                <a:lnTo>
                  <a:pt x="213372" y="612648"/>
                </a:lnTo>
                <a:lnTo>
                  <a:pt x="211912" y="597242"/>
                </a:lnTo>
                <a:lnTo>
                  <a:pt x="207467" y="580834"/>
                </a:lnTo>
                <a:lnTo>
                  <a:pt x="199859" y="563575"/>
                </a:lnTo>
                <a:lnTo>
                  <a:pt x="192036" y="550646"/>
                </a:lnTo>
                <a:lnTo>
                  <a:pt x="192036" y="594360"/>
                </a:lnTo>
                <a:lnTo>
                  <a:pt x="190627" y="605243"/>
                </a:lnTo>
                <a:lnTo>
                  <a:pt x="155308" y="641591"/>
                </a:lnTo>
                <a:lnTo>
                  <a:pt x="115404" y="652399"/>
                </a:lnTo>
                <a:lnTo>
                  <a:pt x="91452" y="653796"/>
                </a:lnTo>
                <a:lnTo>
                  <a:pt x="72186" y="652830"/>
                </a:lnTo>
                <a:lnTo>
                  <a:pt x="73533" y="652830"/>
                </a:lnTo>
                <a:lnTo>
                  <a:pt x="58686" y="650176"/>
                </a:lnTo>
                <a:lnTo>
                  <a:pt x="26174" y="630034"/>
                </a:lnTo>
                <a:lnTo>
                  <a:pt x="15240" y="600456"/>
                </a:lnTo>
                <a:lnTo>
                  <a:pt x="16065" y="591934"/>
                </a:lnTo>
                <a:lnTo>
                  <a:pt x="37553" y="560362"/>
                </a:lnTo>
                <a:lnTo>
                  <a:pt x="85064" y="540956"/>
                </a:lnTo>
                <a:lnTo>
                  <a:pt x="121932" y="536448"/>
                </a:lnTo>
                <a:lnTo>
                  <a:pt x="131927" y="536740"/>
                </a:lnTo>
                <a:lnTo>
                  <a:pt x="143649" y="537591"/>
                </a:lnTo>
                <a:lnTo>
                  <a:pt x="157073" y="539026"/>
                </a:lnTo>
                <a:lnTo>
                  <a:pt x="171678" y="540956"/>
                </a:lnTo>
                <a:lnTo>
                  <a:pt x="172161" y="540956"/>
                </a:lnTo>
                <a:lnTo>
                  <a:pt x="176504" y="547027"/>
                </a:lnTo>
                <a:lnTo>
                  <a:pt x="180225" y="553593"/>
                </a:lnTo>
                <a:lnTo>
                  <a:pt x="183362" y="560743"/>
                </a:lnTo>
                <a:lnTo>
                  <a:pt x="185940" y="568452"/>
                </a:lnTo>
                <a:lnTo>
                  <a:pt x="186055" y="568744"/>
                </a:lnTo>
                <a:lnTo>
                  <a:pt x="192036" y="594360"/>
                </a:lnTo>
                <a:lnTo>
                  <a:pt x="192036" y="550646"/>
                </a:lnTo>
                <a:lnTo>
                  <a:pt x="230136" y="558927"/>
                </a:lnTo>
                <a:lnTo>
                  <a:pt x="266712" y="579120"/>
                </a:lnTo>
                <a:lnTo>
                  <a:pt x="297573" y="605028"/>
                </a:lnTo>
                <a:lnTo>
                  <a:pt x="323240" y="644918"/>
                </a:lnTo>
                <a:lnTo>
                  <a:pt x="332244" y="688848"/>
                </a:lnTo>
                <a:lnTo>
                  <a:pt x="339864" y="68884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8" name="Google Shape;1588;p29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589" name="Google Shape;1589;p29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90" name="Google Shape;1590;p29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591" name="Google Shape;1591;p29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92" name="Google Shape;1592;p29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93" name="Google Shape;1593;p29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6655307" y="1760219"/>
            <a:ext cx="117348" cy="1630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94" name="Google Shape;1594;p29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177795" y="4821935"/>
            <a:ext cx="3781043" cy="3727703"/>
          </a:xfrm>
          <a:prstGeom prst="rect">
            <a:avLst/>
          </a:prstGeom>
          <a:noFill/>
          <a:ln>
            <a:noFill/>
          </a:ln>
        </p:spPr>
      </p:pic>
      <p:pic>
        <p:nvPicPr>
          <p:cNvPr id="1595" name="Google Shape;1595;p29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4603183" y="1708863"/>
            <a:ext cx="291201" cy="232516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99" name="Shape 1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0" name="Google Shape;1600;p30"/>
          <p:cNvGrpSpPr/>
          <p:nvPr/>
        </p:nvGrpSpPr>
        <p:grpSpPr>
          <a:xfrm>
            <a:off x="1431023" y="8113776"/>
            <a:ext cx="349007" cy="901192"/>
            <a:chOff x="1431023" y="8113776"/>
            <a:chExt cx="349007" cy="901192"/>
          </a:xfrm>
        </p:grpSpPr>
        <p:sp>
          <p:nvSpPr>
            <p:cNvPr id="1601" name="Google Shape;1601;p30"/>
            <p:cNvSpPr/>
            <p:nvPr/>
          </p:nvSpPr>
          <p:spPr>
            <a:xfrm>
              <a:off x="1431023" y="8621268"/>
              <a:ext cx="342900" cy="393700"/>
            </a:xfrm>
            <a:custGeom>
              <a:rect b="b" l="l" r="r" t="t"/>
              <a:pathLst>
                <a:path extrusionOk="0" h="393700" w="342900">
                  <a:moveTo>
                    <a:pt x="48768" y="47244"/>
                  </a:moveTo>
                  <a:lnTo>
                    <a:pt x="47244" y="41148"/>
                  </a:lnTo>
                  <a:lnTo>
                    <a:pt x="38100" y="32004"/>
                  </a:lnTo>
                  <a:lnTo>
                    <a:pt x="32004" y="28956"/>
                  </a:lnTo>
                  <a:lnTo>
                    <a:pt x="18288" y="28956"/>
                  </a:lnTo>
                  <a:lnTo>
                    <a:pt x="12192" y="32004"/>
                  </a:lnTo>
                  <a:lnTo>
                    <a:pt x="3048" y="41148"/>
                  </a:lnTo>
                  <a:lnTo>
                    <a:pt x="0" y="47244"/>
                  </a:lnTo>
                  <a:lnTo>
                    <a:pt x="0" y="59436"/>
                  </a:lnTo>
                  <a:lnTo>
                    <a:pt x="3048" y="65532"/>
                  </a:lnTo>
                  <a:lnTo>
                    <a:pt x="12192" y="74676"/>
                  </a:lnTo>
                  <a:lnTo>
                    <a:pt x="18288" y="77724"/>
                  </a:lnTo>
                  <a:lnTo>
                    <a:pt x="32004" y="77724"/>
                  </a:lnTo>
                  <a:lnTo>
                    <a:pt x="38100" y="74676"/>
                  </a:lnTo>
                  <a:lnTo>
                    <a:pt x="47244" y="65532"/>
                  </a:lnTo>
                  <a:lnTo>
                    <a:pt x="48768" y="59436"/>
                  </a:lnTo>
                  <a:lnTo>
                    <a:pt x="48768" y="47244"/>
                  </a:lnTo>
                  <a:close/>
                </a:path>
                <a:path extrusionOk="0" h="393700" w="342900">
                  <a:moveTo>
                    <a:pt x="342900" y="252984"/>
                  </a:moveTo>
                  <a:lnTo>
                    <a:pt x="335280" y="252984"/>
                  </a:lnTo>
                  <a:lnTo>
                    <a:pt x="335280" y="272796"/>
                  </a:lnTo>
                  <a:lnTo>
                    <a:pt x="333756" y="280416"/>
                  </a:lnTo>
                  <a:lnTo>
                    <a:pt x="297332" y="300189"/>
                  </a:lnTo>
                  <a:lnTo>
                    <a:pt x="181356" y="300228"/>
                  </a:lnTo>
                  <a:lnTo>
                    <a:pt x="181356" y="231648"/>
                  </a:lnTo>
                  <a:lnTo>
                    <a:pt x="182880" y="222504"/>
                  </a:lnTo>
                  <a:lnTo>
                    <a:pt x="185928" y="217932"/>
                  </a:lnTo>
                  <a:lnTo>
                    <a:pt x="188976" y="211836"/>
                  </a:lnTo>
                  <a:lnTo>
                    <a:pt x="228600" y="198120"/>
                  </a:lnTo>
                  <a:lnTo>
                    <a:pt x="228600" y="190500"/>
                  </a:lnTo>
                  <a:lnTo>
                    <a:pt x="114300" y="190500"/>
                  </a:lnTo>
                  <a:lnTo>
                    <a:pt x="114300" y="198120"/>
                  </a:lnTo>
                  <a:lnTo>
                    <a:pt x="128003" y="200698"/>
                  </a:lnTo>
                  <a:lnTo>
                    <a:pt x="139255" y="203835"/>
                  </a:lnTo>
                  <a:lnTo>
                    <a:pt x="161544" y="242316"/>
                  </a:lnTo>
                  <a:lnTo>
                    <a:pt x="161544" y="300228"/>
                  </a:lnTo>
                  <a:lnTo>
                    <a:pt x="33528" y="300228"/>
                  </a:lnTo>
                  <a:lnTo>
                    <a:pt x="33528" y="228600"/>
                  </a:lnTo>
                  <a:lnTo>
                    <a:pt x="42672" y="182880"/>
                  </a:lnTo>
                  <a:lnTo>
                    <a:pt x="76949" y="160401"/>
                  </a:lnTo>
                  <a:lnTo>
                    <a:pt x="86868" y="156972"/>
                  </a:lnTo>
                  <a:lnTo>
                    <a:pt x="86868" y="146304"/>
                  </a:lnTo>
                  <a:lnTo>
                    <a:pt x="15240" y="149352"/>
                  </a:lnTo>
                  <a:lnTo>
                    <a:pt x="15240" y="393192"/>
                  </a:lnTo>
                  <a:lnTo>
                    <a:pt x="22860" y="393192"/>
                  </a:lnTo>
                  <a:lnTo>
                    <a:pt x="22860" y="374904"/>
                  </a:lnTo>
                  <a:lnTo>
                    <a:pt x="28956" y="359664"/>
                  </a:lnTo>
                  <a:lnTo>
                    <a:pt x="73152" y="345948"/>
                  </a:lnTo>
                  <a:lnTo>
                    <a:pt x="284988" y="345948"/>
                  </a:lnTo>
                  <a:lnTo>
                    <a:pt x="323088" y="352044"/>
                  </a:lnTo>
                  <a:lnTo>
                    <a:pt x="335280" y="382524"/>
                  </a:lnTo>
                  <a:lnTo>
                    <a:pt x="335280" y="393192"/>
                  </a:lnTo>
                  <a:lnTo>
                    <a:pt x="342900" y="393192"/>
                  </a:lnTo>
                  <a:lnTo>
                    <a:pt x="342900" y="252984"/>
                  </a:lnTo>
                  <a:close/>
                </a:path>
                <a:path extrusionOk="0" h="393700" w="342900">
                  <a:moveTo>
                    <a:pt x="342900" y="0"/>
                  </a:moveTo>
                  <a:lnTo>
                    <a:pt x="335280" y="0"/>
                  </a:lnTo>
                  <a:lnTo>
                    <a:pt x="335280" y="18288"/>
                  </a:lnTo>
                  <a:lnTo>
                    <a:pt x="332232" y="21336"/>
                  </a:lnTo>
                  <a:lnTo>
                    <a:pt x="292608" y="33528"/>
                  </a:lnTo>
                  <a:lnTo>
                    <a:pt x="115824" y="33528"/>
                  </a:lnTo>
                  <a:lnTo>
                    <a:pt x="115824" y="44196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9352" y="99060"/>
                  </a:lnTo>
                  <a:lnTo>
                    <a:pt x="147828" y="94488"/>
                  </a:lnTo>
                  <a:lnTo>
                    <a:pt x="147828" y="85344"/>
                  </a:lnTo>
                  <a:lnTo>
                    <a:pt x="149352" y="82296"/>
                  </a:lnTo>
                  <a:lnTo>
                    <a:pt x="150876" y="80772"/>
                  </a:lnTo>
                  <a:lnTo>
                    <a:pt x="152400" y="77724"/>
                  </a:lnTo>
                  <a:lnTo>
                    <a:pt x="161544" y="74676"/>
                  </a:lnTo>
                  <a:lnTo>
                    <a:pt x="168719" y="73799"/>
                  </a:lnTo>
                  <a:lnTo>
                    <a:pt x="178879" y="73342"/>
                  </a:lnTo>
                  <a:lnTo>
                    <a:pt x="194094" y="73152"/>
                  </a:lnTo>
                  <a:lnTo>
                    <a:pt x="292608" y="73152"/>
                  </a:lnTo>
                  <a:lnTo>
                    <a:pt x="300113" y="73342"/>
                  </a:lnTo>
                  <a:lnTo>
                    <a:pt x="302082" y="73342"/>
                  </a:lnTo>
                  <a:lnTo>
                    <a:pt x="332232" y="85344"/>
                  </a:lnTo>
                  <a:lnTo>
                    <a:pt x="335280" y="88392"/>
                  </a:lnTo>
                  <a:lnTo>
                    <a:pt x="335280" y="106680"/>
                  </a:lnTo>
                  <a:lnTo>
                    <a:pt x="342900" y="106680"/>
                  </a:lnTo>
                  <a:lnTo>
                    <a:pt x="342900" y="73152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602" name="Google Shape;1602;p3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59" y="8446008"/>
              <a:ext cx="227075" cy="1630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03" name="Google Shape;1603;p3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8269223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04" name="Google Shape;1604;p30"/>
            <p:cNvSpPr/>
            <p:nvPr/>
          </p:nvSpPr>
          <p:spPr>
            <a:xfrm>
              <a:off x="1479803" y="8113776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0604" y="18287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5" name="Google Shape;1605;p30"/>
          <p:cNvSpPr/>
          <p:nvPr/>
        </p:nvSpPr>
        <p:spPr>
          <a:xfrm>
            <a:off x="1440180" y="7804403"/>
            <a:ext cx="334010" cy="128270"/>
          </a:xfrm>
          <a:custGeom>
            <a:rect b="b" l="l" r="r" t="t"/>
            <a:pathLst>
              <a:path extrusionOk="0" h="128270" w="334010">
                <a:moveTo>
                  <a:pt x="38099" y="128016"/>
                </a:moveTo>
                <a:lnTo>
                  <a:pt x="0" y="50292"/>
                </a:lnTo>
                <a:lnTo>
                  <a:pt x="0" y="41148"/>
                </a:lnTo>
                <a:lnTo>
                  <a:pt x="275843" y="41148"/>
                </a:lnTo>
                <a:lnTo>
                  <a:pt x="299846" y="40957"/>
                </a:lnTo>
                <a:lnTo>
                  <a:pt x="325874" y="10548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74" y="112252"/>
                </a:lnTo>
                <a:lnTo>
                  <a:pt x="325183" y="104013"/>
                </a:lnTo>
                <a:lnTo>
                  <a:pt x="290131" y="81033"/>
                </a:lnTo>
                <a:lnTo>
                  <a:pt x="275843" y="80772"/>
                </a:lnTo>
                <a:lnTo>
                  <a:pt x="99059" y="80772"/>
                </a:lnTo>
                <a:lnTo>
                  <a:pt x="60483" y="82700"/>
                </a:lnTo>
                <a:lnTo>
                  <a:pt x="42671" y="89916"/>
                </a:lnTo>
                <a:lnTo>
                  <a:pt x="39623" y="92964"/>
                </a:lnTo>
                <a:lnTo>
                  <a:pt x="39623" y="106680"/>
                </a:lnTo>
                <a:lnTo>
                  <a:pt x="41147" y="114300"/>
                </a:lnTo>
                <a:lnTo>
                  <a:pt x="45719" y="124968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6" name="Google Shape;1606;p30"/>
          <p:cNvGrpSpPr/>
          <p:nvPr/>
        </p:nvGrpSpPr>
        <p:grpSpPr>
          <a:xfrm>
            <a:off x="1440167" y="6897624"/>
            <a:ext cx="414540" cy="819911"/>
            <a:chOff x="1440167" y="6897624"/>
            <a:chExt cx="414540" cy="819911"/>
          </a:xfrm>
        </p:grpSpPr>
        <p:pic>
          <p:nvPicPr>
            <p:cNvPr id="1607" name="Google Shape;1607;p3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726691" y="7644383"/>
              <a:ext cx="128016" cy="731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08" name="Google Shape;1608;p30"/>
            <p:cNvSpPr/>
            <p:nvPr/>
          </p:nvSpPr>
          <p:spPr>
            <a:xfrm>
              <a:off x="1440167" y="6897624"/>
              <a:ext cx="340360" cy="702945"/>
            </a:xfrm>
            <a:custGeom>
              <a:rect b="b" l="l" r="r" t="t"/>
              <a:pathLst>
                <a:path extrusionOk="0" h="702945" w="340360">
                  <a:moveTo>
                    <a:pt x="333756" y="272796"/>
                  </a:moveTo>
                  <a:lnTo>
                    <a:pt x="271272" y="251460"/>
                  </a:lnTo>
                  <a:lnTo>
                    <a:pt x="271272" y="260604"/>
                  </a:lnTo>
                  <a:lnTo>
                    <a:pt x="278892" y="263652"/>
                  </a:lnTo>
                  <a:lnTo>
                    <a:pt x="283464" y="268224"/>
                  </a:lnTo>
                  <a:lnTo>
                    <a:pt x="296989" y="307467"/>
                  </a:lnTo>
                  <a:lnTo>
                    <a:pt x="297180" y="329184"/>
                  </a:lnTo>
                  <a:lnTo>
                    <a:pt x="297180" y="414528"/>
                  </a:lnTo>
                  <a:lnTo>
                    <a:pt x="287832" y="403936"/>
                  </a:lnTo>
                  <a:lnTo>
                    <a:pt x="271462" y="388048"/>
                  </a:lnTo>
                  <a:lnTo>
                    <a:pt x="219456" y="339852"/>
                  </a:lnTo>
                  <a:lnTo>
                    <a:pt x="176403" y="305181"/>
                  </a:lnTo>
                  <a:lnTo>
                    <a:pt x="135636" y="281940"/>
                  </a:lnTo>
                  <a:lnTo>
                    <a:pt x="86868" y="271272"/>
                  </a:lnTo>
                  <a:lnTo>
                    <a:pt x="70065" y="272757"/>
                  </a:lnTo>
                  <a:lnTo>
                    <a:pt x="25908" y="297180"/>
                  </a:lnTo>
                  <a:lnTo>
                    <a:pt x="1701" y="344119"/>
                  </a:lnTo>
                  <a:lnTo>
                    <a:pt x="0" y="362712"/>
                  </a:lnTo>
                  <a:lnTo>
                    <a:pt x="1676" y="381050"/>
                  </a:lnTo>
                  <a:lnTo>
                    <a:pt x="24384" y="425196"/>
                  </a:lnTo>
                  <a:lnTo>
                    <a:pt x="70891" y="452628"/>
                  </a:lnTo>
                  <a:lnTo>
                    <a:pt x="91440" y="457200"/>
                  </a:lnTo>
                  <a:lnTo>
                    <a:pt x="91440" y="448056"/>
                  </a:lnTo>
                  <a:lnTo>
                    <a:pt x="79463" y="442899"/>
                  </a:lnTo>
                  <a:lnTo>
                    <a:pt x="68770" y="436435"/>
                  </a:lnTo>
                  <a:lnTo>
                    <a:pt x="40195" y="398907"/>
                  </a:lnTo>
                  <a:lnTo>
                    <a:pt x="36576" y="376428"/>
                  </a:lnTo>
                  <a:lnTo>
                    <a:pt x="37985" y="363283"/>
                  </a:lnTo>
                  <a:lnTo>
                    <a:pt x="57912" y="330708"/>
                  </a:lnTo>
                  <a:lnTo>
                    <a:pt x="93713" y="313563"/>
                  </a:lnTo>
                  <a:lnTo>
                    <a:pt x="108204" y="312420"/>
                  </a:lnTo>
                  <a:lnTo>
                    <a:pt x="129336" y="314452"/>
                  </a:lnTo>
                  <a:lnTo>
                    <a:pt x="174434" y="331076"/>
                  </a:lnTo>
                  <a:lnTo>
                    <a:pt x="224980" y="366268"/>
                  </a:lnTo>
                  <a:lnTo>
                    <a:pt x="255270" y="393001"/>
                  </a:lnTo>
                  <a:lnTo>
                    <a:pt x="288988" y="426326"/>
                  </a:lnTo>
                  <a:lnTo>
                    <a:pt x="326136" y="466344"/>
                  </a:lnTo>
                  <a:lnTo>
                    <a:pt x="333756" y="466344"/>
                  </a:lnTo>
                  <a:lnTo>
                    <a:pt x="333756" y="272796"/>
                  </a:lnTo>
                  <a:close/>
                </a:path>
                <a:path extrusionOk="0" h="702945" w="340360">
                  <a:moveTo>
                    <a:pt x="333768" y="44196"/>
                  </a:moveTo>
                  <a:lnTo>
                    <a:pt x="246900" y="44196"/>
                  </a:lnTo>
                  <a:lnTo>
                    <a:pt x="246900" y="0"/>
                  </a:lnTo>
                  <a:lnTo>
                    <a:pt x="213372" y="0"/>
                  </a:lnTo>
                  <a:lnTo>
                    <a:pt x="213372" y="44196"/>
                  </a:lnTo>
                  <a:lnTo>
                    <a:pt x="213372" y="83820"/>
                  </a:lnTo>
                  <a:lnTo>
                    <a:pt x="213372" y="198120"/>
                  </a:lnTo>
                  <a:lnTo>
                    <a:pt x="50304" y="83820"/>
                  </a:lnTo>
                  <a:lnTo>
                    <a:pt x="213372" y="83820"/>
                  </a:lnTo>
                  <a:lnTo>
                    <a:pt x="213372" y="44196"/>
                  </a:lnTo>
                  <a:lnTo>
                    <a:pt x="12" y="44196"/>
                  </a:lnTo>
                  <a:lnTo>
                    <a:pt x="12" y="70104"/>
                  </a:lnTo>
                  <a:lnTo>
                    <a:pt x="217944" y="222504"/>
                  </a:lnTo>
                  <a:lnTo>
                    <a:pt x="246900" y="222504"/>
                  </a:lnTo>
                  <a:lnTo>
                    <a:pt x="246900" y="198120"/>
                  </a:lnTo>
                  <a:lnTo>
                    <a:pt x="246900" y="83820"/>
                  </a:lnTo>
                  <a:lnTo>
                    <a:pt x="333768" y="83820"/>
                  </a:lnTo>
                  <a:lnTo>
                    <a:pt x="333768" y="44196"/>
                  </a:lnTo>
                  <a:close/>
                </a:path>
                <a:path extrusionOk="0" h="702945" w="340360">
                  <a:moveTo>
                    <a:pt x="339852" y="600456"/>
                  </a:moveTo>
                  <a:lnTo>
                    <a:pt x="338734" y="588772"/>
                  </a:lnTo>
                  <a:lnTo>
                    <a:pt x="335470" y="576643"/>
                  </a:lnTo>
                  <a:lnTo>
                    <a:pt x="330212" y="564248"/>
                  </a:lnTo>
                  <a:lnTo>
                    <a:pt x="326136" y="557072"/>
                  </a:lnTo>
                  <a:lnTo>
                    <a:pt x="326136" y="600456"/>
                  </a:lnTo>
                  <a:lnTo>
                    <a:pt x="323875" y="613105"/>
                  </a:lnTo>
                  <a:lnTo>
                    <a:pt x="291084" y="641604"/>
                  </a:lnTo>
                  <a:lnTo>
                    <a:pt x="241744" y="653224"/>
                  </a:lnTo>
                  <a:lnTo>
                    <a:pt x="179832" y="656844"/>
                  </a:lnTo>
                  <a:lnTo>
                    <a:pt x="158356" y="656539"/>
                  </a:lnTo>
                  <a:lnTo>
                    <a:pt x="134696" y="655396"/>
                  </a:lnTo>
                  <a:lnTo>
                    <a:pt x="135826" y="655396"/>
                  </a:lnTo>
                  <a:lnTo>
                    <a:pt x="115976" y="653630"/>
                  </a:lnTo>
                  <a:lnTo>
                    <a:pt x="74206" y="647395"/>
                  </a:lnTo>
                  <a:lnTo>
                    <a:pt x="30480" y="627888"/>
                  </a:lnTo>
                  <a:lnTo>
                    <a:pt x="15240" y="598932"/>
                  </a:lnTo>
                  <a:lnTo>
                    <a:pt x="15367" y="597408"/>
                  </a:lnTo>
                  <a:lnTo>
                    <a:pt x="15811" y="591489"/>
                  </a:lnTo>
                  <a:lnTo>
                    <a:pt x="50533" y="556552"/>
                  </a:lnTo>
                  <a:lnTo>
                    <a:pt x="105918" y="542734"/>
                  </a:lnTo>
                  <a:lnTo>
                    <a:pt x="156972" y="539496"/>
                  </a:lnTo>
                  <a:lnTo>
                    <a:pt x="193344" y="540334"/>
                  </a:lnTo>
                  <a:lnTo>
                    <a:pt x="252349" y="546569"/>
                  </a:lnTo>
                  <a:lnTo>
                    <a:pt x="299656" y="560641"/>
                  </a:lnTo>
                  <a:lnTo>
                    <a:pt x="325551" y="593598"/>
                  </a:lnTo>
                  <a:lnTo>
                    <a:pt x="326136" y="600456"/>
                  </a:lnTo>
                  <a:lnTo>
                    <a:pt x="326136" y="557072"/>
                  </a:lnTo>
                  <a:lnTo>
                    <a:pt x="299275" y="528828"/>
                  </a:lnTo>
                  <a:lnTo>
                    <a:pt x="265176" y="510540"/>
                  </a:lnTo>
                  <a:lnTo>
                    <a:pt x="220408" y="498157"/>
                  </a:lnTo>
                  <a:lnTo>
                    <a:pt x="167640" y="493776"/>
                  </a:lnTo>
                  <a:lnTo>
                    <a:pt x="129425" y="496303"/>
                  </a:lnTo>
                  <a:lnTo>
                    <a:pt x="64985" y="515645"/>
                  </a:lnTo>
                  <a:lnTo>
                    <a:pt x="22504" y="547052"/>
                  </a:lnTo>
                  <a:lnTo>
                    <a:pt x="2552" y="579678"/>
                  </a:lnTo>
                  <a:lnTo>
                    <a:pt x="2527" y="579882"/>
                  </a:lnTo>
                  <a:lnTo>
                    <a:pt x="0" y="597408"/>
                  </a:lnTo>
                  <a:lnTo>
                    <a:pt x="16764" y="641604"/>
                  </a:lnTo>
                  <a:lnTo>
                    <a:pt x="57708" y="677824"/>
                  </a:lnTo>
                  <a:lnTo>
                    <a:pt x="97637" y="694207"/>
                  </a:lnTo>
                  <a:lnTo>
                    <a:pt x="145643" y="701687"/>
                  </a:lnTo>
                  <a:lnTo>
                    <a:pt x="172212" y="702564"/>
                  </a:lnTo>
                  <a:lnTo>
                    <a:pt x="204203" y="701090"/>
                  </a:lnTo>
                  <a:lnTo>
                    <a:pt x="260731" y="688428"/>
                  </a:lnTo>
                  <a:lnTo>
                    <a:pt x="308991" y="660679"/>
                  </a:lnTo>
                  <a:lnTo>
                    <a:pt x="336423" y="622439"/>
                  </a:lnTo>
                  <a:lnTo>
                    <a:pt x="339852" y="60045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9" name="Google Shape;1609;p30"/>
          <p:cNvSpPr/>
          <p:nvPr/>
        </p:nvSpPr>
        <p:spPr>
          <a:xfrm>
            <a:off x="1446275" y="6455663"/>
            <a:ext cx="327660" cy="294640"/>
          </a:xfrm>
          <a:custGeom>
            <a:rect b="b" l="l" r="r" t="t"/>
            <a:pathLst>
              <a:path extrusionOk="0" h="294640" w="327660">
                <a:moveTo>
                  <a:pt x="196793" y="73152"/>
                </a:moveTo>
                <a:lnTo>
                  <a:pt x="161544" y="73152"/>
                </a:lnTo>
                <a:lnTo>
                  <a:pt x="165544" y="57792"/>
                </a:lnTo>
                <a:lnTo>
                  <a:pt x="184404" y="22860"/>
                </a:lnTo>
                <a:lnTo>
                  <a:pt x="223837" y="1428"/>
                </a:lnTo>
                <a:lnTo>
                  <a:pt x="239268" y="0"/>
                </a:lnTo>
                <a:lnTo>
                  <a:pt x="250912" y="881"/>
                </a:lnTo>
                <a:lnTo>
                  <a:pt x="295584" y="23193"/>
                </a:lnTo>
                <a:lnTo>
                  <a:pt x="317047" y="54864"/>
                </a:lnTo>
                <a:lnTo>
                  <a:pt x="242316" y="54864"/>
                </a:lnTo>
                <a:lnTo>
                  <a:pt x="233172" y="55459"/>
                </a:lnTo>
                <a:lnTo>
                  <a:pt x="224028" y="57340"/>
                </a:lnTo>
                <a:lnTo>
                  <a:pt x="215081" y="60579"/>
                </a:lnTo>
                <a:lnTo>
                  <a:pt x="205740" y="65532"/>
                </a:lnTo>
                <a:lnTo>
                  <a:pt x="198024" y="71842"/>
                </a:lnTo>
                <a:lnTo>
                  <a:pt x="196793" y="73152"/>
                </a:lnTo>
                <a:close/>
              </a:path>
              <a:path extrusionOk="0" h="294640" w="327660">
                <a:moveTo>
                  <a:pt x="7620" y="294132"/>
                </a:moveTo>
                <a:lnTo>
                  <a:pt x="0" y="294132"/>
                </a:lnTo>
                <a:lnTo>
                  <a:pt x="0" y="152400"/>
                </a:lnTo>
                <a:lnTo>
                  <a:pt x="214" y="144780"/>
                </a:lnTo>
                <a:lnTo>
                  <a:pt x="313" y="141279"/>
                </a:lnTo>
                <a:lnTo>
                  <a:pt x="386" y="138684"/>
                </a:lnTo>
                <a:lnTo>
                  <a:pt x="450" y="136421"/>
                </a:lnTo>
                <a:lnTo>
                  <a:pt x="523" y="133826"/>
                </a:lnTo>
                <a:lnTo>
                  <a:pt x="1795" y="118300"/>
                </a:lnTo>
                <a:lnTo>
                  <a:pt x="1905" y="116967"/>
                </a:lnTo>
                <a:lnTo>
                  <a:pt x="3737" y="102750"/>
                </a:lnTo>
                <a:lnTo>
                  <a:pt x="3857" y="101822"/>
                </a:lnTo>
                <a:lnTo>
                  <a:pt x="18478" y="56959"/>
                </a:lnTo>
                <a:lnTo>
                  <a:pt x="48315" y="25527"/>
                </a:lnTo>
                <a:lnTo>
                  <a:pt x="88392" y="15240"/>
                </a:lnTo>
                <a:lnTo>
                  <a:pt x="100441" y="16097"/>
                </a:lnTo>
                <a:lnTo>
                  <a:pt x="141398" y="37790"/>
                </a:lnTo>
                <a:lnTo>
                  <a:pt x="159043" y="67056"/>
                </a:lnTo>
                <a:lnTo>
                  <a:pt x="86868" y="67056"/>
                </a:lnTo>
                <a:lnTo>
                  <a:pt x="72818" y="68484"/>
                </a:lnTo>
                <a:lnTo>
                  <a:pt x="38100" y="89916"/>
                </a:lnTo>
                <a:lnTo>
                  <a:pt x="18168" y="136421"/>
                </a:lnTo>
                <a:lnTo>
                  <a:pt x="16830" y="158496"/>
                </a:lnTo>
                <a:lnTo>
                  <a:pt x="17227" y="167640"/>
                </a:lnTo>
                <a:lnTo>
                  <a:pt x="22860" y="201168"/>
                </a:lnTo>
                <a:lnTo>
                  <a:pt x="327660" y="201168"/>
                </a:lnTo>
                <a:lnTo>
                  <a:pt x="327660" y="246887"/>
                </a:lnTo>
                <a:lnTo>
                  <a:pt x="57912" y="246887"/>
                </a:lnTo>
                <a:lnTo>
                  <a:pt x="45295" y="247173"/>
                </a:lnTo>
                <a:lnTo>
                  <a:pt x="44501" y="247173"/>
                </a:lnTo>
                <a:lnTo>
                  <a:pt x="8526" y="272248"/>
                </a:lnTo>
                <a:lnTo>
                  <a:pt x="8453" y="272486"/>
                </a:lnTo>
                <a:lnTo>
                  <a:pt x="7620" y="281939"/>
                </a:lnTo>
                <a:lnTo>
                  <a:pt x="7620" y="294132"/>
                </a:lnTo>
                <a:close/>
              </a:path>
              <a:path extrusionOk="0" h="294640" w="327660">
                <a:moveTo>
                  <a:pt x="327660" y="201168"/>
                </a:moveTo>
                <a:lnTo>
                  <a:pt x="304800" y="201168"/>
                </a:lnTo>
                <a:lnTo>
                  <a:pt x="307681" y="186570"/>
                </a:lnTo>
                <a:lnTo>
                  <a:pt x="309562" y="172402"/>
                </a:lnTo>
                <a:lnTo>
                  <a:pt x="310586" y="158496"/>
                </a:lnTo>
                <a:lnTo>
                  <a:pt x="310895" y="144780"/>
                </a:lnTo>
                <a:lnTo>
                  <a:pt x="309825" y="125920"/>
                </a:lnTo>
                <a:lnTo>
                  <a:pt x="309724" y="124206"/>
                </a:lnTo>
                <a:lnTo>
                  <a:pt x="306133" y="106108"/>
                </a:lnTo>
                <a:lnTo>
                  <a:pt x="300088" y="90868"/>
                </a:lnTo>
                <a:lnTo>
                  <a:pt x="299966" y="90558"/>
                </a:lnTo>
                <a:lnTo>
                  <a:pt x="269557" y="60579"/>
                </a:lnTo>
                <a:lnTo>
                  <a:pt x="242316" y="54864"/>
                </a:lnTo>
                <a:lnTo>
                  <a:pt x="317047" y="54864"/>
                </a:lnTo>
                <a:lnTo>
                  <a:pt x="318458" y="57792"/>
                </a:lnTo>
                <a:lnTo>
                  <a:pt x="319098" y="60031"/>
                </a:lnTo>
                <a:lnTo>
                  <a:pt x="322516" y="72461"/>
                </a:lnTo>
                <a:lnTo>
                  <a:pt x="325226" y="89916"/>
                </a:lnTo>
                <a:lnTo>
                  <a:pt x="325325" y="90558"/>
                </a:lnTo>
                <a:lnTo>
                  <a:pt x="325374" y="90868"/>
                </a:lnTo>
                <a:lnTo>
                  <a:pt x="327010" y="111990"/>
                </a:lnTo>
                <a:lnTo>
                  <a:pt x="327088" y="112990"/>
                </a:lnTo>
                <a:lnTo>
                  <a:pt x="327551" y="133826"/>
                </a:lnTo>
                <a:lnTo>
                  <a:pt x="327660" y="201168"/>
                </a:lnTo>
                <a:close/>
              </a:path>
              <a:path extrusionOk="0" h="294640" w="327660">
                <a:moveTo>
                  <a:pt x="170688" y="201168"/>
                </a:moveTo>
                <a:lnTo>
                  <a:pt x="147828" y="201168"/>
                </a:lnTo>
                <a:lnTo>
                  <a:pt x="149352" y="195072"/>
                </a:lnTo>
                <a:lnTo>
                  <a:pt x="149352" y="187451"/>
                </a:lnTo>
                <a:lnTo>
                  <a:pt x="150799" y="180213"/>
                </a:lnTo>
                <a:lnTo>
                  <a:pt x="150815" y="152400"/>
                </a:lnTo>
                <a:lnTo>
                  <a:pt x="150665" y="144780"/>
                </a:lnTo>
                <a:lnTo>
                  <a:pt x="150542" y="138541"/>
                </a:lnTo>
                <a:lnTo>
                  <a:pt x="139255" y="93535"/>
                </a:lnTo>
                <a:lnTo>
                  <a:pt x="104203" y="69151"/>
                </a:lnTo>
                <a:lnTo>
                  <a:pt x="86868" y="67056"/>
                </a:lnTo>
                <a:lnTo>
                  <a:pt x="159043" y="67056"/>
                </a:lnTo>
                <a:lnTo>
                  <a:pt x="161544" y="73152"/>
                </a:lnTo>
                <a:lnTo>
                  <a:pt x="196793" y="73152"/>
                </a:lnTo>
                <a:lnTo>
                  <a:pt x="190881" y="79438"/>
                </a:lnTo>
                <a:lnTo>
                  <a:pt x="170688" y="125920"/>
                </a:lnTo>
                <a:lnTo>
                  <a:pt x="167783" y="155448"/>
                </a:lnTo>
                <a:lnTo>
                  <a:pt x="167711" y="156972"/>
                </a:lnTo>
                <a:lnTo>
                  <a:pt x="167640" y="167640"/>
                </a:lnTo>
                <a:lnTo>
                  <a:pt x="169164" y="176784"/>
                </a:lnTo>
                <a:lnTo>
                  <a:pt x="169164" y="196596"/>
                </a:lnTo>
                <a:lnTo>
                  <a:pt x="170688" y="201168"/>
                </a:lnTo>
                <a:close/>
              </a:path>
              <a:path extrusionOk="0" h="294640" w="327660">
                <a:moveTo>
                  <a:pt x="327660" y="294132"/>
                </a:moveTo>
                <a:lnTo>
                  <a:pt x="320040" y="294132"/>
                </a:lnTo>
                <a:lnTo>
                  <a:pt x="320040" y="281939"/>
                </a:lnTo>
                <a:lnTo>
                  <a:pt x="319227" y="272486"/>
                </a:lnTo>
                <a:lnTo>
                  <a:pt x="283202" y="247173"/>
                </a:lnTo>
                <a:lnTo>
                  <a:pt x="269748" y="246887"/>
                </a:lnTo>
                <a:lnTo>
                  <a:pt x="327660" y="246887"/>
                </a:lnTo>
                <a:lnTo>
                  <a:pt x="327660" y="29413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" name="Google Shape;1610;p30"/>
          <p:cNvSpPr/>
          <p:nvPr/>
        </p:nvSpPr>
        <p:spPr>
          <a:xfrm>
            <a:off x="1431023" y="6149340"/>
            <a:ext cx="346075" cy="260985"/>
          </a:xfrm>
          <a:custGeom>
            <a:rect b="b" l="l" r="r" t="t"/>
            <a:pathLst>
              <a:path extrusionOk="0" h="260985" w="346075">
                <a:moveTo>
                  <a:pt x="48768" y="198120"/>
                </a:moveTo>
                <a:lnTo>
                  <a:pt x="47244" y="192024"/>
                </a:lnTo>
                <a:lnTo>
                  <a:pt x="38100" y="182880"/>
                </a:lnTo>
                <a:lnTo>
                  <a:pt x="32004" y="181356"/>
                </a:lnTo>
                <a:lnTo>
                  <a:pt x="18288" y="181356"/>
                </a:lnTo>
                <a:lnTo>
                  <a:pt x="12192" y="182880"/>
                </a:lnTo>
                <a:lnTo>
                  <a:pt x="3048" y="192024"/>
                </a:lnTo>
                <a:lnTo>
                  <a:pt x="0" y="198120"/>
                </a:lnTo>
                <a:lnTo>
                  <a:pt x="0" y="211836"/>
                </a:lnTo>
                <a:lnTo>
                  <a:pt x="3048" y="217932"/>
                </a:lnTo>
                <a:lnTo>
                  <a:pt x="12192" y="227076"/>
                </a:lnTo>
                <a:lnTo>
                  <a:pt x="18288" y="230124"/>
                </a:lnTo>
                <a:lnTo>
                  <a:pt x="32004" y="230124"/>
                </a:lnTo>
                <a:lnTo>
                  <a:pt x="38100" y="227076"/>
                </a:lnTo>
                <a:lnTo>
                  <a:pt x="47244" y="217932"/>
                </a:lnTo>
                <a:lnTo>
                  <a:pt x="48768" y="211836"/>
                </a:lnTo>
                <a:lnTo>
                  <a:pt x="48768" y="198120"/>
                </a:lnTo>
                <a:close/>
              </a:path>
              <a:path extrusionOk="0" h="260985" w="346075">
                <a:moveTo>
                  <a:pt x="342900" y="152400"/>
                </a:moveTo>
                <a:lnTo>
                  <a:pt x="335280" y="152400"/>
                </a:lnTo>
                <a:lnTo>
                  <a:pt x="335280" y="169164"/>
                </a:lnTo>
                <a:lnTo>
                  <a:pt x="332232" y="173736"/>
                </a:lnTo>
                <a:lnTo>
                  <a:pt x="292608" y="185928"/>
                </a:lnTo>
                <a:lnTo>
                  <a:pt x="115824" y="185928"/>
                </a:lnTo>
                <a:lnTo>
                  <a:pt x="115824" y="195072"/>
                </a:lnTo>
                <a:lnTo>
                  <a:pt x="143256" y="260604"/>
                </a:lnTo>
                <a:lnTo>
                  <a:pt x="150876" y="256032"/>
                </a:lnTo>
                <a:lnTo>
                  <a:pt x="149352" y="251460"/>
                </a:lnTo>
                <a:lnTo>
                  <a:pt x="147828" y="245364"/>
                </a:lnTo>
                <a:lnTo>
                  <a:pt x="147828" y="237744"/>
                </a:lnTo>
                <a:lnTo>
                  <a:pt x="150876" y="231648"/>
                </a:lnTo>
                <a:lnTo>
                  <a:pt x="192201" y="225577"/>
                </a:lnTo>
                <a:lnTo>
                  <a:pt x="302336" y="225577"/>
                </a:lnTo>
                <a:lnTo>
                  <a:pt x="311086" y="225933"/>
                </a:lnTo>
                <a:lnTo>
                  <a:pt x="317258" y="226847"/>
                </a:lnTo>
                <a:lnTo>
                  <a:pt x="321564" y="228600"/>
                </a:lnTo>
                <a:lnTo>
                  <a:pt x="327660" y="230124"/>
                </a:lnTo>
                <a:lnTo>
                  <a:pt x="330708" y="233172"/>
                </a:lnTo>
                <a:lnTo>
                  <a:pt x="332232" y="236220"/>
                </a:lnTo>
                <a:lnTo>
                  <a:pt x="335280" y="240792"/>
                </a:lnTo>
                <a:lnTo>
                  <a:pt x="335280" y="259080"/>
                </a:lnTo>
                <a:lnTo>
                  <a:pt x="342900" y="259080"/>
                </a:lnTo>
                <a:lnTo>
                  <a:pt x="342900" y="225577"/>
                </a:lnTo>
                <a:lnTo>
                  <a:pt x="342900" y="152400"/>
                </a:lnTo>
                <a:close/>
              </a:path>
              <a:path extrusionOk="0" h="260985" w="346075">
                <a:moveTo>
                  <a:pt x="345960" y="56388"/>
                </a:moveTo>
                <a:lnTo>
                  <a:pt x="327190" y="16941"/>
                </a:lnTo>
                <a:lnTo>
                  <a:pt x="297192" y="0"/>
                </a:lnTo>
                <a:lnTo>
                  <a:pt x="297192" y="10668"/>
                </a:lnTo>
                <a:lnTo>
                  <a:pt x="304812" y="13716"/>
                </a:lnTo>
                <a:lnTo>
                  <a:pt x="309384" y="16764"/>
                </a:lnTo>
                <a:lnTo>
                  <a:pt x="312432" y="22860"/>
                </a:lnTo>
                <a:lnTo>
                  <a:pt x="315480" y="27432"/>
                </a:lnTo>
                <a:lnTo>
                  <a:pt x="317004" y="33528"/>
                </a:lnTo>
                <a:lnTo>
                  <a:pt x="317004" y="44196"/>
                </a:lnTo>
                <a:lnTo>
                  <a:pt x="315480" y="50292"/>
                </a:lnTo>
                <a:lnTo>
                  <a:pt x="280428" y="60960"/>
                </a:lnTo>
                <a:lnTo>
                  <a:pt x="137172" y="60960"/>
                </a:lnTo>
                <a:lnTo>
                  <a:pt x="137172" y="9144"/>
                </a:lnTo>
                <a:lnTo>
                  <a:pt x="121932" y="9144"/>
                </a:lnTo>
                <a:lnTo>
                  <a:pt x="121932" y="60960"/>
                </a:lnTo>
                <a:lnTo>
                  <a:pt x="48780" y="60960"/>
                </a:lnTo>
                <a:lnTo>
                  <a:pt x="48780" y="67056"/>
                </a:lnTo>
                <a:lnTo>
                  <a:pt x="83832" y="82296"/>
                </a:lnTo>
                <a:lnTo>
                  <a:pt x="118859" y="115062"/>
                </a:lnTo>
                <a:lnTo>
                  <a:pt x="131076" y="135636"/>
                </a:lnTo>
                <a:lnTo>
                  <a:pt x="137172" y="135636"/>
                </a:lnTo>
                <a:lnTo>
                  <a:pt x="137172" y="100584"/>
                </a:lnTo>
                <a:lnTo>
                  <a:pt x="286524" y="100584"/>
                </a:lnTo>
                <a:lnTo>
                  <a:pt x="298234" y="100279"/>
                </a:lnTo>
                <a:lnTo>
                  <a:pt x="308241" y="99250"/>
                </a:lnTo>
                <a:lnTo>
                  <a:pt x="316522" y="97370"/>
                </a:lnTo>
                <a:lnTo>
                  <a:pt x="323100" y="94488"/>
                </a:lnTo>
                <a:lnTo>
                  <a:pt x="330720" y="91440"/>
                </a:lnTo>
                <a:lnTo>
                  <a:pt x="336816" y="86868"/>
                </a:lnTo>
                <a:lnTo>
                  <a:pt x="339864" y="79248"/>
                </a:lnTo>
                <a:lnTo>
                  <a:pt x="344436" y="71628"/>
                </a:lnTo>
                <a:lnTo>
                  <a:pt x="345960" y="64008"/>
                </a:lnTo>
                <a:lnTo>
                  <a:pt x="345960" y="563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1" name="Google Shape;1611;p30"/>
          <p:cNvGrpSpPr/>
          <p:nvPr/>
        </p:nvGrpSpPr>
        <p:grpSpPr>
          <a:xfrm>
            <a:off x="1446276" y="4328159"/>
            <a:ext cx="433069" cy="1690243"/>
            <a:chOff x="1446276" y="4328159"/>
            <a:chExt cx="433069" cy="1690243"/>
          </a:xfrm>
        </p:grpSpPr>
        <p:sp>
          <p:nvSpPr>
            <p:cNvPr id="1612" name="Google Shape;1612;p30"/>
            <p:cNvSpPr/>
            <p:nvPr/>
          </p:nvSpPr>
          <p:spPr>
            <a:xfrm>
              <a:off x="1446276" y="5596127"/>
              <a:ext cx="327660" cy="422275"/>
            </a:xfrm>
            <a:custGeom>
              <a:rect b="b" l="l" r="r" t="t"/>
              <a:pathLst>
                <a:path extrusionOk="0" h="422275" w="327660">
                  <a:moveTo>
                    <a:pt x="327660" y="422148"/>
                  </a:moveTo>
                  <a:lnTo>
                    <a:pt x="320040" y="422148"/>
                  </a:lnTo>
                  <a:lnTo>
                    <a:pt x="320040" y="409956"/>
                  </a:lnTo>
                  <a:lnTo>
                    <a:pt x="319420" y="400502"/>
                  </a:lnTo>
                  <a:lnTo>
                    <a:pt x="283202" y="375213"/>
                  </a:lnTo>
                  <a:lnTo>
                    <a:pt x="269748" y="374904"/>
                  </a:lnTo>
                  <a:lnTo>
                    <a:pt x="57912" y="374904"/>
                  </a:lnTo>
                  <a:lnTo>
                    <a:pt x="16764" y="387096"/>
                  </a:lnTo>
                  <a:lnTo>
                    <a:pt x="7620" y="422148"/>
                  </a:lnTo>
                  <a:lnTo>
                    <a:pt x="0" y="422148"/>
                  </a:lnTo>
                  <a:lnTo>
                    <a:pt x="0" y="327660"/>
                  </a:lnTo>
                  <a:lnTo>
                    <a:pt x="256032" y="210312"/>
                  </a:lnTo>
                  <a:lnTo>
                    <a:pt x="0" y="92964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2192"/>
                  </a:lnTo>
                  <a:lnTo>
                    <a:pt x="8477" y="21883"/>
                  </a:lnTo>
                  <a:lnTo>
                    <a:pt x="45339" y="46958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9372" y="41148"/>
                  </a:lnTo>
                  <a:lnTo>
                    <a:pt x="320040" y="12192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8"/>
                  </a:lnTo>
                  <a:lnTo>
                    <a:pt x="320040" y="140208"/>
                  </a:lnTo>
                  <a:lnTo>
                    <a:pt x="320040" y="128016"/>
                  </a:lnTo>
                  <a:lnTo>
                    <a:pt x="319420" y="118562"/>
                  </a:lnTo>
                  <a:lnTo>
                    <a:pt x="283202" y="93273"/>
                  </a:lnTo>
                  <a:lnTo>
                    <a:pt x="269748" y="92964"/>
                  </a:lnTo>
                  <a:lnTo>
                    <a:pt x="53340" y="92964"/>
                  </a:lnTo>
                  <a:lnTo>
                    <a:pt x="327660" y="219456"/>
                  </a:lnTo>
                  <a:lnTo>
                    <a:pt x="327660" y="227076"/>
                  </a:lnTo>
                  <a:lnTo>
                    <a:pt x="53340" y="353568"/>
                  </a:lnTo>
                  <a:lnTo>
                    <a:pt x="269748" y="353568"/>
                  </a:lnTo>
                  <a:lnTo>
                    <a:pt x="309372" y="347472"/>
                  </a:lnTo>
                  <a:lnTo>
                    <a:pt x="320040" y="306324"/>
                  </a:lnTo>
                  <a:lnTo>
                    <a:pt x="327660" y="306324"/>
                  </a:lnTo>
                  <a:lnTo>
                    <a:pt x="327660" y="4221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613" name="Google Shape;1613;p3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5382767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14" name="Google Shape;1614;p30"/>
            <p:cNvSpPr/>
            <p:nvPr/>
          </p:nvSpPr>
          <p:spPr>
            <a:xfrm>
              <a:off x="1546859" y="4989575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9372"/>
                  </a:lnTo>
                  <a:lnTo>
                    <a:pt x="0" y="298704"/>
                  </a:lnTo>
                  <a:lnTo>
                    <a:pt x="47244" y="298704"/>
                  </a:lnTo>
                  <a:lnTo>
                    <a:pt x="19812" y="271272"/>
                  </a:lnTo>
                  <a:lnTo>
                    <a:pt x="1905" y="235458"/>
                  </a:lnTo>
                  <a:lnTo>
                    <a:pt x="0" y="222504"/>
                  </a:lnTo>
                  <a:lnTo>
                    <a:pt x="833" y="212740"/>
                  </a:lnTo>
                  <a:lnTo>
                    <a:pt x="27432" y="175260"/>
                  </a:lnTo>
                  <a:lnTo>
                    <a:pt x="47244" y="167640"/>
                  </a:lnTo>
                  <a:lnTo>
                    <a:pt x="34432" y="155638"/>
                  </a:lnTo>
                  <a:lnTo>
                    <a:pt x="9144" y="126492"/>
                  </a:lnTo>
                  <a:lnTo>
                    <a:pt x="0" y="91440"/>
                  </a:lnTo>
                  <a:lnTo>
                    <a:pt x="571" y="82819"/>
                  </a:lnTo>
                  <a:lnTo>
                    <a:pt x="21526" y="48577"/>
                  </a:lnTo>
                  <a:lnTo>
                    <a:pt x="68556" y="34051"/>
                  </a:lnTo>
                  <a:lnTo>
                    <a:pt x="187118" y="33480"/>
                  </a:lnTo>
                  <a:lnTo>
                    <a:pt x="195453" y="33147"/>
                  </a:lnTo>
                  <a:lnTo>
                    <a:pt x="216407" y="21336"/>
                  </a:lnTo>
                  <a:lnTo>
                    <a:pt x="219456" y="18288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7931" y="88392"/>
                  </a:lnTo>
                  <a:lnTo>
                    <a:pt x="214883" y="82296"/>
                  </a:lnTo>
                  <a:lnTo>
                    <a:pt x="211836" y="79248"/>
                  </a:lnTo>
                  <a:lnTo>
                    <a:pt x="207264" y="76200"/>
                  </a:lnTo>
                  <a:lnTo>
                    <a:pt x="201168" y="74676"/>
                  </a:lnTo>
                  <a:lnTo>
                    <a:pt x="198119" y="74676"/>
                  </a:lnTo>
                  <a:lnTo>
                    <a:pt x="190500" y="73152"/>
                  </a:lnTo>
                  <a:lnTo>
                    <a:pt x="82296" y="73152"/>
                  </a:lnTo>
                  <a:lnTo>
                    <a:pt x="70342" y="73699"/>
                  </a:lnTo>
                  <a:lnTo>
                    <a:pt x="33147" y="92392"/>
                  </a:lnTo>
                  <a:lnTo>
                    <a:pt x="28956" y="109728"/>
                  </a:lnTo>
                  <a:lnTo>
                    <a:pt x="29503" y="116347"/>
                  </a:lnTo>
                  <a:lnTo>
                    <a:pt x="51792" y="157281"/>
                  </a:lnTo>
                  <a:lnTo>
                    <a:pt x="59436" y="166116"/>
                  </a:lnTo>
                  <a:lnTo>
                    <a:pt x="62484" y="166116"/>
                  </a:lnTo>
                  <a:lnTo>
                    <a:pt x="73152" y="164592"/>
                  </a:lnTo>
                  <a:lnTo>
                    <a:pt x="176783" y="164592"/>
                  </a:lnTo>
                  <a:lnTo>
                    <a:pt x="219456" y="149352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8600"/>
                  </a:lnTo>
                  <a:lnTo>
                    <a:pt x="217931" y="219456"/>
                  </a:lnTo>
                  <a:lnTo>
                    <a:pt x="214883" y="214884"/>
                  </a:lnTo>
                  <a:lnTo>
                    <a:pt x="213359" y="210312"/>
                  </a:lnTo>
                  <a:lnTo>
                    <a:pt x="208788" y="207264"/>
                  </a:lnTo>
                  <a:lnTo>
                    <a:pt x="202692" y="205740"/>
                  </a:lnTo>
                  <a:lnTo>
                    <a:pt x="186189" y="204454"/>
                  </a:lnTo>
                  <a:lnTo>
                    <a:pt x="176783" y="204216"/>
                  </a:lnTo>
                  <a:lnTo>
                    <a:pt x="82296" y="204216"/>
                  </a:lnTo>
                  <a:lnTo>
                    <a:pt x="44195" y="213360"/>
                  </a:lnTo>
                  <a:lnTo>
                    <a:pt x="28956" y="242316"/>
                  </a:lnTo>
                  <a:lnTo>
                    <a:pt x="29503" y="248935"/>
                  </a:lnTo>
                  <a:lnTo>
                    <a:pt x="47434" y="286321"/>
                  </a:lnTo>
                  <a:lnTo>
                    <a:pt x="59436" y="298704"/>
                  </a:lnTo>
                  <a:lnTo>
                    <a:pt x="187332" y="298656"/>
                  </a:lnTo>
                  <a:lnTo>
                    <a:pt x="196024" y="298323"/>
                  </a:lnTo>
                  <a:lnTo>
                    <a:pt x="202715" y="297418"/>
                  </a:lnTo>
                  <a:lnTo>
                    <a:pt x="207264" y="295656"/>
                  </a:lnTo>
                  <a:lnTo>
                    <a:pt x="211836" y="294132"/>
                  </a:lnTo>
                  <a:lnTo>
                    <a:pt x="214883" y="291084"/>
                  </a:lnTo>
                  <a:lnTo>
                    <a:pt x="216407" y="288036"/>
                  </a:lnTo>
                  <a:lnTo>
                    <a:pt x="219456" y="28346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55092"/>
                  </a:lnTo>
                  <a:lnTo>
                    <a:pt x="216407" y="350520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76366" y="338589"/>
                  </a:lnTo>
                  <a:lnTo>
                    <a:pt x="63055" y="339280"/>
                  </a:lnTo>
                  <a:lnTo>
                    <a:pt x="52887" y="340256"/>
                  </a:lnTo>
                  <a:lnTo>
                    <a:pt x="45719" y="341376"/>
                  </a:lnTo>
                  <a:lnTo>
                    <a:pt x="41148" y="341376"/>
                  </a:lnTo>
                  <a:lnTo>
                    <a:pt x="36576" y="344424"/>
                  </a:lnTo>
                  <a:lnTo>
                    <a:pt x="35052" y="345948"/>
                  </a:lnTo>
                  <a:lnTo>
                    <a:pt x="32004" y="352044"/>
                  </a:lnTo>
                  <a:lnTo>
                    <a:pt x="32004" y="359664"/>
                  </a:lnTo>
                  <a:lnTo>
                    <a:pt x="33528" y="364236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615" name="Google Shape;1615;p30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60" y="4754880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16" name="Google Shape;1616;p30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6859" y="4570475"/>
              <a:ext cx="227075" cy="1630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17" name="Google Shape;1617;p30"/>
            <p:cNvSpPr/>
            <p:nvPr/>
          </p:nvSpPr>
          <p:spPr>
            <a:xfrm>
              <a:off x="1552955" y="4328159"/>
              <a:ext cx="326390" cy="243840"/>
            </a:xfrm>
            <a:custGeom>
              <a:rect b="b" l="l" r="r" t="t"/>
              <a:pathLst>
                <a:path extrusionOk="0" h="243839" w="326389">
                  <a:moveTo>
                    <a:pt x="7619" y="243839"/>
                  </a:moveTo>
                  <a:lnTo>
                    <a:pt x="0" y="243839"/>
                  </a:lnTo>
                  <a:lnTo>
                    <a:pt x="0" y="140207"/>
                  </a:lnTo>
                  <a:lnTo>
                    <a:pt x="7619" y="140207"/>
                  </a:lnTo>
                  <a:lnTo>
                    <a:pt x="7619" y="152399"/>
                  </a:lnTo>
                  <a:lnTo>
                    <a:pt x="9143" y="156971"/>
                  </a:lnTo>
                  <a:lnTo>
                    <a:pt x="16763" y="164591"/>
                  </a:lnTo>
                  <a:lnTo>
                    <a:pt x="19811" y="166115"/>
                  </a:lnTo>
                  <a:lnTo>
                    <a:pt x="24383" y="166115"/>
                  </a:lnTo>
                  <a:lnTo>
                    <a:pt x="163067" y="103631"/>
                  </a:lnTo>
                  <a:lnTo>
                    <a:pt x="41147" y="53339"/>
                  </a:lnTo>
                  <a:lnTo>
                    <a:pt x="35051" y="50291"/>
                  </a:lnTo>
                  <a:lnTo>
                    <a:pt x="27431" y="48767"/>
                  </a:lnTo>
                  <a:lnTo>
                    <a:pt x="18287" y="48767"/>
                  </a:lnTo>
                  <a:lnTo>
                    <a:pt x="15239" y="50291"/>
                  </a:lnTo>
                  <a:lnTo>
                    <a:pt x="13715" y="50291"/>
                  </a:lnTo>
                  <a:lnTo>
                    <a:pt x="10667" y="53339"/>
                  </a:lnTo>
                  <a:lnTo>
                    <a:pt x="9143" y="56387"/>
                  </a:lnTo>
                  <a:lnTo>
                    <a:pt x="9143" y="59435"/>
                  </a:lnTo>
                  <a:lnTo>
                    <a:pt x="7619" y="64008"/>
                  </a:lnTo>
                  <a:lnTo>
                    <a:pt x="7619" y="71627"/>
                  </a:lnTo>
                  <a:lnTo>
                    <a:pt x="0" y="71627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9143" y="6096"/>
                  </a:lnTo>
                  <a:lnTo>
                    <a:pt x="10667" y="10667"/>
                  </a:lnTo>
                  <a:lnTo>
                    <a:pt x="42671" y="33527"/>
                  </a:lnTo>
                  <a:lnTo>
                    <a:pt x="262127" y="123443"/>
                  </a:lnTo>
                  <a:lnTo>
                    <a:pt x="277248" y="130635"/>
                  </a:lnTo>
                  <a:lnTo>
                    <a:pt x="310895" y="158495"/>
                  </a:lnTo>
                  <a:lnTo>
                    <a:pt x="326135" y="198119"/>
                  </a:lnTo>
                  <a:lnTo>
                    <a:pt x="325802" y="205573"/>
                  </a:lnTo>
                  <a:lnTo>
                    <a:pt x="324611" y="212026"/>
                  </a:lnTo>
                  <a:lnTo>
                    <a:pt x="322278" y="217622"/>
                  </a:lnTo>
                  <a:lnTo>
                    <a:pt x="313943" y="228599"/>
                  </a:lnTo>
                  <a:lnTo>
                    <a:pt x="307847" y="231647"/>
                  </a:lnTo>
                  <a:lnTo>
                    <a:pt x="294131" y="231647"/>
                  </a:lnTo>
                  <a:lnTo>
                    <a:pt x="280415" y="193547"/>
                  </a:lnTo>
                  <a:lnTo>
                    <a:pt x="283463" y="184403"/>
                  </a:lnTo>
                  <a:lnTo>
                    <a:pt x="286512" y="178307"/>
                  </a:lnTo>
                  <a:lnTo>
                    <a:pt x="286512" y="167639"/>
                  </a:lnTo>
                  <a:lnTo>
                    <a:pt x="284988" y="163067"/>
                  </a:lnTo>
                  <a:lnTo>
                    <a:pt x="278891" y="156971"/>
                  </a:lnTo>
                  <a:lnTo>
                    <a:pt x="274581" y="152399"/>
                  </a:lnTo>
                  <a:lnTo>
                    <a:pt x="268414" y="147827"/>
                  </a:lnTo>
                  <a:lnTo>
                    <a:pt x="260246" y="143255"/>
                  </a:lnTo>
                  <a:lnTo>
                    <a:pt x="249936" y="138683"/>
                  </a:lnTo>
                  <a:lnTo>
                    <a:pt x="211836" y="123443"/>
                  </a:lnTo>
                  <a:lnTo>
                    <a:pt x="41147" y="207263"/>
                  </a:lnTo>
                  <a:lnTo>
                    <a:pt x="35051" y="211835"/>
                  </a:lnTo>
                  <a:lnTo>
                    <a:pt x="27431" y="216407"/>
                  </a:lnTo>
                  <a:lnTo>
                    <a:pt x="21335" y="220979"/>
                  </a:lnTo>
                  <a:lnTo>
                    <a:pt x="16763" y="224027"/>
                  </a:lnTo>
                  <a:lnTo>
                    <a:pt x="15239" y="227075"/>
                  </a:lnTo>
                  <a:lnTo>
                    <a:pt x="12191" y="230123"/>
                  </a:lnTo>
                  <a:lnTo>
                    <a:pt x="10667" y="236219"/>
                  </a:lnTo>
                  <a:lnTo>
                    <a:pt x="7619" y="24383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8" name="Google Shape;1618;p30"/>
          <p:cNvSpPr/>
          <p:nvPr/>
        </p:nvSpPr>
        <p:spPr>
          <a:xfrm>
            <a:off x="1431023" y="3256788"/>
            <a:ext cx="448309" cy="925194"/>
          </a:xfrm>
          <a:custGeom>
            <a:rect b="b" l="l" r="r" t="t"/>
            <a:pathLst>
              <a:path extrusionOk="0" h="925195" w="448310">
                <a:moveTo>
                  <a:pt x="48768" y="291084"/>
                </a:moveTo>
                <a:lnTo>
                  <a:pt x="47244" y="286512"/>
                </a:lnTo>
                <a:lnTo>
                  <a:pt x="42672" y="281940"/>
                </a:lnTo>
                <a:lnTo>
                  <a:pt x="38100" y="275844"/>
                </a:lnTo>
                <a:lnTo>
                  <a:pt x="32004" y="274320"/>
                </a:lnTo>
                <a:lnTo>
                  <a:pt x="18288" y="274320"/>
                </a:lnTo>
                <a:lnTo>
                  <a:pt x="12192" y="275844"/>
                </a:lnTo>
                <a:lnTo>
                  <a:pt x="7620" y="281940"/>
                </a:lnTo>
                <a:lnTo>
                  <a:pt x="3048" y="286512"/>
                </a:lnTo>
                <a:lnTo>
                  <a:pt x="0" y="291084"/>
                </a:lnTo>
                <a:lnTo>
                  <a:pt x="0" y="304800"/>
                </a:lnTo>
                <a:lnTo>
                  <a:pt x="3048" y="310896"/>
                </a:lnTo>
                <a:lnTo>
                  <a:pt x="12192" y="320040"/>
                </a:lnTo>
                <a:lnTo>
                  <a:pt x="18288" y="323088"/>
                </a:lnTo>
                <a:lnTo>
                  <a:pt x="32004" y="323088"/>
                </a:lnTo>
                <a:lnTo>
                  <a:pt x="38100" y="320040"/>
                </a:lnTo>
                <a:lnTo>
                  <a:pt x="47244" y="310896"/>
                </a:lnTo>
                <a:lnTo>
                  <a:pt x="48768" y="304800"/>
                </a:lnTo>
                <a:lnTo>
                  <a:pt x="48768" y="291084"/>
                </a:lnTo>
                <a:close/>
              </a:path>
              <a:path extrusionOk="0" h="925195" w="448310">
                <a:moveTo>
                  <a:pt x="342900" y="245364"/>
                </a:moveTo>
                <a:lnTo>
                  <a:pt x="335280" y="245364"/>
                </a:lnTo>
                <a:lnTo>
                  <a:pt x="335280" y="263652"/>
                </a:lnTo>
                <a:lnTo>
                  <a:pt x="332232" y="266700"/>
                </a:lnTo>
                <a:lnTo>
                  <a:pt x="292608" y="278892"/>
                </a:lnTo>
                <a:lnTo>
                  <a:pt x="115824" y="278892"/>
                </a:lnTo>
                <a:lnTo>
                  <a:pt x="115824" y="289560"/>
                </a:lnTo>
                <a:lnTo>
                  <a:pt x="143256" y="353568"/>
                </a:lnTo>
                <a:lnTo>
                  <a:pt x="150876" y="350520"/>
                </a:lnTo>
                <a:lnTo>
                  <a:pt x="147828" y="338328"/>
                </a:lnTo>
                <a:lnTo>
                  <a:pt x="147828" y="330708"/>
                </a:lnTo>
                <a:lnTo>
                  <a:pt x="149352" y="327660"/>
                </a:lnTo>
                <a:lnTo>
                  <a:pt x="150876" y="326136"/>
                </a:lnTo>
                <a:lnTo>
                  <a:pt x="152400" y="323088"/>
                </a:lnTo>
                <a:lnTo>
                  <a:pt x="161544" y="320040"/>
                </a:lnTo>
                <a:lnTo>
                  <a:pt x="168719" y="319163"/>
                </a:lnTo>
                <a:lnTo>
                  <a:pt x="178879" y="318706"/>
                </a:lnTo>
                <a:lnTo>
                  <a:pt x="194094" y="318516"/>
                </a:lnTo>
                <a:lnTo>
                  <a:pt x="292608" y="318516"/>
                </a:lnTo>
                <a:lnTo>
                  <a:pt x="300113" y="318706"/>
                </a:lnTo>
                <a:lnTo>
                  <a:pt x="302082" y="318706"/>
                </a:lnTo>
                <a:lnTo>
                  <a:pt x="332232" y="330708"/>
                </a:lnTo>
                <a:lnTo>
                  <a:pt x="335280" y="333756"/>
                </a:lnTo>
                <a:lnTo>
                  <a:pt x="335280" y="352044"/>
                </a:lnTo>
                <a:lnTo>
                  <a:pt x="342900" y="352044"/>
                </a:lnTo>
                <a:lnTo>
                  <a:pt x="342900" y="318516"/>
                </a:lnTo>
                <a:lnTo>
                  <a:pt x="342900" y="245364"/>
                </a:lnTo>
                <a:close/>
              </a:path>
              <a:path extrusionOk="0" h="925195" w="448310">
                <a:moveTo>
                  <a:pt x="342912" y="373380"/>
                </a:moveTo>
                <a:lnTo>
                  <a:pt x="335292" y="373380"/>
                </a:lnTo>
                <a:lnTo>
                  <a:pt x="335292" y="391668"/>
                </a:lnTo>
                <a:lnTo>
                  <a:pt x="332244" y="394716"/>
                </a:lnTo>
                <a:lnTo>
                  <a:pt x="292620" y="406908"/>
                </a:lnTo>
                <a:lnTo>
                  <a:pt x="214896" y="406908"/>
                </a:lnTo>
                <a:lnTo>
                  <a:pt x="196011" y="407200"/>
                </a:lnTo>
                <a:lnTo>
                  <a:pt x="148793" y="415226"/>
                </a:lnTo>
                <a:lnTo>
                  <a:pt x="118884" y="446151"/>
                </a:lnTo>
                <a:lnTo>
                  <a:pt x="115836" y="463296"/>
                </a:lnTo>
                <a:lnTo>
                  <a:pt x="116408" y="471297"/>
                </a:lnTo>
                <a:lnTo>
                  <a:pt x="138125" y="513778"/>
                </a:lnTo>
                <a:lnTo>
                  <a:pt x="161556" y="537972"/>
                </a:lnTo>
                <a:lnTo>
                  <a:pt x="12" y="537972"/>
                </a:lnTo>
                <a:lnTo>
                  <a:pt x="12" y="548640"/>
                </a:lnTo>
                <a:lnTo>
                  <a:pt x="27444" y="612648"/>
                </a:lnTo>
                <a:lnTo>
                  <a:pt x="35064" y="609600"/>
                </a:lnTo>
                <a:lnTo>
                  <a:pt x="33540" y="601980"/>
                </a:lnTo>
                <a:lnTo>
                  <a:pt x="32016" y="597408"/>
                </a:lnTo>
                <a:lnTo>
                  <a:pt x="32016" y="589788"/>
                </a:lnTo>
                <a:lnTo>
                  <a:pt x="92976" y="577596"/>
                </a:lnTo>
                <a:lnTo>
                  <a:pt x="292620" y="577596"/>
                </a:lnTo>
                <a:lnTo>
                  <a:pt x="330720" y="588264"/>
                </a:lnTo>
                <a:lnTo>
                  <a:pt x="333768" y="592836"/>
                </a:lnTo>
                <a:lnTo>
                  <a:pt x="335292" y="601980"/>
                </a:lnTo>
                <a:lnTo>
                  <a:pt x="335292" y="611124"/>
                </a:lnTo>
                <a:lnTo>
                  <a:pt x="342912" y="611124"/>
                </a:lnTo>
                <a:lnTo>
                  <a:pt x="342912" y="502920"/>
                </a:lnTo>
                <a:lnTo>
                  <a:pt x="335292" y="502920"/>
                </a:lnTo>
                <a:lnTo>
                  <a:pt x="335292" y="521208"/>
                </a:lnTo>
                <a:lnTo>
                  <a:pt x="329196" y="530352"/>
                </a:lnTo>
                <a:lnTo>
                  <a:pt x="292620" y="537972"/>
                </a:lnTo>
                <a:lnTo>
                  <a:pt x="176796" y="537972"/>
                </a:lnTo>
                <a:lnTo>
                  <a:pt x="152412" y="507492"/>
                </a:lnTo>
                <a:lnTo>
                  <a:pt x="144792" y="481584"/>
                </a:lnTo>
                <a:lnTo>
                  <a:pt x="144792" y="473964"/>
                </a:lnTo>
                <a:lnTo>
                  <a:pt x="175031" y="448462"/>
                </a:lnTo>
                <a:lnTo>
                  <a:pt x="214896" y="446532"/>
                </a:lnTo>
                <a:lnTo>
                  <a:pt x="317004" y="446532"/>
                </a:lnTo>
                <a:lnTo>
                  <a:pt x="323100" y="448056"/>
                </a:lnTo>
                <a:lnTo>
                  <a:pt x="327672" y="451104"/>
                </a:lnTo>
                <a:lnTo>
                  <a:pt x="330720" y="455676"/>
                </a:lnTo>
                <a:lnTo>
                  <a:pt x="333768" y="458724"/>
                </a:lnTo>
                <a:lnTo>
                  <a:pt x="335292" y="466344"/>
                </a:lnTo>
                <a:lnTo>
                  <a:pt x="335292" y="481584"/>
                </a:lnTo>
                <a:lnTo>
                  <a:pt x="342912" y="481584"/>
                </a:lnTo>
                <a:lnTo>
                  <a:pt x="342912" y="373380"/>
                </a:lnTo>
                <a:close/>
              </a:path>
              <a:path extrusionOk="0" h="925195" w="448310">
                <a:moveTo>
                  <a:pt x="350520" y="765048"/>
                </a:moveTo>
                <a:lnTo>
                  <a:pt x="345757" y="723900"/>
                </a:lnTo>
                <a:lnTo>
                  <a:pt x="330708" y="687324"/>
                </a:lnTo>
                <a:lnTo>
                  <a:pt x="304228" y="656844"/>
                </a:lnTo>
                <a:lnTo>
                  <a:pt x="265176" y="630936"/>
                </a:lnTo>
                <a:lnTo>
                  <a:pt x="262128" y="638556"/>
                </a:lnTo>
                <a:lnTo>
                  <a:pt x="280987" y="652259"/>
                </a:lnTo>
                <a:lnTo>
                  <a:pt x="296418" y="665797"/>
                </a:lnTo>
                <a:lnTo>
                  <a:pt x="322122" y="704138"/>
                </a:lnTo>
                <a:lnTo>
                  <a:pt x="329184" y="748284"/>
                </a:lnTo>
                <a:lnTo>
                  <a:pt x="328282" y="766000"/>
                </a:lnTo>
                <a:lnTo>
                  <a:pt x="312420" y="812292"/>
                </a:lnTo>
                <a:lnTo>
                  <a:pt x="277279" y="847229"/>
                </a:lnTo>
                <a:lnTo>
                  <a:pt x="226695" y="866584"/>
                </a:lnTo>
                <a:lnTo>
                  <a:pt x="184404" y="870204"/>
                </a:lnTo>
                <a:lnTo>
                  <a:pt x="159004" y="869111"/>
                </a:lnTo>
                <a:lnTo>
                  <a:pt x="113906" y="861212"/>
                </a:lnTo>
                <a:lnTo>
                  <a:pt x="77584" y="846391"/>
                </a:lnTo>
                <a:lnTo>
                  <a:pt x="41148" y="813816"/>
                </a:lnTo>
                <a:lnTo>
                  <a:pt x="25514" y="771601"/>
                </a:lnTo>
                <a:lnTo>
                  <a:pt x="24384" y="755904"/>
                </a:lnTo>
                <a:lnTo>
                  <a:pt x="25819" y="737069"/>
                </a:lnTo>
                <a:lnTo>
                  <a:pt x="47244" y="688848"/>
                </a:lnTo>
                <a:lnTo>
                  <a:pt x="76962" y="664845"/>
                </a:lnTo>
                <a:lnTo>
                  <a:pt x="120396" y="647700"/>
                </a:lnTo>
                <a:lnTo>
                  <a:pt x="120396" y="640080"/>
                </a:lnTo>
                <a:lnTo>
                  <a:pt x="7620" y="647700"/>
                </a:lnTo>
                <a:lnTo>
                  <a:pt x="7620" y="655320"/>
                </a:lnTo>
                <a:lnTo>
                  <a:pt x="16764" y="656844"/>
                </a:lnTo>
                <a:lnTo>
                  <a:pt x="22860" y="659892"/>
                </a:lnTo>
                <a:lnTo>
                  <a:pt x="25908" y="664464"/>
                </a:lnTo>
                <a:lnTo>
                  <a:pt x="28956" y="667512"/>
                </a:lnTo>
                <a:lnTo>
                  <a:pt x="30480" y="670560"/>
                </a:lnTo>
                <a:lnTo>
                  <a:pt x="30480" y="678180"/>
                </a:lnTo>
                <a:lnTo>
                  <a:pt x="28956" y="682752"/>
                </a:lnTo>
                <a:lnTo>
                  <a:pt x="25908" y="688848"/>
                </a:lnTo>
                <a:lnTo>
                  <a:pt x="17907" y="706234"/>
                </a:lnTo>
                <a:lnTo>
                  <a:pt x="12192" y="723900"/>
                </a:lnTo>
                <a:lnTo>
                  <a:pt x="8763" y="741578"/>
                </a:lnTo>
                <a:lnTo>
                  <a:pt x="7620" y="758952"/>
                </a:lnTo>
                <a:lnTo>
                  <a:pt x="9055" y="781265"/>
                </a:lnTo>
                <a:lnTo>
                  <a:pt x="20485" y="823036"/>
                </a:lnTo>
                <a:lnTo>
                  <a:pt x="43053" y="861060"/>
                </a:lnTo>
                <a:lnTo>
                  <a:pt x="75057" y="890778"/>
                </a:lnTo>
                <a:lnTo>
                  <a:pt x="115620" y="912215"/>
                </a:lnTo>
                <a:lnTo>
                  <a:pt x="160718" y="923645"/>
                </a:lnTo>
                <a:lnTo>
                  <a:pt x="184404" y="925068"/>
                </a:lnTo>
                <a:lnTo>
                  <a:pt x="214147" y="922832"/>
                </a:lnTo>
                <a:lnTo>
                  <a:pt x="267347" y="905789"/>
                </a:lnTo>
                <a:lnTo>
                  <a:pt x="317093" y="866635"/>
                </a:lnTo>
                <a:lnTo>
                  <a:pt x="346811" y="803681"/>
                </a:lnTo>
                <a:lnTo>
                  <a:pt x="350520" y="765048"/>
                </a:lnTo>
                <a:close/>
              </a:path>
              <a:path extrusionOk="0" h="925195" w="448310">
                <a:moveTo>
                  <a:pt x="448068" y="118872"/>
                </a:moveTo>
                <a:lnTo>
                  <a:pt x="440448" y="118872"/>
                </a:lnTo>
                <a:lnTo>
                  <a:pt x="440448" y="138684"/>
                </a:lnTo>
                <a:lnTo>
                  <a:pt x="437400" y="143256"/>
                </a:lnTo>
                <a:lnTo>
                  <a:pt x="428256" y="152400"/>
                </a:lnTo>
                <a:lnTo>
                  <a:pt x="423697" y="153289"/>
                </a:lnTo>
                <a:lnTo>
                  <a:pt x="417017" y="153733"/>
                </a:lnTo>
                <a:lnTo>
                  <a:pt x="408317" y="153911"/>
                </a:lnTo>
                <a:lnTo>
                  <a:pt x="329209" y="153911"/>
                </a:lnTo>
                <a:lnTo>
                  <a:pt x="334352" y="148234"/>
                </a:lnTo>
                <a:lnTo>
                  <a:pt x="338531" y="142684"/>
                </a:lnTo>
                <a:lnTo>
                  <a:pt x="341833" y="137426"/>
                </a:lnTo>
                <a:lnTo>
                  <a:pt x="344436" y="132588"/>
                </a:lnTo>
                <a:lnTo>
                  <a:pt x="346430" y="125476"/>
                </a:lnTo>
                <a:lnTo>
                  <a:pt x="346519" y="124968"/>
                </a:lnTo>
                <a:lnTo>
                  <a:pt x="347865" y="117919"/>
                </a:lnTo>
                <a:lnTo>
                  <a:pt x="348716" y="110096"/>
                </a:lnTo>
                <a:lnTo>
                  <a:pt x="348729" y="109728"/>
                </a:lnTo>
                <a:lnTo>
                  <a:pt x="349008" y="102108"/>
                </a:lnTo>
                <a:lnTo>
                  <a:pt x="347243" y="82397"/>
                </a:lnTo>
                <a:lnTo>
                  <a:pt x="341769" y="64389"/>
                </a:lnTo>
                <a:lnTo>
                  <a:pt x="333768" y="50660"/>
                </a:lnTo>
                <a:lnTo>
                  <a:pt x="333768" y="102108"/>
                </a:lnTo>
                <a:lnTo>
                  <a:pt x="333197" y="111848"/>
                </a:lnTo>
                <a:lnTo>
                  <a:pt x="331482" y="120586"/>
                </a:lnTo>
                <a:lnTo>
                  <a:pt x="328625" y="128473"/>
                </a:lnTo>
                <a:lnTo>
                  <a:pt x="328523" y="128638"/>
                </a:lnTo>
                <a:lnTo>
                  <a:pt x="324624" y="135636"/>
                </a:lnTo>
                <a:lnTo>
                  <a:pt x="286715" y="153733"/>
                </a:lnTo>
                <a:lnTo>
                  <a:pt x="276872" y="153911"/>
                </a:lnTo>
                <a:lnTo>
                  <a:pt x="182867" y="153911"/>
                </a:lnTo>
                <a:lnTo>
                  <a:pt x="156984" y="124968"/>
                </a:lnTo>
                <a:lnTo>
                  <a:pt x="150888" y="109728"/>
                </a:lnTo>
                <a:lnTo>
                  <a:pt x="150888" y="102108"/>
                </a:lnTo>
                <a:lnTo>
                  <a:pt x="170700" y="65532"/>
                </a:lnTo>
                <a:lnTo>
                  <a:pt x="223431" y="44056"/>
                </a:lnTo>
                <a:lnTo>
                  <a:pt x="223989" y="44056"/>
                </a:lnTo>
                <a:lnTo>
                  <a:pt x="246900" y="42672"/>
                </a:lnTo>
                <a:lnTo>
                  <a:pt x="286905" y="48006"/>
                </a:lnTo>
                <a:lnTo>
                  <a:pt x="323481" y="70827"/>
                </a:lnTo>
                <a:lnTo>
                  <a:pt x="333768" y="102108"/>
                </a:lnTo>
                <a:lnTo>
                  <a:pt x="333768" y="50660"/>
                </a:lnTo>
                <a:lnTo>
                  <a:pt x="299072" y="18656"/>
                </a:lnTo>
                <a:lnTo>
                  <a:pt x="252730" y="2032"/>
                </a:lnTo>
                <a:lnTo>
                  <a:pt x="225564" y="0"/>
                </a:lnTo>
                <a:lnTo>
                  <a:pt x="200672" y="1714"/>
                </a:lnTo>
                <a:lnTo>
                  <a:pt x="158902" y="15430"/>
                </a:lnTo>
                <a:lnTo>
                  <a:pt x="122504" y="52768"/>
                </a:lnTo>
                <a:lnTo>
                  <a:pt x="115836" y="83820"/>
                </a:lnTo>
                <a:lnTo>
                  <a:pt x="116662" y="92964"/>
                </a:lnTo>
                <a:lnTo>
                  <a:pt x="134886" y="128638"/>
                </a:lnTo>
                <a:lnTo>
                  <a:pt x="169125" y="153911"/>
                </a:lnTo>
                <a:lnTo>
                  <a:pt x="115836" y="153911"/>
                </a:lnTo>
                <a:lnTo>
                  <a:pt x="115836" y="163068"/>
                </a:lnTo>
                <a:lnTo>
                  <a:pt x="143268" y="228600"/>
                </a:lnTo>
                <a:lnTo>
                  <a:pt x="150888" y="225552"/>
                </a:lnTo>
                <a:lnTo>
                  <a:pt x="147840" y="216408"/>
                </a:lnTo>
                <a:lnTo>
                  <a:pt x="147840" y="207264"/>
                </a:lnTo>
                <a:lnTo>
                  <a:pt x="150888" y="201168"/>
                </a:lnTo>
                <a:lnTo>
                  <a:pt x="155460" y="196596"/>
                </a:lnTo>
                <a:lnTo>
                  <a:pt x="160032" y="195072"/>
                </a:lnTo>
                <a:lnTo>
                  <a:pt x="163436" y="194843"/>
                </a:lnTo>
                <a:lnTo>
                  <a:pt x="168986" y="194310"/>
                </a:lnTo>
                <a:lnTo>
                  <a:pt x="176530" y="193789"/>
                </a:lnTo>
                <a:lnTo>
                  <a:pt x="185940" y="193548"/>
                </a:lnTo>
                <a:lnTo>
                  <a:pt x="394728" y="193548"/>
                </a:lnTo>
                <a:lnTo>
                  <a:pt x="405117" y="193789"/>
                </a:lnTo>
                <a:lnTo>
                  <a:pt x="405841" y="193789"/>
                </a:lnTo>
                <a:lnTo>
                  <a:pt x="441972" y="217932"/>
                </a:lnTo>
                <a:lnTo>
                  <a:pt x="440448" y="227076"/>
                </a:lnTo>
                <a:lnTo>
                  <a:pt x="440448" y="233172"/>
                </a:lnTo>
                <a:lnTo>
                  <a:pt x="448068" y="233172"/>
                </a:lnTo>
                <a:lnTo>
                  <a:pt x="448068" y="193548"/>
                </a:lnTo>
                <a:lnTo>
                  <a:pt x="448068" y="11887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" name="Google Shape;1619;p30"/>
          <p:cNvSpPr/>
          <p:nvPr/>
        </p:nvSpPr>
        <p:spPr>
          <a:xfrm>
            <a:off x="1644396" y="2811780"/>
            <a:ext cx="38100" cy="289560"/>
          </a:xfrm>
          <a:custGeom>
            <a:rect b="b" l="l" r="r" t="t"/>
            <a:pathLst>
              <a:path extrusionOk="0" h="289560" w="38100">
                <a:moveTo>
                  <a:pt x="38100" y="163068"/>
                </a:moveTo>
                <a:lnTo>
                  <a:pt x="0" y="163068"/>
                </a:lnTo>
                <a:lnTo>
                  <a:pt x="0" y="289560"/>
                </a:lnTo>
                <a:lnTo>
                  <a:pt x="38100" y="289560"/>
                </a:lnTo>
                <a:lnTo>
                  <a:pt x="38100" y="163068"/>
                </a:lnTo>
                <a:close/>
              </a:path>
              <a:path extrusionOk="0" h="289560" w="38100">
                <a:moveTo>
                  <a:pt x="38100" y="0"/>
                </a:moveTo>
                <a:lnTo>
                  <a:pt x="0" y="0"/>
                </a:lnTo>
                <a:lnTo>
                  <a:pt x="0" y="126492"/>
                </a:lnTo>
                <a:lnTo>
                  <a:pt x="38100" y="126492"/>
                </a:lnTo>
                <a:lnTo>
                  <a:pt x="3810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" name="Google Shape;1620;p30"/>
          <p:cNvSpPr/>
          <p:nvPr/>
        </p:nvSpPr>
        <p:spPr>
          <a:xfrm>
            <a:off x="1440180" y="2478023"/>
            <a:ext cx="334010" cy="128270"/>
          </a:xfrm>
          <a:custGeom>
            <a:rect b="b" l="l" r="r" t="t"/>
            <a:pathLst>
              <a:path extrusionOk="0" h="128269" w="334010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99846" y="40957"/>
                </a:lnTo>
                <a:lnTo>
                  <a:pt x="325874" y="10334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74" y="111609"/>
                </a:lnTo>
                <a:lnTo>
                  <a:pt x="325183" y="103441"/>
                </a:lnTo>
                <a:lnTo>
                  <a:pt x="290131" y="81033"/>
                </a:lnTo>
                <a:lnTo>
                  <a:pt x="275843" y="80772"/>
                </a:lnTo>
                <a:lnTo>
                  <a:pt x="99059" y="80772"/>
                </a:lnTo>
                <a:lnTo>
                  <a:pt x="60483" y="82700"/>
                </a:lnTo>
                <a:lnTo>
                  <a:pt x="42671" y="89916"/>
                </a:lnTo>
                <a:lnTo>
                  <a:pt x="39623" y="92964"/>
                </a:lnTo>
                <a:lnTo>
                  <a:pt x="39623" y="106680"/>
                </a:lnTo>
                <a:lnTo>
                  <a:pt x="41147" y="114300"/>
                </a:lnTo>
                <a:lnTo>
                  <a:pt x="45719" y="124968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" name="Google Shape;1621;p30"/>
          <p:cNvSpPr/>
          <p:nvPr/>
        </p:nvSpPr>
        <p:spPr>
          <a:xfrm>
            <a:off x="1440180" y="2191511"/>
            <a:ext cx="340360" cy="205740"/>
          </a:xfrm>
          <a:custGeom>
            <a:rect b="b" l="l" r="r" t="t"/>
            <a:pathLst>
              <a:path extrusionOk="0" h="205739" w="340360">
                <a:moveTo>
                  <a:pt x="117347" y="205740"/>
                </a:moveTo>
                <a:lnTo>
                  <a:pt x="76962" y="199834"/>
                </a:lnTo>
                <a:lnTo>
                  <a:pt x="41147" y="181356"/>
                </a:lnTo>
                <a:lnTo>
                  <a:pt x="10286" y="147256"/>
                </a:lnTo>
                <a:lnTo>
                  <a:pt x="0" y="105156"/>
                </a:lnTo>
                <a:lnTo>
                  <a:pt x="2238" y="85415"/>
                </a:lnTo>
                <a:lnTo>
                  <a:pt x="19288" y="50506"/>
                </a:lnTo>
                <a:lnTo>
                  <a:pt x="55268" y="19931"/>
                </a:lnTo>
                <a:lnTo>
                  <a:pt x="106179" y="2262"/>
                </a:lnTo>
                <a:lnTo>
                  <a:pt x="135635" y="0"/>
                </a:lnTo>
                <a:lnTo>
                  <a:pt x="162496" y="1714"/>
                </a:lnTo>
                <a:lnTo>
                  <a:pt x="212788" y="15430"/>
                </a:lnTo>
                <a:lnTo>
                  <a:pt x="259103" y="41648"/>
                </a:lnTo>
                <a:lnTo>
                  <a:pt x="264009" y="45720"/>
                </a:lnTo>
                <a:lnTo>
                  <a:pt x="121920" y="45720"/>
                </a:lnTo>
                <a:lnTo>
                  <a:pt x="110204" y="46291"/>
                </a:lnTo>
                <a:lnTo>
                  <a:pt x="71628" y="54864"/>
                </a:lnTo>
                <a:lnTo>
                  <a:pt x="30480" y="76200"/>
                </a:lnTo>
                <a:lnTo>
                  <a:pt x="15239" y="109728"/>
                </a:lnTo>
                <a:lnTo>
                  <a:pt x="16621" y="119967"/>
                </a:lnTo>
                <a:lnTo>
                  <a:pt x="45600" y="154709"/>
                </a:lnTo>
                <a:lnTo>
                  <a:pt x="74149" y="162091"/>
                </a:lnTo>
                <a:lnTo>
                  <a:pt x="72725" y="162091"/>
                </a:lnTo>
                <a:lnTo>
                  <a:pt x="92964" y="163068"/>
                </a:lnTo>
                <a:lnTo>
                  <a:pt x="202720" y="163068"/>
                </a:lnTo>
                <a:lnTo>
                  <a:pt x="199215" y="169092"/>
                </a:lnTo>
                <a:lnTo>
                  <a:pt x="187452" y="181356"/>
                </a:lnTo>
                <a:lnTo>
                  <a:pt x="172854" y="192238"/>
                </a:lnTo>
                <a:lnTo>
                  <a:pt x="156400" y="199834"/>
                </a:lnTo>
                <a:lnTo>
                  <a:pt x="137945" y="204287"/>
                </a:lnTo>
                <a:lnTo>
                  <a:pt x="117347" y="205740"/>
                </a:lnTo>
                <a:close/>
              </a:path>
              <a:path extrusionOk="0" h="205739" w="340360">
                <a:moveTo>
                  <a:pt x="202720" y="163068"/>
                </a:moveTo>
                <a:lnTo>
                  <a:pt x="92964" y="163068"/>
                </a:lnTo>
                <a:lnTo>
                  <a:pt x="116705" y="161877"/>
                </a:lnTo>
                <a:lnTo>
                  <a:pt x="137731" y="158115"/>
                </a:lnTo>
                <a:lnTo>
                  <a:pt x="172212" y="141732"/>
                </a:lnTo>
                <a:lnTo>
                  <a:pt x="191860" y="105156"/>
                </a:lnTo>
                <a:lnTo>
                  <a:pt x="191878" y="100584"/>
                </a:lnTo>
                <a:lnTo>
                  <a:pt x="191738" y="97655"/>
                </a:lnTo>
                <a:lnTo>
                  <a:pt x="176736" y="56292"/>
                </a:lnTo>
                <a:lnTo>
                  <a:pt x="131921" y="46005"/>
                </a:lnTo>
                <a:lnTo>
                  <a:pt x="121920" y="45720"/>
                </a:lnTo>
                <a:lnTo>
                  <a:pt x="264009" y="45720"/>
                </a:lnTo>
                <a:lnTo>
                  <a:pt x="275025" y="54864"/>
                </a:lnTo>
                <a:lnTo>
                  <a:pt x="190500" y="54864"/>
                </a:lnTo>
                <a:lnTo>
                  <a:pt x="200501" y="72866"/>
                </a:lnTo>
                <a:lnTo>
                  <a:pt x="207645" y="90297"/>
                </a:lnTo>
                <a:lnTo>
                  <a:pt x="211931" y="107156"/>
                </a:lnTo>
                <a:lnTo>
                  <a:pt x="213360" y="123444"/>
                </a:lnTo>
                <a:lnTo>
                  <a:pt x="211945" y="139303"/>
                </a:lnTo>
                <a:lnTo>
                  <a:pt x="211818" y="140208"/>
                </a:lnTo>
                <a:lnTo>
                  <a:pt x="207264" y="155257"/>
                </a:lnTo>
                <a:lnTo>
                  <a:pt x="202720" y="163068"/>
                </a:lnTo>
                <a:close/>
              </a:path>
              <a:path extrusionOk="0" h="205739" w="340360">
                <a:moveTo>
                  <a:pt x="339852" y="198120"/>
                </a:moveTo>
                <a:lnTo>
                  <a:pt x="332232" y="198120"/>
                </a:lnTo>
                <a:lnTo>
                  <a:pt x="331439" y="184404"/>
                </a:lnTo>
                <a:lnTo>
                  <a:pt x="331374" y="183284"/>
                </a:lnTo>
                <a:lnTo>
                  <a:pt x="318516" y="140208"/>
                </a:lnTo>
                <a:lnTo>
                  <a:pt x="284226" y="102489"/>
                </a:lnTo>
                <a:lnTo>
                  <a:pt x="249650" y="78224"/>
                </a:lnTo>
                <a:lnTo>
                  <a:pt x="210788" y="60555"/>
                </a:lnTo>
                <a:lnTo>
                  <a:pt x="190500" y="54864"/>
                </a:lnTo>
                <a:lnTo>
                  <a:pt x="275025" y="54864"/>
                </a:lnTo>
                <a:lnTo>
                  <a:pt x="315468" y="100584"/>
                </a:lnTo>
                <a:lnTo>
                  <a:pt x="333946" y="140779"/>
                </a:lnTo>
                <a:lnTo>
                  <a:pt x="339653" y="181356"/>
                </a:lnTo>
                <a:lnTo>
                  <a:pt x="339779" y="183284"/>
                </a:lnTo>
                <a:lnTo>
                  <a:pt x="339852" y="19812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" name="Google Shape;1622;p30"/>
          <p:cNvSpPr/>
          <p:nvPr/>
        </p:nvSpPr>
        <p:spPr>
          <a:xfrm>
            <a:off x="1440167" y="1690116"/>
            <a:ext cx="340360" cy="455930"/>
          </a:xfrm>
          <a:custGeom>
            <a:rect b="b" l="l" r="r" t="t"/>
            <a:pathLst>
              <a:path extrusionOk="0" h="455930" w="340360">
                <a:moveTo>
                  <a:pt x="339852" y="359664"/>
                </a:moveTo>
                <a:lnTo>
                  <a:pt x="16776" y="252984"/>
                </a:lnTo>
                <a:lnTo>
                  <a:pt x="6108" y="252984"/>
                </a:lnTo>
                <a:lnTo>
                  <a:pt x="6108" y="425196"/>
                </a:lnTo>
                <a:lnTo>
                  <a:pt x="83832" y="455676"/>
                </a:lnTo>
                <a:lnTo>
                  <a:pt x="86880" y="449580"/>
                </a:lnTo>
                <a:lnTo>
                  <a:pt x="76276" y="442442"/>
                </a:lnTo>
                <a:lnTo>
                  <a:pt x="67259" y="434721"/>
                </a:lnTo>
                <a:lnTo>
                  <a:pt x="47828" y="401764"/>
                </a:lnTo>
                <a:lnTo>
                  <a:pt x="45732" y="377952"/>
                </a:lnTo>
                <a:lnTo>
                  <a:pt x="45732" y="289560"/>
                </a:lnTo>
                <a:lnTo>
                  <a:pt x="339852" y="387096"/>
                </a:lnTo>
                <a:lnTo>
                  <a:pt x="339852" y="359664"/>
                </a:lnTo>
                <a:close/>
              </a:path>
              <a:path extrusionOk="0" h="455930" w="340360">
                <a:moveTo>
                  <a:pt x="339852" y="106680"/>
                </a:moveTo>
                <a:lnTo>
                  <a:pt x="338734" y="94348"/>
                </a:lnTo>
                <a:lnTo>
                  <a:pt x="335470" y="82296"/>
                </a:lnTo>
                <a:lnTo>
                  <a:pt x="330212" y="70256"/>
                </a:lnTo>
                <a:lnTo>
                  <a:pt x="326136" y="63195"/>
                </a:lnTo>
                <a:lnTo>
                  <a:pt x="326136" y="105156"/>
                </a:lnTo>
                <a:lnTo>
                  <a:pt x="323875" y="118021"/>
                </a:lnTo>
                <a:lnTo>
                  <a:pt x="291084" y="146304"/>
                </a:lnTo>
                <a:lnTo>
                  <a:pt x="241744" y="159258"/>
                </a:lnTo>
                <a:lnTo>
                  <a:pt x="179832" y="163068"/>
                </a:lnTo>
                <a:lnTo>
                  <a:pt x="158356" y="162763"/>
                </a:lnTo>
                <a:lnTo>
                  <a:pt x="115976" y="159854"/>
                </a:lnTo>
                <a:lnTo>
                  <a:pt x="74206" y="152958"/>
                </a:lnTo>
                <a:lnTo>
                  <a:pt x="30480" y="132588"/>
                </a:lnTo>
                <a:lnTo>
                  <a:pt x="15240" y="103632"/>
                </a:lnTo>
                <a:lnTo>
                  <a:pt x="15303" y="94348"/>
                </a:lnTo>
                <a:lnTo>
                  <a:pt x="50533" y="62776"/>
                </a:lnTo>
                <a:lnTo>
                  <a:pt x="105918" y="48958"/>
                </a:lnTo>
                <a:lnTo>
                  <a:pt x="130695" y="46532"/>
                </a:lnTo>
                <a:lnTo>
                  <a:pt x="131203" y="46532"/>
                </a:lnTo>
                <a:lnTo>
                  <a:pt x="156972" y="45720"/>
                </a:lnTo>
                <a:lnTo>
                  <a:pt x="224980" y="48768"/>
                </a:lnTo>
                <a:lnTo>
                  <a:pt x="275844" y="56388"/>
                </a:lnTo>
                <a:lnTo>
                  <a:pt x="315468" y="77724"/>
                </a:lnTo>
                <a:lnTo>
                  <a:pt x="326136" y="105156"/>
                </a:lnTo>
                <a:lnTo>
                  <a:pt x="326136" y="63195"/>
                </a:lnTo>
                <a:lnTo>
                  <a:pt x="299275" y="35052"/>
                </a:lnTo>
                <a:lnTo>
                  <a:pt x="265176" y="16764"/>
                </a:lnTo>
                <a:lnTo>
                  <a:pt x="220408" y="4381"/>
                </a:lnTo>
                <a:lnTo>
                  <a:pt x="167640" y="0"/>
                </a:lnTo>
                <a:lnTo>
                  <a:pt x="129425" y="2286"/>
                </a:lnTo>
                <a:lnTo>
                  <a:pt x="64985" y="20574"/>
                </a:lnTo>
                <a:lnTo>
                  <a:pt x="22504" y="51993"/>
                </a:lnTo>
                <a:lnTo>
                  <a:pt x="2552" y="85661"/>
                </a:lnTo>
                <a:lnTo>
                  <a:pt x="0" y="103632"/>
                </a:lnTo>
                <a:lnTo>
                  <a:pt x="1130" y="115049"/>
                </a:lnTo>
                <a:lnTo>
                  <a:pt x="27559" y="160959"/>
                </a:lnTo>
                <a:lnTo>
                  <a:pt x="76200" y="192024"/>
                </a:lnTo>
                <a:lnTo>
                  <a:pt x="120777" y="204978"/>
                </a:lnTo>
                <a:lnTo>
                  <a:pt x="172212" y="208788"/>
                </a:lnTo>
                <a:lnTo>
                  <a:pt x="204203" y="207098"/>
                </a:lnTo>
                <a:lnTo>
                  <a:pt x="260731" y="194005"/>
                </a:lnTo>
                <a:lnTo>
                  <a:pt x="308991" y="166903"/>
                </a:lnTo>
                <a:lnTo>
                  <a:pt x="336423" y="128663"/>
                </a:lnTo>
                <a:lnTo>
                  <a:pt x="339852" y="10668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" name="Google Shape;1623;p30"/>
          <p:cNvSpPr/>
          <p:nvPr/>
        </p:nvSpPr>
        <p:spPr>
          <a:xfrm>
            <a:off x="2543555" y="4905755"/>
            <a:ext cx="60960" cy="60960"/>
          </a:xfrm>
          <a:custGeom>
            <a:rect b="b" l="l" r="r" t="t"/>
            <a:pathLst>
              <a:path extrusionOk="0" h="60960" w="60960">
                <a:moveTo>
                  <a:pt x="39623" y="60959"/>
                </a:moveTo>
                <a:lnTo>
                  <a:pt x="22859" y="60959"/>
                </a:lnTo>
                <a:lnTo>
                  <a:pt x="15239" y="57911"/>
                </a:lnTo>
                <a:lnTo>
                  <a:pt x="9143" y="51815"/>
                </a:lnTo>
                <a:lnTo>
                  <a:pt x="3047" y="45719"/>
                </a:lnTo>
                <a:lnTo>
                  <a:pt x="0" y="38099"/>
                </a:lnTo>
                <a:lnTo>
                  <a:pt x="0" y="21335"/>
                </a:lnTo>
                <a:lnTo>
                  <a:pt x="3047" y="15239"/>
                </a:lnTo>
                <a:lnTo>
                  <a:pt x="15239" y="3047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7"/>
                </a:lnTo>
                <a:lnTo>
                  <a:pt x="57911" y="15239"/>
                </a:lnTo>
                <a:lnTo>
                  <a:pt x="60959" y="21335"/>
                </a:lnTo>
                <a:lnTo>
                  <a:pt x="60959" y="38099"/>
                </a:lnTo>
                <a:lnTo>
                  <a:pt x="57911" y="45719"/>
                </a:lnTo>
                <a:lnTo>
                  <a:pt x="45719" y="57911"/>
                </a:lnTo>
                <a:lnTo>
                  <a:pt x="39623" y="609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4" name="Google Shape;1624;p30"/>
          <p:cNvGrpSpPr/>
          <p:nvPr/>
        </p:nvGrpSpPr>
        <p:grpSpPr>
          <a:xfrm>
            <a:off x="2487167" y="3992879"/>
            <a:ext cx="170689" cy="621792"/>
            <a:chOff x="2487167" y="3992879"/>
            <a:chExt cx="170689" cy="621792"/>
          </a:xfrm>
        </p:grpSpPr>
        <p:pic>
          <p:nvPicPr>
            <p:cNvPr id="1625" name="Google Shape;1625;p30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487167" y="4549139"/>
              <a:ext cx="167640" cy="65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26" name="Google Shape;1626;p30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487168" y="4407407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27" name="Google Shape;1627;p30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490216" y="4283963"/>
              <a:ext cx="167640" cy="1021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28" name="Google Shape;1628;p30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487168" y="4157471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29" name="Google Shape;1629;p30"/>
            <p:cNvSpPr/>
            <p:nvPr/>
          </p:nvSpPr>
          <p:spPr>
            <a:xfrm>
              <a:off x="2487168" y="4088891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18288" y="36576"/>
                  </a:moveTo>
                  <a:lnTo>
                    <a:pt x="10668" y="36576"/>
                  </a:lnTo>
                  <a:lnTo>
                    <a:pt x="7620" y="35052"/>
                  </a:lnTo>
                  <a:lnTo>
                    <a:pt x="1524" y="28956"/>
                  </a:lnTo>
                  <a:lnTo>
                    <a:pt x="0" y="25908"/>
                  </a:lnTo>
                  <a:lnTo>
                    <a:pt x="0" y="15240"/>
                  </a:lnTo>
                  <a:lnTo>
                    <a:pt x="3048" y="10668"/>
                  </a:lnTo>
                  <a:lnTo>
                    <a:pt x="12192" y="1524"/>
                  </a:lnTo>
                  <a:lnTo>
                    <a:pt x="18288" y="0"/>
                  </a:lnTo>
                  <a:lnTo>
                    <a:pt x="24384" y="0"/>
                  </a:lnTo>
                  <a:lnTo>
                    <a:pt x="31884" y="595"/>
                  </a:lnTo>
                  <a:lnTo>
                    <a:pt x="38671" y="2476"/>
                  </a:lnTo>
                  <a:lnTo>
                    <a:pt x="45172" y="5786"/>
                  </a:lnTo>
                  <a:lnTo>
                    <a:pt x="51816" y="10668"/>
                  </a:lnTo>
                  <a:lnTo>
                    <a:pt x="28956" y="10668"/>
                  </a:lnTo>
                  <a:lnTo>
                    <a:pt x="27432" y="12192"/>
                  </a:lnTo>
                  <a:lnTo>
                    <a:pt x="25908" y="12192"/>
                  </a:lnTo>
                  <a:lnTo>
                    <a:pt x="25908" y="18288"/>
                  </a:lnTo>
                  <a:lnTo>
                    <a:pt x="27432" y="21336"/>
                  </a:lnTo>
                  <a:lnTo>
                    <a:pt x="27432" y="27432"/>
                  </a:lnTo>
                  <a:lnTo>
                    <a:pt x="25908" y="30480"/>
                  </a:lnTo>
                  <a:lnTo>
                    <a:pt x="21336" y="35052"/>
                  </a:lnTo>
                  <a:lnTo>
                    <a:pt x="18288" y="36576"/>
                  </a:lnTo>
                  <a:close/>
                </a:path>
                <a:path extrusionOk="0" h="36829" w="64135">
                  <a:moveTo>
                    <a:pt x="64008" y="30480"/>
                  </a:moveTo>
                  <a:lnTo>
                    <a:pt x="57912" y="30480"/>
                  </a:lnTo>
                  <a:lnTo>
                    <a:pt x="53340" y="22860"/>
                  </a:lnTo>
                  <a:lnTo>
                    <a:pt x="48768" y="16764"/>
                  </a:lnTo>
                  <a:lnTo>
                    <a:pt x="44196" y="13716"/>
                  </a:lnTo>
                  <a:lnTo>
                    <a:pt x="38100" y="10668"/>
                  </a:lnTo>
                  <a:lnTo>
                    <a:pt x="51816" y="10668"/>
                  </a:lnTo>
                  <a:lnTo>
                    <a:pt x="56388" y="15240"/>
                  </a:lnTo>
                  <a:lnTo>
                    <a:pt x="60960" y="21336"/>
                  </a:lnTo>
                  <a:lnTo>
                    <a:pt x="64008" y="304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630" name="Google Shape;1630;p30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40508" y="3992879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631" name="Google Shape;1631;p30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540507" y="2982467"/>
            <a:ext cx="167640" cy="943356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2" name="Google Shape;1632;p30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482596" y="1786127"/>
            <a:ext cx="225551" cy="1132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3" name="Google Shape;1633;p30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779775" y="3500627"/>
            <a:ext cx="225552" cy="11353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4" name="Google Shape;1634;p30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779776" y="2417063"/>
            <a:ext cx="175260" cy="1007364"/>
          </a:xfrm>
          <a:prstGeom prst="rect">
            <a:avLst/>
          </a:prstGeom>
          <a:noFill/>
          <a:ln>
            <a:noFill/>
          </a:ln>
        </p:spPr>
      </p:pic>
      <p:sp>
        <p:nvSpPr>
          <p:cNvPr id="1635" name="Google Shape;1635;p30"/>
          <p:cNvSpPr/>
          <p:nvPr/>
        </p:nvSpPr>
        <p:spPr>
          <a:xfrm>
            <a:off x="3243072" y="4850891"/>
            <a:ext cx="10795" cy="129539"/>
          </a:xfrm>
          <a:custGeom>
            <a:rect b="b" l="l" r="r" t="t"/>
            <a:pathLst>
              <a:path extrusionOk="0" h="129539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36" name="Google Shape;1636;p30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3134868" y="3547872"/>
            <a:ext cx="225551" cy="1239011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7" name="Google Shape;1637;p30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3134867" y="3159252"/>
            <a:ext cx="175260" cy="31851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8" name="Google Shape;1638;p30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3192779" y="2229611"/>
            <a:ext cx="117348" cy="86106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9" name="Google Shape;1639;p30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3432047" y="3424427"/>
            <a:ext cx="225551" cy="12222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40" name="Google Shape;1640;p30"/>
          <p:cNvGrpSpPr/>
          <p:nvPr/>
        </p:nvGrpSpPr>
        <p:grpSpPr>
          <a:xfrm>
            <a:off x="3432047" y="2939796"/>
            <a:ext cx="175768" cy="408431"/>
            <a:chOff x="3432047" y="2939796"/>
            <a:chExt cx="175768" cy="408431"/>
          </a:xfrm>
        </p:grpSpPr>
        <p:pic>
          <p:nvPicPr>
            <p:cNvPr id="1641" name="Google Shape;1641;p30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3432047" y="2993135"/>
              <a:ext cx="175260" cy="3550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42" name="Google Shape;1642;p30"/>
            <p:cNvSpPr/>
            <p:nvPr/>
          </p:nvSpPr>
          <p:spPr>
            <a:xfrm>
              <a:off x="3579875" y="2939796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6764" y="27431"/>
                  </a:moveTo>
                  <a:lnTo>
                    <a:pt x="9144" y="27431"/>
                  </a:lnTo>
                  <a:lnTo>
                    <a:pt x="6096" y="25907"/>
                  </a:lnTo>
                  <a:lnTo>
                    <a:pt x="3048" y="22859"/>
                  </a:lnTo>
                  <a:lnTo>
                    <a:pt x="1524" y="21335"/>
                  </a:lnTo>
                  <a:lnTo>
                    <a:pt x="0" y="16763"/>
                  </a:lnTo>
                  <a:lnTo>
                    <a:pt x="0" y="9143"/>
                  </a:lnTo>
                  <a:lnTo>
                    <a:pt x="3048" y="3047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9812" y="1523"/>
                  </a:lnTo>
                  <a:lnTo>
                    <a:pt x="22860" y="4571"/>
                  </a:lnTo>
                  <a:lnTo>
                    <a:pt x="25908" y="6095"/>
                  </a:lnTo>
                  <a:lnTo>
                    <a:pt x="27432" y="9143"/>
                  </a:lnTo>
                  <a:lnTo>
                    <a:pt x="27432" y="16763"/>
                  </a:lnTo>
                  <a:lnTo>
                    <a:pt x="25908" y="21335"/>
                  </a:lnTo>
                  <a:lnTo>
                    <a:pt x="22860" y="22859"/>
                  </a:lnTo>
                  <a:lnTo>
                    <a:pt x="19812" y="25907"/>
                  </a:lnTo>
                  <a:lnTo>
                    <a:pt x="16764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3" name="Google Shape;1643;p30"/>
          <p:cNvSpPr/>
          <p:nvPr/>
        </p:nvSpPr>
        <p:spPr>
          <a:xfrm>
            <a:off x="3848100" y="4905755"/>
            <a:ext cx="60960" cy="60960"/>
          </a:xfrm>
          <a:custGeom>
            <a:rect b="b" l="l" r="r" t="t"/>
            <a:pathLst>
              <a:path extrusionOk="0" h="60960" w="60960">
                <a:moveTo>
                  <a:pt x="39624" y="60959"/>
                </a:moveTo>
                <a:lnTo>
                  <a:pt x="22860" y="60959"/>
                </a:lnTo>
                <a:lnTo>
                  <a:pt x="15240" y="57911"/>
                </a:lnTo>
                <a:lnTo>
                  <a:pt x="9144" y="51815"/>
                </a:lnTo>
                <a:lnTo>
                  <a:pt x="3048" y="45719"/>
                </a:lnTo>
                <a:lnTo>
                  <a:pt x="0" y="38099"/>
                </a:lnTo>
                <a:lnTo>
                  <a:pt x="0" y="21335"/>
                </a:lnTo>
                <a:lnTo>
                  <a:pt x="3048" y="15239"/>
                </a:lnTo>
                <a:lnTo>
                  <a:pt x="15240" y="3047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7"/>
                </a:lnTo>
                <a:lnTo>
                  <a:pt x="57912" y="15239"/>
                </a:lnTo>
                <a:lnTo>
                  <a:pt x="60960" y="21335"/>
                </a:lnTo>
                <a:lnTo>
                  <a:pt x="60960" y="38099"/>
                </a:lnTo>
                <a:lnTo>
                  <a:pt x="57912" y="45719"/>
                </a:lnTo>
                <a:lnTo>
                  <a:pt x="45720" y="57911"/>
                </a:lnTo>
                <a:lnTo>
                  <a:pt x="39624" y="609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4" name="Google Shape;1644;p30"/>
          <p:cNvGrpSpPr/>
          <p:nvPr/>
        </p:nvGrpSpPr>
        <p:grpSpPr>
          <a:xfrm>
            <a:off x="3791711" y="3393947"/>
            <a:ext cx="220980" cy="1406652"/>
            <a:chOff x="3791711" y="3393947"/>
            <a:chExt cx="220980" cy="1406652"/>
          </a:xfrm>
        </p:grpSpPr>
        <p:pic>
          <p:nvPicPr>
            <p:cNvPr id="1645" name="Google Shape;1645;p30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3791712" y="4735067"/>
              <a:ext cx="167639" cy="65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46" name="Google Shape;1646;p30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3791805" y="4593335"/>
              <a:ext cx="170594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47" name="Google Shape;1647;p30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791712" y="4472939"/>
              <a:ext cx="170688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48" name="Google Shape;1648;p30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791711" y="4343399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49" name="Google Shape;1649;p30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845051" y="3846575"/>
              <a:ext cx="167640" cy="473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50" name="Google Shape;1650;p30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811524" y="3441191"/>
              <a:ext cx="150876" cy="3855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51" name="Google Shape;1651;p30"/>
            <p:cNvSpPr/>
            <p:nvPr/>
          </p:nvSpPr>
          <p:spPr>
            <a:xfrm>
              <a:off x="3845052" y="3393947"/>
              <a:ext cx="117475" cy="27940"/>
            </a:xfrm>
            <a:custGeom>
              <a:rect b="b" l="l" r="r" t="t"/>
              <a:pathLst>
                <a:path extrusionOk="0" h="27939" w="117475">
                  <a:moveTo>
                    <a:pt x="18288" y="27432"/>
                  </a:moveTo>
                  <a:lnTo>
                    <a:pt x="10668" y="27432"/>
                  </a:lnTo>
                  <a:lnTo>
                    <a:pt x="7620" y="25908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7620" y="0"/>
                  </a:lnTo>
                  <a:lnTo>
                    <a:pt x="21336" y="0"/>
                  </a:lnTo>
                  <a:lnTo>
                    <a:pt x="24384" y="3048"/>
                  </a:lnTo>
                  <a:lnTo>
                    <a:pt x="27432" y="9144"/>
                  </a:lnTo>
                  <a:lnTo>
                    <a:pt x="27432" y="16764"/>
                  </a:lnTo>
                  <a:lnTo>
                    <a:pt x="24384" y="22860"/>
                  </a:lnTo>
                  <a:lnTo>
                    <a:pt x="21336" y="25908"/>
                  </a:lnTo>
                  <a:lnTo>
                    <a:pt x="18288" y="27432"/>
                  </a:lnTo>
                  <a:close/>
                </a:path>
                <a:path extrusionOk="0" h="27939" w="117475">
                  <a:moveTo>
                    <a:pt x="108204" y="27432"/>
                  </a:moveTo>
                  <a:lnTo>
                    <a:pt x="100584" y="27432"/>
                  </a:lnTo>
                  <a:lnTo>
                    <a:pt x="97536" y="25908"/>
                  </a:lnTo>
                  <a:lnTo>
                    <a:pt x="91440" y="19812"/>
                  </a:lnTo>
                  <a:lnTo>
                    <a:pt x="89916" y="16764"/>
                  </a:lnTo>
                  <a:lnTo>
                    <a:pt x="89916" y="9144"/>
                  </a:lnTo>
                  <a:lnTo>
                    <a:pt x="91440" y="6096"/>
                  </a:lnTo>
                  <a:lnTo>
                    <a:pt x="97536" y="0"/>
                  </a:lnTo>
                  <a:lnTo>
                    <a:pt x="111252" y="0"/>
                  </a:lnTo>
                  <a:lnTo>
                    <a:pt x="114300" y="3048"/>
                  </a:lnTo>
                  <a:lnTo>
                    <a:pt x="117348" y="9144"/>
                  </a:lnTo>
                  <a:lnTo>
                    <a:pt x="117348" y="16764"/>
                  </a:lnTo>
                  <a:lnTo>
                    <a:pt x="114300" y="22860"/>
                  </a:lnTo>
                  <a:lnTo>
                    <a:pt x="111252" y="25908"/>
                  </a:lnTo>
                  <a:lnTo>
                    <a:pt x="10820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" name="Google Shape;1652;p30"/>
          <p:cNvGrpSpPr/>
          <p:nvPr/>
        </p:nvGrpSpPr>
        <p:grpSpPr>
          <a:xfrm>
            <a:off x="3791699" y="2630424"/>
            <a:ext cx="170815" cy="678307"/>
            <a:chOff x="3791699" y="2630424"/>
            <a:chExt cx="170815" cy="678307"/>
          </a:xfrm>
        </p:grpSpPr>
        <p:sp>
          <p:nvSpPr>
            <p:cNvPr id="1653" name="Google Shape;1653;p30"/>
            <p:cNvSpPr/>
            <p:nvPr/>
          </p:nvSpPr>
          <p:spPr>
            <a:xfrm>
              <a:off x="3791699" y="2764536"/>
              <a:ext cx="170815" cy="544195"/>
            </a:xfrm>
            <a:custGeom>
              <a:rect b="b" l="l" r="r" t="t"/>
              <a:pathLst>
                <a:path extrusionOk="0" h="544195" w="170814">
                  <a:moveTo>
                    <a:pt x="167640" y="173736"/>
                  </a:moveTo>
                  <a:lnTo>
                    <a:pt x="164592" y="173736"/>
                  </a:lnTo>
                  <a:lnTo>
                    <a:pt x="164592" y="185928"/>
                  </a:lnTo>
                  <a:lnTo>
                    <a:pt x="163068" y="190500"/>
                  </a:lnTo>
                  <a:lnTo>
                    <a:pt x="160020" y="193548"/>
                  </a:lnTo>
                  <a:lnTo>
                    <a:pt x="156972" y="195072"/>
                  </a:lnTo>
                  <a:lnTo>
                    <a:pt x="149352" y="196596"/>
                  </a:lnTo>
                  <a:lnTo>
                    <a:pt x="22860" y="196596"/>
                  </a:lnTo>
                  <a:lnTo>
                    <a:pt x="16764" y="195072"/>
                  </a:lnTo>
                  <a:lnTo>
                    <a:pt x="13716" y="193548"/>
                  </a:lnTo>
                  <a:lnTo>
                    <a:pt x="9144" y="190500"/>
                  </a:lnTo>
                  <a:lnTo>
                    <a:pt x="6096" y="185928"/>
                  </a:lnTo>
                  <a:lnTo>
                    <a:pt x="6096" y="173736"/>
                  </a:lnTo>
                  <a:lnTo>
                    <a:pt x="3048" y="173736"/>
                  </a:lnTo>
                  <a:lnTo>
                    <a:pt x="3048" y="219456"/>
                  </a:lnTo>
                  <a:lnTo>
                    <a:pt x="131064" y="277368"/>
                  </a:lnTo>
                  <a:lnTo>
                    <a:pt x="3048" y="336804"/>
                  </a:lnTo>
                  <a:lnTo>
                    <a:pt x="3048" y="384048"/>
                  </a:lnTo>
                  <a:lnTo>
                    <a:pt x="6096" y="384048"/>
                  </a:lnTo>
                  <a:lnTo>
                    <a:pt x="6096" y="377952"/>
                  </a:lnTo>
                  <a:lnTo>
                    <a:pt x="7620" y="371856"/>
                  </a:lnTo>
                  <a:lnTo>
                    <a:pt x="9144" y="368808"/>
                  </a:lnTo>
                  <a:lnTo>
                    <a:pt x="10668" y="367284"/>
                  </a:lnTo>
                  <a:lnTo>
                    <a:pt x="12192" y="364236"/>
                  </a:lnTo>
                  <a:lnTo>
                    <a:pt x="18288" y="361188"/>
                  </a:lnTo>
                  <a:lnTo>
                    <a:pt x="155448" y="361188"/>
                  </a:lnTo>
                  <a:lnTo>
                    <a:pt x="158496" y="364236"/>
                  </a:lnTo>
                  <a:lnTo>
                    <a:pt x="163068" y="365760"/>
                  </a:lnTo>
                  <a:lnTo>
                    <a:pt x="164592" y="371856"/>
                  </a:lnTo>
                  <a:lnTo>
                    <a:pt x="164592" y="384048"/>
                  </a:lnTo>
                  <a:lnTo>
                    <a:pt x="167640" y="384048"/>
                  </a:lnTo>
                  <a:lnTo>
                    <a:pt x="167640" y="327660"/>
                  </a:lnTo>
                  <a:lnTo>
                    <a:pt x="164592" y="327660"/>
                  </a:lnTo>
                  <a:lnTo>
                    <a:pt x="164592" y="339852"/>
                  </a:lnTo>
                  <a:lnTo>
                    <a:pt x="163068" y="344424"/>
                  </a:lnTo>
                  <a:lnTo>
                    <a:pt x="160020" y="347472"/>
                  </a:lnTo>
                  <a:lnTo>
                    <a:pt x="156972" y="348996"/>
                  </a:lnTo>
                  <a:lnTo>
                    <a:pt x="149352" y="350520"/>
                  </a:lnTo>
                  <a:lnTo>
                    <a:pt x="28956" y="350520"/>
                  </a:lnTo>
                  <a:lnTo>
                    <a:pt x="167640" y="286512"/>
                  </a:lnTo>
                  <a:lnTo>
                    <a:pt x="167640" y="283464"/>
                  </a:lnTo>
                  <a:lnTo>
                    <a:pt x="28956" y="219456"/>
                  </a:lnTo>
                  <a:lnTo>
                    <a:pt x="155448" y="219456"/>
                  </a:lnTo>
                  <a:lnTo>
                    <a:pt x="158496" y="222504"/>
                  </a:lnTo>
                  <a:lnTo>
                    <a:pt x="163068" y="224028"/>
                  </a:lnTo>
                  <a:lnTo>
                    <a:pt x="164592" y="230124"/>
                  </a:lnTo>
                  <a:lnTo>
                    <a:pt x="164592" y="242316"/>
                  </a:lnTo>
                  <a:lnTo>
                    <a:pt x="167640" y="242316"/>
                  </a:lnTo>
                  <a:lnTo>
                    <a:pt x="167640" y="173736"/>
                  </a:lnTo>
                  <a:close/>
                </a:path>
                <a:path extrusionOk="0" h="544195" w="170814">
                  <a:moveTo>
                    <a:pt x="170688" y="464820"/>
                  </a:moveTo>
                  <a:lnTo>
                    <a:pt x="161544" y="425196"/>
                  </a:lnTo>
                  <a:lnTo>
                    <a:pt x="129540" y="397764"/>
                  </a:lnTo>
                  <a:lnTo>
                    <a:pt x="128016" y="400812"/>
                  </a:lnTo>
                  <a:lnTo>
                    <a:pt x="137210" y="408317"/>
                  </a:lnTo>
                  <a:lnTo>
                    <a:pt x="144399" y="415099"/>
                  </a:lnTo>
                  <a:lnTo>
                    <a:pt x="160020" y="455676"/>
                  </a:lnTo>
                  <a:lnTo>
                    <a:pt x="159448" y="464540"/>
                  </a:lnTo>
                  <a:lnTo>
                    <a:pt x="140970" y="500062"/>
                  </a:lnTo>
                  <a:lnTo>
                    <a:pt x="98640" y="516089"/>
                  </a:lnTo>
                  <a:lnTo>
                    <a:pt x="88392" y="516636"/>
                  </a:lnTo>
                  <a:lnTo>
                    <a:pt x="75247" y="516089"/>
                  </a:lnTo>
                  <a:lnTo>
                    <a:pt x="34124" y="505040"/>
                  </a:lnTo>
                  <a:lnTo>
                    <a:pt x="9906" y="474345"/>
                  </a:lnTo>
                  <a:lnTo>
                    <a:pt x="7620" y="458724"/>
                  </a:lnTo>
                  <a:lnTo>
                    <a:pt x="8458" y="449872"/>
                  </a:lnTo>
                  <a:lnTo>
                    <a:pt x="34671" y="414337"/>
                  </a:lnTo>
                  <a:lnTo>
                    <a:pt x="56388" y="405384"/>
                  </a:lnTo>
                  <a:lnTo>
                    <a:pt x="56388" y="402336"/>
                  </a:lnTo>
                  <a:lnTo>
                    <a:pt x="0" y="405384"/>
                  </a:lnTo>
                  <a:lnTo>
                    <a:pt x="0" y="408432"/>
                  </a:lnTo>
                  <a:lnTo>
                    <a:pt x="3048" y="408432"/>
                  </a:lnTo>
                  <a:lnTo>
                    <a:pt x="6096" y="409956"/>
                  </a:lnTo>
                  <a:lnTo>
                    <a:pt x="7620" y="413004"/>
                  </a:lnTo>
                  <a:lnTo>
                    <a:pt x="9144" y="414528"/>
                  </a:lnTo>
                  <a:lnTo>
                    <a:pt x="9144" y="422148"/>
                  </a:lnTo>
                  <a:lnTo>
                    <a:pt x="0" y="460248"/>
                  </a:lnTo>
                  <a:lnTo>
                    <a:pt x="838" y="471424"/>
                  </a:lnTo>
                  <a:lnTo>
                    <a:pt x="18249" y="511759"/>
                  </a:lnTo>
                  <a:lnTo>
                    <a:pt x="53251" y="537641"/>
                  </a:lnTo>
                  <a:lnTo>
                    <a:pt x="88392" y="544068"/>
                  </a:lnTo>
                  <a:lnTo>
                    <a:pt x="102920" y="542950"/>
                  </a:lnTo>
                  <a:lnTo>
                    <a:pt x="140208" y="527304"/>
                  </a:lnTo>
                  <a:lnTo>
                    <a:pt x="168935" y="483374"/>
                  </a:lnTo>
                  <a:lnTo>
                    <a:pt x="170688" y="464820"/>
                  </a:lnTo>
                  <a:close/>
                </a:path>
                <a:path extrusionOk="0" h="544195" w="170814">
                  <a:moveTo>
                    <a:pt x="170700" y="80772"/>
                  </a:moveTo>
                  <a:lnTo>
                    <a:pt x="169240" y="64439"/>
                  </a:lnTo>
                  <a:lnTo>
                    <a:pt x="164795" y="49530"/>
                  </a:lnTo>
                  <a:lnTo>
                    <a:pt x="163080" y="46431"/>
                  </a:lnTo>
                  <a:lnTo>
                    <a:pt x="163080" y="80772"/>
                  </a:lnTo>
                  <a:lnTo>
                    <a:pt x="162166" y="90754"/>
                  </a:lnTo>
                  <a:lnTo>
                    <a:pt x="134620" y="122948"/>
                  </a:lnTo>
                  <a:lnTo>
                    <a:pt x="83832" y="132588"/>
                  </a:lnTo>
                  <a:lnTo>
                    <a:pt x="65544" y="131470"/>
                  </a:lnTo>
                  <a:lnTo>
                    <a:pt x="24396" y="115824"/>
                  </a:lnTo>
                  <a:lnTo>
                    <a:pt x="7632" y="80772"/>
                  </a:lnTo>
                  <a:lnTo>
                    <a:pt x="8750" y="69913"/>
                  </a:lnTo>
                  <a:lnTo>
                    <a:pt x="36106" y="37084"/>
                  </a:lnTo>
                  <a:lnTo>
                    <a:pt x="88404" y="27432"/>
                  </a:lnTo>
                  <a:lnTo>
                    <a:pt x="106426" y="28321"/>
                  </a:lnTo>
                  <a:lnTo>
                    <a:pt x="144792" y="42672"/>
                  </a:lnTo>
                  <a:lnTo>
                    <a:pt x="161950" y="69913"/>
                  </a:lnTo>
                  <a:lnTo>
                    <a:pt x="163080" y="80772"/>
                  </a:lnTo>
                  <a:lnTo>
                    <a:pt x="163080" y="46431"/>
                  </a:lnTo>
                  <a:lnTo>
                    <a:pt x="157187" y="35775"/>
                  </a:lnTo>
                  <a:lnTo>
                    <a:pt x="150164" y="27432"/>
                  </a:lnTo>
                  <a:lnTo>
                    <a:pt x="146316" y="22860"/>
                  </a:lnTo>
                  <a:lnTo>
                    <a:pt x="133146" y="12865"/>
                  </a:lnTo>
                  <a:lnTo>
                    <a:pt x="118694" y="5715"/>
                  </a:lnTo>
                  <a:lnTo>
                    <a:pt x="102806" y="1435"/>
                  </a:lnTo>
                  <a:lnTo>
                    <a:pt x="85356" y="0"/>
                  </a:lnTo>
                  <a:lnTo>
                    <a:pt x="67894" y="1435"/>
                  </a:lnTo>
                  <a:lnTo>
                    <a:pt x="24396" y="22860"/>
                  </a:lnTo>
                  <a:lnTo>
                    <a:pt x="1676" y="62293"/>
                  </a:lnTo>
                  <a:lnTo>
                    <a:pt x="12" y="77724"/>
                  </a:lnTo>
                  <a:lnTo>
                    <a:pt x="1409" y="93179"/>
                  </a:lnTo>
                  <a:lnTo>
                    <a:pt x="21348" y="134112"/>
                  </a:lnTo>
                  <a:lnTo>
                    <a:pt x="66776" y="158330"/>
                  </a:lnTo>
                  <a:lnTo>
                    <a:pt x="85356" y="160020"/>
                  </a:lnTo>
                  <a:lnTo>
                    <a:pt x="103047" y="158597"/>
                  </a:lnTo>
                  <a:lnTo>
                    <a:pt x="119456" y="154305"/>
                  </a:lnTo>
                  <a:lnTo>
                    <a:pt x="134429" y="147167"/>
                  </a:lnTo>
                  <a:lnTo>
                    <a:pt x="147840" y="137160"/>
                  </a:lnTo>
                  <a:lnTo>
                    <a:pt x="151574" y="132588"/>
                  </a:lnTo>
                  <a:lnTo>
                    <a:pt x="157835" y="124929"/>
                  </a:lnTo>
                  <a:lnTo>
                    <a:pt x="164985" y="111252"/>
                  </a:lnTo>
                  <a:lnTo>
                    <a:pt x="169265" y="96443"/>
                  </a:lnTo>
                  <a:lnTo>
                    <a:pt x="170700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654" name="Google Shape;1654;p30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791711" y="2630424"/>
              <a:ext cx="170687" cy="1066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655" name="Google Shape;1655;p30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4142232" y="3703319"/>
            <a:ext cx="167640" cy="943356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6" name="Google Shape;1656;p30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4084320" y="3349751"/>
            <a:ext cx="175259" cy="278892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7" name="Google Shape;1657;p30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4084320" y="2916935"/>
            <a:ext cx="175260" cy="3627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8" name="Google Shape;1658;p30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4084320" y="2493264"/>
            <a:ext cx="175260" cy="3566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59" name="Google Shape;1659;p30"/>
          <p:cNvGrpSpPr/>
          <p:nvPr/>
        </p:nvGrpSpPr>
        <p:grpSpPr>
          <a:xfrm>
            <a:off x="4142232" y="1804416"/>
            <a:ext cx="167640" cy="623316"/>
            <a:chOff x="4142232" y="1804416"/>
            <a:chExt cx="167640" cy="623316"/>
          </a:xfrm>
        </p:grpSpPr>
        <p:pic>
          <p:nvPicPr>
            <p:cNvPr id="1660" name="Google Shape;1660;p30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4142232" y="2311908"/>
              <a:ext cx="16764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661" name="Google Shape;1661;p30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4142232" y="1804416"/>
              <a:ext cx="117348" cy="48767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662" name="Google Shape;1662;p30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663" name="Google Shape;1663;p30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64" name="Google Shape;1664;p30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65" name="Google Shape;1665;p30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66" name="Google Shape;1666;p30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667" name="Google Shape;1667;p30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6655307" y="1757172"/>
            <a:ext cx="115824" cy="166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68" name="Google Shape;1668;p30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2246375" y="5234939"/>
            <a:ext cx="3605783" cy="40797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2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3" name="Google Shape;1673;p31"/>
          <p:cNvGrpSpPr/>
          <p:nvPr/>
        </p:nvGrpSpPr>
        <p:grpSpPr>
          <a:xfrm>
            <a:off x="1185672" y="7563611"/>
            <a:ext cx="348995" cy="885571"/>
            <a:chOff x="1185672" y="7563611"/>
            <a:chExt cx="348995" cy="885571"/>
          </a:xfrm>
        </p:grpSpPr>
        <p:sp>
          <p:nvSpPr>
            <p:cNvPr id="1674" name="Google Shape;1674;p31"/>
            <p:cNvSpPr/>
            <p:nvPr/>
          </p:nvSpPr>
          <p:spPr>
            <a:xfrm>
              <a:off x="1200911" y="8308847"/>
              <a:ext cx="327660" cy="140335"/>
            </a:xfrm>
            <a:custGeom>
              <a:rect b="b" l="l" r="r" t="t"/>
              <a:pathLst>
                <a:path extrusionOk="0" h="140334" w="327659">
                  <a:moveTo>
                    <a:pt x="327659" y="140208"/>
                  </a:moveTo>
                  <a:lnTo>
                    <a:pt x="320039" y="140208"/>
                  </a:lnTo>
                  <a:lnTo>
                    <a:pt x="320039" y="128016"/>
                  </a:lnTo>
                  <a:lnTo>
                    <a:pt x="319206" y="118562"/>
                  </a:lnTo>
                  <a:lnTo>
                    <a:pt x="283202" y="93273"/>
                  </a:lnTo>
                  <a:lnTo>
                    <a:pt x="269747" y="92964"/>
                  </a:lnTo>
                  <a:lnTo>
                    <a:pt x="46243" y="93011"/>
                  </a:lnTo>
                  <a:lnTo>
                    <a:pt x="9143" y="112776"/>
                  </a:lnTo>
                  <a:lnTo>
                    <a:pt x="7619" y="120396"/>
                  </a:lnTo>
                  <a:lnTo>
                    <a:pt x="7619" y="140208"/>
                  </a:lnTo>
                  <a:lnTo>
                    <a:pt x="0" y="140208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2192"/>
                  </a:lnTo>
                  <a:lnTo>
                    <a:pt x="8453" y="21002"/>
                  </a:lnTo>
                  <a:lnTo>
                    <a:pt x="44243" y="46720"/>
                  </a:lnTo>
                  <a:lnTo>
                    <a:pt x="57911" y="47244"/>
                  </a:lnTo>
                  <a:lnTo>
                    <a:pt x="269747" y="47244"/>
                  </a:lnTo>
                  <a:lnTo>
                    <a:pt x="307847" y="42672"/>
                  </a:lnTo>
                  <a:lnTo>
                    <a:pt x="320039" y="19812"/>
                  </a:lnTo>
                  <a:lnTo>
                    <a:pt x="320039" y="12192"/>
                  </a:lnTo>
                  <a:lnTo>
                    <a:pt x="320039" y="0"/>
                  </a:lnTo>
                  <a:lnTo>
                    <a:pt x="327659" y="0"/>
                  </a:lnTo>
                  <a:lnTo>
                    <a:pt x="327659" y="1402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675" name="Google Shape;1675;p3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301495" y="8054339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76" name="Google Shape;1676;p31"/>
            <p:cNvSpPr/>
            <p:nvPr/>
          </p:nvSpPr>
          <p:spPr>
            <a:xfrm>
              <a:off x="1234440" y="7912608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3527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86512" y="86867"/>
                  </a:lnTo>
                  <a:lnTo>
                    <a:pt x="280416" y="91439"/>
                  </a:lnTo>
                  <a:lnTo>
                    <a:pt x="272795" y="94487"/>
                  </a:lnTo>
                  <a:lnTo>
                    <a:pt x="266247" y="97369"/>
                  </a:lnTo>
                  <a:lnTo>
                    <a:pt x="258127" y="99250"/>
                  </a:lnTo>
                  <a:lnTo>
                    <a:pt x="248578" y="100274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677" name="Google Shape;1677;p3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301495" y="770839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78" name="Google Shape;1678;p31"/>
            <p:cNvSpPr/>
            <p:nvPr/>
          </p:nvSpPr>
          <p:spPr>
            <a:xfrm>
              <a:off x="1185672" y="7563611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302275" y="35004"/>
                  </a:lnTo>
                  <a:lnTo>
                    <a:pt x="310514" y="34671"/>
                  </a:lnTo>
                  <a:lnTo>
                    <a:pt x="317039" y="33766"/>
                  </a:lnTo>
                  <a:lnTo>
                    <a:pt x="321563" y="32004"/>
                  </a:lnTo>
                  <a:lnTo>
                    <a:pt x="326136" y="30480"/>
                  </a:lnTo>
                  <a:lnTo>
                    <a:pt x="332232" y="24384"/>
                  </a:lnTo>
                  <a:lnTo>
                    <a:pt x="333756" y="19812"/>
                  </a:lnTo>
                  <a:lnTo>
                    <a:pt x="335280" y="12192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9060"/>
                  </a:lnTo>
                  <a:lnTo>
                    <a:pt x="333756" y="91440"/>
                  </a:lnTo>
                  <a:lnTo>
                    <a:pt x="332232" y="86868"/>
                  </a:lnTo>
                  <a:lnTo>
                    <a:pt x="326136" y="80772"/>
                  </a:lnTo>
                  <a:lnTo>
                    <a:pt x="321563" y="79248"/>
                  </a:lnTo>
                  <a:lnTo>
                    <a:pt x="316396" y="77247"/>
                  </a:lnTo>
                  <a:lnTo>
                    <a:pt x="309943" y="75819"/>
                  </a:lnTo>
                  <a:lnTo>
                    <a:pt x="302061" y="74961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45719" y="7620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9" name="Google Shape;1679;p31"/>
          <p:cNvSpPr/>
          <p:nvPr/>
        </p:nvSpPr>
        <p:spPr>
          <a:xfrm>
            <a:off x="1194803" y="6458712"/>
            <a:ext cx="340360" cy="963294"/>
          </a:xfrm>
          <a:custGeom>
            <a:rect b="b" l="l" r="r" t="t"/>
            <a:pathLst>
              <a:path extrusionOk="0" h="963295" w="340359">
                <a:moveTo>
                  <a:pt x="333756" y="784860"/>
                </a:moveTo>
                <a:lnTo>
                  <a:pt x="246888" y="784860"/>
                </a:lnTo>
                <a:lnTo>
                  <a:pt x="246888" y="740664"/>
                </a:lnTo>
                <a:lnTo>
                  <a:pt x="213360" y="740664"/>
                </a:lnTo>
                <a:lnTo>
                  <a:pt x="213360" y="784860"/>
                </a:lnTo>
                <a:lnTo>
                  <a:pt x="213360" y="824484"/>
                </a:lnTo>
                <a:lnTo>
                  <a:pt x="213360" y="938784"/>
                </a:lnTo>
                <a:lnTo>
                  <a:pt x="50292" y="824484"/>
                </a:lnTo>
                <a:lnTo>
                  <a:pt x="213360" y="824484"/>
                </a:lnTo>
                <a:lnTo>
                  <a:pt x="213360" y="784860"/>
                </a:lnTo>
                <a:lnTo>
                  <a:pt x="0" y="784860"/>
                </a:lnTo>
                <a:lnTo>
                  <a:pt x="0" y="810768"/>
                </a:lnTo>
                <a:lnTo>
                  <a:pt x="216408" y="963168"/>
                </a:lnTo>
                <a:lnTo>
                  <a:pt x="246888" y="963168"/>
                </a:lnTo>
                <a:lnTo>
                  <a:pt x="246888" y="938784"/>
                </a:lnTo>
                <a:lnTo>
                  <a:pt x="246888" y="824484"/>
                </a:lnTo>
                <a:lnTo>
                  <a:pt x="333756" y="824484"/>
                </a:lnTo>
                <a:lnTo>
                  <a:pt x="333756" y="784860"/>
                </a:lnTo>
                <a:close/>
              </a:path>
              <a:path extrusionOk="0" h="963295" w="340359">
                <a:moveTo>
                  <a:pt x="333756" y="44196"/>
                </a:moveTo>
                <a:lnTo>
                  <a:pt x="246888" y="44196"/>
                </a:lnTo>
                <a:lnTo>
                  <a:pt x="246888" y="0"/>
                </a:lnTo>
                <a:lnTo>
                  <a:pt x="213360" y="0"/>
                </a:lnTo>
                <a:lnTo>
                  <a:pt x="213360" y="44196"/>
                </a:lnTo>
                <a:lnTo>
                  <a:pt x="213360" y="83820"/>
                </a:lnTo>
                <a:lnTo>
                  <a:pt x="213360" y="198120"/>
                </a:lnTo>
                <a:lnTo>
                  <a:pt x="50292" y="83820"/>
                </a:lnTo>
                <a:lnTo>
                  <a:pt x="213360" y="83820"/>
                </a:lnTo>
                <a:lnTo>
                  <a:pt x="213360" y="44196"/>
                </a:lnTo>
                <a:lnTo>
                  <a:pt x="0" y="44196"/>
                </a:lnTo>
                <a:lnTo>
                  <a:pt x="0" y="70104"/>
                </a:lnTo>
                <a:lnTo>
                  <a:pt x="216408" y="222504"/>
                </a:lnTo>
                <a:lnTo>
                  <a:pt x="246888" y="222504"/>
                </a:lnTo>
                <a:lnTo>
                  <a:pt x="246888" y="198120"/>
                </a:lnTo>
                <a:lnTo>
                  <a:pt x="246888" y="83820"/>
                </a:lnTo>
                <a:lnTo>
                  <a:pt x="333756" y="83820"/>
                </a:lnTo>
                <a:lnTo>
                  <a:pt x="333756" y="44196"/>
                </a:lnTo>
                <a:close/>
              </a:path>
              <a:path extrusionOk="0" h="963295" w="340359">
                <a:moveTo>
                  <a:pt x="339864" y="600456"/>
                </a:moveTo>
                <a:lnTo>
                  <a:pt x="338721" y="588797"/>
                </a:lnTo>
                <a:lnTo>
                  <a:pt x="335292" y="576834"/>
                </a:lnTo>
                <a:lnTo>
                  <a:pt x="329577" y="564883"/>
                </a:lnTo>
                <a:lnTo>
                  <a:pt x="326148" y="559892"/>
                </a:lnTo>
                <a:lnTo>
                  <a:pt x="326148" y="600456"/>
                </a:lnTo>
                <a:lnTo>
                  <a:pt x="323862" y="613321"/>
                </a:lnTo>
                <a:lnTo>
                  <a:pt x="289572" y="641604"/>
                </a:lnTo>
                <a:lnTo>
                  <a:pt x="240233" y="653986"/>
                </a:lnTo>
                <a:lnTo>
                  <a:pt x="178320" y="658368"/>
                </a:lnTo>
                <a:lnTo>
                  <a:pt x="157480" y="657847"/>
                </a:lnTo>
                <a:lnTo>
                  <a:pt x="114668" y="654519"/>
                </a:lnTo>
                <a:lnTo>
                  <a:pt x="72707" y="648258"/>
                </a:lnTo>
                <a:lnTo>
                  <a:pt x="30492" y="627888"/>
                </a:lnTo>
                <a:lnTo>
                  <a:pt x="15252" y="598932"/>
                </a:lnTo>
                <a:lnTo>
                  <a:pt x="15798" y="592340"/>
                </a:lnTo>
                <a:lnTo>
                  <a:pt x="49657" y="556552"/>
                </a:lnTo>
                <a:lnTo>
                  <a:pt x="105168" y="543496"/>
                </a:lnTo>
                <a:lnTo>
                  <a:pt x="156972" y="541032"/>
                </a:lnTo>
                <a:lnTo>
                  <a:pt x="192671" y="541616"/>
                </a:lnTo>
                <a:lnTo>
                  <a:pt x="251485" y="546811"/>
                </a:lnTo>
                <a:lnTo>
                  <a:pt x="298145" y="560641"/>
                </a:lnTo>
                <a:lnTo>
                  <a:pt x="325310" y="593598"/>
                </a:lnTo>
                <a:lnTo>
                  <a:pt x="326148" y="600456"/>
                </a:lnTo>
                <a:lnTo>
                  <a:pt x="326148" y="559892"/>
                </a:lnTo>
                <a:lnTo>
                  <a:pt x="298335" y="529590"/>
                </a:lnTo>
                <a:lnTo>
                  <a:pt x="263664" y="510540"/>
                </a:lnTo>
                <a:lnTo>
                  <a:pt x="220230" y="498919"/>
                </a:lnTo>
                <a:lnTo>
                  <a:pt x="167652" y="495300"/>
                </a:lnTo>
                <a:lnTo>
                  <a:pt x="128765" y="497586"/>
                </a:lnTo>
                <a:lnTo>
                  <a:pt x="64135" y="515874"/>
                </a:lnTo>
                <a:lnTo>
                  <a:pt x="21221" y="547077"/>
                </a:lnTo>
                <a:lnTo>
                  <a:pt x="2324" y="580288"/>
                </a:lnTo>
                <a:lnTo>
                  <a:pt x="12" y="598932"/>
                </a:lnTo>
                <a:lnTo>
                  <a:pt x="127" y="600456"/>
                </a:lnTo>
                <a:lnTo>
                  <a:pt x="15252" y="643128"/>
                </a:lnTo>
                <a:lnTo>
                  <a:pt x="57035" y="678497"/>
                </a:lnTo>
                <a:lnTo>
                  <a:pt x="96989" y="694448"/>
                </a:lnTo>
                <a:lnTo>
                  <a:pt x="145427" y="702970"/>
                </a:lnTo>
                <a:lnTo>
                  <a:pt x="172224" y="704088"/>
                </a:lnTo>
                <a:lnTo>
                  <a:pt x="203987" y="702398"/>
                </a:lnTo>
                <a:lnTo>
                  <a:pt x="260083" y="689305"/>
                </a:lnTo>
                <a:lnTo>
                  <a:pt x="309003" y="661543"/>
                </a:lnTo>
                <a:lnTo>
                  <a:pt x="311975" y="658368"/>
                </a:lnTo>
                <a:lnTo>
                  <a:pt x="326148" y="643318"/>
                </a:lnTo>
                <a:lnTo>
                  <a:pt x="326237" y="643128"/>
                </a:lnTo>
                <a:lnTo>
                  <a:pt x="326339" y="642937"/>
                </a:lnTo>
                <a:lnTo>
                  <a:pt x="336435" y="623112"/>
                </a:lnTo>
                <a:lnTo>
                  <a:pt x="339864" y="600456"/>
                </a:lnTo>
                <a:close/>
              </a:path>
              <a:path extrusionOk="0" h="963295" w="340359">
                <a:moveTo>
                  <a:pt x="339864" y="353568"/>
                </a:moveTo>
                <a:lnTo>
                  <a:pt x="338721" y="342125"/>
                </a:lnTo>
                <a:lnTo>
                  <a:pt x="335292" y="330517"/>
                </a:lnTo>
                <a:lnTo>
                  <a:pt x="329577" y="318643"/>
                </a:lnTo>
                <a:lnTo>
                  <a:pt x="326148" y="313372"/>
                </a:lnTo>
                <a:lnTo>
                  <a:pt x="326148" y="353568"/>
                </a:lnTo>
                <a:lnTo>
                  <a:pt x="323862" y="366433"/>
                </a:lnTo>
                <a:lnTo>
                  <a:pt x="289572" y="394716"/>
                </a:lnTo>
                <a:lnTo>
                  <a:pt x="240233" y="407098"/>
                </a:lnTo>
                <a:lnTo>
                  <a:pt x="178320" y="411480"/>
                </a:lnTo>
                <a:lnTo>
                  <a:pt x="157480" y="410959"/>
                </a:lnTo>
                <a:lnTo>
                  <a:pt x="114668" y="407631"/>
                </a:lnTo>
                <a:lnTo>
                  <a:pt x="72707" y="401370"/>
                </a:lnTo>
                <a:lnTo>
                  <a:pt x="30492" y="381000"/>
                </a:lnTo>
                <a:lnTo>
                  <a:pt x="15252" y="352044"/>
                </a:lnTo>
                <a:lnTo>
                  <a:pt x="15798" y="345452"/>
                </a:lnTo>
                <a:lnTo>
                  <a:pt x="49657" y="309664"/>
                </a:lnTo>
                <a:lnTo>
                  <a:pt x="105168" y="296608"/>
                </a:lnTo>
                <a:lnTo>
                  <a:pt x="156984" y="294132"/>
                </a:lnTo>
                <a:lnTo>
                  <a:pt x="192671" y="294728"/>
                </a:lnTo>
                <a:lnTo>
                  <a:pt x="251485" y="299923"/>
                </a:lnTo>
                <a:lnTo>
                  <a:pt x="298145" y="313753"/>
                </a:lnTo>
                <a:lnTo>
                  <a:pt x="325310" y="346710"/>
                </a:lnTo>
                <a:lnTo>
                  <a:pt x="326148" y="353568"/>
                </a:lnTo>
                <a:lnTo>
                  <a:pt x="326148" y="313372"/>
                </a:lnTo>
                <a:lnTo>
                  <a:pt x="298335" y="283273"/>
                </a:lnTo>
                <a:lnTo>
                  <a:pt x="263664" y="263652"/>
                </a:lnTo>
                <a:lnTo>
                  <a:pt x="220230" y="252031"/>
                </a:lnTo>
                <a:lnTo>
                  <a:pt x="167652" y="248412"/>
                </a:lnTo>
                <a:lnTo>
                  <a:pt x="128765" y="250698"/>
                </a:lnTo>
                <a:lnTo>
                  <a:pt x="64135" y="268986"/>
                </a:lnTo>
                <a:lnTo>
                  <a:pt x="21221" y="300405"/>
                </a:lnTo>
                <a:lnTo>
                  <a:pt x="2311" y="334073"/>
                </a:lnTo>
                <a:lnTo>
                  <a:pt x="12" y="352044"/>
                </a:lnTo>
                <a:lnTo>
                  <a:pt x="127" y="353568"/>
                </a:lnTo>
                <a:lnTo>
                  <a:pt x="15252" y="396240"/>
                </a:lnTo>
                <a:lnTo>
                  <a:pt x="57035" y="431609"/>
                </a:lnTo>
                <a:lnTo>
                  <a:pt x="96989" y="447560"/>
                </a:lnTo>
                <a:lnTo>
                  <a:pt x="145427" y="456082"/>
                </a:lnTo>
                <a:lnTo>
                  <a:pt x="172224" y="457200"/>
                </a:lnTo>
                <a:lnTo>
                  <a:pt x="203987" y="455510"/>
                </a:lnTo>
                <a:lnTo>
                  <a:pt x="260083" y="442417"/>
                </a:lnTo>
                <a:lnTo>
                  <a:pt x="309003" y="414655"/>
                </a:lnTo>
                <a:lnTo>
                  <a:pt x="311975" y="411480"/>
                </a:lnTo>
                <a:lnTo>
                  <a:pt x="326148" y="396430"/>
                </a:lnTo>
                <a:lnTo>
                  <a:pt x="326237" y="396240"/>
                </a:lnTo>
                <a:lnTo>
                  <a:pt x="326339" y="396049"/>
                </a:lnTo>
                <a:lnTo>
                  <a:pt x="336435" y="376224"/>
                </a:lnTo>
                <a:lnTo>
                  <a:pt x="339864" y="35356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0" name="Google Shape;1680;p31"/>
          <p:cNvSpPr/>
          <p:nvPr/>
        </p:nvSpPr>
        <p:spPr>
          <a:xfrm>
            <a:off x="1301496" y="6220967"/>
            <a:ext cx="233679" cy="53340"/>
          </a:xfrm>
          <a:custGeom>
            <a:rect b="b" l="l" r="r" t="t"/>
            <a:pathLst>
              <a:path extrusionOk="0" h="53339" w="233680">
                <a:moveTo>
                  <a:pt x="33528" y="53340"/>
                </a:moveTo>
                <a:lnTo>
                  <a:pt x="19812" y="53340"/>
                </a:lnTo>
                <a:lnTo>
                  <a:pt x="12192" y="50292"/>
                </a:lnTo>
                <a:lnTo>
                  <a:pt x="7620" y="45720"/>
                </a:lnTo>
                <a:lnTo>
                  <a:pt x="3048" y="39624"/>
                </a:lnTo>
                <a:lnTo>
                  <a:pt x="0" y="33528"/>
                </a:lnTo>
                <a:lnTo>
                  <a:pt x="0" y="19812"/>
                </a:lnTo>
                <a:lnTo>
                  <a:pt x="3048" y="12192"/>
                </a:lnTo>
                <a:lnTo>
                  <a:pt x="12192" y="3048"/>
                </a:lnTo>
                <a:lnTo>
                  <a:pt x="19812" y="0"/>
                </a:lnTo>
                <a:lnTo>
                  <a:pt x="33528" y="0"/>
                </a:lnTo>
                <a:lnTo>
                  <a:pt x="39624" y="3048"/>
                </a:lnTo>
                <a:lnTo>
                  <a:pt x="45720" y="7620"/>
                </a:lnTo>
                <a:lnTo>
                  <a:pt x="50292" y="12192"/>
                </a:lnTo>
                <a:lnTo>
                  <a:pt x="53340" y="19812"/>
                </a:lnTo>
                <a:lnTo>
                  <a:pt x="53340" y="33528"/>
                </a:lnTo>
                <a:lnTo>
                  <a:pt x="50292" y="39624"/>
                </a:lnTo>
                <a:lnTo>
                  <a:pt x="45720" y="45720"/>
                </a:lnTo>
                <a:lnTo>
                  <a:pt x="39624" y="50292"/>
                </a:lnTo>
                <a:lnTo>
                  <a:pt x="33528" y="53340"/>
                </a:lnTo>
                <a:close/>
              </a:path>
              <a:path extrusionOk="0" h="53339" w="233680">
                <a:moveTo>
                  <a:pt x="213360" y="53340"/>
                </a:moveTo>
                <a:lnTo>
                  <a:pt x="199644" y="53340"/>
                </a:lnTo>
                <a:lnTo>
                  <a:pt x="193548" y="50292"/>
                </a:lnTo>
                <a:lnTo>
                  <a:pt x="187451" y="45720"/>
                </a:lnTo>
                <a:lnTo>
                  <a:pt x="182880" y="39624"/>
                </a:lnTo>
                <a:lnTo>
                  <a:pt x="179832" y="33528"/>
                </a:lnTo>
                <a:lnTo>
                  <a:pt x="179832" y="19812"/>
                </a:lnTo>
                <a:lnTo>
                  <a:pt x="182880" y="12192"/>
                </a:lnTo>
                <a:lnTo>
                  <a:pt x="187451" y="7620"/>
                </a:lnTo>
                <a:lnTo>
                  <a:pt x="193548" y="3048"/>
                </a:lnTo>
                <a:lnTo>
                  <a:pt x="199644" y="0"/>
                </a:lnTo>
                <a:lnTo>
                  <a:pt x="213360" y="0"/>
                </a:lnTo>
                <a:lnTo>
                  <a:pt x="219456" y="3048"/>
                </a:lnTo>
                <a:lnTo>
                  <a:pt x="225551" y="7620"/>
                </a:lnTo>
                <a:lnTo>
                  <a:pt x="230124" y="13716"/>
                </a:lnTo>
                <a:lnTo>
                  <a:pt x="233172" y="19812"/>
                </a:lnTo>
                <a:lnTo>
                  <a:pt x="233172" y="33528"/>
                </a:lnTo>
                <a:lnTo>
                  <a:pt x="230124" y="39624"/>
                </a:lnTo>
                <a:lnTo>
                  <a:pt x="225551" y="45720"/>
                </a:lnTo>
                <a:lnTo>
                  <a:pt x="219456" y="50292"/>
                </a:lnTo>
                <a:lnTo>
                  <a:pt x="213360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" name="Google Shape;1681;p31"/>
          <p:cNvSpPr/>
          <p:nvPr/>
        </p:nvSpPr>
        <p:spPr>
          <a:xfrm>
            <a:off x="1194816" y="5830823"/>
            <a:ext cx="334010" cy="215265"/>
          </a:xfrm>
          <a:custGeom>
            <a:rect b="b" l="l" r="r" t="t"/>
            <a:pathLst>
              <a:path extrusionOk="0" h="215264" w="334009">
                <a:moveTo>
                  <a:pt x="333756" y="214884"/>
                </a:moveTo>
                <a:lnTo>
                  <a:pt x="324612" y="214884"/>
                </a:lnTo>
                <a:lnTo>
                  <a:pt x="287488" y="175736"/>
                </a:lnTo>
                <a:lnTo>
                  <a:pt x="253936" y="142875"/>
                </a:lnTo>
                <a:lnTo>
                  <a:pt x="224099" y="116300"/>
                </a:lnTo>
                <a:lnTo>
                  <a:pt x="173783" y="80891"/>
                </a:lnTo>
                <a:lnTo>
                  <a:pt x="129111" y="63222"/>
                </a:lnTo>
                <a:lnTo>
                  <a:pt x="108203" y="60960"/>
                </a:lnTo>
                <a:lnTo>
                  <a:pt x="93035" y="62126"/>
                </a:lnTo>
                <a:lnTo>
                  <a:pt x="56388" y="80772"/>
                </a:lnTo>
                <a:lnTo>
                  <a:pt x="36576" y="126492"/>
                </a:lnTo>
                <a:lnTo>
                  <a:pt x="37433" y="137660"/>
                </a:lnTo>
                <a:lnTo>
                  <a:pt x="58007" y="177736"/>
                </a:lnTo>
                <a:lnTo>
                  <a:pt x="91440" y="196596"/>
                </a:lnTo>
                <a:lnTo>
                  <a:pt x="91440" y="205739"/>
                </a:lnTo>
                <a:lnTo>
                  <a:pt x="52578" y="195643"/>
                </a:lnTo>
                <a:lnTo>
                  <a:pt x="12858" y="161853"/>
                </a:lnTo>
                <a:lnTo>
                  <a:pt x="0" y="112776"/>
                </a:lnTo>
                <a:lnTo>
                  <a:pt x="1690" y="93964"/>
                </a:lnTo>
                <a:lnTo>
                  <a:pt x="25907" y="47244"/>
                </a:lnTo>
                <a:lnTo>
                  <a:pt x="68770" y="21526"/>
                </a:lnTo>
                <a:lnTo>
                  <a:pt x="85343" y="19812"/>
                </a:lnTo>
                <a:lnTo>
                  <a:pt x="97917" y="20645"/>
                </a:lnTo>
                <a:lnTo>
                  <a:pt x="135636" y="32004"/>
                </a:lnTo>
                <a:lnTo>
                  <a:pt x="175640" y="55245"/>
                </a:lnTo>
                <a:lnTo>
                  <a:pt x="217932" y="89916"/>
                </a:lnTo>
                <a:lnTo>
                  <a:pt x="247673" y="116800"/>
                </a:lnTo>
                <a:lnTo>
                  <a:pt x="287154" y="153995"/>
                </a:lnTo>
                <a:lnTo>
                  <a:pt x="297180" y="164592"/>
                </a:lnTo>
                <a:lnTo>
                  <a:pt x="297180" y="79248"/>
                </a:lnTo>
                <a:lnTo>
                  <a:pt x="294132" y="36576"/>
                </a:lnTo>
                <a:lnTo>
                  <a:pt x="271272" y="9144"/>
                </a:lnTo>
                <a:lnTo>
                  <a:pt x="271272" y="0"/>
                </a:lnTo>
                <a:lnTo>
                  <a:pt x="333756" y="22860"/>
                </a:lnTo>
                <a:lnTo>
                  <a:pt x="333756" y="21488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31"/>
          <p:cNvSpPr/>
          <p:nvPr/>
        </p:nvSpPr>
        <p:spPr>
          <a:xfrm>
            <a:off x="1481328" y="5721096"/>
            <a:ext cx="53340" cy="53340"/>
          </a:xfrm>
          <a:custGeom>
            <a:rect b="b" l="l" r="r" t="t"/>
            <a:pathLst>
              <a:path extrusionOk="0" h="53339" w="53340">
                <a:moveTo>
                  <a:pt x="33527" y="53340"/>
                </a:moveTo>
                <a:lnTo>
                  <a:pt x="18287" y="53340"/>
                </a:lnTo>
                <a:lnTo>
                  <a:pt x="12191" y="51816"/>
                </a:lnTo>
                <a:lnTo>
                  <a:pt x="7619" y="45720"/>
                </a:lnTo>
                <a:lnTo>
                  <a:pt x="3047" y="41148"/>
                </a:lnTo>
                <a:lnTo>
                  <a:pt x="0" y="35052"/>
                </a:lnTo>
                <a:lnTo>
                  <a:pt x="0" y="19812"/>
                </a:lnTo>
                <a:lnTo>
                  <a:pt x="3047" y="13716"/>
                </a:lnTo>
                <a:lnTo>
                  <a:pt x="7619" y="7620"/>
                </a:lnTo>
                <a:lnTo>
                  <a:pt x="12191" y="3048"/>
                </a:lnTo>
                <a:lnTo>
                  <a:pt x="19811" y="0"/>
                </a:lnTo>
                <a:lnTo>
                  <a:pt x="33527" y="0"/>
                </a:lnTo>
                <a:lnTo>
                  <a:pt x="39623" y="3048"/>
                </a:lnTo>
                <a:lnTo>
                  <a:pt x="45719" y="7620"/>
                </a:lnTo>
                <a:lnTo>
                  <a:pt x="50291" y="13716"/>
                </a:lnTo>
                <a:lnTo>
                  <a:pt x="53339" y="19812"/>
                </a:lnTo>
                <a:lnTo>
                  <a:pt x="53339" y="35052"/>
                </a:lnTo>
                <a:lnTo>
                  <a:pt x="50291" y="41148"/>
                </a:lnTo>
                <a:lnTo>
                  <a:pt x="39623" y="51816"/>
                </a:lnTo>
                <a:lnTo>
                  <a:pt x="33527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31"/>
          <p:cNvSpPr/>
          <p:nvPr/>
        </p:nvSpPr>
        <p:spPr>
          <a:xfrm>
            <a:off x="1194816" y="5480303"/>
            <a:ext cx="340360" cy="186055"/>
          </a:xfrm>
          <a:custGeom>
            <a:rect b="b" l="l" r="r" t="t"/>
            <a:pathLst>
              <a:path extrusionOk="0" h="186054" w="340359">
                <a:moveTo>
                  <a:pt x="320040" y="185928"/>
                </a:moveTo>
                <a:lnTo>
                  <a:pt x="309371" y="185928"/>
                </a:lnTo>
                <a:lnTo>
                  <a:pt x="306323" y="184404"/>
                </a:lnTo>
                <a:lnTo>
                  <a:pt x="301752" y="181356"/>
                </a:lnTo>
                <a:lnTo>
                  <a:pt x="298704" y="176784"/>
                </a:lnTo>
                <a:lnTo>
                  <a:pt x="297180" y="172212"/>
                </a:lnTo>
                <a:lnTo>
                  <a:pt x="297180" y="158496"/>
                </a:lnTo>
                <a:lnTo>
                  <a:pt x="300228" y="152400"/>
                </a:lnTo>
                <a:lnTo>
                  <a:pt x="301752" y="146304"/>
                </a:lnTo>
                <a:lnTo>
                  <a:pt x="307847" y="137160"/>
                </a:lnTo>
                <a:lnTo>
                  <a:pt x="312420" y="126492"/>
                </a:lnTo>
                <a:lnTo>
                  <a:pt x="315468" y="120396"/>
                </a:lnTo>
                <a:lnTo>
                  <a:pt x="315468" y="117348"/>
                </a:lnTo>
                <a:lnTo>
                  <a:pt x="316992" y="111252"/>
                </a:lnTo>
                <a:lnTo>
                  <a:pt x="318516" y="103632"/>
                </a:lnTo>
                <a:lnTo>
                  <a:pt x="318516" y="97536"/>
                </a:lnTo>
                <a:lnTo>
                  <a:pt x="317349" y="85510"/>
                </a:lnTo>
                <a:lnTo>
                  <a:pt x="289012" y="46863"/>
                </a:lnTo>
                <a:lnTo>
                  <a:pt x="254508" y="36576"/>
                </a:lnTo>
                <a:lnTo>
                  <a:pt x="245364" y="37147"/>
                </a:lnTo>
                <a:lnTo>
                  <a:pt x="236219" y="38862"/>
                </a:lnTo>
                <a:lnTo>
                  <a:pt x="227075" y="41719"/>
                </a:lnTo>
                <a:lnTo>
                  <a:pt x="217932" y="45720"/>
                </a:lnTo>
                <a:lnTo>
                  <a:pt x="208788" y="48768"/>
                </a:lnTo>
                <a:lnTo>
                  <a:pt x="183522" y="78295"/>
                </a:lnTo>
                <a:lnTo>
                  <a:pt x="172212" y="123444"/>
                </a:lnTo>
                <a:lnTo>
                  <a:pt x="172212" y="131064"/>
                </a:lnTo>
                <a:lnTo>
                  <a:pt x="164592" y="131064"/>
                </a:lnTo>
                <a:lnTo>
                  <a:pt x="150876" y="92964"/>
                </a:lnTo>
                <a:lnTo>
                  <a:pt x="123444" y="65532"/>
                </a:lnTo>
                <a:lnTo>
                  <a:pt x="88392" y="56388"/>
                </a:lnTo>
                <a:lnTo>
                  <a:pt x="76628" y="57507"/>
                </a:lnTo>
                <a:lnTo>
                  <a:pt x="41886" y="80819"/>
                </a:lnTo>
                <a:lnTo>
                  <a:pt x="33528" y="111252"/>
                </a:lnTo>
                <a:lnTo>
                  <a:pt x="35837" y="128944"/>
                </a:lnTo>
                <a:lnTo>
                  <a:pt x="42862" y="145351"/>
                </a:lnTo>
                <a:lnTo>
                  <a:pt x="54744" y="160329"/>
                </a:lnTo>
                <a:lnTo>
                  <a:pt x="71628" y="173736"/>
                </a:lnTo>
                <a:lnTo>
                  <a:pt x="68580" y="181356"/>
                </a:lnTo>
                <a:lnTo>
                  <a:pt x="27646" y="156281"/>
                </a:lnTo>
                <a:lnTo>
                  <a:pt x="4572" y="122491"/>
                </a:lnTo>
                <a:lnTo>
                  <a:pt x="0" y="92964"/>
                </a:lnTo>
                <a:lnTo>
                  <a:pt x="1690" y="74676"/>
                </a:lnTo>
                <a:lnTo>
                  <a:pt x="25908" y="33528"/>
                </a:lnTo>
                <a:lnTo>
                  <a:pt x="65532" y="16764"/>
                </a:lnTo>
                <a:lnTo>
                  <a:pt x="83843" y="19597"/>
                </a:lnTo>
                <a:lnTo>
                  <a:pt x="102298" y="28003"/>
                </a:lnTo>
                <a:lnTo>
                  <a:pt x="121038" y="41838"/>
                </a:lnTo>
                <a:lnTo>
                  <a:pt x="140208" y="60960"/>
                </a:lnTo>
                <a:lnTo>
                  <a:pt x="146732" y="46958"/>
                </a:lnTo>
                <a:lnTo>
                  <a:pt x="173736" y="15240"/>
                </a:lnTo>
                <a:lnTo>
                  <a:pt x="211240" y="1095"/>
                </a:lnTo>
                <a:lnTo>
                  <a:pt x="225552" y="0"/>
                </a:lnTo>
                <a:lnTo>
                  <a:pt x="246411" y="1714"/>
                </a:lnTo>
                <a:lnTo>
                  <a:pt x="282987" y="15430"/>
                </a:lnTo>
                <a:lnTo>
                  <a:pt x="316706" y="46815"/>
                </a:lnTo>
                <a:lnTo>
                  <a:pt x="337280" y="98155"/>
                </a:lnTo>
                <a:lnTo>
                  <a:pt x="339852" y="129540"/>
                </a:lnTo>
                <a:lnTo>
                  <a:pt x="339304" y="144375"/>
                </a:lnTo>
                <a:lnTo>
                  <a:pt x="337756" y="156781"/>
                </a:lnTo>
                <a:lnTo>
                  <a:pt x="335351" y="166616"/>
                </a:lnTo>
                <a:lnTo>
                  <a:pt x="332232" y="173736"/>
                </a:lnTo>
                <a:lnTo>
                  <a:pt x="326135" y="182880"/>
                </a:lnTo>
                <a:lnTo>
                  <a:pt x="320040" y="18592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31"/>
          <p:cNvSpPr/>
          <p:nvPr/>
        </p:nvSpPr>
        <p:spPr>
          <a:xfrm>
            <a:off x="1200912" y="5079492"/>
            <a:ext cx="327660" cy="352425"/>
          </a:xfrm>
          <a:custGeom>
            <a:rect b="b" l="l" r="r" t="t"/>
            <a:pathLst>
              <a:path extrusionOk="0" h="352425" w="327659">
                <a:moveTo>
                  <a:pt x="327660" y="352044"/>
                </a:moveTo>
                <a:lnTo>
                  <a:pt x="320040" y="352044"/>
                </a:lnTo>
                <a:lnTo>
                  <a:pt x="320040" y="341376"/>
                </a:lnTo>
                <a:lnTo>
                  <a:pt x="319206" y="331684"/>
                </a:lnTo>
                <a:lnTo>
                  <a:pt x="283202" y="305323"/>
                </a:lnTo>
                <a:lnTo>
                  <a:pt x="269748" y="304800"/>
                </a:lnTo>
                <a:lnTo>
                  <a:pt x="57912" y="304800"/>
                </a:lnTo>
                <a:lnTo>
                  <a:pt x="19812" y="309372"/>
                </a:lnTo>
                <a:lnTo>
                  <a:pt x="7620" y="333756"/>
                </a:lnTo>
                <a:lnTo>
                  <a:pt x="7620" y="352044"/>
                </a:lnTo>
                <a:lnTo>
                  <a:pt x="0" y="352044"/>
                </a:lnTo>
                <a:lnTo>
                  <a:pt x="0" y="211836"/>
                </a:lnTo>
                <a:lnTo>
                  <a:pt x="7620" y="211836"/>
                </a:lnTo>
                <a:lnTo>
                  <a:pt x="7620" y="231648"/>
                </a:lnTo>
                <a:lnTo>
                  <a:pt x="9144" y="239268"/>
                </a:lnTo>
                <a:lnTo>
                  <a:pt x="13716" y="245364"/>
                </a:lnTo>
                <a:lnTo>
                  <a:pt x="15240" y="251460"/>
                </a:lnTo>
                <a:lnTo>
                  <a:pt x="19812" y="254508"/>
                </a:lnTo>
                <a:lnTo>
                  <a:pt x="29837" y="257794"/>
                </a:lnTo>
                <a:lnTo>
                  <a:pt x="37147" y="258699"/>
                </a:lnTo>
                <a:lnTo>
                  <a:pt x="46458" y="259032"/>
                </a:lnTo>
                <a:lnTo>
                  <a:pt x="158496" y="259080"/>
                </a:lnTo>
                <a:lnTo>
                  <a:pt x="140065" y="239363"/>
                </a:lnTo>
                <a:lnTo>
                  <a:pt x="128016" y="227076"/>
                </a:lnTo>
                <a:lnTo>
                  <a:pt x="98583" y="194214"/>
                </a:lnTo>
                <a:lnTo>
                  <a:pt x="55149" y="150780"/>
                </a:lnTo>
                <a:lnTo>
                  <a:pt x="27432" y="132588"/>
                </a:lnTo>
                <a:lnTo>
                  <a:pt x="18288" y="132588"/>
                </a:lnTo>
                <a:lnTo>
                  <a:pt x="15240" y="134112"/>
                </a:lnTo>
                <a:lnTo>
                  <a:pt x="12192" y="138684"/>
                </a:lnTo>
                <a:lnTo>
                  <a:pt x="9144" y="141732"/>
                </a:lnTo>
                <a:lnTo>
                  <a:pt x="7620" y="147828"/>
                </a:lnTo>
                <a:lnTo>
                  <a:pt x="7620" y="163068"/>
                </a:lnTo>
                <a:lnTo>
                  <a:pt x="0" y="163068"/>
                </a:lnTo>
                <a:lnTo>
                  <a:pt x="0" y="42672"/>
                </a:lnTo>
                <a:lnTo>
                  <a:pt x="7620" y="42672"/>
                </a:lnTo>
                <a:lnTo>
                  <a:pt x="7620" y="48768"/>
                </a:lnTo>
                <a:lnTo>
                  <a:pt x="12192" y="67056"/>
                </a:lnTo>
                <a:lnTo>
                  <a:pt x="40195" y="104155"/>
                </a:lnTo>
                <a:lnTo>
                  <a:pt x="48768" y="112776"/>
                </a:lnTo>
                <a:lnTo>
                  <a:pt x="53601" y="118276"/>
                </a:lnTo>
                <a:lnTo>
                  <a:pt x="78128" y="142994"/>
                </a:lnTo>
                <a:lnTo>
                  <a:pt x="97536" y="163068"/>
                </a:lnTo>
                <a:lnTo>
                  <a:pt x="146304" y="213360"/>
                </a:lnTo>
                <a:lnTo>
                  <a:pt x="278892" y="77390"/>
                </a:lnTo>
                <a:lnTo>
                  <a:pt x="306324" y="42672"/>
                </a:lnTo>
                <a:lnTo>
                  <a:pt x="320040" y="0"/>
                </a:lnTo>
                <a:lnTo>
                  <a:pt x="327660" y="0"/>
                </a:lnTo>
                <a:lnTo>
                  <a:pt x="327660" y="155448"/>
                </a:lnTo>
                <a:lnTo>
                  <a:pt x="320040" y="155448"/>
                </a:lnTo>
                <a:lnTo>
                  <a:pt x="320040" y="146304"/>
                </a:lnTo>
                <a:lnTo>
                  <a:pt x="318516" y="138684"/>
                </a:lnTo>
                <a:lnTo>
                  <a:pt x="313943" y="135636"/>
                </a:lnTo>
                <a:lnTo>
                  <a:pt x="309372" y="131064"/>
                </a:lnTo>
                <a:lnTo>
                  <a:pt x="306324" y="129540"/>
                </a:lnTo>
                <a:lnTo>
                  <a:pt x="294131" y="129540"/>
                </a:lnTo>
                <a:lnTo>
                  <a:pt x="288036" y="132588"/>
                </a:lnTo>
                <a:lnTo>
                  <a:pt x="274319" y="146304"/>
                </a:lnTo>
                <a:lnTo>
                  <a:pt x="164592" y="259080"/>
                </a:lnTo>
                <a:lnTo>
                  <a:pt x="281201" y="259032"/>
                </a:lnTo>
                <a:lnTo>
                  <a:pt x="313943" y="245364"/>
                </a:lnTo>
                <a:lnTo>
                  <a:pt x="318516" y="239268"/>
                </a:lnTo>
                <a:lnTo>
                  <a:pt x="320040" y="231648"/>
                </a:lnTo>
                <a:lnTo>
                  <a:pt x="320040" y="211836"/>
                </a:lnTo>
                <a:lnTo>
                  <a:pt x="327660" y="211836"/>
                </a:lnTo>
                <a:lnTo>
                  <a:pt x="327660" y="35204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85" name="Google Shape;1685;p31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185672" y="2805683"/>
            <a:ext cx="348996" cy="2150364"/>
          </a:xfrm>
          <a:prstGeom prst="rect">
            <a:avLst/>
          </a:prstGeom>
          <a:noFill/>
          <a:ln>
            <a:noFill/>
          </a:ln>
        </p:spPr>
      </p:pic>
      <p:sp>
        <p:nvSpPr>
          <p:cNvPr id="1686" name="Google Shape;1686;p31"/>
          <p:cNvSpPr/>
          <p:nvPr/>
        </p:nvSpPr>
        <p:spPr>
          <a:xfrm>
            <a:off x="1187196" y="2513076"/>
            <a:ext cx="447040" cy="134620"/>
          </a:xfrm>
          <a:custGeom>
            <a:rect b="b" l="l" r="r" t="t"/>
            <a:pathLst>
              <a:path extrusionOk="0" h="134619" w="447039">
                <a:moveTo>
                  <a:pt x="224028" y="134112"/>
                </a:moveTo>
                <a:lnTo>
                  <a:pt x="152209" y="124777"/>
                </a:lnTo>
                <a:lnTo>
                  <a:pt x="88392" y="96012"/>
                </a:lnTo>
                <a:lnTo>
                  <a:pt x="35052" y="53721"/>
                </a:lnTo>
                <a:lnTo>
                  <a:pt x="0" y="0"/>
                </a:lnTo>
                <a:lnTo>
                  <a:pt x="9144" y="0"/>
                </a:lnTo>
                <a:lnTo>
                  <a:pt x="17978" y="14287"/>
                </a:lnTo>
                <a:lnTo>
                  <a:pt x="28384" y="27432"/>
                </a:lnTo>
                <a:lnTo>
                  <a:pt x="68818" y="58888"/>
                </a:lnTo>
                <a:lnTo>
                  <a:pt x="104346" y="73223"/>
                </a:lnTo>
                <a:lnTo>
                  <a:pt x="146970" y="83248"/>
                </a:lnTo>
                <a:lnTo>
                  <a:pt x="192690" y="87820"/>
                </a:lnTo>
                <a:lnTo>
                  <a:pt x="216408" y="88392"/>
                </a:lnTo>
                <a:lnTo>
                  <a:pt x="241863" y="87844"/>
                </a:lnTo>
                <a:lnTo>
                  <a:pt x="288202" y="83891"/>
                </a:lnTo>
                <a:lnTo>
                  <a:pt x="340042" y="72961"/>
                </a:lnTo>
                <a:lnTo>
                  <a:pt x="383095" y="53530"/>
                </a:lnTo>
                <a:lnTo>
                  <a:pt x="420433" y="22669"/>
                </a:lnTo>
                <a:lnTo>
                  <a:pt x="437388" y="0"/>
                </a:lnTo>
                <a:lnTo>
                  <a:pt x="446532" y="0"/>
                </a:lnTo>
                <a:lnTo>
                  <a:pt x="426910" y="33337"/>
                </a:lnTo>
                <a:lnTo>
                  <a:pt x="385857" y="77223"/>
                </a:lnTo>
                <a:lnTo>
                  <a:pt x="344709" y="104036"/>
                </a:lnTo>
                <a:lnTo>
                  <a:pt x="297537" y="123182"/>
                </a:lnTo>
                <a:lnTo>
                  <a:pt x="248912" y="132945"/>
                </a:lnTo>
                <a:lnTo>
                  <a:pt x="224028" y="1341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31"/>
          <p:cNvSpPr/>
          <p:nvPr/>
        </p:nvSpPr>
        <p:spPr>
          <a:xfrm>
            <a:off x="1194816" y="2311907"/>
            <a:ext cx="334010" cy="128270"/>
          </a:xfrm>
          <a:custGeom>
            <a:rect b="b" l="l" r="r" t="t"/>
            <a:pathLst>
              <a:path extrusionOk="0" h="128269" w="334009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88393" y="40886"/>
                </a:lnTo>
                <a:lnTo>
                  <a:pt x="321563" y="28956"/>
                </a:lnTo>
                <a:lnTo>
                  <a:pt x="323564" y="24431"/>
                </a:lnTo>
                <a:lnTo>
                  <a:pt x="324993" y="17907"/>
                </a:lnTo>
                <a:lnTo>
                  <a:pt x="325850" y="9667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50" y="111394"/>
                </a:lnTo>
                <a:lnTo>
                  <a:pt x="324993" y="102870"/>
                </a:lnTo>
                <a:lnTo>
                  <a:pt x="323564" y="96631"/>
                </a:lnTo>
                <a:lnTo>
                  <a:pt x="321563" y="92964"/>
                </a:lnTo>
                <a:lnTo>
                  <a:pt x="320039" y="88392"/>
                </a:lnTo>
                <a:lnTo>
                  <a:pt x="99059" y="80772"/>
                </a:lnTo>
                <a:lnTo>
                  <a:pt x="69341" y="80962"/>
                </a:lnTo>
                <a:lnTo>
                  <a:pt x="38099" y="96012"/>
                </a:lnTo>
                <a:lnTo>
                  <a:pt x="38099" y="99060"/>
                </a:lnTo>
                <a:lnTo>
                  <a:pt x="38647" y="104155"/>
                </a:lnTo>
                <a:lnTo>
                  <a:pt x="40195" y="110109"/>
                </a:lnTo>
                <a:lnTo>
                  <a:pt x="42600" y="116633"/>
                </a:lnTo>
                <a:lnTo>
                  <a:pt x="45719" y="123444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31"/>
          <p:cNvSpPr/>
          <p:nvPr/>
        </p:nvSpPr>
        <p:spPr>
          <a:xfrm>
            <a:off x="1194803" y="1780032"/>
            <a:ext cx="340360" cy="451484"/>
          </a:xfrm>
          <a:custGeom>
            <a:rect b="b" l="l" r="r" t="t"/>
            <a:pathLst>
              <a:path extrusionOk="0" h="451485" w="340359">
                <a:moveTo>
                  <a:pt x="339852" y="429768"/>
                </a:moveTo>
                <a:lnTo>
                  <a:pt x="338162" y="407466"/>
                </a:lnTo>
                <a:lnTo>
                  <a:pt x="338061" y="407035"/>
                </a:lnTo>
                <a:lnTo>
                  <a:pt x="333184" y="386143"/>
                </a:lnTo>
                <a:lnTo>
                  <a:pt x="313944" y="345948"/>
                </a:lnTo>
                <a:lnTo>
                  <a:pt x="279654" y="303466"/>
                </a:lnTo>
                <a:lnTo>
                  <a:pt x="236220" y="271272"/>
                </a:lnTo>
                <a:lnTo>
                  <a:pt x="186880" y="252031"/>
                </a:lnTo>
                <a:lnTo>
                  <a:pt x="134112" y="245364"/>
                </a:lnTo>
                <a:lnTo>
                  <a:pt x="105537" y="247421"/>
                </a:lnTo>
                <a:lnTo>
                  <a:pt x="55245" y="264655"/>
                </a:lnTo>
                <a:lnTo>
                  <a:pt x="18656" y="294995"/>
                </a:lnTo>
                <a:lnTo>
                  <a:pt x="0" y="348996"/>
                </a:lnTo>
                <a:lnTo>
                  <a:pt x="2578" y="371856"/>
                </a:lnTo>
                <a:lnTo>
                  <a:pt x="2679" y="372122"/>
                </a:lnTo>
                <a:lnTo>
                  <a:pt x="10287" y="392430"/>
                </a:lnTo>
                <a:lnTo>
                  <a:pt x="41148" y="426720"/>
                </a:lnTo>
                <a:lnTo>
                  <a:pt x="76200" y="444627"/>
                </a:lnTo>
                <a:lnTo>
                  <a:pt x="115824" y="451104"/>
                </a:lnTo>
                <a:lnTo>
                  <a:pt x="137312" y="449440"/>
                </a:lnTo>
                <a:lnTo>
                  <a:pt x="187452" y="426720"/>
                </a:lnTo>
                <a:lnTo>
                  <a:pt x="201498" y="408432"/>
                </a:lnTo>
                <a:lnTo>
                  <a:pt x="206692" y="399288"/>
                </a:lnTo>
                <a:lnTo>
                  <a:pt x="211670" y="383857"/>
                </a:lnTo>
                <a:lnTo>
                  <a:pt x="211721" y="383387"/>
                </a:lnTo>
                <a:lnTo>
                  <a:pt x="213360" y="367284"/>
                </a:lnTo>
                <a:lnTo>
                  <a:pt x="211912" y="351853"/>
                </a:lnTo>
                <a:lnTo>
                  <a:pt x="207454" y="335280"/>
                </a:lnTo>
                <a:lnTo>
                  <a:pt x="199859" y="317563"/>
                </a:lnTo>
                <a:lnTo>
                  <a:pt x="191897" y="303771"/>
                </a:lnTo>
                <a:lnTo>
                  <a:pt x="191897" y="345363"/>
                </a:lnTo>
                <a:lnTo>
                  <a:pt x="191833" y="348996"/>
                </a:lnTo>
                <a:lnTo>
                  <a:pt x="170688" y="387096"/>
                </a:lnTo>
                <a:lnTo>
                  <a:pt x="115404" y="407035"/>
                </a:lnTo>
                <a:lnTo>
                  <a:pt x="91440" y="408432"/>
                </a:lnTo>
                <a:lnTo>
                  <a:pt x="74066" y="407314"/>
                </a:lnTo>
                <a:lnTo>
                  <a:pt x="35052" y="391668"/>
                </a:lnTo>
                <a:lnTo>
                  <a:pt x="15240" y="355092"/>
                </a:lnTo>
                <a:lnTo>
                  <a:pt x="16103" y="345363"/>
                </a:lnTo>
                <a:lnTo>
                  <a:pt x="47434" y="307848"/>
                </a:lnTo>
                <a:lnTo>
                  <a:pt x="85064" y="295592"/>
                </a:lnTo>
                <a:lnTo>
                  <a:pt x="121920" y="291084"/>
                </a:lnTo>
                <a:lnTo>
                  <a:pt x="131927" y="291376"/>
                </a:lnTo>
                <a:lnTo>
                  <a:pt x="143637" y="292227"/>
                </a:lnTo>
                <a:lnTo>
                  <a:pt x="157073" y="293662"/>
                </a:lnTo>
                <a:lnTo>
                  <a:pt x="171678" y="295592"/>
                </a:lnTo>
                <a:lnTo>
                  <a:pt x="172161" y="295592"/>
                </a:lnTo>
                <a:lnTo>
                  <a:pt x="190690" y="336232"/>
                </a:lnTo>
                <a:lnTo>
                  <a:pt x="191897" y="345363"/>
                </a:lnTo>
                <a:lnTo>
                  <a:pt x="191897" y="303771"/>
                </a:lnTo>
                <a:lnTo>
                  <a:pt x="230124" y="312801"/>
                </a:lnTo>
                <a:lnTo>
                  <a:pt x="266700" y="333756"/>
                </a:lnTo>
                <a:lnTo>
                  <a:pt x="297561" y="359092"/>
                </a:lnTo>
                <a:lnTo>
                  <a:pt x="323215" y="399288"/>
                </a:lnTo>
                <a:lnTo>
                  <a:pt x="332232" y="443484"/>
                </a:lnTo>
                <a:lnTo>
                  <a:pt x="339852" y="443484"/>
                </a:lnTo>
                <a:lnTo>
                  <a:pt x="339852" y="429768"/>
                </a:lnTo>
                <a:close/>
              </a:path>
              <a:path extrusionOk="0" h="451485" w="340359">
                <a:moveTo>
                  <a:pt x="339864" y="108204"/>
                </a:moveTo>
                <a:lnTo>
                  <a:pt x="15252" y="0"/>
                </a:lnTo>
                <a:lnTo>
                  <a:pt x="6108" y="0"/>
                </a:lnTo>
                <a:lnTo>
                  <a:pt x="6108" y="173736"/>
                </a:lnTo>
                <a:lnTo>
                  <a:pt x="83832" y="204216"/>
                </a:lnTo>
                <a:lnTo>
                  <a:pt x="86880" y="196596"/>
                </a:lnTo>
                <a:lnTo>
                  <a:pt x="76034" y="190309"/>
                </a:lnTo>
                <a:lnTo>
                  <a:pt x="66497" y="182880"/>
                </a:lnTo>
                <a:lnTo>
                  <a:pt x="47066" y="149542"/>
                </a:lnTo>
                <a:lnTo>
                  <a:pt x="45732" y="126492"/>
                </a:lnTo>
                <a:lnTo>
                  <a:pt x="45732" y="38100"/>
                </a:lnTo>
                <a:lnTo>
                  <a:pt x="339864" y="135636"/>
                </a:lnTo>
                <a:lnTo>
                  <a:pt x="339864" y="10820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" name="Google Shape;1689;p31"/>
          <p:cNvSpPr/>
          <p:nvPr/>
        </p:nvSpPr>
        <p:spPr>
          <a:xfrm>
            <a:off x="1194816" y="1571244"/>
            <a:ext cx="334010" cy="128270"/>
          </a:xfrm>
          <a:custGeom>
            <a:rect b="b" l="l" r="r" t="t"/>
            <a:pathLst>
              <a:path extrusionOk="0" h="128269" w="334009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88393" y="40886"/>
                </a:lnTo>
                <a:lnTo>
                  <a:pt x="321563" y="28956"/>
                </a:lnTo>
                <a:lnTo>
                  <a:pt x="323564" y="24645"/>
                </a:lnTo>
                <a:lnTo>
                  <a:pt x="324993" y="18478"/>
                </a:lnTo>
                <a:lnTo>
                  <a:pt x="325850" y="10310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50" y="111609"/>
                </a:lnTo>
                <a:lnTo>
                  <a:pt x="324993" y="103441"/>
                </a:lnTo>
                <a:lnTo>
                  <a:pt x="323564" y="97274"/>
                </a:lnTo>
                <a:lnTo>
                  <a:pt x="321563" y="92964"/>
                </a:lnTo>
                <a:lnTo>
                  <a:pt x="320039" y="88392"/>
                </a:lnTo>
                <a:lnTo>
                  <a:pt x="99059" y="80772"/>
                </a:lnTo>
                <a:lnTo>
                  <a:pt x="69341" y="80962"/>
                </a:lnTo>
                <a:lnTo>
                  <a:pt x="38099" y="96012"/>
                </a:lnTo>
                <a:lnTo>
                  <a:pt x="38099" y="99060"/>
                </a:lnTo>
                <a:lnTo>
                  <a:pt x="38647" y="104179"/>
                </a:lnTo>
                <a:lnTo>
                  <a:pt x="40195" y="110299"/>
                </a:lnTo>
                <a:lnTo>
                  <a:pt x="42600" y="117276"/>
                </a:lnTo>
                <a:lnTo>
                  <a:pt x="45719" y="124968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" name="Google Shape;1690;p31"/>
          <p:cNvSpPr/>
          <p:nvPr/>
        </p:nvSpPr>
        <p:spPr>
          <a:xfrm>
            <a:off x="1187195" y="1363980"/>
            <a:ext cx="447040" cy="134620"/>
          </a:xfrm>
          <a:custGeom>
            <a:rect b="b" l="l" r="r" t="t"/>
            <a:pathLst>
              <a:path extrusionOk="0" h="134619" w="447039">
                <a:moveTo>
                  <a:pt x="446532" y="134112"/>
                </a:moveTo>
                <a:lnTo>
                  <a:pt x="437387" y="134112"/>
                </a:lnTo>
                <a:lnTo>
                  <a:pt x="428529" y="119824"/>
                </a:lnTo>
                <a:lnTo>
                  <a:pt x="417957" y="106680"/>
                </a:lnTo>
                <a:lnTo>
                  <a:pt x="376832" y="75009"/>
                </a:lnTo>
                <a:lnTo>
                  <a:pt x="340875" y="60245"/>
                </a:lnTo>
                <a:lnTo>
                  <a:pt x="298061" y="50863"/>
                </a:lnTo>
                <a:lnTo>
                  <a:pt x="252960" y="46291"/>
                </a:lnTo>
                <a:lnTo>
                  <a:pt x="230124" y="45720"/>
                </a:lnTo>
                <a:lnTo>
                  <a:pt x="204644" y="46267"/>
                </a:lnTo>
                <a:lnTo>
                  <a:pt x="157686" y="50220"/>
                </a:lnTo>
                <a:lnTo>
                  <a:pt x="106108" y="60388"/>
                </a:lnTo>
                <a:lnTo>
                  <a:pt x="63246" y="79629"/>
                </a:lnTo>
                <a:lnTo>
                  <a:pt x="26098" y="111252"/>
                </a:lnTo>
                <a:lnTo>
                  <a:pt x="9144" y="134112"/>
                </a:lnTo>
                <a:lnTo>
                  <a:pt x="0" y="134112"/>
                </a:lnTo>
                <a:lnTo>
                  <a:pt x="19621" y="100203"/>
                </a:lnTo>
                <a:lnTo>
                  <a:pt x="60674" y="56221"/>
                </a:lnTo>
                <a:lnTo>
                  <a:pt x="101822" y="29217"/>
                </a:lnTo>
                <a:lnTo>
                  <a:pt x="148351" y="10287"/>
                </a:lnTo>
                <a:lnTo>
                  <a:pt x="197405" y="1143"/>
                </a:lnTo>
                <a:lnTo>
                  <a:pt x="222503" y="0"/>
                </a:lnTo>
                <a:lnTo>
                  <a:pt x="259341" y="2286"/>
                </a:lnTo>
                <a:lnTo>
                  <a:pt x="327302" y="20574"/>
                </a:lnTo>
                <a:lnTo>
                  <a:pt x="386738" y="56530"/>
                </a:lnTo>
                <a:lnTo>
                  <a:pt x="430791" y="105584"/>
                </a:lnTo>
                <a:lnTo>
                  <a:pt x="446532" y="1341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1" name="Google Shape;1691;p31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1692" name="Google Shape;1692;p3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93" name="Google Shape;1693;p31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94" name="Google Shape;1694;p31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5" name="Google Shape;1695;p31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6" name="Google Shape;1696;p31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655307" y="1757172"/>
            <a:ext cx="117348" cy="166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7" name="Google Shape;1697;p31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898904" y="2767583"/>
            <a:ext cx="4037075" cy="550316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" name="Google Shape;1702;p32"/>
          <p:cNvSpPr/>
          <p:nvPr/>
        </p:nvSpPr>
        <p:spPr>
          <a:xfrm>
            <a:off x="611123" y="8965692"/>
            <a:ext cx="334010" cy="128270"/>
          </a:xfrm>
          <a:custGeom>
            <a:rect b="b" l="l" r="r" t="t"/>
            <a:pathLst>
              <a:path extrusionOk="0" h="128270" w="334009">
                <a:moveTo>
                  <a:pt x="38100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4" y="41148"/>
                </a:lnTo>
                <a:lnTo>
                  <a:pt x="298513" y="40957"/>
                </a:lnTo>
                <a:lnTo>
                  <a:pt x="326136" y="0"/>
                </a:lnTo>
                <a:lnTo>
                  <a:pt x="333756" y="0"/>
                </a:lnTo>
                <a:lnTo>
                  <a:pt x="333756" y="121920"/>
                </a:lnTo>
                <a:lnTo>
                  <a:pt x="326136" y="121920"/>
                </a:lnTo>
                <a:lnTo>
                  <a:pt x="324421" y="103441"/>
                </a:lnTo>
                <a:lnTo>
                  <a:pt x="323349" y="97274"/>
                </a:lnTo>
                <a:lnTo>
                  <a:pt x="275844" y="80772"/>
                </a:lnTo>
                <a:lnTo>
                  <a:pt x="99060" y="80772"/>
                </a:lnTo>
                <a:lnTo>
                  <a:pt x="82486" y="81033"/>
                </a:lnTo>
                <a:lnTo>
                  <a:pt x="69342" y="81724"/>
                </a:lnTo>
                <a:lnTo>
                  <a:pt x="59626" y="82700"/>
                </a:lnTo>
                <a:lnTo>
                  <a:pt x="53340" y="83820"/>
                </a:lnTo>
                <a:lnTo>
                  <a:pt x="47244" y="83820"/>
                </a:lnTo>
                <a:lnTo>
                  <a:pt x="41148" y="89916"/>
                </a:lnTo>
                <a:lnTo>
                  <a:pt x="38100" y="96012"/>
                </a:lnTo>
                <a:lnTo>
                  <a:pt x="38100" y="100584"/>
                </a:lnTo>
                <a:lnTo>
                  <a:pt x="38433" y="104822"/>
                </a:lnTo>
                <a:lnTo>
                  <a:pt x="39624" y="110490"/>
                </a:lnTo>
                <a:lnTo>
                  <a:pt x="41957" y="117300"/>
                </a:lnTo>
                <a:lnTo>
                  <a:pt x="45720" y="124968"/>
                </a:lnTo>
                <a:lnTo>
                  <a:pt x="38100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" name="Google Shape;1703;p32"/>
          <p:cNvSpPr/>
          <p:nvPr/>
        </p:nvSpPr>
        <p:spPr>
          <a:xfrm>
            <a:off x="611111" y="8182356"/>
            <a:ext cx="340360" cy="702945"/>
          </a:xfrm>
          <a:custGeom>
            <a:rect b="b" l="l" r="r" t="t"/>
            <a:pathLst>
              <a:path extrusionOk="0" h="702945" w="340359">
                <a:moveTo>
                  <a:pt x="339852" y="694944"/>
                </a:moveTo>
                <a:lnTo>
                  <a:pt x="339775" y="680110"/>
                </a:lnTo>
                <a:lnTo>
                  <a:pt x="338162" y="658926"/>
                </a:lnTo>
                <a:lnTo>
                  <a:pt x="338061" y="658495"/>
                </a:lnTo>
                <a:lnTo>
                  <a:pt x="333184" y="637603"/>
                </a:lnTo>
                <a:lnTo>
                  <a:pt x="313944" y="597408"/>
                </a:lnTo>
                <a:lnTo>
                  <a:pt x="280428" y="557149"/>
                </a:lnTo>
                <a:lnTo>
                  <a:pt x="236220" y="524256"/>
                </a:lnTo>
                <a:lnTo>
                  <a:pt x="186880" y="503682"/>
                </a:lnTo>
                <a:lnTo>
                  <a:pt x="134112" y="496824"/>
                </a:lnTo>
                <a:lnTo>
                  <a:pt x="105308" y="499097"/>
                </a:lnTo>
                <a:lnTo>
                  <a:pt x="53962" y="516763"/>
                </a:lnTo>
                <a:lnTo>
                  <a:pt x="18008" y="547306"/>
                </a:lnTo>
                <a:lnTo>
                  <a:pt x="0" y="600456"/>
                </a:lnTo>
                <a:lnTo>
                  <a:pt x="2552" y="623316"/>
                </a:lnTo>
                <a:lnTo>
                  <a:pt x="22504" y="662178"/>
                </a:lnTo>
                <a:lnTo>
                  <a:pt x="57111" y="689063"/>
                </a:lnTo>
                <a:lnTo>
                  <a:pt x="94919" y="701116"/>
                </a:lnTo>
                <a:lnTo>
                  <a:pt x="115824" y="702564"/>
                </a:lnTo>
                <a:lnTo>
                  <a:pt x="136639" y="701116"/>
                </a:lnTo>
                <a:lnTo>
                  <a:pt x="185928" y="678180"/>
                </a:lnTo>
                <a:lnTo>
                  <a:pt x="201015" y="659892"/>
                </a:lnTo>
                <a:lnTo>
                  <a:pt x="206502" y="650748"/>
                </a:lnTo>
                <a:lnTo>
                  <a:pt x="211645" y="635317"/>
                </a:lnTo>
                <a:lnTo>
                  <a:pt x="211696" y="634847"/>
                </a:lnTo>
                <a:lnTo>
                  <a:pt x="213360" y="618744"/>
                </a:lnTo>
                <a:lnTo>
                  <a:pt x="211912" y="603338"/>
                </a:lnTo>
                <a:lnTo>
                  <a:pt x="207454" y="586930"/>
                </a:lnTo>
                <a:lnTo>
                  <a:pt x="199859" y="569671"/>
                </a:lnTo>
                <a:lnTo>
                  <a:pt x="192024" y="556729"/>
                </a:lnTo>
                <a:lnTo>
                  <a:pt x="192024" y="600456"/>
                </a:lnTo>
                <a:lnTo>
                  <a:pt x="190627" y="611339"/>
                </a:lnTo>
                <a:lnTo>
                  <a:pt x="155308" y="647687"/>
                </a:lnTo>
                <a:lnTo>
                  <a:pt x="115404" y="658495"/>
                </a:lnTo>
                <a:lnTo>
                  <a:pt x="91440" y="659892"/>
                </a:lnTo>
                <a:lnTo>
                  <a:pt x="71970" y="658926"/>
                </a:lnTo>
                <a:lnTo>
                  <a:pt x="73012" y="658926"/>
                </a:lnTo>
                <a:lnTo>
                  <a:pt x="57912" y="656082"/>
                </a:lnTo>
                <a:lnTo>
                  <a:pt x="25527" y="634847"/>
                </a:lnTo>
                <a:lnTo>
                  <a:pt x="15240" y="606552"/>
                </a:lnTo>
                <a:lnTo>
                  <a:pt x="16116" y="597408"/>
                </a:lnTo>
                <a:lnTo>
                  <a:pt x="47244" y="560451"/>
                </a:lnTo>
                <a:lnTo>
                  <a:pt x="83566" y="547052"/>
                </a:lnTo>
                <a:lnTo>
                  <a:pt x="121920" y="542544"/>
                </a:lnTo>
                <a:lnTo>
                  <a:pt x="131902" y="542836"/>
                </a:lnTo>
                <a:lnTo>
                  <a:pt x="143446" y="543687"/>
                </a:lnTo>
                <a:lnTo>
                  <a:pt x="156425" y="545122"/>
                </a:lnTo>
                <a:lnTo>
                  <a:pt x="170180" y="547052"/>
                </a:lnTo>
                <a:lnTo>
                  <a:pt x="170637" y="547052"/>
                </a:lnTo>
                <a:lnTo>
                  <a:pt x="175856" y="553123"/>
                </a:lnTo>
                <a:lnTo>
                  <a:pt x="180022" y="559689"/>
                </a:lnTo>
                <a:lnTo>
                  <a:pt x="183337" y="566839"/>
                </a:lnTo>
                <a:lnTo>
                  <a:pt x="185928" y="574548"/>
                </a:lnTo>
                <a:lnTo>
                  <a:pt x="186055" y="574840"/>
                </a:lnTo>
                <a:lnTo>
                  <a:pt x="192024" y="600456"/>
                </a:lnTo>
                <a:lnTo>
                  <a:pt x="192024" y="556729"/>
                </a:lnTo>
                <a:lnTo>
                  <a:pt x="248132" y="573773"/>
                </a:lnTo>
                <a:lnTo>
                  <a:pt x="283565" y="598030"/>
                </a:lnTo>
                <a:lnTo>
                  <a:pt x="316992" y="637032"/>
                </a:lnTo>
                <a:lnTo>
                  <a:pt x="330504" y="680110"/>
                </a:lnTo>
                <a:lnTo>
                  <a:pt x="332232" y="694944"/>
                </a:lnTo>
                <a:lnTo>
                  <a:pt x="339852" y="694944"/>
                </a:lnTo>
                <a:close/>
              </a:path>
              <a:path extrusionOk="0" h="702945" w="340359">
                <a:moveTo>
                  <a:pt x="339852" y="106680"/>
                </a:moveTo>
                <a:lnTo>
                  <a:pt x="338709" y="94348"/>
                </a:lnTo>
                <a:lnTo>
                  <a:pt x="335280" y="82296"/>
                </a:lnTo>
                <a:lnTo>
                  <a:pt x="329565" y="70256"/>
                </a:lnTo>
                <a:lnTo>
                  <a:pt x="326136" y="64973"/>
                </a:lnTo>
                <a:lnTo>
                  <a:pt x="326136" y="105156"/>
                </a:lnTo>
                <a:lnTo>
                  <a:pt x="323850" y="118021"/>
                </a:lnTo>
                <a:lnTo>
                  <a:pt x="289560" y="146304"/>
                </a:lnTo>
                <a:lnTo>
                  <a:pt x="240220" y="159258"/>
                </a:lnTo>
                <a:lnTo>
                  <a:pt x="178308" y="163068"/>
                </a:lnTo>
                <a:lnTo>
                  <a:pt x="157480" y="162763"/>
                </a:lnTo>
                <a:lnTo>
                  <a:pt x="114668" y="159854"/>
                </a:lnTo>
                <a:lnTo>
                  <a:pt x="72682" y="152958"/>
                </a:lnTo>
                <a:lnTo>
                  <a:pt x="28956" y="132588"/>
                </a:lnTo>
                <a:lnTo>
                  <a:pt x="15240" y="103632"/>
                </a:lnTo>
                <a:lnTo>
                  <a:pt x="15278" y="94348"/>
                </a:lnTo>
                <a:lnTo>
                  <a:pt x="49657" y="62776"/>
                </a:lnTo>
                <a:lnTo>
                  <a:pt x="104584" y="48958"/>
                </a:lnTo>
                <a:lnTo>
                  <a:pt x="129819" y="46532"/>
                </a:lnTo>
                <a:lnTo>
                  <a:pt x="130352" y="46532"/>
                </a:lnTo>
                <a:lnTo>
                  <a:pt x="156972" y="45720"/>
                </a:lnTo>
                <a:lnTo>
                  <a:pt x="224218" y="48768"/>
                </a:lnTo>
                <a:lnTo>
                  <a:pt x="274320" y="56388"/>
                </a:lnTo>
                <a:lnTo>
                  <a:pt x="313944" y="77724"/>
                </a:lnTo>
                <a:lnTo>
                  <a:pt x="326136" y="105156"/>
                </a:lnTo>
                <a:lnTo>
                  <a:pt x="326136" y="64973"/>
                </a:lnTo>
                <a:lnTo>
                  <a:pt x="297751" y="35052"/>
                </a:lnTo>
                <a:lnTo>
                  <a:pt x="263652" y="16764"/>
                </a:lnTo>
                <a:lnTo>
                  <a:pt x="219456" y="4381"/>
                </a:lnTo>
                <a:lnTo>
                  <a:pt x="166116" y="0"/>
                </a:lnTo>
                <a:lnTo>
                  <a:pt x="128117" y="2286"/>
                </a:lnTo>
                <a:lnTo>
                  <a:pt x="64109" y="20574"/>
                </a:lnTo>
                <a:lnTo>
                  <a:pt x="21221" y="51993"/>
                </a:lnTo>
                <a:lnTo>
                  <a:pt x="21107" y="52158"/>
                </a:lnTo>
                <a:lnTo>
                  <a:pt x="9334" y="68389"/>
                </a:lnTo>
                <a:lnTo>
                  <a:pt x="2311" y="85661"/>
                </a:lnTo>
                <a:lnTo>
                  <a:pt x="0" y="103632"/>
                </a:lnTo>
                <a:lnTo>
                  <a:pt x="127" y="105156"/>
                </a:lnTo>
                <a:lnTo>
                  <a:pt x="241" y="106680"/>
                </a:lnTo>
                <a:lnTo>
                  <a:pt x="15240" y="147828"/>
                </a:lnTo>
                <a:lnTo>
                  <a:pt x="57035" y="183197"/>
                </a:lnTo>
                <a:lnTo>
                  <a:pt x="96774" y="199796"/>
                </a:lnTo>
                <a:lnTo>
                  <a:pt x="144780" y="207886"/>
                </a:lnTo>
                <a:lnTo>
                  <a:pt x="172212" y="208788"/>
                </a:lnTo>
                <a:lnTo>
                  <a:pt x="203314" y="207098"/>
                </a:lnTo>
                <a:lnTo>
                  <a:pt x="259232" y="194005"/>
                </a:lnTo>
                <a:lnTo>
                  <a:pt x="308356" y="166903"/>
                </a:lnTo>
                <a:lnTo>
                  <a:pt x="312077" y="163068"/>
                </a:lnTo>
                <a:lnTo>
                  <a:pt x="325945" y="148780"/>
                </a:lnTo>
                <a:lnTo>
                  <a:pt x="336410" y="128663"/>
                </a:lnTo>
                <a:lnTo>
                  <a:pt x="339852" y="106680"/>
                </a:lnTo>
                <a:close/>
              </a:path>
              <a:path extrusionOk="0" h="702945" w="340359">
                <a:moveTo>
                  <a:pt x="339864" y="353568"/>
                </a:moveTo>
                <a:lnTo>
                  <a:pt x="337286" y="329806"/>
                </a:lnTo>
                <a:lnTo>
                  <a:pt x="329577" y="308610"/>
                </a:lnTo>
                <a:lnTo>
                  <a:pt x="326148" y="303580"/>
                </a:lnTo>
                <a:lnTo>
                  <a:pt x="326148" y="345948"/>
                </a:lnTo>
                <a:lnTo>
                  <a:pt x="325310" y="354571"/>
                </a:lnTo>
                <a:lnTo>
                  <a:pt x="295478" y="390906"/>
                </a:lnTo>
                <a:lnTo>
                  <a:pt x="257848" y="404812"/>
                </a:lnTo>
                <a:lnTo>
                  <a:pt x="220992" y="409956"/>
                </a:lnTo>
                <a:lnTo>
                  <a:pt x="209867" y="409676"/>
                </a:lnTo>
                <a:lnTo>
                  <a:pt x="167652" y="405384"/>
                </a:lnTo>
                <a:lnTo>
                  <a:pt x="149364" y="367284"/>
                </a:lnTo>
                <a:lnTo>
                  <a:pt x="147840" y="361188"/>
                </a:lnTo>
                <a:lnTo>
                  <a:pt x="147891" y="354571"/>
                </a:lnTo>
                <a:lnTo>
                  <a:pt x="148018" y="353568"/>
                </a:lnTo>
                <a:lnTo>
                  <a:pt x="149593" y="340220"/>
                </a:lnTo>
                <a:lnTo>
                  <a:pt x="178320" y="307848"/>
                </a:lnTo>
                <a:lnTo>
                  <a:pt x="229323" y="292214"/>
                </a:lnTo>
                <a:lnTo>
                  <a:pt x="249948" y="291084"/>
                </a:lnTo>
                <a:lnTo>
                  <a:pt x="267106" y="292214"/>
                </a:lnTo>
                <a:lnTo>
                  <a:pt x="306336" y="307848"/>
                </a:lnTo>
                <a:lnTo>
                  <a:pt x="326148" y="345948"/>
                </a:lnTo>
                <a:lnTo>
                  <a:pt x="326148" y="303580"/>
                </a:lnTo>
                <a:lnTo>
                  <a:pt x="298716" y="272796"/>
                </a:lnTo>
                <a:lnTo>
                  <a:pt x="262331" y="254889"/>
                </a:lnTo>
                <a:lnTo>
                  <a:pt x="222516" y="248412"/>
                </a:lnTo>
                <a:lnTo>
                  <a:pt x="202577" y="250088"/>
                </a:lnTo>
                <a:lnTo>
                  <a:pt x="153936" y="272796"/>
                </a:lnTo>
                <a:lnTo>
                  <a:pt x="128219" y="315658"/>
                </a:lnTo>
                <a:lnTo>
                  <a:pt x="128104" y="316738"/>
                </a:lnTo>
                <a:lnTo>
                  <a:pt x="127977" y="317906"/>
                </a:lnTo>
                <a:lnTo>
                  <a:pt x="126504" y="332232"/>
                </a:lnTo>
                <a:lnTo>
                  <a:pt x="127952" y="349377"/>
                </a:lnTo>
                <a:lnTo>
                  <a:pt x="132410" y="366522"/>
                </a:lnTo>
                <a:lnTo>
                  <a:pt x="140004" y="383667"/>
                </a:lnTo>
                <a:lnTo>
                  <a:pt x="150888" y="400812"/>
                </a:lnTo>
                <a:lnTo>
                  <a:pt x="134543" y="396836"/>
                </a:lnTo>
                <a:lnTo>
                  <a:pt x="92976" y="379476"/>
                </a:lnTo>
                <a:lnTo>
                  <a:pt x="59969" y="357187"/>
                </a:lnTo>
                <a:lnTo>
                  <a:pt x="32969" y="327660"/>
                </a:lnTo>
                <a:lnTo>
                  <a:pt x="13538" y="284797"/>
                </a:lnTo>
                <a:lnTo>
                  <a:pt x="9156" y="256032"/>
                </a:lnTo>
                <a:lnTo>
                  <a:pt x="12" y="256032"/>
                </a:lnTo>
                <a:lnTo>
                  <a:pt x="63" y="271208"/>
                </a:lnTo>
                <a:lnTo>
                  <a:pt x="139" y="272796"/>
                </a:lnTo>
                <a:lnTo>
                  <a:pt x="596" y="283489"/>
                </a:lnTo>
                <a:lnTo>
                  <a:pt x="10680" y="326136"/>
                </a:lnTo>
                <a:lnTo>
                  <a:pt x="37249" y="372008"/>
                </a:lnTo>
                <a:lnTo>
                  <a:pt x="67487" y="403771"/>
                </a:lnTo>
                <a:lnTo>
                  <a:pt x="102831" y="428917"/>
                </a:lnTo>
                <a:lnTo>
                  <a:pt x="141668" y="446036"/>
                </a:lnTo>
                <a:lnTo>
                  <a:pt x="183438" y="454558"/>
                </a:lnTo>
                <a:lnTo>
                  <a:pt x="205752" y="455676"/>
                </a:lnTo>
                <a:lnTo>
                  <a:pt x="238340" y="452818"/>
                </a:lnTo>
                <a:lnTo>
                  <a:pt x="293827" y="429958"/>
                </a:lnTo>
                <a:lnTo>
                  <a:pt x="326999" y="397725"/>
                </a:lnTo>
                <a:lnTo>
                  <a:pt x="334251" y="383667"/>
                </a:lnTo>
                <a:lnTo>
                  <a:pt x="338429" y="369239"/>
                </a:lnTo>
                <a:lnTo>
                  <a:pt x="339864" y="35356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4" name="Google Shape;1704;p32"/>
          <p:cNvGrpSpPr/>
          <p:nvPr/>
        </p:nvGrpSpPr>
        <p:grpSpPr>
          <a:xfrm>
            <a:off x="609600" y="7845552"/>
            <a:ext cx="341375" cy="266700"/>
            <a:chOff x="609600" y="7845552"/>
            <a:chExt cx="341375" cy="266700"/>
          </a:xfrm>
        </p:grpSpPr>
        <p:pic>
          <p:nvPicPr>
            <p:cNvPr id="1705" name="Google Shape;1705;p3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09600" y="8039100"/>
              <a:ext cx="124968" cy="73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32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717803" y="7845552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07" name="Google Shape;1707;p32"/>
          <p:cNvSpPr/>
          <p:nvPr/>
        </p:nvSpPr>
        <p:spPr>
          <a:xfrm>
            <a:off x="717804" y="7731252"/>
            <a:ext cx="233679" cy="53340"/>
          </a:xfrm>
          <a:custGeom>
            <a:rect b="b" l="l" r="r" t="t"/>
            <a:pathLst>
              <a:path extrusionOk="0" h="53340" w="233680">
                <a:moveTo>
                  <a:pt x="33528" y="53340"/>
                </a:moveTo>
                <a:lnTo>
                  <a:pt x="18288" y="53340"/>
                </a:lnTo>
                <a:lnTo>
                  <a:pt x="12192" y="50292"/>
                </a:lnTo>
                <a:lnTo>
                  <a:pt x="1524" y="39624"/>
                </a:lnTo>
                <a:lnTo>
                  <a:pt x="0" y="33528"/>
                </a:lnTo>
                <a:lnTo>
                  <a:pt x="0" y="19812"/>
                </a:lnTo>
                <a:lnTo>
                  <a:pt x="1524" y="12192"/>
                </a:lnTo>
                <a:lnTo>
                  <a:pt x="7620" y="7620"/>
                </a:lnTo>
                <a:lnTo>
                  <a:pt x="12192" y="3048"/>
                </a:lnTo>
                <a:lnTo>
                  <a:pt x="18288" y="0"/>
                </a:lnTo>
                <a:lnTo>
                  <a:pt x="33528" y="0"/>
                </a:lnTo>
                <a:lnTo>
                  <a:pt x="39624" y="3048"/>
                </a:lnTo>
                <a:lnTo>
                  <a:pt x="45720" y="7620"/>
                </a:lnTo>
                <a:lnTo>
                  <a:pt x="50292" y="12192"/>
                </a:lnTo>
                <a:lnTo>
                  <a:pt x="53340" y="19812"/>
                </a:lnTo>
                <a:lnTo>
                  <a:pt x="53340" y="33528"/>
                </a:lnTo>
                <a:lnTo>
                  <a:pt x="50292" y="39624"/>
                </a:lnTo>
                <a:lnTo>
                  <a:pt x="45720" y="45720"/>
                </a:lnTo>
                <a:lnTo>
                  <a:pt x="39624" y="50292"/>
                </a:lnTo>
                <a:lnTo>
                  <a:pt x="33528" y="53340"/>
                </a:lnTo>
                <a:close/>
              </a:path>
              <a:path extrusionOk="0" h="53340" w="233680">
                <a:moveTo>
                  <a:pt x="213360" y="53340"/>
                </a:moveTo>
                <a:lnTo>
                  <a:pt x="198120" y="53340"/>
                </a:lnTo>
                <a:lnTo>
                  <a:pt x="192024" y="50292"/>
                </a:lnTo>
                <a:lnTo>
                  <a:pt x="181356" y="39624"/>
                </a:lnTo>
                <a:lnTo>
                  <a:pt x="179832" y="33528"/>
                </a:lnTo>
                <a:lnTo>
                  <a:pt x="179832" y="19812"/>
                </a:lnTo>
                <a:lnTo>
                  <a:pt x="181356" y="12192"/>
                </a:lnTo>
                <a:lnTo>
                  <a:pt x="187451" y="7620"/>
                </a:lnTo>
                <a:lnTo>
                  <a:pt x="192024" y="3048"/>
                </a:lnTo>
                <a:lnTo>
                  <a:pt x="198120" y="0"/>
                </a:lnTo>
                <a:lnTo>
                  <a:pt x="213360" y="0"/>
                </a:lnTo>
                <a:lnTo>
                  <a:pt x="219456" y="3048"/>
                </a:lnTo>
                <a:lnTo>
                  <a:pt x="225551" y="7620"/>
                </a:lnTo>
                <a:lnTo>
                  <a:pt x="230124" y="13716"/>
                </a:lnTo>
                <a:lnTo>
                  <a:pt x="233172" y="19812"/>
                </a:lnTo>
                <a:lnTo>
                  <a:pt x="233172" y="33528"/>
                </a:lnTo>
                <a:lnTo>
                  <a:pt x="230124" y="39624"/>
                </a:lnTo>
                <a:lnTo>
                  <a:pt x="225551" y="45720"/>
                </a:lnTo>
                <a:lnTo>
                  <a:pt x="219456" y="50292"/>
                </a:lnTo>
                <a:lnTo>
                  <a:pt x="213360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8" name="Google Shape;1708;p32"/>
          <p:cNvGrpSpPr/>
          <p:nvPr/>
        </p:nvGrpSpPr>
        <p:grpSpPr>
          <a:xfrm>
            <a:off x="717804" y="6969252"/>
            <a:ext cx="233172" cy="585216"/>
            <a:chOff x="717804" y="6969252"/>
            <a:chExt cx="233172" cy="585216"/>
          </a:xfrm>
        </p:grpSpPr>
        <p:pic>
          <p:nvPicPr>
            <p:cNvPr id="1709" name="Google Shape;1709;p32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717804" y="7367016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10" name="Google Shape;1710;p32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717804" y="6969252"/>
              <a:ext cx="233172" cy="37642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711" name="Google Shape;1711;p32"/>
          <p:cNvGrpSpPr/>
          <p:nvPr/>
        </p:nvGrpSpPr>
        <p:grpSpPr>
          <a:xfrm>
            <a:off x="601979" y="6377940"/>
            <a:ext cx="348997" cy="446530"/>
            <a:chOff x="601979" y="6377940"/>
            <a:chExt cx="348997" cy="446530"/>
          </a:xfrm>
        </p:grpSpPr>
        <p:pic>
          <p:nvPicPr>
            <p:cNvPr id="1712" name="Google Shape;1712;p3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717804" y="661111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13" name="Google Shape;1713;p32"/>
            <p:cNvSpPr/>
            <p:nvPr/>
          </p:nvSpPr>
          <p:spPr>
            <a:xfrm>
              <a:off x="601979" y="6377940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5"/>
                  </a:moveTo>
                  <a:lnTo>
                    <a:pt x="335279" y="196595"/>
                  </a:lnTo>
                  <a:lnTo>
                    <a:pt x="335279" y="179831"/>
                  </a:lnTo>
                  <a:lnTo>
                    <a:pt x="333755" y="173735"/>
                  </a:lnTo>
                  <a:lnTo>
                    <a:pt x="329184" y="169163"/>
                  </a:lnTo>
                  <a:lnTo>
                    <a:pt x="326136" y="163067"/>
                  </a:lnTo>
                  <a:lnTo>
                    <a:pt x="321564" y="160019"/>
                  </a:lnTo>
                  <a:lnTo>
                    <a:pt x="283464" y="153923"/>
                  </a:lnTo>
                  <a:lnTo>
                    <a:pt x="137160" y="153923"/>
                  </a:lnTo>
                  <a:lnTo>
                    <a:pt x="137160" y="196595"/>
                  </a:lnTo>
                  <a:lnTo>
                    <a:pt x="121920" y="196595"/>
                  </a:lnTo>
                  <a:lnTo>
                    <a:pt x="121920" y="153923"/>
                  </a:lnTo>
                  <a:lnTo>
                    <a:pt x="106680" y="153923"/>
                  </a:lnTo>
                  <a:lnTo>
                    <a:pt x="91011" y="153328"/>
                  </a:lnTo>
                  <a:lnTo>
                    <a:pt x="50292" y="143255"/>
                  </a:lnTo>
                  <a:lnTo>
                    <a:pt x="13716" y="111251"/>
                  </a:lnTo>
                  <a:lnTo>
                    <a:pt x="857" y="74390"/>
                  </a:lnTo>
                  <a:lnTo>
                    <a:pt x="0" y="60959"/>
                  </a:lnTo>
                  <a:lnTo>
                    <a:pt x="881" y="48648"/>
                  </a:lnTo>
                  <a:lnTo>
                    <a:pt x="20978" y="7715"/>
                  </a:lnTo>
                  <a:lnTo>
                    <a:pt x="39624" y="0"/>
                  </a:lnTo>
                  <a:lnTo>
                    <a:pt x="44196" y="0"/>
                  </a:lnTo>
                  <a:lnTo>
                    <a:pt x="45720" y="41147"/>
                  </a:lnTo>
                  <a:lnTo>
                    <a:pt x="38100" y="47243"/>
                  </a:lnTo>
                  <a:lnTo>
                    <a:pt x="28956" y="53339"/>
                  </a:lnTo>
                  <a:lnTo>
                    <a:pt x="22860" y="59435"/>
                  </a:lnTo>
                  <a:lnTo>
                    <a:pt x="16764" y="68579"/>
                  </a:lnTo>
                  <a:lnTo>
                    <a:pt x="15240" y="74675"/>
                  </a:lnTo>
                  <a:lnTo>
                    <a:pt x="15240" y="88391"/>
                  </a:lnTo>
                  <a:lnTo>
                    <a:pt x="16764" y="94487"/>
                  </a:lnTo>
                  <a:lnTo>
                    <a:pt x="21336" y="100583"/>
                  </a:lnTo>
                  <a:lnTo>
                    <a:pt x="24384" y="105155"/>
                  </a:lnTo>
                  <a:lnTo>
                    <a:pt x="62674" y="113347"/>
                  </a:lnTo>
                  <a:lnTo>
                    <a:pt x="105156" y="114299"/>
                  </a:lnTo>
                  <a:lnTo>
                    <a:pt x="121920" y="114299"/>
                  </a:lnTo>
                  <a:lnTo>
                    <a:pt x="121920" y="56387"/>
                  </a:lnTo>
                  <a:lnTo>
                    <a:pt x="137160" y="56387"/>
                  </a:lnTo>
                  <a:lnTo>
                    <a:pt x="137160" y="114299"/>
                  </a:lnTo>
                  <a:lnTo>
                    <a:pt x="283464" y="114299"/>
                  </a:lnTo>
                  <a:lnTo>
                    <a:pt x="323088" y="108203"/>
                  </a:lnTo>
                  <a:lnTo>
                    <a:pt x="335279" y="83819"/>
                  </a:lnTo>
                  <a:lnTo>
                    <a:pt x="335279" y="64007"/>
                  </a:lnTo>
                  <a:lnTo>
                    <a:pt x="342900" y="64007"/>
                  </a:lnTo>
                  <a:lnTo>
                    <a:pt x="342900" y="19659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" name="Google Shape;1714;p32"/>
          <p:cNvGrpSpPr/>
          <p:nvPr/>
        </p:nvGrpSpPr>
        <p:grpSpPr>
          <a:xfrm>
            <a:off x="601980" y="4168140"/>
            <a:ext cx="448019" cy="2123313"/>
            <a:chOff x="601980" y="4168140"/>
            <a:chExt cx="448019" cy="2123313"/>
          </a:xfrm>
        </p:grpSpPr>
        <p:sp>
          <p:nvSpPr>
            <p:cNvPr id="1715" name="Google Shape;1715;p32"/>
            <p:cNvSpPr/>
            <p:nvPr/>
          </p:nvSpPr>
          <p:spPr>
            <a:xfrm>
              <a:off x="601980" y="6182868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0480" y="77724"/>
                  </a:moveTo>
                  <a:lnTo>
                    <a:pt x="16764" y="77724"/>
                  </a:lnTo>
                  <a:lnTo>
                    <a:pt x="10668" y="76200"/>
                  </a:lnTo>
                  <a:lnTo>
                    <a:pt x="1524" y="67056"/>
                  </a:lnTo>
                  <a:lnTo>
                    <a:pt x="0" y="60960"/>
                  </a:lnTo>
                  <a:lnTo>
                    <a:pt x="0" y="47244"/>
                  </a:lnTo>
                  <a:lnTo>
                    <a:pt x="1524" y="41148"/>
                  </a:lnTo>
                  <a:lnTo>
                    <a:pt x="10668" y="32004"/>
                  </a:lnTo>
                  <a:lnTo>
                    <a:pt x="16764" y="28956"/>
                  </a:lnTo>
                  <a:lnTo>
                    <a:pt x="30480" y="28956"/>
                  </a:lnTo>
                  <a:lnTo>
                    <a:pt x="36576" y="32004"/>
                  </a:lnTo>
                  <a:lnTo>
                    <a:pt x="45720" y="41148"/>
                  </a:lnTo>
                  <a:lnTo>
                    <a:pt x="48768" y="47244"/>
                  </a:lnTo>
                  <a:lnTo>
                    <a:pt x="48768" y="60960"/>
                  </a:lnTo>
                  <a:lnTo>
                    <a:pt x="45720" y="65532"/>
                  </a:lnTo>
                  <a:lnTo>
                    <a:pt x="41148" y="71628"/>
                  </a:lnTo>
                  <a:lnTo>
                    <a:pt x="36576" y="76200"/>
                  </a:lnTo>
                  <a:lnTo>
                    <a:pt x="30480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480"/>
                  </a:lnTo>
                  <a:lnTo>
                    <a:pt x="302037" y="33480"/>
                  </a:lnTo>
                  <a:lnTo>
                    <a:pt x="309753" y="33147"/>
                  </a:lnTo>
                  <a:lnTo>
                    <a:pt x="315753" y="32242"/>
                  </a:lnTo>
                  <a:lnTo>
                    <a:pt x="320040" y="30480"/>
                  </a:lnTo>
                  <a:lnTo>
                    <a:pt x="326135" y="28956"/>
                  </a:lnTo>
                  <a:lnTo>
                    <a:pt x="329183" y="25908"/>
                  </a:lnTo>
                  <a:lnTo>
                    <a:pt x="330708" y="21336"/>
                  </a:lnTo>
                  <a:lnTo>
                    <a:pt x="333756" y="18288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52"/>
                  </a:lnTo>
                  <a:lnTo>
                    <a:pt x="208788" y="73152"/>
                  </a:lnTo>
                  <a:lnTo>
                    <a:pt x="191952" y="73413"/>
                  </a:lnTo>
                  <a:lnTo>
                    <a:pt x="178117" y="74104"/>
                  </a:lnTo>
                  <a:lnTo>
                    <a:pt x="167425" y="75080"/>
                  </a:lnTo>
                  <a:lnTo>
                    <a:pt x="160020" y="76200"/>
                  </a:lnTo>
                  <a:lnTo>
                    <a:pt x="155448" y="76200"/>
                  </a:lnTo>
                  <a:lnTo>
                    <a:pt x="152400" y="77724"/>
                  </a:lnTo>
                  <a:lnTo>
                    <a:pt x="147828" y="82296"/>
                  </a:lnTo>
                  <a:lnTo>
                    <a:pt x="146304" y="85344"/>
                  </a:lnTo>
                  <a:lnTo>
                    <a:pt x="146304" y="94488"/>
                  </a:lnTo>
                  <a:lnTo>
                    <a:pt x="147828" y="99060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96012"/>
                  </a:lnTo>
                  <a:lnTo>
                    <a:pt x="333756" y="89916"/>
                  </a:lnTo>
                  <a:lnTo>
                    <a:pt x="292608" y="73152"/>
                  </a:lnTo>
                  <a:lnTo>
                    <a:pt x="342900" y="73152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16" name="Google Shape;1716;p3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717804" y="5926836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17" name="Google Shape;1717;p32"/>
            <p:cNvSpPr/>
            <p:nvPr/>
          </p:nvSpPr>
          <p:spPr>
            <a:xfrm>
              <a:off x="650748" y="5785104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14" y="128777"/>
                  </a:lnTo>
                  <a:lnTo>
                    <a:pt x="73914" y="121919"/>
                  </a:lnTo>
                  <a:lnTo>
                    <a:pt x="42124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66700" y="27431"/>
                  </a:lnTo>
                  <a:lnTo>
                    <a:pt x="262128" y="21335"/>
                  </a:lnTo>
                  <a:lnTo>
                    <a:pt x="259080" y="16763"/>
                  </a:lnTo>
                  <a:lnTo>
                    <a:pt x="254507" y="12191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72795" y="94487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18" name="Google Shape;1718;p32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717804" y="5580887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19" name="Google Shape;1719;p32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601980" y="4168140"/>
              <a:ext cx="448019" cy="13853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720" name="Google Shape;1720;p32"/>
          <p:cNvGrpSpPr/>
          <p:nvPr/>
        </p:nvGrpSpPr>
        <p:grpSpPr>
          <a:xfrm>
            <a:off x="601980" y="2735579"/>
            <a:ext cx="448564" cy="1288289"/>
            <a:chOff x="601980" y="2735579"/>
            <a:chExt cx="448564" cy="1288289"/>
          </a:xfrm>
        </p:grpSpPr>
        <p:sp>
          <p:nvSpPr>
            <p:cNvPr id="1721" name="Google Shape;1721;p32"/>
            <p:cNvSpPr/>
            <p:nvPr/>
          </p:nvSpPr>
          <p:spPr>
            <a:xfrm>
              <a:off x="603504" y="3889248"/>
              <a:ext cx="447040" cy="134620"/>
            </a:xfrm>
            <a:custGeom>
              <a:rect b="b" l="l" r="r" t="t"/>
              <a:pathLst>
                <a:path extrusionOk="0" h="134620" w="447040">
                  <a:moveTo>
                    <a:pt x="222504" y="134112"/>
                  </a:moveTo>
                  <a:lnTo>
                    <a:pt x="151828" y="124968"/>
                  </a:lnTo>
                  <a:lnTo>
                    <a:pt x="86868" y="97536"/>
                  </a:lnTo>
                  <a:lnTo>
                    <a:pt x="34290" y="55054"/>
                  </a:lnTo>
                  <a:lnTo>
                    <a:pt x="0" y="0"/>
                  </a:lnTo>
                  <a:lnTo>
                    <a:pt x="9144" y="0"/>
                  </a:lnTo>
                  <a:lnTo>
                    <a:pt x="17978" y="15144"/>
                  </a:lnTo>
                  <a:lnTo>
                    <a:pt x="28384" y="28575"/>
                  </a:lnTo>
                  <a:lnTo>
                    <a:pt x="68175" y="59745"/>
                  </a:lnTo>
                  <a:lnTo>
                    <a:pt x="104132" y="74080"/>
                  </a:lnTo>
                  <a:lnTo>
                    <a:pt x="146970" y="83248"/>
                  </a:lnTo>
                  <a:lnTo>
                    <a:pt x="192690" y="87820"/>
                  </a:lnTo>
                  <a:lnTo>
                    <a:pt x="216408" y="88392"/>
                  </a:lnTo>
                  <a:lnTo>
                    <a:pt x="241220" y="88058"/>
                  </a:lnTo>
                  <a:lnTo>
                    <a:pt x="287988" y="84534"/>
                  </a:lnTo>
                  <a:lnTo>
                    <a:pt x="325421" y="77319"/>
                  </a:lnTo>
                  <a:lnTo>
                    <a:pt x="362712" y="65532"/>
                  </a:lnTo>
                  <a:lnTo>
                    <a:pt x="400812" y="41148"/>
                  </a:lnTo>
                  <a:lnTo>
                    <a:pt x="428458" y="12001"/>
                  </a:lnTo>
                  <a:lnTo>
                    <a:pt x="437388" y="0"/>
                  </a:lnTo>
                  <a:lnTo>
                    <a:pt x="446532" y="0"/>
                  </a:lnTo>
                  <a:lnTo>
                    <a:pt x="426339" y="34671"/>
                  </a:lnTo>
                  <a:lnTo>
                    <a:pt x="385000" y="78747"/>
                  </a:lnTo>
                  <a:lnTo>
                    <a:pt x="343852" y="105560"/>
                  </a:lnTo>
                  <a:lnTo>
                    <a:pt x="297513" y="123825"/>
                  </a:lnTo>
                  <a:lnTo>
                    <a:pt x="248269" y="132969"/>
                  </a:lnTo>
                  <a:lnTo>
                    <a:pt x="222504" y="1341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22" name="Google Shape;1722;p32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717804" y="3704843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23" name="Google Shape;1723;p32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717804" y="345643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24" name="Google Shape;1724;p32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717804" y="3235451"/>
              <a:ext cx="233171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25" name="Google Shape;1725;p32"/>
            <p:cNvSpPr/>
            <p:nvPr/>
          </p:nvSpPr>
          <p:spPr>
            <a:xfrm>
              <a:off x="601980" y="3092195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0480" y="77724"/>
                  </a:moveTo>
                  <a:lnTo>
                    <a:pt x="16764" y="77724"/>
                  </a:lnTo>
                  <a:lnTo>
                    <a:pt x="10668" y="76200"/>
                  </a:lnTo>
                  <a:lnTo>
                    <a:pt x="1524" y="67056"/>
                  </a:lnTo>
                  <a:lnTo>
                    <a:pt x="0" y="60960"/>
                  </a:lnTo>
                  <a:lnTo>
                    <a:pt x="0" y="47244"/>
                  </a:lnTo>
                  <a:lnTo>
                    <a:pt x="1524" y="41148"/>
                  </a:lnTo>
                  <a:lnTo>
                    <a:pt x="10668" y="32004"/>
                  </a:lnTo>
                  <a:lnTo>
                    <a:pt x="16764" y="28956"/>
                  </a:lnTo>
                  <a:lnTo>
                    <a:pt x="30480" y="28956"/>
                  </a:lnTo>
                  <a:lnTo>
                    <a:pt x="36576" y="32004"/>
                  </a:lnTo>
                  <a:lnTo>
                    <a:pt x="45720" y="41148"/>
                  </a:lnTo>
                  <a:lnTo>
                    <a:pt x="48768" y="47244"/>
                  </a:lnTo>
                  <a:lnTo>
                    <a:pt x="48768" y="60960"/>
                  </a:lnTo>
                  <a:lnTo>
                    <a:pt x="45720" y="67056"/>
                  </a:lnTo>
                  <a:lnTo>
                    <a:pt x="36576" y="76200"/>
                  </a:lnTo>
                  <a:lnTo>
                    <a:pt x="30480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504"/>
                  </a:lnTo>
                  <a:lnTo>
                    <a:pt x="302037" y="33504"/>
                  </a:lnTo>
                  <a:lnTo>
                    <a:pt x="309753" y="33337"/>
                  </a:lnTo>
                  <a:lnTo>
                    <a:pt x="330708" y="22860"/>
                  </a:lnTo>
                  <a:lnTo>
                    <a:pt x="333756" y="18288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52"/>
                  </a:lnTo>
                  <a:lnTo>
                    <a:pt x="208788" y="73152"/>
                  </a:lnTo>
                  <a:lnTo>
                    <a:pt x="191952" y="73413"/>
                  </a:lnTo>
                  <a:lnTo>
                    <a:pt x="149352" y="80772"/>
                  </a:lnTo>
                  <a:lnTo>
                    <a:pt x="146304" y="86868"/>
                  </a:lnTo>
                  <a:lnTo>
                    <a:pt x="146304" y="94488"/>
                  </a:lnTo>
                  <a:lnTo>
                    <a:pt x="147828" y="99060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96012"/>
                  </a:lnTo>
                  <a:lnTo>
                    <a:pt x="333756" y="89916"/>
                  </a:lnTo>
                  <a:lnTo>
                    <a:pt x="332232" y="85344"/>
                  </a:lnTo>
                  <a:lnTo>
                    <a:pt x="326135" y="79248"/>
                  </a:lnTo>
                  <a:lnTo>
                    <a:pt x="321564" y="77724"/>
                  </a:lnTo>
                  <a:lnTo>
                    <a:pt x="316396" y="75723"/>
                  </a:lnTo>
                  <a:lnTo>
                    <a:pt x="309943" y="74295"/>
                  </a:lnTo>
                  <a:lnTo>
                    <a:pt x="301842" y="73413"/>
                  </a:lnTo>
                  <a:lnTo>
                    <a:pt x="301273" y="73413"/>
                  </a:lnTo>
                  <a:lnTo>
                    <a:pt x="292608" y="73152"/>
                  </a:lnTo>
                  <a:lnTo>
                    <a:pt x="342900" y="73152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26" name="Google Shape;1726;p32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717994" y="2862071"/>
              <a:ext cx="232981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27" name="Google Shape;1727;p32"/>
            <p:cNvSpPr/>
            <p:nvPr/>
          </p:nvSpPr>
          <p:spPr>
            <a:xfrm>
              <a:off x="601980" y="2735579"/>
              <a:ext cx="342900" cy="109855"/>
            </a:xfrm>
            <a:custGeom>
              <a:rect b="b" l="l" r="r" t="t"/>
              <a:pathLst>
                <a:path extrusionOk="0" h="109855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302037" y="35004"/>
                  </a:lnTo>
                  <a:lnTo>
                    <a:pt x="309752" y="34671"/>
                  </a:lnTo>
                  <a:lnTo>
                    <a:pt x="315753" y="33766"/>
                  </a:lnTo>
                  <a:lnTo>
                    <a:pt x="320039" y="32004"/>
                  </a:lnTo>
                  <a:lnTo>
                    <a:pt x="324612" y="30480"/>
                  </a:lnTo>
                  <a:lnTo>
                    <a:pt x="329184" y="27432"/>
                  </a:lnTo>
                  <a:lnTo>
                    <a:pt x="330708" y="22860"/>
                  </a:lnTo>
                  <a:lnTo>
                    <a:pt x="333756" y="19812"/>
                  </a:lnTo>
                  <a:lnTo>
                    <a:pt x="335280" y="12192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7536"/>
                  </a:lnTo>
                  <a:lnTo>
                    <a:pt x="333756" y="91440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45719" y="7620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" name="Google Shape;1728;p32"/>
          <p:cNvGrpSpPr/>
          <p:nvPr/>
        </p:nvGrpSpPr>
        <p:grpSpPr>
          <a:xfrm>
            <a:off x="601979" y="1886711"/>
            <a:ext cx="349250" cy="697992"/>
            <a:chOff x="601979" y="1886711"/>
            <a:chExt cx="349250" cy="697992"/>
          </a:xfrm>
        </p:grpSpPr>
        <p:pic>
          <p:nvPicPr>
            <p:cNvPr id="1729" name="Google Shape;1729;p32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717804" y="2139695"/>
              <a:ext cx="233172" cy="4450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30" name="Google Shape;1730;p32"/>
            <p:cNvSpPr/>
            <p:nvPr/>
          </p:nvSpPr>
          <p:spPr>
            <a:xfrm>
              <a:off x="601979" y="1886711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2819" y="34813"/>
                  </a:lnTo>
                  <a:lnTo>
                    <a:pt x="286321" y="34290"/>
                  </a:lnTo>
                  <a:lnTo>
                    <a:pt x="296108" y="33766"/>
                  </a:lnTo>
                  <a:lnTo>
                    <a:pt x="301751" y="33528"/>
                  </a:lnTo>
                  <a:lnTo>
                    <a:pt x="307847" y="32004"/>
                  </a:lnTo>
                  <a:lnTo>
                    <a:pt x="312419" y="30480"/>
                  </a:lnTo>
                  <a:lnTo>
                    <a:pt x="313943" y="27432"/>
                  </a:lnTo>
                  <a:lnTo>
                    <a:pt x="316991" y="24384"/>
                  </a:lnTo>
                  <a:lnTo>
                    <a:pt x="316991" y="15240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7451" y="74676"/>
                  </a:lnTo>
                  <a:lnTo>
                    <a:pt x="61912" y="74866"/>
                  </a:lnTo>
                  <a:lnTo>
                    <a:pt x="53590" y="75247"/>
                  </a:lnTo>
                  <a:lnTo>
                    <a:pt x="52541" y="75247"/>
                  </a:lnTo>
                  <a:lnTo>
                    <a:pt x="45719" y="76200"/>
                  </a:lnTo>
                  <a:lnTo>
                    <a:pt x="39623" y="77724"/>
                  </a:lnTo>
                  <a:lnTo>
                    <a:pt x="36576" y="79248"/>
                  </a:lnTo>
                  <a:lnTo>
                    <a:pt x="32004" y="8382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214" y="220789"/>
                  </a:lnTo>
                  <a:lnTo>
                    <a:pt x="153923" y="198120"/>
                  </a:lnTo>
                  <a:lnTo>
                    <a:pt x="125158" y="164592"/>
                  </a:lnTo>
                  <a:lnTo>
                    <a:pt x="115823" y="121920"/>
                  </a:lnTo>
                  <a:lnTo>
                    <a:pt x="116886" y="109728"/>
                  </a:lnTo>
                  <a:lnTo>
                    <a:pt x="116990" y="108537"/>
                  </a:lnTo>
                  <a:lnTo>
                    <a:pt x="120586" y="96012"/>
                  </a:lnTo>
                  <a:lnTo>
                    <a:pt x="126753" y="84629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117" y="75247"/>
                  </a:lnTo>
                  <a:lnTo>
                    <a:pt x="171830" y="76962"/>
                  </a:lnTo>
                  <a:lnTo>
                    <a:pt x="137159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49352" y="163068"/>
                  </a:lnTo>
                  <a:lnTo>
                    <a:pt x="199929" y="182999"/>
                  </a:lnTo>
                  <a:lnTo>
                    <a:pt x="222503" y="184404"/>
                  </a:lnTo>
                  <a:lnTo>
                    <a:pt x="333777" y="184404"/>
                  </a:lnTo>
                  <a:lnTo>
                    <a:pt x="331636" y="187761"/>
                  </a:lnTo>
                  <a:lnTo>
                    <a:pt x="318515" y="201168"/>
                  </a:lnTo>
                  <a:lnTo>
                    <a:pt x="302513" y="213169"/>
                  </a:lnTo>
                  <a:lnTo>
                    <a:pt x="284225" y="221742"/>
                  </a:lnTo>
                  <a:lnTo>
                    <a:pt x="263651" y="226885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3777" y="184404"/>
                  </a:moveTo>
                  <a:lnTo>
                    <a:pt x="222503" y="184404"/>
                  </a:lnTo>
                  <a:lnTo>
                    <a:pt x="245102" y="182999"/>
                  </a:lnTo>
                  <a:lnTo>
                    <a:pt x="264985" y="178879"/>
                  </a:lnTo>
                  <a:lnTo>
                    <a:pt x="308300" y="152471"/>
                  </a:lnTo>
                  <a:lnTo>
                    <a:pt x="323088" y="115824"/>
                  </a:lnTo>
                  <a:lnTo>
                    <a:pt x="321659" y="105537"/>
                  </a:lnTo>
                  <a:lnTo>
                    <a:pt x="317372" y="95250"/>
                  </a:lnTo>
                  <a:lnTo>
                    <a:pt x="310229" y="84963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5156"/>
                  </a:lnTo>
                  <a:lnTo>
                    <a:pt x="348996" y="138684"/>
                  </a:lnTo>
                  <a:lnTo>
                    <a:pt x="347019" y="156376"/>
                  </a:lnTo>
                  <a:lnTo>
                    <a:pt x="341185" y="172783"/>
                  </a:lnTo>
                  <a:lnTo>
                    <a:pt x="333777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731" name="Google Shape;1731;p32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194816" y="4789932"/>
            <a:ext cx="348996" cy="1783080"/>
          </a:xfrm>
          <a:prstGeom prst="rect">
            <a:avLst/>
          </a:prstGeom>
          <a:noFill/>
          <a:ln>
            <a:noFill/>
          </a:ln>
        </p:spPr>
      </p:pic>
      <p:sp>
        <p:nvSpPr>
          <p:cNvPr id="1732" name="Google Shape;1732;p32"/>
          <p:cNvSpPr/>
          <p:nvPr/>
        </p:nvSpPr>
        <p:spPr>
          <a:xfrm>
            <a:off x="1202435" y="4669535"/>
            <a:ext cx="341630" cy="53340"/>
          </a:xfrm>
          <a:custGeom>
            <a:rect b="b" l="l" r="r" t="t"/>
            <a:pathLst>
              <a:path extrusionOk="0" h="53339" w="341630">
                <a:moveTo>
                  <a:pt x="44196" y="53340"/>
                </a:moveTo>
                <a:lnTo>
                  <a:pt x="33528" y="53340"/>
                </a:lnTo>
                <a:lnTo>
                  <a:pt x="26074" y="53006"/>
                </a:lnTo>
                <a:lnTo>
                  <a:pt x="19621" y="51816"/>
                </a:lnTo>
                <a:lnTo>
                  <a:pt x="14025" y="49482"/>
                </a:lnTo>
                <a:lnTo>
                  <a:pt x="9144" y="45720"/>
                </a:lnTo>
                <a:lnTo>
                  <a:pt x="3048" y="41148"/>
                </a:lnTo>
                <a:lnTo>
                  <a:pt x="0" y="33528"/>
                </a:lnTo>
                <a:lnTo>
                  <a:pt x="0" y="19812"/>
                </a:lnTo>
                <a:lnTo>
                  <a:pt x="36576" y="0"/>
                </a:lnTo>
                <a:lnTo>
                  <a:pt x="45720" y="0"/>
                </a:lnTo>
                <a:lnTo>
                  <a:pt x="51816" y="1524"/>
                </a:lnTo>
                <a:lnTo>
                  <a:pt x="248411" y="22860"/>
                </a:lnTo>
                <a:lnTo>
                  <a:pt x="248411" y="32004"/>
                </a:lnTo>
                <a:lnTo>
                  <a:pt x="51816" y="51816"/>
                </a:lnTo>
                <a:lnTo>
                  <a:pt x="44196" y="53340"/>
                </a:lnTo>
                <a:close/>
              </a:path>
              <a:path extrusionOk="0" h="53339" w="341630">
                <a:moveTo>
                  <a:pt x="321564" y="53340"/>
                </a:moveTo>
                <a:lnTo>
                  <a:pt x="306323" y="53340"/>
                </a:lnTo>
                <a:lnTo>
                  <a:pt x="300228" y="51816"/>
                </a:lnTo>
                <a:lnTo>
                  <a:pt x="295656" y="45720"/>
                </a:lnTo>
                <a:lnTo>
                  <a:pt x="291084" y="41148"/>
                </a:lnTo>
                <a:lnTo>
                  <a:pt x="288035" y="35052"/>
                </a:lnTo>
                <a:lnTo>
                  <a:pt x="288035" y="19812"/>
                </a:lnTo>
                <a:lnTo>
                  <a:pt x="291084" y="13716"/>
                </a:lnTo>
                <a:lnTo>
                  <a:pt x="295656" y="7620"/>
                </a:lnTo>
                <a:lnTo>
                  <a:pt x="300228" y="3048"/>
                </a:lnTo>
                <a:lnTo>
                  <a:pt x="306323" y="0"/>
                </a:lnTo>
                <a:lnTo>
                  <a:pt x="321564" y="0"/>
                </a:lnTo>
                <a:lnTo>
                  <a:pt x="327660" y="3048"/>
                </a:lnTo>
                <a:lnTo>
                  <a:pt x="333756" y="7620"/>
                </a:lnTo>
                <a:lnTo>
                  <a:pt x="338328" y="13716"/>
                </a:lnTo>
                <a:lnTo>
                  <a:pt x="341376" y="19812"/>
                </a:lnTo>
                <a:lnTo>
                  <a:pt x="341376" y="35052"/>
                </a:lnTo>
                <a:lnTo>
                  <a:pt x="338328" y="41148"/>
                </a:lnTo>
                <a:lnTo>
                  <a:pt x="327660" y="51816"/>
                </a:lnTo>
                <a:lnTo>
                  <a:pt x="321564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" name="Google Shape;1733;p32"/>
          <p:cNvSpPr/>
          <p:nvPr/>
        </p:nvSpPr>
        <p:spPr>
          <a:xfrm>
            <a:off x="1196340" y="4463796"/>
            <a:ext cx="447040" cy="134620"/>
          </a:xfrm>
          <a:custGeom>
            <a:rect b="b" l="l" r="r" t="t"/>
            <a:pathLst>
              <a:path extrusionOk="0" h="134620" w="447039">
                <a:moveTo>
                  <a:pt x="446532" y="134111"/>
                </a:moveTo>
                <a:lnTo>
                  <a:pt x="437387" y="134111"/>
                </a:lnTo>
                <a:lnTo>
                  <a:pt x="428529" y="119824"/>
                </a:lnTo>
                <a:lnTo>
                  <a:pt x="417957" y="106679"/>
                </a:lnTo>
                <a:lnTo>
                  <a:pt x="376832" y="75223"/>
                </a:lnTo>
                <a:lnTo>
                  <a:pt x="340875" y="60888"/>
                </a:lnTo>
                <a:lnTo>
                  <a:pt x="298037" y="50863"/>
                </a:lnTo>
                <a:lnTo>
                  <a:pt x="252317" y="46291"/>
                </a:lnTo>
                <a:lnTo>
                  <a:pt x="228600" y="45719"/>
                </a:lnTo>
                <a:lnTo>
                  <a:pt x="204001" y="46267"/>
                </a:lnTo>
                <a:lnTo>
                  <a:pt x="157662" y="50220"/>
                </a:lnTo>
                <a:lnTo>
                  <a:pt x="106108" y="61150"/>
                </a:lnTo>
                <a:lnTo>
                  <a:pt x="63246" y="80581"/>
                </a:lnTo>
                <a:lnTo>
                  <a:pt x="26098" y="111442"/>
                </a:lnTo>
                <a:lnTo>
                  <a:pt x="9144" y="134111"/>
                </a:lnTo>
                <a:lnTo>
                  <a:pt x="0" y="134111"/>
                </a:lnTo>
                <a:lnTo>
                  <a:pt x="19621" y="100774"/>
                </a:lnTo>
                <a:lnTo>
                  <a:pt x="60674" y="56888"/>
                </a:lnTo>
                <a:lnTo>
                  <a:pt x="101822" y="30075"/>
                </a:lnTo>
                <a:lnTo>
                  <a:pt x="148351" y="10929"/>
                </a:lnTo>
                <a:lnTo>
                  <a:pt x="197405" y="1166"/>
                </a:lnTo>
                <a:lnTo>
                  <a:pt x="222503" y="0"/>
                </a:lnTo>
                <a:lnTo>
                  <a:pt x="259127" y="2285"/>
                </a:lnTo>
                <a:lnTo>
                  <a:pt x="326659" y="20573"/>
                </a:lnTo>
                <a:lnTo>
                  <a:pt x="386738" y="57173"/>
                </a:lnTo>
                <a:lnTo>
                  <a:pt x="430791" y="105798"/>
                </a:lnTo>
                <a:lnTo>
                  <a:pt x="446532" y="134111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34" name="Google Shape;1734;p32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1687067" y="8336280"/>
            <a:ext cx="1793748" cy="16047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735" name="Google Shape;1735;p32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1620012" y="1016508"/>
            <a:ext cx="1876287" cy="1626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36" name="Google Shape;1736;p32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4259579" y="1655063"/>
            <a:ext cx="1923287" cy="17510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37" name="Google Shape;1737;p32"/>
          <p:cNvGrpSpPr/>
          <p:nvPr/>
        </p:nvGrpSpPr>
        <p:grpSpPr>
          <a:xfrm>
            <a:off x="1804416" y="7828788"/>
            <a:ext cx="152400" cy="392174"/>
            <a:chOff x="1804416" y="7828788"/>
            <a:chExt cx="152400" cy="392174"/>
          </a:xfrm>
        </p:grpSpPr>
        <p:sp>
          <p:nvSpPr>
            <p:cNvPr id="1738" name="Google Shape;1738;p32"/>
            <p:cNvSpPr/>
            <p:nvPr/>
          </p:nvSpPr>
          <p:spPr>
            <a:xfrm>
              <a:off x="1804416" y="8162543"/>
              <a:ext cx="151130" cy="58419"/>
            </a:xfrm>
            <a:custGeom>
              <a:rect b="b" l="l" r="r" t="t"/>
              <a:pathLst>
                <a:path extrusionOk="0" h="58420" w="151130">
                  <a:moveTo>
                    <a:pt x="16764" y="57912"/>
                  </a:moveTo>
                  <a:lnTo>
                    <a:pt x="0" y="21336"/>
                  </a:lnTo>
                  <a:lnTo>
                    <a:pt x="0" y="18288"/>
                  </a:lnTo>
                  <a:lnTo>
                    <a:pt x="134112" y="18288"/>
                  </a:lnTo>
                  <a:lnTo>
                    <a:pt x="138684" y="16764"/>
                  </a:lnTo>
                  <a:lnTo>
                    <a:pt x="143256" y="16764"/>
                  </a:lnTo>
                  <a:lnTo>
                    <a:pt x="144780" y="15240"/>
                  </a:lnTo>
                  <a:lnTo>
                    <a:pt x="146304" y="12192"/>
                  </a:lnTo>
                  <a:lnTo>
                    <a:pt x="147828" y="10668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4"/>
                  </a:lnTo>
                  <a:lnTo>
                    <a:pt x="147828" y="54864"/>
                  </a:lnTo>
                  <a:lnTo>
                    <a:pt x="147828" y="42672"/>
                  </a:lnTo>
                  <a:lnTo>
                    <a:pt x="141732" y="36576"/>
                  </a:lnTo>
                  <a:lnTo>
                    <a:pt x="22860" y="36576"/>
                  </a:lnTo>
                  <a:lnTo>
                    <a:pt x="21336" y="38100"/>
                  </a:lnTo>
                  <a:lnTo>
                    <a:pt x="19812" y="38100"/>
                  </a:lnTo>
                  <a:lnTo>
                    <a:pt x="16764" y="41148"/>
                  </a:lnTo>
                  <a:lnTo>
                    <a:pt x="16764" y="47244"/>
                  </a:lnTo>
                  <a:lnTo>
                    <a:pt x="19812" y="56388"/>
                  </a:lnTo>
                  <a:lnTo>
                    <a:pt x="16764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39" name="Google Shape;1739;p32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1804416" y="7921751"/>
              <a:ext cx="152400" cy="2042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40" name="Google Shape;1740;p32"/>
            <p:cNvSpPr/>
            <p:nvPr/>
          </p:nvSpPr>
          <p:spPr>
            <a:xfrm>
              <a:off x="1804416" y="7828788"/>
              <a:ext cx="151130" cy="58419"/>
            </a:xfrm>
            <a:custGeom>
              <a:rect b="b" l="l" r="r" t="t"/>
              <a:pathLst>
                <a:path extrusionOk="0" h="58420" w="151130">
                  <a:moveTo>
                    <a:pt x="16764" y="57912"/>
                  </a:moveTo>
                  <a:lnTo>
                    <a:pt x="0" y="21336"/>
                  </a:lnTo>
                  <a:lnTo>
                    <a:pt x="0" y="18288"/>
                  </a:lnTo>
                  <a:lnTo>
                    <a:pt x="138684" y="18288"/>
                  </a:lnTo>
                  <a:lnTo>
                    <a:pt x="141732" y="16764"/>
                  </a:lnTo>
                  <a:lnTo>
                    <a:pt x="143256" y="16764"/>
                  </a:lnTo>
                  <a:lnTo>
                    <a:pt x="144780" y="15240"/>
                  </a:lnTo>
                  <a:lnTo>
                    <a:pt x="146304" y="12192"/>
                  </a:lnTo>
                  <a:lnTo>
                    <a:pt x="147828" y="10668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4"/>
                  </a:lnTo>
                  <a:lnTo>
                    <a:pt x="147828" y="54864"/>
                  </a:lnTo>
                  <a:lnTo>
                    <a:pt x="147828" y="44196"/>
                  </a:lnTo>
                  <a:lnTo>
                    <a:pt x="146304" y="41148"/>
                  </a:lnTo>
                  <a:lnTo>
                    <a:pt x="143256" y="38100"/>
                  </a:lnTo>
                  <a:lnTo>
                    <a:pt x="141732" y="38100"/>
                  </a:lnTo>
                  <a:lnTo>
                    <a:pt x="140208" y="36576"/>
                  </a:lnTo>
                  <a:lnTo>
                    <a:pt x="25908" y="36576"/>
                  </a:lnTo>
                  <a:lnTo>
                    <a:pt x="22860" y="38100"/>
                  </a:lnTo>
                  <a:lnTo>
                    <a:pt x="19812" y="38100"/>
                  </a:lnTo>
                  <a:lnTo>
                    <a:pt x="16764" y="41148"/>
                  </a:lnTo>
                  <a:lnTo>
                    <a:pt x="16764" y="47244"/>
                  </a:lnTo>
                  <a:lnTo>
                    <a:pt x="19812" y="56388"/>
                  </a:lnTo>
                  <a:lnTo>
                    <a:pt x="16764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1" name="Google Shape;1741;p32"/>
          <p:cNvSpPr/>
          <p:nvPr/>
        </p:nvSpPr>
        <p:spPr>
          <a:xfrm>
            <a:off x="1851660" y="7757159"/>
            <a:ext cx="106680" cy="24765"/>
          </a:xfrm>
          <a:custGeom>
            <a:rect b="b" l="l" r="r" t="t"/>
            <a:pathLst>
              <a:path extrusionOk="0" h="24765" w="106680">
                <a:moveTo>
                  <a:pt x="15240" y="24384"/>
                </a:moveTo>
                <a:lnTo>
                  <a:pt x="9144" y="24384"/>
                </a:lnTo>
                <a:lnTo>
                  <a:pt x="3048" y="21336"/>
                </a:lnTo>
                <a:lnTo>
                  <a:pt x="0" y="15240"/>
                </a:lnTo>
                <a:lnTo>
                  <a:pt x="0" y="9144"/>
                </a:lnTo>
                <a:lnTo>
                  <a:pt x="3048" y="3048"/>
                </a:lnTo>
                <a:lnTo>
                  <a:pt x="9144" y="0"/>
                </a:lnTo>
                <a:lnTo>
                  <a:pt x="15240" y="0"/>
                </a:lnTo>
                <a:lnTo>
                  <a:pt x="21336" y="3048"/>
                </a:lnTo>
                <a:lnTo>
                  <a:pt x="24384" y="9144"/>
                </a:lnTo>
                <a:lnTo>
                  <a:pt x="24384" y="15240"/>
                </a:lnTo>
                <a:lnTo>
                  <a:pt x="21336" y="21336"/>
                </a:lnTo>
                <a:lnTo>
                  <a:pt x="15240" y="24384"/>
                </a:lnTo>
                <a:close/>
              </a:path>
              <a:path extrusionOk="0" h="24765" w="106680">
                <a:moveTo>
                  <a:pt x="97536" y="24384"/>
                </a:moveTo>
                <a:lnTo>
                  <a:pt x="91440" y="24384"/>
                </a:lnTo>
                <a:lnTo>
                  <a:pt x="85344" y="21336"/>
                </a:lnTo>
                <a:lnTo>
                  <a:pt x="82296" y="15240"/>
                </a:lnTo>
                <a:lnTo>
                  <a:pt x="82296" y="9144"/>
                </a:lnTo>
                <a:lnTo>
                  <a:pt x="85344" y="3048"/>
                </a:lnTo>
                <a:lnTo>
                  <a:pt x="91440" y="0"/>
                </a:lnTo>
                <a:lnTo>
                  <a:pt x="97536" y="0"/>
                </a:lnTo>
                <a:lnTo>
                  <a:pt x="103632" y="3048"/>
                </a:lnTo>
                <a:lnTo>
                  <a:pt x="106680" y="9144"/>
                </a:lnTo>
                <a:lnTo>
                  <a:pt x="106680" y="15240"/>
                </a:lnTo>
                <a:lnTo>
                  <a:pt x="103632" y="21336"/>
                </a:lnTo>
                <a:lnTo>
                  <a:pt x="97536" y="243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42" name="Google Shape;1742;p32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1807463" y="7472172"/>
            <a:ext cx="147828" cy="195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3" name="Google Shape;1743;p32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1799844" y="7080504"/>
            <a:ext cx="158495" cy="3124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4" name="Google Shape;1744;p32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1799844" y="6214871"/>
            <a:ext cx="158496" cy="8000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5" name="Google Shape;1745;p32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1799844" y="5202935"/>
            <a:ext cx="158496" cy="9403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6" name="Google Shape;1746;p32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1799844" y="4872227"/>
            <a:ext cx="158495" cy="2651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7" name="Google Shape;1747;p32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1799844" y="4440935"/>
            <a:ext cx="158495" cy="3535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8" name="Google Shape;1748;p32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1799844" y="3942588"/>
            <a:ext cx="202531" cy="4282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9" name="Google Shape;1749;p32"/>
          <p:cNvGrpSpPr/>
          <p:nvPr/>
        </p:nvGrpSpPr>
        <p:grpSpPr>
          <a:xfrm>
            <a:off x="1804416" y="3508247"/>
            <a:ext cx="153924" cy="361188"/>
            <a:chOff x="1804416" y="3508247"/>
            <a:chExt cx="153924" cy="361188"/>
          </a:xfrm>
        </p:grpSpPr>
        <p:pic>
          <p:nvPicPr>
            <p:cNvPr id="1750" name="Google Shape;1750;p32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1804416" y="3659123"/>
              <a:ext cx="15392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51" name="Google Shape;1751;p32"/>
            <p:cNvSpPr/>
            <p:nvPr/>
          </p:nvSpPr>
          <p:spPr>
            <a:xfrm>
              <a:off x="1804416" y="3596639"/>
              <a:ext cx="58419" cy="33655"/>
            </a:xfrm>
            <a:custGeom>
              <a:rect b="b" l="l" r="r" t="t"/>
              <a:pathLst>
                <a:path extrusionOk="0" h="33654" w="58419">
                  <a:moveTo>
                    <a:pt x="16764" y="33528"/>
                  </a:moveTo>
                  <a:lnTo>
                    <a:pt x="9144" y="33528"/>
                  </a:lnTo>
                  <a:lnTo>
                    <a:pt x="6096" y="32004"/>
                  </a:lnTo>
                  <a:lnTo>
                    <a:pt x="4572" y="28956"/>
                  </a:lnTo>
                  <a:lnTo>
                    <a:pt x="1524" y="25908"/>
                  </a:lnTo>
                  <a:lnTo>
                    <a:pt x="0" y="22860"/>
                  </a:lnTo>
                  <a:lnTo>
                    <a:pt x="0" y="13716"/>
                  </a:lnTo>
                  <a:lnTo>
                    <a:pt x="1524" y="9144"/>
                  </a:lnTo>
                  <a:lnTo>
                    <a:pt x="6096" y="6096"/>
                  </a:lnTo>
                  <a:lnTo>
                    <a:pt x="10668" y="1524"/>
                  </a:lnTo>
                  <a:lnTo>
                    <a:pt x="15240" y="0"/>
                  </a:lnTo>
                  <a:lnTo>
                    <a:pt x="30480" y="0"/>
                  </a:lnTo>
                  <a:lnTo>
                    <a:pt x="39624" y="3048"/>
                  </a:lnTo>
                  <a:lnTo>
                    <a:pt x="47244" y="10668"/>
                  </a:lnTo>
                  <a:lnTo>
                    <a:pt x="25908" y="10668"/>
                  </a:lnTo>
                  <a:lnTo>
                    <a:pt x="24384" y="12192"/>
                  </a:lnTo>
                  <a:lnTo>
                    <a:pt x="22860" y="12192"/>
                  </a:lnTo>
                  <a:lnTo>
                    <a:pt x="22860" y="16764"/>
                  </a:lnTo>
                  <a:lnTo>
                    <a:pt x="24384" y="19812"/>
                  </a:lnTo>
                  <a:lnTo>
                    <a:pt x="24384" y="24384"/>
                  </a:lnTo>
                  <a:lnTo>
                    <a:pt x="21336" y="30480"/>
                  </a:lnTo>
                  <a:lnTo>
                    <a:pt x="18288" y="32004"/>
                  </a:lnTo>
                  <a:lnTo>
                    <a:pt x="16764" y="33528"/>
                  </a:lnTo>
                  <a:close/>
                </a:path>
                <a:path extrusionOk="0" h="33654" w="58419">
                  <a:moveTo>
                    <a:pt x="57912" y="28956"/>
                  </a:moveTo>
                  <a:lnTo>
                    <a:pt x="53340" y="28956"/>
                  </a:lnTo>
                  <a:lnTo>
                    <a:pt x="48768" y="21336"/>
                  </a:lnTo>
                  <a:lnTo>
                    <a:pt x="44196" y="15240"/>
                  </a:lnTo>
                  <a:lnTo>
                    <a:pt x="39624" y="13716"/>
                  </a:lnTo>
                  <a:lnTo>
                    <a:pt x="36576" y="10668"/>
                  </a:lnTo>
                  <a:lnTo>
                    <a:pt x="47244" y="10668"/>
                  </a:lnTo>
                  <a:lnTo>
                    <a:pt x="50292" y="13716"/>
                  </a:lnTo>
                  <a:lnTo>
                    <a:pt x="54864" y="19812"/>
                  </a:lnTo>
                  <a:lnTo>
                    <a:pt x="57912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52" name="Google Shape;1752;p32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1851659" y="3508247"/>
              <a:ext cx="106680" cy="685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753" name="Google Shape;1753;p32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1801367" y="3003804"/>
            <a:ext cx="201168" cy="4267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54" name="Google Shape;1754;p32"/>
          <p:cNvGrpSpPr/>
          <p:nvPr/>
        </p:nvGrpSpPr>
        <p:grpSpPr>
          <a:xfrm>
            <a:off x="2060447" y="7801356"/>
            <a:ext cx="176784" cy="441959"/>
            <a:chOff x="2060447" y="7801356"/>
            <a:chExt cx="176784" cy="441959"/>
          </a:xfrm>
        </p:grpSpPr>
        <p:pic>
          <p:nvPicPr>
            <p:cNvPr id="1755" name="Google Shape;1755;p32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2060447" y="8023860"/>
              <a:ext cx="176784" cy="2194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56" name="Google Shape;1756;p32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2074163" y="7920228"/>
              <a:ext cx="149351" cy="83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57" name="Google Shape;1757;p32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2071115" y="7801356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758" name="Google Shape;1758;p32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2066544" y="7463028"/>
            <a:ext cx="155448" cy="1630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59" name="Google Shape;1759;p32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2066544" y="6390132"/>
            <a:ext cx="202692" cy="906779"/>
          </a:xfrm>
          <a:prstGeom prst="rect">
            <a:avLst/>
          </a:prstGeom>
          <a:noFill/>
          <a:ln>
            <a:noFill/>
          </a:ln>
        </p:spPr>
      </p:pic>
      <p:pic>
        <p:nvPicPr>
          <p:cNvPr id="1760" name="Google Shape;1760;p32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2066544" y="5827776"/>
            <a:ext cx="158495" cy="380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761" name="Google Shape;1761;p32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2066544" y="5522976"/>
            <a:ext cx="158495" cy="134111"/>
          </a:xfrm>
          <a:prstGeom prst="rect">
            <a:avLst/>
          </a:prstGeom>
          <a:noFill/>
          <a:ln>
            <a:noFill/>
          </a:ln>
        </p:spPr>
      </p:pic>
      <p:pic>
        <p:nvPicPr>
          <p:cNvPr id="1762" name="Google Shape;1762;p32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2118360" y="5260847"/>
            <a:ext cx="106680" cy="91440"/>
          </a:xfrm>
          <a:prstGeom prst="rect">
            <a:avLst/>
          </a:prstGeom>
          <a:noFill/>
          <a:ln>
            <a:noFill/>
          </a:ln>
        </p:spPr>
      </p:pic>
      <p:pic>
        <p:nvPicPr>
          <p:cNvPr id="1763" name="Google Shape;1763;p32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2066544" y="4727447"/>
            <a:ext cx="158495" cy="368808"/>
          </a:xfrm>
          <a:prstGeom prst="rect">
            <a:avLst/>
          </a:prstGeom>
          <a:noFill/>
          <a:ln>
            <a:noFill/>
          </a:ln>
        </p:spPr>
      </p:pic>
      <p:sp>
        <p:nvSpPr>
          <p:cNvPr id="1764" name="Google Shape;1764;p32"/>
          <p:cNvSpPr/>
          <p:nvPr/>
        </p:nvSpPr>
        <p:spPr>
          <a:xfrm>
            <a:off x="2066531" y="3829812"/>
            <a:ext cx="203200" cy="728980"/>
          </a:xfrm>
          <a:custGeom>
            <a:rect b="b" l="l" r="r" t="t"/>
            <a:pathLst>
              <a:path extrusionOk="0" h="728979" w="203200">
                <a:moveTo>
                  <a:pt x="24384" y="563880"/>
                </a:moveTo>
                <a:lnTo>
                  <a:pt x="22860" y="560832"/>
                </a:lnTo>
                <a:lnTo>
                  <a:pt x="18288" y="556260"/>
                </a:lnTo>
                <a:lnTo>
                  <a:pt x="15240" y="554736"/>
                </a:lnTo>
                <a:lnTo>
                  <a:pt x="9144" y="554736"/>
                </a:lnTo>
                <a:lnTo>
                  <a:pt x="6096" y="556260"/>
                </a:lnTo>
                <a:lnTo>
                  <a:pt x="1524" y="560832"/>
                </a:lnTo>
                <a:lnTo>
                  <a:pt x="0" y="563880"/>
                </a:lnTo>
                <a:lnTo>
                  <a:pt x="0" y="571500"/>
                </a:lnTo>
                <a:lnTo>
                  <a:pt x="1524" y="574548"/>
                </a:lnTo>
                <a:lnTo>
                  <a:pt x="6096" y="579120"/>
                </a:lnTo>
                <a:lnTo>
                  <a:pt x="18288" y="579120"/>
                </a:lnTo>
                <a:lnTo>
                  <a:pt x="21336" y="576072"/>
                </a:lnTo>
                <a:lnTo>
                  <a:pt x="22860" y="573024"/>
                </a:lnTo>
                <a:lnTo>
                  <a:pt x="24384" y="571500"/>
                </a:lnTo>
                <a:lnTo>
                  <a:pt x="24384" y="563880"/>
                </a:lnTo>
                <a:close/>
              </a:path>
              <a:path extrusionOk="0" h="728979" w="203200">
                <a:moveTo>
                  <a:pt x="115824" y="359664"/>
                </a:moveTo>
                <a:lnTo>
                  <a:pt x="96012" y="359664"/>
                </a:lnTo>
                <a:lnTo>
                  <a:pt x="96012" y="417576"/>
                </a:lnTo>
                <a:lnTo>
                  <a:pt x="115824" y="417576"/>
                </a:lnTo>
                <a:lnTo>
                  <a:pt x="115824" y="359664"/>
                </a:lnTo>
                <a:close/>
              </a:path>
              <a:path extrusionOk="0" h="728979" w="203200">
                <a:moveTo>
                  <a:pt x="155448" y="541020"/>
                </a:moveTo>
                <a:lnTo>
                  <a:pt x="152400" y="541020"/>
                </a:lnTo>
                <a:lnTo>
                  <a:pt x="152400" y="550164"/>
                </a:lnTo>
                <a:lnTo>
                  <a:pt x="146304" y="556260"/>
                </a:lnTo>
                <a:lnTo>
                  <a:pt x="51816" y="556260"/>
                </a:lnTo>
                <a:lnTo>
                  <a:pt x="51816" y="560832"/>
                </a:lnTo>
                <a:lnTo>
                  <a:pt x="64008" y="589788"/>
                </a:lnTo>
                <a:lnTo>
                  <a:pt x="67056" y="588264"/>
                </a:lnTo>
                <a:lnTo>
                  <a:pt x="65532" y="586740"/>
                </a:lnTo>
                <a:lnTo>
                  <a:pt x="65532" y="579120"/>
                </a:lnTo>
                <a:lnTo>
                  <a:pt x="67056" y="577596"/>
                </a:lnTo>
                <a:lnTo>
                  <a:pt x="68580" y="577596"/>
                </a:lnTo>
                <a:lnTo>
                  <a:pt x="70104" y="576072"/>
                </a:lnTo>
                <a:lnTo>
                  <a:pt x="76200" y="576072"/>
                </a:lnTo>
                <a:lnTo>
                  <a:pt x="83820" y="574548"/>
                </a:lnTo>
                <a:lnTo>
                  <a:pt x="138684" y="574548"/>
                </a:lnTo>
                <a:lnTo>
                  <a:pt x="143256" y="576072"/>
                </a:lnTo>
                <a:lnTo>
                  <a:pt x="146304" y="576072"/>
                </a:lnTo>
                <a:lnTo>
                  <a:pt x="152400" y="582168"/>
                </a:lnTo>
                <a:lnTo>
                  <a:pt x="152400" y="589788"/>
                </a:lnTo>
                <a:lnTo>
                  <a:pt x="155448" y="589788"/>
                </a:lnTo>
                <a:lnTo>
                  <a:pt x="155448" y="574548"/>
                </a:lnTo>
                <a:lnTo>
                  <a:pt x="155448" y="541020"/>
                </a:lnTo>
                <a:close/>
              </a:path>
              <a:path extrusionOk="0" h="728979" w="203200">
                <a:moveTo>
                  <a:pt x="155460" y="603504"/>
                </a:moveTo>
                <a:lnTo>
                  <a:pt x="152412" y="603504"/>
                </a:lnTo>
                <a:lnTo>
                  <a:pt x="152412" y="612648"/>
                </a:lnTo>
                <a:lnTo>
                  <a:pt x="147840" y="617220"/>
                </a:lnTo>
                <a:lnTo>
                  <a:pt x="146316" y="617220"/>
                </a:lnTo>
                <a:lnTo>
                  <a:pt x="143268" y="618744"/>
                </a:lnTo>
                <a:lnTo>
                  <a:pt x="12" y="618744"/>
                </a:lnTo>
                <a:lnTo>
                  <a:pt x="12" y="623316"/>
                </a:lnTo>
                <a:lnTo>
                  <a:pt x="8458" y="643407"/>
                </a:lnTo>
                <a:lnTo>
                  <a:pt x="7632" y="644652"/>
                </a:lnTo>
                <a:lnTo>
                  <a:pt x="3060" y="650748"/>
                </a:lnTo>
                <a:lnTo>
                  <a:pt x="12" y="658368"/>
                </a:lnTo>
                <a:lnTo>
                  <a:pt x="12" y="675132"/>
                </a:lnTo>
                <a:lnTo>
                  <a:pt x="28625" y="706094"/>
                </a:lnTo>
                <a:lnTo>
                  <a:pt x="48780" y="708660"/>
                </a:lnTo>
                <a:lnTo>
                  <a:pt x="54876" y="708660"/>
                </a:lnTo>
                <a:lnTo>
                  <a:pt x="54876" y="728472"/>
                </a:lnTo>
                <a:lnTo>
                  <a:pt x="62496" y="728472"/>
                </a:lnTo>
                <a:lnTo>
                  <a:pt x="62496" y="708660"/>
                </a:lnTo>
                <a:lnTo>
                  <a:pt x="141744" y="708660"/>
                </a:lnTo>
                <a:lnTo>
                  <a:pt x="144792" y="710184"/>
                </a:lnTo>
                <a:lnTo>
                  <a:pt x="146316" y="710184"/>
                </a:lnTo>
                <a:lnTo>
                  <a:pt x="150888" y="714756"/>
                </a:lnTo>
                <a:lnTo>
                  <a:pt x="152412" y="717804"/>
                </a:lnTo>
                <a:lnTo>
                  <a:pt x="152412" y="728472"/>
                </a:lnTo>
                <a:lnTo>
                  <a:pt x="155460" y="728472"/>
                </a:lnTo>
                <a:lnTo>
                  <a:pt x="155460" y="667512"/>
                </a:lnTo>
                <a:lnTo>
                  <a:pt x="152412" y="667512"/>
                </a:lnTo>
                <a:lnTo>
                  <a:pt x="152412" y="681228"/>
                </a:lnTo>
                <a:lnTo>
                  <a:pt x="150888" y="684276"/>
                </a:lnTo>
                <a:lnTo>
                  <a:pt x="147840" y="687324"/>
                </a:lnTo>
                <a:lnTo>
                  <a:pt x="144792" y="688848"/>
                </a:lnTo>
                <a:lnTo>
                  <a:pt x="138696" y="690372"/>
                </a:lnTo>
                <a:lnTo>
                  <a:pt x="62496" y="690372"/>
                </a:lnTo>
                <a:lnTo>
                  <a:pt x="62496" y="664464"/>
                </a:lnTo>
                <a:lnTo>
                  <a:pt x="54876" y="664464"/>
                </a:lnTo>
                <a:lnTo>
                  <a:pt x="54876" y="690372"/>
                </a:lnTo>
                <a:lnTo>
                  <a:pt x="36944" y="690359"/>
                </a:lnTo>
                <a:lnTo>
                  <a:pt x="7632" y="678180"/>
                </a:lnTo>
                <a:lnTo>
                  <a:pt x="7632" y="672084"/>
                </a:lnTo>
                <a:lnTo>
                  <a:pt x="9156" y="669036"/>
                </a:lnTo>
                <a:lnTo>
                  <a:pt x="9156" y="667512"/>
                </a:lnTo>
                <a:lnTo>
                  <a:pt x="10680" y="664464"/>
                </a:lnTo>
                <a:lnTo>
                  <a:pt x="13728" y="662940"/>
                </a:lnTo>
                <a:lnTo>
                  <a:pt x="18300" y="659892"/>
                </a:lnTo>
                <a:lnTo>
                  <a:pt x="21348" y="656844"/>
                </a:lnTo>
                <a:lnTo>
                  <a:pt x="24396" y="655320"/>
                </a:lnTo>
                <a:lnTo>
                  <a:pt x="25920" y="652272"/>
                </a:lnTo>
                <a:lnTo>
                  <a:pt x="27444" y="650748"/>
                </a:lnTo>
                <a:lnTo>
                  <a:pt x="27444" y="644652"/>
                </a:lnTo>
                <a:lnTo>
                  <a:pt x="21348" y="638556"/>
                </a:lnTo>
                <a:lnTo>
                  <a:pt x="22872" y="637032"/>
                </a:lnTo>
                <a:lnTo>
                  <a:pt x="138696" y="637032"/>
                </a:lnTo>
                <a:lnTo>
                  <a:pt x="143268" y="638556"/>
                </a:lnTo>
                <a:lnTo>
                  <a:pt x="146316" y="638556"/>
                </a:lnTo>
                <a:lnTo>
                  <a:pt x="152412" y="644652"/>
                </a:lnTo>
                <a:lnTo>
                  <a:pt x="152412" y="652272"/>
                </a:lnTo>
                <a:lnTo>
                  <a:pt x="155460" y="652272"/>
                </a:lnTo>
                <a:lnTo>
                  <a:pt x="155460" y="603504"/>
                </a:lnTo>
                <a:close/>
              </a:path>
              <a:path extrusionOk="0" h="728979" w="203200">
                <a:moveTo>
                  <a:pt x="155460" y="220980"/>
                </a:moveTo>
                <a:lnTo>
                  <a:pt x="152412" y="220980"/>
                </a:lnTo>
                <a:lnTo>
                  <a:pt x="152412" y="230124"/>
                </a:lnTo>
                <a:lnTo>
                  <a:pt x="147840" y="234696"/>
                </a:lnTo>
                <a:lnTo>
                  <a:pt x="146316" y="234696"/>
                </a:lnTo>
                <a:lnTo>
                  <a:pt x="143268" y="236220"/>
                </a:lnTo>
                <a:lnTo>
                  <a:pt x="12" y="236220"/>
                </a:lnTo>
                <a:lnTo>
                  <a:pt x="12" y="240792"/>
                </a:lnTo>
                <a:lnTo>
                  <a:pt x="8064" y="259943"/>
                </a:lnTo>
                <a:lnTo>
                  <a:pt x="7632" y="260604"/>
                </a:lnTo>
                <a:lnTo>
                  <a:pt x="3060" y="266700"/>
                </a:lnTo>
                <a:lnTo>
                  <a:pt x="12" y="274320"/>
                </a:lnTo>
                <a:lnTo>
                  <a:pt x="12" y="289560"/>
                </a:lnTo>
                <a:lnTo>
                  <a:pt x="28625" y="320522"/>
                </a:lnTo>
                <a:lnTo>
                  <a:pt x="48780" y="323088"/>
                </a:lnTo>
                <a:lnTo>
                  <a:pt x="54876" y="323088"/>
                </a:lnTo>
                <a:lnTo>
                  <a:pt x="54876" y="342900"/>
                </a:lnTo>
                <a:lnTo>
                  <a:pt x="62496" y="342900"/>
                </a:lnTo>
                <a:lnTo>
                  <a:pt x="62496" y="323088"/>
                </a:lnTo>
                <a:lnTo>
                  <a:pt x="137172" y="323088"/>
                </a:lnTo>
                <a:lnTo>
                  <a:pt x="141744" y="324612"/>
                </a:lnTo>
                <a:lnTo>
                  <a:pt x="144792" y="324612"/>
                </a:lnTo>
                <a:lnTo>
                  <a:pt x="146316" y="326136"/>
                </a:lnTo>
                <a:lnTo>
                  <a:pt x="149364" y="327660"/>
                </a:lnTo>
                <a:lnTo>
                  <a:pt x="150888" y="330708"/>
                </a:lnTo>
                <a:lnTo>
                  <a:pt x="152412" y="332232"/>
                </a:lnTo>
                <a:lnTo>
                  <a:pt x="152412" y="342900"/>
                </a:lnTo>
                <a:lnTo>
                  <a:pt x="155460" y="342900"/>
                </a:lnTo>
                <a:lnTo>
                  <a:pt x="155460" y="281940"/>
                </a:lnTo>
                <a:lnTo>
                  <a:pt x="152412" y="281940"/>
                </a:lnTo>
                <a:lnTo>
                  <a:pt x="152412" y="295656"/>
                </a:lnTo>
                <a:lnTo>
                  <a:pt x="150888" y="300228"/>
                </a:lnTo>
                <a:lnTo>
                  <a:pt x="147840" y="301752"/>
                </a:lnTo>
                <a:lnTo>
                  <a:pt x="144792" y="304800"/>
                </a:lnTo>
                <a:lnTo>
                  <a:pt x="62496" y="304800"/>
                </a:lnTo>
                <a:lnTo>
                  <a:pt x="62496" y="278892"/>
                </a:lnTo>
                <a:lnTo>
                  <a:pt x="54876" y="278892"/>
                </a:lnTo>
                <a:lnTo>
                  <a:pt x="54876" y="304800"/>
                </a:lnTo>
                <a:lnTo>
                  <a:pt x="36944" y="304787"/>
                </a:lnTo>
                <a:lnTo>
                  <a:pt x="28778" y="304609"/>
                </a:lnTo>
                <a:lnTo>
                  <a:pt x="22606" y="304165"/>
                </a:lnTo>
                <a:lnTo>
                  <a:pt x="18300" y="303276"/>
                </a:lnTo>
                <a:lnTo>
                  <a:pt x="15252" y="303276"/>
                </a:lnTo>
                <a:lnTo>
                  <a:pt x="12204" y="301752"/>
                </a:lnTo>
                <a:lnTo>
                  <a:pt x="10680" y="298704"/>
                </a:lnTo>
                <a:lnTo>
                  <a:pt x="9156" y="297180"/>
                </a:lnTo>
                <a:lnTo>
                  <a:pt x="7632" y="294132"/>
                </a:lnTo>
                <a:lnTo>
                  <a:pt x="7632" y="288036"/>
                </a:lnTo>
                <a:lnTo>
                  <a:pt x="9156" y="284988"/>
                </a:lnTo>
                <a:lnTo>
                  <a:pt x="9156" y="281940"/>
                </a:lnTo>
                <a:lnTo>
                  <a:pt x="13728" y="277368"/>
                </a:lnTo>
                <a:lnTo>
                  <a:pt x="18300" y="274320"/>
                </a:lnTo>
                <a:lnTo>
                  <a:pt x="21348" y="272796"/>
                </a:lnTo>
                <a:lnTo>
                  <a:pt x="27444" y="266700"/>
                </a:lnTo>
                <a:lnTo>
                  <a:pt x="27444" y="260604"/>
                </a:lnTo>
                <a:lnTo>
                  <a:pt x="25920" y="259080"/>
                </a:lnTo>
                <a:lnTo>
                  <a:pt x="24396" y="256032"/>
                </a:lnTo>
                <a:lnTo>
                  <a:pt x="22872" y="254508"/>
                </a:lnTo>
                <a:lnTo>
                  <a:pt x="138696" y="254508"/>
                </a:lnTo>
                <a:lnTo>
                  <a:pt x="143268" y="256032"/>
                </a:lnTo>
                <a:lnTo>
                  <a:pt x="146316" y="256032"/>
                </a:lnTo>
                <a:lnTo>
                  <a:pt x="152412" y="262128"/>
                </a:lnTo>
                <a:lnTo>
                  <a:pt x="152412" y="269748"/>
                </a:lnTo>
                <a:lnTo>
                  <a:pt x="155460" y="269748"/>
                </a:lnTo>
                <a:lnTo>
                  <a:pt x="155460" y="220980"/>
                </a:lnTo>
                <a:close/>
              </a:path>
              <a:path extrusionOk="0" h="728979" w="203200">
                <a:moveTo>
                  <a:pt x="158496" y="161544"/>
                </a:moveTo>
                <a:lnTo>
                  <a:pt x="150876" y="135636"/>
                </a:lnTo>
                <a:lnTo>
                  <a:pt x="150876" y="156972"/>
                </a:lnTo>
                <a:lnTo>
                  <a:pt x="149999" y="163550"/>
                </a:lnTo>
                <a:lnTo>
                  <a:pt x="117729" y="185928"/>
                </a:lnTo>
                <a:lnTo>
                  <a:pt x="97536" y="187452"/>
                </a:lnTo>
                <a:lnTo>
                  <a:pt x="80772" y="187452"/>
                </a:lnTo>
                <a:lnTo>
                  <a:pt x="74676" y="184404"/>
                </a:lnTo>
                <a:lnTo>
                  <a:pt x="65532" y="178308"/>
                </a:lnTo>
                <a:lnTo>
                  <a:pt x="62484" y="175260"/>
                </a:lnTo>
                <a:lnTo>
                  <a:pt x="62395" y="174980"/>
                </a:lnTo>
                <a:lnTo>
                  <a:pt x="60960" y="170688"/>
                </a:lnTo>
                <a:lnTo>
                  <a:pt x="59436" y="167640"/>
                </a:lnTo>
                <a:lnTo>
                  <a:pt x="59436" y="155448"/>
                </a:lnTo>
                <a:lnTo>
                  <a:pt x="99898" y="131902"/>
                </a:lnTo>
                <a:lnTo>
                  <a:pt x="112776" y="131064"/>
                </a:lnTo>
                <a:lnTo>
                  <a:pt x="122453" y="131622"/>
                </a:lnTo>
                <a:lnTo>
                  <a:pt x="150876" y="156972"/>
                </a:lnTo>
                <a:lnTo>
                  <a:pt x="150876" y="135636"/>
                </a:lnTo>
                <a:lnTo>
                  <a:pt x="117348" y="113347"/>
                </a:lnTo>
                <a:lnTo>
                  <a:pt x="103632" y="111252"/>
                </a:lnTo>
                <a:lnTo>
                  <a:pt x="93903" y="112090"/>
                </a:lnTo>
                <a:lnTo>
                  <a:pt x="61976" y="131064"/>
                </a:lnTo>
                <a:lnTo>
                  <a:pt x="56388" y="139446"/>
                </a:lnTo>
                <a:lnTo>
                  <a:pt x="52959" y="149161"/>
                </a:lnTo>
                <a:lnTo>
                  <a:pt x="52946" y="149352"/>
                </a:lnTo>
                <a:lnTo>
                  <a:pt x="51816" y="160020"/>
                </a:lnTo>
                <a:lnTo>
                  <a:pt x="51816" y="167640"/>
                </a:lnTo>
                <a:lnTo>
                  <a:pt x="57912" y="182880"/>
                </a:lnTo>
                <a:lnTo>
                  <a:pt x="92964" y="205930"/>
                </a:lnTo>
                <a:lnTo>
                  <a:pt x="106680" y="207264"/>
                </a:lnTo>
                <a:lnTo>
                  <a:pt x="115785" y="206679"/>
                </a:lnTo>
                <a:lnTo>
                  <a:pt x="149606" y="187452"/>
                </a:lnTo>
                <a:lnTo>
                  <a:pt x="157353" y="172173"/>
                </a:lnTo>
                <a:lnTo>
                  <a:pt x="158496" y="161544"/>
                </a:lnTo>
                <a:close/>
              </a:path>
              <a:path extrusionOk="0" h="728979" w="203200">
                <a:moveTo>
                  <a:pt x="202704" y="486156"/>
                </a:moveTo>
                <a:lnTo>
                  <a:pt x="199656" y="486156"/>
                </a:lnTo>
                <a:lnTo>
                  <a:pt x="199656" y="493776"/>
                </a:lnTo>
                <a:lnTo>
                  <a:pt x="193560" y="499872"/>
                </a:lnTo>
                <a:lnTo>
                  <a:pt x="192036" y="499872"/>
                </a:lnTo>
                <a:lnTo>
                  <a:pt x="187464" y="501396"/>
                </a:lnTo>
                <a:lnTo>
                  <a:pt x="149364" y="501396"/>
                </a:lnTo>
                <a:lnTo>
                  <a:pt x="152412" y="496824"/>
                </a:lnTo>
                <a:lnTo>
                  <a:pt x="155460" y="493776"/>
                </a:lnTo>
                <a:lnTo>
                  <a:pt x="155460" y="490728"/>
                </a:lnTo>
                <a:lnTo>
                  <a:pt x="158508" y="487680"/>
                </a:lnTo>
                <a:lnTo>
                  <a:pt x="158508" y="477012"/>
                </a:lnTo>
                <a:lnTo>
                  <a:pt x="157645" y="468185"/>
                </a:lnTo>
                <a:lnTo>
                  <a:pt x="155079" y="460057"/>
                </a:lnTo>
                <a:lnTo>
                  <a:pt x="150888" y="452983"/>
                </a:lnTo>
                <a:lnTo>
                  <a:pt x="150888" y="469392"/>
                </a:lnTo>
                <a:lnTo>
                  <a:pt x="150888" y="483108"/>
                </a:lnTo>
                <a:lnTo>
                  <a:pt x="149364" y="487680"/>
                </a:lnTo>
                <a:lnTo>
                  <a:pt x="143268" y="496824"/>
                </a:lnTo>
                <a:lnTo>
                  <a:pt x="138696" y="498348"/>
                </a:lnTo>
                <a:lnTo>
                  <a:pt x="135648" y="499872"/>
                </a:lnTo>
                <a:lnTo>
                  <a:pt x="132600" y="499872"/>
                </a:lnTo>
                <a:lnTo>
                  <a:pt x="126504" y="501396"/>
                </a:lnTo>
                <a:lnTo>
                  <a:pt x="82308" y="501396"/>
                </a:lnTo>
                <a:lnTo>
                  <a:pt x="74688" y="495300"/>
                </a:lnTo>
                <a:lnTo>
                  <a:pt x="71640" y="490728"/>
                </a:lnTo>
                <a:lnTo>
                  <a:pt x="68592" y="484632"/>
                </a:lnTo>
                <a:lnTo>
                  <a:pt x="67068" y="480060"/>
                </a:lnTo>
                <a:lnTo>
                  <a:pt x="67068" y="470916"/>
                </a:lnTo>
                <a:lnTo>
                  <a:pt x="100558" y="451662"/>
                </a:lnTo>
                <a:lnTo>
                  <a:pt x="100876" y="451662"/>
                </a:lnTo>
                <a:lnTo>
                  <a:pt x="111264" y="451104"/>
                </a:lnTo>
                <a:lnTo>
                  <a:pt x="120980" y="451662"/>
                </a:lnTo>
                <a:lnTo>
                  <a:pt x="129552" y="453199"/>
                </a:lnTo>
                <a:lnTo>
                  <a:pt x="136613" y="455485"/>
                </a:lnTo>
                <a:lnTo>
                  <a:pt x="136740" y="455485"/>
                </a:lnTo>
                <a:lnTo>
                  <a:pt x="143268" y="458724"/>
                </a:lnTo>
                <a:lnTo>
                  <a:pt x="147840" y="463296"/>
                </a:lnTo>
                <a:lnTo>
                  <a:pt x="150888" y="469392"/>
                </a:lnTo>
                <a:lnTo>
                  <a:pt x="150888" y="452983"/>
                </a:lnTo>
                <a:lnTo>
                  <a:pt x="114350" y="433679"/>
                </a:lnTo>
                <a:lnTo>
                  <a:pt x="102120" y="432816"/>
                </a:lnTo>
                <a:lnTo>
                  <a:pt x="91020" y="433438"/>
                </a:lnTo>
                <a:lnTo>
                  <a:pt x="55054" y="455485"/>
                </a:lnTo>
                <a:lnTo>
                  <a:pt x="51816" y="469392"/>
                </a:lnTo>
                <a:lnTo>
                  <a:pt x="51816" y="475488"/>
                </a:lnTo>
                <a:lnTo>
                  <a:pt x="53340" y="480060"/>
                </a:lnTo>
                <a:lnTo>
                  <a:pt x="57912" y="484632"/>
                </a:lnTo>
                <a:lnTo>
                  <a:pt x="60960" y="490728"/>
                </a:lnTo>
                <a:lnTo>
                  <a:pt x="67068" y="495300"/>
                </a:lnTo>
                <a:lnTo>
                  <a:pt x="74688" y="501396"/>
                </a:lnTo>
                <a:lnTo>
                  <a:pt x="51816" y="501396"/>
                </a:lnTo>
                <a:lnTo>
                  <a:pt x="51816" y="504444"/>
                </a:lnTo>
                <a:lnTo>
                  <a:pt x="64008" y="534924"/>
                </a:lnTo>
                <a:lnTo>
                  <a:pt x="67068" y="533400"/>
                </a:lnTo>
                <a:lnTo>
                  <a:pt x="65532" y="530352"/>
                </a:lnTo>
                <a:lnTo>
                  <a:pt x="65532" y="522732"/>
                </a:lnTo>
                <a:lnTo>
                  <a:pt x="67068" y="522732"/>
                </a:lnTo>
                <a:lnTo>
                  <a:pt x="68592" y="521208"/>
                </a:lnTo>
                <a:lnTo>
                  <a:pt x="68592" y="519684"/>
                </a:lnTo>
                <a:lnTo>
                  <a:pt x="193560" y="519684"/>
                </a:lnTo>
                <a:lnTo>
                  <a:pt x="198132" y="524256"/>
                </a:lnTo>
                <a:lnTo>
                  <a:pt x="199656" y="527304"/>
                </a:lnTo>
                <a:lnTo>
                  <a:pt x="199656" y="537972"/>
                </a:lnTo>
                <a:lnTo>
                  <a:pt x="202704" y="537972"/>
                </a:lnTo>
                <a:lnTo>
                  <a:pt x="202704" y="519684"/>
                </a:lnTo>
                <a:lnTo>
                  <a:pt x="202704" y="486156"/>
                </a:lnTo>
                <a:close/>
              </a:path>
              <a:path extrusionOk="0" h="728979" w="203200">
                <a:moveTo>
                  <a:pt x="202704" y="53340"/>
                </a:moveTo>
                <a:lnTo>
                  <a:pt x="199656" y="53340"/>
                </a:lnTo>
                <a:lnTo>
                  <a:pt x="199656" y="62484"/>
                </a:lnTo>
                <a:lnTo>
                  <a:pt x="193560" y="68580"/>
                </a:lnTo>
                <a:lnTo>
                  <a:pt x="149364" y="68580"/>
                </a:lnTo>
                <a:lnTo>
                  <a:pt x="155460" y="62484"/>
                </a:lnTo>
                <a:lnTo>
                  <a:pt x="155460" y="59436"/>
                </a:lnTo>
                <a:lnTo>
                  <a:pt x="158508" y="56388"/>
                </a:lnTo>
                <a:lnTo>
                  <a:pt x="158508" y="45720"/>
                </a:lnTo>
                <a:lnTo>
                  <a:pt x="157645" y="36893"/>
                </a:lnTo>
                <a:lnTo>
                  <a:pt x="155079" y="28765"/>
                </a:lnTo>
                <a:lnTo>
                  <a:pt x="150888" y="21691"/>
                </a:lnTo>
                <a:lnTo>
                  <a:pt x="150888" y="38100"/>
                </a:lnTo>
                <a:lnTo>
                  <a:pt x="150888" y="51816"/>
                </a:lnTo>
                <a:lnTo>
                  <a:pt x="149364" y="56388"/>
                </a:lnTo>
                <a:lnTo>
                  <a:pt x="143268" y="65532"/>
                </a:lnTo>
                <a:lnTo>
                  <a:pt x="138696" y="67056"/>
                </a:lnTo>
                <a:lnTo>
                  <a:pt x="135648" y="68580"/>
                </a:lnTo>
                <a:lnTo>
                  <a:pt x="82308" y="68580"/>
                </a:lnTo>
                <a:lnTo>
                  <a:pt x="74688" y="64008"/>
                </a:lnTo>
                <a:lnTo>
                  <a:pt x="71640" y="59436"/>
                </a:lnTo>
                <a:lnTo>
                  <a:pt x="68592" y="53340"/>
                </a:lnTo>
                <a:lnTo>
                  <a:pt x="67068" y="48768"/>
                </a:lnTo>
                <a:lnTo>
                  <a:pt x="67068" y="39624"/>
                </a:lnTo>
                <a:lnTo>
                  <a:pt x="100418" y="19100"/>
                </a:lnTo>
                <a:lnTo>
                  <a:pt x="111264" y="18288"/>
                </a:lnTo>
                <a:lnTo>
                  <a:pt x="120980" y="18859"/>
                </a:lnTo>
                <a:lnTo>
                  <a:pt x="150888" y="38100"/>
                </a:lnTo>
                <a:lnTo>
                  <a:pt x="150888" y="21691"/>
                </a:lnTo>
                <a:lnTo>
                  <a:pt x="150787" y="21513"/>
                </a:lnTo>
                <a:lnTo>
                  <a:pt x="147701" y="18288"/>
                </a:lnTo>
                <a:lnTo>
                  <a:pt x="144792" y="15240"/>
                </a:lnTo>
                <a:lnTo>
                  <a:pt x="135978" y="9004"/>
                </a:lnTo>
                <a:lnTo>
                  <a:pt x="125742" y="4191"/>
                </a:lnTo>
                <a:lnTo>
                  <a:pt x="114350" y="1104"/>
                </a:lnTo>
                <a:lnTo>
                  <a:pt x="102120" y="0"/>
                </a:lnTo>
                <a:lnTo>
                  <a:pt x="91020" y="838"/>
                </a:lnTo>
                <a:lnTo>
                  <a:pt x="55054" y="24003"/>
                </a:lnTo>
                <a:lnTo>
                  <a:pt x="51816" y="38100"/>
                </a:lnTo>
                <a:lnTo>
                  <a:pt x="51816" y="42672"/>
                </a:lnTo>
                <a:lnTo>
                  <a:pt x="53340" y="48768"/>
                </a:lnTo>
                <a:lnTo>
                  <a:pt x="57912" y="53340"/>
                </a:lnTo>
                <a:lnTo>
                  <a:pt x="60960" y="59436"/>
                </a:lnTo>
                <a:lnTo>
                  <a:pt x="67068" y="64008"/>
                </a:lnTo>
                <a:lnTo>
                  <a:pt x="74688" y="68580"/>
                </a:lnTo>
                <a:lnTo>
                  <a:pt x="51816" y="68580"/>
                </a:lnTo>
                <a:lnTo>
                  <a:pt x="51816" y="73152"/>
                </a:lnTo>
                <a:lnTo>
                  <a:pt x="64008" y="102108"/>
                </a:lnTo>
                <a:lnTo>
                  <a:pt x="67068" y="102108"/>
                </a:lnTo>
                <a:lnTo>
                  <a:pt x="65532" y="99060"/>
                </a:lnTo>
                <a:lnTo>
                  <a:pt x="65532" y="91440"/>
                </a:lnTo>
                <a:lnTo>
                  <a:pt x="67068" y="91440"/>
                </a:lnTo>
                <a:lnTo>
                  <a:pt x="68592" y="89916"/>
                </a:lnTo>
                <a:lnTo>
                  <a:pt x="68592" y="88392"/>
                </a:lnTo>
                <a:lnTo>
                  <a:pt x="73164" y="88392"/>
                </a:lnTo>
                <a:lnTo>
                  <a:pt x="76212" y="86868"/>
                </a:lnTo>
                <a:lnTo>
                  <a:pt x="187464" y="86868"/>
                </a:lnTo>
                <a:lnTo>
                  <a:pt x="192036" y="88392"/>
                </a:lnTo>
                <a:lnTo>
                  <a:pt x="193560" y="88392"/>
                </a:lnTo>
                <a:lnTo>
                  <a:pt x="199656" y="94488"/>
                </a:lnTo>
                <a:lnTo>
                  <a:pt x="199656" y="105156"/>
                </a:lnTo>
                <a:lnTo>
                  <a:pt x="202704" y="105156"/>
                </a:lnTo>
                <a:lnTo>
                  <a:pt x="202704" y="86868"/>
                </a:lnTo>
                <a:lnTo>
                  <a:pt x="202704" y="533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65" name="Google Shape;1765;p32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2066544" y="3273552"/>
            <a:ext cx="158495" cy="3931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766" name="Google Shape;1766;p32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2071116" y="3014472"/>
            <a:ext cx="150876" cy="97536"/>
          </a:xfrm>
          <a:prstGeom prst="rect">
            <a:avLst/>
          </a:prstGeom>
          <a:noFill/>
          <a:ln>
            <a:noFill/>
          </a:ln>
        </p:spPr>
      </p:pic>
      <p:pic>
        <p:nvPicPr>
          <p:cNvPr id="1767" name="Google Shape;1767;p32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2333244" y="7292340"/>
            <a:ext cx="158495" cy="9540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68" name="Google Shape;1768;p32"/>
          <p:cNvGrpSpPr/>
          <p:nvPr/>
        </p:nvGrpSpPr>
        <p:grpSpPr>
          <a:xfrm>
            <a:off x="2916935" y="6435851"/>
            <a:ext cx="153924" cy="463803"/>
            <a:chOff x="2916935" y="6435851"/>
            <a:chExt cx="153924" cy="463803"/>
          </a:xfrm>
        </p:grpSpPr>
        <p:sp>
          <p:nvSpPr>
            <p:cNvPr id="1769" name="Google Shape;1769;p32"/>
            <p:cNvSpPr/>
            <p:nvPr/>
          </p:nvSpPr>
          <p:spPr>
            <a:xfrm>
              <a:off x="2916936" y="6841235"/>
              <a:ext cx="151130" cy="58419"/>
            </a:xfrm>
            <a:custGeom>
              <a:rect b="b" l="l" r="r" t="t"/>
              <a:pathLst>
                <a:path extrusionOk="0" h="58420" w="151130">
                  <a:moveTo>
                    <a:pt x="16764" y="57912"/>
                  </a:moveTo>
                  <a:lnTo>
                    <a:pt x="0" y="21336"/>
                  </a:lnTo>
                  <a:lnTo>
                    <a:pt x="0" y="18288"/>
                  </a:lnTo>
                  <a:lnTo>
                    <a:pt x="138684" y="18288"/>
                  </a:lnTo>
                  <a:lnTo>
                    <a:pt x="140208" y="16764"/>
                  </a:lnTo>
                  <a:lnTo>
                    <a:pt x="143256" y="16764"/>
                  </a:lnTo>
                  <a:lnTo>
                    <a:pt x="144780" y="15240"/>
                  </a:lnTo>
                  <a:lnTo>
                    <a:pt x="144780" y="13716"/>
                  </a:lnTo>
                  <a:lnTo>
                    <a:pt x="146304" y="10668"/>
                  </a:lnTo>
                  <a:lnTo>
                    <a:pt x="147828" y="6096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36576"/>
                  </a:lnTo>
                  <a:lnTo>
                    <a:pt x="25908" y="36576"/>
                  </a:lnTo>
                  <a:lnTo>
                    <a:pt x="22860" y="38100"/>
                  </a:lnTo>
                  <a:lnTo>
                    <a:pt x="19812" y="38100"/>
                  </a:lnTo>
                  <a:lnTo>
                    <a:pt x="15240" y="42672"/>
                  </a:lnTo>
                  <a:lnTo>
                    <a:pt x="15240" y="47244"/>
                  </a:lnTo>
                  <a:lnTo>
                    <a:pt x="16764" y="51816"/>
                  </a:lnTo>
                  <a:lnTo>
                    <a:pt x="19812" y="56388"/>
                  </a:lnTo>
                  <a:lnTo>
                    <a:pt x="16764" y="57912"/>
                  </a:lnTo>
                  <a:close/>
                </a:path>
                <a:path extrusionOk="0" h="58420" w="151130">
                  <a:moveTo>
                    <a:pt x="150876" y="54864"/>
                  </a:moveTo>
                  <a:lnTo>
                    <a:pt x="147828" y="54864"/>
                  </a:lnTo>
                  <a:lnTo>
                    <a:pt x="147828" y="48768"/>
                  </a:lnTo>
                  <a:lnTo>
                    <a:pt x="146304" y="44196"/>
                  </a:lnTo>
                  <a:lnTo>
                    <a:pt x="144780" y="41148"/>
                  </a:lnTo>
                  <a:lnTo>
                    <a:pt x="144780" y="39624"/>
                  </a:lnTo>
                  <a:lnTo>
                    <a:pt x="143256" y="38100"/>
                  </a:lnTo>
                  <a:lnTo>
                    <a:pt x="140208" y="38100"/>
                  </a:lnTo>
                  <a:lnTo>
                    <a:pt x="138684" y="36576"/>
                  </a:lnTo>
                  <a:lnTo>
                    <a:pt x="150876" y="36576"/>
                  </a:lnTo>
                  <a:lnTo>
                    <a:pt x="150876" y="548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70" name="Google Shape;1770;p32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2916935" y="6499859"/>
              <a:ext cx="152400" cy="3048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71" name="Google Shape;1771;p32"/>
            <p:cNvSpPr/>
            <p:nvPr/>
          </p:nvSpPr>
          <p:spPr>
            <a:xfrm>
              <a:off x="2964179" y="6435851"/>
              <a:ext cx="106680" cy="24765"/>
            </a:xfrm>
            <a:custGeom>
              <a:rect b="b" l="l" r="r" t="t"/>
              <a:pathLst>
                <a:path extrusionOk="0" h="24764" w="106680">
                  <a:moveTo>
                    <a:pt x="15240" y="24384"/>
                  </a:moveTo>
                  <a:lnTo>
                    <a:pt x="7620" y="24384"/>
                  </a:lnTo>
                  <a:lnTo>
                    <a:pt x="6096" y="22860"/>
                  </a:lnTo>
                  <a:lnTo>
                    <a:pt x="3048" y="21336"/>
                  </a:lnTo>
                  <a:lnTo>
                    <a:pt x="0" y="18288"/>
                  </a:lnTo>
                  <a:lnTo>
                    <a:pt x="0" y="6096"/>
                  </a:lnTo>
                  <a:lnTo>
                    <a:pt x="3048" y="4572"/>
                  </a:lnTo>
                  <a:lnTo>
                    <a:pt x="7620" y="0"/>
                  </a:lnTo>
                  <a:lnTo>
                    <a:pt x="15240" y="0"/>
                  </a:lnTo>
                  <a:lnTo>
                    <a:pt x="18288" y="1524"/>
                  </a:lnTo>
                  <a:lnTo>
                    <a:pt x="19812" y="4572"/>
                  </a:lnTo>
                  <a:lnTo>
                    <a:pt x="22860" y="6096"/>
                  </a:lnTo>
                  <a:lnTo>
                    <a:pt x="24384" y="9144"/>
                  </a:lnTo>
                  <a:lnTo>
                    <a:pt x="24384" y="15240"/>
                  </a:lnTo>
                  <a:lnTo>
                    <a:pt x="22860" y="18288"/>
                  </a:lnTo>
                  <a:lnTo>
                    <a:pt x="18288" y="22860"/>
                  </a:lnTo>
                  <a:lnTo>
                    <a:pt x="15240" y="24384"/>
                  </a:lnTo>
                  <a:close/>
                </a:path>
                <a:path extrusionOk="0" h="24764" w="106680">
                  <a:moveTo>
                    <a:pt x="97536" y="24384"/>
                  </a:moveTo>
                  <a:lnTo>
                    <a:pt x="89916" y="24384"/>
                  </a:lnTo>
                  <a:lnTo>
                    <a:pt x="88392" y="22860"/>
                  </a:lnTo>
                  <a:lnTo>
                    <a:pt x="85344" y="21336"/>
                  </a:lnTo>
                  <a:lnTo>
                    <a:pt x="82296" y="18288"/>
                  </a:lnTo>
                  <a:lnTo>
                    <a:pt x="82296" y="6096"/>
                  </a:lnTo>
                  <a:lnTo>
                    <a:pt x="85344" y="3048"/>
                  </a:lnTo>
                  <a:lnTo>
                    <a:pt x="88392" y="1524"/>
                  </a:lnTo>
                  <a:lnTo>
                    <a:pt x="89916" y="0"/>
                  </a:lnTo>
                  <a:lnTo>
                    <a:pt x="97536" y="0"/>
                  </a:lnTo>
                  <a:lnTo>
                    <a:pt x="100584" y="1524"/>
                  </a:lnTo>
                  <a:lnTo>
                    <a:pt x="102108" y="4572"/>
                  </a:lnTo>
                  <a:lnTo>
                    <a:pt x="105156" y="6096"/>
                  </a:lnTo>
                  <a:lnTo>
                    <a:pt x="106680" y="9144"/>
                  </a:lnTo>
                  <a:lnTo>
                    <a:pt x="106680" y="15240"/>
                  </a:lnTo>
                  <a:lnTo>
                    <a:pt x="105156" y="18288"/>
                  </a:lnTo>
                  <a:lnTo>
                    <a:pt x="100584" y="22860"/>
                  </a:lnTo>
                  <a:lnTo>
                    <a:pt x="97536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772" name="Google Shape;1772;p32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2912363" y="5524500"/>
            <a:ext cx="158496" cy="81838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73" name="Google Shape;1773;p32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2912363" y="5128259"/>
            <a:ext cx="158496" cy="310896"/>
          </a:xfrm>
          <a:prstGeom prst="rect">
            <a:avLst/>
          </a:prstGeom>
          <a:noFill/>
          <a:ln>
            <a:noFill/>
          </a:ln>
        </p:spPr>
      </p:pic>
      <p:sp>
        <p:nvSpPr>
          <p:cNvPr id="1774" name="Google Shape;1774;p32"/>
          <p:cNvSpPr/>
          <p:nvPr/>
        </p:nvSpPr>
        <p:spPr>
          <a:xfrm>
            <a:off x="2912351" y="4529328"/>
            <a:ext cx="203200" cy="527685"/>
          </a:xfrm>
          <a:custGeom>
            <a:rect b="b" l="l" r="r" t="t"/>
            <a:pathLst>
              <a:path extrusionOk="0" h="527685" w="203200">
                <a:moveTo>
                  <a:pt x="24384" y="377952"/>
                </a:moveTo>
                <a:lnTo>
                  <a:pt x="22860" y="374904"/>
                </a:lnTo>
                <a:lnTo>
                  <a:pt x="19812" y="373380"/>
                </a:lnTo>
                <a:lnTo>
                  <a:pt x="18288" y="370332"/>
                </a:lnTo>
                <a:lnTo>
                  <a:pt x="15240" y="368808"/>
                </a:lnTo>
                <a:lnTo>
                  <a:pt x="7620" y="368808"/>
                </a:lnTo>
                <a:lnTo>
                  <a:pt x="3048" y="373380"/>
                </a:lnTo>
                <a:lnTo>
                  <a:pt x="0" y="374904"/>
                </a:lnTo>
                <a:lnTo>
                  <a:pt x="0" y="388620"/>
                </a:lnTo>
                <a:lnTo>
                  <a:pt x="3048" y="390144"/>
                </a:lnTo>
                <a:lnTo>
                  <a:pt x="6096" y="393192"/>
                </a:lnTo>
                <a:lnTo>
                  <a:pt x="18288" y="393192"/>
                </a:lnTo>
                <a:lnTo>
                  <a:pt x="19812" y="390144"/>
                </a:lnTo>
                <a:lnTo>
                  <a:pt x="22860" y="388620"/>
                </a:lnTo>
                <a:lnTo>
                  <a:pt x="24384" y="385572"/>
                </a:lnTo>
                <a:lnTo>
                  <a:pt x="24384" y="377952"/>
                </a:lnTo>
                <a:close/>
              </a:path>
              <a:path extrusionOk="0" h="527685" w="203200">
                <a:moveTo>
                  <a:pt x="155448" y="355092"/>
                </a:moveTo>
                <a:lnTo>
                  <a:pt x="152400" y="355092"/>
                </a:lnTo>
                <a:lnTo>
                  <a:pt x="152400" y="361188"/>
                </a:lnTo>
                <a:lnTo>
                  <a:pt x="150876" y="364236"/>
                </a:lnTo>
                <a:lnTo>
                  <a:pt x="150876" y="365760"/>
                </a:lnTo>
                <a:lnTo>
                  <a:pt x="147828" y="368808"/>
                </a:lnTo>
                <a:lnTo>
                  <a:pt x="144780" y="370332"/>
                </a:lnTo>
                <a:lnTo>
                  <a:pt x="51816" y="370332"/>
                </a:lnTo>
                <a:lnTo>
                  <a:pt x="51816" y="374904"/>
                </a:lnTo>
                <a:lnTo>
                  <a:pt x="64008" y="403860"/>
                </a:lnTo>
                <a:lnTo>
                  <a:pt x="67056" y="403860"/>
                </a:lnTo>
                <a:lnTo>
                  <a:pt x="65532" y="400812"/>
                </a:lnTo>
                <a:lnTo>
                  <a:pt x="65532" y="391668"/>
                </a:lnTo>
                <a:lnTo>
                  <a:pt x="67056" y="391668"/>
                </a:lnTo>
                <a:lnTo>
                  <a:pt x="68580" y="390144"/>
                </a:lnTo>
                <a:lnTo>
                  <a:pt x="74676" y="390144"/>
                </a:lnTo>
                <a:lnTo>
                  <a:pt x="82296" y="388620"/>
                </a:lnTo>
                <a:lnTo>
                  <a:pt x="138684" y="388620"/>
                </a:lnTo>
                <a:lnTo>
                  <a:pt x="143256" y="390144"/>
                </a:lnTo>
                <a:lnTo>
                  <a:pt x="144780" y="390144"/>
                </a:lnTo>
                <a:lnTo>
                  <a:pt x="147828" y="391668"/>
                </a:lnTo>
                <a:lnTo>
                  <a:pt x="150876" y="394716"/>
                </a:lnTo>
                <a:lnTo>
                  <a:pt x="150876" y="396240"/>
                </a:lnTo>
                <a:lnTo>
                  <a:pt x="152400" y="399288"/>
                </a:lnTo>
                <a:lnTo>
                  <a:pt x="152400" y="403860"/>
                </a:lnTo>
                <a:lnTo>
                  <a:pt x="155448" y="403860"/>
                </a:lnTo>
                <a:lnTo>
                  <a:pt x="155448" y="388620"/>
                </a:lnTo>
                <a:lnTo>
                  <a:pt x="155448" y="355092"/>
                </a:lnTo>
                <a:close/>
              </a:path>
              <a:path extrusionOk="0" h="527685" w="203200">
                <a:moveTo>
                  <a:pt x="155460" y="195072"/>
                </a:moveTo>
                <a:lnTo>
                  <a:pt x="152412" y="195072"/>
                </a:lnTo>
                <a:lnTo>
                  <a:pt x="152412" y="201168"/>
                </a:lnTo>
                <a:lnTo>
                  <a:pt x="150888" y="204216"/>
                </a:lnTo>
                <a:lnTo>
                  <a:pt x="150888" y="205740"/>
                </a:lnTo>
                <a:lnTo>
                  <a:pt x="147840" y="208788"/>
                </a:lnTo>
                <a:lnTo>
                  <a:pt x="144792" y="210312"/>
                </a:lnTo>
                <a:lnTo>
                  <a:pt x="12" y="210312"/>
                </a:lnTo>
                <a:lnTo>
                  <a:pt x="12" y="216408"/>
                </a:lnTo>
                <a:lnTo>
                  <a:pt x="12204" y="243840"/>
                </a:lnTo>
                <a:lnTo>
                  <a:pt x="15252" y="242316"/>
                </a:lnTo>
                <a:lnTo>
                  <a:pt x="13728" y="240792"/>
                </a:lnTo>
                <a:lnTo>
                  <a:pt x="12204" y="237744"/>
                </a:lnTo>
                <a:lnTo>
                  <a:pt x="12204" y="234696"/>
                </a:lnTo>
                <a:lnTo>
                  <a:pt x="13728" y="233172"/>
                </a:lnTo>
                <a:lnTo>
                  <a:pt x="13728" y="231648"/>
                </a:lnTo>
                <a:lnTo>
                  <a:pt x="15252" y="231648"/>
                </a:lnTo>
                <a:lnTo>
                  <a:pt x="16776" y="230124"/>
                </a:lnTo>
                <a:lnTo>
                  <a:pt x="22872" y="230124"/>
                </a:lnTo>
                <a:lnTo>
                  <a:pt x="30492" y="228600"/>
                </a:lnTo>
                <a:lnTo>
                  <a:pt x="138696" y="228600"/>
                </a:lnTo>
                <a:lnTo>
                  <a:pt x="143268" y="230124"/>
                </a:lnTo>
                <a:lnTo>
                  <a:pt x="144792" y="230124"/>
                </a:lnTo>
                <a:lnTo>
                  <a:pt x="147840" y="231648"/>
                </a:lnTo>
                <a:lnTo>
                  <a:pt x="150888" y="234696"/>
                </a:lnTo>
                <a:lnTo>
                  <a:pt x="150888" y="236220"/>
                </a:lnTo>
                <a:lnTo>
                  <a:pt x="152412" y="239268"/>
                </a:lnTo>
                <a:lnTo>
                  <a:pt x="152412" y="243840"/>
                </a:lnTo>
                <a:lnTo>
                  <a:pt x="155460" y="243840"/>
                </a:lnTo>
                <a:lnTo>
                  <a:pt x="155460" y="195072"/>
                </a:lnTo>
                <a:close/>
              </a:path>
              <a:path extrusionOk="0" h="527685" w="203200">
                <a:moveTo>
                  <a:pt x="158496" y="298704"/>
                </a:moveTo>
                <a:lnTo>
                  <a:pt x="133731" y="262890"/>
                </a:lnTo>
                <a:lnTo>
                  <a:pt x="118872" y="259080"/>
                </a:lnTo>
                <a:lnTo>
                  <a:pt x="117348" y="262128"/>
                </a:lnTo>
                <a:lnTo>
                  <a:pt x="124968" y="265176"/>
                </a:lnTo>
                <a:lnTo>
                  <a:pt x="131064" y="268224"/>
                </a:lnTo>
                <a:lnTo>
                  <a:pt x="134112" y="274320"/>
                </a:lnTo>
                <a:lnTo>
                  <a:pt x="138684" y="278892"/>
                </a:lnTo>
                <a:lnTo>
                  <a:pt x="140208" y="283464"/>
                </a:lnTo>
                <a:lnTo>
                  <a:pt x="140208" y="290995"/>
                </a:lnTo>
                <a:lnTo>
                  <a:pt x="139382" y="297929"/>
                </a:lnTo>
                <a:lnTo>
                  <a:pt x="104228" y="326859"/>
                </a:lnTo>
                <a:lnTo>
                  <a:pt x="94488" y="327660"/>
                </a:lnTo>
                <a:lnTo>
                  <a:pt x="94488" y="281940"/>
                </a:lnTo>
                <a:lnTo>
                  <a:pt x="94488" y="259080"/>
                </a:lnTo>
                <a:lnTo>
                  <a:pt x="86868" y="259549"/>
                </a:lnTo>
                <a:lnTo>
                  <a:pt x="86868" y="281940"/>
                </a:lnTo>
                <a:lnTo>
                  <a:pt x="86868" y="327660"/>
                </a:lnTo>
                <a:lnTo>
                  <a:pt x="59436" y="309372"/>
                </a:lnTo>
                <a:lnTo>
                  <a:pt x="59436" y="295656"/>
                </a:lnTo>
                <a:lnTo>
                  <a:pt x="62585" y="290995"/>
                </a:lnTo>
                <a:lnTo>
                  <a:pt x="68580" y="284988"/>
                </a:lnTo>
                <a:lnTo>
                  <a:pt x="74676" y="281940"/>
                </a:lnTo>
                <a:lnTo>
                  <a:pt x="86868" y="281940"/>
                </a:lnTo>
                <a:lnTo>
                  <a:pt x="86868" y="259549"/>
                </a:lnTo>
                <a:lnTo>
                  <a:pt x="54292" y="281178"/>
                </a:lnTo>
                <a:lnTo>
                  <a:pt x="51930" y="295656"/>
                </a:lnTo>
                <a:lnTo>
                  <a:pt x="51968" y="298704"/>
                </a:lnTo>
                <a:lnTo>
                  <a:pt x="73228" y="335191"/>
                </a:lnTo>
                <a:lnTo>
                  <a:pt x="105156" y="342900"/>
                </a:lnTo>
                <a:lnTo>
                  <a:pt x="116903" y="342049"/>
                </a:lnTo>
                <a:lnTo>
                  <a:pt x="150139" y="322922"/>
                </a:lnTo>
                <a:lnTo>
                  <a:pt x="157619" y="307543"/>
                </a:lnTo>
                <a:lnTo>
                  <a:pt x="158496" y="298704"/>
                </a:lnTo>
                <a:close/>
              </a:path>
              <a:path extrusionOk="0" h="527685" w="203200">
                <a:moveTo>
                  <a:pt x="158496" y="108204"/>
                </a:moveTo>
                <a:lnTo>
                  <a:pt x="146304" y="80772"/>
                </a:lnTo>
                <a:lnTo>
                  <a:pt x="143256" y="80772"/>
                </a:lnTo>
                <a:lnTo>
                  <a:pt x="143256" y="83820"/>
                </a:lnTo>
                <a:lnTo>
                  <a:pt x="144780" y="86868"/>
                </a:lnTo>
                <a:lnTo>
                  <a:pt x="144780" y="91440"/>
                </a:lnTo>
                <a:lnTo>
                  <a:pt x="143256" y="91440"/>
                </a:lnTo>
                <a:lnTo>
                  <a:pt x="140208" y="94488"/>
                </a:lnTo>
                <a:lnTo>
                  <a:pt x="134112" y="94488"/>
                </a:lnTo>
                <a:lnTo>
                  <a:pt x="128016" y="96012"/>
                </a:lnTo>
                <a:lnTo>
                  <a:pt x="0" y="96012"/>
                </a:lnTo>
                <a:lnTo>
                  <a:pt x="0" y="100584"/>
                </a:lnTo>
                <a:lnTo>
                  <a:pt x="12192" y="129540"/>
                </a:lnTo>
                <a:lnTo>
                  <a:pt x="15240" y="128016"/>
                </a:lnTo>
                <a:lnTo>
                  <a:pt x="12192" y="121920"/>
                </a:lnTo>
                <a:lnTo>
                  <a:pt x="12192" y="118872"/>
                </a:lnTo>
                <a:lnTo>
                  <a:pt x="16764" y="114300"/>
                </a:lnTo>
                <a:lnTo>
                  <a:pt x="60960" y="114300"/>
                </a:lnTo>
                <a:lnTo>
                  <a:pt x="54864" y="118872"/>
                </a:lnTo>
                <a:lnTo>
                  <a:pt x="51816" y="126492"/>
                </a:lnTo>
                <a:lnTo>
                  <a:pt x="51816" y="135636"/>
                </a:lnTo>
                <a:lnTo>
                  <a:pt x="52946" y="145376"/>
                </a:lnTo>
                <a:lnTo>
                  <a:pt x="77990" y="175171"/>
                </a:lnTo>
                <a:lnTo>
                  <a:pt x="108204" y="182880"/>
                </a:lnTo>
                <a:lnTo>
                  <a:pt x="119380" y="182029"/>
                </a:lnTo>
                <a:lnTo>
                  <a:pt x="119164" y="182029"/>
                </a:lnTo>
                <a:lnTo>
                  <a:pt x="128778" y="179641"/>
                </a:lnTo>
                <a:lnTo>
                  <a:pt x="157645" y="149694"/>
                </a:lnTo>
                <a:lnTo>
                  <a:pt x="158496" y="141732"/>
                </a:lnTo>
                <a:lnTo>
                  <a:pt x="158496" y="137160"/>
                </a:lnTo>
                <a:lnTo>
                  <a:pt x="156972" y="132588"/>
                </a:lnTo>
                <a:lnTo>
                  <a:pt x="153924" y="128016"/>
                </a:lnTo>
                <a:lnTo>
                  <a:pt x="152400" y="123444"/>
                </a:lnTo>
                <a:lnTo>
                  <a:pt x="147828" y="118872"/>
                </a:lnTo>
                <a:lnTo>
                  <a:pt x="144780" y="116586"/>
                </a:lnTo>
                <a:lnTo>
                  <a:pt x="144780" y="126492"/>
                </a:lnTo>
                <a:lnTo>
                  <a:pt x="144780" y="140208"/>
                </a:lnTo>
                <a:lnTo>
                  <a:pt x="109664" y="162483"/>
                </a:lnTo>
                <a:lnTo>
                  <a:pt x="99060" y="163068"/>
                </a:lnTo>
                <a:lnTo>
                  <a:pt x="89344" y="162267"/>
                </a:lnTo>
                <a:lnTo>
                  <a:pt x="59436" y="141732"/>
                </a:lnTo>
                <a:lnTo>
                  <a:pt x="59436" y="129540"/>
                </a:lnTo>
                <a:lnTo>
                  <a:pt x="62484" y="126492"/>
                </a:lnTo>
                <a:lnTo>
                  <a:pt x="64008" y="121920"/>
                </a:lnTo>
                <a:lnTo>
                  <a:pt x="67056" y="118872"/>
                </a:lnTo>
                <a:lnTo>
                  <a:pt x="71628" y="117348"/>
                </a:lnTo>
                <a:lnTo>
                  <a:pt x="74676" y="115824"/>
                </a:lnTo>
                <a:lnTo>
                  <a:pt x="79248" y="114300"/>
                </a:lnTo>
                <a:lnTo>
                  <a:pt x="134112" y="114300"/>
                </a:lnTo>
                <a:lnTo>
                  <a:pt x="140208" y="118872"/>
                </a:lnTo>
                <a:lnTo>
                  <a:pt x="144780" y="126492"/>
                </a:lnTo>
                <a:lnTo>
                  <a:pt x="144780" y="116586"/>
                </a:lnTo>
                <a:lnTo>
                  <a:pt x="141732" y="114300"/>
                </a:lnTo>
                <a:lnTo>
                  <a:pt x="158496" y="114300"/>
                </a:lnTo>
                <a:lnTo>
                  <a:pt x="158496" y="108204"/>
                </a:lnTo>
                <a:close/>
              </a:path>
              <a:path extrusionOk="0" h="527685" w="203200">
                <a:moveTo>
                  <a:pt x="158508" y="24384"/>
                </a:moveTo>
                <a:lnTo>
                  <a:pt x="155460" y="16764"/>
                </a:lnTo>
                <a:lnTo>
                  <a:pt x="149364" y="10668"/>
                </a:lnTo>
                <a:lnTo>
                  <a:pt x="143268" y="3048"/>
                </a:lnTo>
                <a:lnTo>
                  <a:pt x="137172" y="0"/>
                </a:lnTo>
                <a:lnTo>
                  <a:pt x="128028" y="0"/>
                </a:lnTo>
                <a:lnTo>
                  <a:pt x="91452" y="38100"/>
                </a:lnTo>
                <a:lnTo>
                  <a:pt x="88404" y="44196"/>
                </a:lnTo>
                <a:lnTo>
                  <a:pt x="85356" y="48768"/>
                </a:lnTo>
                <a:lnTo>
                  <a:pt x="82308" y="51816"/>
                </a:lnTo>
                <a:lnTo>
                  <a:pt x="76212" y="54864"/>
                </a:lnTo>
                <a:lnTo>
                  <a:pt x="68592" y="54864"/>
                </a:lnTo>
                <a:lnTo>
                  <a:pt x="65544" y="53340"/>
                </a:lnTo>
                <a:lnTo>
                  <a:pt x="62496" y="50292"/>
                </a:lnTo>
                <a:lnTo>
                  <a:pt x="59448" y="45720"/>
                </a:lnTo>
                <a:lnTo>
                  <a:pt x="59448" y="30480"/>
                </a:lnTo>
                <a:lnTo>
                  <a:pt x="60972" y="24384"/>
                </a:lnTo>
                <a:lnTo>
                  <a:pt x="68592" y="16764"/>
                </a:lnTo>
                <a:lnTo>
                  <a:pt x="74688" y="12192"/>
                </a:lnTo>
                <a:lnTo>
                  <a:pt x="85356" y="10668"/>
                </a:lnTo>
                <a:lnTo>
                  <a:pt x="85356" y="7620"/>
                </a:lnTo>
                <a:lnTo>
                  <a:pt x="51828" y="7620"/>
                </a:lnTo>
                <a:lnTo>
                  <a:pt x="51828" y="10668"/>
                </a:lnTo>
                <a:lnTo>
                  <a:pt x="53352" y="10668"/>
                </a:lnTo>
                <a:lnTo>
                  <a:pt x="54876" y="12192"/>
                </a:lnTo>
                <a:lnTo>
                  <a:pt x="54876" y="13716"/>
                </a:lnTo>
                <a:lnTo>
                  <a:pt x="56400" y="13716"/>
                </a:lnTo>
                <a:lnTo>
                  <a:pt x="56400" y="16764"/>
                </a:lnTo>
                <a:lnTo>
                  <a:pt x="54876" y="18288"/>
                </a:lnTo>
                <a:lnTo>
                  <a:pt x="53352" y="22860"/>
                </a:lnTo>
                <a:lnTo>
                  <a:pt x="51828" y="28956"/>
                </a:lnTo>
                <a:lnTo>
                  <a:pt x="51828" y="45720"/>
                </a:lnTo>
                <a:lnTo>
                  <a:pt x="53352" y="53340"/>
                </a:lnTo>
                <a:lnTo>
                  <a:pt x="65544" y="65532"/>
                </a:lnTo>
                <a:lnTo>
                  <a:pt x="71640" y="68580"/>
                </a:lnTo>
                <a:lnTo>
                  <a:pt x="86880" y="68580"/>
                </a:lnTo>
                <a:lnTo>
                  <a:pt x="96024" y="62484"/>
                </a:lnTo>
                <a:lnTo>
                  <a:pt x="99072" y="59436"/>
                </a:lnTo>
                <a:lnTo>
                  <a:pt x="101815" y="54864"/>
                </a:lnTo>
                <a:lnTo>
                  <a:pt x="103644" y="51816"/>
                </a:lnTo>
                <a:lnTo>
                  <a:pt x="109740" y="41148"/>
                </a:lnTo>
                <a:lnTo>
                  <a:pt x="114312" y="30480"/>
                </a:lnTo>
                <a:lnTo>
                  <a:pt x="118884" y="24384"/>
                </a:lnTo>
                <a:lnTo>
                  <a:pt x="124980" y="18288"/>
                </a:lnTo>
                <a:lnTo>
                  <a:pt x="129552" y="16764"/>
                </a:lnTo>
                <a:lnTo>
                  <a:pt x="138696" y="16764"/>
                </a:lnTo>
                <a:lnTo>
                  <a:pt x="143268" y="18288"/>
                </a:lnTo>
                <a:lnTo>
                  <a:pt x="149364" y="24384"/>
                </a:lnTo>
                <a:lnTo>
                  <a:pt x="150888" y="28956"/>
                </a:lnTo>
                <a:lnTo>
                  <a:pt x="150888" y="41148"/>
                </a:lnTo>
                <a:lnTo>
                  <a:pt x="147840" y="47244"/>
                </a:lnTo>
                <a:lnTo>
                  <a:pt x="138696" y="59436"/>
                </a:lnTo>
                <a:lnTo>
                  <a:pt x="132600" y="62484"/>
                </a:lnTo>
                <a:lnTo>
                  <a:pt x="124980" y="65532"/>
                </a:lnTo>
                <a:lnTo>
                  <a:pt x="124980" y="68580"/>
                </a:lnTo>
                <a:lnTo>
                  <a:pt x="158508" y="68580"/>
                </a:lnTo>
                <a:lnTo>
                  <a:pt x="158508" y="65532"/>
                </a:lnTo>
                <a:lnTo>
                  <a:pt x="155460" y="64008"/>
                </a:lnTo>
                <a:lnTo>
                  <a:pt x="153936" y="62484"/>
                </a:lnTo>
                <a:lnTo>
                  <a:pt x="153936" y="54864"/>
                </a:lnTo>
                <a:lnTo>
                  <a:pt x="156984" y="47244"/>
                </a:lnTo>
                <a:lnTo>
                  <a:pt x="158508" y="39624"/>
                </a:lnTo>
                <a:lnTo>
                  <a:pt x="158508" y="24384"/>
                </a:lnTo>
                <a:close/>
              </a:path>
              <a:path extrusionOk="0" h="527685" w="203200">
                <a:moveTo>
                  <a:pt x="202692" y="501396"/>
                </a:moveTo>
                <a:lnTo>
                  <a:pt x="199644" y="495300"/>
                </a:lnTo>
                <a:lnTo>
                  <a:pt x="193548" y="489204"/>
                </a:lnTo>
                <a:lnTo>
                  <a:pt x="189547" y="484657"/>
                </a:lnTo>
                <a:lnTo>
                  <a:pt x="184404" y="480250"/>
                </a:lnTo>
                <a:lnTo>
                  <a:pt x="178117" y="476135"/>
                </a:lnTo>
                <a:lnTo>
                  <a:pt x="170688" y="472440"/>
                </a:lnTo>
                <a:lnTo>
                  <a:pt x="73152" y="434340"/>
                </a:lnTo>
                <a:lnTo>
                  <a:pt x="68580" y="431292"/>
                </a:lnTo>
                <a:lnTo>
                  <a:pt x="65532" y="431292"/>
                </a:lnTo>
                <a:lnTo>
                  <a:pt x="64008" y="429768"/>
                </a:lnTo>
                <a:lnTo>
                  <a:pt x="60960" y="428244"/>
                </a:lnTo>
                <a:lnTo>
                  <a:pt x="59436" y="426720"/>
                </a:lnTo>
                <a:lnTo>
                  <a:pt x="59436" y="425196"/>
                </a:lnTo>
                <a:lnTo>
                  <a:pt x="57912" y="423672"/>
                </a:lnTo>
                <a:lnTo>
                  <a:pt x="57912" y="419100"/>
                </a:lnTo>
                <a:lnTo>
                  <a:pt x="54864" y="419100"/>
                </a:lnTo>
                <a:lnTo>
                  <a:pt x="54864" y="449580"/>
                </a:lnTo>
                <a:lnTo>
                  <a:pt x="57912" y="449580"/>
                </a:lnTo>
                <a:lnTo>
                  <a:pt x="57912" y="441960"/>
                </a:lnTo>
                <a:lnTo>
                  <a:pt x="59436" y="441960"/>
                </a:lnTo>
                <a:lnTo>
                  <a:pt x="59436" y="440436"/>
                </a:lnTo>
                <a:lnTo>
                  <a:pt x="68580" y="440436"/>
                </a:lnTo>
                <a:lnTo>
                  <a:pt x="71628" y="441960"/>
                </a:lnTo>
                <a:lnTo>
                  <a:pt x="126492" y="463296"/>
                </a:lnTo>
                <a:lnTo>
                  <a:pt x="77724" y="487680"/>
                </a:lnTo>
                <a:lnTo>
                  <a:pt x="71628" y="489204"/>
                </a:lnTo>
                <a:lnTo>
                  <a:pt x="68580" y="490728"/>
                </a:lnTo>
                <a:lnTo>
                  <a:pt x="60960" y="490728"/>
                </a:lnTo>
                <a:lnTo>
                  <a:pt x="57912" y="487680"/>
                </a:lnTo>
                <a:lnTo>
                  <a:pt x="57912" y="478536"/>
                </a:lnTo>
                <a:lnTo>
                  <a:pt x="54864" y="478536"/>
                </a:lnTo>
                <a:lnTo>
                  <a:pt x="54864" y="527304"/>
                </a:lnTo>
                <a:lnTo>
                  <a:pt x="57912" y="527304"/>
                </a:lnTo>
                <a:lnTo>
                  <a:pt x="57912" y="522732"/>
                </a:lnTo>
                <a:lnTo>
                  <a:pt x="59436" y="519684"/>
                </a:lnTo>
                <a:lnTo>
                  <a:pt x="60960" y="518160"/>
                </a:lnTo>
                <a:lnTo>
                  <a:pt x="60960" y="516636"/>
                </a:lnTo>
                <a:lnTo>
                  <a:pt x="62484" y="515112"/>
                </a:lnTo>
                <a:lnTo>
                  <a:pt x="74676" y="509016"/>
                </a:lnTo>
                <a:lnTo>
                  <a:pt x="149352" y="472440"/>
                </a:lnTo>
                <a:lnTo>
                  <a:pt x="166116" y="478536"/>
                </a:lnTo>
                <a:lnTo>
                  <a:pt x="172212" y="481584"/>
                </a:lnTo>
                <a:lnTo>
                  <a:pt x="176784" y="484632"/>
                </a:lnTo>
                <a:lnTo>
                  <a:pt x="178308" y="487680"/>
                </a:lnTo>
                <a:lnTo>
                  <a:pt x="181356" y="489204"/>
                </a:lnTo>
                <a:lnTo>
                  <a:pt x="182880" y="492252"/>
                </a:lnTo>
                <a:lnTo>
                  <a:pt x="182880" y="495300"/>
                </a:lnTo>
                <a:lnTo>
                  <a:pt x="181356" y="496824"/>
                </a:lnTo>
                <a:lnTo>
                  <a:pt x="179832" y="499872"/>
                </a:lnTo>
                <a:lnTo>
                  <a:pt x="178308" y="504444"/>
                </a:lnTo>
                <a:lnTo>
                  <a:pt x="178308" y="516636"/>
                </a:lnTo>
                <a:lnTo>
                  <a:pt x="182880" y="521208"/>
                </a:lnTo>
                <a:lnTo>
                  <a:pt x="185928" y="522732"/>
                </a:lnTo>
                <a:lnTo>
                  <a:pt x="192024" y="522732"/>
                </a:lnTo>
                <a:lnTo>
                  <a:pt x="195072" y="521208"/>
                </a:lnTo>
                <a:lnTo>
                  <a:pt x="201168" y="515112"/>
                </a:lnTo>
                <a:lnTo>
                  <a:pt x="202692" y="512064"/>
                </a:lnTo>
                <a:lnTo>
                  <a:pt x="202692" y="5013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75" name="Google Shape;1775;p32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2964180" y="4184903"/>
            <a:ext cx="106680" cy="257556"/>
          </a:xfrm>
          <a:prstGeom prst="rect">
            <a:avLst/>
          </a:prstGeom>
          <a:noFill/>
          <a:ln>
            <a:noFill/>
          </a:ln>
        </p:spPr>
      </p:pic>
      <p:pic>
        <p:nvPicPr>
          <p:cNvPr id="1776" name="Google Shape;1776;p32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2912363" y="3140964"/>
            <a:ext cx="202692" cy="957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777" name="Google Shape;1777;p32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2912363" y="2662428"/>
            <a:ext cx="158496" cy="380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778" name="Google Shape;1778;p32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179063" y="6012179"/>
            <a:ext cx="158496" cy="905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1779" name="Google Shape;1779;p32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179064" y="5577839"/>
            <a:ext cx="158495" cy="3627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780" name="Google Shape;1780;p32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179063" y="5219699"/>
            <a:ext cx="202692" cy="2941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81" name="Google Shape;1781;p32"/>
          <p:cNvGrpSpPr/>
          <p:nvPr/>
        </p:nvGrpSpPr>
        <p:grpSpPr>
          <a:xfrm>
            <a:off x="3179064" y="4672583"/>
            <a:ext cx="202691" cy="477012"/>
            <a:chOff x="3179064" y="4672583"/>
            <a:chExt cx="202691" cy="477012"/>
          </a:xfrm>
        </p:grpSpPr>
        <p:pic>
          <p:nvPicPr>
            <p:cNvPr id="1782" name="Google Shape;1782;p32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179064" y="4719828"/>
              <a:ext cx="202691" cy="4297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83" name="Google Shape;1783;p32"/>
            <p:cNvSpPr/>
            <p:nvPr/>
          </p:nvSpPr>
          <p:spPr>
            <a:xfrm>
              <a:off x="3313176" y="4672583"/>
              <a:ext cx="24765" cy="24765"/>
            </a:xfrm>
            <a:custGeom>
              <a:rect b="b" l="l" r="r" t="t"/>
              <a:pathLst>
                <a:path extrusionOk="0" h="24764" w="24764">
                  <a:moveTo>
                    <a:pt x="15240" y="24384"/>
                  </a:moveTo>
                  <a:lnTo>
                    <a:pt x="7620" y="24384"/>
                  </a:lnTo>
                  <a:lnTo>
                    <a:pt x="6096" y="22860"/>
                  </a:lnTo>
                  <a:lnTo>
                    <a:pt x="3048" y="21336"/>
                  </a:lnTo>
                  <a:lnTo>
                    <a:pt x="0" y="18288"/>
                  </a:lnTo>
                  <a:lnTo>
                    <a:pt x="0" y="6096"/>
                  </a:lnTo>
                  <a:lnTo>
                    <a:pt x="3048" y="3048"/>
                  </a:lnTo>
                  <a:lnTo>
                    <a:pt x="6096" y="1524"/>
                  </a:lnTo>
                  <a:lnTo>
                    <a:pt x="7620" y="0"/>
                  </a:lnTo>
                  <a:lnTo>
                    <a:pt x="15240" y="0"/>
                  </a:lnTo>
                  <a:lnTo>
                    <a:pt x="18288" y="1524"/>
                  </a:lnTo>
                  <a:lnTo>
                    <a:pt x="19812" y="4572"/>
                  </a:lnTo>
                  <a:lnTo>
                    <a:pt x="22860" y="6096"/>
                  </a:lnTo>
                  <a:lnTo>
                    <a:pt x="24384" y="9144"/>
                  </a:lnTo>
                  <a:lnTo>
                    <a:pt x="24384" y="15240"/>
                  </a:lnTo>
                  <a:lnTo>
                    <a:pt x="22860" y="18288"/>
                  </a:lnTo>
                  <a:lnTo>
                    <a:pt x="18288" y="22860"/>
                  </a:lnTo>
                  <a:lnTo>
                    <a:pt x="15240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" name="Google Shape;1784;p32"/>
          <p:cNvGrpSpPr/>
          <p:nvPr/>
        </p:nvGrpSpPr>
        <p:grpSpPr>
          <a:xfrm>
            <a:off x="3680459" y="9076943"/>
            <a:ext cx="153924" cy="462280"/>
            <a:chOff x="3680459" y="9076943"/>
            <a:chExt cx="153924" cy="462280"/>
          </a:xfrm>
        </p:grpSpPr>
        <p:sp>
          <p:nvSpPr>
            <p:cNvPr id="1785" name="Google Shape;1785;p32"/>
            <p:cNvSpPr/>
            <p:nvPr/>
          </p:nvSpPr>
          <p:spPr>
            <a:xfrm>
              <a:off x="3680460" y="9480804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1"/>
                  </a:moveTo>
                  <a:lnTo>
                    <a:pt x="0" y="22859"/>
                  </a:lnTo>
                  <a:lnTo>
                    <a:pt x="0" y="18287"/>
                  </a:lnTo>
                  <a:lnTo>
                    <a:pt x="140208" y="18287"/>
                  </a:lnTo>
                  <a:lnTo>
                    <a:pt x="141732" y="16763"/>
                  </a:lnTo>
                  <a:lnTo>
                    <a:pt x="144780" y="15239"/>
                  </a:lnTo>
                  <a:lnTo>
                    <a:pt x="144780" y="13715"/>
                  </a:lnTo>
                  <a:lnTo>
                    <a:pt x="146304" y="12191"/>
                  </a:lnTo>
                  <a:lnTo>
                    <a:pt x="146304" y="7619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6304" y="48767"/>
                  </a:lnTo>
                  <a:lnTo>
                    <a:pt x="146304" y="44195"/>
                  </a:lnTo>
                  <a:lnTo>
                    <a:pt x="144780" y="42671"/>
                  </a:lnTo>
                  <a:lnTo>
                    <a:pt x="144780" y="41147"/>
                  </a:lnTo>
                  <a:lnTo>
                    <a:pt x="143256" y="39623"/>
                  </a:lnTo>
                  <a:lnTo>
                    <a:pt x="140208" y="38099"/>
                  </a:lnTo>
                  <a:lnTo>
                    <a:pt x="138684" y="38099"/>
                  </a:lnTo>
                  <a:lnTo>
                    <a:pt x="134112" y="36575"/>
                  </a:lnTo>
                  <a:lnTo>
                    <a:pt x="32004" y="36575"/>
                  </a:lnTo>
                  <a:lnTo>
                    <a:pt x="25908" y="38099"/>
                  </a:lnTo>
                  <a:lnTo>
                    <a:pt x="19812" y="38099"/>
                  </a:lnTo>
                  <a:lnTo>
                    <a:pt x="16764" y="41147"/>
                  </a:lnTo>
                  <a:lnTo>
                    <a:pt x="16764" y="42671"/>
                  </a:lnTo>
                  <a:lnTo>
                    <a:pt x="15240" y="44195"/>
                  </a:lnTo>
                  <a:lnTo>
                    <a:pt x="15240" y="48767"/>
                  </a:lnTo>
                  <a:lnTo>
                    <a:pt x="16764" y="51815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786" name="Google Shape;1786;p32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3680459" y="9130284"/>
              <a:ext cx="152400" cy="3139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87" name="Google Shape;1787;p32"/>
            <p:cNvSpPr/>
            <p:nvPr/>
          </p:nvSpPr>
          <p:spPr>
            <a:xfrm>
              <a:off x="3727703" y="9076943"/>
              <a:ext cx="106680" cy="24765"/>
            </a:xfrm>
            <a:custGeom>
              <a:rect b="b" l="l" r="r" t="t"/>
              <a:pathLst>
                <a:path extrusionOk="0" h="24765" w="106679">
                  <a:moveTo>
                    <a:pt x="15240" y="24384"/>
                  </a:moveTo>
                  <a:lnTo>
                    <a:pt x="7620" y="24384"/>
                  </a:lnTo>
                  <a:lnTo>
                    <a:pt x="4572" y="22860"/>
                  </a:lnTo>
                  <a:lnTo>
                    <a:pt x="3048" y="19812"/>
                  </a:lnTo>
                  <a:lnTo>
                    <a:pt x="0" y="18288"/>
                  </a:lnTo>
                  <a:lnTo>
                    <a:pt x="0" y="4572"/>
                  </a:lnTo>
                  <a:lnTo>
                    <a:pt x="3048" y="3048"/>
                  </a:lnTo>
                  <a:lnTo>
                    <a:pt x="4572" y="0"/>
                  </a:lnTo>
                  <a:lnTo>
                    <a:pt x="18288" y="0"/>
                  </a:lnTo>
                  <a:lnTo>
                    <a:pt x="19812" y="3048"/>
                  </a:lnTo>
                  <a:lnTo>
                    <a:pt x="22860" y="4572"/>
                  </a:lnTo>
                  <a:lnTo>
                    <a:pt x="24384" y="7620"/>
                  </a:lnTo>
                  <a:lnTo>
                    <a:pt x="24384" y="15240"/>
                  </a:lnTo>
                  <a:lnTo>
                    <a:pt x="22860" y="18288"/>
                  </a:lnTo>
                  <a:lnTo>
                    <a:pt x="19812" y="19812"/>
                  </a:lnTo>
                  <a:lnTo>
                    <a:pt x="18288" y="22860"/>
                  </a:lnTo>
                  <a:lnTo>
                    <a:pt x="15240" y="24384"/>
                  </a:lnTo>
                  <a:close/>
                </a:path>
                <a:path extrusionOk="0" h="24765" w="106679">
                  <a:moveTo>
                    <a:pt x="97536" y="24384"/>
                  </a:moveTo>
                  <a:lnTo>
                    <a:pt x="89916" y="24384"/>
                  </a:lnTo>
                  <a:lnTo>
                    <a:pt x="85344" y="19812"/>
                  </a:lnTo>
                  <a:lnTo>
                    <a:pt x="82296" y="18288"/>
                  </a:lnTo>
                  <a:lnTo>
                    <a:pt x="82296" y="4572"/>
                  </a:lnTo>
                  <a:lnTo>
                    <a:pt x="85344" y="3048"/>
                  </a:lnTo>
                  <a:lnTo>
                    <a:pt x="88392" y="0"/>
                  </a:lnTo>
                  <a:lnTo>
                    <a:pt x="100584" y="0"/>
                  </a:lnTo>
                  <a:lnTo>
                    <a:pt x="102108" y="3048"/>
                  </a:lnTo>
                  <a:lnTo>
                    <a:pt x="106680" y="7620"/>
                  </a:lnTo>
                  <a:lnTo>
                    <a:pt x="106680" y="15240"/>
                  </a:lnTo>
                  <a:lnTo>
                    <a:pt x="105156" y="18288"/>
                  </a:lnTo>
                  <a:lnTo>
                    <a:pt x="102108" y="19812"/>
                  </a:lnTo>
                  <a:lnTo>
                    <a:pt x="100584" y="22860"/>
                  </a:lnTo>
                  <a:lnTo>
                    <a:pt x="97536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8" name="Google Shape;1788;p32"/>
          <p:cNvSpPr/>
          <p:nvPr/>
        </p:nvSpPr>
        <p:spPr>
          <a:xfrm>
            <a:off x="3675888" y="8353044"/>
            <a:ext cx="158750" cy="603885"/>
          </a:xfrm>
          <a:custGeom>
            <a:rect b="b" l="l" r="r" t="t"/>
            <a:pathLst>
              <a:path extrusionOk="0" h="603884" w="158750">
                <a:moveTo>
                  <a:pt x="155448" y="452628"/>
                </a:moveTo>
                <a:lnTo>
                  <a:pt x="152400" y="452628"/>
                </a:lnTo>
                <a:lnTo>
                  <a:pt x="150876" y="461772"/>
                </a:lnTo>
                <a:lnTo>
                  <a:pt x="147828" y="467868"/>
                </a:lnTo>
                <a:lnTo>
                  <a:pt x="123444" y="490728"/>
                </a:lnTo>
                <a:lnTo>
                  <a:pt x="80772" y="522732"/>
                </a:lnTo>
                <a:lnTo>
                  <a:pt x="79248" y="517664"/>
                </a:lnTo>
                <a:lnTo>
                  <a:pt x="79248" y="560832"/>
                </a:lnTo>
                <a:lnTo>
                  <a:pt x="18288" y="560832"/>
                </a:lnTo>
                <a:lnTo>
                  <a:pt x="15240" y="553212"/>
                </a:lnTo>
                <a:lnTo>
                  <a:pt x="15240" y="533400"/>
                </a:lnTo>
                <a:lnTo>
                  <a:pt x="16764" y="525780"/>
                </a:lnTo>
                <a:lnTo>
                  <a:pt x="28956" y="513588"/>
                </a:lnTo>
                <a:lnTo>
                  <a:pt x="36576" y="510540"/>
                </a:lnTo>
                <a:lnTo>
                  <a:pt x="45720" y="510540"/>
                </a:lnTo>
                <a:lnTo>
                  <a:pt x="76962" y="535114"/>
                </a:lnTo>
                <a:lnTo>
                  <a:pt x="78752" y="545592"/>
                </a:lnTo>
                <a:lnTo>
                  <a:pt x="79159" y="553212"/>
                </a:lnTo>
                <a:lnTo>
                  <a:pt x="79248" y="560832"/>
                </a:lnTo>
                <a:lnTo>
                  <a:pt x="79248" y="517664"/>
                </a:lnTo>
                <a:lnTo>
                  <a:pt x="78193" y="514159"/>
                </a:lnTo>
                <a:lnTo>
                  <a:pt x="76657" y="510540"/>
                </a:lnTo>
                <a:lnTo>
                  <a:pt x="75057" y="506730"/>
                </a:lnTo>
                <a:lnTo>
                  <a:pt x="71335" y="500443"/>
                </a:lnTo>
                <a:lnTo>
                  <a:pt x="67056" y="495300"/>
                </a:lnTo>
                <a:lnTo>
                  <a:pt x="60960" y="489204"/>
                </a:lnTo>
                <a:lnTo>
                  <a:pt x="53340" y="486156"/>
                </a:lnTo>
                <a:lnTo>
                  <a:pt x="35052" y="486156"/>
                </a:lnTo>
                <a:lnTo>
                  <a:pt x="10668" y="513588"/>
                </a:lnTo>
                <a:lnTo>
                  <a:pt x="8902" y="520141"/>
                </a:lnTo>
                <a:lnTo>
                  <a:pt x="7632" y="582168"/>
                </a:lnTo>
                <a:lnTo>
                  <a:pt x="7620" y="603504"/>
                </a:lnTo>
                <a:lnTo>
                  <a:pt x="10668" y="603504"/>
                </a:lnTo>
                <a:lnTo>
                  <a:pt x="10668" y="592836"/>
                </a:lnTo>
                <a:lnTo>
                  <a:pt x="12192" y="588264"/>
                </a:lnTo>
                <a:lnTo>
                  <a:pt x="16764" y="583692"/>
                </a:lnTo>
                <a:lnTo>
                  <a:pt x="22860" y="582168"/>
                </a:lnTo>
                <a:lnTo>
                  <a:pt x="137160" y="582168"/>
                </a:lnTo>
                <a:lnTo>
                  <a:pt x="143256" y="583692"/>
                </a:lnTo>
                <a:lnTo>
                  <a:pt x="144780" y="585216"/>
                </a:lnTo>
                <a:lnTo>
                  <a:pt x="149352" y="586740"/>
                </a:lnTo>
                <a:lnTo>
                  <a:pt x="152400" y="591312"/>
                </a:lnTo>
                <a:lnTo>
                  <a:pt x="152400" y="603504"/>
                </a:lnTo>
                <a:lnTo>
                  <a:pt x="155448" y="603504"/>
                </a:lnTo>
                <a:lnTo>
                  <a:pt x="155448" y="582168"/>
                </a:lnTo>
                <a:lnTo>
                  <a:pt x="155448" y="560832"/>
                </a:lnTo>
                <a:lnTo>
                  <a:pt x="155448" y="539496"/>
                </a:lnTo>
                <a:lnTo>
                  <a:pt x="152400" y="539496"/>
                </a:lnTo>
                <a:lnTo>
                  <a:pt x="152400" y="551688"/>
                </a:lnTo>
                <a:lnTo>
                  <a:pt x="144780" y="559308"/>
                </a:lnTo>
                <a:lnTo>
                  <a:pt x="138684" y="560832"/>
                </a:lnTo>
                <a:lnTo>
                  <a:pt x="86868" y="560832"/>
                </a:lnTo>
                <a:lnTo>
                  <a:pt x="86868" y="545592"/>
                </a:lnTo>
                <a:lnTo>
                  <a:pt x="117119" y="522732"/>
                </a:lnTo>
                <a:lnTo>
                  <a:pt x="155448" y="493776"/>
                </a:lnTo>
                <a:lnTo>
                  <a:pt x="155448" y="452628"/>
                </a:lnTo>
                <a:close/>
              </a:path>
              <a:path extrusionOk="0" h="603884" w="158750">
                <a:moveTo>
                  <a:pt x="158483" y="182880"/>
                </a:moveTo>
                <a:lnTo>
                  <a:pt x="133718" y="146304"/>
                </a:lnTo>
                <a:lnTo>
                  <a:pt x="118859" y="141732"/>
                </a:lnTo>
                <a:lnTo>
                  <a:pt x="117335" y="144780"/>
                </a:lnTo>
                <a:lnTo>
                  <a:pt x="124955" y="149352"/>
                </a:lnTo>
                <a:lnTo>
                  <a:pt x="131051" y="152400"/>
                </a:lnTo>
                <a:lnTo>
                  <a:pt x="134099" y="156972"/>
                </a:lnTo>
                <a:lnTo>
                  <a:pt x="138671" y="163068"/>
                </a:lnTo>
                <a:lnTo>
                  <a:pt x="140195" y="167640"/>
                </a:lnTo>
                <a:lnTo>
                  <a:pt x="140195" y="175171"/>
                </a:lnTo>
                <a:lnTo>
                  <a:pt x="112953" y="207835"/>
                </a:lnTo>
                <a:lnTo>
                  <a:pt x="94475" y="210312"/>
                </a:lnTo>
                <a:lnTo>
                  <a:pt x="94475" y="164592"/>
                </a:lnTo>
                <a:lnTo>
                  <a:pt x="94475" y="141732"/>
                </a:lnTo>
                <a:lnTo>
                  <a:pt x="86855" y="142379"/>
                </a:lnTo>
                <a:lnTo>
                  <a:pt x="86855" y="164592"/>
                </a:lnTo>
                <a:lnTo>
                  <a:pt x="86855" y="210312"/>
                </a:lnTo>
                <a:lnTo>
                  <a:pt x="77711" y="210312"/>
                </a:lnTo>
                <a:lnTo>
                  <a:pt x="70091" y="207264"/>
                </a:lnTo>
                <a:lnTo>
                  <a:pt x="60947" y="198120"/>
                </a:lnTo>
                <a:lnTo>
                  <a:pt x="59423" y="192024"/>
                </a:lnTo>
                <a:lnTo>
                  <a:pt x="59423" y="179832"/>
                </a:lnTo>
                <a:lnTo>
                  <a:pt x="62522" y="175171"/>
                </a:lnTo>
                <a:lnTo>
                  <a:pt x="64147" y="172123"/>
                </a:lnTo>
                <a:lnTo>
                  <a:pt x="68567" y="169164"/>
                </a:lnTo>
                <a:lnTo>
                  <a:pt x="74663" y="166116"/>
                </a:lnTo>
                <a:lnTo>
                  <a:pt x="79235" y="166116"/>
                </a:lnTo>
                <a:lnTo>
                  <a:pt x="86855" y="164592"/>
                </a:lnTo>
                <a:lnTo>
                  <a:pt x="86855" y="142379"/>
                </a:lnTo>
                <a:lnTo>
                  <a:pt x="84759" y="142544"/>
                </a:lnTo>
                <a:lnTo>
                  <a:pt x="76187" y="144780"/>
                </a:lnTo>
                <a:lnTo>
                  <a:pt x="51803" y="179832"/>
                </a:lnTo>
                <a:lnTo>
                  <a:pt x="52666" y="189572"/>
                </a:lnTo>
                <a:lnTo>
                  <a:pt x="82473" y="222885"/>
                </a:lnTo>
                <a:lnTo>
                  <a:pt x="105143" y="225552"/>
                </a:lnTo>
                <a:lnTo>
                  <a:pt x="116890" y="224942"/>
                </a:lnTo>
                <a:lnTo>
                  <a:pt x="154292" y="199834"/>
                </a:lnTo>
                <a:lnTo>
                  <a:pt x="157391" y="191719"/>
                </a:lnTo>
                <a:lnTo>
                  <a:pt x="158483" y="182880"/>
                </a:lnTo>
                <a:close/>
              </a:path>
              <a:path extrusionOk="0" h="603884" w="158750">
                <a:moveTo>
                  <a:pt x="158496" y="402336"/>
                </a:moveTo>
                <a:lnTo>
                  <a:pt x="158381" y="400812"/>
                </a:lnTo>
                <a:lnTo>
                  <a:pt x="157937" y="394868"/>
                </a:lnTo>
                <a:lnTo>
                  <a:pt x="156400" y="388239"/>
                </a:lnTo>
                <a:lnTo>
                  <a:pt x="153987" y="382193"/>
                </a:lnTo>
                <a:lnTo>
                  <a:pt x="150876" y="376491"/>
                </a:lnTo>
                <a:lnTo>
                  <a:pt x="150876" y="396240"/>
                </a:lnTo>
                <a:lnTo>
                  <a:pt x="149745" y="403694"/>
                </a:lnTo>
                <a:lnTo>
                  <a:pt x="116776" y="426148"/>
                </a:lnTo>
                <a:lnTo>
                  <a:pt x="96012" y="428244"/>
                </a:lnTo>
                <a:lnTo>
                  <a:pt x="80772" y="428244"/>
                </a:lnTo>
                <a:lnTo>
                  <a:pt x="68580" y="422148"/>
                </a:lnTo>
                <a:lnTo>
                  <a:pt x="64008" y="419100"/>
                </a:lnTo>
                <a:lnTo>
                  <a:pt x="62484" y="416052"/>
                </a:lnTo>
                <a:lnTo>
                  <a:pt x="59436" y="411480"/>
                </a:lnTo>
                <a:lnTo>
                  <a:pt x="59436" y="396240"/>
                </a:lnTo>
                <a:lnTo>
                  <a:pt x="62484" y="388620"/>
                </a:lnTo>
                <a:lnTo>
                  <a:pt x="98361" y="372694"/>
                </a:lnTo>
                <a:lnTo>
                  <a:pt x="111252" y="371856"/>
                </a:lnTo>
                <a:lnTo>
                  <a:pt x="120942" y="372414"/>
                </a:lnTo>
                <a:lnTo>
                  <a:pt x="150876" y="396240"/>
                </a:lnTo>
                <a:lnTo>
                  <a:pt x="150876" y="376491"/>
                </a:lnTo>
                <a:lnTo>
                  <a:pt x="129540" y="359664"/>
                </a:lnTo>
                <a:lnTo>
                  <a:pt x="122682" y="356552"/>
                </a:lnTo>
                <a:lnTo>
                  <a:pt x="115824" y="354139"/>
                </a:lnTo>
                <a:lnTo>
                  <a:pt x="108966" y="352602"/>
                </a:lnTo>
                <a:lnTo>
                  <a:pt x="102108" y="352044"/>
                </a:lnTo>
                <a:lnTo>
                  <a:pt x="93002" y="352882"/>
                </a:lnTo>
                <a:lnTo>
                  <a:pt x="60693" y="371856"/>
                </a:lnTo>
                <a:lnTo>
                  <a:pt x="55613" y="380238"/>
                </a:lnTo>
                <a:lnTo>
                  <a:pt x="52717" y="389953"/>
                </a:lnTo>
                <a:lnTo>
                  <a:pt x="52692" y="390144"/>
                </a:lnTo>
                <a:lnTo>
                  <a:pt x="51803" y="400812"/>
                </a:lnTo>
                <a:lnTo>
                  <a:pt x="51803" y="408432"/>
                </a:lnTo>
                <a:lnTo>
                  <a:pt x="77724" y="441960"/>
                </a:lnTo>
                <a:lnTo>
                  <a:pt x="105156" y="448056"/>
                </a:lnTo>
                <a:lnTo>
                  <a:pt x="114274" y="447471"/>
                </a:lnTo>
                <a:lnTo>
                  <a:pt x="148209" y="429983"/>
                </a:lnTo>
                <a:lnTo>
                  <a:pt x="149390" y="428244"/>
                </a:lnTo>
                <a:lnTo>
                  <a:pt x="153924" y="421576"/>
                </a:lnTo>
                <a:lnTo>
                  <a:pt x="157353" y="412318"/>
                </a:lnTo>
                <a:lnTo>
                  <a:pt x="157441" y="411480"/>
                </a:lnTo>
                <a:lnTo>
                  <a:pt x="158496" y="402336"/>
                </a:lnTo>
                <a:close/>
              </a:path>
              <a:path extrusionOk="0" h="603884" w="158750">
                <a:moveTo>
                  <a:pt x="158496" y="292608"/>
                </a:moveTo>
                <a:lnTo>
                  <a:pt x="157391" y="283514"/>
                </a:lnTo>
                <a:lnTo>
                  <a:pt x="154305" y="274701"/>
                </a:lnTo>
                <a:lnTo>
                  <a:pt x="150876" y="268846"/>
                </a:lnTo>
                <a:lnTo>
                  <a:pt x="150876" y="280416"/>
                </a:lnTo>
                <a:lnTo>
                  <a:pt x="150876" y="291084"/>
                </a:lnTo>
                <a:lnTo>
                  <a:pt x="149352" y="294132"/>
                </a:lnTo>
                <a:lnTo>
                  <a:pt x="147828" y="298704"/>
                </a:lnTo>
                <a:lnTo>
                  <a:pt x="144780" y="301752"/>
                </a:lnTo>
                <a:lnTo>
                  <a:pt x="143256" y="306324"/>
                </a:lnTo>
                <a:lnTo>
                  <a:pt x="138684" y="309372"/>
                </a:lnTo>
                <a:lnTo>
                  <a:pt x="77724" y="309372"/>
                </a:lnTo>
                <a:lnTo>
                  <a:pt x="70104" y="301752"/>
                </a:lnTo>
                <a:lnTo>
                  <a:pt x="70104" y="298704"/>
                </a:lnTo>
                <a:lnTo>
                  <a:pt x="67056" y="295656"/>
                </a:lnTo>
                <a:lnTo>
                  <a:pt x="67056" y="280416"/>
                </a:lnTo>
                <a:lnTo>
                  <a:pt x="70104" y="274320"/>
                </a:lnTo>
                <a:lnTo>
                  <a:pt x="106680" y="259080"/>
                </a:lnTo>
                <a:lnTo>
                  <a:pt x="116395" y="259651"/>
                </a:lnTo>
                <a:lnTo>
                  <a:pt x="150876" y="280416"/>
                </a:lnTo>
                <a:lnTo>
                  <a:pt x="150876" y="268846"/>
                </a:lnTo>
                <a:lnTo>
                  <a:pt x="113461" y="241935"/>
                </a:lnTo>
                <a:lnTo>
                  <a:pt x="100584" y="240792"/>
                </a:lnTo>
                <a:lnTo>
                  <a:pt x="89725" y="241630"/>
                </a:lnTo>
                <a:lnTo>
                  <a:pt x="54483" y="264795"/>
                </a:lnTo>
                <a:lnTo>
                  <a:pt x="51816" y="278892"/>
                </a:lnTo>
                <a:lnTo>
                  <a:pt x="52971" y="286880"/>
                </a:lnTo>
                <a:lnTo>
                  <a:pt x="56578" y="294703"/>
                </a:lnTo>
                <a:lnTo>
                  <a:pt x="62738" y="302260"/>
                </a:lnTo>
                <a:lnTo>
                  <a:pt x="71628" y="309372"/>
                </a:lnTo>
                <a:lnTo>
                  <a:pt x="0" y="309372"/>
                </a:lnTo>
                <a:lnTo>
                  <a:pt x="0" y="313944"/>
                </a:lnTo>
                <a:lnTo>
                  <a:pt x="12192" y="342900"/>
                </a:lnTo>
                <a:lnTo>
                  <a:pt x="15240" y="341376"/>
                </a:lnTo>
                <a:lnTo>
                  <a:pt x="13716" y="339852"/>
                </a:lnTo>
                <a:lnTo>
                  <a:pt x="12192" y="336804"/>
                </a:lnTo>
                <a:lnTo>
                  <a:pt x="12192" y="333756"/>
                </a:lnTo>
                <a:lnTo>
                  <a:pt x="13716" y="332232"/>
                </a:lnTo>
                <a:lnTo>
                  <a:pt x="13716" y="330708"/>
                </a:lnTo>
                <a:lnTo>
                  <a:pt x="15240" y="330708"/>
                </a:lnTo>
                <a:lnTo>
                  <a:pt x="16764" y="329184"/>
                </a:lnTo>
                <a:lnTo>
                  <a:pt x="22860" y="329184"/>
                </a:lnTo>
                <a:lnTo>
                  <a:pt x="30480" y="327660"/>
                </a:lnTo>
                <a:lnTo>
                  <a:pt x="144780" y="327660"/>
                </a:lnTo>
                <a:lnTo>
                  <a:pt x="149352" y="321564"/>
                </a:lnTo>
                <a:lnTo>
                  <a:pt x="155448" y="309372"/>
                </a:lnTo>
                <a:lnTo>
                  <a:pt x="156972" y="303276"/>
                </a:lnTo>
                <a:lnTo>
                  <a:pt x="158496" y="298704"/>
                </a:lnTo>
                <a:lnTo>
                  <a:pt x="158496" y="292608"/>
                </a:lnTo>
                <a:close/>
              </a:path>
              <a:path extrusionOk="0" h="603884" w="158750">
                <a:moveTo>
                  <a:pt x="158496" y="21336"/>
                </a:moveTo>
                <a:lnTo>
                  <a:pt x="155448" y="15240"/>
                </a:lnTo>
                <a:lnTo>
                  <a:pt x="149352" y="6096"/>
                </a:lnTo>
                <a:lnTo>
                  <a:pt x="137160" y="0"/>
                </a:lnTo>
                <a:lnTo>
                  <a:pt x="137160" y="4572"/>
                </a:lnTo>
                <a:lnTo>
                  <a:pt x="140208" y="7620"/>
                </a:lnTo>
                <a:lnTo>
                  <a:pt x="141732" y="10668"/>
                </a:lnTo>
                <a:lnTo>
                  <a:pt x="143256" y="12192"/>
                </a:lnTo>
                <a:lnTo>
                  <a:pt x="144780" y="15240"/>
                </a:lnTo>
                <a:lnTo>
                  <a:pt x="144780" y="19812"/>
                </a:lnTo>
                <a:lnTo>
                  <a:pt x="143256" y="22860"/>
                </a:lnTo>
                <a:lnTo>
                  <a:pt x="140208" y="24384"/>
                </a:lnTo>
                <a:lnTo>
                  <a:pt x="138684" y="25908"/>
                </a:lnTo>
                <a:lnTo>
                  <a:pt x="134112" y="27432"/>
                </a:lnTo>
                <a:lnTo>
                  <a:pt x="62484" y="27432"/>
                </a:lnTo>
                <a:lnTo>
                  <a:pt x="62484" y="4572"/>
                </a:lnTo>
                <a:lnTo>
                  <a:pt x="54864" y="4572"/>
                </a:lnTo>
                <a:lnTo>
                  <a:pt x="54864" y="27432"/>
                </a:lnTo>
                <a:lnTo>
                  <a:pt x="21336" y="27432"/>
                </a:lnTo>
                <a:lnTo>
                  <a:pt x="21336" y="30480"/>
                </a:lnTo>
                <a:lnTo>
                  <a:pt x="53340" y="53340"/>
                </a:lnTo>
                <a:lnTo>
                  <a:pt x="57467" y="61175"/>
                </a:lnTo>
                <a:lnTo>
                  <a:pt x="54851" y="62484"/>
                </a:lnTo>
                <a:lnTo>
                  <a:pt x="51803" y="65532"/>
                </a:lnTo>
                <a:lnTo>
                  <a:pt x="51803" y="73152"/>
                </a:lnTo>
                <a:lnTo>
                  <a:pt x="53263" y="79781"/>
                </a:lnTo>
                <a:lnTo>
                  <a:pt x="57708" y="86106"/>
                </a:lnTo>
                <a:lnTo>
                  <a:pt x="65316" y="92443"/>
                </a:lnTo>
                <a:lnTo>
                  <a:pt x="76187" y="99060"/>
                </a:lnTo>
                <a:lnTo>
                  <a:pt x="51803" y="99060"/>
                </a:lnTo>
                <a:lnTo>
                  <a:pt x="51803" y="103632"/>
                </a:lnTo>
                <a:lnTo>
                  <a:pt x="63995" y="132588"/>
                </a:lnTo>
                <a:lnTo>
                  <a:pt x="67043" y="131064"/>
                </a:lnTo>
                <a:lnTo>
                  <a:pt x="65519" y="128016"/>
                </a:lnTo>
                <a:lnTo>
                  <a:pt x="63995" y="126492"/>
                </a:lnTo>
                <a:lnTo>
                  <a:pt x="63995" y="121920"/>
                </a:lnTo>
                <a:lnTo>
                  <a:pt x="65519" y="120396"/>
                </a:lnTo>
                <a:lnTo>
                  <a:pt x="67043" y="120396"/>
                </a:lnTo>
                <a:lnTo>
                  <a:pt x="67043" y="118872"/>
                </a:lnTo>
                <a:lnTo>
                  <a:pt x="68567" y="117348"/>
                </a:lnTo>
                <a:lnTo>
                  <a:pt x="143243" y="117348"/>
                </a:lnTo>
                <a:lnTo>
                  <a:pt x="146291" y="118872"/>
                </a:lnTo>
                <a:lnTo>
                  <a:pt x="147815" y="118872"/>
                </a:lnTo>
                <a:lnTo>
                  <a:pt x="149339" y="121920"/>
                </a:lnTo>
                <a:lnTo>
                  <a:pt x="150863" y="123444"/>
                </a:lnTo>
                <a:lnTo>
                  <a:pt x="152387" y="128016"/>
                </a:lnTo>
                <a:lnTo>
                  <a:pt x="152387" y="132588"/>
                </a:lnTo>
                <a:lnTo>
                  <a:pt x="155435" y="132588"/>
                </a:lnTo>
                <a:lnTo>
                  <a:pt x="155435" y="80772"/>
                </a:lnTo>
                <a:lnTo>
                  <a:pt x="152387" y="80772"/>
                </a:lnTo>
                <a:lnTo>
                  <a:pt x="152387" y="85344"/>
                </a:lnTo>
                <a:lnTo>
                  <a:pt x="147815" y="94488"/>
                </a:lnTo>
                <a:lnTo>
                  <a:pt x="146291" y="96012"/>
                </a:lnTo>
                <a:lnTo>
                  <a:pt x="144767" y="96012"/>
                </a:lnTo>
                <a:lnTo>
                  <a:pt x="141719" y="97536"/>
                </a:lnTo>
                <a:lnTo>
                  <a:pt x="137147" y="99060"/>
                </a:lnTo>
                <a:lnTo>
                  <a:pt x="85331" y="99060"/>
                </a:lnTo>
                <a:lnTo>
                  <a:pt x="77711" y="94488"/>
                </a:lnTo>
                <a:lnTo>
                  <a:pt x="71615" y="91440"/>
                </a:lnTo>
                <a:lnTo>
                  <a:pt x="67043" y="86868"/>
                </a:lnTo>
                <a:lnTo>
                  <a:pt x="67043" y="82296"/>
                </a:lnTo>
                <a:lnTo>
                  <a:pt x="68567" y="79248"/>
                </a:lnTo>
                <a:lnTo>
                  <a:pt x="74663" y="73152"/>
                </a:lnTo>
                <a:lnTo>
                  <a:pt x="76187" y="70104"/>
                </a:lnTo>
                <a:lnTo>
                  <a:pt x="76187" y="65532"/>
                </a:lnTo>
                <a:lnTo>
                  <a:pt x="70091" y="59436"/>
                </a:lnTo>
                <a:lnTo>
                  <a:pt x="62484" y="59436"/>
                </a:lnTo>
                <a:lnTo>
                  <a:pt x="62484" y="45720"/>
                </a:lnTo>
                <a:lnTo>
                  <a:pt x="143256" y="45720"/>
                </a:lnTo>
                <a:lnTo>
                  <a:pt x="146304" y="42672"/>
                </a:lnTo>
                <a:lnTo>
                  <a:pt x="150876" y="41148"/>
                </a:lnTo>
                <a:lnTo>
                  <a:pt x="155448" y="36576"/>
                </a:lnTo>
                <a:lnTo>
                  <a:pt x="156972" y="33528"/>
                </a:lnTo>
                <a:lnTo>
                  <a:pt x="158496" y="28956"/>
                </a:lnTo>
                <a:lnTo>
                  <a:pt x="158496" y="213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89" name="Google Shape;1789;p32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3675888" y="7487411"/>
            <a:ext cx="158495" cy="765048"/>
          </a:xfrm>
          <a:prstGeom prst="rect">
            <a:avLst/>
          </a:prstGeom>
          <a:noFill/>
          <a:ln>
            <a:noFill/>
          </a:ln>
        </p:spPr>
      </p:pic>
      <p:sp>
        <p:nvSpPr>
          <p:cNvPr id="1790" name="Google Shape;1790;p32"/>
          <p:cNvSpPr/>
          <p:nvPr/>
        </p:nvSpPr>
        <p:spPr>
          <a:xfrm>
            <a:off x="3675875" y="6751320"/>
            <a:ext cx="158750" cy="629920"/>
          </a:xfrm>
          <a:custGeom>
            <a:rect b="b" l="l" r="r" t="t"/>
            <a:pathLst>
              <a:path extrusionOk="0" h="629920" w="158750">
                <a:moveTo>
                  <a:pt x="24384" y="603504"/>
                </a:moveTo>
                <a:lnTo>
                  <a:pt x="22860" y="600456"/>
                </a:lnTo>
                <a:lnTo>
                  <a:pt x="18288" y="595884"/>
                </a:lnTo>
                <a:lnTo>
                  <a:pt x="15240" y="594360"/>
                </a:lnTo>
                <a:lnTo>
                  <a:pt x="7620" y="594360"/>
                </a:lnTo>
                <a:lnTo>
                  <a:pt x="4572" y="595884"/>
                </a:lnTo>
                <a:lnTo>
                  <a:pt x="0" y="600456"/>
                </a:lnTo>
                <a:lnTo>
                  <a:pt x="0" y="612648"/>
                </a:lnTo>
                <a:lnTo>
                  <a:pt x="4572" y="617220"/>
                </a:lnTo>
                <a:lnTo>
                  <a:pt x="7620" y="618744"/>
                </a:lnTo>
                <a:lnTo>
                  <a:pt x="15240" y="618744"/>
                </a:lnTo>
                <a:lnTo>
                  <a:pt x="18288" y="617220"/>
                </a:lnTo>
                <a:lnTo>
                  <a:pt x="22860" y="612648"/>
                </a:lnTo>
                <a:lnTo>
                  <a:pt x="24384" y="609600"/>
                </a:lnTo>
                <a:lnTo>
                  <a:pt x="24384" y="603504"/>
                </a:lnTo>
                <a:close/>
              </a:path>
              <a:path extrusionOk="0" h="629920" w="158750">
                <a:moveTo>
                  <a:pt x="155448" y="580644"/>
                </a:moveTo>
                <a:lnTo>
                  <a:pt x="152400" y="580644"/>
                </a:lnTo>
                <a:lnTo>
                  <a:pt x="152400" y="585216"/>
                </a:lnTo>
                <a:lnTo>
                  <a:pt x="150876" y="588264"/>
                </a:lnTo>
                <a:lnTo>
                  <a:pt x="149352" y="589788"/>
                </a:lnTo>
                <a:lnTo>
                  <a:pt x="149352" y="592836"/>
                </a:lnTo>
                <a:lnTo>
                  <a:pt x="147828" y="592836"/>
                </a:lnTo>
                <a:lnTo>
                  <a:pt x="144780" y="594360"/>
                </a:lnTo>
                <a:lnTo>
                  <a:pt x="143256" y="595884"/>
                </a:lnTo>
                <a:lnTo>
                  <a:pt x="51816" y="595884"/>
                </a:lnTo>
                <a:lnTo>
                  <a:pt x="51816" y="600456"/>
                </a:lnTo>
                <a:lnTo>
                  <a:pt x="64008" y="629412"/>
                </a:lnTo>
                <a:lnTo>
                  <a:pt x="67056" y="627888"/>
                </a:lnTo>
                <a:lnTo>
                  <a:pt x="65532" y="624840"/>
                </a:lnTo>
                <a:lnTo>
                  <a:pt x="64008" y="623316"/>
                </a:lnTo>
                <a:lnTo>
                  <a:pt x="64008" y="618744"/>
                </a:lnTo>
                <a:lnTo>
                  <a:pt x="65532" y="618744"/>
                </a:lnTo>
                <a:lnTo>
                  <a:pt x="65532" y="617220"/>
                </a:lnTo>
                <a:lnTo>
                  <a:pt x="67056" y="615696"/>
                </a:lnTo>
                <a:lnTo>
                  <a:pt x="71628" y="615696"/>
                </a:lnTo>
                <a:lnTo>
                  <a:pt x="74676" y="614172"/>
                </a:lnTo>
                <a:lnTo>
                  <a:pt x="143256" y="614172"/>
                </a:lnTo>
                <a:lnTo>
                  <a:pt x="144780" y="615696"/>
                </a:lnTo>
                <a:lnTo>
                  <a:pt x="147828" y="617220"/>
                </a:lnTo>
                <a:lnTo>
                  <a:pt x="149352" y="617220"/>
                </a:lnTo>
                <a:lnTo>
                  <a:pt x="150876" y="620268"/>
                </a:lnTo>
                <a:lnTo>
                  <a:pt x="150876" y="621792"/>
                </a:lnTo>
                <a:lnTo>
                  <a:pt x="152400" y="624840"/>
                </a:lnTo>
                <a:lnTo>
                  <a:pt x="152400" y="629412"/>
                </a:lnTo>
                <a:lnTo>
                  <a:pt x="155448" y="629412"/>
                </a:lnTo>
                <a:lnTo>
                  <a:pt x="155448" y="614172"/>
                </a:lnTo>
                <a:lnTo>
                  <a:pt x="155448" y="580644"/>
                </a:lnTo>
                <a:close/>
              </a:path>
              <a:path extrusionOk="0" h="629920" w="158750">
                <a:moveTo>
                  <a:pt x="155448" y="464820"/>
                </a:moveTo>
                <a:lnTo>
                  <a:pt x="152400" y="464820"/>
                </a:lnTo>
                <a:lnTo>
                  <a:pt x="152400" y="469392"/>
                </a:lnTo>
                <a:lnTo>
                  <a:pt x="149352" y="475488"/>
                </a:lnTo>
                <a:lnTo>
                  <a:pt x="149352" y="477012"/>
                </a:lnTo>
                <a:lnTo>
                  <a:pt x="147828" y="478536"/>
                </a:lnTo>
                <a:lnTo>
                  <a:pt x="146304" y="478536"/>
                </a:lnTo>
                <a:lnTo>
                  <a:pt x="143256" y="480060"/>
                </a:lnTo>
                <a:lnTo>
                  <a:pt x="79248" y="480060"/>
                </a:lnTo>
                <a:lnTo>
                  <a:pt x="73152" y="481584"/>
                </a:lnTo>
                <a:lnTo>
                  <a:pt x="68580" y="483108"/>
                </a:lnTo>
                <a:lnTo>
                  <a:pt x="62484" y="484632"/>
                </a:lnTo>
                <a:lnTo>
                  <a:pt x="57912" y="487680"/>
                </a:lnTo>
                <a:lnTo>
                  <a:pt x="54864" y="492252"/>
                </a:lnTo>
                <a:lnTo>
                  <a:pt x="51816" y="495300"/>
                </a:lnTo>
                <a:lnTo>
                  <a:pt x="51816" y="505968"/>
                </a:lnTo>
                <a:lnTo>
                  <a:pt x="53009" y="513994"/>
                </a:lnTo>
                <a:lnTo>
                  <a:pt x="56769" y="522160"/>
                </a:lnTo>
                <a:lnTo>
                  <a:pt x="63398" y="530618"/>
                </a:lnTo>
                <a:lnTo>
                  <a:pt x="73152" y="539496"/>
                </a:lnTo>
                <a:lnTo>
                  <a:pt x="51816" y="539496"/>
                </a:lnTo>
                <a:lnTo>
                  <a:pt x="51816" y="544068"/>
                </a:lnTo>
                <a:lnTo>
                  <a:pt x="64008" y="573024"/>
                </a:lnTo>
                <a:lnTo>
                  <a:pt x="67056" y="571500"/>
                </a:lnTo>
                <a:lnTo>
                  <a:pt x="65532" y="568452"/>
                </a:lnTo>
                <a:lnTo>
                  <a:pt x="64008" y="566928"/>
                </a:lnTo>
                <a:lnTo>
                  <a:pt x="64008" y="563880"/>
                </a:lnTo>
                <a:lnTo>
                  <a:pt x="65532" y="562356"/>
                </a:lnTo>
                <a:lnTo>
                  <a:pt x="65532" y="560832"/>
                </a:lnTo>
                <a:lnTo>
                  <a:pt x="67056" y="559308"/>
                </a:lnTo>
                <a:lnTo>
                  <a:pt x="71628" y="559308"/>
                </a:lnTo>
                <a:lnTo>
                  <a:pt x="74676" y="557784"/>
                </a:lnTo>
                <a:lnTo>
                  <a:pt x="140208" y="557784"/>
                </a:lnTo>
                <a:lnTo>
                  <a:pt x="144780" y="559308"/>
                </a:lnTo>
                <a:lnTo>
                  <a:pt x="150876" y="562356"/>
                </a:lnTo>
                <a:lnTo>
                  <a:pt x="152400" y="565404"/>
                </a:lnTo>
                <a:lnTo>
                  <a:pt x="152400" y="573024"/>
                </a:lnTo>
                <a:lnTo>
                  <a:pt x="155448" y="573024"/>
                </a:lnTo>
                <a:lnTo>
                  <a:pt x="155448" y="524256"/>
                </a:lnTo>
                <a:lnTo>
                  <a:pt x="152400" y="524256"/>
                </a:lnTo>
                <a:lnTo>
                  <a:pt x="152400" y="528828"/>
                </a:lnTo>
                <a:lnTo>
                  <a:pt x="150876" y="533400"/>
                </a:lnTo>
                <a:lnTo>
                  <a:pt x="150876" y="534924"/>
                </a:lnTo>
                <a:lnTo>
                  <a:pt x="147828" y="537972"/>
                </a:lnTo>
                <a:lnTo>
                  <a:pt x="144780" y="537972"/>
                </a:lnTo>
                <a:lnTo>
                  <a:pt x="143256" y="539496"/>
                </a:lnTo>
                <a:lnTo>
                  <a:pt x="79248" y="539496"/>
                </a:lnTo>
                <a:lnTo>
                  <a:pt x="73253" y="532879"/>
                </a:lnTo>
                <a:lnTo>
                  <a:pt x="68961" y="526542"/>
                </a:lnTo>
                <a:lnTo>
                  <a:pt x="66395" y="520217"/>
                </a:lnTo>
                <a:lnTo>
                  <a:pt x="65532" y="513588"/>
                </a:lnTo>
                <a:lnTo>
                  <a:pt x="65532" y="509016"/>
                </a:lnTo>
                <a:lnTo>
                  <a:pt x="67056" y="504444"/>
                </a:lnTo>
                <a:lnTo>
                  <a:pt x="71628" y="501396"/>
                </a:lnTo>
                <a:lnTo>
                  <a:pt x="74676" y="499872"/>
                </a:lnTo>
                <a:lnTo>
                  <a:pt x="82296" y="498348"/>
                </a:lnTo>
                <a:lnTo>
                  <a:pt x="143256" y="498348"/>
                </a:lnTo>
                <a:lnTo>
                  <a:pt x="146304" y="499872"/>
                </a:lnTo>
                <a:lnTo>
                  <a:pt x="150876" y="504444"/>
                </a:lnTo>
                <a:lnTo>
                  <a:pt x="152400" y="507492"/>
                </a:lnTo>
                <a:lnTo>
                  <a:pt x="152400" y="513588"/>
                </a:lnTo>
                <a:lnTo>
                  <a:pt x="155448" y="513588"/>
                </a:lnTo>
                <a:lnTo>
                  <a:pt x="155448" y="464820"/>
                </a:lnTo>
                <a:close/>
              </a:path>
              <a:path extrusionOk="0" h="629920" w="158750">
                <a:moveTo>
                  <a:pt x="155448" y="143256"/>
                </a:moveTo>
                <a:lnTo>
                  <a:pt x="152400" y="143256"/>
                </a:lnTo>
                <a:lnTo>
                  <a:pt x="152400" y="147828"/>
                </a:lnTo>
                <a:lnTo>
                  <a:pt x="150876" y="150876"/>
                </a:lnTo>
                <a:lnTo>
                  <a:pt x="149352" y="152400"/>
                </a:lnTo>
                <a:lnTo>
                  <a:pt x="149352" y="153924"/>
                </a:lnTo>
                <a:lnTo>
                  <a:pt x="146304" y="156972"/>
                </a:lnTo>
                <a:lnTo>
                  <a:pt x="143256" y="156972"/>
                </a:lnTo>
                <a:lnTo>
                  <a:pt x="138684" y="158496"/>
                </a:lnTo>
                <a:lnTo>
                  <a:pt x="73152" y="158496"/>
                </a:lnTo>
                <a:lnTo>
                  <a:pt x="51816" y="173736"/>
                </a:lnTo>
                <a:lnTo>
                  <a:pt x="51816" y="182880"/>
                </a:lnTo>
                <a:lnTo>
                  <a:pt x="53009" y="191147"/>
                </a:lnTo>
                <a:lnTo>
                  <a:pt x="56769" y="199834"/>
                </a:lnTo>
                <a:lnTo>
                  <a:pt x="63398" y="208813"/>
                </a:lnTo>
                <a:lnTo>
                  <a:pt x="73152" y="217932"/>
                </a:lnTo>
                <a:lnTo>
                  <a:pt x="51816" y="217932"/>
                </a:lnTo>
                <a:lnTo>
                  <a:pt x="51816" y="220980"/>
                </a:lnTo>
                <a:lnTo>
                  <a:pt x="64008" y="251460"/>
                </a:lnTo>
                <a:lnTo>
                  <a:pt x="67056" y="249936"/>
                </a:lnTo>
                <a:lnTo>
                  <a:pt x="64008" y="243840"/>
                </a:lnTo>
                <a:lnTo>
                  <a:pt x="64008" y="240792"/>
                </a:lnTo>
                <a:lnTo>
                  <a:pt x="65532" y="239268"/>
                </a:lnTo>
                <a:lnTo>
                  <a:pt x="65532" y="237744"/>
                </a:lnTo>
                <a:lnTo>
                  <a:pt x="67056" y="237744"/>
                </a:lnTo>
                <a:lnTo>
                  <a:pt x="68580" y="236220"/>
                </a:lnTo>
                <a:lnTo>
                  <a:pt x="144780" y="236220"/>
                </a:lnTo>
                <a:lnTo>
                  <a:pt x="150876" y="239268"/>
                </a:lnTo>
                <a:lnTo>
                  <a:pt x="152400" y="243840"/>
                </a:lnTo>
                <a:lnTo>
                  <a:pt x="152400" y="251460"/>
                </a:lnTo>
                <a:lnTo>
                  <a:pt x="155448" y="251460"/>
                </a:lnTo>
                <a:lnTo>
                  <a:pt x="155448" y="202692"/>
                </a:lnTo>
                <a:lnTo>
                  <a:pt x="152400" y="202692"/>
                </a:lnTo>
                <a:lnTo>
                  <a:pt x="152400" y="207264"/>
                </a:lnTo>
                <a:lnTo>
                  <a:pt x="150876" y="210312"/>
                </a:lnTo>
                <a:lnTo>
                  <a:pt x="150876" y="211836"/>
                </a:lnTo>
                <a:lnTo>
                  <a:pt x="147828" y="214884"/>
                </a:lnTo>
                <a:lnTo>
                  <a:pt x="144780" y="216408"/>
                </a:lnTo>
                <a:lnTo>
                  <a:pt x="143256" y="216408"/>
                </a:lnTo>
                <a:lnTo>
                  <a:pt x="138684" y="217932"/>
                </a:lnTo>
                <a:lnTo>
                  <a:pt x="79248" y="217932"/>
                </a:lnTo>
                <a:lnTo>
                  <a:pt x="73253" y="211099"/>
                </a:lnTo>
                <a:lnTo>
                  <a:pt x="68961" y="204406"/>
                </a:lnTo>
                <a:lnTo>
                  <a:pt x="66395" y="198005"/>
                </a:lnTo>
                <a:lnTo>
                  <a:pt x="65532" y="192024"/>
                </a:lnTo>
                <a:lnTo>
                  <a:pt x="65532" y="185928"/>
                </a:lnTo>
                <a:lnTo>
                  <a:pt x="67056" y="181356"/>
                </a:lnTo>
                <a:lnTo>
                  <a:pt x="71628" y="179832"/>
                </a:lnTo>
                <a:lnTo>
                  <a:pt x="74676" y="176784"/>
                </a:lnTo>
                <a:lnTo>
                  <a:pt x="146304" y="176784"/>
                </a:lnTo>
                <a:lnTo>
                  <a:pt x="150876" y="181356"/>
                </a:lnTo>
                <a:lnTo>
                  <a:pt x="152400" y="184404"/>
                </a:lnTo>
                <a:lnTo>
                  <a:pt x="152400" y="192024"/>
                </a:lnTo>
                <a:lnTo>
                  <a:pt x="155448" y="192024"/>
                </a:lnTo>
                <a:lnTo>
                  <a:pt x="155448" y="143256"/>
                </a:lnTo>
                <a:close/>
              </a:path>
              <a:path extrusionOk="0" h="629920" w="158750">
                <a:moveTo>
                  <a:pt x="158496" y="301752"/>
                </a:moveTo>
                <a:lnTo>
                  <a:pt x="133731" y="265176"/>
                </a:lnTo>
                <a:lnTo>
                  <a:pt x="118872" y="260604"/>
                </a:lnTo>
                <a:lnTo>
                  <a:pt x="117348" y="263652"/>
                </a:lnTo>
                <a:lnTo>
                  <a:pt x="124968" y="266700"/>
                </a:lnTo>
                <a:lnTo>
                  <a:pt x="131064" y="271272"/>
                </a:lnTo>
                <a:lnTo>
                  <a:pt x="134112" y="275844"/>
                </a:lnTo>
                <a:lnTo>
                  <a:pt x="138595" y="280327"/>
                </a:lnTo>
                <a:lnTo>
                  <a:pt x="139547" y="283845"/>
                </a:lnTo>
                <a:lnTo>
                  <a:pt x="140208" y="286512"/>
                </a:lnTo>
                <a:lnTo>
                  <a:pt x="140208" y="292608"/>
                </a:lnTo>
                <a:lnTo>
                  <a:pt x="112966" y="326707"/>
                </a:lnTo>
                <a:lnTo>
                  <a:pt x="94488" y="329184"/>
                </a:lnTo>
                <a:lnTo>
                  <a:pt x="94488" y="283464"/>
                </a:lnTo>
                <a:lnTo>
                  <a:pt x="94488" y="260604"/>
                </a:lnTo>
                <a:lnTo>
                  <a:pt x="86868" y="261251"/>
                </a:lnTo>
                <a:lnTo>
                  <a:pt x="86868" y="283464"/>
                </a:lnTo>
                <a:lnTo>
                  <a:pt x="86868" y="329184"/>
                </a:lnTo>
                <a:lnTo>
                  <a:pt x="77724" y="329184"/>
                </a:lnTo>
                <a:lnTo>
                  <a:pt x="70104" y="326136"/>
                </a:lnTo>
                <a:lnTo>
                  <a:pt x="60960" y="316992"/>
                </a:lnTo>
                <a:lnTo>
                  <a:pt x="59436" y="310896"/>
                </a:lnTo>
                <a:lnTo>
                  <a:pt x="59436" y="297180"/>
                </a:lnTo>
                <a:lnTo>
                  <a:pt x="62534" y="294043"/>
                </a:lnTo>
                <a:lnTo>
                  <a:pt x="63246" y="292608"/>
                </a:lnTo>
                <a:lnTo>
                  <a:pt x="64160" y="290995"/>
                </a:lnTo>
                <a:lnTo>
                  <a:pt x="68580" y="288036"/>
                </a:lnTo>
                <a:lnTo>
                  <a:pt x="74676" y="284988"/>
                </a:lnTo>
                <a:lnTo>
                  <a:pt x="79248" y="283464"/>
                </a:lnTo>
                <a:lnTo>
                  <a:pt x="86868" y="283464"/>
                </a:lnTo>
                <a:lnTo>
                  <a:pt x="86868" y="261251"/>
                </a:lnTo>
                <a:lnTo>
                  <a:pt x="54292" y="283845"/>
                </a:lnTo>
                <a:lnTo>
                  <a:pt x="52298" y="292608"/>
                </a:lnTo>
                <a:lnTo>
                  <a:pt x="52184" y="294043"/>
                </a:lnTo>
                <a:lnTo>
                  <a:pt x="51943" y="297180"/>
                </a:lnTo>
                <a:lnTo>
                  <a:pt x="51943" y="300088"/>
                </a:lnTo>
                <a:lnTo>
                  <a:pt x="73228" y="337362"/>
                </a:lnTo>
                <a:lnTo>
                  <a:pt x="105156" y="344424"/>
                </a:lnTo>
                <a:lnTo>
                  <a:pt x="116903" y="343598"/>
                </a:lnTo>
                <a:lnTo>
                  <a:pt x="127063" y="341185"/>
                </a:lnTo>
                <a:lnTo>
                  <a:pt x="135813" y="337362"/>
                </a:lnTo>
                <a:lnTo>
                  <a:pt x="143256" y="332232"/>
                </a:lnTo>
                <a:lnTo>
                  <a:pt x="146011" y="329184"/>
                </a:lnTo>
                <a:lnTo>
                  <a:pt x="149504" y="325335"/>
                </a:lnTo>
                <a:lnTo>
                  <a:pt x="154305" y="318135"/>
                </a:lnTo>
                <a:lnTo>
                  <a:pt x="157403" y="310375"/>
                </a:lnTo>
                <a:lnTo>
                  <a:pt x="158496" y="301752"/>
                </a:lnTo>
                <a:close/>
              </a:path>
              <a:path extrusionOk="0" h="629920" w="158750">
                <a:moveTo>
                  <a:pt x="158496" y="24384"/>
                </a:moveTo>
                <a:lnTo>
                  <a:pt x="155448" y="16764"/>
                </a:lnTo>
                <a:lnTo>
                  <a:pt x="149352" y="10668"/>
                </a:lnTo>
                <a:lnTo>
                  <a:pt x="143256" y="3048"/>
                </a:lnTo>
                <a:lnTo>
                  <a:pt x="137160" y="0"/>
                </a:lnTo>
                <a:lnTo>
                  <a:pt x="128016" y="0"/>
                </a:lnTo>
                <a:lnTo>
                  <a:pt x="91440" y="38100"/>
                </a:lnTo>
                <a:lnTo>
                  <a:pt x="88392" y="44196"/>
                </a:lnTo>
                <a:lnTo>
                  <a:pt x="85344" y="48768"/>
                </a:lnTo>
                <a:lnTo>
                  <a:pt x="82296" y="51816"/>
                </a:lnTo>
                <a:lnTo>
                  <a:pt x="76200" y="54864"/>
                </a:lnTo>
                <a:lnTo>
                  <a:pt x="68580" y="54864"/>
                </a:lnTo>
                <a:lnTo>
                  <a:pt x="65532" y="53340"/>
                </a:lnTo>
                <a:lnTo>
                  <a:pt x="59436" y="47244"/>
                </a:lnTo>
                <a:lnTo>
                  <a:pt x="59436" y="30480"/>
                </a:lnTo>
                <a:lnTo>
                  <a:pt x="60960" y="25908"/>
                </a:lnTo>
                <a:lnTo>
                  <a:pt x="67056" y="16764"/>
                </a:lnTo>
                <a:lnTo>
                  <a:pt x="74676" y="13716"/>
                </a:lnTo>
                <a:lnTo>
                  <a:pt x="85344" y="10668"/>
                </a:lnTo>
                <a:lnTo>
                  <a:pt x="85344" y="7620"/>
                </a:lnTo>
                <a:lnTo>
                  <a:pt x="51816" y="7620"/>
                </a:lnTo>
                <a:lnTo>
                  <a:pt x="51816" y="10668"/>
                </a:lnTo>
                <a:lnTo>
                  <a:pt x="53340" y="10668"/>
                </a:lnTo>
                <a:lnTo>
                  <a:pt x="54864" y="12192"/>
                </a:lnTo>
                <a:lnTo>
                  <a:pt x="54864" y="13716"/>
                </a:lnTo>
                <a:lnTo>
                  <a:pt x="56388" y="13716"/>
                </a:lnTo>
                <a:lnTo>
                  <a:pt x="56388" y="16764"/>
                </a:lnTo>
                <a:lnTo>
                  <a:pt x="53340" y="22860"/>
                </a:lnTo>
                <a:lnTo>
                  <a:pt x="51816" y="28956"/>
                </a:lnTo>
                <a:lnTo>
                  <a:pt x="51816" y="45720"/>
                </a:lnTo>
                <a:lnTo>
                  <a:pt x="53340" y="53340"/>
                </a:lnTo>
                <a:lnTo>
                  <a:pt x="65532" y="65532"/>
                </a:lnTo>
                <a:lnTo>
                  <a:pt x="71628" y="68580"/>
                </a:lnTo>
                <a:lnTo>
                  <a:pt x="86868" y="68580"/>
                </a:lnTo>
                <a:lnTo>
                  <a:pt x="91440" y="67056"/>
                </a:lnTo>
                <a:lnTo>
                  <a:pt x="99060" y="59436"/>
                </a:lnTo>
                <a:lnTo>
                  <a:pt x="101803" y="54864"/>
                </a:lnTo>
                <a:lnTo>
                  <a:pt x="103632" y="51816"/>
                </a:lnTo>
                <a:lnTo>
                  <a:pt x="109728" y="41148"/>
                </a:lnTo>
                <a:lnTo>
                  <a:pt x="114300" y="32004"/>
                </a:lnTo>
                <a:lnTo>
                  <a:pt x="118872" y="24384"/>
                </a:lnTo>
                <a:lnTo>
                  <a:pt x="124968" y="18288"/>
                </a:lnTo>
                <a:lnTo>
                  <a:pt x="129540" y="16764"/>
                </a:lnTo>
                <a:lnTo>
                  <a:pt x="138684" y="16764"/>
                </a:lnTo>
                <a:lnTo>
                  <a:pt x="143256" y="18288"/>
                </a:lnTo>
                <a:lnTo>
                  <a:pt x="149352" y="24384"/>
                </a:lnTo>
                <a:lnTo>
                  <a:pt x="150876" y="28956"/>
                </a:lnTo>
                <a:lnTo>
                  <a:pt x="150876" y="41148"/>
                </a:lnTo>
                <a:lnTo>
                  <a:pt x="147828" y="47244"/>
                </a:lnTo>
                <a:lnTo>
                  <a:pt x="138684" y="59436"/>
                </a:lnTo>
                <a:lnTo>
                  <a:pt x="132588" y="62484"/>
                </a:lnTo>
                <a:lnTo>
                  <a:pt x="124968" y="65532"/>
                </a:lnTo>
                <a:lnTo>
                  <a:pt x="124968" y="68580"/>
                </a:lnTo>
                <a:lnTo>
                  <a:pt x="158496" y="68580"/>
                </a:lnTo>
                <a:lnTo>
                  <a:pt x="158496" y="65532"/>
                </a:lnTo>
                <a:lnTo>
                  <a:pt x="155448" y="64008"/>
                </a:lnTo>
                <a:lnTo>
                  <a:pt x="153924" y="62484"/>
                </a:lnTo>
                <a:lnTo>
                  <a:pt x="153924" y="54864"/>
                </a:lnTo>
                <a:lnTo>
                  <a:pt x="156972" y="47244"/>
                </a:lnTo>
                <a:lnTo>
                  <a:pt x="158496" y="39624"/>
                </a:lnTo>
                <a:lnTo>
                  <a:pt x="158496" y="24384"/>
                </a:lnTo>
                <a:close/>
              </a:path>
              <a:path extrusionOk="0" h="629920" w="158750">
                <a:moveTo>
                  <a:pt x="158508" y="405384"/>
                </a:moveTo>
                <a:lnTo>
                  <a:pt x="73164" y="370332"/>
                </a:lnTo>
                <a:lnTo>
                  <a:pt x="67068" y="367284"/>
                </a:lnTo>
                <a:lnTo>
                  <a:pt x="62496" y="365760"/>
                </a:lnTo>
                <a:lnTo>
                  <a:pt x="57924" y="361188"/>
                </a:lnTo>
                <a:lnTo>
                  <a:pt x="57924" y="355092"/>
                </a:lnTo>
                <a:lnTo>
                  <a:pt x="54876" y="355092"/>
                </a:lnTo>
                <a:lnTo>
                  <a:pt x="54876" y="387096"/>
                </a:lnTo>
                <a:lnTo>
                  <a:pt x="57924" y="387096"/>
                </a:lnTo>
                <a:lnTo>
                  <a:pt x="57924" y="377952"/>
                </a:lnTo>
                <a:lnTo>
                  <a:pt x="59448" y="377952"/>
                </a:lnTo>
                <a:lnTo>
                  <a:pt x="59448" y="376428"/>
                </a:lnTo>
                <a:lnTo>
                  <a:pt x="60972" y="376428"/>
                </a:lnTo>
                <a:lnTo>
                  <a:pt x="60972" y="374904"/>
                </a:lnTo>
                <a:lnTo>
                  <a:pt x="64020" y="374904"/>
                </a:lnTo>
                <a:lnTo>
                  <a:pt x="67068" y="376428"/>
                </a:lnTo>
                <a:lnTo>
                  <a:pt x="71640" y="377952"/>
                </a:lnTo>
                <a:lnTo>
                  <a:pt x="129552" y="402336"/>
                </a:lnTo>
                <a:lnTo>
                  <a:pt x="73164" y="425196"/>
                </a:lnTo>
                <a:lnTo>
                  <a:pt x="67068" y="428244"/>
                </a:lnTo>
                <a:lnTo>
                  <a:pt x="62496" y="428244"/>
                </a:lnTo>
                <a:lnTo>
                  <a:pt x="57924" y="423672"/>
                </a:lnTo>
                <a:lnTo>
                  <a:pt x="57924" y="416052"/>
                </a:lnTo>
                <a:lnTo>
                  <a:pt x="54876" y="416052"/>
                </a:lnTo>
                <a:lnTo>
                  <a:pt x="54876" y="463296"/>
                </a:lnTo>
                <a:lnTo>
                  <a:pt x="57924" y="463296"/>
                </a:lnTo>
                <a:lnTo>
                  <a:pt x="57924" y="457200"/>
                </a:lnTo>
                <a:lnTo>
                  <a:pt x="59448" y="457200"/>
                </a:lnTo>
                <a:lnTo>
                  <a:pt x="60972" y="454152"/>
                </a:lnTo>
                <a:lnTo>
                  <a:pt x="65544" y="449580"/>
                </a:lnTo>
                <a:lnTo>
                  <a:pt x="68592" y="448056"/>
                </a:lnTo>
                <a:lnTo>
                  <a:pt x="73164" y="446532"/>
                </a:lnTo>
                <a:lnTo>
                  <a:pt x="158508" y="409956"/>
                </a:lnTo>
                <a:lnTo>
                  <a:pt x="158508" y="405384"/>
                </a:lnTo>
                <a:close/>
              </a:path>
              <a:path extrusionOk="0" h="629920" w="158750">
                <a:moveTo>
                  <a:pt x="158508" y="99060"/>
                </a:moveTo>
                <a:lnTo>
                  <a:pt x="149364" y="85344"/>
                </a:lnTo>
                <a:lnTo>
                  <a:pt x="143268" y="80772"/>
                </a:lnTo>
                <a:lnTo>
                  <a:pt x="137172" y="79248"/>
                </a:lnTo>
                <a:lnTo>
                  <a:pt x="137172" y="83820"/>
                </a:lnTo>
                <a:lnTo>
                  <a:pt x="138696" y="83820"/>
                </a:lnTo>
                <a:lnTo>
                  <a:pt x="140220" y="86868"/>
                </a:lnTo>
                <a:lnTo>
                  <a:pt x="141744" y="88392"/>
                </a:lnTo>
                <a:lnTo>
                  <a:pt x="143268" y="91440"/>
                </a:lnTo>
                <a:lnTo>
                  <a:pt x="144792" y="92964"/>
                </a:lnTo>
                <a:lnTo>
                  <a:pt x="144792" y="99060"/>
                </a:lnTo>
                <a:lnTo>
                  <a:pt x="138696" y="105156"/>
                </a:lnTo>
                <a:lnTo>
                  <a:pt x="134124" y="106680"/>
                </a:lnTo>
                <a:lnTo>
                  <a:pt x="62496" y="106680"/>
                </a:lnTo>
                <a:lnTo>
                  <a:pt x="62496" y="82296"/>
                </a:lnTo>
                <a:lnTo>
                  <a:pt x="54876" y="82296"/>
                </a:lnTo>
                <a:lnTo>
                  <a:pt x="54876" y="106680"/>
                </a:lnTo>
                <a:lnTo>
                  <a:pt x="21348" y="106680"/>
                </a:lnTo>
                <a:lnTo>
                  <a:pt x="21348" y="109728"/>
                </a:lnTo>
                <a:lnTo>
                  <a:pt x="27444" y="112776"/>
                </a:lnTo>
                <a:lnTo>
                  <a:pt x="33540" y="114300"/>
                </a:lnTo>
                <a:lnTo>
                  <a:pt x="36588" y="115824"/>
                </a:lnTo>
                <a:lnTo>
                  <a:pt x="41160" y="120396"/>
                </a:lnTo>
                <a:lnTo>
                  <a:pt x="45732" y="123444"/>
                </a:lnTo>
                <a:lnTo>
                  <a:pt x="50304" y="128016"/>
                </a:lnTo>
                <a:lnTo>
                  <a:pt x="56400" y="137160"/>
                </a:lnTo>
                <a:lnTo>
                  <a:pt x="57924" y="141732"/>
                </a:lnTo>
                <a:lnTo>
                  <a:pt x="62496" y="141732"/>
                </a:lnTo>
                <a:lnTo>
                  <a:pt x="62496" y="124968"/>
                </a:lnTo>
                <a:lnTo>
                  <a:pt x="137172" y="124968"/>
                </a:lnTo>
                <a:lnTo>
                  <a:pt x="143268" y="123444"/>
                </a:lnTo>
                <a:lnTo>
                  <a:pt x="146316" y="121920"/>
                </a:lnTo>
                <a:lnTo>
                  <a:pt x="150888" y="120396"/>
                </a:lnTo>
                <a:lnTo>
                  <a:pt x="152412" y="117348"/>
                </a:lnTo>
                <a:lnTo>
                  <a:pt x="155460" y="114300"/>
                </a:lnTo>
                <a:lnTo>
                  <a:pt x="158508" y="108204"/>
                </a:lnTo>
                <a:lnTo>
                  <a:pt x="158508" y="990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1" name="Google Shape;1791;p32"/>
          <p:cNvSpPr/>
          <p:nvPr/>
        </p:nvSpPr>
        <p:spPr>
          <a:xfrm>
            <a:off x="3680460" y="6329172"/>
            <a:ext cx="151130" cy="291465"/>
          </a:xfrm>
          <a:custGeom>
            <a:rect b="b" l="l" r="r" t="t"/>
            <a:pathLst>
              <a:path extrusionOk="0" h="291465" w="151129">
                <a:moveTo>
                  <a:pt x="109728" y="140208"/>
                </a:moveTo>
                <a:lnTo>
                  <a:pt x="89903" y="140208"/>
                </a:lnTo>
                <a:lnTo>
                  <a:pt x="89903" y="198120"/>
                </a:lnTo>
                <a:lnTo>
                  <a:pt x="109728" y="198120"/>
                </a:lnTo>
                <a:lnTo>
                  <a:pt x="109728" y="140208"/>
                </a:lnTo>
                <a:close/>
              </a:path>
              <a:path extrusionOk="0" h="291465" w="151129">
                <a:moveTo>
                  <a:pt x="150876" y="233172"/>
                </a:moveTo>
                <a:lnTo>
                  <a:pt x="147828" y="233172"/>
                </a:lnTo>
                <a:lnTo>
                  <a:pt x="146304" y="239268"/>
                </a:lnTo>
                <a:lnTo>
                  <a:pt x="146304" y="243840"/>
                </a:lnTo>
                <a:lnTo>
                  <a:pt x="144780" y="245364"/>
                </a:lnTo>
                <a:lnTo>
                  <a:pt x="144780" y="248412"/>
                </a:lnTo>
                <a:lnTo>
                  <a:pt x="141732" y="249936"/>
                </a:lnTo>
                <a:lnTo>
                  <a:pt x="138684" y="249936"/>
                </a:lnTo>
                <a:lnTo>
                  <a:pt x="132588" y="251460"/>
                </a:lnTo>
                <a:lnTo>
                  <a:pt x="0" y="251460"/>
                </a:lnTo>
                <a:lnTo>
                  <a:pt x="0" y="254508"/>
                </a:lnTo>
                <a:lnTo>
                  <a:pt x="16764" y="291084"/>
                </a:lnTo>
                <a:lnTo>
                  <a:pt x="19812" y="289560"/>
                </a:lnTo>
                <a:lnTo>
                  <a:pt x="15240" y="280416"/>
                </a:lnTo>
                <a:lnTo>
                  <a:pt x="15240" y="275844"/>
                </a:lnTo>
                <a:lnTo>
                  <a:pt x="16764" y="274320"/>
                </a:lnTo>
                <a:lnTo>
                  <a:pt x="16764" y="272796"/>
                </a:lnTo>
                <a:lnTo>
                  <a:pt x="18288" y="271272"/>
                </a:lnTo>
                <a:lnTo>
                  <a:pt x="19812" y="271272"/>
                </a:lnTo>
                <a:lnTo>
                  <a:pt x="22860" y="269748"/>
                </a:lnTo>
                <a:lnTo>
                  <a:pt x="140208" y="269748"/>
                </a:lnTo>
                <a:lnTo>
                  <a:pt x="143256" y="271272"/>
                </a:lnTo>
                <a:lnTo>
                  <a:pt x="144780" y="272796"/>
                </a:lnTo>
                <a:lnTo>
                  <a:pt x="144780" y="274320"/>
                </a:lnTo>
                <a:lnTo>
                  <a:pt x="146304" y="275844"/>
                </a:lnTo>
                <a:lnTo>
                  <a:pt x="146304" y="280416"/>
                </a:lnTo>
                <a:lnTo>
                  <a:pt x="147828" y="288036"/>
                </a:lnTo>
                <a:lnTo>
                  <a:pt x="150876" y="288036"/>
                </a:lnTo>
                <a:lnTo>
                  <a:pt x="150876" y="233172"/>
                </a:lnTo>
                <a:close/>
              </a:path>
              <a:path extrusionOk="0" h="291465" w="151129">
                <a:moveTo>
                  <a:pt x="150876" y="30480"/>
                </a:moveTo>
                <a:lnTo>
                  <a:pt x="147828" y="30480"/>
                </a:lnTo>
                <a:lnTo>
                  <a:pt x="147828" y="42672"/>
                </a:lnTo>
                <a:lnTo>
                  <a:pt x="144780" y="47244"/>
                </a:lnTo>
                <a:lnTo>
                  <a:pt x="140208" y="51816"/>
                </a:lnTo>
                <a:lnTo>
                  <a:pt x="10668" y="51816"/>
                </a:lnTo>
                <a:lnTo>
                  <a:pt x="10668" y="21336"/>
                </a:lnTo>
                <a:lnTo>
                  <a:pt x="13716" y="16764"/>
                </a:lnTo>
                <a:lnTo>
                  <a:pt x="15240" y="13716"/>
                </a:lnTo>
                <a:lnTo>
                  <a:pt x="18288" y="10668"/>
                </a:lnTo>
                <a:lnTo>
                  <a:pt x="22860" y="7620"/>
                </a:lnTo>
                <a:lnTo>
                  <a:pt x="24384" y="6096"/>
                </a:lnTo>
                <a:lnTo>
                  <a:pt x="28956" y="6096"/>
                </a:lnTo>
                <a:lnTo>
                  <a:pt x="35052" y="4572"/>
                </a:lnTo>
                <a:lnTo>
                  <a:pt x="35052" y="0"/>
                </a:lnTo>
                <a:lnTo>
                  <a:pt x="3048" y="1524"/>
                </a:lnTo>
                <a:lnTo>
                  <a:pt x="3048" y="121920"/>
                </a:lnTo>
                <a:lnTo>
                  <a:pt x="35052" y="123444"/>
                </a:lnTo>
                <a:lnTo>
                  <a:pt x="35052" y="120396"/>
                </a:lnTo>
                <a:lnTo>
                  <a:pt x="22860" y="117348"/>
                </a:lnTo>
                <a:lnTo>
                  <a:pt x="19812" y="115824"/>
                </a:lnTo>
                <a:lnTo>
                  <a:pt x="15240" y="112776"/>
                </a:lnTo>
                <a:lnTo>
                  <a:pt x="12192" y="109728"/>
                </a:lnTo>
                <a:lnTo>
                  <a:pt x="12192" y="105156"/>
                </a:lnTo>
                <a:lnTo>
                  <a:pt x="10668" y="103632"/>
                </a:lnTo>
                <a:lnTo>
                  <a:pt x="10668" y="73152"/>
                </a:lnTo>
                <a:lnTo>
                  <a:pt x="132588" y="73152"/>
                </a:lnTo>
                <a:lnTo>
                  <a:pt x="138684" y="74676"/>
                </a:lnTo>
                <a:lnTo>
                  <a:pt x="141732" y="76200"/>
                </a:lnTo>
                <a:lnTo>
                  <a:pt x="144780" y="79248"/>
                </a:lnTo>
                <a:lnTo>
                  <a:pt x="147828" y="83820"/>
                </a:lnTo>
                <a:lnTo>
                  <a:pt x="147828" y="94488"/>
                </a:lnTo>
                <a:lnTo>
                  <a:pt x="150876" y="94488"/>
                </a:lnTo>
                <a:lnTo>
                  <a:pt x="150876" y="304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" name="Google Shape;1792;p32"/>
          <p:cNvSpPr/>
          <p:nvPr/>
        </p:nvSpPr>
        <p:spPr>
          <a:xfrm>
            <a:off x="3680460" y="5564124"/>
            <a:ext cx="151130" cy="661670"/>
          </a:xfrm>
          <a:custGeom>
            <a:rect b="b" l="l" r="r" t="t"/>
            <a:pathLst>
              <a:path extrusionOk="0" h="661670" w="151129">
                <a:moveTo>
                  <a:pt x="150863" y="594360"/>
                </a:moveTo>
                <a:lnTo>
                  <a:pt x="149415" y="574078"/>
                </a:lnTo>
                <a:lnTo>
                  <a:pt x="144957" y="556641"/>
                </a:lnTo>
                <a:lnTo>
                  <a:pt x="143243" y="553364"/>
                </a:lnTo>
                <a:lnTo>
                  <a:pt x="143243" y="595884"/>
                </a:lnTo>
                <a:lnTo>
                  <a:pt x="143243" y="601980"/>
                </a:lnTo>
                <a:lnTo>
                  <a:pt x="141719" y="609600"/>
                </a:lnTo>
                <a:lnTo>
                  <a:pt x="140195" y="618744"/>
                </a:lnTo>
                <a:lnTo>
                  <a:pt x="13703" y="618744"/>
                </a:lnTo>
                <a:lnTo>
                  <a:pt x="10655" y="611124"/>
                </a:lnTo>
                <a:lnTo>
                  <a:pt x="10769" y="594360"/>
                </a:lnTo>
                <a:lnTo>
                  <a:pt x="11569" y="583628"/>
                </a:lnTo>
                <a:lnTo>
                  <a:pt x="37401" y="544576"/>
                </a:lnTo>
                <a:lnTo>
                  <a:pt x="76187" y="534924"/>
                </a:lnTo>
                <a:lnTo>
                  <a:pt x="90462" y="536054"/>
                </a:lnTo>
                <a:lnTo>
                  <a:pt x="132956" y="561174"/>
                </a:lnTo>
                <a:lnTo>
                  <a:pt x="143243" y="595884"/>
                </a:lnTo>
                <a:lnTo>
                  <a:pt x="143243" y="553364"/>
                </a:lnTo>
                <a:lnTo>
                  <a:pt x="115620" y="521474"/>
                </a:lnTo>
                <a:lnTo>
                  <a:pt x="76187" y="510540"/>
                </a:lnTo>
                <a:lnTo>
                  <a:pt x="64401" y="511352"/>
                </a:lnTo>
                <a:lnTo>
                  <a:pt x="26708" y="527240"/>
                </a:lnTo>
                <a:lnTo>
                  <a:pt x="6261" y="559523"/>
                </a:lnTo>
                <a:lnTo>
                  <a:pt x="4318" y="572071"/>
                </a:lnTo>
                <a:lnTo>
                  <a:pt x="3352" y="585101"/>
                </a:lnTo>
                <a:lnTo>
                  <a:pt x="3162" y="594360"/>
                </a:lnTo>
                <a:lnTo>
                  <a:pt x="3035" y="661416"/>
                </a:lnTo>
                <a:lnTo>
                  <a:pt x="6083" y="661416"/>
                </a:lnTo>
                <a:lnTo>
                  <a:pt x="6083" y="650748"/>
                </a:lnTo>
                <a:lnTo>
                  <a:pt x="7607" y="646176"/>
                </a:lnTo>
                <a:lnTo>
                  <a:pt x="12179" y="641604"/>
                </a:lnTo>
                <a:lnTo>
                  <a:pt x="18275" y="640080"/>
                </a:lnTo>
                <a:lnTo>
                  <a:pt x="132575" y="640080"/>
                </a:lnTo>
                <a:lnTo>
                  <a:pt x="138671" y="641604"/>
                </a:lnTo>
                <a:lnTo>
                  <a:pt x="140195" y="643128"/>
                </a:lnTo>
                <a:lnTo>
                  <a:pt x="144767" y="646176"/>
                </a:lnTo>
                <a:lnTo>
                  <a:pt x="147815" y="650748"/>
                </a:lnTo>
                <a:lnTo>
                  <a:pt x="147815" y="661416"/>
                </a:lnTo>
                <a:lnTo>
                  <a:pt x="150863" y="661416"/>
                </a:lnTo>
                <a:lnTo>
                  <a:pt x="150863" y="640080"/>
                </a:lnTo>
                <a:lnTo>
                  <a:pt x="150863" y="618744"/>
                </a:lnTo>
                <a:lnTo>
                  <a:pt x="150863" y="594360"/>
                </a:lnTo>
                <a:close/>
              </a:path>
              <a:path extrusionOk="0" h="661670" w="151129">
                <a:moveTo>
                  <a:pt x="150863" y="0"/>
                </a:moveTo>
                <a:lnTo>
                  <a:pt x="147815" y="0"/>
                </a:lnTo>
                <a:lnTo>
                  <a:pt x="147815" y="10668"/>
                </a:lnTo>
                <a:lnTo>
                  <a:pt x="144767" y="15240"/>
                </a:lnTo>
                <a:lnTo>
                  <a:pt x="140195" y="19812"/>
                </a:lnTo>
                <a:lnTo>
                  <a:pt x="134099" y="21336"/>
                </a:lnTo>
                <a:lnTo>
                  <a:pt x="19799" y="21336"/>
                </a:lnTo>
                <a:lnTo>
                  <a:pt x="13703" y="19812"/>
                </a:lnTo>
                <a:lnTo>
                  <a:pt x="7607" y="16764"/>
                </a:lnTo>
                <a:lnTo>
                  <a:pt x="6083" y="12192"/>
                </a:lnTo>
                <a:lnTo>
                  <a:pt x="6083" y="0"/>
                </a:lnTo>
                <a:lnTo>
                  <a:pt x="3035" y="0"/>
                </a:lnTo>
                <a:lnTo>
                  <a:pt x="3035" y="41148"/>
                </a:lnTo>
                <a:lnTo>
                  <a:pt x="118859" y="96012"/>
                </a:lnTo>
                <a:lnTo>
                  <a:pt x="3035" y="152400"/>
                </a:lnTo>
                <a:lnTo>
                  <a:pt x="3035" y="195072"/>
                </a:lnTo>
                <a:lnTo>
                  <a:pt x="6083" y="195072"/>
                </a:lnTo>
                <a:lnTo>
                  <a:pt x="6083" y="184404"/>
                </a:lnTo>
                <a:lnTo>
                  <a:pt x="9131" y="178308"/>
                </a:lnTo>
                <a:lnTo>
                  <a:pt x="10655" y="176784"/>
                </a:lnTo>
                <a:lnTo>
                  <a:pt x="16751" y="173736"/>
                </a:lnTo>
                <a:lnTo>
                  <a:pt x="138671" y="173736"/>
                </a:lnTo>
                <a:lnTo>
                  <a:pt x="141719" y="175260"/>
                </a:lnTo>
                <a:lnTo>
                  <a:pt x="144767" y="178308"/>
                </a:lnTo>
                <a:lnTo>
                  <a:pt x="147815" y="182880"/>
                </a:lnTo>
                <a:lnTo>
                  <a:pt x="147815" y="195072"/>
                </a:lnTo>
                <a:lnTo>
                  <a:pt x="150863" y="195072"/>
                </a:lnTo>
                <a:lnTo>
                  <a:pt x="150863" y="143256"/>
                </a:lnTo>
                <a:lnTo>
                  <a:pt x="147815" y="143256"/>
                </a:lnTo>
                <a:lnTo>
                  <a:pt x="147815" y="153924"/>
                </a:lnTo>
                <a:lnTo>
                  <a:pt x="144767" y="158496"/>
                </a:lnTo>
                <a:lnTo>
                  <a:pt x="140195" y="163068"/>
                </a:lnTo>
                <a:lnTo>
                  <a:pt x="134099" y="164592"/>
                </a:lnTo>
                <a:lnTo>
                  <a:pt x="25895" y="164592"/>
                </a:lnTo>
                <a:lnTo>
                  <a:pt x="150863" y="105156"/>
                </a:lnTo>
                <a:lnTo>
                  <a:pt x="150863" y="102108"/>
                </a:lnTo>
                <a:lnTo>
                  <a:pt x="25895" y="42672"/>
                </a:lnTo>
                <a:lnTo>
                  <a:pt x="138671" y="42672"/>
                </a:lnTo>
                <a:lnTo>
                  <a:pt x="141719" y="44196"/>
                </a:lnTo>
                <a:lnTo>
                  <a:pt x="144767" y="47244"/>
                </a:lnTo>
                <a:lnTo>
                  <a:pt x="147815" y="51816"/>
                </a:lnTo>
                <a:lnTo>
                  <a:pt x="147815" y="64008"/>
                </a:lnTo>
                <a:lnTo>
                  <a:pt x="150863" y="64008"/>
                </a:lnTo>
                <a:lnTo>
                  <a:pt x="150863" y="0"/>
                </a:lnTo>
                <a:close/>
              </a:path>
              <a:path extrusionOk="0" h="661670" w="151129">
                <a:moveTo>
                  <a:pt x="150876" y="198120"/>
                </a:moveTo>
                <a:lnTo>
                  <a:pt x="147828" y="198120"/>
                </a:lnTo>
                <a:lnTo>
                  <a:pt x="146304" y="204216"/>
                </a:lnTo>
                <a:lnTo>
                  <a:pt x="144780" y="208788"/>
                </a:lnTo>
                <a:lnTo>
                  <a:pt x="94488" y="235000"/>
                </a:lnTo>
                <a:lnTo>
                  <a:pt x="94488" y="257556"/>
                </a:lnTo>
                <a:lnTo>
                  <a:pt x="94488" y="309372"/>
                </a:lnTo>
                <a:lnTo>
                  <a:pt x="33528" y="281940"/>
                </a:lnTo>
                <a:lnTo>
                  <a:pt x="94488" y="257556"/>
                </a:lnTo>
                <a:lnTo>
                  <a:pt x="94488" y="235000"/>
                </a:lnTo>
                <a:lnTo>
                  <a:pt x="0" y="272796"/>
                </a:lnTo>
                <a:lnTo>
                  <a:pt x="0" y="277368"/>
                </a:lnTo>
                <a:lnTo>
                  <a:pt x="120396" y="330708"/>
                </a:lnTo>
                <a:lnTo>
                  <a:pt x="127825" y="334124"/>
                </a:lnTo>
                <a:lnTo>
                  <a:pt x="147370" y="353263"/>
                </a:lnTo>
                <a:lnTo>
                  <a:pt x="146304" y="359664"/>
                </a:lnTo>
                <a:lnTo>
                  <a:pt x="118872" y="388620"/>
                </a:lnTo>
                <a:lnTo>
                  <a:pt x="76200" y="420624"/>
                </a:lnTo>
                <a:lnTo>
                  <a:pt x="74676" y="415556"/>
                </a:lnTo>
                <a:lnTo>
                  <a:pt x="74676" y="458724"/>
                </a:lnTo>
                <a:lnTo>
                  <a:pt x="13716" y="458724"/>
                </a:lnTo>
                <a:lnTo>
                  <a:pt x="10668" y="451104"/>
                </a:lnTo>
                <a:lnTo>
                  <a:pt x="10668" y="441960"/>
                </a:lnTo>
                <a:lnTo>
                  <a:pt x="32004" y="408432"/>
                </a:lnTo>
                <a:lnTo>
                  <a:pt x="41148" y="408432"/>
                </a:lnTo>
                <a:lnTo>
                  <a:pt x="72390" y="433768"/>
                </a:lnTo>
                <a:lnTo>
                  <a:pt x="74142" y="443484"/>
                </a:lnTo>
                <a:lnTo>
                  <a:pt x="74587" y="451104"/>
                </a:lnTo>
                <a:lnTo>
                  <a:pt x="74676" y="458724"/>
                </a:lnTo>
                <a:lnTo>
                  <a:pt x="74676" y="415556"/>
                </a:lnTo>
                <a:lnTo>
                  <a:pt x="73621" y="412051"/>
                </a:lnTo>
                <a:lnTo>
                  <a:pt x="72085" y="408432"/>
                </a:lnTo>
                <a:lnTo>
                  <a:pt x="70485" y="404622"/>
                </a:lnTo>
                <a:lnTo>
                  <a:pt x="66763" y="398335"/>
                </a:lnTo>
                <a:lnTo>
                  <a:pt x="62484" y="393192"/>
                </a:lnTo>
                <a:lnTo>
                  <a:pt x="56388" y="387096"/>
                </a:lnTo>
                <a:lnTo>
                  <a:pt x="48768" y="384048"/>
                </a:lnTo>
                <a:lnTo>
                  <a:pt x="30480" y="384048"/>
                </a:lnTo>
                <a:lnTo>
                  <a:pt x="6032" y="411670"/>
                </a:lnTo>
                <a:lnTo>
                  <a:pt x="5930" y="412051"/>
                </a:lnTo>
                <a:lnTo>
                  <a:pt x="3048" y="501396"/>
                </a:lnTo>
                <a:lnTo>
                  <a:pt x="6096" y="501396"/>
                </a:lnTo>
                <a:lnTo>
                  <a:pt x="6096" y="490728"/>
                </a:lnTo>
                <a:lnTo>
                  <a:pt x="7620" y="486156"/>
                </a:lnTo>
                <a:lnTo>
                  <a:pt x="12192" y="481584"/>
                </a:lnTo>
                <a:lnTo>
                  <a:pt x="18288" y="480060"/>
                </a:lnTo>
                <a:lnTo>
                  <a:pt x="132588" y="480060"/>
                </a:lnTo>
                <a:lnTo>
                  <a:pt x="138684" y="481584"/>
                </a:lnTo>
                <a:lnTo>
                  <a:pt x="140208" y="483108"/>
                </a:lnTo>
                <a:lnTo>
                  <a:pt x="144780" y="486156"/>
                </a:lnTo>
                <a:lnTo>
                  <a:pt x="147828" y="489204"/>
                </a:lnTo>
                <a:lnTo>
                  <a:pt x="147828" y="501396"/>
                </a:lnTo>
                <a:lnTo>
                  <a:pt x="150876" y="501396"/>
                </a:lnTo>
                <a:lnTo>
                  <a:pt x="150876" y="480060"/>
                </a:lnTo>
                <a:lnTo>
                  <a:pt x="150876" y="458724"/>
                </a:lnTo>
                <a:lnTo>
                  <a:pt x="150876" y="437388"/>
                </a:lnTo>
                <a:lnTo>
                  <a:pt x="147828" y="437388"/>
                </a:lnTo>
                <a:lnTo>
                  <a:pt x="147828" y="449580"/>
                </a:lnTo>
                <a:lnTo>
                  <a:pt x="141732" y="455676"/>
                </a:lnTo>
                <a:lnTo>
                  <a:pt x="140208" y="458724"/>
                </a:lnTo>
                <a:lnTo>
                  <a:pt x="82296" y="458724"/>
                </a:lnTo>
                <a:lnTo>
                  <a:pt x="82296" y="443484"/>
                </a:lnTo>
                <a:lnTo>
                  <a:pt x="112547" y="420624"/>
                </a:lnTo>
                <a:lnTo>
                  <a:pt x="150876" y="391668"/>
                </a:lnTo>
                <a:lnTo>
                  <a:pt x="150876" y="355092"/>
                </a:lnTo>
                <a:lnTo>
                  <a:pt x="150876" y="350520"/>
                </a:lnTo>
                <a:lnTo>
                  <a:pt x="150876" y="326136"/>
                </a:lnTo>
                <a:lnTo>
                  <a:pt x="150876" y="309372"/>
                </a:lnTo>
                <a:lnTo>
                  <a:pt x="147828" y="309372"/>
                </a:lnTo>
                <a:lnTo>
                  <a:pt x="146304" y="316992"/>
                </a:lnTo>
                <a:lnTo>
                  <a:pt x="144780" y="321564"/>
                </a:lnTo>
                <a:lnTo>
                  <a:pt x="143256" y="323088"/>
                </a:lnTo>
                <a:lnTo>
                  <a:pt x="141732" y="326136"/>
                </a:lnTo>
                <a:lnTo>
                  <a:pt x="129540" y="326136"/>
                </a:lnTo>
                <a:lnTo>
                  <a:pt x="102108" y="312420"/>
                </a:lnTo>
                <a:lnTo>
                  <a:pt x="102108" y="309372"/>
                </a:lnTo>
                <a:lnTo>
                  <a:pt x="102108" y="257556"/>
                </a:lnTo>
                <a:lnTo>
                  <a:pt x="102108" y="254508"/>
                </a:lnTo>
                <a:lnTo>
                  <a:pt x="121920" y="246888"/>
                </a:lnTo>
                <a:lnTo>
                  <a:pt x="129540" y="243840"/>
                </a:lnTo>
                <a:lnTo>
                  <a:pt x="134112" y="242316"/>
                </a:lnTo>
                <a:lnTo>
                  <a:pt x="140208" y="242316"/>
                </a:lnTo>
                <a:lnTo>
                  <a:pt x="141732" y="243840"/>
                </a:lnTo>
                <a:lnTo>
                  <a:pt x="144780" y="245364"/>
                </a:lnTo>
                <a:lnTo>
                  <a:pt x="146304" y="248412"/>
                </a:lnTo>
                <a:lnTo>
                  <a:pt x="146304" y="251460"/>
                </a:lnTo>
                <a:lnTo>
                  <a:pt x="147828" y="257556"/>
                </a:lnTo>
                <a:lnTo>
                  <a:pt x="150876" y="257556"/>
                </a:lnTo>
                <a:lnTo>
                  <a:pt x="150876" y="242316"/>
                </a:lnTo>
                <a:lnTo>
                  <a:pt x="150876" y="1981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93" name="Google Shape;1793;p32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3697223" y="5300471"/>
            <a:ext cx="137160" cy="153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794" name="Google Shape;1794;p32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3683507" y="4783836"/>
            <a:ext cx="147828" cy="416051"/>
          </a:xfrm>
          <a:prstGeom prst="rect">
            <a:avLst/>
          </a:prstGeom>
          <a:noFill/>
          <a:ln>
            <a:noFill/>
          </a:ln>
        </p:spPr>
      </p:pic>
      <p:pic>
        <p:nvPicPr>
          <p:cNvPr id="1795" name="Google Shape;1795;p32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3683508" y="4460747"/>
            <a:ext cx="150876" cy="21336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32"/>
          <p:cNvSpPr/>
          <p:nvPr/>
        </p:nvSpPr>
        <p:spPr>
          <a:xfrm>
            <a:off x="3683508" y="3698748"/>
            <a:ext cx="151130" cy="657225"/>
          </a:xfrm>
          <a:custGeom>
            <a:rect b="b" l="l" r="r" t="t"/>
            <a:pathLst>
              <a:path extrusionOk="0" h="657225" w="151129">
                <a:moveTo>
                  <a:pt x="147815" y="0"/>
                </a:moveTo>
                <a:lnTo>
                  <a:pt x="144767" y="0"/>
                </a:lnTo>
                <a:lnTo>
                  <a:pt x="144767" y="4572"/>
                </a:lnTo>
                <a:lnTo>
                  <a:pt x="143243" y="7620"/>
                </a:lnTo>
                <a:lnTo>
                  <a:pt x="141719" y="9144"/>
                </a:lnTo>
                <a:lnTo>
                  <a:pt x="141719" y="10668"/>
                </a:lnTo>
                <a:lnTo>
                  <a:pt x="138671" y="13716"/>
                </a:lnTo>
                <a:lnTo>
                  <a:pt x="135623" y="13716"/>
                </a:lnTo>
                <a:lnTo>
                  <a:pt x="131051" y="15240"/>
                </a:lnTo>
                <a:lnTo>
                  <a:pt x="65519" y="15240"/>
                </a:lnTo>
                <a:lnTo>
                  <a:pt x="60947" y="16764"/>
                </a:lnTo>
                <a:lnTo>
                  <a:pt x="54851" y="19812"/>
                </a:lnTo>
                <a:lnTo>
                  <a:pt x="50279" y="22860"/>
                </a:lnTo>
                <a:lnTo>
                  <a:pt x="47231" y="27432"/>
                </a:lnTo>
                <a:lnTo>
                  <a:pt x="44183" y="30480"/>
                </a:lnTo>
                <a:lnTo>
                  <a:pt x="44183" y="41148"/>
                </a:lnTo>
                <a:lnTo>
                  <a:pt x="45377" y="49174"/>
                </a:lnTo>
                <a:lnTo>
                  <a:pt x="49136" y="57340"/>
                </a:lnTo>
                <a:lnTo>
                  <a:pt x="55765" y="65798"/>
                </a:lnTo>
                <a:lnTo>
                  <a:pt x="65519" y="74676"/>
                </a:lnTo>
                <a:lnTo>
                  <a:pt x="44183" y="74676"/>
                </a:lnTo>
                <a:lnTo>
                  <a:pt x="44183" y="79248"/>
                </a:lnTo>
                <a:lnTo>
                  <a:pt x="56375" y="108204"/>
                </a:lnTo>
                <a:lnTo>
                  <a:pt x="59423" y="106680"/>
                </a:lnTo>
                <a:lnTo>
                  <a:pt x="57899" y="103632"/>
                </a:lnTo>
                <a:lnTo>
                  <a:pt x="56375" y="102108"/>
                </a:lnTo>
                <a:lnTo>
                  <a:pt x="56375" y="97536"/>
                </a:lnTo>
                <a:lnTo>
                  <a:pt x="59423" y="94488"/>
                </a:lnTo>
                <a:lnTo>
                  <a:pt x="60947" y="94488"/>
                </a:lnTo>
                <a:lnTo>
                  <a:pt x="63995" y="92964"/>
                </a:lnTo>
                <a:lnTo>
                  <a:pt x="137147" y="92964"/>
                </a:lnTo>
                <a:lnTo>
                  <a:pt x="140195" y="96012"/>
                </a:lnTo>
                <a:lnTo>
                  <a:pt x="143243" y="97536"/>
                </a:lnTo>
                <a:lnTo>
                  <a:pt x="144767" y="100584"/>
                </a:lnTo>
                <a:lnTo>
                  <a:pt x="144767" y="108204"/>
                </a:lnTo>
                <a:lnTo>
                  <a:pt x="147815" y="108204"/>
                </a:lnTo>
                <a:lnTo>
                  <a:pt x="147815" y="92964"/>
                </a:lnTo>
                <a:lnTo>
                  <a:pt x="147815" y="59436"/>
                </a:lnTo>
                <a:lnTo>
                  <a:pt x="144767" y="59436"/>
                </a:lnTo>
                <a:lnTo>
                  <a:pt x="144767" y="64008"/>
                </a:lnTo>
                <a:lnTo>
                  <a:pt x="143243" y="67056"/>
                </a:lnTo>
                <a:lnTo>
                  <a:pt x="143243" y="68580"/>
                </a:lnTo>
                <a:lnTo>
                  <a:pt x="141719" y="71628"/>
                </a:lnTo>
                <a:lnTo>
                  <a:pt x="140195" y="71628"/>
                </a:lnTo>
                <a:lnTo>
                  <a:pt x="137147" y="73152"/>
                </a:lnTo>
                <a:lnTo>
                  <a:pt x="135623" y="74676"/>
                </a:lnTo>
                <a:lnTo>
                  <a:pt x="71615" y="74676"/>
                </a:lnTo>
                <a:lnTo>
                  <a:pt x="57899" y="42672"/>
                </a:lnTo>
                <a:lnTo>
                  <a:pt x="59423" y="39624"/>
                </a:lnTo>
                <a:lnTo>
                  <a:pt x="63995" y="36576"/>
                </a:lnTo>
                <a:lnTo>
                  <a:pt x="67043" y="35052"/>
                </a:lnTo>
                <a:lnTo>
                  <a:pt x="74663" y="33528"/>
                </a:lnTo>
                <a:lnTo>
                  <a:pt x="138671" y="33528"/>
                </a:lnTo>
                <a:lnTo>
                  <a:pt x="141719" y="36576"/>
                </a:lnTo>
                <a:lnTo>
                  <a:pt x="144767" y="42672"/>
                </a:lnTo>
                <a:lnTo>
                  <a:pt x="144767" y="48768"/>
                </a:lnTo>
                <a:lnTo>
                  <a:pt x="147815" y="48768"/>
                </a:lnTo>
                <a:lnTo>
                  <a:pt x="147815" y="33528"/>
                </a:lnTo>
                <a:lnTo>
                  <a:pt x="147815" y="0"/>
                </a:lnTo>
                <a:close/>
              </a:path>
              <a:path extrusionOk="0" h="657225" w="151129">
                <a:moveTo>
                  <a:pt x="150863" y="393192"/>
                </a:moveTo>
                <a:lnTo>
                  <a:pt x="149745" y="388124"/>
                </a:lnTo>
                <a:lnTo>
                  <a:pt x="146481" y="382333"/>
                </a:lnTo>
                <a:lnTo>
                  <a:pt x="141224" y="376262"/>
                </a:lnTo>
                <a:lnTo>
                  <a:pt x="134099" y="370332"/>
                </a:lnTo>
                <a:lnTo>
                  <a:pt x="129527" y="370332"/>
                </a:lnTo>
                <a:lnTo>
                  <a:pt x="132575" y="374904"/>
                </a:lnTo>
                <a:lnTo>
                  <a:pt x="135623" y="377952"/>
                </a:lnTo>
                <a:lnTo>
                  <a:pt x="135623" y="379476"/>
                </a:lnTo>
                <a:lnTo>
                  <a:pt x="137147" y="381000"/>
                </a:lnTo>
                <a:lnTo>
                  <a:pt x="137147" y="382524"/>
                </a:lnTo>
                <a:lnTo>
                  <a:pt x="135623" y="384048"/>
                </a:lnTo>
                <a:lnTo>
                  <a:pt x="135623" y="385572"/>
                </a:lnTo>
                <a:lnTo>
                  <a:pt x="134099" y="385572"/>
                </a:lnTo>
                <a:lnTo>
                  <a:pt x="132575" y="387096"/>
                </a:lnTo>
                <a:lnTo>
                  <a:pt x="68567" y="387096"/>
                </a:lnTo>
                <a:lnTo>
                  <a:pt x="62471" y="388620"/>
                </a:lnTo>
                <a:lnTo>
                  <a:pt x="59423" y="388620"/>
                </a:lnTo>
                <a:lnTo>
                  <a:pt x="53327" y="391668"/>
                </a:lnTo>
                <a:lnTo>
                  <a:pt x="50279" y="394716"/>
                </a:lnTo>
                <a:lnTo>
                  <a:pt x="48755" y="399288"/>
                </a:lnTo>
                <a:lnTo>
                  <a:pt x="45707" y="403860"/>
                </a:lnTo>
                <a:lnTo>
                  <a:pt x="44183" y="411480"/>
                </a:lnTo>
                <a:lnTo>
                  <a:pt x="44246" y="422148"/>
                </a:lnTo>
                <a:lnTo>
                  <a:pt x="44361" y="425196"/>
                </a:lnTo>
                <a:lnTo>
                  <a:pt x="44488" y="428434"/>
                </a:lnTo>
                <a:lnTo>
                  <a:pt x="44615" y="429768"/>
                </a:lnTo>
                <a:lnTo>
                  <a:pt x="45707" y="436626"/>
                </a:lnTo>
                <a:lnTo>
                  <a:pt x="45808" y="436892"/>
                </a:lnTo>
                <a:lnTo>
                  <a:pt x="48044" y="442912"/>
                </a:lnTo>
                <a:lnTo>
                  <a:pt x="51803" y="448056"/>
                </a:lnTo>
                <a:lnTo>
                  <a:pt x="56375" y="454152"/>
                </a:lnTo>
                <a:lnTo>
                  <a:pt x="62471" y="457200"/>
                </a:lnTo>
                <a:lnTo>
                  <a:pt x="74663" y="457200"/>
                </a:lnTo>
                <a:lnTo>
                  <a:pt x="80759" y="451104"/>
                </a:lnTo>
                <a:lnTo>
                  <a:pt x="80759" y="445008"/>
                </a:lnTo>
                <a:lnTo>
                  <a:pt x="76187" y="440436"/>
                </a:lnTo>
                <a:lnTo>
                  <a:pt x="73139" y="438912"/>
                </a:lnTo>
                <a:lnTo>
                  <a:pt x="59423" y="438912"/>
                </a:lnTo>
                <a:lnTo>
                  <a:pt x="57899" y="437388"/>
                </a:lnTo>
                <a:lnTo>
                  <a:pt x="54851" y="435864"/>
                </a:lnTo>
                <a:lnTo>
                  <a:pt x="51803" y="432816"/>
                </a:lnTo>
                <a:lnTo>
                  <a:pt x="51803" y="417576"/>
                </a:lnTo>
                <a:lnTo>
                  <a:pt x="53327" y="413004"/>
                </a:lnTo>
                <a:lnTo>
                  <a:pt x="56375" y="409956"/>
                </a:lnTo>
                <a:lnTo>
                  <a:pt x="60947" y="406908"/>
                </a:lnTo>
                <a:lnTo>
                  <a:pt x="67043" y="405384"/>
                </a:lnTo>
                <a:lnTo>
                  <a:pt x="82283" y="405384"/>
                </a:lnTo>
                <a:lnTo>
                  <a:pt x="86601" y="417982"/>
                </a:lnTo>
                <a:lnTo>
                  <a:pt x="90474" y="428434"/>
                </a:lnTo>
                <a:lnTo>
                  <a:pt x="115811" y="460248"/>
                </a:lnTo>
                <a:lnTo>
                  <a:pt x="118859" y="461772"/>
                </a:lnTo>
                <a:lnTo>
                  <a:pt x="132575" y="461772"/>
                </a:lnTo>
                <a:lnTo>
                  <a:pt x="138671" y="460248"/>
                </a:lnTo>
                <a:lnTo>
                  <a:pt x="147815" y="451104"/>
                </a:lnTo>
                <a:lnTo>
                  <a:pt x="150863" y="445008"/>
                </a:lnTo>
                <a:lnTo>
                  <a:pt x="150863" y="443484"/>
                </a:lnTo>
                <a:lnTo>
                  <a:pt x="150863" y="432816"/>
                </a:lnTo>
                <a:lnTo>
                  <a:pt x="149339" y="429768"/>
                </a:lnTo>
                <a:lnTo>
                  <a:pt x="147815" y="425196"/>
                </a:lnTo>
                <a:lnTo>
                  <a:pt x="146291" y="422148"/>
                </a:lnTo>
                <a:lnTo>
                  <a:pt x="141719" y="416052"/>
                </a:lnTo>
                <a:lnTo>
                  <a:pt x="137147" y="410718"/>
                </a:lnTo>
                <a:lnTo>
                  <a:pt x="137147" y="422148"/>
                </a:lnTo>
                <a:lnTo>
                  <a:pt x="137147" y="432816"/>
                </a:lnTo>
                <a:lnTo>
                  <a:pt x="128003" y="441960"/>
                </a:lnTo>
                <a:lnTo>
                  <a:pt x="123431" y="443484"/>
                </a:lnTo>
                <a:lnTo>
                  <a:pt x="114287" y="443484"/>
                </a:lnTo>
                <a:lnTo>
                  <a:pt x="108191" y="440436"/>
                </a:lnTo>
                <a:lnTo>
                  <a:pt x="100571" y="432816"/>
                </a:lnTo>
                <a:lnTo>
                  <a:pt x="92951" y="417576"/>
                </a:lnTo>
                <a:lnTo>
                  <a:pt x="89903" y="405384"/>
                </a:lnTo>
                <a:lnTo>
                  <a:pt x="126479" y="405384"/>
                </a:lnTo>
                <a:lnTo>
                  <a:pt x="132575" y="414528"/>
                </a:lnTo>
                <a:lnTo>
                  <a:pt x="137147" y="422148"/>
                </a:lnTo>
                <a:lnTo>
                  <a:pt x="137147" y="410718"/>
                </a:lnTo>
                <a:lnTo>
                  <a:pt x="132575" y="405384"/>
                </a:lnTo>
                <a:lnTo>
                  <a:pt x="138671" y="405384"/>
                </a:lnTo>
                <a:lnTo>
                  <a:pt x="143243" y="403860"/>
                </a:lnTo>
                <a:lnTo>
                  <a:pt x="149339" y="400812"/>
                </a:lnTo>
                <a:lnTo>
                  <a:pt x="150863" y="397764"/>
                </a:lnTo>
                <a:lnTo>
                  <a:pt x="150863" y="393192"/>
                </a:lnTo>
                <a:close/>
              </a:path>
              <a:path extrusionOk="0" h="657225" w="151129">
                <a:moveTo>
                  <a:pt x="150863" y="252984"/>
                </a:moveTo>
                <a:lnTo>
                  <a:pt x="147815" y="245364"/>
                </a:lnTo>
                <a:lnTo>
                  <a:pt x="141719" y="239268"/>
                </a:lnTo>
                <a:lnTo>
                  <a:pt x="135623" y="231648"/>
                </a:lnTo>
                <a:lnTo>
                  <a:pt x="129527" y="228600"/>
                </a:lnTo>
                <a:lnTo>
                  <a:pt x="120383" y="228600"/>
                </a:lnTo>
                <a:lnTo>
                  <a:pt x="83807" y="266700"/>
                </a:lnTo>
                <a:lnTo>
                  <a:pt x="80759" y="272796"/>
                </a:lnTo>
                <a:lnTo>
                  <a:pt x="77711" y="277368"/>
                </a:lnTo>
                <a:lnTo>
                  <a:pt x="74663" y="280416"/>
                </a:lnTo>
                <a:lnTo>
                  <a:pt x="68567" y="283464"/>
                </a:lnTo>
                <a:lnTo>
                  <a:pt x="60947" y="283464"/>
                </a:lnTo>
                <a:lnTo>
                  <a:pt x="57899" y="281940"/>
                </a:lnTo>
                <a:lnTo>
                  <a:pt x="51803" y="275844"/>
                </a:lnTo>
                <a:lnTo>
                  <a:pt x="51803" y="259080"/>
                </a:lnTo>
                <a:lnTo>
                  <a:pt x="53327" y="252984"/>
                </a:lnTo>
                <a:lnTo>
                  <a:pt x="56375" y="249936"/>
                </a:lnTo>
                <a:lnTo>
                  <a:pt x="59423" y="245364"/>
                </a:lnTo>
                <a:lnTo>
                  <a:pt x="67043" y="240792"/>
                </a:lnTo>
                <a:lnTo>
                  <a:pt x="77711" y="239268"/>
                </a:lnTo>
                <a:lnTo>
                  <a:pt x="77711" y="236220"/>
                </a:lnTo>
                <a:lnTo>
                  <a:pt x="44183" y="236220"/>
                </a:lnTo>
                <a:lnTo>
                  <a:pt x="44183" y="239268"/>
                </a:lnTo>
                <a:lnTo>
                  <a:pt x="45707" y="239268"/>
                </a:lnTo>
                <a:lnTo>
                  <a:pt x="47231" y="240792"/>
                </a:lnTo>
                <a:lnTo>
                  <a:pt x="47231" y="242316"/>
                </a:lnTo>
                <a:lnTo>
                  <a:pt x="48755" y="242316"/>
                </a:lnTo>
                <a:lnTo>
                  <a:pt x="48755" y="245364"/>
                </a:lnTo>
                <a:lnTo>
                  <a:pt x="47231" y="246888"/>
                </a:lnTo>
                <a:lnTo>
                  <a:pt x="45707" y="251460"/>
                </a:lnTo>
                <a:lnTo>
                  <a:pt x="44183" y="257556"/>
                </a:lnTo>
                <a:lnTo>
                  <a:pt x="44183" y="274320"/>
                </a:lnTo>
                <a:lnTo>
                  <a:pt x="45707" y="281940"/>
                </a:lnTo>
                <a:lnTo>
                  <a:pt x="57899" y="294132"/>
                </a:lnTo>
                <a:lnTo>
                  <a:pt x="63995" y="297180"/>
                </a:lnTo>
                <a:lnTo>
                  <a:pt x="79235" y="297180"/>
                </a:lnTo>
                <a:lnTo>
                  <a:pt x="83807" y="295656"/>
                </a:lnTo>
                <a:lnTo>
                  <a:pt x="91427" y="288036"/>
                </a:lnTo>
                <a:lnTo>
                  <a:pt x="94170" y="283464"/>
                </a:lnTo>
                <a:lnTo>
                  <a:pt x="95999" y="280416"/>
                </a:lnTo>
                <a:lnTo>
                  <a:pt x="102095" y="269748"/>
                </a:lnTo>
                <a:lnTo>
                  <a:pt x="106667" y="259080"/>
                </a:lnTo>
                <a:lnTo>
                  <a:pt x="111239" y="252984"/>
                </a:lnTo>
                <a:lnTo>
                  <a:pt x="117335" y="246888"/>
                </a:lnTo>
                <a:lnTo>
                  <a:pt x="121907" y="245364"/>
                </a:lnTo>
                <a:lnTo>
                  <a:pt x="131051" y="245364"/>
                </a:lnTo>
                <a:lnTo>
                  <a:pt x="135623" y="246888"/>
                </a:lnTo>
                <a:lnTo>
                  <a:pt x="141719" y="252984"/>
                </a:lnTo>
                <a:lnTo>
                  <a:pt x="143243" y="257556"/>
                </a:lnTo>
                <a:lnTo>
                  <a:pt x="143243" y="269748"/>
                </a:lnTo>
                <a:lnTo>
                  <a:pt x="140195" y="275844"/>
                </a:lnTo>
                <a:lnTo>
                  <a:pt x="131051" y="288036"/>
                </a:lnTo>
                <a:lnTo>
                  <a:pt x="124955" y="291084"/>
                </a:lnTo>
                <a:lnTo>
                  <a:pt x="117335" y="294132"/>
                </a:lnTo>
                <a:lnTo>
                  <a:pt x="117335" y="297180"/>
                </a:lnTo>
                <a:lnTo>
                  <a:pt x="150863" y="297180"/>
                </a:lnTo>
                <a:lnTo>
                  <a:pt x="150863" y="294132"/>
                </a:lnTo>
                <a:lnTo>
                  <a:pt x="147815" y="292608"/>
                </a:lnTo>
                <a:lnTo>
                  <a:pt x="146291" y="291084"/>
                </a:lnTo>
                <a:lnTo>
                  <a:pt x="146291" y="283464"/>
                </a:lnTo>
                <a:lnTo>
                  <a:pt x="149339" y="275844"/>
                </a:lnTo>
                <a:lnTo>
                  <a:pt x="150863" y="268224"/>
                </a:lnTo>
                <a:lnTo>
                  <a:pt x="150863" y="252984"/>
                </a:lnTo>
                <a:close/>
              </a:path>
              <a:path extrusionOk="0" h="657225" w="151129">
                <a:moveTo>
                  <a:pt x="150876" y="518160"/>
                </a:moveTo>
                <a:lnTo>
                  <a:pt x="30480" y="475488"/>
                </a:lnTo>
                <a:lnTo>
                  <a:pt x="21336" y="472440"/>
                </a:lnTo>
                <a:lnTo>
                  <a:pt x="9144" y="466344"/>
                </a:lnTo>
                <a:lnTo>
                  <a:pt x="4572" y="461772"/>
                </a:lnTo>
                <a:lnTo>
                  <a:pt x="3048" y="458724"/>
                </a:lnTo>
                <a:lnTo>
                  <a:pt x="3048" y="452628"/>
                </a:lnTo>
                <a:lnTo>
                  <a:pt x="0" y="452628"/>
                </a:lnTo>
                <a:lnTo>
                  <a:pt x="0" y="495300"/>
                </a:lnTo>
                <a:lnTo>
                  <a:pt x="3048" y="495300"/>
                </a:lnTo>
                <a:lnTo>
                  <a:pt x="3048" y="487680"/>
                </a:lnTo>
                <a:lnTo>
                  <a:pt x="4572" y="484632"/>
                </a:lnTo>
                <a:lnTo>
                  <a:pt x="4572" y="483108"/>
                </a:lnTo>
                <a:lnTo>
                  <a:pt x="7620" y="480060"/>
                </a:lnTo>
                <a:lnTo>
                  <a:pt x="9144" y="480060"/>
                </a:lnTo>
                <a:lnTo>
                  <a:pt x="10668" y="478536"/>
                </a:lnTo>
                <a:lnTo>
                  <a:pt x="15240" y="478536"/>
                </a:lnTo>
                <a:lnTo>
                  <a:pt x="21336" y="480060"/>
                </a:lnTo>
                <a:lnTo>
                  <a:pt x="32004" y="483108"/>
                </a:lnTo>
                <a:lnTo>
                  <a:pt x="112776" y="513588"/>
                </a:lnTo>
                <a:lnTo>
                  <a:pt x="22860" y="544068"/>
                </a:lnTo>
                <a:lnTo>
                  <a:pt x="16764" y="545592"/>
                </a:lnTo>
                <a:lnTo>
                  <a:pt x="9144" y="545592"/>
                </a:lnTo>
                <a:lnTo>
                  <a:pt x="7620" y="544068"/>
                </a:lnTo>
                <a:lnTo>
                  <a:pt x="4572" y="542544"/>
                </a:lnTo>
                <a:lnTo>
                  <a:pt x="3048" y="541020"/>
                </a:lnTo>
                <a:lnTo>
                  <a:pt x="3048" y="530352"/>
                </a:lnTo>
                <a:lnTo>
                  <a:pt x="0" y="530352"/>
                </a:lnTo>
                <a:lnTo>
                  <a:pt x="0" y="588264"/>
                </a:lnTo>
                <a:lnTo>
                  <a:pt x="3048" y="588264"/>
                </a:lnTo>
                <a:lnTo>
                  <a:pt x="3048" y="579120"/>
                </a:lnTo>
                <a:lnTo>
                  <a:pt x="7620" y="574548"/>
                </a:lnTo>
                <a:lnTo>
                  <a:pt x="7620" y="573024"/>
                </a:lnTo>
                <a:lnTo>
                  <a:pt x="9144" y="573024"/>
                </a:lnTo>
                <a:lnTo>
                  <a:pt x="12192" y="569976"/>
                </a:lnTo>
                <a:lnTo>
                  <a:pt x="16764" y="568452"/>
                </a:lnTo>
                <a:lnTo>
                  <a:pt x="19812" y="566928"/>
                </a:lnTo>
                <a:lnTo>
                  <a:pt x="30480" y="563880"/>
                </a:lnTo>
                <a:lnTo>
                  <a:pt x="42672" y="559308"/>
                </a:lnTo>
                <a:lnTo>
                  <a:pt x="112776" y="580644"/>
                </a:lnTo>
                <a:lnTo>
                  <a:pt x="30480" y="611124"/>
                </a:lnTo>
                <a:lnTo>
                  <a:pt x="19812" y="614172"/>
                </a:lnTo>
                <a:lnTo>
                  <a:pt x="13716" y="615696"/>
                </a:lnTo>
                <a:lnTo>
                  <a:pt x="9144" y="615696"/>
                </a:lnTo>
                <a:lnTo>
                  <a:pt x="7620" y="614172"/>
                </a:lnTo>
                <a:lnTo>
                  <a:pt x="4572" y="612648"/>
                </a:lnTo>
                <a:lnTo>
                  <a:pt x="3048" y="609600"/>
                </a:lnTo>
                <a:lnTo>
                  <a:pt x="3048" y="600456"/>
                </a:lnTo>
                <a:lnTo>
                  <a:pt x="0" y="600456"/>
                </a:lnTo>
                <a:lnTo>
                  <a:pt x="0" y="656844"/>
                </a:lnTo>
                <a:lnTo>
                  <a:pt x="3048" y="656844"/>
                </a:lnTo>
                <a:lnTo>
                  <a:pt x="3048" y="649224"/>
                </a:lnTo>
                <a:lnTo>
                  <a:pt x="6096" y="643128"/>
                </a:lnTo>
                <a:lnTo>
                  <a:pt x="7620" y="641604"/>
                </a:lnTo>
                <a:lnTo>
                  <a:pt x="10668" y="640080"/>
                </a:lnTo>
                <a:lnTo>
                  <a:pt x="12192" y="640080"/>
                </a:lnTo>
                <a:lnTo>
                  <a:pt x="18288" y="637032"/>
                </a:lnTo>
                <a:lnTo>
                  <a:pt x="27432" y="633984"/>
                </a:lnTo>
                <a:lnTo>
                  <a:pt x="150876" y="589788"/>
                </a:lnTo>
                <a:lnTo>
                  <a:pt x="150876" y="582168"/>
                </a:lnTo>
                <a:lnTo>
                  <a:pt x="57912" y="554736"/>
                </a:lnTo>
                <a:lnTo>
                  <a:pt x="150876" y="522732"/>
                </a:lnTo>
                <a:lnTo>
                  <a:pt x="150876" y="518160"/>
                </a:lnTo>
                <a:close/>
              </a:path>
              <a:path extrusionOk="0" h="657225" w="151129">
                <a:moveTo>
                  <a:pt x="150876" y="327660"/>
                </a:moveTo>
                <a:lnTo>
                  <a:pt x="141732" y="313944"/>
                </a:lnTo>
                <a:lnTo>
                  <a:pt x="135636" y="309372"/>
                </a:lnTo>
                <a:lnTo>
                  <a:pt x="129540" y="306324"/>
                </a:lnTo>
                <a:lnTo>
                  <a:pt x="129540" y="310896"/>
                </a:lnTo>
                <a:lnTo>
                  <a:pt x="132588" y="313944"/>
                </a:lnTo>
                <a:lnTo>
                  <a:pt x="135636" y="320040"/>
                </a:lnTo>
                <a:lnTo>
                  <a:pt x="137160" y="321564"/>
                </a:lnTo>
                <a:lnTo>
                  <a:pt x="137160" y="327660"/>
                </a:lnTo>
                <a:lnTo>
                  <a:pt x="131064" y="333756"/>
                </a:lnTo>
                <a:lnTo>
                  <a:pt x="54864" y="333756"/>
                </a:lnTo>
                <a:lnTo>
                  <a:pt x="54864" y="310896"/>
                </a:lnTo>
                <a:lnTo>
                  <a:pt x="47244" y="310896"/>
                </a:lnTo>
                <a:lnTo>
                  <a:pt x="47244" y="333756"/>
                </a:lnTo>
                <a:lnTo>
                  <a:pt x="13716" y="333756"/>
                </a:lnTo>
                <a:lnTo>
                  <a:pt x="13716" y="336804"/>
                </a:lnTo>
                <a:lnTo>
                  <a:pt x="19812" y="341376"/>
                </a:lnTo>
                <a:lnTo>
                  <a:pt x="25908" y="342900"/>
                </a:lnTo>
                <a:lnTo>
                  <a:pt x="28956" y="344424"/>
                </a:lnTo>
                <a:lnTo>
                  <a:pt x="33528" y="348996"/>
                </a:lnTo>
                <a:lnTo>
                  <a:pt x="38100" y="352044"/>
                </a:lnTo>
                <a:lnTo>
                  <a:pt x="42672" y="356616"/>
                </a:lnTo>
                <a:lnTo>
                  <a:pt x="48768" y="365760"/>
                </a:lnTo>
                <a:lnTo>
                  <a:pt x="50292" y="368808"/>
                </a:lnTo>
                <a:lnTo>
                  <a:pt x="54864" y="368808"/>
                </a:lnTo>
                <a:lnTo>
                  <a:pt x="54864" y="352044"/>
                </a:lnTo>
                <a:lnTo>
                  <a:pt x="135636" y="352044"/>
                </a:lnTo>
                <a:lnTo>
                  <a:pt x="138684" y="350520"/>
                </a:lnTo>
                <a:lnTo>
                  <a:pt x="143256" y="348996"/>
                </a:lnTo>
                <a:lnTo>
                  <a:pt x="144780" y="345948"/>
                </a:lnTo>
                <a:lnTo>
                  <a:pt x="147828" y="342900"/>
                </a:lnTo>
                <a:lnTo>
                  <a:pt x="150876" y="336804"/>
                </a:lnTo>
                <a:lnTo>
                  <a:pt x="150876" y="327660"/>
                </a:lnTo>
                <a:close/>
              </a:path>
              <a:path extrusionOk="0" h="657225" w="151129">
                <a:moveTo>
                  <a:pt x="150876" y="166116"/>
                </a:moveTo>
                <a:lnTo>
                  <a:pt x="150749" y="164592"/>
                </a:lnTo>
                <a:lnTo>
                  <a:pt x="150317" y="159308"/>
                </a:lnTo>
                <a:lnTo>
                  <a:pt x="148780" y="152781"/>
                </a:lnTo>
                <a:lnTo>
                  <a:pt x="146367" y="146837"/>
                </a:lnTo>
                <a:lnTo>
                  <a:pt x="143256" y="141732"/>
                </a:lnTo>
                <a:lnTo>
                  <a:pt x="143256" y="161544"/>
                </a:lnTo>
                <a:lnTo>
                  <a:pt x="142125" y="168122"/>
                </a:lnTo>
                <a:lnTo>
                  <a:pt x="109156" y="191262"/>
                </a:lnTo>
                <a:lnTo>
                  <a:pt x="88836" y="193535"/>
                </a:lnTo>
                <a:lnTo>
                  <a:pt x="79146" y="193535"/>
                </a:lnTo>
                <a:lnTo>
                  <a:pt x="73152" y="192024"/>
                </a:lnTo>
                <a:lnTo>
                  <a:pt x="67056" y="188976"/>
                </a:lnTo>
                <a:lnTo>
                  <a:pt x="60960" y="187452"/>
                </a:lnTo>
                <a:lnTo>
                  <a:pt x="56388" y="184404"/>
                </a:lnTo>
                <a:lnTo>
                  <a:pt x="54864" y="179832"/>
                </a:lnTo>
                <a:lnTo>
                  <a:pt x="51816" y="176784"/>
                </a:lnTo>
                <a:lnTo>
                  <a:pt x="51816" y="160020"/>
                </a:lnTo>
                <a:lnTo>
                  <a:pt x="54864" y="153924"/>
                </a:lnTo>
                <a:lnTo>
                  <a:pt x="90741" y="137756"/>
                </a:lnTo>
                <a:lnTo>
                  <a:pt x="103632" y="137160"/>
                </a:lnTo>
                <a:lnTo>
                  <a:pt x="113322" y="137477"/>
                </a:lnTo>
                <a:lnTo>
                  <a:pt x="143256" y="161544"/>
                </a:lnTo>
                <a:lnTo>
                  <a:pt x="143256" y="141732"/>
                </a:lnTo>
                <a:lnTo>
                  <a:pt x="108204" y="118681"/>
                </a:lnTo>
                <a:lnTo>
                  <a:pt x="94488" y="117348"/>
                </a:lnTo>
                <a:lnTo>
                  <a:pt x="85382" y="117944"/>
                </a:lnTo>
                <a:lnTo>
                  <a:pt x="47993" y="144018"/>
                </a:lnTo>
                <a:lnTo>
                  <a:pt x="44183" y="164592"/>
                </a:lnTo>
                <a:lnTo>
                  <a:pt x="44259" y="174117"/>
                </a:lnTo>
                <a:lnTo>
                  <a:pt x="70104" y="205740"/>
                </a:lnTo>
                <a:lnTo>
                  <a:pt x="97536" y="213360"/>
                </a:lnTo>
                <a:lnTo>
                  <a:pt x="106654" y="212534"/>
                </a:lnTo>
                <a:lnTo>
                  <a:pt x="140589" y="194627"/>
                </a:lnTo>
                <a:lnTo>
                  <a:pt x="141351" y="193535"/>
                </a:lnTo>
                <a:lnTo>
                  <a:pt x="146304" y="186499"/>
                </a:lnTo>
                <a:lnTo>
                  <a:pt x="149733" y="176961"/>
                </a:lnTo>
                <a:lnTo>
                  <a:pt x="149745" y="176784"/>
                </a:lnTo>
                <a:lnTo>
                  <a:pt x="150876" y="1661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97" name="Google Shape;1797;p32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3942588" y="8074152"/>
            <a:ext cx="158495" cy="14889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98" name="Google Shape;1798;p32"/>
          <p:cNvGrpSpPr/>
          <p:nvPr/>
        </p:nvGrpSpPr>
        <p:grpSpPr>
          <a:xfrm>
            <a:off x="4480559" y="9076943"/>
            <a:ext cx="153924" cy="462280"/>
            <a:chOff x="4480559" y="9076943"/>
            <a:chExt cx="153924" cy="462280"/>
          </a:xfrm>
        </p:grpSpPr>
        <p:sp>
          <p:nvSpPr>
            <p:cNvPr id="1799" name="Google Shape;1799;p32"/>
            <p:cNvSpPr/>
            <p:nvPr/>
          </p:nvSpPr>
          <p:spPr>
            <a:xfrm>
              <a:off x="4480560" y="9480804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1"/>
                  </a:moveTo>
                  <a:lnTo>
                    <a:pt x="0" y="22859"/>
                  </a:lnTo>
                  <a:lnTo>
                    <a:pt x="0" y="18287"/>
                  </a:lnTo>
                  <a:lnTo>
                    <a:pt x="140208" y="18287"/>
                  </a:lnTo>
                  <a:lnTo>
                    <a:pt x="143256" y="16763"/>
                  </a:lnTo>
                  <a:lnTo>
                    <a:pt x="146304" y="13715"/>
                  </a:lnTo>
                  <a:lnTo>
                    <a:pt x="146304" y="12191"/>
                  </a:lnTo>
                  <a:lnTo>
                    <a:pt x="147828" y="7619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7828" y="48767"/>
                  </a:lnTo>
                  <a:lnTo>
                    <a:pt x="146304" y="44195"/>
                  </a:lnTo>
                  <a:lnTo>
                    <a:pt x="146304" y="42671"/>
                  </a:lnTo>
                  <a:lnTo>
                    <a:pt x="141732" y="38099"/>
                  </a:lnTo>
                  <a:lnTo>
                    <a:pt x="140208" y="38099"/>
                  </a:lnTo>
                  <a:lnTo>
                    <a:pt x="134112" y="36575"/>
                  </a:lnTo>
                  <a:lnTo>
                    <a:pt x="32004" y="36575"/>
                  </a:lnTo>
                  <a:lnTo>
                    <a:pt x="25908" y="38099"/>
                  </a:lnTo>
                  <a:lnTo>
                    <a:pt x="21336" y="38099"/>
                  </a:lnTo>
                  <a:lnTo>
                    <a:pt x="18288" y="39623"/>
                  </a:lnTo>
                  <a:lnTo>
                    <a:pt x="18288" y="41147"/>
                  </a:lnTo>
                  <a:lnTo>
                    <a:pt x="16764" y="42671"/>
                  </a:lnTo>
                  <a:lnTo>
                    <a:pt x="16764" y="51815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00" name="Google Shape;1800;p32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4480559" y="9130283"/>
              <a:ext cx="152400" cy="3139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01" name="Google Shape;1801;p32"/>
            <p:cNvSpPr/>
            <p:nvPr/>
          </p:nvSpPr>
          <p:spPr>
            <a:xfrm>
              <a:off x="4527803" y="9076943"/>
              <a:ext cx="106680" cy="24765"/>
            </a:xfrm>
            <a:custGeom>
              <a:rect b="b" l="l" r="r" t="t"/>
              <a:pathLst>
                <a:path extrusionOk="0" h="24765" w="106679">
                  <a:moveTo>
                    <a:pt x="15240" y="24384"/>
                  </a:moveTo>
                  <a:lnTo>
                    <a:pt x="9144" y="24384"/>
                  </a:lnTo>
                  <a:lnTo>
                    <a:pt x="6096" y="22860"/>
                  </a:lnTo>
                  <a:lnTo>
                    <a:pt x="1524" y="18288"/>
                  </a:lnTo>
                  <a:lnTo>
                    <a:pt x="0" y="15240"/>
                  </a:lnTo>
                  <a:lnTo>
                    <a:pt x="0" y="7620"/>
                  </a:lnTo>
                  <a:lnTo>
                    <a:pt x="1524" y="4572"/>
                  </a:lnTo>
                  <a:lnTo>
                    <a:pt x="6096" y="0"/>
                  </a:lnTo>
                  <a:lnTo>
                    <a:pt x="18288" y="0"/>
                  </a:lnTo>
                  <a:lnTo>
                    <a:pt x="22860" y="4572"/>
                  </a:lnTo>
                  <a:lnTo>
                    <a:pt x="24384" y="7620"/>
                  </a:lnTo>
                  <a:lnTo>
                    <a:pt x="24384" y="15240"/>
                  </a:lnTo>
                  <a:lnTo>
                    <a:pt x="22860" y="18288"/>
                  </a:lnTo>
                  <a:lnTo>
                    <a:pt x="18288" y="22860"/>
                  </a:lnTo>
                  <a:lnTo>
                    <a:pt x="15240" y="24384"/>
                  </a:lnTo>
                  <a:close/>
                </a:path>
                <a:path extrusionOk="0" h="24765" w="106679">
                  <a:moveTo>
                    <a:pt x="97536" y="24384"/>
                  </a:moveTo>
                  <a:lnTo>
                    <a:pt x="91440" y="24384"/>
                  </a:lnTo>
                  <a:lnTo>
                    <a:pt x="88392" y="22860"/>
                  </a:lnTo>
                  <a:lnTo>
                    <a:pt x="83820" y="18288"/>
                  </a:lnTo>
                  <a:lnTo>
                    <a:pt x="82296" y="15240"/>
                  </a:lnTo>
                  <a:lnTo>
                    <a:pt x="82296" y="7620"/>
                  </a:lnTo>
                  <a:lnTo>
                    <a:pt x="83820" y="4572"/>
                  </a:lnTo>
                  <a:lnTo>
                    <a:pt x="88392" y="0"/>
                  </a:lnTo>
                  <a:lnTo>
                    <a:pt x="100584" y="0"/>
                  </a:lnTo>
                  <a:lnTo>
                    <a:pt x="103632" y="3048"/>
                  </a:lnTo>
                  <a:lnTo>
                    <a:pt x="105156" y="6096"/>
                  </a:lnTo>
                  <a:lnTo>
                    <a:pt x="106680" y="7620"/>
                  </a:lnTo>
                  <a:lnTo>
                    <a:pt x="106680" y="15240"/>
                  </a:lnTo>
                  <a:lnTo>
                    <a:pt x="105156" y="18288"/>
                  </a:lnTo>
                  <a:lnTo>
                    <a:pt x="100584" y="22860"/>
                  </a:lnTo>
                  <a:lnTo>
                    <a:pt x="97536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802" name="Google Shape;1802;p32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475988" y="8092440"/>
            <a:ext cx="158496" cy="80162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3" name="Google Shape;1803;p32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4475988" y="7232903"/>
            <a:ext cx="158495" cy="6964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4" name="Google Shape;1804;p32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475988" y="6748271"/>
            <a:ext cx="158496" cy="315468"/>
          </a:xfrm>
          <a:prstGeom prst="rect">
            <a:avLst/>
          </a:prstGeom>
          <a:noFill/>
          <a:ln>
            <a:noFill/>
          </a:ln>
        </p:spPr>
      </p:pic>
      <p:sp>
        <p:nvSpPr>
          <p:cNvPr id="1805" name="Google Shape;1805;p32"/>
          <p:cNvSpPr/>
          <p:nvPr/>
        </p:nvSpPr>
        <p:spPr>
          <a:xfrm>
            <a:off x="4475975" y="5446776"/>
            <a:ext cx="158750" cy="1122045"/>
          </a:xfrm>
          <a:custGeom>
            <a:rect b="b" l="l" r="r" t="t"/>
            <a:pathLst>
              <a:path extrusionOk="0" h="1122045" w="158750">
                <a:moveTo>
                  <a:pt x="24384" y="742188"/>
                </a:moveTo>
                <a:lnTo>
                  <a:pt x="22860" y="739140"/>
                </a:lnTo>
                <a:lnTo>
                  <a:pt x="19812" y="737616"/>
                </a:lnTo>
                <a:lnTo>
                  <a:pt x="18288" y="734568"/>
                </a:lnTo>
                <a:lnTo>
                  <a:pt x="15240" y="733044"/>
                </a:lnTo>
                <a:lnTo>
                  <a:pt x="9144" y="733044"/>
                </a:lnTo>
                <a:lnTo>
                  <a:pt x="6096" y="734568"/>
                </a:lnTo>
                <a:lnTo>
                  <a:pt x="1524" y="739140"/>
                </a:lnTo>
                <a:lnTo>
                  <a:pt x="0" y="742188"/>
                </a:lnTo>
                <a:lnTo>
                  <a:pt x="0" y="749808"/>
                </a:lnTo>
                <a:lnTo>
                  <a:pt x="1524" y="751332"/>
                </a:lnTo>
                <a:lnTo>
                  <a:pt x="3048" y="754380"/>
                </a:lnTo>
                <a:lnTo>
                  <a:pt x="6096" y="757428"/>
                </a:lnTo>
                <a:lnTo>
                  <a:pt x="18288" y="757428"/>
                </a:lnTo>
                <a:lnTo>
                  <a:pt x="19812" y="754380"/>
                </a:lnTo>
                <a:lnTo>
                  <a:pt x="24384" y="749808"/>
                </a:lnTo>
                <a:lnTo>
                  <a:pt x="24384" y="742188"/>
                </a:lnTo>
                <a:close/>
              </a:path>
              <a:path extrusionOk="0" h="1122045" w="158750">
                <a:moveTo>
                  <a:pt x="114312" y="649224"/>
                </a:moveTo>
                <a:lnTo>
                  <a:pt x="94488" y="649224"/>
                </a:lnTo>
                <a:lnTo>
                  <a:pt x="94488" y="707136"/>
                </a:lnTo>
                <a:lnTo>
                  <a:pt x="114312" y="707136"/>
                </a:lnTo>
                <a:lnTo>
                  <a:pt x="114312" y="649224"/>
                </a:lnTo>
                <a:close/>
              </a:path>
              <a:path extrusionOk="0" h="1122045" w="158750">
                <a:moveTo>
                  <a:pt x="155448" y="778764"/>
                </a:moveTo>
                <a:lnTo>
                  <a:pt x="152400" y="778764"/>
                </a:lnTo>
                <a:lnTo>
                  <a:pt x="152400" y="783336"/>
                </a:lnTo>
                <a:lnTo>
                  <a:pt x="150876" y="786384"/>
                </a:lnTo>
                <a:lnTo>
                  <a:pt x="150876" y="787908"/>
                </a:lnTo>
                <a:lnTo>
                  <a:pt x="146304" y="792480"/>
                </a:lnTo>
                <a:lnTo>
                  <a:pt x="143256" y="792480"/>
                </a:lnTo>
                <a:lnTo>
                  <a:pt x="138684" y="794004"/>
                </a:lnTo>
                <a:lnTo>
                  <a:pt x="73152" y="794004"/>
                </a:lnTo>
                <a:lnTo>
                  <a:pt x="68580" y="795528"/>
                </a:lnTo>
                <a:lnTo>
                  <a:pt x="62484" y="798576"/>
                </a:lnTo>
                <a:lnTo>
                  <a:pt x="57912" y="801624"/>
                </a:lnTo>
                <a:lnTo>
                  <a:pt x="56388" y="806196"/>
                </a:lnTo>
                <a:lnTo>
                  <a:pt x="53340" y="809244"/>
                </a:lnTo>
                <a:lnTo>
                  <a:pt x="51816" y="813816"/>
                </a:lnTo>
                <a:lnTo>
                  <a:pt x="51816" y="824484"/>
                </a:lnTo>
                <a:lnTo>
                  <a:pt x="53340" y="830580"/>
                </a:lnTo>
                <a:lnTo>
                  <a:pt x="56388" y="835152"/>
                </a:lnTo>
                <a:lnTo>
                  <a:pt x="57912" y="839724"/>
                </a:lnTo>
                <a:lnTo>
                  <a:pt x="64008" y="845820"/>
                </a:lnTo>
                <a:lnTo>
                  <a:pt x="73152" y="853440"/>
                </a:lnTo>
                <a:lnTo>
                  <a:pt x="67056" y="854964"/>
                </a:lnTo>
                <a:lnTo>
                  <a:pt x="60960" y="858012"/>
                </a:lnTo>
                <a:lnTo>
                  <a:pt x="57912" y="862584"/>
                </a:lnTo>
                <a:lnTo>
                  <a:pt x="53340" y="867156"/>
                </a:lnTo>
                <a:lnTo>
                  <a:pt x="51816" y="871728"/>
                </a:lnTo>
                <a:lnTo>
                  <a:pt x="51816" y="885444"/>
                </a:lnTo>
                <a:lnTo>
                  <a:pt x="53340" y="890016"/>
                </a:lnTo>
                <a:lnTo>
                  <a:pt x="54864" y="893064"/>
                </a:lnTo>
                <a:lnTo>
                  <a:pt x="60960" y="899160"/>
                </a:lnTo>
                <a:lnTo>
                  <a:pt x="60960" y="900684"/>
                </a:lnTo>
                <a:lnTo>
                  <a:pt x="73152" y="912876"/>
                </a:lnTo>
                <a:lnTo>
                  <a:pt x="51816" y="912876"/>
                </a:lnTo>
                <a:lnTo>
                  <a:pt x="51816" y="917448"/>
                </a:lnTo>
                <a:lnTo>
                  <a:pt x="64008" y="946404"/>
                </a:lnTo>
                <a:lnTo>
                  <a:pt x="67056" y="944880"/>
                </a:lnTo>
                <a:lnTo>
                  <a:pt x="65532" y="941832"/>
                </a:lnTo>
                <a:lnTo>
                  <a:pt x="65532" y="934212"/>
                </a:lnTo>
                <a:lnTo>
                  <a:pt x="67056" y="934212"/>
                </a:lnTo>
                <a:lnTo>
                  <a:pt x="67056" y="932688"/>
                </a:lnTo>
                <a:lnTo>
                  <a:pt x="68580" y="932688"/>
                </a:lnTo>
                <a:lnTo>
                  <a:pt x="71628" y="931164"/>
                </a:lnTo>
                <a:lnTo>
                  <a:pt x="143256" y="931164"/>
                </a:lnTo>
                <a:lnTo>
                  <a:pt x="146304" y="932688"/>
                </a:lnTo>
                <a:lnTo>
                  <a:pt x="147828" y="932688"/>
                </a:lnTo>
                <a:lnTo>
                  <a:pt x="150876" y="935736"/>
                </a:lnTo>
                <a:lnTo>
                  <a:pt x="152400" y="938784"/>
                </a:lnTo>
                <a:lnTo>
                  <a:pt x="152400" y="946404"/>
                </a:lnTo>
                <a:lnTo>
                  <a:pt x="155448" y="946404"/>
                </a:lnTo>
                <a:lnTo>
                  <a:pt x="155448" y="931164"/>
                </a:lnTo>
                <a:lnTo>
                  <a:pt x="155448" y="897636"/>
                </a:lnTo>
                <a:lnTo>
                  <a:pt x="152400" y="897636"/>
                </a:lnTo>
                <a:lnTo>
                  <a:pt x="152400" y="905256"/>
                </a:lnTo>
                <a:lnTo>
                  <a:pt x="146304" y="911352"/>
                </a:lnTo>
                <a:lnTo>
                  <a:pt x="143256" y="911352"/>
                </a:lnTo>
                <a:lnTo>
                  <a:pt x="138684" y="912876"/>
                </a:lnTo>
                <a:lnTo>
                  <a:pt x="79248" y="912876"/>
                </a:lnTo>
                <a:lnTo>
                  <a:pt x="74676" y="909828"/>
                </a:lnTo>
                <a:lnTo>
                  <a:pt x="71628" y="905256"/>
                </a:lnTo>
                <a:lnTo>
                  <a:pt x="68580" y="899160"/>
                </a:lnTo>
                <a:lnTo>
                  <a:pt x="67056" y="894588"/>
                </a:lnTo>
                <a:lnTo>
                  <a:pt x="65532" y="891540"/>
                </a:lnTo>
                <a:lnTo>
                  <a:pt x="65532" y="882396"/>
                </a:lnTo>
                <a:lnTo>
                  <a:pt x="67056" y="877824"/>
                </a:lnTo>
                <a:lnTo>
                  <a:pt x="76200" y="871728"/>
                </a:lnTo>
                <a:lnTo>
                  <a:pt x="143256" y="871728"/>
                </a:lnTo>
                <a:lnTo>
                  <a:pt x="146304" y="873252"/>
                </a:lnTo>
                <a:lnTo>
                  <a:pt x="149352" y="873252"/>
                </a:lnTo>
                <a:lnTo>
                  <a:pt x="149352" y="876300"/>
                </a:lnTo>
                <a:lnTo>
                  <a:pt x="150876" y="877824"/>
                </a:lnTo>
                <a:lnTo>
                  <a:pt x="152400" y="880872"/>
                </a:lnTo>
                <a:lnTo>
                  <a:pt x="152400" y="886968"/>
                </a:lnTo>
                <a:lnTo>
                  <a:pt x="155448" y="886968"/>
                </a:lnTo>
                <a:lnTo>
                  <a:pt x="155448" y="871728"/>
                </a:lnTo>
                <a:lnTo>
                  <a:pt x="155448" y="853440"/>
                </a:lnTo>
                <a:lnTo>
                  <a:pt x="155448" y="838200"/>
                </a:lnTo>
                <a:lnTo>
                  <a:pt x="152400" y="838200"/>
                </a:lnTo>
                <a:lnTo>
                  <a:pt x="152400" y="842772"/>
                </a:lnTo>
                <a:lnTo>
                  <a:pt x="150876" y="845820"/>
                </a:lnTo>
                <a:lnTo>
                  <a:pt x="150876" y="847344"/>
                </a:lnTo>
                <a:lnTo>
                  <a:pt x="149352" y="850392"/>
                </a:lnTo>
                <a:lnTo>
                  <a:pt x="147828" y="851916"/>
                </a:lnTo>
                <a:lnTo>
                  <a:pt x="144780" y="851916"/>
                </a:lnTo>
                <a:lnTo>
                  <a:pt x="140208" y="853440"/>
                </a:lnTo>
                <a:lnTo>
                  <a:pt x="79248" y="853440"/>
                </a:lnTo>
                <a:lnTo>
                  <a:pt x="73152" y="847344"/>
                </a:lnTo>
                <a:lnTo>
                  <a:pt x="70104" y="842772"/>
                </a:lnTo>
                <a:lnTo>
                  <a:pt x="68580" y="839724"/>
                </a:lnTo>
                <a:lnTo>
                  <a:pt x="65532" y="835152"/>
                </a:lnTo>
                <a:lnTo>
                  <a:pt x="65532" y="821436"/>
                </a:lnTo>
                <a:lnTo>
                  <a:pt x="67056" y="816864"/>
                </a:lnTo>
                <a:lnTo>
                  <a:pt x="71628" y="815340"/>
                </a:lnTo>
                <a:lnTo>
                  <a:pt x="76200" y="812292"/>
                </a:lnTo>
                <a:lnTo>
                  <a:pt x="146304" y="812292"/>
                </a:lnTo>
                <a:lnTo>
                  <a:pt x="149352" y="815340"/>
                </a:lnTo>
                <a:lnTo>
                  <a:pt x="152400" y="821436"/>
                </a:lnTo>
                <a:lnTo>
                  <a:pt x="152400" y="827532"/>
                </a:lnTo>
                <a:lnTo>
                  <a:pt x="155448" y="827532"/>
                </a:lnTo>
                <a:lnTo>
                  <a:pt x="155448" y="812292"/>
                </a:lnTo>
                <a:lnTo>
                  <a:pt x="155448" y="778764"/>
                </a:lnTo>
                <a:close/>
              </a:path>
              <a:path extrusionOk="0" h="1122045" w="158750">
                <a:moveTo>
                  <a:pt x="155448" y="719328"/>
                </a:moveTo>
                <a:lnTo>
                  <a:pt x="152400" y="719328"/>
                </a:lnTo>
                <a:lnTo>
                  <a:pt x="152400" y="728472"/>
                </a:lnTo>
                <a:lnTo>
                  <a:pt x="147828" y="733044"/>
                </a:lnTo>
                <a:lnTo>
                  <a:pt x="146304" y="733044"/>
                </a:lnTo>
                <a:lnTo>
                  <a:pt x="143256" y="734568"/>
                </a:lnTo>
                <a:lnTo>
                  <a:pt x="51816" y="734568"/>
                </a:lnTo>
                <a:lnTo>
                  <a:pt x="51816" y="739140"/>
                </a:lnTo>
                <a:lnTo>
                  <a:pt x="64008" y="768096"/>
                </a:lnTo>
                <a:lnTo>
                  <a:pt x="67056" y="766572"/>
                </a:lnTo>
                <a:lnTo>
                  <a:pt x="65532" y="765048"/>
                </a:lnTo>
                <a:lnTo>
                  <a:pt x="65532" y="757428"/>
                </a:lnTo>
                <a:lnTo>
                  <a:pt x="68580" y="754380"/>
                </a:lnTo>
                <a:lnTo>
                  <a:pt x="74676" y="754380"/>
                </a:lnTo>
                <a:lnTo>
                  <a:pt x="82296" y="752856"/>
                </a:lnTo>
                <a:lnTo>
                  <a:pt x="138684" y="752856"/>
                </a:lnTo>
                <a:lnTo>
                  <a:pt x="143256" y="754380"/>
                </a:lnTo>
                <a:lnTo>
                  <a:pt x="146304" y="754380"/>
                </a:lnTo>
                <a:lnTo>
                  <a:pt x="152400" y="760476"/>
                </a:lnTo>
                <a:lnTo>
                  <a:pt x="152400" y="768096"/>
                </a:lnTo>
                <a:lnTo>
                  <a:pt x="155448" y="768096"/>
                </a:lnTo>
                <a:lnTo>
                  <a:pt x="155448" y="752856"/>
                </a:lnTo>
                <a:lnTo>
                  <a:pt x="155448" y="719328"/>
                </a:lnTo>
                <a:close/>
              </a:path>
              <a:path extrusionOk="0" h="1122045" w="158750">
                <a:moveTo>
                  <a:pt x="155448" y="0"/>
                </a:moveTo>
                <a:lnTo>
                  <a:pt x="152400" y="0"/>
                </a:lnTo>
                <a:lnTo>
                  <a:pt x="152400" y="4572"/>
                </a:lnTo>
                <a:lnTo>
                  <a:pt x="150876" y="7620"/>
                </a:lnTo>
                <a:lnTo>
                  <a:pt x="150876" y="9144"/>
                </a:lnTo>
                <a:lnTo>
                  <a:pt x="149352" y="12192"/>
                </a:lnTo>
                <a:lnTo>
                  <a:pt x="147828" y="13716"/>
                </a:lnTo>
                <a:lnTo>
                  <a:pt x="146304" y="13716"/>
                </a:lnTo>
                <a:lnTo>
                  <a:pt x="143256" y="15240"/>
                </a:lnTo>
                <a:lnTo>
                  <a:pt x="80772" y="15240"/>
                </a:lnTo>
                <a:lnTo>
                  <a:pt x="73152" y="16764"/>
                </a:lnTo>
                <a:lnTo>
                  <a:pt x="68580" y="18288"/>
                </a:lnTo>
                <a:lnTo>
                  <a:pt x="62484" y="19812"/>
                </a:lnTo>
                <a:lnTo>
                  <a:pt x="57912" y="22860"/>
                </a:lnTo>
                <a:lnTo>
                  <a:pt x="56388" y="27432"/>
                </a:lnTo>
                <a:lnTo>
                  <a:pt x="53340" y="32004"/>
                </a:lnTo>
                <a:lnTo>
                  <a:pt x="51816" y="36576"/>
                </a:lnTo>
                <a:lnTo>
                  <a:pt x="51816" y="45720"/>
                </a:lnTo>
                <a:lnTo>
                  <a:pt x="53340" y="51816"/>
                </a:lnTo>
                <a:lnTo>
                  <a:pt x="56388" y="56388"/>
                </a:lnTo>
                <a:lnTo>
                  <a:pt x="57912" y="62484"/>
                </a:lnTo>
                <a:lnTo>
                  <a:pt x="64008" y="68580"/>
                </a:lnTo>
                <a:lnTo>
                  <a:pt x="73152" y="74676"/>
                </a:lnTo>
                <a:lnTo>
                  <a:pt x="67056" y="76200"/>
                </a:lnTo>
                <a:lnTo>
                  <a:pt x="60960" y="79248"/>
                </a:lnTo>
                <a:lnTo>
                  <a:pt x="57912" y="83820"/>
                </a:lnTo>
                <a:lnTo>
                  <a:pt x="53340" y="88392"/>
                </a:lnTo>
                <a:lnTo>
                  <a:pt x="51816" y="94488"/>
                </a:lnTo>
                <a:lnTo>
                  <a:pt x="51816" y="106680"/>
                </a:lnTo>
                <a:lnTo>
                  <a:pt x="53340" y="111252"/>
                </a:lnTo>
                <a:lnTo>
                  <a:pt x="54864" y="114300"/>
                </a:lnTo>
                <a:lnTo>
                  <a:pt x="57912" y="118872"/>
                </a:lnTo>
                <a:lnTo>
                  <a:pt x="60960" y="121920"/>
                </a:lnTo>
                <a:lnTo>
                  <a:pt x="60960" y="123444"/>
                </a:lnTo>
                <a:lnTo>
                  <a:pt x="65532" y="126492"/>
                </a:lnTo>
                <a:lnTo>
                  <a:pt x="73152" y="134112"/>
                </a:lnTo>
                <a:lnTo>
                  <a:pt x="51816" y="134112"/>
                </a:lnTo>
                <a:lnTo>
                  <a:pt x="51816" y="138684"/>
                </a:lnTo>
                <a:lnTo>
                  <a:pt x="64008" y="167640"/>
                </a:lnTo>
                <a:lnTo>
                  <a:pt x="67056" y="166116"/>
                </a:lnTo>
                <a:lnTo>
                  <a:pt x="65532" y="163068"/>
                </a:lnTo>
                <a:lnTo>
                  <a:pt x="65532" y="156972"/>
                </a:lnTo>
                <a:lnTo>
                  <a:pt x="67056" y="155448"/>
                </a:lnTo>
                <a:lnTo>
                  <a:pt x="67056" y="153924"/>
                </a:lnTo>
                <a:lnTo>
                  <a:pt x="71628" y="153924"/>
                </a:lnTo>
                <a:lnTo>
                  <a:pt x="74676" y="152400"/>
                </a:lnTo>
                <a:lnTo>
                  <a:pt x="143256" y="152400"/>
                </a:lnTo>
                <a:lnTo>
                  <a:pt x="146304" y="153924"/>
                </a:lnTo>
                <a:lnTo>
                  <a:pt x="152400" y="160020"/>
                </a:lnTo>
                <a:lnTo>
                  <a:pt x="152400" y="167640"/>
                </a:lnTo>
                <a:lnTo>
                  <a:pt x="155448" y="167640"/>
                </a:lnTo>
                <a:lnTo>
                  <a:pt x="155448" y="152400"/>
                </a:lnTo>
                <a:lnTo>
                  <a:pt x="155448" y="118872"/>
                </a:lnTo>
                <a:lnTo>
                  <a:pt x="152400" y="118872"/>
                </a:lnTo>
                <a:lnTo>
                  <a:pt x="152400" y="128016"/>
                </a:lnTo>
                <a:lnTo>
                  <a:pt x="147828" y="132588"/>
                </a:lnTo>
                <a:lnTo>
                  <a:pt x="146304" y="132588"/>
                </a:lnTo>
                <a:lnTo>
                  <a:pt x="143256" y="134112"/>
                </a:lnTo>
                <a:lnTo>
                  <a:pt x="79248" y="134112"/>
                </a:lnTo>
                <a:lnTo>
                  <a:pt x="74676" y="131064"/>
                </a:lnTo>
                <a:lnTo>
                  <a:pt x="71628" y="126492"/>
                </a:lnTo>
                <a:lnTo>
                  <a:pt x="67056" y="117348"/>
                </a:lnTo>
                <a:lnTo>
                  <a:pt x="65532" y="112776"/>
                </a:lnTo>
                <a:lnTo>
                  <a:pt x="65532" y="103632"/>
                </a:lnTo>
                <a:lnTo>
                  <a:pt x="67056" y="99060"/>
                </a:lnTo>
                <a:lnTo>
                  <a:pt x="71628" y="96012"/>
                </a:lnTo>
                <a:lnTo>
                  <a:pt x="80772" y="92964"/>
                </a:lnTo>
                <a:lnTo>
                  <a:pt x="143256" y="92964"/>
                </a:lnTo>
                <a:lnTo>
                  <a:pt x="149352" y="96012"/>
                </a:lnTo>
                <a:lnTo>
                  <a:pt x="149352" y="97536"/>
                </a:lnTo>
                <a:lnTo>
                  <a:pt x="150876" y="99060"/>
                </a:lnTo>
                <a:lnTo>
                  <a:pt x="152400" y="103632"/>
                </a:lnTo>
                <a:lnTo>
                  <a:pt x="152400" y="108204"/>
                </a:lnTo>
                <a:lnTo>
                  <a:pt x="155448" y="108204"/>
                </a:lnTo>
                <a:lnTo>
                  <a:pt x="155448" y="92964"/>
                </a:lnTo>
                <a:lnTo>
                  <a:pt x="155448" y="74676"/>
                </a:lnTo>
                <a:lnTo>
                  <a:pt x="155448" y="59436"/>
                </a:lnTo>
                <a:lnTo>
                  <a:pt x="152400" y="59436"/>
                </a:lnTo>
                <a:lnTo>
                  <a:pt x="152400" y="64008"/>
                </a:lnTo>
                <a:lnTo>
                  <a:pt x="150876" y="67056"/>
                </a:lnTo>
                <a:lnTo>
                  <a:pt x="150876" y="70104"/>
                </a:lnTo>
                <a:lnTo>
                  <a:pt x="147828" y="73152"/>
                </a:lnTo>
                <a:lnTo>
                  <a:pt x="146304" y="73152"/>
                </a:lnTo>
                <a:lnTo>
                  <a:pt x="144780" y="74676"/>
                </a:lnTo>
                <a:lnTo>
                  <a:pt x="79248" y="74676"/>
                </a:lnTo>
                <a:lnTo>
                  <a:pt x="73152" y="68580"/>
                </a:lnTo>
                <a:lnTo>
                  <a:pt x="70104" y="64008"/>
                </a:lnTo>
                <a:lnTo>
                  <a:pt x="68580" y="60960"/>
                </a:lnTo>
                <a:lnTo>
                  <a:pt x="65532" y="56388"/>
                </a:lnTo>
                <a:lnTo>
                  <a:pt x="65532" y="44196"/>
                </a:lnTo>
                <a:lnTo>
                  <a:pt x="67056" y="39624"/>
                </a:lnTo>
                <a:lnTo>
                  <a:pt x="71628" y="36576"/>
                </a:lnTo>
                <a:lnTo>
                  <a:pt x="80772" y="33528"/>
                </a:lnTo>
                <a:lnTo>
                  <a:pt x="143256" y="33528"/>
                </a:lnTo>
                <a:lnTo>
                  <a:pt x="146304" y="35052"/>
                </a:lnTo>
                <a:lnTo>
                  <a:pt x="147828" y="35052"/>
                </a:lnTo>
                <a:lnTo>
                  <a:pt x="149352" y="38100"/>
                </a:lnTo>
                <a:lnTo>
                  <a:pt x="150876" y="39624"/>
                </a:lnTo>
                <a:lnTo>
                  <a:pt x="152400" y="42672"/>
                </a:lnTo>
                <a:lnTo>
                  <a:pt x="152400" y="48768"/>
                </a:lnTo>
                <a:lnTo>
                  <a:pt x="155448" y="48768"/>
                </a:lnTo>
                <a:lnTo>
                  <a:pt x="155448" y="33528"/>
                </a:lnTo>
                <a:lnTo>
                  <a:pt x="155448" y="0"/>
                </a:lnTo>
                <a:close/>
              </a:path>
              <a:path extrusionOk="0" h="1122045" w="158750">
                <a:moveTo>
                  <a:pt x="158496" y="1078992"/>
                </a:moveTo>
                <a:lnTo>
                  <a:pt x="155448" y="1069848"/>
                </a:lnTo>
                <a:lnTo>
                  <a:pt x="149352" y="1063752"/>
                </a:lnTo>
                <a:lnTo>
                  <a:pt x="144780" y="1056132"/>
                </a:lnTo>
                <a:lnTo>
                  <a:pt x="137160" y="1053084"/>
                </a:lnTo>
                <a:lnTo>
                  <a:pt x="128016" y="1053084"/>
                </a:lnTo>
                <a:lnTo>
                  <a:pt x="91440" y="1091184"/>
                </a:lnTo>
                <a:lnTo>
                  <a:pt x="88392" y="1098804"/>
                </a:lnTo>
                <a:lnTo>
                  <a:pt x="82296" y="1104900"/>
                </a:lnTo>
                <a:lnTo>
                  <a:pt x="76200" y="1107948"/>
                </a:lnTo>
                <a:lnTo>
                  <a:pt x="68580" y="1107948"/>
                </a:lnTo>
                <a:lnTo>
                  <a:pt x="65532" y="1106424"/>
                </a:lnTo>
                <a:lnTo>
                  <a:pt x="62484" y="1103376"/>
                </a:lnTo>
                <a:lnTo>
                  <a:pt x="60960" y="1100328"/>
                </a:lnTo>
                <a:lnTo>
                  <a:pt x="59436" y="1095756"/>
                </a:lnTo>
                <a:lnTo>
                  <a:pt x="59436" y="1083564"/>
                </a:lnTo>
                <a:lnTo>
                  <a:pt x="85344" y="1063752"/>
                </a:lnTo>
                <a:lnTo>
                  <a:pt x="85344" y="1060704"/>
                </a:lnTo>
                <a:lnTo>
                  <a:pt x="51816" y="1060704"/>
                </a:lnTo>
                <a:lnTo>
                  <a:pt x="51816" y="1063752"/>
                </a:lnTo>
                <a:lnTo>
                  <a:pt x="53340" y="1063752"/>
                </a:lnTo>
                <a:lnTo>
                  <a:pt x="56388" y="1066800"/>
                </a:lnTo>
                <a:lnTo>
                  <a:pt x="56388" y="1069848"/>
                </a:lnTo>
                <a:lnTo>
                  <a:pt x="54864" y="1072896"/>
                </a:lnTo>
                <a:lnTo>
                  <a:pt x="54864" y="1075944"/>
                </a:lnTo>
                <a:lnTo>
                  <a:pt x="51816" y="1082040"/>
                </a:lnTo>
                <a:lnTo>
                  <a:pt x="51816" y="1100328"/>
                </a:lnTo>
                <a:lnTo>
                  <a:pt x="54864" y="1106424"/>
                </a:lnTo>
                <a:lnTo>
                  <a:pt x="59436" y="1112520"/>
                </a:lnTo>
                <a:lnTo>
                  <a:pt x="65532" y="1118616"/>
                </a:lnTo>
                <a:lnTo>
                  <a:pt x="71628" y="1121664"/>
                </a:lnTo>
                <a:lnTo>
                  <a:pt x="86868" y="1121664"/>
                </a:lnTo>
                <a:lnTo>
                  <a:pt x="91440" y="1120140"/>
                </a:lnTo>
                <a:lnTo>
                  <a:pt x="96012" y="1115568"/>
                </a:lnTo>
                <a:lnTo>
                  <a:pt x="100584" y="1112520"/>
                </a:lnTo>
                <a:lnTo>
                  <a:pt x="104013" y="1107948"/>
                </a:lnTo>
                <a:lnTo>
                  <a:pt x="105156" y="1106424"/>
                </a:lnTo>
                <a:lnTo>
                  <a:pt x="114300" y="1085088"/>
                </a:lnTo>
                <a:lnTo>
                  <a:pt x="118872" y="1077468"/>
                </a:lnTo>
                <a:lnTo>
                  <a:pt x="121920" y="1074420"/>
                </a:lnTo>
                <a:lnTo>
                  <a:pt x="126492" y="1071372"/>
                </a:lnTo>
                <a:lnTo>
                  <a:pt x="129540" y="1069848"/>
                </a:lnTo>
                <a:lnTo>
                  <a:pt x="140208" y="1069848"/>
                </a:lnTo>
                <a:lnTo>
                  <a:pt x="143256" y="1071372"/>
                </a:lnTo>
                <a:lnTo>
                  <a:pt x="149352" y="1077468"/>
                </a:lnTo>
                <a:lnTo>
                  <a:pt x="150876" y="1082040"/>
                </a:lnTo>
                <a:lnTo>
                  <a:pt x="150876" y="1094232"/>
                </a:lnTo>
                <a:lnTo>
                  <a:pt x="144780" y="1106424"/>
                </a:lnTo>
                <a:lnTo>
                  <a:pt x="140208" y="1112520"/>
                </a:lnTo>
                <a:lnTo>
                  <a:pt x="124968" y="1118616"/>
                </a:lnTo>
                <a:lnTo>
                  <a:pt x="124968" y="1121664"/>
                </a:lnTo>
                <a:lnTo>
                  <a:pt x="158496" y="1121664"/>
                </a:lnTo>
                <a:lnTo>
                  <a:pt x="158496" y="1118616"/>
                </a:lnTo>
                <a:lnTo>
                  <a:pt x="155448" y="1117092"/>
                </a:lnTo>
                <a:lnTo>
                  <a:pt x="153924" y="1115568"/>
                </a:lnTo>
                <a:lnTo>
                  <a:pt x="153924" y="1110996"/>
                </a:lnTo>
                <a:lnTo>
                  <a:pt x="155448" y="1107948"/>
                </a:lnTo>
                <a:lnTo>
                  <a:pt x="158496" y="1092708"/>
                </a:lnTo>
                <a:lnTo>
                  <a:pt x="158496" y="1078992"/>
                </a:lnTo>
                <a:close/>
              </a:path>
              <a:path extrusionOk="0" h="1122045" w="158750">
                <a:moveTo>
                  <a:pt x="158496" y="996696"/>
                </a:moveTo>
                <a:lnTo>
                  <a:pt x="133731" y="960120"/>
                </a:lnTo>
                <a:lnTo>
                  <a:pt x="118872" y="955548"/>
                </a:lnTo>
                <a:lnTo>
                  <a:pt x="117348" y="958596"/>
                </a:lnTo>
                <a:lnTo>
                  <a:pt x="132588" y="966216"/>
                </a:lnTo>
                <a:lnTo>
                  <a:pt x="135636" y="970788"/>
                </a:lnTo>
                <a:lnTo>
                  <a:pt x="138684" y="976884"/>
                </a:lnTo>
                <a:lnTo>
                  <a:pt x="140208" y="981456"/>
                </a:lnTo>
                <a:lnTo>
                  <a:pt x="140208" y="988987"/>
                </a:lnTo>
                <a:lnTo>
                  <a:pt x="113538" y="1021651"/>
                </a:lnTo>
                <a:lnTo>
                  <a:pt x="94488" y="1024128"/>
                </a:lnTo>
                <a:lnTo>
                  <a:pt x="94488" y="978408"/>
                </a:lnTo>
                <a:lnTo>
                  <a:pt x="94488" y="955548"/>
                </a:lnTo>
                <a:lnTo>
                  <a:pt x="86868" y="956208"/>
                </a:lnTo>
                <a:lnTo>
                  <a:pt x="86868" y="978408"/>
                </a:lnTo>
                <a:lnTo>
                  <a:pt x="86868" y="1024128"/>
                </a:lnTo>
                <a:lnTo>
                  <a:pt x="77724" y="1024128"/>
                </a:lnTo>
                <a:lnTo>
                  <a:pt x="71628" y="1021080"/>
                </a:lnTo>
                <a:lnTo>
                  <a:pt x="67056" y="1016508"/>
                </a:lnTo>
                <a:lnTo>
                  <a:pt x="60960" y="1011936"/>
                </a:lnTo>
                <a:lnTo>
                  <a:pt x="59436" y="1005840"/>
                </a:lnTo>
                <a:lnTo>
                  <a:pt x="59436" y="996696"/>
                </a:lnTo>
                <a:lnTo>
                  <a:pt x="60960" y="992124"/>
                </a:lnTo>
                <a:lnTo>
                  <a:pt x="62585" y="988987"/>
                </a:lnTo>
                <a:lnTo>
                  <a:pt x="68580" y="982980"/>
                </a:lnTo>
                <a:lnTo>
                  <a:pt x="73152" y="981456"/>
                </a:lnTo>
                <a:lnTo>
                  <a:pt x="74676" y="979932"/>
                </a:lnTo>
                <a:lnTo>
                  <a:pt x="80772" y="979932"/>
                </a:lnTo>
                <a:lnTo>
                  <a:pt x="86868" y="978408"/>
                </a:lnTo>
                <a:lnTo>
                  <a:pt x="86868" y="956208"/>
                </a:lnTo>
                <a:lnTo>
                  <a:pt x="54292" y="978789"/>
                </a:lnTo>
                <a:lnTo>
                  <a:pt x="51943" y="992124"/>
                </a:lnTo>
                <a:lnTo>
                  <a:pt x="52019" y="995895"/>
                </a:lnTo>
                <a:lnTo>
                  <a:pt x="52095" y="996696"/>
                </a:lnTo>
                <a:lnTo>
                  <a:pt x="52679" y="1003388"/>
                </a:lnTo>
                <a:lnTo>
                  <a:pt x="83248" y="1036701"/>
                </a:lnTo>
                <a:lnTo>
                  <a:pt x="106680" y="1039368"/>
                </a:lnTo>
                <a:lnTo>
                  <a:pt x="117563" y="1038758"/>
                </a:lnTo>
                <a:lnTo>
                  <a:pt x="127444" y="1036701"/>
                </a:lnTo>
                <a:lnTo>
                  <a:pt x="136474" y="1032941"/>
                </a:lnTo>
                <a:lnTo>
                  <a:pt x="144780" y="1027176"/>
                </a:lnTo>
                <a:lnTo>
                  <a:pt x="147434" y="1024128"/>
                </a:lnTo>
                <a:lnTo>
                  <a:pt x="150787" y="1020279"/>
                </a:lnTo>
                <a:lnTo>
                  <a:pt x="155067" y="1013079"/>
                </a:lnTo>
                <a:lnTo>
                  <a:pt x="157645" y="1005319"/>
                </a:lnTo>
                <a:lnTo>
                  <a:pt x="158496" y="996696"/>
                </a:lnTo>
                <a:close/>
              </a:path>
              <a:path extrusionOk="0" h="1122045" w="158750">
                <a:moveTo>
                  <a:pt x="158496" y="588264"/>
                </a:moveTo>
                <a:lnTo>
                  <a:pt x="135445" y="553021"/>
                </a:lnTo>
                <a:lnTo>
                  <a:pt x="117348" y="547116"/>
                </a:lnTo>
                <a:lnTo>
                  <a:pt x="115824" y="550164"/>
                </a:lnTo>
                <a:lnTo>
                  <a:pt x="124968" y="553212"/>
                </a:lnTo>
                <a:lnTo>
                  <a:pt x="131064" y="557784"/>
                </a:lnTo>
                <a:lnTo>
                  <a:pt x="134112" y="560832"/>
                </a:lnTo>
                <a:lnTo>
                  <a:pt x="140208" y="573024"/>
                </a:lnTo>
                <a:lnTo>
                  <a:pt x="140208" y="580644"/>
                </a:lnTo>
                <a:lnTo>
                  <a:pt x="111633" y="610362"/>
                </a:lnTo>
                <a:lnTo>
                  <a:pt x="94488" y="612648"/>
                </a:lnTo>
                <a:lnTo>
                  <a:pt x="86779" y="612076"/>
                </a:lnTo>
                <a:lnTo>
                  <a:pt x="79629" y="610362"/>
                </a:lnTo>
                <a:lnTo>
                  <a:pt x="73063" y="607504"/>
                </a:lnTo>
                <a:lnTo>
                  <a:pt x="62484" y="600456"/>
                </a:lnTo>
                <a:lnTo>
                  <a:pt x="59436" y="594360"/>
                </a:lnTo>
                <a:lnTo>
                  <a:pt x="59436" y="582168"/>
                </a:lnTo>
                <a:lnTo>
                  <a:pt x="60960" y="579120"/>
                </a:lnTo>
                <a:lnTo>
                  <a:pt x="62484" y="577596"/>
                </a:lnTo>
                <a:lnTo>
                  <a:pt x="64008" y="574548"/>
                </a:lnTo>
                <a:lnTo>
                  <a:pt x="68580" y="573024"/>
                </a:lnTo>
                <a:lnTo>
                  <a:pt x="76200" y="573024"/>
                </a:lnTo>
                <a:lnTo>
                  <a:pt x="79248" y="571500"/>
                </a:lnTo>
                <a:lnTo>
                  <a:pt x="80772" y="569976"/>
                </a:lnTo>
                <a:lnTo>
                  <a:pt x="83820" y="568452"/>
                </a:lnTo>
                <a:lnTo>
                  <a:pt x="85344" y="565404"/>
                </a:lnTo>
                <a:lnTo>
                  <a:pt x="85344" y="557784"/>
                </a:lnTo>
                <a:lnTo>
                  <a:pt x="82296" y="554736"/>
                </a:lnTo>
                <a:lnTo>
                  <a:pt x="80772" y="551688"/>
                </a:lnTo>
                <a:lnTo>
                  <a:pt x="70104" y="551688"/>
                </a:lnTo>
                <a:lnTo>
                  <a:pt x="64008" y="554736"/>
                </a:lnTo>
                <a:lnTo>
                  <a:pt x="54864" y="566928"/>
                </a:lnTo>
                <a:lnTo>
                  <a:pt x="51816" y="574548"/>
                </a:lnTo>
                <a:lnTo>
                  <a:pt x="51816" y="583692"/>
                </a:lnTo>
                <a:lnTo>
                  <a:pt x="74726" y="623227"/>
                </a:lnTo>
                <a:lnTo>
                  <a:pt x="105156" y="630936"/>
                </a:lnTo>
                <a:lnTo>
                  <a:pt x="116903" y="630110"/>
                </a:lnTo>
                <a:lnTo>
                  <a:pt x="154876" y="604647"/>
                </a:lnTo>
                <a:lnTo>
                  <a:pt x="157619" y="596887"/>
                </a:lnTo>
                <a:lnTo>
                  <a:pt x="158496" y="588264"/>
                </a:lnTo>
                <a:close/>
              </a:path>
              <a:path extrusionOk="0" h="1122045" w="158750">
                <a:moveTo>
                  <a:pt x="158496" y="460248"/>
                </a:moveTo>
                <a:lnTo>
                  <a:pt x="146304" y="431292"/>
                </a:lnTo>
                <a:lnTo>
                  <a:pt x="143256" y="432816"/>
                </a:lnTo>
                <a:lnTo>
                  <a:pt x="144780" y="434340"/>
                </a:lnTo>
                <a:lnTo>
                  <a:pt x="144780" y="441960"/>
                </a:lnTo>
                <a:lnTo>
                  <a:pt x="143256" y="443484"/>
                </a:lnTo>
                <a:lnTo>
                  <a:pt x="141732" y="443484"/>
                </a:lnTo>
                <a:lnTo>
                  <a:pt x="140208" y="445008"/>
                </a:lnTo>
                <a:lnTo>
                  <a:pt x="137160" y="445008"/>
                </a:lnTo>
                <a:lnTo>
                  <a:pt x="135636" y="446532"/>
                </a:lnTo>
                <a:lnTo>
                  <a:pt x="54864" y="446532"/>
                </a:lnTo>
                <a:lnTo>
                  <a:pt x="54864" y="480060"/>
                </a:lnTo>
                <a:lnTo>
                  <a:pt x="57912" y="480060"/>
                </a:lnTo>
                <a:lnTo>
                  <a:pt x="57912" y="473964"/>
                </a:lnTo>
                <a:lnTo>
                  <a:pt x="59436" y="469392"/>
                </a:lnTo>
                <a:lnTo>
                  <a:pt x="60960" y="467868"/>
                </a:lnTo>
                <a:lnTo>
                  <a:pt x="62484" y="464820"/>
                </a:lnTo>
                <a:lnTo>
                  <a:pt x="131064" y="464820"/>
                </a:lnTo>
                <a:lnTo>
                  <a:pt x="140208" y="473964"/>
                </a:lnTo>
                <a:lnTo>
                  <a:pt x="143256" y="483108"/>
                </a:lnTo>
                <a:lnTo>
                  <a:pt x="144780" y="486156"/>
                </a:lnTo>
                <a:lnTo>
                  <a:pt x="144780" y="493776"/>
                </a:lnTo>
                <a:lnTo>
                  <a:pt x="143256" y="496824"/>
                </a:lnTo>
                <a:lnTo>
                  <a:pt x="140208" y="501396"/>
                </a:lnTo>
                <a:lnTo>
                  <a:pt x="137160" y="504444"/>
                </a:lnTo>
                <a:lnTo>
                  <a:pt x="131064" y="505968"/>
                </a:lnTo>
                <a:lnTo>
                  <a:pt x="54864" y="505968"/>
                </a:lnTo>
                <a:lnTo>
                  <a:pt x="54864" y="539496"/>
                </a:lnTo>
                <a:lnTo>
                  <a:pt x="57912" y="539496"/>
                </a:lnTo>
                <a:lnTo>
                  <a:pt x="57912" y="530352"/>
                </a:lnTo>
                <a:lnTo>
                  <a:pt x="59436" y="528828"/>
                </a:lnTo>
                <a:lnTo>
                  <a:pt x="59436" y="527304"/>
                </a:lnTo>
                <a:lnTo>
                  <a:pt x="60960" y="525780"/>
                </a:lnTo>
                <a:lnTo>
                  <a:pt x="62484" y="525780"/>
                </a:lnTo>
                <a:lnTo>
                  <a:pt x="65532" y="524256"/>
                </a:lnTo>
                <a:lnTo>
                  <a:pt x="128016" y="524256"/>
                </a:lnTo>
                <a:lnTo>
                  <a:pt x="135636" y="522732"/>
                </a:lnTo>
                <a:lnTo>
                  <a:pt x="140208" y="521208"/>
                </a:lnTo>
                <a:lnTo>
                  <a:pt x="146304" y="519684"/>
                </a:lnTo>
                <a:lnTo>
                  <a:pt x="149352" y="516636"/>
                </a:lnTo>
                <a:lnTo>
                  <a:pt x="153924" y="513588"/>
                </a:lnTo>
                <a:lnTo>
                  <a:pt x="156972" y="509016"/>
                </a:lnTo>
                <a:lnTo>
                  <a:pt x="158496" y="504444"/>
                </a:lnTo>
                <a:lnTo>
                  <a:pt x="158496" y="493776"/>
                </a:lnTo>
                <a:lnTo>
                  <a:pt x="156972" y="489204"/>
                </a:lnTo>
                <a:lnTo>
                  <a:pt x="153924" y="484632"/>
                </a:lnTo>
                <a:lnTo>
                  <a:pt x="151955" y="480682"/>
                </a:lnTo>
                <a:lnTo>
                  <a:pt x="148399" y="475869"/>
                </a:lnTo>
                <a:lnTo>
                  <a:pt x="143433" y="470496"/>
                </a:lnTo>
                <a:lnTo>
                  <a:pt x="137160" y="464820"/>
                </a:lnTo>
                <a:lnTo>
                  <a:pt x="158496" y="464820"/>
                </a:lnTo>
                <a:lnTo>
                  <a:pt x="158496" y="460248"/>
                </a:lnTo>
                <a:close/>
              </a:path>
              <a:path extrusionOk="0" h="1122045" w="158750">
                <a:moveTo>
                  <a:pt x="158496" y="374904"/>
                </a:moveTo>
                <a:lnTo>
                  <a:pt x="155448" y="367284"/>
                </a:lnTo>
                <a:lnTo>
                  <a:pt x="149352" y="361188"/>
                </a:lnTo>
                <a:lnTo>
                  <a:pt x="144780" y="353568"/>
                </a:lnTo>
                <a:lnTo>
                  <a:pt x="137160" y="350520"/>
                </a:lnTo>
                <a:lnTo>
                  <a:pt x="128016" y="350520"/>
                </a:lnTo>
                <a:lnTo>
                  <a:pt x="91440" y="388620"/>
                </a:lnTo>
                <a:lnTo>
                  <a:pt x="88392" y="394716"/>
                </a:lnTo>
                <a:lnTo>
                  <a:pt x="85344" y="399288"/>
                </a:lnTo>
                <a:lnTo>
                  <a:pt x="82296" y="402336"/>
                </a:lnTo>
                <a:lnTo>
                  <a:pt x="76200" y="405384"/>
                </a:lnTo>
                <a:lnTo>
                  <a:pt x="68580" y="405384"/>
                </a:lnTo>
                <a:lnTo>
                  <a:pt x="65532" y="403860"/>
                </a:lnTo>
                <a:lnTo>
                  <a:pt x="62484" y="400812"/>
                </a:lnTo>
                <a:lnTo>
                  <a:pt x="60960" y="397764"/>
                </a:lnTo>
                <a:lnTo>
                  <a:pt x="59436" y="393192"/>
                </a:lnTo>
                <a:lnTo>
                  <a:pt x="59436" y="381000"/>
                </a:lnTo>
                <a:lnTo>
                  <a:pt x="85344" y="361188"/>
                </a:lnTo>
                <a:lnTo>
                  <a:pt x="85344" y="358140"/>
                </a:lnTo>
                <a:lnTo>
                  <a:pt x="51816" y="358140"/>
                </a:lnTo>
                <a:lnTo>
                  <a:pt x="51816" y="361188"/>
                </a:lnTo>
                <a:lnTo>
                  <a:pt x="53340" y="361188"/>
                </a:lnTo>
                <a:lnTo>
                  <a:pt x="56388" y="364236"/>
                </a:lnTo>
                <a:lnTo>
                  <a:pt x="56388" y="367284"/>
                </a:lnTo>
                <a:lnTo>
                  <a:pt x="54864" y="370332"/>
                </a:lnTo>
                <a:lnTo>
                  <a:pt x="54864" y="373380"/>
                </a:lnTo>
                <a:lnTo>
                  <a:pt x="51816" y="379476"/>
                </a:lnTo>
                <a:lnTo>
                  <a:pt x="51816" y="397764"/>
                </a:lnTo>
                <a:lnTo>
                  <a:pt x="54864" y="403860"/>
                </a:lnTo>
                <a:lnTo>
                  <a:pt x="59436" y="409956"/>
                </a:lnTo>
                <a:lnTo>
                  <a:pt x="65532" y="416052"/>
                </a:lnTo>
                <a:lnTo>
                  <a:pt x="71628" y="419100"/>
                </a:lnTo>
                <a:lnTo>
                  <a:pt x="86868" y="419100"/>
                </a:lnTo>
                <a:lnTo>
                  <a:pt x="91440" y="417576"/>
                </a:lnTo>
                <a:lnTo>
                  <a:pt x="96012" y="413004"/>
                </a:lnTo>
                <a:lnTo>
                  <a:pt x="100584" y="409956"/>
                </a:lnTo>
                <a:lnTo>
                  <a:pt x="104013" y="405384"/>
                </a:lnTo>
                <a:lnTo>
                  <a:pt x="105156" y="403860"/>
                </a:lnTo>
                <a:lnTo>
                  <a:pt x="114300" y="382524"/>
                </a:lnTo>
                <a:lnTo>
                  <a:pt x="118872" y="374904"/>
                </a:lnTo>
                <a:lnTo>
                  <a:pt x="121920" y="371856"/>
                </a:lnTo>
                <a:lnTo>
                  <a:pt x="126492" y="368808"/>
                </a:lnTo>
                <a:lnTo>
                  <a:pt x="129540" y="367284"/>
                </a:lnTo>
                <a:lnTo>
                  <a:pt x="140208" y="367284"/>
                </a:lnTo>
                <a:lnTo>
                  <a:pt x="143256" y="368808"/>
                </a:lnTo>
                <a:lnTo>
                  <a:pt x="149352" y="374904"/>
                </a:lnTo>
                <a:lnTo>
                  <a:pt x="150876" y="379476"/>
                </a:lnTo>
                <a:lnTo>
                  <a:pt x="150876" y="391668"/>
                </a:lnTo>
                <a:lnTo>
                  <a:pt x="144780" y="403860"/>
                </a:lnTo>
                <a:lnTo>
                  <a:pt x="140208" y="409956"/>
                </a:lnTo>
                <a:lnTo>
                  <a:pt x="124968" y="416052"/>
                </a:lnTo>
                <a:lnTo>
                  <a:pt x="124968" y="419100"/>
                </a:lnTo>
                <a:lnTo>
                  <a:pt x="158496" y="419100"/>
                </a:lnTo>
                <a:lnTo>
                  <a:pt x="158496" y="416052"/>
                </a:lnTo>
                <a:lnTo>
                  <a:pt x="155448" y="414528"/>
                </a:lnTo>
                <a:lnTo>
                  <a:pt x="153924" y="413004"/>
                </a:lnTo>
                <a:lnTo>
                  <a:pt x="153924" y="408432"/>
                </a:lnTo>
                <a:lnTo>
                  <a:pt x="155448" y="405384"/>
                </a:lnTo>
                <a:lnTo>
                  <a:pt x="158496" y="390144"/>
                </a:lnTo>
                <a:lnTo>
                  <a:pt x="158496" y="374904"/>
                </a:lnTo>
                <a:close/>
              </a:path>
              <a:path extrusionOk="0" h="1122045" w="158750">
                <a:moveTo>
                  <a:pt x="158508" y="301752"/>
                </a:moveTo>
                <a:lnTo>
                  <a:pt x="156984" y="295656"/>
                </a:lnTo>
                <a:lnTo>
                  <a:pt x="152412" y="291084"/>
                </a:lnTo>
                <a:lnTo>
                  <a:pt x="149364" y="286512"/>
                </a:lnTo>
                <a:lnTo>
                  <a:pt x="144792" y="283464"/>
                </a:lnTo>
                <a:lnTo>
                  <a:pt x="137172" y="280416"/>
                </a:lnTo>
                <a:lnTo>
                  <a:pt x="137172" y="284988"/>
                </a:lnTo>
                <a:lnTo>
                  <a:pt x="140220" y="286512"/>
                </a:lnTo>
                <a:lnTo>
                  <a:pt x="143268" y="289560"/>
                </a:lnTo>
                <a:lnTo>
                  <a:pt x="143268" y="292608"/>
                </a:lnTo>
                <a:lnTo>
                  <a:pt x="144792" y="294132"/>
                </a:lnTo>
                <a:lnTo>
                  <a:pt x="144792" y="300228"/>
                </a:lnTo>
                <a:lnTo>
                  <a:pt x="143268" y="303276"/>
                </a:lnTo>
                <a:lnTo>
                  <a:pt x="141744" y="304800"/>
                </a:lnTo>
                <a:lnTo>
                  <a:pt x="138696" y="306324"/>
                </a:lnTo>
                <a:lnTo>
                  <a:pt x="134124" y="307848"/>
                </a:lnTo>
                <a:lnTo>
                  <a:pt x="62496" y="307848"/>
                </a:lnTo>
                <a:lnTo>
                  <a:pt x="62496" y="284988"/>
                </a:lnTo>
                <a:lnTo>
                  <a:pt x="54876" y="284988"/>
                </a:lnTo>
                <a:lnTo>
                  <a:pt x="54876" y="307848"/>
                </a:lnTo>
                <a:lnTo>
                  <a:pt x="21348" y="307848"/>
                </a:lnTo>
                <a:lnTo>
                  <a:pt x="21348" y="310896"/>
                </a:lnTo>
                <a:lnTo>
                  <a:pt x="28968" y="313944"/>
                </a:lnTo>
                <a:lnTo>
                  <a:pt x="33540" y="315468"/>
                </a:lnTo>
                <a:lnTo>
                  <a:pt x="36588" y="318516"/>
                </a:lnTo>
                <a:lnTo>
                  <a:pt x="42684" y="321564"/>
                </a:lnTo>
                <a:lnTo>
                  <a:pt x="47256" y="324612"/>
                </a:lnTo>
                <a:lnTo>
                  <a:pt x="50304" y="329184"/>
                </a:lnTo>
                <a:lnTo>
                  <a:pt x="54876" y="333756"/>
                </a:lnTo>
                <a:lnTo>
                  <a:pt x="57924" y="342900"/>
                </a:lnTo>
                <a:lnTo>
                  <a:pt x="62496" y="342900"/>
                </a:lnTo>
                <a:lnTo>
                  <a:pt x="62496" y="326136"/>
                </a:lnTo>
                <a:lnTo>
                  <a:pt x="138696" y="326136"/>
                </a:lnTo>
                <a:lnTo>
                  <a:pt x="147840" y="323088"/>
                </a:lnTo>
                <a:lnTo>
                  <a:pt x="153936" y="320040"/>
                </a:lnTo>
                <a:lnTo>
                  <a:pt x="155460" y="316992"/>
                </a:lnTo>
                <a:lnTo>
                  <a:pt x="156984" y="312420"/>
                </a:lnTo>
                <a:lnTo>
                  <a:pt x="158508" y="309372"/>
                </a:lnTo>
                <a:lnTo>
                  <a:pt x="158508" y="301752"/>
                </a:lnTo>
                <a:close/>
              </a:path>
              <a:path extrusionOk="0" h="1122045" w="158750">
                <a:moveTo>
                  <a:pt x="158508" y="225552"/>
                </a:moveTo>
                <a:lnTo>
                  <a:pt x="150888" y="201206"/>
                </a:lnTo>
                <a:lnTo>
                  <a:pt x="150888" y="213360"/>
                </a:lnTo>
                <a:lnTo>
                  <a:pt x="150888" y="220980"/>
                </a:lnTo>
                <a:lnTo>
                  <a:pt x="116979" y="250698"/>
                </a:lnTo>
                <a:lnTo>
                  <a:pt x="97548" y="252984"/>
                </a:lnTo>
                <a:lnTo>
                  <a:pt x="88404" y="252984"/>
                </a:lnTo>
                <a:lnTo>
                  <a:pt x="59448" y="231648"/>
                </a:lnTo>
                <a:lnTo>
                  <a:pt x="59448" y="219456"/>
                </a:lnTo>
                <a:lnTo>
                  <a:pt x="62496" y="213360"/>
                </a:lnTo>
                <a:lnTo>
                  <a:pt x="70116" y="208788"/>
                </a:lnTo>
                <a:lnTo>
                  <a:pt x="78041" y="203669"/>
                </a:lnTo>
                <a:lnTo>
                  <a:pt x="87833" y="199834"/>
                </a:lnTo>
                <a:lnTo>
                  <a:pt x="99047" y="197434"/>
                </a:lnTo>
                <a:lnTo>
                  <a:pt x="111264" y="196596"/>
                </a:lnTo>
                <a:lnTo>
                  <a:pt x="121589" y="197154"/>
                </a:lnTo>
                <a:lnTo>
                  <a:pt x="150888" y="213360"/>
                </a:lnTo>
                <a:lnTo>
                  <a:pt x="150888" y="201206"/>
                </a:lnTo>
                <a:lnTo>
                  <a:pt x="116789" y="178117"/>
                </a:lnTo>
                <a:lnTo>
                  <a:pt x="103644" y="176784"/>
                </a:lnTo>
                <a:lnTo>
                  <a:pt x="93878" y="177622"/>
                </a:lnTo>
                <a:lnTo>
                  <a:pt x="56197" y="204787"/>
                </a:lnTo>
                <a:lnTo>
                  <a:pt x="51816" y="224028"/>
                </a:lnTo>
                <a:lnTo>
                  <a:pt x="51892" y="233553"/>
                </a:lnTo>
                <a:lnTo>
                  <a:pt x="77736" y="266700"/>
                </a:lnTo>
                <a:lnTo>
                  <a:pt x="105168" y="272796"/>
                </a:lnTo>
                <a:lnTo>
                  <a:pt x="114922" y="272211"/>
                </a:lnTo>
                <a:lnTo>
                  <a:pt x="149364" y="252984"/>
                </a:lnTo>
                <a:lnTo>
                  <a:pt x="153936" y="246126"/>
                </a:lnTo>
                <a:lnTo>
                  <a:pt x="157365" y="236410"/>
                </a:lnTo>
                <a:lnTo>
                  <a:pt x="157378" y="236220"/>
                </a:lnTo>
                <a:lnTo>
                  <a:pt x="158508" y="2255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06" name="Google Shape;1806;p32"/>
          <p:cNvGrpSpPr/>
          <p:nvPr/>
        </p:nvGrpSpPr>
        <p:grpSpPr>
          <a:xfrm>
            <a:off x="4475988" y="4858511"/>
            <a:ext cx="202692" cy="414528"/>
            <a:chOff x="4475988" y="4858511"/>
            <a:chExt cx="202692" cy="414528"/>
          </a:xfrm>
        </p:grpSpPr>
        <p:pic>
          <p:nvPicPr>
            <p:cNvPr id="1807" name="Google Shape;1807;p32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475988" y="4905755"/>
              <a:ext cx="202692" cy="3672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08" name="Google Shape;1808;p32"/>
            <p:cNvSpPr/>
            <p:nvPr/>
          </p:nvSpPr>
          <p:spPr>
            <a:xfrm>
              <a:off x="4610100" y="4858511"/>
              <a:ext cx="24765" cy="24765"/>
            </a:xfrm>
            <a:custGeom>
              <a:rect b="b" l="l" r="r" t="t"/>
              <a:pathLst>
                <a:path extrusionOk="0" h="24764" w="24764">
                  <a:moveTo>
                    <a:pt x="15240" y="24384"/>
                  </a:moveTo>
                  <a:lnTo>
                    <a:pt x="9144" y="24384"/>
                  </a:lnTo>
                  <a:lnTo>
                    <a:pt x="6096" y="22860"/>
                  </a:lnTo>
                  <a:lnTo>
                    <a:pt x="3048" y="19812"/>
                  </a:lnTo>
                  <a:lnTo>
                    <a:pt x="1524" y="18288"/>
                  </a:lnTo>
                  <a:lnTo>
                    <a:pt x="0" y="15240"/>
                  </a:lnTo>
                  <a:lnTo>
                    <a:pt x="0" y="7620"/>
                  </a:lnTo>
                  <a:lnTo>
                    <a:pt x="1524" y="6096"/>
                  </a:lnTo>
                  <a:lnTo>
                    <a:pt x="3048" y="3048"/>
                  </a:lnTo>
                  <a:lnTo>
                    <a:pt x="9144" y="0"/>
                  </a:lnTo>
                  <a:lnTo>
                    <a:pt x="15240" y="0"/>
                  </a:lnTo>
                  <a:lnTo>
                    <a:pt x="21336" y="3048"/>
                  </a:lnTo>
                  <a:lnTo>
                    <a:pt x="24384" y="9144"/>
                  </a:lnTo>
                  <a:lnTo>
                    <a:pt x="24384" y="15240"/>
                  </a:lnTo>
                  <a:lnTo>
                    <a:pt x="22860" y="18288"/>
                  </a:lnTo>
                  <a:lnTo>
                    <a:pt x="18288" y="22860"/>
                  </a:lnTo>
                  <a:lnTo>
                    <a:pt x="15240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809" name="Google Shape;1809;p32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4475988" y="3704844"/>
            <a:ext cx="158496" cy="96774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10" name="Google Shape;1810;p32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4742688" y="8616695"/>
            <a:ext cx="202692" cy="9403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11" name="Google Shape;1811;p32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4742688" y="8382000"/>
            <a:ext cx="155448" cy="164591"/>
          </a:xfrm>
          <a:prstGeom prst="rect">
            <a:avLst/>
          </a:prstGeom>
          <a:noFill/>
          <a:ln>
            <a:noFill/>
          </a:ln>
        </p:spPr>
      </p:pic>
      <p:sp>
        <p:nvSpPr>
          <p:cNvPr id="1812" name="Google Shape;1812;p32"/>
          <p:cNvSpPr/>
          <p:nvPr/>
        </p:nvSpPr>
        <p:spPr>
          <a:xfrm>
            <a:off x="4742688" y="7495032"/>
            <a:ext cx="203200" cy="810895"/>
          </a:xfrm>
          <a:custGeom>
            <a:rect b="b" l="l" r="r" t="t"/>
            <a:pathLst>
              <a:path extrusionOk="0" h="810895" w="203200">
                <a:moveTo>
                  <a:pt x="155435" y="266700"/>
                </a:moveTo>
                <a:lnTo>
                  <a:pt x="152387" y="266700"/>
                </a:lnTo>
                <a:lnTo>
                  <a:pt x="152387" y="274320"/>
                </a:lnTo>
                <a:lnTo>
                  <a:pt x="150863" y="275844"/>
                </a:lnTo>
                <a:lnTo>
                  <a:pt x="149339" y="278892"/>
                </a:lnTo>
                <a:lnTo>
                  <a:pt x="147815" y="280416"/>
                </a:lnTo>
                <a:lnTo>
                  <a:pt x="146291" y="280416"/>
                </a:lnTo>
                <a:lnTo>
                  <a:pt x="143243" y="281940"/>
                </a:lnTo>
                <a:lnTo>
                  <a:pt x="73139" y="281940"/>
                </a:lnTo>
                <a:lnTo>
                  <a:pt x="68567" y="284988"/>
                </a:lnTo>
                <a:lnTo>
                  <a:pt x="62471" y="286512"/>
                </a:lnTo>
                <a:lnTo>
                  <a:pt x="57899" y="289560"/>
                </a:lnTo>
                <a:lnTo>
                  <a:pt x="56375" y="294132"/>
                </a:lnTo>
                <a:lnTo>
                  <a:pt x="53327" y="297180"/>
                </a:lnTo>
                <a:lnTo>
                  <a:pt x="51803" y="301752"/>
                </a:lnTo>
                <a:lnTo>
                  <a:pt x="51803" y="312420"/>
                </a:lnTo>
                <a:lnTo>
                  <a:pt x="53327" y="318516"/>
                </a:lnTo>
                <a:lnTo>
                  <a:pt x="59423" y="327660"/>
                </a:lnTo>
                <a:lnTo>
                  <a:pt x="63995" y="335280"/>
                </a:lnTo>
                <a:lnTo>
                  <a:pt x="73139" y="341376"/>
                </a:lnTo>
                <a:lnTo>
                  <a:pt x="67043" y="342900"/>
                </a:lnTo>
                <a:lnTo>
                  <a:pt x="60947" y="345948"/>
                </a:lnTo>
                <a:lnTo>
                  <a:pt x="57899" y="350520"/>
                </a:lnTo>
                <a:lnTo>
                  <a:pt x="53327" y="355092"/>
                </a:lnTo>
                <a:lnTo>
                  <a:pt x="51803" y="361188"/>
                </a:lnTo>
                <a:lnTo>
                  <a:pt x="51803" y="373380"/>
                </a:lnTo>
                <a:lnTo>
                  <a:pt x="54851" y="377952"/>
                </a:lnTo>
                <a:lnTo>
                  <a:pt x="56375" y="381000"/>
                </a:lnTo>
                <a:lnTo>
                  <a:pt x="57899" y="385572"/>
                </a:lnTo>
                <a:lnTo>
                  <a:pt x="73139" y="400812"/>
                </a:lnTo>
                <a:lnTo>
                  <a:pt x="51803" y="400812"/>
                </a:lnTo>
                <a:lnTo>
                  <a:pt x="51803" y="405384"/>
                </a:lnTo>
                <a:lnTo>
                  <a:pt x="63995" y="434340"/>
                </a:lnTo>
                <a:lnTo>
                  <a:pt x="67043" y="432816"/>
                </a:lnTo>
                <a:lnTo>
                  <a:pt x="65519" y="429768"/>
                </a:lnTo>
                <a:lnTo>
                  <a:pt x="65519" y="423672"/>
                </a:lnTo>
                <a:lnTo>
                  <a:pt x="67043" y="422148"/>
                </a:lnTo>
                <a:lnTo>
                  <a:pt x="67043" y="420624"/>
                </a:lnTo>
                <a:lnTo>
                  <a:pt x="71615" y="420624"/>
                </a:lnTo>
                <a:lnTo>
                  <a:pt x="74663" y="419100"/>
                </a:lnTo>
                <a:lnTo>
                  <a:pt x="143243" y="419100"/>
                </a:lnTo>
                <a:lnTo>
                  <a:pt x="146291" y="420624"/>
                </a:lnTo>
                <a:lnTo>
                  <a:pt x="147815" y="422148"/>
                </a:lnTo>
                <a:lnTo>
                  <a:pt x="149339" y="422148"/>
                </a:lnTo>
                <a:lnTo>
                  <a:pt x="150863" y="425196"/>
                </a:lnTo>
                <a:lnTo>
                  <a:pt x="152387" y="426720"/>
                </a:lnTo>
                <a:lnTo>
                  <a:pt x="152387" y="434340"/>
                </a:lnTo>
                <a:lnTo>
                  <a:pt x="155435" y="434340"/>
                </a:lnTo>
                <a:lnTo>
                  <a:pt x="155435" y="419100"/>
                </a:lnTo>
                <a:lnTo>
                  <a:pt x="155435" y="385572"/>
                </a:lnTo>
                <a:lnTo>
                  <a:pt x="152387" y="385572"/>
                </a:lnTo>
                <a:lnTo>
                  <a:pt x="152387" y="394716"/>
                </a:lnTo>
                <a:lnTo>
                  <a:pt x="147815" y="399288"/>
                </a:lnTo>
                <a:lnTo>
                  <a:pt x="146291" y="399288"/>
                </a:lnTo>
                <a:lnTo>
                  <a:pt x="143243" y="400812"/>
                </a:lnTo>
                <a:lnTo>
                  <a:pt x="79235" y="400812"/>
                </a:lnTo>
                <a:lnTo>
                  <a:pt x="74663" y="397764"/>
                </a:lnTo>
                <a:lnTo>
                  <a:pt x="71615" y="393192"/>
                </a:lnTo>
                <a:lnTo>
                  <a:pt x="67043" y="384048"/>
                </a:lnTo>
                <a:lnTo>
                  <a:pt x="65519" y="379476"/>
                </a:lnTo>
                <a:lnTo>
                  <a:pt x="65519" y="370332"/>
                </a:lnTo>
                <a:lnTo>
                  <a:pt x="67043" y="365760"/>
                </a:lnTo>
                <a:lnTo>
                  <a:pt x="71615" y="362712"/>
                </a:lnTo>
                <a:lnTo>
                  <a:pt x="76187" y="361188"/>
                </a:lnTo>
                <a:lnTo>
                  <a:pt x="82283" y="359664"/>
                </a:lnTo>
                <a:lnTo>
                  <a:pt x="143243" y="359664"/>
                </a:lnTo>
                <a:lnTo>
                  <a:pt x="149339" y="362712"/>
                </a:lnTo>
                <a:lnTo>
                  <a:pt x="152387" y="365760"/>
                </a:lnTo>
                <a:lnTo>
                  <a:pt x="152387" y="374904"/>
                </a:lnTo>
                <a:lnTo>
                  <a:pt x="155435" y="374904"/>
                </a:lnTo>
                <a:lnTo>
                  <a:pt x="155435" y="359664"/>
                </a:lnTo>
                <a:lnTo>
                  <a:pt x="155435" y="341376"/>
                </a:lnTo>
                <a:lnTo>
                  <a:pt x="155435" y="326136"/>
                </a:lnTo>
                <a:lnTo>
                  <a:pt x="152387" y="326136"/>
                </a:lnTo>
                <a:lnTo>
                  <a:pt x="152387" y="333756"/>
                </a:lnTo>
                <a:lnTo>
                  <a:pt x="150863" y="336804"/>
                </a:lnTo>
                <a:lnTo>
                  <a:pt x="147815" y="339852"/>
                </a:lnTo>
                <a:lnTo>
                  <a:pt x="146291" y="339852"/>
                </a:lnTo>
                <a:lnTo>
                  <a:pt x="144767" y="341376"/>
                </a:lnTo>
                <a:lnTo>
                  <a:pt x="79235" y="341376"/>
                </a:lnTo>
                <a:lnTo>
                  <a:pt x="73139" y="335280"/>
                </a:lnTo>
                <a:lnTo>
                  <a:pt x="70091" y="330708"/>
                </a:lnTo>
                <a:lnTo>
                  <a:pt x="68567" y="327660"/>
                </a:lnTo>
                <a:lnTo>
                  <a:pt x="67043" y="323088"/>
                </a:lnTo>
                <a:lnTo>
                  <a:pt x="65519" y="320040"/>
                </a:lnTo>
                <a:lnTo>
                  <a:pt x="65519" y="310896"/>
                </a:lnTo>
                <a:lnTo>
                  <a:pt x="67043" y="306324"/>
                </a:lnTo>
                <a:lnTo>
                  <a:pt x="76187" y="301752"/>
                </a:lnTo>
                <a:lnTo>
                  <a:pt x="80759" y="300228"/>
                </a:lnTo>
                <a:lnTo>
                  <a:pt x="143243" y="300228"/>
                </a:lnTo>
                <a:lnTo>
                  <a:pt x="146291" y="301752"/>
                </a:lnTo>
                <a:lnTo>
                  <a:pt x="147815" y="301752"/>
                </a:lnTo>
                <a:lnTo>
                  <a:pt x="149339" y="303276"/>
                </a:lnTo>
                <a:lnTo>
                  <a:pt x="152387" y="309372"/>
                </a:lnTo>
                <a:lnTo>
                  <a:pt x="152387" y="315468"/>
                </a:lnTo>
                <a:lnTo>
                  <a:pt x="155435" y="315468"/>
                </a:lnTo>
                <a:lnTo>
                  <a:pt x="155435" y="300228"/>
                </a:lnTo>
                <a:lnTo>
                  <a:pt x="155435" y="266700"/>
                </a:lnTo>
                <a:close/>
              </a:path>
              <a:path extrusionOk="0" h="810895" w="203200">
                <a:moveTo>
                  <a:pt x="155435" y="155448"/>
                </a:moveTo>
                <a:lnTo>
                  <a:pt x="152387" y="155448"/>
                </a:lnTo>
                <a:lnTo>
                  <a:pt x="152387" y="163068"/>
                </a:lnTo>
                <a:lnTo>
                  <a:pt x="146291" y="169164"/>
                </a:lnTo>
                <a:lnTo>
                  <a:pt x="143243" y="169164"/>
                </a:lnTo>
                <a:lnTo>
                  <a:pt x="138671" y="170688"/>
                </a:lnTo>
                <a:lnTo>
                  <a:pt x="73139" y="170688"/>
                </a:lnTo>
                <a:lnTo>
                  <a:pt x="70091" y="172212"/>
                </a:lnTo>
                <a:lnTo>
                  <a:pt x="62471" y="175260"/>
                </a:lnTo>
                <a:lnTo>
                  <a:pt x="57899" y="178308"/>
                </a:lnTo>
                <a:lnTo>
                  <a:pt x="56375" y="181356"/>
                </a:lnTo>
                <a:lnTo>
                  <a:pt x="53327" y="185928"/>
                </a:lnTo>
                <a:lnTo>
                  <a:pt x="51803" y="190500"/>
                </a:lnTo>
                <a:lnTo>
                  <a:pt x="51803" y="196596"/>
                </a:lnTo>
                <a:lnTo>
                  <a:pt x="53213" y="204622"/>
                </a:lnTo>
                <a:lnTo>
                  <a:pt x="57327" y="212788"/>
                </a:lnTo>
                <a:lnTo>
                  <a:pt x="64020" y="221246"/>
                </a:lnTo>
                <a:lnTo>
                  <a:pt x="73139" y="230124"/>
                </a:lnTo>
                <a:lnTo>
                  <a:pt x="51803" y="230124"/>
                </a:lnTo>
                <a:lnTo>
                  <a:pt x="51803" y="234696"/>
                </a:lnTo>
                <a:lnTo>
                  <a:pt x="63995" y="263652"/>
                </a:lnTo>
                <a:lnTo>
                  <a:pt x="67043" y="262128"/>
                </a:lnTo>
                <a:lnTo>
                  <a:pt x="65519" y="259080"/>
                </a:lnTo>
                <a:lnTo>
                  <a:pt x="65519" y="251460"/>
                </a:lnTo>
                <a:lnTo>
                  <a:pt x="67043" y="251460"/>
                </a:lnTo>
                <a:lnTo>
                  <a:pt x="67043" y="249936"/>
                </a:lnTo>
                <a:lnTo>
                  <a:pt x="70091" y="248412"/>
                </a:lnTo>
                <a:lnTo>
                  <a:pt x="144767" y="248412"/>
                </a:lnTo>
                <a:lnTo>
                  <a:pt x="147815" y="249936"/>
                </a:lnTo>
                <a:lnTo>
                  <a:pt x="150863" y="252984"/>
                </a:lnTo>
                <a:lnTo>
                  <a:pt x="152387" y="256032"/>
                </a:lnTo>
                <a:lnTo>
                  <a:pt x="152387" y="263652"/>
                </a:lnTo>
                <a:lnTo>
                  <a:pt x="155435" y="263652"/>
                </a:lnTo>
                <a:lnTo>
                  <a:pt x="155435" y="248412"/>
                </a:lnTo>
                <a:lnTo>
                  <a:pt x="155435" y="214884"/>
                </a:lnTo>
                <a:lnTo>
                  <a:pt x="152387" y="214884"/>
                </a:lnTo>
                <a:lnTo>
                  <a:pt x="152387" y="222504"/>
                </a:lnTo>
                <a:lnTo>
                  <a:pt x="146291" y="228600"/>
                </a:lnTo>
                <a:lnTo>
                  <a:pt x="144767" y="228600"/>
                </a:lnTo>
                <a:lnTo>
                  <a:pt x="140195" y="230124"/>
                </a:lnTo>
                <a:lnTo>
                  <a:pt x="79235" y="230124"/>
                </a:lnTo>
                <a:lnTo>
                  <a:pt x="73240" y="223291"/>
                </a:lnTo>
                <a:lnTo>
                  <a:pt x="68948" y="216598"/>
                </a:lnTo>
                <a:lnTo>
                  <a:pt x="66382" y="210197"/>
                </a:lnTo>
                <a:lnTo>
                  <a:pt x="65582" y="204622"/>
                </a:lnTo>
                <a:lnTo>
                  <a:pt x="65519" y="198120"/>
                </a:lnTo>
                <a:lnTo>
                  <a:pt x="67043" y="193548"/>
                </a:lnTo>
                <a:lnTo>
                  <a:pt x="71615" y="192024"/>
                </a:lnTo>
                <a:lnTo>
                  <a:pt x="76187" y="188976"/>
                </a:lnTo>
                <a:lnTo>
                  <a:pt x="146291" y="188976"/>
                </a:lnTo>
                <a:lnTo>
                  <a:pt x="150863" y="193548"/>
                </a:lnTo>
                <a:lnTo>
                  <a:pt x="152387" y="196596"/>
                </a:lnTo>
                <a:lnTo>
                  <a:pt x="152387" y="204216"/>
                </a:lnTo>
                <a:lnTo>
                  <a:pt x="155435" y="204216"/>
                </a:lnTo>
                <a:lnTo>
                  <a:pt x="155435" y="188976"/>
                </a:lnTo>
                <a:lnTo>
                  <a:pt x="155435" y="155448"/>
                </a:lnTo>
                <a:close/>
              </a:path>
              <a:path extrusionOk="0" h="810895" w="203200">
                <a:moveTo>
                  <a:pt x="155448" y="553212"/>
                </a:moveTo>
                <a:lnTo>
                  <a:pt x="152400" y="553212"/>
                </a:lnTo>
                <a:lnTo>
                  <a:pt x="152400" y="560832"/>
                </a:lnTo>
                <a:lnTo>
                  <a:pt x="150876" y="562356"/>
                </a:lnTo>
                <a:lnTo>
                  <a:pt x="149352" y="565404"/>
                </a:lnTo>
                <a:lnTo>
                  <a:pt x="147828" y="565404"/>
                </a:lnTo>
                <a:lnTo>
                  <a:pt x="146304" y="566928"/>
                </a:lnTo>
                <a:lnTo>
                  <a:pt x="143256" y="566928"/>
                </a:lnTo>
                <a:lnTo>
                  <a:pt x="138684" y="568452"/>
                </a:lnTo>
                <a:lnTo>
                  <a:pt x="0" y="568452"/>
                </a:lnTo>
                <a:lnTo>
                  <a:pt x="0" y="573024"/>
                </a:lnTo>
                <a:lnTo>
                  <a:pt x="12192" y="601980"/>
                </a:lnTo>
                <a:lnTo>
                  <a:pt x="15240" y="600456"/>
                </a:lnTo>
                <a:lnTo>
                  <a:pt x="13716" y="597408"/>
                </a:lnTo>
                <a:lnTo>
                  <a:pt x="13716" y="589788"/>
                </a:lnTo>
                <a:lnTo>
                  <a:pt x="15240" y="589788"/>
                </a:lnTo>
                <a:lnTo>
                  <a:pt x="15240" y="588264"/>
                </a:lnTo>
                <a:lnTo>
                  <a:pt x="18288" y="588264"/>
                </a:lnTo>
                <a:lnTo>
                  <a:pt x="19812" y="586740"/>
                </a:lnTo>
                <a:lnTo>
                  <a:pt x="143256" y="586740"/>
                </a:lnTo>
                <a:lnTo>
                  <a:pt x="146304" y="588264"/>
                </a:lnTo>
                <a:lnTo>
                  <a:pt x="147828" y="588264"/>
                </a:lnTo>
                <a:lnTo>
                  <a:pt x="150876" y="591312"/>
                </a:lnTo>
                <a:lnTo>
                  <a:pt x="152400" y="594360"/>
                </a:lnTo>
                <a:lnTo>
                  <a:pt x="152400" y="601980"/>
                </a:lnTo>
                <a:lnTo>
                  <a:pt x="155448" y="601980"/>
                </a:lnTo>
                <a:lnTo>
                  <a:pt x="155448" y="553212"/>
                </a:lnTo>
                <a:close/>
              </a:path>
              <a:path extrusionOk="0" h="810895" w="203200">
                <a:moveTo>
                  <a:pt x="158483" y="768096"/>
                </a:moveTo>
                <a:lnTo>
                  <a:pt x="135432" y="732853"/>
                </a:lnTo>
                <a:lnTo>
                  <a:pt x="117335" y="726948"/>
                </a:lnTo>
                <a:lnTo>
                  <a:pt x="115811" y="729996"/>
                </a:lnTo>
                <a:lnTo>
                  <a:pt x="124955" y="733044"/>
                </a:lnTo>
                <a:lnTo>
                  <a:pt x="131051" y="737616"/>
                </a:lnTo>
                <a:lnTo>
                  <a:pt x="134099" y="740664"/>
                </a:lnTo>
                <a:lnTo>
                  <a:pt x="138671" y="746760"/>
                </a:lnTo>
                <a:lnTo>
                  <a:pt x="140195" y="752856"/>
                </a:lnTo>
                <a:lnTo>
                  <a:pt x="140195" y="760476"/>
                </a:lnTo>
                <a:lnTo>
                  <a:pt x="111810" y="790194"/>
                </a:lnTo>
                <a:lnTo>
                  <a:pt x="95999" y="792480"/>
                </a:lnTo>
                <a:lnTo>
                  <a:pt x="87414" y="791908"/>
                </a:lnTo>
                <a:lnTo>
                  <a:pt x="79806" y="790194"/>
                </a:lnTo>
                <a:lnTo>
                  <a:pt x="73075" y="787336"/>
                </a:lnTo>
                <a:lnTo>
                  <a:pt x="62471" y="780288"/>
                </a:lnTo>
                <a:lnTo>
                  <a:pt x="59423" y="774192"/>
                </a:lnTo>
                <a:lnTo>
                  <a:pt x="59423" y="763524"/>
                </a:lnTo>
                <a:lnTo>
                  <a:pt x="60947" y="758952"/>
                </a:lnTo>
                <a:lnTo>
                  <a:pt x="65519" y="754380"/>
                </a:lnTo>
                <a:lnTo>
                  <a:pt x="68567" y="752856"/>
                </a:lnTo>
                <a:lnTo>
                  <a:pt x="76187" y="752856"/>
                </a:lnTo>
                <a:lnTo>
                  <a:pt x="79235" y="751332"/>
                </a:lnTo>
                <a:lnTo>
                  <a:pt x="80759" y="749808"/>
                </a:lnTo>
                <a:lnTo>
                  <a:pt x="83807" y="748284"/>
                </a:lnTo>
                <a:lnTo>
                  <a:pt x="85331" y="745236"/>
                </a:lnTo>
                <a:lnTo>
                  <a:pt x="85331" y="737616"/>
                </a:lnTo>
                <a:lnTo>
                  <a:pt x="82283" y="734568"/>
                </a:lnTo>
                <a:lnTo>
                  <a:pt x="80759" y="731520"/>
                </a:lnTo>
                <a:lnTo>
                  <a:pt x="70091" y="731520"/>
                </a:lnTo>
                <a:lnTo>
                  <a:pt x="65519" y="734568"/>
                </a:lnTo>
                <a:lnTo>
                  <a:pt x="59423" y="740664"/>
                </a:lnTo>
                <a:lnTo>
                  <a:pt x="54851" y="746760"/>
                </a:lnTo>
                <a:lnTo>
                  <a:pt x="51803" y="754380"/>
                </a:lnTo>
                <a:lnTo>
                  <a:pt x="51803" y="763524"/>
                </a:lnTo>
                <a:lnTo>
                  <a:pt x="74714" y="803059"/>
                </a:lnTo>
                <a:lnTo>
                  <a:pt x="105143" y="810768"/>
                </a:lnTo>
                <a:lnTo>
                  <a:pt x="116916" y="809942"/>
                </a:lnTo>
                <a:lnTo>
                  <a:pt x="150774" y="791679"/>
                </a:lnTo>
                <a:lnTo>
                  <a:pt x="157632" y="776719"/>
                </a:lnTo>
                <a:lnTo>
                  <a:pt x="158483" y="768096"/>
                </a:lnTo>
                <a:close/>
              </a:path>
              <a:path extrusionOk="0" h="810895" w="203200">
                <a:moveTo>
                  <a:pt x="158483" y="466344"/>
                </a:moveTo>
                <a:lnTo>
                  <a:pt x="146291" y="437388"/>
                </a:lnTo>
                <a:lnTo>
                  <a:pt x="143243" y="438912"/>
                </a:lnTo>
                <a:lnTo>
                  <a:pt x="144767" y="441960"/>
                </a:lnTo>
                <a:lnTo>
                  <a:pt x="144767" y="448056"/>
                </a:lnTo>
                <a:lnTo>
                  <a:pt x="141719" y="451104"/>
                </a:lnTo>
                <a:lnTo>
                  <a:pt x="137147" y="451104"/>
                </a:lnTo>
                <a:lnTo>
                  <a:pt x="135623" y="452628"/>
                </a:lnTo>
                <a:lnTo>
                  <a:pt x="54851" y="452628"/>
                </a:lnTo>
                <a:lnTo>
                  <a:pt x="54851" y="486156"/>
                </a:lnTo>
                <a:lnTo>
                  <a:pt x="57899" y="486156"/>
                </a:lnTo>
                <a:lnTo>
                  <a:pt x="57899" y="480060"/>
                </a:lnTo>
                <a:lnTo>
                  <a:pt x="59423" y="475488"/>
                </a:lnTo>
                <a:lnTo>
                  <a:pt x="60947" y="473964"/>
                </a:lnTo>
                <a:lnTo>
                  <a:pt x="67043" y="470916"/>
                </a:lnTo>
                <a:lnTo>
                  <a:pt x="131051" y="470916"/>
                </a:lnTo>
                <a:lnTo>
                  <a:pt x="135623" y="475488"/>
                </a:lnTo>
                <a:lnTo>
                  <a:pt x="140195" y="481584"/>
                </a:lnTo>
                <a:lnTo>
                  <a:pt x="141719" y="484632"/>
                </a:lnTo>
                <a:lnTo>
                  <a:pt x="143243" y="489204"/>
                </a:lnTo>
                <a:lnTo>
                  <a:pt x="144767" y="492252"/>
                </a:lnTo>
                <a:lnTo>
                  <a:pt x="144767" y="499872"/>
                </a:lnTo>
                <a:lnTo>
                  <a:pt x="143243" y="504444"/>
                </a:lnTo>
                <a:lnTo>
                  <a:pt x="137147" y="510540"/>
                </a:lnTo>
                <a:lnTo>
                  <a:pt x="131051" y="512064"/>
                </a:lnTo>
                <a:lnTo>
                  <a:pt x="54851" y="512064"/>
                </a:lnTo>
                <a:lnTo>
                  <a:pt x="54851" y="545592"/>
                </a:lnTo>
                <a:lnTo>
                  <a:pt x="57899" y="545592"/>
                </a:lnTo>
                <a:lnTo>
                  <a:pt x="57899" y="537972"/>
                </a:lnTo>
                <a:lnTo>
                  <a:pt x="59423" y="536448"/>
                </a:lnTo>
                <a:lnTo>
                  <a:pt x="59423" y="533400"/>
                </a:lnTo>
                <a:lnTo>
                  <a:pt x="60947" y="531876"/>
                </a:lnTo>
                <a:lnTo>
                  <a:pt x="63995" y="531876"/>
                </a:lnTo>
                <a:lnTo>
                  <a:pt x="65519" y="530352"/>
                </a:lnTo>
                <a:lnTo>
                  <a:pt x="128003" y="530352"/>
                </a:lnTo>
                <a:lnTo>
                  <a:pt x="135623" y="528828"/>
                </a:lnTo>
                <a:lnTo>
                  <a:pt x="140195" y="527304"/>
                </a:lnTo>
                <a:lnTo>
                  <a:pt x="146291" y="525780"/>
                </a:lnTo>
                <a:lnTo>
                  <a:pt x="150863" y="522732"/>
                </a:lnTo>
                <a:lnTo>
                  <a:pt x="153911" y="519684"/>
                </a:lnTo>
                <a:lnTo>
                  <a:pt x="156959" y="515112"/>
                </a:lnTo>
                <a:lnTo>
                  <a:pt x="158483" y="510540"/>
                </a:lnTo>
                <a:lnTo>
                  <a:pt x="158483" y="499872"/>
                </a:lnTo>
                <a:lnTo>
                  <a:pt x="155435" y="490728"/>
                </a:lnTo>
                <a:lnTo>
                  <a:pt x="152577" y="486994"/>
                </a:lnTo>
                <a:lnTo>
                  <a:pt x="148577" y="482536"/>
                </a:lnTo>
                <a:lnTo>
                  <a:pt x="137147" y="470916"/>
                </a:lnTo>
                <a:lnTo>
                  <a:pt x="158483" y="470916"/>
                </a:lnTo>
                <a:lnTo>
                  <a:pt x="158483" y="466344"/>
                </a:lnTo>
                <a:close/>
              </a:path>
              <a:path extrusionOk="0" h="810895" w="203200">
                <a:moveTo>
                  <a:pt x="158483" y="99060"/>
                </a:moveTo>
                <a:lnTo>
                  <a:pt x="155435" y="91440"/>
                </a:lnTo>
                <a:lnTo>
                  <a:pt x="149339" y="85344"/>
                </a:lnTo>
                <a:lnTo>
                  <a:pt x="144767" y="77724"/>
                </a:lnTo>
                <a:lnTo>
                  <a:pt x="137147" y="74676"/>
                </a:lnTo>
                <a:lnTo>
                  <a:pt x="128003" y="74676"/>
                </a:lnTo>
                <a:lnTo>
                  <a:pt x="91427" y="112776"/>
                </a:lnTo>
                <a:lnTo>
                  <a:pt x="88379" y="118872"/>
                </a:lnTo>
                <a:lnTo>
                  <a:pt x="85331" y="123444"/>
                </a:lnTo>
                <a:lnTo>
                  <a:pt x="82283" y="126492"/>
                </a:lnTo>
                <a:lnTo>
                  <a:pt x="76187" y="129540"/>
                </a:lnTo>
                <a:lnTo>
                  <a:pt x="68567" y="129540"/>
                </a:lnTo>
                <a:lnTo>
                  <a:pt x="65519" y="128016"/>
                </a:lnTo>
                <a:lnTo>
                  <a:pt x="63995" y="124968"/>
                </a:lnTo>
                <a:lnTo>
                  <a:pt x="60947" y="121920"/>
                </a:lnTo>
                <a:lnTo>
                  <a:pt x="59423" y="117348"/>
                </a:lnTo>
                <a:lnTo>
                  <a:pt x="59423" y="105156"/>
                </a:lnTo>
                <a:lnTo>
                  <a:pt x="60947" y="99060"/>
                </a:lnTo>
                <a:lnTo>
                  <a:pt x="65519" y="96012"/>
                </a:lnTo>
                <a:lnTo>
                  <a:pt x="68567" y="91440"/>
                </a:lnTo>
                <a:lnTo>
                  <a:pt x="74663" y="86868"/>
                </a:lnTo>
                <a:lnTo>
                  <a:pt x="85331" y="85344"/>
                </a:lnTo>
                <a:lnTo>
                  <a:pt x="85331" y="82296"/>
                </a:lnTo>
                <a:lnTo>
                  <a:pt x="51803" y="82296"/>
                </a:lnTo>
                <a:lnTo>
                  <a:pt x="51803" y="85344"/>
                </a:lnTo>
                <a:lnTo>
                  <a:pt x="53327" y="85344"/>
                </a:lnTo>
                <a:lnTo>
                  <a:pt x="56375" y="88392"/>
                </a:lnTo>
                <a:lnTo>
                  <a:pt x="56375" y="92964"/>
                </a:lnTo>
                <a:lnTo>
                  <a:pt x="54851" y="97536"/>
                </a:lnTo>
                <a:lnTo>
                  <a:pt x="53327" y="103632"/>
                </a:lnTo>
                <a:lnTo>
                  <a:pt x="51803" y="108204"/>
                </a:lnTo>
                <a:lnTo>
                  <a:pt x="51803" y="120396"/>
                </a:lnTo>
                <a:lnTo>
                  <a:pt x="54851" y="128016"/>
                </a:lnTo>
                <a:lnTo>
                  <a:pt x="59423" y="134112"/>
                </a:lnTo>
                <a:lnTo>
                  <a:pt x="65519" y="140208"/>
                </a:lnTo>
                <a:lnTo>
                  <a:pt x="71615" y="143256"/>
                </a:lnTo>
                <a:lnTo>
                  <a:pt x="86855" y="143256"/>
                </a:lnTo>
                <a:lnTo>
                  <a:pt x="91427" y="141732"/>
                </a:lnTo>
                <a:lnTo>
                  <a:pt x="95999" y="137160"/>
                </a:lnTo>
                <a:lnTo>
                  <a:pt x="100571" y="134112"/>
                </a:lnTo>
                <a:lnTo>
                  <a:pt x="103314" y="129540"/>
                </a:lnTo>
                <a:lnTo>
                  <a:pt x="105143" y="126492"/>
                </a:lnTo>
                <a:lnTo>
                  <a:pt x="114287" y="105156"/>
                </a:lnTo>
                <a:lnTo>
                  <a:pt x="118859" y="99060"/>
                </a:lnTo>
                <a:lnTo>
                  <a:pt x="121907" y="96012"/>
                </a:lnTo>
                <a:lnTo>
                  <a:pt x="126479" y="92964"/>
                </a:lnTo>
                <a:lnTo>
                  <a:pt x="131051" y="91440"/>
                </a:lnTo>
                <a:lnTo>
                  <a:pt x="140195" y="91440"/>
                </a:lnTo>
                <a:lnTo>
                  <a:pt x="143243" y="92964"/>
                </a:lnTo>
                <a:lnTo>
                  <a:pt x="149339" y="99060"/>
                </a:lnTo>
                <a:lnTo>
                  <a:pt x="150863" y="103632"/>
                </a:lnTo>
                <a:lnTo>
                  <a:pt x="150863" y="115824"/>
                </a:lnTo>
                <a:lnTo>
                  <a:pt x="149339" y="121920"/>
                </a:lnTo>
                <a:lnTo>
                  <a:pt x="140195" y="134112"/>
                </a:lnTo>
                <a:lnTo>
                  <a:pt x="134099" y="137160"/>
                </a:lnTo>
                <a:lnTo>
                  <a:pt x="124955" y="140208"/>
                </a:lnTo>
                <a:lnTo>
                  <a:pt x="124955" y="143256"/>
                </a:lnTo>
                <a:lnTo>
                  <a:pt x="158483" y="143256"/>
                </a:lnTo>
                <a:lnTo>
                  <a:pt x="158483" y="140208"/>
                </a:lnTo>
                <a:lnTo>
                  <a:pt x="155435" y="138684"/>
                </a:lnTo>
                <a:lnTo>
                  <a:pt x="153911" y="137160"/>
                </a:lnTo>
                <a:lnTo>
                  <a:pt x="153911" y="132588"/>
                </a:lnTo>
                <a:lnTo>
                  <a:pt x="155435" y="129540"/>
                </a:lnTo>
                <a:lnTo>
                  <a:pt x="158483" y="114300"/>
                </a:lnTo>
                <a:lnTo>
                  <a:pt x="158483" y="99060"/>
                </a:lnTo>
                <a:close/>
              </a:path>
              <a:path extrusionOk="0" h="810895" w="203200">
                <a:moveTo>
                  <a:pt x="158496" y="665988"/>
                </a:moveTo>
                <a:lnTo>
                  <a:pt x="158369" y="664464"/>
                </a:lnTo>
                <a:lnTo>
                  <a:pt x="157937" y="659180"/>
                </a:lnTo>
                <a:lnTo>
                  <a:pt x="156400" y="652653"/>
                </a:lnTo>
                <a:lnTo>
                  <a:pt x="153987" y="646709"/>
                </a:lnTo>
                <a:lnTo>
                  <a:pt x="150876" y="641604"/>
                </a:lnTo>
                <a:lnTo>
                  <a:pt x="150876" y="661416"/>
                </a:lnTo>
                <a:lnTo>
                  <a:pt x="149771" y="667994"/>
                </a:lnTo>
                <a:lnTo>
                  <a:pt x="117729" y="691134"/>
                </a:lnTo>
                <a:lnTo>
                  <a:pt x="97955" y="693407"/>
                </a:lnTo>
                <a:lnTo>
                  <a:pt x="88265" y="693407"/>
                </a:lnTo>
                <a:lnTo>
                  <a:pt x="80772" y="691896"/>
                </a:lnTo>
                <a:lnTo>
                  <a:pt x="74676" y="688848"/>
                </a:lnTo>
                <a:lnTo>
                  <a:pt x="68580" y="687324"/>
                </a:lnTo>
                <a:lnTo>
                  <a:pt x="65532" y="684276"/>
                </a:lnTo>
                <a:lnTo>
                  <a:pt x="62484" y="679704"/>
                </a:lnTo>
                <a:lnTo>
                  <a:pt x="60960" y="676656"/>
                </a:lnTo>
                <a:lnTo>
                  <a:pt x="59436" y="672084"/>
                </a:lnTo>
                <a:lnTo>
                  <a:pt x="59436" y="659892"/>
                </a:lnTo>
                <a:lnTo>
                  <a:pt x="99250" y="637628"/>
                </a:lnTo>
                <a:lnTo>
                  <a:pt x="111252" y="637032"/>
                </a:lnTo>
                <a:lnTo>
                  <a:pt x="121577" y="637349"/>
                </a:lnTo>
                <a:lnTo>
                  <a:pt x="150876" y="661416"/>
                </a:lnTo>
                <a:lnTo>
                  <a:pt x="150876" y="641604"/>
                </a:lnTo>
                <a:lnTo>
                  <a:pt x="117348" y="618553"/>
                </a:lnTo>
                <a:lnTo>
                  <a:pt x="103632" y="617220"/>
                </a:lnTo>
                <a:lnTo>
                  <a:pt x="93865" y="617816"/>
                </a:lnTo>
                <a:lnTo>
                  <a:pt x="56184" y="643890"/>
                </a:lnTo>
                <a:lnTo>
                  <a:pt x="51803" y="664464"/>
                </a:lnTo>
                <a:lnTo>
                  <a:pt x="51879" y="673989"/>
                </a:lnTo>
                <a:lnTo>
                  <a:pt x="79248" y="705612"/>
                </a:lnTo>
                <a:lnTo>
                  <a:pt x="106680" y="713232"/>
                </a:lnTo>
                <a:lnTo>
                  <a:pt x="115557" y="712406"/>
                </a:lnTo>
                <a:lnTo>
                  <a:pt x="148971" y="693407"/>
                </a:lnTo>
                <a:lnTo>
                  <a:pt x="153924" y="686371"/>
                </a:lnTo>
                <a:lnTo>
                  <a:pt x="157353" y="676833"/>
                </a:lnTo>
                <a:lnTo>
                  <a:pt x="157365" y="676656"/>
                </a:lnTo>
                <a:lnTo>
                  <a:pt x="158496" y="665988"/>
                </a:lnTo>
                <a:close/>
              </a:path>
              <a:path extrusionOk="0" h="810895" w="203200">
                <a:moveTo>
                  <a:pt x="202692" y="60960"/>
                </a:moveTo>
                <a:lnTo>
                  <a:pt x="175895" y="25603"/>
                </a:lnTo>
                <a:lnTo>
                  <a:pt x="134302" y="3810"/>
                </a:lnTo>
                <a:lnTo>
                  <a:pt x="102108" y="0"/>
                </a:lnTo>
                <a:lnTo>
                  <a:pt x="90690" y="558"/>
                </a:lnTo>
                <a:lnTo>
                  <a:pt x="47688" y="12725"/>
                </a:lnTo>
                <a:lnTo>
                  <a:pt x="15875" y="38036"/>
                </a:lnTo>
                <a:lnTo>
                  <a:pt x="1524" y="60960"/>
                </a:lnTo>
                <a:lnTo>
                  <a:pt x="6096" y="60960"/>
                </a:lnTo>
                <a:lnTo>
                  <a:pt x="10668" y="53340"/>
                </a:lnTo>
                <a:lnTo>
                  <a:pt x="21336" y="42672"/>
                </a:lnTo>
                <a:lnTo>
                  <a:pt x="33528" y="33528"/>
                </a:lnTo>
                <a:lnTo>
                  <a:pt x="39624" y="32004"/>
                </a:lnTo>
                <a:lnTo>
                  <a:pt x="45720" y="28956"/>
                </a:lnTo>
                <a:lnTo>
                  <a:pt x="83248" y="22288"/>
                </a:lnTo>
                <a:lnTo>
                  <a:pt x="105156" y="21336"/>
                </a:lnTo>
                <a:lnTo>
                  <a:pt x="115443" y="21628"/>
                </a:lnTo>
                <a:lnTo>
                  <a:pt x="155155" y="27609"/>
                </a:lnTo>
                <a:lnTo>
                  <a:pt x="189357" y="48387"/>
                </a:lnTo>
                <a:lnTo>
                  <a:pt x="198120" y="60960"/>
                </a:lnTo>
                <a:lnTo>
                  <a:pt x="202692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13" name="Google Shape;1813;p32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4742688" y="6929627"/>
            <a:ext cx="158496" cy="486156"/>
          </a:xfrm>
          <a:prstGeom prst="rect">
            <a:avLst/>
          </a:prstGeom>
          <a:noFill/>
          <a:ln>
            <a:noFill/>
          </a:ln>
        </p:spPr>
      </p:pic>
      <p:pic>
        <p:nvPicPr>
          <p:cNvPr id="1814" name="Google Shape;1814;p32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4742688" y="6661403"/>
            <a:ext cx="158495" cy="201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15" name="Google Shape;1815;p32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4742688" y="6074664"/>
            <a:ext cx="202692" cy="505967"/>
          </a:xfrm>
          <a:prstGeom prst="rect">
            <a:avLst/>
          </a:prstGeom>
          <a:noFill/>
          <a:ln>
            <a:noFill/>
          </a:ln>
        </p:spPr>
      </p:pic>
      <p:sp>
        <p:nvSpPr>
          <p:cNvPr id="1816" name="Google Shape;1816;p32"/>
          <p:cNvSpPr/>
          <p:nvPr/>
        </p:nvSpPr>
        <p:spPr>
          <a:xfrm>
            <a:off x="4742675" y="5326380"/>
            <a:ext cx="158750" cy="675640"/>
          </a:xfrm>
          <a:custGeom>
            <a:rect b="b" l="l" r="r" t="t"/>
            <a:pathLst>
              <a:path extrusionOk="0" h="675639" w="158750">
                <a:moveTo>
                  <a:pt x="24384" y="310896"/>
                </a:moveTo>
                <a:lnTo>
                  <a:pt x="22860" y="307848"/>
                </a:lnTo>
                <a:lnTo>
                  <a:pt x="18288" y="303276"/>
                </a:lnTo>
                <a:lnTo>
                  <a:pt x="6096" y="303276"/>
                </a:lnTo>
                <a:lnTo>
                  <a:pt x="1524" y="307848"/>
                </a:lnTo>
                <a:lnTo>
                  <a:pt x="0" y="310896"/>
                </a:lnTo>
                <a:lnTo>
                  <a:pt x="0" y="318516"/>
                </a:lnTo>
                <a:lnTo>
                  <a:pt x="1524" y="321564"/>
                </a:lnTo>
                <a:lnTo>
                  <a:pt x="6096" y="326136"/>
                </a:lnTo>
                <a:lnTo>
                  <a:pt x="9144" y="327660"/>
                </a:lnTo>
                <a:lnTo>
                  <a:pt x="15240" y="327660"/>
                </a:lnTo>
                <a:lnTo>
                  <a:pt x="18288" y="326136"/>
                </a:lnTo>
                <a:lnTo>
                  <a:pt x="22860" y="321564"/>
                </a:lnTo>
                <a:lnTo>
                  <a:pt x="24384" y="318516"/>
                </a:lnTo>
                <a:lnTo>
                  <a:pt x="24384" y="310896"/>
                </a:lnTo>
                <a:close/>
              </a:path>
              <a:path extrusionOk="0" h="675639" w="158750">
                <a:moveTo>
                  <a:pt x="155448" y="623316"/>
                </a:moveTo>
                <a:lnTo>
                  <a:pt x="152400" y="623316"/>
                </a:lnTo>
                <a:lnTo>
                  <a:pt x="152400" y="627888"/>
                </a:lnTo>
                <a:lnTo>
                  <a:pt x="147828" y="637032"/>
                </a:lnTo>
                <a:lnTo>
                  <a:pt x="144780" y="640080"/>
                </a:lnTo>
                <a:lnTo>
                  <a:pt x="141732" y="640080"/>
                </a:lnTo>
                <a:lnTo>
                  <a:pt x="138684" y="641604"/>
                </a:lnTo>
                <a:lnTo>
                  <a:pt x="85344" y="641604"/>
                </a:lnTo>
                <a:lnTo>
                  <a:pt x="77724" y="638556"/>
                </a:lnTo>
                <a:lnTo>
                  <a:pt x="70104" y="630936"/>
                </a:lnTo>
                <a:lnTo>
                  <a:pt x="67056" y="629412"/>
                </a:lnTo>
                <a:lnTo>
                  <a:pt x="67056" y="624840"/>
                </a:lnTo>
                <a:lnTo>
                  <a:pt x="68580" y="621792"/>
                </a:lnTo>
                <a:lnTo>
                  <a:pt x="74676" y="615696"/>
                </a:lnTo>
                <a:lnTo>
                  <a:pt x="76200" y="612648"/>
                </a:lnTo>
                <a:lnTo>
                  <a:pt x="76200" y="608076"/>
                </a:lnTo>
                <a:lnTo>
                  <a:pt x="73152" y="605028"/>
                </a:lnTo>
                <a:lnTo>
                  <a:pt x="70104" y="603504"/>
                </a:lnTo>
                <a:lnTo>
                  <a:pt x="68580" y="601980"/>
                </a:lnTo>
                <a:lnTo>
                  <a:pt x="60960" y="601980"/>
                </a:lnTo>
                <a:lnTo>
                  <a:pt x="57912" y="603504"/>
                </a:lnTo>
                <a:lnTo>
                  <a:pt x="56388" y="606552"/>
                </a:lnTo>
                <a:lnTo>
                  <a:pt x="53340" y="608076"/>
                </a:lnTo>
                <a:lnTo>
                  <a:pt x="51816" y="611124"/>
                </a:lnTo>
                <a:lnTo>
                  <a:pt x="51816" y="615696"/>
                </a:lnTo>
                <a:lnTo>
                  <a:pt x="53276" y="622325"/>
                </a:lnTo>
                <a:lnTo>
                  <a:pt x="57721" y="628650"/>
                </a:lnTo>
                <a:lnTo>
                  <a:pt x="65328" y="634987"/>
                </a:lnTo>
                <a:lnTo>
                  <a:pt x="76200" y="641604"/>
                </a:lnTo>
                <a:lnTo>
                  <a:pt x="51816" y="641604"/>
                </a:lnTo>
                <a:lnTo>
                  <a:pt x="51816" y="646176"/>
                </a:lnTo>
                <a:lnTo>
                  <a:pt x="64008" y="675132"/>
                </a:lnTo>
                <a:lnTo>
                  <a:pt x="67056" y="673608"/>
                </a:lnTo>
                <a:lnTo>
                  <a:pt x="65532" y="672084"/>
                </a:lnTo>
                <a:lnTo>
                  <a:pt x="65532" y="664464"/>
                </a:lnTo>
                <a:lnTo>
                  <a:pt x="68580" y="661416"/>
                </a:lnTo>
                <a:lnTo>
                  <a:pt x="70104" y="661416"/>
                </a:lnTo>
                <a:lnTo>
                  <a:pt x="71628" y="659892"/>
                </a:lnTo>
                <a:lnTo>
                  <a:pt x="143256" y="659892"/>
                </a:lnTo>
                <a:lnTo>
                  <a:pt x="146304" y="661416"/>
                </a:lnTo>
                <a:lnTo>
                  <a:pt x="150876" y="665988"/>
                </a:lnTo>
                <a:lnTo>
                  <a:pt x="152400" y="670560"/>
                </a:lnTo>
                <a:lnTo>
                  <a:pt x="152400" y="675132"/>
                </a:lnTo>
                <a:lnTo>
                  <a:pt x="155448" y="675132"/>
                </a:lnTo>
                <a:lnTo>
                  <a:pt x="155448" y="659892"/>
                </a:lnTo>
                <a:lnTo>
                  <a:pt x="155448" y="623316"/>
                </a:lnTo>
                <a:close/>
              </a:path>
              <a:path extrusionOk="0" h="675639" w="158750">
                <a:moveTo>
                  <a:pt x="155448" y="289560"/>
                </a:moveTo>
                <a:lnTo>
                  <a:pt x="152400" y="289560"/>
                </a:lnTo>
                <a:lnTo>
                  <a:pt x="152400" y="297180"/>
                </a:lnTo>
                <a:lnTo>
                  <a:pt x="146304" y="303276"/>
                </a:lnTo>
                <a:lnTo>
                  <a:pt x="143256" y="303276"/>
                </a:lnTo>
                <a:lnTo>
                  <a:pt x="138684" y="304800"/>
                </a:lnTo>
                <a:lnTo>
                  <a:pt x="51816" y="304800"/>
                </a:lnTo>
                <a:lnTo>
                  <a:pt x="51816" y="309372"/>
                </a:lnTo>
                <a:lnTo>
                  <a:pt x="64008" y="338328"/>
                </a:lnTo>
                <a:lnTo>
                  <a:pt x="67056" y="336804"/>
                </a:lnTo>
                <a:lnTo>
                  <a:pt x="65532" y="333756"/>
                </a:lnTo>
                <a:lnTo>
                  <a:pt x="65532" y="326136"/>
                </a:lnTo>
                <a:lnTo>
                  <a:pt x="67056" y="326136"/>
                </a:lnTo>
                <a:lnTo>
                  <a:pt x="67056" y="324612"/>
                </a:lnTo>
                <a:lnTo>
                  <a:pt x="70104" y="323088"/>
                </a:lnTo>
                <a:lnTo>
                  <a:pt x="146304" y="323088"/>
                </a:lnTo>
                <a:lnTo>
                  <a:pt x="152400" y="329184"/>
                </a:lnTo>
                <a:lnTo>
                  <a:pt x="152400" y="338328"/>
                </a:lnTo>
                <a:lnTo>
                  <a:pt x="155448" y="338328"/>
                </a:lnTo>
                <a:lnTo>
                  <a:pt x="155448" y="323088"/>
                </a:lnTo>
                <a:lnTo>
                  <a:pt x="155448" y="289560"/>
                </a:lnTo>
                <a:close/>
              </a:path>
              <a:path extrusionOk="0" h="675639" w="158750">
                <a:moveTo>
                  <a:pt x="155448" y="230124"/>
                </a:moveTo>
                <a:lnTo>
                  <a:pt x="152400" y="230124"/>
                </a:lnTo>
                <a:lnTo>
                  <a:pt x="152400" y="234696"/>
                </a:lnTo>
                <a:lnTo>
                  <a:pt x="149352" y="240792"/>
                </a:lnTo>
                <a:lnTo>
                  <a:pt x="147828" y="242316"/>
                </a:lnTo>
                <a:lnTo>
                  <a:pt x="146304" y="245364"/>
                </a:lnTo>
                <a:lnTo>
                  <a:pt x="144780" y="245364"/>
                </a:lnTo>
                <a:lnTo>
                  <a:pt x="138684" y="248412"/>
                </a:lnTo>
                <a:lnTo>
                  <a:pt x="85344" y="248412"/>
                </a:lnTo>
                <a:lnTo>
                  <a:pt x="77724" y="243840"/>
                </a:lnTo>
                <a:lnTo>
                  <a:pt x="73152" y="240792"/>
                </a:lnTo>
                <a:lnTo>
                  <a:pt x="70104" y="237744"/>
                </a:lnTo>
                <a:lnTo>
                  <a:pt x="67056" y="236220"/>
                </a:lnTo>
                <a:lnTo>
                  <a:pt x="67056" y="231648"/>
                </a:lnTo>
                <a:lnTo>
                  <a:pt x="68580" y="228600"/>
                </a:lnTo>
                <a:lnTo>
                  <a:pt x="74676" y="222504"/>
                </a:lnTo>
                <a:lnTo>
                  <a:pt x="76200" y="219456"/>
                </a:lnTo>
                <a:lnTo>
                  <a:pt x="76200" y="214884"/>
                </a:lnTo>
                <a:lnTo>
                  <a:pt x="74676" y="213360"/>
                </a:lnTo>
                <a:lnTo>
                  <a:pt x="73152" y="210312"/>
                </a:lnTo>
                <a:lnTo>
                  <a:pt x="70104" y="208788"/>
                </a:lnTo>
                <a:lnTo>
                  <a:pt x="60960" y="208788"/>
                </a:lnTo>
                <a:lnTo>
                  <a:pt x="57912" y="210312"/>
                </a:lnTo>
                <a:lnTo>
                  <a:pt x="53340" y="214884"/>
                </a:lnTo>
                <a:lnTo>
                  <a:pt x="51816" y="217932"/>
                </a:lnTo>
                <a:lnTo>
                  <a:pt x="51816" y="222504"/>
                </a:lnTo>
                <a:lnTo>
                  <a:pt x="53276" y="229133"/>
                </a:lnTo>
                <a:lnTo>
                  <a:pt x="57721" y="235458"/>
                </a:lnTo>
                <a:lnTo>
                  <a:pt x="65328" y="241795"/>
                </a:lnTo>
                <a:lnTo>
                  <a:pt x="76200" y="248412"/>
                </a:lnTo>
                <a:lnTo>
                  <a:pt x="51816" y="248412"/>
                </a:lnTo>
                <a:lnTo>
                  <a:pt x="51816" y="252984"/>
                </a:lnTo>
                <a:lnTo>
                  <a:pt x="64008" y="281940"/>
                </a:lnTo>
                <a:lnTo>
                  <a:pt x="67056" y="280416"/>
                </a:lnTo>
                <a:lnTo>
                  <a:pt x="65532" y="277368"/>
                </a:lnTo>
                <a:lnTo>
                  <a:pt x="65532" y="269748"/>
                </a:lnTo>
                <a:lnTo>
                  <a:pt x="67056" y="269748"/>
                </a:lnTo>
                <a:lnTo>
                  <a:pt x="70104" y="266700"/>
                </a:lnTo>
                <a:lnTo>
                  <a:pt x="146304" y="266700"/>
                </a:lnTo>
                <a:lnTo>
                  <a:pt x="149352" y="269748"/>
                </a:lnTo>
                <a:lnTo>
                  <a:pt x="152400" y="275844"/>
                </a:lnTo>
                <a:lnTo>
                  <a:pt x="152400" y="281940"/>
                </a:lnTo>
                <a:lnTo>
                  <a:pt x="155448" y="281940"/>
                </a:lnTo>
                <a:lnTo>
                  <a:pt x="155448" y="230124"/>
                </a:lnTo>
                <a:close/>
              </a:path>
              <a:path extrusionOk="0" h="675639" w="158750">
                <a:moveTo>
                  <a:pt x="158496" y="551688"/>
                </a:moveTo>
                <a:lnTo>
                  <a:pt x="133731" y="516445"/>
                </a:lnTo>
                <a:lnTo>
                  <a:pt x="118872" y="512064"/>
                </a:lnTo>
                <a:lnTo>
                  <a:pt x="117348" y="515112"/>
                </a:lnTo>
                <a:lnTo>
                  <a:pt x="126492" y="518160"/>
                </a:lnTo>
                <a:lnTo>
                  <a:pt x="132588" y="522732"/>
                </a:lnTo>
                <a:lnTo>
                  <a:pt x="138684" y="531876"/>
                </a:lnTo>
                <a:lnTo>
                  <a:pt x="140208" y="537972"/>
                </a:lnTo>
                <a:lnTo>
                  <a:pt x="140208" y="543979"/>
                </a:lnTo>
                <a:lnTo>
                  <a:pt x="113538" y="577596"/>
                </a:lnTo>
                <a:lnTo>
                  <a:pt x="94488" y="580644"/>
                </a:lnTo>
                <a:lnTo>
                  <a:pt x="94488" y="534924"/>
                </a:lnTo>
                <a:lnTo>
                  <a:pt x="94488" y="512064"/>
                </a:lnTo>
                <a:lnTo>
                  <a:pt x="86868" y="512546"/>
                </a:lnTo>
                <a:lnTo>
                  <a:pt x="86868" y="534924"/>
                </a:lnTo>
                <a:lnTo>
                  <a:pt x="86868" y="580644"/>
                </a:lnTo>
                <a:lnTo>
                  <a:pt x="77724" y="579120"/>
                </a:lnTo>
                <a:lnTo>
                  <a:pt x="71628" y="576072"/>
                </a:lnTo>
                <a:lnTo>
                  <a:pt x="62484" y="566928"/>
                </a:lnTo>
                <a:lnTo>
                  <a:pt x="59436" y="562356"/>
                </a:lnTo>
                <a:lnTo>
                  <a:pt x="59436" y="551688"/>
                </a:lnTo>
                <a:lnTo>
                  <a:pt x="62484" y="545592"/>
                </a:lnTo>
                <a:lnTo>
                  <a:pt x="65532" y="541020"/>
                </a:lnTo>
                <a:lnTo>
                  <a:pt x="68580" y="537972"/>
                </a:lnTo>
                <a:lnTo>
                  <a:pt x="73152" y="536448"/>
                </a:lnTo>
                <a:lnTo>
                  <a:pt x="76200" y="536448"/>
                </a:lnTo>
                <a:lnTo>
                  <a:pt x="80772" y="534924"/>
                </a:lnTo>
                <a:lnTo>
                  <a:pt x="86868" y="534924"/>
                </a:lnTo>
                <a:lnTo>
                  <a:pt x="86868" y="512546"/>
                </a:lnTo>
                <a:lnTo>
                  <a:pt x="55054" y="534162"/>
                </a:lnTo>
                <a:lnTo>
                  <a:pt x="51816" y="550164"/>
                </a:lnTo>
                <a:lnTo>
                  <a:pt x="51892" y="550913"/>
                </a:lnTo>
                <a:lnTo>
                  <a:pt x="51968" y="551688"/>
                </a:lnTo>
                <a:lnTo>
                  <a:pt x="74104" y="588175"/>
                </a:lnTo>
                <a:lnTo>
                  <a:pt x="106680" y="595884"/>
                </a:lnTo>
                <a:lnTo>
                  <a:pt x="117779" y="595033"/>
                </a:lnTo>
                <a:lnTo>
                  <a:pt x="128016" y="592455"/>
                </a:lnTo>
                <a:lnTo>
                  <a:pt x="137121" y="588175"/>
                </a:lnTo>
                <a:lnTo>
                  <a:pt x="144780" y="582168"/>
                </a:lnTo>
                <a:lnTo>
                  <a:pt x="146240" y="580644"/>
                </a:lnTo>
                <a:lnTo>
                  <a:pt x="150787" y="575906"/>
                </a:lnTo>
                <a:lnTo>
                  <a:pt x="155067" y="568642"/>
                </a:lnTo>
                <a:lnTo>
                  <a:pt x="157645" y="560527"/>
                </a:lnTo>
                <a:lnTo>
                  <a:pt x="157772" y="559244"/>
                </a:lnTo>
                <a:lnTo>
                  <a:pt x="158496" y="551688"/>
                </a:lnTo>
                <a:close/>
              </a:path>
              <a:path extrusionOk="0" h="675639" w="158750">
                <a:moveTo>
                  <a:pt x="158496" y="156972"/>
                </a:moveTo>
                <a:lnTo>
                  <a:pt x="133731" y="120396"/>
                </a:lnTo>
                <a:lnTo>
                  <a:pt x="118872" y="115824"/>
                </a:lnTo>
                <a:lnTo>
                  <a:pt x="117348" y="118872"/>
                </a:lnTo>
                <a:lnTo>
                  <a:pt x="126492" y="121920"/>
                </a:lnTo>
                <a:lnTo>
                  <a:pt x="132588" y="126492"/>
                </a:lnTo>
                <a:lnTo>
                  <a:pt x="138684" y="135636"/>
                </a:lnTo>
                <a:lnTo>
                  <a:pt x="140208" y="141732"/>
                </a:lnTo>
                <a:lnTo>
                  <a:pt x="140144" y="148399"/>
                </a:lnTo>
                <a:lnTo>
                  <a:pt x="113538" y="181927"/>
                </a:lnTo>
                <a:lnTo>
                  <a:pt x="94488" y="184404"/>
                </a:lnTo>
                <a:lnTo>
                  <a:pt x="94488" y="138684"/>
                </a:lnTo>
                <a:lnTo>
                  <a:pt x="94488" y="115824"/>
                </a:lnTo>
                <a:lnTo>
                  <a:pt x="86868" y="116306"/>
                </a:lnTo>
                <a:lnTo>
                  <a:pt x="86868" y="138684"/>
                </a:lnTo>
                <a:lnTo>
                  <a:pt x="86868" y="184404"/>
                </a:lnTo>
                <a:lnTo>
                  <a:pt x="77724" y="184404"/>
                </a:lnTo>
                <a:lnTo>
                  <a:pt x="71628" y="181356"/>
                </a:lnTo>
                <a:lnTo>
                  <a:pt x="62484" y="172212"/>
                </a:lnTo>
                <a:lnTo>
                  <a:pt x="59436" y="166116"/>
                </a:lnTo>
                <a:lnTo>
                  <a:pt x="59436" y="156972"/>
                </a:lnTo>
                <a:lnTo>
                  <a:pt x="73152" y="141732"/>
                </a:lnTo>
                <a:lnTo>
                  <a:pt x="76200" y="140208"/>
                </a:lnTo>
                <a:lnTo>
                  <a:pt x="80772" y="138684"/>
                </a:lnTo>
                <a:lnTo>
                  <a:pt x="86868" y="138684"/>
                </a:lnTo>
                <a:lnTo>
                  <a:pt x="86868" y="116306"/>
                </a:lnTo>
                <a:lnTo>
                  <a:pt x="55054" y="139065"/>
                </a:lnTo>
                <a:lnTo>
                  <a:pt x="51816" y="153924"/>
                </a:lnTo>
                <a:lnTo>
                  <a:pt x="51943" y="155308"/>
                </a:lnTo>
                <a:lnTo>
                  <a:pt x="52679" y="163664"/>
                </a:lnTo>
                <a:lnTo>
                  <a:pt x="83820" y="196405"/>
                </a:lnTo>
                <a:lnTo>
                  <a:pt x="106680" y="199644"/>
                </a:lnTo>
                <a:lnTo>
                  <a:pt x="117779" y="198818"/>
                </a:lnTo>
                <a:lnTo>
                  <a:pt x="155067" y="172783"/>
                </a:lnTo>
                <a:lnTo>
                  <a:pt x="155194" y="172402"/>
                </a:lnTo>
                <a:lnTo>
                  <a:pt x="155257" y="172212"/>
                </a:lnTo>
                <a:lnTo>
                  <a:pt x="157645" y="164960"/>
                </a:lnTo>
                <a:lnTo>
                  <a:pt x="158496" y="156972"/>
                </a:lnTo>
                <a:close/>
              </a:path>
              <a:path extrusionOk="0" h="675639" w="158750">
                <a:moveTo>
                  <a:pt x="158496" y="28956"/>
                </a:moveTo>
                <a:lnTo>
                  <a:pt x="146304" y="0"/>
                </a:lnTo>
                <a:lnTo>
                  <a:pt x="143256" y="1524"/>
                </a:lnTo>
                <a:lnTo>
                  <a:pt x="144780" y="4572"/>
                </a:lnTo>
                <a:lnTo>
                  <a:pt x="144780" y="10668"/>
                </a:lnTo>
                <a:lnTo>
                  <a:pt x="141732" y="13716"/>
                </a:lnTo>
                <a:lnTo>
                  <a:pt x="138684" y="13716"/>
                </a:lnTo>
                <a:lnTo>
                  <a:pt x="135636" y="15240"/>
                </a:lnTo>
                <a:lnTo>
                  <a:pt x="0" y="15240"/>
                </a:lnTo>
                <a:lnTo>
                  <a:pt x="0" y="19812"/>
                </a:lnTo>
                <a:lnTo>
                  <a:pt x="12192" y="48768"/>
                </a:lnTo>
                <a:lnTo>
                  <a:pt x="15240" y="47244"/>
                </a:lnTo>
                <a:lnTo>
                  <a:pt x="13716" y="44196"/>
                </a:lnTo>
                <a:lnTo>
                  <a:pt x="13716" y="38100"/>
                </a:lnTo>
                <a:lnTo>
                  <a:pt x="15240" y="36576"/>
                </a:lnTo>
                <a:lnTo>
                  <a:pt x="15240" y="35052"/>
                </a:lnTo>
                <a:lnTo>
                  <a:pt x="18288" y="35052"/>
                </a:lnTo>
                <a:lnTo>
                  <a:pt x="19812" y="33528"/>
                </a:lnTo>
                <a:lnTo>
                  <a:pt x="62484" y="33528"/>
                </a:lnTo>
                <a:lnTo>
                  <a:pt x="54864" y="39624"/>
                </a:lnTo>
                <a:lnTo>
                  <a:pt x="51816" y="45720"/>
                </a:lnTo>
                <a:lnTo>
                  <a:pt x="51816" y="54864"/>
                </a:lnTo>
                <a:lnTo>
                  <a:pt x="52959" y="64604"/>
                </a:lnTo>
                <a:lnTo>
                  <a:pt x="79298" y="94399"/>
                </a:lnTo>
                <a:lnTo>
                  <a:pt x="109728" y="102108"/>
                </a:lnTo>
                <a:lnTo>
                  <a:pt x="120002" y="101257"/>
                </a:lnTo>
                <a:lnTo>
                  <a:pt x="119799" y="101257"/>
                </a:lnTo>
                <a:lnTo>
                  <a:pt x="128968" y="98869"/>
                </a:lnTo>
                <a:lnTo>
                  <a:pt x="137375" y="95046"/>
                </a:lnTo>
                <a:lnTo>
                  <a:pt x="144780" y="89916"/>
                </a:lnTo>
                <a:lnTo>
                  <a:pt x="150787" y="83921"/>
                </a:lnTo>
                <a:lnTo>
                  <a:pt x="151841" y="82296"/>
                </a:lnTo>
                <a:lnTo>
                  <a:pt x="155067" y="77343"/>
                </a:lnTo>
                <a:lnTo>
                  <a:pt x="155143" y="77152"/>
                </a:lnTo>
                <a:lnTo>
                  <a:pt x="157645" y="70205"/>
                </a:lnTo>
                <a:lnTo>
                  <a:pt x="158496" y="62484"/>
                </a:lnTo>
                <a:lnTo>
                  <a:pt x="158496" y="56388"/>
                </a:lnTo>
                <a:lnTo>
                  <a:pt x="155448" y="47244"/>
                </a:lnTo>
                <a:lnTo>
                  <a:pt x="152400" y="42672"/>
                </a:lnTo>
                <a:lnTo>
                  <a:pt x="147828" y="38100"/>
                </a:lnTo>
                <a:lnTo>
                  <a:pt x="144780" y="35814"/>
                </a:lnTo>
                <a:lnTo>
                  <a:pt x="144780" y="45720"/>
                </a:lnTo>
                <a:lnTo>
                  <a:pt x="144780" y="59436"/>
                </a:lnTo>
                <a:lnTo>
                  <a:pt x="110299" y="81724"/>
                </a:lnTo>
                <a:lnTo>
                  <a:pt x="100584" y="82296"/>
                </a:lnTo>
                <a:lnTo>
                  <a:pt x="89992" y="81724"/>
                </a:lnTo>
                <a:lnTo>
                  <a:pt x="59436" y="62484"/>
                </a:lnTo>
                <a:lnTo>
                  <a:pt x="59436" y="51816"/>
                </a:lnTo>
                <a:lnTo>
                  <a:pt x="80772" y="33528"/>
                </a:lnTo>
                <a:lnTo>
                  <a:pt x="134112" y="33528"/>
                </a:lnTo>
                <a:lnTo>
                  <a:pt x="141732" y="39624"/>
                </a:lnTo>
                <a:lnTo>
                  <a:pt x="144780" y="45720"/>
                </a:lnTo>
                <a:lnTo>
                  <a:pt x="144780" y="35814"/>
                </a:lnTo>
                <a:lnTo>
                  <a:pt x="141732" y="33528"/>
                </a:lnTo>
                <a:lnTo>
                  <a:pt x="158496" y="33528"/>
                </a:lnTo>
                <a:lnTo>
                  <a:pt x="158496" y="28956"/>
                </a:lnTo>
                <a:close/>
              </a:path>
              <a:path extrusionOk="0" h="675639" w="158750">
                <a:moveTo>
                  <a:pt x="158508" y="387096"/>
                </a:moveTo>
                <a:lnTo>
                  <a:pt x="71640" y="358140"/>
                </a:lnTo>
                <a:lnTo>
                  <a:pt x="64020" y="355092"/>
                </a:lnTo>
                <a:lnTo>
                  <a:pt x="59448" y="350520"/>
                </a:lnTo>
                <a:lnTo>
                  <a:pt x="57924" y="344424"/>
                </a:lnTo>
                <a:lnTo>
                  <a:pt x="54876" y="344424"/>
                </a:lnTo>
                <a:lnTo>
                  <a:pt x="54876" y="374904"/>
                </a:lnTo>
                <a:lnTo>
                  <a:pt x="57924" y="374904"/>
                </a:lnTo>
                <a:lnTo>
                  <a:pt x="57924" y="370332"/>
                </a:lnTo>
                <a:lnTo>
                  <a:pt x="59448" y="365760"/>
                </a:lnTo>
                <a:lnTo>
                  <a:pt x="59448" y="364236"/>
                </a:lnTo>
                <a:lnTo>
                  <a:pt x="60972" y="362712"/>
                </a:lnTo>
                <a:lnTo>
                  <a:pt x="67068" y="362712"/>
                </a:lnTo>
                <a:lnTo>
                  <a:pt x="70116" y="364236"/>
                </a:lnTo>
                <a:lnTo>
                  <a:pt x="73164" y="367284"/>
                </a:lnTo>
                <a:lnTo>
                  <a:pt x="128028" y="385572"/>
                </a:lnTo>
                <a:lnTo>
                  <a:pt x="71640" y="409956"/>
                </a:lnTo>
                <a:lnTo>
                  <a:pt x="62496" y="409956"/>
                </a:lnTo>
                <a:lnTo>
                  <a:pt x="57924" y="405384"/>
                </a:lnTo>
                <a:lnTo>
                  <a:pt x="57924" y="400812"/>
                </a:lnTo>
                <a:lnTo>
                  <a:pt x="54876" y="400812"/>
                </a:lnTo>
                <a:lnTo>
                  <a:pt x="54876" y="445008"/>
                </a:lnTo>
                <a:lnTo>
                  <a:pt x="57924" y="445008"/>
                </a:lnTo>
                <a:lnTo>
                  <a:pt x="57924" y="440436"/>
                </a:lnTo>
                <a:lnTo>
                  <a:pt x="59448" y="437388"/>
                </a:lnTo>
                <a:lnTo>
                  <a:pt x="59448" y="435864"/>
                </a:lnTo>
                <a:lnTo>
                  <a:pt x="62496" y="432816"/>
                </a:lnTo>
                <a:lnTo>
                  <a:pt x="65544" y="431292"/>
                </a:lnTo>
                <a:lnTo>
                  <a:pt x="70116" y="429768"/>
                </a:lnTo>
                <a:lnTo>
                  <a:pt x="82308" y="423672"/>
                </a:lnTo>
                <a:lnTo>
                  <a:pt x="129552" y="446532"/>
                </a:lnTo>
                <a:lnTo>
                  <a:pt x="73164" y="469392"/>
                </a:lnTo>
                <a:lnTo>
                  <a:pt x="70116" y="470916"/>
                </a:lnTo>
                <a:lnTo>
                  <a:pt x="60972" y="470916"/>
                </a:lnTo>
                <a:lnTo>
                  <a:pt x="59448" y="469392"/>
                </a:lnTo>
                <a:lnTo>
                  <a:pt x="59448" y="467868"/>
                </a:lnTo>
                <a:lnTo>
                  <a:pt x="57924" y="464820"/>
                </a:lnTo>
                <a:lnTo>
                  <a:pt x="57924" y="461772"/>
                </a:lnTo>
                <a:lnTo>
                  <a:pt x="54876" y="461772"/>
                </a:lnTo>
                <a:lnTo>
                  <a:pt x="54876" y="504444"/>
                </a:lnTo>
                <a:lnTo>
                  <a:pt x="57924" y="504444"/>
                </a:lnTo>
                <a:lnTo>
                  <a:pt x="59448" y="499872"/>
                </a:lnTo>
                <a:lnTo>
                  <a:pt x="60972" y="496824"/>
                </a:lnTo>
                <a:lnTo>
                  <a:pt x="62496" y="495300"/>
                </a:lnTo>
                <a:lnTo>
                  <a:pt x="64020" y="492252"/>
                </a:lnTo>
                <a:lnTo>
                  <a:pt x="73164" y="489204"/>
                </a:lnTo>
                <a:lnTo>
                  <a:pt x="158508" y="455676"/>
                </a:lnTo>
                <a:lnTo>
                  <a:pt x="158508" y="452628"/>
                </a:lnTo>
                <a:lnTo>
                  <a:pt x="91452" y="420624"/>
                </a:lnTo>
                <a:lnTo>
                  <a:pt x="158508" y="393192"/>
                </a:lnTo>
                <a:lnTo>
                  <a:pt x="158508" y="3870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17" name="Google Shape;1817;p32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4742688" y="4780788"/>
            <a:ext cx="202647" cy="4754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18" name="Google Shape;1818;p32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4794504" y="4614671"/>
            <a:ext cx="106680" cy="91440"/>
          </a:xfrm>
          <a:prstGeom prst="rect">
            <a:avLst/>
          </a:prstGeom>
          <a:noFill/>
          <a:ln>
            <a:noFill/>
          </a:ln>
        </p:spPr>
      </p:pic>
      <p:sp>
        <p:nvSpPr>
          <p:cNvPr id="1819" name="Google Shape;1819;p32"/>
          <p:cNvSpPr/>
          <p:nvPr/>
        </p:nvSpPr>
        <p:spPr>
          <a:xfrm>
            <a:off x="4742688" y="3695700"/>
            <a:ext cx="203200" cy="853440"/>
          </a:xfrm>
          <a:custGeom>
            <a:rect b="b" l="l" r="r" t="t"/>
            <a:pathLst>
              <a:path extrusionOk="0" h="853439" w="203200">
                <a:moveTo>
                  <a:pt x="114300" y="454152"/>
                </a:moveTo>
                <a:lnTo>
                  <a:pt x="94475" y="454152"/>
                </a:lnTo>
                <a:lnTo>
                  <a:pt x="94475" y="512064"/>
                </a:lnTo>
                <a:lnTo>
                  <a:pt x="114300" y="512064"/>
                </a:lnTo>
                <a:lnTo>
                  <a:pt x="114300" y="454152"/>
                </a:lnTo>
                <a:close/>
              </a:path>
              <a:path extrusionOk="0" h="853439" w="203200">
                <a:moveTo>
                  <a:pt x="155435" y="21336"/>
                </a:moveTo>
                <a:lnTo>
                  <a:pt x="152387" y="21336"/>
                </a:lnTo>
                <a:lnTo>
                  <a:pt x="152387" y="25908"/>
                </a:lnTo>
                <a:lnTo>
                  <a:pt x="147815" y="35052"/>
                </a:lnTo>
                <a:lnTo>
                  <a:pt x="144767" y="38100"/>
                </a:lnTo>
                <a:lnTo>
                  <a:pt x="141719" y="39624"/>
                </a:lnTo>
                <a:lnTo>
                  <a:pt x="85331" y="39624"/>
                </a:lnTo>
                <a:lnTo>
                  <a:pt x="77711" y="36576"/>
                </a:lnTo>
                <a:lnTo>
                  <a:pt x="70091" y="28956"/>
                </a:lnTo>
                <a:lnTo>
                  <a:pt x="67043" y="27432"/>
                </a:lnTo>
                <a:lnTo>
                  <a:pt x="67043" y="22860"/>
                </a:lnTo>
                <a:lnTo>
                  <a:pt x="68567" y="21336"/>
                </a:lnTo>
                <a:lnTo>
                  <a:pt x="71615" y="16764"/>
                </a:lnTo>
                <a:lnTo>
                  <a:pt x="74663" y="13716"/>
                </a:lnTo>
                <a:lnTo>
                  <a:pt x="76187" y="10668"/>
                </a:lnTo>
                <a:lnTo>
                  <a:pt x="76187" y="6096"/>
                </a:lnTo>
                <a:lnTo>
                  <a:pt x="73139" y="3048"/>
                </a:lnTo>
                <a:lnTo>
                  <a:pt x="70091" y="1524"/>
                </a:lnTo>
                <a:lnTo>
                  <a:pt x="68567" y="0"/>
                </a:lnTo>
                <a:lnTo>
                  <a:pt x="60947" y="0"/>
                </a:lnTo>
                <a:lnTo>
                  <a:pt x="57899" y="1524"/>
                </a:lnTo>
                <a:lnTo>
                  <a:pt x="56375" y="4572"/>
                </a:lnTo>
                <a:lnTo>
                  <a:pt x="53327" y="6096"/>
                </a:lnTo>
                <a:lnTo>
                  <a:pt x="51803" y="9144"/>
                </a:lnTo>
                <a:lnTo>
                  <a:pt x="51803" y="13716"/>
                </a:lnTo>
                <a:lnTo>
                  <a:pt x="53263" y="20345"/>
                </a:lnTo>
                <a:lnTo>
                  <a:pt x="57708" y="26670"/>
                </a:lnTo>
                <a:lnTo>
                  <a:pt x="65316" y="33007"/>
                </a:lnTo>
                <a:lnTo>
                  <a:pt x="76187" y="39624"/>
                </a:lnTo>
                <a:lnTo>
                  <a:pt x="51803" y="39624"/>
                </a:lnTo>
                <a:lnTo>
                  <a:pt x="51803" y="44196"/>
                </a:lnTo>
                <a:lnTo>
                  <a:pt x="63995" y="73152"/>
                </a:lnTo>
                <a:lnTo>
                  <a:pt x="67043" y="71628"/>
                </a:lnTo>
                <a:lnTo>
                  <a:pt x="65519" y="70104"/>
                </a:lnTo>
                <a:lnTo>
                  <a:pt x="65519" y="62484"/>
                </a:lnTo>
                <a:lnTo>
                  <a:pt x="68567" y="59436"/>
                </a:lnTo>
                <a:lnTo>
                  <a:pt x="70091" y="59436"/>
                </a:lnTo>
                <a:lnTo>
                  <a:pt x="71615" y="57912"/>
                </a:lnTo>
                <a:lnTo>
                  <a:pt x="143243" y="57912"/>
                </a:lnTo>
                <a:lnTo>
                  <a:pt x="146291" y="59436"/>
                </a:lnTo>
                <a:lnTo>
                  <a:pt x="150863" y="64008"/>
                </a:lnTo>
                <a:lnTo>
                  <a:pt x="152387" y="68580"/>
                </a:lnTo>
                <a:lnTo>
                  <a:pt x="152387" y="73152"/>
                </a:lnTo>
                <a:lnTo>
                  <a:pt x="155435" y="73152"/>
                </a:lnTo>
                <a:lnTo>
                  <a:pt x="155435" y="57912"/>
                </a:lnTo>
                <a:lnTo>
                  <a:pt x="155435" y="21336"/>
                </a:lnTo>
                <a:close/>
              </a:path>
              <a:path extrusionOk="0" h="853439" w="203200">
                <a:moveTo>
                  <a:pt x="155448" y="390144"/>
                </a:moveTo>
                <a:lnTo>
                  <a:pt x="152400" y="390144"/>
                </a:lnTo>
                <a:lnTo>
                  <a:pt x="152400" y="397764"/>
                </a:lnTo>
                <a:lnTo>
                  <a:pt x="146304" y="403860"/>
                </a:lnTo>
                <a:lnTo>
                  <a:pt x="143256" y="403860"/>
                </a:lnTo>
                <a:lnTo>
                  <a:pt x="138684" y="405384"/>
                </a:lnTo>
                <a:lnTo>
                  <a:pt x="0" y="405384"/>
                </a:lnTo>
                <a:lnTo>
                  <a:pt x="0" y="409956"/>
                </a:lnTo>
                <a:lnTo>
                  <a:pt x="12192" y="438912"/>
                </a:lnTo>
                <a:lnTo>
                  <a:pt x="15240" y="437388"/>
                </a:lnTo>
                <a:lnTo>
                  <a:pt x="13716" y="434340"/>
                </a:lnTo>
                <a:lnTo>
                  <a:pt x="13716" y="426720"/>
                </a:lnTo>
                <a:lnTo>
                  <a:pt x="15240" y="426720"/>
                </a:lnTo>
                <a:lnTo>
                  <a:pt x="15240" y="425196"/>
                </a:lnTo>
                <a:lnTo>
                  <a:pt x="18288" y="423672"/>
                </a:lnTo>
                <a:lnTo>
                  <a:pt x="143256" y="423672"/>
                </a:lnTo>
                <a:lnTo>
                  <a:pt x="146304" y="425196"/>
                </a:lnTo>
                <a:lnTo>
                  <a:pt x="147828" y="425196"/>
                </a:lnTo>
                <a:lnTo>
                  <a:pt x="152400" y="429768"/>
                </a:lnTo>
                <a:lnTo>
                  <a:pt x="152400" y="438912"/>
                </a:lnTo>
                <a:lnTo>
                  <a:pt x="155448" y="438912"/>
                </a:lnTo>
                <a:lnTo>
                  <a:pt x="155448" y="390144"/>
                </a:lnTo>
                <a:close/>
              </a:path>
              <a:path extrusionOk="0" h="853439" w="203200">
                <a:moveTo>
                  <a:pt x="158483" y="123444"/>
                </a:moveTo>
                <a:lnTo>
                  <a:pt x="133718" y="88201"/>
                </a:lnTo>
                <a:lnTo>
                  <a:pt x="118859" y="83820"/>
                </a:lnTo>
                <a:lnTo>
                  <a:pt x="117335" y="86868"/>
                </a:lnTo>
                <a:lnTo>
                  <a:pt x="126479" y="89916"/>
                </a:lnTo>
                <a:lnTo>
                  <a:pt x="132575" y="92964"/>
                </a:lnTo>
                <a:lnTo>
                  <a:pt x="135623" y="99060"/>
                </a:lnTo>
                <a:lnTo>
                  <a:pt x="138671" y="103632"/>
                </a:lnTo>
                <a:lnTo>
                  <a:pt x="140195" y="109728"/>
                </a:lnTo>
                <a:lnTo>
                  <a:pt x="140195" y="115735"/>
                </a:lnTo>
                <a:lnTo>
                  <a:pt x="139369" y="122669"/>
                </a:lnTo>
                <a:lnTo>
                  <a:pt x="104432" y="151599"/>
                </a:lnTo>
                <a:lnTo>
                  <a:pt x="94475" y="152400"/>
                </a:lnTo>
                <a:lnTo>
                  <a:pt x="94475" y="106680"/>
                </a:lnTo>
                <a:lnTo>
                  <a:pt x="94475" y="83820"/>
                </a:lnTo>
                <a:lnTo>
                  <a:pt x="86855" y="84302"/>
                </a:lnTo>
                <a:lnTo>
                  <a:pt x="86855" y="106680"/>
                </a:lnTo>
                <a:lnTo>
                  <a:pt x="86855" y="152400"/>
                </a:lnTo>
                <a:lnTo>
                  <a:pt x="77711" y="150876"/>
                </a:lnTo>
                <a:lnTo>
                  <a:pt x="71615" y="147828"/>
                </a:lnTo>
                <a:lnTo>
                  <a:pt x="62471" y="138684"/>
                </a:lnTo>
                <a:lnTo>
                  <a:pt x="59423" y="134112"/>
                </a:lnTo>
                <a:lnTo>
                  <a:pt x="59423" y="123444"/>
                </a:lnTo>
                <a:lnTo>
                  <a:pt x="60947" y="120396"/>
                </a:lnTo>
                <a:lnTo>
                  <a:pt x="62572" y="115735"/>
                </a:lnTo>
                <a:lnTo>
                  <a:pt x="68567" y="109728"/>
                </a:lnTo>
                <a:lnTo>
                  <a:pt x="73139" y="108204"/>
                </a:lnTo>
                <a:lnTo>
                  <a:pt x="76187" y="106680"/>
                </a:lnTo>
                <a:lnTo>
                  <a:pt x="86855" y="106680"/>
                </a:lnTo>
                <a:lnTo>
                  <a:pt x="86855" y="84302"/>
                </a:lnTo>
                <a:lnTo>
                  <a:pt x="55041" y="105918"/>
                </a:lnTo>
                <a:lnTo>
                  <a:pt x="51803" y="121920"/>
                </a:lnTo>
                <a:lnTo>
                  <a:pt x="51879" y="122669"/>
                </a:lnTo>
                <a:lnTo>
                  <a:pt x="51955" y="123444"/>
                </a:lnTo>
                <a:lnTo>
                  <a:pt x="74091" y="159931"/>
                </a:lnTo>
                <a:lnTo>
                  <a:pt x="106667" y="167640"/>
                </a:lnTo>
                <a:lnTo>
                  <a:pt x="117767" y="166789"/>
                </a:lnTo>
                <a:lnTo>
                  <a:pt x="128003" y="164211"/>
                </a:lnTo>
                <a:lnTo>
                  <a:pt x="137109" y="159931"/>
                </a:lnTo>
                <a:lnTo>
                  <a:pt x="144767" y="153924"/>
                </a:lnTo>
                <a:lnTo>
                  <a:pt x="146227" y="152400"/>
                </a:lnTo>
                <a:lnTo>
                  <a:pt x="150774" y="147662"/>
                </a:lnTo>
                <a:lnTo>
                  <a:pt x="155054" y="140398"/>
                </a:lnTo>
                <a:lnTo>
                  <a:pt x="157632" y="132283"/>
                </a:lnTo>
                <a:lnTo>
                  <a:pt x="158483" y="123444"/>
                </a:lnTo>
                <a:close/>
              </a:path>
              <a:path extrusionOk="0" h="853439" w="203200">
                <a:moveTo>
                  <a:pt x="158496" y="810768"/>
                </a:moveTo>
                <a:lnTo>
                  <a:pt x="156972" y="806196"/>
                </a:lnTo>
                <a:lnTo>
                  <a:pt x="152400" y="801624"/>
                </a:lnTo>
                <a:lnTo>
                  <a:pt x="149352" y="797052"/>
                </a:lnTo>
                <a:lnTo>
                  <a:pt x="144780" y="792480"/>
                </a:lnTo>
                <a:lnTo>
                  <a:pt x="137160" y="790956"/>
                </a:lnTo>
                <a:lnTo>
                  <a:pt x="137160" y="795528"/>
                </a:lnTo>
                <a:lnTo>
                  <a:pt x="140208" y="797052"/>
                </a:lnTo>
                <a:lnTo>
                  <a:pt x="143256" y="800100"/>
                </a:lnTo>
                <a:lnTo>
                  <a:pt x="144780" y="803148"/>
                </a:lnTo>
                <a:lnTo>
                  <a:pt x="144780" y="810768"/>
                </a:lnTo>
                <a:lnTo>
                  <a:pt x="143256" y="813816"/>
                </a:lnTo>
                <a:lnTo>
                  <a:pt x="141732" y="815340"/>
                </a:lnTo>
                <a:lnTo>
                  <a:pt x="138684" y="816864"/>
                </a:lnTo>
                <a:lnTo>
                  <a:pt x="134112" y="818388"/>
                </a:lnTo>
                <a:lnTo>
                  <a:pt x="62484" y="818388"/>
                </a:lnTo>
                <a:lnTo>
                  <a:pt x="62484" y="794004"/>
                </a:lnTo>
                <a:lnTo>
                  <a:pt x="54864" y="794004"/>
                </a:lnTo>
                <a:lnTo>
                  <a:pt x="54864" y="818388"/>
                </a:lnTo>
                <a:lnTo>
                  <a:pt x="21336" y="818388"/>
                </a:lnTo>
                <a:lnTo>
                  <a:pt x="21336" y="821436"/>
                </a:lnTo>
                <a:lnTo>
                  <a:pt x="28956" y="824484"/>
                </a:lnTo>
                <a:lnTo>
                  <a:pt x="33528" y="826008"/>
                </a:lnTo>
                <a:lnTo>
                  <a:pt x="36576" y="827532"/>
                </a:lnTo>
                <a:lnTo>
                  <a:pt x="42672" y="832104"/>
                </a:lnTo>
                <a:lnTo>
                  <a:pt x="47244" y="835152"/>
                </a:lnTo>
                <a:lnTo>
                  <a:pt x="50292" y="839724"/>
                </a:lnTo>
                <a:lnTo>
                  <a:pt x="54864" y="844296"/>
                </a:lnTo>
                <a:lnTo>
                  <a:pt x="57912" y="848868"/>
                </a:lnTo>
                <a:lnTo>
                  <a:pt x="59436" y="853440"/>
                </a:lnTo>
                <a:lnTo>
                  <a:pt x="62484" y="853440"/>
                </a:lnTo>
                <a:lnTo>
                  <a:pt x="62484" y="836676"/>
                </a:lnTo>
                <a:lnTo>
                  <a:pt x="138684" y="836676"/>
                </a:lnTo>
                <a:lnTo>
                  <a:pt x="147828" y="833628"/>
                </a:lnTo>
                <a:lnTo>
                  <a:pt x="150876" y="832104"/>
                </a:lnTo>
                <a:lnTo>
                  <a:pt x="153924" y="829056"/>
                </a:lnTo>
                <a:lnTo>
                  <a:pt x="158496" y="819912"/>
                </a:lnTo>
                <a:lnTo>
                  <a:pt x="158496" y="810768"/>
                </a:lnTo>
                <a:close/>
              </a:path>
              <a:path extrusionOk="0" h="853439" w="203200">
                <a:moveTo>
                  <a:pt x="158496" y="673608"/>
                </a:moveTo>
                <a:lnTo>
                  <a:pt x="71628" y="643128"/>
                </a:lnTo>
                <a:lnTo>
                  <a:pt x="64008" y="640080"/>
                </a:lnTo>
                <a:lnTo>
                  <a:pt x="59436" y="635508"/>
                </a:lnTo>
                <a:lnTo>
                  <a:pt x="57912" y="629412"/>
                </a:lnTo>
                <a:lnTo>
                  <a:pt x="54864" y="629412"/>
                </a:lnTo>
                <a:lnTo>
                  <a:pt x="54864" y="659892"/>
                </a:lnTo>
                <a:lnTo>
                  <a:pt x="57912" y="659892"/>
                </a:lnTo>
                <a:lnTo>
                  <a:pt x="57912" y="655320"/>
                </a:lnTo>
                <a:lnTo>
                  <a:pt x="59436" y="652272"/>
                </a:lnTo>
                <a:lnTo>
                  <a:pt x="59436" y="650748"/>
                </a:lnTo>
                <a:lnTo>
                  <a:pt x="60960" y="647700"/>
                </a:lnTo>
                <a:lnTo>
                  <a:pt x="67056" y="647700"/>
                </a:lnTo>
                <a:lnTo>
                  <a:pt x="70104" y="649224"/>
                </a:lnTo>
                <a:lnTo>
                  <a:pt x="73152" y="652272"/>
                </a:lnTo>
                <a:lnTo>
                  <a:pt x="128016" y="670560"/>
                </a:lnTo>
                <a:lnTo>
                  <a:pt x="71628" y="694944"/>
                </a:lnTo>
                <a:lnTo>
                  <a:pt x="62484" y="694944"/>
                </a:lnTo>
                <a:lnTo>
                  <a:pt x="57912" y="690372"/>
                </a:lnTo>
                <a:lnTo>
                  <a:pt x="57912" y="685800"/>
                </a:lnTo>
                <a:lnTo>
                  <a:pt x="54864" y="685800"/>
                </a:lnTo>
                <a:lnTo>
                  <a:pt x="54864" y="729996"/>
                </a:lnTo>
                <a:lnTo>
                  <a:pt x="57912" y="729996"/>
                </a:lnTo>
                <a:lnTo>
                  <a:pt x="57912" y="725424"/>
                </a:lnTo>
                <a:lnTo>
                  <a:pt x="59436" y="722376"/>
                </a:lnTo>
                <a:lnTo>
                  <a:pt x="59436" y="720852"/>
                </a:lnTo>
                <a:lnTo>
                  <a:pt x="62484" y="717804"/>
                </a:lnTo>
                <a:lnTo>
                  <a:pt x="65532" y="716280"/>
                </a:lnTo>
                <a:lnTo>
                  <a:pt x="70104" y="714756"/>
                </a:lnTo>
                <a:lnTo>
                  <a:pt x="82296" y="708660"/>
                </a:lnTo>
                <a:lnTo>
                  <a:pt x="129540" y="733044"/>
                </a:lnTo>
                <a:lnTo>
                  <a:pt x="73152" y="754380"/>
                </a:lnTo>
                <a:lnTo>
                  <a:pt x="70104" y="755904"/>
                </a:lnTo>
                <a:lnTo>
                  <a:pt x="60960" y="755904"/>
                </a:lnTo>
                <a:lnTo>
                  <a:pt x="59436" y="754380"/>
                </a:lnTo>
                <a:lnTo>
                  <a:pt x="59436" y="752856"/>
                </a:lnTo>
                <a:lnTo>
                  <a:pt x="57912" y="751332"/>
                </a:lnTo>
                <a:lnTo>
                  <a:pt x="57912" y="746760"/>
                </a:lnTo>
                <a:lnTo>
                  <a:pt x="54864" y="746760"/>
                </a:lnTo>
                <a:lnTo>
                  <a:pt x="54864" y="789432"/>
                </a:lnTo>
                <a:lnTo>
                  <a:pt x="57912" y="789432"/>
                </a:lnTo>
                <a:lnTo>
                  <a:pt x="59436" y="784860"/>
                </a:lnTo>
                <a:lnTo>
                  <a:pt x="60960" y="781812"/>
                </a:lnTo>
                <a:lnTo>
                  <a:pt x="64008" y="778764"/>
                </a:lnTo>
                <a:lnTo>
                  <a:pt x="68580" y="775716"/>
                </a:lnTo>
                <a:lnTo>
                  <a:pt x="73152" y="774192"/>
                </a:lnTo>
                <a:lnTo>
                  <a:pt x="158496" y="740664"/>
                </a:lnTo>
                <a:lnTo>
                  <a:pt x="158496" y="739140"/>
                </a:lnTo>
                <a:lnTo>
                  <a:pt x="91440" y="705612"/>
                </a:lnTo>
                <a:lnTo>
                  <a:pt x="158496" y="678180"/>
                </a:lnTo>
                <a:lnTo>
                  <a:pt x="158496" y="673608"/>
                </a:lnTo>
                <a:close/>
              </a:path>
              <a:path extrusionOk="0" h="853439" w="203200">
                <a:moveTo>
                  <a:pt x="158496" y="576072"/>
                </a:moveTo>
                <a:lnTo>
                  <a:pt x="158369" y="574548"/>
                </a:lnTo>
                <a:lnTo>
                  <a:pt x="157937" y="569264"/>
                </a:lnTo>
                <a:lnTo>
                  <a:pt x="156400" y="562737"/>
                </a:lnTo>
                <a:lnTo>
                  <a:pt x="153987" y="556793"/>
                </a:lnTo>
                <a:lnTo>
                  <a:pt x="150876" y="551688"/>
                </a:lnTo>
                <a:lnTo>
                  <a:pt x="150876" y="571500"/>
                </a:lnTo>
                <a:lnTo>
                  <a:pt x="149771" y="578078"/>
                </a:lnTo>
                <a:lnTo>
                  <a:pt x="117729" y="601218"/>
                </a:lnTo>
                <a:lnTo>
                  <a:pt x="97955" y="603491"/>
                </a:lnTo>
                <a:lnTo>
                  <a:pt x="88265" y="603491"/>
                </a:lnTo>
                <a:lnTo>
                  <a:pt x="80772" y="601980"/>
                </a:lnTo>
                <a:lnTo>
                  <a:pt x="74676" y="598932"/>
                </a:lnTo>
                <a:lnTo>
                  <a:pt x="68580" y="597408"/>
                </a:lnTo>
                <a:lnTo>
                  <a:pt x="65532" y="594360"/>
                </a:lnTo>
                <a:lnTo>
                  <a:pt x="62484" y="589788"/>
                </a:lnTo>
                <a:lnTo>
                  <a:pt x="60960" y="586740"/>
                </a:lnTo>
                <a:lnTo>
                  <a:pt x="59436" y="582168"/>
                </a:lnTo>
                <a:lnTo>
                  <a:pt x="59436" y="569976"/>
                </a:lnTo>
                <a:lnTo>
                  <a:pt x="99250" y="547712"/>
                </a:lnTo>
                <a:lnTo>
                  <a:pt x="111252" y="547116"/>
                </a:lnTo>
                <a:lnTo>
                  <a:pt x="121577" y="547433"/>
                </a:lnTo>
                <a:lnTo>
                  <a:pt x="150876" y="571500"/>
                </a:lnTo>
                <a:lnTo>
                  <a:pt x="150876" y="551688"/>
                </a:lnTo>
                <a:lnTo>
                  <a:pt x="117348" y="528637"/>
                </a:lnTo>
                <a:lnTo>
                  <a:pt x="103632" y="527304"/>
                </a:lnTo>
                <a:lnTo>
                  <a:pt x="93865" y="527900"/>
                </a:lnTo>
                <a:lnTo>
                  <a:pt x="56184" y="553974"/>
                </a:lnTo>
                <a:lnTo>
                  <a:pt x="51803" y="574548"/>
                </a:lnTo>
                <a:lnTo>
                  <a:pt x="51879" y="584073"/>
                </a:lnTo>
                <a:lnTo>
                  <a:pt x="79248" y="615696"/>
                </a:lnTo>
                <a:lnTo>
                  <a:pt x="106680" y="623316"/>
                </a:lnTo>
                <a:lnTo>
                  <a:pt x="115557" y="622490"/>
                </a:lnTo>
                <a:lnTo>
                  <a:pt x="148971" y="603491"/>
                </a:lnTo>
                <a:lnTo>
                  <a:pt x="153924" y="596455"/>
                </a:lnTo>
                <a:lnTo>
                  <a:pt x="157353" y="586917"/>
                </a:lnTo>
                <a:lnTo>
                  <a:pt x="157365" y="586740"/>
                </a:lnTo>
                <a:lnTo>
                  <a:pt x="158496" y="576072"/>
                </a:lnTo>
                <a:close/>
              </a:path>
              <a:path extrusionOk="0" h="853439" w="203200">
                <a:moveTo>
                  <a:pt x="158496" y="307848"/>
                </a:moveTo>
                <a:lnTo>
                  <a:pt x="157365" y="302133"/>
                </a:lnTo>
                <a:lnTo>
                  <a:pt x="154114" y="296418"/>
                </a:lnTo>
                <a:lnTo>
                  <a:pt x="148844" y="290703"/>
                </a:lnTo>
                <a:lnTo>
                  <a:pt x="141732" y="284988"/>
                </a:lnTo>
                <a:lnTo>
                  <a:pt x="137160" y="284988"/>
                </a:lnTo>
                <a:lnTo>
                  <a:pt x="140208" y="289560"/>
                </a:lnTo>
                <a:lnTo>
                  <a:pt x="143256" y="291084"/>
                </a:lnTo>
                <a:lnTo>
                  <a:pt x="144780" y="292608"/>
                </a:lnTo>
                <a:lnTo>
                  <a:pt x="144780" y="298704"/>
                </a:lnTo>
                <a:lnTo>
                  <a:pt x="143256" y="298704"/>
                </a:lnTo>
                <a:lnTo>
                  <a:pt x="143256" y="300228"/>
                </a:lnTo>
                <a:lnTo>
                  <a:pt x="138684" y="300228"/>
                </a:lnTo>
                <a:lnTo>
                  <a:pt x="137160" y="301752"/>
                </a:lnTo>
                <a:lnTo>
                  <a:pt x="70104" y="301752"/>
                </a:lnTo>
                <a:lnTo>
                  <a:pt x="67056" y="303276"/>
                </a:lnTo>
                <a:lnTo>
                  <a:pt x="62484" y="304800"/>
                </a:lnTo>
                <a:lnTo>
                  <a:pt x="57912" y="309372"/>
                </a:lnTo>
                <a:lnTo>
                  <a:pt x="53340" y="318516"/>
                </a:lnTo>
                <a:lnTo>
                  <a:pt x="51816" y="326136"/>
                </a:lnTo>
                <a:lnTo>
                  <a:pt x="51917" y="336804"/>
                </a:lnTo>
                <a:lnTo>
                  <a:pt x="52031" y="338328"/>
                </a:lnTo>
                <a:lnTo>
                  <a:pt x="52349" y="342900"/>
                </a:lnTo>
                <a:lnTo>
                  <a:pt x="71628" y="371856"/>
                </a:lnTo>
                <a:lnTo>
                  <a:pt x="80772" y="371856"/>
                </a:lnTo>
                <a:lnTo>
                  <a:pt x="83820" y="370332"/>
                </a:lnTo>
                <a:lnTo>
                  <a:pt x="88392" y="365760"/>
                </a:lnTo>
                <a:lnTo>
                  <a:pt x="88392" y="359664"/>
                </a:lnTo>
                <a:lnTo>
                  <a:pt x="86868" y="358140"/>
                </a:lnTo>
                <a:lnTo>
                  <a:pt x="85344" y="355092"/>
                </a:lnTo>
                <a:lnTo>
                  <a:pt x="83820" y="353568"/>
                </a:lnTo>
                <a:lnTo>
                  <a:pt x="68580" y="353568"/>
                </a:lnTo>
                <a:lnTo>
                  <a:pt x="65532" y="352044"/>
                </a:lnTo>
                <a:lnTo>
                  <a:pt x="62484" y="348996"/>
                </a:lnTo>
                <a:lnTo>
                  <a:pt x="59436" y="342900"/>
                </a:lnTo>
                <a:lnTo>
                  <a:pt x="59436" y="332232"/>
                </a:lnTo>
                <a:lnTo>
                  <a:pt x="60960" y="327660"/>
                </a:lnTo>
                <a:lnTo>
                  <a:pt x="65532" y="324612"/>
                </a:lnTo>
                <a:lnTo>
                  <a:pt x="68580" y="321564"/>
                </a:lnTo>
                <a:lnTo>
                  <a:pt x="76200" y="320040"/>
                </a:lnTo>
                <a:lnTo>
                  <a:pt x="89916" y="320040"/>
                </a:lnTo>
                <a:lnTo>
                  <a:pt x="94437" y="331762"/>
                </a:lnTo>
                <a:lnTo>
                  <a:pt x="98679" y="341757"/>
                </a:lnTo>
                <a:lnTo>
                  <a:pt x="102298" y="349948"/>
                </a:lnTo>
                <a:lnTo>
                  <a:pt x="105156" y="356616"/>
                </a:lnTo>
                <a:lnTo>
                  <a:pt x="109728" y="364236"/>
                </a:lnTo>
                <a:lnTo>
                  <a:pt x="114300" y="370332"/>
                </a:lnTo>
                <a:lnTo>
                  <a:pt x="123444" y="374904"/>
                </a:lnTo>
                <a:lnTo>
                  <a:pt x="128016" y="376428"/>
                </a:lnTo>
                <a:lnTo>
                  <a:pt x="140208" y="376428"/>
                </a:lnTo>
                <a:lnTo>
                  <a:pt x="146304" y="373380"/>
                </a:lnTo>
                <a:lnTo>
                  <a:pt x="155448" y="364236"/>
                </a:lnTo>
                <a:lnTo>
                  <a:pt x="158496" y="359664"/>
                </a:lnTo>
                <a:lnTo>
                  <a:pt x="158496" y="358140"/>
                </a:lnTo>
                <a:lnTo>
                  <a:pt x="158496" y="347472"/>
                </a:lnTo>
                <a:lnTo>
                  <a:pt x="156972" y="342900"/>
                </a:lnTo>
                <a:lnTo>
                  <a:pt x="153924" y="336804"/>
                </a:lnTo>
                <a:lnTo>
                  <a:pt x="149352" y="330708"/>
                </a:lnTo>
                <a:lnTo>
                  <a:pt x="144780" y="324307"/>
                </a:lnTo>
                <a:lnTo>
                  <a:pt x="144780" y="336804"/>
                </a:lnTo>
                <a:lnTo>
                  <a:pt x="144780" y="345948"/>
                </a:lnTo>
                <a:lnTo>
                  <a:pt x="143256" y="350520"/>
                </a:lnTo>
                <a:lnTo>
                  <a:pt x="140208" y="353568"/>
                </a:lnTo>
                <a:lnTo>
                  <a:pt x="135636" y="356616"/>
                </a:lnTo>
                <a:lnTo>
                  <a:pt x="132588" y="358140"/>
                </a:lnTo>
                <a:lnTo>
                  <a:pt x="123444" y="358140"/>
                </a:lnTo>
                <a:lnTo>
                  <a:pt x="118872" y="356616"/>
                </a:lnTo>
                <a:lnTo>
                  <a:pt x="115824" y="353568"/>
                </a:lnTo>
                <a:lnTo>
                  <a:pt x="112776" y="352044"/>
                </a:lnTo>
                <a:lnTo>
                  <a:pt x="109728" y="347472"/>
                </a:lnTo>
                <a:lnTo>
                  <a:pt x="105156" y="338328"/>
                </a:lnTo>
                <a:lnTo>
                  <a:pt x="102108" y="330708"/>
                </a:lnTo>
                <a:lnTo>
                  <a:pt x="97536" y="320040"/>
                </a:lnTo>
                <a:lnTo>
                  <a:pt x="134112" y="320040"/>
                </a:lnTo>
                <a:lnTo>
                  <a:pt x="141732" y="329184"/>
                </a:lnTo>
                <a:lnTo>
                  <a:pt x="144780" y="336804"/>
                </a:lnTo>
                <a:lnTo>
                  <a:pt x="144780" y="324307"/>
                </a:lnTo>
                <a:lnTo>
                  <a:pt x="141732" y="320040"/>
                </a:lnTo>
                <a:lnTo>
                  <a:pt x="147828" y="320040"/>
                </a:lnTo>
                <a:lnTo>
                  <a:pt x="152400" y="318516"/>
                </a:lnTo>
                <a:lnTo>
                  <a:pt x="156972" y="313944"/>
                </a:lnTo>
                <a:lnTo>
                  <a:pt x="158496" y="310896"/>
                </a:lnTo>
                <a:lnTo>
                  <a:pt x="158496" y="307848"/>
                </a:lnTo>
                <a:close/>
              </a:path>
              <a:path extrusionOk="0" h="853439" w="203200">
                <a:moveTo>
                  <a:pt x="202692" y="262128"/>
                </a:moveTo>
                <a:lnTo>
                  <a:pt x="170688" y="233172"/>
                </a:lnTo>
                <a:lnTo>
                  <a:pt x="88150" y="199644"/>
                </a:lnTo>
                <a:lnTo>
                  <a:pt x="73152" y="193548"/>
                </a:lnTo>
                <a:lnTo>
                  <a:pt x="68580" y="192024"/>
                </a:lnTo>
                <a:lnTo>
                  <a:pt x="65532" y="190500"/>
                </a:lnTo>
                <a:lnTo>
                  <a:pt x="64008" y="190500"/>
                </a:lnTo>
                <a:lnTo>
                  <a:pt x="59436" y="185928"/>
                </a:lnTo>
                <a:lnTo>
                  <a:pt x="59436" y="184404"/>
                </a:lnTo>
                <a:lnTo>
                  <a:pt x="57912" y="181356"/>
                </a:lnTo>
                <a:lnTo>
                  <a:pt x="57912" y="179832"/>
                </a:lnTo>
                <a:lnTo>
                  <a:pt x="54851" y="179832"/>
                </a:lnTo>
                <a:lnTo>
                  <a:pt x="54851" y="210312"/>
                </a:lnTo>
                <a:lnTo>
                  <a:pt x="57912" y="210312"/>
                </a:lnTo>
                <a:lnTo>
                  <a:pt x="57912" y="204216"/>
                </a:lnTo>
                <a:lnTo>
                  <a:pt x="59436" y="202692"/>
                </a:lnTo>
                <a:lnTo>
                  <a:pt x="59436" y="201168"/>
                </a:lnTo>
                <a:lnTo>
                  <a:pt x="60960" y="201168"/>
                </a:lnTo>
                <a:lnTo>
                  <a:pt x="62484" y="199644"/>
                </a:lnTo>
                <a:lnTo>
                  <a:pt x="67056" y="199644"/>
                </a:lnTo>
                <a:lnTo>
                  <a:pt x="73152" y="202692"/>
                </a:lnTo>
                <a:lnTo>
                  <a:pt x="128016" y="224028"/>
                </a:lnTo>
                <a:lnTo>
                  <a:pt x="77724" y="248412"/>
                </a:lnTo>
                <a:lnTo>
                  <a:pt x="68580" y="251460"/>
                </a:lnTo>
                <a:lnTo>
                  <a:pt x="64008" y="251460"/>
                </a:lnTo>
                <a:lnTo>
                  <a:pt x="60960" y="249936"/>
                </a:lnTo>
                <a:lnTo>
                  <a:pt x="57912" y="246888"/>
                </a:lnTo>
                <a:lnTo>
                  <a:pt x="57912" y="239268"/>
                </a:lnTo>
                <a:lnTo>
                  <a:pt x="54851" y="239268"/>
                </a:lnTo>
                <a:lnTo>
                  <a:pt x="54851" y="286512"/>
                </a:lnTo>
                <a:lnTo>
                  <a:pt x="57912" y="286512"/>
                </a:lnTo>
                <a:lnTo>
                  <a:pt x="59436" y="283464"/>
                </a:lnTo>
                <a:lnTo>
                  <a:pt x="59436" y="280416"/>
                </a:lnTo>
                <a:lnTo>
                  <a:pt x="64008" y="275844"/>
                </a:lnTo>
                <a:lnTo>
                  <a:pt x="67056" y="274320"/>
                </a:lnTo>
                <a:lnTo>
                  <a:pt x="70104" y="271272"/>
                </a:lnTo>
                <a:lnTo>
                  <a:pt x="73152" y="269748"/>
                </a:lnTo>
                <a:lnTo>
                  <a:pt x="74676" y="269748"/>
                </a:lnTo>
                <a:lnTo>
                  <a:pt x="112014" y="251460"/>
                </a:lnTo>
                <a:lnTo>
                  <a:pt x="149352" y="233172"/>
                </a:lnTo>
                <a:lnTo>
                  <a:pt x="166116" y="239268"/>
                </a:lnTo>
                <a:lnTo>
                  <a:pt x="172212" y="242316"/>
                </a:lnTo>
                <a:lnTo>
                  <a:pt x="176784" y="245364"/>
                </a:lnTo>
                <a:lnTo>
                  <a:pt x="179832" y="246888"/>
                </a:lnTo>
                <a:lnTo>
                  <a:pt x="182880" y="252984"/>
                </a:lnTo>
                <a:lnTo>
                  <a:pt x="182880" y="257556"/>
                </a:lnTo>
                <a:lnTo>
                  <a:pt x="181356" y="260604"/>
                </a:lnTo>
                <a:lnTo>
                  <a:pt x="179832" y="265176"/>
                </a:lnTo>
                <a:lnTo>
                  <a:pt x="178308" y="268224"/>
                </a:lnTo>
                <a:lnTo>
                  <a:pt x="178308" y="274320"/>
                </a:lnTo>
                <a:lnTo>
                  <a:pt x="181356" y="280416"/>
                </a:lnTo>
                <a:lnTo>
                  <a:pt x="182880" y="281940"/>
                </a:lnTo>
                <a:lnTo>
                  <a:pt x="185928" y="283464"/>
                </a:lnTo>
                <a:lnTo>
                  <a:pt x="193548" y="283464"/>
                </a:lnTo>
                <a:lnTo>
                  <a:pt x="196596" y="281940"/>
                </a:lnTo>
                <a:lnTo>
                  <a:pt x="198120" y="278892"/>
                </a:lnTo>
                <a:lnTo>
                  <a:pt x="201168" y="275844"/>
                </a:lnTo>
                <a:lnTo>
                  <a:pt x="202692" y="272796"/>
                </a:lnTo>
                <a:lnTo>
                  <a:pt x="202692" y="2621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20" name="Google Shape;1820;p32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5009388" y="8464296"/>
            <a:ext cx="158496" cy="1092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21" name="Google Shape;1821;p32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5030723" y="8171688"/>
            <a:ext cx="137160" cy="166115"/>
          </a:xfrm>
          <a:prstGeom prst="rect">
            <a:avLst/>
          </a:prstGeom>
          <a:noFill/>
          <a:ln>
            <a:noFill/>
          </a:ln>
        </p:spPr>
      </p:pic>
      <p:sp>
        <p:nvSpPr>
          <p:cNvPr id="1822" name="Google Shape;1822;p32"/>
          <p:cNvSpPr/>
          <p:nvPr/>
        </p:nvSpPr>
        <p:spPr>
          <a:xfrm>
            <a:off x="5030711" y="7514844"/>
            <a:ext cx="137795" cy="515620"/>
          </a:xfrm>
          <a:custGeom>
            <a:rect b="b" l="l" r="r" t="t"/>
            <a:pathLst>
              <a:path extrusionOk="0" h="515620" w="137795">
                <a:moveTo>
                  <a:pt x="134112" y="371856"/>
                </a:moveTo>
                <a:lnTo>
                  <a:pt x="131064" y="371856"/>
                </a:lnTo>
                <a:lnTo>
                  <a:pt x="131064" y="379476"/>
                </a:lnTo>
                <a:lnTo>
                  <a:pt x="128016" y="382524"/>
                </a:lnTo>
                <a:lnTo>
                  <a:pt x="126492" y="385572"/>
                </a:lnTo>
                <a:lnTo>
                  <a:pt x="124968" y="387096"/>
                </a:lnTo>
                <a:lnTo>
                  <a:pt x="123444" y="387096"/>
                </a:lnTo>
                <a:lnTo>
                  <a:pt x="117348" y="390144"/>
                </a:lnTo>
                <a:lnTo>
                  <a:pt x="64008" y="390144"/>
                </a:lnTo>
                <a:lnTo>
                  <a:pt x="56388" y="385572"/>
                </a:lnTo>
                <a:lnTo>
                  <a:pt x="51816" y="382524"/>
                </a:lnTo>
                <a:lnTo>
                  <a:pt x="45720" y="376428"/>
                </a:lnTo>
                <a:lnTo>
                  <a:pt x="45720" y="373380"/>
                </a:lnTo>
                <a:lnTo>
                  <a:pt x="47244" y="370332"/>
                </a:lnTo>
                <a:lnTo>
                  <a:pt x="53340" y="364236"/>
                </a:lnTo>
                <a:lnTo>
                  <a:pt x="54864" y="361188"/>
                </a:lnTo>
                <a:lnTo>
                  <a:pt x="54864" y="356616"/>
                </a:lnTo>
                <a:lnTo>
                  <a:pt x="51816" y="353568"/>
                </a:lnTo>
                <a:lnTo>
                  <a:pt x="50292" y="350520"/>
                </a:lnTo>
                <a:lnTo>
                  <a:pt x="39624" y="350520"/>
                </a:lnTo>
                <a:lnTo>
                  <a:pt x="36576" y="352044"/>
                </a:lnTo>
                <a:lnTo>
                  <a:pt x="32004" y="356616"/>
                </a:lnTo>
                <a:lnTo>
                  <a:pt x="30480" y="359664"/>
                </a:lnTo>
                <a:lnTo>
                  <a:pt x="30480" y="364236"/>
                </a:lnTo>
                <a:lnTo>
                  <a:pt x="31940" y="370865"/>
                </a:lnTo>
                <a:lnTo>
                  <a:pt x="36385" y="377190"/>
                </a:lnTo>
                <a:lnTo>
                  <a:pt x="43992" y="383527"/>
                </a:lnTo>
                <a:lnTo>
                  <a:pt x="54864" y="390144"/>
                </a:lnTo>
                <a:lnTo>
                  <a:pt x="30480" y="390144"/>
                </a:lnTo>
                <a:lnTo>
                  <a:pt x="30480" y="394716"/>
                </a:lnTo>
                <a:lnTo>
                  <a:pt x="42672" y="423672"/>
                </a:lnTo>
                <a:lnTo>
                  <a:pt x="45720" y="422148"/>
                </a:lnTo>
                <a:lnTo>
                  <a:pt x="44196" y="419100"/>
                </a:lnTo>
                <a:lnTo>
                  <a:pt x="44196" y="413004"/>
                </a:lnTo>
                <a:lnTo>
                  <a:pt x="47244" y="409956"/>
                </a:lnTo>
                <a:lnTo>
                  <a:pt x="48768" y="409956"/>
                </a:lnTo>
                <a:lnTo>
                  <a:pt x="50292" y="408432"/>
                </a:lnTo>
                <a:lnTo>
                  <a:pt x="121920" y="408432"/>
                </a:lnTo>
                <a:lnTo>
                  <a:pt x="124968" y="409956"/>
                </a:lnTo>
                <a:lnTo>
                  <a:pt x="128016" y="409956"/>
                </a:lnTo>
                <a:lnTo>
                  <a:pt x="128016" y="413004"/>
                </a:lnTo>
                <a:lnTo>
                  <a:pt x="129540" y="414528"/>
                </a:lnTo>
                <a:lnTo>
                  <a:pt x="131064" y="419100"/>
                </a:lnTo>
                <a:lnTo>
                  <a:pt x="131064" y="423672"/>
                </a:lnTo>
                <a:lnTo>
                  <a:pt x="134112" y="423672"/>
                </a:lnTo>
                <a:lnTo>
                  <a:pt x="134112" y="408432"/>
                </a:lnTo>
                <a:lnTo>
                  <a:pt x="134112" y="371856"/>
                </a:lnTo>
                <a:close/>
              </a:path>
              <a:path extrusionOk="0" h="515620" w="137795">
                <a:moveTo>
                  <a:pt x="137160" y="111252"/>
                </a:moveTo>
                <a:lnTo>
                  <a:pt x="115824" y="91440"/>
                </a:lnTo>
                <a:lnTo>
                  <a:pt x="115824" y="96012"/>
                </a:lnTo>
                <a:lnTo>
                  <a:pt x="118872" y="97536"/>
                </a:lnTo>
                <a:lnTo>
                  <a:pt x="121920" y="100584"/>
                </a:lnTo>
                <a:lnTo>
                  <a:pt x="123444" y="103632"/>
                </a:lnTo>
                <a:lnTo>
                  <a:pt x="123444" y="111252"/>
                </a:lnTo>
                <a:lnTo>
                  <a:pt x="121920" y="114300"/>
                </a:lnTo>
                <a:lnTo>
                  <a:pt x="120396" y="115824"/>
                </a:lnTo>
                <a:lnTo>
                  <a:pt x="117348" y="117348"/>
                </a:lnTo>
                <a:lnTo>
                  <a:pt x="112776" y="118872"/>
                </a:lnTo>
                <a:lnTo>
                  <a:pt x="41148" y="118872"/>
                </a:lnTo>
                <a:lnTo>
                  <a:pt x="41148" y="96012"/>
                </a:lnTo>
                <a:lnTo>
                  <a:pt x="33528" y="96012"/>
                </a:lnTo>
                <a:lnTo>
                  <a:pt x="33528" y="118872"/>
                </a:lnTo>
                <a:lnTo>
                  <a:pt x="0" y="118872"/>
                </a:lnTo>
                <a:lnTo>
                  <a:pt x="0" y="121920"/>
                </a:lnTo>
                <a:lnTo>
                  <a:pt x="7620" y="124968"/>
                </a:lnTo>
                <a:lnTo>
                  <a:pt x="12192" y="126492"/>
                </a:lnTo>
                <a:lnTo>
                  <a:pt x="15240" y="129540"/>
                </a:lnTo>
                <a:lnTo>
                  <a:pt x="21336" y="132588"/>
                </a:lnTo>
                <a:lnTo>
                  <a:pt x="25908" y="135636"/>
                </a:lnTo>
                <a:lnTo>
                  <a:pt x="28956" y="140208"/>
                </a:lnTo>
                <a:lnTo>
                  <a:pt x="33528" y="144780"/>
                </a:lnTo>
                <a:lnTo>
                  <a:pt x="36576" y="149352"/>
                </a:lnTo>
                <a:lnTo>
                  <a:pt x="38100" y="153924"/>
                </a:lnTo>
                <a:lnTo>
                  <a:pt x="41148" y="153924"/>
                </a:lnTo>
                <a:lnTo>
                  <a:pt x="41148" y="137160"/>
                </a:lnTo>
                <a:lnTo>
                  <a:pt x="117348" y="137160"/>
                </a:lnTo>
                <a:lnTo>
                  <a:pt x="123444" y="135636"/>
                </a:lnTo>
                <a:lnTo>
                  <a:pt x="132588" y="131064"/>
                </a:lnTo>
                <a:lnTo>
                  <a:pt x="134112" y="126492"/>
                </a:lnTo>
                <a:lnTo>
                  <a:pt x="137160" y="120396"/>
                </a:lnTo>
                <a:lnTo>
                  <a:pt x="137160" y="111252"/>
                </a:lnTo>
                <a:close/>
              </a:path>
              <a:path extrusionOk="0" h="515620" w="137795">
                <a:moveTo>
                  <a:pt x="137172" y="472440"/>
                </a:moveTo>
                <a:lnTo>
                  <a:pt x="114122" y="437197"/>
                </a:lnTo>
                <a:lnTo>
                  <a:pt x="96024" y="431292"/>
                </a:lnTo>
                <a:lnTo>
                  <a:pt x="94500" y="434340"/>
                </a:lnTo>
                <a:lnTo>
                  <a:pt x="103644" y="437388"/>
                </a:lnTo>
                <a:lnTo>
                  <a:pt x="109740" y="441960"/>
                </a:lnTo>
                <a:lnTo>
                  <a:pt x="112788" y="446532"/>
                </a:lnTo>
                <a:lnTo>
                  <a:pt x="117360" y="451104"/>
                </a:lnTo>
                <a:lnTo>
                  <a:pt x="118884" y="457200"/>
                </a:lnTo>
                <a:lnTo>
                  <a:pt x="118884" y="464820"/>
                </a:lnTo>
                <a:lnTo>
                  <a:pt x="118021" y="471614"/>
                </a:lnTo>
                <a:lnTo>
                  <a:pt x="82664" y="496252"/>
                </a:lnTo>
                <a:lnTo>
                  <a:pt x="74688" y="496824"/>
                </a:lnTo>
                <a:lnTo>
                  <a:pt x="66090" y="496252"/>
                </a:lnTo>
                <a:lnTo>
                  <a:pt x="58496" y="494538"/>
                </a:lnTo>
                <a:lnTo>
                  <a:pt x="51752" y="491680"/>
                </a:lnTo>
                <a:lnTo>
                  <a:pt x="41160" y="484632"/>
                </a:lnTo>
                <a:lnTo>
                  <a:pt x="38112" y="478536"/>
                </a:lnTo>
                <a:lnTo>
                  <a:pt x="38112" y="467868"/>
                </a:lnTo>
                <a:lnTo>
                  <a:pt x="39636" y="463296"/>
                </a:lnTo>
                <a:lnTo>
                  <a:pt x="44208" y="458724"/>
                </a:lnTo>
                <a:lnTo>
                  <a:pt x="47256" y="457200"/>
                </a:lnTo>
                <a:lnTo>
                  <a:pt x="54876" y="457200"/>
                </a:lnTo>
                <a:lnTo>
                  <a:pt x="57924" y="455676"/>
                </a:lnTo>
                <a:lnTo>
                  <a:pt x="59448" y="454152"/>
                </a:lnTo>
                <a:lnTo>
                  <a:pt x="62496" y="452628"/>
                </a:lnTo>
                <a:lnTo>
                  <a:pt x="64020" y="449580"/>
                </a:lnTo>
                <a:lnTo>
                  <a:pt x="64020" y="441960"/>
                </a:lnTo>
                <a:lnTo>
                  <a:pt x="57924" y="435864"/>
                </a:lnTo>
                <a:lnTo>
                  <a:pt x="48780" y="435864"/>
                </a:lnTo>
                <a:lnTo>
                  <a:pt x="30492" y="469392"/>
                </a:lnTo>
                <a:lnTo>
                  <a:pt x="31369" y="478256"/>
                </a:lnTo>
                <a:lnTo>
                  <a:pt x="62496" y="511683"/>
                </a:lnTo>
                <a:lnTo>
                  <a:pt x="83832" y="515112"/>
                </a:lnTo>
                <a:lnTo>
                  <a:pt x="95592" y="514286"/>
                </a:lnTo>
                <a:lnTo>
                  <a:pt x="129451" y="496023"/>
                </a:lnTo>
                <a:lnTo>
                  <a:pt x="136309" y="481063"/>
                </a:lnTo>
                <a:lnTo>
                  <a:pt x="137172" y="472440"/>
                </a:lnTo>
                <a:close/>
              </a:path>
              <a:path extrusionOk="0" h="515620" w="137795">
                <a:moveTo>
                  <a:pt x="137172" y="298704"/>
                </a:moveTo>
                <a:lnTo>
                  <a:pt x="112407" y="262128"/>
                </a:lnTo>
                <a:lnTo>
                  <a:pt x="97548" y="257556"/>
                </a:lnTo>
                <a:lnTo>
                  <a:pt x="96024" y="260604"/>
                </a:lnTo>
                <a:lnTo>
                  <a:pt x="105168" y="263652"/>
                </a:lnTo>
                <a:lnTo>
                  <a:pt x="111264" y="268224"/>
                </a:lnTo>
                <a:lnTo>
                  <a:pt x="117297" y="277279"/>
                </a:lnTo>
                <a:lnTo>
                  <a:pt x="118211" y="280797"/>
                </a:lnTo>
                <a:lnTo>
                  <a:pt x="118884" y="283464"/>
                </a:lnTo>
                <a:lnTo>
                  <a:pt x="118884" y="289560"/>
                </a:lnTo>
                <a:lnTo>
                  <a:pt x="92214" y="323659"/>
                </a:lnTo>
                <a:lnTo>
                  <a:pt x="73164" y="326136"/>
                </a:lnTo>
                <a:lnTo>
                  <a:pt x="73164" y="280416"/>
                </a:lnTo>
                <a:lnTo>
                  <a:pt x="73164" y="257556"/>
                </a:lnTo>
                <a:lnTo>
                  <a:pt x="65544" y="258267"/>
                </a:lnTo>
                <a:lnTo>
                  <a:pt x="65544" y="280416"/>
                </a:lnTo>
                <a:lnTo>
                  <a:pt x="65544" y="326136"/>
                </a:lnTo>
                <a:lnTo>
                  <a:pt x="56400" y="326136"/>
                </a:lnTo>
                <a:lnTo>
                  <a:pt x="50304" y="323088"/>
                </a:lnTo>
                <a:lnTo>
                  <a:pt x="41160" y="313944"/>
                </a:lnTo>
                <a:lnTo>
                  <a:pt x="38112" y="307848"/>
                </a:lnTo>
                <a:lnTo>
                  <a:pt x="38112" y="298704"/>
                </a:lnTo>
                <a:lnTo>
                  <a:pt x="39636" y="294132"/>
                </a:lnTo>
                <a:lnTo>
                  <a:pt x="41249" y="290995"/>
                </a:lnTo>
                <a:lnTo>
                  <a:pt x="47256" y="284988"/>
                </a:lnTo>
                <a:lnTo>
                  <a:pt x="51828" y="283464"/>
                </a:lnTo>
                <a:lnTo>
                  <a:pt x="54876" y="281940"/>
                </a:lnTo>
                <a:lnTo>
                  <a:pt x="59448" y="280416"/>
                </a:lnTo>
                <a:lnTo>
                  <a:pt x="65544" y="280416"/>
                </a:lnTo>
                <a:lnTo>
                  <a:pt x="65544" y="258267"/>
                </a:lnTo>
                <a:lnTo>
                  <a:pt x="33731" y="280797"/>
                </a:lnTo>
                <a:lnTo>
                  <a:pt x="30492" y="295656"/>
                </a:lnTo>
                <a:lnTo>
                  <a:pt x="30607" y="297040"/>
                </a:lnTo>
                <a:lnTo>
                  <a:pt x="52781" y="334314"/>
                </a:lnTo>
                <a:lnTo>
                  <a:pt x="85356" y="341376"/>
                </a:lnTo>
                <a:lnTo>
                  <a:pt x="96443" y="340550"/>
                </a:lnTo>
                <a:lnTo>
                  <a:pt x="106692" y="338137"/>
                </a:lnTo>
                <a:lnTo>
                  <a:pt x="115785" y="334314"/>
                </a:lnTo>
                <a:lnTo>
                  <a:pt x="123456" y="329184"/>
                </a:lnTo>
                <a:lnTo>
                  <a:pt x="126098" y="326136"/>
                </a:lnTo>
                <a:lnTo>
                  <a:pt x="129451" y="322287"/>
                </a:lnTo>
                <a:lnTo>
                  <a:pt x="133743" y="315087"/>
                </a:lnTo>
                <a:lnTo>
                  <a:pt x="136309" y="307327"/>
                </a:lnTo>
                <a:lnTo>
                  <a:pt x="137172" y="298704"/>
                </a:lnTo>
                <a:close/>
              </a:path>
              <a:path extrusionOk="0" h="515620" w="137795">
                <a:moveTo>
                  <a:pt x="137172" y="175260"/>
                </a:moveTo>
                <a:lnTo>
                  <a:pt x="136283" y="169545"/>
                </a:lnTo>
                <a:lnTo>
                  <a:pt x="133553" y="163830"/>
                </a:lnTo>
                <a:lnTo>
                  <a:pt x="128803" y="158115"/>
                </a:lnTo>
                <a:lnTo>
                  <a:pt x="121932" y="152400"/>
                </a:lnTo>
                <a:lnTo>
                  <a:pt x="115836" y="152400"/>
                </a:lnTo>
                <a:lnTo>
                  <a:pt x="120408" y="156972"/>
                </a:lnTo>
                <a:lnTo>
                  <a:pt x="121932" y="160020"/>
                </a:lnTo>
                <a:lnTo>
                  <a:pt x="123456" y="161544"/>
                </a:lnTo>
                <a:lnTo>
                  <a:pt x="123456" y="166116"/>
                </a:lnTo>
                <a:lnTo>
                  <a:pt x="121932" y="166116"/>
                </a:lnTo>
                <a:lnTo>
                  <a:pt x="121932" y="167640"/>
                </a:lnTo>
                <a:lnTo>
                  <a:pt x="120408" y="167640"/>
                </a:lnTo>
                <a:lnTo>
                  <a:pt x="117360" y="169164"/>
                </a:lnTo>
                <a:lnTo>
                  <a:pt x="48780" y="169164"/>
                </a:lnTo>
                <a:lnTo>
                  <a:pt x="30492" y="193548"/>
                </a:lnTo>
                <a:lnTo>
                  <a:pt x="30581" y="204216"/>
                </a:lnTo>
                <a:lnTo>
                  <a:pt x="50304" y="239268"/>
                </a:lnTo>
                <a:lnTo>
                  <a:pt x="59448" y="239268"/>
                </a:lnTo>
                <a:lnTo>
                  <a:pt x="62496" y="237744"/>
                </a:lnTo>
                <a:lnTo>
                  <a:pt x="67068" y="233172"/>
                </a:lnTo>
                <a:lnTo>
                  <a:pt x="67068" y="227076"/>
                </a:lnTo>
                <a:lnTo>
                  <a:pt x="62496" y="222504"/>
                </a:lnTo>
                <a:lnTo>
                  <a:pt x="59448" y="220980"/>
                </a:lnTo>
                <a:lnTo>
                  <a:pt x="47256" y="220980"/>
                </a:lnTo>
                <a:lnTo>
                  <a:pt x="44208" y="219456"/>
                </a:lnTo>
                <a:lnTo>
                  <a:pt x="39636" y="214884"/>
                </a:lnTo>
                <a:lnTo>
                  <a:pt x="38112" y="210312"/>
                </a:lnTo>
                <a:lnTo>
                  <a:pt x="38188" y="199390"/>
                </a:lnTo>
                <a:lnTo>
                  <a:pt x="39636" y="195072"/>
                </a:lnTo>
                <a:lnTo>
                  <a:pt x="44208" y="192024"/>
                </a:lnTo>
                <a:lnTo>
                  <a:pt x="47256" y="188976"/>
                </a:lnTo>
                <a:lnTo>
                  <a:pt x="54876" y="187452"/>
                </a:lnTo>
                <a:lnTo>
                  <a:pt x="68592" y="187452"/>
                </a:lnTo>
                <a:lnTo>
                  <a:pt x="73240" y="199644"/>
                </a:lnTo>
                <a:lnTo>
                  <a:pt x="77546" y="209740"/>
                </a:lnTo>
                <a:lnTo>
                  <a:pt x="81661" y="218109"/>
                </a:lnTo>
                <a:lnTo>
                  <a:pt x="85356" y="224028"/>
                </a:lnTo>
                <a:lnTo>
                  <a:pt x="85471" y="224345"/>
                </a:lnTo>
                <a:lnTo>
                  <a:pt x="88404" y="231648"/>
                </a:lnTo>
                <a:lnTo>
                  <a:pt x="92976" y="237744"/>
                </a:lnTo>
                <a:lnTo>
                  <a:pt x="102120" y="242316"/>
                </a:lnTo>
                <a:lnTo>
                  <a:pt x="106692" y="243840"/>
                </a:lnTo>
                <a:lnTo>
                  <a:pt x="118884" y="243840"/>
                </a:lnTo>
                <a:lnTo>
                  <a:pt x="124980" y="242316"/>
                </a:lnTo>
                <a:lnTo>
                  <a:pt x="134124" y="233172"/>
                </a:lnTo>
                <a:lnTo>
                  <a:pt x="137172" y="227076"/>
                </a:lnTo>
                <a:lnTo>
                  <a:pt x="137172" y="225552"/>
                </a:lnTo>
                <a:lnTo>
                  <a:pt x="137172" y="214884"/>
                </a:lnTo>
                <a:lnTo>
                  <a:pt x="135648" y="210312"/>
                </a:lnTo>
                <a:lnTo>
                  <a:pt x="132600" y="204216"/>
                </a:lnTo>
                <a:lnTo>
                  <a:pt x="128028" y="198120"/>
                </a:lnTo>
                <a:lnTo>
                  <a:pt x="123456" y="191719"/>
                </a:lnTo>
                <a:lnTo>
                  <a:pt x="123456" y="204216"/>
                </a:lnTo>
                <a:lnTo>
                  <a:pt x="123456" y="213360"/>
                </a:lnTo>
                <a:lnTo>
                  <a:pt x="121932" y="217932"/>
                </a:lnTo>
                <a:lnTo>
                  <a:pt x="115836" y="224028"/>
                </a:lnTo>
                <a:lnTo>
                  <a:pt x="111264" y="225552"/>
                </a:lnTo>
                <a:lnTo>
                  <a:pt x="102120" y="225552"/>
                </a:lnTo>
                <a:lnTo>
                  <a:pt x="80784" y="198120"/>
                </a:lnTo>
                <a:lnTo>
                  <a:pt x="76212" y="187452"/>
                </a:lnTo>
                <a:lnTo>
                  <a:pt x="112788" y="187452"/>
                </a:lnTo>
                <a:lnTo>
                  <a:pt x="120408" y="196596"/>
                </a:lnTo>
                <a:lnTo>
                  <a:pt x="123456" y="204216"/>
                </a:lnTo>
                <a:lnTo>
                  <a:pt x="123456" y="191719"/>
                </a:lnTo>
                <a:lnTo>
                  <a:pt x="120408" y="187452"/>
                </a:lnTo>
                <a:lnTo>
                  <a:pt x="126504" y="187452"/>
                </a:lnTo>
                <a:lnTo>
                  <a:pt x="131076" y="185928"/>
                </a:lnTo>
                <a:lnTo>
                  <a:pt x="137172" y="179832"/>
                </a:lnTo>
                <a:lnTo>
                  <a:pt x="137172" y="175260"/>
                </a:lnTo>
                <a:close/>
              </a:path>
              <a:path extrusionOk="0" h="515620" w="137795">
                <a:moveTo>
                  <a:pt x="137172" y="41148"/>
                </a:moveTo>
                <a:lnTo>
                  <a:pt x="112407" y="4572"/>
                </a:lnTo>
                <a:lnTo>
                  <a:pt x="97548" y="0"/>
                </a:lnTo>
                <a:lnTo>
                  <a:pt x="96024" y="3048"/>
                </a:lnTo>
                <a:lnTo>
                  <a:pt x="105168" y="6096"/>
                </a:lnTo>
                <a:lnTo>
                  <a:pt x="111264" y="10668"/>
                </a:lnTo>
                <a:lnTo>
                  <a:pt x="117360" y="19812"/>
                </a:lnTo>
                <a:lnTo>
                  <a:pt x="118884" y="25908"/>
                </a:lnTo>
                <a:lnTo>
                  <a:pt x="118821" y="32575"/>
                </a:lnTo>
                <a:lnTo>
                  <a:pt x="118706" y="33528"/>
                </a:lnTo>
                <a:lnTo>
                  <a:pt x="118046" y="39484"/>
                </a:lnTo>
                <a:lnTo>
                  <a:pt x="117995" y="39624"/>
                </a:lnTo>
                <a:lnTo>
                  <a:pt x="115646" y="46101"/>
                </a:lnTo>
                <a:lnTo>
                  <a:pt x="111810" y="52158"/>
                </a:lnTo>
                <a:lnTo>
                  <a:pt x="73164" y="68580"/>
                </a:lnTo>
                <a:lnTo>
                  <a:pt x="73164" y="22860"/>
                </a:lnTo>
                <a:lnTo>
                  <a:pt x="73164" y="0"/>
                </a:lnTo>
                <a:lnTo>
                  <a:pt x="65544" y="520"/>
                </a:lnTo>
                <a:lnTo>
                  <a:pt x="65544" y="22860"/>
                </a:lnTo>
                <a:lnTo>
                  <a:pt x="65544" y="68580"/>
                </a:lnTo>
                <a:lnTo>
                  <a:pt x="38112" y="50292"/>
                </a:lnTo>
                <a:lnTo>
                  <a:pt x="38176" y="39484"/>
                </a:lnTo>
                <a:lnTo>
                  <a:pt x="41160" y="33528"/>
                </a:lnTo>
                <a:lnTo>
                  <a:pt x="44208" y="28956"/>
                </a:lnTo>
                <a:lnTo>
                  <a:pt x="47256" y="27432"/>
                </a:lnTo>
                <a:lnTo>
                  <a:pt x="51828" y="24384"/>
                </a:lnTo>
                <a:lnTo>
                  <a:pt x="54876" y="24384"/>
                </a:lnTo>
                <a:lnTo>
                  <a:pt x="59448" y="22860"/>
                </a:lnTo>
                <a:lnTo>
                  <a:pt x="65544" y="22860"/>
                </a:lnTo>
                <a:lnTo>
                  <a:pt x="65544" y="520"/>
                </a:lnTo>
                <a:lnTo>
                  <a:pt x="64325" y="596"/>
                </a:lnTo>
                <a:lnTo>
                  <a:pt x="31318" y="30391"/>
                </a:lnTo>
                <a:lnTo>
                  <a:pt x="30492" y="38100"/>
                </a:lnTo>
                <a:lnTo>
                  <a:pt x="30607" y="39484"/>
                </a:lnTo>
                <a:lnTo>
                  <a:pt x="30619" y="39624"/>
                </a:lnTo>
                <a:lnTo>
                  <a:pt x="31343" y="47815"/>
                </a:lnTo>
                <a:lnTo>
                  <a:pt x="62496" y="80391"/>
                </a:lnTo>
                <a:lnTo>
                  <a:pt x="85356" y="83820"/>
                </a:lnTo>
                <a:lnTo>
                  <a:pt x="96761" y="82969"/>
                </a:lnTo>
                <a:lnTo>
                  <a:pt x="96545" y="82969"/>
                </a:lnTo>
                <a:lnTo>
                  <a:pt x="106692" y="80581"/>
                </a:lnTo>
                <a:lnTo>
                  <a:pt x="115785" y="76758"/>
                </a:lnTo>
                <a:lnTo>
                  <a:pt x="123456" y="71628"/>
                </a:lnTo>
                <a:lnTo>
                  <a:pt x="126022" y="68580"/>
                </a:lnTo>
                <a:lnTo>
                  <a:pt x="129451" y="64516"/>
                </a:lnTo>
                <a:lnTo>
                  <a:pt x="133743" y="56959"/>
                </a:lnTo>
                <a:lnTo>
                  <a:pt x="136309" y="49136"/>
                </a:lnTo>
                <a:lnTo>
                  <a:pt x="137172" y="41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23" name="Google Shape;1823;p32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5009387" y="6618732"/>
            <a:ext cx="158496" cy="752855"/>
          </a:xfrm>
          <a:prstGeom prst="rect">
            <a:avLst/>
          </a:prstGeom>
          <a:noFill/>
          <a:ln>
            <a:noFill/>
          </a:ln>
        </p:spPr>
      </p:pic>
      <p:sp>
        <p:nvSpPr>
          <p:cNvPr id="1824" name="Google Shape;1824;p32"/>
          <p:cNvSpPr/>
          <p:nvPr/>
        </p:nvSpPr>
        <p:spPr>
          <a:xfrm>
            <a:off x="5009375" y="5798820"/>
            <a:ext cx="158750" cy="685800"/>
          </a:xfrm>
          <a:custGeom>
            <a:rect b="b" l="l" r="r" t="t"/>
            <a:pathLst>
              <a:path extrusionOk="0" h="685800" w="158750">
                <a:moveTo>
                  <a:pt x="24384" y="560832"/>
                </a:moveTo>
                <a:lnTo>
                  <a:pt x="22860" y="559308"/>
                </a:lnTo>
                <a:lnTo>
                  <a:pt x="21336" y="556260"/>
                </a:lnTo>
                <a:lnTo>
                  <a:pt x="15240" y="553212"/>
                </a:lnTo>
                <a:lnTo>
                  <a:pt x="9144" y="553212"/>
                </a:lnTo>
                <a:lnTo>
                  <a:pt x="3048" y="556260"/>
                </a:lnTo>
                <a:lnTo>
                  <a:pt x="1524" y="559308"/>
                </a:lnTo>
                <a:lnTo>
                  <a:pt x="0" y="560832"/>
                </a:lnTo>
                <a:lnTo>
                  <a:pt x="0" y="568452"/>
                </a:lnTo>
                <a:lnTo>
                  <a:pt x="1524" y="571500"/>
                </a:lnTo>
                <a:lnTo>
                  <a:pt x="6096" y="576072"/>
                </a:lnTo>
                <a:lnTo>
                  <a:pt x="9144" y="577596"/>
                </a:lnTo>
                <a:lnTo>
                  <a:pt x="15240" y="577596"/>
                </a:lnTo>
                <a:lnTo>
                  <a:pt x="18288" y="576072"/>
                </a:lnTo>
                <a:lnTo>
                  <a:pt x="22860" y="571500"/>
                </a:lnTo>
                <a:lnTo>
                  <a:pt x="24384" y="568452"/>
                </a:lnTo>
                <a:lnTo>
                  <a:pt x="24384" y="560832"/>
                </a:lnTo>
                <a:close/>
              </a:path>
              <a:path extrusionOk="0" h="685800" w="158750">
                <a:moveTo>
                  <a:pt x="24384" y="214884"/>
                </a:moveTo>
                <a:lnTo>
                  <a:pt x="21336" y="208788"/>
                </a:lnTo>
                <a:lnTo>
                  <a:pt x="15240" y="205740"/>
                </a:lnTo>
                <a:lnTo>
                  <a:pt x="9144" y="205740"/>
                </a:lnTo>
                <a:lnTo>
                  <a:pt x="3048" y="208788"/>
                </a:lnTo>
                <a:lnTo>
                  <a:pt x="0" y="214884"/>
                </a:lnTo>
                <a:lnTo>
                  <a:pt x="0" y="220980"/>
                </a:lnTo>
                <a:lnTo>
                  <a:pt x="3048" y="227076"/>
                </a:lnTo>
                <a:lnTo>
                  <a:pt x="9144" y="230124"/>
                </a:lnTo>
                <a:lnTo>
                  <a:pt x="15240" y="230124"/>
                </a:lnTo>
                <a:lnTo>
                  <a:pt x="21336" y="227076"/>
                </a:lnTo>
                <a:lnTo>
                  <a:pt x="24384" y="220980"/>
                </a:lnTo>
                <a:lnTo>
                  <a:pt x="24384" y="214884"/>
                </a:lnTo>
                <a:close/>
              </a:path>
              <a:path extrusionOk="0" h="685800" w="158750">
                <a:moveTo>
                  <a:pt x="155448" y="539496"/>
                </a:moveTo>
                <a:lnTo>
                  <a:pt x="152400" y="539496"/>
                </a:lnTo>
                <a:lnTo>
                  <a:pt x="152400" y="547116"/>
                </a:lnTo>
                <a:lnTo>
                  <a:pt x="146304" y="553212"/>
                </a:lnTo>
                <a:lnTo>
                  <a:pt x="143256" y="553212"/>
                </a:lnTo>
                <a:lnTo>
                  <a:pt x="138684" y="554736"/>
                </a:lnTo>
                <a:lnTo>
                  <a:pt x="51816" y="554736"/>
                </a:lnTo>
                <a:lnTo>
                  <a:pt x="51816" y="559308"/>
                </a:lnTo>
                <a:lnTo>
                  <a:pt x="64008" y="588264"/>
                </a:lnTo>
                <a:lnTo>
                  <a:pt x="67056" y="586740"/>
                </a:lnTo>
                <a:lnTo>
                  <a:pt x="65532" y="583692"/>
                </a:lnTo>
                <a:lnTo>
                  <a:pt x="65532" y="576072"/>
                </a:lnTo>
                <a:lnTo>
                  <a:pt x="67056" y="576072"/>
                </a:lnTo>
                <a:lnTo>
                  <a:pt x="67056" y="574548"/>
                </a:lnTo>
                <a:lnTo>
                  <a:pt x="70104" y="574548"/>
                </a:lnTo>
                <a:lnTo>
                  <a:pt x="71628" y="573024"/>
                </a:lnTo>
                <a:lnTo>
                  <a:pt x="143256" y="573024"/>
                </a:lnTo>
                <a:lnTo>
                  <a:pt x="146304" y="574548"/>
                </a:lnTo>
                <a:lnTo>
                  <a:pt x="147828" y="574548"/>
                </a:lnTo>
                <a:lnTo>
                  <a:pt x="152400" y="579120"/>
                </a:lnTo>
                <a:lnTo>
                  <a:pt x="152400" y="588264"/>
                </a:lnTo>
                <a:lnTo>
                  <a:pt x="155448" y="588264"/>
                </a:lnTo>
                <a:lnTo>
                  <a:pt x="155448" y="573024"/>
                </a:lnTo>
                <a:lnTo>
                  <a:pt x="155448" y="539496"/>
                </a:lnTo>
                <a:close/>
              </a:path>
              <a:path extrusionOk="0" h="685800" w="158750">
                <a:moveTo>
                  <a:pt x="155448" y="480060"/>
                </a:moveTo>
                <a:lnTo>
                  <a:pt x="152400" y="480060"/>
                </a:lnTo>
                <a:lnTo>
                  <a:pt x="152400" y="487680"/>
                </a:lnTo>
                <a:lnTo>
                  <a:pt x="149352" y="490728"/>
                </a:lnTo>
                <a:lnTo>
                  <a:pt x="147828" y="493776"/>
                </a:lnTo>
                <a:lnTo>
                  <a:pt x="146304" y="495300"/>
                </a:lnTo>
                <a:lnTo>
                  <a:pt x="144780" y="495300"/>
                </a:lnTo>
                <a:lnTo>
                  <a:pt x="138684" y="498348"/>
                </a:lnTo>
                <a:lnTo>
                  <a:pt x="85344" y="498348"/>
                </a:lnTo>
                <a:lnTo>
                  <a:pt x="77724" y="493776"/>
                </a:lnTo>
                <a:lnTo>
                  <a:pt x="73152" y="490728"/>
                </a:lnTo>
                <a:lnTo>
                  <a:pt x="67056" y="484632"/>
                </a:lnTo>
                <a:lnTo>
                  <a:pt x="67056" y="481584"/>
                </a:lnTo>
                <a:lnTo>
                  <a:pt x="68580" y="478536"/>
                </a:lnTo>
                <a:lnTo>
                  <a:pt x="74676" y="472440"/>
                </a:lnTo>
                <a:lnTo>
                  <a:pt x="76200" y="469392"/>
                </a:lnTo>
                <a:lnTo>
                  <a:pt x="76200" y="464820"/>
                </a:lnTo>
                <a:lnTo>
                  <a:pt x="73152" y="461772"/>
                </a:lnTo>
                <a:lnTo>
                  <a:pt x="71628" y="458724"/>
                </a:lnTo>
                <a:lnTo>
                  <a:pt x="60960" y="458724"/>
                </a:lnTo>
                <a:lnTo>
                  <a:pt x="57912" y="460248"/>
                </a:lnTo>
                <a:lnTo>
                  <a:pt x="53340" y="464820"/>
                </a:lnTo>
                <a:lnTo>
                  <a:pt x="51816" y="467868"/>
                </a:lnTo>
                <a:lnTo>
                  <a:pt x="51816" y="472440"/>
                </a:lnTo>
                <a:lnTo>
                  <a:pt x="53276" y="479069"/>
                </a:lnTo>
                <a:lnTo>
                  <a:pt x="57721" y="485394"/>
                </a:lnTo>
                <a:lnTo>
                  <a:pt x="65328" y="491731"/>
                </a:lnTo>
                <a:lnTo>
                  <a:pt x="76200" y="498348"/>
                </a:lnTo>
                <a:lnTo>
                  <a:pt x="51816" y="498348"/>
                </a:lnTo>
                <a:lnTo>
                  <a:pt x="51816" y="502920"/>
                </a:lnTo>
                <a:lnTo>
                  <a:pt x="64008" y="531876"/>
                </a:lnTo>
                <a:lnTo>
                  <a:pt x="67056" y="530352"/>
                </a:lnTo>
                <a:lnTo>
                  <a:pt x="65532" y="528828"/>
                </a:lnTo>
                <a:lnTo>
                  <a:pt x="65532" y="521208"/>
                </a:lnTo>
                <a:lnTo>
                  <a:pt x="68580" y="518160"/>
                </a:lnTo>
                <a:lnTo>
                  <a:pt x="70104" y="518160"/>
                </a:lnTo>
                <a:lnTo>
                  <a:pt x="71628" y="516636"/>
                </a:lnTo>
                <a:lnTo>
                  <a:pt x="143256" y="516636"/>
                </a:lnTo>
                <a:lnTo>
                  <a:pt x="146304" y="518160"/>
                </a:lnTo>
                <a:lnTo>
                  <a:pt x="149352" y="518160"/>
                </a:lnTo>
                <a:lnTo>
                  <a:pt x="149352" y="521208"/>
                </a:lnTo>
                <a:lnTo>
                  <a:pt x="150876" y="522732"/>
                </a:lnTo>
                <a:lnTo>
                  <a:pt x="152400" y="527304"/>
                </a:lnTo>
                <a:lnTo>
                  <a:pt x="152400" y="531876"/>
                </a:lnTo>
                <a:lnTo>
                  <a:pt x="155448" y="531876"/>
                </a:lnTo>
                <a:lnTo>
                  <a:pt x="155448" y="516636"/>
                </a:lnTo>
                <a:lnTo>
                  <a:pt x="155448" y="480060"/>
                </a:lnTo>
                <a:close/>
              </a:path>
              <a:path extrusionOk="0" h="685800" w="158750">
                <a:moveTo>
                  <a:pt x="155448" y="192024"/>
                </a:moveTo>
                <a:lnTo>
                  <a:pt x="152400" y="192024"/>
                </a:lnTo>
                <a:lnTo>
                  <a:pt x="152400" y="199644"/>
                </a:lnTo>
                <a:lnTo>
                  <a:pt x="150876" y="202692"/>
                </a:lnTo>
                <a:lnTo>
                  <a:pt x="147828" y="205740"/>
                </a:lnTo>
                <a:lnTo>
                  <a:pt x="146304" y="205740"/>
                </a:lnTo>
                <a:lnTo>
                  <a:pt x="143256" y="207264"/>
                </a:lnTo>
                <a:lnTo>
                  <a:pt x="51816" y="207264"/>
                </a:lnTo>
                <a:lnTo>
                  <a:pt x="51816" y="211836"/>
                </a:lnTo>
                <a:lnTo>
                  <a:pt x="64008" y="240792"/>
                </a:lnTo>
                <a:lnTo>
                  <a:pt x="67056" y="239268"/>
                </a:lnTo>
                <a:lnTo>
                  <a:pt x="65532" y="236220"/>
                </a:lnTo>
                <a:lnTo>
                  <a:pt x="65532" y="230124"/>
                </a:lnTo>
                <a:lnTo>
                  <a:pt x="67056" y="228600"/>
                </a:lnTo>
                <a:lnTo>
                  <a:pt x="67056" y="227076"/>
                </a:lnTo>
                <a:lnTo>
                  <a:pt x="71628" y="227076"/>
                </a:lnTo>
                <a:lnTo>
                  <a:pt x="74676" y="225552"/>
                </a:lnTo>
                <a:lnTo>
                  <a:pt x="143256" y="225552"/>
                </a:lnTo>
                <a:lnTo>
                  <a:pt x="146304" y="227076"/>
                </a:lnTo>
                <a:lnTo>
                  <a:pt x="152400" y="233172"/>
                </a:lnTo>
                <a:lnTo>
                  <a:pt x="152400" y="240792"/>
                </a:lnTo>
                <a:lnTo>
                  <a:pt x="155448" y="240792"/>
                </a:lnTo>
                <a:lnTo>
                  <a:pt x="155448" y="225552"/>
                </a:lnTo>
                <a:lnTo>
                  <a:pt x="155448" y="192024"/>
                </a:lnTo>
                <a:close/>
              </a:path>
              <a:path extrusionOk="0" h="685800" w="158750">
                <a:moveTo>
                  <a:pt x="158496" y="278892"/>
                </a:moveTo>
                <a:lnTo>
                  <a:pt x="146304" y="249936"/>
                </a:lnTo>
                <a:lnTo>
                  <a:pt x="143256" y="251460"/>
                </a:lnTo>
                <a:lnTo>
                  <a:pt x="144780" y="254508"/>
                </a:lnTo>
                <a:lnTo>
                  <a:pt x="144780" y="260604"/>
                </a:lnTo>
                <a:lnTo>
                  <a:pt x="143256" y="262128"/>
                </a:lnTo>
                <a:lnTo>
                  <a:pt x="143256" y="263652"/>
                </a:lnTo>
                <a:lnTo>
                  <a:pt x="140208" y="263652"/>
                </a:lnTo>
                <a:lnTo>
                  <a:pt x="138684" y="265176"/>
                </a:lnTo>
                <a:lnTo>
                  <a:pt x="54864" y="265176"/>
                </a:lnTo>
                <a:lnTo>
                  <a:pt x="54864" y="298704"/>
                </a:lnTo>
                <a:lnTo>
                  <a:pt x="57912" y="298704"/>
                </a:lnTo>
                <a:lnTo>
                  <a:pt x="57912" y="292608"/>
                </a:lnTo>
                <a:lnTo>
                  <a:pt x="59436" y="288036"/>
                </a:lnTo>
                <a:lnTo>
                  <a:pt x="60960" y="286512"/>
                </a:lnTo>
                <a:lnTo>
                  <a:pt x="67056" y="283464"/>
                </a:lnTo>
                <a:lnTo>
                  <a:pt x="131064" y="283464"/>
                </a:lnTo>
                <a:lnTo>
                  <a:pt x="135636" y="289560"/>
                </a:lnTo>
                <a:lnTo>
                  <a:pt x="140208" y="294132"/>
                </a:lnTo>
                <a:lnTo>
                  <a:pt x="141732" y="297180"/>
                </a:lnTo>
                <a:lnTo>
                  <a:pt x="143256" y="301752"/>
                </a:lnTo>
                <a:lnTo>
                  <a:pt x="144780" y="304800"/>
                </a:lnTo>
                <a:lnTo>
                  <a:pt x="144780" y="312420"/>
                </a:lnTo>
                <a:lnTo>
                  <a:pt x="143256" y="316992"/>
                </a:lnTo>
                <a:lnTo>
                  <a:pt x="137160" y="323088"/>
                </a:lnTo>
                <a:lnTo>
                  <a:pt x="131064" y="324612"/>
                </a:lnTo>
                <a:lnTo>
                  <a:pt x="54864" y="324612"/>
                </a:lnTo>
                <a:lnTo>
                  <a:pt x="54864" y="358140"/>
                </a:lnTo>
                <a:lnTo>
                  <a:pt x="57912" y="358140"/>
                </a:lnTo>
                <a:lnTo>
                  <a:pt x="57912" y="350520"/>
                </a:lnTo>
                <a:lnTo>
                  <a:pt x="59436" y="348996"/>
                </a:lnTo>
                <a:lnTo>
                  <a:pt x="60960" y="345948"/>
                </a:lnTo>
                <a:lnTo>
                  <a:pt x="64008" y="344424"/>
                </a:lnTo>
                <a:lnTo>
                  <a:pt x="65532" y="342900"/>
                </a:lnTo>
                <a:lnTo>
                  <a:pt x="135636" y="342900"/>
                </a:lnTo>
                <a:lnTo>
                  <a:pt x="140208" y="339852"/>
                </a:lnTo>
                <a:lnTo>
                  <a:pt x="146304" y="338328"/>
                </a:lnTo>
                <a:lnTo>
                  <a:pt x="150876" y="336804"/>
                </a:lnTo>
                <a:lnTo>
                  <a:pt x="156972" y="327660"/>
                </a:lnTo>
                <a:lnTo>
                  <a:pt x="158496" y="323088"/>
                </a:lnTo>
                <a:lnTo>
                  <a:pt x="158496" y="312420"/>
                </a:lnTo>
                <a:lnTo>
                  <a:pt x="137160" y="283464"/>
                </a:lnTo>
                <a:lnTo>
                  <a:pt x="158496" y="283464"/>
                </a:lnTo>
                <a:lnTo>
                  <a:pt x="158496" y="278892"/>
                </a:lnTo>
                <a:close/>
              </a:path>
              <a:path extrusionOk="0" h="685800" w="158750">
                <a:moveTo>
                  <a:pt x="158496" y="146304"/>
                </a:moveTo>
                <a:lnTo>
                  <a:pt x="156972" y="141732"/>
                </a:lnTo>
                <a:lnTo>
                  <a:pt x="153924" y="137160"/>
                </a:lnTo>
                <a:lnTo>
                  <a:pt x="144780" y="128016"/>
                </a:lnTo>
                <a:lnTo>
                  <a:pt x="137160" y="126492"/>
                </a:lnTo>
                <a:lnTo>
                  <a:pt x="137160" y="131064"/>
                </a:lnTo>
                <a:lnTo>
                  <a:pt x="140208" y="132588"/>
                </a:lnTo>
                <a:lnTo>
                  <a:pt x="143256" y="135636"/>
                </a:lnTo>
                <a:lnTo>
                  <a:pt x="144780" y="138684"/>
                </a:lnTo>
                <a:lnTo>
                  <a:pt x="144780" y="146304"/>
                </a:lnTo>
                <a:lnTo>
                  <a:pt x="143256" y="149352"/>
                </a:lnTo>
                <a:lnTo>
                  <a:pt x="141732" y="150876"/>
                </a:lnTo>
                <a:lnTo>
                  <a:pt x="138684" y="152400"/>
                </a:lnTo>
                <a:lnTo>
                  <a:pt x="134112" y="153924"/>
                </a:lnTo>
                <a:lnTo>
                  <a:pt x="62484" y="153924"/>
                </a:lnTo>
                <a:lnTo>
                  <a:pt x="62484" y="129540"/>
                </a:lnTo>
                <a:lnTo>
                  <a:pt x="54864" y="129540"/>
                </a:lnTo>
                <a:lnTo>
                  <a:pt x="54864" y="153924"/>
                </a:lnTo>
                <a:lnTo>
                  <a:pt x="21336" y="153924"/>
                </a:lnTo>
                <a:lnTo>
                  <a:pt x="21336" y="156972"/>
                </a:lnTo>
                <a:lnTo>
                  <a:pt x="28956" y="160020"/>
                </a:lnTo>
                <a:lnTo>
                  <a:pt x="33528" y="161544"/>
                </a:lnTo>
                <a:lnTo>
                  <a:pt x="36576" y="163068"/>
                </a:lnTo>
                <a:lnTo>
                  <a:pt x="42672" y="167640"/>
                </a:lnTo>
                <a:lnTo>
                  <a:pt x="47244" y="170688"/>
                </a:lnTo>
                <a:lnTo>
                  <a:pt x="50292" y="175260"/>
                </a:lnTo>
                <a:lnTo>
                  <a:pt x="54864" y="179832"/>
                </a:lnTo>
                <a:lnTo>
                  <a:pt x="57912" y="184404"/>
                </a:lnTo>
                <a:lnTo>
                  <a:pt x="59436" y="188976"/>
                </a:lnTo>
                <a:lnTo>
                  <a:pt x="62484" y="188976"/>
                </a:lnTo>
                <a:lnTo>
                  <a:pt x="62484" y="172212"/>
                </a:lnTo>
                <a:lnTo>
                  <a:pt x="138684" y="172212"/>
                </a:lnTo>
                <a:lnTo>
                  <a:pt x="144780" y="170688"/>
                </a:lnTo>
                <a:lnTo>
                  <a:pt x="153924" y="166116"/>
                </a:lnTo>
                <a:lnTo>
                  <a:pt x="155448" y="161544"/>
                </a:lnTo>
                <a:lnTo>
                  <a:pt x="158496" y="155448"/>
                </a:lnTo>
                <a:lnTo>
                  <a:pt x="158496" y="146304"/>
                </a:lnTo>
                <a:close/>
              </a:path>
              <a:path extrusionOk="0" h="685800" w="158750">
                <a:moveTo>
                  <a:pt x="158496" y="73152"/>
                </a:moveTo>
                <a:lnTo>
                  <a:pt x="155448" y="64008"/>
                </a:lnTo>
                <a:lnTo>
                  <a:pt x="150876" y="57912"/>
                </a:lnTo>
                <a:lnTo>
                  <a:pt x="144780" y="50292"/>
                </a:lnTo>
                <a:lnTo>
                  <a:pt x="137160" y="47244"/>
                </a:lnTo>
                <a:lnTo>
                  <a:pt x="128016" y="47244"/>
                </a:lnTo>
                <a:lnTo>
                  <a:pt x="91440" y="85344"/>
                </a:lnTo>
                <a:lnTo>
                  <a:pt x="88392" y="92964"/>
                </a:lnTo>
                <a:lnTo>
                  <a:pt x="82296" y="99060"/>
                </a:lnTo>
                <a:lnTo>
                  <a:pt x="76200" y="102108"/>
                </a:lnTo>
                <a:lnTo>
                  <a:pt x="68580" y="102108"/>
                </a:lnTo>
                <a:lnTo>
                  <a:pt x="65532" y="100584"/>
                </a:lnTo>
                <a:lnTo>
                  <a:pt x="64008" y="97536"/>
                </a:lnTo>
                <a:lnTo>
                  <a:pt x="60960" y="94488"/>
                </a:lnTo>
                <a:lnTo>
                  <a:pt x="59436" y="89916"/>
                </a:lnTo>
                <a:lnTo>
                  <a:pt x="59436" y="77724"/>
                </a:lnTo>
                <a:lnTo>
                  <a:pt x="60960" y="73152"/>
                </a:lnTo>
                <a:lnTo>
                  <a:pt x="65532" y="68580"/>
                </a:lnTo>
                <a:lnTo>
                  <a:pt x="68580" y="64008"/>
                </a:lnTo>
                <a:lnTo>
                  <a:pt x="74676" y="60960"/>
                </a:lnTo>
                <a:lnTo>
                  <a:pt x="85344" y="57912"/>
                </a:lnTo>
                <a:lnTo>
                  <a:pt x="85344" y="54864"/>
                </a:lnTo>
                <a:lnTo>
                  <a:pt x="51816" y="54864"/>
                </a:lnTo>
                <a:lnTo>
                  <a:pt x="51816" y="57912"/>
                </a:lnTo>
                <a:lnTo>
                  <a:pt x="53340" y="57912"/>
                </a:lnTo>
                <a:lnTo>
                  <a:pt x="56388" y="60960"/>
                </a:lnTo>
                <a:lnTo>
                  <a:pt x="56388" y="67056"/>
                </a:lnTo>
                <a:lnTo>
                  <a:pt x="54864" y="70104"/>
                </a:lnTo>
                <a:lnTo>
                  <a:pt x="53340" y="76200"/>
                </a:lnTo>
                <a:lnTo>
                  <a:pt x="51816" y="80772"/>
                </a:lnTo>
                <a:lnTo>
                  <a:pt x="51816" y="94488"/>
                </a:lnTo>
                <a:lnTo>
                  <a:pt x="54864" y="100584"/>
                </a:lnTo>
                <a:lnTo>
                  <a:pt x="59436" y="106680"/>
                </a:lnTo>
                <a:lnTo>
                  <a:pt x="65532" y="112776"/>
                </a:lnTo>
                <a:lnTo>
                  <a:pt x="73152" y="115824"/>
                </a:lnTo>
                <a:lnTo>
                  <a:pt x="86868" y="115824"/>
                </a:lnTo>
                <a:lnTo>
                  <a:pt x="91440" y="114300"/>
                </a:lnTo>
                <a:lnTo>
                  <a:pt x="96012" y="109728"/>
                </a:lnTo>
                <a:lnTo>
                  <a:pt x="100584" y="106680"/>
                </a:lnTo>
                <a:lnTo>
                  <a:pt x="104013" y="102108"/>
                </a:lnTo>
                <a:lnTo>
                  <a:pt x="105156" y="100584"/>
                </a:lnTo>
                <a:lnTo>
                  <a:pt x="114300" y="79248"/>
                </a:lnTo>
                <a:lnTo>
                  <a:pt x="118872" y="71628"/>
                </a:lnTo>
                <a:lnTo>
                  <a:pt x="123444" y="68580"/>
                </a:lnTo>
                <a:lnTo>
                  <a:pt x="126492" y="65532"/>
                </a:lnTo>
                <a:lnTo>
                  <a:pt x="131064" y="64008"/>
                </a:lnTo>
                <a:lnTo>
                  <a:pt x="140208" y="64008"/>
                </a:lnTo>
                <a:lnTo>
                  <a:pt x="143256" y="65532"/>
                </a:lnTo>
                <a:lnTo>
                  <a:pt x="149352" y="71628"/>
                </a:lnTo>
                <a:lnTo>
                  <a:pt x="150876" y="76200"/>
                </a:lnTo>
                <a:lnTo>
                  <a:pt x="150876" y="88392"/>
                </a:lnTo>
                <a:lnTo>
                  <a:pt x="149352" y="94488"/>
                </a:lnTo>
                <a:lnTo>
                  <a:pt x="140208" y="106680"/>
                </a:lnTo>
                <a:lnTo>
                  <a:pt x="134112" y="111252"/>
                </a:lnTo>
                <a:lnTo>
                  <a:pt x="124968" y="112776"/>
                </a:lnTo>
                <a:lnTo>
                  <a:pt x="124968" y="115824"/>
                </a:lnTo>
                <a:lnTo>
                  <a:pt x="158496" y="115824"/>
                </a:lnTo>
                <a:lnTo>
                  <a:pt x="158496" y="112776"/>
                </a:lnTo>
                <a:lnTo>
                  <a:pt x="155448" y="111252"/>
                </a:lnTo>
                <a:lnTo>
                  <a:pt x="153924" y="109728"/>
                </a:lnTo>
                <a:lnTo>
                  <a:pt x="153924" y="105156"/>
                </a:lnTo>
                <a:lnTo>
                  <a:pt x="155448" y="102108"/>
                </a:lnTo>
                <a:lnTo>
                  <a:pt x="158496" y="86868"/>
                </a:lnTo>
                <a:lnTo>
                  <a:pt x="158496" y="73152"/>
                </a:lnTo>
                <a:close/>
              </a:path>
              <a:path extrusionOk="0" h="685800" w="158750">
                <a:moveTo>
                  <a:pt x="158508" y="643128"/>
                </a:moveTo>
                <a:lnTo>
                  <a:pt x="135458" y="607885"/>
                </a:lnTo>
                <a:lnTo>
                  <a:pt x="117360" y="601980"/>
                </a:lnTo>
                <a:lnTo>
                  <a:pt x="115836" y="605028"/>
                </a:lnTo>
                <a:lnTo>
                  <a:pt x="124980" y="608076"/>
                </a:lnTo>
                <a:lnTo>
                  <a:pt x="131076" y="612648"/>
                </a:lnTo>
                <a:lnTo>
                  <a:pt x="134124" y="615696"/>
                </a:lnTo>
                <a:lnTo>
                  <a:pt x="138696" y="621792"/>
                </a:lnTo>
                <a:lnTo>
                  <a:pt x="140220" y="627888"/>
                </a:lnTo>
                <a:lnTo>
                  <a:pt x="140220" y="635508"/>
                </a:lnTo>
                <a:lnTo>
                  <a:pt x="111836" y="665226"/>
                </a:lnTo>
                <a:lnTo>
                  <a:pt x="96024" y="667512"/>
                </a:lnTo>
                <a:lnTo>
                  <a:pt x="87426" y="666940"/>
                </a:lnTo>
                <a:lnTo>
                  <a:pt x="79832" y="665226"/>
                </a:lnTo>
                <a:lnTo>
                  <a:pt x="73088" y="662368"/>
                </a:lnTo>
                <a:lnTo>
                  <a:pt x="62496" y="655320"/>
                </a:lnTo>
                <a:lnTo>
                  <a:pt x="59448" y="649224"/>
                </a:lnTo>
                <a:lnTo>
                  <a:pt x="59448" y="638556"/>
                </a:lnTo>
                <a:lnTo>
                  <a:pt x="60972" y="633984"/>
                </a:lnTo>
                <a:lnTo>
                  <a:pt x="65544" y="629412"/>
                </a:lnTo>
                <a:lnTo>
                  <a:pt x="68592" y="627888"/>
                </a:lnTo>
                <a:lnTo>
                  <a:pt x="76212" y="627888"/>
                </a:lnTo>
                <a:lnTo>
                  <a:pt x="79260" y="626364"/>
                </a:lnTo>
                <a:lnTo>
                  <a:pt x="80784" y="624840"/>
                </a:lnTo>
                <a:lnTo>
                  <a:pt x="83832" y="623316"/>
                </a:lnTo>
                <a:lnTo>
                  <a:pt x="85356" y="620268"/>
                </a:lnTo>
                <a:lnTo>
                  <a:pt x="85356" y="612648"/>
                </a:lnTo>
                <a:lnTo>
                  <a:pt x="82308" y="609600"/>
                </a:lnTo>
                <a:lnTo>
                  <a:pt x="80784" y="606552"/>
                </a:lnTo>
                <a:lnTo>
                  <a:pt x="70116" y="606552"/>
                </a:lnTo>
                <a:lnTo>
                  <a:pt x="65544" y="609600"/>
                </a:lnTo>
                <a:lnTo>
                  <a:pt x="59448" y="615696"/>
                </a:lnTo>
                <a:lnTo>
                  <a:pt x="54876" y="621792"/>
                </a:lnTo>
                <a:lnTo>
                  <a:pt x="51828" y="629412"/>
                </a:lnTo>
                <a:lnTo>
                  <a:pt x="51828" y="638556"/>
                </a:lnTo>
                <a:lnTo>
                  <a:pt x="74726" y="678091"/>
                </a:lnTo>
                <a:lnTo>
                  <a:pt x="105168" y="685800"/>
                </a:lnTo>
                <a:lnTo>
                  <a:pt x="116928" y="684974"/>
                </a:lnTo>
                <a:lnTo>
                  <a:pt x="150787" y="666711"/>
                </a:lnTo>
                <a:lnTo>
                  <a:pt x="157645" y="651751"/>
                </a:lnTo>
                <a:lnTo>
                  <a:pt x="158508" y="643128"/>
                </a:lnTo>
                <a:close/>
              </a:path>
              <a:path extrusionOk="0" h="685800" w="158750">
                <a:moveTo>
                  <a:pt x="158508" y="409956"/>
                </a:moveTo>
                <a:lnTo>
                  <a:pt x="135458" y="374142"/>
                </a:lnTo>
                <a:lnTo>
                  <a:pt x="117360" y="368808"/>
                </a:lnTo>
                <a:lnTo>
                  <a:pt x="115836" y="371856"/>
                </a:lnTo>
                <a:lnTo>
                  <a:pt x="124980" y="374904"/>
                </a:lnTo>
                <a:lnTo>
                  <a:pt x="131076" y="379476"/>
                </a:lnTo>
                <a:lnTo>
                  <a:pt x="134124" y="382524"/>
                </a:lnTo>
                <a:lnTo>
                  <a:pt x="138696" y="388620"/>
                </a:lnTo>
                <a:lnTo>
                  <a:pt x="140220" y="394716"/>
                </a:lnTo>
                <a:lnTo>
                  <a:pt x="140220" y="402336"/>
                </a:lnTo>
                <a:lnTo>
                  <a:pt x="111836" y="432054"/>
                </a:lnTo>
                <a:lnTo>
                  <a:pt x="96024" y="434340"/>
                </a:lnTo>
                <a:lnTo>
                  <a:pt x="87426" y="433768"/>
                </a:lnTo>
                <a:lnTo>
                  <a:pt x="59448" y="416052"/>
                </a:lnTo>
                <a:lnTo>
                  <a:pt x="59448" y="403860"/>
                </a:lnTo>
                <a:lnTo>
                  <a:pt x="60972" y="400812"/>
                </a:lnTo>
                <a:lnTo>
                  <a:pt x="65544" y="396240"/>
                </a:lnTo>
                <a:lnTo>
                  <a:pt x="68592" y="394716"/>
                </a:lnTo>
                <a:lnTo>
                  <a:pt x="73164" y="394716"/>
                </a:lnTo>
                <a:lnTo>
                  <a:pt x="76212" y="393192"/>
                </a:lnTo>
                <a:lnTo>
                  <a:pt x="79260" y="393192"/>
                </a:lnTo>
                <a:lnTo>
                  <a:pt x="80784" y="391668"/>
                </a:lnTo>
                <a:lnTo>
                  <a:pt x="83832" y="390144"/>
                </a:lnTo>
                <a:lnTo>
                  <a:pt x="85356" y="387096"/>
                </a:lnTo>
                <a:lnTo>
                  <a:pt x="85356" y="379476"/>
                </a:lnTo>
                <a:lnTo>
                  <a:pt x="83832" y="377952"/>
                </a:lnTo>
                <a:lnTo>
                  <a:pt x="82308" y="374904"/>
                </a:lnTo>
                <a:lnTo>
                  <a:pt x="80784" y="373380"/>
                </a:lnTo>
                <a:lnTo>
                  <a:pt x="70116" y="373380"/>
                </a:lnTo>
                <a:lnTo>
                  <a:pt x="65544" y="376428"/>
                </a:lnTo>
                <a:lnTo>
                  <a:pt x="59448" y="382524"/>
                </a:lnTo>
                <a:lnTo>
                  <a:pt x="54876" y="388620"/>
                </a:lnTo>
                <a:lnTo>
                  <a:pt x="51828" y="396240"/>
                </a:lnTo>
                <a:lnTo>
                  <a:pt x="51828" y="405384"/>
                </a:lnTo>
                <a:lnTo>
                  <a:pt x="74726" y="444919"/>
                </a:lnTo>
                <a:lnTo>
                  <a:pt x="105168" y="452628"/>
                </a:lnTo>
                <a:lnTo>
                  <a:pt x="116928" y="451777"/>
                </a:lnTo>
                <a:lnTo>
                  <a:pt x="150787" y="432676"/>
                </a:lnTo>
                <a:lnTo>
                  <a:pt x="157645" y="417918"/>
                </a:lnTo>
                <a:lnTo>
                  <a:pt x="158508" y="409956"/>
                </a:lnTo>
                <a:close/>
              </a:path>
              <a:path extrusionOk="0" h="685800" w="158750">
                <a:moveTo>
                  <a:pt x="158508" y="9144"/>
                </a:moveTo>
                <a:lnTo>
                  <a:pt x="155460" y="3048"/>
                </a:lnTo>
                <a:lnTo>
                  <a:pt x="149364" y="0"/>
                </a:lnTo>
                <a:lnTo>
                  <a:pt x="143268" y="0"/>
                </a:lnTo>
                <a:lnTo>
                  <a:pt x="137172" y="3048"/>
                </a:lnTo>
                <a:lnTo>
                  <a:pt x="134124" y="9144"/>
                </a:lnTo>
                <a:lnTo>
                  <a:pt x="134124" y="15240"/>
                </a:lnTo>
                <a:lnTo>
                  <a:pt x="137172" y="21336"/>
                </a:lnTo>
                <a:lnTo>
                  <a:pt x="143268" y="24384"/>
                </a:lnTo>
                <a:lnTo>
                  <a:pt x="149364" y="24384"/>
                </a:lnTo>
                <a:lnTo>
                  <a:pt x="155460" y="21336"/>
                </a:lnTo>
                <a:lnTo>
                  <a:pt x="158508" y="15240"/>
                </a:lnTo>
                <a:lnTo>
                  <a:pt x="158508" y="91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25" name="Google Shape;1825;p32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5009388" y="5266944"/>
            <a:ext cx="158496" cy="380999"/>
          </a:xfrm>
          <a:prstGeom prst="rect">
            <a:avLst/>
          </a:prstGeom>
          <a:noFill/>
          <a:ln>
            <a:noFill/>
          </a:ln>
        </p:spPr>
      </p:pic>
      <p:sp>
        <p:nvSpPr>
          <p:cNvPr id="1826" name="Google Shape;1826;p32"/>
          <p:cNvSpPr/>
          <p:nvPr/>
        </p:nvSpPr>
        <p:spPr>
          <a:xfrm>
            <a:off x="5009375" y="4564380"/>
            <a:ext cx="158750" cy="561340"/>
          </a:xfrm>
          <a:custGeom>
            <a:rect b="b" l="l" r="r" t="t"/>
            <a:pathLst>
              <a:path extrusionOk="0" h="561339" w="158750">
                <a:moveTo>
                  <a:pt x="24384" y="437388"/>
                </a:moveTo>
                <a:lnTo>
                  <a:pt x="22860" y="434340"/>
                </a:lnTo>
                <a:lnTo>
                  <a:pt x="18288" y="429768"/>
                </a:lnTo>
                <a:lnTo>
                  <a:pt x="15240" y="428244"/>
                </a:lnTo>
                <a:lnTo>
                  <a:pt x="9144" y="428244"/>
                </a:lnTo>
                <a:lnTo>
                  <a:pt x="6096" y="429768"/>
                </a:lnTo>
                <a:lnTo>
                  <a:pt x="1524" y="434340"/>
                </a:lnTo>
                <a:lnTo>
                  <a:pt x="0" y="437388"/>
                </a:lnTo>
                <a:lnTo>
                  <a:pt x="0" y="443484"/>
                </a:lnTo>
                <a:lnTo>
                  <a:pt x="3048" y="449580"/>
                </a:lnTo>
                <a:lnTo>
                  <a:pt x="9144" y="452628"/>
                </a:lnTo>
                <a:lnTo>
                  <a:pt x="15240" y="452628"/>
                </a:lnTo>
                <a:lnTo>
                  <a:pt x="21336" y="449580"/>
                </a:lnTo>
                <a:lnTo>
                  <a:pt x="24384" y="443484"/>
                </a:lnTo>
                <a:lnTo>
                  <a:pt x="24384" y="437388"/>
                </a:lnTo>
                <a:close/>
              </a:path>
              <a:path extrusionOk="0" h="561339" w="158750">
                <a:moveTo>
                  <a:pt x="24384" y="89916"/>
                </a:moveTo>
                <a:lnTo>
                  <a:pt x="22860" y="86868"/>
                </a:lnTo>
                <a:lnTo>
                  <a:pt x="18288" y="82296"/>
                </a:lnTo>
                <a:lnTo>
                  <a:pt x="6096" y="82296"/>
                </a:lnTo>
                <a:lnTo>
                  <a:pt x="1524" y="86868"/>
                </a:lnTo>
                <a:lnTo>
                  <a:pt x="0" y="89916"/>
                </a:lnTo>
                <a:lnTo>
                  <a:pt x="0" y="97536"/>
                </a:lnTo>
                <a:lnTo>
                  <a:pt x="1524" y="100584"/>
                </a:lnTo>
                <a:lnTo>
                  <a:pt x="6096" y="105156"/>
                </a:lnTo>
                <a:lnTo>
                  <a:pt x="9144" y="106680"/>
                </a:lnTo>
                <a:lnTo>
                  <a:pt x="15240" y="106680"/>
                </a:lnTo>
                <a:lnTo>
                  <a:pt x="18288" y="105156"/>
                </a:lnTo>
                <a:lnTo>
                  <a:pt x="22860" y="100584"/>
                </a:lnTo>
                <a:lnTo>
                  <a:pt x="24384" y="97536"/>
                </a:lnTo>
                <a:lnTo>
                  <a:pt x="24384" y="89916"/>
                </a:lnTo>
                <a:close/>
              </a:path>
              <a:path extrusionOk="0" h="561339" w="158750">
                <a:moveTo>
                  <a:pt x="155448" y="414528"/>
                </a:moveTo>
                <a:lnTo>
                  <a:pt x="152400" y="414528"/>
                </a:lnTo>
                <a:lnTo>
                  <a:pt x="152400" y="422148"/>
                </a:lnTo>
                <a:lnTo>
                  <a:pt x="150876" y="425196"/>
                </a:lnTo>
                <a:lnTo>
                  <a:pt x="147828" y="428244"/>
                </a:lnTo>
                <a:lnTo>
                  <a:pt x="146304" y="428244"/>
                </a:lnTo>
                <a:lnTo>
                  <a:pt x="143256" y="429768"/>
                </a:lnTo>
                <a:lnTo>
                  <a:pt x="51816" y="429768"/>
                </a:lnTo>
                <a:lnTo>
                  <a:pt x="51816" y="434340"/>
                </a:lnTo>
                <a:lnTo>
                  <a:pt x="64008" y="463296"/>
                </a:lnTo>
                <a:lnTo>
                  <a:pt x="67056" y="461772"/>
                </a:lnTo>
                <a:lnTo>
                  <a:pt x="65532" y="460248"/>
                </a:lnTo>
                <a:lnTo>
                  <a:pt x="65532" y="452628"/>
                </a:lnTo>
                <a:lnTo>
                  <a:pt x="67056" y="451104"/>
                </a:lnTo>
                <a:lnTo>
                  <a:pt x="70104" y="449580"/>
                </a:lnTo>
                <a:lnTo>
                  <a:pt x="71628" y="449580"/>
                </a:lnTo>
                <a:lnTo>
                  <a:pt x="74676" y="448056"/>
                </a:lnTo>
                <a:lnTo>
                  <a:pt x="138684" y="448056"/>
                </a:lnTo>
                <a:lnTo>
                  <a:pt x="143256" y="449580"/>
                </a:lnTo>
                <a:lnTo>
                  <a:pt x="146304" y="449580"/>
                </a:lnTo>
                <a:lnTo>
                  <a:pt x="152400" y="455676"/>
                </a:lnTo>
                <a:lnTo>
                  <a:pt x="152400" y="463296"/>
                </a:lnTo>
                <a:lnTo>
                  <a:pt x="155448" y="463296"/>
                </a:lnTo>
                <a:lnTo>
                  <a:pt x="155448" y="448056"/>
                </a:lnTo>
                <a:lnTo>
                  <a:pt x="155448" y="414528"/>
                </a:lnTo>
                <a:close/>
              </a:path>
              <a:path extrusionOk="0" h="561339" w="158750">
                <a:moveTo>
                  <a:pt x="155448" y="355092"/>
                </a:moveTo>
                <a:lnTo>
                  <a:pt x="152400" y="355092"/>
                </a:lnTo>
                <a:lnTo>
                  <a:pt x="152400" y="364236"/>
                </a:lnTo>
                <a:lnTo>
                  <a:pt x="149352" y="365760"/>
                </a:lnTo>
                <a:lnTo>
                  <a:pt x="147828" y="368808"/>
                </a:lnTo>
                <a:lnTo>
                  <a:pt x="144780" y="371856"/>
                </a:lnTo>
                <a:lnTo>
                  <a:pt x="141732" y="373380"/>
                </a:lnTo>
                <a:lnTo>
                  <a:pt x="85344" y="373380"/>
                </a:lnTo>
                <a:lnTo>
                  <a:pt x="77724" y="370332"/>
                </a:lnTo>
                <a:lnTo>
                  <a:pt x="73152" y="367284"/>
                </a:lnTo>
                <a:lnTo>
                  <a:pt x="70104" y="362712"/>
                </a:lnTo>
                <a:lnTo>
                  <a:pt x="67056" y="359664"/>
                </a:lnTo>
                <a:lnTo>
                  <a:pt x="67056" y="358140"/>
                </a:lnTo>
                <a:lnTo>
                  <a:pt x="68580" y="355092"/>
                </a:lnTo>
                <a:lnTo>
                  <a:pt x="74676" y="348996"/>
                </a:lnTo>
                <a:lnTo>
                  <a:pt x="76200" y="345948"/>
                </a:lnTo>
                <a:lnTo>
                  <a:pt x="76200" y="341376"/>
                </a:lnTo>
                <a:lnTo>
                  <a:pt x="74676" y="338328"/>
                </a:lnTo>
                <a:lnTo>
                  <a:pt x="71628" y="335280"/>
                </a:lnTo>
                <a:lnTo>
                  <a:pt x="68580" y="333756"/>
                </a:lnTo>
                <a:lnTo>
                  <a:pt x="60960" y="333756"/>
                </a:lnTo>
                <a:lnTo>
                  <a:pt x="57912" y="335280"/>
                </a:lnTo>
                <a:lnTo>
                  <a:pt x="56388" y="338328"/>
                </a:lnTo>
                <a:lnTo>
                  <a:pt x="53340" y="341376"/>
                </a:lnTo>
                <a:lnTo>
                  <a:pt x="51816" y="344424"/>
                </a:lnTo>
                <a:lnTo>
                  <a:pt x="51816" y="347472"/>
                </a:lnTo>
                <a:lnTo>
                  <a:pt x="76200" y="373380"/>
                </a:lnTo>
                <a:lnTo>
                  <a:pt x="51816" y="373380"/>
                </a:lnTo>
                <a:lnTo>
                  <a:pt x="51816" y="377952"/>
                </a:lnTo>
                <a:lnTo>
                  <a:pt x="64008" y="406908"/>
                </a:lnTo>
                <a:lnTo>
                  <a:pt x="67056" y="406908"/>
                </a:lnTo>
                <a:lnTo>
                  <a:pt x="65532" y="403860"/>
                </a:lnTo>
                <a:lnTo>
                  <a:pt x="65532" y="396240"/>
                </a:lnTo>
                <a:lnTo>
                  <a:pt x="67056" y="394716"/>
                </a:lnTo>
                <a:lnTo>
                  <a:pt x="68580" y="394716"/>
                </a:lnTo>
                <a:lnTo>
                  <a:pt x="70104" y="393192"/>
                </a:lnTo>
                <a:lnTo>
                  <a:pt x="71628" y="393192"/>
                </a:lnTo>
                <a:lnTo>
                  <a:pt x="74676" y="391668"/>
                </a:lnTo>
                <a:lnTo>
                  <a:pt x="143256" y="391668"/>
                </a:lnTo>
                <a:lnTo>
                  <a:pt x="143256" y="393192"/>
                </a:lnTo>
                <a:lnTo>
                  <a:pt x="146304" y="393192"/>
                </a:lnTo>
                <a:lnTo>
                  <a:pt x="149352" y="394716"/>
                </a:lnTo>
                <a:lnTo>
                  <a:pt x="149352" y="396240"/>
                </a:lnTo>
                <a:lnTo>
                  <a:pt x="152400" y="402336"/>
                </a:lnTo>
                <a:lnTo>
                  <a:pt x="152400" y="406908"/>
                </a:lnTo>
                <a:lnTo>
                  <a:pt x="155448" y="406908"/>
                </a:lnTo>
                <a:lnTo>
                  <a:pt x="155448" y="391668"/>
                </a:lnTo>
                <a:lnTo>
                  <a:pt x="155448" y="355092"/>
                </a:lnTo>
                <a:close/>
              </a:path>
              <a:path extrusionOk="0" h="561339" w="158750">
                <a:moveTo>
                  <a:pt x="155448" y="68580"/>
                </a:moveTo>
                <a:lnTo>
                  <a:pt x="152400" y="68580"/>
                </a:lnTo>
                <a:lnTo>
                  <a:pt x="152400" y="76200"/>
                </a:lnTo>
                <a:lnTo>
                  <a:pt x="146304" y="82296"/>
                </a:lnTo>
                <a:lnTo>
                  <a:pt x="143256" y="82296"/>
                </a:lnTo>
                <a:lnTo>
                  <a:pt x="138684" y="83820"/>
                </a:lnTo>
                <a:lnTo>
                  <a:pt x="51816" y="83820"/>
                </a:lnTo>
                <a:lnTo>
                  <a:pt x="51816" y="88392"/>
                </a:lnTo>
                <a:lnTo>
                  <a:pt x="64008" y="117348"/>
                </a:lnTo>
                <a:lnTo>
                  <a:pt x="67056" y="115824"/>
                </a:lnTo>
                <a:lnTo>
                  <a:pt x="65532" y="112776"/>
                </a:lnTo>
                <a:lnTo>
                  <a:pt x="65532" y="105156"/>
                </a:lnTo>
                <a:lnTo>
                  <a:pt x="67056" y="105156"/>
                </a:lnTo>
                <a:lnTo>
                  <a:pt x="67056" y="103632"/>
                </a:lnTo>
                <a:lnTo>
                  <a:pt x="70104" y="102108"/>
                </a:lnTo>
                <a:lnTo>
                  <a:pt x="143256" y="102108"/>
                </a:lnTo>
                <a:lnTo>
                  <a:pt x="146304" y="103632"/>
                </a:lnTo>
                <a:lnTo>
                  <a:pt x="147828" y="103632"/>
                </a:lnTo>
                <a:lnTo>
                  <a:pt x="152400" y="108204"/>
                </a:lnTo>
                <a:lnTo>
                  <a:pt x="152400" y="117348"/>
                </a:lnTo>
                <a:lnTo>
                  <a:pt x="155448" y="117348"/>
                </a:lnTo>
                <a:lnTo>
                  <a:pt x="155448" y="102108"/>
                </a:lnTo>
                <a:lnTo>
                  <a:pt x="155448" y="68580"/>
                </a:lnTo>
                <a:close/>
              </a:path>
              <a:path extrusionOk="0" h="561339" w="158750">
                <a:moveTo>
                  <a:pt x="158496" y="153924"/>
                </a:moveTo>
                <a:lnTo>
                  <a:pt x="146304" y="126492"/>
                </a:lnTo>
                <a:lnTo>
                  <a:pt x="143256" y="126492"/>
                </a:lnTo>
                <a:lnTo>
                  <a:pt x="144780" y="129540"/>
                </a:lnTo>
                <a:lnTo>
                  <a:pt x="144780" y="137160"/>
                </a:lnTo>
                <a:lnTo>
                  <a:pt x="143256" y="138684"/>
                </a:lnTo>
                <a:lnTo>
                  <a:pt x="140208" y="140208"/>
                </a:lnTo>
                <a:lnTo>
                  <a:pt x="135636" y="140208"/>
                </a:lnTo>
                <a:lnTo>
                  <a:pt x="128016" y="141732"/>
                </a:lnTo>
                <a:lnTo>
                  <a:pt x="54864" y="141732"/>
                </a:lnTo>
                <a:lnTo>
                  <a:pt x="54864" y="175260"/>
                </a:lnTo>
                <a:lnTo>
                  <a:pt x="57912" y="175260"/>
                </a:lnTo>
                <a:lnTo>
                  <a:pt x="57912" y="167640"/>
                </a:lnTo>
                <a:lnTo>
                  <a:pt x="60960" y="161544"/>
                </a:lnTo>
                <a:lnTo>
                  <a:pt x="64008" y="160020"/>
                </a:lnTo>
                <a:lnTo>
                  <a:pt x="131064" y="160020"/>
                </a:lnTo>
                <a:lnTo>
                  <a:pt x="140208" y="169164"/>
                </a:lnTo>
                <a:lnTo>
                  <a:pt x="141732" y="173736"/>
                </a:lnTo>
                <a:lnTo>
                  <a:pt x="143256" y="176784"/>
                </a:lnTo>
                <a:lnTo>
                  <a:pt x="144780" y="181356"/>
                </a:lnTo>
                <a:lnTo>
                  <a:pt x="144780" y="188976"/>
                </a:lnTo>
                <a:lnTo>
                  <a:pt x="143256" y="192024"/>
                </a:lnTo>
                <a:lnTo>
                  <a:pt x="140208" y="195072"/>
                </a:lnTo>
                <a:lnTo>
                  <a:pt x="137160" y="199644"/>
                </a:lnTo>
                <a:lnTo>
                  <a:pt x="131064" y="201168"/>
                </a:lnTo>
                <a:lnTo>
                  <a:pt x="54864" y="201168"/>
                </a:lnTo>
                <a:lnTo>
                  <a:pt x="54864" y="234696"/>
                </a:lnTo>
                <a:lnTo>
                  <a:pt x="57912" y="234696"/>
                </a:lnTo>
                <a:lnTo>
                  <a:pt x="57912" y="225552"/>
                </a:lnTo>
                <a:lnTo>
                  <a:pt x="60960" y="222504"/>
                </a:lnTo>
                <a:lnTo>
                  <a:pt x="60960" y="220980"/>
                </a:lnTo>
                <a:lnTo>
                  <a:pt x="64008" y="219456"/>
                </a:lnTo>
                <a:lnTo>
                  <a:pt x="128016" y="219456"/>
                </a:lnTo>
                <a:lnTo>
                  <a:pt x="135636" y="217932"/>
                </a:lnTo>
                <a:lnTo>
                  <a:pt x="140208" y="216408"/>
                </a:lnTo>
                <a:lnTo>
                  <a:pt x="146304" y="214884"/>
                </a:lnTo>
                <a:lnTo>
                  <a:pt x="150876" y="211836"/>
                </a:lnTo>
                <a:lnTo>
                  <a:pt x="153924" y="207264"/>
                </a:lnTo>
                <a:lnTo>
                  <a:pt x="156972" y="204216"/>
                </a:lnTo>
                <a:lnTo>
                  <a:pt x="158496" y="198120"/>
                </a:lnTo>
                <a:lnTo>
                  <a:pt x="158496" y="188976"/>
                </a:lnTo>
                <a:lnTo>
                  <a:pt x="156972" y="182880"/>
                </a:lnTo>
                <a:lnTo>
                  <a:pt x="137160" y="160020"/>
                </a:lnTo>
                <a:lnTo>
                  <a:pt x="158496" y="160020"/>
                </a:lnTo>
                <a:lnTo>
                  <a:pt x="158496" y="153924"/>
                </a:lnTo>
                <a:close/>
              </a:path>
              <a:path extrusionOk="0" h="561339" w="158750">
                <a:moveTo>
                  <a:pt x="158496" y="19812"/>
                </a:moveTo>
                <a:lnTo>
                  <a:pt x="156972" y="15240"/>
                </a:lnTo>
                <a:lnTo>
                  <a:pt x="153924" y="10668"/>
                </a:lnTo>
                <a:lnTo>
                  <a:pt x="144780" y="1524"/>
                </a:lnTo>
                <a:lnTo>
                  <a:pt x="137160" y="0"/>
                </a:lnTo>
                <a:lnTo>
                  <a:pt x="137160" y="4572"/>
                </a:lnTo>
                <a:lnTo>
                  <a:pt x="140208" y="6096"/>
                </a:lnTo>
                <a:lnTo>
                  <a:pt x="143256" y="9144"/>
                </a:lnTo>
                <a:lnTo>
                  <a:pt x="144780" y="12192"/>
                </a:lnTo>
                <a:lnTo>
                  <a:pt x="144780" y="19812"/>
                </a:lnTo>
                <a:lnTo>
                  <a:pt x="143256" y="22860"/>
                </a:lnTo>
                <a:lnTo>
                  <a:pt x="141732" y="24384"/>
                </a:lnTo>
                <a:lnTo>
                  <a:pt x="138684" y="25908"/>
                </a:lnTo>
                <a:lnTo>
                  <a:pt x="134112" y="27432"/>
                </a:lnTo>
                <a:lnTo>
                  <a:pt x="62484" y="27432"/>
                </a:lnTo>
                <a:lnTo>
                  <a:pt x="62484" y="3048"/>
                </a:lnTo>
                <a:lnTo>
                  <a:pt x="54864" y="3048"/>
                </a:lnTo>
                <a:lnTo>
                  <a:pt x="54864" y="27432"/>
                </a:lnTo>
                <a:lnTo>
                  <a:pt x="21336" y="27432"/>
                </a:lnTo>
                <a:lnTo>
                  <a:pt x="21336" y="30480"/>
                </a:lnTo>
                <a:lnTo>
                  <a:pt x="28956" y="33528"/>
                </a:lnTo>
                <a:lnTo>
                  <a:pt x="33528" y="35052"/>
                </a:lnTo>
                <a:lnTo>
                  <a:pt x="36576" y="38100"/>
                </a:lnTo>
                <a:lnTo>
                  <a:pt x="42672" y="41148"/>
                </a:lnTo>
                <a:lnTo>
                  <a:pt x="47244" y="44196"/>
                </a:lnTo>
                <a:lnTo>
                  <a:pt x="50292" y="48768"/>
                </a:lnTo>
                <a:lnTo>
                  <a:pt x="54864" y="53340"/>
                </a:lnTo>
                <a:lnTo>
                  <a:pt x="57912" y="57912"/>
                </a:lnTo>
                <a:lnTo>
                  <a:pt x="59436" y="62484"/>
                </a:lnTo>
                <a:lnTo>
                  <a:pt x="62484" y="62484"/>
                </a:lnTo>
                <a:lnTo>
                  <a:pt x="62484" y="45720"/>
                </a:lnTo>
                <a:lnTo>
                  <a:pt x="138684" y="45720"/>
                </a:lnTo>
                <a:lnTo>
                  <a:pt x="144780" y="44196"/>
                </a:lnTo>
                <a:lnTo>
                  <a:pt x="153924" y="39624"/>
                </a:lnTo>
                <a:lnTo>
                  <a:pt x="155448" y="35052"/>
                </a:lnTo>
                <a:lnTo>
                  <a:pt x="158496" y="28956"/>
                </a:lnTo>
                <a:lnTo>
                  <a:pt x="158496" y="19812"/>
                </a:lnTo>
                <a:close/>
              </a:path>
              <a:path extrusionOk="0" h="561339" w="158750">
                <a:moveTo>
                  <a:pt x="158508" y="519684"/>
                </a:moveTo>
                <a:lnTo>
                  <a:pt x="135458" y="483679"/>
                </a:lnTo>
                <a:lnTo>
                  <a:pt x="117360" y="477012"/>
                </a:lnTo>
                <a:lnTo>
                  <a:pt x="115836" y="480060"/>
                </a:lnTo>
                <a:lnTo>
                  <a:pt x="131076" y="487680"/>
                </a:lnTo>
                <a:lnTo>
                  <a:pt x="134124" y="492252"/>
                </a:lnTo>
                <a:lnTo>
                  <a:pt x="138696" y="498348"/>
                </a:lnTo>
                <a:lnTo>
                  <a:pt x="140220" y="504444"/>
                </a:lnTo>
                <a:lnTo>
                  <a:pt x="140220" y="510540"/>
                </a:lnTo>
                <a:lnTo>
                  <a:pt x="111836" y="541020"/>
                </a:lnTo>
                <a:lnTo>
                  <a:pt x="96024" y="542544"/>
                </a:lnTo>
                <a:lnTo>
                  <a:pt x="87426" y="542213"/>
                </a:lnTo>
                <a:lnTo>
                  <a:pt x="59448" y="524256"/>
                </a:lnTo>
                <a:lnTo>
                  <a:pt x="59448" y="513588"/>
                </a:lnTo>
                <a:lnTo>
                  <a:pt x="62496" y="507492"/>
                </a:lnTo>
                <a:lnTo>
                  <a:pt x="68592" y="504444"/>
                </a:lnTo>
                <a:lnTo>
                  <a:pt x="73164" y="502920"/>
                </a:lnTo>
                <a:lnTo>
                  <a:pt x="76212" y="502920"/>
                </a:lnTo>
                <a:lnTo>
                  <a:pt x="79260" y="501396"/>
                </a:lnTo>
                <a:lnTo>
                  <a:pt x="80784" y="499872"/>
                </a:lnTo>
                <a:lnTo>
                  <a:pt x="83832" y="498348"/>
                </a:lnTo>
                <a:lnTo>
                  <a:pt x="85356" y="495300"/>
                </a:lnTo>
                <a:lnTo>
                  <a:pt x="85356" y="489204"/>
                </a:lnTo>
                <a:lnTo>
                  <a:pt x="83832" y="486156"/>
                </a:lnTo>
                <a:lnTo>
                  <a:pt x="79260" y="481584"/>
                </a:lnTo>
                <a:lnTo>
                  <a:pt x="70116" y="481584"/>
                </a:lnTo>
                <a:lnTo>
                  <a:pt x="51828" y="515112"/>
                </a:lnTo>
                <a:lnTo>
                  <a:pt x="52705" y="523976"/>
                </a:lnTo>
                <a:lnTo>
                  <a:pt x="83832" y="557403"/>
                </a:lnTo>
                <a:lnTo>
                  <a:pt x="105168" y="560832"/>
                </a:lnTo>
                <a:lnTo>
                  <a:pt x="116928" y="560222"/>
                </a:lnTo>
                <a:lnTo>
                  <a:pt x="150787" y="542404"/>
                </a:lnTo>
                <a:lnTo>
                  <a:pt x="157645" y="527646"/>
                </a:lnTo>
                <a:lnTo>
                  <a:pt x="158508" y="519684"/>
                </a:lnTo>
                <a:close/>
              </a:path>
              <a:path extrusionOk="0" h="561339" w="158750">
                <a:moveTo>
                  <a:pt x="158508" y="286512"/>
                </a:moveTo>
                <a:lnTo>
                  <a:pt x="135458" y="249936"/>
                </a:lnTo>
                <a:lnTo>
                  <a:pt x="117360" y="243840"/>
                </a:lnTo>
                <a:lnTo>
                  <a:pt x="115836" y="246888"/>
                </a:lnTo>
                <a:lnTo>
                  <a:pt x="131076" y="254508"/>
                </a:lnTo>
                <a:lnTo>
                  <a:pt x="134124" y="259080"/>
                </a:lnTo>
                <a:lnTo>
                  <a:pt x="138696" y="263652"/>
                </a:lnTo>
                <a:lnTo>
                  <a:pt x="140220" y="271272"/>
                </a:lnTo>
                <a:lnTo>
                  <a:pt x="140220" y="277368"/>
                </a:lnTo>
                <a:lnTo>
                  <a:pt x="111836" y="307276"/>
                </a:lnTo>
                <a:lnTo>
                  <a:pt x="96024" y="309372"/>
                </a:lnTo>
                <a:lnTo>
                  <a:pt x="87426" y="308825"/>
                </a:lnTo>
                <a:lnTo>
                  <a:pt x="59448" y="291084"/>
                </a:lnTo>
                <a:lnTo>
                  <a:pt x="59448" y="280416"/>
                </a:lnTo>
                <a:lnTo>
                  <a:pt x="62496" y="274320"/>
                </a:lnTo>
                <a:lnTo>
                  <a:pt x="65544" y="271272"/>
                </a:lnTo>
                <a:lnTo>
                  <a:pt x="68592" y="269748"/>
                </a:lnTo>
                <a:lnTo>
                  <a:pt x="76212" y="269748"/>
                </a:lnTo>
                <a:lnTo>
                  <a:pt x="79260" y="268224"/>
                </a:lnTo>
                <a:lnTo>
                  <a:pt x="80784" y="266700"/>
                </a:lnTo>
                <a:lnTo>
                  <a:pt x="83832" y="265176"/>
                </a:lnTo>
                <a:lnTo>
                  <a:pt x="85356" y="262128"/>
                </a:lnTo>
                <a:lnTo>
                  <a:pt x="85356" y="256032"/>
                </a:lnTo>
                <a:lnTo>
                  <a:pt x="83832" y="252984"/>
                </a:lnTo>
                <a:lnTo>
                  <a:pt x="79260" y="248412"/>
                </a:lnTo>
                <a:lnTo>
                  <a:pt x="70116" y="248412"/>
                </a:lnTo>
                <a:lnTo>
                  <a:pt x="51828" y="281940"/>
                </a:lnTo>
                <a:lnTo>
                  <a:pt x="52705" y="290804"/>
                </a:lnTo>
                <a:lnTo>
                  <a:pt x="83832" y="324231"/>
                </a:lnTo>
                <a:lnTo>
                  <a:pt x="105168" y="327660"/>
                </a:lnTo>
                <a:lnTo>
                  <a:pt x="116928" y="326834"/>
                </a:lnTo>
                <a:lnTo>
                  <a:pt x="150787" y="308597"/>
                </a:lnTo>
                <a:lnTo>
                  <a:pt x="157645" y="294259"/>
                </a:lnTo>
                <a:lnTo>
                  <a:pt x="158508" y="2865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27" name="Google Shape;1827;p32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5009388" y="3706367"/>
            <a:ext cx="158496" cy="725423"/>
          </a:xfrm>
          <a:prstGeom prst="rect">
            <a:avLst/>
          </a:prstGeom>
          <a:noFill/>
          <a:ln>
            <a:noFill/>
          </a:ln>
        </p:spPr>
      </p:pic>
      <p:sp>
        <p:nvSpPr>
          <p:cNvPr id="1828" name="Google Shape;1828;p32"/>
          <p:cNvSpPr/>
          <p:nvPr/>
        </p:nvSpPr>
        <p:spPr>
          <a:xfrm>
            <a:off x="5280647" y="9361932"/>
            <a:ext cx="151130" cy="200025"/>
          </a:xfrm>
          <a:custGeom>
            <a:rect b="b" l="l" r="r" t="t"/>
            <a:pathLst>
              <a:path extrusionOk="0" h="200025" w="151129">
                <a:moveTo>
                  <a:pt x="106680" y="105156"/>
                </a:moveTo>
                <a:lnTo>
                  <a:pt x="103632" y="99060"/>
                </a:lnTo>
                <a:lnTo>
                  <a:pt x="99060" y="94488"/>
                </a:lnTo>
                <a:lnTo>
                  <a:pt x="94488" y="88392"/>
                </a:lnTo>
                <a:lnTo>
                  <a:pt x="86868" y="86868"/>
                </a:lnTo>
                <a:lnTo>
                  <a:pt x="77724" y="85344"/>
                </a:lnTo>
                <a:lnTo>
                  <a:pt x="77724" y="89916"/>
                </a:lnTo>
                <a:lnTo>
                  <a:pt x="89916" y="92964"/>
                </a:lnTo>
                <a:lnTo>
                  <a:pt x="92964" y="97536"/>
                </a:lnTo>
                <a:lnTo>
                  <a:pt x="96012" y="100584"/>
                </a:lnTo>
                <a:lnTo>
                  <a:pt x="97536" y="105156"/>
                </a:lnTo>
                <a:lnTo>
                  <a:pt x="97536" y="111252"/>
                </a:lnTo>
                <a:lnTo>
                  <a:pt x="96989" y="115277"/>
                </a:lnTo>
                <a:lnTo>
                  <a:pt x="95440" y="120586"/>
                </a:lnTo>
                <a:lnTo>
                  <a:pt x="83439" y="152590"/>
                </a:lnTo>
                <a:lnTo>
                  <a:pt x="80924" y="159854"/>
                </a:lnTo>
                <a:lnTo>
                  <a:pt x="79248" y="166116"/>
                </a:lnTo>
                <a:lnTo>
                  <a:pt x="77724" y="169164"/>
                </a:lnTo>
                <a:lnTo>
                  <a:pt x="77724" y="181356"/>
                </a:lnTo>
                <a:lnTo>
                  <a:pt x="80772" y="187452"/>
                </a:lnTo>
                <a:lnTo>
                  <a:pt x="89916" y="196596"/>
                </a:lnTo>
                <a:lnTo>
                  <a:pt x="97536" y="199644"/>
                </a:lnTo>
                <a:lnTo>
                  <a:pt x="106680" y="199644"/>
                </a:lnTo>
                <a:lnTo>
                  <a:pt x="106680" y="195072"/>
                </a:lnTo>
                <a:lnTo>
                  <a:pt x="94488" y="192024"/>
                </a:lnTo>
                <a:lnTo>
                  <a:pt x="91440" y="188976"/>
                </a:lnTo>
                <a:lnTo>
                  <a:pt x="88392" y="184404"/>
                </a:lnTo>
                <a:lnTo>
                  <a:pt x="86868" y="181356"/>
                </a:lnTo>
                <a:lnTo>
                  <a:pt x="86868" y="170688"/>
                </a:lnTo>
                <a:lnTo>
                  <a:pt x="89916" y="163068"/>
                </a:lnTo>
                <a:lnTo>
                  <a:pt x="94488" y="152400"/>
                </a:lnTo>
                <a:lnTo>
                  <a:pt x="103708" y="126898"/>
                </a:lnTo>
                <a:lnTo>
                  <a:pt x="105156" y="123444"/>
                </a:lnTo>
                <a:lnTo>
                  <a:pt x="106680" y="118872"/>
                </a:lnTo>
                <a:lnTo>
                  <a:pt x="106680" y="105156"/>
                </a:lnTo>
                <a:close/>
              </a:path>
              <a:path extrusionOk="0" h="200025" w="151129">
                <a:moveTo>
                  <a:pt x="150876" y="0"/>
                </a:moveTo>
                <a:lnTo>
                  <a:pt x="147828" y="0"/>
                </a:lnTo>
                <a:lnTo>
                  <a:pt x="147828" y="10668"/>
                </a:lnTo>
                <a:lnTo>
                  <a:pt x="146304" y="12192"/>
                </a:lnTo>
                <a:lnTo>
                  <a:pt x="144780" y="15240"/>
                </a:lnTo>
                <a:lnTo>
                  <a:pt x="143256" y="16764"/>
                </a:lnTo>
                <a:lnTo>
                  <a:pt x="138684" y="16764"/>
                </a:lnTo>
                <a:lnTo>
                  <a:pt x="134112" y="18288"/>
                </a:lnTo>
                <a:lnTo>
                  <a:pt x="0" y="18288"/>
                </a:lnTo>
                <a:lnTo>
                  <a:pt x="0" y="21336"/>
                </a:lnTo>
                <a:lnTo>
                  <a:pt x="16764" y="57912"/>
                </a:lnTo>
                <a:lnTo>
                  <a:pt x="19812" y="56388"/>
                </a:lnTo>
                <a:lnTo>
                  <a:pt x="18288" y="50292"/>
                </a:lnTo>
                <a:lnTo>
                  <a:pt x="16764" y="47244"/>
                </a:lnTo>
                <a:lnTo>
                  <a:pt x="16764" y="41148"/>
                </a:lnTo>
                <a:lnTo>
                  <a:pt x="19812" y="38100"/>
                </a:lnTo>
                <a:lnTo>
                  <a:pt x="21336" y="38100"/>
                </a:lnTo>
                <a:lnTo>
                  <a:pt x="22860" y="36576"/>
                </a:lnTo>
                <a:lnTo>
                  <a:pt x="141732" y="36576"/>
                </a:lnTo>
                <a:lnTo>
                  <a:pt x="147828" y="42672"/>
                </a:lnTo>
                <a:lnTo>
                  <a:pt x="147828" y="54864"/>
                </a:lnTo>
                <a:lnTo>
                  <a:pt x="150876" y="54864"/>
                </a:lnTo>
                <a:lnTo>
                  <a:pt x="1508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29" name="Google Shape;1829;p32"/>
          <p:cNvGrpSpPr/>
          <p:nvPr/>
        </p:nvGrpSpPr>
        <p:grpSpPr>
          <a:xfrm>
            <a:off x="5280660" y="9121140"/>
            <a:ext cx="152400" cy="202691"/>
            <a:chOff x="5280660" y="9121140"/>
            <a:chExt cx="152400" cy="202691"/>
          </a:xfrm>
        </p:grpSpPr>
        <p:pic>
          <p:nvPicPr>
            <p:cNvPr id="1830" name="Google Shape;1830;p32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5280660" y="9121140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31" name="Google Shape;1831;p32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5283707" y="9240011"/>
              <a:ext cx="149352" cy="8382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832" name="Google Shape;1832;p32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5276088" y="8618219"/>
            <a:ext cx="202488" cy="4297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33" name="Google Shape;1833;p32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5297423" y="8057388"/>
            <a:ext cx="180972" cy="492252"/>
          </a:xfrm>
          <a:prstGeom prst="rect">
            <a:avLst/>
          </a:prstGeom>
          <a:noFill/>
          <a:ln>
            <a:noFill/>
          </a:ln>
        </p:spPr>
      </p:pic>
      <p:sp>
        <p:nvSpPr>
          <p:cNvPr id="1834" name="Google Shape;1834;p32"/>
          <p:cNvSpPr/>
          <p:nvPr/>
        </p:nvSpPr>
        <p:spPr>
          <a:xfrm>
            <a:off x="5276075" y="7414260"/>
            <a:ext cx="158750" cy="570230"/>
          </a:xfrm>
          <a:custGeom>
            <a:rect b="b" l="l" r="r" t="t"/>
            <a:pathLst>
              <a:path extrusionOk="0" h="570229" w="158750">
                <a:moveTo>
                  <a:pt x="155448" y="374904"/>
                </a:moveTo>
                <a:lnTo>
                  <a:pt x="152400" y="374904"/>
                </a:lnTo>
                <a:lnTo>
                  <a:pt x="152400" y="387096"/>
                </a:lnTo>
                <a:lnTo>
                  <a:pt x="150876" y="391668"/>
                </a:lnTo>
                <a:lnTo>
                  <a:pt x="147828" y="393192"/>
                </a:lnTo>
                <a:lnTo>
                  <a:pt x="144780" y="396240"/>
                </a:lnTo>
                <a:lnTo>
                  <a:pt x="19812" y="396240"/>
                </a:lnTo>
                <a:lnTo>
                  <a:pt x="16764" y="394716"/>
                </a:lnTo>
                <a:lnTo>
                  <a:pt x="12192" y="391668"/>
                </a:lnTo>
                <a:lnTo>
                  <a:pt x="10668" y="387096"/>
                </a:lnTo>
                <a:lnTo>
                  <a:pt x="10668" y="374904"/>
                </a:lnTo>
                <a:lnTo>
                  <a:pt x="7620" y="374904"/>
                </a:lnTo>
                <a:lnTo>
                  <a:pt x="7620" y="417576"/>
                </a:lnTo>
                <a:lnTo>
                  <a:pt x="123444" y="472440"/>
                </a:lnTo>
                <a:lnTo>
                  <a:pt x="7620" y="527304"/>
                </a:lnTo>
                <a:lnTo>
                  <a:pt x="7620" y="569976"/>
                </a:lnTo>
                <a:lnTo>
                  <a:pt x="10668" y="569976"/>
                </a:lnTo>
                <a:lnTo>
                  <a:pt x="10668" y="563880"/>
                </a:lnTo>
                <a:lnTo>
                  <a:pt x="12192" y="559308"/>
                </a:lnTo>
                <a:lnTo>
                  <a:pt x="13716" y="557784"/>
                </a:lnTo>
                <a:lnTo>
                  <a:pt x="15240" y="554736"/>
                </a:lnTo>
                <a:lnTo>
                  <a:pt x="18288" y="551688"/>
                </a:lnTo>
                <a:lnTo>
                  <a:pt x="21336" y="550164"/>
                </a:lnTo>
                <a:lnTo>
                  <a:pt x="27432" y="548640"/>
                </a:lnTo>
                <a:lnTo>
                  <a:pt x="138684" y="548640"/>
                </a:lnTo>
                <a:lnTo>
                  <a:pt x="144780" y="550164"/>
                </a:lnTo>
                <a:lnTo>
                  <a:pt x="146304" y="551688"/>
                </a:lnTo>
                <a:lnTo>
                  <a:pt x="150876" y="554736"/>
                </a:lnTo>
                <a:lnTo>
                  <a:pt x="152400" y="559308"/>
                </a:lnTo>
                <a:lnTo>
                  <a:pt x="152400" y="569976"/>
                </a:lnTo>
                <a:lnTo>
                  <a:pt x="155448" y="569976"/>
                </a:lnTo>
                <a:lnTo>
                  <a:pt x="155448" y="518160"/>
                </a:lnTo>
                <a:lnTo>
                  <a:pt x="152400" y="518160"/>
                </a:lnTo>
                <a:lnTo>
                  <a:pt x="152400" y="530352"/>
                </a:lnTo>
                <a:lnTo>
                  <a:pt x="150876" y="534924"/>
                </a:lnTo>
                <a:lnTo>
                  <a:pt x="147828" y="536448"/>
                </a:lnTo>
                <a:lnTo>
                  <a:pt x="144780" y="539496"/>
                </a:lnTo>
                <a:lnTo>
                  <a:pt x="32004" y="539496"/>
                </a:lnTo>
                <a:lnTo>
                  <a:pt x="155448" y="480060"/>
                </a:lnTo>
                <a:lnTo>
                  <a:pt x="155448" y="477012"/>
                </a:lnTo>
                <a:lnTo>
                  <a:pt x="32004" y="417576"/>
                </a:lnTo>
                <a:lnTo>
                  <a:pt x="138684" y="417576"/>
                </a:lnTo>
                <a:lnTo>
                  <a:pt x="144780" y="419100"/>
                </a:lnTo>
                <a:lnTo>
                  <a:pt x="146304" y="420624"/>
                </a:lnTo>
                <a:lnTo>
                  <a:pt x="150876" y="423672"/>
                </a:lnTo>
                <a:lnTo>
                  <a:pt x="152400" y="428244"/>
                </a:lnTo>
                <a:lnTo>
                  <a:pt x="152400" y="438912"/>
                </a:lnTo>
                <a:lnTo>
                  <a:pt x="155448" y="438912"/>
                </a:lnTo>
                <a:lnTo>
                  <a:pt x="155448" y="374904"/>
                </a:lnTo>
                <a:close/>
              </a:path>
              <a:path extrusionOk="0" h="570229" w="158750">
                <a:moveTo>
                  <a:pt x="155448" y="138684"/>
                </a:moveTo>
                <a:lnTo>
                  <a:pt x="152400" y="138684"/>
                </a:lnTo>
                <a:lnTo>
                  <a:pt x="152400" y="147828"/>
                </a:lnTo>
                <a:lnTo>
                  <a:pt x="150876" y="149352"/>
                </a:lnTo>
                <a:lnTo>
                  <a:pt x="150876" y="150876"/>
                </a:lnTo>
                <a:lnTo>
                  <a:pt x="149352" y="152400"/>
                </a:lnTo>
                <a:lnTo>
                  <a:pt x="146304" y="153924"/>
                </a:lnTo>
                <a:lnTo>
                  <a:pt x="99060" y="153924"/>
                </a:lnTo>
                <a:lnTo>
                  <a:pt x="0" y="153924"/>
                </a:lnTo>
                <a:lnTo>
                  <a:pt x="0" y="160020"/>
                </a:lnTo>
                <a:lnTo>
                  <a:pt x="12192" y="187452"/>
                </a:lnTo>
                <a:lnTo>
                  <a:pt x="15240" y="185928"/>
                </a:lnTo>
                <a:lnTo>
                  <a:pt x="13716" y="184404"/>
                </a:lnTo>
                <a:lnTo>
                  <a:pt x="13716" y="176784"/>
                </a:lnTo>
                <a:lnTo>
                  <a:pt x="15240" y="175260"/>
                </a:lnTo>
                <a:lnTo>
                  <a:pt x="16764" y="175260"/>
                </a:lnTo>
                <a:lnTo>
                  <a:pt x="18288" y="173736"/>
                </a:lnTo>
                <a:lnTo>
                  <a:pt x="22860" y="173736"/>
                </a:lnTo>
                <a:lnTo>
                  <a:pt x="30480" y="172212"/>
                </a:lnTo>
                <a:lnTo>
                  <a:pt x="138684" y="172212"/>
                </a:lnTo>
                <a:lnTo>
                  <a:pt x="143256" y="173736"/>
                </a:lnTo>
                <a:lnTo>
                  <a:pt x="146304" y="173736"/>
                </a:lnTo>
                <a:lnTo>
                  <a:pt x="152400" y="179832"/>
                </a:lnTo>
                <a:lnTo>
                  <a:pt x="152400" y="187452"/>
                </a:lnTo>
                <a:lnTo>
                  <a:pt x="155448" y="187452"/>
                </a:lnTo>
                <a:lnTo>
                  <a:pt x="155448" y="172212"/>
                </a:lnTo>
                <a:lnTo>
                  <a:pt x="155448" y="138684"/>
                </a:lnTo>
                <a:close/>
              </a:path>
              <a:path extrusionOk="0" h="570229" w="158750">
                <a:moveTo>
                  <a:pt x="155448" y="77724"/>
                </a:moveTo>
                <a:lnTo>
                  <a:pt x="150876" y="77724"/>
                </a:lnTo>
                <a:lnTo>
                  <a:pt x="150876" y="85344"/>
                </a:lnTo>
                <a:lnTo>
                  <a:pt x="149352" y="86868"/>
                </a:lnTo>
                <a:lnTo>
                  <a:pt x="149352" y="89916"/>
                </a:lnTo>
                <a:lnTo>
                  <a:pt x="147828" y="92964"/>
                </a:lnTo>
                <a:lnTo>
                  <a:pt x="143256" y="96012"/>
                </a:lnTo>
                <a:lnTo>
                  <a:pt x="141732" y="97536"/>
                </a:lnTo>
                <a:lnTo>
                  <a:pt x="135636" y="102108"/>
                </a:lnTo>
                <a:lnTo>
                  <a:pt x="126492" y="109728"/>
                </a:lnTo>
                <a:lnTo>
                  <a:pt x="92964" y="137160"/>
                </a:lnTo>
                <a:lnTo>
                  <a:pt x="76454" y="117348"/>
                </a:lnTo>
                <a:lnTo>
                  <a:pt x="70104" y="109728"/>
                </a:lnTo>
                <a:lnTo>
                  <a:pt x="65532" y="105156"/>
                </a:lnTo>
                <a:lnTo>
                  <a:pt x="62484" y="100584"/>
                </a:lnTo>
                <a:lnTo>
                  <a:pt x="60960" y="97536"/>
                </a:lnTo>
                <a:lnTo>
                  <a:pt x="57912" y="88392"/>
                </a:lnTo>
                <a:lnTo>
                  <a:pt x="57912" y="82296"/>
                </a:lnTo>
                <a:lnTo>
                  <a:pt x="54864" y="82296"/>
                </a:lnTo>
                <a:lnTo>
                  <a:pt x="54864" y="124968"/>
                </a:lnTo>
                <a:lnTo>
                  <a:pt x="57912" y="124968"/>
                </a:lnTo>
                <a:lnTo>
                  <a:pt x="57912" y="123444"/>
                </a:lnTo>
                <a:lnTo>
                  <a:pt x="59436" y="120396"/>
                </a:lnTo>
                <a:lnTo>
                  <a:pt x="59436" y="118872"/>
                </a:lnTo>
                <a:lnTo>
                  <a:pt x="60960" y="118872"/>
                </a:lnTo>
                <a:lnTo>
                  <a:pt x="62484" y="117348"/>
                </a:lnTo>
                <a:lnTo>
                  <a:pt x="65532" y="117348"/>
                </a:lnTo>
                <a:lnTo>
                  <a:pt x="67056" y="118872"/>
                </a:lnTo>
                <a:lnTo>
                  <a:pt x="68580" y="118872"/>
                </a:lnTo>
                <a:lnTo>
                  <a:pt x="71628" y="121920"/>
                </a:lnTo>
                <a:lnTo>
                  <a:pt x="76200" y="128016"/>
                </a:lnTo>
                <a:lnTo>
                  <a:pt x="99060" y="153924"/>
                </a:lnTo>
                <a:lnTo>
                  <a:pt x="120853" y="137160"/>
                </a:lnTo>
                <a:lnTo>
                  <a:pt x="138684" y="123444"/>
                </a:lnTo>
                <a:lnTo>
                  <a:pt x="143256" y="120396"/>
                </a:lnTo>
                <a:lnTo>
                  <a:pt x="146304" y="118872"/>
                </a:lnTo>
                <a:lnTo>
                  <a:pt x="150876" y="118872"/>
                </a:lnTo>
                <a:lnTo>
                  <a:pt x="150876" y="120396"/>
                </a:lnTo>
                <a:lnTo>
                  <a:pt x="152400" y="120396"/>
                </a:lnTo>
                <a:lnTo>
                  <a:pt x="152400" y="124968"/>
                </a:lnTo>
                <a:lnTo>
                  <a:pt x="155448" y="124968"/>
                </a:lnTo>
                <a:lnTo>
                  <a:pt x="155448" y="118872"/>
                </a:lnTo>
                <a:lnTo>
                  <a:pt x="155448" y="77724"/>
                </a:lnTo>
                <a:close/>
              </a:path>
              <a:path extrusionOk="0" h="570229" w="158750">
                <a:moveTo>
                  <a:pt x="158496" y="298704"/>
                </a:moveTo>
                <a:lnTo>
                  <a:pt x="157619" y="292989"/>
                </a:lnTo>
                <a:lnTo>
                  <a:pt x="154876" y="287274"/>
                </a:lnTo>
                <a:lnTo>
                  <a:pt x="150139" y="281559"/>
                </a:lnTo>
                <a:lnTo>
                  <a:pt x="143256" y="275844"/>
                </a:lnTo>
                <a:lnTo>
                  <a:pt x="137160" y="275844"/>
                </a:lnTo>
                <a:lnTo>
                  <a:pt x="141732" y="278892"/>
                </a:lnTo>
                <a:lnTo>
                  <a:pt x="143256" y="281940"/>
                </a:lnTo>
                <a:lnTo>
                  <a:pt x="144780" y="283464"/>
                </a:lnTo>
                <a:lnTo>
                  <a:pt x="144780" y="289560"/>
                </a:lnTo>
                <a:lnTo>
                  <a:pt x="143256" y="289560"/>
                </a:lnTo>
                <a:lnTo>
                  <a:pt x="143256" y="291084"/>
                </a:lnTo>
                <a:lnTo>
                  <a:pt x="137160" y="291084"/>
                </a:lnTo>
                <a:lnTo>
                  <a:pt x="131064" y="292608"/>
                </a:lnTo>
                <a:lnTo>
                  <a:pt x="70104" y="292608"/>
                </a:lnTo>
                <a:lnTo>
                  <a:pt x="67056" y="294132"/>
                </a:lnTo>
                <a:lnTo>
                  <a:pt x="62484" y="295656"/>
                </a:lnTo>
                <a:lnTo>
                  <a:pt x="59436" y="298704"/>
                </a:lnTo>
                <a:lnTo>
                  <a:pt x="56388" y="303276"/>
                </a:lnTo>
                <a:lnTo>
                  <a:pt x="53340" y="309372"/>
                </a:lnTo>
                <a:lnTo>
                  <a:pt x="51816" y="316992"/>
                </a:lnTo>
                <a:lnTo>
                  <a:pt x="51917" y="326136"/>
                </a:lnTo>
                <a:lnTo>
                  <a:pt x="52019" y="327660"/>
                </a:lnTo>
                <a:lnTo>
                  <a:pt x="52108" y="329184"/>
                </a:lnTo>
                <a:lnTo>
                  <a:pt x="52374" y="333184"/>
                </a:lnTo>
                <a:lnTo>
                  <a:pt x="52489" y="333756"/>
                </a:lnTo>
                <a:lnTo>
                  <a:pt x="53911" y="340614"/>
                </a:lnTo>
                <a:lnTo>
                  <a:pt x="54025" y="340906"/>
                </a:lnTo>
                <a:lnTo>
                  <a:pt x="56324" y="346900"/>
                </a:lnTo>
                <a:lnTo>
                  <a:pt x="59436" y="352044"/>
                </a:lnTo>
                <a:lnTo>
                  <a:pt x="65532" y="358140"/>
                </a:lnTo>
                <a:lnTo>
                  <a:pt x="71628" y="362712"/>
                </a:lnTo>
                <a:lnTo>
                  <a:pt x="80772" y="362712"/>
                </a:lnTo>
                <a:lnTo>
                  <a:pt x="83820" y="361188"/>
                </a:lnTo>
                <a:lnTo>
                  <a:pt x="85344" y="359664"/>
                </a:lnTo>
                <a:lnTo>
                  <a:pt x="88392" y="358140"/>
                </a:lnTo>
                <a:lnTo>
                  <a:pt x="88392" y="347472"/>
                </a:lnTo>
                <a:lnTo>
                  <a:pt x="85344" y="345948"/>
                </a:lnTo>
                <a:lnTo>
                  <a:pt x="83820" y="344424"/>
                </a:lnTo>
                <a:lnTo>
                  <a:pt x="68580" y="344424"/>
                </a:lnTo>
                <a:lnTo>
                  <a:pt x="65532" y="342900"/>
                </a:lnTo>
                <a:lnTo>
                  <a:pt x="64008" y="339852"/>
                </a:lnTo>
                <a:lnTo>
                  <a:pt x="60960" y="336804"/>
                </a:lnTo>
                <a:lnTo>
                  <a:pt x="59436" y="333756"/>
                </a:lnTo>
                <a:lnTo>
                  <a:pt x="59436" y="323088"/>
                </a:lnTo>
                <a:lnTo>
                  <a:pt x="60960" y="318516"/>
                </a:lnTo>
                <a:lnTo>
                  <a:pt x="65532" y="315468"/>
                </a:lnTo>
                <a:lnTo>
                  <a:pt x="68580" y="312420"/>
                </a:lnTo>
                <a:lnTo>
                  <a:pt x="76200" y="310896"/>
                </a:lnTo>
                <a:lnTo>
                  <a:pt x="89916" y="310896"/>
                </a:lnTo>
                <a:lnTo>
                  <a:pt x="94475" y="322618"/>
                </a:lnTo>
                <a:lnTo>
                  <a:pt x="98869" y="332613"/>
                </a:lnTo>
                <a:lnTo>
                  <a:pt x="120396" y="362712"/>
                </a:lnTo>
                <a:lnTo>
                  <a:pt x="123444" y="365760"/>
                </a:lnTo>
                <a:lnTo>
                  <a:pt x="128016" y="367284"/>
                </a:lnTo>
                <a:lnTo>
                  <a:pt x="140208" y="367284"/>
                </a:lnTo>
                <a:lnTo>
                  <a:pt x="146304" y="364236"/>
                </a:lnTo>
                <a:lnTo>
                  <a:pt x="150876" y="359664"/>
                </a:lnTo>
                <a:lnTo>
                  <a:pt x="156972" y="355092"/>
                </a:lnTo>
                <a:lnTo>
                  <a:pt x="158496" y="348996"/>
                </a:lnTo>
                <a:lnTo>
                  <a:pt x="158496" y="333756"/>
                </a:lnTo>
                <a:lnTo>
                  <a:pt x="155448" y="329184"/>
                </a:lnTo>
                <a:lnTo>
                  <a:pt x="153924" y="327660"/>
                </a:lnTo>
                <a:lnTo>
                  <a:pt x="149352" y="320040"/>
                </a:lnTo>
                <a:lnTo>
                  <a:pt x="144780" y="314553"/>
                </a:lnTo>
                <a:lnTo>
                  <a:pt x="144780" y="326136"/>
                </a:lnTo>
                <a:lnTo>
                  <a:pt x="144780" y="336804"/>
                </a:lnTo>
                <a:lnTo>
                  <a:pt x="143256" y="339852"/>
                </a:lnTo>
                <a:lnTo>
                  <a:pt x="140208" y="342900"/>
                </a:lnTo>
                <a:lnTo>
                  <a:pt x="137160" y="347472"/>
                </a:lnTo>
                <a:lnTo>
                  <a:pt x="132588" y="348996"/>
                </a:lnTo>
                <a:lnTo>
                  <a:pt x="123444" y="348996"/>
                </a:lnTo>
                <a:lnTo>
                  <a:pt x="102108" y="321564"/>
                </a:lnTo>
                <a:lnTo>
                  <a:pt x="97536" y="310896"/>
                </a:lnTo>
                <a:lnTo>
                  <a:pt x="134112" y="310896"/>
                </a:lnTo>
                <a:lnTo>
                  <a:pt x="141732" y="320040"/>
                </a:lnTo>
                <a:lnTo>
                  <a:pt x="144780" y="326136"/>
                </a:lnTo>
                <a:lnTo>
                  <a:pt x="144780" y="314553"/>
                </a:lnTo>
                <a:lnTo>
                  <a:pt x="141732" y="310896"/>
                </a:lnTo>
                <a:lnTo>
                  <a:pt x="147828" y="310896"/>
                </a:lnTo>
                <a:lnTo>
                  <a:pt x="152400" y="309372"/>
                </a:lnTo>
                <a:lnTo>
                  <a:pt x="156972" y="304800"/>
                </a:lnTo>
                <a:lnTo>
                  <a:pt x="158496" y="301752"/>
                </a:lnTo>
                <a:lnTo>
                  <a:pt x="158496" y="298704"/>
                </a:lnTo>
                <a:close/>
              </a:path>
              <a:path extrusionOk="0" h="570229" w="158750">
                <a:moveTo>
                  <a:pt x="158496" y="231648"/>
                </a:moveTo>
                <a:lnTo>
                  <a:pt x="137160" y="196596"/>
                </a:lnTo>
                <a:lnTo>
                  <a:pt x="128016" y="196596"/>
                </a:lnTo>
                <a:lnTo>
                  <a:pt x="91440" y="234696"/>
                </a:lnTo>
                <a:lnTo>
                  <a:pt x="88392" y="242316"/>
                </a:lnTo>
                <a:lnTo>
                  <a:pt x="85344" y="246888"/>
                </a:lnTo>
                <a:lnTo>
                  <a:pt x="82296" y="248412"/>
                </a:lnTo>
                <a:lnTo>
                  <a:pt x="79248" y="251460"/>
                </a:lnTo>
                <a:lnTo>
                  <a:pt x="68580" y="251460"/>
                </a:lnTo>
                <a:lnTo>
                  <a:pt x="65532" y="249936"/>
                </a:lnTo>
                <a:lnTo>
                  <a:pt x="64008" y="246888"/>
                </a:lnTo>
                <a:lnTo>
                  <a:pt x="60960" y="243840"/>
                </a:lnTo>
                <a:lnTo>
                  <a:pt x="59436" y="240792"/>
                </a:lnTo>
                <a:lnTo>
                  <a:pt x="59436" y="228600"/>
                </a:lnTo>
                <a:lnTo>
                  <a:pt x="60960" y="222504"/>
                </a:lnTo>
                <a:lnTo>
                  <a:pt x="68580" y="214884"/>
                </a:lnTo>
                <a:lnTo>
                  <a:pt x="76200" y="210312"/>
                </a:lnTo>
                <a:lnTo>
                  <a:pt x="85344" y="207264"/>
                </a:lnTo>
                <a:lnTo>
                  <a:pt x="85344" y="204216"/>
                </a:lnTo>
                <a:lnTo>
                  <a:pt x="51816" y="204216"/>
                </a:lnTo>
                <a:lnTo>
                  <a:pt x="51816" y="207264"/>
                </a:lnTo>
                <a:lnTo>
                  <a:pt x="53340" y="208788"/>
                </a:lnTo>
                <a:lnTo>
                  <a:pt x="54864" y="208788"/>
                </a:lnTo>
                <a:lnTo>
                  <a:pt x="56388" y="210312"/>
                </a:lnTo>
                <a:lnTo>
                  <a:pt x="56388" y="216408"/>
                </a:lnTo>
                <a:lnTo>
                  <a:pt x="53340" y="225552"/>
                </a:lnTo>
                <a:lnTo>
                  <a:pt x="51816" y="231648"/>
                </a:lnTo>
                <a:lnTo>
                  <a:pt x="51816" y="243840"/>
                </a:lnTo>
                <a:lnTo>
                  <a:pt x="54864" y="251460"/>
                </a:lnTo>
                <a:lnTo>
                  <a:pt x="65532" y="262128"/>
                </a:lnTo>
                <a:lnTo>
                  <a:pt x="73152" y="265176"/>
                </a:lnTo>
                <a:lnTo>
                  <a:pt x="86868" y="265176"/>
                </a:lnTo>
                <a:lnTo>
                  <a:pt x="92964" y="263652"/>
                </a:lnTo>
                <a:lnTo>
                  <a:pt x="96012" y="260604"/>
                </a:lnTo>
                <a:lnTo>
                  <a:pt x="100584" y="257556"/>
                </a:lnTo>
                <a:lnTo>
                  <a:pt x="104241" y="251460"/>
                </a:lnTo>
                <a:lnTo>
                  <a:pt x="105156" y="249936"/>
                </a:lnTo>
                <a:lnTo>
                  <a:pt x="109728" y="239268"/>
                </a:lnTo>
                <a:lnTo>
                  <a:pt x="115824" y="228600"/>
                </a:lnTo>
                <a:lnTo>
                  <a:pt x="118872" y="222504"/>
                </a:lnTo>
                <a:lnTo>
                  <a:pt x="123444" y="219456"/>
                </a:lnTo>
                <a:lnTo>
                  <a:pt x="126492" y="214884"/>
                </a:lnTo>
                <a:lnTo>
                  <a:pt x="131064" y="213360"/>
                </a:lnTo>
                <a:lnTo>
                  <a:pt x="140208" y="213360"/>
                </a:lnTo>
                <a:lnTo>
                  <a:pt x="143256" y="214884"/>
                </a:lnTo>
                <a:lnTo>
                  <a:pt x="146304" y="219456"/>
                </a:lnTo>
                <a:lnTo>
                  <a:pt x="149352" y="222504"/>
                </a:lnTo>
                <a:lnTo>
                  <a:pt x="150876" y="225552"/>
                </a:lnTo>
                <a:lnTo>
                  <a:pt x="150876" y="237744"/>
                </a:lnTo>
                <a:lnTo>
                  <a:pt x="124968" y="262128"/>
                </a:lnTo>
                <a:lnTo>
                  <a:pt x="124968" y="265176"/>
                </a:lnTo>
                <a:lnTo>
                  <a:pt x="158496" y="265176"/>
                </a:lnTo>
                <a:lnTo>
                  <a:pt x="158496" y="262128"/>
                </a:lnTo>
                <a:lnTo>
                  <a:pt x="155448" y="262128"/>
                </a:lnTo>
                <a:lnTo>
                  <a:pt x="153924" y="260604"/>
                </a:lnTo>
                <a:lnTo>
                  <a:pt x="153924" y="254508"/>
                </a:lnTo>
                <a:lnTo>
                  <a:pt x="155448" y="252984"/>
                </a:lnTo>
                <a:lnTo>
                  <a:pt x="158496" y="237744"/>
                </a:lnTo>
                <a:lnTo>
                  <a:pt x="158496" y="231648"/>
                </a:lnTo>
                <a:close/>
              </a:path>
              <a:path extrusionOk="0" h="570229" w="158750">
                <a:moveTo>
                  <a:pt x="158496" y="33528"/>
                </a:moveTo>
                <a:lnTo>
                  <a:pt x="137160" y="0"/>
                </a:lnTo>
                <a:lnTo>
                  <a:pt x="128016" y="0"/>
                </a:lnTo>
                <a:lnTo>
                  <a:pt x="91440" y="38100"/>
                </a:lnTo>
                <a:lnTo>
                  <a:pt x="88392" y="44196"/>
                </a:lnTo>
                <a:lnTo>
                  <a:pt x="85344" y="48768"/>
                </a:lnTo>
                <a:lnTo>
                  <a:pt x="82296" y="50292"/>
                </a:lnTo>
                <a:lnTo>
                  <a:pt x="79248" y="53340"/>
                </a:lnTo>
                <a:lnTo>
                  <a:pt x="76200" y="54864"/>
                </a:lnTo>
                <a:lnTo>
                  <a:pt x="68580" y="54864"/>
                </a:lnTo>
                <a:lnTo>
                  <a:pt x="65532" y="51816"/>
                </a:lnTo>
                <a:lnTo>
                  <a:pt x="64008" y="48768"/>
                </a:lnTo>
                <a:lnTo>
                  <a:pt x="60960" y="45720"/>
                </a:lnTo>
                <a:lnTo>
                  <a:pt x="59436" y="42672"/>
                </a:lnTo>
                <a:lnTo>
                  <a:pt x="59436" y="30480"/>
                </a:lnTo>
                <a:lnTo>
                  <a:pt x="60960" y="24384"/>
                </a:lnTo>
                <a:lnTo>
                  <a:pt x="68580" y="16764"/>
                </a:lnTo>
                <a:lnTo>
                  <a:pt x="76200" y="12192"/>
                </a:lnTo>
                <a:lnTo>
                  <a:pt x="85344" y="10668"/>
                </a:lnTo>
                <a:lnTo>
                  <a:pt x="85344" y="7620"/>
                </a:lnTo>
                <a:lnTo>
                  <a:pt x="51816" y="7620"/>
                </a:lnTo>
                <a:lnTo>
                  <a:pt x="51816" y="10668"/>
                </a:lnTo>
                <a:lnTo>
                  <a:pt x="53340" y="10668"/>
                </a:lnTo>
                <a:lnTo>
                  <a:pt x="54864" y="12192"/>
                </a:lnTo>
                <a:lnTo>
                  <a:pt x="56388" y="12192"/>
                </a:lnTo>
                <a:lnTo>
                  <a:pt x="56388" y="18288"/>
                </a:lnTo>
                <a:lnTo>
                  <a:pt x="54864" y="22860"/>
                </a:lnTo>
                <a:lnTo>
                  <a:pt x="53340" y="28956"/>
                </a:lnTo>
                <a:lnTo>
                  <a:pt x="51816" y="33528"/>
                </a:lnTo>
                <a:lnTo>
                  <a:pt x="51816" y="45720"/>
                </a:lnTo>
                <a:lnTo>
                  <a:pt x="54864" y="53340"/>
                </a:lnTo>
                <a:lnTo>
                  <a:pt x="60960" y="59436"/>
                </a:lnTo>
                <a:lnTo>
                  <a:pt x="65532" y="65532"/>
                </a:lnTo>
                <a:lnTo>
                  <a:pt x="73152" y="68580"/>
                </a:lnTo>
                <a:lnTo>
                  <a:pt x="86868" y="68580"/>
                </a:lnTo>
                <a:lnTo>
                  <a:pt x="92964" y="65532"/>
                </a:lnTo>
                <a:lnTo>
                  <a:pt x="96012" y="62484"/>
                </a:lnTo>
                <a:lnTo>
                  <a:pt x="100584" y="59436"/>
                </a:lnTo>
                <a:lnTo>
                  <a:pt x="103327" y="54864"/>
                </a:lnTo>
                <a:lnTo>
                  <a:pt x="105156" y="51816"/>
                </a:lnTo>
                <a:lnTo>
                  <a:pt x="109728" y="41148"/>
                </a:lnTo>
                <a:lnTo>
                  <a:pt x="115824" y="30480"/>
                </a:lnTo>
                <a:lnTo>
                  <a:pt x="118872" y="24384"/>
                </a:lnTo>
                <a:lnTo>
                  <a:pt x="123444" y="21336"/>
                </a:lnTo>
                <a:lnTo>
                  <a:pt x="126492" y="18288"/>
                </a:lnTo>
                <a:lnTo>
                  <a:pt x="131064" y="16764"/>
                </a:lnTo>
                <a:lnTo>
                  <a:pt x="140208" y="16764"/>
                </a:lnTo>
                <a:lnTo>
                  <a:pt x="143256" y="18288"/>
                </a:lnTo>
                <a:lnTo>
                  <a:pt x="149352" y="24384"/>
                </a:lnTo>
                <a:lnTo>
                  <a:pt x="150876" y="28956"/>
                </a:lnTo>
                <a:lnTo>
                  <a:pt x="150876" y="41148"/>
                </a:lnTo>
                <a:lnTo>
                  <a:pt x="149352" y="47244"/>
                </a:lnTo>
                <a:lnTo>
                  <a:pt x="140208" y="59436"/>
                </a:lnTo>
                <a:lnTo>
                  <a:pt x="134112" y="62484"/>
                </a:lnTo>
                <a:lnTo>
                  <a:pt x="124968" y="65532"/>
                </a:lnTo>
                <a:lnTo>
                  <a:pt x="124968" y="68580"/>
                </a:lnTo>
                <a:lnTo>
                  <a:pt x="158496" y="68580"/>
                </a:lnTo>
                <a:lnTo>
                  <a:pt x="158496" y="65532"/>
                </a:lnTo>
                <a:lnTo>
                  <a:pt x="155448" y="64008"/>
                </a:lnTo>
                <a:lnTo>
                  <a:pt x="153924" y="62484"/>
                </a:lnTo>
                <a:lnTo>
                  <a:pt x="153924" y="57912"/>
                </a:lnTo>
                <a:lnTo>
                  <a:pt x="155448" y="54864"/>
                </a:lnTo>
                <a:lnTo>
                  <a:pt x="158496" y="39624"/>
                </a:lnTo>
                <a:lnTo>
                  <a:pt x="158496" y="335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35" name="Google Shape;1835;p32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5327903" y="7085076"/>
            <a:ext cx="106680" cy="257555"/>
          </a:xfrm>
          <a:prstGeom prst="rect">
            <a:avLst/>
          </a:prstGeom>
          <a:noFill/>
          <a:ln>
            <a:noFill/>
          </a:ln>
        </p:spPr>
      </p:pic>
      <p:sp>
        <p:nvSpPr>
          <p:cNvPr id="1836" name="Google Shape;1836;p32"/>
          <p:cNvSpPr/>
          <p:nvPr/>
        </p:nvSpPr>
        <p:spPr>
          <a:xfrm>
            <a:off x="5276075" y="6284976"/>
            <a:ext cx="192405" cy="731520"/>
          </a:xfrm>
          <a:custGeom>
            <a:rect b="b" l="l" r="r" t="t"/>
            <a:pathLst>
              <a:path extrusionOk="0" h="731520" w="192404">
                <a:moveTo>
                  <a:pt x="24384" y="542544"/>
                </a:moveTo>
                <a:lnTo>
                  <a:pt x="21336" y="536448"/>
                </a:lnTo>
                <a:lnTo>
                  <a:pt x="15240" y="533400"/>
                </a:lnTo>
                <a:lnTo>
                  <a:pt x="9144" y="533400"/>
                </a:lnTo>
                <a:lnTo>
                  <a:pt x="3048" y="536448"/>
                </a:lnTo>
                <a:lnTo>
                  <a:pt x="0" y="542544"/>
                </a:lnTo>
                <a:lnTo>
                  <a:pt x="0" y="548640"/>
                </a:lnTo>
                <a:lnTo>
                  <a:pt x="3048" y="554736"/>
                </a:lnTo>
                <a:lnTo>
                  <a:pt x="9144" y="557784"/>
                </a:lnTo>
                <a:lnTo>
                  <a:pt x="15240" y="557784"/>
                </a:lnTo>
                <a:lnTo>
                  <a:pt x="21336" y="554736"/>
                </a:lnTo>
                <a:lnTo>
                  <a:pt x="24384" y="548640"/>
                </a:lnTo>
                <a:lnTo>
                  <a:pt x="24384" y="542544"/>
                </a:lnTo>
                <a:close/>
              </a:path>
              <a:path extrusionOk="0" h="731520" w="192404">
                <a:moveTo>
                  <a:pt x="115836" y="338328"/>
                </a:moveTo>
                <a:lnTo>
                  <a:pt x="96024" y="338328"/>
                </a:lnTo>
                <a:lnTo>
                  <a:pt x="96024" y="396240"/>
                </a:lnTo>
                <a:lnTo>
                  <a:pt x="115836" y="396240"/>
                </a:lnTo>
                <a:lnTo>
                  <a:pt x="115836" y="338328"/>
                </a:lnTo>
                <a:close/>
              </a:path>
              <a:path extrusionOk="0" h="731520" w="192404">
                <a:moveTo>
                  <a:pt x="155448" y="682752"/>
                </a:moveTo>
                <a:lnTo>
                  <a:pt x="152400" y="682752"/>
                </a:lnTo>
                <a:lnTo>
                  <a:pt x="152400" y="690372"/>
                </a:lnTo>
                <a:lnTo>
                  <a:pt x="146304" y="696468"/>
                </a:lnTo>
                <a:lnTo>
                  <a:pt x="143256" y="696468"/>
                </a:lnTo>
                <a:lnTo>
                  <a:pt x="140208" y="697992"/>
                </a:lnTo>
                <a:lnTo>
                  <a:pt x="0" y="697992"/>
                </a:lnTo>
                <a:lnTo>
                  <a:pt x="0" y="702564"/>
                </a:lnTo>
                <a:lnTo>
                  <a:pt x="12192" y="731520"/>
                </a:lnTo>
                <a:lnTo>
                  <a:pt x="15240" y="729996"/>
                </a:lnTo>
                <a:lnTo>
                  <a:pt x="13716" y="726948"/>
                </a:lnTo>
                <a:lnTo>
                  <a:pt x="13716" y="719328"/>
                </a:lnTo>
                <a:lnTo>
                  <a:pt x="15240" y="719328"/>
                </a:lnTo>
                <a:lnTo>
                  <a:pt x="18288" y="716280"/>
                </a:lnTo>
                <a:lnTo>
                  <a:pt x="143256" y="716280"/>
                </a:lnTo>
                <a:lnTo>
                  <a:pt x="146304" y="717804"/>
                </a:lnTo>
                <a:lnTo>
                  <a:pt x="147828" y="717804"/>
                </a:lnTo>
                <a:lnTo>
                  <a:pt x="150876" y="719328"/>
                </a:lnTo>
                <a:lnTo>
                  <a:pt x="150876" y="720852"/>
                </a:lnTo>
                <a:lnTo>
                  <a:pt x="152400" y="722376"/>
                </a:lnTo>
                <a:lnTo>
                  <a:pt x="152400" y="731520"/>
                </a:lnTo>
                <a:lnTo>
                  <a:pt x="155448" y="731520"/>
                </a:lnTo>
                <a:lnTo>
                  <a:pt x="155448" y="682752"/>
                </a:lnTo>
                <a:close/>
              </a:path>
              <a:path extrusionOk="0" h="731520" w="192404">
                <a:moveTo>
                  <a:pt x="155448" y="519684"/>
                </a:moveTo>
                <a:lnTo>
                  <a:pt x="152400" y="519684"/>
                </a:lnTo>
                <a:lnTo>
                  <a:pt x="152400" y="527304"/>
                </a:lnTo>
                <a:lnTo>
                  <a:pt x="150876" y="530352"/>
                </a:lnTo>
                <a:lnTo>
                  <a:pt x="147828" y="533400"/>
                </a:lnTo>
                <a:lnTo>
                  <a:pt x="146304" y="533400"/>
                </a:lnTo>
                <a:lnTo>
                  <a:pt x="143256" y="534924"/>
                </a:lnTo>
                <a:lnTo>
                  <a:pt x="51816" y="534924"/>
                </a:lnTo>
                <a:lnTo>
                  <a:pt x="51816" y="539496"/>
                </a:lnTo>
                <a:lnTo>
                  <a:pt x="64008" y="568452"/>
                </a:lnTo>
                <a:lnTo>
                  <a:pt x="67056" y="566928"/>
                </a:lnTo>
                <a:lnTo>
                  <a:pt x="65532" y="563880"/>
                </a:lnTo>
                <a:lnTo>
                  <a:pt x="65532" y="557784"/>
                </a:lnTo>
                <a:lnTo>
                  <a:pt x="68580" y="554736"/>
                </a:lnTo>
                <a:lnTo>
                  <a:pt x="71628" y="554736"/>
                </a:lnTo>
                <a:lnTo>
                  <a:pt x="76200" y="553212"/>
                </a:lnTo>
                <a:lnTo>
                  <a:pt x="143256" y="553212"/>
                </a:lnTo>
                <a:lnTo>
                  <a:pt x="146304" y="554736"/>
                </a:lnTo>
                <a:lnTo>
                  <a:pt x="147828" y="556260"/>
                </a:lnTo>
                <a:lnTo>
                  <a:pt x="150876" y="557784"/>
                </a:lnTo>
                <a:lnTo>
                  <a:pt x="150876" y="559308"/>
                </a:lnTo>
                <a:lnTo>
                  <a:pt x="152400" y="560832"/>
                </a:lnTo>
                <a:lnTo>
                  <a:pt x="152400" y="568452"/>
                </a:lnTo>
                <a:lnTo>
                  <a:pt x="155448" y="568452"/>
                </a:lnTo>
                <a:lnTo>
                  <a:pt x="155448" y="553212"/>
                </a:lnTo>
                <a:lnTo>
                  <a:pt x="155448" y="519684"/>
                </a:lnTo>
                <a:close/>
              </a:path>
              <a:path extrusionOk="0" h="731520" w="192404">
                <a:moveTo>
                  <a:pt x="158496" y="600456"/>
                </a:moveTo>
                <a:lnTo>
                  <a:pt x="157619" y="594741"/>
                </a:lnTo>
                <a:lnTo>
                  <a:pt x="154876" y="589026"/>
                </a:lnTo>
                <a:lnTo>
                  <a:pt x="150139" y="583311"/>
                </a:lnTo>
                <a:lnTo>
                  <a:pt x="143256" y="577596"/>
                </a:lnTo>
                <a:lnTo>
                  <a:pt x="137160" y="577596"/>
                </a:lnTo>
                <a:lnTo>
                  <a:pt x="144780" y="585216"/>
                </a:lnTo>
                <a:lnTo>
                  <a:pt x="144780" y="591312"/>
                </a:lnTo>
                <a:lnTo>
                  <a:pt x="143256" y="591312"/>
                </a:lnTo>
                <a:lnTo>
                  <a:pt x="143256" y="592836"/>
                </a:lnTo>
                <a:lnTo>
                  <a:pt x="140208" y="592836"/>
                </a:lnTo>
                <a:lnTo>
                  <a:pt x="137160" y="594360"/>
                </a:lnTo>
                <a:lnTo>
                  <a:pt x="70104" y="594360"/>
                </a:lnTo>
                <a:lnTo>
                  <a:pt x="67056" y="595884"/>
                </a:lnTo>
                <a:lnTo>
                  <a:pt x="62484" y="597408"/>
                </a:lnTo>
                <a:lnTo>
                  <a:pt x="59436" y="601980"/>
                </a:lnTo>
                <a:lnTo>
                  <a:pt x="56388" y="605028"/>
                </a:lnTo>
                <a:lnTo>
                  <a:pt x="53340" y="611124"/>
                </a:lnTo>
                <a:lnTo>
                  <a:pt x="51816" y="618744"/>
                </a:lnTo>
                <a:lnTo>
                  <a:pt x="51930" y="629412"/>
                </a:lnTo>
                <a:lnTo>
                  <a:pt x="52044" y="630936"/>
                </a:lnTo>
                <a:lnTo>
                  <a:pt x="52146" y="632460"/>
                </a:lnTo>
                <a:lnTo>
                  <a:pt x="52260" y="633984"/>
                </a:lnTo>
                <a:lnTo>
                  <a:pt x="52362" y="635508"/>
                </a:lnTo>
                <a:lnTo>
                  <a:pt x="53911" y="642556"/>
                </a:lnTo>
                <a:lnTo>
                  <a:pt x="56324" y="648677"/>
                </a:lnTo>
                <a:lnTo>
                  <a:pt x="59436" y="653796"/>
                </a:lnTo>
                <a:lnTo>
                  <a:pt x="65532" y="661416"/>
                </a:lnTo>
                <a:lnTo>
                  <a:pt x="71628" y="664464"/>
                </a:lnTo>
                <a:lnTo>
                  <a:pt x="80772" y="664464"/>
                </a:lnTo>
                <a:lnTo>
                  <a:pt x="83820" y="662940"/>
                </a:lnTo>
                <a:lnTo>
                  <a:pt x="85344" y="661416"/>
                </a:lnTo>
                <a:lnTo>
                  <a:pt x="88392" y="659892"/>
                </a:lnTo>
                <a:lnTo>
                  <a:pt x="88392" y="650748"/>
                </a:lnTo>
                <a:lnTo>
                  <a:pt x="83820" y="646176"/>
                </a:lnTo>
                <a:lnTo>
                  <a:pt x="68580" y="646176"/>
                </a:lnTo>
                <a:lnTo>
                  <a:pt x="65532" y="644652"/>
                </a:lnTo>
                <a:lnTo>
                  <a:pt x="64008" y="641604"/>
                </a:lnTo>
                <a:lnTo>
                  <a:pt x="60960" y="638556"/>
                </a:lnTo>
                <a:lnTo>
                  <a:pt x="59436" y="635508"/>
                </a:lnTo>
                <a:lnTo>
                  <a:pt x="59436" y="624840"/>
                </a:lnTo>
                <a:lnTo>
                  <a:pt x="60960" y="620268"/>
                </a:lnTo>
                <a:lnTo>
                  <a:pt x="65532" y="617220"/>
                </a:lnTo>
                <a:lnTo>
                  <a:pt x="68580" y="614172"/>
                </a:lnTo>
                <a:lnTo>
                  <a:pt x="76200" y="612648"/>
                </a:lnTo>
                <a:lnTo>
                  <a:pt x="89916" y="612648"/>
                </a:lnTo>
                <a:lnTo>
                  <a:pt x="94475" y="624370"/>
                </a:lnTo>
                <a:lnTo>
                  <a:pt x="98869" y="634365"/>
                </a:lnTo>
                <a:lnTo>
                  <a:pt x="120396" y="665988"/>
                </a:lnTo>
                <a:lnTo>
                  <a:pt x="128016" y="669036"/>
                </a:lnTo>
                <a:lnTo>
                  <a:pt x="140208" y="669036"/>
                </a:lnTo>
                <a:lnTo>
                  <a:pt x="146304" y="665988"/>
                </a:lnTo>
                <a:lnTo>
                  <a:pt x="150876" y="661416"/>
                </a:lnTo>
                <a:lnTo>
                  <a:pt x="156972" y="656844"/>
                </a:lnTo>
                <a:lnTo>
                  <a:pt x="158496" y="652272"/>
                </a:lnTo>
                <a:lnTo>
                  <a:pt x="158496" y="650748"/>
                </a:lnTo>
                <a:lnTo>
                  <a:pt x="158496" y="635508"/>
                </a:lnTo>
                <a:lnTo>
                  <a:pt x="155448" y="632460"/>
                </a:lnTo>
                <a:lnTo>
                  <a:pt x="153924" y="629412"/>
                </a:lnTo>
                <a:lnTo>
                  <a:pt x="149352" y="623316"/>
                </a:lnTo>
                <a:lnTo>
                  <a:pt x="144780" y="616915"/>
                </a:lnTo>
                <a:lnTo>
                  <a:pt x="144780" y="629412"/>
                </a:lnTo>
                <a:lnTo>
                  <a:pt x="144780" y="638556"/>
                </a:lnTo>
                <a:lnTo>
                  <a:pt x="143256" y="643128"/>
                </a:lnTo>
                <a:lnTo>
                  <a:pt x="137160" y="649224"/>
                </a:lnTo>
                <a:lnTo>
                  <a:pt x="132588" y="650748"/>
                </a:lnTo>
                <a:lnTo>
                  <a:pt x="123444" y="650748"/>
                </a:lnTo>
                <a:lnTo>
                  <a:pt x="120396" y="649224"/>
                </a:lnTo>
                <a:lnTo>
                  <a:pt x="115824" y="646176"/>
                </a:lnTo>
                <a:lnTo>
                  <a:pt x="112776" y="644652"/>
                </a:lnTo>
                <a:lnTo>
                  <a:pt x="109728" y="640080"/>
                </a:lnTo>
                <a:lnTo>
                  <a:pt x="105156" y="630936"/>
                </a:lnTo>
                <a:lnTo>
                  <a:pt x="102108" y="623316"/>
                </a:lnTo>
                <a:lnTo>
                  <a:pt x="97536" y="612648"/>
                </a:lnTo>
                <a:lnTo>
                  <a:pt x="134112" y="612648"/>
                </a:lnTo>
                <a:lnTo>
                  <a:pt x="141732" y="621792"/>
                </a:lnTo>
                <a:lnTo>
                  <a:pt x="144780" y="629412"/>
                </a:lnTo>
                <a:lnTo>
                  <a:pt x="144780" y="616915"/>
                </a:lnTo>
                <a:lnTo>
                  <a:pt x="141732" y="612648"/>
                </a:lnTo>
                <a:lnTo>
                  <a:pt x="147828" y="612648"/>
                </a:lnTo>
                <a:lnTo>
                  <a:pt x="152400" y="611124"/>
                </a:lnTo>
                <a:lnTo>
                  <a:pt x="155448" y="609600"/>
                </a:lnTo>
                <a:lnTo>
                  <a:pt x="158496" y="603504"/>
                </a:lnTo>
                <a:lnTo>
                  <a:pt x="158496" y="600456"/>
                </a:lnTo>
                <a:close/>
              </a:path>
              <a:path extrusionOk="0" h="731520" w="192404">
                <a:moveTo>
                  <a:pt x="158496" y="432816"/>
                </a:moveTo>
                <a:lnTo>
                  <a:pt x="146304" y="403860"/>
                </a:lnTo>
                <a:lnTo>
                  <a:pt x="143256" y="405384"/>
                </a:lnTo>
                <a:lnTo>
                  <a:pt x="144780" y="408432"/>
                </a:lnTo>
                <a:lnTo>
                  <a:pt x="144780" y="414528"/>
                </a:lnTo>
                <a:lnTo>
                  <a:pt x="143256" y="416052"/>
                </a:lnTo>
                <a:lnTo>
                  <a:pt x="143256" y="417576"/>
                </a:lnTo>
                <a:lnTo>
                  <a:pt x="140208" y="417576"/>
                </a:lnTo>
                <a:lnTo>
                  <a:pt x="138684" y="419100"/>
                </a:lnTo>
                <a:lnTo>
                  <a:pt x="0" y="419100"/>
                </a:lnTo>
                <a:lnTo>
                  <a:pt x="0" y="423672"/>
                </a:lnTo>
                <a:lnTo>
                  <a:pt x="12192" y="452628"/>
                </a:lnTo>
                <a:lnTo>
                  <a:pt x="15240" y="451104"/>
                </a:lnTo>
                <a:lnTo>
                  <a:pt x="13716" y="449580"/>
                </a:lnTo>
                <a:lnTo>
                  <a:pt x="13716" y="441960"/>
                </a:lnTo>
                <a:lnTo>
                  <a:pt x="15240" y="440436"/>
                </a:lnTo>
                <a:lnTo>
                  <a:pt x="16764" y="440436"/>
                </a:lnTo>
                <a:lnTo>
                  <a:pt x="18288" y="438912"/>
                </a:lnTo>
                <a:lnTo>
                  <a:pt x="21336" y="438912"/>
                </a:lnTo>
                <a:lnTo>
                  <a:pt x="22860" y="437388"/>
                </a:lnTo>
                <a:lnTo>
                  <a:pt x="62484" y="437388"/>
                </a:lnTo>
                <a:lnTo>
                  <a:pt x="54864" y="443484"/>
                </a:lnTo>
                <a:lnTo>
                  <a:pt x="51816" y="451104"/>
                </a:lnTo>
                <a:lnTo>
                  <a:pt x="51816" y="458724"/>
                </a:lnTo>
                <a:lnTo>
                  <a:pt x="70104" y="493776"/>
                </a:lnTo>
                <a:lnTo>
                  <a:pt x="109728" y="505968"/>
                </a:lnTo>
                <a:lnTo>
                  <a:pt x="119710" y="505358"/>
                </a:lnTo>
                <a:lnTo>
                  <a:pt x="151841" y="486156"/>
                </a:lnTo>
                <a:lnTo>
                  <a:pt x="155067" y="481203"/>
                </a:lnTo>
                <a:lnTo>
                  <a:pt x="155143" y="481012"/>
                </a:lnTo>
                <a:lnTo>
                  <a:pt x="157645" y="474065"/>
                </a:lnTo>
                <a:lnTo>
                  <a:pt x="158496" y="466344"/>
                </a:lnTo>
                <a:lnTo>
                  <a:pt x="158496" y="461772"/>
                </a:lnTo>
                <a:lnTo>
                  <a:pt x="144780" y="439674"/>
                </a:lnTo>
                <a:lnTo>
                  <a:pt x="144780" y="449580"/>
                </a:lnTo>
                <a:lnTo>
                  <a:pt x="144780" y="464820"/>
                </a:lnTo>
                <a:lnTo>
                  <a:pt x="110540" y="485584"/>
                </a:lnTo>
                <a:lnTo>
                  <a:pt x="100584" y="486156"/>
                </a:lnTo>
                <a:lnTo>
                  <a:pt x="90868" y="485584"/>
                </a:lnTo>
                <a:lnTo>
                  <a:pt x="59436" y="466344"/>
                </a:lnTo>
                <a:lnTo>
                  <a:pt x="59436" y="457200"/>
                </a:lnTo>
                <a:lnTo>
                  <a:pt x="60960" y="454152"/>
                </a:lnTo>
                <a:lnTo>
                  <a:pt x="62484" y="449580"/>
                </a:lnTo>
                <a:lnTo>
                  <a:pt x="64008" y="446532"/>
                </a:lnTo>
                <a:lnTo>
                  <a:pt x="67056" y="443484"/>
                </a:lnTo>
                <a:lnTo>
                  <a:pt x="71628" y="441960"/>
                </a:lnTo>
                <a:lnTo>
                  <a:pt x="76200" y="438912"/>
                </a:lnTo>
                <a:lnTo>
                  <a:pt x="80772" y="438912"/>
                </a:lnTo>
                <a:lnTo>
                  <a:pt x="85344" y="437388"/>
                </a:lnTo>
                <a:lnTo>
                  <a:pt x="134112" y="437388"/>
                </a:lnTo>
                <a:lnTo>
                  <a:pt x="141732" y="443484"/>
                </a:lnTo>
                <a:lnTo>
                  <a:pt x="144780" y="449580"/>
                </a:lnTo>
                <a:lnTo>
                  <a:pt x="144780" y="439674"/>
                </a:lnTo>
                <a:lnTo>
                  <a:pt x="141732" y="437388"/>
                </a:lnTo>
                <a:lnTo>
                  <a:pt x="158496" y="437388"/>
                </a:lnTo>
                <a:lnTo>
                  <a:pt x="158496" y="432816"/>
                </a:lnTo>
                <a:close/>
              </a:path>
              <a:path extrusionOk="0" h="731520" w="192404">
                <a:moveTo>
                  <a:pt x="158496" y="137160"/>
                </a:moveTo>
                <a:lnTo>
                  <a:pt x="146304" y="108204"/>
                </a:lnTo>
                <a:lnTo>
                  <a:pt x="143256" y="109728"/>
                </a:lnTo>
                <a:lnTo>
                  <a:pt x="144780" y="112776"/>
                </a:lnTo>
                <a:lnTo>
                  <a:pt x="144780" y="118872"/>
                </a:lnTo>
                <a:lnTo>
                  <a:pt x="143256" y="120396"/>
                </a:lnTo>
                <a:lnTo>
                  <a:pt x="143256" y="121920"/>
                </a:lnTo>
                <a:lnTo>
                  <a:pt x="140208" y="121920"/>
                </a:lnTo>
                <a:lnTo>
                  <a:pt x="138684" y="123444"/>
                </a:lnTo>
                <a:lnTo>
                  <a:pt x="54864" y="123444"/>
                </a:lnTo>
                <a:lnTo>
                  <a:pt x="54864" y="156972"/>
                </a:lnTo>
                <a:lnTo>
                  <a:pt x="57912" y="156972"/>
                </a:lnTo>
                <a:lnTo>
                  <a:pt x="57912" y="150876"/>
                </a:lnTo>
                <a:lnTo>
                  <a:pt x="59436" y="146304"/>
                </a:lnTo>
                <a:lnTo>
                  <a:pt x="60960" y="144780"/>
                </a:lnTo>
                <a:lnTo>
                  <a:pt x="67056" y="141732"/>
                </a:lnTo>
                <a:lnTo>
                  <a:pt x="131064" y="141732"/>
                </a:lnTo>
                <a:lnTo>
                  <a:pt x="135636" y="147828"/>
                </a:lnTo>
                <a:lnTo>
                  <a:pt x="140208" y="152400"/>
                </a:lnTo>
                <a:lnTo>
                  <a:pt x="141732" y="155448"/>
                </a:lnTo>
                <a:lnTo>
                  <a:pt x="144780" y="160020"/>
                </a:lnTo>
                <a:lnTo>
                  <a:pt x="144780" y="170688"/>
                </a:lnTo>
                <a:lnTo>
                  <a:pt x="143256" y="175260"/>
                </a:lnTo>
                <a:lnTo>
                  <a:pt x="137160" y="181356"/>
                </a:lnTo>
                <a:lnTo>
                  <a:pt x="131064" y="182880"/>
                </a:lnTo>
                <a:lnTo>
                  <a:pt x="54864" y="182880"/>
                </a:lnTo>
                <a:lnTo>
                  <a:pt x="54864" y="216408"/>
                </a:lnTo>
                <a:lnTo>
                  <a:pt x="57912" y="216408"/>
                </a:lnTo>
                <a:lnTo>
                  <a:pt x="57912" y="208788"/>
                </a:lnTo>
                <a:lnTo>
                  <a:pt x="64008" y="202692"/>
                </a:lnTo>
                <a:lnTo>
                  <a:pt x="65532" y="202692"/>
                </a:lnTo>
                <a:lnTo>
                  <a:pt x="68580" y="201168"/>
                </a:lnTo>
                <a:lnTo>
                  <a:pt x="135636" y="201168"/>
                </a:lnTo>
                <a:lnTo>
                  <a:pt x="158496" y="181356"/>
                </a:lnTo>
                <a:lnTo>
                  <a:pt x="158496" y="170688"/>
                </a:lnTo>
                <a:lnTo>
                  <a:pt x="137160" y="141732"/>
                </a:lnTo>
                <a:lnTo>
                  <a:pt x="158496" y="141732"/>
                </a:lnTo>
                <a:lnTo>
                  <a:pt x="158496" y="137160"/>
                </a:lnTo>
                <a:close/>
              </a:path>
              <a:path extrusionOk="0" h="731520" w="192404">
                <a:moveTo>
                  <a:pt x="158496" y="65532"/>
                </a:moveTo>
                <a:lnTo>
                  <a:pt x="137160" y="44196"/>
                </a:lnTo>
                <a:lnTo>
                  <a:pt x="137160" y="48768"/>
                </a:lnTo>
                <a:lnTo>
                  <a:pt x="140208" y="50292"/>
                </a:lnTo>
                <a:lnTo>
                  <a:pt x="141732" y="51816"/>
                </a:lnTo>
                <a:lnTo>
                  <a:pt x="143256" y="54864"/>
                </a:lnTo>
                <a:lnTo>
                  <a:pt x="144780" y="56388"/>
                </a:lnTo>
                <a:lnTo>
                  <a:pt x="144780" y="65532"/>
                </a:lnTo>
                <a:lnTo>
                  <a:pt x="138684" y="71628"/>
                </a:lnTo>
                <a:lnTo>
                  <a:pt x="62484" y="71628"/>
                </a:lnTo>
                <a:lnTo>
                  <a:pt x="62484" y="48768"/>
                </a:lnTo>
                <a:lnTo>
                  <a:pt x="54864" y="48768"/>
                </a:lnTo>
                <a:lnTo>
                  <a:pt x="54864" y="71628"/>
                </a:lnTo>
                <a:lnTo>
                  <a:pt x="21336" y="71628"/>
                </a:lnTo>
                <a:lnTo>
                  <a:pt x="21336" y="74676"/>
                </a:lnTo>
                <a:lnTo>
                  <a:pt x="28956" y="77724"/>
                </a:lnTo>
                <a:lnTo>
                  <a:pt x="33528" y="80772"/>
                </a:lnTo>
                <a:lnTo>
                  <a:pt x="42672" y="85344"/>
                </a:lnTo>
                <a:lnTo>
                  <a:pt x="47244" y="89916"/>
                </a:lnTo>
                <a:lnTo>
                  <a:pt x="50292" y="94488"/>
                </a:lnTo>
                <a:lnTo>
                  <a:pt x="57912" y="102108"/>
                </a:lnTo>
                <a:lnTo>
                  <a:pt x="59436" y="106680"/>
                </a:lnTo>
                <a:lnTo>
                  <a:pt x="62484" y="106680"/>
                </a:lnTo>
                <a:lnTo>
                  <a:pt x="62484" y="89916"/>
                </a:lnTo>
                <a:lnTo>
                  <a:pt x="144780" y="89916"/>
                </a:lnTo>
                <a:lnTo>
                  <a:pt x="150876" y="86868"/>
                </a:lnTo>
                <a:lnTo>
                  <a:pt x="153924" y="83820"/>
                </a:lnTo>
                <a:lnTo>
                  <a:pt x="155448" y="80772"/>
                </a:lnTo>
                <a:lnTo>
                  <a:pt x="158496" y="77724"/>
                </a:lnTo>
                <a:lnTo>
                  <a:pt x="158496" y="65532"/>
                </a:lnTo>
                <a:close/>
              </a:path>
              <a:path extrusionOk="0" h="731520" w="192404">
                <a:moveTo>
                  <a:pt x="158508" y="265176"/>
                </a:moveTo>
                <a:lnTo>
                  <a:pt x="156984" y="257556"/>
                </a:lnTo>
                <a:lnTo>
                  <a:pt x="152349" y="249872"/>
                </a:lnTo>
                <a:lnTo>
                  <a:pt x="150888" y="248158"/>
                </a:lnTo>
                <a:lnTo>
                  <a:pt x="150888" y="269748"/>
                </a:lnTo>
                <a:lnTo>
                  <a:pt x="149999" y="277177"/>
                </a:lnTo>
                <a:lnTo>
                  <a:pt x="118313" y="299466"/>
                </a:lnTo>
                <a:lnTo>
                  <a:pt x="97548" y="301752"/>
                </a:lnTo>
                <a:lnTo>
                  <a:pt x="88404" y="301752"/>
                </a:lnTo>
                <a:lnTo>
                  <a:pt x="59448" y="280416"/>
                </a:lnTo>
                <a:lnTo>
                  <a:pt x="59448" y="269748"/>
                </a:lnTo>
                <a:lnTo>
                  <a:pt x="99898" y="246202"/>
                </a:lnTo>
                <a:lnTo>
                  <a:pt x="112788" y="245364"/>
                </a:lnTo>
                <a:lnTo>
                  <a:pt x="122453" y="245922"/>
                </a:lnTo>
                <a:lnTo>
                  <a:pt x="150888" y="269748"/>
                </a:lnTo>
                <a:lnTo>
                  <a:pt x="150888" y="248158"/>
                </a:lnTo>
                <a:lnTo>
                  <a:pt x="117360" y="227457"/>
                </a:lnTo>
                <a:lnTo>
                  <a:pt x="103644" y="225552"/>
                </a:lnTo>
                <a:lnTo>
                  <a:pt x="93903" y="226390"/>
                </a:lnTo>
                <a:lnTo>
                  <a:pt x="61988" y="245364"/>
                </a:lnTo>
                <a:lnTo>
                  <a:pt x="56388" y="253746"/>
                </a:lnTo>
                <a:lnTo>
                  <a:pt x="52959" y="263461"/>
                </a:lnTo>
                <a:lnTo>
                  <a:pt x="52946" y="263652"/>
                </a:lnTo>
                <a:lnTo>
                  <a:pt x="51816" y="274320"/>
                </a:lnTo>
                <a:lnTo>
                  <a:pt x="51816" y="281940"/>
                </a:lnTo>
                <a:lnTo>
                  <a:pt x="57924" y="297180"/>
                </a:lnTo>
                <a:lnTo>
                  <a:pt x="92976" y="320230"/>
                </a:lnTo>
                <a:lnTo>
                  <a:pt x="106692" y="321564"/>
                </a:lnTo>
                <a:lnTo>
                  <a:pt x="115785" y="320979"/>
                </a:lnTo>
                <a:lnTo>
                  <a:pt x="149364" y="301752"/>
                </a:lnTo>
                <a:lnTo>
                  <a:pt x="153936" y="294894"/>
                </a:lnTo>
                <a:lnTo>
                  <a:pt x="157365" y="285178"/>
                </a:lnTo>
                <a:lnTo>
                  <a:pt x="158508" y="274320"/>
                </a:lnTo>
                <a:lnTo>
                  <a:pt x="158508" y="265176"/>
                </a:lnTo>
                <a:close/>
              </a:path>
              <a:path extrusionOk="0" h="731520" w="192404">
                <a:moveTo>
                  <a:pt x="192024" y="33528"/>
                </a:moveTo>
                <a:lnTo>
                  <a:pt x="176784" y="9144"/>
                </a:lnTo>
                <a:lnTo>
                  <a:pt x="170688" y="3048"/>
                </a:lnTo>
                <a:lnTo>
                  <a:pt x="164592" y="0"/>
                </a:lnTo>
                <a:lnTo>
                  <a:pt x="149352" y="0"/>
                </a:lnTo>
                <a:lnTo>
                  <a:pt x="140208" y="6096"/>
                </a:lnTo>
                <a:lnTo>
                  <a:pt x="134112" y="15240"/>
                </a:lnTo>
                <a:lnTo>
                  <a:pt x="134112" y="24384"/>
                </a:lnTo>
                <a:lnTo>
                  <a:pt x="135636" y="27432"/>
                </a:lnTo>
                <a:lnTo>
                  <a:pt x="140208" y="32004"/>
                </a:lnTo>
                <a:lnTo>
                  <a:pt x="143256" y="33528"/>
                </a:lnTo>
                <a:lnTo>
                  <a:pt x="153924" y="33528"/>
                </a:lnTo>
                <a:lnTo>
                  <a:pt x="155448" y="30480"/>
                </a:lnTo>
                <a:lnTo>
                  <a:pt x="156972" y="28956"/>
                </a:lnTo>
                <a:lnTo>
                  <a:pt x="158496" y="25869"/>
                </a:lnTo>
                <a:lnTo>
                  <a:pt x="158496" y="18288"/>
                </a:lnTo>
                <a:lnTo>
                  <a:pt x="155448" y="15240"/>
                </a:lnTo>
                <a:lnTo>
                  <a:pt x="155448" y="12192"/>
                </a:lnTo>
                <a:lnTo>
                  <a:pt x="156972" y="12192"/>
                </a:lnTo>
                <a:lnTo>
                  <a:pt x="158496" y="10668"/>
                </a:lnTo>
                <a:lnTo>
                  <a:pt x="166116" y="10668"/>
                </a:lnTo>
                <a:lnTo>
                  <a:pt x="170688" y="13716"/>
                </a:lnTo>
                <a:lnTo>
                  <a:pt x="176784" y="16764"/>
                </a:lnTo>
                <a:lnTo>
                  <a:pt x="181356" y="21336"/>
                </a:lnTo>
                <a:lnTo>
                  <a:pt x="187452" y="33528"/>
                </a:lnTo>
                <a:lnTo>
                  <a:pt x="192024" y="335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37" name="Google Shape;1837;p32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5297423" y="5946648"/>
            <a:ext cx="137160" cy="266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38" name="Google Shape;1838;p32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5276088" y="5573267"/>
            <a:ext cx="158495" cy="3124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839" name="Google Shape;1839;p32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5276088" y="4515611"/>
            <a:ext cx="202692" cy="9921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40" name="Google Shape;1840;p32"/>
          <p:cNvGrpSpPr/>
          <p:nvPr/>
        </p:nvGrpSpPr>
        <p:grpSpPr>
          <a:xfrm>
            <a:off x="5276088" y="3826764"/>
            <a:ext cx="158877" cy="624839"/>
            <a:chOff x="5276088" y="3826764"/>
            <a:chExt cx="158877" cy="624839"/>
          </a:xfrm>
        </p:grpSpPr>
        <p:pic>
          <p:nvPicPr>
            <p:cNvPr id="1841" name="Google Shape;1841;p32"/>
            <p:cNvPicPr preferRelativeResize="0"/>
            <p:nvPr/>
          </p:nvPicPr>
          <p:blipFill rotWithShape="1">
            <a:blip r:embed="rId85">
              <a:alphaModFix/>
            </a:blip>
            <a:srcRect b="0" l="0" r="0" t="0"/>
            <a:stretch/>
          </p:blipFill>
          <p:spPr>
            <a:xfrm>
              <a:off x="5276088" y="4023360"/>
              <a:ext cx="158496" cy="4282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42" name="Google Shape;1842;p32"/>
            <p:cNvSpPr/>
            <p:nvPr/>
          </p:nvSpPr>
          <p:spPr>
            <a:xfrm>
              <a:off x="5410200" y="3826764"/>
              <a:ext cx="24765" cy="170815"/>
            </a:xfrm>
            <a:custGeom>
              <a:rect b="b" l="l" r="r" t="t"/>
              <a:pathLst>
                <a:path extrusionOk="0" h="170814" w="24764">
                  <a:moveTo>
                    <a:pt x="15240" y="170688"/>
                  </a:moveTo>
                  <a:lnTo>
                    <a:pt x="9144" y="170688"/>
                  </a:lnTo>
                  <a:lnTo>
                    <a:pt x="6096" y="169164"/>
                  </a:lnTo>
                  <a:lnTo>
                    <a:pt x="1524" y="164592"/>
                  </a:lnTo>
                  <a:lnTo>
                    <a:pt x="0" y="161544"/>
                  </a:lnTo>
                  <a:lnTo>
                    <a:pt x="0" y="155448"/>
                  </a:lnTo>
                  <a:lnTo>
                    <a:pt x="3048" y="149352"/>
                  </a:lnTo>
                  <a:lnTo>
                    <a:pt x="9144" y="146304"/>
                  </a:lnTo>
                  <a:lnTo>
                    <a:pt x="15240" y="146304"/>
                  </a:lnTo>
                  <a:lnTo>
                    <a:pt x="21336" y="149352"/>
                  </a:lnTo>
                  <a:lnTo>
                    <a:pt x="24384" y="155448"/>
                  </a:lnTo>
                  <a:lnTo>
                    <a:pt x="24384" y="161544"/>
                  </a:lnTo>
                  <a:lnTo>
                    <a:pt x="22860" y="164592"/>
                  </a:lnTo>
                  <a:lnTo>
                    <a:pt x="18288" y="169164"/>
                  </a:lnTo>
                  <a:lnTo>
                    <a:pt x="15240" y="170688"/>
                  </a:lnTo>
                  <a:close/>
                </a:path>
                <a:path extrusionOk="0" h="170814" w="24764">
                  <a:moveTo>
                    <a:pt x="15240" y="97536"/>
                  </a:moveTo>
                  <a:lnTo>
                    <a:pt x="9144" y="97536"/>
                  </a:lnTo>
                  <a:lnTo>
                    <a:pt x="6096" y="96012"/>
                  </a:lnTo>
                  <a:lnTo>
                    <a:pt x="1524" y="91440"/>
                  </a:lnTo>
                  <a:lnTo>
                    <a:pt x="0" y="88392"/>
                  </a:lnTo>
                  <a:lnTo>
                    <a:pt x="0" y="82296"/>
                  </a:lnTo>
                  <a:lnTo>
                    <a:pt x="3048" y="76200"/>
                  </a:lnTo>
                  <a:lnTo>
                    <a:pt x="9144" y="73152"/>
                  </a:lnTo>
                  <a:lnTo>
                    <a:pt x="15240" y="73152"/>
                  </a:lnTo>
                  <a:lnTo>
                    <a:pt x="21336" y="76200"/>
                  </a:lnTo>
                  <a:lnTo>
                    <a:pt x="24384" y="82296"/>
                  </a:lnTo>
                  <a:lnTo>
                    <a:pt x="24384" y="88392"/>
                  </a:lnTo>
                  <a:lnTo>
                    <a:pt x="22860" y="91440"/>
                  </a:lnTo>
                  <a:lnTo>
                    <a:pt x="18288" y="96012"/>
                  </a:lnTo>
                  <a:lnTo>
                    <a:pt x="15240" y="97536"/>
                  </a:lnTo>
                  <a:close/>
                </a:path>
                <a:path extrusionOk="0" h="170814" w="24764">
                  <a:moveTo>
                    <a:pt x="15240" y="24384"/>
                  </a:moveTo>
                  <a:lnTo>
                    <a:pt x="9144" y="24384"/>
                  </a:lnTo>
                  <a:lnTo>
                    <a:pt x="3048" y="21336"/>
                  </a:lnTo>
                  <a:lnTo>
                    <a:pt x="0" y="15240"/>
                  </a:lnTo>
                  <a:lnTo>
                    <a:pt x="0" y="9144"/>
                  </a:lnTo>
                  <a:lnTo>
                    <a:pt x="3048" y="3048"/>
                  </a:lnTo>
                  <a:lnTo>
                    <a:pt x="9144" y="0"/>
                  </a:lnTo>
                  <a:lnTo>
                    <a:pt x="15240" y="0"/>
                  </a:lnTo>
                  <a:lnTo>
                    <a:pt x="21336" y="3048"/>
                  </a:lnTo>
                  <a:lnTo>
                    <a:pt x="24384" y="9144"/>
                  </a:lnTo>
                  <a:lnTo>
                    <a:pt x="24384" y="15240"/>
                  </a:lnTo>
                  <a:lnTo>
                    <a:pt x="22860" y="18288"/>
                  </a:lnTo>
                  <a:lnTo>
                    <a:pt x="18288" y="22860"/>
                  </a:lnTo>
                  <a:lnTo>
                    <a:pt x="15240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843" name="Google Shape;1843;p32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5542788" y="8593835"/>
            <a:ext cx="202687" cy="96926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44" name="Google Shape;1844;p32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5542787" y="7559040"/>
            <a:ext cx="202662" cy="966215"/>
          </a:xfrm>
          <a:prstGeom prst="rect">
            <a:avLst/>
          </a:prstGeom>
          <a:noFill/>
          <a:ln>
            <a:noFill/>
          </a:ln>
        </p:spPr>
      </p:pic>
      <p:pic>
        <p:nvPicPr>
          <p:cNvPr id="1845" name="Google Shape;1845;p32"/>
          <p:cNvPicPr preferRelativeResize="0"/>
          <p:nvPr/>
        </p:nvPicPr>
        <p:blipFill rotWithShape="1">
          <a:blip r:embed="rId88">
            <a:alphaModFix/>
          </a:blip>
          <a:srcRect b="0" l="0" r="0" t="0"/>
          <a:stretch/>
        </p:blipFill>
        <p:spPr>
          <a:xfrm>
            <a:off x="5542787" y="6484619"/>
            <a:ext cx="158496" cy="100888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46" name="Google Shape;1846;p32"/>
          <p:cNvPicPr preferRelativeResize="0"/>
          <p:nvPr/>
        </p:nvPicPr>
        <p:blipFill rotWithShape="1">
          <a:blip r:embed="rId89">
            <a:alphaModFix/>
          </a:blip>
          <a:srcRect b="0" l="0" r="0" t="0"/>
          <a:stretch/>
        </p:blipFill>
        <p:spPr>
          <a:xfrm>
            <a:off x="5564123" y="5579364"/>
            <a:ext cx="181356" cy="83362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47" name="Google Shape;1847;p32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5809488" y="8522208"/>
            <a:ext cx="158495" cy="10347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48" name="Google Shape;1848;p32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1849" name="Google Shape;1849;p32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50" name="Google Shape;1850;p32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851" name="Google Shape;1851;p32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2" name="Google Shape;1852;p32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3" name="Google Shape;1853;p32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6655307" y="1824227"/>
            <a:ext cx="117348" cy="16611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57" name="Shape 1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8" name="Google Shape;1858;p33"/>
          <p:cNvGrpSpPr/>
          <p:nvPr/>
        </p:nvGrpSpPr>
        <p:grpSpPr>
          <a:xfrm>
            <a:off x="851916" y="6655307"/>
            <a:ext cx="447936" cy="2228216"/>
            <a:chOff x="851916" y="6655307"/>
            <a:chExt cx="447936" cy="2228216"/>
          </a:xfrm>
        </p:grpSpPr>
        <p:sp>
          <p:nvSpPr>
            <p:cNvPr id="1859" name="Google Shape;1859;p33"/>
            <p:cNvSpPr/>
            <p:nvPr/>
          </p:nvSpPr>
          <p:spPr>
            <a:xfrm>
              <a:off x="867156" y="8087868"/>
              <a:ext cx="334010" cy="795655"/>
            </a:xfrm>
            <a:custGeom>
              <a:rect b="b" l="l" r="r" t="t"/>
              <a:pathLst>
                <a:path extrusionOk="0" h="795654" w="334009">
                  <a:moveTo>
                    <a:pt x="327647" y="655320"/>
                  </a:moveTo>
                  <a:lnTo>
                    <a:pt x="320027" y="655320"/>
                  </a:lnTo>
                  <a:lnTo>
                    <a:pt x="320027" y="667512"/>
                  </a:lnTo>
                  <a:lnTo>
                    <a:pt x="320027" y="675132"/>
                  </a:lnTo>
                  <a:lnTo>
                    <a:pt x="291071" y="701611"/>
                  </a:lnTo>
                  <a:lnTo>
                    <a:pt x="269735" y="702564"/>
                  </a:lnTo>
                  <a:lnTo>
                    <a:pt x="57899" y="702564"/>
                  </a:lnTo>
                  <a:lnTo>
                    <a:pt x="19799" y="696468"/>
                  </a:lnTo>
                  <a:lnTo>
                    <a:pt x="7620" y="667512"/>
                  </a:lnTo>
                  <a:lnTo>
                    <a:pt x="7620" y="655320"/>
                  </a:lnTo>
                  <a:lnTo>
                    <a:pt x="0" y="655320"/>
                  </a:lnTo>
                  <a:lnTo>
                    <a:pt x="0" y="795528"/>
                  </a:lnTo>
                  <a:lnTo>
                    <a:pt x="7620" y="795528"/>
                  </a:lnTo>
                  <a:lnTo>
                    <a:pt x="7620" y="775716"/>
                  </a:lnTo>
                  <a:lnTo>
                    <a:pt x="9144" y="768096"/>
                  </a:lnTo>
                  <a:lnTo>
                    <a:pt x="46240" y="748334"/>
                  </a:lnTo>
                  <a:lnTo>
                    <a:pt x="269735" y="748284"/>
                  </a:lnTo>
                  <a:lnTo>
                    <a:pt x="283413" y="748601"/>
                  </a:lnTo>
                  <a:lnTo>
                    <a:pt x="319201" y="773887"/>
                  </a:lnTo>
                  <a:lnTo>
                    <a:pt x="320027" y="783336"/>
                  </a:lnTo>
                  <a:lnTo>
                    <a:pt x="320027" y="795528"/>
                  </a:lnTo>
                  <a:lnTo>
                    <a:pt x="327647" y="795528"/>
                  </a:lnTo>
                  <a:lnTo>
                    <a:pt x="327647" y="655320"/>
                  </a:lnTo>
                  <a:close/>
                </a:path>
                <a:path extrusionOk="0" h="795654" w="334009">
                  <a:moveTo>
                    <a:pt x="327660" y="68580"/>
                  </a:moveTo>
                  <a:lnTo>
                    <a:pt x="320027" y="68580"/>
                  </a:lnTo>
                  <a:lnTo>
                    <a:pt x="320027" y="79248"/>
                  </a:lnTo>
                  <a:lnTo>
                    <a:pt x="319443" y="88709"/>
                  </a:lnTo>
                  <a:lnTo>
                    <a:pt x="284289" y="115277"/>
                  </a:lnTo>
                  <a:lnTo>
                    <a:pt x="269748" y="115824"/>
                  </a:lnTo>
                  <a:lnTo>
                    <a:pt x="19812" y="115824"/>
                  </a:lnTo>
                  <a:lnTo>
                    <a:pt x="19812" y="68580"/>
                  </a:lnTo>
                  <a:lnTo>
                    <a:pt x="20116" y="58864"/>
                  </a:lnTo>
                  <a:lnTo>
                    <a:pt x="40690" y="19862"/>
                  </a:lnTo>
                  <a:lnTo>
                    <a:pt x="76200" y="9144"/>
                  </a:lnTo>
                  <a:lnTo>
                    <a:pt x="76200" y="0"/>
                  </a:lnTo>
                  <a:lnTo>
                    <a:pt x="0" y="3048"/>
                  </a:lnTo>
                  <a:lnTo>
                    <a:pt x="0" y="271272"/>
                  </a:lnTo>
                  <a:lnTo>
                    <a:pt x="76200" y="274320"/>
                  </a:lnTo>
                  <a:lnTo>
                    <a:pt x="76200" y="265176"/>
                  </a:lnTo>
                  <a:lnTo>
                    <a:pt x="65354" y="263728"/>
                  </a:lnTo>
                  <a:lnTo>
                    <a:pt x="55816" y="261556"/>
                  </a:lnTo>
                  <a:lnTo>
                    <a:pt x="22860" y="233172"/>
                  </a:lnTo>
                  <a:lnTo>
                    <a:pt x="19812" y="199644"/>
                  </a:lnTo>
                  <a:lnTo>
                    <a:pt x="19812" y="161544"/>
                  </a:lnTo>
                  <a:lnTo>
                    <a:pt x="269748" y="161544"/>
                  </a:lnTo>
                  <a:lnTo>
                    <a:pt x="283171" y="161836"/>
                  </a:lnTo>
                  <a:lnTo>
                    <a:pt x="319176" y="186905"/>
                  </a:lnTo>
                  <a:lnTo>
                    <a:pt x="320027" y="196596"/>
                  </a:lnTo>
                  <a:lnTo>
                    <a:pt x="320027" y="208788"/>
                  </a:lnTo>
                  <a:lnTo>
                    <a:pt x="327660" y="208788"/>
                  </a:lnTo>
                  <a:lnTo>
                    <a:pt x="327660" y="68580"/>
                  </a:lnTo>
                  <a:close/>
                </a:path>
                <a:path extrusionOk="0" h="795654" w="334009">
                  <a:moveTo>
                    <a:pt x="333756" y="339852"/>
                  </a:moveTo>
                  <a:lnTo>
                    <a:pt x="57912" y="339852"/>
                  </a:lnTo>
                  <a:lnTo>
                    <a:pt x="44475" y="339547"/>
                  </a:lnTo>
                  <a:lnTo>
                    <a:pt x="8470" y="314261"/>
                  </a:lnTo>
                  <a:lnTo>
                    <a:pt x="7620" y="304800"/>
                  </a:lnTo>
                  <a:lnTo>
                    <a:pt x="7620" y="292608"/>
                  </a:lnTo>
                  <a:lnTo>
                    <a:pt x="0" y="292608"/>
                  </a:lnTo>
                  <a:lnTo>
                    <a:pt x="0" y="408432"/>
                  </a:lnTo>
                  <a:lnTo>
                    <a:pt x="7620" y="408432"/>
                  </a:lnTo>
                  <a:lnTo>
                    <a:pt x="7620" y="396240"/>
                  </a:lnTo>
                  <a:lnTo>
                    <a:pt x="8204" y="387438"/>
                  </a:lnTo>
                  <a:lnTo>
                    <a:pt x="43357" y="361505"/>
                  </a:lnTo>
                  <a:lnTo>
                    <a:pt x="57912" y="361188"/>
                  </a:lnTo>
                  <a:lnTo>
                    <a:pt x="245364" y="361188"/>
                  </a:lnTo>
                  <a:lnTo>
                    <a:pt x="0" y="562356"/>
                  </a:lnTo>
                  <a:lnTo>
                    <a:pt x="0" y="650748"/>
                  </a:lnTo>
                  <a:lnTo>
                    <a:pt x="10668" y="650748"/>
                  </a:lnTo>
                  <a:lnTo>
                    <a:pt x="10668" y="633984"/>
                  </a:lnTo>
                  <a:lnTo>
                    <a:pt x="15240" y="620268"/>
                  </a:lnTo>
                  <a:lnTo>
                    <a:pt x="42672" y="586740"/>
                  </a:lnTo>
                  <a:lnTo>
                    <a:pt x="269748" y="586740"/>
                  </a:lnTo>
                  <a:lnTo>
                    <a:pt x="312318" y="596722"/>
                  </a:lnTo>
                  <a:lnTo>
                    <a:pt x="320040" y="621792"/>
                  </a:lnTo>
                  <a:lnTo>
                    <a:pt x="320040" y="633984"/>
                  </a:lnTo>
                  <a:lnTo>
                    <a:pt x="327660" y="633984"/>
                  </a:lnTo>
                  <a:lnTo>
                    <a:pt x="327660" y="518160"/>
                  </a:lnTo>
                  <a:lnTo>
                    <a:pt x="320040" y="518160"/>
                  </a:lnTo>
                  <a:lnTo>
                    <a:pt x="320040" y="530352"/>
                  </a:lnTo>
                  <a:lnTo>
                    <a:pt x="319443" y="538949"/>
                  </a:lnTo>
                  <a:lnTo>
                    <a:pt x="284289" y="564883"/>
                  </a:lnTo>
                  <a:lnTo>
                    <a:pt x="269748" y="565404"/>
                  </a:lnTo>
                  <a:lnTo>
                    <a:pt x="68580" y="565404"/>
                  </a:lnTo>
                  <a:lnTo>
                    <a:pt x="333756" y="348996"/>
                  </a:lnTo>
                  <a:lnTo>
                    <a:pt x="333756" y="33985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60" name="Google Shape;1860;p33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67785" y="7906511"/>
              <a:ext cx="233126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61" name="Google Shape;1861;p33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00683" y="6914387"/>
              <a:ext cx="399169" cy="9601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62" name="Google Shape;1862;p33"/>
            <p:cNvSpPr/>
            <p:nvPr/>
          </p:nvSpPr>
          <p:spPr>
            <a:xfrm>
              <a:off x="851916" y="6655307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7451" y="74676"/>
                  </a:lnTo>
                  <a:lnTo>
                    <a:pt x="61912" y="74866"/>
                  </a:lnTo>
                  <a:lnTo>
                    <a:pt x="52030" y="75318"/>
                  </a:lnTo>
                  <a:lnTo>
                    <a:pt x="46402" y="76104"/>
                  </a:lnTo>
                  <a:lnTo>
                    <a:pt x="46005" y="76104"/>
                  </a:lnTo>
                  <a:lnTo>
                    <a:pt x="36576" y="79248"/>
                  </a:lnTo>
                  <a:lnTo>
                    <a:pt x="35052" y="82296"/>
                  </a:lnTo>
                  <a:lnTo>
                    <a:pt x="32004" y="8382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1551"/>
                  </a:lnTo>
                  <a:lnTo>
                    <a:pt x="155447" y="199644"/>
                  </a:lnTo>
                  <a:lnTo>
                    <a:pt x="125920" y="165544"/>
                  </a:lnTo>
                  <a:lnTo>
                    <a:pt x="116000" y="124968"/>
                  </a:lnTo>
                  <a:lnTo>
                    <a:pt x="115933" y="122110"/>
                  </a:lnTo>
                  <a:lnTo>
                    <a:pt x="116946" y="109728"/>
                  </a:lnTo>
                  <a:lnTo>
                    <a:pt x="116990" y="109180"/>
                  </a:lnTo>
                  <a:lnTo>
                    <a:pt x="120586" y="96202"/>
                  </a:lnTo>
                  <a:lnTo>
                    <a:pt x="126753" y="84653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6104"/>
                  </a:lnTo>
                  <a:lnTo>
                    <a:pt x="172592" y="78105"/>
                  </a:lnTo>
                  <a:lnTo>
                    <a:pt x="138683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49352" y="163068"/>
                  </a:lnTo>
                  <a:lnTo>
                    <a:pt x="199929" y="182999"/>
                  </a:lnTo>
                  <a:lnTo>
                    <a:pt x="222503" y="184404"/>
                  </a:lnTo>
                  <a:lnTo>
                    <a:pt x="334112" y="184404"/>
                  </a:lnTo>
                  <a:lnTo>
                    <a:pt x="331636" y="188404"/>
                  </a:lnTo>
                  <a:lnTo>
                    <a:pt x="318515" y="202692"/>
                  </a:lnTo>
                  <a:lnTo>
                    <a:pt x="302537" y="213812"/>
                  </a:lnTo>
                  <a:lnTo>
                    <a:pt x="284416" y="221932"/>
                  </a:lnTo>
                  <a:lnTo>
                    <a:pt x="264487" y="226861"/>
                  </a:lnTo>
                  <a:lnTo>
                    <a:pt x="264914" y="226861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4112" y="184404"/>
                  </a:moveTo>
                  <a:lnTo>
                    <a:pt x="222503" y="184404"/>
                  </a:lnTo>
                  <a:lnTo>
                    <a:pt x="245959" y="183213"/>
                  </a:lnTo>
                  <a:lnTo>
                    <a:pt x="266128" y="179451"/>
                  </a:lnTo>
                  <a:lnTo>
                    <a:pt x="308300" y="152495"/>
                  </a:lnTo>
                  <a:lnTo>
                    <a:pt x="323088" y="117348"/>
                  </a:lnTo>
                  <a:lnTo>
                    <a:pt x="321723" y="106680"/>
                  </a:lnTo>
                  <a:lnTo>
                    <a:pt x="321659" y="106179"/>
                  </a:lnTo>
                  <a:lnTo>
                    <a:pt x="317372" y="95440"/>
                  </a:lnTo>
                  <a:lnTo>
                    <a:pt x="310229" y="84986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6680"/>
                  </a:lnTo>
                  <a:lnTo>
                    <a:pt x="348996" y="138684"/>
                  </a:lnTo>
                  <a:lnTo>
                    <a:pt x="347019" y="156400"/>
                  </a:lnTo>
                  <a:lnTo>
                    <a:pt x="341235" y="172831"/>
                  </a:lnTo>
                  <a:lnTo>
                    <a:pt x="341185" y="172974"/>
                  </a:lnTo>
                  <a:lnTo>
                    <a:pt x="334112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863" name="Google Shape;1863;p33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851916" y="4158996"/>
            <a:ext cx="348996" cy="2357628"/>
          </a:xfrm>
          <a:prstGeom prst="rect">
            <a:avLst/>
          </a:prstGeom>
          <a:noFill/>
          <a:ln>
            <a:noFill/>
          </a:ln>
        </p:spPr>
      </p:pic>
      <p:sp>
        <p:nvSpPr>
          <p:cNvPr id="1864" name="Google Shape;1864;p33"/>
          <p:cNvSpPr/>
          <p:nvPr/>
        </p:nvSpPr>
        <p:spPr>
          <a:xfrm>
            <a:off x="981455" y="3747515"/>
            <a:ext cx="20320" cy="260985"/>
          </a:xfrm>
          <a:custGeom>
            <a:rect b="b" l="l" r="r" t="t"/>
            <a:pathLst>
              <a:path extrusionOk="0" h="260985" w="20319">
                <a:moveTo>
                  <a:pt x="19812" y="260604"/>
                </a:moveTo>
                <a:lnTo>
                  <a:pt x="0" y="260604"/>
                </a:lnTo>
                <a:lnTo>
                  <a:pt x="0" y="0"/>
                </a:lnTo>
                <a:lnTo>
                  <a:pt x="19812" y="0"/>
                </a:lnTo>
                <a:lnTo>
                  <a:pt x="19812" y="26060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5" name="Google Shape;1865;p33"/>
          <p:cNvSpPr/>
          <p:nvPr/>
        </p:nvSpPr>
        <p:spPr>
          <a:xfrm>
            <a:off x="1060704" y="3747515"/>
            <a:ext cx="20320" cy="260985"/>
          </a:xfrm>
          <a:custGeom>
            <a:rect b="b" l="l" r="r" t="t"/>
            <a:pathLst>
              <a:path extrusionOk="0" h="260985" w="20319">
                <a:moveTo>
                  <a:pt x="19812" y="260604"/>
                </a:moveTo>
                <a:lnTo>
                  <a:pt x="0" y="260604"/>
                </a:lnTo>
                <a:lnTo>
                  <a:pt x="0" y="0"/>
                </a:lnTo>
                <a:lnTo>
                  <a:pt x="19812" y="0"/>
                </a:lnTo>
                <a:lnTo>
                  <a:pt x="19812" y="26060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66" name="Google Shape;1866;p33"/>
          <p:cNvGrpSpPr/>
          <p:nvPr/>
        </p:nvGrpSpPr>
        <p:grpSpPr>
          <a:xfrm>
            <a:off x="851916" y="2721863"/>
            <a:ext cx="348996" cy="884047"/>
            <a:chOff x="851916" y="2721863"/>
            <a:chExt cx="348996" cy="884047"/>
          </a:xfrm>
        </p:grpSpPr>
        <p:sp>
          <p:nvSpPr>
            <p:cNvPr id="1867" name="Google Shape;1867;p33"/>
            <p:cNvSpPr/>
            <p:nvPr/>
          </p:nvSpPr>
          <p:spPr>
            <a:xfrm>
              <a:off x="867156" y="3465575"/>
              <a:ext cx="327660" cy="140335"/>
            </a:xfrm>
            <a:custGeom>
              <a:rect b="b" l="l" r="r" t="t"/>
              <a:pathLst>
                <a:path extrusionOk="0" h="140335" w="327659">
                  <a:moveTo>
                    <a:pt x="327659" y="140208"/>
                  </a:moveTo>
                  <a:lnTo>
                    <a:pt x="320039" y="140208"/>
                  </a:lnTo>
                  <a:lnTo>
                    <a:pt x="320039" y="128016"/>
                  </a:lnTo>
                  <a:lnTo>
                    <a:pt x="319206" y="118562"/>
                  </a:lnTo>
                  <a:lnTo>
                    <a:pt x="283416" y="93273"/>
                  </a:lnTo>
                  <a:lnTo>
                    <a:pt x="269747" y="92964"/>
                  </a:lnTo>
                  <a:lnTo>
                    <a:pt x="57911" y="92964"/>
                  </a:lnTo>
                  <a:lnTo>
                    <a:pt x="19811" y="97536"/>
                  </a:lnTo>
                  <a:lnTo>
                    <a:pt x="13715" y="106680"/>
                  </a:lnTo>
                  <a:lnTo>
                    <a:pt x="9143" y="112776"/>
                  </a:lnTo>
                  <a:lnTo>
                    <a:pt x="7619" y="120396"/>
                  </a:lnTo>
                  <a:lnTo>
                    <a:pt x="7619" y="140208"/>
                  </a:lnTo>
                  <a:lnTo>
                    <a:pt x="0" y="140208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2192"/>
                  </a:lnTo>
                  <a:lnTo>
                    <a:pt x="8453" y="21645"/>
                  </a:lnTo>
                  <a:lnTo>
                    <a:pt x="44243" y="46934"/>
                  </a:lnTo>
                  <a:lnTo>
                    <a:pt x="57911" y="47244"/>
                  </a:lnTo>
                  <a:lnTo>
                    <a:pt x="269747" y="47244"/>
                  </a:lnTo>
                  <a:lnTo>
                    <a:pt x="307847" y="42672"/>
                  </a:lnTo>
                  <a:lnTo>
                    <a:pt x="313943" y="33528"/>
                  </a:lnTo>
                  <a:lnTo>
                    <a:pt x="318515" y="27432"/>
                  </a:lnTo>
                  <a:lnTo>
                    <a:pt x="320039" y="19812"/>
                  </a:lnTo>
                  <a:lnTo>
                    <a:pt x="320039" y="12192"/>
                  </a:lnTo>
                  <a:lnTo>
                    <a:pt x="320039" y="0"/>
                  </a:lnTo>
                  <a:lnTo>
                    <a:pt x="327659" y="0"/>
                  </a:lnTo>
                  <a:lnTo>
                    <a:pt x="327659" y="1402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68" name="Google Shape;1868;p3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967739" y="3206496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69" name="Google Shape;1869;p33"/>
            <p:cNvSpPr/>
            <p:nvPr/>
          </p:nvSpPr>
          <p:spPr>
            <a:xfrm>
              <a:off x="900683" y="3064763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3652" y="22859"/>
                  </a:lnTo>
                  <a:lnTo>
                    <a:pt x="260604" y="16763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60127" y="4881"/>
                  </a:lnTo>
                  <a:lnTo>
                    <a:pt x="290107" y="32384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72795" y="96011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70" name="Google Shape;1870;p33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967740" y="2860547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1" name="Google Shape;1871;p33"/>
            <p:cNvSpPr/>
            <p:nvPr/>
          </p:nvSpPr>
          <p:spPr>
            <a:xfrm>
              <a:off x="851916" y="2721863"/>
              <a:ext cx="342900" cy="109855"/>
            </a:xfrm>
            <a:custGeom>
              <a:rect b="b" l="l" r="r" t="t"/>
              <a:pathLst>
                <a:path extrusionOk="0" h="109855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275" y="34790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7536"/>
                  </a:lnTo>
                  <a:lnTo>
                    <a:pt x="333756" y="89916"/>
                  </a:lnTo>
                  <a:lnTo>
                    <a:pt x="332232" y="86868"/>
                  </a:lnTo>
                  <a:lnTo>
                    <a:pt x="329184" y="82296"/>
                  </a:lnTo>
                  <a:lnTo>
                    <a:pt x="326136" y="79248"/>
                  </a:lnTo>
                  <a:lnTo>
                    <a:pt x="321563" y="77724"/>
                  </a:lnTo>
                  <a:lnTo>
                    <a:pt x="317039" y="75961"/>
                  </a:lnTo>
                  <a:lnTo>
                    <a:pt x="310514" y="75057"/>
                  </a:lnTo>
                  <a:lnTo>
                    <a:pt x="302275" y="74723"/>
                  </a:lnTo>
                  <a:lnTo>
                    <a:pt x="92964" y="74676"/>
                  </a:lnTo>
                  <a:lnTo>
                    <a:pt x="61912" y="74866"/>
                  </a:lnTo>
                  <a:lnTo>
                    <a:pt x="52030" y="75318"/>
                  </a:lnTo>
                  <a:lnTo>
                    <a:pt x="45719" y="76200"/>
                  </a:lnTo>
                  <a:lnTo>
                    <a:pt x="41148" y="76200"/>
                  </a:lnTo>
                  <a:lnTo>
                    <a:pt x="36576" y="79248"/>
                  </a:lnTo>
                  <a:lnTo>
                    <a:pt x="32004" y="8382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872" name="Google Shape;1872;p33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593848" y="6964680"/>
            <a:ext cx="1584959" cy="158648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73" name="Google Shape;1873;p3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385060" y="3172967"/>
            <a:ext cx="1588008" cy="160992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74" name="Google Shape;1874;p33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4378452" y="9381743"/>
            <a:ext cx="147828" cy="1798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75" name="Google Shape;1875;p33"/>
          <p:cNvGrpSpPr/>
          <p:nvPr/>
        </p:nvGrpSpPr>
        <p:grpSpPr>
          <a:xfrm>
            <a:off x="4375403" y="8820911"/>
            <a:ext cx="187960" cy="463803"/>
            <a:chOff x="4375403" y="8820911"/>
            <a:chExt cx="187960" cy="463803"/>
          </a:xfrm>
        </p:grpSpPr>
        <p:sp>
          <p:nvSpPr>
            <p:cNvPr id="1876" name="Google Shape;1876;p33"/>
            <p:cNvSpPr/>
            <p:nvPr/>
          </p:nvSpPr>
          <p:spPr>
            <a:xfrm>
              <a:off x="4375404" y="9226295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2"/>
                  </a:moveTo>
                  <a:lnTo>
                    <a:pt x="0" y="21336"/>
                  </a:lnTo>
                  <a:lnTo>
                    <a:pt x="0" y="18288"/>
                  </a:lnTo>
                  <a:lnTo>
                    <a:pt x="132588" y="18288"/>
                  </a:lnTo>
                  <a:lnTo>
                    <a:pt x="138684" y="16764"/>
                  </a:lnTo>
                  <a:lnTo>
                    <a:pt x="143256" y="16764"/>
                  </a:lnTo>
                  <a:lnTo>
                    <a:pt x="144780" y="15240"/>
                  </a:lnTo>
                  <a:lnTo>
                    <a:pt x="146304" y="12192"/>
                  </a:lnTo>
                  <a:lnTo>
                    <a:pt x="146304" y="10668"/>
                  </a:lnTo>
                  <a:lnTo>
                    <a:pt x="147828" y="6096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4"/>
                  </a:lnTo>
                  <a:lnTo>
                    <a:pt x="147828" y="54864"/>
                  </a:lnTo>
                  <a:lnTo>
                    <a:pt x="147828" y="47244"/>
                  </a:lnTo>
                  <a:lnTo>
                    <a:pt x="146304" y="42672"/>
                  </a:lnTo>
                  <a:lnTo>
                    <a:pt x="146304" y="41148"/>
                  </a:lnTo>
                  <a:lnTo>
                    <a:pt x="141732" y="36576"/>
                  </a:lnTo>
                  <a:lnTo>
                    <a:pt x="22860" y="36576"/>
                  </a:lnTo>
                  <a:lnTo>
                    <a:pt x="19812" y="38100"/>
                  </a:lnTo>
                  <a:lnTo>
                    <a:pt x="18288" y="38100"/>
                  </a:lnTo>
                  <a:lnTo>
                    <a:pt x="18288" y="39624"/>
                  </a:lnTo>
                  <a:lnTo>
                    <a:pt x="16764" y="41148"/>
                  </a:lnTo>
                  <a:lnTo>
                    <a:pt x="16764" y="50292"/>
                  </a:lnTo>
                  <a:lnTo>
                    <a:pt x="19812" y="56388"/>
                  </a:lnTo>
                  <a:lnTo>
                    <a:pt x="16764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77" name="Google Shape;1877;p33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4375403" y="8874251"/>
              <a:ext cx="152400" cy="3154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8" name="Google Shape;1878;p33"/>
            <p:cNvSpPr/>
            <p:nvPr/>
          </p:nvSpPr>
          <p:spPr>
            <a:xfrm>
              <a:off x="4504944" y="8820911"/>
              <a:ext cx="58419" cy="33655"/>
            </a:xfrm>
            <a:custGeom>
              <a:rect b="b" l="l" r="r" t="t"/>
              <a:pathLst>
                <a:path extrusionOk="0" h="33654" w="58420">
                  <a:moveTo>
                    <a:pt x="16764" y="33528"/>
                  </a:moveTo>
                  <a:lnTo>
                    <a:pt x="9144" y="33528"/>
                  </a:lnTo>
                  <a:lnTo>
                    <a:pt x="6096" y="32004"/>
                  </a:lnTo>
                  <a:lnTo>
                    <a:pt x="3048" y="28956"/>
                  </a:lnTo>
                  <a:lnTo>
                    <a:pt x="0" y="22860"/>
                  </a:lnTo>
                  <a:lnTo>
                    <a:pt x="0" y="13716"/>
                  </a:lnTo>
                  <a:lnTo>
                    <a:pt x="1524" y="9144"/>
                  </a:lnTo>
                  <a:lnTo>
                    <a:pt x="6096" y="6096"/>
                  </a:lnTo>
                  <a:lnTo>
                    <a:pt x="10668" y="1524"/>
                  </a:lnTo>
                  <a:lnTo>
                    <a:pt x="15240" y="0"/>
                  </a:lnTo>
                  <a:lnTo>
                    <a:pt x="28956" y="0"/>
                  </a:lnTo>
                  <a:lnTo>
                    <a:pt x="36576" y="3048"/>
                  </a:lnTo>
                  <a:lnTo>
                    <a:pt x="42672" y="7620"/>
                  </a:lnTo>
                  <a:lnTo>
                    <a:pt x="45350" y="10668"/>
                  </a:lnTo>
                  <a:lnTo>
                    <a:pt x="21336" y="10668"/>
                  </a:lnTo>
                  <a:lnTo>
                    <a:pt x="21336" y="15240"/>
                  </a:lnTo>
                  <a:lnTo>
                    <a:pt x="22860" y="18288"/>
                  </a:lnTo>
                  <a:lnTo>
                    <a:pt x="24384" y="19812"/>
                  </a:lnTo>
                  <a:lnTo>
                    <a:pt x="24384" y="25908"/>
                  </a:lnTo>
                  <a:lnTo>
                    <a:pt x="22860" y="27432"/>
                  </a:lnTo>
                  <a:lnTo>
                    <a:pt x="21336" y="30480"/>
                  </a:lnTo>
                  <a:lnTo>
                    <a:pt x="18288" y="32004"/>
                  </a:lnTo>
                  <a:lnTo>
                    <a:pt x="16764" y="33528"/>
                  </a:lnTo>
                  <a:close/>
                </a:path>
                <a:path extrusionOk="0" h="33654" w="58420">
                  <a:moveTo>
                    <a:pt x="57912" y="33528"/>
                  </a:moveTo>
                  <a:lnTo>
                    <a:pt x="53340" y="33528"/>
                  </a:lnTo>
                  <a:lnTo>
                    <a:pt x="50292" y="25908"/>
                  </a:lnTo>
                  <a:lnTo>
                    <a:pt x="47244" y="19812"/>
                  </a:lnTo>
                  <a:lnTo>
                    <a:pt x="41148" y="16764"/>
                  </a:lnTo>
                  <a:lnTo>
                    <a:pt x="36576" y="12192"/>
                  </a:lnTo>
                  <a:lnTo>
                    <a:pt x="30480" y="10668"/>
                  </a:lnTo>
                  <a:lnTo>
                    <a:pt x="45350" y="10668"/>
                  </a:lnTo>
                  <a:lnTo>
                    <a:pt x="46982" y="12525"/>
                  </a:lnTo>
                  <a:lnTo>
                    <a:pt x="50863" y="18288"/>
                  </a:lnTo>
                  <a:lnTo>
                    <a:pt x="54459" y="25193"/>
                  </a:lnTo>
                  <a:lnTo>
                    <a:pt x="57912" y="335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879" name="Google Shape;1879;p33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4370832" y="8075676"/>
            <a:ext cx="202685" cy="662939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0" name="Google Shape;1880;p33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4370832" y="7563611"/>
            <a:ext cx="202691" cy="4373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1" name="Google Shape;1881;p33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4422647" y="7269479"/>
            <a:ext cx="106680" cy="21336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2" name="Google Shape;1882;p33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4370832" y="6998208"/>
            <a:ext cx="158495" cy="195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3" name="Google Shape;1883;p33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4370832" y="6216396"/>
            <a:ext cx="202692" cy="707136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4" name="Google Shape;1884;p33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4392167" y="5972555"/>
            <a:ext cx="137160" cy="166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5" name="Google Shape;1885;p33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4637532" y="9361931"/>
            <a:ext cx="158495" cy="195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6" name="Google Shape;1886;p33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4637532" y="8371331"/>
            <a:ext cx="158495" cy="790956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7" name="Google Shape;1887;p33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4637532" y="7778495"/>
            <a:ext cx="158495" cy="397764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8" name="Google Shape;1888;p33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4637532" y="7161276"/>
            <a:ext cx="202692" cy="41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9" name="Google Shape;1889;p33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4645152" y="6481572"/>
            <a:ext cx="195072" cy="487679"/>
          </a:xfrm>
          <a:prstGeom prst="rect">
            <a:avLst/>
          </a:prstGeom>
          <a:noFill/>
          <a:ln>
            <a:noFill/>
          </a:ln>
        </p:spPr>
      </p:pic>
      <p:pic>
        <p:nvPicPr>
          <p:cNvPr id="1890" name="Google Shape;1890;p33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4645152" y="5971032"/>
            <a:ext cx="150876" cy="312420"/>
          </a:xfrm>
          <a:prstGeom prst="rect">
            <a:avLst/>
          </a:prstGeom>
          <a:noFill/>
          <a:ln>
            <a:noFill/>
          </a:ln>
        </p:spPr>
      </p:pic>
      <p:sp>
        <p:nvSpPr>
          <p:cNvPr id="1891" name="Google Shape;1891;p33"/>
          <p:cNvSpPr/>
          <p:nvPr/>
        </p:nvSpPr>
        <p:spPr>
          <a:xfrm>
            <a:off x="4904232" y="8891016"/>
            <a:ext cx="192405" cy="672465"/>
          </a:xfrm>
          <a:custGeom>
            <a:rect b="b" l="l" r="r" t="t"/>
            <a:pathLst>
              <a:path extrusionOk="0" h="672465" w="192404">
                <a:moveTo>
                  <a:pt x="155448" y="47244"/>
                </a:moveTo>
                <a:lnTo>
                  <a:pt x="124968" y="47244"/>
                </a:lnTo>
                <a:lnTo>
                  <a:pt x="124968" y="50292"/>
                </a:lnTo>
                <a:lnTo>
                  <a:pt x="132588" y="50292"/>
                </a:lnTo>
                <a:lnTo>
                  <a:pt x="137160" y="51816"/>
                </a:lnTo>
                <a:lnTo>
                  <a:pt x="138684" y="53340"/>
                </a:lnTo>
                <a:lnTo>
                  <a:pt x="143256" y="54864"/>
                </a:lnTo>
                <a:lnTo>
                  <a:pt x="146304" y="60960"/>
                </a:lnTo>
                <a:lnTo>
                  <a:pt x="147828" y="62484"/>
                </a:lnTo>
                <a:lnTo>
                  <a:pt x="147828" y="112776"/>
                </a:lnTo>
                <a:lnTo>
                  <a:pt x="59436" y="47244"/>
                </a:lnTo>
                <a:lnTo>
                  <a:pt x="54864" y="47244"/>
                </a:lnTo>
                <a:lnTo>
                  <a:pt x="54864" y="131064"/>
                </a:lnTo>
                <a:lnTo>
                  <a:pt x="82296" y="131064"/>
                </a:lnTo>
                <a:lnTo>
                  <a:pt x="82296" y="128016"/>
                </a:lnTo>
                <a:lnTo>
                  <a:pt x="76200" y="126492"/>
                </a:lnTo>
                <a:lnTo>
                  <a:pt x="73152" y="126492"/>
                </a:lnTo>
                <a:lnTo>
                  <a:pt x="68580" y="123444"/>
                </a:lnTo>
                <a:lnTo>
                  <a:pt x="67056" y="123444"/>
                </a:lnTo>
                <a:lnTo>
                  <a:pt x="64008" y="120396"/>
                </a:lnTo>
                <a:lnTo>
                  <a:pt x="64008" y="118872"/>
                </a:lnTo>
                <a:lnTo>
                  <a:pt x="62484" y="115824"/>
                </a:lnTo>
                <a:lnTo>
                  <a:pt x="62484" y="71628"/>
                </a:lnTo>
                <a:lnTo>
                  <a:pt x="150876" y="138684"/>
                </a:lnTo>
                <a:lnTo>
                  <a:pt x="155448" y="138684"/>
                </a:lnTo>
                <a:lnTo>
                  <a:pt x="155448" y="47244"/>
                </a:lnTo>
                <a:close/>
              </a:path>
              <a:path extrusionOk="0" h="672465" w="192404">
                <a:moveTo>
                  <a:pt x="158483" y="588264"/>
                </a:moveTo>
                <a:lnTo>
                  <a:pt x="53047" y="547116"/>
                </a:lnTo>
                <a:lnTo>
                  <a:pt x="15227" y="530352"/>
                </a:lnTo>
                <a:lnTo>
                  <a:pt x="10655" y="518160"/>
                </a:lnTo>
                <a:lnTo>
                  <a:pt x="7607" y="518160"/>
                </a:lnTo>
                <a:lnTo>
                  <a:pt x="7607" y="562356"/>
                </a:lnTo>
                <a:lnTo>
                  <a:pt x="10655" y="562356"/>
                </a:lnTo>
                <a:lnTo>
                  <a:pt x="10655" y="560832"/>
                </a:lnTo>
                <a:lnTo>
                  <a:pt x="13703" y="551688"/>
                </a:lnTo>
                <a:lnTo>
                  <a:pt x="18275" y="547116"/>
                </a:lnTo>
                <a:lnTo>
                  <a:pt x="24371" y="547116"/>
                </a:lnTo>
                <a:lnTo>
                  <a:pt x="30467" y="548640"/>
                </a:lnTo>
                <a:lnTo>
                  <a:pt x="123431" y="585216"/>
                </a:lnTo>
                <a:lnTo>
                  <a:pt x="38087" y="621792"/>
                </a:lnTo>
                <a:lnTo>
                  <a:pt x="30467" y="626364"/>
                </a:lnTo>
                <a:lnTo>
                  <a:pt x="24371" y="627888"/>
                </a:lnTo>
                <a:lnTo>
                  <a:pt x="18275" y="627888"/>
                </a:lnTo>
                <a:lnTo>
                  <a:pt x="15227" y="626364"/>
                </a:lnTo>
                <a:lnTo>
                  <a:pt x="13703" y="624840"/>
                </a:lnTo>
                <a:lnTo>
                  <a:pt x="12179" y="621792"/>
                </a:lnTo>
                <a:lnTo>
                  <a:pt x="10655" y="617220"/>
                </a:lnTo>
                <a:lnTo>
                  <a:pt x="10655" y="611124"/>
                </a:lnTo>
                <a:lnTo>
                  <a:pt x="7607" y="611124"/>
                </a:lnTo>
                <a:lnTo>
                  <a:pt x="7607" y="672084"/>
                </a:lnTo>
                <a:lnTo>
                  <a:pt x="10655" y="672084"/>
                </a:lnTo>
                <a:lnTo>
                  <a:pt x="10655" y="667512"/>
                </a:lnTo>
                <a:lnTo>
                  <a:pt x="15227" y="658368"/>
                </a:lnTo>
                <a:lnTo>
                  <a:pt x="19799" y="653796"/>
                </a:lnTo>
                <a:lnTo>
                  <a:pt x="24371" y="650748"/>
                </a:lnTo>
                <a:lnTo>
                  <a:pt x="31991" y="649224"/>
                </a:lnTo>
                <a:lnTo>
                  <a:pt x="81191" y="627888"/>
                </a:lnTo>
                <a:lnTo>
                  <a:pt x="158483" y="594360"/>
                </a:lnTo>
                <a:lnTo>
                  <a:pt x="158483" y="588264"/>
                </a:lnTo>
                <a:close/>
              </a:path>
              <a:path extrusionOk="0" h="672465" w="192404">
                <a:moveTo>
                  <a:pt x="158483" y="463296"/>
                </a:moveTo>
                <a:lnTo>
                  <a:pt x="157365" y="457568"/>
                </a:lnTo>
                <a:lnTo>
                  <a:pt x="154101" y="451675"/>
                </a:lnTo>
                <a:lnTo>
                  <a:pt x="148844" y="445516"/>
                </a:lnTo>
                <a:lnTo>
                  <a:pt x="141719" y="438912"/>
                </a:lnTo>
                <a:lnTo>
                  <a:pt x="137147" y="438912"/>
                </a:lnTo>
                <a:lnTo>
                  <a:pt x="140195" y="443484"/>
                </a:lnTo>
                <a:lnTo>
                  <a:pt x="144767" y="448056"/>
                </a:lnTo>
                <a:lnTo>
                  <a:pt x="144767" y="452628"/>
                </a:lnTo>
                <a:lnTo>
                  <a:pt x="141719" y="455676"/>
                </a:lnTo>
                <a:lnTo>
                  <a:pt x="76187" y="455676"/>
                </a:lnTo>
                <a:lnTo>
                  <a:pt x="70091" y="457200"/>
                </a:lnTo>
                <a:lnTo>
                  <a:pt x="67043" y="458724"/>
                </a:lnTo>
                <a:lnTo>
                  <a:pt x="62471" y="460248"/>
                </a:lnTo>
                <a:lnTo>
                  <a:pt x="57899" y="463296"/>
                </a:lnTo>
                <a:lnTo>
                  <a:pt x="56375" y="467868"/>
                </a:lnTo>
                <a:lnTo>
                  <a:pt x="53327" y="473964"/>
                </a:lnTo>
                <a:lnTo>
                  <a:pt x="51803" y="480060"/>
                </a:lnTo>
                <a:lnTo>
                  <a:pt x="51904" y="490728"/>
                </a:lnTo>
                <a:lnTo>
                  <a:pt x="52006" y="492252"/>
                </a:lnTo>
                <a:lnTo>
                  <a:pt x="52095" y="493776"/>
                </a:lnTo>
                <a:lnTo>
                  <a:pt x="71615" y="525780"/>
                </a:lnTo>
                <a:lnTo>
                  <a:pt x="83807" y="525780"/>
                </a:lnTo>
                <a:lnTo>
                  <a:pt x="86855" y="522732"/>
                </a:lnTo>
                <a:lnTo>
                  <a:pt x="88379" y="519684"/>
                </a:lnTo>
                <a:lnTo>
                  <a:pt x="88379" y="515112"/>
                </a:lnTo>
                <a:lnTo>
                  <a:pt x="71615" y="509016"/>
                </a:lnTo>
                <a:lnTo>
                  <a:pt x="68567" y="509016"/>
                </a:lnTo>
                <a:lnTo>
                  <a:pt x="65519" y="507492"/>
                </a:lnTo>
                <a:lnTo>
                  <a:pt x="62471" y="504444"/>
                </a:lnTo>
                <a:lnTo>
                  <a:pt x="59423" y="498348"/>
                </a:lnTo>
                <a:lnTo>
                  <a:pt x="59423" y="487680"/>
                </a:lnTo>
                <a:lnTo>
                  <a:pt x="60947" y="483108"/>
                </a:lnTo>
                <a:lnTo>
                  <a:pt x="65519" y="480060"/>
                </a:lnTo>
                <a:lnTo>
                  <a:pt x="68567" y="475488"/>
                </a:lnTo>
                <a:lnTo>
                  <a:pt x="76187" y="473964"/>
                </a:lnTo>
                <a:lnTo>
                  <a:pt x="89903" y="473964"/>
                </a:lnTo>
                <a:lnTo>
                  <a:pt x="94437" y="486562"/>
                </a:lnTo>
                <a:lnTo>
                  <a:pt x="98666" y="497014"/>
                </a:lnTo>
                <a:lnTo>
                  <a:pt x="102336" y="505472"/>
                </a:lnTo>
                <a:lnTo>
                  <a:pt x="105143" y="512064"/>
                </a:lnTo>
                <a:lnTo>
                  <a:pt x="109715" y="519684"/>
                </a:lnTo>
                <a:lnTo>
                  <a:pt x="114287" y="524256"/>
                </a:lnTo>
                <a:lnTo>
                  <a:pt x="120383" y="527304"/>
                </a:lnTo>
                <a:lnTo>
                  <a:pt x="123431" y="530352"/>
                </a:lnTo>
                <a:lnTo>
                  <a:pt x="140195" y="530352"/>
                </a:lnTo>
                <a:lnTo>
                  <a:pt x="146291" y="528828"/>
                </a:lnTo>
                <a:lnTo>
                  <a:pt x="155435" y="519684"/>
                </a:lnTo>
                <a:lnTo>
                  <a:pt x="158483" y="513588"/>
                </a:lnTo>
                <a:lnTo>
                  <a:pt x="158483" y="512064"/>
                </a:lnTo>
                <a:lnTo>
                  <a:pt x="158483" y="502920"/>
                </a:lnTo>
                <a:lnTo>
                  <a:pt x="155435" y="493776"/>
                </a:lnTo>
                <a:lnTo>
                  <a:pt x="153911" y="492252"/>
                </a:lnTo>
                <a:lnTo>
                  <a:pt x="149339" y="484632"/>
                </a:lnTo>
                <a:lnTo>
                  <a:pt x="144767" y="478231"/>
                </a:lnTo>
                <a:lnTo>
                  <a:pt x="144767" y="490728"/>
                </a:lnTo>
                <a:lnTo>
                  <a:pt x="144767" y="501396"/>
                </a:lnTo>
                <a:lnTo>
                  <a:pt x="143243" y="504444"/>
                </a:lnTo>
                <a:lnTo>
                  <a:pt x="137147" y="510540"/>
                </a:lnTo>
                <a:lnTo>
                  <a:pt x="132575" y="512064"/>
                </a:lnTo>
                <a:lnTo>
                  <a:pt x="118859" y="512064"/>
                </a:lnTo>
                <a:lnTo>
                  <a:pt x="109715" y="502920"/>
                </a:lnTo>
                <a:lnTo>
                  <a:pt x="105143" y="493776"/>
                </a:lnTo>
                <a:lnTo>
                  <a:pt x="102095" y="486156"/>
                </a:lnTo>
                <a:lnTo>
                  <a:pt x="97523" y="473964"/>
                </a:lnTo>
                <a:lnTo>
                  <a:pt x="134099" y="473964"/>
                </a:lnTo>
                <a:lnTo>
                  <a:pt x="141719" y="483108"/>
                </a:lnTo>
                <a:lnTo>
                  <a:pt x="144767" y="490728"/>
                </a:lnTo>
                <a:lnTo>
                  <a:pt x="144767" y="478231"/>
                </a:lnTo>
                <a:lnTo>
                  <a:pt x="141719" y="473964"/>
                </a:lnTo>
                <a:lnTo>
                  <a:pt x="152387" y="473964"/>
                </a:lnTo>
                <a:lnTo>
                  <a:pt x="153911" y="470916"/>
                </a:lnTo>
                <a:lnTo>
                  <a:pt x="156959" y="469392"/>
                </a:lnTo>
                <a:lnTo>
                  <a:pt x="158483" y="466344"/>
                </a:lnTo>
                <a:lnTo>
                  <a:pt x="158483" y="463296"/>
                </a:lnTo>
                <a:close/>
              </a:path>
              <a:path extrusionOk="0" h="672465" w="192404">
                <a:moveTo>
                  <a:pt x="158483" y="254508"/>
                </a:moveTo>
                <a:lnTo>
                  <a:pt x="157365" y="248780"/>
                </a:lnTo>
                <a:lnTo>
                  <a:pt x="154101" y="242887"/>
                </a:lnTo>
                <a:lnTo>
                  <a:pt x="148844" y="236728"/>
                </a:lnTo>
                <a:lnTo>
                  <a:pt x="141719" y="230124"/>
                </a:lnTo>
                <a:lnTo>
                  <a:pt x="137147" y="230124"/>
                </a:lnTo>
                <a:lnTo>
                  <a:pt x="140195" y="234696"/>
                </a:lnTo>
                <a:lnTo>
                  <a:pt x="144767" y="239268"/>
                </a:lnTo>
                <a:lnTo>
                  <a:pt x="144767" y="243840"/>
                </a:lnTo>
                <a:lnTo>
                  <a:pt x="141719" y="246888"/>
                </a:lnTo>
                <a:lnTo>
                  <a:pt x="76187" y="246888"/>
                </a:lnTo>
                <a:lnTo>
                  <a:pt x="70091" y="248412"/>
                </a:lnTo>
                <a:lnTo>
                  <a:pt x="67043" y="249936"/>
                </a:lnTo>
                <a:lnTo>
                  <a:pt x="62471" y="251460"/>
                </a:lnTo>
                <a:lnTo>
                  <a:pt x="57899" y="254508"/>
                </a:lnTo>
                <a:lnTo>
                  <a:pt x="56375" y="259080"/>
                </a:lnTo>
                <a:lnTo>
                  <a:pt x="53327" y="265176"/>
                </a:lnTo>
                <a:lnTo>
                  <a:pt x="51803" y="271272"/>
                </a:lnTo>
                <a:lnTo>
                  <a:pt x="65519" y="313944"/>
                </a:lnTo>
                <a:lnTo>
                  <a:pt x="71615" y="316992"/>
                </a:lnTo>
                <a:lnTo>
                  <a:pt x="83807" y="316992"/>
                </a:lnTo>
                <a:lnTo>
                  <a:pt x="85331" y="315468"/>
                </a:lnTo>
                <a:lnTo>
                  <a:pt x="86855" y="312420"/>
                </a:lnTo>
                <a:lnTo>
                  <a:pt x="88379" y="310896"/>
                </a:lnTo>
                <a:lnTo>
                  <a:pt x="88379" y="304800"/>
                </a:lnTo>
                <a:lnTo>
                  <a:pt x="83807" y="300228"/>
                </a:lnTo>
                <a:lnTo>
                  <a:pt x="80759" y="298704"/>
                </a:lnTo>
                <a:lnTo>
                  <a:pt x="68567" y="298704"/>
                </a:lnTo>
                <a:lnTo>
                  <a:pt x="62471" y="295656"/>
                </a:lnTo>
                <a:lnTo>
                  <a:pt x="60947" y="292608"/>
                </a:lnTo>
                <a:lnTo>
                  <a:pt x="59486" y="288226"/>
                </a:lnTo>
                <a:lnTo>
                  <a:pt x="59423" y="277368"/>
                </a:lnTo>
                <a:lnTo>
                  <a:pt x="60947" y="272796"/>
                </a:lnTo>
                <a:lnTo>
                  <a:pt x="65519" y="269748"/>
                </a:lnTo>
                <a:lnTo>
                  <a:pt x="68567" y="266700"/>
                </a:lnTo>
                <a:lnTo>
                  <a:pt x="76187" y="265176"/>
                </a:lnTo>
                <a:lnTo>
                  <a:pt x="89903" y="265176"/>
                </a:lnTo>
                <a:lnTo>
                  <a:pt x="94437" y="277774"/>
                </a:lnTo>
                <a:lnTo>
                  <a:pt x="98666" y="288226"/>
                </a:lnTo>
                <a:lnTo>
                  <a:pt x="102336" y="296684"/>
                </a:lnTo>
                <a:lnTo>
                  <a:pt x="105143" y="303276"/>
                </a:lnTo>
                <a:lnTo>
                  <a:pt x="109715" y="310896"/>
                </a:lnTo>
                <a:lnTo>
                  <a:pt x="114287" y="315468"/>
                </a:lnTo>
                <a:lnTo>
                  <a:pt x="120383" y="318516"/>
                </a:lnTo>
                <a:lnTo>
                  <a:pt x="123431" y="321564"/>
                </a:lnTo>
                <a:lnTo>
                  <a:pt x="140195" y="321564"/>
                </a:lnTo>
                <a:lnTo>
                  <a:pt x="146291" y="320040"/>
                </a:lnTo>
                <a:lnTo>
                  <a:pt x="155435" y="310896"/>
                </a:lnTo>
                <a:lnTo>
                  <a:pt x="158483" y="304800"/>
                </a:lnTo>
                <a:lnTo>
                  <a:pt x="158483" y="303276"/>
                </a:lnTo>
                <a:lnTo>
                  <a:pt x="158483" y="292608"/>
                </a:lnTo>
                <a:lnTo>
                  <a:pt x="156959" y="289560"/>
                </a:lnTo>
                <a:lnTo>
                  <a:pt x="155435" y="284988"/>
                </a:lnTo>
                <a:lnTo>
                  <a:pt x="153911" y="281940"/>
                </a:lnTo>
                <a:lnTo>
                  <a:pt x="149339" y="275844"/>
                </a:lnTo>
                <a:lnTo>
                  <a:pt x="144767" y="269443"/>
                </a:lnTo>
                <a:lnTo>
                  <a:pt x="144767" y="281940"/>
                </a:lnTo>
                <a:lnTo>
                  <a:pt x="144767" y="292608"/>
                </a:lnTo>
                <a:lnTo>
                  <a:pt x="143243" y="295656"/>
                </a:lnTo>
                <a:lnTo>
                  <a:pt x="137147" y="301752"/>
                </a:lnTo>
                <a:lnTo>
                  <a:pt x="132575" y="303276"/>
                </a:lnTo>
                <a:lnTo>
                  <a:pt x="123431" y="303276"/>
                </a:lnTo>
                <a:lnTo>
                  <a:pt x="97523" y="265176"/>
                </a:lnTo>
                <a:lnTo>
                  <a:pt x="134099" y="265176"/>
                </a:lnTo>
                <a:lnTo>
                  <a:pt x="141719" y="274320"/>
                </a:lnTo>
                <a:lnTo>
                  <a:pt x="144767" y="281940"/>
                </a:lnTo>
                <a:lnTo>
                  <a:pt x="144767" y="269443"/>
                </a:lnTo>
                <a:lnTo>
                  <a:pt x="141719" y="265176"/>
                </a:lnTo>
                <a:lnTo>
                  <a:pt x="147815" y="265176"/>
                </a:lnTo>
                <a:lnTo>
                  <a:pt x="152387" y="263652"/>
                </a:lnTo>
                <a:lnTo>
                  <a:pt x="153911" y="262128"/>
                </a:lnTo>
                <a:lnTo>
                  <a:pt x="156959" y="260604"/>
                </a:lnTo>
                <a:lnTo>
                  <a:pt x="158483" y="257556"/>
                </a:lnTo>
                <a:lnTo>
                  <a:pt x="158483" y="254508"/>
                </a:lnTo>
                <a:close/>
              </a:path>
              <a:path extrusionOk="0" h="672465" w="192404">
                <a:moveTo>
                  <a:pt x="158496" y="359664"/>
                </a:moveTo>
                <a:lnTo>
                  <a:pt x="146304" y="330708"/>
                </a:lnTo>
                <a:lnTo>
                  <a:pt x="143256" y="332232"/>
                </a:lnTo>
                <a:lnTo>
                  <a:pt x="144780" y="335280"/>
                </a:lnTo>
                <a:lnTo>
                  <a:pt x="144780" y="341376"/>
                </a:lnTo>
                <a:lnTo>
                  <a:pt x="143256" y="342900"/>
                </a:lnTo>
                <a:lnTo>
                  <a:pt x="143256" y="344424"/>
                </a:lnTo>
                <a:lnTo>
                  <a:pt x="140208" y="344424"/>
                </a:lnTo>
                <a:lnTo>
                  <a:pt x="138684" y="345948"/>
                </a:lnTo>
                <a:lnTo>
                  <a:pt x="0" y="345948"/>
                </a:lnTo>
                <a:lnTo>
                  <a:pt x="0" y="350520"/>
                </a:lnTo>
                <a:lnTo>
                  <a:pt x="12192" y="379476"/>
                </a:lnTo>
                <a:lnTo>
                  <a:pt x="15240" y="377952"/>
                </a:lnTo>
                <a:lnTo>
                  <a:pt x="13716" y="374904"/>
                </a:lnTo>
                <a:lnTo>
                  <a:pt x="13716" y="368808"/>
                </a:lnTo>
                <a:lnTo>
                  <a:pt x="15240" y="367284"/>
                </a:lnTo>
                <a:lnTo>
                  <a:pt x="18288" y="365760"/>
                </a:lnTo>
                <a:lnTo>
                  <a:pt x="19812" y="365760"/>
                </a:lnTo>
                <a:lnTo>
                  <a:pt x="22860" y="364236"/>
                </a:lnTo>
                <a:lnTo>
                  <a:pt x="62484" y="364236"/>
                </a:lnTo>
                <a:lnTo>
                  <a:pt x="54864" y="370332"/>
                </a:lnTo>
                <a:lnTo>
                  <a:pt x="51816" y="377952"/>
                </a:lnTo>
                <a:lnTo>
                  <a:pt x="51816" y="385572"/>
                </a:lnTo>
                <a:lnTo>
                  <a:pt x="52959" y="395554"/>
                </a:lnTo>
                <a:lnTo>
                  <a:pt x="79286" y="425754"/>
                </a:lnTo>
                <a:lnTo>
                  <a:pt x="109728" y="432816"/>
                </a:lnTo>
                <a:lnTo>
                  <a:pt x="119697" y="432206"/>
                </a:lnTo>
                <a:lnTo>
                  <a:pt x="151828" y="413004"/>
                </a:lnTo>
                <a:lnTo>
                  <a:pt x="155067" y="408051"/>
                </a:lnTo>
                <a:lnTo>
                  <a:pt x="155130" y="407860"/>
                </a:lnTo>
                <a:lnTo>
                  <a:pt x="157632" y="400913"/>
                </a:lnTo>
                <a:lnTo>
                  <a:pt x="158496" y="393192"/>
                </a:lnTo>
                <a:lnTo>
                  <a:pt x="158496" y="388620"/>
                </a:lnTo>
                <a:lnTo>
                  <a:pt x="156972" y="382524"/>
                </a:lnTo>
                <a:lnTo>
                  <a:pt x="155448" y="377952"/>
                </a:lnTo>
                <a:lnTo>
                  <a:pt x="152400" y="373380"/>
                </a:lnTo>
                <a:lnTo>
                  <a:pt x="147828" y="368808"/>
                </a:lnTo>
                <a:lnTo>
                  <a:pt x="144780" y="366522"/>
                </a:lnTo>
                <a:lnTo>
                  <a:pt x="144780" y="376428"/>
                </a:lnTo>
                <a:lnTo>
                  <a:pt x="144780" y="390144"/>
                </a:lnTo>
                <a:lnTo>
                  <a:pt x="110299" y="412432"/>
                </a:lnTo>
                <a:lnTo>
                  <a:pt x="100584" y="413004"/>
                </a:lnTo>
                <a:lnTo>
                  <a:pt x="90004" y="412432"/>
                </a:lnTo>
                <a:lnTo>
                  <a:pt x="59436" y="393192"/>
                </a:lnTo>
                <a:lnTo>
                  <a:pt x="59436" y="384048"/>
                </a:lnTo>
                <a:lnTo>
                  <a:pt x="60960" y="381000"/>
                </a:lnTo>
                <a:lnTo>
                  <a:pt x="62484" y="376428"/>
                </a:lnTo>
                <a:lnTo>
                  <a:pt x="64008" y="373380"/>
                </a:lnTo>
                <a:lnTo>
                  <a:pt x="67056" y="370332"/>
                </a:lnTo>
                <a:lnTo>
                  <a:pt x="71628" y="368808"/>
                </a:lnTo>
                <a:lnTo>
                  <a:pt x="76200" y="365760"/>
                </a:lnTo>
                <a:lnTo>
                  <a:pt x="80772" y="364236"/>
                </a:lnTo>
                <a:lnTo>
                  <a:pt x="134112" y="364236"/>
                </a:lnTo>
                <a:lnTo>
                  <a:pt x="141732" y="370332"/>
                </a:lnTo>
                <a:lnTo>
                  <a:pt x="144780" y="376428"/>
                </a:lnTo>
                <a:lnTo>
                  <a:pt x="144780" y="366522"/>
                </a:lnTo>
                <a:lnTo>
                  <a:pt x="141732" y="364236"/>
                </a:lnTo>
                <a:lnTo>
                  <a:pt x="158496" y="364236"/>
                </a:lnTo>
                <a:lnTo>
                  <a:pt x="158496" y="359664"/>
                </a:lnTo>
                <a:close/>
              </a:path>
              <a:path extrusionOk="0" h="672465" w="192404">
                <a:moveTo>
                  <a:pt x="158496" y="175260"/>
                </a:moveTo>
                <a:lnTo>
                  <a:pt x="155448" y="167640"/>
                </a:lnTo>
                <a:lnTo>
                  <a:pt x="149352" y="161544"/>
                </a:lnTo>
                <a:lnTo>
                  <a:pt x="144780" y="153924"/>
                </a:lnTo>
                <a:lnTo>
                  <a:pt x="137160" y="150876"/>
                </a:lnTo>
                <a:lnTo>
                  <a:pt x="128016" y="150876"/>
                </a:lnTo>
                <a:lnTo>
                  <a:pt x="91440" y="188976"/>
                </a:lnTo>
                <a:lnTo>
                  <a:pt x="88392" y="195072"/>
                </a:lnTo>
                <a:lnTo>
                  <a:pt x="85344" y="199644"/>
                </a:lnTo>
                <a:lnTo>
                  <a:pt x="82296" y="202692"/>
                </a:lnTo>
                <a:lnTo>
                  <a:pt x="76200" y="205740"/>
                </a:lnTo>
                <a:lnTo>
                  <a:pt x="68580" y="205740"/>
                </a:lnTo>
                <a:lnTo>
                  <a:pt x="65532" y="204216"/>
                </a:lnTo>
                <a:lnTo>
                  <a:pt x="64008" y="201168"/>
                </a:lnTo>
                <a:lnTo>
                  <a:pt x="60960" y="196596"/>
                </a:lnTo>
                <a:lnTo>
                  <a:pt x="59436" y="193548"/>
                </a:lnTo>
                <a:lnTo>
                  <a:pt x="59436" y="181356"/>
                </a:lnTo>
                <a:lnTo>
                  <a:pt x="60960" y="175260"/>
                </a:lnTo>
                <a:lnTo>
                  <a:pt x="65532" y="172212"/>
                </a:lnTo>
                <a:lnTo>
                  <a:pt x="68580" y="167640"/>
                </a:lnTo>
                <a:lnTo>
                  <a:pt x="74676" y="163068"/>
                </a:lnTo>
                <a:lnTo>
                  <a:pt x="85344" y="161544"/>
                </a:lnTo>
                <a:lnTo>
                  <a:pt x="85344" y="158496"/>
                </a:lnTo>
                <a:lnTo>
                  <a:pt x="51816" y="158496"/>
                </a:lnTo>
                <a:lnTo>
                  <a:pt x="51816" y="161544"/>
                </a:lnTo>
                <a:lnTo>
                  <a:pt x="53340" y="161544"/>
                </a:lnTo>
                <a:lnTo>
                  <a:pt x="56388" y="164592"/>
                </a:lnTo>
                <a:lnTo>
                  <a:pt x="56388" y="169164"/>
                </a:lnTo>
                <a:lnTo>
                  <a:pt x="54864" y="173736"/>
                </a:lnTo>
                <a:lnTo>
                  <a:pt x="53340" y="179832"/>
                </a:lnTo>
                <a:lnTo>
                  <a:pt x="51816" y="184404"/>
                </a:lnTo>
                <a:lnTo>
                  <a:pt x="51816" y="196596"/>
                </a:lnTo>
                <a:lnTo>
                  <a:pt x="54864" y="204216"/>
                </a:lnTo>
                <a:lnTo>
                  <a:pt x="59436" y="210312"/>
                </a:lnTo>
                <a:lnTo>
                  <a:pt x="65532" y="216408"/>
                </a:lnTo>
                <a:lnTo>
                  <a:pt x="71628" y="219456"/>
                </a:lnTo>
                <a:lnTo>
                  <a:pt x="86868" y="219456"/>
                </a:lnTo>
                <a:lnTo>
                  <a:pt x="100584" y="210312"/>
                </a:lnTo>
                <a:lnTo>
                  <a:pt x="103327" y="205740"/>
                </a:lnTo>
                <a:lnTo>
                  <a:pt x="105156" y="202692"/>
                </a:lnTo>
                <a:lnTo>
                  <a:pt x="114300" y="181356"/>
                </a:lnTo>
                <a:lnTo>
                  <a:pt x="118872" y="175260"/>
                </a:lnTo>
                <a:lnTo>
                  <a:pt x="123444" y="172212"/>
                </a:lnTo>
                <a:lnTo>
                  <a:pt x="126492" y="169164"/>
                </a:lnTo>
                <a:lnTo>
                  <a:pt x="131064" y="167640"/>
                </a:lnTo>
                <a:lnTo>
                  <a:pt x="140208" y="167640"/>
                </a:lnTo>
                <a:lnTo>
                  <a:pt x="143256" y="169164"/>
                </a:lnTo>
                <a:lnTo>
                  <a:pt x="149352" y="175260"/>
                </a:lnTo>
                <a:lnTo>
                  <a:pt x="150876" y="179832"/>
                </a:lnTo>
                <a:lnTo>
                  <a:pt x="150876" y="192024"/>
                </a:lnTo>
                <a:lnTo>
                  <a:pt x="149352" y="198120"/>
                </a:lnTo>
                <a:lnTo>
                  <a:pt x="140208" y="210312"/>
                </a:lnTo>
                <a:lnTo>
                  <a:pt x="134112" y="213360"/>
                </a:lnTo>
                <a:lnTo>
                  <a:pt x="124968" y="216408"/>
                </a:lnTo>
                <a:lnTo>
                  <a:pt x="124968" y="219456"/>
                </a:lnTo>
                <a:lnTo>
                  <a:pt x="158496" y="219456"/>
                </a:lnTo>
                <a:lnTo>
                  <a:pt x="158496" y="216408"/>
                </a:lnTo>
                <a:lnTo>
                  <a:pt x="155448" y="214884"/>
                </a:lnTo>
                <a:lnTo>
                  <a:pt x="153924" y="213360"/>
                </a:lnTo>
                <a:lnTo>
                  <a:pt x="153924" y="208788"/>
                </a:lnTo>
                <a:lnTo>
                  <a:pt x="155448" y="205740"/>
                </a:lnTo>
                <a:lnTo>
                  <a:pt x="158496" y="190500"/>
                </a:lnTo>
                <a:lnTo>
                  <a:pt x="158496" y="175260"/>
                </a:lnTo>
                <a:close/>
              </a:path>
              <a:path extrusionOk="0" h="672465" w="192404">
                <a:moveTo>
                  <a:pt x="192024" y="33528"/>
                </a:moveTo>
                <a:lnTo>
                  <a:pt x="176784" y="9144"/>
                </a:lnTo>
                <a:lnTo>
                  <a:pt x="170688" y="3048"/>
                </a:lnTo>
                <a:lnTo>
                  <a:pt x="164592" y="0"/>
                </a:lnTo>
                <a:lnTo>
                  <a:pt x="149352" y="0"/>
                </a:lnTo>
                <a:lnTo>
                  <a:pt x="140208" y="6096"/>
                </a:lnTo>
                <a:lnTo>
                  <a:pt x="135636" y="10668"/>
                </a:lnTo>
                <a:lnTo>
                  <a:pt x="134112" y="15240"/>
                </a:lnTo>
                <a:lnTo>
                  <a:pt x="134112" y="24384"/>
                </a:lnTo>
                <a:lnTo>
                  <a:pt x="137160" y="30480"/>
                </a:lnTo>
                <a:lnTo>
                  <a:pt x="140208" y="33528"/>
                </a:lnTo>
                <a:lnTo>
                  <a:pt x="153924" y="33528"/>
                </a:lnTo>
                <a:lnTo>
                  <a:pt x="155448" y="30480"/>
                </a:lnTo>
                <a:lnTo>
                  <a:pt x="156972" y="28956"/>
                </a:lnTo>
                <a:lnTo>
                  <a:pt x="158496" y="25869"/>
                </a:lnTo>
                <a:lnTo>
                  <a:pt x="158496" y="19812"/>
                </a:lnTo>
                <a:lnTo>
                  <a:pt x="155448" y="16764"/>
                </a:lnTo>
                <a:lnTo>
                  <a:pt x="155448" y="12192"/>
                </a:lnTo>
                <a:lnTo>
                  <a:pt x="156972" y="12192"/>
                </a:lnTo>
                <a:lnTo>
                  <a:pt x="158496" y="10668"/>
                </a:lnTo>
                <a:lnTo>
                  <a:pt x="166116" y="10668"/>
                </a:lnTo>
                <a:lnTo>
                  <a:pt x="175260" y="16764"/>
                </a:lnTo>
                <a:lnTo>
                  <a:pt x="181356" y="21336"/>
                </a:lnTo>
                <a:lnTo>
                  <a:pt x="187452" y="33528"/>
                </a:lnTo>
                <a:lnTo>
                  <a:pt x="192024" y="335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92" name="Google Shape;1892;p33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4904232" y="8372856"/>
            <a:ext cx="158496" cy="411479"/>
          </a:xfrm>
          <a:prstGeom prst="rect">
            <a:avLst/>
          </a:prstGeom>
          <a:noFill/>
          <a:ln>
            <a:noFill/>
          </a:ln>
        </p:spPr>
      </p:pic>
      <p:sp>
        <p:nvSpPr>
          <p:cNvPr id="1893" name="Google Shape;1893;p33"/>
          <p:cNvSpPr/>
          <p:nvPr/>
        </p:nvSpPr>
        <p:spPr>
          <a:xfrm>
            <a:off x="4904232" y="7757160"/>
            <a:ext cx="203200" cy="524510"/>
          </a:xfrm>
          <a:custGeom>
            <a:rect b="b" l="l" r="r" t="t"/>
            <a:pathLst>
              <a:path extrusionOk="0" h="524509" w="203200">
                <a:moveTo>
                  <a:pt x="155448" y="373380"/>
                </a:moveTo>
                <a:lnTo>
                  <a:pt x="152400" y="373380"/>
                </a:lnTo>
                <a:lnTo>
                  <a:pt x="150876" y="381000"/>
                </a:lnTo>
                <a:lnTo>
                  <a:pt x="149352" y="387096"/>
                </a:lnTo>
                <a:lnTo>
                  <a:pt x="124968" y="409956"/>
                </a:lnTo>
                <a:lnTo>
                  <a:pt x="80772" y="441960"/>
                </a:lnTo>
                <a:lnTo>
                  <a:pt x="79248" y="436892"/>
                </a:lnTo>
                <a:lnTo>
                  <a:pt x="79248" y="473964"/>
                </a:lnTo>
                <a:lnTo>
                  <a:pt x="79248" y="481584"/>
                </a:lnTo>
                <a:lnTo>
                  <a:pt x="18288" y="481584"/>
                </a:lnTo>
                <a:lnTo>
                  <a:pt x="16764" y="473964"/>
                </a:lnTo>
                <a:lnTo>
                  <a:pt x="15240" y="467868"/>
                </a:lnTo>
                <a:lnTo>
                  <a:pt x="15240" y="463296"/>
                </a:lnTo>
                <a:lnTo>
                  <a:pt x="15811" y="455853"/>
                </a:lnTo>
                <a:lnTo>
                  <a:pt x="36576" y="431292"/>
                </a:lnTo>
                <a:lnTo>
                  <a:pt x="56388" y="431292"/>
                </a:lnTo>
                <a:lnTo>
                  <a:pt x="76987" y="455853"/>
                </a:lnTo>
                <a:lnTo>
                  <a:pt x="78676" y="464248"/>
                </a:lnTo>
                <a:lnTo>
                  <a:pt x="78701" y="464820"/>
                </a:lnTo>
                <a:lnTo>
                  <a:pt x="79248" y="473964"/>
                </a:lnTo>
                <a:lnTo>
                  <a:pt x="79248" y="436892"/>
                </a:lnTo>
                <a:lnTo>
                  <a:pt x="78193" y="433387"/>
                </a:lnTo>
                <a:lnTo>
                  <a:pt x="77304" y="431292"/>
                </a:lnTo>
                <a:lnTo>
                  <a:pt x="75057" y="425958"/>
                </a:lnTo>
                <a:lnTo>
                  <a:pt x="71335" y="419671"/>
                </a:lnTo>
                <a:lnTo>
                  <a:pt x="67056" y="414528"/>
                </a:lnTo>
                <a:lnTo>
                  <a:pt x="60960" y="408432"/>
                </a:lnTo>
                <a:lnTo>
                  <a:pt x="53340" y="406908"/>
                </a:lnTo>
                <a:lnTo>
                  <a:pt x="36576" y="406908"/>
                </a:lnTo>
                <a:lnTo>
                  <a:pt x="28956" y="408432"/>
                </a:lnTo>
                <a:lnTo>
                  <a:pt x="22860" y="414528"/>
                </a:lnTo>
                <a:lnTo>
                  <a:pt x="16764" y="419100"/>
                </a:lnTo>
                <a:lnTo>
                  <a:pt x="7874" y="457682"/>
                </a:lnTo>
                <a:lnTo>
                  <a:pt x="7620" y="524256"/>
                </a:lnTo>
                <a:lnTo>
                  <a:pt x="10668" y="524256"/>
                </a:lnTo>
                <a:lnTo>
                  <a:pt x="10668" y="512064"/>
                </a:lnTo>
                <a:lnTo>
                  <a:pt x="12192" y="507492"/>
                </a:lnTo>
                <a:lnTo>
                  <a:pt x="15240" y="505968"/>
                </a:lnTo>
                <a:lnTo>
                  <a:pt x="18288" y="502920"/>
                </a:lnTo>
                <a:lnTo>
                  <a:pt x="143256" y="502920"/>
                </a:lnTo>
                <a:lnTo>
                  <a:pt x="146304" y="504444"/>
                </a:lnTo>
                <a:lnTo>
                  <a:pt x="150876" y="507492"/>
                </a:lnTo>
                <a:lnTo>
                  <a:pt x="152400" y="512064"/>
                </a:lnTo>
                <a:lnTo>
                  <a:pt x="152400" y="524256"/>
                </a:lnTo>
                <a:lnTo>
                  <a:pt x="155448" y="524256"/>
                </a:lnTo>
                <a:lnTo>
                  <a:pt x="155448" y="502920"/>
                </a:lnTo>
                <a:lnTo>
                  <a:pt x="155448" y="481584"/>
                </a:lnTo>
                <a:lnTo>
                  <a:pt x="155448" y="460248"/>
                </a:lnTo>
                <a:lnTo>
                  <a:pt x="152400" y="460248"/>
                </a:lnTo>
                <a:lnTo>
                  <a:pt x="152400" y="470916"/>
                </a:lnTo>
                <a:lnTo>
                  <a:pt x="150876" y="475488"/>
                </a:lnTo>
                <a:lnTo>
                  <a:pt x="147828" y="477012"/>
                </a:lnTo>
                <a:lnTo>
                  <a:pt x="144780" y="480060"/>
                </a:lnTo>
                <a:lnTo>
                  <a:pt x="138684" y="481584"/>
                </a:lnTo>
                <a:lnTo>
                  <a:pt x="86868" y="481584"/>
                </a:lnTo>
                <a:lnTo>
                  <a:pt x="86868" y="464820"/>
                </a:lnTo>
                <a:lnTo>
                  <a:pt x="117119" y="441960"/>
                </a:lnTo>
                <a:lnTo>
                  <a:pt x="155448" y="413004"/>
                </a:lnTo>
                <a:lnTo>
                  <a:pt x="155448" y="373380"/>
                </a:lnTo>
                <a:close/>
              </a:path>
              <a:path extrusionOk="0" h="524509" w="203200">
                <a:moveTo>
                  <a:pt x="158483" y="327660"/>
                </a:moveTo>
                <a:lnTo>
                  <a:pt x="133718" y="291084"/>
                </a:lnTo>
                <a:lnTo>
                  <a:pt x="118859" y="286512"/>
                </a:lnTo>
                <a:lnTo>
                  <a:pt x="117335" y="289560"/>
                </a:lnTo>
                <a:lnTo>
                  <a:pt x="126479" y="292608"/>
                </a:lnTo>
                <a:lnTo>
                  <a:pt x="132575" y="297180"/>
                </a:lnTo>
                <a:lnTo>
                  <a:pt x="138607" y="306235"/>
                </a:lnTo>
                <a:lnTo>
                  <a:pt x="139534" y="309753"/>
                </a:lnTo>
                <a:lnTo>
                  <a:pt x="140195" y="312420"/>
                </a:lnTo>
                <a:lnTo>
                  <a:pt x="140195" y="318516"/>
                </a:lnTo>
                <a:lnTo>
                  <a:pt x="113525" y="352615"/>
                </a:lnTo>
                <a:lnTo>
                  <a:pt x="94475" y="355092"/>
                </a:lnTo>
                <a:lnTo>
                  <a:pt x="94475" y="309372"/>
                </a:lnTo>
                <a:lnTo>
                  <a:pt x="94475" y="286512"/>
                </a:lnTo>
                <a:lnTo>
                  <a:pt x="86855" y="287172"/>
                </a:lnTo>
                <a:lnTo>
                  <a:pt x="86855" y="309372"/>
                </a:lnTo>
                <a:lnTo>
                  <a:pt x="86855" y="355092"/>
                </a:lnTo>
                <a:lnTo>
                  <a:pt x="77711" y="355092"/>
                </a:lnTo>
                <a:lnTo>
                  <a:pt x="71615" y="352044"/>
                </a:lnTo>
                <a:lnTo>
                  <a:pt x="62471" y="342900"/>
                </a:lnTo>
                <a:lnTo>
                  <a:pt x="59423" y="336804"/>
                </a:lnTo>
                <a:lnTo>
                  <a:pt x="59423" y="327660"/>
                </a:lnTo>
                <a:lnTo>
                  <a:pt x="60947" y="323088"/>
                </a:lnTo>
                <a:lnTo>
                  <a:pt x="62572" y="319951"/>
                </a:lnTo>
                <a:lnTo>
                  <a:pt x="68567" y="313944"/>
                </a:lnTo>
                <a:lnTo>
                  <a:pt x="73139" y="312420"/>
                </a:lnTo>
                <a:lnTo>
                  <a:pt x="76187" y="310896"/>
                </a:lnTo>
                <a:lnTo>
                  <a:pt x="80759" y="309372"/>
                </a:lnTo>
                <a:lnTo>
                  <a:pt x="86855" y="309372"/>
                </a:lnTo>
                <a:lnTo>
                  <a:pt x="86855" y="287172"/>
                </a:lnTo>
                <a:lnTo>
                  <a:pt x="55041" y="309753"/>
                </a:lnTo>
                <a:lnTo>
                  <a:pt x="51803" y="324612"/>
                </a:lnTo>
                <a:lnTo>
                  <a:pt x="51930" y="325996"/>
                </a:lnTo>
                <a:lnTo>
                  <a:pt x="52666" y="334352"/>
                </a:lnTo>
                <a:lnTo>
                  <a:pt x="83807" y="367093"/>
                </a:lnTo>
                <a:lnTo>
                  <a:pt x="106667" y="370332"/>
                </a:lnTo>
                <a:lnTo>
                  <a:pt x="117767" y="369506"/>
                </a:lnTo>
                <a:lnTo>
                  <a:pt x="128003" y="367093"/>
                </a:lnTo>
                <a:lnTo>
                  <a:pt x="137109" y="363270"/>
                </a:lnTo>
                <a:lnTo>
                  <a:pt x="144767" y="358140"/>
                </a:lnTo>
                <a:lnTo>
                  <a:pt x="147421" y="355092"/>
                </a:lnTo>
                <a:lnTo>
                  <a:pt x="150774" y="351243"/>
                </a:lnTo>
                <a:lnTo>
                  <a:pt x="155054" y="344043"/>
                </a:lnTo>
                <a:lnTo>
                  <a:pt x="157632" y="336283"/>
                </a:lnTo>
                <a:lnTo>
                  <a:pt x="158483" y="327660"/>
                </a:lnTo>
                <a:close/>
              </a:path>
              <a:path extrusionOk="0" h="524509" w="203200">
                <a:moveTo>
                  <a:pt x="158483" y="227076"/>
                </a:moveTo>
                <a:lnTo>
                  <a:pt x="133718" y="191262"/>
                </a:lnTo>
                <a:lnTo>
                  <a:pt x="118859" y="187452"/>
                </a:lnTo>
                <a:lnTo>
                  <a:pt x="117335" y="190500"/>
                </a:lnTo>
                <a:lnTo>
                  <a:pt x="126479" y="193548"/>
                </a:lnTo>
                <a:lnTo>
                  <a:pt x="132575" y="196596"/>
                </a:lnTo>
                <a:lnTo>
                  <a:pt x="135623" y="202692"/>
                </a:lnTo>
                <a:lnTo>
                  <a:pt x="138671" y="207264"/>
                </a:lnTo>
                <a:lnTo>
                  <a:pt x="140195" y="211836"/>
                </a:lnTo>
                <a:lnTo>
                  <a:pt x="140195" y="219367"/>
                </a:lnTo>
                <a:lnTo>
                  <a:pt x="139369" y="226275"/>
                </a:lnTo>
                <a:lnTo>
                  <a:pt x="104432" y="255206"/>
                </a:lnTo>
                <a:lnTo>
                  <a:pt x="94475" y="256032"/>
                </a:lnTo>
                <a:lnTo>
                  <a:pt x="94475" y="210312"/>
                </a:lnTo>
                <a:lnTo>
                  <a:pt x="94475" y="187452"/>
                </a:lnTo>
                <a:lnTo>
                  <a:pt x="86855" y="187934"/>
                </a:lnTo>
                <a:lnTo>
                  <a:pt x="86855" y="210312"/>
                </a:lnTo>
                <a:lnTo>
                  <a:pt x="86855" y="256032"/>
                </a:lnTo>
                <a:lnTo>
                  <a:pt x="77711" y="254508"/>
                </a:lnTo>
                <a:lnTo>
                  <a:pt x="71615" y="251460"/>
                </a:lnTo>
                <a:lnTo>
                  <a:pt x="62471" y="242316"/>
                </a:lnTo>
                <a:lnTo>
                  <a:pt x="59423" y="237744"/>
                </a:lnTo>
                <a:lnTo>
                  <a:pt x="59423" y="227076"/>
                </a:lnTo>
                <a:lnTo>
                  <a:pt x="60947" y="224028"/>
                </a:lnTo>
                <a:lnTo>
                  <a:pt x="62572" y="219367"/>
                </a:lnTo>
                <a:lnTo>
                  <a:pt x="68567" y="213360"/>
                </a:lnTo>
                <a:lnTo>
                  <a:pt x="73139" y="211836"/>
                </a:lnTo>
                <a:lnTo>
                  <a:pt x="76187" y="210312"/>
                </a:lnTo>
                <a:lnTo>
                  <a:pt x="86855" y="210312"/>
                </a:lnTo>
                <a:lnTo>
                  <a:pt x="86855" y="187934"/>
                </a:lnTo>
                <a:lnTo>
                  <a:pt x="55041" y="209550"/>
                </a:lnTo>
                <a:lnTo>
                  <a:pt x="51803" y="225552"/>
                </a:lnTo>
                <a:lnTo>
                  <a:pt x="51879" y="226275"/>
                </a:lnTo>
                <a:lnTo>
                  <a:pt x="51955" y="227076"/>
                </a:lnTo>
                <a:lnTo>
                  <a:pt x="74091" y="263563"/>
                </a:lnTo>
                <a:lnTo>
                  <a:pt x="106667" y="271272"/>
                </a:lnTo>
                <a:lnTo>
                  <a:pt x="117767" y="270421"/>
                </a:lnTo>
                <a:lnTo>
                  <a:pt x="128003" y="267843"/>
                </a:lnTo>
                <a:lnTo>
                  <a:pt x="137109" y="263563"/>
                </a:lnTo>
                <a:lnTo>
                  <a:pt x="144767" y="257556"/>
                </a:lnTo>
                <a:lnTo>
                  <a:pt x="146227" y="256032"/>
                </a:lnTo>
                <a:lnTo>
                  <a:pt x="150774" y="251294"/>
                </a:lnTo>
                <a:lnTo>
                  <a:pt x="155054" y="244030"/>
                </a:lnTo>
                <a:lnTo>
                  <a:pt x="155117" y="243840"/>
                </a:lnTo>
                <a:lnTo>
                  <a:pt x="157632" y="235915"/>
                </a:lnTo>
                <a:lnTo>
                  <a:pt x="158483" y="227076"/>
                </a:lnTo>
                <a:close/>
              </a:path>
              <a:path extrusionOk="0" h="524509" w="203200">
                <a:moveTo>
                  <a:pt x="158496" y="97536"/>
                </a:moveTo>
                <a:lnTo>
                  <a:pt x="146304" y="68580"/>
                </a:lnTo>
                <a:lnTo>
                  <a:pt x="143256" y="70104"/>
                </a:lnTo>
                <a:lnTo>
                  <a:pt x="144780" y="73152"/>
                </a:lnTo>
                <a:lnTo>
                  <a:pt x="144780" y="79248"/>
                </a:lnTo>
                <a:lnTo>
                  <a:pt x="143256" y="80772"/>
                </a:lnTo>
                <a:lnTo>
                  <a:pt x="143256" y="82296"/>
                </a:lnTo>
                <a:lnTo>
                  <a:pt x="138684" y="82296"/>
                </a:lnTo>
                <a:lnTo>
                  <a:pt x="135636" y="83820"/>
                </a:lnTo>
                <a:lnTo>
                  <a:pt x="0" y="83820"/>
                </a:lnTo>
                <a:lnTo>
                  <a:pt x="0" y="88392"/>
                </a:lnTo>
                <a:lnTo>
                  <a:pt x="12192" y="117348"/>
                </a:lnTo>
                <a:lnTo>
                  <a:pt x="15240" y="115824"/>
                </a:lnTo>
                <a:lnTo>
                  <a:pt x="13716" y="112776"/>
                </a:lnTo>
                <a:lnTo>
                  <a:pt x="13716" y="106680"/>
                </a:lnTo>
                <a:lnTo>
                  <a:pt x="15240" y="105156"/>
                </a:lnTo>
                <a:lnTo>
                  <a:pt x="15240" y="103632"/>
                </a:lnTo>
                <a:lnTo>
                  <a:pt x="18288" y="103632"/>
                </a:lnTo>
                <a:lnTo>
                  <a:pt x="19812" y="102108"/>
                </a:lnTo>
                <a:lnTo>
                  <a:pt x="62484" y="102108"/>
                </a:lnTo>
                <a:lnTo>
                  <a:pt x="54864" y="108204"/>
                </a:lnTo>
                <a:lnTo>
                  <a:pt x="51816" y="114300"/>
                </a:lnTo>
                <a:lnTo>
                  <a:pt x="51816" y="123444"/>
                </a:lnTo>
                <a:lnTo>
                  <a:pt x="52959" y="133184"/>
                </a:lnTo>
                <a:lnTo>
                  <a:pt x="79286" y="162979"/>
                </a:lnTo>
                <a:lnTo>
                  <a:pt x="109728" y="170688"/>
                </a:lnTo>
                <a:lnTo>
                  <a:pt x="119989" y="169837"/>
                </a:lnTo>
                <a:lnTo>
                  <a:pt x="119786" y="169837"/>
                </a:lnTo>
                <a:lnTo>
                  <a:pt x="128968" y="167449"/>
                </a:lnTo>
                <a:lnTo>
                  <a:pt x="137363" y="163626"/>
                </a:lnTo>
                <a:lnTo>
                  <a:pt x="144780" y="158496"/>
                </a:lnTo>
                <a:lnTo>
                  <a:pt x="150774" y="152501"/>
                </a:lnTo>
                <a:lnTo>
                  <a:pt x="151828" y="150876"/>
                </a:lnTo>
                <a:lnTo>
                  <a:pt x="155067" y="145923"/>
                </a:lnTo>
                <a:lnTo>
                  <a:pt x="155130" y="145732"/>
                </a:lnTo>
                <a:lnTo>
                  <a:pt x="157632" y="138785"/>
                </a:lnTo>
                <a:lnTo>
                  <a:pt x="158496" y="131064"/>
                </a:lnTo>
                <a:lnTo>
                  <a:pt x="158496" y="124968"/>
                </a:lnTo>
                <a:lnTo>
                  <a:pt x="155448" y="115824"/>
                </a:lnTo>
                <a:lnTo>
                  <a:pt x="152400" y="111252"/>
                </a:lnTo>
                <a:lnTo>
                  <a:pt x="147828" y="106680"/>
                </a:lnTo>
                <a:lnTo>
                  <a:pt x="144780" y="104394"/>
                </a:lnTo>
                <a:lnTo>
                  <a:pt x="144780" y="114300"/>
                </a:lnTo>
                <a:lnTo>
                  <a:pt x="144780" y="128016"/>
                </a:lnTo>
                <a:lnTo>
                  <a:pt x="110299" y="150304"/>
                </a:lnTo>
                <a:lnTo>
                  <a:pt x="100584" y="150876"/>
                </a:lnTo>
                <a:lnTo>
                  <a:pt x="90004" y="150304"/>
                </a:lnTo>
                <a:lnTo>
                  <a:pt x="59436" y="131064"/>
                </a:lnTo>
                <a:lnTo>
                  <a:pt x="59436" y="120396"/>
                </a:lnTo>
                <a:lnTo>
                  <a:pt x="64008" y="111252"/>
                </a:lnTo>
                <a:lnTo>
                  <a:pt x="67056" y="108204"/>
                </a:lnTo>
                <a:lnTo>
                  <a:pt x="71628" y="105156"/>
                </a:lnTo>
                <a:lnTo>
                  <a:pt x="80772" y="102108"/>
                </a:lnTo>
                <a:lnTo>
                  <a:pt x="134112" y="102108"/>
                </a:lnTo>
                <a:lnTo>
                  <a:pt x="141732" y="108204"/>
                </a:lnTo>
                <a:lnTo>
                  <a:pt x="144780" y="114300"/>
                </a:lnTo>
                <a:lnTo>
                  <a:pt x="144780" y="104394"/>
                </a:lnTo>
                <a:lnTo>
                  <a:pt x="141732" y="102108"/>
                </a:lnTo>
                <a:lnTo>
                  <a:pt x="158496" y="102108"/>
                </a:lnTo>
                <a:lnTo>
                  <a:pt x="158496" y="97536"/>
                </a:lnTo>
                <a:close/>
              </a:path>
              <a:path extrusionOk="0" h="524509" w="203200">
                <a:moveTo>
                  <a:pt x="202679" y="60960"/>
                </a:moveTo>
                <a:lnTo>
                  <a:pt x="175895" y="25603"/>
                </a:lnTo>
                <a:lnTo>
                  <a:pt x="134289" y="4381"/>
                </a:lnTo>
                <a:lnTo>
                  <a:pt x="102095" y="0"/>
                </a:lnTo>
                <a:lnTo>
                  <a:pt x="90690" y="571"/>
                </a:lnTo>
                <a:lnTo>
                  <a:pt x="47688" y="13385"/>
                </a:lnTo>
                <a:lnTo>
                  <a:pt x="15875" y="38887"/>
                </a:lnTo>
                <a:lnTo>
                  <a:pt x="1511" y="60960"/>
                </a:lnTo>
                <a:lnTo>
                  <a:pt x="6083" y="60960"/>
                </a:lnTo>
                <a:lnTo>
                  <a:pt x="10655" y="53340"/>
                </a:lnTo>
                <a:lnTo>
                  <a:pt x="21323" y="42672"/>
                </a:lnTo>
                <a:lnTo>
                  <a:pt x="27419" y="38100"/>
                </a:lnTo>
                <a:lnTo>
                  <a:pt x="45707" y="28956"/>
                </a:lnTo>
                <a:lnTo>
                  <a:pt x="53327" y="27432"/>
                </a:lnTo>
                <a:lnTo>
                  <a:pt x="62471" y="24384"/>
                </a:lnTo>
                <a:lnTo>
                  <a:pt x="83235" y="22288"/>
                </a:lnTo>
                <a:lnTo>
                  <a:pt x="93980" y="21602"/>
                </a:lnTo>
                <a:lnTo>
                  <a:pt x="105143" y="21336"/>
                </a:lnTo>
                <a:lnTo>
                  <a:pt x="115430" y="21628"/>
                </a:lnTo>
                <a:lnTo>
                  <a:pt x="155155" y="28244"/>
                </a:lnTo>
                <a:lnTo>
                  <a:pt x="189344" y="48387"/>
                </a:lnTo>
                <a:lnTo>
                  <a:pt x="198107" y="60960"/>
                </a:lnTo>
                <a:lnTo>
                  <a:pt x="20267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94" name="Google Shape;1894;p33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4925567" y="7199376"/>
            <a:ext cx="137160" cy="451103"/>
          </a:xfrm>
          <a:prstGeom prst="rect">
            <a:avLst/>
          </a:prstGeom>
          <a:noFill/>
          <a:ln>
            <a:noFill/>
          </a:ln>
        </p:spPr>
      </p:pic>
      <p:sp>
        <p:nvSpPr>
          <p:cNvPr id="1895" name="Google Shape;1895;p33"/>
          <p:cNvSpPr/>
          <p:nvPr/>
        </p:nvSpPr>
        <p:spPr>
          <a:xfrm>
            <a:off x="4904232" y="6515100"/>
            <a:ext cx="202565" cy="577850"/>
          </a:xfrm>
          <a:custGeom>
            <a:rect b="b" l="l" r="r" t="t"/>
            <a:pathLst>
              <a:path extrusionOk="0" h="577850" w="202564">
                <a:moveTo>
                  <a:pt x="24384" y="248412"/>
                </a:moveTo>
                <a:lnTo>
                  <a:pt x="21336" y="242316"/>
                </a:lnTo>
                <a:lnTo>
                  <a:pt x="15240" y="239268"/>
                </a:lnTo>
                <a:lnTo>
                  <a:pt x="9144" y="239268"/>
                </a:lnTo>
                <a:lnTo>
                  <a:pt x="3048" y="242316"/>
                </a:lnTo>
                <a:lnTo>
                  <a:pt x="0" y="248412"/>
                </a:lnTo>
                <a:lnTo>
                  <a:pt x="0" y="254508"/>
                </a:lnTo>
                <a:lnTo>
                  <a:pt x="1524" y="257556"/>
                </a:lnTo>
                <a:lnTo>
                  <a:pt x="6096" y="262128"/>
                </a:lnTo>
                <a:lnTo>
                  <a:pt x="9144" y="263652"/>
                </a:lnTo>
                <a:lnTo>
                  <a:pt x="15240" y="263652"/>
                </a:lnTo>
                <a:lnTo>
                  <a:pt x="18288" y="262128"/>
                </a:lnTo>
                <a:lnTo>
                  <a:pt x="22860" y="257556"/>
                </a:lnTo>
                <a:lnTo>
                  <a:pt x="24384" y="254508"/>
                </a:lnTo>
                <a:lnTo>
                  <a:pt x="24384" y="248412"/>
                </a:lnTo>
                <a:close/>
              </a:path>
              <a:path extrusionOk="0" h="577850" w="202564">
                <a:moveTo>
                  <a:pt x="155448" y="347472"/>
                </a:moveTo>
                <a:lnTo>
                  <a:pt x="152400" y="347472"/>
                </a:lnTo>
                <a:lnTo>
                  <a:pt x="152400" y="355092"/>
                </a:lnTo>
                <a:lnTo>
                  <a:pt x="150876" y="358140"/>
                </a:lnTo>
                <a:lnTo>
                  <a:pt x="147828" y="361188"/>
                </a:lnTo>
                <a:lnTo>
                  <a:pt x="146304" y="361188"/>
                </a:lnTo>
                <a:lnTo>
                  <a:pt x="143256" y="362712"/>
                </a:lnTo>
                <a:lnTo>
                  <a:pt x="0" y="362712"/>
                </a:lnTo>
                <a:lnTo>
                  <a:pt x="0" y="367284"/>
                </a:lnTo>
                <a:lnTo>
                  <a:pt x="12192" y="396240"/>
                </a:lnTo>
                <a:lnTo>
                  <a:pt x="15240" y="394716"/>
                </a:lnTo>
                <a:lnTo>
                  <a:pt x="13716" y="391668"/>
                </a:lnTo>
                <a:lnTo>
                  <a:pt x="13716" y="385572"/>
                </a:lnTo>
                <a:lnTo>
                  <a:pt x="15240" y="384048"/>
                </a:lnTo>
                <a:lnTo>
                  <a:pt x="15240" y="382524"/>
                </a:lnTo>
                <a:lnTo>
                  <a:pt x="19812" y="382524"/>
                </a:lnTo>
                <a:lnTo>
                  <a:pt x="22860" y="381000"/>
                </a:lnTo>
                <a:lnTo>
                  <a:pt x="143256" y="381000"/>
                </a:lnTo>
                <a:lnTo>
                  <a:pt x="146304" y="382524"/>
                </a:lnTo>
                <a:lnTo>
                  <a:pt x="152400" y="388620"/>
                </a:lnTo>
                <a:lnTo>
                  <a:pt x="152400" y="396240"/>
                </a:lnTo>
                <a:lnTo>
                  <a:pt x="155448" y="396240"/>
                </a:lnTo>
                <a:lnTo>
                  <a:pt x="155448" y="347472"/>
                </a:lnTo>
                <a:close/>
              </a:path>
              <a:path extrusionOk="0" h="577850" w="202564">
                <a:moveTo>
                  <a:pt x="155448" y="284988"/>
                </a:moveTo>
                <a:lnTo>
                  <a:pt x="152400" y="284988"/>
                </a:lnTo>
                <a:lnTo>
                  <a:pt x="152400" y="294132"/>
                </a:lnTo>
                <a:lnTo>
                  <a:pt x="147828" y="298704"/>
                </a:lnTo>
                <a:lnTo>
                  <a:pt x="146304" y="298704"/>
                </a:lnTo>
                <a:lnTo>
                  <a:pt x="143256" y="300228"/>
                </a:lnTo>
                <a:lnTo>
                  <a:pt x="0" y="300228"/>
                </a:lnTo>
                <a:lnTo>
                  <a:pt x="0" y="304800"/>
                </a:lnTo>
                <a:lnTo>
                  <a:pt x="12192" y="333756"/>
                </a:lnTo>
                <a:lnTo>
                  <a:pt x="15240" y="332232"/>
                </a:lnTo>
                <a:lnTo>
                  <a:pt x="13716" y="329184"/>
                </a:lnTo>
                <a:lnTo>
                  <a:pt x="13716" y="323088"/>
                </a:lnTo>
                <a:lnTo>
                  <a:pt x="15240" y="321564"/>
                </a:lnTo>
                <a:lnTo>
                  <a:pt x="15240" y="320040"/>
                </a:lnTo>
                <a:lnTo>
                  <a:pt x="19812" y="320040"/>
                </a:lnTo>
                <a:lnTo>
                  <a:pt x="22860" y="318516"/>
                </a:lnTo>
                <a:lnTo>
                  <a:pt x="138684" y="318516"/>
                </a:lnTo>
                <a:lnTo>
                  <a:pt x="143256" y="320040"/>
                </a:lnTo>
                <a:lnTo>
                  <a:pt x="146304" y="320040"/>
                </a:lnTo>
                <a:lnTo>
                  <a:pt x="152400" y="326136"/>
                </a:lnTo>
                <a:lnTo>
                  <a:pt x="152400" y="333756"/>
                </a:lnTo>
                <a:lnTo>
                  <a:pt x="155448" y="333756"/>
                </a:lnTo>
                <a:lnTo>
                  <a:pt x="155448" y="284988"/>
                </a:lnTo>
                <a:close/>
              </a:path>
              <a:path extrusionOk="0" h="577850" w="202564">
                <a:moveTo>
                  <a:pt x="155448" y="225552"/>
                </a:moveTo>
                <a:lnTo>
                  <a:pt x="152400" y="225552"/>
                </a:lnTo>
                <a:lnTo>
                  <a:pt x="152400" y="233172"/>
                </a:lnTo>
                <a:lnTo>
                  <a:pt x="146304" y="239268"/>
                </a:lnTo>
                <a:lnTo>
                  <a:pt x="143256" y="240792"/>
                </a:lnTo>
                <a:lnTo>
                  <a:pt x="51816" y="240792"/>
                </a:lnTo>
                <a:lnTo>
                  <a:pt x="51816" y="245364"/>
                </a:lnTo>
                <a:lnTo>
                  <a:pt x="64008" y="274320"/>
                </a:lnTo>
                <a:lnTo>
                  <a:pt x="67056" y="272796"/>
                </a:lnTo>
                <a:lnTo>
                  <a:pt x="65532" y="269748"/>
                </a:lnTo>
                <a:lnTo>
                  <a:pt x="65532" y="262128"/>
                </a:lnTo>
                <a:lnTo>
                  <a:pt x="67056" y="262128"/>
                </a:lnTo>
                <a:lnTo>
                  <a:pt x="67056" y="260604"/>
                </a:lnTo>
                <a:lnTo>
                  <a:pt x="70104" y="260604"/>
                </a:lnTo>
                <a:lnTo>
                  <a:pt x="71628" y="259080"/>
                </a:lnTo>
                <a:lnTo>
                  <a:pt x="143256" y="259080"/>
                </a:lnTo>
                <a:lnTo>
                  <a:pt x="146304" y="260604"/>
                </a:lnTo>
                <a:lnTo>
                  <a:pt x="147828" y="260604"/>
                </a:lnTo>
                <a:lnTo>
                  <a:pt x="152400" y="265176"/>
                </a:lnTo>
                <a:lnTo>
                  <a:pt x="152400" y="274320"/>
                </a:lnTo>
                <a:lnTo>
                  <a:pt x="155448" y="274320"/>
                </a:lnTo>
                <a:lnTo>
                  <a:pt x="155448" y="259080"/>
                </a:lnTo>
                <a:lnTo>
                  <a:pt x="155448" y="225552"/>
                </a:lnTo>
                <a:close/>
              </a:path>
              <a:path extrusionOk="0" h="577850" w="202564">
                <a:moveTo>
                  <a:pt x="155448" y="109728"/>
                </a:moveTo>
                <a:lnTo>
                  <a:pt x="152400" y="109728"/>
                </a:lnTo>
                <a:lnTo>
                  <a:pt x="152400" y="117348"/>
                </a:lnTo>
                <a:lnTo>
                  <a:pt x="150876" y="118872"/>
                </a:lnTo>
                <a:lnTo>
                  <a:pt x="149352" y="121920"/>
                </a:lnTo>
                <a:lnTo>
                  <a:pt x="147828" y="121920"/>
                </a:lnTo>
                <a:lnTo>
                  <a:pt x="146304" y="123444"/>
                </a:lnTo>
                <a:lnTo>
                  <a:pt x="143256" y="124968"/>
                </a:lnTo>
                <a:lnTo>
                  <a:pt x="73152" y="124968"/>
                </a:lnTo>
                <a:lnTo>
                  <a:pt x="70104" y="128016"/>
                </a:lnTo>
                <a:lnTo>
                  <a:pt x="62484" y="129540"/>
                </a:lnTo>
                <a:lnTo>
                  <a:pt x="57912" y="132588"/>
                </a:lnTo>
                <a:lnTo>
                  <a:pt x="56388" y="137160"/>
                </a:lnTo>
                <a:lnTo>
                  <a:pt x="53340" y="140208"/>
                </a:lnTo>
                <a:lnTo>
                  <a:pt x="51816" y="144780"/>
                </a:lnTo>
                <a:lnTo>
                  <a:pt x="51816" y="150876"/>
                </a:lnTo>
                <a:lnTo>
                  <a:pt x="53213" y="158902"/>
                </a:lnTo>
                <a:lnTo>
                  <a:pt x="57340" y="167068"/>
                </a:lnTo>
                <a:lnTo>
                  <a:pt x="64020" y="175526"/>
                </a:lnTo>
                <a:lnTo>
                  <a:pt x="73152" y="184404"/>
                </a:lnTo>
                <a:lnTo>
                  <a:pt x="51816" y="184404"/>
                </a:lnTo>
                <a:lnTo>
                  <a:pt x="51816" y="188976"/>
                </a:lnTo>
                <a:lnTo>
                  <a:pt x="64008" y="217932"/>
                </a:lnTo>
                <a:lnTo>
                  <a:pt x="67056" y="216408"/>
                </a:lnTo>
                <a:lnTo>
                  <a:pt x="65532" y="213360"/>
                </a:lnTo>
                <a:lnTo>
                  <a:pt x="65532" y="207264"/>
                </a:lnTo>
                <a:lnTo>
                  <a:pt x="67056" y="205740"/>
                </a:lnTo>
                <a:lnTo>
                  <a:pt x="67056" y="204216"/>
                </a:lnTo>
                <a:lnTo>
                  <a:pt x="70104" y="204216"/>
                </a:lnTo>
                <a:lnTo>
                  <a:pt x="71628" y="202692"/>
                </a:lnTo>
                <a:lnTo>
                  <a:pt x="140208" y="202692"/>
                </a:lnTo>
                <a:lnTo>
                  <a:pt x="144780" y="204216"/>
                </a:lnTo>
                <a:lnTo>
                  <a:pt x="150876" y="207264"/>
                </a:lnTo>
                <a:lnTo>
                  <a:pt x="152400" y="210312"/>
                </a:lnTo>
                <a:lnTo>
                  <a:pt x="152400" y="217932"/>
                </a:lnTo>
                <a:lnTo>
                  <a:pt x="155448" y="217932"/>
                </a:lnTo>
                <a:lnTo>
                  <a:pt x="155448" y="169164"/>
                </a:lnTo>
                <a:lnTo>
                  <a:pt x="152400" y="169164"/>
                </a:lnTo>
                <a:lnTo>
                  <a:pt x="152400" y="178308"/>
                </a:lnTo>
                <a:lnTo>
                  <a:pt x="147828" y="182880"/>
                </a:lnTo>
                <a:lnTo>
                  <a:pt x="146304" y="182880"/>
                </a:lnTo>
                <a:lnTo>
                  <a:pt x="144780" y="184404"/>
                </a:lnTo>
                <a:lnTo>
                  <a:pt x="79248" y="184404"/>
                </a:lnTo>
                <a:lnTo>
                  <a:pt x="73240" y="177787"/>
                </a:lnTo>
                <a:lnTo>
                  <a:pt x="68961" y="171450"/>
                </a:lnTo>
                <a:lnTo>
                  <a:pt x="66382" y="165125"/>
                </a:lnTo>
                <a:lnTo>
                  <a:pt x="65532" y="158496"/>
                </a:lnTo>
                <a:lnTo>
                  <a:pt x="65532" y="152400"/>
                </a:lnTo>
                <a:lnTo>
                  <a:pt x="67056" y="149352"/>
                </a:lnTo>
                <a:lnTo>
                  <a:pt x="71628" y="146304"/>
                </a:lnTo>
                <a:lnTo>
                  <a:pt x="76200" y="144780"/>
                </a:lnTo>
                <a:lnTo>
                  <a:pt x="82296" y="143256"/>
                </a:lnTo>
                <a:lnTo>
                  <a:pt x="143256" y="143256"/>
                </a:lnTo>
                <a:lnTo>
                  <a:pt x="146304" y="144780"/>
                </a:lnTo>
                <a:lnTo>
                  <a:pt x="149352" y="144780"/>
                </a:lnTo>
                <a:lnTo>
                  <a:pt x="149352" y="147828"/>
                </a:lnTo>
                <a:lnTo>
                  <a:pt x="150876" y="149352"/>
                </a:lnTo>
                <a:lnTo>
                  <a:pt x="152400" y="152400"/>
                </a:lnTo>
                <a:lnTo>
                  <a:pt x="152400" y="158496"/>
                </a:lnTo>
                <a:lnTo>
                  <a:pt x="155448" y="158496"/>
                </a:lnTo>
                <a:lnTo>
                  <a:pt x="155448" y="109728"/>
                </a:lnTo>
                <a:close/>
              </a:path>
              <a:path extrusionOk="0" h="577850" w="202564">
                <a:moveTo>
                  <a:pt x="158483" y="452628"/>
                </a:moveTo>
                <a:lnTo>
                  <a:pt x="133718" y="417385"/>
                </a:lnTo>
                <a:lnTo>
                  <a:pt x="118859" y="413004"/>
                </a:lnTo>
                <a:lnTo>
                  <a:pt x="117335" y="416052"/>
                </a:lnTo>
                <a:lnTo>
                  <a:pt x="126479" y="419100"/>
                </a:lnTo>
                <a:lnTo>
                  <a:pt x="132575" y="423672"/>
                </a:lnTo>
                <a:lnTo>
                  <a:pt x="138671" y="432816"/>
                </a:lnTo>
                <a:lnTo>
                  <a:pt x="140195" y="438912"/>
                </a:lnTo>
                <a:lnTo>
                  <a:pt x="140195" y="444919"/>
                </a:lnTo>
                <a:lnTo>
                  <a:pt x="113525" y="478536"/>
                </a:lnTo>
                <a:lnTo>
                  <a:pt x="94475" y="481584"/>
                </a:lnTo>
                <a:lnTo>
                  <a:pt x="94475" y="435864"/>
                </a:lnTo>
                <a:lnTo>
                  <a:pt x="94475" y="413004"/>
                </a:lnTo>
                <a:lnTo>
                  <a:pt x="86855" y="413486"/>
                </a:lnTo>
                <a:lnTo>
                  <a:pt x="86855" y="435864"/>
                </a:lnTo>
                <a:lnTo>
                  <a:pt x="86855" y="481584"/>
                </a:lnTo>
                <a:lnTo>
                  <a:pt x="77711" y="480060"/>
                </a:lnTo>
                <a:lnTo>
                  <a:pt x="71615" y="477012"/>
                </a:lnTo>
                <a:lnTo>
                  <a:pt x="62471" y="467868"/>
                </a:lnTo>
                <a:lnTo>
                  <a:pt x="59423" y="463296"/>
                </a:lnTo>
                <a:lnTo>
                  <a:pt x="59423" y="452628"/>
                </a:lnTo>
                <a:lnTo>
                  <a:pt x="60947" y="449580"/>
                </a:lnTo>
                <a:lnTo>
                  <a:pt x="62572" y="444919"/>
                </a:lnTo>
                <a:lnTo>
                  <a:pt x="68567" y="438912"/>
                </a:lnTo>
                <a:lnTo>
                  <a:pt x="73139" y="437388"/>
                </a:lnTo>
                <a:lnTo>
                  <a:pt x="76187" y="435864"/>
                </a:lnTo>
                <a:lnTo>
                  <a:pt x="86855" y="435864"/>
                </a:lnTo>
                <a:lnTo>
                  <a:pt x="86855" y="413486"/>
                </a:lnTo>
                <a:lnTo>
                  <a:pt x="55041" y="435102"/>
                </a:lnTo>
                <a:lnTo>
                  <a:pt x="51803" y="451104"/>
                </a:lnTo>
                <a:lnTo>
                  <a:pt x="51879" y="451853"/>
                </a:lnTo>
                <a:lnTo>
                  <a:pt x="51955" y="452628"/>
                </a:lnTo>
                <a:lnTo>
                  <a:pt x="74091" y="489115"/>
                </a:lnTo>
                <a:lnTo>
                  <a:pt x="106667" y="496824"/>
                </a:lnTo>
                <a:lnTo>
                  <a:pt x="117767" y="495973"/>
                </a:lnTo>
                <a:lnTo>
                  <a:pt x="128003" y="493395"/>
                </a:lnTo>
                <a:lnTo>
                  <a:pt x="137109" y="489115"/>
                </a:lnTo>
                <a:lnTo>
                  <a:pt x="144767" y="483108"/>
                </a:lnTo>
                <a:lnTo>
                  <a:pt x="146227" y="481584"/>
                </a:lnTo>
                <a:lnTo>
                  <a:pt x="150774" y="476846"/>
                </a:lnTo>
                <a:lnTo>
                  <a:pt x="155054" y="469582"/>
                </a:lnTo>
                <a:lnTo>
                  <a:pt x="157632" y="461467"/>
                </a:lnTo>
                <a:lnTo>
                  <a:pt x="158483" y="452628"/>
                </a:lnTo>
                <a:close/>
              </a:path>
              <a:path extrusionOk="0" h="577850" w="202564">
                <a:moveTo>
                  <a:pt x="158496" y="544068"/>
                </a:moveTo>
                <a:lnTo>
                  <a:pt x="157924" y="537476"/>
                </a:lnTo>
                <a:lnTo>
                  <a:pt x="156210" y="531304"/>
                </a:lnTo>
                <a:lnTo>
                  <a:pt x="153352" y="525424"/>
                </a:lnTo>
                <a:lnTo>
                  <a:pt x="149352" y="519684"/>
                </a:lnTo>
                <a:lnTo>
                  <a:pt x="144780" y="512064"/>
                </a:lnTo>
                <a:lnTo>
                  <a:pt x="137160" y="509016"/>
                </a:lnTo>
                <a:lnTo>
                  <a:pt x="128016" y="509016"/>
                </a:lnTo>
                <a:lnTo>
                  <a:pt x="91440" y="547116"/>
                </a:lnTo>
                <a:lnTo>
                  <a:pt x="88392" y="554736"/>
                </a:lnTo>
                <a:lnTo>
                  <a:pt x="85344" y="559308"/>
                </a:lnTo>
                <a:lnTo>
                  <a:pt x="82296" y="560832"/>
                </a:lnTo>
                <a:lnTo>
                  <a:pt x="79248" y="563880"/>
                </a:lnTo>
                <a:lnTo>
                  <a:pt x="68580" y="563880"/>
                </a:lnTo>
                <a:lnTo>
                  <a:pt x="65532" y="562356"/>
                </a:lnTo>
                <a:lnTo>
                  <a:pt x="64008" y="559308"/>
                </a:lnTo>
                <a:lnTo>
                  <a:pt x="60960" y="556260"/>
                </a:lnTo>
                <a:lnTo>
                  <a:pt x="59436" y="551688"/>
                </a:lnTo>
                <a:lnTo>
                  <a:pt x="59436" y="541020"/>
                </a:lnTo>
                <a:lnTo>
                  <a:pt x="60960" y="534924"/>
                </a:lnTo>
                <a:lnTo>
                  <a:pt x="65532" y="530352"/>
                </a:lnTo>
                <a:lnTo>
                  <a:pt x="68580" y="525780"/>
                </a:lnTo>
                <a:lnTo>
                  <a:pt x="74676" y="522732"/>
                </a:lnTo>
                <a:lnTo>
                  <a:pt x="85344" y="519684"/>
                </a:lnTo>
                <a:lnTo>
                  <a:pt x="85344" y="516636"/>
                </a:lnTo>
                <a:lnTo>
                  <a:pt x="51816" y="516636"/>
                </a:lnTo>
                <a:lnTo>
                  <a:pt x="51816" y="519684"/>
                </a:lnTo>
                <a:lnTo>
                  <a:pt x="53340" y="521208"/>
                </a:lnTo>
                <a:lnTo>
                  <a:pt x="54864" y="521208"/>
                </a:lnTo>
                <a:lnTo>
                  <a:pt x="54864" y="522732"/>
                </a:lnTo>
                <a:lnTo>
                  <a:pt x="56388" y="522732"/>
                </a:lnTo>
                <a:lnTo>
                  <a:pt x="56388" y="528828"/>
                </a:lnTo>
                <a:lnTo>
                  <a:pt x="54864" y="531876"/>
                </a:lnTo>
                <a:lnTo>
                  <a:pt x="53340" y="537972"/>
                </a:lnTo>
                <a:lnTo>
                  <a:pt x="51816" y="542544"/>
                </a:lnTo>
                <a:lnTo>
                  <a:pt x="51816" y="556260"/>
                </a:lnTo>
                <a:lnTo>
                  <a:pt x="54864" y="563880"/>
                </a:lnTo>
                <a:lnTo>
                  <a:pt x="59436" y="569976"/>
                </a:lnTo>
                <a:lnTo>
                  <a:pt x="65532" y="574548"/>
                </a:lnTo>
                <a:lnTo>
                  <a:pt x="71628" y="577596"/>
                </a:lnTo>
                <a:lnTo>
                  <a:pt x="86868" y="577596"/>
                </a:lnTo>
                <a:lnTo>
                  <a:pt x="91440" y="576072"/>
                </a:lnTo>
                <a:lnTo>
                  <a:pt x="100584" y="569976"/>
                </a:lnTo>
                <a:lnTo>
                  <a:pt x="105156" y="562356"/>
                </a:lnTo>
                <a:lnTo>
                  <a:pt x="114300" y="541020"/>
                </a:lnTo>
                <a:lnTo>
                  <a:pt x="118872" y="533400"/>
                </a:lnTo>
                <a:lnTo>
                  <a:pt x="123444" y="530352"/>
                </a:lnTo>
                <a:lnTo>
                  <a:pt x="126492" y="527304"/>
                </a:lnTo>
                <a:lnTo>
                  <a:pt x="131064" y="525780"/>
                </a:lnTo>
                <a:lnTo>
                  <a:pt x="140208" y="525780"/>
                </a:lnTo>
                <a:lnTo>
                  <a:pt x="143256" y="527304"/>
                </a:lnTo>
                <a:lnTo>
                  <a:pt x="149352" y="533400"/>
                </a:lnTo>
                <a:lnTo>
                  <a:pt x="150876" y="537972"/>
                </a:lnTo>
                <a:lnTo>
                  <a:pt x="150876" y="550164"/>
                </a:lnTo>
                <a:lnTo>
                  <a:pt x="149352" y="557784"/>
                </a:lnTo>
                <a:lnTo>
                  <a:pt x="144780" y="562356"/>
                </a:lnTo>
                <a:lnTo>
                  <a:pt x="140208" y="568452"/>
                </a:lnTo>
                <a:lnTo>
                  <a:pt x="134112" y="573024"/>
                </a:lnTo>
                <a:lnTo>
                  <a:pt x="124968" y="574548"/>
                </a:lnTo>
                <a:lnTo>
                  <a:pt x="124968" y="577596"/>
                </a:lnTo>
                <a:lnTo>
                  <a:pt x="158496" y="577596"/>
                </a:lnTo>
                <a:lnTo>
                  <a:pt x="158496" y="574548"/>
                </a:lnTo>
                <a:lnTo>
                  <a:pt x="155448" y="574548"/>
                </a:lnTo>
                <a:lnTo>
                  <a:pt x="153924" y="573024"/>
                </a:lnTo>
                <a:lnTo>
                  <a:pt x="153924" y="566928"/>
                </a:lnTo>
                <a:lnTo>
                  <a:pt x="155448" y="565404"/>
                </a:lnTo>
                <a:lnTo>
                  <a:pt x="156972" y="556260"/>
                </a:lnTo>
                <a:lnTo>
                  <a:pt x="158496" y="550164"/>
                </a:lnTo>
                <a:lnTo>
                  <a:pt x="158496" y="544068"/>
                </a:lnTo>
                <a:close/>
              </a:path>
              <a:path extrusionOk="0" h="577850" w="202564">
                <a:moveTo>
                  <a:pt x="202298" y="51816"/>
                </a:moveTo>
                <a:lnTo>
                  <a:pt x="201803" y="43916"/>
                </a:lnTo>
                <a:lnTo>
                  <a:pt x="199059" y="31623"/>
                </a:lnTo>
                <a:lnTo>
                  <a:pt x="194322" y="21056"/>
                </a:lnTo>
                <a:lnTo>
                  <a:pt x="188658" y="13766"/>
                </a:lnTo>
                <a:lnTo>
                  <a:pt x="188658" y="57848"/>
                </a:lnTo>
                <a:lnTo>
                  <a:pt x="187629" y="66865"/>
                </a:lnTo>
                <a:lnTo>
                  <a:pt x="176771" y="86868"/>
                </a:lnTo>
                <a:lnTo>
                  <a:pt x="170675" y="86868"/>
                </a:lnTo>
                <a:lnTo>
                  <a:pt x="161531" y="82296"/>
                </a:lnTo>
                <a:lnTo>
                  <a:pt x="158483" y="80772"/>
                </a:lnTo>
                <a:lnTo>
                  <a:pt x="156959" y="79248"/>
                </a:lnTo>
                <a:lnTo>
                  <a:pt x="155435" y="77724"/>
                </a:lnTo>
                <a:lnTo>
                  <a:pt x="155536" y="74676"/>
                </a:lnTo>
                <a:lnTo>
                  <a:pt x="155651" y="71056"/>
                </a:lnTo>
                <a:lnTo>
                  <a:pt x="155752" y="68580"/>
                </a:lnTo>
                <a:lnTo>
                  <a:pt x="155841" y="67056"/>
                </a:lnTo>
                <a:lnTo>
                  <a:pt x="155930" y="65532"/>
                </a:lnTo>
                <a:lnTo>
                  <a:pt x="156044" y="63461"/>
                </a:lnTo>
                <a:lnTo>
                  <a:pt x="156095" y="62484"/>
                </a:lnTo>
                <a:lnTo>
                  <a:pt x="156184" y="60960"/>
                </a:lnTo>
                <a:lnTo>
                  <a:pt x="156959" y="25908"/>
                </a:lnTo>
                <a:lnTo>
                  <a:pt x="158483" y="16764"/>
                </a:lnTo>
                <a:lnTo>
                  <a:pt x="160007" y="13716"/>
                </a:lnTo>
                <a:lnTo>
                  <a:pt x="161531" y="9144"/>
                </a:lnTo>
                <a:lnTo>
                  <a:pt x="164579" y="7620"/>
                </a:lnTo>
                <a:lnTo>
                  <a:pt x="172199" y="7620"/>
                </a:lnTo>
                <a:lnTo>
                  <a:pt x="178295" y="10668"/>
                </a:lnTo>
                <a:lnTo>
                  <a:pt x="188658" y="57848"/>
                </a:lnTo>
                <a:lnTo>
                  <a:pt x="188658" y="13766"/>
                </a:lnTo>
                <a:lnTo>
                  <a:pt x="164579" y="0"/>
                </a:lnTo>
                <a:lnTo>
                  <a:pt x="158483" y="0"/>
                </a:lnTo>
                <a:lnTo>
                  <a:pt x="153911" y="1524"/>
                </a:lnTo>
                <a:lnTo>
                  <a:pt x="144767" y="10668"/>
                </a:lnTo>
                <a:lnTo>
                  <a:pt x="141732" y="22821"/>
                </a:lnTo>
                <a:lnTo>
                  <a:pt x="141490" y="27419"/>
                </a:lnTo>
                <a:lnTo>
                  <a:pt x="140906" y="35052"/>
                </a:lnTo>
                <a:lnTo>
                  <a:pt x="140779" y="37147"/>
                </a:lnTo>
                <a:lnTo>
                  <a:pt x="140741" y="37769"/>
                </a:lnTo>
                <a:lnTo>
                  <a:pt x="140639" y="39560"/>
                </a:lnTo>
                <a:lnTo>
                  <a:pt x="140538" y="41148"/>
                </a:lnTo>
                <a:lnTo>
                  <a:pt x="140411" y="43916"/>
                </a:lnTo>
                <a:lnTo>
                  <a:pt x="140284" y="49441"/>
                </a:lnTo>
                <a:lnTo>
                  <a:pt x="140195" y="73152"/>
                </a:lnTo>
                <a:lnTo>
                  <a:pt x="138671" y="76200"/>
                </a:lnTo>
                <a:lnTo>
                  <a:pt x="135623" y="79248"/>
                </a:lnTo>
                <a:lnTo>
                  <a:pt x="129527" y="79248"/>
                </a:lnTo>
                <a:lnTo>
                  <a:pt x="128003" y="77724"/>
                </a:lnTo>
                <a:lnTo>
                  <a:pt x="121907" y="74676"/>
                </a:lnTo>
                <a:lnTo>
                  <a:pt x="119494" y="71056"/>
                </a:lnTo>
                <a:lnTo>
                  <a:pt x="118897" y="70015"/>
                </a:lnTo>
                <a:lnTo>
                  <a:pt x="121907" y="60960"/>
                </a:lnTo>
                <a:lnTo>
                  <a:pt x="121805" y="53340"/>
                </a:lnTo>
                <a:lnTo>
                  <a:pt x="115811" y="32016"/>
                </a:lnTo>
                <a:lnTo>
                  <a:pt x="115811" y="48768"/>
                </a:lnTo>
                <a:lnTo>
                  <a:pt x="115811" y="59436"/>
                </a:lnTo>
                <a:lnTo>
                  <a:pt x="83807" y="76200"/>
                </a:lnTo>
                <a:lnTo>
                  <a:pt x="74663" y="76200"/>
                </a:lnTo>
                <a:lnTo>
                  <a:pt x="68567" y="74676"/>
                </a:lnTo>
                <a:lnTo>
                  <a:pt x="64947" y="71056"/>
                </a:lnTo>
                <a:lnTo>
                  <a:pt x="63855" y="70015"/>
                </a:lnTo>
                <a:lnTo>
                  <a:pt x="59423" y="67056"/>
                </a:lnTo>
                <a:lnTo>
                  <a:pt x="59359" y="66865"/>
                </a:lnTo>
                <a:lnTo>
                  <a:pt x="57899" y="62484"/>
                </a:lnTo>
                <a:lnTo>
                  <a:pt x="57899" y="51816"/>
                </a:lnTo>
                <a:lnTo>
                  <a:pt x="59423" y="45720"/>
                </a:lnTo>
                <a:lnTo>
                  <a:pt x="65519" y="42672"/>
                </a:lnTo>
                <a:lnTo>
                  <a:pt x="70434" y="39560"/>
                </a:lnTo>
                <a:lnTo>
                  <a:pt x="76187" y="37147"/>
                </a:lnTo>
                <a:lnTo>
                  <a:pt x="83096" y="35610"/>
                </a:lnTo>
                <a:lnTo>
                  <a:pt x="91427" y="35052"/>
                </a:lnTo>
                <a:lnTo>
                  <a:pt x="99047" y="35052"/>
                </a:lnTo>
                <a:lnTo>
                  <a:pt x="105143" y="36576"/>
                </a:lnTo>
                <a:lnTo>
                  <a:pt x="109715" y="41148"/>
                </a:lnTo>
                <a:lnTo>
                  <a:pt x="114287" y="44196"/>
                </a:lnTo>
                <a:lnTo>
                  <a:pt x="115811" y="48768"/>
                </a:lnTo>
                <a:lnTo>
                  <a:pt x="115811" y="32016"/>
                </a:lnTo>
                <a:lnTo>
                  <a:pt x="112737" y="27419"/>
                </a:lnTo>
                <a:lnTo>
                  <a:pt x="107340" y="22821"/>
                </a:lnTo>
                <a:lnTo>
                  <a:pt x="107035" y="22555"/>
                </a:lnTo>
                <a:lnTo>
                  <a:pt x="101142" y="19240"/>
                </a:lnTo>
                <a:lnTo>
                  <a:pt x="94983" y="17360"/>
                </a:lnTo>
                <a:lnTo>
                  <a:pt x="88379" y="16764"/>
                </a:lnTo>
                <a:lnTo>
                  <a:pt x="80759" y="16764"/>
                </a:lnTo>
                <a:lnTo>
                  <a:pt x="73139" y="18288"/>
                </a:lnTo>
                <a:lnTo>
                  <a:pt x="68618" y="22821"/>
                </a:lnTo>
                <a:lnTo>
                  <a:pt x="68567" y="4572"/>
                </a:lnTo>
                <a:lnTo>
                  <a:pt x="67043" y="4572"/>
                </a:lnTo>
                <a:lnTo>
                  <a:pt x="67043" y="3048"/>
                </a:lnTo>
                <a:lnTo>
                  <a:pt x="60947" y="3048"/>
                </a:lnTo>
                <a:lnTo>
                  <a:pt x="59423" y="4572"/>
                </a:lnTo>
                <a:lnTo>
                  <a:pt x="59423" y="30480"/>
                </a:lnTo>
                <a:lnTo>
                  <a:pt x="56311" y="36220"/>
                </a:lnTo>
                <a:lnTo>
                  <a:pt x="53898" y="42100"/>
                </a:lnTo>
                <a:lnTo>
                  <a:pt x="52362" y="48272"/>
                </a:lnTo>
                <a:lnTo>
                  <a:pt x="52260" y="49441"/>
                </a:lnTo>
                <a:lnTo>
                  <a:pt x="52057" y="51816"/>
                </a:lnTo>
                <a:lnTo>
                  <a:pt x="52120" y="59436"/>
                </a:lnTo>
                <a:lnTo>
                  <a:pt x="52235" y="60960"/>
                </a:lnTo>
                <a:lnTo>
                  <a:pt x="52336" y="62484"/>
                </a:lnTo>
                <a:lnTo>
                  <a:pt x="80048" y="93903"/>
                </a:lnTo>
                <a:lnTo>
                  <a:pt x="86855" y="94488"/>
                </a:lnTo>
                <a:lnTo>
                  <a:pt x="92951" y="94488"/>
                </a:lnTo>
                <a:lnTo>
                  <a:pt x="117335" y="76200"/>
                </a:lnTo>
                <a:lnTo>
                  <a:pt x="123431" y="83820"/>
                </a:lnTo>
                <a:lnTo>
                  <a:pt x="128003" y="88392"/>
                </a:lnTo>
                <a:lnTo>
                  <a:pt x="132575" y="91440"/>
                </a:lnTo>
                <a:lnTo>
                  <a:pt x="138671" y="94488"/>
                </a:lnTo>
                <a:lnTo>
                  <a:pt x="144767" y="94488"/>
                </a:lnTo>
                <a:lnTo>
                  <a:pt x="152387" y="86868"/>
                </a:lnTo>
                <a:lnTo>
                  <a:pt x="153911" y="82296"/>
                </a:lnTo>
                <a:lnTo>
                  <a:pt x="161531" y="89916"/>
                </a:lnTo>
                <a:lnTo>
                  <a:pt x="166103" y="92964"/>
                </a:lnTo>
                <a:lnTo>
                  <a:pt x="170675" y="97536"/>
                </a:lnTo>
                <a:lnTo>
                  <a:pt x="176771" y="100584"/>
                </a:lnTo>
                <a:lnTo>
                  <a:pt x="178295" y="102108"/>
                </a:lnTo>
                <a:lnTo>
                  <a:pt x="185915" y="102108"/>
                </a:lnTo>
                <a:lnTo>
                  <a:pt x="202158" y="67056"/>
                </a:lnTo>
                <a:lnTo>
                  <a:pt x="202247" y="65532"/>
                </a:lnTo>
                <a:lnTo>
                  <a:pt x="202298" y="518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96" name="Google Shape;1896;p33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4956047" y="6324600"/>
            <a:ext cx="106680" cy="914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97" name="Google Shape;1897;p33"/>
          <p:cNvGrpSpPr/>
          <p:nvPr/>
        </p:nvGrpSpPr>
        <p:grpSpPr>
          <a:xfrm>
            <a:off x="4908803" y="5966459"/>
            <a:ext cx="151130" cy="244348"/>
            <a:chOff x="4908803" y="5966459"/>
            <a:chExt cx="151130" cy="244348"/>
          </a:xfrm>
        </p:grpSpPr>
        <p:sp>
          <p:nvSpPr>
            <p:cNvPr id="1898" name="Google Shape;1898;p33"/>
            <p:cNvSpPr/>
            <p:nvPr/>
          </p:nvSpPr>
          <p:spPr>
            <a:xfrm>
              <a:off x="4908803" y="6152388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1"/>
                  </a:moveTo>
                  <a:lnTo>
                    <a:pt x="0" y="22859"/>
                  </a:lnTo>
                  <a:lnTo>
                    <a:pt x="0" y="18287"/>
                  </a:lnTo>
                  <a:lnTo>
                    <a:pt x="138684" y="18287"/>
                  </a:lnTo>
                  <a:lnTo>
                    <a:pt x="141732" y="16763"/>
                  </a:lnTo>
                  <a:lnTo>
                    <a:pt x="143256" y="16763"/>
                  </a:lnTo>
                  <a:lnTo>
                    <a:pt x="146304" y="13715"/>
                  </a:lnTo>
                  <a:lnTo>
                    <a:pt x="146304" y="10667"/>
                  </a:lnTo>
                  <a:lnTo>
                    <a:pt x="147828" y="6095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7828" y="48767"/>
                  </a:lnTo>
                  <a:lnTo>
                    <a:pt x="146304" y="44195"/>
                  </a:lnTo>
                  <a:lnTo>
                    <a:pt x="146304" y="42671"/>
                  </a:lnTo>
                  <a:lnTo>
                    <a:pt x="144780" y="39623"/>
                  </a:lnTo>
                  <a:lnTo>
                    <a:pt x="143256" y="38099"/>
                  </a:lnTo>
                  <a:lnTo>
                    <a:pt x="141732" y="38099"/>
                  </a:lnTo>
                  <a:lnTo>
                    <a:pt x="140208" y="36575"/>
                  </a:lnTo>
                  <a:lnTo>
                    <a:pt x="25908" y="36575"/>
                  </a:lnTo>
                  <a:lnTo>
                    <a:pt x="22860" y="38099"/>
                  </a:lnTo>
                  <a:lnTo>
                    <a:pt x="21336" y="38099"/>
                  </a:lnTo>
                  <a:lnTo>
                    <a:pt x="16764" y="42671"/>
                  </a:lnTo>
                  <a:lnTo>
                    <a:pt x="16764" y="48767"/>
                  </a:lnTo>
                  <a:lnTo>
                    <a:pt x="18288" y="51815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99" name="Google Shape;1899;p33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4911851" y="5966459"/>
              <a:ext cx="147828" cy="1569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900" name="Google Shape;1900;p33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5170932" y="9329927"/>
            <a:ext cx="158495" cy="2331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01" name="Google Shape;1901;p33"/>
          <p:cNvGrpSpPr/>
          <p:nvPr/>
        </p:nvGrpSpPr>
        <p:grpSpPr>
          <a:xfrm>
            <a:off x="5175503" y="8679180"/>
            <a:ext cx="153925" cy="588263"/>
            <a:chOff x="5175503" y="8679180"/>
            <a:chExt cx="153925" cy="588263"/>
          </a:xfrm>
        </p:grpSpPr>
        <p:pic>
          <p:nvPicPr>
            <p:cNvPr id="1902" name="Google Shape;1902;p33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5175504" y="8796527"/>
              <a:ext cx="153924" cy="4709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903" name="Google Shape;1903;p33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5175503" y="8679180"/>
              <a:ext cx="153924" cy="9601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904" name="Google Shape;1904;p33"/>
          <p:cNvSpPr/>
          <p:nvPr/>
        </p:nvSpPr>
        <p:spPr>
          <a:xfrm>
            <a:off x="5175491" y="8055864"/>
            <a:ext cx="187960" cy="550545"/>
          </a:xfrm>
          <a:custGeom>
            <a:rect b="b" l="l" r="r" t="t"/>
            <a:pathLst>
              <a:path extrusionOk="0" h="550545" w="187960">
                <a:moveTo>
                  <a:pt x="150888" y="399288"/>
                </a:moveTo>
                <a:lnTo>
                  <a:pt x="150876" y="374904"/>
                </a:lnTo>
                <a:lnTo>
                  <a:pt x="150876" y="356616"/>
                </a:lnTo>
                <a:lnTo>
                  <a:pt x="147828" y="356616"/>
                </a:lnTo>
                <a:lnTo>
                  <a:pt x="147828" y="364236"/>
                </a:lnTo>
                <a:lnTo>
                  <a:pt x="146304" y="368808"/>
                </a:lnTo>
                <a:lnTo>
                  <a:pt x="144780" y="371856"/>
                </a:lnTo>
                <a:lnTo>
                  <a:pt x="143256" y="373380"/>
                </a:lnTo>
                <a:lnTo>
                  <a:pt x="140208" y="374904"/>
                </a:lnTo>
                <a:lnTo>
                  <a:pt x="135636" y="374904"/>
                </a:lnTo>
                <a:lnTo>
                  <a:pt x="131064" y="373380"/>
                </a:lnTo>
                <a:lnTo>
                  <a:pt x="124968" y="370332"/>
                </a:lnTo>
                <a:lnTo>
                  <a:pt x="102108" y="361188"/>
                </a:lnTo>
                <a:lnTo>
                  <a:pt x="102108" y="356616"/>
                </a:lnTo>
                <a:lnTo>
                  <a:pt x="102108" y="306324"/>
                </a:lnTo>
                <a:lnTo>
                  <a:pt x="102108" y="303276"/>
                </a:lnTo>
                <a:lnTo>
                  <a:pt x="121920" y="294132"/>
                </a:lnTo>
                <a:lnTo>
                  <a:pt x="129540" y="292608"/>
                </a:lnTo>
                <a:lnTo>
                  <a:pt x="135636" y="291084"/>
                </a:lnTo>
                <a:lnTo>
                  <a:pt x="143256" y="291084"/>
                </a:lnTo>
                <a:lnTo>
                  <a:pt x="144780" y="294132"/>
                </a:lnTo>
                <a:lnTo>
                  <a:pt x="146304" y="295656"/>
                </a:lnTo>
                <a:lnTo>
                  <a:pt x="147828" y="300228"/>
                </a:lnTo>
                <a:lnTo>
                  <a:pt x="147828" y="304800"/>
                </a:lnTo>
                <a:lnTo>
                  <a:pt x="150876" y="304800"/>
                </a:lnTo>
                <a:lnTo>
                  <a:pt x="150876" y="291084"/>
                </a:lnTo>
                <a:lnTo>
                  <a:pt x="150876" y="246888"/>
                </a:lnTo>
                <a:lnTo>
                  <a:pt x="147828" y="246888"/>
                </a:lnTo>
                <a:lnTo>
                  <a:pt x="147828" y="252984"/>
                </a:lnTo>
                <a:lnTo>
                  <a:pt x="146304" y="257556"/>
                </a:lnTo>
                <a:lnTo>
                  <a:pt x="140208" y="263652"/>
                </a:lnTo>
                <a:lnTo>
                  <a:pt x="132588" y="268224"/>
                </a:lnTo>
                <a:lnTo>
                  <a:pt x="123444" y="271272"/>
                </a:lnTo>
                <a:lnTo>
                  <a:pt x="94488" y="283070"/>
                </a:lnTo>
                <a:lnTo>
                  <a:pt x="94488" y="306324"/>
                </a:lnTo>
                <a:lnTo>
                  <a:pt x="94488" y="356616"/>
                </a:lnTo>
                <a:lnTo>
                  <a:pt x="35052" y="330708"/>
                </a:lnTo>
                <a:lnTo>
                  <a:pt x="94488" y="306324"/>
                </a:lnTo>
                <a:lnTo>
                  <a:pt x="94488" y="283070"/>
                </a:lnTo>
                <a:lnTo>
                  <a:pt x="0" y="321564"/>
                </a:lnTo>
                <a:lnTo>
                  <a:pt x="0" y="324612"/>
                </a:lnTo>
                <a:lnTo>
                  <a:pt x="121920" y="379476"/>
                </a:lnTo>
                <a:lnTo>
                  <a:pt x="132588" y="384048"/>
                </a:lnTo>
                <a:lnTo>
                  <a:pt x="140208" y="387096"/>
                </a:lnTo>
                <a:lnTo>
                  <a:pt x="143256" y="391668"/>
                </a:lnTo>
                <a:lnTo>
                  <a:pt x="144780" y="393192"/>
                </a:lnTo>
                <a:lnTo>
                  <a:pt x="146304" y="396240"/>
                </a:lnTo>
                <a:lnTo>
                  <a:pt x="147370" y="401612"/>
                </a:lnTo>
                <a:lnTo>
                  <a:pt x="146316" y="406908"/>
                </a:lnTo>
                <a:lnTo>
                  <a:pt x="120408" y="435864"/>
                </a:lnTo>
                <a:lnTo>
                  <a:pt x="76212" y="467868"/>
                </a:lnTo>
                <a:lnTo>
                  <a:pt x="74688" y="460248"/>
                </a:lnTo>
                <a:lnTo>
                  <a:pt x="74688" y="499872"/>
                </a:lnTo>
                <a:lnTo>
                  <a:pt x="74688" y="507492"/>
                </a:lnTo>
                <a:lnTo>
                  <a:pt x="13728" y="507492"/>
                </a:lnTo>
                <a:lnTo>
                  <a:pt x="12204" y="499872"/>
                </a:lnTo>
                <a:lnTo>
                  <a:pt x="10680" y="493776"/>
                </a:lnTo>
                <a:lnTo>
                  <a:pt x="10680" y="489204"/>
                </a:lnTo>
                <a:lnTo>
                  <a:pt x="11252" y="481761"/>
                </a:lnTo>
                <a:lnTo>
                  <a:pt x="33540" y="457200"/>
                </a:lnTo>
                <a:lnTo>
                  <a:pt x="51828" y="457200"/>
                </a:lnTo>
                <a:lnTo>
                  <a:pt x="72428" y="481761"/>
                </a:lnTo>
                <a:lnTo>
                  <a:pt x="74117" y="490156"/>
                </a:lnTo>
                <a:lnTo>
                  <a:pt x="74142" y="490728"/>
                </a:lnTo>
                <a:lnTo>
                  <a:pt x="74688" y="499872"/>
                </a:lnTo>
                <a:lnTo>
                  <a:pt x="74688" y="460248"/>
                </a:lnTo>
                <a:lnTo>
                  <a:pt x="74498" y="459295"/>
                </a:lnTo>
                <a:lnTo>
                  <a:pt x="73685" y="457200"/>
                </a:lnTo>
                <a:lnTo>
                  <a:pt x="71640" y="451866"/>
                </a:lnTo>
                <a:lnTo>
                  <a:pt x="67640" y="445579"/>
                </a:lnTo>
                <a:lnTo>
                  <a:pt x="56400" y="434340"/>
                </a:lnTo>
                <a:lnTo>
                  <a:pt x="48780" y="432816"/>
                </a:lnTo>
                <a:lnTo>
                  <a:pt x="32016" y="432816"/>
                </a:lnTo>
                <a:lnTo>
                  <a:pt x="24396" y="434340"/>
                </a:lnTo>
                <a:lnTo>
                  <a:pt x="18300" y="440436"/>
                </a:lnTo>
                <a:lnTo>
                  <a:pt x="12204" y="445008"/>
                </a:lnTo>
                <a:lnTo>
                  <a:pt x="3314" y="483590"/>
                </a:lnTo>
                <a:lnTo>
                  <a:pt x="3060" y="550164"/>
                </a:lnTo>
                <a:lnTo>
                  <a:pt x="6108" y="550164"/>
                </a:lnTo>
                <a:lnTo>
                  <a:pt x="6108" y="537972"/>
                </a:lnTo>
                <a:lnTo>
                  <a:pt x="7632" y="533400"/>
                </a:lnTo>
                <a:lnTo>
                  <a:pt x="10680" y="531876"/>
                </a:lnTo>
                <a:lnTo>
                  <a:pt x="13728" y="528828"/>
                </a:lnTo>
                <a:lnTo>
                  <a:pt x="138696" y="528828"/>
                </a:lnTo>
                <a:lnTo>
                  <a:pt x="141744" y="530352"/>
                </a:lnTo>
                <a:lnTo>
                  <a:pt x="146316" y="533400"/>
                </a:lnTo>
                <a:lnTo>
                  <a:pt x="147840" y="537972"/>
                </a:lnTo>
                <a:lnTo>
                  <a:pt x="147840" y="550164"/>
                </a:lnTo>
                <a:lnTo>
                  <a:pt x="150888" y="550164"/>
                </a:lnTo>
                <a:lnTo>
                  <a:pt x="150888" y="528828"/>
                </a:lnTo>
                <a:lnTo>
                  <a:pt x="150888" y="507492"/>
                </a:lnTo>
                <a:lnTo>
                  <a:pt x="150888" y="486156"/>
                </a:lnTo>
                <a:lnTo>
                  <a:pt x="147840" y="486156"/>
                </a:lnTo>
                <a:lnTo>
                  <a:pt x="134124" y="507492"/>
                </a:lnTo>
                <a:lnTo>
                  <a:pt x="82308" y="507492"/>
                </a:lnTo>
                <a:lnTo>
                  <a:pt x="82308" y="490728"/>
                </a:lnTo>
                <a:lnTo>
                  <a:pt x="112560" y="467868"/>
                </a:lnTo>
                <a:lnTo>
                  <a:pt x="150888" y="438912"/>
                </a:lnTo>
                <a:lnTo>
                  <a:pt x="150888" y="399288"/>
                </a:lnTo>
                <a:close/>
              </a:path>
              <a:path extrusionOk="0" h="550545" w="187960">
                <a:moveTo>
                  <a:pt x="150888" y="47244"/>
                </a:moveTo>
                <a:lnTo>
                  <a:pt x="147840" y="47244"/>
                </a:lnTo>
                <a:lnTo>
                  <a:pt x="147840" y="57912"/>
                </a:lnTo>
                <a:lnTo>
                  <a:pt x="146316" y="62484"/>
                </a:lnTo>
                <a:lnTo>
                  <a:pt x="143268" y="65532"/>
                </a:lnTo>
                <a:lnTo>
                  <a:pt x="140220" y="67056"/>
                </a:lnTo>
                <a:lnTo>
                  <a:pt x="134124" y="68580"/>
                </a:lnTo>
                <a:lnTo>
                  <a:pt x="15252" y="68580"/>
                </a:lnTo>
                <a:lnTo>
                  <a:pt x="12204" y="67056"/>
                </a:lnTo>
                <a:lnTo>
                  <a:pt x="7632" y="64008"/>
                </a:lnTo>
                <a:lnTo>
                  <a:pt x="6108" y="59436"/>
                </a:lnTo>
                <a:lnTo>
                  <a:pt x="6108" y="47244"/>
                </a:lnTo>
                <a:lnTo>
                  <a:pt x="3060" y="47244"/>
                </a:lnTo>
                <a:lnTo>
                  <a:pt x="3060" y="88392"/>
                </a:lnTo>
                <a:lnTo>
                  <a:pt x="118884" y="144780"/>
                </a:lnTo>
                <a:lnTo>
                  <a:pt x="3060" y="199644"/>
                </a:lnTo>
                <a:lnTo>
                  <a:pt x="3060" y="242316"/>
                </a:lnTo>
                <a:lnTo>
                  <a:pt x="6108" y="242316"/>
                </a:lnTo>
                <a:lnTo>
                  <a:pt x="6108" y="236220"/>
                </a:lnTo>
                <a:lnTo>
                  <a:pt x="7632" y="231648"/>
                </a:lnTo>
                <a:lnTo>
                  <a:pt x="9156" y="228600"/>
                </a:lnTo>
                <a:lnTo>
                  <a:pt x="10680" y="227076"/>
                </a:lnTo>
                <a:lnTo>
                  <a:pt x="12204" y="224028"/>
                </a:lnTo>
                <a:lnTo>
                  <a:pt x="13728" y="224028"/>
                </a:lnTo>
                <a:lnTo>
                  <a:pt x="16776" y="222504"/>
                </a:lnTo>
                <a:lnTo>
                  <a:pt x="22872" y="220980"/>
                </a:lnTo>
                <a:lnTo>
                  <a:pt x="134124" y="220980"/>
                </a:lnTo>
                <a:lnTo>
                  <a:pt x="138696" y="222504"/>
                </a:lnTo>
                <a:lnTo>
                  <a:pt x="141744" y="224028"/>
                </a:lnTo>
                <a:lnTo>
                  <a:pt x="146316" y="227076"/>
                </a:lnTo>
                <a:lnTo>
                  <a:pt x="147840" y="230124"/>
                </a:lnTo>
                <a:lnTo>
                  <a:pt x="147840" y="242316"/>
                </a:lnTo>
                <a:lnTo>
                  <a:pt x="150888" y="242316"/>
                </a:lnTo>
                <a:lnTo>
                  <a:pt x="150888" y="190500"/>
                </a:lnTo>
                <a:lnTo>
                  <a:pt x="147840" y="190500"/>
                </a:lnTo>
                <a:lnTo>
                  <a:pt x="147840" y="202692"/>
                </a:lnTo>
                <a:lnTo>
                  <a:pt x="146316" y="205740"/>
                </a:lnTo>
                <a:lnTo>
                  <a:pt x="140220" y="211836"/>
                </a:lnTo>
                <a:lnTo>
                  <a:pt x="25920" y="211836"/>
                </a:lnTo>
                <a:lnTo>
                  <a:pt x="150888" y="152400"/>
                </a:lnTo>
                <a:lnTo>
                  <a:pt x="150888" y="149352"/>
                </a:lnTo>
                <a:lnTo>
                  <a:pt x="25920" y="89916"/>
                </a:lnTo>
                <a:lnTo>
                  <a:pt x="134124" y="89916"/>
                </a:lnTo>
                <a:lnTo>
                  <a:pt x="138696" y="91440"/>
                </a:lnTo>
                <a:lnTo>
                  <a:pt x="141744" y="92964"/>
                </a:lnTo>
                <a:lnTo>
                  <a:pt x="146316" y="94488"/>
                </a:lnTo>
                <a:lnTo>
                  <a:pt x="147840" y="99060"/>
                </a:lnTo>
                <a:lnTo>
                  <a:pt x="147840" y="111252"/>
                </a:lnTo>
                <a:lnTo>
                  <a:pt x="150888" y="111252"/>
                </a:lnTo>
                <a:lnTo>
                  <a:pt x="150888" y="47244"/>
                </a:lnTo>
                <a:close/>
              </a:path>
              <a:path extrusionOk="0" h="550545" w="187960">
                <a:moveTo>
                  <a:pt x="187464" y="33528"/>
                </a:moveTo>
                <a:lnTo>
                  <a:pt x="160032" y="0"/>
                </a:lnTo>
                <a:lnTo>
                  <a:pt x="144792" y="0"/>
                </a:lnTo>
                <a:lnTo>
                  <a:pt x="140220" y="1524"/>
                </a:lnTo>
                <a:lnTo>
                  <a:pt x="135648" y="6096"/>
                </a:lnTo>
                <a:lnTo>
                  <a:pt x="131076" y="9144"/>
                </a:lnTo>
                <a:lnTo>
                  <a:pt x="129552" y="13716"/>
                </a:lnTo>
                <a:lnTo>
                  <a:pt x="129552" y="22860"/>
                </a:lnTo>
                <a:lnTo>
                  <a:pt x="132600" y="28956"/>
                </a:lnTo>
                <a:lnTo>
                  <a:pt x="135648" y="32004"/>
                </a:lnTo>
                <a:lnTo>
                  <a:pt x="138696" y="33528"/>
                </a:lnTo>
                <a:lnTo>
                  <a:pt x="146316" y="33528"/>
                </a:lnTo>
                <a:lnTo>
                  <a:pt x="149364" y="32004"/>
                </a:lnTo>
                <a:lnTo>
                  <a:pt x="150888" y="30480"/>
                </a:lnTo>
                <a:lnTo>
                  <a:pt x="152412" y="27432"/>
                </a:lnTo>
                <a:lnTo>
                  <a:pt x="153936" y="25908"/>
                </a:lnTo>
                <a:lnTo>
                  <a:pt x="153936" y="19812"/>
                </a:lnTo>
                <a:lnTo>
                  <a:pt x="152412" y="18288"/>
                </a:lnTo>
                <a:lnTo>
                  <a:pt x="150888" y="15240"/>
                </a:lnTo>
                <a:lnTo>
                  <a:pt x="150888" y="12192"/>
                </a:lnTo>
                <a:lnTo>
                  <a:pt x="152412" y="10668"/>
                </a:lnTo>
                <a:lnTo>
                  <a:pt x="161556" y="10668"/>
                </a:lnTo>
                <a:lnTo>
                  <a:pt x="166128" y="12192"/>
                </a:lnTo>
                <a:lnTo>
                  <a:pt x="172224" y="16764"/>
                </a:lnTo>
                <a:lnTo>
                  <a:pt x="176796" y="19812"/>
                </a:lnTo>
                <a:lnTo>
                  <a:pt x="179844" y="25908"/>
                </a:lnTo>
                <a:lnTo>
                  <a:pt x="182892" y="33528"/>
                </a:lnTo>
                <a:lnTo>
                  <a:pt x="187464" y="335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05" name="Google Shape;1905;p33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5170932" y="7719059"/>
            <a:ext cx="158495" cy="2651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06" name="Google Shape;1906;p33"/>
          <p:cNvGrpSpPr/>
          <p:nvPr/>
        </p:nvGrpSpPr>
        <p:grpSpPr>
          <a:xfrm>
            <a:off x="5175503" y="7179564"/>
            <a:ext cx="154306" cy="449580"/>
            <a:chOff x="5175503" y="7179564"/>
            <a:chExt cx="154306" cy="449580"/>
          </a:xfrm>
        </p:grpSpPr>
        <p:sp>
          <p:nvSpPr>
            <p:cNvPr id="1907" name="Google Shape;1907;p33"/>
            <p:cNvSpPr/>
            <p:nvPr/>
          </p:nvSpPr>
          <p:spPr>
            <a:xfrm>
              <a:off x="5175504" y="7469124"/>
              <a:ext cx="151130" cy="160020"/>
            </a:xfrm>
            <a:custGeom>
              <a:rect b="b" l="l" r="r" t="t"/>
              <a:pathLst>
                <a:path extrusionOk="0" h="160020" w="151129">
                  <a:moveTo>
                    <a:pt x="150876" y="102108"/>
                  </a:moveTo>
                  <a:lnTo>
                    <a:pt x="147828" y="102108"/>
                  </a:lnTo>
                  <a:lnTo>
                    <a:pt x="147828" y="112776"/>
                  </a:lnTo>
                  <a:lnTo>
                    <a:pt x="146304" y="115824"/>
                  </a:lnTo>
                  <a:lnTo>
                    <a:pt x="143256" y="118872"/>
                  </a:lnTo>
                  <a:lnTo>
                    <a:pt x="141732" y="118872"/>
                  </a:lnTo>
                  <a:lnTo>
                    <a:pt x="138684" y="120396"/>
                  </a:lnTo>
                  <a:lnTo>
                    <a:pt x="0" y="120396"/>
                  </a:lnTo>
                  <a:lnTo>
                    <a:pt x="0" y="123444"/>
                  </a:lnTo>
                  <a:lnTo>
                    <a:pt x="16764" y="160020"/>
                  </a:lnTo>
                  <a:lnTo>
                    <a:pt x="19812" y="158496"/>
                  </a:lnTo>
                  <a:lnTo>
                    <a:pt x="16764" y="149352"/>
                  </a:lnTo>
                  <a:lnTo>
                    <a:pt x="16764" y="143256"/>
                  </a:lnTo>
                  <a:lnTo>
                    <a:pt x="18288" y="143256"/>
                  </a:lnTo>
                  <a:lnTo>
                    <a:pt x="21336" y="140208"/>
                  </a:lnTo>
                  <a:lnTo>
                    <a:pt x="22860" y="140208"/>
                  </a:lnTo>
                  <a:lnTo>
                    <a:pt x="25908" y="138684"/>
                  </a:lnTo>
                  <a:lnTo>
                    <a:pt x="140208" y="138684"/>
                  </a:lnTo>
                  <a:lnTo>
                    <a:pt x="141732" y="140208"/>
                  </a:lnTo>
                  <a:lnTo>
                    <a:pt x="143256" y="140208"/>
                  </a:lnTo>
                  <a:lnTo>
                    <a:pt x="146304" y="143256"/>
                  </a:lnTo>
                  <a:lnTo>
                    <a:pt x="147828" y="146304"/>
                  </a:lnTo>
                  <a:lnTo>
                    <a:pt x="147828" y="156972"/>
                  </a:lnTo>
                  <a:lnTo>
                    <a:pt x="150876" y="156972"/>
                  </a:lnTo>
                  <a:lnTo>
                    <a:pt x="150876" y="102108"/>
                  </a:lnTo>
                  <a:close/>
                </a:path>
                <a:path extrusionOk="0" h="160020" w="151129">
                  <a:moveTo>
                    <a:pt x="150876" y="0"/>
                  </a:moveTo>
                  <a:lnTo>
                    <a:pt x="147828" y="0"/>
                  </a:lnTo>
                  <a:lnTo>
                    <a:pt x="147828" y="10668"/>
                  </a:lnTo>
                  <a:lnTo>
                    <a:pt x="146304" y="12192"/>
                  </a:lnTo>
                  <a:lnTo>
                    <a:pt x="144780" y="15240"/>
                  </a:lnTo>
                  <a:lnTo>
                    <a:pt x="143256" y="16764"/>
                  </a:lnTo>
                  <a:lnTo>
                    <a:pt x="141732" y="16764"/>
                  </a:lnTo>
                  <a:lnTo>
                    <a:pt x="138684" y="18288"/>
                  </a:lnTo>
                  <a:lnTo>
                    <a:pt x="0" y="18288"/>
                  </a:lnTo>
                  <a:lnTo>
                    <a:pt x="0" y="21336"/>
                  </a:lnTo>
                  <a:lnTo>
                    <a:pt x="16764" y="57912"/>
                  </a:lnTo>
                  <a:lnTo>
                    <a:pt x="19812" y="56388"/>
                  </a:lnTo>
                  <a:lnTo>
                    <a:pt x="16764" y="47244"/>
                  </a:lnTo>
                  <a:lnTo>
                    <a:pt x="16764" y="41148"/>
                  </a:lnTo>
                  <a:lnTo>
                    <a:pt x="18288" y="39624"/>
                  </a:lnTo>
                  <a:lnTo>
                    <a:pt x="19812" y="39624"/>
                  </a:lnTo>
                  <a:lnTo>
                    <a:pt x="21336" y="38100"/>
                  </a:lnTo>
                  <a:lnTo>
                    <a:pt x="22860" y="38100"/>
                  </a:lnTo>
                  <a:lnTo>
                    <a:pt x="25908" y="36576"/>
                  </a:lnTo>
                  <a:lnTo>
                    <a:pt x="140208" y="36576"/>
                  </a:lnTo>
                  <a:lnTo>
                    <a:pt x="141732" y="38100"/>
                  </a:lnTo>
                  <a:lnTo>
                    <a:pt x="143256" y="38100"/>
                  </a:lnTo>
                  <a:lnTo>
                    <a:pt x="146304" y="41148"/>
                  </a:lnTo>
                  <a:lnTo>
                    <a:pt x="147828" y="44196"/>
                  </a:lnTo>
                  <a:lnTo>
                    <a:pt x="147828" y="54864"/>
                  </a:lnTo>
                  <a:lnTo>
                    <a:pt x="150876" y="54864"/>
                  </a:lnTo>
                  <a:lnTo>
                    <a:pt x="1508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908" name="Google Shape;1908;p33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5175503" y="7238999"/>
              <a:ext cx="152400" cy="1935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09" name="Google Shape;1909;p33"/>
            <p:cNvSpPr/>
            <p:nvPr/>
          </p:nvSpPr>
          <p:spPr>
            <a:xfrm>
              <a:off x="5305044" y="7179564"/>
              <a:ext cx="24765" cy="24765"/>
            </a:xfrm>
            <a:custGeom>
              <a:rect b="b" l="l" r="r" t="t"/>
              <a:pathLst>
                <a:path extrusionOk="0" h="24765" w="24764">
                  <a:moveTo>
                    <a:pt x="15240" y="24384"/>
                  </a:moveTo>
                  <a:lnTo>
                    <a:pt x="9144" y="24384"/>
                  </a:lnTo>
                  <a:lnTo>
                    <a:pt x="3048" y="21336"/>
                  </a:lnTo>
                  <a:lnTo>
                    <a:pt x="0" y="15240"/>
                  </a:lnTo>
                  <a:lnTo>
                    <a:pt x="0" y="9144"/>
                  </a:lnTo>
                  <a:lnTo>
                    <a:pt x="3048" y="3048"/>
                  </a:lnTo>
                  <a:lnTo>
                    <a:pt x="9144" y="0"/>
                  </a:lnTo>
                  <a:lnTo>
                    <a:pt x="15240" y="0"/>
                  </a:lnTo>
                  <a:lnTo>
                    <a:pt x="21336" y="3048"/>
                  </a:lnTo>
                  <a:lnTo>
                    <a:pt x="24384" y="9144"/>
                  </a:lnTo>
                  <a:lnTo>
                    <a:pt x="24384" y="15240"/>
                  </a:lnTo>
                  <a:lnTo>
                    <a:pt x="21336" y="21336"/>
                  </a:lnTo>
                  <a:lnTo>
                    <a:pt x="15240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10" name="Google Shape;1910;p33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5178552" y="6966204"/>
            <a:ext cx="150875" cy="134111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1" name="Google Shape;1911;p33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5222747" y="6571488"/>
            <a:ext cx="106680" cy="3352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2" name="Google Shape;1912;p33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5222747" y="6406896"/>
            <a:ext cx="106680" cy="9144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3" name="Google Shape;1913;p33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5170932" y="5961888"/>
            <a:ext cx="158495" cy="384047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4" name="Google Shape;1914;p33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5458967" y="9400031"/>
            <a:ext cx="137160" cy="164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5" name="Google Shape;1915;p33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5437632" y="8532876"/>
            <a:ext cx="158496" cy="765047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6" name="Google Shape;1916;p33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5458967" y="8225028"/>
            <a:ext cx="170688" cy="21488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7" name="Google Shape;1917;p33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5437632" y="7840980"/>
            <a:ext cx="158496" cy="28346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8" name="Google Shape;1918;p33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5437632" y="7551419"/>
            <a:ext cx="158495" cy="193548"/>
          </a:xfrm>
          <a:prstGeom prst="rect">
            <a:avLst/>
          </a:prstGeom>
          <a:noFill/>
          <a:ln>
            <a:noFill/>
          </a:ln>
        </p:spPr>
      </p:pic>
      <p:sp>
        <p:nvSpPr>
          <p:cNvPr id="1919" name="Google Shape;1919;p33"/>
          <p:cNvSpPr/>
          <p:nvPr/>
        </p:nvSpPr>
        <p:spPr>
          <a:xfrm>
            <a:off x="5437632" y="6821424"/>
            <a:ext cx="203200" cy="628015"/>
          </a:xfrm>
          <a:custGeom>
            <a:rect b="b" l="l" r="r" t="t"/>
            <a:pathLst>
              <a:path extrusionOk="0" h="628015" w="203200">
                <a:moveTo>
                  <a:pt x="24384" y="195072"/>
                </a:moveTo>
                <a:lnTo>
                  <a:pt x="21336" y="188976"/>
                </a:lnTo>
                <a:lnTo>
                  <a:pt x="15240" y="185928"/>
                </a:lnTo>
                <a:lnTo>
                  <a:pt x="9144" y="185928"/>
                </a:lnTo>
                <a:lnTo>
                  <a:pt x="3048" y="188976"/>
                </a:lnTo>
                <a:lnTo>
                  <a:pt x="0" y="195072"/>
                </a:lnTo>
                <a:lnTo>
                  <a:pt x="0" y="201168"/>
                </a:lnTo>
                <a:lnTo>
                  <a:pt x="3048" y="207264"/>
                </a:lnTo>
                <a:lnTo>
                  <a:pt x="9144" y="210312"/>
                </a:lnTo>
                <a:lnTo>
                  <a:pt x="15240" y="210312"/>
                </a:lnTo>
                <a:lnTo>
                  <a:pt x="21336" y="207264"/>
                </a:lnTo>
                <a:lnTo>
                  <a:pt x="24384" y="201168"/>
                </a:lnTo>
                <a:lnTo>
                  <a:pt x="24384" y="195072"/>
                </a:lnTo>
                <a:close/>
              </a:path>
              <a:path extrusionOk="0" h="628015" w="203200">
                <a:moveTo>
                  <a:pt x="155448" y="315468"/>
                </a:moveTo>
                <a:lnTo>
                  <a:pt x="152400" y="315468"/>
                </a:lnTo>
                <a:lnTo>
                  <a:pt x="152400" y="323088"/>
                </a:lnTo>
                <a:lnTo>
                  <a:pt x="146304" y="329184"/>
                </a:lnTo>
                <a:lnTo>
                  <a:pt x="144780" y="329184"/>
                </a:lnTo>
                <a:lnTo>
                  <a:pt x="140208" y="330708"/>
                </a:lnTo>
                <a:lnTo>
                  <a:pt x="74676" y="330708"/>
                </a:lnTo>
                <a:lnTo>
                  <a:pt x="51816" y="350520"/>
                </a:lnTo>
                <a:lnTo>
                  <a:pt x="51816" y="356616"/>
                </a:lnTo>
                <a:lnTo>
                  <a:pt x="53213" y="364642"/>
                </a:lnTo>
                <a:lnTo>
                  <a:pt x="57340" y="372808"/>
                </a:lnTo>
                <a:lnTo>
                  <a:pt x="64020" y="381266"/>
                </a:lnTo>
                <a:lnTo>
                  <a:pt x="73152" y="390144"/>
                </a:lnTo>
                <a:lnTo>
                  <a:pt x="51816" y="390144"/>
                </a:lnTo>
                <a:lnTo>
                  <a:pt x="51816" y="394716"/>
                </a:lnTo>
                <a:lnTo>
                  <a:pt x="64008" y="423672"/>
                </a:lnTo>
                <a:lnTo>
                  <a:pt x="67056" y="422148"/>
                </a:lnTo>
                <a:lnTo>
                  <a:pt x="65532" y="419100"/>
                </a:lnTo>
                <a:lnTo>
                  <a:pt x="65532" y="411480"/>
                </a:lnTo>
                <a:lnTo>
                  <a:pt x="67056" y="411480"/>
                </a:lnTo>
                <a:lnTo>
                  <a:pt x="70104" y="408432"/>
                </a:lnTo>
                <a:lnTo>
                  <a:pt x="146304" y="408432"/>
                </a:lnTo>
                <a:lnTo>
                  <a:pt x="150876" y="413004"/>
                </a:lnTo>
                <a:lnTo>
                  <a:pt x="152400" y="416052"/>
                </a:lnTo>
                <a:lnTo>
                  <a:pt x="152400" y="423672"/>
                </a:lnTo>
                <a:lnTo>
                  <a:pt x="155448" y="423672"/>
                </a:lnTo>
                <a:lnTo>
                  <a:pt x="155448" y="408432"/>
                </a:lnTo>
                <a:lnTo>
                  <a:pt x="155448" y="374904"/>
                </a:lnTo>
                <a:lnTo>
                  <a:pt x="152400" y="374904"/>
                </a:lnTo>
                <a:lnTo>
                  <a:pt x="152400" y="382524"/>
                </a:lnTo>
                <a:lnTo>
                  <a:pt x="146304" y="388620"/>
                </a:lnTo>
                <a:lnTo>
                  <a:pt x="144780" y="388620"/>
                </a:lnTo>
                <a:lnTo>
                  <a:pt x="140208" y="390144"/>
                </a:lnTo>
                <a:lnTo>
                  <a:pt x="80772" y="390144"/>
                </a:lnTo>
                <a:lnTo>
                  <a:pt x="73888" y="383311"/>
                </a:lnTo>
                <a:lnTo>
                  <a:pt x="69151" y="376618"/>
                </a:lnTo>
                <a:lnTo>
                  <a:pt x="66408" y="370217"/>
                </a:lnTo>
                <a:lnTo>
                  <a:pt x="65582" y="364642"/>
                </a:lnTo>
                <a:lnTo>
                  <a:pt x="65532" y="358140"/>
                </a:lnTo>
                <a:lnTo>
                  <a:pt x="68580" y="353568"/>
                </a:lnTo>
                <a:lnTo>
                  <a:pt x="71628" y="352044"/>
                </a:lnTo>
                <a:lnTo>
                  <a:pt x="76200" y="348996"/>
                </a:lnTo>
                <a:lnTo>
                  <a:pt x="146304" y="348996"/>
                </a:lnTo>
                <a:lnTo>
                  <a:pt x="149352" y="350520"/>
                </a:lnTo>
                <a:lnTo>
                  <a:pt x="152400" y="353568"/>
                </a:lnTo>
                <a:lnTo>
                  <a:pt x="152400" y="364236"/>
                </a:lnTo>
                <a:lnTo>
                  <a:pt x="155448" y="364236"/>
                </a:lnTo>
                <a:lnTo>
                  <a:pt x="155448" y="348996"/>
                </a:lnTo>
                <a:lnTo>
                  <a:pt x="155448" y="315468"/>
                </a:lnTo>
                <a:close/>
              </a:path>
              <a:path extrusionOk="0" h="628015" w="203200">
                <a:moveTo>
                  <a:pt x="155448" y="172212"/>
                </a:moveTo>
                <a:lnTo>
                  <a:pt x="152400" y="172212"/>
                </a:lnTo>
                <a:lnTo>
                  <a:pt x="152400" y="179832"/>
                </a:lnTo>
                <a:lnTo>
                  <a:pt x="150876" y="182880"/>
                </a:lnTo>
                <a:lnTo>
                  <a:pt x="147828" y="185928"/>
                </a:lnTo>
                <a:lnTo>
                  <a:pt x="146304" y="185928"/>
                </a:lnTo>
                <a:lnTo>
                  <a:pt x="143256" y="187452"/>
                </a:lnTo>
                <a:lnTo>
                  <a:pt x="51816" y="187452"/>
                </a:lnTo>
                <a:lnTo>
                  <a:pt x="51816" y="192024"/>
                </a:lnTo>
                <a:lnTo>
                  <a:pt x="64008" y="220980"/>
                </a:lnTo>
                <a:lnTo>
                  <a:pt x="67056" y="219456"/>
                </a:lnTo>
                <a:lnTo>
                  <a:pt x="65532" y="217932"/>
                </a:lnTo>
                <a:lnTo>
                  <a:pt x="65532" y="210312"/>
                </a:lnTo>
                <a:lnTo>
                  <a:pt x="67056" y="208788"/>
                </a:lnTo>
                <a:lnTo>
                  <a:pt x="68580" y="208788"/>
                </a:lnTo>
                <a:lnTo>
                  <a:pt x="70104" y="207264"/>
                </a:lnTo>
                <a:lnTo>
                  <a:pt x="71628" y="207264"/>
                </a:lnTo>
                <a:lnTo>
                  <a:pt x="76200" y="205740"/>
                </a:lnTo>
                <a:lnTo>
                  <a:pt x="143256" y="205740"/>
                </a:lnTo>
                <a:lnTo>
                  <a:pt x="146304" y="207264"/>
                </a:lnTo>
                <a:lnTo>
                  <a:pt x="147828" y="208788"/>
                </a:lnTo>
                <a:lnTo>
                  <a:pt x="150876" y="210312"/>
                </a:lnTo>
                <a:lnTo>
                  <a:pt x="150876" y="211836"/>
                </a:lnTo>
                <a:lnTo>
                  <a:pt x="152400" y="213360"/>
                </a:lnTo>
                <a:lnTo>
                  <a:pt x="152400" y="220980"/>
                </a:lnTo>
                <a:lnTo>
                  <a:pt x="155448" y="220980"/>
                </a:lnTo>
                <a:lnTo>
                  <a:pt x="155448" y="205740"/>
                </a:lnTo>
                <a:lnTo>
                  <a:pt x="155448" y="172212"/>
                </a:lnTo>
                <a:close/>
              </a:path>
              <a:path extrusionOk="0" h="628015" w="203200">
                <a:moveTo>
                  <a:pt x="158483" y="473964"/>
                </a:moveTo>
                <a:lnTo>
                  <a:pt x="133908" y="437388"/>
                </a:lnTo>
                <a:lnTo>
                  <a:pt x="120383" y="432816"/>
                </a:lnTo>
                <a:lnTo>
                  <a:pt x="117335" y="435864"/>
                </a:lnTo>
                <a:lnTo>
                  <a:pt x="126479" y="438912"/>
                </a:lnTo>
                <a:lnTo>
                  <a:pt x="132575" y="443484"/>
                </a:lnTo>
                <a:lnTo>
                  <a:pt x="138607" y="452539"/>
                </a:lnTo>
                <a:lnTo>
                  <a:pt x="139534" y="456057"/>
                </a:lnTo>
                <a:lnTo>
                  <a:pt x="140195" y="458724"/>
                </a:lnTo>
                <a:lnTo>
                  <a:pt x="140195" y="464820"/>
                </a:lnTo>
                <a:lnTo>
                  <a:pt x="114096" y="498919"/>
                </a:lnTo>
                <a:lnTo>
                  <a:pt x="94475" y="501396"/>
                </a:lnTo>
                <a:lnTo>
                  <a:pt x="94475" y="455676"/>
                </a:lnTo>
                <a:lnTo>
                  <a:pt x="94475" y="432816"/>
                </a:lnTo>
                <a:lnTo>
                  <a:pt x="86855" y="433527"/>
                </a:lnTo>
                <a:lnTo>
                  <a:pt x="86855" y="455676"/>
                </a:lnTo>
                <a:lnTo>
                  <a:pt x="86855" y="501396"/>
                </a:lnTo>
                <a:lnTo>
                  <a:pt x="77711" y="501396"/>
                </a:lnTo>
                <a:lnTo>
                  <a:pt x="71615" y="498348"/>
                </a:lnTo>
                <a:lnTo>
                  <a:pt x="62471" y="489204"/>
                </a:lnTo>
                <a:lnTo>
                  <a:pt x="59423" y="483108"/>
                </a:lnTo>
                <a:lnTo>
                  <a:pt x="59423" y="473964"/>
                </a:lnTo>
                <a:lnTo>
                  <a:pt x="60947" y="469392"/>
                </a:lnTo>
                <a:lnTo>
                  <a:pt x="64046" y="466255"/>
                </a:lnTo>
                <a:lnTo>
                  <a:pt x="64757" y="464820"/>
                </a:lnTo>
                <a:lnTo>
                  <a:pt x="65620" y="463207"/>
                </a:lnTo>
                <a:lnTo>
                  <a:pt x="68567" y="460248"/>
                </a:lnTo>
                <a:lnTo>
                  <a:pt x="73139" y="458724"/>
                </a:lnTo>
                <a:lnTo>
                  <a:pt x="76187" y="457200"/>
                </a:lnTo>
                <a:lnTo>
                  <a:pt x="80759" y="455676"/>
                </a:lnTo>
                <a:lnTo>
                  <a:pt x="86855" y="455676"/>
                </a:lnTo>
                <a:lnTo>
                  <a:pt x="86855" y="433527"/>
                </a:lnTo>
                <a:lnTo>
                  <a:pt x="55041" y="456057"/>
                </a:lnTo>
                <a:lnTo>
                  <a:pt x="51803" y="470916"/>
                </a:lnTo>
                <a:lnTo>
                  <a:pt x="51930" y="472300"/>
                </a:lnTo>
                <a:lnTo>
                  <a:pt x="52692" y="480656"/>
                </a:lnTo>
                <a:lnTo>
                  <a:pt x="83997" y="513397"/>
                </a:lnTo>
                <a:lnTo>
                  <a:pt x="106667" y="516636"/>
                </a:lnTo>
                <a:lnTo>
                  <a:pt x="117767" y="515810"/>
                </a:lnTo>
                <a:lnTo>
                  <a:pt x="128003" y="513397"/>
                </a:lnTo>
                <a:lnTo>
                  <a:pt x="137109" y="509574"/>
                </a:lnTo>
                <a:lnTo>
                  <a:pt x="144767" y="504444"/>
                </a:lnTo>
                <a:lnTo>
                  <a:pt x="147421" y="501396"/>
                </a:lnTo>
                <a:lnTo>
                  <a:pt x="150774" y="497547"/>
                </a:lnTo>
                <a:lnTo>
                  <a:pt x="155054" y="490347"/>
                </a:lnTo>
                <a:lnTo>
                  <a:pt x="157632" y="482587"/>
                </a:lnTo>
                <a:lnTo>
                  <a:pt x="158483" y="473964"/>
                </a:lnTo>
                <a:close/>
              </a:path>
              <a:path extrusionOk="0" h="628015" w="203200">
                <a:moveTo>
                  <a:pt x="158496" y="554736"/>
                </a:moveTo>
                <a:lnTo>
                  <a:pt x="146304" y="525780"/>
                </a:lnTo>
                <a:lnTo>
                  <a:pt x="143256" y="527304"/>
                </a:lnTo>
                <a:lnTo>
                  <a:pt x="144780" y="530352"/>
                </a:lnTo>
                <a:lnTo>
                  <a:pt x="144780" y="536448"/>
                </a:lnTo>
                <a:lnTo>
                  <a:pt x="143256" y="537972"/>
                </a:lnTo>
                <a:lnTo>
                  <a:pt x="143256" y="539496"/>
                </a:lnTo>
                <a:lnTo>
                  <a:pt x="140208" y="539496"/>
                </a:lnTo>
                <a:lnTo>
                  <a:pt x="138684" y="541020"/>
                </a:lnTo>
                <a:lnTo>
                  <a:pt x="0" y="541020"/>
                </a:lnTo>
                <a:lnTo>
                  <a:pt x="0" y="545592"/>
                </a:lnTo>
                <a:lnTo>
                  <a:pt x="12192" y="574548"/>
                </a:lnTo>
                <a:lnTo>
                  <a:pt x="15240" y="573024"/>
                </a:lnTo>
                <a:lnTo>
                  <a:pt x="13716" y="569976"/>
                </a:lnTo>
                <a:lnTo>
                  <a:pt x="13716" y="563880"/>
                </a:lnTo>
                <a:lnTo>
                  <a:pt x="15240" y="562356"/>
                </a:lnTo>
                <a:lnTo>
                  <a:pt x="16764" y="562356"/>
                </a:lnTo>
                <a:lnTo>
                  <a:pt x="18288" y="560832"/>
                </a:lnTo>
                <a:lnTo>
                  <a:pt x="21336" y="560832"/>
                </a:lnTo>
                <a:lnTo>
                  <a:pt x="22860" y="559308"/>
                </a:lnTo>
                <a:lnTo>
                  <a:pt x="62484" y="559308"/>
                </a:lnTo>
                <a:lnTo>
                  <a:pt x="54864" y="565404"/>
                </a:lnTo>
                <a:lnTo>
                  <a:pt x="51816" y="573024"/>
                </a:lnTo>
                <a:lnTo>
                  <a:pt x="51816" y="580644"/>
                </a:lnTo>
                <a:lnTo>
                  <a:pt x="70104" y="615696"/>
                </a:lnTo>
                <a:lnTo>
                  <a:pt x="109728" y="627888"/>
                </a:lnTo>
                <a:lnTo>
                  <a:pt x="119697" y="627278"/>
                </a:lnTo>
                <a:lnTo>
                  <a:pt x="151828" y="608076"/>
                </a:lnTo>
                <a:lnTo>
                  <a:pt x="155067" y="603123"/>
                </a:lnTo>
                <a:lnTo>
                  <a:pt x="155130" y="602932"/>
                </a:lnTo>
                <a:lnTo>
                  <a:pt x="157632" y="595985"/>
                </a:lnTo>
                <a:lnTo>
                  <a:pt x="158496" y="588264"/>
                </a:lnTo>
                <a:lnTo>
                  <a:pt x="158496" y="583692"/>
                </a:lnTo>
                <a:lnTo>
                  <a:pt x="156972" y="577596"/>
                </a:lnTo>
                <a:lnTo>
                  <a:pt x="155448" y="573024"/>
                </a:lnTo>
                <a:lnTo>
                  <a:pt x="152400" y="568452"/>
                </a:lnTo>
                <a:lnTo>
                  <a:pt x="147828" y="563880"/>
                </a:lnTo>
                <a:lnTo>
                  <a:pt x="144780" y="561594"/>
                </a:lnTo>
                <a:lnTo>
                  <a:pt x="144780" y="571500"/>
                </a:lnTo>
                <a:lnTo>
                  <a:pt x="144780" y="585216"/>
                </a:lnTo>
                <a:lnTo>
                  <a:pt x="110528" y="607504"/>
                </a:lnTo>
                <a:lnTo>
                  <a:pt x="100584" y="608076"/>
                </a:lnTo>
                <a:lnTo>
                  <a:pt x="90868" y="607504"/>
                </a:lnTo>
                <a:lnTo>
                  <a:pt x="59436" y="588264"/>
                </a:lnTo>
                <a:lnTo>
                  <a:pt x="59436" y="579120"/>
                </a:lnTo>
                <a:lnTo>
                  <a:pt x="60960" y="576072"/>
                </a:lnTo>
                <a:lnTo>
                  <a:pt x="62484" y="571500"/>
                </a:lnTo>
                <a:lnTo>
                  <a:pt x="64008" y="568452"/>
                </a:lnTo>
                <a:lnTo>
                  <a:pt x="67056" y="565404"/>
                </a:lnTo>
                <a:lnTo>
                  <a:pt x="71628" y="563880"/>
                </a:lnTo>
                <a:lnTo>
                  <a:pt x="76200" y="560832"/>
                </a:lnTo>
                <a:lnTo>
                  <a:pt x="80772" y="559308"/>
                </a:lnTo>
                <a:lnTo>
                  <a:pt x="134112" y="559308"/>
                </a:lnTo>
                <a:lnTo>
                  <a:pt x="141732" y="565404"/>
                </a:lnTo>
                <a:lnTo>
                  <a:pt x="144780" y="571500"/>
                </a:lnTo>
                <a:lnTo>
                  <a:pt x="144780" y="561594"/>
                </a:lnTo>
                <a:lnTo>
                  <a:pt x="141732" y="559308"/>
                </a:lnTo>
                <a:lnTo>
                  <a:pt x="158496" y="559308"/>
                </a:lnTo>
                <a:lnTo>
                  <a:pt x="158496" y="554736"/>
                </a:lnTo>
                <a:close/>
              </a:path>
              <a:path extrusionOk="0" h="628015" w="203200">
                <a:moveTo>
                  <a:pt x="158496" y="259080"/>
                </a:moveTo>
                <a:lnTo>
                  <a:pt x="155448" y="251460"/>
                </a:lnTo>
                <a:lnTo>
                  <a:pt x="150876" y="245364"/>
                </a:lnTo>
                <a:lnTo>
                  <a:pt x="144780" y="237744"/>
                </a:lnTo>
                <a:lnTo>
                  <a:pt x="137160" y="234696"/>
                </a:lnTo>
                <a:lnTo>
                  <a:pt x="128016" y="234696"/>
                </a:lnTo>
                <a:lnTo>
                  <a:pt x="91440" y="272796"/>
                </a:lnTo>
                <a:lnTo>
                  <a:pt x="88392" y="278892"/>
                </a:lnTo>
                <a:lnTo>
                  <a:pt x="85344" y="283464"/>
                </a:lnTo>
                <a:lnTo>
                  <a:pt x="82296" y="286512"/>
                </a:lnTo>
                <a:lnTo>
                  <a:pt x="76200" y="289560"/>
                </a:lnTo>
                <a:lnTo>
                  <a:pt x="68580" y="289560"/>
                </a:lnTo>
                <a:lnTo>
                  <a:pt x="65532" y="288036"/>
                </a:lnTo>
                <a:lnTo>
                  <a:pt x="64008" y="284988"/>
                </a:lnTo>
                <a:lnTo>
                  <a:pt x="60960" y="280416"/>
                </a:lnTo>
                <a:lnTo>
                  <a:pt x="59436" y="277368"/>
                </a:lnTo>
                <a:lnTo>
                  <a:pt x="59436" y="265176"/>
                </a:lnTo>
                <a:lnTo>
                  <a:pt x="60960" y="259080"/>
                </a:lnTo>
                <a:lnTo>
                  <a:pt x="65532" y="256032"/>
                </a:lnTo>
                <a:lnTo>
                  <a:pt x="68580" y="251460"/>
                </a:lnTo>
                <a:lnTo>
                  <a:pt x="76200" y="246888"/>
                </a:lnTo>
                <a:lnTo>
                  <a:pt x="85344" y="245364"/>
                </a:lnTo>
                <a:lnTo>
                  <a:pt x="85344" y="242316"/>
                </a:lnTo>
                <a:lnTo>
                  <a:pt x="51816" y="242316"/>
                </a:lnTo>
                <a:lnTo>
                  <a:pt x="51816" y="245364"/>
                </a:lnTo>
                <a:lnTo>
                  <a:pt x="53340" y="245364"/>
                </a:lnTo>
                <a:lnTo>
                  <a:pt x="54864" y="246888"/>
                </a:lnTo>
                <a:lnTo>
                  <a:pt x="56388" y="246888"/>
                </a:lnTo>
                <a:lnTo>
                  <a:pt x="56388" y="252984"/>
                </a:lnTo>
                <a:lnTo>
                  <a:pt x="54864" y="257556"/>
                </a:lnTo>
                <a:lnTo>
                  <a:pt x="53340" y="263652"/>
                </a:lnTo>
                <a:lnTo>
                  <a:pt x="51816" y="268224"/>
                </a:lnTo>
                <a:lnTo>
                  <a:pt x="51816" y="280416"/>
                </a:lnTo>
                <a:lnTo>
                  <a:pt x="54864" y="288036"/>
                </a:lnTo>
                <a:lnTo>
                  <a:pt x="60960" y="294132"/>
                </a:lnTo>
                <a:lnTo>
                  <a:pt x="65532" y="300228"/>
                </a:lnTo>
                <a:lnTo>
                  <a:pt x="73152" y="303276"/>
                </a:lnTo>
                <a:lnTo>
                  <a:pt x="86868" y="303276"/>
                </a:lnTo>
                <a:lnTo>
                  <a:pt x="92964" y="300228"/>
                </a:lnTo>
                <a:lnTo>
                  <a:pt x="96012" y="297180"/>
                </a:lnTo>
                <a:lnTo>
                  <a:pt x="100584" y="294132"/>
                </a:lnTo>
                <a:lnTo>
                  <a:pt x="105156" y="286512"/>
                </a:lnTo>
                <a:lnTo>
                  <a:pt x="109728" y="275844"/>
                </a:lnTo>
                <a:lnTo>
                  <a:pt x="115824" y="265176"/>
                </a:lnTo>
                <a:lnTo>
                  <a:pt x="118872" y="259080"/>
                </a:lnTo>
                <a:lnTo>
                  <a:pt x="123444" y="256032"/>
                </a:lnTo>
                <a:lnTo>
                  <a:pt x="126492" y="252984"/>
                </a:lnTo>
                <a:lnTo>
                  <a:pt x="131064" y="251460"/>
                </a:lnTo>
                <a:lnTo>
                  <a:pt x="140208" y="251460"/>
                </a:lnTo>
                <a:lnTo>
                  <a:pt x="143256" y="252984"/>
                </a:lnTo>
                <a:lnTo>
                  <a:pt x="149352" y="259080"/>
                </a:lnTo>
                <a:lnTo>
                  <a:pt x="150876" y="263652"/>
                </a:lnTo>
                <a:lnTo>
                  <a:pt x="150876" y="275844"/>
                </a:lnTo>
                <a:lnTo>
                  <a:pt x="149352" y="281940"/>
                </a:lnTo>
                <a:lnTo>
                  <a:pt x="140208" y="294132"/>
                </a:lnTo>
                <a:lnTo>
                  <a:pt x="134112" y="297180"/>
                </a:lnTo>
                <a:lnTo>
                  <a:pt x="124968" y="300228"/>
                </a:lnTo>
                <a:lnTo>
                  <a:pt x="124968" y="303276"/>
                </a:lnTo>
                <a:lnTo>
                  <a:pt x="158496" y="303276"/>
                </a:lnTo>
                <a:lnTo>
                  <a:pt x="158496" y="300228"/>
                </a:lnTo>
                <a:lnTo>
                  <a:pt x="155448" y="298704"/>
                </a:lnTo>
                <a:lnTo>
                  <a:pt x="153924" y="297180"/>
                </a:lnTo>
                <a:lnTo>
                  <a:pt x="153924" y="292608"/>
                </a:lnTo>
                <a:lnTo>
                  <a:pt x="155448" y="289560"/>
                </a:lnTo>
                <a:lnTo>
                  <a:pt x="158496" y="274320"/>
                </a:lnTo>
                <a:lnTo>
                  <a:pt x="158496" y="259080"/>
                </a:lnTo>
                <a:close/>
              </a:path>
              <a:path extrusionOk="0" h="628015" w="203200">
                <a:moveTo>
                  <a:pt x="202692" y="82296"/>
                </a:moveTo>
                <a:lnTo>
                  <a:pt x="170688" y="53340"/>
                </a:lnTo>
                <a:lnTo>
                  <a:pt x="88747" y="21336"/>
                </a:lnTo>
                <a:lnTo>
                  <a:pt x="73152" y="15240"/>
                </a:lnTo>
                <a:lnTo>
                  <a:pt x="68580" y="12192"/>
                </a:lnTo>
                <a:lnTo>
                  <a:pt x="65532" y="12192"/>
                </a:lnTo>
                <a:lnTo>
                  <a:pt x="65532" y="10668"/>
                </a:lnTo>
                <a:lnTo>
                  <a:pt x="62484" y="9144"/>
                </a:lnTo>
                <a:lnTo>
                  <a:pt x="59436" y="6096"/>
                </a:lnTo>
                <a:lnTo>
                  <a:pt x="59436" y="4572"/>
                </a:lnTo>
                <a:lnTo>
                  <a:pt x="57912" y="3048"/>
                </a:lnTo>
                <a:lnTo>
                  <a:pt x="57912" y="0"/>
                </a:lnTo>
                <a:lnTo>
                  <a:pt x="54864" y="0"/>
                </a:lnTo>
                <a:lnTo>
                  <a:pt x="54864" y="30480"/>
                </a:lnTo>
                <a:lnTo>
                  <a:pt x="57912" y="30480"/>
                </a:lnTo>
                <a:lnTo>
                  <a:pt x="57912" y="25908"/>
                </a:lnTo>
                <a:lnTo>
                  <a:pt x="59436" y="24384"/>
                </a:lnTo>
                <a:lnTo>
                  <a:pt x="59436" y="22860"/>
                </a:lnTo>
                <a:lnTo>
                  <a:pt x="60960" y="21336"/>
                </a:lnTo>
                <a:lnTo>
                  <a:pt x="70104" y="21336"/>
                </a:lnTo>
                <a:lnTo>
                  <a:pt x="73152" y="22860"/>
                </a:lnTo>
                <a:lnTo>
                  <a:pt x="128016" y="44196"/>
                </a:lnTo>
                <a:lnTo>
                  <a:pt x="77724" y="68580"/>
                </a:lnTo>
                <a:lnTo>
                  <a:pt x="68580" y="71628"/>
                </a:lnTo>
                <a:lnTo>
                  <a:pt x="62484" y="71628"/>
                </a:lnTo>
                <a:lnTo>
                  <a:pt x="59436" y="68580"/>
                </a:lnTo>
                <a:lnTo>
                  <a:pt x="57912" y="65532"/>
                </a:lnTo>
                <a:lnTo>
                  <a:pt x="57912" y="59436"/>
                </a:lnTo>
                <a:lnTo>
                  <a:pt x="54864" y="59436"/>
                </a:lnTo>
                <a:lnTo>
                  <a:pt x="54864" y="108204"/>
                </a:lnTo>
                <a:lnTo>
                  <a:pt x="54851" y="131064"/>
                </a:lnTo>
                <a:lnTo>
                  <a:pt x="21323" y="131064"/>
                </a:lnTo>
                <a:lnTo>
                  <a:pt x="21323" y="134112"/>
                </a:lnTo>
                <a:lnTo>
                  <a:pt x="28943" y="137160"/>
                </a:lnTo>
                <a:lnTo>
                  <a:pt x="33515" y="140208"/>
                </a:lnTo>
                <a:lnTo>
                  <a:pt x="42659" y="144780"/>
                </a:lnTo>
                <a:lnTo>
                  <a:pt x="47231" y="149352"/>
                </a:lnTo>
                <a:lnTo>
                  <a:pt x="50279" y="153924"/>
                </a:lnTo>
                <a:lnTo>
                  <a:pt x="54851" y="158496"/>
                </a:lnTo>
                <a:lnTo>
                  <a:pt x="57899" y="163068"/>
                </a:lnTo>
                <a:lnTo>
                  <a:pt x="59423" y="166116"/>
                </a:lnTo>
                <a:lnTo>
                  <a:pt x="62471" y="166116"/>
                </a:lnTo>
                <a:lnTo>
                  <a:pt x="62471" y="149352"/>
                </a:lnTo>
                <a:lnTo>
                  <a:pt x="144767" y="149352"/>
                </a:lnTo>
                <a:lnTo>
                  <a:pt x="150863" y="146304"/>
                </a:lnTo>
                <a:lnTo>
                  <a:pt x="153911" y="143256"/>
                </a:lnTo>
                <a:lnTo>
                  <a:pt x="155435" y="140208"/>
                </a:lnTo>
                <a:lnTo>
                  <a:pt x="158483" y="137160"/>
                </a:lnTo>
                <a:lnTo>
                  <a:pt x="158483" y="124968"/>
                </a:lnTo>
                <a:lnTo>
                  <a:pt x="156959" y="120396"/>
                </a:lnTo>
                <a:lnTo>
                  <a:pt x="153911" y="115824"/>
                </a:lnTo>
                <a:lnTo>
                  <a:pt x="149339" y="109728"/>
                </a:lnTo>
                <a:lnTo>
                  <a:pt x="144767" y="106680"/>
                </a:lnTo>
                <a:lnTo>
                  <a:pt x="137147" y="103632"/>
                </a:lnTo>
                <a:lnTo>
                  <a:pt x="137147" y="108204"/>
                </a:lnTo>
                <a:lnTo>
                  <a:pt x="140195" y="109728"/>
                </a:lnTo>
                <a:lnTo>
                  <a:pt x="141719" y="111252"/>
                </a:lnTo>
                <a:lnTo>
                  <a:pt x="143243" y="114300"/>
                </a:lnTo>
                <a:lnTo>
                  <a:pt x="144767" y="115824"/>
                </a:lnTo>
                <a:lnTo>
                  <a:pt x="144767" y="124968"/>
                </a:lnTo>
                <a:lnTo>
                  <a:pt x="138671" y="131064"/>
                </a:lnTo>
                <a:lnTo>
                  <a:pt x="62471" y="131064"/>
                </a:lnTo>
                <a:lnTo>
                  <a:pt x="62471" y="108204"/>
                </a:lnTo>
                <a:lnTo>
                  <a:pt x="57912" y="108204"/>
                </a:lnTo>
                <a:lnTo>
                  <a:pt x="59436" y="103632"/>
                </a:lnTo>
                <a:lnTo>
                  <a:pt x="59436" y="100584"/>
                </a:lnTo>
                <a:lnTo>
                  <a:pt x="60960" y="99060"/>
                </a:lnTo>
                <a:lnTo>
                  <a:pt x="62484" y="99060"/>
                </a:lnTo>
                <a:lnTo>
                  <a:pt x="67056" y="94488"/>
                </a:lnTo>
                <a:lnTo>
                  <a:pt x="73152" y="91440"/>
                </a:lnTo>
                <a:lnTo>
                  <a:pt x="74676" y="89916"/>
                </a:lnTo>
                <a:lnTo>
                  <a:pt x="112776" y="71628"/>
                </a:lnTo>
                <a:lnTo>
                  <a:pt x="150876" y="53340"/>
                </a:lnTo>
                <a:lnTo>
                  <a:pt x="182880" y="73152"/>
                </a:lnTo>
                <a:lnTo>
                  <a:pt x="182880" y="77724"/>
                </a:lnTo>
                <a:lnTo>
                  <a:pt x="181356" y="80772"/>
                </a:lnTo>
                <a:lnTo>
                  <a:pt x="179832" y="85344"/>
                </a:lnTo>
                <a:lnTo>
                  <a:pt x="178308" y="88392"/>
                </a:lnTo>
                <a:lnTo>
                  <a:pt x="178308" y="96012"/>
                </a:lnTo>
                <a:lnTo>
                  <a:pt x="179832" y="97536"/>
                </a:lnTo>
                <a:lnTo>
                  <a:pt x="181356" y="100584"/>
                </a:lnTo>
                <a:lnTo>
                  <a:pt x="182880" y="102108"/>
                </a:lnTo>
                <a:lnTo>
                  <a:pt x="185928" y="103632"/>
                </a:lnTo>
                <a:lnTo>
                  <a:pt x="193548" y="103632"/>
                </a:lnTo>
                <a:lnTo>
                  <a:pt x="196596" y="102108"/>
                </a:lnTo>
                <a:lnTo>
                  <a:pt x="198120" y="99060"/>
                </a:lnTo>
                <a:lnTo>
                  <a:pt x="201168" y="96012"/>
                </a:lnTo>
                <a:lnTo>
                  <a:pt x="202692" y="92964"/>
                </a:lnTo>
                <a:lnTo>
                  <a:pt x="202692" y="822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20" name="Google Shape;1920;p33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5437632" y="6411467"/>
            <a:ext cx="158495" cy="310896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1" name="Google Shape;1921;p33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5458967" y="5963412"/>
            <a:ext cx="137160" cy="3505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2" name="Google Shape;1922;p33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5704332" y="9090659"/>
            <a:ext cx="158496" cy="472439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3" name="Google Shape;1923;p33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5704332" y="8845296"/>
            <a:ext cx="158496" cy="11582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4" name="Google Shape;1924;p33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5704332" y="8468867"/>
            <a:ext cx="158495" cy="265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5" name="Google Shape;1925;p33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5704332" y="7958327"/>
            <a:ext cx="202692" cy="3825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6" name="Google Shape;1926;p33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5756147" y="7365492"/>
            <a:ext cx="150871" cy="4678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7" name="Google Shape;1927;p33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5704332" y="7121652"/>
            <a:ext cx="158496" cy="11734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8" name="Google Shape;1928;p33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5725667" y="6525767"/>
            <a:ext cx="137160" cy="4815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29" name="Google Shape;1929;p33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5708903" y="5971032"/>
            <a:ext cx="153924" cy="416051"/>
          </a:xfrm>
          <a:prstGeom prst="rect">
            <a:avLst/>
          </a:prstGeom>
          <a:noFill/>
          <a:ln>
            <a:noFill/>
          </a:ln>
        </p:spPr>
      </p:pic>
      <p:sp>
        <p:nvSpPr>
          <p:cNvPr id="1930" name="Google Shape;1930;p33"/>
          <p:cNvSpPr/>
          <p:nvPr/>
        </p:nvSpPr>
        <p:spPr>
          <a:xfrm>
            <a:off x="6022835" y="8830056"/>
            <a:ext cx="151130" cy="733425"/>
          </a:xfrm>
          <a:custGeom>
            <a:rect b="b" l="l" r="r" t="t"/>
            <a:pathLst>
              <a:path extrusionOk="0" h="733425" w="151129">
                <a:moveTo>
                  <a:pt x="103644" y="565404"/>
                </a:moveTo>
                <a:lnTo>
                  <a:pt x="100596" y="565404"/>
                </a:lnTo>
                <a:lnTo>
                  <a:pt x="100596" y="573024"/>
                </a:lnTo>
                <a:lnTo>
                  <a:pt x="99072" y="576072"/>
                </a:lnTo>
                <a:lnTo>
                  <a:pt x="96024" y="579120"/>
                </a:lnTo>
                <a:lnTo>
                  <a:pt x="94500" y="579120"/>
                </a:lnTo>
                <a:lnTo>
                  <a:pt x="92976" y="580644"/>
                </a:lnTo>
                <a:lnTo>
                  <a:pt x="28968" y="580644"/>
                </a:lnTo>
                <a:lnTo>
                  <a:pt x="22872" y="582168"/>
                </a:lnTo>
                <a:lnTo>
                  <a:pt x="18300" y="583692"/>
                </a:lnTo>
                <a:lnTo>
                  <a:pt x="12204" y="585216"/>
                </a:lnTo>
                <a:lnTo>
                  <a:pt x="4584" y="592836"/>
                </a:lnTo>
                <a:lnTo>
                  <a:pt x="1536" y="597408"/>
                </a:lnTo>
                <a:lnTo>
                  <a:pt x="12" y="601980"/>
                </a:lnTo>
                <a:lnTo>
                  <a:pt x="12" y="612648"/>
                </a:lnTo>
                <a:lnTo>
                  <a:pt x="22872" y="641604"/>
                </a:lnTo>
                <a:lnTo>
                  <a:pt x="15252" y="643128"/>
                </a:lnTo>
                <a:lnTo>
                  <a:pt x="9156" y="646176"/>
                </a:lnTo>
                <a:lnTo>
                  <a:pt x="12" y="659892"/>
                </a:lnTo>
                <a:lnTo>
                  <a:pt x="12" y="669036"/>
                </a:lnTo>
                <a:lnTo>
                  <a:pt x="1536" y="673608"/>
                </a:lnTo>
                <a:lnTo>
                  <a:pt x="3060" y="676656"/>
                </a:lnTo>
                <a:lnTo>
                  <a:pt x="4584" y="681228"/>
                </a:lnTo>
                <a:lnTo>
                  <a:pt x="6108" y="684276"/>
                </a:lnTo>
                <a:lnTo>
                  <a:pt x="15252" y="693420"/>
                </a:lnTo>
                <a:lnTo>
                  <a:pt x="22872" y="699516"/>
                </a:lnTo>
                <a:lnTo>
                  <a:pt x="12" y="699516"/>
                </a:lnTo>
                <a:lnTo>
                  <a:pt x="12" y="704088"/>
                </a:lnTo>
                <a:lnTo>
                  <a:pt x="12204" y="733044"/>
                </a:lnTo>
                <a:lnTo>
                  <a:pt x="15252" y="731520"/>
                </a:lnTo>
                <a:lnTo>
                  <a:pt x="15252" y="729996"/>
                </a:lnTo>
                <a:lnTo>
                  <a:pt x="13728" y="726948"/>
                </a:lnTo>
                <a:lnTo>
                  <a:pt x="13728" y="723900"/>
                </a:lnTo>
                <a:lnTo>
                  <a:pt x="15252" y="722376"/>
                </a:lnTo>
                <a:lnTo>
                  <a:pt x="15252" y="720852"/>
                </a:lnTo>
                <a:lnTo>
                  <a:pt x="16776" y="720852"/>
                </a:lnTo>
                <a:lnTo>
                  <a:pt x="18300" y="719328"/>
                </a:lnTo>
                <a:lnTo>
                  <a:pt x="24396" y="719328"/>
                </a:lnTo>
                <a:lnTo>
                  <a:pt x="32016" y="717804"/>
                </a:lnTo>
                <a:lnTo>
                  <a:pt x="88404" y="717804"/>
                </a:lnTo>
                <a:lnTo>
                  <a:pt x="92976" y="719328"/>
                </a:lnTo>
                <a:lnTo>
                  <a:pt x="94500" y="719328"/>
                </a:lnTo>
                <a:lnTo>
                  <a:pt x="97548" y="720852"/>
                </a:lnTo>
                <a:lnTo>
                  <a:pt x="99072" y="722376"/>
                </a:lnTo>
                <a:lnTo>
                  <a:pt x="99072" y="723900"/>
                </a:lnTo>
                <a:lnTo>
                  <a:pt x="100596" y="725424"/>
                </a:lnTo>
                <a:lnTo>
                  <a:pt x="100596" y="733044"/>
                </a:lnTo>
                <a:lnTo>
                  <a:pt x="103644" y="733044"/>
                </a:lnTo>
                <a:lnTo>
                  <a:pt x="103644" y="684276"/>
                </a:lnTo>
                <a:lnTo>
                  <a:pt x="100596" y="684276"/>
                </a:lnTo>
                <a:lnTo>
                  <a:pt x="100596" y="693420"/>
                </a:lnTo>
                <a:lnTo>
                  <a:pt x="99072" y="694944"/>
                </a:lnTo>
                <a:lnTo>
                  <a:pt x="99072" y="696468"/>
                </a:lnTo>
                <a:lnTo>
                  <a:pt x="97548" y="697992"/>
                </a:lnTo>
                <a:lnTo>
                  <a:pt x="94500" y="699516"/>
                </a:lnTo>
                <a:lnTo>
                  <a:pt x="27444" y="699516"/>
                </a:lnTo>
                <a:lnTo>
                  <a:pt x="19824" y="691896"/>
                </a:lnTo>
                <a:lnTo>
                  <a:pt x="16776" y="687324"/>
                </a:lnTo>
                <a:lnTo>
                  <a:pt x="15252" y="682752"/>
                </a:lnTo>
                <a:lnTo>
                  <a:pt x="13728" y="679704"/>
                </a:lnTo>
                <a:lnTo>
                  <a:pt x="13728" y="670560"/>
                </a:lnTo>
                <a:lnTo>
                  <a:pt x="16776" y="665988"/>
                </a:lnTo>
                <a:lnTo>
                  <a:pt x="21348" y="662940"/>
                </a:lnTo>
                <a:lnTo>
                  <a:pt x="24396" y="659892"/>
                </a:lnTo>
                <a:lnTo>
                  <a:pt x="30492" y="658368"/>
                </a:lnTo>
                <a:lnTo>
                  <a:pt x="86880" y="658368"/>
                </a:lnTo>
                <a:lnTo>
                  <a:pt x="91452" y="659892"/>
                </a:lnTo>
                <a:lnTo>
                  <a:pt x="96024" y="659892"/>
                </a:lnTo>
                <a:lnTo>
                  <a:pt x="99072" y="662940"/>
                </a:lnTo>
                <a:lnTo>
                  <a:pt x="100596" y="665988"/>
                </a:lnTo>
                <a:lnTo>
                  <a:pt x="100596" y="673608"/>
                </a:lnTo>
                <a:lnTo>
                  <a:pt x="103644" y="673608"/>
                </a:lnTo>
                <a:lnTo>
                  <a:pt x="103644" y="624840"/>
                </a:lnTo>
                <a:lnTo>
                  <a:pt x="100596" y="624840"/>
                </a:lnTo>
                <a:lnTo>
                  <a:pt x="100596" y="633984"/>
                </a:lnTo>
                <a:lnTo>
                  <a:pt x="94500" y="640080"/>
                </a:lnTo>
                <a:lnTo>
                  <a:pt x="27444" y="640080"/>
                </a:lnTo>
                <a:lnTo>
                  <a:pt x="18300" y="630936"/>
                </a:lnTo>
                <a:lnTo>
                  <a:pt x="16776" y="626364"/>
                </a:lnTo>
                <a:lnTo>
                  <a:pt x="15252" y="623316"/>
                </a:lnTo>
                <a:lnTo>
                  <a:pt x="13728" y="618744"/>
                </a:lnTo>
                <a:lnTo>
                  <a:pt x="13728" y="609600"/>
                </a:lnTo>
                <a:lnTo>
                  <a:pt x="16776" y="605028"/>
                </a:lnTo>
                <a:lnTo>
                  <a:pt x="21348" y="601980"/>
                </a:lnTo>
                <a:lnTo>
                  <a:pt x="24396" y="600456"/>
                </a:lnTo>
                <a:lnTo>
                  <a:pt x="30492" y="598932"/>
                </a:lnTo>
                <a:lnTo>
                  <a:pt x="91452" y="598932"/>
                </a:lnTo>
                <a:lnTo>
                  <a:pt x="92976" y="600456"/>
                </a:lnTo>
                <a:lnTo>
                  <a:pt x="94500" y="600456"/>
                </a:lnTo>
                <a:lnTo>
                  <a:pt x="97548" y="601980"/>
                </a:lnTo>
                <a:lnTo>
                  <a:pt x="100596" y="605028"/>
                </a:lnTo>
                <a:lnTo>
                  <a:pt x="100596" y="614172"/>
                </a:lnTo>
                <a:lnTo>
                  <a:pt x="103644" y="614172"/>
                </a:lnTo>
                <a:lnTo>
                  <a:pt x="103644" y="565404"/>
                </a:lnTo>
                <a:close/>
              </a:path>
              <a:path extrusionOk="0" h="733425" w="151129">
                <a:moveTo>
                  <a:pt x="103644" y="294132"/>
                </a:moveTo>
                <a:lnTo>
                  <a:pt x="100596" y="294132"/>
                </a:lnTo>
                <a:lnTo>
                  <a:pt x="100596" y="301752"/>
                </a:lnTo>
                <a:lnTo>
                  <a:pt x="99072" y="304800"/>
                </a:lnTo>
                <a:lnTo>
                  <a:pt x="96024" y="307848"/>
                </a:lnTo>
                <a:lnTo>
                  <a:pt x="94500" y="307848"/>
                </a:lnTo>
                <a:lnTo>
                  <a:pt x="92976" y="309372"/>
                </a:lnTo>
                <a:lnTo>
                  <a:pt x="28968" y="309372"/>
                </a:lnTo>
                <a:lnTo>
                  <a:pt x="22872" y="310896"/>
                </a:lnTo>
                <a:lnTo>
                  <a:pt x="18300" y="312420"/>
                </a:lnTo>
                <a:lnTo>
                  <a:pt x="12204" y="313944"/>
                </a:lnTo>
                <a:lnTo>
                  <a:pt x="4584" y="321564"/>
                </a:lnTo>
                <a:lnTo>
                  <a:pt x="1536" y="326136"/>
                </a:lnTo>
                <a:lnTo>
                  <a:pt x="12" y="330708"/>
                </a:lnTo>
                <a:lnTo>
                  <a:pt x="12" y="341376"/>
                </a:lnTo>
                <a:lnTo>
                  <a:pt x="22872" y="370332"/>
                </a:lnTo>
                <a:lnTo>
                  <a:pt x="15252" y="371856"/>
                </a:lnTo>
                <a:lnTo>
                  <a:pt x="9156" y="374904"/>
                </a:lnTo>
                <a:lnTo>
                  <a:pt x="12" y="388620"/>
                </a:lnTo>
                <a:lnTo>
                  <a:pt x="12" y="397764"/>
                </a:lnTo>
                <a:lnTo>
                  <a:pt x="1536" y="402336"/>
                </a:lnTo>
                <a:lnTo>
                  <a:pt x="3060" y="405384"/>
                </a:lnTo>
                <a:lnTo>
                  <a:pt x="4584" y="409956"/>
                </a:lnTo>
                <a:lnTo>
                  <a:pt x="6108" y="413004"/>
                </a:lnTo>
                <a:lnTo>
                  <a:pt x="15252" y="422148"/>
                </a:lnTo>
                <a:lnTo>
                  <a:pt x="22872" y="428244"/>
                </a:lnTo>
                <a:lnTo>
                  <a:pt x="12" y="428244"/>
                </a:lnTo>
                <a:lnTo>
                  <a:pt x="12" y="432816"/>
                </a:lnTo>
                <a:lnTo>
                  <a:pt x="12204" y="461772"/>
                </a:lnTo>
                <a:lnTo>
                  <a:pt x="15252" y="460248"/>
                </a:lnTo>
                <a:lnTo>
                  <a:pt x="15252" y="458724"/>
                </a:lnTo>
                <a:lnTo>
                  <a:pt x="13728" y="455676"/>
                </a:lnTo>
                <a:lnTo>
                  <a:pt x="13728" y="452628"/>
                </a:lnTo>
                <a:lnTo>
                  <a:pt x="15252" y="451104"/>
                </a:lnTo>
                <a:lnTo>
                  <a:pt x="15252" y="449580"/>
                </a:lnTo>
                <a:lnTo>
                  <a:pt x="16776" y="449580"/>
                </a:lnTo>
                <a:lnTo>
                  <a:pt x="18300" y="448056"/>
                </a:lnTo>
                <a:lnTo>
                  <a:pt x="24396" y="448056"/>
                </a:lnTo>
                <a:lnTo>
                  <a:pt x="32016" y="446532"/>
                </a:lnTo>
                <a:lnTo>
                  <a:pt x="88404" y="446532"/>
                </a:lnTo>
                <a:lnTo>
                  <a:pt x="92976" y="448056"/>
                </a:lnTo>
                <a:lnTo>
                  <a:pt x="94500" y="448056"/>
                </a:lnTo>
                <a:lnTo>
                  <a:pt x="97548" y="449580"/>
                </a:lnTo>
                <a:lnTo>
                  <a:pt x="99072" y="451104"/>
                </a:lnTo>
                <a:lnTo>
                  <a:pt x="99072" y="452628"/>
                </a:lnTo>
                <a:lnTo>
                  <a:pt x="100596" y="454152"/>
                </a:lnTo>
                <a:lnTo>
                  <a:pt x="100596" y="461772"/>
                </a:lnTo>
                <a:lnTo>
                  <a:pt x="103644" y="461772"/>
                </a:lnTo>
                <a:lnTo>
                  <a:pt x="103644" y="413004"/>
                </a:lnTo>
                <a:lnTo>
                  <a:pt x="100596" y="413004"/>
                </a:lnTo>
                <a:lnTo>
                  <a:pt x="100596" y="422148"/>
                </a:lnTo>
                <a:lnTo>
                  <a:pt x="99072" y="423672"/>
                </a:lnTo>
                <a:lnTo>
                  <a:pt x="99072" y="425196"/>
                </a:lnTo>
                <a:lnTo>
                  <a:pt x="97548" y="426720"/>
                </a:lnTo>
                <a:lnTo>
                  <a:pt x="94500" y="428244"/>
                </a:lnTo>
                <a:lnTo>
                  <a:pt x="27444" y="428244"/>
                </a:lnTo>
                <a:lnTo>
                  <a:pt x="19824" y="420624"/>
                </a:lnTo>
                <a:lnTo>
                  <a:pt x="16776" y="416052"/>
                </a:lnTo>
                <a:lnTo>
                  <a:pt x="15252" y="411480"/>
                </a:lnTo>
                <a:lnTo>
                  <a:pt x="13728" y="408432"/>
                </a:lnTo>
                <a:lnTo>
                  <a:pt x="13728" y="399288"/>
                </a:lnTo>
                <a:lnTo>
                  <a:pt x="16776" y="394716"/>
                </a:lnTo>
                <a:lnTo>
                  <a:pt x="21348" y="391668"/>
                </a:lnTo>
                <a:lnTo>
                  <a:pt x="24396" y="388620"/>
                </a:lnTo>
                <a:lnTo>
                  <a:pt x="30492" y="387096"/>
                </a:lnTo>
                <a:lnTo>
                  <a:pt x="86880" y="387096"/>
                </a:lnTo>
                <a:lnTo>
                  <a:pt x="91452" y="388620"/>
                </a:lnTo>
                <a:lnTo>
                  <a:pt x="96024" y="388620"/>
                </a:lnTo>
                <a:lnTo>
                  <a:pt x="99072" y="391668"/>
                </a:lnTo>
                <a:lnTo>
                  <a:pt x="100596" y="394716"/>
                </a:lnTo>
                <a:lnTo>
                  <a:pt x="100596" y="402336"/>
                </a:lnTo>
                <a:lnTo>
                  <a:pt x="103644" y="402336"/>
                </a:lnTo>
                <a:lnTo>
                  <a:pt x="103644" y="353568"/>
                </a:lnTo>
                <a:lnTo>
                  <a:pt x="100596" y="353568"/>
                </a:lnTo>
                <a:lnTo>
                  <a:pt x="100596" y="362712"/>
                </a:lnTo>
                <a:lnTo>
                  <a:pt x="94500" y="368808"/>
                </a:lnTo>
                <a:lnTo>
                  <a:pt x="27444" y="368808"/>
                </a:lnTo>
                <a:lnTo>
                  <a:pt x="18300" y="359664"/>
                </a:lnTo>
                <a:lnTo>
                  <a:pt x="16776" y="355092"/>
                </a:lnTo>
                <a:lnTo>
                  <a:pt x="15252" y="352044"/>
                </a:lnTo>
                <a:lnTo>
                  <a:pt x="13728" y="347472"/>
                </a:lnTo>
                <a:lnTo>
                  <a:pt x="13728" y="338328"/>
                </a:lnTo>
                <a:lnTo>
                  <a:pt x="16776" y="333756"/>
                </a:lnTo>
                <a:lnTo>
                  <a:pt x="21348" y="330708"/>
                </a:lnTo>
                <a:lnTo>
                  <a:pt x="24396" y="329184"/>
                </a:lnTo>
                <a:lnTo>
                  <a:pt x="30492" y="327660"/>
                </a:lnTo>
                <a:lnTo>
                  <a:pt x="91452" y="327660"/>
                </a:lnTo>
                <a:lnTo>
                  <a:pt x="92976" y="329184"/>
                </a:lnTo>
                <a:lnTo>
                  <a:pt x="94500" y="329184"/>
                </a:lnTo>
                <a:lnTo>
                  <a:pt x="97548" y="330708"/>
                </a:lnTo>
                <a:lnTo>
                  <a:pt x="100596" y="333756"/>
                </a:lnTo>
                <a:lnTo>
                  <a:pt x="100596" y="342900"/>
                </a:lnTo>
                <a:lnTo>
                  <a:pt x="103644" y="342900"/>
                </a:lnTo>
                <a:lnTo>
                  <a:pt x="103644" y="294132"/>
                </a:lnTo>
                <a:close/>
              </a:path>
              <a:path extrusionOk="0" h="733425" w="151129">
                <a:moveTo>
                  <a:pt x="103644" y="128016"/>
                </a:moveTo>
                <a:lnTo>
                  <a:pt x="100596" y="128016"/>
                </a:lnTo>
                <a:lnTo>
                  <a:pt x="100596" y="137160"/>
                </a:lnTo>
                <a:lnTo>
                  <a:pt x="99072" y="138684"/>
                </a:lnTo>
                <a:lnTo>
                  <a:pt x="97548" y="141732"/>
                </a:lnTo>
                <a:lnTo>
                  <a:pt x="96024" y="143256"/>
                </a:lnTo>
                <a:lnTo>
                  <a:pt x="92976" y="144780"/>
                </a:lnTo>
                <a:lnTo>
                  <a:pt x="91452" y="146304"/>
                </a:lnTo>
                <a:lnTo>
                  <a:pt x="33540" y="146304"/>
                </a:lnTo>
                <a:lnTo>
                  <a:pt x="25920" y="143256"/>
                </a:lnTo>
                <a:lnTo>
                  <a:pt x="15252" y="132588"/>
                </a:lnTo>
                <a:lnTo>
                  <a:pt x="15252" y="129540"/>
                </a:lnTo>
                <a:lnTo>
                  <a:pt x="16776" y="128016"/>
                </a:lnTo>
                <a:lnTo>
                  <a:pt x="19824" y="123444"/>
                </a:lnTo>
                <a:lnTo>
                  <a:pt x="22872" y="120396"/>
                </a:lnTo>
                <a:lnTo>
                  <a:pt x="24396" y="117348"/>
                </a:lnTo>
                <a:lnTo>
                  <a:pt x="24396" y="111252"/>
                </a:lnTo>
                <a:lnTo>
                  <a:pt x="21348" y="109728"/>
                </a:lnTo>
                <a:lnTo>
                  <a:pt x="19824" y="108204"/>
                </a:lnTo>
                <a:lnTo>
                  <a:pt x="16776" y="106680"/>
                </a:lnTo>
                <a:lnTo>
                  <a:pt x="10680" y="106680"/>
                </a:lnTo>
                <a:lnTo>
                  <a:pt x="7632" y="108204"/>
                </a:lnTo>
                <a:lnTo>
                  <a:pt x="4584" y="111252"/>
                </a:lnTo>
                <a:lnTo>
                  <a:pt x="1536" y="112776"/>
                </a:lnTo>
                <a:lnTo>
                  <a:pt x="12" y="117348"/>
                </a:lnTo>
                <a:lnTo>
                  <a:pt x="12" y="120396"/>
                </a:lnTo>
                <a:lnTo>
                  <a:pt x="1676" y="127241"/>
                </a:lnTo>
                <a:lnTo>
                  <a:pt x="6489" y="133921"/>
                </a:lnTo>
                <a:lnTo>
                  <a:pt x="14147" y="140335"/>
                </a:lnTo>
                <a:lnTo>
                  <a:pt x="24396" y="146304"/>
                </a:lnTo>
                <a:lnTo>
                  <a:pt x="12" y="146304"/>
                </a:lnTo>
                <a:lnTo>
                  <a:pt x="12" y="150876"/>
                </a:lnTo>
                <a:lnTo>
                  <a:pt x="12204" y="179832"/>
                </a:lnTo>
                <a:lnTo>
                  <a:pt x="15252" y="178308"/>
                </a:lnTo>
                <a:lnTo>
                  <a:pt x="15252" y="176784"/>
                </a:lnTo>
                <a:lnTo>
                  <a:pt x="13728" y="173736"/>
                </a:lnTo>
                <a:lnTo>
                  <a:pt x="13728" y="170688"/>
                </a:lnTo>
                <a:lnTo>
                  <a:pt x="15252" y="169164"/>
                </a:lnTo>
                <a:lnTo>
                  <a:pt x="15252" y="167640"/>
                </a:lnTo>
                <a:lnTo>
                  <a:pt x="16776" y="166116"/>
                </a:lnTo>
                <a:lnTo>
                  <a:pt x="21348" y="166116"/>
                </a:lnTo>
                <a:lnTo>
                  <a:pt x="22872" y="164592"/>
                </a:lnTo>
                <a:lnTo>
                  <a:pt x="92976" y="164592"/>
                </a:lnTo>
                <a:lnTo>
                  <a:pt x="96024" y="166116"/>
                </a:lnTo>
                <a:lnTo>
                  <a:pt x="100596" y="170688"/>
                </a:lnTo>
                <a:lnTo>
                  <a:pt x="100596" y="179832"/>
                </a:lnTo>
                <a:lnTo>
                  <a:pt x="103644" y="179832"/>
                </a:lnTo>
                <a:lnTo>
                  <a:pt x="103644" y="128016"/>
                </a:lnTo>
                <a:close/>
              </a:path>
              <a:path extrusionOk="0" h="733425" w="151129">
                <a:moveTo>
                  <a:pt x="106680" y="513588"/>
                </a:moveTo>
                <a:lnTo>
                  <a:pt x="106565" y="511924"/>
                </a:lnTo>
                <a:lnTo>
                  <a:pt x="106476" y="510540"/>
                </a:lnTo>
                <a:lnTo>
                  <a:pt x="106362" y="509016"/>
                </a:lnTo>
                <a:lnTo>
                  <a:pt x="82867" y="477012"/>
                </a:lnTo>
                <a:lnTo>
                  <a:pt x="68580" y="472440"/>
                </a:lnTo>
                <a:lnTo>
                  <a:pt x="65532" y="475488"/>
                </a:lnTo>
                <a:lnTo>
                  <a:pt x="74676" y="478536"/>
                </a:lnTo>
                <a:lnTo>
                  <a:pt x="80772" y="483108"/>
                </a:lnTo>
                <a:lnTo>
                  <a:pt x="86868" y="492252"/>
                </a:lnTo>
                <a:lnTo>
                  <a:pt x="88392" y="498348"/>
                </a:lnTo>
                <a:lnTo>
                  <a:pt x="88277" y="505968"/>
                </a:lnTo>
                <a:lnTo>
                  <a:pt x="62293" y="538543"/>
                </a:lnTo>
                <a:lnTo>
                  <a:pt x="42672" y="541020"/>
                </a:lnTo>
                <a:lnTo>
                  <a:pt x="42672" y="495300"/>
                </a:lnTo>
                <a:lnTo>
                  <a:pt x="42672" y="472440"/>
                </a:lnTo>
                <a:lnTo>
                  <a:pt x="35052" y="472960"/>
                </a:lnTo>
                <a:lnTo>
                  <a:pt x="35052" y="495300"/>
                </a:lnTo>
                <a:lnTo>
                  <a:pt x="35052" y="541020"/>
                </a:lnTo>
                <a:lnTo>
                  <a:pt x="27432" y="541020"/>
                </a:lnTo>
                <a:lnTo>
                  <a:pt x="19812" y="537972"/>
                </a:lnTo>
                <a:lnTo>
                  <a:pt x="10668" y="528828"/>
                </a:lnTo>
                <a:lnTo>
                  <a:pt x="7620" y="522732"/>
                </a:lnTo>
                <a:lnTo>
                  <a:pt x="7620" y="513588"/>
                </a:lnTo>
                <a:lnTo>
                  <a:pt x="9144" y="509016"/>
                </a:lnTo>
                <a:lnTo>
                  <a:pt x="12192" y="505968"/>
                </a:lnTo>
                <a:lnTo>
                  <a:pt x="13716" y="501396"/>
                </a:lnTo>
                <a:lnTo>
                  <a:pt x="16764" y="499872"/>
                </a:lnTo>
                <a:lnTo>
                  <a:pt x="21336" y="498348"/>
                </a:lnTo>
                <a:lnTo>
                  <a:pt x="24384" y="496824"/>
                </a:lnTo>
                <a:lnTo>
                  <a:pt x="28956" y="495300"/>
                </a:lnTo>
                <a:lnTo>
                  <a:pt x="35052" y="495300"/>
                </a:lnTo>
                <a:lnTo>
                  <a:pt x="35052" y="472960"/>
                </a:lnTo>
                <a:lnTo>
                  <a:pt x="3238" y="495681"/>
                </a:lnTo>
                <a:lnTo>
                  <a:pt x="0" y="510540"/>
                </a:lnTo>
                <a:lnTo>
                  <a:pt x="127" y="511924"/>
                </a:lnTo>
                <a:lnTo>
                  <a:pt x="889" y="520280"/>
                </a:lnTo>
                <a:lnTo>
                  <a:pt x="32194" y="553021"/>
                </a:lnTo>
                <a:lnTo>
                  <a:pt x="54864" y="556260"/>
                </a:lnTo>
                <a:lnTo>
                  <a:pt x="66611" y="555434"/>
                </a:lnTo>
                <a:lnTo>
                  <a:pt x="103251" y="529399"/>
                </a:lnTo>
                <a:lnTo>
                  <a:pt x="103378" y="529018"/>
                </a:lnTo>
                <a:lnTo>
                  <a:pt x="103441" y="528828"/>
                </a:lnTo>
                <a:lnTo>
                  <a:pt x="105829" y="521576"/>
                </a:lnTo>
                <a:lnTo>
                  <a:pt x="106680" y="513588"/>
                </a:lnTo>
                <a:close/>
              </a:path>
              <a:path extrusionOk="0" h="733425" w="151129">
                <a:moveTo>
                  <a:pt x="106680" y="228600"/>
                </a:moveTo>
                <a:lnTo>
                  <a:pt x="105156" y="220980"/>
                </a:lnTo>
                <a:lnTo>
                  <a:pt x="100533" y="213296"/>
                </a:lnTo>
                <a:lnTo>
                  <a:pt x="99060" y="211289"/>
                </a:lnTo>
                <a:lnTo>
                  <a:pt x="99060" y="225552"/>
                </a:lnTo>
                <a:lnTo>
                  <a:pt x="99060" y="233172"/>
                </a:lnTo>
                <a:lnTo>
                  <a:pt x="66484" y="262890"/>
                </a:lnTo>
                <a:lnTo>
                  <a:pt x="45720" y="265176"/>
                </a:lnTo>
                <a:lnTo>
                  <a:pt x="36576" y="265176"/>
                </a:lnTo>
                <a:lnTo>
                  <a:pt x="12192" y="251460"/>
                </a:lnTo>
                <a:lnTo>
                  <a:pt x="9144" y="248412"/>
                </a:lnTo>
                <a:lnTo>
                  <a:pt x="7620" y="243840"/>
                </a:lnTo>
                <a:lnTo>
                  <a:pt x="7620" y="231648"/>
                </a:lnTo>
                <a:lnTo>
                  <a:pt x="48082" y="209626"/>
                </a:lnTo>
                <a:lnTo>
                  <a:pt x="60960" y="208788"/>
                </a:lnTo>
                <a:lnTo>
                  <a:pt x="70662" y="209346"/>
                </a:lnTo>
                <a:lnTo>
                  <a:pt x="99060" y="225552"/>
                </a:lnTo>
                <a:lnTo>
                  <a:pt x="99060" y="211289"/>
                </a:lnTo>
                <a:lnTo>
                  <a:pt x="65532" y="190309"/>
                </a:lnTo>
                <a:lnTo>
                  <a:pt x="51816" y="188976"/>
                </a:lnTo>
                <a:lnTo>
                  <a:pt x="42722" y="189814"/>
                </a:lnTo>
                <a:lnTo>
                  <a:pt x="4572" y="216979"/>
                </a:lnTo>
                <a:lnTo>
                  <a:pt x="0" y="236220"/>
                </a:lnTo>
                <a:lnTo>
                  <a:pt x="127" y="237744"/>
                </a:lnTo>
                <a:lnTo>
                  <a:pt x="20916" y="275183"/>
                </a:lnTo>
                <a:lnTo>
                  <a:pt x="54864" y="284988"/>
                </a:lnTo>
                <a:lnTo>
                  <a:pt x="63969" y="284403"/>
                </a:lnTo>
                <a:lnTo>
                  <a:pt x="97536" y="265176"/>
                </a:lnTo>
                <a:lnTo>
                  <a:pt x="102108" y="258318"/>
                </a:lnTo>
                <a:lnTo>
                  <a:pt x="105537" y="248602"/>
                </a:lnTo>
                <a:lnTo>
                  <a:pt x="105562" y="248412"/>
                </a:lnTo>
                <a:lnTo>
                  <a:pt x="106680" y="237744"/>
                </a:lnTo>
                <a:lnTo>
                  <a:pt x="106680" y="228600"/>
                </a:lnTo>
                <a:close/>
              </a:path>
              <a:path extrusionOk="0" h="733425" w="151129">
                <a:moveTo>
                  <a:pt x="150888" y="82296"/>
                </a:moveTo>
                <a:lnTo>
                  <a:pt x="120408" y="53340"/>
                </a:lnTo>
                <a:lnTo>
                  <a:pt x="36588" y="19812"/>
                </a:lnTo>
                <a:lnTo>
                  <a:pt x="21348" y="13716"/>
                </a:lnTo>
                <a:lnTo>
                  <a:pt x="16776" y="12192"/>
                </a:lnTo>
                <a:lnTo>
                  <a:pt x="10680" y="9144"/>
                </a:lnTo>
                <a:lnTo>
                  <a:pt x="7632" y="6096"/>
                </a:lnTo>
                <a:lnTo>
                  <a:pt x="7632" y="1524"/>
                </a:lnTo>
                <a:lnTo>
                  <a:pt x="6108" y="0"/>
                </a:lnTo>
                <a:lnTo>
                  <a:pt x="3060" y="0"/>
                </a:lnTo>
                <a:lnTo>
                  <a:pt x="3060" y="30480"/>
                </a:lnTo>
                <a:lnTo>
                  <a:pt x="6108" y="30480"/>
                </a:lnTo>
                <a:lnTo>
                  <a:pt x="6108" y="24384"/>
                </a:lnTo>
                <a:lnTo>
                  <a:pt x="7632" y="24384"/>
                </a:lnTo>
                <a:lnTo>
                  <a:pt x="7632" y="22860"/>
                </a:lnTo>
                <a:lnTo>
                  <a:pt x="10680" y="19812"/>
                </a:lnTo>
                <a:lnTo>
                  <a:pt x="15252" y="19812"/>
                </a:lnTo>
                <a:lnTo>
                  <a:pt x="18300" y="21336"/>
                </a:lnTo>
                <a:lnTo>
                  <a:pt x="21348" y="21336"/>
                </a:lnTo>
                <a:lnTo>
                  <a:pt x="76212" y="44196"/>
                </a:lnTo>
                <a:lnTo>
                  <a:pt x="25920" y="67056"/>
                </a:lnTo>
                <a:lnTo>
                  <a:pt x="21348" y="70104"/>
                </a:lnTo>
                <a:lnTo>
                  <a:pt x="16776" y="71628"/>
                </a:lnTo>
                <a:lnTo>
                  <a:pt x="12204" y="71628"/>
                </a:lnTo>
                <a:lnTo>
                  <a:pt x="6108" y="65532"/>
                </a:lnTo>
                <a:lnTo>
                  <a:pt x="6108" y="59436"/>
                </a:lnTo>
                <a:lnTo>
                  <a:pt x="3060" y="59436"/>
                </a:lnTo>
                <a:lnTo>
                  <a:pt x="3060" y="106680"/>
                </a:lnTo>
                <a:lnTo>
                  <a:pt x="6108" y="106680"/>
                </a:lnTo>
                <a:lnTo>
                  <a:pt x="9156" y="100584"/>
                </a:lnTo>
                <a:lnTo>
                  <a:pt x="9156" y="99060"/>
                </a:lnTo>
                <a:lnTo>
                  <a:pt x="12204" y="96012"/>
                </a:lnTo>
                <a:lnTo>
                  <a:pt x="15252" y="94488"/>
                </a:lnTo>
                <a:lnTo>
                  <a:pt x="18300" y="91440"/>
                </a:lnTo>
                <a:lnTo>
                  <a:pt x="24396" y="88392"/>
                </a:lnTo>
                <a:lnTo>
                  <a:pt x="60109" y="71628"/>
                </a:lnTo>
                <a:lnTo>
                  <a:pt x="99072" y="53340"/>
                </a:lnTo>
                <a:lnTo>
                  <a:pt x="121932" y="62484"/>
                </a:lnTo>
                <a:lnTo>
                  <a:pt x="126504" y="65532"/>
                </a:lnTo>
                <a:lnTo>
                  <a:pt x="131076" y="70104"/>
                </a:lnTo>
                <a:lnTo>
                  <a:pt x="131076" y="77724"/>
                </a:lnTo>
                <a:lnTo>
                  <a:pt x="129552" y="80772"/>
                </a:lnTo>
                <a:lnTo>
                  <a:pt x="128028" y="85344"/>
                </a:lnTo>
                <a:lnTo>
                  <a:pt x="126504" y="88392"/>
                </a:lnTo>
                <a:lnTo>
                  <a:pt x="126504" y="94488"/>
                </a:lnTo>
                <a:lnTo>
                  <a:pt x="128028" y="97536"/>
                </a:lnTo>
                <a:lnTo>
                  <a:pt x="132600" y="102108"/>
                </a:lnTo>
                <a:lnTo>
                  <a:pt x="144792" y="102108"/>
                </a:lnTo>
                <a:lnTo>
                  <a:pt x="147840" y="99060"/>
                </a:lnTo>
                <a:lnTo>
                  <a:pt x="150888" y="92964"/>
                </a:lnTo>
                <a:lnTo>
                  <a:pt x="150888" y="822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1" name="Google Shape;1931;p33"/>
          <p:cNvGrpSpPr/>
          <p:nvPr/>
        </p:nvGrpSpPr>
        <p:grpSpPr>
          <a:xfrm>
            <a:off x="5971032" y="8215883"/>
            <a:ext cx="158877" cy="545592"/>
            <a:chOff x="5971032" y="8215883"/>
            <a:chExt cx="158877" cy="545592"/>
          </a:xfrm>
        </p:grpSpPr>
        <p:pic>
          <p:nvPicPr>
            <p:cNvPr id="1932" name="Google Shape;1932;p33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5971032" y="8417051"/>
              <a:ext cx="158496" cy="3444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33" name="Google Shape;1933;p33"/>
            <p:cNvSpPr/>
            <p:nvPr/>
          </p:nvSpPr>
          <p:spPr>
            <a:xfrm>
              <a:off x="6105144" y="8215883"/>
              <a:ext cx="24765" cy="170815"/>
            </a:xfrm>
            <a:custGeom>
              <a:rect b="b" l="l" r="r" t="t"/>
              <a:pathLst>
                <a:path extrusionOk="0" h="170815" w="24764">
                  <a:moveTo>
                    <a:pt x="16764" y="170688"/>
                  </a:moveTo>
                  <a:lnTo>
                    <a:pt x="9144" y="170688"/>
                  </a:lnTo>
                  <a:lnTo>
                    <a:pt x="6096" y="169164"/>
                  </a:lnTo>
                  <a:lnTo>
                    <a:pt x="1524" y="164592"/>
                  </a:lnTo>
                  <a:lnTo>
                    <a:pt x="0" y="161544"/>
                  </a:lnTo>
                  <a:lnTo>
                    <a:pt x="0" y="155448"/>
                  </a:lnTo>
                  <a:lnTo>
                    <a:pt x="1524" y="152400"/>
                  </a:lnTo>
                  <a:lnTo>
                    <a:pt x="6096" y="147828"/>
                  </a:lnTo>
                  <a:lnTo>
                    <a:pt x="9144" y="146304"/>
                  </a:lnTo>
                  <a:lnTo>
                    <a:pt x="16764" y="146304"/>
                  </a:lnTo>
                  <a:lnTo>
                    <a:pt x="18288" y="147828"/>
                  </a:lnTo>
                  <a:lnTo>
                    <a:pt x="21336" y="149352"/>
                  </a:lnTo>
                  <a:lnTo>
                    <a:pt x="24384" y="152400"/>
                  </a:lnTo>
                  <a:lnTo>
                    <a:pt x="24384" y="164592"/>
                  </a:lnTo>
                  <a:lnTo>
                    <a:pt x="21336" y="167640"/>
                  </a:lnTo>
                  <a:lnTo>
                    <a:pt x="18288" y="169164"/>
                  </a:lnTo>
                  <a:lnTo>
                    <a:pt x="16764" y="170688"/>
                  </a:lnTo>
                  <a:close/>
                </a:path>
                <a:path extrusionOk="0" h="170815" w="24764">
                  <a:moveTo>
                    <a:pt x="16764" y="97536"/>
                  </a:moveTo>
                  <a:lnTo>
                    <a:pt x="9144" y="97536"/>
                  </a:lnTo>
                  <a:lnTo>
                    <a:pt x="6096" y="96012"/>
                  </a:lnTo>
                  <a:lnTo>
                    <a:pt x="1524" y="91440"/>
                  </a:lnTo>
                  <a:lnTo>
                    <a:pt x="0" y="88392"/>
                  </a:lnTo>
                  <a:lnTo>
                    <a:pt x="0" y="82296"/>
                  </a:lnTo>
                  <a:lnTo>
                    <a:pt x="1524" y="79248"/>
                  </a:lnTo>
                  <a:lnTo>
                    <a:pt x="6096" y="74676"/>
                  </a:lnTo>
                  <a:lnTo>
                    <a:pt x="9144" y="73152"/>
                  </a:lnTo>
                  <a:lnTo>
                    <a:pt x="16764" y="73152"/>
                  </a:lnTo>
                  <a:lnTo>
                    <a:pt x="18288" y="74676"/>
                  </a:lnTo>
                  <a:lnTo>
                    <a:pt x="21336" y="76200"/>
                  </a:lnTo>
                  <a:lnTo>
                    <a:pt x="24384" y="79248"/>
                  </a:lnTo>
                  <a:lnTo>
                    <a:pt x="24384" y="91440"/>
                  </a:lnTo>
                  <a:lnTo>
                    <a:pt x="21336" y="94488"/>
                  </a:lnTo>
                  <a:lnTo>
                    <a:pt x="18288" y="96012"/>
                  </a:lnTo>
                  <a:lnTo>
                    <a:pt x="16764" y="97536"/>
                  </a:lnTo>
                  <a:close/>
                </a:path>
                <a:path extrusionOk="0" h="170815" w="24764">
                  <a:moveTo>
                    <a:pt x="16764" y="24384"/>
                  </a:moveTo>
                  <a:lnTo>
                    <a:pt x="9144" y="24384"/>
                  </a:lnTo>
                  <a:lnTo>
                    <a:pt x="6096" y="22860"/>
                  </a:lnTo>
                  <a:lnTo>
                    <a:pt x="1524" y="18288"/>
                  </a:lnTo>
                  <a:lnTo>
                    <a:pt x="0" y="15240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3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8288" y="1523"/>
                  </a:lnTo>
                  <a:lnTo>
                    <a:pt x="21336" y="3047"/>
                  </a:lnTo>
                  <a:lnTo>
                    <a:pt x="24384" y="6096"/>
                  </a:lnTo>
                  <a:lnTo>
                    <a:pt x="24384" y="18288"/>
                  </a:lnTo>
                  <a:lnTo>
                    <a:pt x="21336" y="21336"/>
                  </a:lnTo>
                  <a:lnTo>
                    <a:pt x="18288" y="22860"/>
                  </a:lnTo>
                  <a:lnTo>
                    <a:pt x="16764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34" name="Google Shape;1934;p33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238244" y="5213604"/>
            <a:ext cx="147828" cy="1798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35" name="Google Shape;1935;p33"/>
          <p:cNvGrpSpPr/>
          <p:nvPr/>
        </p:nvGrpSpPr>
        <p:grpSpPr>
          <a:xfrm>
            <a:off x="4235196" y="4507992"/>
            <a:ext cx="152400" cy="392175"/>
            <a:chOff x="4235196" y="4507992"/>
            <a:chExt cx="152400" cy="392175"/>
          </a:xfrm>
        </p:grpSpPr>
        <p:sp>
          <p:nvSpPr>
            <p:cNvPr id="1936" name="Google Shape;1936;p33"/>
            <p:cNvSpPr/>
            <p:nvPr/>
          </p:nvSpPr>
          <p:spPr>
            <a:xfrm>
              <a:off x="4235196" y="4841748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1"/>
                  </a:moveTo>
                  <a:lnTo>
                    <a:pt x="0" y="21335"/>
                  </a:lnTo>
                  <a:lnTo>
                    <a:pt x="0" y="18287"/>
                  </a:lnTo>
                  <a:lnTo>
                    <a:pt x="140208" y="18287"/>
                  </a:lnTo>
                  <a:lnTo>
                    <a:pt x="141732" y="16763"/>
                  </a:lnTo>
                  <a:lnTo>
                    <a:pt x="143256" y="16763"/>
                  </a:lnTo>
                  <a:lnTo>
                    <a:pt x="144780" y="15239"/>
                  </a:lnTo>
                  <a:lnTo>
                    <a:pt x="146304" y="12191"/>
                  </a:lnTo>
                  <a:lnTo>
                    <a:pt x="147828" y="10667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7828" y="42671"/>
                  </a:lnTo>
                  <a:lnTo>
                    <a:pt x="143256" y="38099"/>
                  </a:lnTo>
                  <a:lnTo>
                    <a:pt x="141732" y="38099"/>
                  </a:lnTo>
                  <a:lnTo>
                    <a:pt x="140208" y="36575"/>
                  </a:lnTo>
                  <a:lnTo>
                    <a:pt x="22860" y="36575"/>
                  </a:lnTo>
                  <a:lnTo>
                    <a:pt x="21336" y="38099"/>
                  </a:lnTo>
                  <a:lnTo>
                    <a:pt x="19812" y="38099"/>
                  </a:lnTo>
                  <a:lnTo>
                    <a:pt x="16764" y="41147"/>
                  </a:lnTo>
                  <a:lnTo>
                    <a:pt x="16764" y="47243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937" name="Google Shape;1937;p33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235196" y="4600956"/>
              <a:ext cx="152400" cy="2042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38" name="Google Shape;1938;p33"/>
            <p:cNvSpPr/>
            <p:nvPr/>
          </p:nvSpPr>
          <p:spPr>
            <a:xfrm>
              <a:off x="4235196" y="4507992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1"/>
                  </a:moveTo>
                  <a:lnTo>
                    <a:pt x="0" y="21335"/>
                  </a:lnTo>
                  <a:lnTo>
                    <a:pt x="0" y="18287"/>
                  </a:lnTo>
                  <a:lnTo>
                    <a:pt x="140208" y="18287"/>
                  </a:lnTo>
                  <a:lnTo>
                    <a:pt x="141732" y="16763"/>
                  </a:lnTo>
                  <a:lnTo>
                    <a:pt x="143256" y="16763"/>
                  </a:lnTo>
                  <a:lnTo>
                    <a:pt x="144780" y="15239"/>
                  </a:lnTo>
                  <a:lnTo>
                    <a:pt x="146304" y="12191"/>
                  </a:lnTo>
                  <a:lnTo>
                    <a:pt x="147828" y="10667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7828" y="44195"/>
                  </a:lnTo>
                  <a:lnTo>
                    <a:pt x="146304" y="41147"/>
                  </a:lnTo>
                  <a:lnTo>
                    <a:pt x="143256" y="38099"/>
                  </a:lnTo>
                  <a:lnTo>
                    <a:pt x="141732" y="38099"/>
                  </a:lnTo>
                  <a:lnTo>
                    <a:pt x="140208" y="36575"/>
                  </a:lnTo>
                  <a:lnTo>
                    <a:pt x="25908" y="36575"/>
                  </a:lnTo>
                  <a:lnTo>
                    <a:pt x="22860" y="38099"/>
                  </a:lnTo>
                  <a:lnTo>
                    <a:pt x="21336" y="38099"/>
                  </a:lnTo>
                  <a:lnTo>
                    <a:pt x="19812" y="39623"/>
                  </a:lnTo>
                  <a:lnTo>
                    <a:pt x="18288" y="39623"/>
                  </a:lnTo>
                  <a:lnTo>
                    <a:pt x="16764" y="41147"/>
                  </a:lnTo>
                  <a:lnTo>
                    <a:pt x="16764" y="47243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39" name="Google Shape;1939;p33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230623" y="3793235"/>
            <a:ext cx="158495" cy="39776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0" name="Google Shape;1940;p33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4230623" y="2580132"/>
            <a:ext cx="158496" cy="911351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1" name="Google Shape;1941;p33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4230623" y="2025395"/>
            <a:ext cx="158495" cy="265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2" name="Google Shape;1942;p33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4230623" y="1371600"/>
            <a:ext cx="158496" cy="3505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3" name="Google Shape;1943;p33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497324" y="3989832"/>
            <a:ext cx="202691" cy="14051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4" name="Google Shape;1944;p33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497323" y="3098291"/>
            <a:ext cx="202589" cy="783336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5" name="Google Shape;1945;p33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4497323" y="2793492"/>
            <a:ext cx="202691" cy="213359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6" name="Google Shape;1946;p33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497323" y="2369820"/>
            <a:ext cx="158495" cy="320039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7" name="Google Shape;1947;p33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4497323" y="1824227"/>
            <a:ext cx="158496" cy="45110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8" name="Google Shape;1948;p33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4497323" y="1377695"/>
            <a:ext cx="158495" cy="330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9" name="Google Shape;1949;p33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4770120" y="4960620"/>
            <a:ext cx="152400" cy="4312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950" name="Google Shape;1950;p33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4765547" y="4515611"/>
            <a:ext cx="158496" cy="3185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951" name="Google Shape;1951;p33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4765547" y="3977639"/>
            <a:ext cx="158495" cy="4160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52" name="Google Shape;1952;p33"/>
          <p:cNvGrpSpPr/>
          <p:nvPr/>
        </p:nvGrpSpPr>
        <p:grpSpPr>
          <a:xfrm>
            <a:off x="4765547" y="3375659"/>
            <a:ext cx="158496" cy="487679"/>
            <a:chOff x="4765547" y="3375659"/>
            <a:chExt cx="158496" cy="487679"/>
          </a:xfrm>
        </p:grpSpPr>
        <p:pic>
          <p:nvPicPr>
            <p:cNvPr id="1953" name="Google Shape;1953;p33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4765547" y="3464051"/>
              <a:ext cx="158496" cy="3992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954" name="Google Shape;1954;p33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4817363" y="3375659"/>
              <a:ext cx="106680" cy="685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955" name="Google Shape;1955;p33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4765548" y="2933699"/>
            <a:ext cx="158495" cy="31394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56" name="Google Shape;1956;p33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4817363" y="2717292"/>
            <a:ext cx="106680" cy="9144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57" name="Google Shape;1957;p33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4765547" y="2121407"/>
            <a:ext cx="158495" cy="472439"/>
          </a:xfrm>
          <a:prstGeom prst="rect">
            <a:avLst/>
          </a:prstGeom>
          <a:noFill/>
          <a:ln>
            <a:noFill/>
          </a:ln>
        </p:spPr>
      </p:pic>
      <p:pic>
        <p:nvPicPr>
          <p:cNvPr id="1958" name="Google Shape;1958;p33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4786884" y="1677924"/>
            <a:ext cx="137160" cy="326135"/>
          </a:xfrm>
          <a:prstGeom prst="rect">
            <a:avLst/>
          </a:prstGeom>
          <a:noFill/>
          <a:ln>
            <a:noFill/>
          </a:ln>
        </p:spPr>
      </p:pic>
      <p:pic>
        <p:nvPicPr>
          <p:cNvPr id="1959" name="Google Shape;1959;p33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4765547" y="1347216"/>
            <a:ext cx="158495" cy="2011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60" name="Google Shape;1960;p33"/>
          <p:cNvGrpSpPr/>
          <p:nvPr/>
        </p:nvGrpSpPr>
        <p:grpSpPr>
          <a:xfrm>
            <a:off x="5036807" y="4602480"/>
            <a:ext cx="154305" cy="768602"/>
            <a:chOff x="5036807" y="4602480"/>
            <a:chExt cx="154305" cy="768602"/>
          </a:xfrm>
        </p:grpSpPr>
        <p:sp>
          <p:nvSpPr>
            <p:cNvPr id="1961" name="Google Shape;1961;p33"/>
            <p:cNvSpPr/>
            <p:nvPr/>
          </p:nvSpPr>
          <p:spPr>
            <a:xfrm>
              <a:off x="5036819" y="5312663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2"/>
                  </a:moveTo>
                  <a:lnTo>
                    <a:pt x="0" y="21336"/>
                  </a:lnTo>
                  <a:lnTo>
                    <a:pt x="0" y="18288"/>
                  </a:lnTo>
                  <a:lnTo>
                    <a:pt x="138684" y="18288"/>
                  </a:lnTo>
                  <a:lnTo>
                    <a:pt x="140208" y="16764"/>
                  </a:lnTo>
                  <a:lnTo>
                    <a:pt x="143256" y="16764"/>
                  </a:lnTo>
                  <a:lnTo>
                    <a:pt x="144780" y="15240"/>
                  </a:lnTo>
                  <a:lnTo>
                    <a:pt x="144780" y="13716"/>
                  </a:lnTo>
                  <a:lnTo>
                    <a:pt x="146304" y="10668"/>
                  </a:lnTo>
                  <a:lnTo>
                    <a:pt x="147828" y="6096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36576"/>
                  </a:lnTo>
                  <a:lnTo>
                    <a:pt x="25908" y="36576"/>
                  </a:lnTo>
                  <a:lnTo>
                    <a:pt x="22860" y="38100"/>
                  </a:lnTo>
                  <a:lnTo>
                    <a:pt x="19812" y="38100"/>
                  </a:lnTo>
                  <a:lnTo>
                    <a:pt x="16764" y="41148"/>
                  </a:lnTo>
                  <a:lnTo>
                    <a:pt x="15240" y="44196"/>
                  </a:lnTo>
                  <a:lnTo>
                    <a:pt x="15240" y="47244"/>
                  </a:lnTo>
                  <a:lnTo>
                    <a:pt x="16764" y="51816"/>
                  </a:lnTo>
                  <a:lnTo>
                    <a:pt x="19812" y="56388"/>
                  </a:lnTo>
                  <a:lnTo>
                    <a:pt x="16764" y="57912"/>
                  </a:lnTo>
                  <a:close/>
                </a:path>
                <a:path extrusionOk="0" h="58420" w="151129">
                  <a:moveTo>
                    <a:pt x="150876" y="54864"/>
                  </a:moveTo>
                  <a:lnTo>
                    <a:pt x="147828" y="54864"/>
                  </a:lnTo>
                  <a:lnTo>
                    <a:pt x="147828" y="48768"/>
                  </a:lnTo>
                  <a:lnTo>
                    <a:pt x="146304" y="44196"/>
                  </a:lnTo>
                  <a:lnTo>
                    <a:pt x="144780" y="42672"/>
                  </a:lnTo>
                  <a:lnTo>
                    <a:pt x="144780" y="39624"/>
                  </a:lnTo>
                  <a:lnTo>
                    <a:pt x="143256" y="38100"/>
                  </a:lnTo>
                  <a:lnTo>
                    <a:pt x="140208" y="38100"/>
                  </a:lnTo>
                  <a:lnTo>
                    <a:pt x="138684" y="36576"/>
                  </a:lnTo>
                  <a:lnTo>
                    <a:pt x="150876" y="36576"/>
                  </a:lnTo>
                  <a:lnTo>
                    <a:pt x="150876" y="548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962" name="Google Shape;1962;p33"/>
            <p:cNvPicPr preferRelativeResize="0"/>
            <p:nvPr/>
          </p:nvPicPr>
          <p:blipFill rotWithShape="1">
            <a:blip r:embed="rId75">
              <a:alphaModFix/>
            </a:blip>
            <a:srcRect b="0" l="0" r="0" t="0"/>
            <a:stretch/>
          </p:blipFill>
          <p:spPr>
            <a:xfrm>
              <a:off x="5036820" y="5183123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63" name="Google Shape;1963;p33"/>
            <p:cNvSpPr/>
            <p:nvPr/>
          </p:nvSpPr>
          <p:spPr>
            <a:xfrm>
              <a:off x="5036807" y="4602480"/>
              <a:ext cx="154305" cy="559435"/>
            </a:xfrm>
            <a:custGeom>
              <a:rect b="b" l="l" r="r" t="t"/>
              <a:pathLst>
                <a:path extrusionOk="0" h="559435" w="154304">
                  <a:moveTo>
                    <a:pt x="150876" y="301752"/>
                  </a:moveTo>
                  <a:lnTo>
                    <a:pt x="147828" y="301752"/>
                  </a:lnTo>
                  <a:lnTo>
                    <a:pt x="144780" y="313944"/>
                  </a:lnTo>
                  <a:lnTo>
                    <a:pt x="141732" y="320040"/>
                  </a:lnTo>
                  <a:lnTo>
                    <a:pt x="133540" y="328803"/>
                  </a:lnTo>
                  <a:lnTo>
                    <a:pt x="128231" y="334187"/>
                  </a:lnTo>
                  <a:lnTo>
                    <a:pt x="121920" y="339852"/>
                  </a:lnTo>
                  <a:lnTo>
                    <a:pt x="67056" y="396240"/>
                  </a:lnTo>
                  <a:lnTo>
                    <a:pt x="45720" y="373380"/>
                  </a:lnTo>
                  <a:lnTo>
                    <a:pt x="29718" y="358711"/>
                  </a:lnTo>
                  <a:lnTo>
                    <a:pt x="22860" y="352044"/>
                  </a:lnTo>
                  <a:lnTo>
                    <a:pt x="18288" y="345948"/>
                  </a:lnTo>
                  <a:lnTo>
                    <a:pt x="13716" y="341376"/>
                  </a:lnTo>
                  <a:lnTo>
                    <a:pt x="12192" y="338328"/>
                  </a:lnTo>
                  <a:lnTo>
                    <a:pt x="9144" y="333756"/>
                  </a:lnTo>
                  <a:lnTo>
                    <a:pt x="6096" y="327660"/>
                  </a:lnTo>
                  <a:lnTo>
                    <a:pt x="6096" y="320040"/>
                  </a:lnTo>
                  <a:lnTo>
                    <a:pt x="3048" y="320040"/>
                  </a:lnTo>
                  <a:lnTo>
                    <a:pt x="3048" y="371856"/>
                  </a:lnTo>
                  <a:lnTo>
                    <a:pt x="6096" y="371856"/>
                  </a:lnTo>
                  <a:lnTo>
                    <a:pt x="6096" y="362712"/>
                  </a:lnTo>
                  <a:lnTo>
                    <a:pt x="9144" y="359664"/>
                  </a:lnTo>
                  <a:lnTo>
                    <a:pt x="18288" y="359664"/>
                  </a:lnTo>
                  <a:lnTo>
                    <a:pt x="21336" y="362712"/>
                  </a:lnTo>
                  <a:lnTo>
                    <a:pt x="27317" y="367601"/>
                  </a:lnTo>
                  <a:lnTo>
                    <a:pt x="36004" y="375475"/>
                  </a:lnTo>
                  <a:lnTo>
                    <a:pt x="47269" y="386511"/>
                  </a:lnTo>
                  <a:lnTo>
                    <a:pt x="60960" y="400812"/>
                  </a:lnTo>
                  <a:lnTo>
                    <a:pt x="68580" y="409956"/>
                  </a:lnTo>
                  <a:lnTo>
                    <a:pt x="74676" y="416052"/>
                  </a:lnTo>
                  <a:lnTo>
                    <a:pt x="15240" y="416052"/>
                  </a:lnTo>
                  <a:lnTo>
                    <a:pt x="13716" y="414528"/>
                  </a:lnTo>
                  <a:lnTo>
                    <a:pt x="10668" y="414528"/>
                  </a:lnTo>
                  <a:lnTo>
                    <a:pt x="9144" y="413004"/>
                  </a:lnTo>
                  <a:lnTo>
                    <a:pt x="6096" y="406908"/>
                  </a:lnTo>
                  <a:lnTo>
                    <a:pt x="6096" y="394716"/>
                  </a:lnTo>
                  <a:lnTo>
                    <a:pt x="3048" y="394716"/>
                  </a:lnTo>
                  <a:lnTo>
                    <a:pt x="3048" y="458724"/>
                  </a:lnTo>
                  <a:lnTo>
                    <a:pt x="6096" y="458724"/>
                  </a:lnTo>
                  <a:lnTo>
                    <a:pt x="6096" y="446532"/>
                  </a:lnTo>
                  <a:lnTo>
                    <a:pt x="7620" y="443484"/>
                  </a:lnTo>
                  <a:lnTo>
                    <a:pt x="12192" y="438912"/>
                  </a:lnTo>
                  <a:lnTo>
                    <a:pt x="15240" y="438912"/>
                  </a:lnTo>
                  <a:lnTo>
                    <a:pt x="21336" y="437388"/>
                  </a:lnTo>
                  <a:lnTo>
                    <a:pt x="134112" y="437388"/>
                  </a:lnTo>
                  <a:lnTo>
                    <a:pt x="138684" y="438912"/>
                  </a:lnTo>
                  <a:lnTo>
                    <a:pt x="141732" y="440436"/>
                  </a:lnTo>
                  <a:lnTo>
                    <a:pt x="144780" y="443484"/>
                  </a:lnTo>
                  <a:lnTo>
                    <a:pt x="147828" y="448056"/>
                  </a:lnTo>
                  <a:lnTo>
                    <a:pt x="147828" y="458724"/>
                  </a:lnTo>
                  <a:lnTo>
                    <a:pt x="150876" y="458724"/>
                  </a:lnTo>
                  <a:lnTo>
                    <a:pt x="150876" y="394716"/>
                  </a:lnTo>
                  <a:lnTo>
                    <a:pt x="147828" y="394716"/>
                  </a:lnTo>
                  <a:lnTo>
                    <a:pt x="147828" y="403860"/>
                  </a:lnTo>
                  <a:lnTo>
                    <a:pt x="143256" y="413004"/>
                  </a:lnTo>
                  <a:lnTo>
                    <a:pt x="141732" y="414528"/>
                  </a:lnTo>
                  <a:lnTo>
                    <a:pt x="140208" y="414528"/>
                  </a:lnTo>
                  <a:lnTo>
                    <a:pt x="137160" y="416052"/>
                  </a:lnTo>
                  <a:lnTo>
                    <a:pt x="77724" y="416052"/>
                  </a:lnTo>
                  <a:lnTo>
                    <a:pt x="134112" y="358140"/>
                  </a:lnTo>
                  <a:lnTo>
                    <a:pt x="135636" y="358140"/>
                  </a:lnTo>
                  <a:lnTo>
                    <a:pt x="137160" y="356616"/>
                  </a:lnTo>
                  <a:lnTo>
                    <a:pt x="140208" y="356616"/>
                  </a:lnTo>
                  <a:lnTo>
                    <a:pt x="143256" y="358140"/>
                  </a:lnTo>
                  <a:lnTo>
                    <a:pt x="144780" y="359664"/>
                  </a:lnTo>
                  <a:lnTo>
                    <a:pt x="146304" y="362712"/>
                  </a:lnTo>
                  <a:lnTo>
                    <a:pt x="147828" y="364236"/>
                  </a:lnTo>
                  <a:lnTo>
                    <a:pt x="147828" y="368808"/>
                  </a:lnTo>
                  <a:lnTo>
                    <a:pt x="150876" y="368808"/>
                  </a:lnTo>
                  <a:lnTo>
                    <a:pt x="150876" y="301752"/>
                  </a:lnTo>
                  <a:close/>
                </a:path>
                <a:path extrusionOk="0" h="559435" w="154304">
                  <a:moveTo>
                    <a:pt x="150888" y="141732"/>
                  </a:moveTo>
                  <a:lnTo>
                    <a:pt x="147840" y="141732"/>
                  </a:lnTo>
                  <a:lnTo>
                    <a:pt x="147840" y="150876"/>
                  </a:lnTo>
                  <a:lnTo>
                    <a:pt x="143268" y="160020"/>
                  </a:lnTo>
                  <a:lnTo>
                    <a:pt x="141744" y="161544"/>
                  </a:lnTo>
                  <a:lnTo>
                    <a:pt x="140220" y="161544"/>
                  </a:lnTo>
                  <a:lnTo>
                    <a:pt x="137172" y="163068"/>
                  </a:lnTo>
                  <a:lnTo>
                    <a:pt x="15252" y="163068"/>
                  </a:lnTo>
                  <a:lnTo>
                    <a:pt x="13728" y="161544"/>
                  </a:lnTo>
                  <a:lnTo>
                    <a:pt x="10680" y="161544"/>
                  </a:lnTo>
                  <a:lnTo>
                    <a:pt x="9156" y="160020"/>
                  </a:lnTo>
                  <a:lnTo>
                    <a:pt x="6108" y="153924"/>
                  </a:lnTo>
                  <a:lnTo>
                    <a:pt x="6108" y="141732"/>
                  </a:lnTo>
                  <a:lnTo>
                    <a:pt x="3060" y="141732"/>
                  </a:lnTo>
                  <a:lnTo>
                    <a:pt x="3060" y="205740"/>
                  </a:lnTo>
                  <a:lnTo>
                    <a:pt x="6108" y="205740"/>
                  </a:lnTo>
                  <a:lnTo>
                    <a:pt x="6108" y="193548"/>
                  </a:lnTo>
                  <a:lnTo>
                    <a:pt x="7632" y="190500"/>
                  </a:lnTo>
                  <a:lnTo>
                    <a:pt x="10680" y="187452"/>
                  </a:lnTo>
                  <a:lnTo>
                    <a:pt x="13728" y="185928"/>
                  </a:lnTo>
                  <a:lnTo>
                    <a:pt x="15252" y="184404"/>
                  </a:lnTo>
                  <a:lnTo>
                    <a:pt x="71640" y="184404"/>
                  </a:lnTo>
                  <a:lnTo>
                    <a:pt x="71640" y="256032"/>
                  </a:lnTo>
                  <a:lnTo>
                    <a:pt x="28968" y="256032"/>
                  </a:lnTo>
                  <a:lnTo>
                    <a:pt x="15252" y="256032"/>
                  </a:lnTo>
                  <a:lnTo>
                    <a:pt x="13728" y="254508"/>
                  </a:lnTo>
                  <a:lnTo>
                    <a:pt x="10680" y="254508"/>
                  </a:lnTo>
                  <a:lnTo>
                    <a:pt x="9156" y="252984"/>
                  </a:lnTo>
                  <a:lnTo>
                    <a:pt x="6108" y="246888"/>
                  </a:lnTo>
                  <a:lnTo>
                    <a:pt x="6108" y="234696"/>
                  </a:lnTo>
                  <a:lnTo>
                    <a:pt x="3060" y="234696"/>
                  </a:lnTo>
                  <a:lnTo>
                    <a:pt x="3060" y="298704"/>
                  </a:lnTo>
                  <a:lnTo>
                    <a:pt x="6108" y="298704"/>
                  </a:lnTo>
                  <a:lnTo>
                    <a:pt x="6108" y="286512"/>
                  </a:lnTo>
                  <a:lnTo>
                    <a:pt x="7632" y="283464"/>
                  </a:lnTo>
                  <a:lnTo>
                    <a:pt x="10680" y="280416"/>
                  </a:lnTo>
                  <a:lnTo>
                    <a:pt x="13728" y="278892"/>
                  </a:lnTo>
                  <a:lnTo>
                    <a:pt x="15252" y="277368"/>
                  </a:lnTo>
                  <a:lnTo>
                    <a:pt x="134124" y="277368"/>
                  </a:lnTo>
                  <a:lnTo>
                    <a:pt x="138696" y="278892"/>
                  </a:lnTo>
                  <a:lnTo>
                    <a:pt x="141744" y="280416"/>
                  </a:lnTo>
                  <a:lnTo>
                    <a:pt x="144792" y="283464"/>
                  </a:lnTo>
                  <a:lnTo>
                    <a:pt x="147840" y="288036"/>
                  </a:lnTo>
                  <a:lnTo>
                    <a:pt x="147840" y="298704"/>
                  </a:lnTo>
                  <a:lnTo>
                    <a:pt x="150888" y="298704"/>
                  </a:lnTo>
                  <a:lnTo>
                    <a:pt x="150888" y="234696"/>
                  </a:lnTo>
                  <a:lnTo>
                    <a:pt x="147840" y="234696"/>
                  </a:lnTo>
                  <a:lnTo>
                    <a:pt x="147840" y="243840"/>
                  </a:lnTo>
                  <a:lnTo>
                    <a:pt x="143268" y="252984"/>
                  </a:lnTo>
                  <a:lnTo>
                    <a:pt x="141744" y="254508"/>
                  </a:lnTo>
                  <a:lnTo>
                    <a:pt x="140220" y="254508"/>
                  </a:lnTo>
                  <a:lnTo>
                    <a:pt x="137172" y="256032"/>
                  </a:lnTo>
                  <a:lnTo>
                    <a:pt x="79260" y="256032"/>
                  </a:lnTo>
                  <a:lnTo>
                    <a:pt x="79260" y="184404"/>
                  </a:lnTo>
                  <a:lnTo>
                    <a:pt x="134124" y="184404"/>
                  </a:lnTo>
                  <a:lnTo>
                    <a:pt x="138696" y="185928"/>
                  </a:lnTo>
                  <a:lnTo>
                    <a:pt x="141744" y="187452"/>
                  </a:lnTo>
                  <a:lnTo>
                    <a:pt x="144792" y="190500"/>
                  </a:lnTo>
                  <a:lnTo>
                    <a:pt x="147840" y="195072"/>
                  </a:lnTo>
                  <a:lnTo>
                    <a:pt x="147840" y="205740"/>
                  </a:lnTo>
                  <a:lnTo>
                    <a:pt x="150888" y="205740"/>
                  </a:lnTo>
                  <a:lnTo>
                    <a:pt x="150888" y="141732"/>
                  </a:lnTo>
                  <a:close/>
                </a:path>
                <a:path extrusionOk="0" h="559435" w="154304">
                  <a:moveTo>
                    <a:pt x="150888" y="44196"/>
                  </a:moveTo>
                  <a:lnTo>
                    <a:pt x="120408" y="44196"/>
                  </a:lnTo>
                  <a:lnTo>
                    <a:pt x="120408" y="47244"/>
                  </a:lnTo>
                  <a:lnTo>
                    <a:pt x="126504" y="48768"/>
                  </a:lnTo>
                  <a:lnTo>
                    <a:pt x="132600" y="48768"/>
                  </a:lnTo>
                  <a:lnTo>
                    <a:pt x="134124" y="50292"/>
                  </a:lnTo>
                  <a:lnTo>
                    <a:pt x="137172" y="51816"/>
                  </a:lnTo>
                  <a:lnTo>
                    <a:pt x="140220" y="54864"/>
                  </a:lnTo>
                  <a:lnTo>
                    <a:pt x="140220" y="57912"/>
                  </a:lnTo>
                  <a:lnTo>
                    <a:pt x="141744" y="60960"/>
                  </a:lnTo>
                  <a:lnTo>
                    <a:pt x="143268" y="67056"/>
                  </a:lnTo>
                  <a:lnTo>
                    <a:pt x="143268" y="109728"/>
                  </a:lnTo>
                  <a:lnTo>
                    <a:pt x="53352" y="44196"/>
                  </a:lnTo>
                  <a:lnTo>
                    <a:pt x="50304" y="44196"/>
                  </a:lnTo>
                  <a:lnTo>
                    <a:pt x="50304" y="128016"/>
                  </a:lnTo>
                  <a:lnTo>
                    <a:pt x="77736" y="128016"/>
                  </a:lnTo>
                  <a:lnTo>
                    <a:pt x="77736" y="124968"/>
                  </a:lnTo>
                  <a:lnTo>
                    <a:pt x="71640" y="124968"/>
                  </a:lnTo>
                  <a:lnTo>
                    <a:pt x="67068" y="123444"/>
                  </a:lnTo>
                  <a:lnTo>
                    <a:pt x="60972" y="120396"/>
                  </a:lnTo>
                  <a:lnTo>
                    <a:pt x="59448" y="118872"/>
                  </a:lnTo>
                  <a:lnTo>
                    <a:pt x="57924" y="115824"/>
                  </a:lnTo>
                  <a:lnTo>
                    <a:pt x="57924" y="70104"/>
                  </a:lnTo>
                  <a:lnTo>
                    <a:pt x="146316" y="135636"/>
                  </a:lnTo>
                  <a:lnTo>
                    <a:pt x="150888" y="135636"/>
                  </a:lnTo>
                  <a:lnTo>
                    <a:pt x="150888" y="44196"/>
                  </a:lnTo>
                  <a:close/>
                </a:path>
                <a:path extrusionOk="0" h="559435" w="154304">
                  <a:moveTo>
                    <a:pt x="152400" y="516636"/>
                  </a:moveTo>
                  <a:lnTo>
                    <a:pt x="151574" y="506920"/>
                  </a:lnTo>
                  <a:lnTo>
                    <a:pt x="149148" y="498309"/>
                  </a:lnTo>
                  <a:lnTo>
                    <a:pt x="149034" y="498094"/>
                  </a:lnTo>
                  <a:lnTo>
                    <a:pt x="145338" y="490918"/>
                  </a:lnTo>
                  <a:lnTo>
                    <a:pt x="144780" y="490245"/>
                  </a:lnTo>
                  <a:lnTo>
                    <a:pt x="144780" y="505968"/>
                  </a:lnTo>
                  <a:lnTo>
                    <a:pt x="144780" y="522732"/>
                  </a:lnTo>
                  <a:lnTo>
                    <a:pt x="141732" y="528828"/>
                  </a:lnTo>
                  <a:lnTo>
                    <a:pt x="131064" y="539496"/>
                  </a:lnTo>
                  <a:lnTo>
                    <a:pt x="123444" y="542544"/>
                  </a:lnTo>
                  <a:lnTo>
                    <a:pt x="108204" y="542544"/>
                  </a:lnTo>
                  <a:lnTo>
                    <a:pt x="102108" y="541020"/>
                  </a:lnTo>
                  <a:lnTo>
                    <a:pt x="89916" y="534924"/>
                  </a:lnTo>
                  <a:lnTo>
                    <a:pt x="85344" y="530352"/>
                  </a:lnTo>
                  <a:lnTo>
                    <a:pt x="80772" y="524256"/>
                  </a:lnTo>
                  <a:lnTo>
                    <a:pt x="89369" y="512826"/>
                  </a:lnTo>
                  <a:lnTo>
                    <a:pt x="93802" y="507492"/>
                  </a:lnTo>
                  <a:lnTo>
                    <a:pt x="96964" y="503682"/>
                  </a:lnTo>
                  <a:lnTo>
                    <a:pt x="103708" y="496824"/>
                  </a:lnTo>
                  <a:lnTo>
                    <a:pt x="109728" y="492252"/>
                  </a:lnTo>
                  <a:lnTo>
                    <a:pt x="112776" y="489204"/>
                  </a:lnTo>
                  <a:lnTo>
                    <a:pt x="117348" y="487680"/>
                  </a:lnTo>
                  <a:lnTo>
                    <a:pt x="128016" y="487680"/>
                  </a:lnTo>
                  <a:lnTo>
                    <a:pt x="134112" y="490728"/>
                  </a:lnTo>
                  <a:lnTo>
                    <a:pt x="134239" y="490918"/>
                  </a:lnTo>
                  <a:lnTo>
                    <a:pt x="137160" y="495300"/>
                  </a:lnTo>
                  <a:lnTo>
                    <a:pt x="141732" y="499872"/>
                  </a:lnTo>
                  <a:lnTo>
                    <a:pt x="144780" y="505968"/>
                  </a:lnTo>
                  <a:lnTo>
                    <a:pt x="144780" y="490245"/>
                  </a:lnTo>
                  <a:lnTo>
                    <a:pt x="114300" y="472440"/>
                  </a:lnTo>
                  <a:lnTo>
                    <a:pt x="106680" y="472440"/>
                  </a:lnTo>
                  <a:lnTo>
                    <a:pt x="76009" y="498094"/>
                  </a:lnTo>
                  <a:lnTo>
                    <a:pt x="68580" y="507492"/>
                  </a:lnTo>
                  <a:lnTo>
                    <a:pt x="64008" y="499795"/>
                  </a:lnTo>
                  <a:lnTo>
                    <a:pt x="64008" y="512064"/>
                  </a:lnTo>
                  <a:lnTo>
                    <a:pt x="50292" y="530352"/>
                  </a:lnTo>
                  <a:lnTo>
                    <a:pt x="47244" y="534924"/>
                  </a:lnTo>
                  <a:lnTo>
                    <a:pt x="42672" y="537972"/>
                  </a:lnTo>
                  <a:lnTo>
                    <a:pt x="39624" y="539496"/>
                  </a:lnTo>
                  <a:lnTo>
                    <a:pt x="35052" y="541020"/>
                  </a:lnTo>
                  <a:lnTo>
                    <a:pt x="32004" y="542544"/>
                  </a:lnTo>
                  <a:lnTo>
                    <a:pt x="22860" y="542544"/>
                  </a:lnTo>
                  <a:lnTo>
                    <a:pt x="18288" y="541020"/>
                  </a:lnTo>
                  <a:lnTo>
                    <a:pt x="18173" y="540854"/>
                  </a:lnTo>
                  <a:lnTo>
                    <a:pt x="13716" y="534924"/>
                  </a:lnTo>
                  <a:lnTo>
                    <a:pt x="9144" y="530352"/>
                  </a:lnTo>
                  <a:lnTo>
                    <a:pt x="7620" y="524256"/>
                  </a:lnTo>
                  <a:lnTo>
                    <a:pt x="7620" y="509016"/>
                  </a:lnTo>
                  <a:lnTo>
                    <a:pt x="9144" y="502920"/>
                  </a:lnTo>
                  <a:lnTo>
                    <a:pt x="18288" y="493776"/>
                  </a:lnTo>
                  <a:lnTo>
                    <a:pt x="24384" y="490728"/>
                  </a:lnTo>
                  <a:lnTo>
                    <a:pt x="36576" y="490728"/>
                  </a:lnTo>
                  <a:lnTo>
                    <a:pt x="42672" y="492252"/>
                  </a:lnTo>
                  <a:lnTo>
                    <a:pt x="45720" y="495300"/>
                  </a:lnTo>
                  <a:lnTo>
                    <a:pt x="50292" y="496824"/>
                  </a:lnTo>
                  <a:lnTo>
                    <a:pt x="56388" y="502920"/>
                  </a:lnTo>
                  <a:lnTo>
                    <a:pt x="64008" y="512064"/>
                  </a:lnTo>
                  <a:lnTo>
                    <a:pt x="64008" y="499795"/>
                  </a:lnTo>
                  <a:lnTo>
                    <a:pt x="36576" y="475488"/>
                  </a:lnTo>
                  <a:lnTo>
                    <a:pt x="22860" y="475488"/>
                  </a:lnTo>
                  <a:lnTo>
                    <a:pt x="2247" y="499872"/>
                  </a:lnTo>
                  <a:lnTo>
                    <a:pt x="571" y="507809"/>
                  </a:lnTo>
                  <a:lnTo>
                    <a:pt x="495" y="509016"/>
                  </a:lnTo>
                  <a:lnTo>
                    <a:pt x="0" y="516636"/>
                  </a:lnTo>
                  <a:lnTo>
                    <a:pt x="571" y="525475"/>
                  </a:lnTo>
                  <a:lnTo>
                    <a:pt x="2286" y="533590"/>
                  </a:lnTo>
                  <a:lnTo>
                    <a:pt x="5143" y="540854"/>
                  </a:lnTo>
                  <a:lnTo>
                    <a:pt x="5257" y="541020"/>
                  </a:lnTo>
                  <a:lnTo>
                    <a:pt x="9144" y="547116"/>
                  </a:lnTo>
                  <a:lnTo>
                    <a:pt x="15125" y="552005"/>
                  </a:lnTo>
                  <a:lnTo>
                    <a:pt x="21526" y="555307"/>
                  </a:lnTo>
                  <a:lnTo>
                    <a:pt x="28219" y="557199"/>
                  </a:lnTo>
                  <a:lnTo>
                    <a:pt x="35052" y="557784"/>
                  </a:lnTo>
                  <a:lnTo>
                    <a:pt x="41148" y="557784"/>
                  </a:lnTo>
                  <a:lnTo>
                    <a:pt x="76200" y="530352"/>
                  </a:lnTo>
                  <a:lnTo>
                    <a:pt x="81902" y="537781"/>
                  </a:lnTo>
                  <a:lnTo>
                    <a:pt x="109728" y="559308"/>
                  </a:lnTo>
                  <a:lnTo>
                    <a:pt x="124968" y="559308"/>
                  </a:lnTo>
                  <a:lnTo>
                    <a:pt x="132588" y="556260"/>
                  </a:lnTo>
                  <a:lnTo>
                    <a:pt x="138684" y="550164"/>
                  </a:lnTo>
                  <a:lnTo>
                    <a:pt x="144691" y="543648"/>
                  </a:lnTo>
                  <a:lnTo>
                    <a:pt x="145275" y="542544"/>
                  </a:lnTo>
                  <a:lnTo>
                    <a:pt x="148971" y="535686"/>
                  </a:lnTo>
                  <a:lnTo>
                    <a:pt x="151549" y="526592"/>
                  </a:lnTo>
                  <a:lnTo>
                    <a:pt x="151650" y="525475"/>
                  </a:lnTo>
                  <a:lnTo>
                    <a:pt x="151752" y="524256"/>
                  </a:lnTo>
                  <a:lnTo>
                    <a:pt x="152400" y="516636"/>
                  </a:lnTo>
                  <a:close/>
                </a:path>
                <a:path extrusionOk="0" h="559435" w="154304">
                  <a:moveTo>
                    <a:pt x="153924" y="9144"/>
                  </a:moveTo>
                  <a:lnTo>
                    <a:pt x="152400" y="6096"/>
                  </a:lnTo>
                  <a:lnTo>
                    <a:pt x="149352" y="4572"/>
                  </a:lnTo>
                  <a:lnTo>
                    <a:pt x="147828" y="1524"/>
                  </a:lnTo>
                  <a:lnTo>
                    <a:pt x="144780" y="0"/>
                  </a:lnTo>
                  <a:lnTo>
                    <a:pt x="137160" y="0"/>
                  </a:lnTo>
                  <a:lnTo>
                    <a:pt x="132588" y="4572"/>
                  </a:lnTo>
                  <a:lnTo>
                    <a:pt x="129540" y="6096"/>
                  </a:lnTo>
                  <a:lnTo>
                    <a:pt x="129540" y="19812"/>
                  </a:lnTo>
                  <a:lnTo>
                    <a:pt x="132588" y="21336"/>
                  </a:lnTo>
                  <a:lnTo>
                    <a:pt x="134112" y="24384"/>
                  </a:lnTo>
                  <a:lnTo>
                    <a:pt x="147828" y="24384"/>
                  </a:lnTo>
                  <a:lnTo>
                    <a:pt x="149352" y="21336"/>
                  </a:lnTo>
                  <a:lnTo>
                    <a:pt x="152400" y="19812"/>
                  </a:lnTo>
                  <a:lnTo>
                    <a:pt x="153924" y="16764"/>
                  </a:lnTo>
                  <a:lnTo>
                    <a:pt x="153924" y="9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64" name="Google Shape;1964;p33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5039867" y="4326635"/>
            <a:ext cx="150875" cy="135635"/>
          </a:xfrm>
          <a:prstGeom prst="rect">
            <a:avLst/>
          </a:prstGeom>
          <a:noFill/>
          <a:ln>
            <a:noFill/>
          </a:ln>
        </p:spPr>
      </p:pic>
      <p:pic>
        <p:nvPicPr>
          <p:cNvPr id="1965" name="Google Shape;1965;p33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5032247" y="3886200"/>
            <a:ext cx="158496" cy="31851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66" name="Google Shape;1966;p33"/>
          <p:cNvGrpSpPr/>
          <p:nvPr/>
        </p:nvGrpSpPr>
        <p:grpSpPr>
          <a:xfrm>
            <a:off x="5036819" y="3326892"/>
            <a:ext cx="152401" cy="431291"/>
            <a:chOff x="5036819" y="3326892"/>
            <a:chExt cx="152401" cy="431291"/>
          </a:xfrm>
        </p:grpSpPr>
        <p:pic>
          <p:nvPicPr>
            <p:cNvPr id="1967" name="Google Shape;1967;p33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5036819" y="3560064"/>
              <a:ext cx="152400" cy="1981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968" name="Google Shape;1968;p33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5036820" y="3326892"/>
              <a:ext cx="152400" cy="20421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969" name="Google Shape;1969;p33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5032248" y="2290572"/>
            <a:ext cx="158496" cy="9067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70" name="Google Shape;1970;p33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5032248" y="1839467"/>
            <a:ext cx="158495" cy="31394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71" name="Google Shape;1971;p33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5084063" y="1377695"/>
            <a:ext cx="106680" cy="3383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72" name="Google Shape;1972;p33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5298947" y="4986527"/>
            <a:ext cx="158496" cy="408432"/>
          </a:xfrm>
          <a:prstGeom prst="rect">
            <a:avLst/>
          </a:prstGeom>
          <a:noFill/>
          <a:ln>
            <a:noFill/>
          </a:ln>
        </p:spPr>
      </p:pic>
      <p:pic>
        <p:nvPicPr>
          <p:cNvPr id="1973" name="Google Shape;1973;p33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5298948" y="4689347"/>
            <a:ext cx="155448" cy="163067"/>
          </a:xfrm>
          <a:prstGeom prst="rect">
            <a:avLst/>
          </a:prstGeom>
          <a:noFill/>
          <a:ln>
            <a:noFill/>
          </a:ln>
        </p:spPr>
      </p:pic>
      <p:pic>
        <p:nvPicPr>
          <p:cNvPr id="1974" name="Google Shape;1974;p33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5350763" y="4460747"/>
            <a:ext cx="106680" cy="914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75" name="Google Shape;1975;p33"/>
          <p:cNvGrpSpPr/>
          <p:nvPr/>
        </p:nvGrpSpPr>
        <p:grpSpPr>
          <a:xfrm>
            <a:off x="5303520" y="4002023"/>
            <a:ext cx="153924" cy="306831"/>
            <a:chOff x="5303520" y="4002023"/>
            <a:chExt cx="153924" cy="306831"/>
          </a:xfrm>
        </p:grpSpPr>
        <p:sp>
          <p:nvSpPr>
            <p:cNvPr id="1976" name="Google Shape;1976;p33"/>
            <p:cNvSpPr/>
            <p:nvPr/>
          </p:nvSpPr>
          <p:spPr>
            <a:xfrm>
              <a:off x="5303520" y="4250435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1"/>
                  </a:moveTo>
                  <a:lnTo>
                    <a:pt x="0" y="21335"/>
                  </a:lnTo>
                  <a:lnTo>
                    <a:pt x="0" y="18287"/>
                  </a:lnTo>
                  <a:lnTo>
                    <a:pt x="132588" y="18287"/>
                  </a:lnTo>
                  <a:lnTo>
                    <a:pt x="138684" y="16763"/>
                  </a:lnTo>
                  <a:lnTo>
                    <a:pt x="143256" y="16763"/>
                  </a:lnTo>
                  <a:lnTo>
                    <a:pt x="144780" y="15239"/>
                  </a:lnTo>
                  <a:lnTo>
                    <a:pt x="144780" y="12191"/>
                  </a:lnTo>
                  <a:lnTo>
                    <a:pt x="146304" y="10667"/>
                  </a:lnTo>
                  <a:lnTo>
                    <a:pt x="147828" y="6095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7828" y="47243"/>
                  </a:lnTo>
                  <a:lnTo>
                    <a:pt x="146304" y="42671"/>
                  </a:lnTo>
                  <a:lnTo>
                    <a:pt x="146304" y="41147"/>
                  </a:lnTo>
                  <a:lnTo>
                    <a:pt x="141732" y="36575"/>
                  </a:lnTo>
                  <a:lnTo>
                    <a:pt x="22860" y="36575"/>
                  </a:lnTo>
                  <a:lnTo>
                    <a:pt x="19812" y="38099"/>
                  </a:lnTo>
                  <a:lnTo>
                    <a:pt x="18288" y="38099"/>
                  </a:lnTo>
                  <a:lnTo>
                    <a:pt x="18288" y="39623"/>
                  </a:lnTo>
                  <a:lnTo>
                    <a:pt x="16764" y="41147"/>
                  </a:lnTo>
                  <a:lnTo>
                    <a:pt x="16764" y="50291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977" name="Google Shape;1977;p33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5303520" y="4002023"/>
              <a:ext cx="153924" cy="21183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978" name="Google Shape;1978;p33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5350763" y="3166872"/>
            <a:ext cx="150876" cy="708659"/>
          </a:xfrm>
          <a:prstGeom prst="rect">
            <a:avLst/>
          </a:prstGeom>
          <a:noFill/>
          <a:ln>
            <a:noFill/>
          </a:ln>
        </p:spPr>
      </p:pic>
      <p:pic>
        <p:nvPicPr>
          <p:cNvPr id="1979" name="Google Shape;1979;p33"/>
          <p:cNvPicPr preferRelativeResize="0"/>
          <p:nvPr/>
        </p:nvPicPr>
        <p:blipFill rotWithShape="1">
          <a:blip r:embed="rId88">
            <a:alphaModFix/>
          </a:blip>
          <a:srcRect b="0" l="0" r="0" t="0"/>
          <a:stretch/>
        </p:blipFill>
        <p:spPr>
          <a:xfrm>
            <a:off x="5306567" y="2886455"/>
            <a:ext cx="150875" cy="1341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980" name="Google Shape;1980;p33"/>
          <p:cNvPicPr preferRelativeResize="0"/>
          <p:nvPr/>
        </p:nvPicPr>
        <p:blipFill rotWithShape="1">
          <a:blip r:embed="rId89">
            <a:alphaModFix/>
          </a:blip>
          <a:srcRect b="0" l="0" r="0" t="0"/>
          <a:stretch/>
        </p:blipFill>
        <p:spPr>
          <a:xfrm>
            <a:off x="5350764" y="2264663"/>
            <a:ext cx="106680" cy="493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981" name="Google Shape;1981;p33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5298948" y="1373123"/>
            <a:ext cx="202691" cy="7574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82" name="Google Shape;1982;p33"/>
          <p:cNvPicPr preferRelativeResize="0"/>
          <p:nvPr/>
        </p:nvPicPr>
        <p:blipFill rotWithShape="1">
          <a:blip r:embed="rId91">
            <a:alphaModFix/>
          </a:blip>
          <a:srcRect b="0" l="0" r="0" t="0"/>
          <a:stretch/>
        </p:blipFill>
        <p:spPr>
          <a:xfrm>
            <a:off x="5565647" y="4904232"/>
            <a:ext cx="158496" cy="490727"/>
          </a:xfrm>
          <a:prstGeom prst="rect">
            <a:avLst/>
          </a:prstGeom>
          <a:noFill/>
          <a:ln>
            <a:noFill/>
          </a:ln>
        </p:spPr>
      </p:pic>
      <p:sp>
        <p:nvSpPr>
          <p:cNvPr id="1983" name="Google Shape;1983;p33"/>
          <p:cNvSpPr/>
          <p:nvPr/>
        </p:nvSpPr>
        <p:spPr>
          <a:xfrm>
            <a:off x="5565648" y="4142232"/>
            <a:ext cx="158750" cy="649605"/>
          </a:xfrm>
          <a:custGeom>
            <a:rect b="b" l="l" r="r" t="t"/>
            <a:pathLst>
              <a:path extrusionOk="0" h="649604" w="158750">
                <a:moveTo>
                  <a:pt x="24384" y="621792"/>
                </a:moveTo>
                <a:lnTo>
                  <a:pt x="22860" y="618744"/>
                </a:lnTo>
                <a:lnTo>
                  <a:pt x="19812" y="617220"/>
                </a:lnTo>
                <a:lnTo>
                  <a:pt x="18288" y="614172"/>
                </a:lnTo>
                <a:lnTo>
                  <a:pt x="6096" y="614172"/>
                </a:lnTo>
                <a:lnTo>
                  <a:pt x="1524" y="618744"/>
                </a:lnTo>
                <a:lnTo>
                  <a:pt x="0" y="621792"/>
                </a:lnTo>
                <a:lnTo>
                  <a:pt x="0" y="629412"/>
                </a:lnTo>
                <a:lnTo>
                  <a:pt x="1524" y="632460"/>
                </a:lnTo>
                <a:lnTo>
                  <a:pt x="6096" y="637032"/>
                </a:lnTo>
                <a:lnTo>
                  <a:pt x="9144" y="638556"/>
                </a:lnTo>
                <a:lnTo>
                  <a:pt x="15240" y="638556"/>
                </a:lnTo>
                <a:lnTo>
                  <a:pt x="18288" y="637032"/>
                </a:lnTo>
                <a:lnTo>
                  <a:pt x="19812" y="633984"/>
                </a:lnTo>
                <a:lnTo>
                  <a:pt x="22860" y="632460"/>
                </a:lnTo>
                <a:lnTo>
                  <a:pt x="24384" y="629412"/>
                </a:lnTo>
                <a:lnTo>
                  <a:pt x="24384" y="621792"/>
                </a:lnTo>
                <a:close/>
              </a:path>
              <a:path extrusionOk="0" h="649604" w="158750">
                <a:moveTo>
                  <a:pt x="155448" y="600456"/>
                </a:moveTo>
                <a:lnTo>
                  <a:pt x="152400" y="600456"/>
                </a:lnTo>
                <a:lnTo>
                  <a:pt x="152400" y="605028"/>
                </a:lnTo>
                <a:lnTo>
                  <a:pt x="150876" y="608076"/>
                </a:lnTo>
                <a:lnTo>
                  <a:pt x="150876" y="609600"/>
                </a:lnTo>
                <a:lnTo>
                  <a:pt x="146304" y="614172"/>
                </a:lnTo>
                <a:lnTo>
                  <a:pt x="143256" y="614172"/>
                </a:lnTo>
                <a:lnTo>
                  <a:pt x="138684" y="615696"/>
                </a:lnTo>
                <a:lnTo>
                  <a:pt x="51816" y="615696"/>
                </a:lnTo>
                <a:lnTo>
                  <a:pt x="51816" y="620268"/>
                </a:lnTo>
                <a:lnTo>
                  <a:pt x="64008" y="649224"/>
                </a:lnTo>
                <a:lnTo>
                  <a:pt x="67056" y="647700"/>
                </a:lnTo>
                <a:lnTo>
                  <a:pt x="65532" y="644652"/>
                </a:lnTo>
                <a:lnTo>
                  <a:pt x="65532" y="637032"/>
                </a:lnTo>
                <a:lnTo>
                  <a:pt x="67056" y="637032"/>
                </a:lnTo>
                <a:lnTo>
                  <a:pt x="67056" y="635508"/>
                </a:lnTo>
                <a:lnTo>
                  <a:pt x="68580" y="633984"/>
                </a:lnTo>
                <a:lnTo>
                  <a:pt x="143256" y="633984"/>
                </a:lnTo>
                <a:lnTo>
                  <a:pt x="146304" y="635508"/>
                </a:lnTo>
                <a:lnTo>
                  <a:pt x="147828" y="635508"/>
                </a:lnTo>
                <a:lnTo>
                  <a:pt x="150876" y="638556"/>
                </a:lnTo>
                <a:lnTo>
                  <a:pt x="150876" y="640080"/>
                </a:lnTo>
                <a:lnTo>
                  <a:pt x="152400" y="643128"/>
                </a:lnTo>
                <a:lnTo>
                  <a:pt x="152400" y="649224"/>
                </a:lnTo>
                <a:lnTo>
                  <a:pt x="155448" y="649224"/>
                </a:lnTo>
                <a:lnTo>
                  <a:pt x="155448" y="633984"/>
                </a:lnTo>
                <a:lnTo>
                  <a:pt x="155448" y="600456"/>
                </a:lnTo>
                <a:close/>
              </a:path>
              <a:path extrusionOk="0" h="649604" w="158750">
                <a:moveTo>
                  <a:pt x="155448" y="484632"/>
                </a:moveTo>
                <a:lnTo>
                  <a:pt x="152400" y="484632"/>
                </a:lnTo>
                <a:lnTo>
                  <a:pt x="152400" y="489204"/>
                </a:lnTo>
                <a:lnTo>
                  <a:pt x="150876" y="492252"/>
                </a:lnTo>
                <a:lnTo>
                  <a:pt x="150876" y="493776"/>
                </a:lnTo>
                <a:lnTo>
                  <a:pt x="146304" y="498348"/>
                </a:lnTo>
                <a:lnTo>
                  <a:pt x="143256" y="498348"/>
                </a:lnTo>
                <a:lnTo>
                  <a:pt x="138684" y="499872"/>
                </a:lnTo>
                <a:lnTo>
                  <a:pt x="73152" y="499872"/>
                </a:lnTo>
                <a:lnTo>
                  <a:pt x="68580" y="501396"/>
                </a:lnTo>
                <a:lnTo>
                  <a:pt x="62484" y="504444"/>
                </a:lnTo>
                <a:lnTo>
                  <a:pt x="57912" y="507492"/>
                </a:lnTo>
                <a:lnTo>
                  <a:pt x="56388" y="510540"/>
                </a:lnTo>
                <a:lnTo>
                  <a:pt x="53340" y="515112"/>
                </a:lnTo>
                <a:lnTo>
                  <a:pt x="51816" y="519684"/>
                </a:lnTo>
                <a:lnTo>
                  <a:pt x="51816" y="525780"/>
                </a:lnTo>
                <a:lnTo>
                  <a:pt x="53213" y="533806"/>
                </a:lnTo>
                <a:lnTo>
                  <a:pt x="57340" y="541972"/>
                </a:lnTo>
                <a:lnTo>
                  <a:pt x="64020" y="550430"/>
                </a:lnTo>
                <a:lnTo>
                  <a:pt x="73152" y="559308"/>
                </a:lnTo>
                <a:lnTo>
                  <a:pt x="51816" y="559308"/>
                </a:lnTo>
                <a:lnTo>
                  <a:pt x="51816" y="563880"/>
                </a:lnTo>
                <a:lnTo>
                  <a:pt x="64008" y="592836"/>
                </a:lnTo>
                <a:lnTo>
                  <a:pt x="67056" y="591312"/>
                </a:lnTo>
                <a:lnTo>
                  <a:pt x="65532" y="588264"/>
                </a:lnTo>
                <a:lnTo>
                  <a:pt x="65532" y="580644"/>
                </a:lnTo>
                <a:lnTo>
                  <a:pt x="67056" y="580644"/>
                </a:lnTo>
                <a:lnTo>
                  <a:pt x="67056" y="579120"/>
                </a:lnTo>
                <a:lnTo>
                  <a:pt x="68580" y="579120"/>
                </a:lnTo>
                <a:lnTo>
                  <a:pt x="71628" y="577596"/>
                </a:lnTo>
                <a:lnTo>
                  <a:pt x="144780" y="577596"/>
                </a:lnTo>
                <a:lnTo>
                  <a:pt x="147828" y="579120"/>
                </a:lnTo>
                <a:lnTo>
                  <a:pt x="150876" y="582168"/>
                </a:lnTo>
                <a:lnTo>
                  <a:pt x="152400" y="585216"/>
                </a:lnTo>
                <a:lnTo>
                  <a:pt x="152400" y="592836"/>
                </a:lnTo>
                <a:lnTo>
                  <a:pt x="155448" y="592836"/>
                </a:lnTo>
                <a:lnTo>
                  <a:pt x="155448" y="544068"/>
                </a:lnTo>
                <a:lnTo>
                  <a:pt x="152400" y="544068"/>
                </a:lnTo>
                <a:lnTo>
                  <a:pt x="152400" y="548640"/>
                </a:lnTo>
                <a:lnTo>
                  <a:pt x="150876" y="551688"/>
                </a:lnTo>
                <a:lnTo>
                  <a:pt x="150876" y="553212"/>
                </a:lnTo>
                <a:lnTo>
                  <a:pt x="146304" y="557784"/>
                </a:lnTo>
                <a:lnTo>
                  <a:pt x="143256" y="557784"/>
                </a:lnTo>
                <a:lnTo>
                  <a:pt x="140208" y="559308"/>
                </a:lnTo>
                <a:lnTo>
                  <a:pt x="79248" y="559308"/>
                </a:lnTo>
                <a:lnTo>
                  <a:pt x="73240" y="552475"/>
                </a:lnTo>
                <a:lnTo>
                  <a:pt x="68961" y="545782"/>
                </a:lnTo>
                <a:lnTo>
                  <a:pt x="66382" y="539381"/>
                </a:lnTo>
                <a:lnTo>
                  <a:pt x="65532" y="533400"/>
                </a:lnTo>
                <a:lnTo>
                  <a:pt x="65532" y="527304"/>
                </a:lnTo>
                <a:lnTo>
                  <a:pt x="67056" y="524256"/>
                </a:lnTo>
                <a:lnTo>
                  <a:pt x="76200" y="518160"/>
                </a:lnTo>
                <a:lnTo>
                  <a:pt x="146304" y="518160"/>
                </a:lnTo>
                <a:lnTo>
                  <a:pt x="149352" y="521208"/>
                </a:lnTo>
                <a:lnTo>
                  <a:pt x="152400" y="527304"/>
                </a:lnTo>
                <a:lnTo>
                  <a:pt x="152400" y="533400"/>
                </a:lnTo>
                <a:lnTo>
                  <a:pt x="155448" y="533400"/>
                </a:lnTo>
                <a:lnTo>
                  <a:pt x="155448" y="484632"/>
                </a:lnTo>
                <a:close/>
              </a:path>
              <a:path extrusionOk="0" h="649604" w="158750">
                <a:moveTo>
                  <a:pt x="155448" y="269748"/>
                </a:moveTo>
                <a:lnTo>
                  <a:pt x="152400" y="269748"/>
                </a:lnTo>
                <a:lnTo>
                  <a:pt x="152400" y="274320"/>
                </a:lnTo>
                <a:lnTo>
                  <a:pt x="149352" y="280416"/>
                </a:lnTo>
                <a:lnTo>
                  <a:pt x="147828" y="281940"/>
                </a:lnTo>
                <a:lnTo>
                  <a:pt x="146304" y="284988"/>
                </a:lnTo>
                <a:lnTo>
                  <a:pt x="144780" y="284988"/>
                </a:lnTo>
                <a:lnTo>
                  <a:pt x="141732" y="286512"/>
                </a:lnTo>
                <a:lnTo>
                  <a:pt x="137160" y="288036"/>
                </a:lnTo>
                <a:lnTo>
                  <a:pt x="85344" y="288036"/>
                </a:lnTo>
                <a:lnTo>
                  <a:pt x="77724" y="283464"/>
                </a:lnTo>
                <a:lnTo>
                  <a:pt x="71628" y="280416"/>
                </a:lnTo>
                <a:lnTo>
                  <a:pt x="67056" y="275844"/>
                </a:lnTo>
                <a:lnTo>
                  <a:pt x="67056" y="271272"/>
                </a:lnTo>
                <a:lnTo>
                  <a:pt x="68580" y="268224"/>
                </a:lnTo>
                <a:lnTo>
                  <a:pt x="74676" y="262128"/>
                </a:lnTo>
                <a:lnTo>
                  <a:pt x="76200" y="259080"/>
                </a:lnTo>
                <a:lnTo>
                  <a:pt x="76200" y="254508"/>
                </a:lnTo>
                <a:lnTo>
                  <a:pt x="74676" y="252984"/>
                </a:lnTo>
                <a:lnTo>
                  <a:pt x="73152" y="249936"/>
                </a:lnTo>
                <a:lnTo>
                  <a:pt x="70104" y="248412"/>
                </a:lnTo>
                <a:lnTo>
                  <a:pt x="60960" y="248412"/>
                </a:lnTo>
                <a:lnTo>
                  <a:pt x="54864" y="251460"/>
                </a:lnTo>
                <a:lnTo>
                  <a:pt x="51816" y="257556"/>
                </a:lnTo>
                <a:lnTo>
                  <a:pt x="51816" y="262128"/>
                </a:lnTo>
                <a:lnTo>
                  <a:pt x="53263" y="268757"/>
                </a:lnTo>
                <a:lnTo>
                  <a:pt x="57721" y="275082"/>
                </a:lnTo>
                <a:lnTo>
                  <a:pt x="65316" y="281419"/>
                </a:lnTo>
                <a:lnTo>
                  <a:pt x="76200" y="288036"/>
                </a:lnTo>
                <a:lnTo>
                  <a:pt x="51816" y="288036"/>
                </a:lnTo>
                <a:lnTo>
                  <a:pt x="51816" y="292608"/>
                </a:lnTo>
                <a:lnTo>
                  <a:pt x="64008" y="321564"/>
                </a:lnTo>
                <a:lnTo>
                  <a:pt x="67056" y="320040"/>
                </a:lnTo>
                <a:lnTo>
                  <a:pt x="65532" y="316992"/>
                </a:lnTo>
                <a:lnTo>
                  <a:pt x="65532" y="309372"/>
                </a:lnTo>
                <a:lnTo>
                  <a:pt x="67056" y="309372"/>
                </a:lnTo>
                <a:lnTo>
                  <a:pt x="67056" y="307848"/>
                </a:lnTo>
                <a:lnTo>
                  <a:pt x="70104" y="306324"/>
                </a:lnTo>
                <a:lnTo>
                  <a:pt x="143256" y="306324"/>
                </a:lnTo>
                <a:lnTo>
                  <a:pt x="146304" y="307848"/>
                </a:lnTo>
                <a:lnTo>
                  <a:pt x="147828" y="307848"/>
                </a:lnTo>
                <a:lnTo>
                  <a:pt x="149352" y="309372"/>
                </a:lnTo>
                <a:lnTo>
                  <a:pt x="152400" y="315468"/>
                </a:lnTo>
                <a:lnTo>
                  <a:pt x="152400" y="321564"/>
                </a:lnTo>
                <a:lnTo>
                  <a:pt x="155448" y="321564"/>
                </a:lnTo>
                <a:lnTo>
                  <a:pt x="155448" y="269748"/>
                </a:lnTo>
                <a:close/>
              </a:path>
              <a:path extrusionOk="0" h="649604" w="158750">
                <a:moveTo>
                  <a:pt x="158483" y="440436"/>
                </a:moveTo>
                <a:lnTo>
                  <a:pt x="156959" y="435864"/>
                </a:lnTo>
                <a:lnTo>
                  <a:pt x="152387" y="431292"/>
                </a:lnTo>
                <a:lnTo>
                  <a:pt x="149339" y="426720"/>
                </a:lnTo>
                <a:lnTo>
                  <a:pt x="143243" y="422148"/>
                </a:lnTo>
                <a:lnTo>
                  <a:pt x="137147" y="420624"/>
                </a:lnTo>
                <a:lnTo>
                  <a:pt x="137147" y="425196"/>
                </a:lnTo>
                <a:lnTo>
                  <a:pt x="138671" y="426720"/>
                </a:lnTo>
                <a:lnTo>
                  <a:pt x="141719" y="428244"/>
                </a:lnTo>
                <a:lnTo>
                  <a:pt x="143243" y="429768"/>
                </a:lnTo>
                <a:lnTo>
                  <a:pt x="143243" y="432816"/>
                </a:lnTo>
                <a:lnTo>
                  <a:pt x="144767" y="434340"/>
                </a:lnTo>
                <a:lnTo>
                  <a:pt x="144767" y="440436"/>
                </a:lnTo>
                <a:lnTo>
                  <a:pt x="143243" y="443484"/>
                </a:lnTo>
                <a:lnTo>
                  <a:pt x="141719" y="445008"/>
                </a:lnTo>
                <a:lnTo>
                  <a:pt x="138671" y="446532"/>
                </a:lnTo>
                <a:lnTo>
                  <a:pt x="134099" y="448056"/>
                </a:lnTo>
                <a:lnTo>
                  <a:pt x="62471" y="448056"/>
                </a:lnTo>
                <a:lnTo>
                  <a:pt x="62471" y="425196"/>
                </a:lnTo>
                <a:lnTo>
                  <a:pt x="54851" y="425196"/>
                </a:lnTo>
                <a:lnTo>
                  <a:pt x="54851" y="448056"/>
                </a:lnTo>
                <a:lnTo>
                  <a:pt x="21323" y="448056"/>
                </a:lnTo>
                <a:lnTo>
                  <a:pt x="21323" y="451104"/>
                </a:lnTo>
                <a:lnTo>
                  <a:pt x="28943" y="454152"/>
                </a:lnTo>
                <a:lnTo>
                  <a:pt x="33515" y="455676"/>
                </a:lnTo>
                <a:lnTo>
                  <a:pt x="36563" y="458724"/>
                </a:lnTo>
                <a:lnTo>
                  <a:pt x="41135" y="461772"/>
                </a:lnTo>
                <a:lnTo>
                  <a:pt x="47231" y="464820"/>
                </a:lnTo>
                <a:lnTo>
                  <a:pt x="50279" y="469392"/>
                </a:lnTo>
                <a:lnTo>
                  <a:pt x="54851" y="473964"/>
                </a:lnTo>
                <a:lnTo>
                  <a:pt x="57899" y="483108"/>
                </a:lnTo>
                <a:lnTo>
                  <a:pt x="62471" y="483108"/>
                </a:lnTo>
                <a:lnTo>
                  <a:pt x="62471" y="466344"/>
                </a:lnTo>
                <a:lnTo>
                  <a:pt x="138671" y="466344"/>
                </a:lnTo>
                <a:lnTo>
                  <a:pt x="147815" y="463296"/>
                </a:lnTo>
                <a:lnTo>
                  <a:pt x="153911" y="460248"/>
                </a:lnTo>
                <a:lnTo>
                  <a:pt x="155435" y="455676"/>
                </a:lnTo>
                <a:lnTo>
                  <a:pt x="158483" y="449580"/>
                </a:lnTo>
                <a:lnTo>
                  <a:pt x="158483" y="440436"/>
                </a:lnTo>
                <a:close/>
              </a:path>
              <a:path extrusionOk="0" h="649604" w="158750">
                <a:moveTo>
                  <a:pt x="158483" y="370332"/>
                </a:moveTo>
                <a:lnTo>
                  <a:pt x="133718" y="333756"/>
                </a:lnTo>
                <a:lnTo>
                  <a:pt x="118859" y="329184"/>
                </a:lnTo>
                <a:lnTo>
                  <a:pt x="117335" y="332232"/>
                </a:lnTo>
                <a:lnTo>
                  <a:pt x="126479" y="335280"/>
                </a:lnTo>
                <a:lnTo>
                  <a:pt x="132575" y="339852"/>
                </a:lnTo>
                <a:lnTo>
                  <a:pt x="138671" y="348996"/>
                </a:lnTo>
                <a:lnTo>
                  <a:pt x="140195" y="355092"/>
                </a:lnTo>
                <a:lnTo>
                  <a:pt x="140131" y="361759"/>
                </a:lnTo>
                <a:lnTo>
                  <a:pt x="113525" y="395287"/>
                </a:lnTo>
                <a:lnTo>
                  <a:pt x="94475" y="397764"/>
                </a:lnTo>
                <a:lnTo>
                  <a:pt x="94475" y="352044"/>
                </a:lnTo>
                <a:lnTo>
                  <a:pt x="94475" y="329184"/>
                </a:lnTo>
                <a:lnTo>
                  <a:pt x="86855" y="329666"/>
                </a:lnTo>
                <a:lnTo>
                  <a:pt x="86855" y="352044"/>
                </a:lnTo>
                <a:lnTo>
                  <a:pt x="86855" y="397764"/>
                </a:lnTo>
                <a:lnTo>
                  <a:pt x="77711" y="396240"/>
                </a:lnTo>
                <a:lnTo>
                  <a:pt x="71615" y="394716"/>
                </a:lnTo>
                <a:lnTo>
                  <a:pt x="67043" y="388620"/>
                </a:lnTo>
                <a:lnTo>
                  <a:pt x="60947" y="384048"/>
                </a:lnTo>
                <a:lnTo>
                  <a:pt x="59423" y="379476"/>
                </a:lnTo>
                <a:lnTo>
                  <a:pt x="59423" y="368808"/>
                </a:lnTo>
                <a:lnTo>
                  <a:pt x="62471" y="362712"/>
                </a:lnTo>
                <a:lnTo>
                  <a:pt x="65519" y="358140"/>
                </a:lnTo>
                <a:lnTo>
                  <a:pt x="68567" y="356616"/>
                </a:lnTo>
                <a:lnTo>
                  <a:pt x="73139" y="353568"/>
                </a:lnTo>
                <a:lnTo>
                  <a:pt x="74663" y="353568"/>
                </a:lnTo>
                <a:lnTo>
                  <a:pt x="79235" y="352044"/>
                </a:lnTo>
                <a:lnTo>
                  <a:pt x="86855" y="352044"/>
                </a:lnTo>
                <a:lnTo>
                  <a:pt x="86855" y="329666"/>
                </a:lnTo>
                <a:lnTo>
                  <a:pt x="84975" y="329780"/>
                </a:lnTo>
                <a:lnTo>
                  <a:pt x="54279" y="352425"/>
                </a:lnTo>
                <a:lnTo>
                  <a:pt x="52285" y="361188"/>
                </a:lnTo>
                <a:lnTo>
                  <a:pt x="52158" y="362712"/>
                </a:lnTo>
                <a:lnTo>
                  <a:pt x="51803" y="367284"/>
                </a:lnTo>
                <a:lnTo>
                  <a:pt x="51879" y="368033"/>
                </a:lnTo>
                <a:lnTo>
                  <a:pt x="51955" y="368808"/>
                </a:lnTo>
                <a:lnTo>
                  <a:pt x="73888" y="405295"/>
                </a:lnTo>
                <a:lnTo>
                  <a:pt x="106667" y="413004"/>
                </a:lnTo>
                <a:lnTo>
                  <a:pt x="117868" y="412153"/>
                </a:lnTo>
                <a:lnTo>
                  <a:pt x="117652" y="412153"/>
                </a:lnTo>
                <a:lnTo>
                  <a:pt x="127431" y="409765"/>
                </a:lnTo>
                <a:lnTo>
                  <a:pt x="157632" y="378320"/>
                </a:lnTo>
                <a:lnTo>
                  <a:pt x="158483" y="370332"/>
                </a:lnTo>
                <a:close/>
              </a:path>
              <a:path extrusionOk="0" h="649604" w="158750">
                <a:moveTo>
                  <a:pt x="158483" y="196596"/>
                </a:moveTo>
                <a:lnTo>
                  <a:pt x="133718" y="160020"/>
                </a:lnTo>
                <a:lnTo>
                  <a:pt x="118859" y="155448"/>
                </a:lnTo>
                <a:lnTo>
                  <a:pt x="117335" y="158496"/>
                </a:lnTo>
                <a:lnTo>
                  <a:pt x="126479" y="161544"/>
                </a:lnTo>
                <a:lnTo>
                  <a:pt x="132575" y="166116"/>
                </a:lnTo>
                <a:lnTo>
                  <a:pt x="138607" y="175171"/>
                </a:lnTo>
                <a:lnTo>
                  <a:pt x="139534" y="178689"/>
                </a:lnTo>
                <a:lnTo>
                  <a:pt x="140195" y="181356"/>
                </a:lnTo>
                <a:lnTo>
                  <a:pt x="140195" y="187452"/>
                </a:lnTo>
                <a:lnTo>
                  <a:pt x="113525" y="221551"/>
                </a:lnTo>
                <a:lnTo>
                  <a:pt x="94475" y="224028"/>
                </a:lnTo>
                <a:lnTo>
                  <a:pt x="94475" y="178308"/>
                </a:lnTo>
                <a:lnTo>
                  <a:pt x="94475" y="155448"/>
                </a:lnTo>
                <a:lnTo>
                  <a:pt x="86855" y="155930"/>
                </a:lnTo>
                <a:lnTo>
                  <a:pt x="86855" y="178308"/>
                </a:lnTo>
                <a:lnTo>
                  <a:pt x="86855" y="224028"/>
                </a:lnTo>
                <a:lnTo>
                  <a:pt x="77711" y="224028"/>
                </a:lnTo>
                <a:lnTo>
                  <a:pt x="71615" y="220980"/>
                </a:lnTo>
                <a:lnTo>
                  <a:pt x="67043" y="216408"/>
                </a:lnTo>
                <a:lnTo>
                  <a:pt x="60947" y="211836"/>
                </a:lnTo>
                <a:lnTo>
                  <a:pt x="59423" y="205740"/>
                </a:lnTo>
                <a:lnTo>
                  <a:pt x="59423" y="196596"/>
                </a:lnTo>
                <a:lnTo>
                  <a:pt x="60947" y="192024"/>
                </a:lnTo>
                <a:lnTo>
                  <a:pt x="62572" y="188887"/>
                </a:lnTo>
                <a:lnTo>
                  <a:pt x="68567" y="182880"/>
                </a:lnTo>
                <a:lnTo>
                  <a:pt x="73139" y="181356"/>
                </a:lnTo>
                <a:lnTo>
                  <a:pt x="74663" y="179832"/>
                </a:lnTo>
                <a:lnTo>
                  <a:pt x="79235" y="178308"/>
                </a:lnTo>
                <a:lnTo>
                  <a:pt x="86855" y="178308"/>
                </a:lnTo>
                <a:lnTo>
                  <a:pt x="86855" y="155930"/>
                </a:lnTo>
                <a:lnTo>
                  <a:pt x="54279" y="178689"/>
                </a:lnTo>
                <a:lnTo>
                  <a:pt x="52285" y="187452"/>
                </a:lnTo>
                <a:lnTo>
                  <a:pt x="52171" y="188887"/>
                </a:lnTo>
                <a:lnTo>
                  <a:pt x="51930" y="192024"/>
                </a:lnTo>
                <a:lnTo>
                  <a:pt x="51930" y="194932"/>
                </a:lnTo>
                <a:lnTo>
                  <a:pt x="73888" y="232206"/>
                </a:lnTo>
                <a:lnTo>
                  <a:pt x="106667" y="239268"/>
                </a:lnTo>
                <a:lnTo>
                  <a:pt x="117551" y="238442"/>
                </a:lnTo>
                <a:lnTo>
                  <a:pt x="127431" y="236029"/>
                </a:lnTo>
                <a:lnTo>
                  <a:pt x="136461" y="232206"/>
                </a:lnTo>
                <a:lnTo>
                  <a:pt x="144767" y="227076"/>
                </a:lnTo>
                <a:lnTo>
                  <a:pt x="147421" y="224028"/>
                </a:lnTo>
                <a:lnTo>
                  <a:pt x="150774" y="220179"/>
                </a:lnTo>
                <a:lnTo>
                  <a:pt x="155054" y="212979"/>
                </a:lnTo>
                <a:lnTo>
                  <a:pt x="157632" y="205219"/>
                </a:lnTo>
                <a:lnTo>
                  <a:pt x="158483" y="196596"/>
                </a:lnTo>
                <a:close/>
              </a:path>
              <a:path extrusionOk="0" h="649604" w="158750">
                <a:moveTo>
                  <a:pt x="158483" y="21336"/>
                </a:moveTo>
                <a:lnTo>
                  <a:pt x="156959" y="15240"/>
                </a:lnTo>
                <a:lnTo>
                  <a:pt x="152387" y="10668"/>
                </a:lnTo>
                <a:lnTo>
                  <a:pt x="149339" y="6096"/>
                </a:lnTo>
                <a:lnTo>
                  <a:pt x="137147" y="0"/>
                </a:lnTo>
                <a:lnTo>
                  <a:pt x="137147" y="4572"/>
                </a:lnTo>
                <a:lnTo>
                  <a:pt x="138671" y="6096"/>
                </a:lnTo>
                <a:lnTo>
                  <a:pt x="141719" y="7620"/>
                </a:lnTo>
                <a:lnTo>
                  <a:pt x="143243" y="10668"/>
                </a:lnTo>
                <a:lnTo>
                  <a:pt x="143243" y="12192"/>
                </a:lnTo>
                <a:lnTo>
                  <a:pt x="144767" y="15240"/>
                </a:lnTo>
                <a:lnTo>
                  <a:pt x="144767" y="19812"/>
                </a:lnTo>
                <a:lnTo>
                  <a:pt x="143243" y="22860"/>
                </a:lnTo>
                <a:lnTo>
                  <a:pt x="141719" y="24384"/>
                </a:lnTo>
                <a:lnTo>
                  <a:pt x="138671" y="25908"/>
                </a:lnTo>
                <a:lnTo>
                  <a:pt x="134099" y="27432"/>
                </a:lnTo>
                <a:lnTo>
                  <a:pt x="62471" y="27432"/>
                </a:lnTo>
                <a:lnTo>
                  <a:pt x="62471" y="4572"/>
                </a:lnTo>
                <a:lnTo>
                  <a:pt x="54851" y="4572"/>
                </a:lnTo>
                <a:lnTo>
                  <a:pt x="54851" y="27432"/>
                </a:lnTo>
                <a:lnTo>
                  <a:pt x="21323" y="27432"/>
                </a:lnTo>
                <a:lnTo>
                  <a:pt x="21323" y="30480"/>
                </a:lnTo>
                <a:lnTo>
                  <a:pt x="28943" y="33528"/>
                </a:lnTo>
                <a:lnTo>
                  <a:pt x="33515" y="36576"/>
                </a:lnTo>
                <a:lnTo>
                  <a:pt x="36563" y="38100"/>
                </a:lnTo>
                <a:lnTo>
                  <a:pt x="41135" y="41148"/>
                </a:lnTo>
                <a:lnTo>
                  <a:pt x="47231" y="45720"/>
                </a:lnTo>
                <a:lnTo>
                  <a:pt x="54851" y="53340"/>
                </a:lnTo>
                <a:lnTo>
                  <a:pt x="57899" y="62484"/>
                </a:lnTo>
                <a:lnTo>
                  <a:pt x="62471" y="62484"/>
                </a:lnTo>
                <a:lnTo>
                  <a:pt x="62471" y="45720"/>
                </a:lnTo>
                <a:lnTo>
                  <a:pt x="138671" y="45720"/>
                </a:lnTo>
                <a:lnTo>
                  <a:pt x="147815" y="42672"/>
                </a:lnTo>
                <a:lnTo>
                  <a:pt x="153911" y="39624"/>
                </a:lnTo>
                <a:lnTo>
                  <a:pt x="156959" y="33528"/>
                </a:lnTo>
                <a:lnTo>
                  <a:pt x="158483" y="28956"/>
                </a:lnTo>
                <a:lnTo>
                  <a:pt x="158483" y="21336"/>
                </a:lnTo>
                <a:close/>
              </a:path>
              <a:path extrusionOk="0" h="649604" w="158750">
                <a:moveTo>
                  <a:pt x="158496" y="96012"/>
                </a:moveTo>
                <a:lnTo>
                  <a:pt x="155448" y="86868"/>
                </a:lnTo>
                <a:lnTo>
                  <a:pt x="149352" y="80772"/>
                </a:lnTo>
                <a:lnTo>
                  <a:pt x="144780" y="73152"/>
                </a:lnTo>
                <a:lnTo>
                  <a:pt x="137160" y="70104"/>
                </a:lnTo>
                <a:lnTo>
                  <a:pt x="128016" y="70104"/>
                </a:lnTo>
                <a:lnTo>
                  <a:pt x="91440" y="108204"/>
                </a:lnTo>
                <a:lnTo>
                  <a:pt x="88392" y="115824"/>
                </a:lnTo>
                <a:lnTo>
                  <a:pt x="85344" y="120396"/>
                </a:lnTo>
                <a:lnTo>
                  <a:pt x="76200" y="124968"/>
                </a:lnTo>
                <a:lnTo>
                  <a:pt x="68580" y="124968"/>
                </a:lnTo>
                <a:lnTo>
                  <a:pt x="65532" y="123444"/>
                </a:lnTo>
                <a:lnTo>
                  <a:pt x="62484" y="120396"/>
                </a:lnTo>
                <a:lnTo>
                  <a:pt x="60960" y="117348"/>
                </a:lnTo>
                <a:lnTo>
                  <a:pt x="59436" y="112776"/>
                </a:lnTo>
                <a:lnTo>
                  <a:pt x="59436" y="100584"/>
                </a:lnTo>
                <a:lnTo>
                  <a:pt x="85344" y="80772"/>
                </a:lnTo>
                <a:lnTo>
                  <a:pt x="85344" y="77724"/>
                </a:lnTo>
                <a:lnTo>
                  <a:pt x="51816" y="77724"/>
                </a:lnTo>
                <a:lnTo>
                  <a:pt x="51816" y="80772"/>
                </a:lnTo>
                <a:lnTo>
                  <a:pt x="53340" y="80772"/>
                </a:lnTo>
                <a:lnTo>
                  <a:pt x="56388" y="83820"/>
                </a:lnTo>
                <a:lnTo>
                  <a:pt x="56388" y="86868"/>
                </a:lnTo>
                <a:lnTo>
                  <a:pt x="54864" y="89916"/>
                </a:lnTo>
                <a:lnTo>
                  <a:pt x="54864" y="92964"/>
                </a:lnTo>
                <a:lnTo>
                  <a:pt x="51816" y="99060"/>
                </a:lnTo>
                <a:lnTo>
                  <a:pt x="51816" y="117348"/>
                </a:lnTo>
                <a:lnTo>
                  <a:pt x="54864" y="124968"/>
                </a:lnTo>
                <a:lnTo>
                  <a:pt x="65532" y="135636"/>
                </a:lnTo>
                <a:lnTo>
                  <a:pt x="71628" y="138684"/>
                </a:lnTo>
                <a:lnTo>
                  <a:pt x="86868" y="138684"/>
                </a:lnTo>
                <a:lnTo>
                  <a:pt x="91440" y="137160"/>
                </a:lnTo>
                <a:lnTo>
                  <a:pt x="96012" y="134112"/>
                </a:lnTo>
                <a:lnTo>
                  <a:pt x="100584" y="129540"/>
                </a:lnTo>
                <a:lnTo>
                  <a:pt x="104013" y="124968"/>
                </a:lnTo>
                <a:lnTo>
                  <a:pt x="105156" y="123444"/>
                </a:lnTo>
                <a:lnTo>
                  <a:pt x="126492" y="88392"/>
                </a:lnTo>
                <a:lnTo>
                  <a:pt x="129540" y="86868"/>
                </a:lnTo>
                <a:lnTo>
                  <a:pt x="140208" y="86868"/>
                </a:lnTo>
                <a:lnTo>
                  <a:pt x="143256" y="88392"/>
                </a:lnTo>
                <a:lnTo>
                  <a:pt x="149352" y="94488"/>
                </a:lnTo>
                <a:lnTo>
                  <a:pt x="150876" y="99060"/>
                </a:lnTo>
                <a:lnTo>
                  <a:pt x="150876" y="111252"/>
                </a:lnTo>
                <a:lnTo>
                  <a:pt x="144780" y="123444"/>
                </a:lnTo>
                <a:lnTo>
                  <a:pt x="140208" y="129540"/>
                </a:lnTo>
                <a:lnTo>
                  <a:pt x="132588" y="134112"/>
                </a:lnTo>
                <a:lnTo>
                  <a:pt x="124968" y="135636"/>
                </a:lnTo>
                <a:lnTo>
                  <a:pt x="124968" y="138684"/>
                </a:lnTo>
                <a:lnTo>
                  <a:pt x="158496" y="138684"/>
                </a:lnTo>
                <a:lnTo>
                  <a:pt x="158496" y="135636"/>
                </a:lnTo>
                <a:lnTo>
                  <a:pt x="155448" y="134112"/>
                </a:lnTo>
                <a:lnTo>
                  <a:pt x="153924" y="132588"/>
                </a:lnTo>
                <a:lnTo>
                  <a:pt x="153924" y="128016"/>
                </a:lnTo>
                <a:lnTo>
                  <a:pt x="155448" y="124968"/>
                </a:lnTo>
                <a:lnTo>
                  <a:pt x="158496" y="109728"/>
                </a:lnTo>
                <a:lnTo>
                  <a:pt x="158496" y="960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84" name="Google Shape;1984;p33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5565648" y="3870959"/>
            <a:ext cx="155448" cy="16154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85" name="Google Shape;1985;p33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5565647" y="3499103"/>
            <a:ext cx="158495" cy="265176"/>
          </a:xfrm>
          <a:prstGeom prst="rect">
            <a:avLst/>
          </a:prstGeom>
          <a:noFill/>
          <a:ln>
            <a:noFill/>
          </a:ln>
        </p:spPr>
      </p:pic>
      <p:sp>
        <p:nvSpPr>
          <p:cNvPr id="1986" name="Google Shape;1986;p33"/>
          <p:cNvSpPr/>
          <p:nvPr/>
        </p:nvSpPr>
        <p:spPr>
          <a:xfrm>
            <a:off x="5565648" y="2770632"/>
            <a:ext cx="158750" cy="615950"/>
          </a:xfrm>
          <a:custGeom>
            <a:rect b="b" l="l" r="r" t="t"/>
            <a:pathLst>
              <a:path extrusionOk="0" h="615950" w="158750">
                <a:moveTo>
                  <a:pt x="155448" y="448056"/>
                </a:moveTo>
                <a:lnTo>
                  <a:pt x="152400" y="448056"/>
                </a:lnTo>
                <a:lnTo>
                  <a:pt x="152400" y="452628"/>
                </a:lnTo>
                <a:lnTo>
                  <a:pt x="150876" y="457200"/>
                </a:lnTo>
                <a:lnTo>
                  <a:pt x="150876" y="458724"/>
                </a:lnTo>
                <a:lnTo>
                  <a:pt x="146304" y="463296"/>
                </a:lnTo>
                <a:lnTo>
                  <a:pt x="79248" y="463296"/>
                </a:lnTo>
                <a:lnTo>
                  <a:pt x="73152" y="464820"/>
                </a:lnTo>
                <a:lnTo>
                  <a:pt x="68580" y="466344"/>
                </a:lnTo>
                <a:lnTo>
                  <a:pt x="62484" y="469392"/>
                </a:lnTo>
                <a:lnTo>
                  <a:pt x="57912" y="472440"/>
                </a:lnTo>
                <a:lnTo>
                  <a:pt x="56388" y="475488"/>
                </a:lnTo>
                <a:lnTo>
                  <a:pt x="53340" y="480060"/>
                </a:lnTo>
                <a:lnTo>
                  <a:pt x="51816" y="484632"/>
                </a:lnTo>
                <a:lnTo>
                  <a:pt x="51816" y="495300"/>
                </a:lnTo>
                <a:lnTo>
                  <a:pt x="53340" y="499872"/>
                </a:lnTo>
                <a:lnTo>
                  <a:pt x="56388" y="505968"/>
                </a:lnTo>
                <a:lnTo>
                  <a:pt x="57912" y="510540"/>
                </a:lnTo>
                <a:lnTo>
                  <a:pt x="64008" y="516636"/>
                </a:lnTo>
                <a:lnTo>
                  <a:pt x="73152" y="524256"/>
                </a:lnTo>
                <a:lnTo>
                  <a:pt x="67056" y="525780"/>
                </a:lnTo>
                <a:lnTo>
                  <a:pt x="60960" y="528828"/>
                </a:lnTo>
                <a:lnTo>
                  <a:pt x="56388" y="533400"/>
                </a:lnTo>
                <a:lnTo>
                  <a:pt x="53340" y="537972"/>
                </a:lnTo>
                <a:lnTo>
                  <a:pt x="51816" y="542544"/>
                </a:lnTo>
                <a:lnTo>
                  <a:pt x="51816" y="556260"/>
                </a:lnTo>
                <a:lnTo>
                  <a:pt x="53340" y="559308"/>
                </a:lnTo>
                <a:lnTo>
                  <a:pt x="54864" y="563880"/>
                </a:lnTo>
                <a:lnTo>
                  <a:pt x="60960" y="569976"/>
                </a:lnTo>
                <a:lnTo>
                  <a:pt x="60960" y="571500"/>
                </a:lnTo>
                <a:lnTo>
                  <a:pt x="65532" y="576072"/>
                </a:lnTo>
                <a:lnTo>
                  <a:pt x="73152" y="582168"/>
                </a:lnTo>
                <a:lnTo>
                  <a:pt x="51816" y="582168"/>
                </a:lnTo>
                <a:lnTo>
                  <a:pt x="51816" y="586740"/>
                </a:lnTo>
                <a:lnTo>
                  <a:pt x="64008" y="615696"/>
                </a:lnTo>
                <a:lnTo>
                  <a:pt x="67056" y="615696"/>
                </a:lnTo>
                <a:lnTo>
                  <a:pt x="65532" y="612648"/>
                </a:lnTo>
                <a:lnTo>
                  <a:pt x="65532" y="605028"/>
                </a:lnTo>
                <a:lnTo>
                  <a:pt x="67056" y="605028"/>
                </a:lnTo>
                <a:lnTo>
                  <a:pt x="67056" y="603504"/>
                </a:lnTo>
                <a:lnTo>
                  <a:pt x="68580" y="601980"/>
                </a:lnTo>
                <a:lnTo>
                  <a:pt x="74676" y="601980"/>
                </a:lnTo>
                <a:lnTo>
                  <a:pt x="82296" y="600456"/>
                </a:lnTo>
                <a:lnTo>
                  <a:pt x="138684" y="600456"/>
                </a:lnTo>
                <a:lnTo>
                  <a:pt x="143256" y="601980"/>
                </a:lnTo>
                <a:lnTo>
                  <a:pt x="146304" y="601980"/>
                </a:lnTo>
                <a:lnTo>
                  <a:pt x="150876" y="606552"/>
                </a:lnTo>
                <a:lnTo>
                  <a:pt x="150876" y="608076"/>
                </a:lnTo>
                <a:lnTo>
                  <a:pt x="152400" y="611124"/>
                </a:lnTo>
                <a:lnTo>
                  <a:pt x="152400" y="615696"/>
                </a:lnTo>
                <a:lnTo>
                  <a:pt x="155448" y="615696"/>
                </a:lnTo>
                <a:lnTo>
                  <a:pt x="155448" y="566928"/>
                </a:lnTo>
                <a:lnTo>
                  <a:pt x="152400" y="566928"/>
                </a:lnTo>
                <a:lnTo>
                  <a:pt x="152400" y="573024"/>
                </a:lnTo>
                <a:lnTo>
                  <a:pt x="150876" y="576072"/>
                </a:lnTo>
                <a:lnTo>
                  <a:pt x="150876" y="577596"/>
                </a:lnTo>
                <a:lnTo>
                  <a:pt x="146304" y="582168"/>
                </a:lnTo>
                <a:lnTo>
                  <a:pt x="79248" y="582168"/>
                </a:lnTo>
                <a:lnTo>
                  <a:pt x="74676" y="579120"/>
                </a:lnTo>
                <a:lnTo>
                  <a:pt x="65532" y="565404"/>
                </a:lnTo>
                <a:lnTo>
                  <a:pt x="65532" y="553212"/>
                </a:lnTo>
                <a:lnTo>
                  <a:pt x="67056" y="548640"/>
                </a:lnTo>
                <a:lnTo>
                  <a:pt x="76200" y="542544"/>
                </a:lnTo>
                <a:lnTo>
                  <a:pt x="80772" y="541020"/>
                </a:lnTo>
                <a:lnTo>
                  <a:pt x="138684" y="541020"/>
                </a:lnTo>
                <a:lnTo>
                  <a:pt x="141732" y="542544"/>
                </a:lnTo>
                <a:lnTo>
                  <a:pt x="146304" y="542544"/>
                </a:lnTo>
                <a:lnTo>
                  <a:pt x="149352" y="544068"/>
                </a:lnTo>
                <a:lnTo>
                  <a:pt x="149352" y="545592"/>
                </a:lnTo>
                <a:lnTo>
                  <a:pt x="152400" y="551688"/>
                </a:lnTo>
                <a:lnTo>
                  <a:pt x="152400" y="556260"/>
                </a:lnTo>
                <a:lnTo>
                  <a:pt x="155448" y="556260"/>
                </a:lnTo>
                <a:lnTo>
                  <a:pt x="155448" y="507492"/>
                </a:lnTo>
                <a:lnTo>
                  <a:pt x="152400" y="507492"/>
                </a:lnTo>
                <a:lnTo>
                  <a:pt x="152400" y="513588"/>
                </a:lnTo>
                <a:lnTo>
                  <a:pt x="150876" y="516636"/>
                </a:lnTo>
                <a:lnTo>
                  <a:pt x="150876" y="518160"/>
                </a:lnTo>
                <a:lnTo>
                  <a:pt x="146304" y="522732"/>
                </a:lnTo>
                <a:lnTo>
                  <a:pt x="79248" y="522732"/>
                </a:lnTo>
                <a:lnTo>
                  <a:pt x="73152" y="518160"/>
                </a:lnTo>
                <a:lnTo>
                  <a:pt x="70104" y="513588"/>
                </a:lnTo>
                <a:lnTo>
                  <a:pt x="68580" y="509016"/>
                </a:lnTo>
                <a:lnTo>
                  <a:pt x="65532" y="505968"/>
                </a:lnTo>
                <a:lnTo>
                  <a:pt x="65532" y="492252"/>
                </a:lnTo>
                <a:lnTo>
                  <a:pt x="67056" y="487680"/>
                </a:lnTo>
                <a:lnTo>
                  <a:pt x="71628" y="484632"/>
                </a:lnTo>
                <a:lnTo>
                  <a:pt x="80772" y="481584"/>
                </a:lnTo>
                <a:lnTo>
                  <a:pt x="138684" y="481584"/>
                </a:lnTo>
                <a:lnTo>
                  <a:pt x="141732" y="483108"/>
                </a:lnTo>
                <a:lnTo>
                  <a:pt x="146304" y="483108"/>
                </a:lnTo>
                <a:lnTo>
                  <a:pt x="150876" y="487680"/>
                </a:lnTo>
                <a:lnTo>
                  <a:pt x="152400" y="492252"/>
                </a:lnTo>
                <a:lnTo>
                  <a:pt x="152400" y="496824"/>
                </a:lnTo>
                <a:lnTo>
                  <a:pt x="155448" y="496824"/>
                </a:lnTo>
                <a:lnTo>
                  <a:pt x="155448" y="448056"/>
                </a:lnTo>
                <a:close/>
              </a:path>
              <a:path extrusionOk="0" h="615950" w="158750">
                <a:moveTo>
                  <a:pt x="155448" y="292608"/>
                </a:moveTo>
                <a:lnTo>
                  <a:pt x="152400" y="292608"/>
                </a:lnTo>
                <a:lnTo>
                  <a:pt x="152400" y="298704"/>
                </a:lnTo>
                <a:lnTo>
                  <a:pt x="149352" y="304800"/>
                </a:lnTo>
                <a:lnTo>
                  <a:pt x="144780" y="309372"/>
                </a:lnTo>
                <a:lnTo>
                  <a:pt x="141732" y="310896"/>
                </a:lnTo>
                <a:lnTo>
                  <a:pt x="85344" y="310896"/>
                </a:lnTo>
                <a:lnTo>
                  <a:pt x="77724" y="307848"/>
                </a:lnTo>
                <a:lnTo>
                  <a:pt x="71628" y="304800"/>
                </a:lnTo>
                <a:lnTo>
                  <a:pt x="67056" y="300228"/>
                </a:lnTo>
                <a:lnTo>
                  <a:pt x="67056" y="295656"/>
                </a:lnTo>
                <a:lnTo>
                  <a:pt x="68580" y="292608"/>
                </a:lnTo>
                <a:lnTo>
                  <a:pt x="74676" y="286512"/>
                </a:lnTo>
                <a:lnTo>
                  <a:pt x="76200" y="283464"/>
                </a:lnTo>
                <a:lnTo>
                  <a:pt x="76200" y="278892"/>
                </a:lnTo>
                <a:lnTo>
                  <a:pt x="74676" y="275844"/>
                </a:lnTo>
                <a:lnTo>
                  <a:pt x="73152" y="274320"/>
                </a:lnTo>
                <a:lnTo>
                  <a:pt x="70104" y="272796"/>
                </a:lnTo>
                <a:lnTo>
                  <a:pt x="68580" y="271272"/>
                </a:lnTo>
                <a:lnTo>
                  <a:pt x="60960" y="271272"/>
                </a:lnTo>
                <a:lnTo>
                  <a:pt x="57912" y="272796"/>
                </a:lnTo>
                <a:lnTo>
                  <a:pt x="54864" y="275844"/>
                </a:lnTo>
                <a:lnTo>
                  <a:pt x="51816" y="281940"/>
                </a:lnTo>
                <a:lnTo>
                  <a:pt x="51816" y="286512"/>
                </a:lnTo>
                <a:lnTo>
                  <a:pt x="53263" y="292468"/>
                </a:lnTo>
                <a:lnTo>
                  <a:pt x="53365" y="292608"/>
                </a:lnTo>
                <a:lnTo>
                  <a:pt x="57721" y="298704"/>
                </a:lnTo>
                <a:lnTo>
                  <a:pt x="65316" y="304952"/>
                </a:lnTo>
                <a:lnTo>
                  <a:pt x="76200" y="310896"/>
                </a:lnTo>
                <a:lnTo>
                  <a:pt x="51816" y="310896"/>
                </a:lnTo>
                <a:lnTo>
                  <a:pt x="51816" y="315468"/>
                </a:lnTo>
                <a:lnTo>
                  <a:pt x="64008" y="344424"/>
                </a:lnTo>
                <a:lnTo>
                  <a:pt x="67056" y="344424"/>
                </a:lnTo>
                <a:lnTo>
                  <a:pt x="65532" y="341376"/>
                </a:lnTo>
                <a:lnTo>
                  <a:pt x="65532" y="333756"/>
                </a:lnTo>
                <a:lnTo>
                  <a:pt x="67056" y="332232"/>
                </a:lnTo>
                <a:lnTo>
                  <a:pt x="70104" y="330708"/>
                </a:lnTo>
                <a:lnTo>
                  <a:pt x="74676" y="330708"/>
                </a:lnTo>
                <a:lnTo>
                  <a:pt x="82296" y="329184"/>
                </a:lnTo>
                <a:lnTo>
                  <a:pt x="138684" y="329184"/>
                </a:lnTo>
                <a:lnTo>
                  <a:pt x="141732" y="330708"/>
                </a:lnTo>
                <a:lnTo>
                  <a:pt x="146304" y="330708"/>
                </a:lnTo>
                <a:lnTo>
                  <a:pt x="149352" y="333756"/>
                </a:lnTo>
                <a:lnTo>
                  <a:pt x="152400" y="339852"/>
                </a:lnTo>
                <a:lnTo>
                  <a:pt x="152400" y="344424"/>
                </a:lnTo>
                <a:lnTo>
                  <a:pt x="155448" y="344424"/>
                </a:lnTo>
                <a:lnTo>
                  <a:pt x="155448" y="329184"/>
                </a:lnTo>
                <a:lnTo>
                  <a:pt x="155448" y="292608"/>
                </a:lnTo>
                <a:close/>
              </a:path>
              <a:path extrusionOk="0" h="615950" w="158750">
                <a:moveTo>
                  <a:pt x="155448" y="220980"/>
                </a:moveTo>
                <a:lnTo>
                  <a:pt x="152400" y="220980"/>
                </a:lnTo>
                <a:lnTo>
                  <a:pt x="152400" y="225552"/>
                </a:lnTo>
                <a:lnTo>
                  <a:pt x="150876" y="230124"/>
                </a:lnTo>
                <a:lnTo>
                  <a:pt x="150876" y="231648"/>
                </a:lnTo>
                <a:lnTo>
                  <a:pt x="149352" y="233172"/>
                </a:lnTo>
                <a:lnTo>
                  <a:pt x="147828" y="233172"/>
                </a:lnTo>
                <a:lnTo>
                  <a:pt x="146304" y="234696"/>
                </a:lnTo>
                <a:lnTo>
                  <a:pt x="143256" y="236220"/>
                </a:lnTo>
                <a:lnTo>
                  <a:pt x="99060" y="236220"/>
                </a:lnTo>
                <a:lnTo>
                  <a:pt x="0" y="236220"/>
                </a:lnTo>
                <a:lnTo>
                  <a:pt x="0" y="240792"/>
                </a:lnTo>
                <a:lnTo>
                  <a:pt x="12192" y="269748"/>
                </a:lnTo>
                <a:lnTo>
                  <a:pt x="15240" y="268224"/>
                </a:lnTo>
                <a:lnTo>
                  <a:pt x="13716" y="265176"/>
                </a:lnTo>
                <a:lnTo>
                  <a:pt x="13716" y="259080"/>
                </a:lnTo>
                <a:lnTo>
                  <a:pt x="15240" y="257556"/>
                </a:lnTo>
                <a:lnTo>
                  <a:pt x="15240" y="256032"/>
                </a:lnTo>
                <a:lnTo>
                  <a:pt x="16764" y="256032"/>
                </a:lnTo>
                <a:lnTo>
                  <a:pt x="19812" y="254508"/>
                </a:lnTo>
                <a:lnTo>
                  <a:pt x="143256" y="254508"/>
                </a:lnTo>
                <a:lnTo>
                  <a:pt x="146304" y="256032"/>
                </a:lnTo>
                <a:lnTo>
                  <a:pt x="147828" y="256032"/>
                </a:lnTo>
                <a:lnTo>
                  <a:pt x="149352" y="257556"/>
                </a:lnTo>
                <a:lnTo>
                  <a:pt x="149352" y="259080"/>
                </a:lnTo>
                <a:lnTo>
                  <a:pt x="150876" y="260604"/>
                </a:lnTo>
                <a:lnTo>
                  <a:pt x="152400" y="265176"/>
                </a:lnTo>
                <a:lnTo>
                  <a:pt x="152400" y="269748"/>
                </a:lnTo>
                <a:lnTo>
                  <a:pt x="155448" y="269748"/>
                </a:lnTo>
                <a:lnTo>
                  <a:pt x="155448" y="254508"/>
                </a:lnTo>
                <a:lnTo>
                  <a:pt x="155448" y="220980"/>
                </a:lnTo>
                <a:close/>
              </a:path>
              <a:path extrusionOk="0" h="615950" w="158750">
                <a:moveTo>
                  <a:pt x="155448" y="160020"/>
                </a:moveTo>
                <a:lnTo>
                  <a:pt x="150876" y="160020"/>
                </a:lnTo>
                <a:lnTo>
                  <a:pt x="150876" y="167640"/>
                </a:lnTo>
                <a:lnTo>
                  <a:pt x="149352" y="169164"/>
                </a:lnTo>
                <a:lnTo>
                  <a:pt x="149352" y="170688"/>
                </a:lnTo>
                <a:lnTo>
                  <a:pt x="135636" y="184404"/>
                </a:lnTo>
                <a:lnTo>
                  <a:pt x="126492" y="190500"/>
                </a:lnTo>
                <a:lnTo>
                  <a:pt x="92964" y="217932"/>
                </a:lnTo>
                <a:lnTo>
                  <a:pt x="76822" y="199644"/>
                </a:lnTo>
                <a:lnTo>
                  <a:pt x="70104" y="192024"/>
                </a:lnTo>
                <a:lnTo>
                  <a:pt x="65532" y="187452"/>
                </a:lnTo>
                <a:lnTo>
                  <a:pt x="62484" y="182880"/>
                </a:lnTo>
                <a:lnTo>
                  <a:pt x="60960" y="178308"/>
                </a:lnTo>
                <a:lnTo>
                  <a:pt x="59436" y="175260"/>
                </a:lnTo>
                <a:lnTo>
                  <a:pt x="57912" y="170688"/>
                </a:lnTo>
                <a:lnTo>
                  <a:pt x="57912" y="164592"/>
                </a:lnTo>
                <a:lnTo>
                  <a:pt x="54864" y="164592"/>
                </a:lnTo>
                <a:lnTo>
                  <a:pt x="54864" y="207264"/>
                </a:lnTo>
                <a:lnTo>
                  <a:pt x="57912" y="207264"/>
                </a:lnTo>
                <a:lnTo>
                  <a:pt x="57912" y="202692"/>
                </a:lnTo>
                <a:lnTo>
                  <a:pt x="60960" y="199644"/>
                </a:lnTo>
                <a:lnTo>
                  <a:pt x="65532" y="199644"/>
                </a:lnTo>
                <a:lnTo>
                  <a:pt x="70104" y="204216"/>
                </a:lnTo>
                <a:lnTo>
                  <a:pt x="76200" y="208788"/>
                </a:lnTo>
                <a:lnTo>
                  <a:pt x="99060" y="236220"/>
                </a:lnTo>
                <a:lnTo>
                  <a:pt x="121691" y="217932"/>
                </a:lnTo>
                <a:lnTo>
                  <a:pt x="138684" y="204216"/>
                </a:lnTo>
                <a:lnTo>
                  <a:pt x="143256" y="201168"/>
                </a:lnTo>
                <a:lnTo>
                  <a:pt x="144780" y="199644"/>
                </a:lnTo>
                <a:lnTo>
                  <a:pt x="149352" y="199644"/>
                </a:lnTo>
                <a:lnTo>
                  <a:pt x="150876" y="201168"/>
                </a:lnTo>
                <a:lnTo>
                  <a:pt x="150876" y="202692"/>
                </a:lnTo>
                <a:lnTo>
                  <a:pt x="152400" y="204216"/>
                </a:lnTo>
                <a:lnTo>
                  <a:pt x="152400" y="207264"/>
                </a:lnTo>
                <a:lnTo>
                  <a:pt x="155448" y="207264"/>
                </a:lnTo>
                <a:lnTo>
                  <a:pt x="155448" y="199644"/>
                </a:lnTo>
                <a:lnTo>
                  <a:pt x="155448" y="160020"/>
                </a:lnTo>
                <a:close/>
              </a:path>
              <a:path extrusionOk="0" h="615950" w="158750">
                <a:moveTo>
                  <a:pt x="158483" y="368808"/>
                </a:moveTo>
                <a:lnTo>
                  <a:pt x="157365" y="363093"/>
                </a:lnTo>
                <a:lnTo>
                  <a:pt x="154101" y="357378"/>
                </a:lnTo>
                <a:lnTo>
                  <a:pt x="148844" y="351663"/>
                </a:lnTo>
                <a:lnTo>
                  <a:pt x="141719" y="345948"/>
                </a:lnTo>
                <a:lnTo>
                  <a:pt x="137147" y="345948"/>
                </a:lnTo>
                <a:lnTo>
                  <a:pt x="143243" y="352044"/>
                </a:lnTo>
                <a:lnTo>
                  <a:pt x="143243" y="353568"/>
                </a:lnTo>
                <a:lnTo>
                  <a:pt x="144767" y="355092"/>
                </a:lnTo>
                <a:lnTo>
                  <a:pt x="144767" y="359664"/>
                </a:lnTo>
                <a:lnTo>
                  <a:pt x="143243" y="359664"/>
                </a:lnTo>
                <a:lnTo>
                  <a:pt x="143243" y="361188"/>
                </a:lnTo>
                <a:lnTo>
                  <a:pt x="138671" y="361188"/>
                </a:lnTo>
                <a:lnTo>
                  <a:pt x="137147" y="362712"/>
                </a:lnTo>
                <a:lnTo>
                  <a:pt x="70091" y="362712"/>
                </a:lnTo>
                <a:lnTo>
                  <a:pt x="67043" y="364236"/>
                </a:lnTo>
                <a:lnTo>
                  <a:pt x="62471" y="365760"/>
                </a:lnTo>
                <a:lnTo>
                  <a:pt x="57899" y="368808"/>
                </a:lnTo>
                <a:lnTo>
                  <a:pt x="56375" y="373380"/>
                </a:lnTo>
                <a:lnTo>
                  <a:pt x="53327" y="379476"/>
                </a:lnTo>
                <a:lnTo>
                  <a:pt x="51803" y="387096"/>
                </a:lnTo>
                <a:lnTo>
                  <a:pt x="51917" y="397764"/>
                </a:lnTo>
                <a:lnTo>
                  <a:pt x="52031" y="399288"/>
                </a:lnTo>
                <a:lnTo>
                  <a:pt x="52349" y="403860"/>
                </a:lnTo>
                <a:lnTo>
                  <a:pt x="70091" y="432816"/>
                </a:lnTo>
                <a:lnTo>
                  <a:pt x="80759" y="432816"/>
                </a:lnTo>
                <a:lnTo>
                  <a:pt x="83807" y="431292"/>
                </a:lnTo>
                <a:lnTo>
                  <a:pt x="86855" y="428244"/>
                </a:lnTo>
                <a:lnTo>
                  <a:pt x="88379" y="425196"/>
                </a:lnTo>
                <a:lnTo>
                  <a:pt x="88379" y="420624"/>
                </a:lnTo>
                <a:lnTo>
                  <a:pt x="86855" y="417576"/>
                </a:lnTo>
                <a:lnTo>
                  <a:pt x="83807" y="414528"/>
                </a:lnTo>
                <a:lnTo>
                  <a:pt x="68567" y="414528"/>
                </a:lnTo>
                <a:lnTo>
                  <a:pt x="65519" y="413004"/>
                </a:lnTo>
                <a:lnTo>
                  <a:pt x="62471" y="409956"/>
                </a:lnTo>
                <a:lnTo>
                  <a:pt x="59423" y="403860"/>
                </a:lnTo>
                <a:lnTo>
                  <a:pt x="59423" y="393192"/>
                </a:lnTo>
                <a:lnTo>
                  <a:pt x="60947" y="388620"/>
                </a:lnTo>
                <a:lnTo>
                  <a:pt x="65519" y="385572"/>
                </a:lnTo>
                <a:lnTo>
                  <a:pt x="68567" y="382524"/>
                </a:lnTo>
                <a:lnTo>
                  <a:pt x="76187" y="381000"/>
                </a:lnTo>
                <a:lnTo>
                  <a:pt x="89903" y="381000"/>
                </a:lnTo>
                <a:lnTo>
                  <a:pt x="94221" y="392722"/>
                </a:lnTo>
                <a:lnTo>
                  <a:pt x="98094" y="402717"/>
                </a:lnTo>
                <a:lnTo>
                  <a:pt x="123431" y="435864"/>
                </a:lnTo>
                <a:lnTo>
                  <a:pt x="128003" y="437388"/>
                </a:lnTo>
                <a:lnTo>
                  <a:pt x="140195" y="437388"/>
                </a:lnTo>
                <a:lnTo>
                  <a:pt x="146291" y="434340"/>
                </a:lnTo>
                <a:lnTo>
                  <a:pt x="155435" y="425196"/>
                </a:lnTo>
                <a:lnTo>
                  <a:pt x="158483" y="419100"/>
                </a:lnTo>
                <a:lnTo>
                  <a:pt x="158483" y="408432"/>
                </a:lnTo>
                <a:lnTo>
                  <a:pt x="156959" y="403860"/>
                </a:lnTo>
                <a:lnTo>
                  <a:pt x="153911" y="397764"/>
                </a:lnTo>
                <a:lnTo>
                  <a:pt x="149339" y="391668"/>
                </a:lnTo>
                <a:lnTo>
                  <a:pt x="144767" y="386334"/>
                </a:lnTo>
                <a:lnTo>
                  <a:pt x="144767" y="397764"/>
                </a:lnTo>
                <a:lnTo>
                  <a:pt x="144767" y="406908"/>
                </a:lnTo>
                <a:lnTo>
                  <a:pt x="143243" y="409956"/>
                </a:lnTo>
                <a:lnTo>
                  <a:pt x="140195" y="414528"/>
                </a:lnTo>
                <a:lnTo>
                  <a:pt x="135623" y="417576"/>
                </a:lnTo>
                <a:lnTo>
                  <a:pt x="132575" y="419100"/>
                </a:lnTo>
                <a:lnTo>
                  <a:pt x="123431" y="419100"/>
                </a:lnTo>
                <a:lnTo>
                  <a:pt x="118859" y="417576"/>
                </a:lnTo>
                <a:lnTo>
                  <a:pt x="115811" y="414528"/>
                </a:lnTo>
                <a:lnTo>
                  <a:pt x="112763" y="413004"/>
                </a:lnTo>
                <a:lnTo>
                  <a:pt x="109715" y="408432"/>
                </a:lnTo>
                <a:lnTo>
                  <a:pt x="105143" y="399288"/>
                </a:lnTo>
                <a:lnTo>
                  <a:pt x="102095" y="391668"/>
                </a:lnTo>
                <a:lnTo>
                  <a:pt x="97523" y="381000"/>
                </a:lnTo>
                <a:lnTo>
                  <a:pt x="134099" y="381000"/>
                </a:lnTo>
                <a:lnTo>
                  <a:pt x="141719" y="390144"/>
                </a:lnTo>
                <a:lnTo>
                  <a:pt x="144767" y="397764"/>
                </a:lnTo>
                <a:lnTo>
                  <a:pt x="144767" y="386334"/>
                </a:lnTo>
                <a:lnTo>
                  <a:pt x="140195" y="381000"/>
                </a:lnTo>
                <a:lnTo>
                  <a:pt x="147815" y="381000"/>
                </a:lnTo>
                <a:lnTo>
                  <a:pt x="152387" y="379476"/>
                </a:lnTo>
                <a:lnTo>
                  <a:pt x="156959" y="374904"/>
                </a:lnTo>
                <a:lnTo>
                  <a:pt x="158483" y="371856"/>
                </a:lnTo>
                <a:lnTo>
                  <a:pt x="158483" y="368808"/>
                </a:lnTo>
                <a:close/>
              </a:path>
              <a:path extrusionOk="0" h="615950" w="158750">
                <a:moveTo>
                  <a:pt x="158483" y="109728"/>
                </a:moveTo>
                <a:lnTo>
                  <a:pt x="133718" y="73152"/>
                </a:lnTo>
                <a:lnTo>
                  <a:pt x="118859" y="68580"/>
                </a:lnTo>
                <a:lnTo>
                  <a:pt x="117335" y="71628"/>
                </a:lnTo>
                <a:lnTo>
                  <a:pt x="126479" y="74676"/>
                </a:lnTo>
                <a:lnTo>
                  <a:pt x="132575" y="79248"/>
                </a:lnTo>
                <a:lnTo>
                  <a:pt x="138671" y="88392"/>
                </a:lnTo>
                <a:lnTo>
                  <a:pt x="140195" y="94488"/>
                </a:lnTo>
                <a:lnTo>
                  <a:pt x="140131" y="101155"/>
                </a:lnTo>
                <a:lnTo>
                  <a:pt x="113525" y="134683"/>
                </a:lnTo>
                <a:lnTo>
                  <a:pt x="94475" y="137160"/>
                </a:lnTo>
                <a:lnTo>
                  <a:pt x="94475" y="91440"/>
                </a:lnTo>
                <a:lnTo>
                  <a:pt x="94475" y="68580"/>
                </a:lnTo>
                <a:lnTo>
                  <a:pt x="86855" y="69062"/>
                </a:lnTo>
                <a:lnTo>
                  <a:pt x="86855" y="91440"/>
                </a:lnTo>
                <a:lnTo>
                  <a:pt x="86855" y="137160"/>
                </a:lnTo>
                <a:lnTo>
                  <a:pt x="77711" y="135636"/>
                </a:lnTo>
                <a:lnTo>
                  <a:pt x="71615" y="134112"/>
                </a:lnTo>
                <a:lnTo>
                  <a:pt x="60947" y="123444"/>
                </a:lnTo>
                <a:lnTo>
                  <a:pt x="59423" y="118872"/>
                </a:lnTo>
                <a:lnTo>
                  <a:pt x="59423" y="108204"/>
                </a:lnTo>
                <a:lnTo>
                  <a:pt x="62471" y="102108"/>
                </a:lnTo>
                <a:lnTo>
                  <a:pt x="65519" y="97536"/>
                </a:lnTo>
                <a:lnTo>
                  <a:pt x="68567" y="96012"/>
                </a:lnTo>
                <a:lnTo>
                  <a:pt x="73139" y="92964"/>
                </a:lnTo>
                <a:lnTo>
                  <a:pt x="74663" y="92964"/>
                </a:lnTo>
                <a:lnTo>
                  <a:pt x="79235" y="91440"/>
                </a:lnTo>
                <a:lnTo>
                  <a:pt x="86855" y="91440"/>
                </a:lnTo>
                <a:lnTo>
                  <a:pt x="86855" y="69062"/>
                </a:lnTo>
                <a:lnTo>
                  <a:pt x="84975" y="69176"/>
                </a:lnTo>
                <a:lnTo>
                  <a:pt x="54279" y="91821"/>
                </a:lnTo>
                <a:lnTo>
                  <a:pt x="52285" y="100584"/>
                </a:lnTo>
                <a:lnTo>
                  <a:pt x="52158" y="102108"/>
                </a:lnTo>
                <a:lnTo>
                  <a:pt x="51803" y="106680"/>
                </a:lnTo>
                <a:lnTo>
                  <a:pt x="51879" y="107429"/>
                </a:lnTo>
                <a:lnTo>
                  <a:pt x="51943" y="108204"/>
                </a:lnTo>
                <a:lnTo>
                  <a:pt x="73888" y="144691"/>
                </a:lnTo>
                <a:lnTo>
                  <a:pt x="106667" y="152400"/>
                </a:lnTo>
                <a:lnTo>
                  <a:pt x="117868" y="151549"/>
                </a:lnTo>
                <a:lnTo>
                  <a:pt x="117652" y="151549"/>
                </a:lnTo>
                <a:lnTo>
                  <a:pt x="127431" y="149161"/>
                </a:lnTo>
                <a:lnTo>
                  <a:pt x="157632" y="117716"/>
                </a:lnTo>
                <a:lnTo>
                  <a:pt x="158483" y="109728"/>
                </a:lnTo>
                <a:close/>
              </a:path>
              <a:path extrusionOk="0" h="615950" w="158750">
                <a:moveTo>
                  <a:pt x="158483" y="19812"/>
                </a:moveTo>
                <a:lnTo>
                  <a:pt x="156959" y="15240"/>
                </a:lnTo>
                <a:lnTo>
                  <a:pt x="152387" y="10668"/>
                </a:lnTo>
                <a:lnTo>
                  <a:pt x="149339" y="6096"/>
                </a:lnTo>
                <a:lnTo>
                  <a:pt x="143243" y="1524"/>
                </a:lnTo>
                <a:lnTo>
                  <a:pt x="137147" y="0"/>
                </a:lnTo>
                <a:lnTo>
                  <a:pt x="137147" y="4572"/>
                </a:lnTo>
                <a:lnTo>
                  <a:pt x="138671" y="6096"/>
                </a:lnTo>
                <a:lnTo>
                  <a:pt x="141719" y="7620"/>
                </a:lnTo>
                <a:lnTo>
                  <a:pt x="143243" y="9144"/>
                </a:lnTo>
                <a:lnTo>
                  <a:pt x="143243" y="12192"/>
                </a:lnTo>
                <a:lnTo>
                  <a:pt x="144767" y="13716"/>
                </a:lnTo>
                <a:lnTo>
                  <a:pt x="144767" y="19812"/>
                </a:lnTo>
                <a:lnTo>
                  <a:pt x="143243" y="22860"/>
                </a:lnTo>
                <a:lnTo>
                  <a:pt x="141719" y="24384"/>
                </a:lnTo>
                <a:lnTo>
                  <a:pt x="138671" y="25908"/>
                </a:lnTo>
                <a:lnTo>
                  <a:pt x="134099" y="27432"/>
                </a:lnTo>
                <a:lnTo>
                  <a:pt x="62471" y="27432"/>
                </a:lnTo>
                <a:lnTo>
                  <a:pt x="62471" y="3048"/>
                </a:lnTo>
                <a:lnTo>
                  <a:pt x="54851" y="3048"/>
                </a:lnTo>
                <a:lnTo>
                  <a:pt x="54851" y="27432"/>
                </a:lnTo>
                <a:lnTo>
                  <a:pt x="21323" y="27432"/>
                </a:lnTo>
                <a:lnTo>
                  <a:pt x="21323" y="30480"/>
                </a:lnTo>
                <a:lnTo>
                  <a:pt x="28943" y="33528"/>
                </a:lnTo>
                <a:lnTo>
                  <a:pt x="33515" y="35052"/>
                </a:lnTo>
                <a:lnTo>
                  <a:pt x="36563" y="36576"/>
                </a:lnTo>
                <a:lnTo>
                  <a:pt x="41135" y="41148"/>
                </a:lnTo>
                <a:lnTo>
                  <a:pt x="47231" y="44196"/>
                </a:lnTo>
                <a:lnTo>
                  <a:pt x="50279" y="48768"/>
                </a:lnTo>
                <a:lnTo>
                  <a:pt x="54851" y="53340"/>
                </a:lnTo>
                <a:lnTo>
                  <a:pt x="57899" y="62484"/>
                </a:lnTo>
                <a:lnTo>
                  <a:pt x="62471" y="62484"/>
                </a:lnTo>
                <a:lnTo>
                  <a:pt x="62471" y="45720"/>
                </a:lnTo>
                <a:lnTo>
                  <a:pt x="138671" y="45720"/>
                </a:lnTo>
                <a:lnTo>
                  <a:pt x="147815" y="42672"/>
                </a:lnTo>
                <a:lnTo>
                  <a:pt x="153911" y="39624"/>
                </a:lnTo>
                <a:lnTo>
                  <a:pt x="155435" y="35052"/>
                </a:lnTo>
                <a:lnTo>
                  <a:pt x="158483" y="28956"/>
                </a:lnTo>
                <a:lnTo>
                  <a:pt x="158483" y="198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87" name="Google Shape;1987;p33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5565648" y="2350008"/>
            <a:ext cx="158495" cy="310895"/>
          </a:xfrm>
          <a:prstGeom prst="rect">
            <a:avLst/>
          </a:prstGeom>
          <a:noFill/>
          <a:ln>
            <a:noFill/>
          </a:ln>
        </p:spPr>
      </p:pic>
      <p:pic>
        <p:nvPicPr>
          <p:cNvPr id="1988" name="Google Shape;1988;p33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5617463" y="1903476"/>
            <a:ext cx="106680" cy="338327"/>
          </a:xfrm>
          <a:prstGeom prst="rect">
            <a:avLst/>
          </a:prstGeom>
          <a:noFill/>
          <a:ln>
            <a:noFill/>
          </a:ln>
        </p:spPr>
      </p:pic>
      <p:pic>
        <p:nvPicPr>
          <p:cNvPr id="1989" name="Google Shape;1989;p33"/>
          <p:cNvPicPr preferRelativeResize="0"/>
          <p:nvPr/>
        </p:nvPicPr>
        <p:blipFill rotWithShape="1">
          <a:blip r:embed="rId96">
            <a:alphaModFix/>
          </a:blip>
          <a:srcRect b="0" l="0" r="0" t="0"/>
          <a:stretch/>
        </p:blipFill>
        <p:spPr>
          <a:xfrm>
            <a:off x="5617464" y="1374648"/>
            <a:ext cx="106680" cy="408431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3"/>
          <p:cNvPicPr preferRelativeResize="0"/>
          <p:nvPr/>
        </p:nvPicPr>
        <p:blipFill rotWithShape="1">
          <a:blip r:embed="rId97">
            <a:alphaModFix/>
          </a:blip>
          <a:srcRect b="0" l="0" r="0" t="0"/>
          <a:stretch/>
        </p:blipFill>
        <p:spPr>
          <a:xfrm>
            <a:off x="5832347" y="4393692"/>
            <a:ext cx="202692" cy="9951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3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5832348" y="4130040"/>
            <a:ext cx="158495" cy="196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2" name="Google Shape;1992;p33"/>
          <p:cNvPicPr preferRelativeResize="0"/>
          <p:nvPr/>
        </p:nvPicPr>
        <p:blipFill rotWithShape="1">
          <a:blip r:embed="rId99">
            <a:alphaModFix/>
          </a:blip>
          <a:srcRect b="0" l="0" r="0" t="0"/>
          <a:stretch/>
        </p:blipFill>
        <p:spPr>
          <a:xfrm>
            <a:off x="5884164" y="3619500"/>
            <a:ext cx="106680" cy="448055"/>
          </a:xfrm>
          <a:prstGeom prst="rect">
            <a:avLst/>
          </a:prstGeom>
          <a:noFill/>
          <a:ln>
            <a:noFill/>
          </a:ln>
        </p:spPr>
      </p:pic>
      <p:sp>
        <p:nvSpPr>
          <p:cNvPr id="1993" name="Google Shape;1993;p33"/>
          <p:cNvSpPr/>
          <p:nvPr/>
        </p:nvSpPr>
        <p:spPr>
          <a:xfrm>
            <a:off x="5832348" y="2881884"/>
            <a:ext cx="203200" cy="666115"/>
          </a:xfrm>
          <a:custGeom>
            <a:rect b="b" l="l" r="r" t="t"/>
            <a:pathLst>
              <a:path extrusionOk="0" h="666114" w="203200">
                <a:moveTo>
                  <a:pt x="155448" y="96012"/>
                </a:moveTo>
                <a:lnTo>
                  <a:pt x="152400" y="96012"/>
                </a:lnTo>
                <a:lnTo>
                  <a:pt x="152400" y="105156"/>
                </a:lnTo>
                <a:lnTo>
                  <a:pt x="146304" y="111252"/>
                </a:lnTo>
                <a:lnTo>
                  <a:pt x="0" y="111252"/>
                </a:lnTo>
                <a:lnTo>
                  <a:pt x="0" y="117348"/>
                </a:lnTo>
                <a:lnTo>
                  <a:pt x="12192" y="144780"/>
                </a:lnTo>
                <a:lnTo>
                  <a:pt x="15240" y="143256"/>
                </a:lnTo>
                <a:lnTo>
                  <a:pt x="13716" y="141732"/>
                </a:lnTo>
                <a:lnTo>
                  <a:pt x="13716" y="134112"/>
                </a:lnTo>
                <a:lnTo>
                  <a:pt x="15240" y="132588"/>
                </a:lnTo>
                <a:lnTo>
                  <a:pt x="18288" y="131064"/>
                </a:lnTo>
                <a:lnTo>
                  <a:pt x="22860" y="131064"/>
                </a:lnTo>
                <a:lnTo>
                  <a:pt x="30480" y="129540"/>
                </a:lnTo>
                <a:lnTo>
                  <a:pt x="138684" y="129540"/>
                </a:lnTo>
                <a:lnTo>
                  <a:pt x="143256" y="131064"/>
                </a:lnTo>
                <a:lnTo>
                  <a:pt x="146304" y="131064"/>
                </a:lnTo>
                <a:lnTo>
                  <a:pt x="152400" y="137160"/>
                </a:lnTo>
                <a:lnTo>
                  <a:pt x="152400" y="144780"/>
                </a:lnTo>
                <a:lnTo>
                  <a:pt x="155448" y="144780"/>
                </a:lnTo>
                <a:lnTo>
                  <a:pt x="155448" y="129540"/>
                </a:lnTo>
                <a:lnTo>
                  <a:pt x="155448" y="96012"/>
                </a:lnTo>
                <a:close/>
              </a:path>
              <a:path extrusionOk="0" h="666114" w="203200">
                <a:moveTo>
                  <a:pt x="158483" y="623316"/>
                </a:moveTo>
                <a:lnTo>
                  <a:pt x="135432" y="588073"/>
                </a:lnTo>
                <a:lnTo>
                  <a:pt x="117335" y="582168"/>
                </a:lnTo>
                <a:lnTo>
                  <a:pt x="115811" y="585216"/>
                </a:lnTo>
                <a:lnTo>
                  <a:pt x="124955" y="588264"/>
                </a:lnTo>
                <a:lnTo>
                  <a:pt x="131051" y="592836"/>
                </a:lnTo>
                <a:lnTo>
                  <a:pt x="134099" y="595884"/>
                </a:lnTo>
                <a:lnTo>
                  <a:pt x="138671" y="601980"/>
                </a:lnTo>
                <a:lnTo>
                  <a:pt x="140195" y="608076"/>
                </a:lnTo>
                <a:lnTo>
                  <a:pt x="140195" y="615696"/>
                </a:lnTo>
                <a:lnTo>
                  <a:pt x="111810" y="645414"/>
                </a:lnTo>
                <a:lnTo>
                  <a:pt x="95999" y="647700"/>
                </a:lnTo>
                <a:lnTo>
                  <a:pt x="87414" y="647128"/>
                </a:lnTo>
                <a:lnTo>
                  <a:pt x="79806" y="645414"/>
                </a:lnTo>
                <a:lnTo>
                  <a:pt x="73075" y="642556"/>
                </a:lnTo>
                <a:lnTo>
                  <a:pt x="62471" y="635508"/>
                </a:lnTo>
                <a:lnTo>
                  <a:pt x="59423" y="629412"/>
                </a:lnTo>
                <a:lnTo>
                  <a:pt x="59423" y="618744"/>
                </a:lnTo>
                <a:lnTo>
                  <a:pt x="60947" y="614172"/>
                </a:lnTo>
                <a:lnTo>
                  <a:pt x="65519" y="609600"/>
                </a:lnTo>
                <a:lnTo>
                  <a:pt x="68567" y="608076"/>
                </a:lnTo>
                <a:lnTo>
                  <a:pt x="76187" y="608076"/>
                </a:lnTo>
                <a:lnTo>
                  <a:pt x="79235" y="606552"/>
                </a:lnTo>
                <a:lnTo>
                  <a:pt x="80759" y="605028"/>
                </a:lnTo>
                <a:lnTo>
                  <a:pt x="83807" y="603504"/>
                </a:lnTo>
                <a:lnTo>
                  <a:pt x="85331" y="600456"/>
                </a:lnTo>
                <a:lnTo>
                  <a:pt x="85331" y="592836"/>
                </a:lnTo>
                <a:lnTo>
                  <a:pt x="82283" y="589788"/>
                </a:lnTo>
                <a:lnTo>
                  <a:pt x="80759" y="586740"/>
                </a:lnTo>
                <a:lnTo>
                  <a:pt x="70091" y="586740"/>
                </a:lnTo>
                <a:lnTo>
                  <a:pt x="65519" y="589788"/>
                </a:lnTo>
                <a:lnTo>
                  <a:pt x="59423" y="595884"/>
                </a:lnTo>
                <a:lnTo>
                  <a:pt x="54851" y="601980"/>
                </a:lnTo>
                <a:lnTo>
                  <a:pt x="51803" y="609600"/>
                </a:lnTo>
                <a:lnTo>
                  <a:pt x="51803" y="618744"/>
                </a:lnTo>
                <a:lnTo>
                  <a:pt x="74714" y="658279"/>
                </a:lnTo>
                <a:lnTo>
                  <a:pt x="105143" y="665988"/>
                </a:lnTo>
                <a:lnTo>
                  <a:pt x="116890" y="665162"/>
                </a:lnTo>
                <a:lnTo>
                  <a:pt x="154863" y="639699"/>
                </a:lnTo>
                <a:lnTo>
                  <a:pt x="157607" y="631939"/>
                </a:lnTo>
                <a:lnTo>
                  <a:pt x="158483" y="623316"/>
                </a:lnTo>
                <a:close/>
              </a:path>
              <a:path extrusionOk="0" h="666114" w="203200">
                <a:moveTo>
                  <a:pt x="158483" y="498348"/>
                </a:moveTo>
                <a:lnTo>
                  <a:pt x="157365" y="492620"/>
                </a:lnTo>
                <a:lnTo>
                  <a:pt x="154101" y="486727"/>
                </a:lnTo>
                <a:lnTo>
                  <a:pt x="148844" y="480568"/>
                </a:lnTo>
                <a:lnTo>
                  <a:pt x="141719" y="473964"/>
                </a:lnTo>
                <a:lnTo>
                  <a:pt x="137147" y="473964"/>
                </a:lnTo>
                <a:lnTo>
                  <a:pt x="140195" y="478536"/>
                </a:lnTo>
                <a:lnTo>
                  <a:pt x="143243" y="481584"/>
                </a:lnTo>
                <a:lnTo>
                  <a:pt x="143243" y="483108"/>
                </a:lnTo>
                <a:lnTo>
                  <a:pt x="144767" y="483108"/>
                </a:lnTo>
                <a:lnTo>
                  <a:pt x="144767" y="487680"/>
                </a:lnTo>
                <a:lnTo>
                  <a:pt x="141719" y="490728"/>
                </a:lnTo>
                <a:lnTo>
                  <a:pt x="76187" y="490728"/>
                </a:lnTo>
                <a:lnTo>
                  <a:pt x="70091" y="492252"/>
                </a:lnTo>
                <a:lnTo>
                  <a:pt x="67043" y="493776"/>
                </a:lnTo>
                <a:lnTo>
                  <a:pt x="62471" y="495300"/>
                </a:lnTo>
                <a:lnTo>
                  <a:pt x="57899" y="498348"/>
                </a:lnTo>
                <a:lnTo>
                  <a:pt x="56375" y="502920"/>
                </a:lnTo>
                <a:lnTo>
                  <a:pt x="53327" y="509016"/>
                </a:lnTo>
                <a:lnTo>
                  <a:pt x="51803" y="515112"/>
                </a:lnTo>
                <a:lnTo>
                  <a:pt x="51904" y="525780"/>
                </a:lnTo>
                <a:lnTo>
                  <a:pt x="52006" y="527304"/>
                </a:lnTo>
                <a:lnTo>
                  <a:pt x="52095" y="528828"/>
                </a:lnTo>
                <a:lnTo>
                  <a:pt x="71615" y="560832"/>
                </a:lnTo>
                <a:lnTo>
                  <a:pt x="83807" y="560832"/>
                </a:lnTo>
                <a:lnTo>
                  <a:pt x="85331" y="559308"/>
                </a:lnTo>
                <a:lnTo>
                  <a:pt x="86855" y="556260"/>
                </a:lnTo>
                <a:lnTo>
                  <a:pt x="88379" y="554736"/>
                </a:lnTo>
                <a:lnTo>
                  <a:pt x="88379" y="550164"/>
                </a:lnTo>
                <a:lnTo>
                  <a:pt x="86855" y="547116"/>
                </a:lnTo>
                <a:lnTo>
                  <a:pt x="83807" y="544068"/>
                </a:lnTo>
                <a:lnTo>
                  <a:pt x="80759" y="542544"/>
                </a:lnTo>
                <a:lnTo>
                  <a:pt x="68567" y="542544"/>
                </a:lnTo>
                <a:lnTo>
                  <a:pt x="62471" y="539496"/>
                </a:lnTo>
                <a:lnTo>
                  <a:pt x="59423" y="533400"/>
                </a:lnTo>
                <a:lnTo>
                  <a:pt x="59423" y="522732"/>
                </a:lnTo>
                <a:lnTo>
                  <a:pt x="60947" y="516636"/>
                </a:lnTo>
                <a:lnTo>
                  <a:pt x="65519" y="513588"/>
                </a:lnTo>
                <a:lnTo>
                  <a:pt x="68567" y="510540"/>
                </a:lnTo>
                <a:lnTo>
                  <a:pt x="76187" y="509016"/>
                </a:lnTo>
                <a:lnTo>
                  <a:pt x="89903" y="509016"/>
                </a:lnTo>
                <a:lnTo>
                  <a:pt x="94437" y="521614"/>
                </a:lnTo>
                <a:lnTo>
                  <a:pt x="98666" y="532066"/>
                </a:lnTo>
                <a:lnTo>
                  <a:pt x="102336" y="540524"/>
                </a:lnTo>
                <a:lnTo>
                  <a:pt x="105143" y="547116"/>
                </a:lnTo>
                <a:lnTo>
                  <a:pt x="109715" y="554736"/>
                </a:lnTo>
                <a:lnTo>
                  <a:pt x="114287" y="559308"/>
                </a:lnTo>
                <a:lnTo>
                  <a:pt x="120383" y="562356"/>
                </a:lnTo>
                <a:lnTo>
                  <a:pt x="123431" y="565404"/>
                </a:lnTo>
                <a:lnTo>
                  <a:pt x="140195" y="565404"/>
                </a:lnTo>
                <a:lnTo>
                  <a:pt x="146291" y="563880"/>
                </a:lnTo>
                <a:lnTo>
                  <a:pt x="155435" y="554736"/>
                </a:lnTo>
                <a:lnTo>
                  <a:pt x="158483" y="548640"/>
                </a:lnTo>
                <a:lnTo>
                  <a:pt x="158483" y="547116"/>
                </a:lnTo>
                <a:lnTo>
                  <a:pt x="158483" y="537972"/>
                </a:lnTo>
                <a:lnTo>
                  <a:pt x="155435" y="528828"/>
                </a:lnTo>
                <a:lnTo>
                  <a:pt x="153911" y="525780"/>
                </a:lnTo>
                <a:lnTo>
                  <a:pt x="149339" y="519684"/>
                </a:lnTo>
                <a:lnTo>
                  <a:pt x="144767" y="514350"/>
                </a:lnTo>
                <a:lnTo>
                  <a:pt x="144767" y="525780"/>
                </a:lnTo>
                <a:lnTo>
                  <a:pt x="144767" y="536448"/>
                </a:lnTo>
                <a:lnTo>
                  <a:pt x="143243" y="539496"/>
                </a:lnTo>
                <a:lnTo>
                  <a:pt x="140195" y="542544"/>
                </a:lnTo>
                <a:lnTo>
                  <a:pt x="135623" y="545592"/>
                </a:lnTo>
                <a:lnTo>
                  <a:pt x="132575" y="547116"/>
                </a:lnTo>
                <a:lnTo>
                  <a:pt x="123431" y="547116"/>
                </a:lnTo>
                <a:lnTo>
                  <a:pt x="105143" y="527304"/>
                </a:lnTo>
                <a:lnTo>
                  <a:pt x="102095" y="521208"/>
                </a:lnTo>
                <a:lnTo>
                  <a:pt x="97523" y="509016"/>
                </a:lnTo>
                <a:lnTo>
                  <a:pt x="134099" y="509016"/>
                </a:lnTo>
                <a:lnTo>
                  <a:pt x="141719" y="518160"/>
                </a:lnTo>
                <a:lnTo>
                  <a:pt x="144767" y="525780"/>
                </a:lnTo>
                <a:lnTo>
                  <a:pt x="144767" y="514350"/>
                </a:lnTo>
                <a:lnTo>
                  <a:pt x="140195" y="509016"/>
                </a:lnTo>
                <a:lnTo>
                  <a:pt x="147815" y="509016"/>
                </a:lnTo>
                <a:lnTo>
                  <a:pt x="152387" y="507492"/>
                </a:lnTo>
                <a:lnTo>
                  <a:pt x="153911" y="505968"/>
                </a:lnTo>
                <a:lnTo>
                  <a:pt x="156959" y="504444"/>
                </a:lnTo>
                <a:lnTo>
                  <a:pt x="158483" y="501396"/>
                </a:lnTo>
                <a:lnTo>
                  <a:pt x="158483" y="498348"/>
                </a:lnTo>
                <a:close/>
              </a:path>
              <a:path extrusionOk="0" h="666114" w="203200">
                <a:moveTo>
                  <a:pt x="158483" y="288036"/>
                </a:moveTo>
                <a:lnTo>
                  <a:pt x="157365" y="282968"/>
                </a:lnTo>
                <a:lnTo>
                  <a:pt x="154101" y="277177"/>
                </a:lnTo>
                <a:lnTo>
                  <a:pt x="148844" y="271106"/>
                </a:lnTo>
                <a:lnTo>
                  <a:pt x="141719" y="265176"/>
                </a:lnTo>
                <a:lnTo>
                  <a:pt x="137147" y="265176"/>
                </a:lnTo>
                <a:lnTo>
                  <a:pt x="140195" y="269748"/>
                </a:lnTo>
                <a:lnTo>
                  <a:pt x="143243" y="272796"/>
                </a:lnTo>
                <a:lnTo>
                  <a:pt x="143243" y="274320"/>
                </a:lnTo>
                <a:lnTo>
                  <a:pt x="144767" y="274320"/>
                </a:lnTo>
                <a:lnTo>
                  <a:pt x="144767" y="278892"/>
                </a:lnTo>
                <a:lnTo>
                  <a:pt x="141719" y="281940"/>
                </a:lnTo>
                <a:lnTo>
                  <a:pt x="76187" y="281940"/>
                </a:lnTo>
                <a:lnTo>
                  <a:pt x="70091" y="283464"/>
                </a:lnTo>
                <a:lnTo>
                  <a:pt x="67043" y="283464"/>
                </a:lnTo>
                <a:lnTo>
                  <a:pt x="57899" y="289560"/>
                </a:lnTo>
                <a:lnTo>
                  <a:pt x="56375" y="294132"/>
                </a:lnTo>
                <a:lnTo>
                  <a:pt x="53327" y="298704"/>
                </a:lnTo>
                <a:lnTo>
                  <a:pt x="51803" y="306324"/>
                </a:lnTo>
                <a:lnTo>
                  <a:pt x="51904" y="316992"/>
                </a:lnTo>
                <a:lnTo>
                  <a:pt x="52006" y="318516"/>
                </a:lnTo>
                <a:lnTo>
                  <a:pt x="52095" y="320040"/>
                </a:lnTo>
                <a:lnTo>
                  <a:pt x="71615" y="352044"/>
                </a:lnTo>
                <a:lnTo>
                  <a:pt x="83807" y="352044"/>
                </a:lnTo>
                <a:lnTo>
                  <a:pt x="85331" y="348996"/>
                </a:lnTo>
                <a:lnTo>
                  <a:pt x="88379" y="345948"/>
                </a:lnTo>
                <a:lnTo>
                  <a:pt x="88379" y="339852"/>
                </a:lnTo>
                <a:lnTo>
                  <a:pt x="83807" y="335280"/>
                </a:lnTo>
                <a:lnTo>
                  <a:pt x="80759" y="333756"/>
                </a:lnTo>
                <a:lnTo>
                  <a:pt x="68567" y="333756"/>
                </a:lnTo>
                <a:lnTo>
                  <a:pt x="62471" y="330708"/>
                </a:lnTo>
                <a:lnTo>
                  <a:pt x="60947" y="327660"/>
                </a:lnTo>
                <a:lnTo>
                  <a:pt x="59486" y="323278"/>
                </a:lnTo>
                <a:lnTo>
                  <a:pt x="59423" y="312420"/>
                </a:lnTo>
                <a:lnTo>
                  <a:pt x="60947" y="307848"/>
                </a:lnTo>
                <a:lnTo>
                  <a:pt x="65519" y="304800"/>
                </a:lnTo>
                <a:lnTo>
                  <a:pt x="68567" y="301752"/>
                </a:lnTo>
                <a:lnTo>
                  <a:pt x="76187" y="300228"/>
                </a:lnTo>
                <a:lnTo>
                  <a:pt x="89903" y="300228"/>
                </a:lnTo>
                <a:lnTo>
                  <a:pt x="94437" y="312826"/>
                </a:lnTo>
                <a:lnTo>
                  <a:pt x="98666" y="323278"/>
                </a:lnTo>
                <a:lnTo>
                  <a:pt x="102336" y="331736"/>
                </a:lnTo>
                <a:lnTo>
                  <a:pt x="105143" y="338328"/>
                </a:lnTo>
                <a:lnTo>
                  <a:pt x="114287" y="350520"/>
                </a:lnTo>
                <a:lnTo>
                  <a:pt x="123431" y="355092"/>
                </a:lnTo>
                <a:lnTo>
                  <a:pt x="128003" y="356616"/>
                </a:lnTo>
                <a:lnTo>
                  <a:pt x="140195" y="356616"/>
                </a:lnTo>
                <a:lnTo>
                  <a:pt x="146291" y="355092"/>
                </a:lnTo>
                <a:lnTo>
                  <a:pt x="155435" y="345948"/>
                </a:lnTo>
                <a:lnTo>
                  <a:pt x="158483" y="339852"/>
                </a:lnTo>
                <a:lnTo>
                  <a:pt x="158483" y="338328"/>
                </a:lnTo>
                <a:lnTo>
                  <a:pt x="158483" y="327660"/>
                </a:lnTo>
                <a:lnTo>
                  <a:pt x="156959" y="324612"/>
                </a:lnTo>
                <a:lnTo>
                  <a:pt x="155435" y="320040"/>
                </a:lnTo>
                <a:lnTo>
                  <a:pt x="153911" y="316992"/>
                </a:lnTo>
                <a:lnTo>
                  <a:pt x="149339" y="310896"/>
                </a:lnTo>
                <a:lnTo>
                  <a:pt x="144767" y="305562"/>
                </a:lnTo>
                <a:lnTo>
                  <a:pt x="144767" y="316992"/>
                </a:lnTo>
                <a:lnTo>
                  <a:pt x="144767" y="326136"/>
                </a:lnTo>
                <a:lnTo>
                  <a:pt x="143243" y="330708"/>
                </a:lnTo>
                <a:lnTo>
                  <a:pt x="140195" y="333756"/>
                </a:lnTo>
                <a:lnTo>
                  <a:pt x="135623" y="336804"/>
                </a:lnTo>
                <a:lnTo>
                  <a:pt x="132575" y="338328"/>
                </a:lnTo>
                <a:lnTo>
                  <a:pt x="123431" y="338328"/>
                </a:lnTo>
                <a:lnTo>
                  <a:pt x="102095" y="310896"/>
                </a:lnTo>
                <a:lnTo>
                  <a:pt x="97523" y="300228"/>
                </a:lnTo>
                <a:lnTo>
                  <a:pt x="134099" y="300228"/>
                </a:lnTo>
                <a:lnTo>
                  <a:pt x="141719" y="309372"/>
                </a:lnTo>
                <a:lnTo>
                  <a:pt x="144767" y="316992"/>
                </a:lnTo>
                <a:lnTo>
                  <a:pt x="144767" y="305562"/>
                </a:lnTo>
                <a:lnTo>
                  <a:pt x="140195" y="300228"/>
                </a:lnTo>
                <a:lnTo>
                  <a:pt x="147815" y="300228"/>
                </a:lnTo>
                <a:lnTo>
                  <a:pt x="152387" y="298704"/>
                </a:lnTo>
                <a:lnTo>
                  <a:pt x="153911" y="297180"/>
                </a:lnTo>
                <a:lnTo>
                  <a:pt x="156959" y="295656"/>
                </a:lnTo>
                <a:lnTo>
                  <a:pt x="158483" y="292608"/>
                </a:lnTo>
                <a:lnTo>
                  <a:pt x="158483" y="288036"/>
                </a:lnTo>
                <a:close/>
              </a:path>
              <a:path extrusionOk="0" h="666114" w="203200">
                <a:moveTo>
                  <a:pt x="158483" y="39624"/>
                </a:moveTo>
                <a:lnTo>
                  <a:pt x="133718" y="4381"/>
                </a:lnTo>
                <a:lnTo>
                  <a:pt x="118859" y="0"/>
                </a:lnTo>
                <a:lnTo>
                  <a:pt x="117335" y="3048"/>
                </a:lnTo>
                <a:lnTo>
                  <a:pt x="126479" y="6096"/>
                </a:lnTo>
                <a:lnTo>
                  <a:pt x="132575" y="9144"/>
                </a:lnTo>
                <a:lnTo>
                  <a:pt x="135623" y="15240"/>
                </a:lnTo>
                <a:lnTo>
                  <a:pt x="138671" y="19812"/>
                </a:lnTo>
                <a:lnTo>
                  <a:pt x="140195" y="24384"/>
                </a:lnTo>
                <a:lnTo>
                  <a:pt x="140195" y="31915"/>
                </a:lnTo>
                <a:lnTo>
                  <a:pt x="139369" y="38849"/>
                </a:lnTo>
                <a:lnTo>
                  <a:pt x="104432" y="67779"/>
                </a:lnTo>
                <a:lnTo>
                  <a:pt x="94475" y="68580"/>
                </a:lnTo>
                <a:lnTo>
                  <a:pt x="94475" y="22860"/>
                </a:lnTo>
                <a:lnTo>
                  <a:pt x="94475" y="0"/>
                </a:lnTo>
                <a:lnTo>
                  <a:pt x="86855" y="482"/>
                </a:lnTo>
                <a:lnTo>
                  <a:pt x="86855" y="22860"/>
                </a:lnTo>
                <a:lnTo>
                  <a:pt x="86855" y="68580"/>
                </a:lnTo>
                <a:lnTo>
                  <a:pt x="77711" y="67056"/>
                </a:lnTo>
                <a:lnTo>
                  <a:pt x="71615" y="64008"/>
                </a:lnTo>
                <a:lnTo>
                  <a:pt x="62471" y="54864"/>
                </a:lnTo>
                <a:lnTo>
                  <a:pt x="59423" y="50292"/>
                </a:lnTo>
                <a:lnTo>
                  <a:pt x="59423" y="39624"/>
                </a:lnTo>
                <a:lnTo>
                  <a:pt x="60947" y="36576"/>
                </a:lnTo>
                <a:lnTo>
                  <a:pt x="62572" y="31915"/>
                </a:lnTo>
                <a:lnTo>
                  <a:pt x="68567" y="25908"/>
                </a:lnTo>
                <a:lnTo>
                  <a:pt x="73139" y="24384"/>
                </a:lnTo>
                <a:lnTo>
                  <a:pt x="76187" y="22860"/>
                </a:lnTo>
                <a:lnTo>
                  <a:pt x="86855" y="22860"/>
                </a:lnTo>
                <a:lnTo>
                  <a:pt x="86855" y="482"/>
                </a:lnTo>
                <a:lnTo>
                  <a:pt x="85001" y="596"/>
                </a:lnTo>
                <a:lnTo>
                  <a:pt x="52425" y="29527"/>
                </a:lnTo>
                <a:lnTo>
                  <a:pt x="51917" y="36576"/>
                </a:lnTo>
                <a:lnTo>
                  <a:pt x="51955" y="39624"/>
                </a:lnTo>
                <a:lnTo>
                  <a:pt x="73888" y="76111"/>
                </a:lnTo>
                <a:lnTo>
                  <a:pt x="106667" y="83820"/>
                </a:lnTo>
                <a:lnTo>
                  <a:pt x="117551" y="82969"/>
                </a:lnTo>
                <a:lnTo>
                  <a:pt x="127431" y="80391"/>
                </a:lnTo>
                <a:lnTo>
                  <a:pt x="136461" y="76111"/>
                </a:lnTo>
                <a:lnTo>
                  <a:pt x="144767" y="70104"/>
                </a:lnTo>
                <a:lnTo>
                  <a:pt x="146227" y="68580"/>
                </a:lnTo>
                <a:lnTo>
                  <a:pt x="150774" y="63842"/>
                </a:lnTo>
                <a:lnTo>
                  <a:pt x="155054" y="56578"/>
                </a:lnTo>
                <a:lnTo>
                  <a:pt x="157632" y="48463"/>
                </a:lnTo>
                <a:lnTo>
                  <a:pt x="158483" y="39624"/>
                </a:lnTo>
                <a:close/>
              </a:path>
              <a:path extrusionOk="0" h="666114" w="203200">
                <a:moveTo>
                  <a:pt x="158496" y="211836"/>
                </a:moveTo>
                <a:lnTo>
                  <a:pt x="157632" y="202958"/>
                </a:lnTo>
                <a:lnTo>
                  <a:pt x="155067" y="194500"/>
                </a:lnTo>
                <a:lnTo>
                  <a:pt x="150876" y="186537"/>
                </a:lnTo>
                <a:lnTo>
                  <a:pt x="150876" y="199644"/>
                </a:lnTo>
                <a:lnTo>
                  <a:pt x="150876" y="210312"/>
                </a:lnTo>
                <a:lnTo>
                  <a:pt x="149352" y="213360"/>
                </a:lnTo>
                <a:lnTo>
                  <a:pt x="146304" y="222504"/>
                </a:lnTo>
                <a:lnTo>
                  <a:pt x="140208" y="228600"/>
                </a:lnTo>
                <a:lnTo>
                  <a:pt x="79248" y="228600"/>
                </a:lnTo>
                <a:lnTo>
                  <a:pt x="74676" y="225552"/>
                </a:lnTo>
                <a:lnTo>
                  <a:pt x="71628" y="220980"/>
                </a:lnTo>
                <a:lnTo>
                  <a:pt x="68580" y="214884"/>
                </a:lnTo>
                <a:lnTo>
                  <a:pt x="67056" y="210312"/>
                </a:lnTo>
                <a:lnTo>
                  <a:pt x="67056" y="199644"/>
                </a:lnTo>
                <a:lnTo>
                  <a:pt x="106667" y="178320"/>
                </a:lnTo>
                <a:lnTo>
                  <a:pt x="117271" y="178879"/>
                </a:lnTo>
                <a:lnTo>
                  <a:pt x="150876" y="199644"/>
                </a:lnTo>
                <a:lnTo>
                  <a:pt x="150876" y="186537"/>
                </a:lnTo>
                <a:lnTo>
                  <a:pt x="150774" y="186334"/>
                </a:lnTo>
                <a:lnTo>
                  <a:pt x="144678" y="178193"/>
                </a:lnTo>
                <a:lnTo>
                  <a:pt x="135940" y="170307"/>
                </a:lnTo>
                <a:lnTo>
                  <a:pt x="125539" y="164592"/>
                </a:lnTo>
                <a:lnTo>
                  <a:pt x="113703" y="161163"/>
                </a:lnTo>
                <a:lnTo>
                  <a:pt x="100584" y="160020"/>
                </a:lnTo>
                <a:lnTo>
                  <a:pt x="89738" y="160858"/>
                </a:lnTo>
                <a:lnTo>
                  <a:pt x="55245" y="184594"/>
                </a:lnTo>
                <a:lnTo>
                  <a:pt x="51816" y="198120"/>
                </a:lnTo>
                <a:lnTo>
                  <a:pt x="52971" y="206108"/>
                </a:lnTo>
                <a:lnTo>
                  <a:pt x="56578" y="213931"/>
                </a:lnTo>
                <a:lnTo>
                  <a:pt x="62738" y="221488"/>
                </a:lnTo>
                <a:lnTo>
                  <a:pt x="71628" y="228600"/>
                </a:lnTo>
                <a:lnTo>
                  <a:pt x="0" y="228600"/>
                </a:lnTo>
                <a:lnTo>
                  <a:pt x="0" y="234696"/>
                </a:lnTo>
                <a:lnTo>
                  <a:pt x="12192" y="262128"/>
                </a:lnTo>
                <a:lnTo>
                  <a:pt x="15240" y="262128"/>
                </a:lnTo>
                <a:lnTo>
                  <a:pt x="13716" y="259080"/>
                </a:lnTo>
                <a:lnTo>
                  <a:pt x="13716" y="251460"/>
                </a:lnTo>
                <a:lnTo>
                  <a:pt x="15240" y="249936"/>
                </a:lnTo>
                <a:lnTo>
                  <a:pt x="18288" y="248412"/>
                </a:lnTo>
                <a:lnTo>
                  <a:pt x="22860" y="248412"/>
                </a:lnTo>
                <a:lnTo>
                  <a:pt x="30480" y="246888"/>
                </a:lnTo>
                <a:lnTo>
                  <a:pt x="146304" y="246888"/>
                </a:lnTo>
                <a:lnTo>
                  <a:pt x="150876" y="240792"/>
                </a:lnTo>
                <a:lnTo>
                  <a:pt x="153924" y="234696"/>
                </a:lnTo>
                <a:lnTo>
                  <a:pt x="155448" y="228600"/>
                </a:lnTo>
                <a:lnTo>
                  <a:pt x="156972" y="224028"/>
                </a:lnTo>
                <a:lnTo>
                  <a:pt x="158496" y="217932"/>
                </a:lnTo>
                <a:lnTo>
                  <a:pt x="158496" y="211836"/>
                </a:lnTo>
                <a:close/>
              </a:path>
              <a:path extrusionOk="0" h="666114" w="203200">
                <a:moveTo>
                  <a:pt x="202679" y="425196"/>
                </a:moveTo>
                <a:lnTo>
                  <a:pt x="199631" y="425196"/>
                </a:lnTo>
                <a:lnTo>
                  <a:pt x="199631" y="434340"/>
                </a:lnTo>
                <a:lnTo>
                  <a:pt x="195059" y="438912"/>
                </a:lnTo>
                <a:lnTo>
                  <a:pt x="193535" y="438912"/>
                </a:lnTo>
                <a:lnTo>
                  <a:pt x="192011" y="440436"/>
                </a:lnTo>
                <a:lnTo>
                  <a:pt x="147815" y="440436"/>
                </a:lnTo>
                <a:lnTo>
                  <a:pt x="152387" y="437388"/>
                </a:lnTo>
                <a:lnTo>
                  <a:pt x="155435" y="431292"/>
                </a:lnTo>
                <a:lnTo>
                  <a:pt x="158483" y="422148"/>
                </a:lnTo>
                <a:lnTo>
                  <a:pt x="158483" y="417576"/>
                </a:lnTo>
                <a:lnTo>
                  <a:pt x="157632" y="408749"/>
                </a:lnTo>
                <a:lnTo>
                  <a:pt x="157530" y="408432"/>
                </a:lnTo>
                <a:lnTo>
                  <a:pt x="155054" y="400621"/>
                </a:lnTo>
                <a:lnTo>
                  <a:pt x="150863" y="393522"/>
                </a:lnTo>
                <a:lnTo>
                  <a:pt x="150863" y="409956"/>
                </a:lnTo>
                <a:lnTo>
                  <a:pt x="150863" y="423672"/>
                </a:lnTo>
                <a:lnTo>
                  <a:pt x="149339" y="428244"/>
                </a:lnTo>
                <a:lnTo>
                  <a:pt x="146291" y="431292"/>
                </a:lnTo>
                <a:lnTo>
                  <a:pt x="143243" y="435864"/>
                </a:lnTo>
                <a:lnTo>
                  <a:pt x="138671" y="438912"/>
                </a:lnTo>
                <a:lnTo>
                  <a:pt x="134099" y="438912"/>
                </a:lnTo>
                <a:lnTo>
                  <a:pt x="132575" y="440436"/>
                </a:lnTo>
                <a:lnTo>
                  <a:pt x="80759" y="440436"/>
                </a:lnTo>
                <a:lnTo>
                  <a:pt x="74663" y="434340"/>
                </a:lnTo>
                <a:lnTo>
                  <a:pt x="71615" y="429768"/>
                </a:lnTo>
                <a:lnTo>
                  <a:pt x="70091" y="426720"/>
                </a:lnTo>
                <a:lnTo>
                  <a:pt x="67043" y="423672"/>
                </a:lnTo>
                <a:lnTo>
                  <a:pt x="67043" y="409956"/>
                </a:lnTo>
                <a:lnTo>
                  <a:pt x="70091" y="405384"/>
                </a:lnTo>
                <a:lnTo>
                  <a:pt x="82740" y="395935"/>
                </a:lnTo>
                <a:lnTo>
                  <a:pt x="90855" y="392620"/>
                </a:lnTo>
                <a:lnTo>
                  <a:pt x="100533" y="390715"/>
                </a:lnTo>
                <a:lnTo>
                  <a:pt x="100838" y="390715"/>
                </a:lnTo>
                <a:lnTo>
                  <a:pt x="111239" y="390144"/>
                </a:lnTo>
                <a:lnTo>
                  <a:pt x="147815" y="403860"/>
                </a:lnTo>
                <a:lnTo>
                  <a:pt x="150863" y="409956"/>
                </a:lnTo>
                <a:lnTo>
                  <a:pt x="150863" y="393522"/>
                </a:lnTo>
                <a:lnTo>
                  <a:pt x="113284" y="372694"/>
                </a:lnTo>
                <a:lnTo>
                  <a:pt x="112788" y="372694"/>
                </a:lnTo>
                <a:lnTo>
                  <a:pt x="100571" y="371856"/>
                </a:lnTo>
                <a:lnTo>
                  <a:pt x="63995" y="384048"/>
                </a:lnTo>
                <a:lnTo>
                  <a:pt x="54978" y="395287"/>
                </a:lnTo>
                <a:lnTo>
                  <a:pt x="52641" y="401624"/>
                </a:lnTo>
                <a:lnTo>
                  <a:pt x="51803" y="408432"/>
                </a:lnTo>
                <a:lnTo>
                  <a:pt x="51803" y="414528"/>
                </a:lnTo>
                <a:lnTo>
                  <a:pt x="53327" y="420624"/>
                </a:lnTo>
                <a:lnTo>
                  <a:pt x="56375" y="425196"/>
                </a:lnTo>
                <a:lnTo>
                  <a:pt x="67043" y="435864"/>
                </a:lnTo>
                <a:lnTo>
                  <a:pt x="74663" y="440436"/>
                </a:lnTo>
                <a:lnTo>
                  <a:pt x="51803" y="440436"/>
                </a:lnTo>
                <a:lnTo>
                  <a:pt x="51803" y="445008"/>
                </a:lnTo>
                <a:lnTo>
                  <a:pt x="63995" y="473964"/>
                </a:lnTo>
                <a:lnTo>
                  <a:pt x="67043" y="472440"/>
                </a:lnTo>
                <a:lnTo>
                  <a:pt x="65519" y="470916"/>
                </a:lnTo>
                <a:lnTo>
                  <a:pt x="65519" y="463296"/>
                </a:lnTo>
                <a:lnTo>
                  <a:pt x="67043" y="461772"/>
                </a:lnTo>
                <a:lnTo>
                  <a:pt x="67043" y="460248"/>
                </a:lnTo>
                <a:lnTo>
                  <a:pt x="70091" y="460248"/>
                </a:lnTo>
                <a:lnTo>
                  <a:pt x="71615" y="458724"/>
                </a:lnTo>
                <a:lnTo>
                  <a:pt x="192011" y="458724"/>
                </a:lnTo>
                <a:lnTo>
                  <a:pt x="193535" y="460248"/>
                </a:lnTo>
                <a:lnTo>
                  <a:pt x="195059" y="460248"/>
                </a:lnTo>
                <a:lnTo>
                  <a:pt x="196583" y="461772"/>
                </a:lnTo>
                <a:lnTo>
                  <a:pt x="196583" y="463296"/>
                </a:lnTo>
                <a:lnTo>
                  <a:pt x="199631" y="469392"/>
                </a:lnTo>
                <a:lnTo>
                  <a:pt x="199631" y="477012"/>
                </a:lnTo>
                <a:lnTo>
                  <a:pt x="202679" y="477012"/>
                </a:lnTo>
                <a:lnTo>
                  <a:pt x="202679" y="458724"/>
                </a:lnTo>
                <a:lnTo>
                  <a:pt x="202679" y="425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94" name="Google Shape;1994;p33"/>
          <p:cNvPicPr preferRelativeResize="0"/>
          <p:nvPr/>
        </p:nvPicPr>
        <p:blipFill rotWithShape="1">
          <a:blip r:embed="rId100">
            <a:alphaModFix/>
          </a:blip>
          <a:srcRect b="0" l="0" r="0" t="0"/>
          <a:stretch/>
        </p:blipFill>
        <p:spPr>
          <a:xfrm>
            <a:off x="5832347" y="2037588"/>
            <a:ext cx="158495" cy="78028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5" name="Google Shape;1995;p33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1996" name="Google Shape;1996;p33"/>
            <p:cNvPicPr preferRelativeResize="0"/>
            <p:nvPr/>
          </p:nvPicPr>
          <p:blipFill rotWithShape="1">
            <a:blip r:embed="rId101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97" name="Google Shape;1997;p33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98" name="Google Shape;1998;p33"/>
          <p:cNvPicPr preferRelativeResize="0"/>
          <p:nvPr/>
        </p:nvPicPr>
        <p:blipFill rotWithShape="1">
          <a:blip r:embed="rId102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9" name="Google Shape;1999;p33"/>
          <p:cNvPicPr preferRelativeResize="0"/>
          <p:nvPr/>
        </p:nvPicPr>
        <p:blipFill rotWithShape="1">
          <a:blip r:embed="rId103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00" name="Google Shape;2000;p33"/>
          <p:cNvGrpSpPr/>
          <p:nvPr/>
        </p:nvGrpSpPr>
        <p:grpSpPr>
          <a:xfrm>
            <a:off x="1525523" y="8659367"/>
            <a:ext cx="153925" cy="463803"/>
            <a:chOff x="1525523" y="8659367"/>
            <a:chExt cx="153925" cy="463803"/>
          </a:xfrm>
        </p:grpSpPr>
        <p:sp>
          <p:nvSpPr>
            <p:cNvPr id="2001" name="Google Shape;2001;p33"/>
            <p:cNvSpPr/>
            <p:nvPr/>
          </p:nvSpPr>
          <p:spPr>
            <a:xfrm>
              <a:off x="1525524" y="9064751"/>
              <a:ext cx="151130" cy="58419"/>
            </a:xfrm>
            <a:custGeom>
              <a:rect b="b" l="l" r="r" t="t"/>
              <a:pathLst>
                <a:path extrusionOk="0" h="58420" w="151130">
                  <a:moveTo>
                    <a:pt x="16764" y="57911"/>
                  </a:moveTo>
                  <a:lnTo>
                    <a:pt x="0" y="22859"/>
                  </a:lnTo>
                  <a:lnTo>
                    <a:pt x="0" y="18287"/>
                  </a:lnTo>
                  <a:lnTo>
                    <a:pt x="138684" y="18287"/>
                  </a:lnTo>
                  <a:lnTo>
                    <a:pt x="141732" y="16763"/>
                  </a:lnTo>
                  <a:lnTo>
                    <a:pt x="143256" y="16763"/>
                  </a:lnTo>
                  <a:lnTo>
                    <a:pt x="146304" y="13715"/>
                  </a:lnTo>
                  <a:lnTo>
                    <a:pt x="147828" y="10667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7828" y="44195"/>
                  </a:lnTo>
                  <a:lnTo>
                    <a:pt x="146304" y="42671"/>
                  </a:lnTo>
                  <a:lnTo>
                    <a:pt x="144780" y="39623"/>
                  </a:lnTo>
                  <a:lnTo>
                    <a:pt x="143256" y="38099"/>
                  </a:lnTo>
                  <a:lnTo>
                    <a:pt x="141732" y="38099"/>
                  </a:lnTo>
                  <a:lnTo>
                    <a:pt x="140208" y="36575"/>
                  </a:lnTo>
                  <a:lnTo>
                    <a:pt x="25908" y="36575"/>
                  </a:lnTo>
                  <a:lnTo>
                    <a:pt x="22860" y="38099"/>
                  </a:lnTo>
                  <a:lnTo>
                    <a:pt x="21336" y="38099"/>
                  </a:lnTo>
                  <a:lnTo>
                    <a:pt x="18288" y="41147"/>
                  </a:lnTo>
                  <a:lnTo>
                    <a:pt x="16764" y="41147"/>
                  </a:lnTo>
                  <a:lnTo>
                    <a:pt x="16764" y="48767"/>
                  </a:lnTo>
                  <a:lnTo>
                    <a:pt x="18288" y="51815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02" name="Google Shape;2002;p33"/>
            <p:cNvPicPr preferRelativeResize="0"/>
            <p:nvPr/>
          </p:nvPicPr>
          <p:blipFill rotWithShape="1">
            <a:blip r:embed="rId104">
              <a:alphaModFix/>
            </a:blip>
            <a:srcRect b="0" l="0" r="0" t="0"/>
            <a:stretch/>
          </p:blipFill>
          <p:spPr>
            <a:xfrm>
              <a:off x="1525524" y="8823959"/>
              <a:ext cx="152400" cy="2042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03" name="Google Shape;2003;p33"/>
            <p:cNvPicPr preferRelativeResize="0"/>
            <p:nvPr/>
          </p:nvPicPr>
          <p:blipFill rotWithShape="1">
            <a:blip r:embed="rId105">
              <a:alphaModFix/>
            </a:blip>
            <a:srcRect b="0" l="0" r="0" t="0"/>
            <a:stretch/>
          </p:blipFill>
          <p:spPr>
            <a:xfrm>
              <a:off x="1525523" y="8715755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04" name="Google Shape;2004;p33"/>
            <p:cNvSpPr/>
            <p:nvPr/>
          </p:nvSpPr>
          <p:spPr>
            <a:xfrm>
              <a:off x="1572768" y="8659367"/>
              <a:ext cx="106680" cy="24765"/>
            </a:xfrm>
            <a:custGeom>
              <a:rect b="b" l="l" r="r" t="t"/>
              <a:pathLst>
                <a:path extrusionOk="0" h="24765" w="106680">
                  <a:moveTo>
                    <a:pt x="18288" y="24384"/>
                  </a:moveTo>
                  <a:lnTo>
                    <a:pt x="6096" y="24384"/>
                  </a:lnTo>
                  <a:lnTo>
                    <a:pt x="4572" y="21336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5240" y="0"/>
                  </a:lnTo>
                  <a:lnTo>
                    <a:pt x="18288" y="1524"/>
                  </a:lnTo>
                  <a:lnTo>
                    <a:pt x="22860" y="6096"/>
                  </a:lnTo>
                  <a:lnTo>
                    <a:pt x="24384" y="9144"/>
                  </a:lnTo>
                  <a:lnTo>
                    <a:pt x="24384" y="16764"/>
                  </a:lnTo>
                  <a:lnTo>
                    <a:pt x="22860" y="18288"/>
                  </a:lnTo>
                  <a:lnTo>
                    <a:pt x="21336" y="21336"/>
                  </a:lnTo>
                  <a:lnTo>
                    <a:pt x="18288" y="24384"/>
                  </a:lnTo>
                  <a:close/>
                </a:path>
                <a:path extrusionOk="0" h="24765" w="106680">
                  <a:moveTo>
                    <a:pt x="100584" y="24384"/>
                  </a:moveTo>
                  <a:lnTo>
                    <a:pt x="88392" y="24384"/>
                  </a:lnTo>
                  <a:lnTo>
                    <a:pt x="86868" y="21336"/>
                  </a:lnTo>
                  <a:lnTo>
                    <a:pt x="82296" y="16764"/>
                  </a:lnTo>
                  <a:lnTo>
                    <a:pt x="82296" y="9144"/>
                  </a:lnTo>
                  <a:lnTo>
                    <a:pt x="83820" y="6096"/>
                  </a:lnTo>
                  <a:lnTo>
                    <a:pt x="86868" y="4572"/>
                  </a:lnTo>
                  <a:lnTo>
                    <a:pt x="88392" y="1524"/>
                  </a:lnTo>
                  <a:lnTo>
                    <a:pt x="91440" y="0"/>
                  </a:lnTo>
                  <a:lnTo>
                    <a:pt x="97536" y="0"/>
                  </a:lnTo>
                  <a:lnTo>
                    <a:pt x="100584" y="1524"/>
                  </a:lnTo>
                  <a:lnTo>
                    <a:pt x="105156" y="6096"/>
                  </a:lnTo>
                  <a:lnTo>
                    <a:pt x="106680" y="9144"/>
                  </a:lnTo>
                  <a:lnTo>
                    <a:pt x="106680" y="16764"/>
                  </a:lnTo>
                  <a:lnTo>
                    <a:pt x="105156" y="18288"/>
                  </a:lnTo>
                  <a:lnTo>
                    <a:pt x="103632" y="21336"/>
                  </a:lnTo>
                  <a:lnTo>
                    <a:pt x="100584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05" name="Google Shape;2005;p33"/>
          <p:cNvSpPr/>
          <p:nvPr/>
        </p:nvSpPr>
        <p:spPr>
          <a:xfrm>
            <a:off x="1528572" y="7991856"/>
            <a:ext cx="195580" cy="576580"/>
          </a:xfrm>
          <a:custGeom>
            <a:rect b="b" l="l" r="r" t="t"/>
            <a:pathLst>
              <a:path extrusionOk="0" h="576579" w="195580">
                <a:moveTo>
                  <a:pt x="150863" y="358140"/>
                </a:moveTo>
                <a:lnTo>
                  <a:pt x="143243" y="330454"/>
                </a:lnTo>
                <a:lnTo>
                  <a:pt x="143243" y="352044"/>
                </a:lnTo>
                <a:lnTo>
                  <a:pt x="142367" y="359498"/>
                </a:lnTo>
                <a:lnTo>
                  <a:pt x="110667" y="381952"/>
                </a:lnTo>
                <a:lnTo>
                  <a:pt x="89903" y="384048"/>
                </a:lnTo>
                <a:lnTo>
                  <a:pt x="73139" y="384048"/>
                </a:lnTo>
                <a:lnTo>
                  <a:pt x="67043" y="381000"/>
                </a:lnTo>
                <a:lnTo>
                  <a:pt x="57899" y="374904"/>
                </a:lnTo>
                <a:lnTo>
                  <a:pt x="54851" y="371856"/>
                </a:lnTo>
                <a:lnTo>
                  <a:pt x="54749" y="371551"/>
                </a:lnTo>
                <a:lnTo>
                  <a:pt x="53327" y="367284"/>
                </a:lnTo>
                <a:lnTo>
                  <a:pt x="51803" y="364236"/>
                </a:lnTo>
                <a:lnTo>
                  <a:pt x="51803" y="352044"/>
                </a:lnTo>
                <a:lnTo>
                  <a:pt x="92265" y="328498"/>
                </a:lnTo>
                <a:lnTo>
                  <a:pt x="105143" y="327660"/>
                </a:lnTo>
                <a:lnTo>
                  <a:pt x="114820" y="328218"/>
                </a:lnTo>
                <a:lnTo>
                  <a:pt x="143243" y="352044"/>
                </a:lnTo>
                <a:lnTo>
                  <a:pt x="143243" y="330454"/>
                </a:lnTo>
                <a:lnTo>
                  <a:pt x="109715" y="309943"/>
                </a:lnTo>
                <a:lnTo>
                  <a:pt x="95999" y="307848"/>
                </a:lnTo>
                <a:lnTo>
                  <a:pt x="86906" y="308686"/>
                </a:lnTo>
                <a:lnTo>
                  <a:pt x="54343" y="327660"/>
                </a:lnTo>
                <a:lnTo>
                  <a:pt x="48755" y="336042"/>
                </a:lnTo>
                <a:lnTo>
                  <a:pt x="45326" y="345757"/>
                </a:lnTo>
                <a:lnTo>
                  <a:pt x="45313" y="345948"/>
                </a:lnTo>
                <a:lnTo>
                  <a:pt x="44183" y="356616"/>
                </a:lnTo>
                <a:lnTo>
                  <a:pt x="44183" y="364236"/>
                </a:lnTo>
                <a:lnTo>
                  <a:pt x="50279" y="379476"/>
                </a:lnTo>
                <a:lnTo>
                  <a:pt x="85331" y="402526"/>
                </a:lnTo>
                <a:lnTo>
                  <a:pt x="99047" y="403860"/>
                </a:lnTo>
                <a:lnTo>
                  <a:pt x="108153" y="403275"/>
                </a:lnTo>
                <a:lnTo>
                  <a:pt x="141770" y="384048"/>
                </a:lnTo>
                <a:lnTo>
                  <a:pt x="149821" y="367284"/>
                </a:lnTo>
                <a:lnTo>
                  <a:pt x="150863" y="358140"/>
                </a:lnTo>
                <a:close/>
              </a:path>
              <a:path extrusionOk="0" h="576579" w="195580">
                <a:moveTo>
                  <a:pt x="150863" y="140208"/>
                </a:moveTo>
                <a:lnTo>
                  <a:pt x="127812" y="104203"/>
                </a:lnTo>
                <a:lnTo>
                  <a:pt x="109715" y="97536"/>
                </a:lnTo>
                <a:lnTo>
                  <a:pt x="108191" y="100584"/>
                </a:lnTo>
                <a:lnTo>
                  <a:pt x="123431" y="108204"/>
                </a:lnTo>
                <a:lnTo>
                  <a:pt x="126479" y="112776"/>
                </a:lnTo>
                <a:lnTo>
                  <a:pt x="131051" y="118872"/>
                </a:lnTo>
                <a:lnTo>
                  <a:pt x="132575" y="124968"/>
                </a:lnTo>
                <a:lnTo>
                  <a:pt x="132575" y="131064"/>
                </a:lnTo>
                <a:lnTo>
                  <a:pt x="104762" y="161544"/>
                </a:lnTo>
                <a:lnTo>
                  <a:pt x="88379" y="163068"/>
                </a:lnTo>
                <a:lnTo>
                  <a:pt x="79794" y="162737"/>
                </a:lnTo>
                <a:lnTo>
                  <a:pt x="51803" y="144780"/>
                </a:lnTo>
                <a:lnTo>
                  <a:pt x="51803" y="134112"/>
                </a:lnTo>
                <a:lnTo>
                  <a:pt x="54851" y="128016"/>
                </a:lnTo>
                <a:lnTo>
                  <a:pt x="60947" y="124968"/>
                </a:lnTo>
                <a:lnTo>
                  <a:pt x="65519" y="123444"/>
                </a:lnTo>
                <a:lnTo>
                  <a:pt x="70091" y="123444"/>
                </a:lnTo>
                <a:lnTo>
                  <a:pt x="73139" y="120396"/>
                </a:lnTo>
                <a:lnTo>
                  <a:pt x="76187" y="118872"/>
                </a:lnTo>
                <a:lnTo>
                  <a:pt x="77711" y="115824"/>
                </a:lnTo>
                <a:lnTo>
                  <a:pt x="77711" y="106680"/>
                </a:lnTo>
                <a:lnTo>
                  <a:pt x="74663" y="105156"/>
                </a:lnTo>
                <a:lnTo>
                  <a:pt x="71615" y="102108"/>
                </a:lnTo>
                <a:lnTo>
                  <a:pt x="62471" y="102108"/>
                </a:lnTo>
                <a:lnTo>
                  <a:pt x="57899" y="105156"/>
                </a:lnTo>
                <a:lnTo>
                  <a:pt x="44183" y="135636"/>
                </a:lnTo>
                <a:lnTo>
                  <a:pt x="45072" y="144500"/>
                </a:lnTo>
                <a:lnTo>
                  <a:pt x="76187" y="177927"/>
                </a:lnTo>
                <a:lnTo>
                  <a:pt x="97523" y="181356"/>
                </a:lnTo>
                <a:lnTo>
                  <a:pt x="109296" y="180746"/>
                </a:lnTo>
                <a:lnTo>
                  <a:pt x="143154" y="162928"/>
                </a:lnTo>
                <a:lnTo>
                  <a:pt x="150012" y="148170"/>
                </a:lnTo>
                <a:lnTo>
                  <a:pt x="150863" y="140208"/>
                </a:lnTo>
                <a:close/>
              </a:path>
              <a:path extrusionOk="0" h="576579" w="195580">
                <a:moveTo>
                  <a:pt x="150876" y="434340"/>
                </a:moveTo>
                <a:lnTo>
                  <a:pt x="12192" y="434340"/>
                </a:lnTo>
                <a:lnTo>
                  <a:pt x="9144" y="432816"/>
                </a:lnTo>
                <a:lnTo>
                  <a:pt x="4572" y="429768"/>
                </a:lnTo>
                <a:lnTo>
                  <a:pt x="3048" y="425196"/>
                </a:lnTo>
                <a:lnTo>
                  <a:pt x="3048" y="413004"/>
                </a:lnTo>
                <a:lnTo>
                  <a:pt x="0" y="413004"/>
                </a:lnTo>
                <a:lnTo>
                  <a:pt x="0" y="464820"/>
                </a:lnTo>
                <a:lnTo>
                  <a:pt x="3048" y="464820"/>
                </a:lnTo>
                <a:lnTo>
                  <a:pt x="3048" y="454152"/>
                </a:lnTo>
                <a:lnTo>
                  <a:pt x="4572" y="449580"/>
                </a:lnTo>
                <a:lnTo>
                  <a:pt x="7620" y="446532"/>
                </a:lnTo>
                <a:lnTo>
                  <a:pt x="10668" y="445008"/>
                </a:lnTo>
                <a:lnTo>
                  <a:pt x="16764" y="443484"/>
                </a:lnTo>
                <a:lnTo>
                  <a:pt x="112776" y="443484"/>
                </a:lnTo>
                <a:lnTo>
                  <a:pt x="0" y="537972"/>
                </a:lnTo>
                <a:lnTo>
                  <a:pt x="0" y="576072"/>
                </a:lnTo>
                <a:lnTo>
                  <a:pt x="4572" y="576072"/>
                </a:lnTo>
                <a:lnTo>
                  <a:pt x="4572" y="568452"/>
                </a:lnTo>
                <a:lnTo>
                  <a:pt x="6096" y="566928"/>
                </a:lnTo>
                <a:lnTo>
                  <a:pt x="7620" y="562356"/>
                </a:lnTo>
                <a:lnTo>
                  <a:pt x="9144" y="559308"/>
                </a:lnTo>
                <a:lnTo>
                  <a:pt x="10668" y="557784"/>
                </a:lnTo>
                <a:lnTo>
                  <a:pt x="12192" y="554736"/>
                </a:lnTo>
                <a:lnTo>
                  <a:pt x="16764" y="551688"/>
                </a:lnTo>
                <a:lnTo>
                  <a:pt x="21336" y="547116"/>
                </a:lnTo>
                <a:lnTo>
                  <a:pt x="131064" y="547116"/>
                </a:lnTo>
                <a:lnTo>
                  <a:pt x="137160" y="548640"/>
                </a:lnTo>
                <a:lnTo>
                  <a:pt x="138684" y="550164"/>
                </a:lnTo>
                <a:lnTo>
                  <a:pt x="143256" y="553212"/>
                </a:lnTo>
                <a:lnTo>
                  <a:pt x="144780" y="557784"/>
                </a:lnTo>
                <a:lnTo>
                  <a:pt x="144780" y="568452"/>
                </a:lnTo>
                <a:lnTo>
                  <a:pt x="147828" y="568452"/>
                </a:lnTo>
                <a:lnTo>
                  <a:pt x="147828" y="516636"/>
                </a:lnTo>
                <a:lnTo>
                  <a:pt x="144780" y="516636"/>
                </a:lnTo>
                <a:lnTo>
                  <a:pt x="144780" y="528828"/>
                </a:lnTo>
                <a:lnTo>
                  <a:pt x="143256" y="533400"/>
                </a:lnTo>
                <a:lnTo>
                  <a:pt x="140208" y="534924"/>
                </a:lnTo>
                <a:lnTo>
                  <a:pt x="137160" y="537972"/>
                </a:lnTo>
                <a:lnTo>
                  <a:pt x="32004" y="537972"/>
                </a:lnTo>
                <a:lnTo>
                  <a:pt x="150876" y="438912"/>
                </a:lnTo>
                <a:lnTo>
                  <a:pt x="150876" y="434340"/>
                </a:lnTo>
                <a:close/>
              </a:path>
              <a:path extrusionOk="0" h="576579" w="195580">
                <a:moveTo>
                  <a:pt x="150876" y="41148"/>
                </a:moveTo>
                <a:lnTo>
                  <a:pt x="126301" y="4572"/>
                </a:lnTo>
                <a:lnTo>
                  <a:pt x="112776" y="0"/>
                </a:lnTo>
                <a:lnTo>
                  <a:pt x="109728" y="3048"/>
                </a:lnTo>
                <a:lnTo>
                  <a:pt x="118872" y="6096"/>
                </a:lnTo>
                <a:lnTo>
                  <a:pt x="124968" y="10668"/>
                </a:lnTo>
                <a:lnTo>
                  <a:pt x="131000" y="19723"/>
                </a:lnTo>
                <a:lnTo>
                  <a:pt x="131914" y="23241"/>
                </a:lnTo>
                <a:lnTo>
                  <a:pt x="132588" y="25908"/>
                </a:lnTo>
                <a:lnTo>
                  <a:pt x="132461" y="33439"/>
                </a:lnTo>
                <a:lnTo>
                  <a:pt x="106489" y="66103"/>
                </a:lnTo>
                <a:lnTo>
                  <a:pt x="86868" y="68580"/>
                </a:lnTo>
                <a:lnTo>
                  <a:pt x="86868" y="22860"/>
                </a:lnTo>
                <a:lnTo>
                  <a:pt x="86868" y="0"/>
                </a:lnTo>
                <a:lnTo>
                  <a:pt x="79248" y="711"/>
                </a:lnTo>
                <a:lnTo>
                  <a:pt x="79248" y="22860"/>
                </a:lnTo>
                <a:lnTo>
                  <a:pt x="79248" y="68580"/>
                </a:lnTo>
                <a:lnTo>
                  <a:pt x="71628" y="68580"/>
                </a:lnTo>
                <a:lnTo>
                  <a:pt x="64008" y="65532"/>
                </a:lnTo>
                <a:lnTo>
                  <a:pt x="54864" y="56388"/>
                </a:lnTo>
                <a:lnTo>
                  <a:pt x="51816" y="50292"/>
                </a:lnTo>
                <a:lnTo>
                  <a:pt x="51816" y="41148"/>
                </a:lnTo>
                <a:lnTo>
                  <a:pt x="53340" y="36576"/>
                </a:lnTo>
                <a:lnTo>
                  <a:pt x="56426" y="33439"/>
                </a:lnTo>
                <a:lnTo>
                  <a:pt x="57150" y="32004"/>
                </a:lnTo>
                <a:lnTo>
                  <a:pt x="58000" y="30391"/>
                </a:lnTo>
                <a:lnTo>
                  <a:pt x="60960" y="27432"/>
                </a:lnTo>
                <a:lnTo>
                  <a:pt x="65532" y="25908"/>
                </a:lnTo>
                <a:lnTo>
                  <a:pt x="68580" y="24384"/>
                </a:lnTo>
                <a:lnTo>
                  <a:pt x="73152" y="22860"/>
                </a:lnTo>
                <a:lnTo>
                  <a:pt x="79248" y="22860"/>
                </a:lnTo>
                <a:lnTo>
                  <a:pt x="79248" y="711"/>
                </a:lnTo>
                <a:lnTo>
                  <a:pt x="47434" y="23241"/>
                </a:lnTo>
                <a:lnTo>
                  <a:pt x="44196" y="38100"/>
                </a:lnTo>
                <a:lnTo>
                  <a:pt x="44310" y="39484"/>
                </a:lnTo>
                <a:lnTo>
                  <a:pt x="67119" y="76758"/>
                </a:lnTo>
                <a:lnTo>
                  <a:pt x="99060" y="83820"/>
                </a:lnTo>
                <a:lnTo>
                  <a:pt x="110147" y="82994"/>
                </a:lnTo>
                <a:lnTo>
                  <a:pt x="120396" y="80581"/>
                </a:lnTo>
                <a:lnTo>
                  <a:pt x="129489" y="76758"/>
                </a:lnTo>
                <a:lnTo>
                  <a:pt x="137160" y="71628"/>
                </a:lnTo>
                <a:lnTo>
                  <a:pt x="139801" y="68580"/>
                </a:lnTo>
                <a:lnTo>
                  <a:pt x="143154" y="64731"/>
                </a:lnTo>
                <a:lnTo>
                  <a:pt x="147447" y="57531"/>
                </a:lnTo>
                <a:lnTo>
                  <a:pt x="150012" y="49771"/>
                </a:lnTo>
                <a:lnTo>
                  <a:pt x="150876" y="41148"/>
                </a:lnTo>
                <a:close/>
              </a:path>
              <a:path extrusionOk="0" h="576579" w="195580">
                <a:moveTo>
                  <a:pt x="195059" y="277368"/>
                </a:moveTo>
                <a:lnTo>
                  <a:pt x="163055" y="248412"/>
                </a:lnTo>
                <a:lnTo>
                  <a:pt x="80530" y="214884"/>
                </a:lnTo>
                <a:lnTo>
                  <a:pt x="60947" y="207264"/>
                </a:lnTo>
                <a:lnTo>
                  <a:pt x="54851" y="204216"/>
                </a:lnTo>
                <a:lnTo>
                  <a:pt x="53327" y="201168"/>
                </a:lnTo>
                <a:lnTo>
                  <a:pt x="51803" y="201168"/>
                </a:lnTo>
                <a:lnTo>
                  <a:pt x="51803" y="199644"/>
                </a:lnTo>
                <a:lnTo>
                  <a:pt x="50279" y="196596"/>
                </a:lnTo>
                <a:lnTo>
                  <a:pt x="50279" y="193548"/>
                </a:lnTo>
                <a:lnTo>
                  <a:pt x="47231" y="193548"/>
                </a:lnTo>
                <a:lnTo>
                  <a:pt x="47231" y="225552"/>
                </a:lnTo>
                <a:lnTo>
                  <a:pt x="50279" y="225552"/>
                </a:lnTo>
                <a:lnTo>
                  <a:pt x="50279" y="219456"/>
                </a:lnTo>
                <a:lnTo>
                  <a:pt x="51803" y="217932"/>
                </a:lnTo>
                <a:lnTo>
                  <a:pt x="51803" y="216408"/>
                </a:lnTo>
                <a:lnTo>
                  <a:pt x="53327" y="216408"/>
                </a:lnTo>
                <a:lnTo>
                  <a:pt x="53327" y="214884"/>
                </a:lnTo>
                <a:lnTo>
                  <a:pt x="59423" y="214884"/>
                </a:lnTo>
                <a:lnTo>
                  <a:pt x="62471" y="216408"/>
                </a:lnTo>
                <a:lnTo>
                  <a:pt x="65519" y="216408"/>
                </a:lnTo>
                <a:lnTo>
                  <a:pt x="120383" y="239268"/>
                </a:lnTo>
                <a:lnTo>
                  <a:pt x="70091" y="262128"/>
                </a:lnTo>
                <a:lnTo>
                  <a:pt x="65519" y="265176"/>
                </a:lnTo>
                <a:lnTo>
                  <a:pt x="60947" y="266700"/>
                </a:lnTo>
                <a:lnTo>
                  <a:pt x="56375" y="266700"/>
                </a:lnTo>
                <a:lnTo>
                  <a:pt x="51803" y="262128"/>
                </a:lnTo>
                <a:lnTo>
                  <a:pt x="50279" y="259080"/>
                </a:lnTo>
                <a:lnTo>
                  <a:pt x="50279" y="254508"/>
                </a:lnTo>
                <a:lnTo>
                  <a:pt x="47231" y="254508"/>
                </a:lnTo>
                <a:lnTo>
                  <a:pt x="47231" y="301752"/>
                </a:lnTo>
                <a:lnTo>
                  <a:pt x="50279" y="301752"/>
                </a:lnTo>
                <a:lnTo>
                  <a:pt x="51803" y="298704"/>
                </a:lnTo>
                <a:lnTo>
                  <a:pt x="51803" y="295656"/>
                </a:lnTo>
                <a:lnTo>
                  <a:pt x="56375" y="291084"/>
                </a:lnTo>
                <a:lnTo>
                  <a:pt x="59423" y="289560"/>
                </a:lnTo>
                <a:lnTo>
                  <a:pt x="62471" y="286512"/>
                </a:lnTo>
                <a:lnTo>
                  <a:pt x="65519" y="284988"/>
                </a:lnTo>
                <a:lnTo>
                  <a:pt x="67043" y="283464"/>
                </a:lnTo>
                <a:lnTo>
                  <a:pt x="103492" y="266700"/>
                </a:lnTo>
                <a:lnTo>
                  <a:pt x="143243" y="248412"/>
                </a:lnTo>
                <a:lnTo>
                  <a:pt x="158483" y="254508"/>
                </a:lnTo>
                <a:lnTo>
                  <a:pt x="164579" y="257556"/>
                </a:lnTo>
                <a:lnTo>
                  <a:pt x="169151" y="259080"/>
                </a:lnTo>
                <a:lnTo>
                  <a:pt x="172199" y="262128"/>
                </a:lnTo>
                <a:lnTo>
                  <a:pt x="173723" y="265176"/>
                </a:lnTo>
                <a:lnTo>
                  <a:pt x="175247" y="266700"/>
                </a:lnTo>
                <a:lnTo>
                  <a:pt x="175247" y="272796"/>
                </a:lnTo>
                <a:lnTo>
                  <a:pt x="173723" y="275844"/>
                </a:lnTo>
                <a:lnTo>
                  <a:pt x="172199" y="280416"/>
                </a:lnTo>
                <a:lnTo>
                  <a:pt x="170675" y="283464"/>
                </a:lnTo>
                <a:lnTo>
                  <a:pt x="170675" y="289560"/>
                </a:lnTo>
                <a:lnTo>
                  <a:pt x="172199" y="292608"/>
                </a:lnTo>
                <a:lnTo>
                  <a:pt x="173723" y="294132"/>
                </a:lnTo>
                <a:lnTo>
                  <a:pt x="175247" y="297180"/>
                </a:lnTo>
                <a:lnTo>
                  <a:pt x="185915" y="297180"/>
                </a:lnTo>
                <a:lnTo>
                  <a:pt x="192011" y="294132"/>
                </a:lnTo>
                <a:lnTo>
                  <a:pt x="193535" y="291084"/>
                </a:lnTo>
                <a:lnTo>
                  <a:pt x="195059" y="286512"/>
                </a:lnTo>
                <a:lnTo>
                  <a:pt x="195059" y="2773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006" name="Google Shape;2006;p33"/>
          <p:cNvPicPr preferRelativeResize="0"/>
          <p:nvPr/>
        </p:nvPicPr>
        <p:blipFill rotWithShape="1">
          <a:blip r:embed="rId106">
            <a:alphaModFix/>
          </a:blip>
          <a:srcRect b="0" l="0" r="0" t="0"/>
          <a:stretch/>
        </p:blipFill>
        <p:spPr>
          <a:xfrm>
            <a:off x="1520952" y="7586471"/>
            <a:ext cx="158495" cy="310896"/>
          </a:xfrm>
          <a:prstGeom prst="rect">
            <a:avLst/>
          </a:prstGeom>
          <a:noFill/>
          <a:ln>
            <a:noFill/>
          </a:ln>
        </p:spPr>
      </p:pic>
      <p:sp>
        <p:nvSpPr>
          <p:cNvPr id="2007" name="Google Shape;2007;p33"/>
          <p:cNvSpPr/>
          <p:nvPr/>
        </p:nvSpPr>
        <p:spPr>
          <a:xfrm>
            <a:off x="1528572" y="6922008"/>
            <a:ext cx="151130" cy="584200"/>
          </a:xfrm>
          <a:custGeom>
            <a:rect b="b" l="l" r="r" t="t"/>
            <a:pathLst>
              <a:path extrusionOk="0" h="584200" w="151130">
                <a:moveTo>
                  <a:pt x="147815" y="112776"/>
                </a:moveTo>
                <a:lnTo>
                  <a:pt x="144767" y="112776"/>
                </a:lnTo>
                <a:lnTo>
                  <a:pt x="144767" y="120396"/>
                </a:lnTo>
                <a:lnTo>
                  <a:pt x="143243" y="123444"/>
                </a:lnTo>
                <a:lnTo>
                  <a:pt x="141719" y="124968"/>
                </a:lnTo>
                <a:lnTo>
                  <a:pt x="138671" y="126492"/>
                </a:lnTo>
                <a:lnTo>
                  <a:pt x="137147" y="128016"/>
                </a:lnTo>
                <a:lnTo>
                  <a:pt x="131051" y="131064"/>
                </a:lnTo>
                <a:lnTo>
                  <a:pt x="77711" y="131064"/>
                </a:lnTo>
                <a:lnTo>
                  <a:pt x="70091" y="126492"/>
                </a:lnTo>
                <a:lnTo>
                  <a:pt x="65519" y="123444"/>
                </a:lnTo>
                <a:lnTo>
                  <a:pt x="59423" y="117348"/>
                </a:lnTo>
                <a:lnTo>
                  <a:pt x="59423" y="114300"/>
                </a:lnTo>
                <a:lnTo>
                  <a:pt x="60947" y="111252"/>
                </a:lnTo>
                <a:lnTo>
                  <a:pt x="67043" y="105156"/>
                </a:lnTo>
                <a:lnTo>
                  <a:pt x="68567" y="102108"/>
                </a:lnTo>
                <a:lnTo>
                  <a:pt x="68567" y="97536"/>
                </a:lnTo>
                <a:lnTo>
                  <a:pt x="67043" y="94488"/>
                </a:lnTo>
                <a:lnTo>
                  <a:pt x="63995" y="91440"/>
                </a:lnTo>
                <a:lnTo>
                  <a:pt x="51803" y="91440"/>
                </a:lnTo>
                <a:lnTo>
                  <a:pt x="45707" y="97536"/>
                </a:lnTo>
                <a:lnTo>
                  <a:pt x="44183" y="100584"/>
                </a:lnTo>
                <a:lnTo>
                  <a:pt x="44183" y="105156"/>
                </a:lnTo>
                <a:lnTo>
                  <a:pt x="45859" y="111137"/>
                </a:lnTo>
                <a:lnTo>
                  <a:pt x="50660" y="117538"/>
                </a:lnTo>
                <a:lnTo>
                  <a:pt x="58331" y="124231"/>
                </a:lnTo>
                <a:lnTo>
                  <a:pt x="68567" y="131064"/>
                </a:lnTo>
                <a:lnTo>
                  <a:pt x="44183" y="131064"/>
                </a:lnTo>
                <a:lnTo>
                  <a:pt x="44183" y="134112"/>
                </a:lnTo>
                <a:lnTo>
                  <a:pt x="56375" y="164592"/>
                </a:lnTo>
                <a:lnTo>
                  <a:pt x="59423" y="163068"/>
                </a:lnTo>
                <a:lnTo>
                  <a:pt x="57899" y="160020"/>
                </a:lnTo>
                <a:lnTo>
                  <a:pt x="57899" y="152400"/>
                </a:lnTo>
                <a:lnTo>
                  <a:pt x="59423" y="150876"/>
                </a:lnTo>
                <a:lnTo>
                  <a:pt x="60947" y="150876"/>
                </a:lnTo>
                <a:lnTo>
                  <a:pt x="62471" y="149352"/>
                </a:lnTo>
                <a:lnTo>
                  <a:pt x="138671" y="149352"/>
                </a:lnTo>
                <a:lnTo>
                  <a:pt x="141719" y="150876"/>
                </a:lnTo>
                <a:lnTo>
                  <a:pt x="141719" y="152400"/>
                </a:lnTo>
                <a:lnTo>
                  <a:pt x="144767" y="155448"/>
                </a:lnTo>
                <a:lnTo>
                  <a:pt x="144767" y="164592"/>
                </a:lnTo>
                <a:lnTo>
                  <a:pt x="147815" y="164592"/>
                </a:lnTo>
                <a:lnTo>
                  <a:pt x="147815" y="112776"/>
                </a:lnTo>
                <a:close/>
              </a:path>
              <a:path extrusionOk="0" h="584200" w="151130">
                <a:moveTo>
                  <a:pt x="147828" y="388620"/>
                </a:moveTo>
                <a:lnTo>
                  <a:pt x="144780" y="388620"/>
                </a:lnTo>
                <a:lnTo>
                  <a:pt x="144780" y="400812"/>
                </a:lnTo>
                <a:lnTo>
                  <a:pt x="143256" y="403860"/>
                </a:lnTo>
                <a:lnTo>
                  <a:pt x="137160" y="409956"/>
                </a:lnTo>
                <a:lnTo>
                  <a:pt x="12192" y="409956"/>
                </a:lnTo>
                <a:lnTo>
                  <a:pt x="9144" y="408432"/>
                </a:lnTo>
                <a:lnTo>
                  <a:pt x="4572" y="405384"/>
                </a:lnTo>
                <a:lnTo>
                  <a:pt x="3048" y="400812"/>
                </a:lnTo>
                <a:lnTo>
                  <a:pt x="3048" y="388620"/>
                </a:lnTo>
                <a:lnTo>
                  <a:pt x="0" y="388620"/>
                </a:lnTo>
                <a:lnTo>
                  <a:pt x="0" y="429768"/>
                </a:lnTo>
                <a:lnTo>
                  <a:pt x="115824" y="486156"/>
                </a:lnTo>
                <a:lnTo>
                  <a:pt x="0" y="541020"/>
                </a:lnTo>
                <a:lnTo>
                  <a:pt x="0" y="583692"/>
                </a:lnTo>
                <a:lnTo>
                  <a:pt x="3048" y="583692"/>
                </a:lnTo>
                <a:lnTo>
                  <a:pt x="3048" y="577596"/>
                </a:lnTo>
                <a:lnTo>
                  <a:pt x="4572" y="573024"/>
                </a:lnTo>
                <a:lnTo>
                  <a:pt x="6096" y="571500"/>
                </a:lnTo>
                <a:lnTo>
                  <a:pt x="9144" y="565404"/>
                </a:lnTo>
                <a:lnTo>
                  <a:pt x="10668" y="565404"/>
                </a:lnTo>
                <a:lnTo>
                  <a:pt x="13716" y="563880"/>
                </a:lnTo>
                <a:lnTo>
                  <a:pt x="19812" y="562356"/>
                </a:lnTo>
                <a:lnTo>
                  <a:pt x="131064" y="562356"/>
                </a:lnTo>
                <a:lnTo>
                  <a:pt x="137160" y="563880"/>
                </a:lnTo>
                <a:lnTo>
                  <a:pt x="138684" y="565404"/>
                </a:lnTo>
                <a:lnTo>
                  <a:pt x="143256" y="568452"/>
                </a:lnTo>
                <a:lnTo>
                  <a:pt x="144780" y="573024"/>
                </a:lnTo>
                <a:lnTo>
                  <a:pt x="144780" y="583692"/>
                </a:lnTo>
                <a:lnTo>
                  <a:pt x="147828" y="583692"/>
                </a:lnTo>
                <a:lnTo>
                  <a:pt x="147828" y="531876"/>
                </a:lnTo>
                <a:lnTo>
                  <a:pt x="144780" y="531876"/>
                </a:lnTo>
                <a:lnTo>
                  <a:pt x="144780" y="544068"/>
                </a:lnTo>
                <a:lnTo>
                  <a:pt x="143256" y="548640"/>
                </a:lnTo>
                <a:lnTo>
                  <a:pt x="140208" y="550164"/>
                </a:lnTo>
                <a:lnTo>
                  <a:pt x="137160" y="553212"/>
                </a:lnTo>
                <a:lnTo>
                  <a:pt x="24384" y="553212"/>
                </a:lnTo>
                <a:lnTo>
                  <a:pt x="147828" y="493776"/>
                </a:lnTo>
                <a:lnTo>
                  <a:pt x="147828" y="490728"/>
                </a:lnTo>
                <a:lnTo>
                  <a:pt x="24384" y="431292"/>
                </a:lnTo>
                <a:lnTo>
                  <a:pt x="131064" y="431292"/>
                </a:lnTo>
                <a:lnTo>
                  <a:pt x="137160" y="432816"/>
                </a:lnTo>
                <a:lnTo>
                  <a:pt x="138684" y="434340"/>
                </a:lnTo>
                <a:lnTo>
                  <a:pt x="143256" y="437388"/>
                </a:lnTo>
                <a:lnTo>
                  <a:pt x="144780" y="441960"/>
                </a:lnTo>
                <a:lnTo>
                  <a:pt x="144780" y="452628"/>
                </a:lnTo>
                <a:lnTo>
                  <a:pt x="147828" y="452628"/>
                </a:lnTo>
                <a:lnTo>
                  <a:pt x="147828" y="388620"/>
                </a:lnTo>
                <a:close/>
              </a:path>
              <a:path extrusionOk="0" h="584200" w="151130">
                <a:moveTo>
                  <a:pt x="150863" y="333756"/>
                </a:moveTo>
                <a:lnTo>
                  <a:pt x="143243" y="306070"/>
                </a:lnTo>
                <a:lnTo>
                  <a:pt x="143243" y="329184"/>
                </a:lnTo>
                <a:lnTo>
                  <a:pt x="142367" y="335762"/>
                </a:lnTo>
                <a:lnTo>
                  <a:pt x="110667" y="358140"/>
                </a:lnTo>
                <a:lnTo>
                  <a:pt x="89903" y="359664"/>
                </a:lnTo>
                <a:lnTo>
                  <a:pt x="73139" y="359664"/>
                </a:lnTo>
                <a:lnTo>
                  <a:pt x="67043" y="356616"/>
                </a:lnTo>
                <a:lnTo>
                  <a:pt x="57899" y="350520"/>
                </a:lnTo>
                <a:lnTo>
                  <a:pt x="54851" y="347472"/>
                </a:lnTo>
                <a:lnTo>
                  <a:pt x="54762" y="347192"/>
                </a:lnTo>
                <a:lnTo>
                  <a:pt x="53327" y="342900"/>
                </a:lnTo>
                <a:lnTo>
                  <a:pt x="51803" y="339852"/>
                </a:lnTo>
                <a:lnTo>
                  <a:pt x="51803" y="327660"/>
                </a:lnTo>
                <a:lnTo>
                  <a:pt x="92265" y="304114"/>
                </a:lnTo>
                <a:lnTo>
                  <a:pt x="105143" y="303276"/>
                </a:lnTo>
                <a:lnTo>
                  <a:pt x="114820" y="303834"/>
                </a:lnTo>
                <a:lnTo>
                  <a:pt x="143243" y="329184"/>
                </a:lnTo>
                <a:lnTo>
                  <a:pt x="143243" y="306070"/>
                </a:lnTo>
                <a:lnTo>
                  <a:pt x="109715" y="285559"/>
                </a:lnTo>
                <a:lnTo>
                  <a:pt x="95999" y="283464"/>
                </a:lnTo>
                <a:lnTo>
                  <a:pt x="86906" y="284302"/>
                </a:lnTo>
                <a:lnTo>
                  <a:pt x="54343" y="303276"/>
                </a:lnTo>
                <a:lnTo>
                  <a:pt x="48755" y="311658"/>
                </a:lnTo>
                <a:lnTo>
                  <a:pt x="45326" y="321373"/>
                </a:lnTo>
                <a:lnTo>
                  <a:pt x="45313" y="321564"/>
                </a:lnTo>
                <a:lnTo>
                  <a:pt x="44183" y="332232"/>
                </a:lnTo>
                <a:lnTo>
                  <a:pt x="44183" y="339852"/>
                </a:lnTo>
                <a:lnTo>
                  <a:pt x="50279" y="355092"/>
                </a:lnTo>
                <a:lnTo>
                  <a:pt x="85331" y="378142"/>
                </a:lnTo>
                <a:lnTo>
                  <a:pt x="99047" y="379476"/>
                </a:lnTo>
                <a:lnTo>
                  <a:pt x="108153" y="378891"/>
                </a:lnTo>
                <a:lnTo>
                  <a:pt x="141770" y="359664"/>
                </a:lnTo>
                <a:lnTo>
                  <a:pt x="149821" y="342900"/>
                </a:lnTo>
                <a:lnTo>
                  <a:pt x="150863" y="333756"/>
                </a:lnTo>
                <a:close/>
              </a:path>
              <a:path extrusionOk="0" h="584200" w="151130">
                <a:moveTo>
                  <a:pt x="150863" y="222504"/>
                </a:moveTo>
                <a:lnTo>
                  <a:pt x="143243" y="194818"/>
                </a:lnTo>
                <a:lnTo>
                  <a:pt x="143243" y="217932"/>
                </a:lnTo>
                <a:lnTo>
                  <a:pt x="142367" y="224510"/>
                </a:lnTo>
                <a:lnTo>
                  <a:pt x="110667" y="246888"/>
                </a:lnTo>
                <a:lnTo>
                  <a:pt x="89903" y="248412"/>
                </a:lnTo>
                <a:lnTo>
                  <a:pt x="73139" y="248412"/>
                </a:lnTo>
                <a:lnTo>
                  <a:pt x="67043" y="245364"/>
                </a:lnTo>
                <a:lnTo>
                  <a:pt x="57899" y="239268"/>
                </a:lnTo>
                <a:lnTo>
                  <a:pt x="54851" y="236220"/>
                </a:lnTo>
                <a:lnTo>
                  <a:pt x="54762" y="235940"/>
                </a:lnTo>
                <a:lnTo>
                  <a:pt x="53327" y="231648"/>
                </a:lnTo>
                <a:lnTo>
                  <a:pt x="51803" y="228600"/>
                </a:lnTo>
                <a:lnTo>
                  <a:pt x="51803" y="216408"/>
                </a:lnTo>
                <a:lnTo>
                  <a:pt x="92265" y="192862"/>
                </a:lnTo>
                <a:lnTo>
                  <a:pt x="105143" y="192024"/>
                </a:lnTo>
                <a:lnTo>
                  <a:pt x="114820" y="192582"/>
                </a:lnTo>
                <a:lnTo>
                  <a:pt x="143243" y="217932"/>
                </a:lnTo>
                <a:lnTo>
                  <a:pt x="143243" y="194818"/>
                </a:lnTo>
                <a:lnTo>
                  <a:pt x="109715" y="174307"/>
                </a:lnTo>
                <a:lnTo>
                  <a:pt x="95999" y="172212"/>
                </a:lnTo>
                <a:lnTo>
                  <a:pt x="86906" y="173050"/>
                </a:lnTo>
                <a:lnTo>
                  <a:pt x="54343" y="192024"/>
                </a:lnTo>
                <a:lnTo>
                  <a:pt x="48755" y="200406"/>
                </a:lnTo>
                <a:lnTo>
                  <a:pt x="45326" y="210121"/>
                </a:lnTo>
                <a:lnTo>
                  <a:pt x="45313" y="210312"/>
                </a:lnTo>
                <a:lnTo>
                  <a:pt x="44183" y="220980"/>
                </a:lnTo>
                <a:lnTo>
                  <a:pt x="44183" y="228600"/>
                </a:lnTo>
                <a:lnTo>
                  <a:pt x="50279" y="243840"/>
                </a:lnTo>
                <a:lnTo>
                  <a:pt x="85331" y="266890"/>
                </a:lnTo>
                <a:lnTo>
                  <a:pt x="99047" y="268224"/>
                </a:lnTo>
                <a:lnTo>
                  <a:pt x="108153" y="267639"/>
                </a:lnTo>
                <a:lnTo>
                  <a:pt x="141973" y="248412"/>
                </a:lnTo>
                <a:lnTo>
                  <a:pt x="149720" y="233133"/>
                </a:lnTo>
                <a:lnTo>
                  <a:pt x="150863" y="222504"/>
                </a:lnTo>
                <a:close/>
              </a:path>
              <a:path extrusionOk="0" h="584200" w="151130">
                <a:moveTo>
                  <a:pt x="150876" y="41148"/>
                </a:moveTo>
                <a:lnTo>
                  <a:pt x="150799" y="40347"/>
                </a:lnTo>
                <a:lnTo>
                  <a:pt x="150253" y="33439"/>
                </a:lnTo>
                <a:lnTo>
                  <a:pt x="148209" y="26289"/>
                </a:lnTo>
                <a:lnTo>
                  <a:pt x="112776" y="0"/>
                </a:lnTo>
                <a:lnTo>
                  <a:pt x="109728" y="3048"/>
                </a:lnTo>
                <a:lnTo>
                  <a:pt x="124968" y="10668"/>
                </a:lnTo>
                <a:lnTo>
                  <a:pt x="128016" y="15240"/>
                </a:lnTo>
                <a:lnTo>
                  <a:pt x="131064" y="21336"/>
                </a:lnTo>
                <a:lnTo>
                  <a:pt x="132588" y="25908"/>
                </a:lnTo>
                <a:lnTo>
                  <a:pt x="132588" y="33439"/>
                </a:lnTo>
                <a:lnTo>
                  <a:pt x="106489" y="66103"/>
                </a:lnTo>
                <a:lnTo>
                  <a:pt x="86868" y="68580"/>
                </a:lnTo>
                <a:lnTo>
                  <a:pt x="86868" y="22860"/>
                </a:lnTo>
                <a:lnTo>
                  <a:pt x="86868" y="0"/>
                </a:lnTo>
                <a:lnTo>
                  <a:pt x="79248" y="711"/>
                </a:lnTo>
                <a:lnTo>
                  <a:pt x="79248" y="22860"/>
                </a:lnTo>
                <a:lnTo>
                  <a:pt x="79248" y="68580"/>
                </a:lnTo>
                <a:lnTo>
                  <a:pt x="71628" y="68580"/>
                </a:lnTo>
                <a:lnTo>
                  <a:pt x="64008" y="65532"/>
                </a:lnTo>
                <a:lnTo>
                  <a:pt x="54864" y="56388"/>
                </a:lnTo>
                <a:lnTo>
                  <a:pt x="51816" y="50292"/>
                </a:lnTo>
                <a:lnTo>
                  <a:pt x="51816" y="41148"/>
                </a:lnTo>
                <a:lnTo>
                  <a:pt x="53340" y="36576"/>
                </a:lnTo>
                <a:lnTo>
                  <a:pt x="56426" y="33439"/>
                </a:lnTo>
                <a:lnTo>
                  <a:pt x="58000" y="30391"/>
                </a:lnTo>
                <a:lnTo>
                  <a:pt x="60960" y="27432"/>
                </a:lnTo>
                <a:lnTo>
                  <a:pt x="65532" y="25908"/>
                </a:lnTo>
                <a:lnTo>
                  <a:pt x="68580" y="24384"/>
                </a:lnTo>
                <a:lnTo>
                  <a:pt x="73152" y="24384"/>
                </a:lnTo>
                <a:lnTo>
                  <a:pt x="79248" y="22860"/>
                </a:lnTo>
                <a:lnTo>
                  <a:pt x="79248" y="711"/>
                </a:lnTo>
                <a:lnTo>
                  <a:pt x="78028" y="812"/>
                </a:lnTo>
                <a:lnTo>
                  <a:pt x="45021" y="30391"/>
                </a:lnTo>
                <a:lnTo>
                  <a:pt x="44196" y="38100"/>
                </a:lnTo>
                <a:lnTo>
                  <a:pt x="45072" y="47840"/>
                </a:lnTo>
                <a:lnTo>
                  <a:pt x="76390" y="81153"/>
                </a:lnTo>
                <a:lnTo>
                  <a:pt x="99060" y="83820"/>
                </a:lnTo>
                <a:lnTo>
                  <a:pt x="110147" y="83210"/>
                </a:lnTo>
                <a:lnTo>
                  <a:pt x="120396" y="81153"/>
                </a:lnTo>
                <a:lnTo>
                  <a:pt x="129489" y="77393"/>
                </a:lnTo>
                <a:lnTo>
                  <a:pt x="137160" y="71628"/>
                </a:lnTo>
                <a:lnTo>
                  <a:pt x="139801" y="68580"/>
                </a:lnTo>
                <a:lnTo>
                  <a:pt x="143154" y="64731"/>
                </a:lnTo>
                <a:lnTo>
                  <a:pt x="147447" y="57531"/>
                </a:lnTo>
                <a:lnTo>
                  <a:pt x="150012" y="49771"/>
                </a:lnTo>
                <a:lnTo>
                  <a:pt x="150876" y="41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008" name="Google Shape;2008;p33"/>
          <p:cNvPicPr preferRelativeResize="0"/>
          <p:nvPr/>
        </p:nvPicPr>
        <p:blipFill rotWithShape="1">
          <a:blip r:embed="rId107">
            <a:alphaModFix/>
          </a:blip>
          <a:srcRect b="0" l="0" r="0" t="0"/>
          <a:stretch/>
        </p:blipFill>
        <p:spPr>
          <a:xfrm>
            <a:off x="1520951" y="6374892"/>
            <a:ext cx="158496" cy="455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009" name="Google Shape;2009;p33"/>
          <p:cNvPicPr preferRelativeResize="0"/>
          <p:nvPr/>
        </p:nvPicPr>
        <p:blipFill rotWithShape="1">
          <a:blip r:embed="rId108">
            <a:alphaModFix/>
          </a:blip>
          <a:srcRect b="0" l="0" r="0" t="0"/>
          <a:stretch/>
        </p:blipFill>
        <p:spPr>
          <a:xfrm>
            <a:off x="1520951" y="5487923"/>
            <a:ext cx="158496" cy="801623"/>
          </a:xfrm>
          <a:prstGeom prst="rect">
            <a:avLst/>
          </a:prstGeom>
          <a:noFill/>
          <a:ln>
            <a:noFill/>
          </a:ln>
        </p:spPr>
      </p:pic>
      <p:pic>
        <p:nvPicPr>
          <p:cNvPr id="2010" name="Google Shape;2010;p33"/>
          <p:cNvPicPr preferRelativeResize="0"/>
          <p:nvPr/>
        </p:nvPicPr>
        <p:blipFill rotWithShape="1">
          <a:blip r:embed="rId109">
            <a:alphaModFix/>
          </a:blip>
          <a:srcRect b="0" l="0" r="0" t="0"/>
          <a:stretch/>
        </p:blipFill>
        <p:spPr>
          <a:xfrm>
            <a:off x="1520952" y="5091684"/>
            <a:ext cx="158495" cy="310896"/>
          </a:xfrm>
          <a:prstGeom prst="rect">
            <a:avLst/>
          </a:prstGeom>
          <a:noFill/>
          <a:ln>
            <a:noFill/>
          </a:ln>
        </p:spPr>
      </p:pic>
      <p:sp>
        <p:nvSpPr>
          <p:cNvPr id="2011" name="Google Shape;2011;p33"/>
          <p:cNvSpPr/>
          <p:nvPr/>
        </p:nvSpPr>
        <p:spPr>
          <a:xfrm>
            <a:off x="1520952" y="4495800"/>
            <a:ext cx="158750" cy="509270"/>
          </a:xfrm>
          <a:custGeom>
            <a:rect b="b" l="l" r="r" t="t"/>
            <a:pathLst>
              <a:path extrusionOk="0" h="509270" w="158750">
                <a:moveTo>
                  <a:pt x="155435" y="111252"/>
                </a:moveTo>
                <a:lnTo>
                  <a:pt x="152387" y="111252"/>
                </a:lnTo>
                <a:lnTo>
                  <a:pt x="152387" y="118872"/>
                </a:lnTo>
                <a:lnTo>
                  <a:pt x="150863" y="121920"/>
                </a:lnTo>
                <a:lnTo>
                  <a:pt x="147815" y="124968"/>
                </a:lnTo>
                <a:lnTo>
                  <a:pt x="146291" y="124968"/>
                </a:lnTo>
                <a:lnTo>
                  <a:pt x="144767" y="126492"/>
                </a:lnTo>
                <a:lnTo>
                  <a:pt x="80759" y="126492"/>
                </a:lnTo>
                <a:lnTo>
                  <a:pt x="74663" y="128016"/>
                </a:lnTo>
                <a:lnTo>
                  <a:pt x="70091" y="129540"/>
                </a:lnTo>
                <a:lnTo>
                  <a:pt x="63995" y="131064"/>
                </a:lnTo>
                <a:lnTo>
                  <a:pt x="59423" y="134112"/>
                </a:lnTo>
                <a:lnTo>
                  <a:pt x="56375" y="138684"/>
                </a:lnTo>
                <a:lnTo>
                  <a:pt x="53327" y="141732"/>
                </a:lnTo>
                <a:lnTo>
                  <a:pt x="51803" y="147828"/>
                </a:lnTo>
                <a:lnTo>
                  <a:pt x="51803" y="152400"/>
                </a:lnTo>
                <a:lnTo>
                  <a:pt x="53213" y="160426"/>
                </a:lnTo>
                <a:lnTo>
                  <a:pt x="57327" y="168592"/>
                </a:lnTo>
                <a:lnTo>
                  <a:pt x="64020" y="177050"/>
                </a:lnTo>
                <a:lnTo>
                  <a:pt x="73139" y="185928"/>
                </a:lnTo>
                <a:lnTo>
                  <a:pt x="51803" y="185928"/>
                </a:lnTo>
                <a:lnTo>
                  <a:pt x="51803" y="190500"/>
                </a:lnTo>
                <a:lnTo>
                  <a:pt x="63995" y="219456"/>
                </a:lnTo>
                <a:lnTo>
                  <a:pt x="67043" y="217932"/>
                </a:lnTo>
                <a:lnTo>
                  <a:pt x="65519" y="214884"/>
                </a:lnTo>
                <a:lnTo>
                  <a:pt x="65519" y="208788"/>
                </a:lnTo>
                <a:lnTo>
                  <a:pt x="68567" y="205740"/>
                </a:lnTo>
                <a:lnTo>
                  <a:pt x="73139" y="205740"/>
                </a:lnTo>
                <a:lnTo>
                  <a:pt x="74663" y="204216"/>
                </a:lnTo>
                <a:lnTo>
                  <a:pt x="140195" y="204216"/>
                </a:lnTo>
                <a:lnTo>
                  <a:pt x="146291" y="205740"/>
                </a:lnTo>
                <a:lnTo>
                  <a:pt x="147815" y="207264"/>
                </a:lnTo>
                <a:lnTo>
                  <a:pt x="150863" y="208788"/>
                </a:lnTo>
                <a:lnTo>
                  <a:pt x="152387" y="211836"/>
                </a:lnTo>
                <a:lnTo>
                  <a:pt x="152387" y="219456"/>
                </a:lnTo>
                <a:lnTo>
                  <a:pt x="155435" y="219456"/>
                </a:lnTo>
                <a:lnTo>
                  <a:pt x="155435" y="204216"/>
                </a:lnTo>
                <a:lnTo>
                  <a:pt x="155435" y="170688"/>
                </a:lnTo>
                <a:lnTo>
                  <a:pt x="152387" y="170688"/>
                </a:lnTo>
                <a:lnTo>
                  <a:pt x="152387" y="179832"/>
                </a:lnTo>
                <a:lnTo>
                  <a:pt x="147815" y="184404"/>
                </a:lnTo>
                <a:lnTo>
                  <a:pt x="146291" y="184404"/>
                </a:lnTo>
                <a:lnTo>
                  <a:pt x="144767" y="185928"/>
                </a:lnTo>
                <a:lnTo>
                  <a:pt x="80759" y="185928"/>
                </a:lnTo>
                <a:lnTo>
                  <a:pt x="73799" y="179832"/>
                </a:lnTo>
                <a:lnTo>
                  <a:pt x="69138" y="173545"/>
                </a:lnTo>
                <a:lnTo>
                  <a:pt x="66408" y="166865"/>
                </a:lnTo>
                <a:lnTo>
                  <a:pt x="65582" y="160426"/>
                </a:lnTo>
                <a:lnTo>
                  <a:pt x="65519" y="155448"/>
                </a:lnTo>
                <a:lnTo>
                  <a:pt x="68567" y="150876"/>
                </a:lnTo>
                <a:lnTo>
                  <a:pt x="71615" y="147828"/>
                </a:lnTo>
                <a:lnTo>
                  <a:pt x="76187" y="146304"/>
                </a:lnTo>
                <a:lnTo>
                  <a:pt x="82283" y="144780"/>
                </a:lnTo>
                <a:lnTo>
                  <a:pt x="143243" y="144780"/>
                </a:lnTo>
                <a:lnTo>
                  <a:pt x="149339" y="147828"/>
                </a:lnTo>
                <a:lnTo>
                  <a:pt x="152387" y="150876"/>
                </a:lnTo>
                <a:lnTo>
                  <a:pt x="152387" y="160020"/>
                </a:lnTo>
                <a:lnTo>
                  <a:pt x="155435" y="160020"/>
                </a:lnTo>
                <a:lnTo>
                  <a:pt x="155435" y="144780"/>
                </a:lnTo>
                <a:lnTo>
                  <a:pt x="155435" y="111252"/>
                </a:lnTo>
                <a:close/>
              </a:path>
              <a:path extrusionOk="0" h="509270" w="158750">
                <a:moveTo>
                  <a:pt x="155448" y="448056"/>
                </a:moveTo>
                <a:lnTo>
                  <a:pt x="152400" y="448056"/>
                </a:lnTo>
                <a:lnTo>
                  <a:pt x="152400" y="461772"/>
                </a:lnTo>
                <a:lnTo>
                  <a:pt x="150876" y="464820"/>
                </a:lnTo>
                <a:lnTo>
                  <a:pt x="144780" y="470916"/>
                </a:lnTo>
                <a:lnTo>
                  <a:pt x="62484" y="470916"/>
                </a:lnTo>
                <a:lnTo>
                  <a:pt x="62484" y="445008"/>
                </a:lnTo>
                <a:lnTo>
                  <a:pt x="54864" y="445008"/>
                </a:lnTo>
                <a:lnTo>
                  <a:pt x="54864" y="470916"/>
                </a:lnTo>
                <a:lnTo>
                  <a:pt x="36931" y="470903"/>
                </a:lnTo>
                <a:lnTo>
                  <a:pt x="7620" y="458724"/>
                </a:lnTo>
                <a:lnTo>
                  <a:pt x="7620" y="452628"/>
                </a:lnTo>
                <a:lnTo>
                  <a:pt x="9144" y="451104"/>
                </a:lnTo>
                <a:lnTo>
                  <a:pt x="10668" y="448056"/>
                </a:lnTo>
                <a:lnTo>
                  <a:pt x="10668" y="446532"/>
                </a:lnTo>
                <a:lnTo>
                  <a:pt x="13716" y="443484"/>
                </a:lnTo>
                <a:lnTo>
                  <a:pt x="18288" y="440436"/>
                </a:lnTo>
                <a:lnTo>
                  <a:pt x="21336" y="437388"/>
                </a:lnTo>
                <a:lnTo>
                  <a:pt x="24384" y="435864"/>
                </a:lnTo>
                <a:lnTo>
                  <a:pt x="25908" y="434340"/>
                </a:lnTo>
                <a:lnTo>
                  <a:pt x="27432" y="431292"/>
                </a:lnTo>
                <a:lnTo>
                  <a:pt x="27432" y="423672"/>
                </a:lnTo>
                <a:lnTo>
                  <a:pt x="24384" y="422148"/>
                </a:lnTo>
                <a:lnTo>
                  <a:pt x="21336" y="419100"/>
                </a:lnTo>
                <a:lnTo>
                  <a:pt x="15240" y="419100"/>
                </a:lnTo>
                <a:lnTo>
                  <a:pt x="10668" y="422148"/>
                </a:lnTo>
                <a:lnTo>
                  <a:pt x="7620" y="425196"/>
                </a:lnTo>
                <a:lnTo>
                  <a:pt x="3048" y="432816"/>
                </a:lnTo>
                <a:lnTo>
                  <a:pt x="0" y="438912"/>
                </a:lnTo>
                <a:lnTo>
                  <a:pt x="0" y="455676"/>
                </a:lnTo>
                <a:lnTo>
                  <a:pt x="28613" y="486638"/>
                </a:lnTo>
                <a:lnTo>
                  <a:pt x="48768" y="489204"/>
                </a:lnTo>
                <a:lnTo>
                  <a:pt x="54864" y="489204"/>
                </a:lnTo>
                <a:lnTo>
                  <a:pt x="54864" y="509016"/>
                </a:lnTo>
                <a:lnTo>
                  <a:pt x="62484" y="509016"/>
                </a:lnTo>
                <a:lnTo>
                  <a:pt x="62484" y="489204"/>
                </a:lnTo>
                <a:lnTo>
                  <a:pt x="141732" y="489204"/>
                </a:lnTo>
                <a:lnTo>
                  <a:pt x="144780" y="490728"/>
                </a:lnTo>
                <a:lnTo>
                  <a:pt x="146304" y="492252"/>
                </a:lnTo>
                <a:lnTo>
                  <a:pt x="149352" y="493776"/>
                </a:lnTo>
                <a:lnTo>
                  <a:pt x="150876" y="496824"/>
                </a:lnTo>
                <a:lnTo>
                  <a:pt x="152400" y="498348"/>
                </a:lnTo>
                <a:lnTo>
                  <a:pt x="152400" y="509016"/>
                </a:lnTo>
                <a:lnTo>
                  <a:pt x="155448" y="509016"/>
                </a:lnTo>
                <a:lnTo>
                  <a:pt x="155448" y="448056"/>
                </a:lnTo>
                <a:close/>
              </a:path>
              <a:path extrusionOk="0" h="509270" w="158750">
                <a:moveTo>
                  <a:pt x="158483" y="379476"/>
                </a:moveTo>
                <a:lnTo>
                  <a:pt x="156959" y="371856"/>
                </a:lnTo>
                <a:lnTo>
                  <a:pt x="152336" y="364172"/>
                </a:lnTo>
                <a:lnTo>
                  <a:pt x="150863" y="362445"/>
                </a:lnTo>
                <a:lnTo>
                  <a:pt x="150863" y="376428"/>
                </a:lnTo>
                <a:lnTo>
                  <a:pt x="150863" y="384048"/>
                </a:lnTo>
                <a:lnTo>
                  <a:pt x="118287" y="413766"/>
                </a:lnTo>
                <a:lnTo>
                  <a:pt x="97523" y="416052"/>
                </a:lnTo>
                <a:lnTo>
                  <a:pt x="88379" y="416052"/>
                </a:lnTo>
                <a:lnTo>
                  <a:pt x="59423" y="394716"/>
                </a:lnTo>
                <a:lnTo>
                  <a:pt x="59423" y="382524"/>
                </a:lnTo>
                <a:lnTo>
                  <a:pt x="99885" y="360502"/>
                </a:lnTo>
                <a:lnTo>
                  <a:pt x="112763" y="359664"/>
                </a:lnTo>
                <a:lnTo>
                  <a:pt x="122440" y="360222"/>
                </a:lnTo>
                <a:lnTo>
                  <a:pt x="150863" y="376428"/>
                </a:lnTo>
                <a:lnTo>
                  <a:pt x="150863" y="362445"/>
                </a:lnTo>
                <a:lnTo>
                  <a:pt x="117335" y="341185"/>
                </a:lnTo>
                <a:lnTo>
                  <a:pt x="103619" y="339852"/>
                </a:lnTo>
                <a:lnTo>
                  <a:pt x="94526" y="340690"/>
                </a:lnTo>
                <a:lnTo>
                  <a:pt x="56375" y="367855"/>
                </a:lnTo>
                <a:lnTo>
                  <a:pt x="51803" y="387096"/>
                </a:lnTo>
                <a:lnTo>
                  <a:pt x="51803" y="396240"/>
                </a:lnTo>
                <a:lnTo>
                  <a:pt x="79235" y="429768"/>
                </a:lnTo>
                <a:lnTo>
                  <a:pt x="106667" y="435864"/>
                </a:lnTo>
                <a:lnTo>
                  <a:pt x="115773" y="435279"/>
                </a:lnTo>
                <a:lnTo>
                  <a:pt x="149339" y="416052"/>
                </a:lnTo>
                <a:lnTo>
                  <a:pt x="153911" y="409194"/>
                </a:lnTo>
                <a:lnTo>
                  <a:pt x="157340" y="399478"/>
                </a:lnTo>
                <a:lnTo>
                  <a:pt x="157365" y="399288"/>
                </a:lnTo>
                <a:lnTo>
                  <a:pt x="158483" y="388620"/>
                </a:lnTo>
                <a:lnTo>
                  <a:pt x="158483" y="379476"/>
                </a:lnTo>
                <a:close/>
              </a:path>
              <a:path extrusionOk="0" h="509270" w="158750">
                <a:moveTo>
                  <a:pt x="158496" y="251460"/>
                </a:moveTo>
                <a:lnTo>
                  <a:pt x="146304" y="222504"/>
                </a:lnTo>
                <a:lnTo>
                  <a:pt x="143256" y="224028"/>
                </a:lnTo>
                <a:lnTo>
                  <a:pt x="144780" y="227076"/>
                </a:lnTo>
                <a:lnTo>
                  <a:pt x="144780" y="233172"/>
                </a:lnTo>
                <a:lnTo>
                  <a:pt x="143256" y="234696"/>
                </a:lnTo>
                <a:lnTo>
                  <a:pt x="143256" y="236220"/>
                </a:lnTo>
                <a:lnTo>
                  <a:pt x="140208" y="236220"/>
                </a:lnTo>
                <a:lnTo>
                  <a:pt x="138684" y="237744"/>
                </a:lnTo>
                <a:lnTo>
                  <a:pt x="54864" y="237744"/>
                </a:lnTo>
                <a:lnTo>
                  <a:pt x="54864" y="271272"/>
                </a:lnTo>
                <a:lnTo>
                  <a:pt x="57912" y="271272"/>
                </a:lnTo>
                <a:lnTo>
                  <a:pt x="57912" y="265176"/>
                </a:lnTo>
                <a:lnTo>
                  <a:pt x="59436" y="260604"/>
                </a:lnTo>
                <a:lnTo>
                  <a:pt x="60960" y="259080"/>
                </a:lnTo>
                <a:lnTo>
                  <a:pt x="67056" y="256032"/>
                </a:lnTo>
                <a:lnTo>
                  <a:pt x="131064" y="256032"/>
                </a:lnTo>
                <a:lnTo>
                  <a:pt x="135636" y="262128"/>
                </a:lnTo>
                <a:lnTo>
                  <a:pt x="140208" y="266700"/>
                </a:lnTo>
                <a:lnTo>
                  <a:pt x="141732" y="269748"/>
                </a:lnTo>
                <a:lnTo>
                  <a:pt x="144780" y="274320"/>
                </a:lnTo>
                <a:lnTo>
                  <a:pt x="144780" y="284988"/>
                </a:lnTo>
                <a:lnTo>
                  <a:pt x="143256" y="289560"/>
                </a:lnTo>
                <a:lnTo>
                  <a:pt x="137160" y="295656"/>
                </a:lnTo>
                <a:lnTo>
                  <a:pt x="131064" y="297180"/>
                </a:lnTo>
                <a:lnTo>
                  <a:pt x="54864" y="297180"/>
                </a:lnTo>
                <a:lnTo>
                  <a:pt x="54864" y="330708"/>
                </a:lnTo>
                <a:lnTo>
                  <a:pt x="57912" y="330708"/>
                </a:lnTo>
                <a:lnTo>
                  <a:pt x="57912" y="323088"/>
                </a:lnTo>
                <a:lnTo>
                  <a:pt x="59436" y="321564"/>
                </a:lnTo>
                <a:lnTo>
                  <a:pt x="60960" y="318516"/>
                </a:lnTo>
                <a:lnTo>
                  <a:pt x="62484" y="318516"/>
                </a:lnTo>
                <a:lnTo>
                  <a:pt x="65532" y="315468"/>
                </a:lnTo>
                <a:lnTo>
                  <a:pt x="135636" y="315468"/>
                </a:lnTo>
                <a:lnTo>
                  <a:pt x="141732" y="312420"/>
                </a:lnTo>
                <a:lnTo>
                  <a:pt x="150876" y="309372"/>
                </a:lnTo>
                <a:lnTo>
                  <a:pt x="156972" y="300228"/>
                </a:lnTo>
                <a:lnTo>
                  <a:pt x="158496" y="295656"/>
                </a:lnTo>
                <a:lnTo>
                  <a:pt x="158496" y="284988"/>
                </a:lnTo>
                <a:lnTo>
                  <a:pt x="155448" y="275844"/>
                </a:lnTo>
                <a:lnTo>
                  <a:pt x="152590" y="272110"/>
                </a:lnTo>
                <a:lnTo>
                  <a:pt x="148590" y="267652"/>
                </a:lnTo>
                <a:lnTo>
                  <a:pt x="137160" y="256032"/>
                </a:lnTo>
                <a:lnTo>
                  <a:pt x="158496" y="256032"/>
                </a:lnTo>
                <a:lnTo>
                  <a:pt x="158496" y="251460"/>
                </a:lnTo>
                <a:close/>
              </a:path>
              <a:path extrusionOk="0" h="509270" w="158750">
                <a:moveTo>
                  <a:pt x="158496" y="28956"/>
                </a:moveTo>
                <a:lnTo>
                  <a:pt x="146304" y="0"/>
                </a:lnTo>
                <a:lnTo>
                  <a:pt x="143256" y="1524"/>
                </a:lnTo>
                <a:lnTo>
                  <a:pt x="144780" y="4572"/>
                </a:lnTo>
                <a:lnTo>
                  <a:pt x="144780" y="10668"/>
                </a:lnTo>
                <a:lnTo>
                  <a:pt x="143256" y="12192"/>
                </a:lnTo>
                <a:lnTo>
                  <a:pt x="143256" y="13716"/>
                </a:lnTo>
                <a:lnTo>
                  <a:pt x="140208" y="13716"/>
                </a:lnTo>
                <a:lnTo>
                  <a:pt x="138684" y="15240"/>
                </a:lnTo>
                <a:lnTo>
                  <a:pt x="0" y="15240"/>
                </a:lnTo>
                <a:lnTo>
                  <a:pt x="0" y="19812"/>
                </a:lnTo>
                <a:lnTo>
                  <a:pt x="12192" y="48768"/>
                </a:lnTo>
                <a:lnTo>
                  <a:pt x="15240" y="47244"/>
                </a:lnTo>
                <a:lnTo>
                  <a:pt x="13716" y="44196"/>
                </a:lnTo>
                <a:lnTo>
                  <a:pt x="13716" y="38100"/>
                </a:lnTo>
                <a:lnTo>
                  <a:pt x="16764" y="35052"/>
                </a:lnTo>
                <a:lnTo>
                  <a:pt x="21336" y="35052"/>
                </a:lnTo>
                <a:lnTo>
                  <a:pt x="22860" y="33528"/>
                </a:lnTo>
                <a:lnTo>
                  <a:pt x="62484" y="33528"/>
                </a:lnTo>
                <a:lnTo>
                  <a:pt x="54864" y="39624"/>
                </a:lnTo>
                <a:lnTo>
                  <a:pt x="51816" y="47244"/>
                </a:lnTo>
                <a:lnTo>
                  <a:pt x="51816" y="54864"/>
                </a:lnTo>
                <a:lnTo>
                  <a:pt x="52959" y="64820"/>
                </a:lnTo>
                <a:lnTo>
                  <a:pt x="79286" y="94399"/>
                </a:lnTo>
                <a:lnTo>
                  <a:pt x="109728" y="102108"/>
                </a:lnTo>
                <a:lnTo>
                  <a:pt x="119697" y="101498"/>
                </a:lnTo>
                <a:lnTo>
                  <a:pt x="151828" y="82296"/>
                </a:lnTo>
                <a:lnTo>
                  <a:pt x="155067" y="77343"/>
                </a:lnTo>
                <a:lnTo>
                  <a:pt x="155130" y="77152"/>
                </a:lnTo>
                <a:lnTo>
                  <a:pt x="157632" y="70205"/>
                </a:lnTo>
                <a:lnTo>
                  <a:pt x="158496" y="62484"/>
                </a:lnTo>
                <a:lnTo>
                  <a:pt x="158496" y="57912"/>
                </a:lnTo>
                <a:lnTo>
                  <a:pt x="156972" y="51816"/>
                </a:lnTo>
                <a:lnTo>
                  <a:pt x="155448" y="47244"/>
                </a:lnTo>
                <a:lnTo>
                  <a:pt x="152400" y="42672"/>
                </a:lnTo>
                <a:lnTo>
                  <a:pt x="147828" y="38100"/>
                </a:lnTo>
                <a:lnTo>
                  <a:pt x="144780" y="35814"/>
                </a:lnTo>
                <a:lnTo>
                  <a:pt x="144780" y="45720"/>
                </a:lnTo>
                <a:lnTo>
                  <a:pt x="144780" y="59436"/>
                </a:lnTo>
                <a:lnTo>
                  <a:pt x="110528" y="81724"/>
                </a:lnTo>
                <a:lnTo>
                  <a:pt x="100584" y="82296"/>
                </a:lnTo>
                <a:lnTo>
                  <a:pt x="90868" y="81724"/>
                </a:lnTo>
                <a:lnTo>
                  <a:pt x="59436" y="62484"/>
                </a:lnTo>
                <a:lnTo>
                  <a:pt x="59436" y="53340"/>
                </a:lnTo>
                <a:lnTo>
                  <a:pt x="60960" y="48768"/>
                </a:lnTo>
                <a:lnTo>
                  <a:pt x="62484" y="45720"/>
                </a:lnTo>
                <a:lnTo>
                  <a:pt x="65532" y="42672"/>
                </a:lnTo>
                <a:lnTo>
                  <a:pt x="67056" y="39624"/>
                </a:lnTo>
                <a:lnTo>
                  <a:pt x="71628" y="38100"/>
                </a:lnTo>
                <a:lnTo>
                  <a:pt x="76200" y="35052"/>
                </a:lnTo>
                <a:lnTo>
                  <a:pt x="80772" y="33528"/>
                </a:lnTo>
                <a:lnTo>
                  <a:pt x="134112" y="33528"/>
                </a:lnTo>
                <a:lnTo>
                  <a:pt x="141732" y="39624"/>
                </a:lnTo>
                <a:lnTo>
                  <a:pt x="144780" y="45720"/>
                </a:lnTo>
                <a:lnTo>
                  <a:pt x="144780" y="35814"/>
                </a:lnTo>
                <a:lnTo>
                  <a:pt x="141732" y="33528"/>
                </a:lnTo>
                <a:lnTo>
                  <a:pt x="158496" y="33528"/>
                </a:lnTo>
                <a:lnTo>
                  <a:pt x="158496" y="289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12" name="Google Shape;2012;p33"/>
          <p:cNvGrpSpPr/>
          <p:nvPr/>
        </p:nvGrpSpPr>
        <p:grpSpPr>
          <a:xfrm>
            <a:off x="1520951" y="3970020"/>
            <a:ext cx="158878" cy="443483"/>
            <a:chOff x="1520951" y="3970020"/>
            <a:chExt cx="158878" cy="443483"/>
          </a:xfrm>
        </p:grpSpPr>
        <p:pic>
          <p:nvPicPr>
            <p:cNvPr id="2013" name="Google Shape;2013;p33"/>
            <p:cNvPicPr preferRelativeResize="0"/>
            <p:nvPr/>
          </p:nvPicPr>
          <p:blipFill rotWithShape="1">
            <a:blip r:embed="rId110">
              <a:alphaModFix/>
            </a:blip>
            <a:srcRect b="0" l="0" r="0" t="0"/>
            <a:stretch/>
          </p:blipFill>
          <p:spPr>
            <a:xfrm>
              <a:off x="1520951" y="4015739"/>
              <a:ext cx="158496" cy="39776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14" name="Google Shape;2014;p33"/>
            <p:cNvSpPr/>
            <p:nvPr/>
          </p:nvSpPr>
          <p:spPr>
            <a:xfrm>
              <a:off x="1655064" y="3970020"/>
              <a:ext cx="24765" cy="24765"/>
            </a:xfrm>
            <a:custGeom>
              <a:rect b="b" l="l" r="r" t="t"/>
              <a:pathLst>
                <a:path extrusionOk="0" h="24764" w="24764">
                  <a:moveTo>
                    <a:pt x="15240" y="24383"/>
                  </a:moveTo>
                  <a:lnTo>
                    <a:pt x="9144" y="24383"/>
                  </a:lnTo>
                  <a:lnTo>
                    <a:pt x="3048" y="21335"/>
                  </a:lnTo>
                  <a:lnTo>
                    <a:pt x="0" y="15239"/>
                  </a:lnTo>
                  <a:lnTo>
                    <a:pt x="0" y="9143"/>
                  </a:lnTo>
                  <a:lnTo>
                    <a:pt x="1524" y="6095"/>
                  </a:lnTo>
                  <a:lnTo>
                    <a:pt x="6096" y="1523"/>
                  </a:lnTo>
                  <a:lnTo>
                    <a:pt x="9144" y="0"/>
                  </a:lnTo>
                  <a:lnTo>
                    <a:pt x="15240" y="0"/>
                  </a:lnTo>
                  <a:lnTo>
                    <a:pt x="21336" y="3047"/>
                  </a:lnTo>
                  <a:lnTo>
                    <a:pt x="24384" y="9143"/>
                  </a:lnTo>
                  <a:lnTo>
                    <a:pt x="24384" y="15239"/>
                  </a:lnTo>
                  <a:lnTo>
                    <a:pt x="21336" y="21335"/>
                  </a:lnTo>
                  <a:lnTo>
                    <a:pt x="15240" y="24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15" name="Google Shape;2015;p33"/>
          <p:cNvPicPr preferRelativeResize="0"/>
          <p:nvPr/>
        </p:nvPicPr>
        <p:blipFill rotWithShape="1">
          <a:blip r:embed="rId111">
            <a:alphaModFix/>
          </a:blip>
          <a:srcRect b="0" l="0" r="0" t="0"/>
          <a:stretch/>
        </p:blipFill>
        <p:spPr>
          <a:xfrm>
            <a:off x="1528572" y="3613403"/>
            <a:ext cx="150876" cy="268223"/>
          </a:xfrm>
          <a:prstGeom prst="rect">
            <a:avLst/>
          </a:prstGeom>
          <a:noFill/>
          <a:ln>
            <a:noFill/>
          </a:ln>
        </p:spPr>
      </p:pic>
      <p:pic>
        <p:nvPicPr>
          <p:cNvPr id="2016" name="Google Shape;2016;p33"/>
          <p:cNvPicPr preferRelativeResize="0"/>
          <p:nvPr/>
        </p:nvPicPr>
        <p:blipFill rotWithShape="1">
          <a:blip r:embed="rId112">
            <a:alphaModFix/>
          </a:blip>
          <a:srcRect b="0" l="0" r="0" t="0"/>
          <a:stretch/>
        </p:blipFill>
        <p:spPr>
          <a:xfrm>
            <a:off x="1520951" y="2782823"/>
            <a:ext cx="158496" cy="742187"/>
          </a:xfrm>
          <a:prstGeom prst="rect">
            <a:avLst/>
          </a:prstGeom>
          <a:noFill/>
          <a:ln>
            <a:noFill/>
          </a:ln>
        </p:spPr>
      </p:pic>
      <p:pic>
        <p:nvPicPr>
          <p:cNvPr id="2017" name="Google Shape;2017;p33"/>
          <p:cNvPicPr preferRelativeResize="0"/>
          <p:nvPr/>
        </p:nvPicPr>
        <p:blipFill rotWithShape="1">
          <a:blip r:embed="rId113">
            <a:alphaModFix/>
          </a:blip>
          <a:srcRect b="0" l="0" r="0" t="0"/>
          <a:stretch/>
        </p:blipFill>
        <p:spPr>
          <a:xfrm>
            <a:off x="1520951" y="2270760"/>
            <a:ext cx="202692" cy="4282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18" name="Google Shape;2018;p33"/>
          <p:cNvGrpSpPr/>
          <p:nvPr/>
        </p:nvGrpSpPr>
        <p:grpSpPr>
          <a:xfrm>
            <a:off x="1520952" y="1860804"/>
            <a:ext cx="203200" cy="340106"/>
            <a:chOff x="1520952" y="1860804"/>
            <a:chExt cx="203200" cy="340106"/>
          </a:xfrm>
        </p:grpSpPr>
        <p:sp>
          <p:nvSpPr>
            <p:cNvPr id="2019" name="Google Shape;2019;p33"/>
            <p:cNvSpPr/>
            <p:nvPr/>
          </p:nvSpPr>
          <p:spPr>
            <a:xfrm>
              <a:off x="1520952" y="2141220"/>
              <a:ext cx="203200" cy="59690"/>
            </a:xfrm>
            <a:custGeom>
              <a:rect b="b" l="l" r="r" t="t"/>
              <a:pathLst>
                <a:path extrusionOk="0" h="59689" w="203200">
                  <a:moveTo>
                    <a:pt x="15240" y="24384"/>
                  </a:moveTo>
                  <a:lnTo>
                    <a:pt x="9144" y="24384"/>
                  </a:lnTo>
                  <a:lnTo>
                    <a:pt x="6096" y="22860"/>
                  </a:lnTo>
                  <a:lnTo>
                    <a:pt x="4572" y="19812"/>
                  </a:lnTo>
                  <a:lnTo>
                    <a:pt x="1524" y="18288"/>
                  </a:lnTo>
                  <a:lnTo>
                    <a:pt x="0" y="15240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4572" y="3048"/>
                  </a:lnTo>
                  <a:lnTo>
                    <a:pt x="6096" y="0"/>
                  </a:lnTo>
                  <a:lnTo>
                    <a:pt x="18288" y="0"/>
                  </a:lnTo>
                  <a:lnTo>
                    <a:pt x="21336" y="3048"/>
                  </a:lnTo>
                  <a:lnTo>
                    <a:pt x="24384" y="9144"/>
                  </a:lnTo>
                  <a:lnTo>
                    <a:pt x="24384" y="15240"/>
                  </a:lnTo>
                  <a:lnTo>
                    <a:pt x="22860" y="18288"/>
                  </a:lnTo>
                  <a:lnTo>
                    <a:pt x="18288" y="22860"/>
                  </a:lnTo>
                  <a:lnTo>
                    <a:pt x="15240" y="24384"/>
                  </a:lnTo>
                  <a:close/>
                </a:path>
                <a:path extrusionOk="0" h="59689" w="203200">
                  <a:moveTo>
                    <a:pt x="64008" y="33528"/>
                  </a:moveTo>
                  <a:lnTo>
                    <a:pt x="51816" y="4572"/>
                  </a:lnTo>
                  <a:lnTo>
                    <a:pt x="51816" y="0"/>
                  </a:lnTo>
                  <a:lnTo>
                    <a:pt x="152400" y="0"/>
                  </a:lnTo>
                  <a:lnTo>
                    <a:pt x="164353" y="595"/>
                  </a:lnTo>
                  <a:lnTo>
                    <a:pt x="196527" y="18288"/>
                  </a:lnTo>
                  <a:lnTo>
                    <a:pt x="71628" y="18288"/>
                  </a:lnTo>
                  <a:lnTo>
                    <a:pt x="70104" y="19812"/>
                  </a:lnTo>
                  <a:lnTo>
                    <a:pt x="68580" y="19812"/>
                  </a:lnTo>
                  <a:lnTo>
                    <a:pt x="67056" y="21336"/>
                  </a:lnTo>
                  <a:lnTo>
                    <a:pt x="65532" y="21336"/>
                  </a:lnTo>
                  <a:lnTo>
                    <a:pt x="65532" y="28956"/>
                  </a:lnTo>
                  <a:lnTo>
                    <a:pt x="67056" y="32004"/>
                  </a:lnTo>
                  <a:lnTo>
                    <a:pt x="64008" y="33528"/>
                  </a:lnTo>
                  <a:close/>
                </a:path>
                <a:path extrusionOk="0" h="59689" w="203200">
                  <a:moveTo>
                    <a:pt x="193548" y="59436"/>
                  </a:moveTo>
                  <a:lnTo>
                    <a:pt x="188976" y="59436"/>
                  </a:lnTo>
                  <a:lnTo>
                    <a:pt x="185928" y="57912"/>
                  </a:lnTo>
                  <a:lnTo>
                    <a:pt x="182879" y="54864"/>
                  </a:lnTo>
                  <a:lnTo>
                    <a:pt x="181355" y="51816"/>
                  </a:lnTo>
                  <a:lnTo>
                    <a:pt x="181355" y="47244"/>
                  </a:lnTo>
                  <a:lnTo>
                    <a:pt x="182879" y="45720"/>
                  </a:lnTo>
                  <a:lnTo>
                    <a:pt x="182879" y="42672"/>
                  </a:lnTo>
                  <a:lnTo>
                    <a:pt x="184403" y="42672"/>
                  </a:lnTo>
                  <a:lnTo>
                    <a:pt x="185928" y="39624"/>
                  </a:lnTo>
                  <a:lnTo>
                    <a:pt x="190500" y="36576"/>
                  </a:lnTo>
                  <a:lnTo>
                    <a:pt x="195072" y="32004"/>
                  </a:lnTo>
                  <a:lnTo>
                    <a:pt x="195072" y="24384"/>
                  </a:lnTo>
                  <a:lnTo>
                    <a:pt x="192024" y="21336"/>
                  </a:lnTo>
                  <a:lnTo>
                    <a:pt x="188976" y="19812"/>
                  </a:lnTo>
                  <a:lnTo>
                    <a:pt x="185928" y="19812"/>
                  </a:lnTo>
                  <a:lnTo>
                    <a:pt x="182879" y="18288"/>
                  </a:lnTo>
                  <a:lnTo>
                    <a:pt x="196527" y="18288"/>
                  </a:lnTo>
                  <a:lnTo>
                    <a:pt x="199453" y="23431"/>
                  </a:lnTo>
                  <a:lnTo>
                    <a:pt x="201858" y="31027"/>
                  </a:lnTo>
                  <a:lnTo>
                    <a:pt x="202691" y="39624"/>
                  </a:lnTo>
                  <a:lnTo>
                    <a:pt x="202691" y="45720"/>
                  </a:lnTo>
                  <a:lnTo>
                    <a:pt x="199644" y="54864"/>
                  </a:lnTo>
                  <a:lnTo>
                    <a:pt x="196596" y="57912"/>
                  </a:lnTo>
                  <a:lnTo>
                    <a:pt x="193548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20" name="Google Shape;2020;p33"/>
            <p:cNvPicPr preferRelativeResize="0"/>
            <p:nvPr/>
          </p:nvPicPr>
          <p:blipFill rotWithShape="1">
            <a:blip r:embed="rId114">
              <a:alphaModFix/>
            </a:blip>
            <a:srcRect b="0" l="0" r="0" t="0"/>
            <a:stretch/>
          </p:blipFill>
          <p:spPr>
            <a:xfrm>
              <a:off x="1542287" y="1860804"/>
              <a:ext cx="137160" cy="25755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021" name="Google Shape;2021;p33"/>
          <p:cNvPicPr preferRelativeResize="0"/>
          <p:nvPr/>
        </p:nvPicPr>
        <p:blipFill rotWithShape="1">
          <a:blip r:embed="rId115">
            <a:alphaModFix/>
          </a:blip>
          <a:srcRect b="0" l="0" r="0" t="0"/>
          <a:stretch/>
        </p:blipFill>
        <p:spPr>
          <a:xfrm>
            <a:off x="1572767" y="1685544"/>
            <a:ext cx="106680" cy="9144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22" name="Google Shape;2022;p33"/>
          <p:cNvPicPr preferRelativeResize="0"/>
          <p:nvPr/>
        </p:nvPicPr>
        <p:blipFill rotWithShape="1">
          <a:blip r:embed="rId116">
            <a:alphaModFix/>
          </a:blip>
          <a:srcRect b="0" l="0" r="0" t="0"/>
          <a:stretch/>
        </p:blipFill>
        <p:spPr>
          <a:xfrm>
            <a:off x="1787652" y="8441435"/>
            <a:ext cx="202691" cy="708659"/>
          </a:xfrm>
          <a:prstGeom prst="rect">
            <a:avLst/>
          </a:prstGeom>
          <a:noFill/>
          <a:ln>
            <a:noFill/>
          </a:ln>
        </p:spPr>
      </p:pic>
      <p:pic>
        <p:nvPicPr>
          <p:cNvPr id="2023" name="Google Shape;2023;p33"/>
          <p:cNvPicPr preferRelativeResize="0"/>
          <p:nvPr/>
        </p:nvPicPr>
        <p:blipFill rotWithShape="1">
          <a:blip r:embed="rId117">
            <a:alphaModFix/>
          </a:blip>
          <a:srcRect b="0" l="0" r="0" t="0"/>
          <a:stretch/>
        </p:blipFill>
        <p:spPr>
          <a:xfrm>
            <a:off x="1808988" y="8208264"/>
            <a:ext cx="137160" cy="166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2024" name="Google Shape;2024;p33"/>
          <p:cNvPicPr preferRelativeResize="0"/>
          <p:nvPr/>
        </p:nvPicPr>
        <p:blipFill rotWithShape="1">
          <a:blip r:embed="rId118">
            <a:alphaModFix/>
          </a:blip>
          <a:srcRect b="0" l="0" r="0" t="0"/>
          <a:stretch/>
        </p:blipFill>
        <p:spPr>
          <a:xfrm>
            <a:off x="1787651" y="7275576"/>
            <a:ext cx="202692" cy="859535"/>
          </a:xfrm>
          <a:prstGeom prst="rect">
            <a:avLst/>
          </a:prstGeom>
          <a:noFill/>
          <a:ln>
            <a:noFill/>
          </a:ln>
        </p:spPr>
      </p:pic>
      <p:pic>
        <p:nvPicPr>
          <p:cNvPr id="2025" name="Google Shape;2025;p33"/>
          <p:cNvPicPr preferRelativeResize="0"/>
          <p:nvPr/>
        </p:nvPicPr>
        <p:blipFill rotWithShape="1">
          <a:blip r:embed="rId119">
            <a:alphaModFix/>
          </a:blip>
          <a:srcRect b="0" l="0" r="0" t="0"/>
          <a:stretch/>
        </p:blipFill>
        <p:spPr>
          <a:xfrm>
            <a:off x="1787652" y="6246876"/>
            <a:ext cx="202691" cy="95707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26" name="Google Shape;2026;p33"/>
          <p:cNvGrpSpPr/>
          <p:nvPr/>
        </p:nvGrpSpPr>
        <p:grpSpPr>
          <a:xfrm>
            <a:off x="1787651" y="5673852"/>
            <a:ext cx="202692" cy="502919"/>
            <a:chOff x="1787651" y="5673852"/>
            <a:chExt cx="202692" cy="502919"/>
          </a:xfrm>
        </p:grpSpPr>
        <p:pic>
          <p:nvPicPr>
            <p:cNvPr id="2027" name="Google Shape;2027;p33"/>
            <p:cNvPicPr preferRelativeResize="0"/>
            <p:nvPr/>
          </p:nvPicPr>
          <p:blipFill rotWithShape="1">
            <a:blip r:embed="rId120">
              <a:alphaModFix/>
            </a:blip>
            <a:srcRect b="0" l="0" r="0" t="0"/>
            <a:stretch/>
          </p:blipFill>
          <p:spPr>
            <a:xfrm>
              <a:off x="1787651" y="5721096"/>
              <a:ext cx="202692" cy="4556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28" name="Google Shape;2028;p33"/>
            <p:cNvSpPr/>
            <p:nvPr/>
          </p:nvSpPr>
          <p:spPr>
            <a:xfrm>
              <a:off x="1921764" y="5673852"/>
              <a:ext cx="24765" cy="24765"/>
            </a:xfrm>
            <a:custGeom>
              <a:rect b="b" l="l" r="r" t="t"/>
              <a:pathLst>
                <a:path extrusionOk="0" h="24764" w="24764">
                  <a:moveTo>
                    <a:pt x="16764" y="24384"/>
                  </a:moveTo>
                  <a:lnTo>
                    <a:pt x="9144" y="24384"/>
                  </a:lnTo>
                  <a:lnTo>
                    <a:pt x="6096" y="22860"/>
                  </a:lnTo>
                  <a:lnTo>
                    <a:pt x="4572" y="19812"/>
                  </a:lnTo>
                  <a:lnTo>
                    <a:pt x="1524" y="18288"/>
                  </a:lnTo>
                  <a:lnTo>
                    <a:pt x="0" y="15240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8288" y="1524"/>
                  </a:lnTo>
                  <a:lnTo>
                    <a:pt x="21336" y="3048"/>
                  </a:lnTo>
                  <a:lnTo>
                    <a:pt x="24384" y="6096"/>
                  </a:lnTo>
                  <a:lnTo>
                    <a:pt x="24384" y="18288"/>
                  </a:lnTo>
                  <a:lnTo>
                    <a:pt x="21336" y="19812"/>
                  </a:lnTo>
                  <a:lnTo>
                    <a:pt x="16764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29" name="Google Shape;2029;p33"/>
          <p:cNvPicPr preferRelativeResize="0"/>
          <p:nvPr/>
        </p:nvPicPr>
        <p:blipFill rotWithShape="1">
          <a:blip r:embed="rId121">
            <a:alphaModFix/>
          </a:blip>
          <a:srcRect b="0" l="0" r="0" t="0"/>
          <a:stretch/>
        </p:blipFill>
        <p:spPr>
          <a:xfrm>
            <a:off x="1787651" y="5148072"/>
            <a:ext cx="202692" cy="44653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30" name="Google Shape;2030;p33"/>
          <p:cNvPicPr preferRelativeResize="0"/>
          <p:nvPr/>
        </p:nvPicPr>
        <p:blipFill rotWithShape="1">
          <a:blip r:embed="rId122">
            <a:alphaModFix/>
          </a:blip>
          <a:srcRect b="0" l="0" r="0" t="0"/>
          <a:stretch/>
        </p:blipFill>
        <p:spPr>
          <a:xfrm>
            <a:off x="1787651" y="3418332"/>
            <a:ext cx="158496" cy="165963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31" name="Google Shape;2031;p33"/>
          <p:cNvGrpSpPr/>
          <p:nvPr/>
        </p:nvGrpSpPr>
        <p:grpSpPr>
          <a:xfrm>
            <a:off x="1781555" y="2767583"/>
            <a:ext cx="176784" cy="571500"/>
            <a:chOff x="1781555" y="2767583"/>
            <a:chExt cx="176784" cy="571500"/>
          </a:xfrm>
        </p:grpSpPr>
        <p:pic>
          <p:nvPicPr>
            <p:cNvPr id="2032" name="Google Shape;2032;p33"/>
            <p:cNvPicPr preferRelativeResize="0"/>
            <p:nvPr/>
          </p:nvPicPr>
          <p:blipFill rotWithShape="1">
            <a:blip r:embed="rId123">
              <a:alphaModFix/>
            </a:blip>
            <a:srcRect b="0" l="0" r="0" t="0"/>
            <a:stretch/>
          </p:blipFill>
          <p:spPr>
            <a:xfrm>
              <a:off x="1781555" y="3140963"/>
              <a:ext cx="176784" cy="1981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33" name="Google Shape;2033;p33"/>
            <p:cNvSpPr/>
            <p:nvPr/>
          </p:nvSpPr>
          <p:spPr>
            <a:xfrm>
              <a:off x="1921764" y="3092195"/>
              <a:ext cx="24765" cy="24765"/>
            </a:xfrm>
            <a:custGeom>
              <a:rect b="b" l="l" r="r" t="t"/>
              <a:pathLst>
                <a:path extrusionOk="0" h="24764" w="24764">
                  <a:moveTo>
                    <a:pt x="16764" y="24383"/>
                  </a:moveTo>
                  <a:lnTo>
                    <a:pt x="9144" y="24383"/>
                  </a:lnTo>
                  <a:lnTo>
                    <a:pt x="6096" y="22859"/>
                  </a:lnTo>
                  <a:lnTo>
                    <a:pt x="4572" y="19811"/>
                  </a:lnTo>
                  <a:lnTo>
                    <a:pt x="1524" y="18287"/>
                  </a:lnTo>
                  <a:lnTo>
                    <a:pt x="0" y="15239"/>
                  </a:lnTo>
                  <a:lnTo>
                    <a:pt x="0" y="9143"/>
                  </a:lnTo>
                  <a:lnTo>
                    <a:pt x="1524" y="6095"/>
                  </a:lnTo>
                  <a:lnTo>
                    <a:pt x="6096" y="1523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8288" y="1523"/>
                  </a:lnTo>
                  <a:lnTo>
                    <a:pt x="21336" y="3047"/>
                  </a:lnTo>
                  <a:lnTo>
                    <a:pt x="24384" y="6095"/>
                  </a:lnTo>
                  <a:lnTo>
                    <a:pt x="24384" y="18287"/>
                  </a:lnTo>
                  <a:lnTo>
                    <a:pt x="21336" y="19811"/>
                  </a:lnTo>
                  <a:lnTo>
                    <a:pt x="16764" y="24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34" name="Google Shape;2034;p33"/>
            <p:cNvPicPr preferRelativeResize="0"/>
            <p:nvPr/>
          </p:nvPicPr>
          <p:blipFill rotWithShape="1">
            <a:blip r:embed="rId124">
              <a:alphaModFix/>
            </a:blip>
            <a:srcRect b="0" l="0" r="0" t="0"/>
            <a:stretch/>
          </p:blipFill>
          <p:spPr>
            <a:xfrm>
              <a:off x="1795271" y="2767583"/>
              <a:ext cx="149351" cy="2971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035" name="Google Shape;2035;p33"/>
          <p:cNvPicPr preferRelativeResize="0"/>
          <p:nvPr/>
        </p:nvPicPr>
        <p:blipFill rotWithShape="1">
          <a:blip r:embed="rId125">
            <a:alphaModFix/>
          </a:blip>
          <a:srcRect b="0" l="0" r="0" t="0"/>
          <a:stretch/>
        </p:blipFill>
        <p:spPr>
          <a:xfrm>
            <a:off x="1787652" y="2537459"/>
            <a:ext cx="155448" cy="164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36" name="Google Shape;2036;p33"/>
          <p:cNvPicPr preferRelativeResize="0"/>
          <p:nvPr/>
        </p:nvPicPr>
        <p:blipFill rotWithShape="1">
          <a:blip r:embed="rId126">
            <a:alphaModFix/>
          </a:blip>
          <a:srcRect b="0" l="0" r="0" t="0"/>
          <a:stretch/>
        </p:blipFill>
        <p:spPr>
          <a:xfrm>
            <a:off x="1808988" y="2153411"/>
            <a:ext cx="137160" cy="326135"/>
          </a:xfrm>
          <a:prstGeom prst="rect">
            <a:avLst/>
          </a:prstGeom>
          <a:noFill/>
          <a:ln>
            <a:noFill/>
          </a:ln>
        </p:spPr>
      </p:pic>
      <p:pic>
        <p:nvPicPr>
          <p:cNvPr id="2037" name="Google Shape;2037;p33"/>
          <p:cNvPicPr preferRelativeResize="0"/>
          <p:nvPr/>
        </p:nvPicPr>
        <p:blipFill rotWithShape="1">
          <a:blip r:embed="rId127">
            <a:alphaModFix/>
          </a:blip>
          <a:srcRect b="0" l="0" r="0" t="0"/>
          <a:stretch/>
        </p:blipFill>
        <p:spPr>
          <a:xfrm>
            <a:off x="1787652" y="1688591"/>
            <a:ext cx="202691" cy="391668"/>
          </a:xfrm>
          <a:prstGeom prst="rect">
            <a:avLst/>
          </a:prstGeom>
          <a:noFill/>
          <a:ln>
            <a:noFill/>
          </a:ln>
        </p:spPr>
      </p:pic>
      <p:pic>
        <p:nvPicPr>
          <p:cNvPr id="2038" name="Google Shape;2038;p33"/>
          <p:cNvPicPr preferRelativeResize="0"/>
          <p:nvPr/>
        </p:nvPicPr>
        <p:blipFill rotWithShape="1">
          <a:blip r:embed="rId128">
            <a:alphaModFix/>
          </a:blip>
          <a:srcRect b="0" l="0" r="0" t="0"/>
          <a:stretch/>
        </p:blipFill>
        <p:spPr>
          <a:xfrm>
            <a:off x="2054352" y="8827007"/>
            <a:ext cx="158495" cy="313944"/>
          </a:xfrm>
          <a:prstGeom prst="rect">
            <a:avLst/>
          </a:prstGeom>
          <a:noFill/>
          <a:ln>
            <a:noFill/>
          </a:ln>
        </p:spPr>
      </p:pic>
      <p:pic>
        <p:nvPicPr>
          <p:cNvPr id="2039" name="Google Shape;2039;p33"/>
          <p:cNvPicPr preferRelativeResize="0"/>
          <p:nvPr/>
        </p:nvPicPr>
        <p:blipFill rotWithShape="1">
          <a:blip r:embed="rId129">
            <a:alphaModFix/>
          </a:blip>
          <a:srcRect b="0" l="0" r="0" t="0"/>
          <a:stretch/>
        </p:blipFill>
        <p:spPr>
          <a:xfrm>
            <a:off x="2106167" y="8276844"/>
            <a:ext cx="106680" cy="486155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0" name="Google Shape;2040;p33"/>
          <p:cNvPicPr preferRelativeResize="0"/>
          <p:nvPr/>
        </p:nvPicPr>
        <p:blipFill rotWithShape="1">
          <a:blip r:embed="rId130">
            <a:alphaModFix/>
          </a:blip>
          <a:srcRect b="0" l="0" r="0" t="0"/>
          <a:stretch/>
        </p:blipFill>
        <p:spPr>
          <a:xfrm>
            <a:off x="2075688" y="8042147"/>
            <a:ext cx="137160" cy="1661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41" name="Google Shape;2041;p33"/>
          <p:cNvGrpSpPr/>
          <p:nvPr/>
        </p:nvGrpSpPr>
        <p:grpSpPr>
          <a:xfrm>
            <a:off x="2058924" y="7478268"/>
            <a:ext cx="153924" cy="478535"/>
            <a:chOff x="2058924" y="7478268"/>
            <a:chExt cx="153924" cy="478535"/>
          </a:xfrm>
        </p:grpSpPr>
        <p:pic>
          <p:nvPicPr>
            <p:cNvPr id="2042" name="Google Shape;2042;p33"/>
            <p:cNvPicPr preferRelativeResize="0"/>
            <p:nvPr/>
          </p:nvPicPr>
          <p:blipFill rotWithShape="1">
            <a:blip r:embed="rId131">
              <a:alphaModFix/>
            </a:blip>
            <a:srcRect b="0" l="0" r="0" t="0"/>
            <a:stretch/>
          </p:blipFill>
          <p:spPr>
            <a:xfrm>
              <a:off x="2058924" y="7860791"/>
              <a:ext cx="153924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43" name="Google Shape;2043;p33"/>
            <p:cNvPicPr preferRelativeResize="0"/>
            <p:nvPr/>
          </p:nvPicPr>
          <p:blipFill rotWithShape="1">
            <a:blip r:embed="rId132">
              <a:alphaModFix/>
            </a:blip>
            <a:srcRect b="0" l="0" r="0" t="0"/>
            <a:stretch/>
          </p:blipFill>
          <p:spPr>
            <a:xfrm>
              <a:off x="2075688" y="7478268"/>
              <a:ext cx="137160" cy="36271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044" name="Google Shape;2044;p33"/>
          <p:cNvSpPr/>
          <p:nvPr/>
        </p:nvSpPr>
        <p:spPr>
          <a:xfrm>
            <a:off x="2054339" y="6891528"/>
            <a:ext cx="158750" cy="513715"/>
          </a:xfrm>
          <a:custGeom>
            <a:rect b="b" l="l" r="r" t="t"/>
            <a:pathLst>
              <a:path extrusionOk="0" h="513715" w="158750">
                <a:moveTo>
                  <a:pt x="155448" y="316992"/>
                </a:moveTo>
                <a:lnTo>
                  <a:pt x="152400" y="316992"/>
                </a:lnTo>
                <a:lnTo>
                  <a:pt x="152400" y="326136"/>
                </a:lnTo>
                <a:lnTo>
                  <a:pt x="150876" y="327660"/>
                </a:lnTo>
                <a:lnTo>
                  <a:pt x="150876" y="329184"/>
                </a:lnTo>
                <a:lnTo>
                  <a:pt x="147828" y="330708"/>
                </a:lnTo>
                <a:lnTo>
                  <a:pt x="146304" y="330708"/>
                </a:lnTo>
                <a:lnTo>
                  <a:pt x="144780" y="332232"/>
                </a:lnTo>
                <a:lnTo>
                  <a:pt x="0" y="332232"/>
                </a:lnTo>
                <a:lnTo>
                  <a:pt x="0" y="336804"/>
                </a:lnTo>
                <a:lnTo>
                  <a:pt x="12192" y="365760"/>
                </a:lnTo>
                <a:lnTo>
                  <a:pt x="15240" y="364236"/>
                </a:lnTo>
                <a:lnTo>
                  <a:pt x="15240" y="361188"/>
                </a:lnTo>
                <a:lnTo>
                  <a:pt x="13716" y="359664"/>
                </a:lnTo>
                <a:lnTo>
                  <a:pt x="13716" y="356616"/>
                </a:lnTo>
                <a:lnTo>
                  <a:pt x="15240" y="355092"/>
                </a:lnTo>
                <a:lnTo>
                  <a:pt x="15240" y="353568"/>
                </a:lnTo>
                <a:lnTo>
                  <a:pt x="16764" y="353568"/>
                </a:lnTo>
                <a:lnTo>
                  <a:pt x="18288" y="352044"/>
                </a:lnTo>
                <a:lnTo>
                  <a:pt x="21336" y="352044"/>
                </a:lnTo>
                <a:lnTo>
                  <a:pt x="24384" y="350520"/>
                </a:lnTo>
                <a:lnTo>
                  <a:pt x="140208" y="350520"/>
                </a:lnTo>
                <a:lnTo>
                  <a:pt x="144780" y="352044"/>
                </a:lnTo>
                <a:lnTo>
                  <a:pt x="146304" y="352044"/>
                </a:lnTo>
                <a:lnTo>
                  <a:pt x="149352" y="353568"/>
                </a:lnTo>
                <a:lnTo>
                  <a:pt x="150876" y="355092"/>
                </a:lnTo>
                <a:lnTo>
                  <a:pt x="150876" y="356616"/>
                </a:lnTo>
                <a:lnTo>
                  <a:pt x="152400" y="358140"/>
                </a:lnTo>
                <a:lnTo>
                  <a:pt x="152400" y="365760"/>
                </a:lnTo>
                <a:lnTo>
                  <a:pt x="155448" y="365760"/>
                </a:lnTo>
                <a:lnTo>
                  <a:pt x="155448" y="316992"/>
                </a:lnTo>
                <a:close/>
              </a:path>
              <a:path extrusionOk="0" h="513715" w="158750">
                <a:moveTo>
                  <a:pt x="155448" y="160020"/>
                </a:moveTo>
                <a:lnTo>
                  <a:pt x="152400" y="160020"/>
                </a:lnTo>
                <a:lnTo>
                  <a:pt x="152400" y="169164"/>
                </a:lnTo>
                <a:lnTo>
                  <a:pt x="150876" y="170688"/>
                </a:lnTo>
                <a:lnTo>
                  <a:pt x="149352" y="173736"/>
                </a:lnTo>
                <a:lnTo>
                  <a:pt x="147828" y="175260"/>
                </a:lnTo>
                <a:lnTo>
                  <a:pt x="144780" y="176784"/>
                </a:lnTo>
                <a:lnTo>
                  <a:pt x="143256" y="178308"/>
                </a:lnTo>
                <a:lnTo>
                  <a:pt x="85344" y="178308"/>
                </a:lnTo>
                <a:lnTo>
                  <a:pt x="73152" y="172212"/>
                </a:lnTo>
                <a:lnTo>
                  <a:pt x="70104" y="167640"/>
                </a:lnTo>
                <a:lnTo>
                  <a:pt x="67056" y="164592"/>
                </a:lnTo>
                <a:lnTo>
                  <a:pt x="67056" y="161544"/>
                </a:lnTo>
                <a:lnTo>
                  <a:pt x="71628" y="156972"/>
                </a:lnTo>
                <a:lnTo>
                  <a:pt x="74676" y="152400"/>
                </a:lnTo>
                <a:lnTo>
                  <a:pt x="76200" y="150876"/>
                </a:lnTo>
                <a:lnTo>
                  <a:pt x="76200" y="143256"/>
                </a:lnTo>
                <a:lnTo>
                  <a:pt x="73152" y="141732"/>
                </a:lnTo>
                <a:lnTo>
                  <a:pt x="71628" y="140208"/>
                </a:lnTo>
                <a:lnTo>
                  <a:pt x="68580" y="138684"/>
                </a:lnTo>
                <a:lnTo>
                  <a:pt x="62484" y="138684"/>
                </a:lnTo>
                <a:lnTo>
                  <a:pt x="59436" y="140208"/>
                </a:lnTo>
                <a:lnTo>
                  <a:pt x="56388" y="143256"/>
                </a:lnTo>
                <a:lnTo>
                  <a:pt x="53340" y="144780"/>
                </a:lnTo>
                <a:lnTo>
                  <a:pt x="51816" y="149352"/>
                </a:lnTo>
                <a:lnTo>
                  <a:pt x="51816" y="152400"/>
                </a:lnTo>
                <a:lnTo>
                  <a:pt x="53492" y="159245"/>
                </a:lnTo>
                <a:lnTo>
                  <a:pt x="58293" y="165925"/>
                </a:lnTo>
                <a:lnTo>
                  <a:pt x="65963" y="172339"/>
                </a:lnTo>
                <a:lnTo>
                  <a:pt x="76200" y="178308"/>
                </a:lnTo>
                <a:lnTo>
                  <a:pt x="51816" y="178308"/>
                </a:lnTo>
                <a:lnTo>
                  <a:pt x="51816" y="182880"/>
                </a:lnTo>
                <a:lnTo>
                  <a:pt x="64008" y="211836"/>
                </a:lnTo>
                <a:lnTo>
                  <a:pt x="67056" y="211836"/>
                </a:lnTo>
                <a:lnTo>
                  <a:pt x="67056" y="208788"/>
                </a:lnTo>
                <a:lnTo>
                  <a:pt x="65532" y="205740"/>
                </a:lnTo>
                <a:lnTo>
                  <a:pt x="65532" y="202692"/>
                </a:lnTo>
                <a:lnTo>
                  <a:pt x="67056" y="201168"/>
                </a:lnTo>
                <a:lnTo>
                  <a:pt x="67056" y="199644"/>
                </a:lnTo>
                <a:lnTo>
                  <a:pt x="68580" y="198120"/>
                </a:lnTo>
                <a:lnTo>
                  <a:pt x="73152" y="198120"/>
                </a:lnTo>
                <a:lnTo>
                  <a:pt x="74676" y="196596"/>
                </a:lnTo>
                <a:lnTo>
                  <a:pt x="143256" y="196596"/>
                </a:lnTo>
                <a:lnTo>
                  <a:pt x="144780" y="198120"/>
                </a:lnTo>
                <a:lnTo>
                  <a:pt x="147828" y="198120"/>
                </a:lnTo>
                <a:lnTo>
                  <a:pt x="150876" y="201168"/>
                </a:lnTo>
                <a:lnTo>
                  <a:pt x="152400" y="204216"/>
                </a:lnTo>
                <a:lnTo>
                  <a:pt x="152400" y="211836"/>
                </a:lnTo>
                <a:lnTo>
                  <a:pt x="155448" y="211836"/>
                </a:lnTo>
                <a:lnTo>
                  <a:pt x="155448" y="160020"/>
                </a:lnTo>
                <a:close/>
              </a:path>
              <a:path extrusionOk="0" h="513715" w="158750">
                <a:moveTo>
                  <a:pt x="158508" y="441960"/>
                </a:moveTo>
                <a:lnTo>
                  <a:pt x="145719" y="400100"/>
                </a:lnTo>
                <a:lnTo>
                  <a:pt x="121932" y="382524"/>
                </a:lnTo>
                <a:lnTo>
                  <a:pt x="120408" y="385572"/>
                </a:lnTo>
                <a:lnTo>
                  <a:pt x="128714" y="391502"/>
                </a:lnTo>
                <a:lnTo>
                  <a:pt x="135458" y="397573"/>
                </a:lnTo>
                <a:lnTo>
                  <a:pt x="149364" y="434340"/>
                </a:lnTo>
                <a:lnTo>
                  <a:pt x="149021" y="442087"/>
                </a:lnTo>
                <a:lnTo>
                  <a:pt x="126314" y="478523"/>
                </a:lnTo>
                <a:lnTo>
                  <a:pt x="85356" y="489204"/>
                </a:lnTo>
                <a:lnTo>
                  <a:pt x="73355" y="488657"/>
                </a:lnTo>
                <a:lnTo>
                  <a:pt x="36753" y="477875"/>
                </a:lnTo>
                <a:lnTo>
                  <a:pt x="12750" y="444233"/>
                </a:lnTo>
                <a:lnTo>
                  <a:pt x="12204" y="437388"/>
                </a:lnTo>
                <a:lnTo>
                  <a:pt x="13004" y="429437"/>
                </a:lnTo>
                <a:lnTo>
                  <a:pt x="35445" y="397573"/>
                </a:lnTo>
                <a:lnTo>
                  <a:pt x="54876" y="390144"/>
                </a:lnTo>
                <a:lnTo>
                  <a:pt x="54876" y="387096"/>
                </a:lnTo>
                <a:lnTo>
                  <a:pt x="4584" y="390144"/>
                </a:lnTo>
                <a:lnTo>
                  <a:pt x="4584" y="393192"/>
                </a:lnTo>
                <a:lnTo>
                  <a:pt x="7632" y="393192"/>
                </a:lnTo>
                <a:lnTo>
                  <a:pt x="10680" y="394716"/>
                </a:lnTo>
                <a:lnTo>
                  <a:pt x="13728" y="397764"/>
                </a:lnTo>
                <a:lnTo>
                  <a:pt x="13728" y="405384"/>
                </a:lnTo>
                <a:lnTo>
                  <a:pt x="12204" y="408432"/>
                </a:lnTo>
                <a:lnTo>
                  <a:pt x="9080" y="415556"/>
                </a:lnTo>
                <a:lnTo>
                  <a:pt x="6680" y="423100"/>
                </a:lnTo>
                <a:lnTo>
                  <a:pt x="5130" y="430936"/>
                </a:lnTo>
                <a:lnTo>
                  <a:pt x="4584" y="438912"/>
                </a:lnTo>
                <a:lnTo>
                  <a:pt x="5384" y="448945"/>
                </a:lnTo>
                <a:lnTo>
                  <a:pt x="20624" y="484708"/>
                </a:lnTo>
                <a:lnTo>
                  <a:pt x="53606" y="507161"/>
                </a:lnTo>
                <a:lnTo>
                  <a:pt x="83832" y="513588"/>
                </a:lnTo>
                <a:lnTo>
                  <a:pt x="97231" y="512495"/>
                </a:lnTo>
                <a:lnTo>
                  <a:pt x="143713" y="487184"/>
                </a:lnTo>
                <a:lnTo>
                  <a:pt x="156806" y="459130"/>
                </a:lnTo>
                <a:lnTo>
                  <a:pt x="158508" y="441960"/>
                </a:lnTo>
                <a:close/>
              </a:path>
              <a:path extrusionOk="0" h="513715" w="158750">
                <a:moveTo>
                  <a:pt x="158508" y="236220"/>
                </a:moveTo>
                <a:lnTo>
                  <a:pt x="157619" y="230492"/>
                </a:lnTo>
                <a:lnTo>
                  <a:pt x="154876" y="224599"/>
                </a:lnTo>
                <a:lnTo>
                  <a:pt x="150139" y="218440"/>
                </a:lnTo>
                <a:lnTo>
                  <a:pt x="143256" y="211836"/>
                </a:lnTo>
                <a:lnTo>
                  <a:pt x="137160" y="211836"/>
                </a:lnTo>
                <a:lnTo>
                  <a:pt x="141732" y="216408"/>
                </a:lnTo>
                <a:lnTo>
                  <a:pt x="143256" y="219456"/>
                </a:lnTo>
                <a:lnTo>
                  <a:pt x="144780" y="220980"/>
                </a:lnTo>
                <a:lnTo>
                  <a:pt x="144780" y="227076"/>
                </a:lnTo>
                <a:lnTo>
                  <a:pt x="143256" y="227076"/>
                </a:lnTo>
                <a:lnTo>
                  <a:pt x="141732" y="228600"/>
                </a:lnTo>
                <a:lnTo>
                  <a:pt x="77724" y="228600"/>
                </a:lnTo>
                <a:lnTo>
                  <a:pt x="71628" y="230124"/>
                </a:lnTo>
                <a:lnTo>
                  <a:pt x="51816" y="252984"/>
                </a:lnTo>
                <a:lnTo>
                  <a:pt x="51917" y="263652"/>
                </a:lnTo>
                <a:lnTo>
                  <a:pt x="52019" y="265176"/>
                </a:lnTo>
                <a:lnTo>
                  <a:pt x="52120" y="266700"/>
                </a:lnTo>
                <a:lnTo>
                  <a:pt x="52387" y="270700"/>
                </a:lnTo>
                <a:lnTo>
                  <a:pt x="54102" y="278130"/>
                </a:lnTo>
                <a:lnTo>
                  <a:pt x="54229" y="278396"/>
                </a:lnTo>
                <a:lnTo>
                  <a:pt x="56959" y="284416"/>
                </a:lnTo>
                <a:lnTo>
                  <a:pt x="60960" y="289560"/>
                </a:lnTo>
                <a:lnTo>
                  <a:pt x="65532" y="295656"/>
                </a:lnTo>
                <a:lnTo>
                  <a:pt x="71628" y="298704"/>
                </a:lnTo>
                <a:lnTo>
                  <a:pt x="83820" y="298704"/>
                </a:lnTo>
                <a:lnTo>
                  <a:pt x="85344" y="297180"/>
                </a:lnTo>
                <a:lnTo>
                  <a:pt x="88392" y="295656"/>
                </a:lnTo>
                <a:lnTo>
                  <a:pt x="88392" y="284988"/>
                </a:lnTo>
                <a:lnTo>
                  <a:pt x="86868" y="283464"/>
                </a:lnTo>
                <a:lnTo>
                  <a:pt x="83820" y="281940"/>
                </a:lnTo>
                <a:lnTo>
                  <a:pt x="82296" y="280416"/>
                </a:lnTo>
                <a:lnTo>
                  <a:pt x="77724" y="280416"/>
                </a:lnTo>
                <a:lnTo>
                  <a:pt x="71628" y="281940"/>
                </a:lnTo>
                <a:lnTo>
                  <a:pt x="68580" y="281940"/>
                </a:lnTo>
                <a:lnTo>
                  <a:pt x="65532" y="280416"/>
                </a:lnTo>
                <a:lnTo>
                  <a:pt x="64008" y="277368"/>
                </a:lnTo>
                <a:lnTo>
                  <a:pt x="60960" y="274320"/>
                </a:lnTo>
                <a:lnTo>
                  <a:pt x="59436" y="271272"/>
                </a:lnTo>
                <a:lnTo>
                  <a:pt x="59436" y="260604"/>
                </a:lnTo>
                <a:lnTo>
                  <a:pt x="62484" y="256032"/>
                </a:lnTo>
                <a:lnTo>
                  <a:pt x="70104" y="248412"/>
                </a:lnTo>
                <a:lnTo>
                  <a:pt x="76200" y="246888"/>
                </a:lnTo>
                <a:lnTo>
                  <a:pt x="89916" y="246888"/>
                </a:lnTo>
                <a:lnTo>
                  <a:pt x="94475" y="259486"/>
                </a:lnTo>
                <a:lnTo>
                  <a:pt x="98869" y="269938"/>
                </a:lnTo>
                <a:lnTo>
                  <a:pt x="120396" y="300228"/>
                </a:lnTo>
                <a:lnTo>
                  <a:pt x="123444" y="303276"/>
                </a:lnTo>
                <a:lnTo>
                  <a:pt x="140208" y="303276"/>
                </a:lnTo>
                <a:lnTo>
                  <a:pt x="147828" y="301752"/>
                </a:lnTo>
                <a:lnTo>
                  <a:pt x="156984" y="292608"/>
                </a:lnTo>
                <a:lnTo>
                  <a:pt x="158508" y="286512"/>
                </a:lnTo>
                <a:lnTo>
                  <a:pt x="158508" y="284988"/>
                </a:lnTo>
                <a:lnTo>
                  <a:pt x="158508" y="271272"/>
                </a:lnTo>
                <a:lnTo>
                  <a:pt x="155460" y="266700"/>
                </a:lnTo>
                <a:lnTo>
                  <a:pt x="155460" y="263652"/>
                </a:lnTo>
                <a:lnTo>
                  <a:pt x="149352" y="257556"/>
                </a:lnTo>
                <a:lnTo>
                  <a:pt x="144780" y="251155"/>
                </a:lnTo>
                <a:lnTo>
                  <a:pt x="144780" y="263652"/>
                </a:lnTo>
                <a:lnTo>
                  <a:pt x="144780" y="274320"/>
                </a:lnTo>
                <a:lnTo>
                  <a:pt x="143256" y="277368"/>
                </a:lnTo>
                <a:lnTo>
                  <a:pt x="137160" y="283464"/>
                </a:lnTo>
                <a:lnTo>
                  <a:pt x="132588" y="284988"/>
                </a:lnTo>
                <a:lnTo>
                  <a:pt x="120396" y="284988"/>
                </a:lnTo>
                <a:lnTo>
                  <a:pt x="117348" y="281940"/>
                </a:lnTo>
                <a:lnTo>
                  <a:pt x="112776" y="278892"/>
                </a:lnTo>
                <a:lnTo>
                  <a:pt x="106680" y="269748"/>
                </a:lnTo>
                <a:lnTo>
                  <a:pt x="105156" y="265176"/>
                </a:lnTo>
                <a:lnTo>
                  <a:pt x="102108" y="259080"/>
                </a:lnTo>
                <a:lnTo>
                  <a:pt x="97536" y="246888"/>
                </a:lnTo>
                <a:lnTo>
                  <a:pt x="134112" y="246888"/>
                </a:lnTo>
                <a:lnTo>
                  <a:pt x="141732" y="256032"/>
                </a:lnTo>
                <a:lnTo>
                  <a:pt x="144780" y="263652"/>
                </a:lnTo>
                <a:lnTo>
                  <a:pt x="144780" y="251155"/>
                </a:lnTo>
                <a:lnTo>
                  <a:pt x="141732" y="246888"/>
                </a:lnTo>
                <a:lnTo>
                  <a:pt x="152400" y="246888"/>
                </a:lnTo>
                <a:lnTo>
                  <a:pt x="156984" y="242316"/>
                </a:lnTo>
                <a:lnTo>
                  <a:pt x="158508" y="239268"/>
                </a:lnTo>
                <a:lnTo>
                  <a:pt x="158508" y="236220"/>
                </a:lnTo>
                <a:close/>
              </a:path>
              <a:path extrusionOk="0" h="513715" w="158750">
                <a:moveTo>
                  <a:pt x="158508" y="62484"/>
                </a:moveTo>
                <a:lnTo>
                  <a:pt x="157619" y="56769"/>
                </a:lnTo>
                <a:lnTo>
                  <a:pt x="154876" y="51054"/>
                </a:lnTo>
                <a:lnTo>
                  <a:pt x="150139" y="45339"/>
                </a:lnTo>
                <a:lnTo>
                  <a:pt x="143256" y="39624"/>
                </a:lnTo>
                <a:lnTo>
                  <a:pt x="137160" y="39624"/>
                </a:lnTo>
                <a:lnTo>
                  <a:pt x="141732" y="42672"/>
                </a:lnTo>
                <a:lnTo>
                  <a:pt x="143256" y="45720"/>
                </a:lnTo>
                <a:lnTo>
                  <a:pt x="144780" y="47244"/>
                </a:lnTo>
                <a:lnTo>
                  <a:pt x="144780" y="53340"/>
                </a:lnTo>
                <a:lnTo>
                  <a:pt x="143256" y="54864"/>
                </a:lnTo>
                <a:lnTo>
                  <a:pt x="137160" y="54864"/>
                </a:lnTo>
                <a:lnTo>
                  <a:pt x="131064" y="56388"/>
                </a:lnTo>
                <a:lnTo>
                  <a:pt x="71628" y="56388"/>
                </a:lnTo>
                <a:lnTo>
                  <a:pt x="62484" y="59436"/>
                </a:lnTo>
                <a:lnTo>
                  <a:pt x="59436" y="62484"/>
                </a:lnTo>
                <a:lnTo>
                  <a:pt x="56388" y="67056"/>
                </a:lnTo>
                <a:lnTo>
                  <a:pt x="53340" y="73152"/>
                </a:lnTo>
                <a:lnTo>
                  <a:pt x="51816" y="80772"/>
                </a:lnTo>
                <a:lnTo>
                  <a:pt x="51917" y="89916"/>
                </a:lnTo>
                <a:lnTo>
                  <a:pt x="52019" y="91440"/>
                </a:lnTo>
                <a:lnTo>
                  <a:pt x="52120" y="92964"/>
                </a:lnTo>
                <a:lnTo>
                  <a:pt x="52387" y="96964"/>
                </a:lnTo>
                <a:lnTo>
                  <a:pt x="54102" y="104394"/>
                </a:lnTo>
                <a:lnTo>
                  <a:pt x="56959" y="110680"/>
                </a:lnTo>
                <a:lnTo>
                  <a:pt x="60960" y="115824"/>
                </a:lnTo>
                <a:lnTo>
                  <a:pt x="65532" y="121920"/>
                </a:lnTo>
                <a:lnTo>
                  <a:pt x="71628" y="126492"/>
                </a:lnTo>
                <a:lnTo>
                  <a:pt x="80772" y="126492"/>
                </a:lnTo>
                <a:lnTo>
                  <a:pt x="83820" y="124968"/>
                </a:lnTo>
                <a:lnTo>
                  <a:pt x="85344" y="123444"/>
                </a:lnTo>
                <a:lnTo>
                  <a:pt x="88392" y="121920"/>
                </a:lnTo>
                <a:lnTo>
                  <a:pt x="88392" y="111252"/>
                </a:lnTo>
                <a:lnTo>
                  <a:pt x="86868" y="109728"/>
                </a:lnTo>
                <a:lnTo>
                  <a:pt x="83820" y="108204"/>
                </a:lnTo>
                <a:lnTo>
                  <a:pt x="68580" y="108204"/>
                </a:lnTo>
                <a:lnTo>
                  <a:pt x="65532" y="106680"/>
                </a:lnTo>
                <a:lnTo>
                  <a:pt x="64008" y="103632"/>
                </a:lnTo>
                <a:lnTo>
                  <a:pt x="60960" y="100584"/>
                </a:lnTo>
                <a:lnTo>
                  <a:pt x="59436" y="97536"/>
                </a:lnTo>
                <a:lnTo>
                  <a:pt x="59436" y="86868"/>
                </a:lnTo>
                <a:lnTo>
                  <a:pt x="62484" y="82296"/>
                </a:lnTo>
                <a:lnTo>
                  <a:pt x="65532" y="79248"/>
                </a:lnTo>
                <a:lnTo>
                  <a:pt x="70104" y="76200"/>
                </a:lnTo>
                <a:lnTo>
                  <a:pt x="76200" y="74676"/>
                </a:lnTo>
                <a:lnTo>
                  <a:pt x="89916" y="74676"/>
                </a:lnTo>
                <a:lnTo>
                  <a:pt x="94475" y="86398"/>
                </a:lnTo>
                <a:lnTo>
                  <a:pt x="98869" y="96393"/>
                </a:lnTo>
                <a:lnTo>
                  <a:pt x="120396" y="126492"/>
                </a:lnTo>
                <a:lnTo>
                  <a:pt x="123444" y="129540"/>
                </a:lnTo>
                <a:lnTo>
                  <a:pt x="128016" y="131064"/>
                </a:lnTo>
                <a:lnTo>
                  <a:pt x="140208" y="131064"/>
                </a:lnTo>
                <a:lnTo>
                  <a:pt x="147828" y="128016"/>
                </a:lnTo>
                <a:lnTo>
                  <a:pt x="156984" y="118872"/>
                </a:lnTo>
                <a:lnTo>
                  <a:pt x="158508" y="112776"/>
                </a:lnTo>
                <a:lnTo>
                  <a:pt x="158508" y="97536"/>
                </a:lnTo>
                <a:lnTo>
                  <a:pt x="155460" y="92964"/>
                </a:lnTo>
                <a:lnTo>
                  <a:pt x="155460" y="91440"/>
                </a:lnTo>
                <a:lnTo>
                  <a:pt x="149352" y="83820"/>
                </a:lnTo>
                <a:lnTo>
                  <a:pt x="144780" y="78333"/>
                </a:lnTo>
                <a:lnTo>
                  <a:pt x="144780" y="89916"/>
                </a:lnTo>
                <a:lnTo>
                  <a:pt x="144780" y="100584"/>
                </a:lnTo>
                <a:lnTo>
                  <a:pt x="143256" y="103632"/>
                </a:lnTo>
                <a:lnTo>
                  <a:pt x="140208" y="106680"/>
                </a:lnTo>
                <a:lnTo>
                  <a:pt x="137160" y="111252"/>
                </a:lnTo>
                <a:lnTo>
                  <a:pt x="132588" y="112776"/>
                </a:lnTo>
                <a:lnTo>
                  <a:pt x="123444" y="112776"/>
                </a:lnTo>
                <a:lnTo>
                  <a:pt x="120396" y="111252"/>
                </a:lnTo>
                <a:lnTo>
                  <a:pt x="117348" y="108204"/>
                </a:lnTo>
                <a:lnTo>
                  <a:pt x="112776" y="105156"/>
                </a:lnTo>
                <a:lnTo>
                  <a:pt x="109728" y="102108"/>
                </a:lnTo>
                <a:lnTo>
                  <a:pt x="105156" y="92964"/>
                </a:lnTo>
                <a:lnTo>
                  <a:pt x="102108" y="85344"/>
                </a:lnTo>
                <a:lnTo>
                  <a:pt x="97536" y="74676"/>
                </a:lnTo>
                <a:lnTo>
                  <a:pt x="134112" y="74676"/>
                </a:lnTo>
                <a:lnTo>
                  <a:pt x="141732" y="83820"/>
                </a:lnTo>
                <a:lnTo>
                  <a:pt x="144780" y="89916"/>
                </a:lnTo>
                <a:lnTo>
                  <a:pt x="144780" y="78333"/>
                </a:lnTo>
                <a:lnTo>
                  <a:pt x="141732" y="74676"/>
                </a:lnTo>
                <a:lnTo>
                  <a:pt x="147828" y="74676"/>
                </a:lnTo>
                <a:lnTo>
                  <a:pt x="152400" y="73152"/>
                </a:lnTo>
                <a:lnTo>
                  <a:pt x="156984" y="68580"/>
                </a:lnTo>
                <a:lnTo>
                  <a:pt x="158508" y="65532"/>
                </a:lnTo>
                <a:lnTo>
                  <a:pt x="158508" y="62484"/>
                </a:lnTo>
                <a:close/>
              </a:path>
              <a:path extrusionOk="0" h="513715" w="158750">
                <a:moveTo>
                  <a:pt x="158508" y="6096"/>
                </a:moveTo>
                <a:lnTo>
                  <a:pt x="155460" y="4572"/>
                </a:lnTo>
                <a:lnTo>
                  <a:pt x="150888" y="0"/>
                </a:lnTo>
                <a:lnTo>
                  <a:pt x="143268" y="0"/>
                </a:lnTo>
                <a:lnTo>
                  <a:pt x="140220" y="1524"/>
                </a:lnTo>
                <a:lnTo>
                  <a:pt x="138696" y="4572"/>
                </a:lnTo>
                <a:lnTo>
                  <a:pt x="135648" y="6096"/>
                </a:lnTo>
                <a:lnTo>
                  <a:pt x="134124" y="9144"/>
                </a:lnTo>
                <a:lnTo>
                  <a:pt x="134124" y="16764"/>
                </a:lnTo>
                <a:lnTo>
                  <a:pt x="138696" y="21336"/>
                </a:lnTo>
                <a:lnTo>
                  <a:pt x="140220" y="24384"/>
                </a:lnTo>
                <a:lnTo>
                  <a:pt x="152412" y="24384"/>
                </a:lnTo>
                <a:lnTo>
                  <a:pt x="158508" y="18288"/>
                </a:lnTo>
                <a:lnTo>
                  <a:pt x="158508" y="60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045" name="Google Shape;2045;p33"/>
          <p:cNvPicPr preferRelativeResize="0"/>
          <p:nvPr/>
        </p:nvPicPr>
        <p:blipFill rotWithShape="1">
          <a:blip r:embed="rId133">
            <a:alphaModFix/>
          </a:blip>
          <a:srcRect b="0" l="0" r="0" t="0"/>
          <a:stretch/>
        </p:blipFill>
        <p:spPr>
          <a:xfrm>
            <a:off x="2061972" y="6560819"/>
            <a:ext cx="195071" cy="2514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46" name="Google Shape;2046;p33"/>
          <p:cNvGrpSpPr/>
          <p:nvPr/>
        </p:nvGrpSpPr>
        <p:grpSpPr>
          <a:xfrm>
            <a:off x="2058923" y="6074664"/>
            <a:ext cx="152400" cy="390651"/>
            <a:chOff x="2058923" y="6074664"/>
            <a:chExt cx="152400" cy="390651"/>
          </a:xfrm>
        </p:grpSpPr>
        <p:sp>
          <p:nvSpPr>
            <p:cNvPr id="2047" name="Google Shape;2047;p33"/>
            <p:cNvSpPr/>
            <p:nvPr/>
          </p:nvSpPr>
          <p:spPr>
            <a:xfrm>
              <a:off x="2058923" y="6406896"/>
              <a:ext cx="151130" cy="58419"/>
            </a:xfrm>
            <a:custGeom>
              <a:rect b="b" l="l" r="r" t="t"/>
              <a:pathLst>
                <a:path extrusionOk="0" h="58420" w="151130">
                  <a:moveTo>
                    <a:pt x="16764" y="57911"/>
                  </a:moveTo>
                  <a:lnTo>
                    <a:pt x="0" y="22859"/>
                  </a:lnTo>
                  <a:lnTo>
                    <a:pt x="0" y="18287"/>
                  </a:lnTo>
                  <a:lnTo>
                    <a:pt x="141732" y="18287"/>
                  </a:lnTo>
                  <a:lnTo>
                    <a:pt x="147828" y="12191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7828" y="44195"/>
                  </a:lnTo>
                  <a:lnTo>
                    <a:pt x="141732" y="38099"/>
                  </a:lnTo>
                  <a:lnTo>
                    <a:pt x="140208" y="38099"/>
                  </a:lnTo>
                  <a:lnTo>
                    <a:pt x="134112" y="36575"/>
                  </a:lnTo>
                  <a:lnTo>
                    <a:pt x="33528" y="36575"/>
                  </a:lnTo>
                  <a:lnTo>
                    <a:pt x="25908" y="38099"/>
                  </a:lnTo>
                  <a:lnTo>
                    <a:pt x="22860" y="38099"/>
                  </a:lnTo>
                  <a:lnTo>
                    <a:pt x="21336" y="39623"/>
                  </a:lnTo>
                  <a:lnTo>
                    <a:pt x="19812" y="39623"/>
                  </a:lnTo>
                  <a:lnTo>
                    <a:pt x="18288" y="41147"/>
                  </a:lnTo>
                  <a:lnTo>
                    <a:pt x="18288" y="42671"/>
                  </a:lnTo>
                  <a:lnTo>
                    <a:pt x="16764" y="44195"/>
                  </a:lnTo>
                  <a:lnTo>
                    <a:pt x="16764" y="48767"/>
                  </a:lnTo>
                  <a:lnTo>
                    <a:pt x="18288" y="51815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48" name="Google Shape;2048;p33"/>
            <p:cNvPicPr preferRelativeResize="0"/>
            <p:nvPr/>
          </p:nvPicPr>
          <p:blipFill rotWithShape="1">
            <a:blip r:embed="rId134">
              <a:alphaModFix/>
            </a:blip>
            <a:srcRect b="0" l="0" r="0" t="0"/>
            <a:stretch/>
          </p:blipFill>
          <p:spPr>
            <a:xfrm>
              <a:off x="2058923" y="6167628"/>
              <a:ext cx="152400" cy="2042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49" name="Google Shape;2049;p33"/>
            <p:cNvSpPr/>
            <p:nvPr/>
          </p:nvSpPr>
          <p:spPr>
            <a:xfrm>
              <a:off x="2058923" y="6074664"/>
              <a:ext cx="151130" cy="58419"/>
            </a:xfrm>
            <a:custGeom>
              <a:rect b="b" l="l" r="r" t="t"/>
              <a:pathLst>
                <a:path extrusionOk="0" h="58420" w="151130">
                  <a:moveTo>
                    <a:pt x="16764" y="57911"/>
                  </a:moveTo>
                  <a:lnTo>
                    <a:pt x="0" y="21335"/>
                  </a:lnTo>
                  <a:lnTo>
                    <a:pt x="0" y="18287"/>
                  </a:lnTo>
                  <a:lnTo>
                    <a:pt x="134112" y="18287"/>
                  </a:lnTo>
                  <a:lnTo>
                    <a:pt x="140208" y="16763"/>
                  </a:lnTo>
                  <a:lnTo>
                    <a:pt x="143256" y="16763"/>
                  </a:lnTo>
                  <a:lnTo>
                    <a:pt x="144780" y="15239"/>
                  </a:lnTo>
                  <a:lnTo>
                    <a:pt x="146304" y="12191"/>
                  </a:lnTo>
                  <a:lnTo>
                    <a:pt x="147828" y="10667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7828" y="42671"/>
                  </a:lnTo>
                  <a:lnTo>
                    <a:pt x="141732" y="36575"/>
                  </a:lnTo>
                  <a:lnTo>
                    <a:pt x="22860" y="36575"/>
                  </a:lnTo>
                  <a:lnTo>
                    <a:pt x="21336" y="38099"/>
                  </a:lnTo>
                  <a:lnTo>
                    <a:pt x="19812" y="38099"/>
                  </a:lnTo>
                  <a:lnTo>
                    <a:pt x="18288" y="39623"/>
                  </a:lnTo>
                  <a:lnTo>
                    <a:pt x="18288" y="41147"/>
                  </a:lnTo>
                  <a:lnTo>
                    <a:pt x="16764" y="42671"/>
                  </a:lnTo>
                  <a:lnTo>
                    <a:pt x="16764" y="47243"/>
                  </a:lnTo>
                  <a:lnTo>
                    <a:pt x="18288" y="50291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50" name="Google Shape;2050;p33"/>
          <p:cNvPicPr preferRelativeResize="0"/>
          <p:nvPr/>
        </p:nvPicPr>
        <p:blipFill rotWithShape="1">
          <a:blip r:embed="rId135">
            <a:alphaModFix/>
          </a:blip>
          <a:srcRect b="0" l="0" r="0" t="0"/>
          <a:stretch/>
        </p:blipFill>
        <p:spPr>
          <a:xfrm>
            <a:off x="2054351" y="5580888"/>
            <a:ext cx="158496" cy="400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2051" name="Google Shape;2051;p33"/>
          <p:cNvPicPr preferRelativeResize="0"/>
          <p:nvPr/>
        </p:nvPicPr>
        <p:blipFill rotWithShape="1">
          <a:blip r:embed="rId136">
            <a:alphaModFix/>
          </a:blip>
          <a:srcRect b="0" l="0" r="0" t="0"/>
          <a:stretch/>
        </p:blipFill>
        <p:spPr>
          <a:xfrm>
            <a:off x="2054351" y="5193791"/>
            <a:ext cx="158496" cy="3169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2" name="Google Shape;2052;p33"/>
          <p:cNvGrpSpPr/>
          <p:nvPr/>
        </p:nvGrpSpPr>
        <p:grpSpPr>
          <a:xfrm>
            <a:off x="2058924" y="4803648"/>
            <a:ext cx="152400" cy="313942"/>
            <a:chOff x="2058924" y="4803648"/>
            <a:chExt cx="152400" cy="313942"/>
          </a:xfrm>
        </p:grpSpPr>
        <p:pic>
          <p:nvPicPr>
            <p:cNvPr id="2053" name="Google Shape;2053;p33"/>
            <p:cNvPicPr preferRelativeResize="0"/>
            <p:nvPr/>
          </p:nvPicPr>
          <p:blipFill rotWithShape="1">
            <a:blip r:embed="rId137">
              <a:alphaModFix/>
            </a:blip>
            <a:srcRect b="0" l="0" r="0" t="0"/>
            <a:stretch/>
          </p:blipFill>
          <p:spPr>
            <a:xfrm>
              <a:off x="2061972" y="5033771"/>
              <a:ext cx="149351" cy="838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54" name="Google Shape;2054;p33"/>
            <p:cNvPicPr preferRelativeResize="0"/>
            <p:nvPr/>
          </p:nvPicPr>
          <p:blipFill rotWithShape="1">
            <a:blip r:embed="rId138">
              <a:alphaModFix/>
            </a:blip>
            <a:srcRect b="0" l="0" r="0" t="0"/>
            <a:stretch/>
          </p:blipFill>
          <p:spPr>
            <a:xfrm>
              <a:off x="2058924" y="4803648"/>
              <a:ext cx="152400" cy="20421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055" name="Google Shape;2055;p33"/>
          <p:cNvPicPr preferRelativeResize="0"/>
          <p:nvPr/>
        </p:nvPicPr>
        <p:blipFill rotWithShape="1">
          <a:blip r:embed="rId139">
            <a:alphaModFix/>
          </a:blip>
          <a:srcRect b="0" l="0" r="0" t="0"/>
          <a:stretch/>
        </p:blipFill>
        <p:spPr>
          <a:xfrm>
            <a:off x="2054351" y="3733800"/>
            <a:ext cx="202692" cy="993647"/>
          </a:xfrm>
          <a:prstGeom prst="rect">
            <a:avLst/>
          </a:prstGeom>
          <a:noFill/>
          <a:ln>
            <a:noFill/>
          </a:ln>
        </p:spPr>
      </p:pic>
      <p:pic>
        <p:nvPicPr>
          <p:cNvPr id="2056" name="Google Shape;2056;p33"/>
          <p:cNvPicPr preferRelativeResize="0"/>
          <p:nvPr/>
        </p:nvPicPr>
        <p:blipFill rotWithShape="1">
          <a:blip r:embed="rId140">
            <a:alphaModFix/>
          </a:blip>
          <a:srcRect b="0" l="0" r="0" t="0"/>
          <a:stretch/>
        </p:blipFill>
        <p:spPr>
          <a:xfrm>
            <a:off x="2054351" y="3441192"/>
            <a:ext cx="202692" cy="2133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7" name="Google Shape;2057;p33"/>
          <p:cNvGrpSpPr/>
          <p:nvPr/>
        </p:nvGrpSpPr>
        <p:grpSpPr>
          <a:xfrm>
            <a:off x="2058923" y="2948940"/>
            <a:ext cx="152400" cy="396747"/>
            <a:chOff x="2058923" y="2948940"/>
            <a:chExt cx="152400" cy="396747"/>
          </a:xfrm>
        </p:grpSpPr>
        <p:sp>
          <p:nvSpPr>
            <p:cNvPr id="2058" name="Google Shape;2058;p33"/>
            <p:cNvSpPr/>
            <p:nvPr/>
          </p:nvSpPr>
          <p:spPr>
            <a:xfrm>
              <a:off x="2058924" y="3287268"/>
              <a:ext cx="151130" cy="58419"/>
            </a:xfrm>
            <a:custGeom>
              <a:rect b="b" l="l" r="r" t="t"/>
              <a:pathLst>
                <a:path extrusionOk="0" h="58420" w="151130">
                  <a:moveTo>
                    <a:pt x="16764" y="57912"/>
                  </a:moveTo>
                  <a:lnTo>
                    <a:pt x="0" y="22860"/>
                  </a:lnTo>
                  <a:lnTo>
                    <a:pt x="0" y="18288"/>
                  </a:lnTo>
                  <a:lnTo>
                    <a:pt x="141732" y="18288"/>
                  </a:lnTo>
                  <a:lnTo>
                    <a:pt x="147828" y="12192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4"/>
                  </a:lnTo>
                  <a:lnTo>
                    <a:pt x="147828" y="54864"/>
                  </a:lnTo>
                  <a:lnTo>
                    <a:pt x="147828" y="44196"/>
                  </a:lnTo>
                  <a:lnTo>
                    <a:pt x="141732" y="38100"/>
                  </a:lnTo>
                  <a:lnTo>
                    <a:pt x="140208" y="38100"/>
                  </a:lnTo>
                  <a:lnTo>
                    <a:pt x="134112" y="36576"/>
                  </a:lnTo>
                  <a:lnTo>
                    <a:pt x="33528" y="36576"/>
                  </a:lnTo>
                  <a:lnTo>
                    <a:pt x="25908" y="38100"/>
                  </a:lnTo>
                  <a:lnTo>
                    <a:pt x="21336" y="38100"/>
                  </a:lnTo>
                  <a:lnTo>
                    <a:pt x="18288" y="41148"/>
                  </a:lnTo>
                  <a:lnTo>
                    <a:pt x="18288" y="42672"/>
                  </a:lnTo>
                  <a:lnTo>
                    <a:pt x="16764" y="44196"/>
                  </a:lnTo>
                  <a:lnTo>
                    <a:pt x="16764" y="48768"/>
                  </a:lnTo>
                  <a:lnTo>
                    <a:pt x="18288" y="51816"/>
                  </a:lnTo>
                  <a:lnTo>
                    <a:pt x="19812" y="56388"/>
                  </a:lnTo>
                  <a:lnTo>
                    <a:pt x="16764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59" name="Google Shape;2059;p33"/>
            <p:cNvPicPr preferRelativeResize="0"/>
            <p:nvPr/>
          </p:nvPicPr>
          <p:blipFill rotWithShape="1">
            <a:blip r:embed="rId141">
              <a:alphaModFix/>
            </a:blip>
            <a:srcRect b="0" l="0" r="0" t="0"/>
            <a:stretch/>
          </p:blipFill>
          <p:spPr>
            <a:xfrm>
              <a:off x="2058923" y="3160776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60" name="Google Shape;2060;p33"/>
            <p:cNvPicPr preferRelativeResize="0"/>
            <p:nvPr/>
          </p:nvPicPr>
          <p:blipFill rotWithShape="1">
            <a:blip r:embed="rId142">
              <a:alphaModFix/>
            </a:blip>
            <a:srcRect b="0" l="0" r="0" t="0"/>
            <a:stretch/>
          </p:blipFill>
          <p:spPr>
            <a:xfrm>
              <a:off x="2058923" y="3052571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61" name="Google Shape;2061;p33"/>
            <p:cNvPicPr preferRelativeResize="0"/>
            <p:nvPr/>
          </p:nvPicPr>
          <p:blipFill rotWithShape="1">
            <a:blip r:embed="rId143">
              <a:alphaModFix/>
            </a:blip>
            <a:srcRect b="0" l="0" r="0" t="0"/>
            <a:stretch/>
          </p:blipFill>
          <p:spPr>
            <a:xfrm>
              <a:off x="2058923" y="2948940"/>
              <a:ext cx="152400" cy="8229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062" name="Google Shape;2062;p33"/>
          <p:cNvPicPr preferRelativeResize="0"/>
          <p:nvPr/>
        </p:nvPicPr>
        <p:blipFill rotWithShape="1">
          <a:blip r:embed="rId144">
            <a:alphaModFix/>
          </a:blip>
          <a:srcRect b="0" l="0" r="0" t="0"/>
          <a:stretch/>
        </p:blipFill>
        <p:spPr>
          <a:xfrm>
            <a:off x="2054352" y="2740152"/>
            <a:ext cx="158495" cy="117347"/>
          </a:xfrm>
          <a:prstGeom prst="rect">
            <a:avLst/>
          </a:prstGeom>
          <a:noFill/>
          <a:ln>
            <a:noFill/>
          </a:ln>
        </p:spPr>
      </p:pic>
      <p:pic>
        <p:nvPicPr>
          <p:cNvPr id="2063" name="Google Shape;2063;p33"/>
          <p:cNvPicPr preferRelativeResize="0"/>
          <p:nvPr/>
        </p:nvPicPr>
        <p:blipFill rotWithShape="1">
          <a:blip r:embed="rId145">
            <a:alphaModFix/>
          </a:blip>
          <a:srcRect b="0" l="0" r="0" t="0"/>
          <a:stretch/>
        </p:blipFill>
        <p:spPr>
          <a:xfrm>
            <a:off x="2054351" y="2356104"/>
            <a:ext cx="158496" cy="3200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64" name="Google Shape;2064;p33"/>
          <p:cNvGrpSpPr/>
          <p:nvPr/>
        </p:nvGrpSpPr>
        <p:grpSpPr>
          <a:xfrm>
            <a:off x="2058923" y="1693164"/>
            <a:ext cx="187961" cy="595884"/>
            <a:chOff x="2058923" y="1693164"/>
            <a:chExt cx="187961" cy="595884"/>
          </a:xfrm>
        </p:grpSpPr>
        <p:pic>
          <p:nvPicPr>
            <p:cNvPr id="2065" name="Google Shape;2065;p33"/>
            <p:cNvPicPr preferRelativeResize="0"/>
            <p:nvPr/>
          </p:nvPicPr>
          <p:blipFill rotWithShape="1">
            <a:blip r:embed="rId146">
              <a:alphaModFix/>
            </a:blip>
            <a:srcRect b="0" l="0" r="0" t="0"/>
            <a:stretch/>
          </p:blipFill>
          <p:spPr>
            <a:xfrm>
              <a:off x="2058923" y="2191512"/>
              <a:ext cx="150875" cy="9753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66" name="Google Shape;2066;p33"/>
            <p:cNvSpPr/>
            <p:nvPr/>
          </p:nvSpPr>
          <p:spPr>
            <a:xfrm>
              <a:off x="2058924" y="2026920"/>
              <a:ext cx="187960" cy="129539"/>
            </a:xfrm>
            <a:custGeom>
              <a:rect b="b" l="l" r="r" t="t"/>
              <a:pathLst>
                <a:path extrusionOk="0" h="129539" w="187960">
                  <a:moveTo>
                    <a:pt x="150876" y="71628"/>
                  </a:moveTo>
                  <a:lnTo>
                    <a:pt x="147828" y="71628"/>
                  </a:lnTo>
                  <a:lnTo>
                    <a:pt x="147828" y="82296"/>
                  </a:lnTo>
                  <a:lnTo>
                    <a:pt x="146304" y="83820"/>
                  </a:lnTo>
                  <a:lnTo>
                    <a:pt x="144780" y="86868"/>
                  </a:lnTo>
                  <a:lnTo>
                    <a:pt x="143256" y="88392"/>
                  </a:lnTo>
                  <a:lnTo>
                    <a:pt x="141732" y="88392"/>
                  </a:lnTo>
                  <a:lnTo>
                    <a:pt x="140208" y="89916"/>
                  </a:lnTo>
                  <a:lnTo>
                    <a:pt x="0" y="89916"/>
                  </a:lnTo>
                  <a:lnTo>
                    <a:pt x="0" y="92964"/>
                  </a:lnTo>
                  <a:lnTo>
                    <a:pt x="16764" y="129540"/>
                  </a:lnTo>
                  <a:lnTo>
                    <a:pt x="19812" y="128016"/>
                  </a:lnTo>
                  <a:lnTo>
                    <a:pt x="16764" y="118872"/>
                  </a:lnTo>
                  <a:lnTo>
                    <a:pt x="16764" y="114300"/>
                  </a:lnTo>
                  <a:lnTo>
                    <a:pt x="18288" y="112776"/>
                  </a:lnTo>
                  <a:lnTo>
                    <a:pt x="18288" y="111252"/>
                  </a:lnTo>
                  <a:lnTo>
                    <a:pt x="19812" y="109728"/>
                  </a:lnTo>
                  <a:lnTo>
                    <a:pt x="21336" y="109728"/>
                  </a:lnTo>
                  <a:lnTo>
                    <a:pt x="22860" y="108204"/>
                  </a:lnTo>
                  <a:lnTo>
                    <a:pt x="141732" y="108204"/>
                  </a:lnTo>
                  <a:lnTo>
                    <a:pt x="147828" y="114300"/>
                  </a:lnTo>
                  <a:lnTo>
                    <a:pt x="147828" y="126492"/>
                  </a:lnTo>
                  <a:lnTo>
                    <a:pt x="150876" y="126492"/>
                  </a:lnTo>
                  <a:lnTo>
                    <a:pt x="150876" y="71628"/>
                  </a:lnTo>
                  <a:close/>
                </a:path>
                <a:path extrusionOk="0" h="129539" w="187960">
                  <a:moveTo>
                    <a:pt x="187439" y="33528"/>
                  </a:moveTo>
                  <a:lnTo>
                    <a:pt x="160007" y="0"/>
                  </a:lnTo>
                  <a:lnTo>
                    <a:pt x="146291" y="0"/>
                  </a:lnTo>
                  <a:lnTo>
                    <a:pt x="140195" y="1524"/>
                  </a:lnTo>
                  <a:lnTo>
                    <a:pt x="132575" y="9144"/>
                  </a:lnTo>
                  <a:lnTo>
                    <a:pt x="129527" y="13716"/>
                  </a:lnTo>
                  <a:lnTo>
                    <a:pt x="129527" y="22860"/>
                  </a:lnTo>
                  <a:lnTo>
                    <a:pt x="131051" y="25908"/>
                  </a:lnTo>
                  <a:lnTo>
                    <a:pt x="134099" y="28956"/>
                  </a:lnTo>
                  <a:lnTo>
                    <a:pt x="135623" y="32004"/>
                  </a:lnTo>
                  <a:lnTo>
                    <a:pt x="138671" y="33528"/>
                  </a:lnTo>
                  <a:lnTo>
                    <a:pt x="146291" y="33528"/>
                  </a:lnTo>
                  <a:lnTo>
                    <a:pt x="149339" y="32004"/>
                  </a:lnTo>
                  <a:lnTo>
                    <a:pt x="153911" y="27432"/>
                  </a:lnTo>
                  <a:lnTo>
                    <a:pt x="153911" y="18288"/>
                  </a:lnTo>
                  <a:lnTo>
                    <a:pt x="152387" y="15240"/>
                  </a:lnTo>
                  <a:lnTo>
                    <a:pt x="150863" y="13716"/>
                  </a:lnTo>
                  <a:lnTo>
                    <a:pt x="150863" y="12192"/>
                  </a:lnTo>
                  <a:lnTo>
                    <a:pt x="152387" y="12192"/>
                  </a:lnTo>
                  <a:lnTo>
                    <a:pt x="152387" y="10668"/>
                  </a:lnTo>
                  <a:lnTo>
                    <a:pt x="161531" y="10668"/>
                  </a:lnTo>
                  <a:lnTo>
                    <a:pt x="166103" y="12192"/>
                  </a:lnTo>
                  <a:lnTo>
                    <a:pt x="172199" y="16764"/>
                  </a:lnTo>
                  <a:lnTo>
                    <a:pt x="176771" y="19812"/>
                  </a:lnTo>
                  <a:lnTo>
                    <a:pt x="181343" y="25908"/>
                  </a:lnTo>
                  <a:lnTo>
                    <a:pt x="182867" y="33528"/>
                  </a:lnTo>
                  <a:lnTo>
                    <a:pt x="187439" y="335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67" name="Google Shape;2067;p33"/>
            <p:cNvPicPr preferRelativeResize="0"/>
            <p:nvPr/>
          </p:nvPicPr>
          <p:blipFill rotWithShape="1">
            <a:blip r:embed="rId147">
              <a:alphaModFix/>
            </a:blip>
            <a:srcRect b="0" l="0" r="0" t="0"/>
            <a:stretch/>
          </p:blipFill>
          <p:spPr>
            <a:xfrm>
              <a:off x="2061971" y="1920239"/>
              <a:ext cx="149351" cy="83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68" name="Google Shape;2068;p33"/>
            <p:cNvPicPr preferRelativeResize="0"/>
            <p:nvPr/>
          </p:nvPicPr>
          <p:blipFill rotWithShape="1">
            <a:blip r:embed="rId148">
              <a:alphaModFix/>
            </a:blip>
            <a:srcRect b="0" l="0" r="0" t="0"/>
            <a:stretch/>
          </p:blipFill>
          <p:spPr>
            <a:xfrm>
              <a:off x="2058924" y="1693164"/>
              <a:ext cx="152400" cy="20116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069" name="Google Shape;2069;p33"/>
          <p:cNvPicPr preferRelativeResize="0"/>
          <p:nvPr/>
        </p:nvPicPr>
        <p:blipFill rotWithShape="1">
          <a:blip r:embed="rId149">
            <a:alphaModFix/>
          </a:blip>
          <a:srcRect b="0" l="0" r="0" t="0"/>
          <a:stretch/>
        </p:blipFill>
        <p:spPr>
          <a:xfrm>
            <a:off x="2321051" y="8200644"/>
            <a:ext cx="202692" cy="940307"/>
          </a:xfrm>
          <a:prstGeom prst="rect">
            <a:avLst/>
          </a:prstGeom>
          <a:noFill/>
          <a:ln>
            <a:noFill/>
          </a:ln>
        </p:spPr>
      </p:pic>
      <p:pic>
        <p:nvPicPr>
          <p:cNvPr id="2070" name="Google Shape;2070;p33"/>
          <p:cNvPicPr preferRelativeResize="0"/>
          <p:nvPr/>
        </p:nvPicPr>
        <p:blipFill rotWithShape="1">
          <a:blip r:embed="rId150">
            <a:alphaModFix/>
          </a:blip>
          <a:srcRect b="0" l="0" r="0" t="0"/>
          <a:stretch/>
        </p:blipFill>
        <p:spPr>
          <a:xfrm>
            <a:off x="2321052" y="7822691"/>
            <a:ext cx="158495" cy="3108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71" name="Google Shape;2071;p33"/>
          <p:cNvGrpSpPr/>
          <p:nvPr/>
        </p:nvGrpSpPr>
        <p:grpSpPr>
          <a:xfrm>
            <a:off x="2314956" y="7242047"/>
            <a:ext cx="176784" cy="512064"/>
            <a:chOff x="2314956" y="7242047"/>
            <a:chExt cx="176784" cy="512064"/>
          </a:xfrm>
        </p:grpSpPr>
        <p:pic>
          <p:nvPicPr>
            <p:cNvPr id="2072" name="Google Shape;2072;p33"/>
            <p:cNvPicPr preferRelativeResize="0"/>
            <p:nvPr/>
          </p:nvPicPr>
          <p:blipFill rotWithShape="1">
            <a:blip r:embed="rId151">
              <a:alphaModFix/>
            </a:blip>
            <a:srcRect b="0" l="0" r="0" t="0"/>
            <a:stretch/>
          </p:blipFill>
          <p:spPr>
            <a:xfrm>
              <a:off x="2314956" y="7664195"/>
              <a:ext cx="176784" cy="899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73" name="Google Shape;2073;p33"/>
            <p:cNvSpPr/>
            <p:nvPr/>
          </p:nvSpPr>
          <p:spPr>
            <a:xfrm>
              <a:off x="2325624" y="7403592"/>
              <a:ext cx="154305" cy="226060"/>
            </a:xfrm>
            <a:custGeom>
              <a:rect b="b" l="l" r="r" t="t"/>
              <a:pathLst>
                <a:path extrusionOk="0" h="226059" w="154305">
                  <a:moveTo>
                    <a:pt x="150876" y="167640"/>
                  </a:moveTo>
                  <a:lnTo>
                    <a:pt x="147828" y="167640"/>
                  </a:lnTo>
                  <a:lnTo>
                    <a:pt x="147828" y="178308"/>
                  </a:lnTo>
                  <a:lnTo>
                    <a:pt x="146304" y="179832"/>
                  </a:lnTo>
                  <a:lnTo>
                    <a:pt x="144780" y="182880"/>
                  </a:lnTo>
                  <a:lnTo>
                    <a:pt x="143256" y="182880"/>
                  </a:lnTo>
                  <a:lnTo>
                    <a:pt x="141732" y="184404"/>
                  </a:lnTo>
                  <a:lnTo>
                    <a:pt x="140208" y="184404"/>
                  </a:lnTo>
                  <a:lnTo>
                    <a:pt x="134112" y="185928"/>
                  </a:lnTo>
                  <a:lnTo>
                    <a:pt x="0" y="185928"/>
                  </a:lnTo>
                  <a:lnTo>
                    <a:pt x="0" y="188976"/>
                  </a:lnTo>
                  <a:lnTo>
                    <a:pt x="16764" y="225552"/>
                  </a:lnTo>
                  <a:lnTo>
                    <a:pt x="19812" y="224028"/>
                  </a:lnTo>
                  <a:lnTo>
                    <a:pt x="18288" y="217932"/>
                  </a:lnTo>
                  <a:lnTo>
                    <a:pt x="16764" y="214884"/>
                  </a:lnTo>
                  <a:lnTo>
                    <a:pt x="16764" y="210312"/>
                  </a:lnTo>
                  <a:lnTo>
                    <a:pt x="18288" y="208788"/>
                  </a:lnTo>
                  <a:lnTo>
                    <a:pt x="18288" y="207264"/>
                  </a:lnTo>
                  <a:lnTo>
                    <a:pt x="19812" y="205740"/>
                  </a:lnTo>
                  <a:lnTo>
                    <a:pt x="21336" y="205740"/>
                  </a:lnTo>
                  <a:lnTo>
                    <a:pt x="24384" y="204216"/>
                  </a:lnTo>
                  <a:lnTo>
                    <a:pt x="141732" y="204216"/>
                  </a:lnTo>
                  <a:lnTo>
                    <a:pt x="144780" y="205740"/>
                  </a:lnTo>
                  <a:lnTo>
                    <a:pt x="146304" y="207264"/>
                  </a:lnTo>
                  <a:lnTo>
                    <a:pt x="146304" y="208788"/>
                  </a:lnTo>
                  <a:lnTo>
                    <a:pt x="147828" y="210312"/>
                  </a:lnTo>
                  <a:lnTo>
                    <a:pt x="147828" y="222504"/>
                  </a:lnTo>
                  <a:lnTo>
                    <a:pt x="150876" y="222504"/>
                  </a:lnTo>
                  <a:lnTo>
                    <a:pt x="150876" y="167640"/>
                  </a:lnTo>
                  <a:close/>
                </a:path>
                <a:path extrusionOk="0" h="226059" w="154305">
                  <a:moveTo>
                    <a:pt x="150876" y="0"/>
                  </a:moveTo>
                  <a:lnTo>
                    <a:pt x="147828" y="0"/>
                  </a:lnTo>
                  <a:lnTo>
                    <a:pt x="147828" y="10668"/>
                  </a:lnTo>
                  <a:lnTo>
                    <a:pt x="146304" y="13716"/>
                  </a:lnTo>
                  <a:lnTo>
                    <a:pt x="143256" y="16764"/>
                  </a:lnTo>
                  <a:lnTo>
                    <a:pt x="141732" y="16764"/>
                  </a:lnTo>
                  <a:lnTo>
                    <a:pt x="140208" y="18288"/>
                  </a:lnTo>
                  <a:lnTo>
                    <a:pt x="0" y="18288"/>
                  </a:lnTo>
                  <a:lnTo>
                    <a:pt x="0" y="22860"/>
                  </a:lnTo>
                  <a:lnTo>
                    <a:pt x="16764" y="57912"/>
                  </a:lnTo>
                  <a:lnTo>
                    <a:pt x="19812" y="56388"/>
                  </a:lnTo>
                  <a:lnTo>
                    <a:pt x="18288" y="51816"/>
                  </a:lnTo>
                  <a:lnTo>
                    <a:pt x="16764" y="48768"/>
                  </a:lnTo>
                  <a:lnTo>
                    <a:pt x="16764" y="44196"/>
                  </a:lnTo>
                  <a:lnTo>
                    <a:pt x="18288" y="42672"/>
                  </a:lnTo>
                  <a:lnTo>
                    <a:pt x="18288" y="41148"/>
                  </a:lnTo>
                  <a:lnTo>
                    <a:pt x="21336" y="38100"/>
                  </a:lnTo>
                  <a:lnTo>
                    <a:pt x="24384" y="38100"/>
                  </a:lnTo>
                  <a:lnTo>
                    <a:pt x="25908" y="36576"/>
                  </a:lnTo>
                  <a:lnTo>
                    <a:pt x="140208" y="36576"/>
                  </a:lnTo>
                  <a:lnTo>
                    <a:pt x="141732" y="38100"/>
                  </a:lnTo>
                  <a:lnTo>
                    <a:pt x="144780" y="38100"/>
                  </a:lnTo>
                  <a:lnTo>
                    <a:pt x="146304" y="39624"/>
                  </a:lnTo>
                  <a:lnTo>
                    <a:pt x="146304" y="42672"/>
                  </a:lnTo>
                  <a:lnTo>
                    <a:pt x="147828" y="44196"/>
                  </a:lnTo>
                  <a:lnTo>
                    <a:pt x="147828" y="54864"/>
                  </a:lnTo>
                  <a:lnTo>
                    <a:pt x="150876" y="54864"/>
                  </a:lnTo>
                  <a:lnTo>
                    <a:pt x="150876" y="0"/>
                  </a:lnTo>
                  <a:close/>
                </a:path>
                <a:path extrusionOk="0" h="226059" w="154305">
                  <a:moveTo>
                    <a:pt x="153911" y="106680"/>
                  </a:moveTo>
                  <a:lnTo>
                    <a:pt x="150863" y="103632"/>
                  </a:lnTo>
                  <a:lnTo>
                    <a:pt x="149339" y="100584"/>
                  </a:lnTo>
                  <a:lnTo>
                    <a:pt x="135623" y="100584"/>
                  </a:lnTo>
                  <a:lnTo>
                    <a:pt x="134099" y="103632"/>
                  </a:lnTo>
                  <a:lnTo>
                    <a:pt x="131051" y="105156"/>
                  </a:lnTo>
                  <a:lnTo>
                    <a:pt x="129527" y="108204"/>
                  </a:lnTo>
                  <a:lnTo>
                    <a:pt x="129527" y="115824"/>
                  </a:lnTo>
                  <a:lnTo>
                    <a:pt x="131051" y="118872"/>
                  </a:lnTo>
                  <a:lnTo>
                    <a:pt x="134099" y="120396"/>
                  </a:lnTo>
                  <a:lnTo>
                    <a:pt x="135623" y="123444"/>
                  </a:lnTo>
                  <a:lnTo>
                    <a:pt x="138671" y="124968"/>
                  </a:lnTo>
                  <a:lnTo>
                    <a:pt x="146291" y="124968"/>
                  </a:lnTo>
                  <a:lnTo>
                    <a:pt x="149339" y="123444"/>
                  </a:lnTo>
                  <a:lnTo>
                    <a:pt x="150863" y="120396"/>
                  </a:lnTo>
                  <a:lnTo>
                    <a:pt x="153911" y="118872"/>
                  </a:lnTo>
                  <a:lnTo>
                    <a:pt x="153911" y="1066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74" name="Google Shape;2074;p33"/>
            <p:cNvPicPr preferRelativeResize="0"/>
            <p:nvPr/>
          </p:nvPicPr>
          <p:blipFill rotWithShape="1">
            <a:blip r:embed="rId152">
              <a:alphaModFix/>
            </a:blip>
            <a:srcRect b="0" l="0" r="0" t="0"/>
            <a:stretch/>
          </p:blipFill>
          <p:spPr>
            <a:xfrm>
              <a:off x="2328672" y="7242047"/>
              <a:ext cx="147828" cy="13258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075" name="Google Shape;2075;p33"/>
          <p:cNvPicPr preferRelativeResize="0"/>
          <p:nvPr/>
        </p:nvPicPr>
        <p:blipFill rotWithShape="1">
          <a:blip r:embed="rId153">
            <a:alphaModFix/>
          </a:blip>
          <a:srcRect b="0" l="0" r="0" t="0"/>
          <a:stretch/>
        </p:blipFill>
        <p:spPr>
          <a:xfrm>
            <a:off x="2321052" y="6999731"/>
            <a:ext cx="155448" cy="1645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76" name="Google Shape;2076;p33"/>
          <p:cNvGrpSpPr/>
          <p:nvPr/>
        </p:nvGrpSpPr>
        <p:grpSpPr>
          <a:xfrm>
            <a:off x="2321051" y="6469379"/>
            <a:ext cx="158877" cy="463296"/>
            <a:chOff x="2321051" y="6469379"/>
            <a:chExt cx="158877" cy="463296"/>
          </a:xfrm>
        </p:grpSpPr>
        <p:pic>
          <p:nvPicPr>
            <p:cNvPr id="2077" name="Google Shape;2077;p33"/>
            <p:cNvPicPr preferRelativeResize="0"/>
            <p:nvPr/>
          </p:nvPicPr>
          <p:blipFill rotWithShape="1">
            <a:blip r:embed="rId154">
              <a:alphaModFix/>
            </a:blip>
            <a:srcRect b="0" l="0" r="0" t="0"/>
            <a:stretch/>
          </p:blipFill>
          <p:spPr>
            <a:xfrm>
              <a:off x="2321051" y="6605015"/>
              <a:ext cx="158496" cy="3276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78" name="Google Shape;2078;p33"/>
            <p:cNvPicPr preferRelativeResize="0"/>
            <p:nvPr/>
          </p:nvPicPr>
          <p:blipFill rotWithShape="1">
            <a:blip r:embed="rId155">
              <a:alphaModFix/>
            </a:blip>
            <a:srcRect b="0" l="0" r="0" t="0"/>
            <a:stretch/>
          </p:blipFill>
          <p:spPr>
            <a:xfrm>
              <a:off x="2372867" y="6516624"/>
              <a:ext cx="106680" cy="685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79" name="Google Shape;2079;p33"/>
            <p:cNvSpPr/>
            <p:nvPr/>
          </p:nvSpPr>
          <p:spPr>
            <a:xfrm>
              <a:off x="2455163" y="6469379"/>
              <a:ext cx="24765" cy="24765"/>
            </a:xfrm>
            <a:custGeom>
              <a:rect b="b" l="l" r="r" t="t"/>
              <a:pathLst>
                <a:path extrusionOk="0" h="24764" w="24764">
                  <a:moveTo>
                    <a:pt x="16764" y="24384"/>
                  </a:moveTo>
                  <a:lnTo>
                    <a:pt x="9144" y="24384"/>
                  </a:lnTo>
                  <a:lnTo>
                    <a:pt x="6096" y="22860"/>
                  </a:lnTo>
                  <a:lnTo>
                    <a:pt x="4572" y="21336"/>
                  </a:lnTo>
                  <a:lnTo>
                    <a:pt x="1524" y="18288"/>
                  </a:lnTo>
                  <a:lnTo>
                    <a:pt x="0" y="15240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9812" y="1524"/>
                  </a:lnTo>
                  <a:lnTo>
                    <a:pt x="24384" y="6096"/>
                  </a:lnTo>
                  <a:lnTo>
                    <a:pt x="24384" y="18288"/>
                  </a:lnTo>
                  <a:lnTo>
                    <a:pt x="19812" y="22860"/>
                  </a:lnTo>
                  <a:lnTo>
                    <a:pt x="16764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80" name="Google Shape;2080;p33"/>
          <p:cNvPicPr preferRelativeResize="0"/>
          <p:nvPr/>
        </p:nvPicPr>
        <p:blipFill rotWithShape="1">
          <a:blip r:embed="rId156">
            <a:alphaModFix/>
          </a:blip>
          <a:srcRect b="0" l="0" r="0" t="0"/>
          <a:stretch/>
        </p:blipFill>
        <p:spPr>
          <a:xfrm>
            <a:off x="6655307" y="1821179"/>
            <a:ext cx="115824" cy="16916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84" name="Shape 2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5" name="Google Shape;2085;p3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780287" y="5338572"/>
            <a:ext cx="448056" cy="23682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86" name="Google Shape;2086;p34"/>
          <p:cNvGrpSpPr/>
          <p:nvPr/>
        </p:nvGrpSpPr>
        <p:grpSpPr>
          <a:xfrm>
            <a:off x="780275" y="3701796"/>
            <a:ext cx="350533" cy="1484884"/>
            <a:chOff x="780275" y="3701796"/>
            <a:chExt cx="350533" cy="1484884"/>
          </a:xfrm>
        </p:grpSpPr>
        <p:sp>
          <p:nvSpPr>
            <p:cNvPr id="2087" name="Google Shape;2087;p34"/>
            <p:cNvSpPr/>
            <p:nvPr/>
          </p:nvSpPr>
          <p:spPr>
            <a:xfrm>
              <a:off x="787908" y="4853940"/>
              <a:ext cx="342900" cy="332740"/>
            </a:xfrm>
            <a:custGeom>
              <a:rect b="b" l="l" r="r" t="t"/>
              <a:pathLst>
                <a:path extrusionOk="0" h="332739" w="342900">
                  <a:moveTo>
                    <a:pt x="176783" y="332231"/>
                  </a:moveTo>
                  <a:lnTo>
                    <a:pt x="134492" y="326707"/>
                  </a:lnTo>
                  <a:lnTo>
                    <a:pt x="94488" y="310895"/>
                  </a:lnTo>
                  <a:lnTo>
                    <a:pt x="52196" y="281939"/>
                  </a:lnTo>
                  <a:lnTo>
                    <a:pt x="21336" y="243839"/>
                  </a:lnTo>
                  <a:lnTo>
                    <a:pt x="5524" y="204787"/>
                  </a:lnTo>
                  <a:lnTo>
                    <a:pt x="0" y="160019"/>
                  </a:lnTo>
                  <a:lnTo>
                    <a:pt x="261" y="151137"/>
                  </a:lnTo>
                  <a:lnTo>
                    <a:pt x="13716" y="85343"/>
                  </a:lnTo>
                  <a:lnTo>
                    <a:pt x="16764" y="76199"/>
                  </a:lnTo>
                  <a:lnTo>
                    <a:pt x="18288" y="70103"/>
                  </a:lnTo>
                  <a:lnTo>
                    <a:pt x="18288" y="62483"/>
                  </a:lnTo>
                  <a:lnTo>
                    <a:pt x="15240" y="59435"/>
                  </a:lnTo>
                  <a:lnTo>
                    <a:pt x="12192" y="57911"/>
                  </a:lnTo>
                  <a:lnTo>
                    <a:pt x="7620" y="56387"/>
                  </a:lnTo>
                  <a:lnTo>
                    <a:pt x="0" y="56387"/>
                  </a:lnTo>
                  <a:lnTo>
                    <a:pt x="0" y="48767"/>
                  </a:lnTo>
                  <a:lnTo>
                    <a:pt x="103632" y="41147"/>
                  </a:lnTo>
                  <a:lnTo>
                    <a:pt x="103632" y="48767"/>
                  </a:lnTo>
                  <a:lnTo>
                    <a:pt x="85582" y="55054"/>
                  </a:lnTo>
                  <a:lnTo>
                    <a:pt x="70104" y="62483"/>
                  </a:lnTo>
                  <a:lnTo>
                    <a:pt x="33480" y="96512"/>
                  </a:lnTo>
                  <a:lnTo>
                    <a:pt x="18716" y="133707"/>
                  </a:lnTo>
                  <a:lnTo>
                    <a:pt x="16764" y="155447"/>
                  </a:lnTo>
                  <a:lnTo>
                    <a:pt x="19907" y="184570"/>
                  </a:lnTo>
                  <a:lnTo>
                    <a:pt x="45053" y="231957"/>
                  </a:lnTo>
                  <a:lnTo>
                    <a:pt x="88749" y="261937"/>
                  </a:lnTo>
                  <a:lnTo>
                    <a:pt x="138422" y="275653"/>
                  </a:lnTo>
                  <a:lnTo>
                    <a:pt x="166116" y="277368"/>
                  </a:lnTo>
                  <a:lnTo>
                    <a:pt x="189309" y="276225"/>
                  </a:lnTo>
                  <a:lnTo>
                    <a:pt x="231695" y="267081"/>
                  </a:lnTo>
                  <a:lnTo>
                    <a:pt x="269724" y="249340"/>
                  </a:lnTo>
                  <a:lnTo>
                    <a:pt x="309372" y="211836"/>
                  </a:lnTo>
                  <a:lnTo>
                    <a:pt x="325016" y="166616"/>
                  </a:lnTo>
                  <a:lnTo>
                    <a:pt x="326136" y="150875"/>
                  </a:lnTo>
                  <a:lnTo>
                    <a:pt x="325850" y="141970"/>
                  </a:lnTo>
                  <a:lnTo>
                    <a:pt x="316610" y="99821"/>
                  </a:lnTo>
                  <a:lnTo>
                    <a:pt x="214883" y="83819"/>
                  </a:lnTo>
                  <a:lnTo>
                    <a:pt x="172211" y="92963"/>
                  </a:lnTo>
                  <a:lnTo>
                    <a:pt x="164592" y="126491"/>
                  </a:lnTo>
                  <a:lnTo>
                    <a:pt x="156972" y="126491"/>
                  </a:lnTo>
                  <a:lnTo>
                    <a:pt x="156972" y="0"/>
                  </a:lnTo>
                  <a:lnTo>
                    <a:pt x="164592" y="0"/>
                  </a:lnTo>
                  <a:lnTo>
                    <a:pt x="164592" y="6095"/>
                  </a:lnTo>
                  <a:lnTo>
                    <a:pt x="165449" y="14644"/>
                  </a:lnTo>
                  <a:lnTo>
                    <a:pt x="202310" y="37790"/>
                  </a:lnTo>
                  <a:lnTo>
                    <a:pt x="214883" y="38099"/>
                  </a:lnTo>
                  <a:lnTo>
                    <a:pt x="315467" y="38099"/>
                  </a:lnTo>
                  <a:lnTo>
                    <a:pt x="322016" y="51792"/>
                  </a:lnTo>
                  <a:lnTo>
                    <a:pt x="336804" y="91439"/>
                  </a:lnTo>
                  <a:lnTo>
                    <a:pt x="342590" y="135802"/>
                  </a:lnTo>
                  <a:lnTo>
                    <a:pt x="342900" y="152399"/>
                  </a:lnTo>
                  <a:lnTo>
                    <a:pt x="339161" y="196429"/>
                  </a:lnTo>
                  <a:lnTo>
                    <a:pt x="327850" y="234886"/>
                  </a:lnTo>
                  <a:lnTo>
                    <a:pt x="308824" y="267914"/>
                  </a:lnTo>
                  <a:lnTo>
                    <a:pt x="281940" y="295656"/>
                  </a:lnTo>
                  <a:lnTo>
                    <a:pt x="232790" y="323087"/>
                  </a:lnTo>
                  <a:lnTo>
                    <a:pt x="205644" y="329945"/>
                  </a:lnTo>
                  <a:lnTo>
                    <a:pt x="176783" y="332231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88" name="Google Shape;2088;p3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896112" y="4456176"/>
              <a:ext cx="233171" cy="3870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89" name="Google Shape;2089;p34"/>
            <p:cNvSpPr/>
            <p:nvPr/>
          </p:nvSpPr>
          <p:spPr>
            <a:xfrm>
              <a:off x="780275" y="3701796"/>
              <a:ext cx="349250" cy="734695"/>
            </a:xfrm>
            <a:custGeom>
              <a:rect b="b" l="l" r="r" t="t"/>
              <a:pathLst>
                <a:path extrusionOk="0" h="734695" w="349250">
                  <a:moveTo>
                    <a:pt x="342900" y="0"/>
                  </a:moveTo>
                  <a:lnTo>
                    <a:pt x="335280" y="0"/>
                  </a:lnTo>
                  <a:lnTo>
                    <a:pt x="335280" y="16764"/>
                  </a:lnTo>
                  <a:lnTo>
                    <a:pt x="332232" y="21336"/>
                  </a:lnTo>
                  <a:lnTo>
                    <a:pt x="330708" y="25908"/>
                  </a:lnTo>
                  <a:lnTo>
                    <a:pt x="326148" y="27432"/>
                  </a:lnTo>
                  <a:lnTo>
                    <a:pt x="323088" y="28956"/>
                  </a:lnTo>
                  <a:lnTo>
                    <a:pt x="317906" y="30962"/>
                  </a:lnTo>
                  <a:lnTo>
                    <a:pt x="311277" y="32385"/>
                  </a:lnTo>
                  <a:lnTo>
                    <a:pt x="302945" y="3324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6011" y="33820"/>
                  </a:lnTo>
                  <a:lnTo>
                    <a:pt x="148780" y="41846"/>
                  </a:lnTo>
                  <a:lnTo>
                    <a:pt x="118872" y="72771"/>
                  </a:lnTo>
                  <a:lnTo>
                    <a:pt x="115824" y="89916"/>
                  </a:lnTo>
                  <a:lnTo>
                    <a:pt x="116395" y="97917"/>
                  </a:lnTo>
                  <a:lnTo>
                    <a:pt x="138112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3528" y="228600"/>
                  </a:lnTo>
                  <a:lnTo>
                    <a:pt x="32004" y="224028"/>
                  </a:lnTo>
                  <a:lnTo>
                    <a:pt x="32004" y="216408"/>
                  </a:lnTo>
                  <a:lnTo>
                    <a:pt x="92964" y="204216"/>
                  </a:lnTo>
                  <a:lnTo>
                    <a:pt x="302920" y="204266"/>
                  </a:lnTo>
                  <a:lnTo>
                    <a:pt x="311086" y="204597"/>
                  </a:lnTo>
                  <a:lnTo>
                    <a:pt x="317258" y="205511"/>
                  </a:lnTo>
                  <a:lnTo>
                    <a:pt x="321564" y="207264"/>
                  </a:lnTo>
                  <a:lnTo>
                    <a:pt x="326148" y="208788"/>
                  </a:lnTo>
                  <a:lnTo>
                    <a:pt x="329184" y="211836"/>
                  </a:lnTo>
                  <a:lnTo>
                    <a:pt x="330708" y="214884"/>
                  </a:lnTo>
                  <a:lnTo>
                    <a:pt x="333756" y="219456"/>
                  </a:lnTo>
                  <a:lnTo>
                    <a:pt x="335280" y="227076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7828"/>
                  </a:lnTo>
                  <a:lnTo>
                    <a:pt x="329184" y="156972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50876" y="132588"/>
                  </a:lnTo>
                  <a:lnTo>
                    <a:pt x="144780" y="115824"/>
                  </a:lnTo>
                  <a:lnTo>
                    <a:pt x="144780" y="100584"/>
                  </a:lnTo>
                  <a:lnTo>
                    <a:pt x="174815" y="75082"/>
                  </a:lnTo>
                  <a:lnTo>
                    <a:pt x="214884" y="73152"/>
                  </a:lnTo>
                  <a:lnTo>
                    <a:pt x="316992" y="73152"/>
                  </a:lnTo>
                  <a:lnTo>
                    <a:pt x="323088" y="74676"/>
                  </a:lnTo>
                  <a:lnTo>
                    <a:pt x="327672" y="77724"/>
                  </a:lnTo>
                  <a:lnTo>
                    <a:pt x="330708" y="82296"/>
                  </a:lnTo>
                  <a:lnTo>
                    <a:pt x="333756" y="85344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734695" w="349250">
                  <a:moveTo>
                    <a:pt x="345960" y="300228"/>
                  </a:moveTo>
                  <a:lnTo>
                    <a:pt x="327190" y="259892"/>
                  </a:lnTo>
                  <a:lnTo>
                    <a:pt x="297192" y="242316"/>
                  </a:lnTo>
                  <a:lnTo>
                    <a:pt x="297192" y="252984"/>
                  </a:lnTo>
                  <a:lnTo>
                    <a:pt x="304812" y="256032"/>
                  </a:lnTo>
                  <a:lnTo>
                    <a:pt x="309384" y="260604"/>
                  </a:lnTo>
                  <a:lnTo>
                    <a:pt x="312432" y="265176"/>
                  </a:lnTo>
                  <a:lnTo>
                    <a:pt x="315480" y="271272"/>
                  </a:lnTo>
                  <a:lnTo>
                    <a:pt x="317004" y="275844"/>
                  </a:lnTo>
                  <a:lnTo>
                    <a:pt x="317004" y="288036"/>
                  </a:lnTo>
                  <a:lnTo>
                    <a:pt x="315480" y="294132"/>
                  </a:lnTo>
                  <a:lnTo>
                    <a:pt x="309384" y="297180"/>
                  </a:lnTo>
                  <a:lnTo>
                    <a:pt x="305066" y="300062"/>
                  </a:lnTo>
                  <a:lnTo>
                    <a:pt x="298907" y="301942"/>
                  </a:lnTo>
                  <a:lnTo>
                    <a:pt x="290728" y="302971"/>
                  </a:lnTo>
                  <a:lnTo>
                    <a:pt x="280428" y="303276"/>
                  </a:lnTo>
                  <a:lnTo>
                    <a:pt x="137172" y="303276"/>
                  </a:lnTo>
                  <a:lnTo>
                    <a:pt x="137172" y="252984"/>
                  </a:lnTo>
                  <a:lnTo>
                    <a:pt x="121932" y="252984"/>
                  </a:lnTo>
                  <a:lnTo>
                    <a:pt x="121932" y="303276"/>
                  </a:lnTo>
                  <a:lnTo>
                    <a:pt x="48780" y="303276"/>
                  </a:lnTo>
                  <a:lnTo>
                    <a:pt x="48780" y="309372"/>
                  </a:lnTo>
                  <a:lnTo>
                    <a:pt x="83832" y="326136"/>
                  </a:lnTo>
                  <a:lnTo>
                    <a:pt x="118859" y="358241"/>
                  </a:lnTo>
                  <a:lnTo>
                    <a:pt x="131076" y="377952"/>
                  </a:lnTo>
                  <a:lnTo>
                    <a:pt x="137172" y="377952"/>
                  </a:lnTo>
                  <a:lnTo>
                    <a:pt x="137172" y="342900"/>
                  </a:lnTo>
                  <a:lnTo>
                    <a:pt x="286524" y="342900"/>
                  </a:lnTo>
                  <a:lnTo>
                    <a:pt x="298234" y="342620"/>
                  </a:lnTo>
                  <a:lnTo>
                    <a:pt x="336816" y="329184"/>
                  </a:lnTo>
                  <a:lnTo>
                    <a:pt x="339864" y="321564"/>
                  </a:lnTo>
                  <a:lnTo>
                    <a:pt x="344436" y="315468"/>
                  </a:lnTo>
                  <a:lnTo>
                    <a:pt x="345960" y="307848"/>
                  </a:lnTo>
                  <a:lnTo>
                    <a:pt x="345960" y="300228"/>
                  </a:lnTo>
                  <a:close/>
                </a:path>
                <a:path extrusionOk="0" h="734695" w="349250">
                  <a:moveTo>
                    <a:pt x="348996" y="490728"/>
                  </a:moveTo>
                  <a:lnTo>
                    <a:pt x="158496" y="419100"/>
                  </a:lnTo>
                  <a:lnTo>
                    <a:pt x="129540" y="387096"/>
                  </a:lnTo>
                  <a:lnTo>
                    <a:pt x="121920" y="387096"/>
                  </a:lnTo>
                  <a:lnTo>
                    <a:pt x="121920" y="455676"/>
                  </a:lnTo>
                  <a:lnTo>
                    <a:pt x="129540" y="455676"/>
                  </a:lnTo>
                  <a:lnTo>
                    <a:pt x="131064" y="446532"/>
                  </a:lnTo>
                  <a:lnTo>
                    <a:pt x="132588" y="440436"/>
                  </a:lnTo>
                  <a:lnTo>
                    <a:pt x="134112" y="437388"/>
                  </a:lnTo>
                  <a:lnTo>
                    <a:pt x="137160" y="434340"/>
                  </a:lnTo>
                  <a:lnTo>
                    <a:pt x="140208" y="432816"/>
                  </a:lnTo>
                  <a:lnTo>
                    <a:pt x="147828" y="432816"/>
                  </a:lnTo>
                  <a:lnTo>
                    <a:pt x="155448" y="434340"/>
                  </a:lnTo>
                  <a:lnTo>
                    <a:pt x="164592" y="437388"/>
                  </a:lnTo>
                  <a:lnTo>
                    <a:pt x="284988" y="483108"/>
                  </a:lnTo>
                  <a:lnTo>
                    <a:pt x="160020" y="533400"/>
                  </a:lnTo>
                  <a:lnTo>
                    <a:pt x="156972" y="534924"/>
                  </a:lnTo>
                  <a:lnTo>
                    <a:pt x="143256" y="534924"/>
                  </a:lnTo>
                  <a:lnTo>
                    <a:pt x="140208" y="533400"/>
                  </a:lnTo>
                  <a:lnTo>
                    <a:pt x="129540" y="505968"/>
                  </a:lnTo>
                  <a:lnTo>
                    <a:pt x="121920" y="505968"/>
                  </a:lnTo>
                  <a:lnTo>
                    <a:pt x="121920" y="611124"/>
                  </a:lnTo>
                  <a:lnTo>
                    <a:pt x="129540" y="611124"/>
                  </a:lnTo>
                  <a:lnTo>
                    <a:pt x="131064" y="600456"/>
                  </a:lnTo>
                  <a:lnTo>
                    <a:pt x="132588" y="594360"/>
                  </a:lnTo>
                  <a:lnTo>
                    <a:pt x="155448" y="576072"/>
                  </a:lnTo>
                  <a:lnTo>
                    <a:pt x="187452" y="562356"/>
                  </a:lnTo>
                  <a:lnTo>
                    <a:pt x="286512" y="609600"/>
                  </a:lnTo>
                  <a:lnTo>
                    <a:pt x="163068" y="656844"/>
                  </a:lnTo>
                  <a:lnTo>
                    <a:pt x="156972" y="659892"/>
                  </a:lnTo>
                  <a:lnTo>
                    <a:pt x="150876" y="661416"/>
                  </a:lnTo>
                  <a:lnTo>
                    <a:pt x="140208" y="661416"/>
                  </a:lnTo>
                  <a:lnTo>
                    <a:pt x="129540" y="640080"/>
                  </a:lnTo>
                  <a:lnTo>
                    <a:pt x="121920" y="640080"/>
                  </a:lnTo>
                  <a:lnTo>
                    <a:pt x="121920" y="734568"/>
                  </a:lnTo>
                  <a:lnTo>
                    <a:pt x="129540" y="734568"/>
                  </a:lnTo>
                  <a:lnTo>
                    <a:pt x="132588" y="723900"/>
                  </a:lnTo>
                  <a:lnTo>
                    <a:pt x="135636" y="717804"/>
                  </a:lnTo>
                  <a:lnTo>
                    <a:pt x="348996" y="627888"/>
                  </a:lnTo>
                  <a:lnTo>
                    <a:pt x="348996" y="621792"/>
                  </a:lnTo>
                  <a:lnTo>
                    <a:pt x="207264" y="554736"/>
                  </a:lnTo>
                  <a:lnTo>
                    <a:pt x="348996" y="499872"/>
                  </a:lnTo>
                  <a:lnTo>
                    <a:pt x="348996" y="490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90" name="Google Shape;2090;p34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481327" y="7146035"/>
            <a:ext cx="2555747" cy="2429255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4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3358896" y="2060448"/>
            <a:ext cx="2743199" cy="24582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2" name="Google Shape;2092;p34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661159" y="5821679"/>
            <a:ext cx="158496" cy="961644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3" name="Google Shape;2093;p34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661160" y="5490972"/>
            <a:ext cx="155448" cy="164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94" name="Google Shape;2094;p34"/>
          <p:cNvGrpSpPr/>
          <p:nvPr/>
        </p:nvGrpSpPr>
        <p:grpSpPr>
          <a:xfrm>
            <a:off x="1665731" y="4841747"/>
            <a:ext cx="187959" cy="463803"/>
            <a:chOff x="1665731" y="4841747"/>
            <a:chExt cx="187959" cy="463803"/>
          </a:xfrm>
        </p:grpSpPr>
        <p:sp>
          <p:nvSpPr>
            <p:cNvPr id="2095" name="Google Shape;2095;p34"/>
            <p:cNvSpPr/>
            <p:nvPr/>
          </p:nvSpPr>
          <p:spPr>
            <a:xfrm>
              <a:off x="1665731" y="5247131"/>
              <a:ext cx="151130" cy="58419"/>
            </a:xfrm>
            <a:custGeom>
              <a:rect b="b" l="l" r="r" t="t"/>
              <a:pathLst>
                <a:path extrusionOk="0" h="58420" w="151130">
                  <a:moveTo>
                    <a:pt x="16764" y="57911"/>
                  </a:moveTo>
                  <a:lnTo>
                    <a:pt x="0" y="22859"/>
                  </a:lnTo>
                  <a:lnTo>
                    <a:pt x="0" y="18287"/>
                  </a:lnTo>
                  <a:lnTo>
                    <a:pt x="140208" y="18287"/>
                  </a:lnTo>
                  <a:lnTo>
                    <a:pt x="143256" y="16763"/>
                  </a:lnTo>
                  <a:lnTo>
                    <a:pt x="144780" y="15239"/>
                  </a:lnTo>
                  <a:lnTo>
                    <a:pt x="144780" y="13715"/>
                  </a:lnTo>
                  <a:lnTo>
                    <a:pt x="146304" y="10667"/>
                  </a:lnTo>
                  <a:lnTo>
                    <a:pt x="146304" y="7619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6304" y="48767"/>
                  </a:lnTo>
                  <a:lnTo>
                    <a:pt x="146304" y="44195"/>
                  </a:lnTo>
                  <a:lnTo>
                    <a:pt x="144780" y="42671"/>
                  </a:lnTo>
                  <a:lnTo>
                    <a:pt x="144780" y="39623"/>
                  </a:lnTo>
                  <a:lnTo>
                    <a:pt x="143256" y="39623"/>
                  </a:lnTo>
                  <a:lnTo>
                    <a:pt x="140208" y="38099"/>
                  </a:lnTo>
                  <a:lnTo>
                    <a:pt x="138684" y="38099"/>
                  </a:lnTo>
                  <a:lnTo>
                    <a:pt x="134112" y="36575"/>
                  </a:lnTo>
                  <a:lnTo>
                    <a:pt x="25908" y="36575"/>
                  </a:lnTo>
                  <a:lnTo>
                    <a:pt x="22860" y="38099"/>
                  </a:lnTo>
                  <a:lnTo>
                    <a:pt x="19812" y="38099"/>
                  </a:lnTo>
                  <a:lnTo>
                    <a:pt x="16764" y="41147"/>
                  </a:lnTo>
                  <a:lnTo>
                    <a:pt x="16764" y="42671"/>
                  </a:lnTo>
                  <a:lnTo>
                    <a:pt x="15240" y="44195"/>
                  </a:lnTo>
                  <a:lnTo>
                    <a:pt x="15240" y="48767"/>
                  </a:lnTo>
                  <a:lnTo>
                    <a:pt x="16764" y="51815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096" name="Google Shape;2096;p34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665731" y="4895088"/>
              <a:ext cx="152400" cy="3154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97" name="Google Shape;2097;p34"/>
            <p:cNvSpPr/>
            <p:nvPr/>
          </p:nvSpPr>
          <p:spPr>
            <a:xfrm>
              <a:off x="1795271" y="4841747"/>
              <a:ext cx="58419" cy="33655"/>
            </a:xfrm>
            <a:custGeom>
              <a:rect b="b" l="l" r="r" t="t"/>
              <a:pathLst>
                <a:path extrusionOk="0" h="33654" w="58419">
                  <a:moveTo>
                    <a:pt x="18288" y="33528"/>
                  </a:moveTo>
                  <a:lnTo>
                    <a:pt x="6096" y="33528"/>
                  </a:lnTo>
                  <a:lnTo>
                    <a:pt x="0" y="27432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9144" y="3048"/>
                  </a:lnTo>
                  <a:lnTo>
                    <a:pt x="15240" y="0"/>
                  </a:lnTo>
                  <a:lnTo>
                    <a:pt x="28956" y="0"/>
                  </a:lnTo>
                  <a:lnTo>
                    <a:pt x="36576" y="3048"/>
                  </a:lnTo>
                  <a:lnTo>
                    <a:pt x="42672" y="9144"/>
                  </a:lnTo>
                  <a:lnTo>
                    <a:pt x="44221" y="10668"/>
                  </a:lnTo>
                  <a:lnTo>
                    <a:pt x="24384" y="10668"/>
                  </a:lnTo>
                  <a:lnTo>
                    <a:pt x="22860" y="12192"/>
                  </a:lnTo>
                  <a:lnTo>
                    <a:pt x="21336" y="12192"/>
                  </a:lnTo>
                  <a:lnTo>
                    <a:pt x="21336" y="16764"/>
                  </a:lnTo>
                  <a:lnTo>
                    <a:pt x="22860" y="18288"/>
                  </a:lnTo>
                  <a:lnTo>
                    <a:pt x="22860" y="19812"/>
                  </a:lnTo>
                  <a:lnTo>
                    <a:pt x="24384" y="21336"/>
                  </a:lnTo>
                  <a:lnTo>
                    <a:pt x="24384" y="25860"/>
                  </a:lnTo>
                  <a:lnTo>
                    <a:pt x="22860" y="28956"/>
                  </a:lnTo>
                  <a:lnTo>
                    <a:pt x="18288" y="33528"/>
                  </a:lnTo>
                  <a:close/>
                </a:path>
                <a:path extrusionOk="0" h="33654" w="58419">
                  <a:moveTo>
                    <a:pt x="57912" y="33528"/>
                  </a:moveTo>
                  <a:lnTo>
                    <a:pt x="51816" y="33528"/>
                  </a:lnTo>
                  <a:lnTo>
                    <a:pt x="50292" y="27432"/>
                  </a:lnTo>
                  <a:lnTo>
                    <a:pt x="45720" y="21336"/>
                  </a:lnTo>
                  <a:lnTo>
                    <a:pt x="41148" y="16764"/>
                  </a:lnTo>
                  <a:lnTo>
                    <a:pt x="36576" y="13716"/>
                  </a:lnTo>
                  <a:lnTo>
                    <a:pt x="30480" y="10668"/>
                  </a:lnTo>
                  <a:lnTo>
                    <a:pt x="44221" y="10668"/>
                  </a:lnTo>
                  <a:lnTo>
                    <a:pt x="46982" y="13382"/>
                  </a:lnTo>
                  <a:lnTo>
                    <a:pt x="50863" y="19050"/>
                  </a:lnTo>
                  <a:lnTo>
                    <a:pt x="54459" y="25860"/>
                  </a:lnTo>
                  <a:lnTo>
                    <a:pt x="57912" y="335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98" name="Google Shape;2098;p34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661160" y="4405884"/>
            <a:ext cx="158496" cy="2651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99" name="Google Shape;2099;p34"/>
          <p:cNvGrpSpPr/>
          <p:nvPr/>
        </p:nvGrpSpPr>
        <p:grpSpPr>
          <a:xfrm>
            <a:off x="1665731" y="3808476"/>
            <a:ext cx="152400" cy="419100"/>
            <a:chOff x="1665731" y="3808476"/>
            <a:chExt cx="152400" cy="419100"/>
          </a:xfrm>
        </p:grpSpPr>
        <p:pic>
          <p:nvPicPr>
            <p:cNvPr id="2100" name="Google Shape;2100;p34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665731" y="4140708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01" name="Google Shape;2101;p34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665731" y="3915155"/>
              <a:ext cx="152400" cy="2042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02" name="Google Shape;2102;p34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665731" y="3808476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103" name="Google Shape;2103;p34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1661159" y="3316223"/>
            <a:ext cx="158496" cy="31851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04" name="Google Shape;2104;p34"/>
          <p:cNvGrpSpPr/>
          <p:nvPr/>
        </p:nvGrpSpPr>
        <p:grpSpPr>
          <a:xfrm>
            <a:off x="1665732" y="2665476"/>
            <a:ext cx="187959" cy="481584"/>
            <a:chOff x="1665732" y="2665476"/>
            <a:chExt cx="187959" cy="481584"/>
          </a:xfrm>
        </p:grpSpPr>
        <p:pic>
          <p:nvPicPr>
            <p:cNvPr id="2105" name="Google Shape;2105;p34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665732" y="3064764"/>
              <a:ext cx="152400" cy="8229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06" name="Google Shape;2106;p34"/>
            <p:cNvSpPr/>
            <p:nvPr/>
          </p:nvSpPr>
          <p:spPr>
            <a:xfrm>
              <a:off x="1795272" y="3000756"/>
              <a:ext cx="58419" cy="33655"/>
            </a:xfrm>
            <a:custGeom>
              <a:rect b="b" l="l" r="r" t="t"/>
              <a:pathLst>
                <a:path extrusionOk="0" h="33655" w="58419">
                  <a:moveTo>
                    <a:pt x="18288" y="33528"/>
                  </a:moveTo>
                  <a:lnTo>
                    <a:pt x="9144" y="33528"/>
                  </a:lnTo>
                  <a:lnTo>
                    <a:pt x="3048" y="30480"/>
                  </a:lnTo>
                  <a:lnTo>
                    <a:pt x="0" y="27432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9144" y="3048"/>
                  </a:lnTo>
                  <a:lnTo>
                    <a:pt x="15240" y="0"/>
                  </a:lnTo>
                  <a:lnTo>
                    <a:pt x="28956" y="0"/>
                  </a:lnTo>
                  <a:lnTo>
                    <a:pt x="36576" y="3048"/>
                  </a:lnTo>
                  <a:lnTo>
                    <a:pt x="42672" y="9144"/>
                  </a:lnTo>
                  <a:lnTo>
                    <a:pt x="44221" y="10668"/>
                  </a:lnTo>
                  <a:lnTo>
                    <a:pt x="24384" y="10668"/>
                  </a:lnTo>
                  <a:lnTo>
                    <a:pt x="22860" y="12192"/>
                  </a:lnTo>
                  <a:lnTo>
                    <a:pt x="21336" y="12192"/>
                  </a:lnTo>
                  <a:lnTo>
                    <a:pt x="21336" y="16764"/>
                  </a:lnTo>
                  <a:lnTo>
                    <a:pt x="22860" y="18288"/>
                  </a:lnTo>
                  <a:lnTo>
                    <a:pt x="22860" y="19812"/>
                  </a:lnTo>
                  <a:lnTo>
                    <a:pt x="24384" y="21336"/>
                  </a:lnTo>
                  <a:lnTo>
                    <a:pt x="24384" y="25860"/>
                  </a:lnTo>
                  <a:lnTo>
                    <a:pt x="22860" y="28956"/>
                  </a:lnTo>
                  <a:lnTo>
                    <a:pt x="18288" y="33528"/>
                  </a:lnTo>
                  <a:close/>
                </a:path>
                <a:path extrusionOk="0" h="33655" w="58419">
                  <a:moveTo>
                    <a:pt x="57912" y="33528"/>
                  </a:moveTo>
                  <a:lnTo>
                    <a:pt x="51816" y="33528"/>
                  </a:lnTo>
                  <a:lnTo>
                    <a:pt x="50292" y="27432"/>
                  </a:lnTo>
                  <a:lnTo>
                    <a:pt x="45720" y="21336"/>
                  </a:lnTo>
                  <a:lnTo>
                    <a:pt x="41148" y="16764"/>
                  </a:lnTo>
                  <a:lnTo>
                    <a:pt x="36576" y="13716"/>
                  </a:lnTo>
                  <a:lnTo>
                    <a:pt x="30480" y="10668"/>
                  </a:lnTo>
                  <a:lnTo>
                    <a:pt x="44221" y="10668"/>
                  </a:lnTo>
                  <a:lnTo>
                    <a:pt x="46982" y="13382"/>
                  </a:lnTo>
                  <a:lnTo>
                    <a:pt x="50863" y="19050"/>
                  </a:lnTo>
                  <a:lnTo>
                    <a:pt x="54459" y="25860"/>
                  </a:lnTo>
                  <a:lnTo>
                    <a:pt x="57912" y="335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07" name="Google Shape;2107;p34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668779" y="2895600"/>
              <a:ext cx="149351" cy="83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08" name="Google Shape;2108;p34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665732" y="2665476"/>
              <a:ext cx="152400" cy="2042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109" name="Google Shape;2109;p34"/>
          <p:cNvGrpSpPr/>
          <p:nvPr/>
        </p:nvGrpSpPr>
        <p:grpSpPr>
          <a:xfrm>
            <a:off x="1665732" y="1906524"/>
            <a:ext cx="153924" cy="589788"/>
            <a:chOff x="1665732" y="1906524"/>
            <a:chExt cx="153924" cy="589788"/>
          </a:xfrm>
        </p:grpSpPr>
        <p:pic>
          <p:nvPicPr>
            <p:cNvPr id="2110" name="Google Shape;2110;p34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665732" y="2025396"/>
              <a:ext cx="153924" cy="4709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11" name="Google Shape;2111;p34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1665732" y="1906524"/>
              <a:ext cx="153924" cy="960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112" name="Google Shape;2112;p34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1927860" y="5876544"/>
            <a:ext cx="158495" cy="90982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13" name="Google Shape;2113;p34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1927860" y="4829555"/>
            <a:ext cx="202692" cy="938784"/>
          </a:xfrm>
          <a:prstGeom prst="rect">
            <a:avLst/>
          </a:prstGeom>
          <a:noFill/>
          <a:ln>
            <a:noFill/>
          </a:ln>
        </p:spPr>
      </p:pic>
      <p:pic>
        <p:nvPicPr>
          <p:cNvPr id="2114" name="Google Shape;2114;p34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1979676" y="4636007"/>
            <a:ext cx="106680" cy="91440"/>
          </a:xfrm>
          <a:prstGeom prst="rect">
            <a:avLst/>
          </a:prstGeom>
          <a:noFill/>
          <a:ln>
            <a:noFill/>
          </a:ln>
        </p:spPr>
      </p:pic>
      <p:sp>
        <p:nvSpPr>
          <p:cNvPr id="2115" name="Google Shape;2115;p34"/>
          <p:cNvSpPr/>
          <p:nvPr/>
        </p:nvSpPr>
        <p:spPr>
          <a:xfrm>
            <a:off x="1927847" y="3663696"/>
            <a:ext cx="203200" cy="879475"/>
          </a:xfrm>
          <a:custGeom>
            <a:rect b="b" l="l" r="r" t="t"/>
            <a:pathLst>
              <a:path extrusionOk="0" h="879475" w="203200">
                <a:moveTo>
                  <a:pt x="24396" y="230124"/>
                </a:moveTo>
                <a:lnTo>
                  <a:pt x="22872" y="227076"/>
                </a:lnTo>
                <a:lnTo>
                  <a:pt x="19824" y="225552"/>
                </a:lnTo>
                <a:lnTo>
                  <a:pt x="18300" y="222504"/>
                </a:lnTo>
                <a:lnTo>
                  <a:pt x="6108" y="222504"/>
                </a:lnTo>
                <a:lnTo>
                  <a:pt x="3060" y="225552"/>
                </a:lnTo>
                <a:lnTo>
                  <a:pt x="12" y="227076"/>
                </a:lnTo>
                <a:lnTo>
                  <a:pt x="12" y="240792"/>
                </a:lnTo>
                <a:lnTo>
                  <a:pt x="3060" y="242316"/>
                </a:lnTo>
                <a:lnTo>
                  <a:pt x="7632" y="246888"/>
                </a:lnTo>
                <a:lnTo>
                  <a:pt x="15252" y="246888"/>
                </a:lnTo>
                <a:lnTo>
                  <a:pt x="18300" y="245364"/>
                </a:lnTo>
                <a:lnTo>
                  <a:pt x="19824" y="242316"/>
                </a:lnTo>
                <a:lnTo>
                  <a:pt x="22872" y="240792"/>
                </a:lnTo>
                <a:lnTo>
                  <a:pt x="24396" y="237744"/>
                </a:lnTo>
                <a:lnTo>
                  <a:pt x="24396" y="230124"/>
                </a:lnTo>
                <a:close/>
              </a:path>
              <a:path extrusionOk="0" h="879475" w="203200">
                <a:moveTo>
                  <a:pt x="114300" y="432816"/>
                </a:moveTo>
                <a:lnTo>
                  <a:pt x="94500" y="432816"/>
                </a:lnTo>
                <a:lnTo>
                  <a:pt x="94500" y="490728"/>
                </a:lnTo>
                <a:lnTo>
                  <a:pt x="114300" y="490728"/>
                </a:lnTo>
                <a:lnTo>
                  <a:pt x="114300" y="432816"/>
                </a:lnTo>
                <a:close/>
              </a:path>
              <a:path extrusionOk="0" h="879475" w="203200">
                <a:moveTo>
                  <a:pt x="155460" y="208788"/>
                </a:moveTo>
                <a:lnTo>
                  <a:pt x="152412" y="208788"/>
                </a:lnTo>
                <a:lnTo>
                  <a:pt x="152412" y="213360"/>
                </a:lnTo>
                <a:lnTo>
                  <a:pt x="150888" y="216408"/>
                </a:lnTo>
                <a:lnTo>
                  <a:pt x="150888" y="217932"/>
                </a:lnTo>
                <a:lnTo>
                  <a:pt x="147840" y="220980"/>
                </a:lnTo>
                <a:lnTo>
                  <a:pt x="144792" y="222504"/>
                </a:lnTo>
                <a:lnTo>
                  <a:pt x="143268" y="222504"/>
                </a:lnTo>
                <a:lnTo>
                  <a:pt x="138696" y="224028"/>
                </a:lnTo>
                <a:lnTo>
                  <a:pt x="51828" y="224028"/>
                </a:lnTo>
                <a:lnTo>
                  <a:pt x="51828" y="228600"/>
                </a:lnTo>
                <a:lnTo>
                  <a:pt x="64020" y="257556"/>
                </a:lnTo>
                <a:lnTo>
                  <a:pt x="67068" y="256032"/>
                </a:lnTo>
                <a:lnTo>
                  <a:pt x="65544" y="252984"/>
                </a:lnTo>
                <a:lnTo>
                  <a:pt x="65544" y="245364"/>
                </a:lnTo>
                <a:lnTo>
                  <a:pt x="67068" y="245364"/>
                </a:lnTo>
                <a:lnTo>
                  <a:pt x="67068" y="243840"/>
                </a:lnTo>
                <a:lnTo>
                  <a:pt x="68592" y="242316"/>
                </a:lnTo>
                <a:lnTo>
                  <a:pt x="143268" y="242316"/>
                </a:lnTo>
                <a:lnTo>
                  <a:pt x="144792" y="243840"/>
                </a:lnTo>
                <a:lnTo>
                  <a:pt x="147840" y="243840"/>
                </a:lnTo>
                <a:lnTo>
                  <a:pt x="150888" y="246888"/>
                </a:lnTo>
                <a:lnTo>
                  <a:pt x="150888" y="248412"/>
                </a:lnTo>
                <a:lnTo>
                  <a:pt x="152412" y="251460"/>
                </a:lnTo>
                <a:lnTo>
                  <a:pt x="152412" y="257556"/>
                </a:lnTo>
                <a:lnTo>
                  <a:pt x="155460" y="257556"/>
                </a:lnTo>
                <a:lnTo>
                  <a:pt x="155460" y="242316"/>
                </a:lnTo>
                <a:lnTo>
                  <a:pt x="155460" y="208788"/>
                </a:lnTo>
                <a:close/>
              </a:path>
              <a:path extrusionOk="0" h="879475" w="203200">
                <a:moveTo>
                  <a:pt x="158496" y="827532"/>
                </a:moveTo>
                <a:lnTo>
                  <a:pt x="157619" y="818654"/>
                </a:lnTo>
                <a:lnTo>
                  <a:pt x="154876" y="810196"/>
                </a:lnTo>
                <a:lnTo>
                  <a:pt x="150876" y="803300"/>
                </a:lnTo>
                <a:lnTo>
                  <a:pt x="150876" y="815340"/>
                </a:lnTo>
                <a:lnTo>
                  <a:pt x="150876" y="826008"/>
                </a:lnTo>
                <a:lnTo>
                  <a:pt x="149352" y="830580"/>
                </a:lnTo>
                <a:lnTo>
                  <a:pt x="147828" y="833628"/>
                </a:lnTo>
                <a:lnTo>
                  <a:pt x="146304" y="838200"/>
                </a:lnTo>
                <a:lnTo>
                  <a:pt x="138684" y="845820"/>
                </a:lnTo>
                <a:lnTo>
                  <a:pt x="77724" y="845820"/>
                </a:lnTo>
                <a:lnTo>
                  <a:pt x="71628" y="836676"/>
                </a:lnTo>
                <a:lnTo>
                  <a:pt x="70104" y="833628"/>
                </a:lnTo>
                <a:lnTo>
                  <a:pt x="67056" y="830580"/>
                </a:lnTo>
                <a:lnTo>
                  <a:pt x="67056" y="815340"/>
                </a:lnTo>
                <a:lnTo>
                  <a:pt x="70104" y="809244"/>
                </a:lnTo>
                <a:lnTo>
                  <a:pt x="106680" y="795528"/>
                </a:lnTo>
                <a:lnTo>
                  <a:pt x="117259" y="796086"/>
                </a:lnTo>
                <a:lnTo>
                  <a:pt x="150876" y="815340"/>
                </a:lnTo>
                <a:lnTo>
                  <a:pt x="150876" y="803300"/>
                </a:lnTo>
                <a:lnTo>
                  <a:pt x="113474" y="778370"/>
                </a:lnTo>
                <a:lnTo>
                  <a:pt x="100584" y="777240"/>
                </a:lnTo>
                <a:lnTo>
                  <a:pt x="89725" y="777836"/>
                </a:lnTo>
                <a:lnTo>
                  <a:pt x="55054" y="800290"/>
                </a:lnTo>
                <a:lnTo>
                  <a:pt x="51816" y="813816"/>
                </a:lnTo>
                <a:lnTo>
                  <a:pt x="52984" y="822464"/>
                </a:lnTo>
                <a:lnTo>
                  <a:pt x="56578" y="830389"/>
                </a:lnTo>
                <a:lnTo>
                  <a:pt x="62750" y="838034"/>
                </a:lnTo>
                <a:lnTo>
                  <a:pt x="71628" y="845820"/>
                </a:lnTo>
                <a:lnTo>
                  <a:pt x="0" y="845820"/>
                </a:lnTo>
                <a:lnTo>
                  <a:pt x="0" y="850392"/>
                </a:lnTo>
                <a:lnTo>
                  <a:pt x="12192" y="879348"/>
                </a:lnTo>
                <a:lnTo>
                  <a:pt x="15240" y="877824"/>
                </a:lnTo>
                <a:lnTo>
                  <a:pt x="13716" y="874776"/>
                </a:lnTo>
                <a:lnTo>
                  <a:pt x="13716" y="867156"/>
                </a:lnTo>
                <a:lnTo>
                  <a:pt x="15240" y="867156"/>
                </a:lnTo>
                <a:lnTo>
                  <a:pt x="15240" y="865632"/>
                </a:lnTo>
                <a:lnTo>
                  <a:pt x="16764" y="865632"/>
                </a:lnTo>
                <a:lnTo>
                  <a:pt x="19812" y="864108"/>
                </a:lnTo>
                <a:lnTo>
                  <a:pt x="146304" y="864108"/>
                </a:lnTo>
                <a:lnTo>
                  <a:pt x="155448" y="845820"/>
                </a:lnTo>
                <a:lnTo>
                  <a:pt x="158496" y="833628"/>
                </a:lnTo>
                <a:lnTo>
                  <a:pt x="158496" y="827532"/>
                </a:lnTo>
                <a:close/>
              </a:path>
              <a:path extrusionOk="0" h="879475" w="203200">
                <a:moveTo>
                  <a:pt x="158496" y="617220"/>
                </a:moveTo>
                <a:lnTo>
                  <a:pt x="156972" y="611124"/>
                </a:lnTo>
                <a:lnTo>
                  <a:pt x="152400" y="606552"/>
                </a:lnTo>
                <a:lnTo>
                  <a:pt x="149352" y="601980"/>
                </a:lnTo>
                <a:lnTo>
                  <a:pt x="137160" y="595884"/>
                </a:lnTo>
                <a:lnTo>
                  <a:pt x="137160" y="600456"/>
                </a:lnTo>
                <a:lnTo>
                  <a:pt x="138684" y="601980"/>
                </a:lnTo>
                <a:lnTo>
                  <a:pt x="141732" y="603504"/>
                </a:lnTo>
                <a:lnTo>
                  <a:pt x="141732" y="605028"/>
                </a:lnTo>
                <a:lnTo>
                  <a:pt x="143256" y="608076"/>
                </a:lnTo>
                <a:lnTo>
                  <a:pt x="144780" y="609600"/>
                </a:lnTo>
                <a:lnTo>
                  <a:pt x="144780" y="615696"/>
                </a:lnTo>
                <a:lnTo>
                  <a:pt x="143256" y="618744"/>
                </a:lnTo>
                <a:lnTo>
                  <a:pt x="140208" y="620268"/>
                </a:lnTo>
                <a:lnTo>
                  <a:pt x="138684" y="621792"/>
                </a:lnTo>
                <a:lnTo>
                  <a:pt x="134112" y="623316"/>
                </a:lnTo>
                <a:lnTo>
                  <a:pt x="62484" y="623316"/>
                </a:lnTo>
                <a:lnTo>
                  <a:pt x="62484" y="600456"/>
                </a:lnTo>
                <a:lnTo>
                  <a:pt x="54864" y="600456"/>
                </a:lnTo>
                <a:lnTo>
                  <a:pt x="54864" y="623316"/>
                </a:lnTo>
                <a:lnTo>
                  <a:pt x="21336" y="623316"/>
                </a:lnTo>
                <a:lnTo>
                  <a:pt x="21336" y="626364"/>
                </a:lnTo>
                <a:lnTo>
                  <a:pt x="28956" y="629412"/>
                </a:lnTo>
                <a:lnTo>
                  <a:pt x="33528" y="630936"/>
                </a:lnTo>
                <a:lnTo>
                  <a:pt x="36576" y="633984"/>
                </a:lnTo>
                <a:lnTo>
                  <a:pt x="45720" y="640080"/>
                </a:lnTo>
                <a:lnTo>
                  <a:pt x="50292" y="644652"/>
                </a:lnTo>
                <a:lnTo>
                  <a:pt x="56388" y="653796"/>
                </a:lnTo>
                <a:lnTo>
                  <a:pt x="57912" y="658368"/>
                </a:lnTo>
                <a:lnTo>
                  <a:pt x="62484" y="658368"/>
                </a:lnTo>
                <a:lnTo>
                  <a:pt x="62484" y="641604"/>
                </a:lnTo>
                <a:lnTo>
                  <a:pt x="138684" y="641604"/>
                </a:lnTo>
                <a:lnTo>
                  <a:pt x="143256" y="640080"/>
                </a:lnTo>
                <a:lnTo>
                  <a:pt x="146304" y="638556"/>
                </a:lnTo>
                <a:lnTo>
                  <a:pt x="150876" y="637032"/>
                </a:lnTo>
                <a:lnTo>
                  <a:pt x="153924" y="635508"/>
                </a:lnTo>
                <a:lnTo>
                  <a:pt x="155448" y="630936"/>
                </a:lnTo>
                <a:lnTo>
                  <a:pt x="158496" y="624840"/>
                </a:lnTo>
                <a:lnTo>
                  <a:pt x="158496" y="617220"/>
                </a:lnTo>
                <a:close/>
              </a:path>
              <a:path extrusionOk="0" h="879475" w="203200">
                <a:moveTo>
                  <a:pt x="158496" y="306324"/>
                </a:moveTo>
                <a:lnTo>
                  <a:pt x="62484" y="274320"/>
                </a:lnTo>
                <a:lnTo>
                  <a:pt x="57912" y="269748"/>
                </a:lnTo>
                <a:lnTo>
                  <a:pt x="57912" y="263652"/>
                </a:lnTo>
                <a:lnTo>
                  <a:pt x="54864" y="263652"/>
                </a:lnTo>
                <a:lnTo>
                  <a:pt x="54864" y="294132"/>
                </a:lnTo>
                <a:lnTo>
                  <a:pt x="57912" y="294132"/>
                </a:lnTo>
                <a:lnTo>
                  <a:pt x="57912" y="284988"/>
                </a:lnTo>
                <a:lnTo>
                  <a:pt x="60960" y="281940"/>
                </a:lnTo>
                <a:lnTo>
                  <a:pt x="65532" y="281940"/>
                </a:lnTo>
                <a:lnTo>
                  <a:pt x="68580" y="283464"/>
                </a:lnTo>
                <a:lnTo>
                  <a:pt x="73152" y="286512"/>
                </a:lnTo>
                <a:lnTo>
                  <a:pt x="128016" y="304800"/>
                </a:lnTo>
                <a:lnTo>
                  <a:pt x="71628" y="329184"/>
                </a:lnTo>
                <a:lnTo>
                  <a:pt x="62484" y="329184"/>
                </a:lnTo>
                <a:lnTo>
                  <a:pt x="57912" y="324612"/>
                </a:lnTo>
                <a:lnTo>
                  <a:pt x="57912" y="320040"/>
                </a:lnTo>
                <a:lnTo>
                  <a:pt x="54864" y="320040"/>
                </a:lnTo>
                <a:lnTo>
                  <a:pt x="54864" y="364236"/>
                </a:lnTo>
                <a:lnTo>
                  <a:pt x="57912" y="364236"/>
                </a:lnTo>
                <a:lnTo>
                  <a:pt x="57912" y="356616"/>
                </a:lnTo>
                <a:lnTo>
                  <a:pt x="59436" y="355092"/>
                </a:lnTo>
                <a:lnTo>
                  <a:pt x="60960" y="352044"/>
                </a:lnTo>
                <a:lnTo>
                  <a:pt x="64008" y="350520"/>
                </a:lnTo>
                <a:lnTo>
                  <a:pt x="70104" y="348996"/>
                </a:lnTo>
                <a:lnTo>
                  <a:pt x="82296" y="342900"/>
                </a:lnTo>
                <a:lnTo>
                  <a:pt x="129540" y="365760"/>
                </a:lnTo>
                <a:lnTo>
                  <a:pt x="73152" y="388620"/>
                </a:lnTo>
                <a:lnTo>
                  <a:pt x="70104" y="390144"/>
                </a:lnTo>
                <a:lnTo>
                  <a:pt x="60960" y="390144"/>
                </a:lnTo>
                <a:lnTo>
                  <a:pt x="57912" y="387096"/>
                </a:lnTo>
                <a:lnTo>
                  <a:pt x="57912" y="381000"/>
                </a:lnTo>
                <a:lnTo>
                  <a:pt x="54864" y="381000"/>
                </a:lnTo>
                <a:lnTo>
                  <a:pt x="54864" y="423672"/>
                </a:lnTo>
                <a:lnTo>
                  <a:pt x="57912" y="423672"/>
                </a:lnTo>
                <a:lnTo>
                  <a:pt x="57912" y="419100"/>
                </a:lnTo>
                <a:lnTo>
                  <a:pt x="59436" y="416052"/>
                </a:lnTo>
                <a:lnTo>
                  <a:pt x="62484" y="414528"/>
                </a:lnTo>
                <a:lnTo>
                  <a:pt x="64008" y="411480"/>
                </a:lnTo>
                <a:lnTo>
                  <a:pt x="73152" y="408432"/>
                </a:lnTo>
                <a:lnTo>
                  <a:pt x="158496" y="374904"/>
                </a:lnTo>
                <a:lnTo>
                  <a:pt x="158496" y="371856"/>
                </a:lnTo>
                <a:lnTo>
                  <a:pt x="91440" y="339852"/>
                </a:lnTo>
                <a:lnTo>
                  <a:pt x="158496" y="312420"/>
                </a:lnTo>
                <a:lnTo>
                  <a:pt x="158496" y="306324"/>
                </a:lnTo>
                <a:close/>
              </a:path>
              <a:path extrusionOk="0" h="879475" w="203200">
                <a:moveTo>
                  <a:pt x="158496" y="121920"/>
                </a:moveTo>
                <a:lnTo>
                  <a:pt x="146304" y="92964"/>
                </a:lnTo>
                <a:lnTo>
                  <a:pt x="143256" y="92964"/>
                </a:lnTo>
                <a:lnTo>
                  <a:pt x="144780" y="96012"/>
                </a:lnTo>
                <a:lnTo>
                  <a:pt x="144780" y="103632"/>
                </a:lnTo>
                <a:lnTo>
                  <a:pt x="143256" y="105156"/>
                </a:lnTo>
                <a:lnTo>
                  <a:pt x="141732" y="105156"/>
                </a:lnTo>
                <a:lnTo>
                  <a:pt x="140208" y="106680"/>
                </a:lnTo>
                <a:lnTo>
                  <a:pt x="137160" y="106680"/>
                </a:lnTo>
                <a:lnTo>
                  <a:pt x="135636" y="108204"/>
                </a:lnTo>
                <a:lnTo>
                  <a:pt x="0" y="108204"/>
                </a:lnTo>
                <a:lnTo>
                  <a:pt x="0" y="112776"/>
                </a:lnTo>
                <a:lnTo>
                  <a:pt x="12192" y="141732"/>
                </a:lnTo>
                <a:lnTo>
                  <a:pt x="15240" y="140208"/>
                </a:lnTo>
                <a:lnTo>
                  <a:pt x="13716" y="137160"/>
                </a:lnTo>
                <a:lnTo>
                  <a:pt x="13716" y="129540"/>
                </a:lnTo>
                <a:lnTo>
                  <a:pt x="15240" y="129540"/>
                </a:lnTo>
                <a:lnTo>
                  <a:pt x="15240" y="128016"/>
                </a:lnTo>
                <a:lnTo>
                  <a:pt x="16764" y="128016"/>
                </a:lnTo>
                <a:lnTo>
                  <a:pt x="19812" y="126492"/>
                </a:lnTo>
                <a:lnTo>
                  <a:pt x="60960" y="126492"/>
                </a:lnTo>
                <a:lnTo>
                  <a:pt x="54864" y="131064"/>
                </a:lnTo>
                <a:lnTo>
                  <a:pt x="51816" y="138684"/>
                </a:lnTo>
                <a:lnTo>
                  <a:pt x="51816" y="147828"/>
                </a:lnTo>
                <a:lnTo>
                  <a:pt x="52946" y="157568"/>
                </a:lnTo>
                <a:lnTo>
                  <a:pt x="77990" y="187363"/>
                </a:lnTo>
                <a:lnTo>
                  <a:pt x="108204" y="195072"/>
                </a:lnTo>
                <a:lnTo>
                  <a:pt x="119380" y="194221"/>
                </a:lnTo>
                <a:lnTo>
                  <a:pt x="119164" y="194221"/>
                </a:lnTo>
                <a:lnTo>
                  <a:pt x="128778" y="191833"/>
                </a:lnTo>
                <a:lnTo>
                  <a:pt x="137350" y="188010"/>
                </a:lnTo>
                <a:lnTo>
                  <a:pt x="144780" y="182880"/>
                </a:lnTo>
                <a:lnTo>
                  <a:pt x="150787" y="176885"/>
                </a:lnTo>
                <a:lnTo>
                  <a:pt x="151841" y="175260"/>
                </a:lnTo>
                <a:lnTo>
                  <a:pt x="155067" y="170307"/>
                </a:lnTo>
                <a:lnTo>
                  <a:pt x="155143" y="170116"/>
                </a:lnTo>
                <a:lnTo>
                  <a:pt x="157645" y="163169"/>
                </a:lnTo>
                <a:lnTo>
                  <a:pt x="158496" y="155448"/>
                </a:lnTo>
                <a:lnTo>
                  <a:pt x="158496" y="149352"/>
                </a:lnTo>
                <a:lnTo>
                  <a:pt x="156972" y="144780"/>
                </a:lnTo>
                <a:lnTo>
                  <a:pt x="153924" y="140208"/>
                </a:lnTo>
                <a:lnTo>
                  <a:pt x="152400" y="135636"/>
                </a:lnTo>
                <a:lnTo>
                  <a:pt x="147828" y="131064"/>
                </a:lnTo>
                <a:lnTo>
                  <a:pt x="144780" y="128778"/>
                </a:lnTo>
                <a:lnTo>
                  <a:pt x="144780" y="138684"/>
                </a:lnTo>
                <a:lnTo>
                  <a:pt x="144780" y="152400"/>
                </a:lnTo>
                <a:lnTo>
                  <a:pt x="110426" y="174675"/>
                </a:lnTo>
                <a:lnTo>
                  <a:pt x="110705" y="174675"/>
                </a:lnTo>
                <a:lnTo>
                  <a:pt x="100584" y="175260"/>
                </a:lnTo>
                <a:lnTo>
                  <a:pt x="89992" y="174675"/>
                </a:lnTo>
                <a:lnTo>
                  <a:pt x="80962" y="172783"/>
                </a:lnTo>
                <a:lnTo>
                  <a:pt x="73367" y="169481"/>
                </a:lnTo>
                <a:lnTo>
                  <a:pt x="67056" y="164592"/>
                </a:lnTo>
                <a:lnTo>
                  <a:pt x="62484" y="160020"/>
                </a:lnTo>
                <a:lnTo>
                  <a:pt x="59436" y="155448"/>
                </a:lnTo>
                <a:lnTo>
                  <a:pt x="59436" y="141732"/>
                </a:lnTo>
                <a:lnTo>
                  <a:pt x="62484" y="138684"/>
                </a:lnTo>
                <a:lnTo>
                  <a:pt x="64008" y="134112"/>
                </a:lnTo>
                <a:lnTo>
                  <a:pt x="67056" y="132588"/>
                </a:lnTo>
                <a:lnTo>
                  <a:pt x="71628" y="129540"/>
                </a:lnTo>
                <a:lnTo>
                  <a:pt x="74676" y="128016"/>
                </a:lnTo>
                <a:lnTo>
                  <a:pt x="79248" y="126492"/>
                </a:lnTo>
                <a:lnTo>
                  <a:pt x="134112" y="126492"/>
                </a:lnTo>
                <a:lnTo>
                  <a:pt x="140208" y="132588"/>
                </a:lnTo>
                <a:lnTo>
                  <a:pt x="144780" y="138684"/>
                </a:lnTo>
                <a:lnTo>
                  <a:pt x="144780" y="128778"/>
                </a:lnTo>
                <a:lnTo>
                  <a:pt x="141732" y="126492"/>
                </a:lnTo>
                <a:lnTo>
                  <a:pt x="158496" y="126492"/>
                </a:lnTo>
                <a:lnTo>
                  <a:pt x="158496" y="121920"/>
                </a:lnTo>
                <a:close/>
              </a:path>
              <a:path extrusionOk="0" h="879475" w="203200">
                <a:moveTo>
                  <a:pt x="158508" y="547116"/>
                </a:moveTo>
                <a:lnTo>
                  <a:pt x="158419" y="546315"/>
                </a:lnTo>
                <a:lnTo>
                  <a:pt x="157670" y="539407"/>
                </a:lnTo>
                <a:lnTo>
                  <a:pt x="155270" y="532257"/>
                </a:lnTo>
                <a:lnTo>
                  <a:pt x="118884" y="505968"/>
                </a:lnTo>
                <a:lnTo>
                  <a:pt x="117360" y="509016"/>
                </a:lnTo>
                <a:lnTo>
                  <a:pt x="126504" y="513588"/>
                </a:lnTo>
                <a:lnTo>
                  <a:pt x="131076" y="516636"/>
                </a:lnTo>
                <a:lnTo>
                  <a:pt x="135648" y="521208"/>
                </a:lnTo>
                <a:lnTo>
                  <a:pt x="138696" y="527304"/>
                </a:lnTo>
                <a:lnTo>
                  <a:pt x="140220" y="531876"/>
                </a:lnTo>
                <a:lnTo>
                  <a:pt x="140220" y="539407"/>
                </a:lnTo>
                <a:lnTo>
                  <a:pt x="112979" y="572071"/>
                </a:lnTo>
                <a:lnTo>
                  <a:pt x="94500" y="574548"/>
                </a:lnTo>
                <a:lnTo>
                  <a:pt x="94500" y="528828"/>
                </a:lnTo>
                <a:lnTo>
                  <a:pt x="94500" y="505968"/>
                </a:lnTo>
                <a:lnTo>
                  <a:pt x="86880" y="506615"/>
                </a:lnTo>
                <a:lnTo>
                  <a:pt x="86880" y="528828"/>
                </a:lnTo>
                <a:lnTo>
                  <a:pt x="86880" y="574548"/>
                </a:lnTo>
                <a:lnTo>
                  <a:pt x="77736" y="574548"/>
                </a:lnTo>
                <a:lnTo>
                  <a:pt x="71640" y="571500"/>
                </a:lnTo>
                <a:lnTo>
                  <a:pt x="65544" y="566928"/>
                </a:lnTo>
                <a:lnTo>
                  <a:pt x="60972" y="562356"/>
                </a:lnTo>
                <a:lnTo>
                  <a:pt x="59448" y="556260"/>
                </a:lnTo>
                <a:lnTo>
                  <a:pt x="59448" y="547116"/>
                </a:lnTo>
                <a:lnTo>
                  <a:pt x="60972" y="544068"/>
                </a:lnTo>
                <a:lnTo>
                  <a:pt x="62585" y="539407"/>
                </a:lnTo>
                <a:lnTo>
                  <a:pt x="68592" y="533400"/>
                </a:lnTo>
                <a:lnTo>
                  <a:pt x="73164" y="531876"/>
                </a:lnTo>
                <a:lnTo>
                  <a:pt x="74688" y="530352"/>
                </a:lnTo>
                <a:lnTo>
                  <a:pt x="79260" y="530352"/>
                </a:lnTo>
                <a:lnTo>
                  <a:pt x="86880" y="528828"/>
                </a:lnTo>
                <a:lnTo>
                  <a:pt x="86880" y="506615"/>
                </a:lnTo>
                <a:lnTo>
                  <a:pt x="84785" y="506780"/>
                </a:lnTo>
                <a:lnTo>
                  <a:pt x="52412" y="536359"/>
                </a:lnTo>
                <a:lnTo>
                  <a:pt x="51828" y="544068"/>
                </a:lnTo>
                <a:lnTo>
                  <a:pt x="52679" y="553808"/>
                </a:lnTo>
                <a:lnTo>
                  <a:pt x="82689" y="587121"/>
                </a:lnTo>
                <a:lnTo>
                  <a:pt x="106692" y="589788"/>
                </a:lnTo>
                <a:lnTo>
                  <a:pt x="117551" y="589178"/>
                </a:lnTo>
                <a:lnTo>
                  <a:pt x="127266" y="587121"/>
                </a:lnTo>
                <a:lnTo>
                  <a:pt x="135839" y="583361"/>
                </a:lnTo>
                <a:lnTo>
                  <a:pt x="143268" y="577596"/>
                </a:lnTo>
                <a:lnTo>
                  <a:pt x="146608" y="574548"/>
                </a:lnTo>
                <a:lnTo>
                  <a:pt x="150139" y="571334"/>
                </a:lnTo>
                <a:lnTo>
                  <a:pt x="154889" y="564070"/>
                </a:lnTo>
                <a:lnTo>
                  <a:pt x="154952" y="563880"/>
                </a:lnTo>
                <a:lnTo>
                  <a:pt x="157619" y="555955"/>
                </a:lnTo>
                <a:lnTo>
                  <a:pt x="158508" y="547116"/>
                </a:lnTo>
                <a:close/>
              </a:path>
              <a:path extrusionOk="0" h="879475" w="203200">
                <a:moveTo>
                  <a:pt x="158508" y="39624"/>
                </a:moveTo>
                <a:lnTo>
                  <a:pt x="158419" y="38849"/>
                </a:lnTo>
                <a:lnTo>
                  <a:pt x="158343" y="38100"/>
                </a:lnTo>
                <a:lnTo>
                  <a:pt x="157670" y="31915"/>
                </a:lnTo>
                <a:lnTo>
                  <a:pt x="126593" y="1701"/>
                </a:lnTo>
                <a:lnTo>
                  <a:pt x="118884" y="0"/>
                </a:lnTo>
                <a:lnTo>
                  <a:pt x="117360" y="3048"/>
                </a:lnTo>
                <a:lnTo>
                  <a:pt x="126504" y="6096"/>
                </a:lnTo>
                <a:lnTo>
                  <a:pt x="135648" y="15240"/>
                </a:lnTo>
                <a:lnTo>
                  <a:pt x="138696" y="19812"/>
                </a:lnTo>
                <a:lnTo>
                  <a:pt x="140220" y="25908"/>
                </a:lnTo>
                <a:lnTo>
                  <a:pt x="140220" y="31915"/>
                </a:lnTo>
                <a:lnTo>
                  <a:pt x="112979" y="65532"/>
                </a:lnTo>
                <a:lnTo>
                  <a:pt x="94500" y="68580"/>
                </a:lnTo>
                <a:lnTo>
                  <a:pt x="94500" y="22860"/>
                </a:lnTo>
                <a:lnTo>
                  <a:pt x="94500" y="0"/>
                </a:lnTo>
                <a:lnTo>
                  <a:pt x="86880" y="469"/>
                </a:lnTo>
                <a:lnTo>
                  <a:pt x="86880" y="22860"/>
                </a:lnTo>
                <a:lnTo>
                  <a:pt x="86880" y="68580"/>
                </a:lnTo>
                <a:lnTo>
                  <a:pt x="59448" y="50292"/>
                </a:lnTo>
                <a:lnTo>
                  <a:pt x="59448" y="39624"/>
                </a:lnTo>
                <a:lnTo>
                  <a:pt x="62496" y="33528"/>
                </a:lnTo>
                <a:lnTo>
                  <a:pt x="65544" y="28956"/>
                </a:lnTo>
                <a:lnTo>
                  <a:pt x="68592" y="25908"/>
                </a:lnTo>
                <a:lnTo>
                  <a:pt x="73164" y="24384"/>
                </a:lnTo>
                <a:lnTo>
                  <a:pt x="74688" y="22860"/>
                </a:lnTo>
                <a:lnTo>
                  <a:pt x="86880" y="22860"/>
                </a:lnTo>
                <a:lnTo>
                  <a:pt x="86880" y="469"/>
                </a:lnTo>
                <a:lnTo>
                  <a:pt x="54305" y="22098"/>
                </a:lnTo>
                <a:lnTo>
                  <a:pt x="51828" y="38100"/>
                </a:lnTo>
                <a:lnTo>
                  <a:pt x="51892" y="38849"/>
                </a:lnTo>
                <a:lnTo>
                  <a:pt x="51968" y="39624"/>
                </a:lnTo>
                <a:lnTo>
                  <a:pt x="52679" y="46964"/>
                </a:lnTo>
                <a:lnTo>
                  <a:pt x="82689" y="80391"/>
                </a:lnTo>
                <a:lnTo>
                  <a:pt x="106692" y="83820"/>
                </a:lnTo>
                <a:lnTo>
                  <a:pt x="117551" y="82969"/>
                </a:lnTo>
                <a:lnTo>
                  <a:pt x="127266" y="80391"/>
                </a:lnTo>
                <a:lnTo>
                  <a:pt x="135839" y="76111"/>
                </a:lnTo>
                <a:lnTo>
                  <a:pt x="143268" y="70104"/>
                </a:lnTo>
                <a:lnTo>
                  <a:pt x="144932" y="68580"/>
                </a:lnTo>
                <a:lnTo>
                  <a:pt x="150139" y="63842"/>
                </a:lnTo>
                <a:lnTo>
                  <a:pt x="154889" y="56578"/>
                </a:lnTo>
                <a:lnTo>
                  <a:pt x="157619" y="48463"/>
                </a:lnTo>
                <a:lnTo>
                  <a:pt x="158508" y="39624"/>
                </a:lnTo>
                <a:close/>
              </a:path>
              <a:path extrusionOk="0" h="879475" w="203200">
                <a:moveTo>
                  <a:pt x="202692" y="746760"/>
                </a:moveTo>
                <a:lnTo>
                  <a:pt x="199644" y="740664"/>
                </a:lnTo>
                <a:lnTo>
                  <a:pt x="193548" y="734568"/>
                </a:lnTo>
                <a:lnTo>
                  <a:pt x="189496" y="729996"/>
                </a:lnTo>
                <a:lnTo>
                  <a:pt x="184404" y="725805"/>
                </a:lnTo>
                <a:lnTo>
                  <a:pt x="178117" y="722147"/>
                </a:lnTo>
                <a:lnTo>
                  <a:pt x="170688" y="719328"/>
                </a:lnTo>
                <a:lnTo>
                  <a:pt x="88163" y="685800"/>
                </a:lnTo>
                <a:lnTo>
                  <a:pt x="73152" y="679704"/>
                </a:lnTo>
                <a:lnTo>
                  <a:pt x="68580" y="678180"/>
                </a:lnTo>
                <a:lnTo>
                  <a:pt x="65532" y="676656"/>
                </a:lnTo>
                <a:lnTo>
                  <a:pt x="64008" y="676656"/>
                </a:lnTo>
                <a:lnTo>
                  <a:pt x="62484" y="673608"/>
                </a:lnTo>
                <a:lnTo>
                  <a:pt x="59436" y="672084"/>
                </a:lnTo>
                <a:lnTo>
                  <a:pt x="59436" y="670560"/>
                </a:lnTo>
                <a:lnTo>
                  <a:pt x="57912" y="669036"/>
                </a:lnTo>
                <a:lnTo>
                  <a:pt x="57912" y="664464"/>
                </a:lnTo>
                <a:lnTo>
                  <a:pt x="54864" y="664464"/>
                </a:lnTo>
                <a:lnTo>
                  <a:pt x="54864" y="696468"/>
                </a:lnTo>
                <a:lnTo>
                  <a:pt x="57912" y="696468"/>
                </a:lnTo>
                <a:lnTo>
                  <a:pt x="57912" y="688848"/>
                </a:lnTo>
                <a:lnTo>
                  <a:pt x="59436" y="687324"/>
                </a:lnTo>
                <a:lnTo>
                  <a:pt x="60960" y="687324"/>
                </a:lnTo>
                <a:lnTo>
                  <a:pt x="60960" y="685800"/>
                </a:lnTo>
                <a:lnTo>
                  <a:pt x="70104" y="685800"/>
                </a:lnTo>
                <a:lnTo>
                  <a:pt x="73152" y="687324"/>
                </a:lnTo>
                <a:lnTo>
                  <a:pt x="126492" y="710184"/>
                </a:lnTo>
                <a:lnTo>
                  <a:pt x="77724" y="733044"/>
                </a:lnTo>
                <a:lnTo>
                  <a:pt x="68580" y="737616"/>
                </a:lnTo>
                <a:lnTo>
                  <a:pt x="62484" y="737616"/>
                </a:lnTo>
                <a:lnTo>
                  <a:pt x="57912" y="733044"/>
                </a:lnTo>
                <a:lnTo>
                  <a:pt x="57912" y="725424"/>
                </a:lnTo>
                <a:lnTo>
                  <a:pt x="54864" y="725424"/>
                </a:lnTo>
                <a:lnTo>
                  <a:pt x="54864" y="772668"/>
                </a:lnTo>
                <a:lnTo>
                  <a:pt x="57912" y="772668"/>
                </a:lnTo>
                <a:lnTo>
                  <a:pt x="57912" y="768096"/>
                </a:lnTo>
                <a:lnTo>
                  <a:pt x="60960" y="765048"/>
                </a:lnTo>
                <a:lnTo>
                  <a:pt x="60960" y="763524"/>
                </a:lnTo>
                <a:lnTo>
                  <a:pt x="64008" y="762000"/>
                </a:lnTo>
                <a:lnTo>
                  <a:pt x="65532" y="760476"/>
                </a:lnTo>
                <a:lnTo>
                  <a:pt x="70104" y="757428"/>
                </a:lnTo>
                <a:lnTo>
                  <a:pt x="71628" y="755904"/>
                </a:lnTo>
                <a:lnTo>
                  <a:pt x="74676" y="754380"/>
                </a:lnTo>
                <a:lnTo>
                  <a:pt x="110401" y="737616"/>
                </a:lnTo>
                <a:lnTo>
                  <a:pt x="149352" y="719328"/>
                </a:lnTo>
                <a:lnTo>
                  <a:pt x="166116" y="725424"/>
                </a:lnTo>
                <a:lnTo>
                  <a:pt x="172212" y="728472"/>
                </a:lnTo>
                <a:lnTo>
                  <a:pt x="176784" y="729996"/>
                </a:lnTo>
                <a:lnTo>
                  <a:pt x="178308" y="733044"/>
                </a:lnTo>
                <a:lnTo>
                  <a:pt x="182880" y="737616"/>
                </a:lnTo>
                <a:lnTo>
                  <a:pt x="182880" y="740664"/>
                </a:lnTo>
                <a:lnTo>
                  <a:pt x="181356" y="742188"/>
                </a:lnTo>
                <a:lnTo>
                  <a:pt x="179832" y="746760"/>
                </a:lnTo>
                <a:lnTo>
                  <a:pt x="178308" y="749808"/>
                </a:lnTo>
                <a:lnTo>
                  <a:pt x="178308" y="763524"/>
                </a:lnTo>
                <a:lnTo>
                  <a:pt x="181356" y="765048"/>
                </a:lnTo>
                <a:lnTo>
                  <a:pt x="182880" y="768096"/>
                </a:lnTo>
                <a:lnTo>
                  <a:pt x="192024" y="768096"/>
                </a:lnTo>
                <a:lnTo>
                  <a:pt x="195072" y="766572"/>
                </a:lnTo>
                <a:lnTo>
                  <a:pt x="198120" y="763524"/>
                </a:lnTo>
                <a:lnTo>
                  <a:pt x="201168" y="762000"/>
                </a:lnTo>
                <a:lnTo>
                  <a:pt x="202692" y="757428"/>
                </a:lnTo>
                <a:lnTo>
                  <a:pt x="202692" y="7467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16" name="Google Shape;2116;p34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1927859" y="3192779"/>
            <a:ext cx="158496" cy="362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17" name="Google Shape;2117;p34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1927860" y="2679191"/>
            <a:ext cx="202692" cy="423672"/>
          </a:xfrm>
          <a:prstGeom prst="rect">
            <a:avLst/>
          </a:prstGeom>
          <a:noFill/>
          <a:ln>
            <a:noFill/>
          </a:ln>
        </p:spPr>
      </p:pic>
      <p:sp>
        <p:nvSpPr>
          <p:cNvPr id="2118" name="Google Shape;2118;p34"/>
          <p:cNvSpPr/>
          <p:nvPr/>
        </p:nvSpPr>
        <p:spPr>
          <a:xfrm>
            <a:off x="1927860" y="1897380"/>
            <a:ext cx="203200" cy="670560"/>
          </a:xfrm>
          <a:custGeom>
            <a:rect b="b" l="l" r="r" t="t"/>
            <a:pathLst>
              <a:path extrusionOk="0" h="670560" w="203200">
                <a:moveTo>
                  <a:pt x="24384" y="182880"/>
                </a:moveTo>
                <a:lnTo>
                  <a:pt x="22860" y="179832"/>
                </a:lnTo>
                <a:lnTo>
                  <a:pt x="18288" y="175260"/>
                </a:lnTo>
                <a:lnTo>
                  <a:pt x="15240" y="173736"/>
                </a:lnTo>
                <a:lnTo>
                  <a:pt x="7620" y="173736"/>
                </a:lnTo>
                <a:lnTo>
                  <a:pt x="6096" y="175260"/>
                </a:lnTo>
                <a:lnTo>
                  <a:pt x="3048" y="176784"/>
                </a:lnTo>
                <a:lnTo>
                  <a:pt x="0" y="179832"/>
                </a:lnTo>
                <a:lnTo>
                  <a:pt x="0" y="192024"/>
                </a:lnTo>
                <a:lnTo>
                  <a:pt x="3048" y="195072"/>
                </a:lnTo>
                <a:lnTo>
                  <a:pt x="6096" y="196596"/>
                </a:lnTo>
                <a:lnTo>
                  <a:pt x="7620" y="198120"/>
                </a:lnTo>
                <a:lnTo>
                  <a:pt x="15240" y="198120"/>
                </a:lnTo>
                <a:lnTo>
                  <a:pt x="18288" y="196596"/>
                </a:lnTo>
                <a:lnTo>
                  <a:pt x="22860" y="192024"/>
                </a:lnTo>
                <a:lnTo>
                  <a:pt x="24384" y="188976"/>
                </a:lnTo>
                <a:lnTo>
                  <a:pt x="24384" y="182880"/>
                </a:lnTo>
                <a:close/>
              </a:path>
              <a:path extrusionOk="0" h="670560" w="203200">
                <a:moveTo>
                  <a:pt x="155448" y="603504"/>
                </a:moveTo>
                <a:lnTo>
                  <a:pt x="154012" y="583222"/>
                </a:lnTo>
                <a:lnTo>
                  <a:pt x="149733" y="565785"/>
                </a:lnTo>
                <a:lnTo>
                  <a:pt x="147828" y="561911"/>
                </a:lnTo>
                <a:lnTo>
                  <a:pt x="147828" y="603504"/>
                </a:lnTo>
                <a:lnTo>
                  <a:pt x="147828" y="611124"/>
                </a:lnTo>
                <a:lnTo>
                  <a:pt x="146304" y="618744"/>
                </a:lnTo>
                <a:lnTo>
                  <a:pt x="144780" y="627888"/>
                </a:lnTo>
                <a:lnTo>
                  <a:pt x="18288" y="627888"/>
                </a:lnTo>
                <a:lnTo>
                  <a:pt x="15240" y="618744"/>
                </a:lnTo>
                <a:lnTo>
                  <a:pt x="15240" y="605028"/>
                </a:lnTo>
                <a:lnTo>
                  <a:pt x="32004" y="560832"/>
                </a:lnTo>
                <a:lnTo>
                  <a:pt x="80772" y="544068"/>
                </a:lnTo>
                <a:lnTo>
                  <a:pt x="95669" y="545198"/>
                </a:lnTo>
                <a:lnTo>
                  <a:pt x="137541" y="570293"/>
                </a:lnTo>
                <a:lnTo>
                  <a:pt x="143306" y="580644"/>
                </a:lnTo>
                <a:lnTo>
                  <a:pt x="146685" y="591489"/>
                </a:lnTo>
                <a:lnTo>
                  <a:pt x="146735" y="592124"/>
                </a:lnTo>
                <a:lnTo>
                  <a:pt x="147828" y="603504"/>
                </a:lnTo>
                <a:lnTo>
                  <a:pt x="147828" y="561911"/>
                </a:lnTo>
                <a:lnTo>
                  <a:pt x="120840" y="530618"/>
                </a:lnTo>
                <a:lnTo>
                  <a:pt x="80772" y="519684"/>
                </a:lnTo>
                <a:lnTo>
                  <a:pt x="69621" y="520280"/>
                </a:lnTo>
                <a:lnTo>
                  <a:pt x="31305" y="536384"/>
                </a:lnTo>
                <a:lnTo>
                  <a:pt x="9144" y="579882"/>
                </a:lnTo>
                <a:lnTo>
                  <a:pt x="7620" y="670560"/>
                </a:lnTo>
                <a:lnTo>
                  <a:pt x="10668" y="670560"/>
                </a:lnTo>
                <a:lnTo>
                  <a:pt x="10668" y="659892"/>
                </a:lnTo>
                <a:lnTo>
                  <a:pt x="12192" y="655320"/>
                </a:lnTo>
                <a:lnTo>
                  <a:pt x="15240" y="652272"/>
                </a:lnTo>
                <a:lnTo>
                  <a:pt x="18288" y="650748"/>
                </a:lnTo>
                <a:lnTo>
                  <a:pt x="22860" y="649224"/>
                </a:lnTo>
                <a:lnTo>
                  <a:pt x="137160" y="649224"/>
                </a:lnTo>
                <a:lnTo>
                  <a:pt x="143256" y="650748"/>
                </a:lnTo>
                <a:lnTo>
                  <a:pt x="149352" y="653796"/>
                </a:lnTo>
                <a:lnTo>
                  <a:pt x="152400" y="658368"/>
                </a:lnTo>
                <a:lnTo>
                  <a:pt x="152400" y="670560"/>
                </a:lnTo>
                <a:lnTo>
                  <a:pt x="155448" y="670560"/>
                </a:lnTo>
                <a:lnTo>
                  <a:pt x="155448" y="649224"/>
                </a:lnTo>
                <a:lnTo>
                  <a:pt x="155448" y="627888"/>
                </a:lnTo>
                <a:lnTo>
                  <a:pt x="155448" y="603504"/>
                </a:lnTo>
                <a:close/>
              </a:path>
              <a:path extrusionOk="0" h="670560" w="203200">
                <a:moveTo>
                  <a:pt x="155448" y="160020"/>
                </a:moveTo>
                <a:lnTo>
                  <a:pt x="152400" y="160020"/>
                </a:lnTo>
                <a:lnTo>
                  <a:pt x="152400" y="164592"/>
                </a:lnTo>
                <a:lnTo>
                  <a:pt x="150876" y="167640"/>
                </a:lnTo>
                <a:lnTo>
                  <a:pt x="150876" y="169164"/>
                </a:lnTo>
                <a:lnTo>
                  <a:pt x="149352" y="172212"/>
                </a:lnTo>
                <a:lnTo>
                  <a:pt x="147828" y="172212"/>
                </a:lnTo>
                <a:lnTo>
                  <a:pt x="144780" y="173736"/>
                </a:lnTo>
                <a:lnTo>
                  <a:pt x="143256" y="175260"/>
                </a:lnTo>
                <a:lnTo>
                  <a:pt x="51816" y="175260"/>
                </a:lnTo>
                <a:lnTo>
                  <a:pt x="51816" y="179832"/>
                </a:lnTo>
                <a:lnTo>
                  <a:pt x="64008" y="208788"/>
                </a:lnTo>
                <a:lnTo>
                  <a:pt x="67056" y="207264"/>
                </a:lnTo>
                <a:lnTo>
                  <a:pt x="65532" y="204216"/>
                </a:lnTo>
                <a:lnTo>
                  <a:pt x="65532" y="198120"/>
                </a:lnTo>
                <a:lnTo>
                  <a:pt x="67056" y="196596"/>
                </a:lnTo>
                <a:lnTo>
                  <a:pt x="67056" y="195072"/>
                </a:lnTo>
                <a:lnTo>
                  <a:pt x="71628" y="195072"/>
                </a:lnTo>
                <a:lnTo>
                  <a:pt x="74676" y="193548"/>
                </a:lnTo>
                <a:lnTo>
                  <a:pt x="143256" y="193548"/>
                </a:lnTo>
                <a:lnTo>
                  <a:pt x="144780" y="195072"/>
                </a:lnTo>
                <a:lnTo>
                  <a:pt x="147828" y="196596"/>
                </a:lnTo>
                <a:lnTo>
                  <a:pt x="149352" y="196596"/>
                </a:lnTo>
                <a:lnTo>
                  <a:pt x="150876" y="199644"/>
                </a:lnTo>
                <a:lnTo>
                  <a:pt x="150876" y="201168"/>
                </a:lnTo>
                <a:lnTo>
                  <a:pt x="152400" y="204216"/>
                </a:lnTo>
                <a:lnTo>
                  <a:pt x="152400" y="208788"/>
                </a:lnTo>
                <a:lnTo>
                  <a:pt x="155448" y="208788"/>
                </a:lnTo>
                <a:lnTo>
                  <a:pt x="155448" y="193548"/>
                </a:lnTo>
                <a:lnTo>
                  <a:pt x="155448" y="160020"/>
                </a:lnTo>
                <a:close/>
              </a:path>
              <a:path extrusionOk="0" h="670560" w="203200">
                <a:moveTo>
                  <a:pt x="158483" y="359664"/>
                </a:moveTo>
                <a:lnTo>
                  <a:pt x="155435" y="352044"/>
                </a:lnTo>
                <a:lnTo>
                  <a:pt x="149339" y="345948"/>
                </a:lnTo>
                <a:lnTo>
                  <a:pt x="144767" y="338328"/>
                </a:lnTo>
                <a:lnTo>
                  <a:pt x="137147" y="335280"/>
                </a:lnTo>
                <a:lnTo>
                  <a:pt x="128003" y="335280"/>
                </a:lnTo>
                <a:lnTo>
                  <a:pt x="91427" y="373380"/>
                </a:lnTo>
                <a:lnTo>
                  <a:pt x="88379" y="379476"/>
                </a:lnTo>
                <a:lnTo>
                  <a:pt x="85331" y="384048"/>
                </a:lnTo>
                <a:lnTo>
                  <a:pt x="82283" y="387096"/>
                </a:lnTo>
                <a:lnTo>
                  <a:pt x="76187" y="390144"/>
                </a:lnTo>
                <a:lnTo>
                  <a:pt x="68567" y="390144"/>
                </a:lnTo>
                <a:lnTo>
                  <a:pt x="65519" y="388620"/>
                </a:lnTo>
                <a:lnTo>
                  <a:pt x="62471" y="385572"/>
                </a:lnTo>
                <a:lnTo>
                  <a:pt x="60947" y="382524"/>
                </a:lnTo>
                <a:lnTo>
                  <a:pt x="59423" y="377952"/>
                </a:lnTo>
                <a:lnTo>
                  <a:pt x="59423" y="365760"/>
                </a:lnTo>
                <a:lnTo>
                  <a:pt x="85331" y="345948"/>
                </a:lnTo>
                <a:lnTo>
                  <a:pt x="85331" y="342900"/>
                </a:lnTo>
                <a:lnTo>
                  <a:pt x="51803" y="342900"/>
                </a:lnTo>
                <a:lnTo>
                  <a:pt x="51803" y="345948"/>
                </a:lnTo>
                <a:lnTo>
                  <a:pt x="53327" y="345948"/>
                </a:lnTo>
                <a:lnTo>
                  <a:pt x="56375" y="348996"/>
                </a:lnTo>
                <a:lnTo>
                  <a:pt x="56375" y="352044"/>
                </a:lnTo>
                <a:lnTo>
                  <a:pt x="54851" y="355092"/>
                </a:lnTo>
                <a:lnTo>
                  <a:pt x="54851" y="358140"/>
                </a:lnTo>
                <a:lnTo>
                  <a:pt x="51803" y="364236"/>
                </a:lnTo>
                <a:lnTo>
                  <a:pt x="51803" y="382524"/>
                </a:lnTo>
                <a:lnTo>
                  <a:pt x="54851" y="388620"/>
                </a:lnTo>
                <a:lnTo>
                  <a:pt x="59423" y="394716"/>
                </a:lnTo>
                <a:lnTo>
                  <a:pt x="65519" y="400812"/>
                </a:lnTo>
                <a:lnTo>
                  <a:pt x="71615" y="403860"/>
                </a:lnTo>
                <a:lnTo>
                  <a:pt x="86855" y="403860"/>
                </a:lnTo>
                <a:lnTo>
                  <a:pt x="91427" y="402336"/>
                </a:lnTo>
                <a:lnTo>
                  <a:pt x="95999" y="397764"/>
                </a:lnTo>
                <a:lnTo>
                  <a:pt x="100571" y="394716"/>
                </a:lnTo>
                <a:lnTo>
                  <a:pt x="104000" y="390144"/>
                </a:lnTo>
                <a:lnTo>
                  <a:pt x="105143" y="388620"/>
                </a:lnTo>
                <a:lnTo>
                  <a:pt x="114287" y="367284"/>
                </a:lnTo>
                <a:lnTo>
                  <a:pt x="118859" y="359664"/>
                </a:lnTo>
                <a:lnTo>
                  <a:pt x="121907" y="356616"/>
                </a:lnTo>
                <a:lnTo>
                  <a:pt x="126479" y="353568"/>
                </a:lnTo>
                <a:lnTo>
                  <a:pt x="129527" y="352044"/>
                </a:lnTo>
                <a:lnTo>
                  <a:pt x="138671" y="352044"/>
                </a:lnTo>
                <a:lnTo>
                  <a:pt x="143243" y="353568"/>
                </a:lnTo>
                <a:lnTo>
                  <a:pt x="149339" y="359664"/>
                </a:lnTo>
                <a:lnTo>
                  <a:pt x="150863" y="364236"/>
                </a:lnTo>
                <a:lnTo>
                  <a:pt x="150863" y="376428"/>
                </a:lnTo>
                <a:lnTo>
                  <a:pt x="147815" y="382524"/>
                </a:lnTo>
                <a:lnTo>
                  <a:pt x="143243" y="388620"/>
                </a:lnTo>
                <a:lnTo>
                  <a:pt x="140195" y="394716"/>
                </a:lnTo>
                <a:lnTo>
                  <a:pt x="124955" y="400812"/>
                </a:lnTo>
                <a:lnTo>
                  <a:pt x="124955" y="403860"/>
                </a:lnTo>
                <a:lnTo>
                  <a:pt x="158483" y="403860"/>
                </a:lnTo>
                <a:lnTo>
                  <a:pt x="158483" y="400812"/>
                </a:lnTo>
                <a:lnTo>
                  <a:pt x="155435" y="399288"/>
                </a:lnTo>
                <a:lnTo>
                  <a:pt x="153911" y="397764"/>
                </a:lnTo>
                <a:lnTo>
                  <a:pt x="153911" y="390144"/>
                </a:lnTo>
                <a:lnTo>
                  <a:pt x="156959" y="382524"/>
                </a:lnTo>
                <a:lnTo>
                  <a:pt x="158483" y="374904"/>
                </a:lnTo>
                <a:lnTo>
                  <a:pt x="158483" y="359664"/>
                </a:lnTo>
                <a:close/>
              </a:path>
              <a:path extrusionOk="0" h="670560" w="203200">
                <a:moveTo>
                  <a:pt x="158483" y="112776"/>
                </a:moveTo>
                <a:lnTo>
                  <a:pt x="156959" y="108204"/>
                </a:lnTo>
                <a:lnTo>
                  <a:pt x="152387" y="102108"/>
                </a:lnTo>
                <a:lnTo>
                  <a:pt x="149339" y="97536"/>
                </a:lnTo>
                <a:lnTo>
                  <a:pt x="137147" y="91440"/>
                </a:lnTo>
                <a:lnTo>
                  <a:pt x="137147" y="96012"/>
                </a:lnTo>
                <a:lnTo>
                  <a:pt x="138671" y="97536"/>
                </a:lnTo>
                <a:lnTo>
                  <a:pt x="141719" y="99060"/>
                </a:lnTo>
                <a:lnTo>
                  <a:pt x="141719" y="102108"/>
                </a:lnTo>
                <a:lnTo>
                  <a:pt x="143243" y="103632"/>
                </a:lnTo>
                <a:lnTo>
                  <a:pt x="144767" y="106680"/>
                </a:lnTo>
                <a:lnTo>
                  <a:pt x="144767" y="111252"/>
                </a:lnTo>
                <a:lnTo>
                  <a:pt x="143243" y="114300"/>
                </a:lnTo>
                <a:lnTo>
                  <a:pt x="140195" y="115824"/>
                </a:lnTo>
                <a:lnTo>
                  <a:pt x="138671" y="117348"/>
                </a:lnTo>
                <a:lnTo>
                  <a:pt x="134099" y="118872"/>
                </a:lnTo>
                <a:lnTo>
                  <a:pt x="62471" y="118872"/>
                </a:lnTo>
                <a:lnTo>
                  <a:pt x="62471" y="96012"/>
                </a:lnTo>
                <a:lnTo>
                  <a:pt x="54851" y="96012"/>
                </a:lnTo>
                <a:lnTo>
                  <a:pt x="54851" y="118872"/>
                </a:lnTo>
                <a:lnTo>
                  <a:pt x="21323" y="118872"/>
                </a:lnTo>
                <a:lnTo>
                  <a:pt x="21323" y="121920"/>
                </a:lnTo>
                <a:lnTo>
                  <a:pt x="28943" y="124968"/>
                </a:lnTo>
                <a:lnTo>
                  <a:pt x="33515" y="128016"/>
                </a:lnTo>
                <a:lnTo>
                  <a:pt x="36563" y="129540"/>
                </a:lnTo>
                <a:lnTo>
                  <a:pt x="41135" y="132588"/>
                </a:lnTo>
                <a:lnTo>
                  <a:pt x="53327" y="144780"/>
                </a:lnTo>
                <a:lnTo>
                  <a:pt x="56375" y="149352"/>
                </a:lnTo>
                <a:lnTo>
                  <a:pt x="57899" y="153924"/>
                </a:lnTo>
                <a:lnTo>
                  <a:pt x="62471" y="153924"/>
                </a:lnTo>
                <a:lnTo>
                  <a:pt x="62471" y="137160"/>
                </a:lnTo>
                <a:lnTo>
                  <a:pt x="143243" y="137160"/>
                </a:lnTo>
                <a:lnTo>
                  <a:pt x="146291" y="135636"/>
                </a:lnTo>
                <a:lnTo>
                  <a:pt x="150863" y="132588"/>
                </a:lnTo>
                <a:lnTo>
                  <a:pt x="153911" y="131064"/>
                </a:lnTo>
                <a:lnTo>
                  <a:pt x="156959" y="124968"/>
                </a:lnTo>
                <a:lnTo>
                  <a:pt x="158483" y="120396"/>
                </a:lnTo>
                <a:lnTo>
                  <a:pt x="158483" y="112776"/>
                </a:lnTo>
                <a:close/>
              </a:path>
              <a:path extrusionOk="0" h="670560" w="203200">
                <a:moveTo>
                  <a:pt x="158496" y="463296"/>
                </a:moveTo>
                <a:lnTo>
                  <a:pt x="158407" y="462495"/>
                </a:lnTo>
                <a:lnTo>
                  <a:pt x="157657" y="455587"/>
                </a:lnTo>
                <a:lnTo>
                  <a:pt x="155257" y="448437"/>
                </a:lnTo>
                <a:lnTo>
                  <a:pt x="118872" y="422148"/>
                </a:lnTo>
                <a:lnTo>
                  <a:pt x="117348" y="425196"/>
                </a:lnTo>
                <a:lnTo>
                  <a:pt x="126492" y="429768"/>
                </a:lnTo>
                <a:lnTo>
                  <a:pt x="131064" y="432816"/>
                </a:lnTo>
                <a:lnTo>
                  <a:pt x="135636" y="437388"/>
                </a:lnTo>
                <a:lnTo>
                  <a:pt x="138684" y="443484"/>
                </a:lnTo>
                <a:lnTo>
                  <a:pt x="140208" y="448056"/>
                </a:lnTo>
                <a:lnTo>
                  <a:pt x="140208" y="455587"/>
                </a:lnTo>
                <a:lnTo>
                  <a:pt x="112966" y="488823"/>
                </a:lnTo>
                <a:lnTo>
                  <a:pt x="104432" y="490728"/>
                </a:lnTo>
                <a:lnTo>
                  <a:pt x="94488" y="490728"/>
                </a:lnTo>
                <a:lnTo>
                  <a:pt x="94488" y="445008"/>
                </a:lnTo>
                <a:lnTo>
                  <a:pt x="94488" y="422148"/>
                </a:lnTo>
                <a:lnTo>
                  <a:pt x="86868" y="422795"/>
                </a:lnTo>
                <a:lnTo>
                  <a:pt x="86868" y="445008"/>
                </a:lnTo>
                <a:lnTo>
                  <a:pt x="86868" y="490728"/>
                </a:lnTo>
                <a:lnTo>
                  <a:pt x="77724" y="490728"/>
                </a:lnTo>
                <a:lnTo>
                  <a:pt x="71628" y="487680"/>
                </a:lnTo>
                <a:lnTo>
                  <a:pt x="65532" y="483108"/>
                </a:lnTo>
                <a:lnTo>
                  <a:pt x="60960" y="478536"/>
                </a:lnTo>
                <a:lnTo>
                  <a:pt x="59436" y="472440"/>
                </a:lnTo>
                <a:lnTo>
                  <a:pt x="59436" y="463296"/>
                </a:lnTo>
                <a:lnTo>
                  <a:pt x="60960" y="460248"/>
                </a:lnTo>
                <a:lnTo>
                  <a:pt x="62572" y="455587"/>
                </a:lnTo>
                <a:lnTo>
                  <a:pt x="68580" y="449580"/>
                </a:lnTo>
                <a:lnTo>
                  <a:pt x="73152" y="448056"/>
                </a:lnTo>
                <a:lnTo>
                  <a:pt x="74676" y="446532"/>
                </a:lnTo>
                <a:lnTo>
                  <a:pt x="79248" y="446532"/>
                </a:lnTo>
                <a:lnTo>
                  <a:pt x="86868" y="445008"/>
                </a:lnTo>
                <a:lnTo>
                  <a:pt x="86868" y="422795"/>
                </a:lnTo>
                <a:lnTo>
                  <a:pt x="84772" y="422960"/>
                </a:lnTo>
                <a:lnTo>
                  <a:pt x="52400" y="452539"/>
                </a:lnTo>
                <a:lnTo>
                  <a:pt x="51816" y="460248"/>
                </a:lnTo>
                <a:lnTo>
                  <a:pt x="52666" y="469988"/>
                </a:lnTo>
                <a:lnTo>
                  <a:pt x="82677" y="503301"/>
                </a:lnTo>
                <a:lnTo>
                  <a:pt x="106680" y="505968"/>
                </a:lnTo>
                <a:lnTo>
                  <a:pt x="117538" y="505358"/>
                </a:lnTo>
                <a:lnTo>
                  <a:pt x="127254" y="503301"/>
                </a:lnTo>
                <a:lnTo>
                  <a:pt x="135826" y="499541"/>
                </a:lnTo>
                <a:lnTo>
                  <a:pt x="143256" y="493776"/>
                </a:lnTo>
                <a:lnTo>
                  <a:pt x="146596" y="490728"/>
                </a:lnTo>
                <a:lnTo>
                  <a:pt x="150126" y="487514"/>
                </a:lnTo>
                <a:lnTo>
                  <a:pt x="154876" y="480250"/>
                </a:lnTo>
                <a:lnTo>
                  <a:pt x="154940" y="480060"/>
                </a:lnTo>
                <a:lnTo>
                  <a:pt x="157607" y="472135"/>
                </a:lnTo>
                <a:lnTo>
                  <a:pt x="158496" y="463296"/>
                </a:lnTo>
                <a:close/>
              </a:path>
              <a:path extrusionOk="0" h="670560" w="203200">
                <a:moveTo>
                  <a:pt x="158496" y="41148"/>
                </a:moveTo>
                <a:lnTo>
                  <a:pt x="133731" y="4572"/>
                </a:lnTo>
                <a:lnTo>
                  <a:pt x="118872" y="0"/>
                </a:lnTo>
                <a:lnTo>
                  <a:pt x="117348" y="3048"/>
                </a:lnTo>
                <a:lnTo>
                  <a:pt x="126492" y="6096"/>
                </a:lnTo>
                <a:lnTo>
                  <a:pt x="135636" y="15240"/>
                </a:lnTo>
                <a:lnTo>
                  <a:pt x="138620" y="19723"/>
                </a:lnTo>
                <a:lnTo>
                  <a:pt x="139534" y="23241"/>
                </a:lnTo>
                <a:lnTo>
                  <a:pt x="140208" y="25908"/>
                </a:lnTo>
                <a:lnTo>
                  <a:pt x="140208" y="32004"/>
                </a:lnTo>
                <a:lnTo>
                  <a:pt x="112966" y="66103"/>
                </a:lnTo>
                <a:lnTo>
                  <a:pt x="94488" y="68580"/>
                </a:lnTo>
                <a:lnTo>
                  <a:pt x="94488" y="22860"/>
                </a:lnTo>
                <a:lnTo>
                  <a:pt x="94488" y="0"/>
                </a:lnTo>
                <a:lnTo>
                  <a:pt x="86868" y="647"/>
                </a:lnTo>
                <a:lnTo>
                  <a:pt x="86868" y="22860"/>
                </a:lnTo>
                <a:lnTo>
                  <a:pt x="86868" y="68580"/>
                </a:lnTo>
                <a:lnTo>
                  <a:pt x="77724" y="68580"/>
                </a:lnTo>
                <a:lnTo>
                  <a:pt x="71628" y="65532"/>
                </a:lnTo>
                <a:lnTo>
                  <a:pt x="65532" y="60960"/>
                </a:lnTo>
                <a:lnTo>
                  <a:pt x="60960" y="56388"/>
                </a:lnTo>
                <a:lnTo>
                  <a:pt x="59436" y="50292"/>
                </a:lnTo>
                <a:lnTo>
                  <a:pt x="59436" y="41148"/>
                </a:lnTo>
                <a:lnTo>
                  <a:pt x="60960" y="36576"/>
                </a:lnTo>
                <a:lnTo>
                  <a:pt x="62572" y="33439"/>
                </a:lnTo>
                <a:lnTo>
                  <a:pt x="68580" y="27432"/>
                </a:lnTo>
                <a:lnTo>
                  <a:pt x="73152" y="25908"/>
                </a:lnTo>
                <a:lnTo>
                  <a:pt x="74676" y="24384"/>
                </a:lnTo>
                <a:lnTo>
                  <a:pt x="79248" y="22860"/>
                </a:lnTo>
                <a:lnTo>
                  <a:pt x="86868" y="22860"/>
                </a:lnTo>
                <a:lnTo>
                  <a:pt x="86868" y="647"/>
                </a:lnTo>
                <a:lnTo>
                  <a:pt x="54292" y="23241"/>
                </a:lnTo>
                <a:lnTo>
                  <a:pt x="52285" y="32004"/>
                </a:lnTo>
                <a:lnTo>
                  <a:pt x="52171" y="33439"/>
                </a:lnTo>
                <a:lnTo>
                  <a:pt x="51930" y="36576"/>
                </a:lnTo>
                <a:lnTo>
                  <a:pt x="51930" y="39484"/>
                </a:lnTo>
                <a:lnTo>
                  <a:pt x="73240" y="76758"/>
                </a:lnTo>
                <a:lnTo>
                  <a:pt x="106680" y="83820"/>
                </a:lnTo>
                <a:lnTo>
                  <a:pt x="117538" y="82994"/>
                </a:lnTo>
                <a:lnTo>
                  <a:pt x="127254" y="80581"/>
                </a:lnTo>
                <a:lnTo>
                  <a:pt x="135826" y="76758"/>
                </a:lnTo>
                <a:lnTo>
                  <a:pt x="143256" y="71628"/>
                </a:lnTo>
                <a:lnTo>
                  <a:pt x="146291" y="68580"/>
                </a:lnTo>
                <a:lnTo>
                  <a:pt x="150126" y="64731"/>
                </a:lnTo>
                <a:lnTo>
                  <a:pt x="154876" y="57531"/>
                </a:lnTo>
                <a:lnTo>
                  <a:pt x="157607" y="49771"/>
                </a:lnTo>
                <a:lnTo>
                  <a:pt x="158496" y="41148"/>
                </a:lnTo>
                <a:close/>
              </a:path>
              <a:path extrusionOk="0" h="670560" w="203200">
                <a:moveTo>
                  <a:pt x="202692" y="277368"/>
                </a:moveTo>
                <a:lnTo>
                  <a:pt x="199644" y="277368"/>
                </a:lnTo>
                <a:lnTo>
                  <a:pt x="199644" y="281940"/>
                </a:lnTo>
                <a:lnTo>
                  <a:pt x="198120" y="284988"/>
                </a:lnTo>
                <a:lnTo>
                  <a:pt x="198120" y="288036"/>
                </a:lnTo>
                <a:lnTo>
                  <a:pt x="195072" y="291084"/>
                </a:lnTo>
                <a:lnTo>
                  <a:pt x="193548" y="291084"/>
                </a:lnTo>
                <a:lnTo>
                  <a:pt x="190500" y="292608"/>
                </a:lnTo>
                <a:lnTo>
                  <a:pt x="147828" y="292608"/>
                </a:lnTo>
                <a:lnTo>
                  <a:pt x="152400" y="289560"/>
                </a:lnTo>
                <a:lnTo>
                  <a:pt x="153924" y="284988"/>
                </a:lnTo>
                <a:lnTo>
                  <a:pt x="155448" y="283464"/>
                </a:lnTo>
                <a:lnTo>
                  <a:pt x="158496" y="274320"/>
                </a:lnTo>
                <a:lnTo>
                  <a:pt x="158496" y="268224"/>
                </a:lnTo>
                <a:lnTo>
                  <a:pt x="157632" y="259638"/>
                </a:lnTo>
                <a:lnTo>
                  <a:pt x="155067" y="252031"/>
                </a:lnTo>
                <a:lnTo>
                  <a:pt x="150876" y="245465"/>
                </a:lnTo>
                <a:lnTo>
                  <a:pt x="150876" y="262128"/>
                </a:lnTo>
                <a:lnTo>
                  <a:pt x="150876" y="274320"/>
                </a:lnTo>
                <a:lnTo>
                  <a:pt x="149352" y="280416"/>
                </a:lnTo>
                <a:lnTo>
                  <a:pt x="138684" y="291084"/>
                </a:lnTo>
                <a:lnTo>
                  <a:pt x="134112" y="291084"/>
                </a:lnTo>
                <a:lnTo>
                  <a:pt x="132588" y="292608"/>
                </a:lnTo>
                <a:lnTo>
                  <a:pt x="80772" y="292608"/>
                </a:lnTo>
                <a:lnTo>
                  <a:pt x="70104" y="281940"/>
                </a:lnTo>
                <a:lnTo>
                  <a:pt x="67056" y="275844"/>
                </a:lnTo>
                <a:lnTo>
                  <a:pt x="67056" y="262128"/>
                </a:lnTo>
                <a:lnTo>
                  <a:pt x="99860" y="242887"/>
                </a:lnTo>
                <a:lnTo>
                  <a:pt x="100203" y="242887"/>
                </a:lnTo>
                <a:lnTo>
                  <a:pt x="111252" y="242316"/>
                </a:lnTo>
                <a:lnTo>
                  <a:pt x="147828" y="256032"/>
                </a:lnTo>
                <a:lnTo>
                  <a:pt x="150876" y="262128"/>
                </a:lnTo>
                <a:lnTo>
                  <a:pt x="150876" y="245465"/>
                </a:lnTo>
                <a:lnTo>
                  <a:pt x="113284" y="224866"/>
                </a:lnTo>
                <a:lnTo>
                  <a:pt x="112788" y="224866"/>
                </a:lnTo>
                <a:lnTo>
                  <a:pt x="100584" y="224028"/>
                </a:lnTo>
                <a:lnTo>
                  <a:pt x="62484" y="236220"/>
                </a:lnTo>
                <a:lnTo>
                  <a:pt x="51816" y="266700"/>
                </a:lnTo>
                <a:lnTo>
                  <a:pt x="53340" y="271272"/>
                </a:lnTo>
                <a:lnTo>
                  <a:pt x="56388" y="277368"/>
                </a:lnTo>
                <a:lnTo>
                  <a:pt x="59436" y="281940"/>
                </a:lnTo>
                <a:lnTo>
                  <a:pt x="65532" y="288036"/>
                </a:lnTo>
                <a:lnTo>
                  <a:pt x="74676" y="292608"/>
                </a:lnTo>
                <a:lnTo>
                  <a:pt x="51816" y="292608"/>
                </a:lnTo>
                <a:lnTo>
                  <a:pt x="51816" y="295656"/>
                </a:lnTo>
                <a:lnTo>
                  <a:pt x="64008" y="326136"/>
                </a:lnTo>
                <a:lnTo>
                  <a:pt x="67056" y="324612"/>
                </a:lnTo>
                <a:lnTo>
                  <a:pt x="65532" y="323088"/>
                </a:lnTo>
                <a:lnTo>
                  <a:pt x="65532" y="315468"/>
                </a:lnTo>
                <a:lnTo>
                  <a:pt x="67056" y="313944"/>
                </a:lnTo>
                <a:lnTo>
                  <a:pt x="67056" y="312420"/>
                </a:lnTo>
                <a:lnTo>
                  <a:pt x="68580" y="312420"/>
                </a:lnTo>
                <a:lnTo>
                  <a:pt x="70104" y="310896"/>
                </a:lnTo>
                <a:lnTo>
                  <a:pt x="190500" y="310896"/>
                </a:lnTo>
                <a:lnTo>
                  <a:pt x="193548" y="312420"/>
                </a:lnTo>
                <a:lnTo>
                  <a:pt x="195072" y="312420"/>
                </a:lnTo>
                <a:lnTo>
                  <a:pt x="196596" y="313944"/>
                </a:lnTo>
                <a:lnTo>
                  <a:pt x="196596" y="315468"/>
                </a:lnTo>
                <a:lnTo>
                  <a:pt x="199644" y="321564"/>
                </a:lnTo>
                <a:lnTo>
                  <a:pt x="199644" y="329184"/>
                </a:lnTo>
                <a:lnTo>
                  <a:pt x="202692" y="329184"/>
                </a:lnTo>
                <a:lnTo>
                  <a:pt x="202692" y="310896"/>
                </a:lnTo>
                <a:lnTo>
                  <a:pt x="202692" y="2773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19" name="Google Shape;2119;p34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194560" y="6582155"/>
            <a:ext cx="158495" cy="196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2120" name="Google Shape;2120;p34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2194560" y="5490972"/>
            <a:ext cx="192024" cy="9890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121" name="Google Shape;2121;p34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194560" y="5128260"/>
            <a:ext cx="158496" cy="2636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22" name="Google Shape;2122;p34"/>
          <p:cNvGrpSpPr/>
          <p:nvPr/>
        </p:nvGrpSpPr>
        <p:grpSpPr>
          <a:xfrm>
            <a:off x="2199131" y="4597908"/>
            <a:ext cx="152400" cy="420623"/>
            <a:chOff x="2199131" y="4597908"/>
            <a:chExt cx="152400" cy="420623"/>
          </a:xfrm>
        </p:grpSpPr>
        <p:pic>
          <p:nvPicPr>
            <p:cNvPr id="2123" name="Google Shape;2123;p34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199131" y="4931663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24" name="Google Shape;2124;p34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199131" y="4706112"/>
              <a:ext cx="152400" cy="2042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25" name="Google Shape;2125;p34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199131" y="4597908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126" name="Google Shape;2126;p34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2246375" y="4160520"/>
            <a:ext cx="106680" cy="33832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27" name="Google Shape;2127;p34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2194560" y="3803903"/>
            <a:ext cx="158496" cy="262128"/>
          </a:xfrm>
          <a:prstGeom prst="rect">
            <a:avLst/>
          </a:prstGeom>
          <a:noFill/>
          <a:ln>
            <a:noFill/>
          </a:ln>
        </p:spPr>
      </p:pic>
      <p:pic>
        <p:nvPicPr>
          <p:cNvPr id="2128" name="Google Shape;2128;p34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2194560" y="3349752"/>
            <a:ext cx="158495" cy="348996"/>
          </a:xfrm>
          <a:prstGeom prst="rect">
            <a:avLst/>
          </a:prstGeom>
          <a:noFill/>
          <a:ln>
            <a:noFill/>
          </a:ln>
        </p:spPr>
      </p:pic>
      <p:pic>
        <p:nvPicPr>
          <p:cNvPr id="2129" name="Google Shape;2129;p34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2194560" y="1889759"/>
            <a:ext cx="202692" cy="1370076"/>
          </a:xfrm>
          <a:prstGeom prst="rect">
            <a:avLst/>
          </a:prstGeom>
          <a:noFill/>
          <a:ln>
            <a:noFill/>
          </a:ln>
        </p:spPr>
      </p:pic>
      <p:sp>
        <p:nvSpPr>
          <p:cNvPr id="2130" name="Google Shape;2130;p34"/>
          <p:cNvSpPr/>
          <p:nvPr/>
        </p:nvSpPr>
        <p:spPr>
          <a:xfrm>
            <a:off x="2461247" y="6114288"/>
            <a:ext cx="203200" cy="664845"/>
          </a:xfrm>
          <a:custGeom>
            <a:rect b="b" l="l" r="r" t="t"/>
            <a:pathLst>
              <a:path extrusionOk="0" h="664845" w="203200">
                <a:moveTo>
                  <a:pt x="155448" y="94488"/>
                </a:moveTo>
                <a:lnTo>
                  <a:pt x="152400" y="94488"/>
                </a:lnTo>
                <a:lnTo>
                  <a:pt x="152400" y="102108"/>
                </a:lnTo>
                <a:lnTo>
                  <a:pt x="150876" y="105156"/>
                </a:lnTo>
                <a:lnTo>
                  <a:pt x="147828" y="108204"/>
                </a:lnTo>
                <a:lnTo>
                  <a:pt x="146304" y="108204"/>
                </a:lnTo>
                <a:lnTo>
                  <a:pt x="143256" y="109728"/>
                </a:lnTo>
                <a:lnTo>
                  <a:pt x="0" y="109728"/>
                </a:lnTo>
                <a:lnTo>
                  <a:pt x="0" y="114300"/>
                </a:lnTo>
                <a:lnTo>
                  <a:pt x="12192" y="143256"/>
                </a:lnTo>
                <a:lnTo>
                  <a:pt x="15240" y="141732"/>
                </a:lnTo>
                <a:lnTo>
                  <a:pt x="13716" y="138684"/>
                </a:lnTo>
                <a:lnTo>
                  <a:pt x="13716" y="132588"/>
                </a:lnTo>
                <a:lnTo>
                  <a:pt x="15240" y="131064"/>
                </a:lnTo>
                <a:lnTo>
                  <a:pt x="15240" y="129540"/>
                </a:lnTo>
                <a:lnTo>
                  <a:pt x="19812" y="129540"/>
                </a:lnTo>
                <a:lnTo>
                  <a:pt x="22860" y="128016"/>
                </a:lnTo>
                <a:lnTo>
                  <a:pt x="143256" y="128016"/>
                </a:lnTo>
                <a:lnTo>
                  <a:pt x="146304" y="129540"/>
                </a:lnTo>
                <a:lnTo>
                  <a:pt x="152400" y="135636"/>
                </a:lnTo>
                <a:lnTo>
                  <a:pt x="152400" y="143256"/>
                </a:lnTo>
                <a:lnTo>
                  <a:pt x="155448" y="143256"/>
                </a:lnTo>
                <a:lnTo>
                  <a:pt x="155448" y="94488"/>
                </a:lnTo>
                <a:close/>
              </a:path>
              <a:path extrusionOk="0" h="664845" w="203200">
                <a:moveTo>
                  <a:pt x="158496" y="621792"/>
                </a:moveTo>
                <a:lnTo>
                  <a:pt x="135445" y="585978"/>
                </a:lnTo>
                <a:lnTo>
                  <a:pt x="117348" y="580644"/>
                </a:lnTo>
                <a:lnTo>
                  <a:pt x="115824" y="583692"/>
                </a:lnTo>
                <a:lnTo>
                  <a:pt x="124968" y="586740"/>
                </a:lnTo>
                <a:lnTo>
                  <a:pt x="131064" y="589788"/>
                </a:lnTo>
                <a:lnTo>
                  <a:pt x="134112" y="594360"/>
                </a:lnTo>
                <a:lnTo>
                  <a:pt x="138684" y="600456"/>
                </a:lnTo>
                <a:lnTo>
                  <a:pt x="140208" y="606552"/>
                </a:lnTo>
                <a:lnTo>
                  <a:pt x="140208" y="612648"/>
                </a:lnTo>
                <a:lnTo>
                  <a:pt x="139357" y="620102"/>
                </a:lnTo>
                <a:lnTo>
                  <a:pt x="103352" y="645604"/>
                </a:lnTo>
                <a:lnTo>
                  <a:pt x="94488" y="646176"/>
                </a:lnTo>
                <a:lnTo>
                  <a:pt x="86779" y="645604"/>
                </a:lnTo>
                <a:lnTo>
                  <a:pt x="59436" y="627888"/>
                </a:lnTo>
                <a:lnTo>
                  <a:pt x="59436" y="615696"/>
                </a:lnTo>
                <a:lnTo>
                  <a:pt x="62484" y="609600"/>
                </a:lnTo>
                <a:lnTo>
                  <a:pt x="68580" y="606552"/>
                </a:lnTo>
                <a:lnTo>
                  <a:pt x="71628" y="606552"/>
                </a:lnTo>
                <a:lnTo>
                  <a:pt x="76200" y="605028"/>
                </a:lnTo>
                <a:lnTo>
                  <a:pt x="79248" y="605028"/>
                </a:lnTo>
                <a:lnTo>
                  <a:pt x="80772" y="601980"/>
                </a:lnTo>
                <a:lnTo>
                  <a:pt x="83820" y="600456"/>
                </a:lnTo>
                <a:lnTo>
                  <a:pt x="85344" y="598932"/>
                </a:lnTo>
                <a:lnTo>
                  <a:pt x="85344" y="591312"/>
                </a:lnTo>
                <a:lnTo>
                  <a:pt x="83820" y="588264"/>
                </a:lnTo>
                <a:lnTo>
                  <a:pt x="80772" y="585216"/>
                </a:lnTo>
                <a:lnTo>
                  <a:pt x="70104" y="585216"/>
                </a:lnTo>
                <a:lnTo>
                  <a:pt x="64008" y="588264"/>
                </a:lnTo>
                <a:lnTo>
                  <a:pt x="54864" y="600456"/>
                </a:lnTo>
                <a:lnTo>
                  <a:pt x="51816" y="608076"/>
                </a:lnTo>
                <a:lnTo>
                  <a:pt x="51816" y="617220"/>
                </a:lnTo>
                <a:lnTo>
                  <a:pt x="74726" y="656755"/>
                </a:lnTo>
                <a:lnTo>
                  <a:pt x="105156" y="664464"/>
                </a:lnTo>
                <a:lnTo>
                  <a:pt x="116903" y="663613"/>
                </a:lnTo>
                <a:lnTo>
                  <a:pt x="150139" y="644512"/>
                </a:lnTo>
                <a:lnTo>
                  <a:pt x="157619" y="629754"/>
                </a:lnTo>
                <a:lnTo>
                  <a:pt x="158496" y="621792"/>
                </a:lnTo>
                <a:close/>
              </a:path>
              <a:path extrusionOk="0" h="664845" w="203200">
                <a:moveTo>
                  <a:pt x="158496" y="495300"/>
                </a:moveTo>
                <a:lnTo>
                  <a:pt x="157378" y="489585"/>
                </a:lnTo>
                <a:lnTo>
                  <a:pt x="154114" y="483870"/>
                </a:lnTo>
                <a:lnTo>
                  <a:pt x="148856" y="478155"/>
                </a:lnTo>
                <a:lnTo>
                  <a:pt x="141732" y="472440"/>
                </a:lnTo>
                <a:lnTo>
                  <a:pt x="137160" y="472440"/>
                </a:lnTo>
                <a:lnTo>
                  <a:pt x="140208" y="477012"/>
                </a:lnTo>
                <a:lnTo>
                  <a:pt x="143256" y="480060"/>
                </a:lnTo>
                <a:lnTo>
                  <a:pt x="143256" y="481584"/>
                </a:lnTo>
                <a:lnTo>
                  <a:pt x="144780" y="481584"/>
                </a:lnTo>
                <a:lnTo>
                  <a:pt x="144780" y="486156"/>
                </a:lnTo>
                <a:lnTo>
                  <a:pt x="143256" y="486156"/>
                </a:lnTo>
                <a:lnTo>
                  <a:pt x="143256" y="487680"/>
                </a:lnTo>
                <a:lnTo>
                  <a:pt x="141732" y="487680"/>
                </a:lnTo>
                <a:lnTo>
                  <a:pt x="138684" y="489204"/>
                </a:lnTo>
                <a:lnTo>
                  <a:pt x="70104" y="489204"/>
                </a:lnTo>
                <a:lnTo>
                  <a:pt x="67056" y="490728"/>
                </a:lnTo>
                <a:lnTo>
                  <a:pt x="62484" y="492252"/>
                </a:lnTo>
                <a:lnTo>
                  <a:pt x="57912" y="496824"/>
                </a:lnTo>
                <a:lnTo>
                  <a:pt x="53340" y="505968"/>
                </a:lnTo>
                <a:lnTo>
                  <a:pt x="51816" y="513588"/>
                </a:lnTo>
                <a:lnTo>
                  <a:pt x="51930" y="524256"/>
                </a:lnTo>
                <a:lnTo>
                  <a:pt x="52044" y="525780"/>
                </a:lnTo>
                <a:lnTo>
                  <a:pt x="52362" y="530352"/>
                </a:lnTo>
                <a:lnTo>
                  <a:pt x="71628" y="559308"/>
                </a:lnTo>
                <a:lnTo>
                  <a:pt x="80772" y="559308"/>
                </a:lnTo>
                <a:lnTo>
                  <a:pt x="83820" y="557784"/>
                </a:lnTo>
                <a:lnTo>
                  <a:pt x="88392" y="553212"/>
                </a:lnTo>
                <a:lnTo>
                  <a:pt x="88392" y="547116"/>
                </a:lnTo>
                <a:lnTo>
                  <a:pt x="85344" y="544068"/>
                </a:lnTo>
                <a:lnTo>
                  <a:pt x="83820" y="541020"/>
                </a:lnTo>
                <a:lnTo>
                  <a:pt x="68580" y="541020"/>
                </a:lnTo>
                <a:lnTo>
                  <a:pt x="65532" y="539496"/>
                </a:lnTo>
                <a:lnTo>
                  <a:pt x="62484" y="536448"/>
                </a:lnTo>
                <a:lnTo>
                  <a:pt x="59436" y="530352"/>
                </a:lnTo>
                <a:lnTo>
                  <a:pt x="59436" y="519684"/>
                </a:lnTo>
                <a:lnTo>
                  <a:pt x="60960" y="515112"/>
                </a:lnTo>
                <a:lnTo>
                  <a:pt x="65532" y="512064"/>
                </a:lnTo>
                <a:lnTo>
                  <a:pt x="68580" y="509016"/>
                </a:lnTo>
                <a:lnTo>
                  <a:pt x="76200" y="507492"/>
                </a:lnTo>
                <a:lnTo>
                  <a:pt x="89916" y="507492"/>
                </a:lnTo>
                <a:lnTo>
                  <a:pt x="94449" y="519214"/>
                </a:lnTo>
                <a:lnTo>
                  <a:pt x="98679" y="529209"/>
                </a:lnTo>
                <a:lnTo>
                  <a:pt x="102349" y="537502"/>
                </a:lnTo>
                <a:lnTo>
                  <a:pt x="105156" y="544068"/>
                </a:lnTo>
                <a:lnTo>
                  <a:pt x="109728" y="551688"/>
                </a:lnTo>
                <a:lnTo>
                  <a:pt x="114300" y="557784"/>
                </a:lnTo>
                <a:lnTo>
                  <a:pt x="123444" y="562356"/>
                </a:lnTo>
                <a:lnTo>
                  <a:pt x="128016" y="563880"/>
                </a:lnTo>
                <a:lnTo>
                  <a:pt x="140208" y="563880"/>
                </a:lnTo>
                <a:lnTo>
                  <a:pt x="146304" y="560832"/>
                </a:lnTo>
                <a:lnTo>
                  <a:pt x="155448" y="551688"/>
                </a:lnTo>
                <a:lnTo>
                  <a:pt x="158496" y="547116"/>
                </a:lnTo>
                <a:lnTo>
                  <a:pt x="158496" y="545592"/>
                </a:lnTo>
                <a:lnTo>
                  <a:pt x="158496" y="534924"/>
                </a:lnTo>
                <a:lnTo>
                  <a:pt x="156972" y="530352"/>
                </a:lnTo>
                <a:lnTo>
                  <a:pt x="153924" y="524256"/>
                </a:lnTo>
                <a:lnTo>
                  <a:pt x="149352" y="518160"/>
                </a:lnTo>
                <a:lnTo>
                  <a:pt x="144780" y="512826"/>
                </a:lnTo>
                <a:lnTo>
                  <a:pt x="144780" y="524256"/>
                </a:lnTo>
                <a:lnTo>
                  <a:pt x="144780" y="533400"/>
                </a:lnTo>
                <a:lnTo>
                  <a:pt x="143256" y="537972"/>
                </a:lnTo>
                <a:lnTo>
                  <a:pt x="140208" y="541020"/>
                </a:lnTo>
                <a:lnTo>
                  <a:pt x="135636" y="544068"/>
                </a:lnTo>
                <a:lnTo>
                  <a:pt x="132588" y="545592"/>
                </a:lnTo>
                <a:lnTo>
                  <a:pt x="123444" y="545592"/>
                </a:lnTo>
                <a:lnTo>
                  <a:pt x="118872" y="544068"/>
                </a:lnTo>
                <a:lnTo>
                  <a:pt x="115824" y="541020"/>
                </a:lnTo>
                <a:lnTo>
                  <a:pt x="112776" y="539496"/>
                </a:lnTo>
                <a:lnTo>
                  <a:pt x="109728" y="534924"/>
                </a:lnTo>
                <a:lnTo>
                  <a:pt x="105156" y="525780"/>
                </a:lnTo>
                <a:lnTo>
                  <a:pt x="102108" y="518160"/>
                </a:lnTo>
                <a:lnTo>
                  <a:pt x="97536" y="507492"/>
                </a:lnTo>
                <a:lnTo>
                  <a:pt x="134112" y="507492"/>
                </a:lnTo>
                <a:lnTo>
                  <a:pt x="141732" y="516636"/>
                </a:lnTo>
                <a:lnTo>
                  <a:pt x="144780" y="524256"/>
                </a:lnTo>
                <a:lnTo>
                  <a:pt x="144780" y="512826"/>
                </a:lnTo>
                <a:lnTo>
                  <a:pt x="140208" y="507492"/>
                </a:lnTo>
                <a:lnTo>
                  <a:pt x="147828" y="507492"/>
                </a:lnTo>
                <a:lnTo>
                  <a:pt x="152400" y="505968"/>
                </a:lnTo>
                <a:lnTo>
                  <a:pt x="156972" y="501396"/>
                </a:lnTo>
                <a:lnTo>
                  <a:pt x="158496" y="498348"/>
                </a:lnTo>
                <a:lnTo>
                  <a:pt x="158496" y="495300"/>
                </a:lnTo>
                <a:close/>
              </a:path>
              <a:path extrusionOk="0" h="664845" w="203200">
                <a:moveTo>
                  <a:pt x="158496" y="286512"/>
                </a:moveTo>
                <a:lnTo>
                  <a:pt x="157378" y="280797"/>
                </a:lnTo>
                <a:lnTo>
                  <a:pt x="154114" y="275082"/>
                </a:lnTo>
                <a:lnTo>
                  <a:pt x="148856" y="269367"/>
                </a:lnTo>
                <a:lnTo>
                  <a:pt x="141732" y="263652"/>
                </a:lnTo>
                <a:lnTo>
                  <a:pt x="137160" y="263652"/>
                </a:lnTo>
                <a:lnTo>
                  <a:pt x="140208" y="268224"/>
                </a:lnTo>
                <a:lnTo>
                  <a:pt x="143256" y="269748"/>
                </a:lnTo>
                <a:lnTo>
                  <a:pt x="143256" y="271272"/>
                </a:lnTo>
                <a:lnTo>
                  <a:pt x="144780" y="272796"/>
                </a:lnTo>
                <a:lnTo>
                  <a:pt x="144780" y="277368"/>
                </a:lnTo>
                <a:lnTo>
                  <a:pt x="143256" y="277368"/>
                </a:lnTo>
                <a:lnTo>
                  <a:pt x="143256" y="278892"/>
                </a:lnTo>
                <a:lnTo>
                  <a:pt x="138684" y="278892"/>
                </a:lnTo>
                <a:lnTo>
                  <a:pt x="137160" y="280416"/>
                </a:lnTo>
                <a:lnTo>
                  <a:pt x="70104" y="280416"/>
                </a:lnTo>
                <a:lnTo>
                  <a:pt x="67056" y="281940"/>
                </a:lnTo>
                <a:lnTo>
                  <a:pt x="62484" y="283464"/>
                </a:lnTo>
                <a:lnTo>
                  <a:pt x="57912" y="286512"/>
                </a:lnTo>
                <a:lnTo>
                  <a:pt x="56388" y="291084"/>
                </a:lnTo>
                <a:lnTo>
                  <a:pt x="53340" y="297180"/>
                </a:lnTo>
                <a:lnTo>
                  <a:pt x="51816" y="304800"/>
                </a:lnTo>
                <a:lnTo>
                  <a:pt x="51930" y="315468"/>
                </a:lnTo>
                <a:lnTo>
                  <a:pt x="52044" y="316992"/>
                </a:lnTo>
                <a:lnTo>
                  <a:pt x="52362" y="321564"/>
                </a:lnTo>
                <a:lnTo>
                  <a:pt x="71628" y="350520"/>
                </a:lnTo>
                <a:lnTo>
                  <a:pt x="80772" y="350520"/>
                </a:lnTo>
                <a:lnTo>
                  <a:pt x="83820" y="348996"/>
                </a:lnTo>
                <a:lnTo>
                  <a:pt x="86868" y="345948"/>
                </a:lnTo>
                <a:lnTo>
                  <a:pt x="88392" y="342900"/>
                </a:lnTo>
                <a:lnTo>
                  <a:pt x="88392" y="338328"/>
                </a:lnTo>
                <a:lnTo>
                  <a:pt x="86868" y="335280"/>
                </a:lnTo>
                <a:lnTo>
                  <a:pt x="83820" y="332232"/>
                </a:lnTo>
                <a:lnTo>
                  <a:pt x="68580" y="332232"/>
                </a:lnTo>
                <a:lnTo>
                  <a:pt x="65532" y="330708"/>
                </a:lnTo>
                <a:lnTo>
                  <a:pt x="62484" y="327660"/>
                </a:lnTo>
                <a:lnTo>
                  <a:pt x="59436" y="321564"/>
                </a:lnTo>
                <a:lnTo>
                  <a:pt x="59436" y="310896"/>
                </a:lnTo>
                <a:lnTo>
                  <a:pt x="60960" y="306324"/>
                </a:lnTo>
                <a:lnTo>
                  <a:pt x="65532" y="303276"/>
                </a:lnTo>
                <a:lnTo>
                  <a:pt x="68580" y="300228"/>
                </a:lnTo>
                <a:lnTo>
                  <a:pt x="76200" y="298704"/>
                </a:lnTo>
                <a:lnTo>
                  <a:pt x="89916" y="298704"/>
                </a:lnTo>
                <a:lnTo>
                  <a:pt x="94449" y="310426"/>
                </a:lnTo>
                <a:lnTo>
                  <a:pt x="98679" y="320421"/>
                </a:lnTo>
                <a:lnTo>
                  <a:pt x="102311" y="328612"/>
                </a:lnTo>
                <a:lnTo>
                  <a:pt x="105156" y="335280"/>
                </a:lnTo>
                <a:lnTo>
                  <a:pt x="109728" y="342900"/>
                </a:lnTo>
                <a:lnTo>
                  <a:pt x="114300" y="348996"/>
                </a:lnTo>
                <a:lnTo>
                  <a:pt x="123444" y="353568"/>
                </a:lnTo>
                <a:lnTo>
                  <a:pt x="128016" y="355092"/>
                </a:lnTo>
                <a:lnTo>
                  <a:pt x="140208" y="355092"/>
                </a:lnTo>
                <a:lnTo>
                  <a:pt x="146304" y="352044"/>
                </a:lnTo>
                <a:lnTo>
                  <a:pt x="155448" y="342900"/>
                </a:lnTo>
                <a:lnTo>
                  <a:pt x="158496" y="336804"/>
                </a:lnTo>
                <a:lnTo>
                  <a:pt x="158496" y="326136"/>
                </a:lnTo>
                <a:lnTo>
                  <a:pt x="156972" y="321564"/>
                </a:lnTo>
                <a:lnTo>
                  <a:pt x="153924" y="315468"/>
                </a:lnTo>
                <a:lnTo>
                  <a:pt x="149352" y="309372"/>
                </a:lnTo>
                <a:lnTo>
                  <a:pt x="144780" y="304038"/>
                </a:lnTo>
                <a:lnTo>
                  <a:pt x="144780" y="315468"/>
                </a:lnTo>
                <a:lnTo>
                  <a:pt x="144780" y="324612"/>
                </a:lnTo>
                <a:lnTo>
                  <a:pt x="143256" y="327660"/>
                </a:lnTo>
                <a:lnTo>
                  <a:pt x="140208" y="332232"/>
                </a:lnTo>
                <a:lnTo>
                  <a:pt x="135636" y="335280"/>
                </a:lnTo>
                <a:lnTo>
                  <a:pt x="132588" y="336804"/>
                </a:lnTo>
                <a:lnTo>
                  <a:pt x="123444" y="336804"/>
                </a:lnTo>
                <a:lnTo>
                  <a:pt x="118872" y="335280"/>
                </a:lnTo>
                <a:lnTo>
                  <a:pt x="115824" y="332232"/>
                </a:lnTo>
                <a:lnTo>
                  <a:pt x="112776" y="330708"/>
                </a:lnTo>
                <a:lnTo>
                  <a:pt x="109728" y="326136"/>
                </a:lnTo>
                <a:lnTo>
                  <a:pt x="105156" y="316992"/>
                </a:lnTo>
                <a:lnTo>
                  <a:pt x="102108" y="309372"/>
                </a:lnTo>
                <a:lnTo>
                  <a:pt x="97536" y="298704"/>
                </a:lnTo>
                <a:lnTo>
                  <a:pt x="134112" y="298704"/>
                </a:lnTo>
                <a:lnTo>
                  <a:pt x="141732" y="307848"/>
                </a:lnTo>
                <a:lnTo>
                  <a:pt x="144780" y="315468"/>
                </a:lnTo>
                <a:lnTo>
                  <a:pt x="144780" y="304038"/>
                </a:lnTo>
                <a:lnTo>
                  <a:pt x="140208" y="298704"/>
                </a:lnTo>
                <a:lnTo>
                  <a:pt x="147828" y="298704"/>
                </a:lnTo>
                <a:lnTo>
                  <a:pt x="152400" y="297180"/>
                </a:lnTo>
                <a:lnTo>
                  <a:pt x="156972" y="292608"/>
                </a:lnTo>
                <a:lnTo>
                  <a:pt x="158496" y="289560"/>
                </a:lnTo>
                <a:lnTo>
                  <a:pt x="158496" y="286512"/>
                </a:lnTo>
                <a:close/>
              </a:path>
              <a:path extrusionOk="0" h="664845" w="203200">
                <a:moveTo>
                  <a:pt x="158496" y="210312"/>
                </a:moveTo>
                <a:lnTo>
                  <a:pt x="157645" y="200583"/>
                </a:lnTo>
                <a:lnTo>
                  <a:pt x="155067" y="191833"/>
                </a:lnTo>
                <a:lnTo>
                  <a:pt x="150876" y="184124"/>
                </a:lnTo>
                <a:lnTo>
                  <a:pt x="150876" y="196596"/>
                </a:lnTo>
                <a:lnTo>
                  <a:pt x="150876" y="207264"/>
                </a:lnTo>
                <a:lnTo>
                  <a:pt x="147828" y="216408"/>
                </a:lnTo>
                <a:lnTo>
                  <a:pt x="146304" y="219456"/>
                </a:lnTo>
                <a:lnTo>
                  <a:pt x="143256" y="224028"/>
                </a:lnTo>
                <a:lnTo>
                  <a:pt x="140208" y="227076"/>
                </a:lnTo>
                <a:lnTo>
                  <a:pt x="79248" y="227076"/>
                </a:lnTo>
                <a:lnTo>
                  <a:pt x="71628" y="219456"/>
                </a:lnTo>
                <a:lnTo>
                  <a:pt x="70104" y="216408"/>
                </a:lnTo>
                <a:lnTo>
                  <a:pt x="68580" y="211836"/>
                </a:lnTo>
                <a:lnTo>
                  <a:pt x="67056" y="208788"/>
                </a:lnTo>
                <a:lnTo>
                  <a:pt x="67056" y="198120"/>
                </a:lnTo>
                <a:lnTo>
                  <a:pt x="70104" y="190500"/>
                </a:lnTo>
                <a:lnTo>
                  <a:pt x="77724" y="185928"/>
                </a:lnTo>
                <a:lnTo>
                  <a:pt x="83108" y="181927"/>
                </a:lnTo>
                <a:lnTo>
                  <a:pt x="89916" y="179070"/>
                </a:lnTo>
                <a:lnTo>
                  <a:pt x="97878" y="177355"/>
                </a:lnTo>
                <a:lnTo>
                  <a:pt x="106680" y="176784"/>
                </a:lnTo>
                <a:lnTo>
                  <a:pt x="117284" y="177355"/>
                </a:lnTo>
                <a:lnTo>
                  <a:pt x="150876" y="196596"/>
                </a:lnTo>
                <a:lnTo>
                  <a:pt x="150876" y="184124"/>
                </a:lnTo>
                <a:lnTo>
                  <a:pt x="113499" y="159639"/>
                </a:lnTo>
                <a:lnTo>
                  <a:pt x="100584" y="158496"/>
                </a:lnTo>
                <a:lnTo>
                  <a:pt x="89750" y="159308"/>
                </a:lnTo>
                <a:lnTo>
                  <a:pt x="55245" y="181737"/>
                </a:lnTo>
                <a:lnTo>
                  <a:pt x="55181" y="181927"/>
                </a:lnTo>
                <a:lnTo>
                  <a:pt x="52679" y="188887"/>
                </a:lnTo>
                <a:lnTo>
                  <a:pt x="71628" y="227076"/>
                </a:lnTo>
                <a:lnTo>
                  <a:pt x="0" y="227076"/>
                </a:lnTo>
                <a:lnTo>
                  <a:pt x="0" y="231648"/>
                </a:lnTo>
                <a:lnTo>
                  <a:pt x="12192" y="260604"/>
                </a:lnTo>
                <a:lnTo>
                  <a:pt x="15240" y="259080"/>
                </a:lnTo>
                <a:lnTo>
                  <a:pt x="13716" y="256032"/>
                </a:lnTo>
                <a:lnTo>
                  <a:pt x="13716" y="249936"/>
                </a:lnTo>
                <a:lnTo>
                  <a:pt x="15240" y="248412"/>
                </a:lnTo>
                <a:lnTo>
                  <a:pt x="15240" y="246888"/>
                </a:lnTo>
                <a:lnTo>
                  <a:pt x="19812" y="246888"/>
                </a:lnTo>
                <a:lnTo>
                  <a:pt x="22860" y="245364"/>
                </a:lnTo>
                <a:lnTo>
                  <a:pt x="146304" y="245364"/>
                </a:lnTo>
                <a:lnTo>
                  <a:pt x="149352" y="239268"/>
                </a:lnTo>
                <a:lnTo>
                  <a:pt x="153924" y="233172"/>
                </a:lnTo>
                <a:lnTo>
                  <a:pt x="158496" y="214884"/>
                </a:lnTo>
                <a:lnTo>
                  <a:pt x="158496" y="210312"/>
                </a:lnTo>
                <a:close/>
              </a:path>
              <a:path extrusionOk="0" h="664845" w="203200">
                <a:moveTo>
                  <a:pt x="158508" y="39624"/>
                </a:moveTo>
                <a:lnTo>
                  <a:pt x="158419" y="38849"/>
                </a:lnTo>
                <a:lnTo>
                  <a:pt x="158343" y="38100"/>
                </a:lnTo>
                <a:lnTo>
                  <a:pt x="157670" y="31915"/>
                </a:lnTo>
                <a:lnTo>
                  <a:pt x="126593" y="1701"/>
                </a:lnTo>
                <a:lnTo>
                  <a:pt x="118884" y="0"/>
                </a:lnTo>
                <a:lnTo>
                  <a:pt x="117360" y="3048"/>
                </a:lnTo>
                <a:lnTo>
                  <a:pt x="126504" y="6096"/>
                </a:lnTo>
                <a:lnTo>
                  <a:pt x="132600" y="10668"/>
                </a:lnTo>
                <a:lnTo>
                  <a:pt x="138696" y="19812"/>
                </a:lnTo>
                <a:lnTo>
                  <a:pt x="140220" y="25908"/>
                </a:lnTo>
                <a:lnTo>
                  <a:pt x="140220" y="31915"/>
                </a:lnTo>
                <a:lnTo>
                  <a:pt x="113550" y="65532"/>
                </a:lnTo>
                <a:lnTo>
                  <a:pt x="94500" y="68580"/>
                </a:lnTo>
                <a:lnTo>
                  <a:pt x="94500" y="22860"/>
                </a:lnTo>
                <a:lnTo>
                  <a:pt x="94500" y="0"/>
                </a:lnTo>
                <a:lnTo>
                  <a:pt x="86880" y="482"/>
                </a:lnTo>
                <a:lnTo>
                  <a:pt x="86880" y="22860"/>
                </a:lnTo>
                <a:lnTo>
                  <a:pt x="86880" y="68580"/>
                </a:lnTo>
                <a:lnTo>
                  <a:pt x="77736" y="67056"/>
                </a:lnTo>
                <a:lnTo>
                  <a:pt x="71640" y="64008"/>
                </a:lnTo>
                <a:lnTo>
                  <a:pt x="67068" y="59436"/>
                </a:lnTo>
                <a:lnTo>
                  <a:pt x="60972" y="54864"/>
                </a:lnTo>
                <a:lnTo>
                  <a:pt x="59448" y="50292"/>
                </a:lnTo>
                <a:lnTo>
                  <a:pt x="59448" y="39624"/>
                </a:lnTo>
                <a:lnTo>
                  <a:pt x="60972" y="36576"/>
                </a:lnTo>
                <a:lnTo>
                  <a:pt x="62585" y="31915"/>
                </a:lnTo>
                <a:lnTo>
                  <a:pt x="68592" y="25908"/>
                </a:lnTo>
                <a:lnTo>
                  <a:pt x="73164" y="24384"/>
                </a:lnTo>
                <a:lnTo>
                  <a:pt x="76212" y="22860"/>
                </a:lnTo>
                <a:lnTo>
                  <a:pt x="86880" y="22860"/>
                </a:lnTo>
                <a:lnTo>
                  <a:pt x="86880" y="482"/>
                </a:lnTo>
                <a:lnTo>
                  <a:pt x="84988" y="596"/>
                </a:lnTo>
                <a:lnTo>
                  <a:pt x="52412" y="29527"/>
                </a:lnTo>
                <a:lnTo>
                  <a:pt x="51930" y="36576"/>
                </a:lnTo>
                <a:lnTo>
                  <a:pt x="51968" y="39624"/>
                </a:lnTo>
                <a:lnTo>
                  <a:pt x="73901" y="76111"/>
                </a:lnTo>
                <a:lnTo>
                  <a:pt x="106692" y="83820"/>
                </a:lnTo>
                <a:lnTo>
                  <a:pt x="117563" y="82969"/>
                </a:lnTo>
                <a:lnTo>
                  <a:pt x="127457" y="80391"/>
                </a:lnTo>
                <a:lnTo>
                  <a:pt x="136474" y="76111"/>
                </a:lnTo>
                <a:lnTo>
                  <a:pt x="144792" y="70104"/>
                </a:lnTo>
                <a:lnTo>
                  <a:pt x="146240" y="68580"/>
                </a:lnTo>
                <a:lnTo>
                  <a:pt x="150787" y="63842"/>
                </a:lnTo>
                <a:lnTo>
                  <a:pt x="155079" y="56578"/>
                </a:lnTo>
                <a:lnTo>
                  <a:pt x="157645" y="48463"/>
                </a:lnTo>
                <a:lnTo>
                  <a:pt x="158508" y="39624"/>
                </a:lnTo>
                <a:close/>
              </a:path>
              <a:path extrusionOk="0" h="664845" w="203200">
                <a:moveTo>
                  <a:pt x="202704" y="423672"/>
                </a:moveTo>
                <a:lnTo>
                  <a:pt x="199656" y="423672"/>
                </a:lnTo>
                <a:lnTo>
                  <a:pt x="199656" y="431292"/>
                </a:lnTo>
                <a:lnTo>
                  <a:pt x="198132" y="432816"/>
                </a:lnTo>
                <a:lnTo>
                  <a:pt x="196608" y="435864"/>
                </a:lnTo>
                <a:lnTo>
                  <a:pt x="195084" y="435864"/>
                </a:lnTo>
                <a:lnTo>
                  <a:pt x="193560" y="437388"/>
                </a:lnTo>
                <a:lnTo>
                  <a:pt x="190512" y="437388"/>
                </a:lnTo>
                <a:lnTo>
                  <a:pt x="187464" y="438912"/>
                </a:lnTo>
                <a:lnTo>
                  <a:pt x="147840" y="438912"/>
                </a:lnTo>
                <a:lnTo>
                  <a:pt x="152412" y="434340"/>
                </a:lnTo>
                <a:lnTo>
                  <a:pt x="156984" y="425196"/>
                </a:lnTo>
                <a:lnTo>
                  <a:pt x="158508" y="420624"/>
                </a:lnTo>
                <a:lnTo>
                  <a:pt x="158508" y="414528"/>
                </a:lnTo>
                <a:lnTo>
                  <a:pt x="157645" y="405917"/>
                </a:lnTo>
                <a:lnTo>
                  <a:pt x="155079" y="398145"/>
                </a:lnTo>
                <a:lnTo>
                  <a:pt x="150888" y="391147"/>
                </a:lnTo>
                <a:lnTo>
                  <a:pt x="150888" y="406908"/>
                </a:lnTo>
                <a:lnTo>
                  <a:pt x="150888" y="420624"/>
                </a:lnTo>
                <a:lnTo>
                  <a:pt x="149364" y="425196"/>
                </a:lnTo>
                <a:lnTo>
                  <a:pt x="143268" y="434340"/>
                </a:lnTo>
                <a:lnTo>
                  <a:pt x="134124" y="437388"/>
                </a:lnTo>
                <a:lnTo>
                  <a:pt x="132600" y="437388"/>
                </a:lnTo>
                <a:lnTo>
                  <a:pt x="126504" y="438912"/>
                </a:lnTo>
                <a:lnTo>
                  <a:pt x="80784" y="438912"/>
                </a:lnTo>
                <a:lnTo>
                  <a:pt x="70116" y="428244"/>
                </a:lnTo>
                <a:lnTo>
                  <a:pt x="70116" y="425196"/>
                </a:lnTo>
                <a:lnTo>
                  <a:pt x="67068" y="422148"/>
                </a:lnTo>
                <a:lnTo>
                  <a:pt x="67068" y="408432"/>
                </a:lnTo>
                <a:lnTo>
                  <a:pt x="70116" y="402336"/>
                </a:lnTo>
                <a:lnTo>
                  <a:pt x="74688" y="397764"/>
                </a:lnTo>
                <a:lnTo>
                  <a:pt x="82118" y="393763"/>
                </a:lnTo>
                <a:lnTo>
                  <a:pt x="90690" y="390906"/>
                </a:lnTo>
                <a:lnTo>
                  <a:pt x="100533" y="389178"/>
                </a:lnTo>
                <a:lnTo>
                  <a:pt x="100850" y="389178"/>
                </a:lnTo>
                <a:lnTo>
                  <a:pt x="111264" y="388620"/>
                </a:lnTo>
                <a:lnTo>
                  <a:pt x="147840" y="400812"/>
                </a:lnTo>
                <a:lnTo>
                  <a:pt x="150888" y="406908"/>
                </a:lnTo>
                <a:lnTo>
                  <a:pt x="150888" y="391147"/>
                </a:lnTo>
                <a:lnTo>
                  <a:pt x="150749" y="390906"/>
                </a:lnTo>
                <a:lnTo>
                  <a:pt x="148755" y="388620"/>
                </a:lnTo>
                <a:lnTo>
                  <a:pt x="144792" y="384048"/>
                </a:lnTo>
                <a:lnTo>
                  <a:pt x="135305" y="378053"/>
                </a:lnTo>
                <a:lnTo>
                  <a:pt x="124980" y="373761"/>
                </a:lnTo>
                <a:lnTo>
                  <a:pt x="113499" y="371195"/>
                </a:lnTo>
                <a:lnTo>
                  <a:pt x="100596" y="370332"/>
                </a:lnTo>
                <a:lnTo>
                  <a:pt x="89738" y="370954"/>
                </a:lnTo>
                <a:lnTo>
                  <a:pt x="54495" y="393001"/>
                </a:lnTo>
                <a:lnTo>
                  <a:pt x="51828" y="413004"/>
                </a:lnTo>
                <a:lnTo>
                  <a:pt x="53352" y="417576"/>
                </a:lnTo>
                <a:lnTo>
                  <a:pt x="56400" y="423672"/>
                </a:lnTo>
                <a:lnTo>
                  <a:pt x="65544" y="432816"/>
                </a:lnTo>
                <a:lnTo>
                  <a:pt x="74688" y="438912"/>
                </a:lnTo>
                <a:lnTo>
                  <a:pt x="51828" y="438912"/>
                </a:lnTo>
                <a:lnTo>
                  <a:pt x="51828" y="441960"/>
                </a:lnTo>
                <a:lnTo>
                  <a:pt x="64020" y="472440"/>
                </a:lnTo>
                <a:lnTo>
                  <a:pt x="67068" y="470916"/>
                </a:lnTo>
                <a:lnTo>
                  <a:pt x="65544" y="467868"/>
                </a:lnTo>
                <a:lnTo>
                  <a:pt x="65544" y="461772"/>
                </a:lnTo>
                <a:lnTo>
                  <a:pt x="67068" y="460248"/>
                </a:lnTo>
                <a:lnTo>
                  <a:pt x="67068" y="458724"/>
                </a:lnTo>
                <a:lnTo>
                  <a:pt x="68592" y="458724"/>
                </a:lnTo>
                <a:lnTo>
                  <a:pt x="70116" y="457200"/>
                </a:lnTo>
                <a:lnTo>
                  <a:pt x="193560" y="457200"/>
                </a:lnTo>
                <a:lnTo>
                  <a:pt x="196608" y="460248"/>
                </a:lnTo>
                <a:lnTo>
                  <a:pt x="196608" y="461772"/>
                </a:lnTo>
                <a:lnTo>
                  <a:pt x="199656" y="467868"/>
                </a:lnTo>
                <a:lnTo>
                  <a:pt x="199656" y="475488"/>
                </a:lnTo>
                <a:lnTo>
                  <a:pt x="202704" y="475488"/>
                </a:lnTo>
                <a:lnTo>
                  <a:pt x="202704" y="457200"/>
                </a:lnTo>
                <a:lnTo>
                  <a:pt x="202704" y="4236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31" name="Google Shape;2131;p34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2461259" y="5759195"/>
            <a:ext cx="158496" cy="20116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2" name="Google Shape;2132;p34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2461260" y="4980431"/>
            <a:ext cx="202692" cy="665988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3" name="Google Shape;2133;p34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2461260" y="4575047"/>
            <a:ext cx="158496" cy="265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4" name="Google Shape;2134;p34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2461260" y="4091940"/>
            <a:ext cx="158496" cy="3368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5" name="Google Shape;2135;p34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2461259" y="3739895"/>
            <a:ext cx="158496" cy="201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6" name="Google Shape;2136;p34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2482596" y="2784347"/>
            <a:ext cx="181355" cy="83362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7" name="Google Shape;2137;p34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2465832" y="2217420"/>
            <a:ext cx="153924" cy="422148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8" name="Google Shape;2138;p34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2513075" y="1900427"/>
            <a:ext cx="106680" cy="17068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9" name="Google Shape;2139;p34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2727960" y="5588507"/>
            <a:ext cx="158496" cy="1190243"/>
          </a:xfrm>
          <a:prstGeom prst="rect">
            <a:avLst/>
          </a:prstGeom>
          <a:noFill/>
          <a:ln>
            <a:noFill/>
          </a:ln>
        </p:spPr>
      </p:pic>
      <p:pic>
        <p:nvPicPr>
          <p:cNvPr id="2140" name="Google Shape;2140;p34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2779775" y="5259323"/>
            <a:ext cx="106680" cy="21336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41" name="Google Shape;2141;p34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2727960" y="4885944"/>
            <a:ext cx="158496" cy="265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42" name="Google Shape;2142;p34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2779775" y="4280915"/>
            <a:ext cx="106680" cy="4846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143" name="Google Shape;2143;p34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2727959" y="3963923"/>
            <a:ext cx="158496" cy="20116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44" name="Google Shape;2144;p34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2727960" y="3619500"/>
            <a:ext cx="158496" cy="2636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145" name="Google Shape;2145;p34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2727960" y="3140963"/>
            <a:ext cx="202692" cy="3596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46" name="Google Shape;2146;p34"/>
          <p:cNvGrpSpPr/>
          <p:nvPr/>
        </p:nvGrpSpPr>
        <p:grpSpPr>
          <a:xfrm>
            <a:off x="2732531" y="2741676"/>
            <a:ext cx="152400" cy="268351"/>
            <a:chOff x="2732531" y="2741676"/>
            <a:chExt cx="152400" cy="268351"/>
          </a:xfrm>
        </p:grpSpPr>
        <p:sp>
          <p:nvSpPr>
            <p:cNvPr id="2147" name="Google Shape;2147;p34"/>
            <p:cNvSpPr/>
            <p:nvPr/>
          </p:nvSpPr>
          <p:spPr>
            <a:xfrm>
              <a:off x="2732531" y="2976372"/>
              <a:ext cx="58419" cy="33655"/>
            </a:xfrm>
            <a:custGeom>
              <a:rect b="b" l="l" r="r" t="t"/>
              <a:pathLst>
                <a:path extrusionOk="0" h="33655" w="58419">
                  <a:moveTo>
                    <a:pt x="42672" y="33527"/>
                  </a:moveTo>
                  <a:lnTo>
                    <a:pt x="27432" y="33527"/>
                  </a:lnTo>
                  <a:lnTo>
                    <a:pt x="18288" y="30479"/>
                  </a:lnTo>
                  <a:lnTo>
                    <a:pt x="12192" y="24383"/>
                  </a:lnTo>
                  <a:lnTo>
                    <a:pt x="7620" y="19811"/>
                  </a:lnTo>
                  <a:lnTo>
                    <a:pt x="3048" y="13715"/>
                  </a:lnTo>
                  <a:lnTo>
                    <a:pt x="0" y="4571"/>
                  </a:lnTo>
                  <a:lnTo>
                    <a:pt x="4572" y="4571"/>
                  </a:lnTo>
                  <a:lnTo>
                    <a:pt x="9144" y="12191"/>
                  </a:lnTo>
                  <a:lnTo>
                    <a:pt x="13716" y="16763"/>
                  </a:lnTo>
                  <a:lnTo>
                    <a:pt x="18288" y="19811"/>
                  </a:lnTo>
                  <a:lnTo>
                    <a:pt x="24384" y="22859"/>
                  </a:lnTo>
                  <a:lnTo>
                    <a:pt x="32004" y="22859"/>
                  </a:lnTo>
                  <a:lnTo>
                    <a:pt x="33528" y="21335"/>
                  </a:lnTo>
                  <a:lnTo>
                    <a:pt x="35052" y="21335"/>
                  </a:lnTo>
                  <a:lnTo>
                    <a:pt x="35052" y="15239"/>
                  </a:lnTo>
                  <a:lnTo>
                    <a:pt x="33528" y="13715"/>
                  </a:lnTo>
                  <a:lnTo>
                    <a:pt x="33528" y="7619"/>
                  </a:lnTo>
                  <a:lnTo>
                    <a:pt x="35052" y="6095"/>
                  </a:lnTo>
                  <a:lnTo>
                    <a:pt x="36576" y="3047"/>
                  </a:lnTo>
                  <a:lnTo>
                    <a:pt x="39624" y="1523"/>
                  </a:lnTo>
                  <a:lnTo>
                    <a:pt x="41148" y="0"/>
                  </a:lnTo>
                  <a:lnTo>
                    <a:pt x="48768" y="0"/>
                  </a:lnTo>
                  <a:lnTo>
                    <a:pt x="51816" y="1523"/>
                  </a:lnTo>
                  <a:lnTo>
                    <a:pt x="56388" y="6095"/>
                  </a:lnTo>
                  <a:lnTo>
                    <a:pt x="57912" y="10667"/>
                  </a:lnTo>
                  <a:lnTo>
                    <a:pt x="57912" y="19811"/>
                  </a:lnTo>
                  <a:lnTo>
                    <a:pt x="56388" y="24383"/>
                  </a:lnTo>
                  <a:lnTo>
                    <a:pt x="51816" y="27431"/>
                  </a:lnTo>
                  <a:lnTo>
                    <a:pt x="47244" y="32003"/>
                  </a:lnTo>
                  <a:lnTo>
                    <a:pt x="42672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48" name="Google Shape;2148;p34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2732531" y="2741676"/>
              <a:ext cx="152400" cy="20269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149" name="Google Shape;2149;p34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2727960" y="2191511"/>
            <a:ext cx="158496" cy="428244"/>
          </a:xfrm>
          <a:prstGeom prst="rect">
            <a:avLst/>
          </a:prstGeom>
          <a:noFill/>
          <a:ln>
            <a:noFill/>
          </a:ln>
        </p:spPr>
      </p:pic>
      <p:pic>
        <p:nvPicPr>
          <p:cNvPr id="2150" name="Google Shape;2150;p34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2727959" y="1866900"/>
            <a:ext cx="158496" cy="2011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51" name="Google Shape;2151;p34"/>
          <p:cNvGrpSpPr/>
          <p:nvPr/>
        </p:nvGrpSpPr>
        <p:grpSpPr>
          <a:xfrm>
            <a:off x="2994660" y="5132832"/>
            <a:ext cx="158495" cy="1658239"/>
            <a:chOff x="2994660" y="5132832"/>
            <a:chExt cx="158495" cy="1658239"/>
          </a:xfrm>
        </p:grpSpPr>
        <p:sp>
          <p:nvSpPr>
            <p:cNvPr id="2152" name="Google Shape;2152;p34"/>
            <p:cNvSpPr/>
            <p:nvPr/>
          </p:nvSpPr>
          <p:spPr>
            <a:xfrm>
              <a:off x="2994660" y="6262116"/>
              <a:ext cx="157480" cy="528955"/>
            </a:xfrm>
            <a:custGeom>
              <a:rect b="b" l="l" r="r" t="t"/>
              <a:pathLst>
                <a:path extrusionOk="0" h="528954" w="157480">
                  <a:moveTo>
                    <a:pt x="36576" y="111252"/>
                  </a:moveTo>
                  <a:lnTo>
                    <a:pt x="35052" y="108204"/>
                  </a:lnTo>
                  <a:lnTo>
                    <a:pt x="33528" y="106680"/>
                  </a:lnTo>
                  <a:lnTo>
                    <a:pt x="32004" y="103632"/>
                  </a:lnTo>
                  <a:lnTo>
                    <a:pt x="19812" y="103632"/>
                  </a:lnTo>
                  <a:lnTo>
                    <a:pt x="18288" y="106680"/>
                  </a:lnTo>
                  <a:lnTo>
                    <a:pt x="16764" y="108204"/>
                  </a:lnTo>
                  <a:lnTo>
                    <a:pt x="15240" y="111252"/>
                  </a:lnTo>
                  <a:lnTo>
                    <a:pt x="15240" y="117348"/>
                  </a:lnTo>
                  <a:lnTo>
                    <a:pt x="16764" y="118872"/>
                  </a:lnTo>
                  <a:lnTo>
                    <a:pt x="18288" y="121920"/>
                  </a:lnTo>
                  <a:lnTo>
                    <a:pt x="19812" y="123444"/>
                  </a:lnTo>
                  <a:lnTo>
                    <a:pt x="22860" y="124968"/>
                  </a:lnTo>
                  <a:lnTo>
                    <a:pt x="28956" y="124968"/>
                  </a:lnTo>
                  <a:lnTo>
                    <a:pt x="32004" y="123444"/>
                  </a:lnTo>
                  <a:lnTo>
                    <a:pt x="33528" y="121920"/>
                  </a:lnTo>
                  <a:lnTo>
                    <a:pt x="35052" y="118872"/>
                  </a:lnTo>
                  <a:lnTo>
                    <a:pt x="36576" y="117348"/>
                  </a:lnTo>
                  <a:lnTo>
                    <a:pt x="36576" y="111252"/>
                  </a:lnTo>
                  <a:close/>
                </a:path>
                <a:path extrusionOk="0" h="528954" w="157480">
                  <a:moveTo>
                    <a:pt x="155448" y="396240"/>
                  </a:moveTo>
                  <a:lnTo>
                    <a:pt x="150876" y="394716"/>
                  </a:lnTo>
                  <a:lnTo>
                    <a:pt x="150876" y="402336"/>
                  </a:lnTo>
                  <a:lnTo>
                    <a:pt x="149352" y="408432"/>
                  </a:lnTo>
                  <a:lnTo>
                    <a:pt x="143256" y="414528"/>
                  </a:lnTo>
                  <a:lnTo>
                    <a:pt x="135636" y="417576"/>
                  </a:lnTo>
                  <a:lnTo>
                    <a:pt x="124968" y="422148"/>
                  </a:lnTo>
                  <a:lnTo>
                    <a:pt x="82296" y="435864"/>
                  </a:lnTo>
                  <a:lnTo>
                    <a:pt x="79692" y="427062"/>
                  </a:lnTo>
                  <a:lnTo>
                    <a:pt x="76390" y="419100"/>
                  </a:lnTo>
                  <a:lnTo>
                    <a:pt x="76200" y="418795"/>
                  </a:lnTo>
                  <a:lnTo>
                    <a:pt x="76200" y="457200"/>
                  </a:lnTo>
                  <a:lnTo>
                    <a:pt x="76200" y="464820"/>
                  </a:lnTo>
                  <a:lnTo>
                    <a:pt x="74676" y="469392"/>
                  </a:lnTo>
                  <a:lnTo>
                    <a:pt x="16764" y="451104"/>
                  </a:lnTo>
                  <a:lnTo>
                    <a:pt x="15240" y="448056"/>
                  </a:lnTo>
                  <a:lnTo>
                    <a:pt x="15240" y="434340"/>
                  </a:lnTo>
                  <a:lnTo>
                    <a:pt x="16764" y="428244"/>
                  </a:lnTo>
                  <a:lnTo>
                    <a:pt x="25908" y="419100"/>
                  </a:lnTo>
                  <a:lnTo>
                    <a:pt x="32004" y="417576"/>
                  </a:lnTo>
                  <a:lnTo>
                    <a:pt x="39624" y="417576"/>
                  </a:lnTo>
                  <a:lnTo>
                    <a:pt x="73723" y="440436"/>
                  </a:lnTo>
                  <a:lnTo>
                    <a:pt x="76200" y="457200"/>
                  </a:lnTo>
                  <a:lnTo>
                    <a:pt x="76200" y="418795"/>
                  </a:lnTo>
                  <a:lnTo>
                    <a:pt x="75450" y="417576"/>
                  </a:lnTo>
                  <a:lnTo>
                    <a:pt x="72212" y="412292"/>
                  </a:lnTo>
                  <a:lnTo>
                    <a:pt x="67056" y="406908"/>
                  </a:lnTo>
                  <a:lnTo>
                    <a:pt x="61074" y="402031"/>
                  </a:lnTo>
                  <a:lnTo>
                    <a:pt x="54673" y="398716"/>
                  </a:lnTo>
                  <a:lnTo>
                    <a:pt x="47891" y="396811"/>
                  </a:lnTo>
                  <a:lnTo>
                    <a:pt x="47701" y="396811"/>
                  </a:lnTo>
                  <a:lnTo>
                    <a:pt x="41148" y="396240"/>
                  </a:lnTo>
                  <a:lnTo>
                    <a:pt x="9906" y="420052"/>
                  </a:lnTo>
                  <a:lnTo>
                    <a:pt x="7975" y="433628"/>
                  </a:lnTo>
                  <a:lnTo>
                    <a:pt x="7848" y="435864"/>
                  </a:lnTo>
                  <a:lnTo>
                    <a:pt x="7620" y="440436"/>
                  </a:lnTo>
                  <a:lnTo>
                    <a:pt x="7620" y="489204"/>
                  </a:lnTo>
                  <a:lnTo>
                    <a:pt x="12192" y="490728"/>
                  </a:lnTo>
                  <a:lnTo>
                    <a:pt x="12192" y="484632"/>
                  </a:lnTo>
                  <a:lnTo>
                    <a:pt x="15240" y="478536"/>
                  </a:lnTo>
                  <a:lnTo>
                    <a:pt x="18288" y="475488"/>
                  </a:lnTo>
                  <a:lnTo>
                    <a:pt x="21336" y="473964"/>
                  </a:lnTo>
                  <a:lnTo>
                    <a:pt x="27432" y="473964"/>
                  </a:lnTo>
                  <a:lnTo>
                    <a:pt x="32004" y="475488"/>
                  </a:lnTo>
                  <a:lnTo>
                    <a:pt x="38100" y="477012"/>
                  </a:lnTo>
                  <a:lnTo>
                    <a:pt x="126492" y="502920"/>
                  </a:lnTo>
                  <a:lnTo>
                    <a:pt x="135636" y="504444"/>
                  </a:lnTo>
                  <a:lnTo>
                    <a:pt x="141732" y="507492"/>
                  </a:lnTo>
                  <a:lnTo>
                    <a:pt x="144780" y="510540"/>
                  </a:lnTo>
                  <a:lnTo>
                    <a:pt x="146304" y="510540"/>
                  </a:lnTo>
                  <a:lnTo>
                    <a:pt x="149352" y="516636"/>
                  </a:lnTo>
                  <a:lnTo>
                    <a:pt x="150876" y="518160"/>
                  </a:lnTo>
                  <a:lnTo>
                    <a:pt x="150876" y="527304"/>
                  </a:lnTo>
                  <a:lnTo>
                    <a:pt x="155448" y="528828"/>
                  </a:lnTo>
                  <a:lnTo>
                    <a:pt x="155448" y="486156"/>
                  </a:lnTo>
                  <a:lnTo>
                    <a:pt x="155448" y="470916"/>
                  </a:lnTo>
                  <a:lnTo>
                    <a:pt x="150876" y="470916"/>
                  </a:lnTo>
                  <a:lnTo>
                    <a:pt x="150876" y="477012"/>
                  </a:lnTo>
                  <a:lnTo>
                    <a:pt x="149352" y="481584"/>
                  </a:lnTo>
                  <a:lnTo>
                    <a:pt x="147828" y="483108"/>
                  </a:lnTo>
                  <a:lnTo>
                    <a:pt x="146304" y="486156"/>
                  </a:lnTo>
                  <a:lnTo>
                    <a:pt x="134112" y="486156"/>
                  </a:lnTo>
                  <a:lnTo>
                    <a:pt x="129540" y="484632"/>
                  </a:lnTo>
                  <a:lnTo>
                    <a:pt x="92786" y="473964"/>
                  </a:lnTo>
                  <a:lnTo>
                    <a:pt x="82296" y="470916"/>
                  </a:lnTo>
                  <a:lnTo>
                    <a:pt x="82677" y="469392"/>
                  </a:lnTo>
                  <a:lnTo>
                    <a:pt x="83820" y="464820"/>
                  </a:lnTo>
                  <a:lnTo>
                    <a:pt x="83820" y="454152"/>
                  </a:lnTo>
                  <a:lnTo>
                    <a:pt x="141122" y="435864"/>
                  </a:lnTo>
                  <a:lnTo>
                    <a:pt x="155448" y="431292"/>
                  </a:lnTo>
                  <a:lnTo>
                    <a:pt x="155448" y="396240"/>
                  </a:lnTo>
                  <a:close/>
                </a:path>
                <a:path extrusionOk="0" h="528954" w="157480">
                  <a:moveTo>
                    <a:pt x="156959" y="306324"/>
                  </a:moveTo>
                  <a:lnTo>
                    <a:pt x="155435" y="301752"/>
                  </a:lnTo>
                  <a:lnTo>
                    <a:pt x="149339" y="292608"/>
                  </a:lnTo>
                  <a:lnTo>
                    <a:pt x="143243" y="288036"/>
                  </a:lnTo>
                  <a:lnTo>
                    <a:pt x="135623" y="284988"/>
                  </a:lnTo>
                  <a:lnTo>
                    <a:pt x="134099" y="288036"/>
                  </a:lnTo>
                  <a:lnTo>
                    <a:pt x="140195" y="292608"/>
                  </a:lnTo>
                  <a:lnTo>
                    <a:pt x="144767" y="295656"/>
                  </a:lnTo>
                  <a:lnTo>
                    <a:pt x="147815" y="298704"/>
                  </a:lnTo>
                  <a:lnTo>
                    <a:pt x="147815" y="301752"/>
                  </a:lnTo>
                  <a:lnTo>
                    <a:pt x="146291" y="301752"/>
                  </a:lnTo>
                  <a:lnTo>
                    <a:pt x="146291" y="303276"/>
                  </a:lnTo>
                  <a:lnTo>
                    <a:pt x="141719" y="303276"/>
                  </a:lnTo>
                  <a:lnTo>
                    <a:pt x="132575" y="300228"/>
                  </a:lnTo>
                  <a:lnTo>
                    <a:pt x="57899" y="278892"/>
                  </a:lnTo>
                  <a:lnTo>
                    <a:pt x="62471" y="294132"/>
                  </a:lnTo>
                  <a:lnTo>
                    <a:pt x="73139" y="297180"/>
                  </a:lnTo>
                  <a:lnTo>
                    <a:pt x="63995" y="301752"/>
                  </a:lnTo>
                  <a:lnTo>
                    <a:pt x="60947" y="304800"/>
                  </a:lnTo>
                  <a:lnTo>
                    <a:pt x="59423" y="307848"/>
                  </a:lnTo>
                  <a:lnTo>
                    <a:pt x="57899" y="312420"/>
                  </a:lnTo>
                  <a:lnTo>
                    <a:pt x="57899" y="316992"/>
                  </a:lnTo>
                  <a:lnTo>
                    <a:pt x="79997" y="359092"/>
                  </a:lnTo>
                  <a:lnTo>
                    <a:pt x="115620" y="380809"/>
                  </a:lnTo>
                  <a:lnTo>
                    <a:pt x="132575" y="384048"/>
                  </a:lnTo>
                  <a:lnTo>
                    <a:pt x="140195" y="384048"/>
                  </a:lnTo>
                  <a:lnTo>
                    <a:pt x="146291" y="381000"/>
                  </a:lnTo>
                  <a:lnTo>
                    <a:pt x="155435" y="371856"/>
                  </a:lnTo>
                  <a:lnTo>
                    <a:pt x="156959" y="367284"/>
                  </a:lnTo>
                  <a:lnTo>
                    <a:pt x="156959" y="365760"/>
                  </a:lnTo>
                  <a:lnTo>
                    <a:pt x="156959" y="355092"/>
                  </a:lnTo>
                  <a:lnTo>
                    <a:pt x="155435" y="348996"/>
                  </a:lnTo>
                  <a:lnTo>
                    <a:pt x="152387" y="342900"/>
                  </a:lnTo>
                  <a:lnTo>
                    <a:pt x="147485" y="336029"/>
                  </a:lnTo>
                  <a:lnTo>
                    <a:pt x="144767" y="332714"/>
                  </a:lnTo>
                  <a:lnTo>
                    <a:pt x="144767" y="350481"/>
                  </a:lnTo>
                  <a:lnTo>
                    <a:pt x="144767" y="355092"/>
                  </a:lnTo>
                  <a:lnTo>
                    <a:pt x="143243" y="358140"/>
                  </a:lnTo>
                  <a:lnTo>
                    <a:pt x="137147" y="364236"/>
                  </a:lnTo>
                  <a:lnTo>
                    <a:pt x="134099" y="365760"/>
                  </a:lnTo>
                  <a:lnTo>
                    <a:pt x="129527" y="365760"/>
                  </a:lnTo>
                  <a:lnTo>
                    <a:pt x="88950" y="350481"/>
                  </a:lnTo>
                  <a:lnTo>
                    <a:pt x="63995" y="322973"/>
                  </a:lnTo>
                  <a:lnTo>
                    <a:pt x="64122" y="313563"/>
                  </a:lnTo>
                  <a:lnTo>
                    <a:pt x="65519" y="309372"/>
                  </a:lnTo>
                  <a:lnTo>
                    <a:pt x="68567" y="307848"/>
                  </a:lnTo>
                  <a:lnTo>
                    <a:pt x="70091" y="304800"/>
                  </a:lnTo>
                  <a:lnTo>
                    <a:pt x="74663" y="303276"/>
                  </a:lnTo>
                  <a:lnTo>
                    <a:pt x="80759" y="303276"/>
                  </a:lnTo>
                  <a:lnTo>
                    <a:pt x="128003" y="321564"/>
                  </a:lnTo>
                  <a:lnTo>
                    <a:pt x="144767" y="350481"/>
                  </a:lnTo>
                  <a:lnTo>
                    <a:pt x="144767" y="332714"/>
                  </a:lnTo>
                  <a:lnTo>
                    <a:pt x="141719" y="328993"/>
                  </a:lnTo>
                  <a:lnTo>
                    <a:pt x="134696" y="321564"/>
                  </a:lnTo>
                  <a:lnTo>
                    <a:pt x="126479" y="313944"/>
                  </a:lnTo>
                  <a:lnTo>
                    <a:pt x="140195" y="318516"/>
                  </a:lnTo>
                  <a:lnTo>
                    <a:pt x="153911" y="318516"/>
                  </a:lnTo>
                  <a:lnTo>
                    <a:pt x="156959" y="315468"/>
                  </a:lnTo>
                  <a:lnTo>
                    <a:pt x="156959" y="313944"/>
                  </a:lnTo>
                  <a:lnTo>
                    <a:pt x="156959" y="306324"/>
                  </a:lnTo>
                  <a:close/>
                </a:path>
                <a:path extrusionOk="0" h="528954" w="157480">
                  <a:moveTo>
                    <a:pt x="156972" y="196596"/>
                  </a:moveTo>
                  <a:lnTo>
                    <a:pt x="155448" y="193548"/>
                  </a:lnTo>
                  <a:lnTo>
                    <a:pt x="152400" y="188976"/>
                  </a:lnTo>
                  <a:lnTo>
                    <a:pt x="143256" y="179832"/>
                  </a:lnTo>
                  <a:lnTo>
                    <a:pt x="135636" y="175260"/>
                  </a:lnTo>
                  <a:lnTo>
                    <a:pt x="134112" y="178308"/>
                  </a:lnTo>
                  <a:lnTo>
                    <a:pt x="140208" y="182880"/>
                  </a:lnTo>
                  <a:lnTo>
                    <a:pt x="144780" y="185928"/>
                  </a:lnTo>
                  <a:lnTo>
                    <a:pt x="146304" y="188976"/>
                  </a:lnTo>
                  <a:lnTo>
                    <a:pt x="147828" y="190500"/>
                  </a:lnTo>
                  <a:lnTo>
                    <a:pt x="147828" y="192024"/>
                  </a:lnTo>
                  <a:lnTo>
                    <a:pt x="146304" y="192024"/>
                  </a:lnTo>
                  <a:lnTo>
                    <a:pt x="146304" y="193548"/>
                  </a:lnTo>
                  <a:lnTo>
                    <a:pt x="143256" y="193548"/>
                  </a:lnTo>
                  <a:lnTo>
                    <a:pt x="138684" y="192024"/>
                  </a:lnTo>
                  <a:lnTo>
                    <a:pt x="131064" y="190500"/>
                  </a:lnTo>
                  <a:lnTo>
                    <a:pt x="73393" y="173736"/>
                  </a:lnTo>
                  <a:lnTo>
                    <a:pt x="0" y="152400"/>
                  </a:lnTo>
                  <a:lnTo>
                    <a:pt x="6096" y="188976"/>
                  </a:lnTo>
                  <a:lnTo>
                    <a:pt x="10668" y="188976"/>
                  </a:lnTo>
                  <a:lnTo>
                    <a:pt x="10668" y="176784"/>
                  </a:lnTo>
                  <a:lnTo>
                    <a:pt x="12192" y="175260"/>
                  </a:lnTo>
                  <a:lnTo>
                    <a:pt x="12192" y="173736"/>
                  </a:lnTo>
                  <a:lnTo>
                    <a:pt x="22860" y="173736"/>
                  </a:lnTo>
                  <a:lnTo>
                    <a:pt x="24384" y="175260"/>
                  </a:lnTo>
                  <a:lnTo>
                    <a:pt x="27432" y="175260"/>
                  </a:lnTo>
                  <a:lnTo>
                    <a:pt x="30480" y="176784"/>
                  </a:lnTo>
                  <a:lnTo>
                    <a:pt x="68580" y="187452"/>
                  </a:lnTo>
                  <a:lnTo>
                    <a:pt x="62484" y="193548"/>
                  </a:lnTo>
                  <a:lnTo>
                    <a:pt x="57912" y="202692"/>
                  </a:lnTo>
                  <a:lnTo>
                    <a:pt x="57912" y="207264"/>
                  </a:lnTo>
                  <a:lnTo>
                    <a:pt x="79819" y="249936"/>
                  </a:lnTo>
                  <a:lnTo>
                    <a:pt x="113919" y="271081"/>
                  </a:lnTo>
                  <a:lnTo>
                    <a:pt x="129540" y="274320"/>
                  </a:lnTo>
                  <a:lnTo>
                    <a:pt x="138684" y="274320"/>
                  </a:lnTo>
                  <a:lnTo>
                    <a:pt x="144780" y="271272"/>
                  </a:lnTo>
                  <a:lnTo>
                    <a:pt x="153924" y="262128"/>
                  </a:lnTo>
                  <a:lnTo>
                    <a:pt x="156972" y="257556"/>
                  </a:lnTo>
                  <a:lnTo>
                    <a:pt x="156972" y="256032"/>
                  </a:lnTo>
                  <a:lnTo>
                    <a:pt x="156972" y="245364"/>
                  </a:lnTo>
                  <a:lnTo>
                    <a:pt x="155448" y="239268"/>
                  </a:lnTo>
                  <a:lnTo>
                    <a:pt x="150876" y="233172"/>
                  </a:lnTo>
                  <a:lnTo>
                    <a:pt x="145415" y="226034"/>
                  </a:lnTo>
                  <a:lnTo>
                    <a:pt x="144780" y="225374"/>
                  </a:lnTo>
                  <a:lnTo>
                    <a:pt x="144780" y="245364"/>
                  </a:lnTo>
                  <a:lnTo>
                    <a:pt x="143256" y="248412"/>
                  </a:lnTo>
                  <a:lnTo>
                    <a:pt x="137160" y="254508"/>
                  </a:lnTo>
                  <a:lnTo>
                    <a:pt x="134112" y="256032"/>
                  </a:lnTo>
                  <a:lnTo>
                    <a:pt x="128016" y="256032"/>
                  </a:lnTo>
                  <a:lnTo>
                    <a:pt x="86868" y="239268"/>
                  </a:lnTo>
                  <a:lnTo>
                    <a:pt x="64008" y="208788"/>
                  </a:lnTo>
                  <a:lnTo>
                    <a:pt x="64008" y="204216"/>
                  </a:lnTo>
                  <a:lnTo>
                    <a:pt x="65532" y="199644"/>
                  </a:lnTo>
                  <a:lnTo>
                    <a:pt x="68580" y="196596"/>
                  </a:lnTo>
                  <a:lnTo>
                    <a:pt x="74676" y="193548"/>
                  </a:lnTo>
                  <a:lnTo>
                    <a:pt x="79248" y="193548"/>
                  </a:lnTo>
                  <a:lnTo>
                    <a:pt x="120396" y="210312"/>
                  </a:lnTo>
                  <a:lnTo>
                    <a:pt x="144703" y="241985"/>
                  </a:lnTo>
                  <a:lnTo>
                    <a:pt x="144780" y="245364"/>
                  </a:lnTo>
                  <a:lnTo>
                    <a:pt x="144780" y="225374"/>
                  </a:lnTo>
                  <a:lnTo>
                    <a:pt x="138112" y="218313"/>
                  </a:lnTo>
                  <a:lnTo>
                    <a:pt x="128790" y="210032"/>
                  </a:lnTo>
                  <a:lnTo>
                    <a:pt x="117348" y="201168"/>
                  </a:lnTo>
                  <a:lnTo>
                    <a:pt x="131064" y="205740"/>
                  </a:lnTo>
                  <a:lnTo>
                    <a:pt x="138684" y="207264"/>
                  </a:lnTo>
                  <a:lnTo>
                    <a:pt x="143256" y="208788"/>
                  </a:lnTo>
                  <a:lnTo>
                    <a:pt x="152400" y="208788"/>
                  </a:lnTo>
                  <a:lnTo>
                    <a:pt x="153924" y="207264"/>
                  </a:lnTo>
                  <a:lnTo>
                    <a:pt x="156972" y="205740"/>
                  </a:lnTo>
                  <a:lnTo>
                    <a:pt x="156972" y="201168"/>
                  </a:lnTo>
                  <a:lnTo>
                    <a:pt x="156972" y="196596"/>
                  </a:lnTo>
                  <a:close/>
                </a:path>
                <a:path extrusionOk="0" h="528954" w="157480">
                  <a:moveTo>
                    <a:pt x="156972" y="140208"/>
                  </a:moveTo>
                  <a:lnTo>
                    <a:pt x="155956" y="137160"/>
                  </a:lnTo>
                  <a:lnTo>
                    <a:pt x="155448" y="135636"/>
                  </a:lnTo>
                  <a:lnTo>
                    <a:pt x="152400" y="131064"/>
                  </a:lnTo>
                  <a:lnTo>
                    <a:pt x="147828" y="124968"/>
                  </a:lnTo>
                  <a:lnTo>
                    <a:pt x="141732" y="120396"/>
                  </a:lnTo>
                  <a:lnTo>
                    <a:pt x="134112" y="115824"/>
                  </a:lnTo>
                  <a:lnTo>
                    <a:pt x="131064" y="118872"/>
                  </a:lnTo>
                  <a:lnTo>
                    <a:pt x="137160" y="123444"/>
                  </a:lnTo>
                  <a:lnTo>
                    <a:pt x="141732" y="126492"/>
                  </a:lnTo>
                  <a:lnTo>
                    <a:pt x="146304" y="131064"/>
                  </a:lnTo>
                  <a:lnTo>
                    <a:pt x="146304" y="135636"/>
                  </a:lnTo>
                  <a:lnTo>
                    <a:pt x="144780" y="135636"/>
                  </a:lnTo>
                  <a:lnTo>
                    <a:pt x="144780" y="137160"/>
                  </a:lnTo>
                  <a:lnTo>
                    <a:pt x="141732" y="137160"/>
                  </a:lnTo>
                  <a:lnTo>
                    <a:pt x="138684" y="135636"/>
                  </a:lnTo>
                  <a:lnTo>
                    <a:pt x="134112" y="134112"/>
                  </a:lnTo>
                  <a:lnTo>
                    <a:pt x="128663" y="132588"/>
                  </a:lnTo>
                  <a:lnTo>
                    <a:pt x="57912" y="112776"/>
                  </a:lnTo>
                  <a:lnTo>
                    <a:pt x="64008" y="149352"/>
                  </a:lnTo>
                  <a:lnTo>
                    <a:pt x="68580" y="149352"/>
                  </a:lnTo>
                  <a:lnTo>
                    <a:pt x="68580" y="143256"/>
                  </a:lnTo>
                  <a:lnTo>
                    <a:pt x="67056" y="140208"/>
                  </a:lnTo>
                  <a:lnTo>
                    <a:pt x="67056" y="137160"/>
                  </a:lnTo>
                  <a:lnTo>
                    <a:pt x="68580" y="135636"/>
                  </a:lnTo>
                  <a:lnTo>
                    <a:pt x="68580" y="134112"/>
                  </a:lnTo>
                  <a:lnTo>
                    <a:pt x="70104" y="134112"/>
                  </a:lnTo>
                  <a:lnTo>
                    <a:pt x="71628" y="132588"/>
                  </a:lnTo>
                  <a:lnTo>
                    <a:pt x="74676" y="132588"/>
                  </a:lnTo>
                  <a:lnTo>
                    <a:pt x="79248" y="134112"/>
                  </a:lnTo>
                  <a:lnTo>
                    <a:pt x="86868" y="137160"/>
                  </a:lnTo>
                  <a:lnTo>
                    <a:pt x="135636" y="150876"/>
                  </a:lnTo>
                  <a:lnTo>
                    <a:pt x="141732" y="153924"/>
                  </a:lnTo>
                  <a:lnTo>
                    <a:pt x="152400" y="153924"/>
                  </a:lnTo>
                  <a:lnTo>
                    <a:pt x="155448" y="152400"/>
                  </a:lnTo>
                  <a:lnTo>
                    <a:pt x="156972" y="149352"/>
                  </a:lnTo>
                  <a:lnTo>
                    <a:pt x="156972" y="140208"/>
                  </a:lnTo>
                  <a:close/>
                </a:path>
                <a:path extrusionOk="0" h="528954" w="157480">
                  <a:moveTo>
                    <a:pt x="156972" y="62484"/>
                  </a:moveTo>
                  <a:lnTo>
                    <a:pt x="156845" y="60960"/>
                  </a:lnTo>
                  <a:lnTo>
                    <a:pt x="156400" y="55372"/>
                  </a:lnTo>
                  <a:lnTo>
                    <a:pt x="154686" y="47815"/>
                  </a:lnTo>
                  <a:lnTo>
                    <a:pt x="151828" y="39992"/>
                  </a:lnTo>
                  <a:lnTo>
                    <a:pt x="150876" y="38100"/>
                  </a:lnTo>
                  <a:lnTo>
                    <a:pt x="150876" y="60960"/>
                  </a:lnTo>
                  <a:lnTo>
                    <a:pt x="150876" y="65532"/>
                  </a:lnTo>
                  <a:lnTo>
                    <a:pt x="149352" y="70104"/>
                  </a:lnTo>
                  <a:lnTo>
                    <a:pt x="141732" y="77724"/>
                  </a:lnTo>
                  <a:lnTo>
                    <a:pt x="137160" y="79248"/>
                  </a:lnTo>
                  <a:lnTo>
                    <a:pt x="129540" y="79248"/>
                  </a:lnTo>
                  <a:lnTo>
                    <a:pt x="86868" y="65532"/>
                  </a:lnTo>
                  <a:lnTo>
                    <a:pt x="64008" y="35052"/>
                  </a:lnTo>
                  <a:lnTo>
                    <a:pt x="64008" y="30480"/>
                  </a:lnTo>
                  <a:lnTo>
                    <a:pt x="65532" y="25908"/>
                  </a:lnTo>
                  <a:lnTo>
                    <a:pt x="68580" y="22860"/>
                  </a:lnTo>
                  <a:lnTo>
                    <a:pt x="73152" y="19812"/>
                  </a:lnTo>
                  <a:lnTo>
                    <a:pt x="77724" y="18288"/>
                  </a:lnTo>
                  <a:lnTo>
                    <a:pt x="83820" y="18288"/>
                  </a:lnTo>
                  <a:lnTo>
                    <a:pt x="129540" y="32004"/>
                  </a:lnTo>
                  <a:lnTo>
                    <a:pt x="150876" y="60960"/>
                  </a:lnTo>
                  <a:lnTo>
                    <a:pt x="150876" y="38100"/>
                  </a:lnTo>
                  <a:lnTo>
                    <a:pt x="147828" y="32004"/>
                  </a:lnTo>
                  <a:lnTo>
                    <a:pt x="142938" y="25196"/>
                  </a:lnTo>
                  <a:lnTo>
                    <a:pt x="137350" y="18669"/>
                  </a:lnTo>
                  <a:lnTo>
                    <a:pt x="136931" y="18288"/>
                  </a:lnTo>
                  <a:lnTo>
                    <a:pt x="130886" y="12725"/>
                  </a:lnTo>
                  <a:lnTo>
                    <a:pt x="91440" y="0"/>
                  </a:lnTo>
                  <a:lnTo>
                    <a:pt x="84289" y="558"/>
                  </a:lnTo>
                  <a:lnTo>
                    <a:pt x="84074" y="558"/>
                  </a:lnTo>
                  <a:lnTo>
                    <a:pt x="60147" y="19812"/>
                  </a:lnTo>
                  <a:lnTo>
                    <a:pt x="58521" y="25908"/>
                  </a:lnTo>
                  <a:lnTo>
                    <a:pt x="58140" y="30480"/>
                  </a:lnTo>
                  <a:lnTo>
                    <a:pt x="58026" y="35052"/>
                  </a:lnTo>
                  <a:lnTo>
                    <a:pt x="58483" y="40627"/>
                  </a:lnTo>
                  <a:lnTo>
                    <a:pt x="78105" y="77152"/>
                  </a:lnTo>
                  <a:lnTo>
                    <a:pt x="115443" y="96964"/>
                  </a:lnTo>
                  <a:lnTo>
                    <a:pt x="123444" y="97536"/>
                  </a:lnTo>
                  <a:lnTo>
                    <a:pt x="130886" y="96964"/>
                  </a:lnTo>
                  <a:lnTo>
                    <a:pt x="153416" y="79248"/>
                  </a:lnTo>
                  <a:lnTo>
                    <a:pt x="154686" y="76581"/>
                  </a:lnTo>
                  <a:lnTo>
                    <a:pt x="156400" y="69964"/>
                  </a:lnTo>
                  <a:lnTo>
                    <a:pt x="156972" y="624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53" name="Google Shape;2153;p34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2994660" y="5132832"/>
              <a:ext cx="158495" cy="11155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154" name="Google Shape;2154;p34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4308348" y="9206483"/>
            <a:ext cx="184403" cy="42672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55" name="Google Shape;2155;p34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300727" y="8845296"/>
            <a:ext cx="158496" cy="283463"/>
          </a:xfrm>
          <a:prstGeom prst="rect">
            <a:avLst/>
          </a:prstGeom>
          <a:noFill/>
          <a:ln>
            <a:noFill/>
          </a:ln>
        </p:spPr>
      </p:pic>
      <p:pic>
        <p:nvPicPr>
          <p:cNvPr id="2156" name="Google Shape;2156;p34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4322064" y="8496300"/>
            <a:ext cx="137160" cy="283463"/>
          </a:xfrm>
          <a:prstGeom prst="rect">
            <a:avLst/>
          </a:prstGeom>
          <a:noFill/>
          <a:ln>
            <a:noFill/>
          </a:ln>
        </p:spPr>
      </p:pic>
      <p:pic>
        <p:nvPicPr>
          <p:cNvPr id="2157" name="Google Shape;2157;p34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4300727" y="7982711"/>
            <a:ext cx="192023" cy="441959"/>
          </a:xfrm>
          <a:prstGeom prst="rect">
            <a:avLst/>
          </a:prstGeom>
          <a:noFill/>
          <a:ln>
            <a:noFill/>
          </a:ln>
        </p:spPr>
      </p:pic>
      <p:pic>
        <p:nvPicPr>
          <p:cNvPr id="2158" name="Google Shape;2158;p34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4352544" y="7684007"/>
            <a:ext cx="106680" cy="21336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59" name="Google Shape;2159;p34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352544" y="7321296"/>
            <a:ext cx="106680" cy="289559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0" name="Google Shape;2160;p34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322064" y="6899147"/>
            <a:ext cx="137160" cy="35814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1" name="Google Shape;2161;p34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4300727" y="6691883"/>
            <a:ext cx="158495" cy="1341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2" name="Google Shape;2162;p34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300727" y="6356603"/>
            <a:ext cx="158496" cy="2651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63" name="Google Shape;2163;p34"/>
          <p:cNvGrpSpPr/>
          <p:nvPr/>
        </p:nvGrpSpPr>
        <p:grpSpPr>
          <a:xfrm>
            <a:off x="4305300" y="5798819"/>
            <a:ext cx="154305" cy="472440"/>
            <a:chOff x="4305300" y="5798819"/>
            <a:chExt cx="154305" cy="472440"/>
          </a:xfrm>
        </p:grpSpPr>
        <p:pic>
          <p:nvPicPr>
            <p:cNvPr id="2164" name="Google Shape;2164;p34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305300" y="6184391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65" name="Google Shape;2165;p34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4305300" y="6070091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66" name="Google Shape;2166;p34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4305300" y="5961888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67" name="Google Shape;2167;p34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4305300" y="5847587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68" name="Google Shape;2168;p34"/>
            <p:cNvSpPr/>
            <p:nvPr/>
          </p:nvSpPr>
          <p:spPr>
            <a:xfrm>
              <a:off x="4434840" y="5798819"/>
              <a:ext cx="24765" cy="24765"/>
            </a:xfrm>
            <a:custGeom>
              <a:rect b="b" l="l" r="r" t="t"/>
              <a:pathLst>
                <a:path extrusionOk="0" h="24764" w="24764">
                  <a:moveTo>
                    <a:pt x="18288" y="24384"/>
                  </a:moveTo>
                  <a:lnTo>
                    <a:pt x="6096" y="24384"/>
                  </a:lnTo>
                  <a:lnTo>
                    <a:pt x="3048" y="21336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5240" y="0"/>
                  </a:lnTo>
                  <a:lnTo>
                    <a:pt x="18288" y="1524"/>
                  </a:lnTo>
                  <a:lnTo>
                    <a:pt x="22860" y="6096"/>
                  </a:lnTo>
                  <a:lnTo>
                    <a:pt x="24384" y="9144"/>
                  </a:lnTo>
                  <a:lnTo>
                    <a:pt x="24384" y="16764"/>
                  </a:lnTo>
                  <a:lnTo>
                    <a:pt x="22860" y="19812"/>
                  </a:lnTo>
                  <a:lnTo>
                    <a:pt x="18288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169" name="Google Shape;2169;p34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4300728" y="4754879"/>
            <a:ext cx="158496" cy="961643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0" name="Google Shape;2170;p34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4567428" y="9462516"/>
            <a:ext cx="155448" cy="1645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71" name="Google Shape;2171;p34"/>
          <p:cNvGrpSpPr/>
          <p:nvPr/>
        </p:nvGrpSpPr>
        <p:grpSpPr>
          <a:xfrm>
            <a:off x="4572000" y="8903207"/>
            <a:ext cx="187958" cy="463803"/>
            <a:chOff x="4572000" y="8903207"/>
            <a:chExt cx="187958" cy="463803"/>
          </a:xfrm>
        </p:grpSpPr>
        <p:sp>
          <p:nvSpPr>
            <p:cNvPr id="2172" name="Google Shape;2172;p34"/>
            <p:cNvSpPr/>
            <p:nvPr/>
          </p:nvSpPr>
          <p:spPr>
            <a:xfrm>
              <a:off x="4572000" y="9308591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2"/>
                  </a:moveTo>
                  <a:lnTo>
                    <a:pt x="0" y="22860"/>
                  </a:lnTo>
                  <a:lnTo>
                    <a:pt x="0" y="18288"/>
                  </a:lnTo>
                  <a:lnTo>
                    <a:pt x="138684" y="18288"/>
                  </a:lnTo>
                  <a:lnTo>
                    <a:pt x="141732" y="16764"/>
                  </a:lnTo>
                  <a:lnTo>
                    <a:pt x="143256" y="16764"/>
                  </a:lnTo>
                  <a:lnTo>
                    <a:pt x="146304" y="13716"/>
                  </a:lnTo>
                  <a:lnTo>
                    <a:pt x="147828" y="10668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4"/>
                  </a:lnTo>
                  <a:lnTo>
                    <a:pt x="147828" y="54864"/>
                  </a:lnTo>
                  <a:lnTo>
                    <a:pt x="147828" y="44196"/>
                  </a:lnTo>
                  <a:lnTo>
                    <a:pt x="146304" y="42672"/>
                  </a:lnTo>
                  <a:lnTo>
                    <a:pt x="144780" y="39624"/>
                  </a:lnTo>
                  <a:lnTo>
                    <a:pt x="143256" y="38100"/>
                  </a:lnTo>
                  <a:lnTo>
                    <a:pt x="141732" y="38100"/>
                  </a:lnTo>
                  <a:lnTo>
                    <a:pt x="140208" y="36576"/>
                  </a:lnTo>
                  <a:lnTo>
                    <a:pt x="25908" y="36576"/>
                  </a:lnTo>
                  <a:lnTo>
                    <a:pt x="22860" y="38100"/>
                  </a:lnTo>
                  <a:lnTo>
                    <a:pt x="21336" y="38100"/>
                  </a:lnTo>
                  <a:lnTo>
                    <a:pt x="18288" y="41148"/>
                  </a:lnTo>
                  <a:lnTo>
                    <a:pt x="16764" y="41148"/>
                  </a:lnTo>
                  <a:lnTo>
                    <a:pt x="16764" y="48768"/>
                  </a:lnTo>
                  <a:lnTo>
                    <a:pt x="18288" y="51816"/>
                  </a:lnTo>
                  <a:lnTo>
                    <a:pt x="19812" y="56388"/>
                  </a:lnTo>
                  <a:lnTo>
                    <a:pt x="16764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73" name="Google Shape;2173;p34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4572000" y="8956548"/>
              <a:ext cx="152400" cy="3154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74" name="Google Shape;2174;p34"/>
            <p:cNvSpPr/>
            <p:nvPr/>
          </p:nvSpPr>
          <p:spPr>
            <a:xfrm>
              <a:off x="4701539" y="8903207"/>
              <a:ext cx="58419" cy="33655"/>
            </a:xfrm>
            <a:custGeom>
              <a:rect b="b" l="l" r="r" t="t"/>
              <a:pathLst>
                <a:path extrusionOk="0" h="33654" w="58420">
                  <a:moveTo>
                    <a:pt x="19812" y="33528"/>
                  </a:moveTo>
                  <a:lnTo>
                    <a:pt x="9144" y="33528"/>
                  </a:lnTo>
                  <a:lnTo>
                    <a:pt x="6096" y="32004"/>
                  </a:lnTo>
                  <a:lnTo>
                    <a:pt x="1524" y="27432"/>
                  </a:lnTo>
                  <a:lnTo>
                    <a:pt x="0" y="22860"/>
                  </a:lnTo>
                  <a:lnTo>
                    <a:pt x="0" y="15240"/>
                  </a:lnTo>
                  <a:lnTo>
                    <a:pt x="6096" y="6096"/>
                  </a:lnTo>
                  <a:lnTo>
                    <a:pt x="10668" y="3048"/>
                  </a:lnTo>
                  <a:lnTo>
                    <a:pt x="16764" y="0"/>
                  </a:lnTo>
                  <a:lnTo>
                    <a:pt x="30480" y="0"/>
                  </a:lnTo>
                  <a:lnTo>
                    <a:pt x="36576" y="3048"/>
                  </a:lnTo>
                  <a:lnTo>
                    <a:pt x="42672" y="9144"/>
                  </a:lnTo>
                  <a:lnTo>
                    <a:pt x="44529" y="10668"/>
                  </a:lnTo>
                  <a:lnTo>
                    <a:pt x="22860" y="10668"/>
                  </a:lnTo>
                  <a:lnTo>
                    <a:pt x="22860" y="12192"/>
                  </a:lnTo>
                  <a:lnTo>
                    <a:pt x="21336" y="12192"/>
                  </a:lnTo>
                  <a:lnTo>
                    <a:pt x="21336" y="13716"/>
                  </a:lnTo>
                  <a:lnTo>
                    <a:pt x="22860" y="15240"/>
                  </a:lnTo>
                  <a:lnTo>
                    <a:pt x="24384" y="18288"/>
                  </a:lnTo>
                  <a:lnTo>
                    <a:pt x="24384" y="28956"/>
                  </a:lnTo>
                  <a:lnTo>
                    <a:pt x="21336" y="30480"/>
                  </a:lnTo>
                  <a:lnTo>
                    <a:pt x="19812" y="33528"/>
                  </a:lnTo>
                  <a:close/>
                </a:path>
                <a:path extrusionOk="0" h="33654" w="58420">
                  <a:moveTo>
                    <a:pt x="57912" y="33528"/>
                  </a:moveTo>
                  <a:lnTo>
                    <a:pt x="53340" y="33528"/>
                  </a:lnTo>
                  <a:lnTo>
                    <a:pt x="51816" y="27432"/>
                  </a:lnTo>
                  <a:lnTo>
                    <a:pt x="47244" y="21336"/>
                  </a:lnTo>
                  <a:lnTo>
                    <a:pt x="42672" y="16764"/>
                  </a:lnTo>
                  <a:lnTo>
                    <a:pt x="36576" y="13716"/>
                  </a:lnTo>
                  <a:lnTo>
                    <a:pt x="32004" y="10668"/>
                  </a:lnTo>
                  <a:lnTo>
                    <a:pt x="44529" y="10668"/>
                  </a:lnTo>
                  <a:lnTo>
                    <a:pt x="47839" y="13382"/>
                  </a:lnTo>
                  <a:lnTo>
                    <a:pt x="52006" y="19050"/>
                  </a:lnTo>
                  <a:lnTo>
                    <a:pt x="55316" y="25860"/>
                  </a:lnTo>
                  <a:lnTo>
                    <a:pt x="57912" y="335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175" name="Google Shape;2175;p34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4567427" y="8560307"/>
            <a:ext cx="158496" cy="2651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76" name="Google Shape;2176;p34"/>
          <p:cNvGrpSpPr/>
          <p:nvPr/>
        </p:nvGrpSpPr>
        <p:grpSpPr>
          <a:xfrm>
            <a:off x="4572000" y="8049767"/>
            <a:ext cx="152400" cy="423672"/>
            <a:chOff x="4572000" y="8049767"/>
            <a:chExt cx="152400" cy="423672"/>
          </a:xfrm>
        </p:grpSpPr>
        <p:pic>
          <p:nvPicPr>
            <p:cNvPr id="2177" name="Google Shape;2177;p34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4572000" y="8386571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78" name="Google Shape;2178;p34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4572000" y="8272272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79" name="Google Shape;2179;p34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4572000" y="8164067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80" name="Google Shape;2180;p34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4572000" y="8049767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181" name="Google Shape;2181;p34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4567427" y="7653527"/>
            <a:ext cx="158496" cy="31851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82" name="Google Shape;2182;p34"/>
          <p:cNvGrpSpPr/>
          <p:nvPr/>
        </p:nvGrpSpPr>
        <p:grpSpPr>
          <a:xfrm>
            <a:off x="4572000" y="7091172"/>
            <a:ext cx="187958" cy="481584"/>
            <a:chOff x="4572000" y="7091172"/>
            <a:chExt cx="187958" cy="481584"/>
          </a:xfrm>
        </p:grpSpPr>
        <p:pic>
          <p:nvPicPr>
            <p:cNvPr id="2183" name="Google Shape;2183;p34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4572000" y="7479792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84" name="Google Shape;2184;p34"/>
            <p:cNvSpPr/>
            <p:nvPr/>
          </p:nvSpPr>
          <p:spPr>
            <a:xfrm>
              <a:off x="4701539" y="7426452"/>
              <a:ext cx="58419" cy="33655"/>
            </a:xfrm>
            <a:custGeom>
              <a:rect b="b" l="l" r="r" t="t"/>
              <a:pathLst>
                <a:path extrusionOk="0" h="33654" w="58420">
                  <a:moveTo>
                    <a:pt x="19812" y="33528"/>
                  </a:moveTo>
                  <a:lnTo>
                    <a:pt x="6096" y="33528"/>
                  </a:lnTo>
                  <a:lnTo>
                    <a:pt x="4572" y="30480"/>
                  </a:lnTo>
                  <a:lnTo>
                    <a:pt x="1524" y="27432"/>
                  </a:lnTo>
                  <a:lnTo>
                    <a:pt x="0" y="24384"/>
                  </a:lnTo>
                  <a:lnTo>
                    <a:pt x="0" y="15240"/>
                  </a:lnTo>
                  <a:lnTo>
                    <a:pt x="6096" y="6096"/>
                  </a:lnTo>
                  <a:lnTo>
                    <a:pt x="10668" y="3048"/>
                  </a:lnTo>
                  <a:lnTo>
                    <a:pt x="16764" y="0"/>
                  </a:lnTo>
                  <a:lnTo>
                    <a:pt x="30480" y="0"/>
                  </a:lnTo>
                  <a:lnTo>
                    <a:pt x="36576" y="3048"/>
                  </a:lnTo>
                  <a:lnTo>
                    <a:pt x="42672" y="9144"/>
                  </a:lnTo>
                  <a:lnTo>
                    <a:pt x="44529" y="10668"/>
                  </a:lnTo>
                  <a:lnTo>
                    <a:pt x="24384" y="10668"/>
                  </a:lnTo>
                  <a:lnTo>
                    <a:pt x="22860" y="12192"/>
                  </a:lnTo>
                  <a:lnTo>
                    <a:pt x="21336" y="12192"/>
                  </a:lnTo>
                  <a:lnTo>
                    <a:pt x="21336" y="15240"/>
                  </a:lnTo>
                  <a:lnTo>
                    <a:pt x="24384" y="18288"/>
                  </a:lnTo>
                  <a:lnTo>
                    <a:pt x="24384" y="28956"/>
                  </a:lnTo>
                  <a:lnTo>
                    <a:pt x="21336" y="30480"/>
                  </a:lnTo>
                  <a:lnTo>
                    <a:pt x="19812" y="33528"/>
                  </a:lnTo>
                  <a:close/>
                </a:path>
                <a:path extrusionOk="0" h="33654" w="58420">
                  <a:moveTo>
                    <a:pt x="57912" y="33528"/>
                  </a:moveTo>
                  <a:lnTo>
                    <a:pt x="53340" y="33528"/>
                  </a:lnTo>
                  <a:lnTo>
                    <a:pt x="51816" y="27432"/>
                  </a:lnTo>
                  <a:lnTo>
                    <a:pt x="47244" y="21336"/>
                  </a:lnTo>
                  <a:lnTo>
                    <a:pt x="42672" y="16764"/>
                  </a:lnTo>
                  <a:lnTo>
                    <a:pt x="36576" y="13716"/>
                  </a:lnTo>
                  <a:lnTo>
                    <a:pt x="32004" y="10668"/>
                  </a:lnTo>
                  <a:lnTo>
                    <a:pt x="44529" y="10668"/>
                  </a:lnTo>
                  <a:lnTo>
                    <a:pt x="47839" y="13382"/>
                  </a:lnTo>
                  <a:lnTo>
                    <a:pt x="52006" y="19050"/>
                  </a:lnTo>
                  <a:lnTo>
                    <a:pt x="55316" y="25860"/>
                  </a:lnTo>
                  <a:lnTo>
                    <a:pt x="57912" y="335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85" name="Google Shape;2185;p34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4572000" y="7091172"/>
              <a:ext cx="152400" cy="31546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186" name="Google Shape;2186;p34"/>
          <p:cNvGrpSpPr/>
          <p:nvPr/>
        </p:nvGrpSpPr>
        <p:grpSpPr>
          <a:xfrm>
            <a:off x="4571987" y="6387084"/>
            <a:ext cx="154305" cy="631063"/>
            <a:chOff x="4571987" y="6387084"/>
            <a:chExt cx="154305" cy="631063"/>
          </a:xfrm>
        </p:grpSpPr>
        <p:sp>
          <p:nvSpPr>
            <p:cNvPr id="2187" name="Google Shape;2187;p34"/>
            <p:cNvSpPr/>
            <p:nvPr/>
          </p:nvSpPr>
          <p:spPr>
            <a:xfrm>
              <a:off x="4571987" y="6504432"/>
              <a:ext cx="154305" cy="513715"/>
            </a:xfrm>
            <a:custGeom>
              <a:rect b="b" l="l" r="r" t="t"/>
              <a:pathLst>
                <a:path extrusionOk="0" h="513715" w="154304">
                  <a:moveTo>
                    <a:pt x="150876" y="152400"/>
                  </a:moveTo>
                  <a:lnTo>
                    <a:pt x="147828" y="152400"/>
                  </a:lnTo>
                  <a:lnTo>
                    <a:pt x="147828" y="163068"/>
                  </a:lnTo>
                  <a:lnTo>
                    <a:pt x="146304" y="167640"/>
                  </a:lnTo>
                  <a:lnTo>
                    <a:pt x="143256" y="170688"/>
                  </a:lnTo>
                  <a:lnTo>
                    <a:pt x="140208" y="172212"/>
                  </a:lnTo>
                  <a:lnTo>
                    <a:pt x="135636" y="173736"/>
                  </a:lnTo>
                  <a:lnTo>
                    <a:pt x="19812" y="173736"/>
                  </a:lnTo>
                  <a:lnTo>
                    <a:pt x="15240" y="172212"/>
                  </a:lnTo>
                  <a:lnTo>
                    <a:pt x="12192" y="170688"/>
                  </a:lnTo>
                  <a:lnTo>
                    <a:pt x="9144" y="167640"/>
                  </a:lnTo>
                  <a:lnTo>
                    <a:pt x="6096" y="163068"/>
                  </a:lnTo>
                  <a:lnTo>
                    <a:pt x="6096" y="152400"/>
                  </a:lnTo>
                  <a:lnTo>
                    <a:pt x="3048" y="152400"/>
                  </a:lnTo>
                  <a:lnTo>
                    <a:pt x="3048" y="193548"/>
                  </a:lnTo>
                  <a:lnTo>
                    <a:pt x="118872" y="248412"/>
                  </a:lnTo>
                  <a:lnTo>
                    <a:pt x="3048" y="304800"/>
                  </a:lnTo>
                  <a:lnTo>
                    <a:pt x="3048" y="347472"/>
                  </a:lnTo>
                  <a:lnTo>
                    <a:pt x="6096" y="347472"/>
                  </a:lnTo>
                  <a:lnTo>
                    <a:pt x="6096" y="341376"/>
                  </a:lnTo>
                  <a:lnTo>
                    <a:pt x="7620" y="336804"/>
                  </a:lnTo>
                  <a:lnTo>
                    <a:pt x="10668" y="330708"/>
                  </a:lnTo>
                  <a:lnTo>
                    <a:pt x="13716" y="327660"/>
                  </a:lnTo>
                  <a:lnTo>
                    <a:pt x="16764" y="326136"/>
                  </a:lnTo>
                  <a:lnTo>
                    <a:pt x="140208" y="326136"/>
                  </a:lnTo>
                  <a:lnTo>
                    <a:pt x="141732" y="327660"/>
                  </a:lnTo>
                  <a:lnTo>
                    <a:pt x="146304" y="330708"/>
                  </a:lnTo>
                  <a:lnTo>
                    <a:pt x="147828" y="335280"/>
                  </a:lnTo>
                  <a:lnTo>
                    <a:pt x="147828" y="347472"/>
                  </a:lnTo>
                  <a:lnTo>
                    <a:pt x="150876" y="347472"/>
                  </a:lnTo>
                  <a:lnTo>
                    <a:pt x="150876" y="295656"/>
                  </a:lnTo>
                  <a:lnTo>
                    <a:pt x="147828" y="295656"/>
                  </a:lnTo>
                  <a:lnTo>
                    <a:pt x="147828" y="306324"/>
                  </a:lnTo>
                  <a:lnTo>
                    <a:pt x="146304" y="310896"/>
                  </a:lnTo>
                  <a:lnTo>
                    <a:pt x="143256" y="313944"/>
                  </a:lnTo>
                  <a:lnTo>
                    <a:pt x="140208" y="315468"/>
                  </a:lnTo>
                  <a:lnTo>
                    <a:pt x="135636" y="316992"/>
                  </a:lnTo>
                  <a:lnTo>
                    <a:pt x="27432" y="316992"/>
                  </a:lnTo>
                  <a:lnTo>
                    <a:pt x="150876" y="257556"/>
                  </a:lnTo>
                  <a:lnTo>
                    <a:pt x="150876" y="254508"/>
                  </a:lnTo>
                  <a:lnTo>
                    <a:pt x="27432" y="195072"/>
                  </a:lnTo>
                  <a:lnTo>
                    <a:pt x="140208" y="195072"/>
                  </a:lnTo>
                  <a:lnTo>
                    <a:pt x="141732" y="196596"/>
                  </a:lnTo>
                  <a:lnTo>
                    <a:pt x="146304" y="199644"/>
                  </a:lnTo>
                  <a:lnTo>
                    <a:pt x="147828" y="204216"/>
                  </a:lnTo>
                  <a:lnTo>
                    <a:pt x="147828" y="216408"/>
                  </a:lnTo>
                  <a:lnTo>
                    <a:pt x="150876" y="216408"/>
                  </a:lnTo>
                  <a:lnTo>
                    <a:pt x="150876" y="152400"/>
                  </a:lnTo>
                  <a:close/>
                </a:path>
                <a:path extrusionOk="0" h="513715" w="154304">
                  <a:moveTo>
                    <a:pt x="153924" y="371856"/>
                  </a:moveTo>
                  <a:lnTo>
                    <a:pt x="19812" y="371856"/>
                  </a:lnTo>
                  <a:lnTo>
                    <a:pt x="15240" y="370332"/>
                  </a:lnTo>
                  <a:lnTo>
                    <a:pt x="12192" y="368808"/>
                  </a:lnTo>
                  <a:lnTo>
                    <a:pt x="6096" y="362712"/>
                  </a:lnTo>
                  <a:lnTo>
                    <a:pt x="6096" y="350520"/>
                  </a:lnTo>
                  <a:lnTo>
                    <a:pt x="3048" y="350520"/>
                  </a:lnTo>
                  <a:lnTo>
                    <a:pt x="3048" y="402336"/>
                  </a:lnTo>
                  <a:lnTo>
                    <a:pt x="6096" y="402336"/>
                  </a:lnTo>
                  <a:lnTo>
                    <a:pt x="6096" y="391668"/>
                  </a:lnTo>
                  <a:lnTo>
                    <a:pt x="7620" y="387096"/>
                  </a:lnTo>
                  <a:lnTo>
                    <a:pt x="10668" y="384048"/>
                  </a:lnTo>
                  <a:lnTo>
                    <a:pt x="13716" y="382524"/>
                  </a:lnTo>
                  <a:lnTo>
                    <a:pt x="19812" y="381000"/>
                  </a:lnTo>
                  <a:lnTo>
                    <a:pt x="115824" y="381000"/>
                  </a:lnTo>
                  <a:lnTo>
                    <a:pt x="3048" y="475488"/>
                  </a:lnTo>
                  <a:lnTo>
                    <a:pt x="3048" y="513588"/>
                  </a:lnTo>
                  <a:lnTo>
                    <a:pt x="7620" y="513588"/>
                  </a:lnTo>
                  <a:lnTo>
                    <a:pt x="7620" y="505968"/>
                  </a:lnTo>
                  <a:lnTo>
                    <a:pt x="9144" y="504444"/>
                  </a:lnTo>
                  <a:lnTo>
                    <a:pt x="10668" y="499872"/>
                  </a:lnTo>
                  <a:lnTo>
                    <a:pt x="13716" y="493776"/>
                  </a:lnTo>
                  <a:lnTo>
                    <a:pt x="15240" y="492252"/>
                  </a:lnTo>
                  <a:lnTo>
                    <a:pt x="19812" y="489204"/>
                  </a:lnTo>
                  <a:lnTo>
                    <a:pt x="24384" y="484632"/>
                  </a:lnTo>
                  <a:lnTo>
                    <a:pt x="140208" y="484632"/>
                  </a:lnTo>
                  <a:lnTo>
                    <a:pt x="141732" y="486156"/>
                  </a:lnTo>
                  <a:lnTo>
                    <a:pt x="146304" y="489204"/>
                  </a:lnTo>
                  <a:lnTo>
                    <a:pt x="147828" y="493776"/>
                  </a:lnTo>
                  <a:lnTo>
                    <a:pt x="147828" y="505968"/>
                  </a:lnTo>
                  <a:lnTo>
                    <a:pt x="150876" y="505968"/>
                  </a:lnTo>
                  <a:lnTo>
                    <a:pt x="150876" y="454152"/>
                  </a:lnTo>
                  <a:lnTo>
                    <a:pt x="147828" y="454152"/>
                  </a:lnTo>
                  <a:lnTo>
                    <a:pt x="147828" y="464820"/>
                  </a:lnTo>
                  <a:lnTo>
                    <a:pt x="146304" y="469392"/>
                  </a:lnTo>
                  <a:lnTo>
                    <a:pt x="143256" y="472440"/>
                  </a:lnTo>
                  <a:lnTo>
                    <a:pt x="140208" y="473964"/>
                  </a:lnTo>
                  <a:lnTo>
                    <a:pt x="135636" y="475488"/>
                  </a:lnTo>
                  <a:lnTo>
                    <a:pt x="35052" y="475488"/>
                  </a:lnTo>
                  <a:lnTo>
                    <a:pt x="153924" y="374904"/>
                  </a:lnTo>
                  <a:lnTo>
                    <a:pt x="153924" y="371856"/>
                  </a:lnTo>
                  <a:close/>
                </a:path>
                <a:path extrusionOk="0" h="513715" w="154304">
                  <a:moveTo>
                    <a:pt x="153924" y="73152"/>
                  </a:moveTo>
                  <a:lnTo>
                    <a:pt x="152527" y="58851"/>
                  </a:lnTo>
                  <a:lnTo>
                    <a:pt x="148386" y="45516"/>
                  </a:lnTo>
                  <a:lnTo>
                    <a:pt x="146304" y="41643"/>
                  </a:lnTo>
                  <a:lnTo>
                    <a:pt x="146304" y="73152"/>
                  </a:lnTo>
                  <a:lnTo>
                    <a:pt x="145427" y="82867"/>
                  </a:lnTo>
                  <a:lnTo>
                    <a:pt x="120777" y="112039"/>
                  </a:lnTo>
                  <a:lnTo>
                    <a:pt x="76200" y="120396"/>
                  </a:lnTo>
                  <a:lnTo>
                    <a:pt x="59944" y="119519"/>
                  </a:lnTo>
                  <a:lnTo>
                    <a:pt x="22860" y="105156"/>
                  </a:lnTo>
                  <a:lnTo>
                    <a:pt x="7620" y="73152"/>
                  </a:lnTo>
                  <a:lnTo>
                    <a:pt x="8509" y="63423"/>
                  </a:lnTo>
                  <a:lnTo>
                    <a:pt x="8585" y="63182"/>
                  </a:lnTo>
                  <a:lnTo>
                    <a:pt x="11239" y="54673"/>
                  </a:lnTo>
                  <a:lnTo>
                    <a:pt x="45910" y="28575"/>
                  </a:lnTo>
                  <a:lnTo>
                    <a:pt x="79248" y="24384"/>
                  </a:lnTo>
                  <a:lnTo>
                    <a:pt x="95275" y="25247"/>
                  </a:lnTo>
                  <a:lnTo>
                    <a:pt x="137947" y="45516"/>
                  </a:lnTo>
                  <a:lnTo>
                    <a:pt x="146304" y="73152"/>
                  </a:lnTo>
                  <a:lnTo>
                    <a:pt x="146304" y="41643"/>
                  </a:lnTo>
                  <a:lnTo>
                    <a:pt x="120573" y="12217"/>
                  </a:lnTo>
                  <a:lnTo>
                    <a:pt x="76200" y="0"/>
                  </a:lnTo>
                  <a:lnTo>
                    <a:pt x="60769" y="1409"/>
                  </a:lnTo>
                  <a:lnTo>
                    <a:pt x="21336" y="21336"/>
                  </a:lnTo>
                  <a:lnTo>
                    <a:pt x="1409" y="57340"/>
                  </a:lnTo>
                  <a:lnTo>
                    <a:pt x="0" y="71628"/>
                  </a:lnTo>
                  <a:lnTo>
                    <a:pt x="127" y="73152"/>
                  </a:lnTo>
                  <a:lnTo>
                    <a:pt x="1168" y="85915"/>
                  </a:lnTo>
                  <a:lnTo>
                    <a:pt x="19812" y="121920"/>
                  </a:lnTo>
                  <a:lnTo>
                    <a:pt x="59677" y="143357"/>
                  </a:lnTo>
                  <a:lnTo>
                    <a:pt x="76200" y="144780"/>
                  </a:lnTo>
                  <a:lnTo>
                    <a:pt x="92735" y="143624"/>
                  </a:lnTo>
                  <a:lnTo>
                    <a:pt x="107823" y="140017"/>
                  </a:lnTo>
                  <a:lnTo>
                    <a:pt x="121208" y="133858"/>
                  </a:lnTo>
                  <a:lnTo>
                    <a:pt x="132588" y="124968"/>
                  </a:lnTo>
                  <a:lnTo>
                    <a:pt x="136347" y="120396"/>
                  </a:lnTo>
                  <a:lnTo>
                    <a:pt x="141719" y="113880"/>
                  </a:lnTo>
                  <a:lnTo>
                    <a:pt x="148399" y="101346"/>
                  </a:lnTo>
                  <a:lnTo>
                    <a:pt x="152527" y="87680"/>
                  </a:lnTo>
                  <a:lnTo>
                    <a:pt x="153924" y="73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88" name="Google Shape;2188;p34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4572000" y="6387084"/>
              <a:ext cx="153924" cy="960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189" name="Google Shape;2189;p34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4567428" y="5399532"/>
            <a:ext cx="158496" cy="9067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90" name="Google Shape;2190;p34"/>
          <p:cNvGrpSpPr/>
          <p:nvPr/>
        </p:nvGrpSpPr>
        <p:grpSpPr>
          <a:xfrm>
            <a:off x="4567427" y="4754879"/>
            <a:ext cx="158496" cy="560832"/>
            <a:chOff x="4567427" y="4754879"/>
            <a:chExt cx="158496" cy="560832"/>
          </a:xfrm>
        </p:grpSpPr>
        <p:pic>
          <p:nvPicPr>
            <p:cNvPr id="2191" name="Google Shape;2191;p34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4567427" y="5045964"/>
              <a:ext cx="158496" cy="26974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92" name="Google Shape;2192;p34"/>
            <p:cNvSpPr/>
            <p:nvPr/>
          </p:nvSpPr>
          <p:spPr>
            <a:xfrm>
              <a:off x="4571999" y="4985003"/>
              <a:ext cx="58419" cy="33655"/>
            </a:xfrm>
            <a:custGeom>
              <a:rect b="b" l="l" r="r" t="t"/>
              <a:pathLst>
                <a:path extrusionOk="0" h="33654" w="58420">
                  <a:moveTo>
                    <a:pt x="16764" y="33528"/>
                  </a:moveTo>
                  <a:lnTo>
                    <a:pt x="9144" y="33528"/>
                  </a:lnTo>
                  <a:lnTo>
                    <a:pt x="6096" y="32004"/>
                  </a:lnTo>
                  <a:lnTo>
                    <a:pt x="1524" y="27432"/>
                  </a:lnTo>
                  <a:lnTo>
                    <a:pt x="0" y="24384"/>
                  </a:lnTo>
                  <a:lnTo>
                    <a:pt x="0" y="13716"/>
                  </a:lnTo>
                  <a:lnTo>
                    <a:pt x="3048" y="10668"/>
                  </a:lnTo>
                  <a:lnTo>
                    <a:pt x="6096" y="6096"/>
                  </a:lnTo>
                  <a:lnTo>
                    <a:pt x="10668" y="1524"/>
                  </a:lnTo>
                  <a:lnTo>
                    <a:pt x="16764" y="0"/>
                  </a:lnTo>
                  <a:lnTo>
                    <a:pt x="30480" y="0"/>
                  </a:lnTo>
                  <a:lnTo>
                    <a:pt x="39624" y="3048"/>
                  </a:lnTo>
                  <a:lnTo>
                    <a:pt x="45720" y="10668"/>
                  </a:lnTo>
                  <a:lnTo>
                    <a:pt x="25908" y="10668"/>
                  </a:lnTo>
                  <a:lnTo>
                    <a:pt x="22860" y="13716"/>
                  </a:lnTo>
                  <a:lnTo>
                    <a:pt x="22860" y="16764"/>
                  </a:lnTo>
                  <a:lnTo>
                    <a:pt x="24384" y="18288"/>
                  </a:lnTo>
                  <a:lnTo>
                    <a:pt x="24384" y="25908"/>
                  </a:lnTo>
                  <a:lnTo>
                    <a:pt x="22860" y="27432"/>
                  </a:lnTo>
                  <a:lnTo>
                    <a:pt x="21336" y="30480"/>
                  </a:lnTo>
                  <a:lnTo>
                    <a:pt x="19812" y="32004"/>
                  </a:lnTo>
                  <a:lnTo>
                    <a:pt x="16764" y="33528"/>
                  </a:lnTo>
                  <a:close/>
                </a:path>
                <a:path extrusionOk="0" h="33654" w="58420">
                  <a:moveTo>
                    <a:pt x="57912" y="28956"/>
                  </a:moveTo>
                  <a:lnTo>
                    <a:pt x="53340" y="28956"/>
                  </a:lnTo>
                  <a:lnTo>
                    <a:pt x="48768" y="21336"/>
                  </a:lnTo>
                  <a:lnTo>
                    <a:pt x="44196" y="16764"/>
                  </a:lnTo>
                  <a:lnTo>
                    <a:pt x="39624" y="13716"/>
                  </a:lnTo>
                  <a:lnTo>
                    <a:pt x="33528" y="10668"/>
                  </a:lnTo>
                  <a:lnTo>
                    <a:pt x="45720" y="10668"/>
                  </a:lnTo>
                  <a:lnTo>
                    <a:pt x="51816" y="13716"/>
                  </a:lnTo>
                  <a:lnTo>
                    <a:pt x="57912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93" name="Google Shape;2193;p34"/>
            <p:cNvPicPr preferRelativeResize="0"/>
            <p:nvPr/>
          </p:nvPicPr>
          <p:blipFill rotWithShape="1">
            <a:blip r:embed="rId81">
              <a:alphaModFix/>
            </a:blip>
            <a:srcRect b="0" l="0" r="0" t="0"/>
            <a:stretch/>
          </p:blipFill>
          <p:spPr>
            <a:xfrm>
              <a:off x="4567427" y="4754879"/>
              <a:ext cx="158495" cy="20269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194" name="Google Shape;2194;p34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4834128" y="9462516"/>
            <a:ext cx="155448" cy="164592"/>
          </a:xfrm>
          <a:prstGeom prst="rect">
            <a:avLst/>
          </a:prstGeom>
          <a:noFill/>
          <a:ln>
            <a:noFill/>
          </a:ln>
        </p:spPr>
      </p:pic>
      <p:pic>
        <p:nvPicPr>
          <p:cNvPr id="2195" name="Google Shape;2195;p34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4885944" y="9288780"/>
            <a:ext cx="106680" cy="9144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96" name="Google Shape;2196;p34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4838700" y="8993123"/>
            <a:ext cx="153924" cy="21183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97" name="Google Shape;2197;p34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4885944" y="8209788"/>
            <a:ext cx="150876" cy="70866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98" name="Google Shape;2198;p34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4834127" y="7783067"/>
            <a:ext cx="158496" cy="32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2199" name="Google Shape;2199;p34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4834127" y="7217664"/>
            <a:ext cx="158496" cy="47548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0" name="Google Shape;2200;p34"/>
          <p:cNvPicPr preferRelativeResize="0"/>
          <p:nvPr/>
        </p:nvPicPr>
        <p:blipFill rotWithShape="1">
          <a:blip r:embed="rId88">
            <a:alphaModFix/>
          </a:blip>
          <a:srcRect b="0" l="0" r="0" t="0"/>
          <a:stretch/>
        </p:blipFill>
        <p:spPr>
          <a:xfrm>
            <a:off x="4855464" y="6819900"/>
            <a:ext cx="137160" cy="32308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1" name="Google Shape;2201;p34"/>
          <p:cNvPicPr preferRelativeResize="0"/>
          <p:nvPr/>
        </p:nvPicPr>
        <p:blipFill rotWithShape="1">
          <a:blip r:embed="rId89">
            <a:alphaModFix/>
          </a:blip>
          <a:srcRect b="0" l="0" r="0" t="0"/>
          <a:stretch/>
        </p:blipFill>
        <p:spPr>
          <a:xfrm>
            <a:off x="4885944" y="6400800"/>
            <a:ext cx="106680" cy="335280"/>
          </a:xfrm>
          <a:prstGeom prst="rect">
            <a:avLst/>
          </a:prstGeom>
          <a:noFill/>
          <a:ln>
            <a:noFill/>
          </a:ln>
        </p:spPr>
      </p:pic>
      <p:sp>
        <p:nvSpPr>
          <p:cNvPr id="2202" name="Google Shape;2202;p34"/>
          <p:cNvSpPr/>
          <p:nvPr/>
        </p:nvSpPr>
        <p:spPr>
          <a:xfrm>
            <a:off x="4834115" y="5754624"/>
            <a:ext cx="192405" cy="561340"/>
          </a:xfrm>
          <a:custGeom>
            <a:rect b="b" l="l" r="r" t="t"/>
            <a:pathLst>
              <a:path extrusionOk="0" h="561339" w="192404">
                <a:moveTo>
                  <a:pt x="155448" y="472440"/>
                </a:moveTo>
                <a:lnTo>
                  <a:pt x="126492" y="463296"/>
                </a:lnTo>
                <a:lnTo>
                  <a:pt x="126492" y="467868"/>
                </a:lnTo>
                <a:lnTo>
                  <a:pt x="131064" y="469392"/>
                </a:lnTo>
                <a:lnTo>
                  <a:pt x="132588" y="470916"/>
                </a:lnTo>
                <a:lnTo>
                  <a:pt x="134112" y="473964"/>
                </a:lnTo>
                <a:lnTo>
                  <a:pt x="137160" y="477012"/>
                </a:lnTo>
                <a:lnTo>
                  <a:pt x="137160" y="478536"/>
                </a:lnTo>
                <a:lnTo>
                  <a:pt x="138684" y="483108"/>
                </a:lnTo>
                <a:lnTo>
                  <a:pt x="138684" y="537972"/>
                </a:lnTo>
                <a:lnTo>
                  <a:pt x="134708" y="533146"/>
                </a:lnTo>
                <a:lnTo>
                  <a:pt x="127444" y="525589"/>
                </a:lnTo>
                <a:lnTo>
                  <a:pt x="94284" y="494588"/>
                </a:lnTo>
                <a:lnTo>
                  <a:pt x="59436" y="473964"/>
                </a:lnTo>
                <a:lnTo>
                  <a:pt x="51816" y="472440"/>
                </a:lnTo>
                <a:lnTo>
                  <a:pt x="44196" y="472440"/>
                </a:lnTo>
                <a:lnTo>
                  <a:pt x="7810" y="498157"/>
                </a:lnTo>
                <a:lnTo>
                  <a:pt x="4572" y="515112"/>
                </a:lnTo>
                <a:lnTo>
                  <a:pt x="5384" y="522833"/>
                </a:lnTo>
                <a:lnTo>
                  <a:pt x="36893" y="555193"/>
                </a:lnTo>
                <a:lnTo>
                  <a:pt x="45720" y="557784"/>
                </a:lnTo>
                <a:lnTo>
                  <a:pt x="45720" y="553212"/>
                </a:lnTo>
                <a:lnTo>
                  <a:pt x="38100" y="550164"/>
                </a:lnTo>
                <a:lnTo>
                  <a:pt x="32004" y="545592"/>
                </a:lnTo>
                <a:lnTo>
                  <a:pt x="27432" y="539496"/>
                </a:lnTo>
                <a:lnTo>
                  <a:pt x="21336" y="527304"/>
                </a:lnTo>
                <a:lnTo>
                  <a:pt x="21336" y="512064"/>
                </a:lnTo>
                <a:lnTo>
                  <a:pt x="54864" y="490728"/>
                </a:lnTo>
                <a:lnTo>
                  <a:pt x="64058" y="491617"/>
                </a:lnTo>
                <a:lnTo>
                  <a:pt x="106540" y="515404"/>
                </a:lnTo>
                <a:lnTo>
                  <a:pt x="135216" y="542836"/>
                </a:lnTo>
                <a:lnTo>
                  <a:pt x="152400" y="560832"/>
                </a:lnTo>
                <a:lnTo>
                  <a:pt x="155448" y="560832"/>
                </a:lnTo>
                <a:lnTo>
                  <a:pt x="155448" y="472440"/>
                </a:lnTo>
                <a:close/>
              </a:path>
              <a:path extrusionOk="0" h="561339" w="192404">
                <a:moveTo>
                  <a:pt x="155448" y="146304"/>
                </a:moveTo>
                <a:lnTo>
                  <a:pt x="152400" y="146304"/>
                </a:lnTo>
                <a:lnTo>
                  <a:pt x="152400" y="153924"/>
                </a:lnTo>
                <a:lnTo>
                  <a:pt x="149352" y="156972"/>
                </a:lnTo>
                <a:lnTo>
                  <a:pt x="149352" y="158496"/>
                </a:lnTo>
                <a:lnTo>
                  <a:pt x="146304" y="160020"/>
                </a:lnTo>
                <a:lnTo>
                  <a:pt x="144780" y="160020"/>
                </a:lnTo>
                <a:lnTo>
                  <a:pt x="140208" y="161544"/>
                </a:lnTo>
                <a:lnTo>
                  <a:pt x="88988" y="161569"/>
                </a:lnTo>
                <a:lnTo>
                  <a:pt x="53340" y="176784"/>
                </a:lnTo>
                <a:lnTo>
                  <a:pt x="51816" y="181356"/>
                </a:lnTo>
                <a:lnTo>
                  <a:pt x="51816" y="192024"/>
                </a:lnTo>
                <a:lnTo>
                  <a:pt x="53340" y="196596"/>
                </a:lnTo>
                <a:lnTo>
                  <a:pt x="56388" y="201168"/>
                </a:lnTo>
                <a:lnTo>
                  <a:pt x="58369" y="204914"/>
                </a:lnTo>
                <a:lnTo>
                  <a:pt x="61912" y="209359"/>
                </a:lnTo>
                <a:lnTo>
                  <a:pt x="66890" y="214680"/>
                </a:lnTo>
                <a:lnTo>
                  <a:pt x="73152" y="220980"/>
                </a:lnTo>
                <a:lnTo>
                  <a:pt x="0" y="220980"/>
                </a:lnTo>
                <a:lnTo>
                  <a:pt x="0" y="225552"/>
                </a:lnTo>
                <a:lnTo>
                  <a:pt x="12192" y="254508"/>
                </a:lnTo>
                <a:lnTo>
                  <a:pt x="15240" y="252984"/>
                </a:lnTo>
                <a:lnTo>
                  <a:pt x="13716" y="249936"/>
                </a:lnTo>
                <a:lnTo>
                  <a:pt x="13716" y="242316"/>
                </a:lnTo>
                <a:lnTo>
                  <a:pt x="15240" y="242316"/>
                </a:lnTo>
                <a:lnTo>
                  <a:pt x="16764" y="240792"/>
                </a:lnTo>
                <a:lnTo>
                  <a:pt x="18288" y="240792"/>
                </a:lnTo>
                <a:lnTo>
                  <a:pt x="21336" y="239268"/>
                </a:lnTo>
                <a:lnTo>
                  <a:pt x="143256" y="239268"/>
                </a:lnTo>
                <a:lnTo>
                  <a:pt x="146304" y="240792"/>
                </a:lnTo>
                <a:lnTo>
                  <a:pt x="147828" y="240792"/>
                </a:lnTo>
                <a:lnTo>
                  <a:pt x="150876" y="243840"/>
                </a:lnTo>
                <a:lnTo>
                  <a:pt x="152400" y="246888"/>
                </a:lnTo>
                <a:lnTo>
                  <a:pt x="152400" y="254508"/>
                </a:lnTo>
                <a:lnTo>
                  <a:pt x="155448" y="254508"/>
                </a:lnTo>
                <a:lnTo>
                  <a:pt x="155448" y="205740"/>
                </a:lnTo>
                <a:lnTo>
                  <a:pt x="152400" y="205740"/>
                </a:lnTo>
                <a:lnTo>
                  <a:pt x="152400" y="213360"/>
                </a:lnTo>
                <a:lnTo>
                  <a:pt x="150876" y="214884"/>
                </a:lnTo>
                <a:lnTo>
                  <a:pt x="149352" y="217932"/>
                </a:lnTo>
                <a:lnTo>
                  <a:pt x="147828" y="219456"/>
                </a:lnTo>
                <a:lnTo>
                  <a:pt x="146304" y="219456"/>
                </a:lnTo>
                <a:lnTo>
                  <a:pt x="144780" y="220980"/>
                </a:lnTo>
                <a:lnTo>
                  <a:pt x="80772" y="220980"/>
                </a:lnTo>
                <a:lnTo>
                  <a:pt x="70104" y="210312"/>
                </a:lnTo>
                <a:lnTo>
                  <a:pt x="68580" y="207264"/>
                </a:lnTo>
                <a:lnTo>
                  <a:pt x="67056" y="202692"/>
                </a:lnTo>
                <a:lnTo>
                  <a:pt x="65532" y="199644"/>
                </a:lnTo>
                <a:lnTo>
                  <a:pt x="65532" y="192024"/>
                </a:lnTo>
                <a:lnTo>
                  <a:pt x="68580" y="185928"/>
                </a:lnTo>
                <a:lnTo>
                  <a:pt x="70104" y="184404"/>
                </a:lnTo>
                <a:lnTo>
                  <a:pt x="79248" y="179832"/>
                </a:lnTo>
                <a:lnTo>
                  <a:pt x="146304" y="179832"/>
                </a:lnTo>
                <a:lnTo>
                  <a:pt x="149352" y="181356"/>
                </a:lnTo>
                <a:lnTo>
                  <a:pt x="152400" y="184404"/>
                </a:lnTo>
                <a:lnTo>
                  <a:pt x="152400" y="195072"/>
                </a:lnTo>
                <a:lnTo>
                  <a:pt x="155448" y="195072"/>
                </a:lnTo>
                <a:lnTo>
                  <a:pt x="155448" y="146304"/>
                </a:lnTo>
                <a:close/>
              </a:path>
              <a:path extrusionOk="0" h="561339" w="192404">
                <a:moveTo>
                  <a:pt x="155460" y="257556"/>
                </a:moveTo>
                <a:lnTo>
                  <a:pt x="152412" y="257556"/>
                </a:lnTo>
                <a:lnTo>
                  <a:pt x="152412" y="268224"/>
                </a:lnTo>
                <a:lnTo>
                  <a:pt x="150888" y="272796"/>
                </a:lnTo>
                <a:lnTo>
                  <a:pt x="147840" y="275844"/>
                </a:lnTo>
                <a:lnTo>
                  <a:pt x="144792" y="277368"/>
                </a:lnTo>
                <a:lnTo>
                  <a:pt x="140220" y="278892"/>
                </a:lnTo>
                <a:lnTo>
                  <a:pt x="24396" y="278892"/>
                </a:lnTo>
                <a:lnTo>
                  <a:pt x="19824" y="277368"/>
                </a:lnTo>
                <a:lnTo>
                  <a:pt x="16776" y="275844"/>
                </a:lnTo>
                <a:lnTo>
                  <a:pt x="13728" y="272796"/>
                </a:lnTo>
                <a:lnTo>
                  <a:pt x="10680" y="268224"/>
                </a:lnTo>
                <a:lnTo>
                  <a:pt x="10680" y="257556"/>
                </a:lnTo>
                <a:lnTo>
                  <a:pt x="7632" y="257556"/>
                </a:lnTo>
                <a:lnTo>
                  <a:pt x="7632" y="298704"/>
                </a:lnTo>
                <a:lnTo>
                  <a:pt x="123456" y="353568"/>
                </a:lnTo>
                <a:lnTo>
                  <a:pt x="7632" y="409956"/>
                </a:lnTo>
                <a:lnTo>
                  <a:pt x="7632" y="452628"/>
                </a:lnTo>
                <a:lnTo>
                  <a:pt x="10680" y="452628"/>
                </a:lnTo>
                <a:lnTo>
                  <a:pt x="10680" y="446532"/>
                </a:lnTo>
                <a:lnTo>
                  <a:pt x="12204" y="441960"/>
                </a:lnTo>
                <a:lnTo>
                  <a:pt x="15252" y="435864"/>
                </a:lnTo>
                <a:lnTo>
                  <a:pt x="18300" y="432816"/>
                </a:lnTo>
                <a:lnTo>
                  <a:pt x="21348" y="431292"/>
                </a:lnTo>
                <a:lnTo>
                  <a:pt x="144792" y="431292"/>
                </a:lnTo>
                <a:lnTo>
                  <a:pt x="146316" y="432816"/>
                </a:lnTo>
                <a:lnTo>
                  <a:pt x="150888" y="435864"/>
                </a:lnTo>
                <a:lnTo>
                  <a:pt x="152412" y="440436"/>
                </a:lnTo>
                <a:lnTo>
                  <a:pt x="152412" y="452628"/>
                </a:lnTo>
                <a:lnTo>
                  <a:pt x="155460" y="452628"/>
                </a:lnTo>
                <a:lnTo>
                  <a:pt x="155460" y="400812"/>
                </a:lnTo>
                <a:lnTo>
                  <a:pt x="152412" y="400812"/>
                </a:lnTo>
                <a:lnTo>
                  <a:pt x="152412" y="411480"/>
                </a:lnTo>
                <a:lnTo>
                  <a:pt x="150888" y="416052"/>
                </a:lnTo>
                <a:lnTo>
                  <a:pt x="147840" y="419100"/>
                </a:lnTo>
                <a:lnTo>
                  <a:pt x="144792" y="420624"/>
                </a:lnTo>
                <a:lnTo>
                  <a:pt x="140220" y="422148"/>
                </a:lnTo>
                <a:lnTo>
                  <a:pt x="32016" y="422148"/>
                </a:lnTo>
                <a:lnTo>
                  <a:pt x="155460" y="362712"/>
                </a:lnTo>
                <a:lnTo>
                  <a:pt x="155460" y="359664"/>
                </a:lnTo>
                <a:lnTo>
                  <a:pt x="32016" y="300228"/>
                </a:lnTo>
                <a:lnTo>
                  <a:pt x="144792" y="300228"/>
                </a:lnTo>
                <a:lnTo>
                  <a:pt x="146316" y="301752"/>
                </a:lnTo>
                <a:lnTo>
                  <a:pt x="150888" y="304800"/>
                </a:lnTo>
                <a:lnTo>
                  <a:pt x="152412" y="309372"/>
                </a:lnTo>
                <a:lnTo>
                  <a:pt x="152412" y="321564"/>
                </a:lnTo>
                <a:lnTo>
                  <a:pt x="155460" y="321564"/>
                </a:lnTo>
                <a:lnTo>
                  <a:pt x="155460" y="257556"/>
                </a:lnTo>
                <a:close/>
              </a:path>
              <a:path extrusionOk="0" h="561339" w="192404">
                <a:moveTo>
                  <a:pt x="155460" y="48768"/>
                </a:moveTo>
                <a:lnTo>
                  <a:pt x="124980" y="48768"/>
                </a:lnTo>
                <a:lnTo>
                  <a:pt x="124980" y="51816"/>
                </a:lnTo>
                <a:lnTo>
                  <a:pt x="132600" y="51816"/>
                </a:lnTo>
                <a:lnTo>
                  <a:pt x="137172" y="53340"/>
                </a:lnTo>
                <a:lnTo>
                  <a:pt x="143268" y="56388"/>
                </a:lnTo>
                <a:lnTo>
                  <a:pt x="147840" y="65532"/>
                </a:lnTo>
                <a:lnTo>
                  <a:pt x="147840" y="114300"/>
                </a:lnTo>
                <a:lnTo>
                  <a:pt x="59448" y="48768"/>
                </a:lnTo>
                <a:lnTo>
                  <a:pt x="54876" y="48768"/>
                </a:lnTo>
                <a:lnTo>
                  <a:pt x="54876" y="132588"/>
                </a:lnTo>
                <a:lnTo>
                  <a:pt x="82308" y="132588"/>
                </a:lnTo>
                <a:lnTo>
                  <a:pt x="82308" y="129540"/>
                </a:lnTo>
                <a:lnTo>
                  <a:pt x="77736" y="129540"/>
                </a:lnTo>
                <a:lnTo>
                  <a:pt x="68592" y="126492"/>
                </a:lnTo>
                <a:lnTo>
                  <a:pt x="67068" y="124968"/>
                </a:lnTo>
                <a:lnTo>
                  <a:pt x="65544" y="121920"/>
                </a:lnTo>
                <a:lnTo>
                  <a:pt x="64020" y="120396"/>
                </a:lnTo>
                <a:lnTo>
                  <a:pt x="64020" y="118872"/>
                </a:lnTo>
                <a:lnTo>
                  <a:pt x="62496" y="114300"/>
                </a:lnTo>
                <a:lnTo>
                  <a:pt x="62496" y="74676"/>
                </a:lnTo>
                <a:lnTo>
                  <a:pt x="152412" y="140208"/>
                </a:lnTo>
                <a:lnTo>
                  <a:pt x="155460" y="140208"/>
                </a:lnTo>
                <a:lnTo>
                  <a:pt x="155460" y="48768"/>
                </a:lnTo>
                <a:close/>
              </a:path>
              <a:path extrusionOk="0" h="561339" w="192404">
                <a:moveTo>
                  <a:pt x="192036" y="33528"/>
                </a:moveTo>
                <a:lnTo>
                  <a:pt x="164604" y="0"/>
                </a:lnTo>
                <a:lnTo>
                  <a:pt x="150888" y="0"/>
                </a:lnTo>
                <a:lnTo>
                  <a:pt x="144792" y="1524"/>
                </a:lnTo>
                <a:lnTo>
                  <a:pt x="140220" y="6096"/>
                </a:lnTo>
                <a:lnTo>
                  <a:pt x="137172" y="10668"/>
                </a:lnTo>
                <a:lnTo>
                  <a:pt x="134124" y="13716"/>
                </a:lnTo>
                <a:lnTo>
                  <a:pt x="134124" y="22860"/>
                </a:lnTo>
                <a:lnTo>
                  <a:pt x="135648" y="27432"/>
                </a:lnTo>
                <a:lnTo>
                  <a:pt x="138696" y="28956"/>
                </a:lnTo>
                <a:lnTo>
                  <a:pt x="140220" y="32004"/>
                </a:lnTo>
                <a:lnTo>
                  <a:pt x="143268" y="33528"/>
                </a:lnTo>
                <a:lnTo>
                  <a:pt x="153936" y="33528"/>
                </a:lnTo>
                <a:lnTo>
                  <a:pt x="155460" y="30480"/>
                </a:lnTo>
                <a:lnTo>
                  <a:pt x="158508" y="28956"/>
                </a:lnTo>
                <a:lnTo>
                  <a:pt x="158508" y="18288"/>
                </a:lnTo>
                <a:lnTo>
                  <a:pt x="156984" y="15240"/>
                </a:lnTo>
                <a:lnTo>
                  <a:pt x="155460" y="13716"/>
                </a:lnTo>
                <a:lnTo>
                  <a:pt x="155460" y="12192"/>
                </a:lnTo>
                <a:lnTo>
                  <a:pt x="156984" y="12192"/>
                </a:lnTo>
                <a:lnTo>
                  <a:pt x="156984" y="10668"/>
                </a:lnTo>
                <a:lnTo>
                  <a:pt x="166128" y="10668"/>
                </a:lnTo>
                <a:lnTo>
                  <a:pt x="187464" y="33528"/>
                </a:lnTo>
                <a:lnTo>
                  <a:pt x="192036" y="335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03" name="Google Shape;2203;p34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4885944" y="5221223"/>
            <a:ext cx="106680" cy="4480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4" name="Google Shape;2204;p34"/>
          <p:cNvPicPr preferRelativeResize="0"/>
          <p:nvPr/>
        </p:nvPicPr>
        <p:blipFill rotWithShape="1">
          <a:blip r:embed="rId91">
            <a:alphaModFix/>
          </a:blip>
          <a:srcRect b="0" l="0" r="0" t="0"/>
          <a:stretch/>
        </p:blipFill>
        <p:spPr>
          <a:xfrm>
            <a:off x="4834127" y="4754879"/>
            <a:ext cx="158496" cy="384047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5" name="Google Shape;2205;p34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5100828" y="8980932"/>
            <a:ext cx="202589" cy="646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6" name="Google Shape;2206;p34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5122164" y="8715756"/>
            <a:ext cx="137160" cy="166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7" name="Google Shape;2207;p34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5100828" y="8110728"/>
            <a:ext cx="202589" cy="490727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8" name="Google Shape;2208;p34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5100828" y="7740396"/>
            <a:ext cx="158495" cy="265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9" name="Google Shape;2209;p34"/>
          <p:cNvPicPr preferRelativeResize="0"/>
          <p:nvPr/>
        </p:nvPicPr>
        <p:blipFill rotWithShape="1">
          <a:blip r:embed="rId96">
            <a:alphaModFix/>
          </a:blip>
          <a:srcRect b="0" l="0" r="0" t="0"/>
          <a:stretch/>
        </p:blipFill>
        <p:spPr>
          <a:xfrm>
            <a:off x="5100828" y="6885432"/>
            <a:ext cx="202691" cy="749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2210" name="Google Shape;2210;p34"/>
          <p:cNvPicPr preferRelativeResize="0"/>
          <p:nvPr/>
        </p:nvPicPr>
        <p:blipFill rotWithShape="1">
          <a:blip r:embed="rId97">
            <a:alphaModFix/>
          </a:blip>
          <a:srcRect b="0" l="0" r="0" t="0"/>
          <a:stretch/>
        </p:blipFill>
        <p:spPr>
          <a:xfrm>
            <a:off x="5122164" y="5942075"/>
            <a:ext cx="181355" cy="835151"/>
          </a:xfrm>
          <a:prstGeom prst="rect">
            <a:avLst/>
          </a:prstGeom>
          <a:noFill/>
          <a:ln>
            <a:noFill/>
          </a:ln>
        </p:spPr>
      </p:pic>
      <p:sp>
        <p:nvSpPr>
          <p:cNvPr id="2211" name="Google Shape;2211;p34"/>
          <p:cNvSpPr/>
          <p:nvPr/>
        </p:nvSpPr>
        <p:spPr>
          <a:xfrm>
            <a:off x="5100815" y="5090160"/>
            <a:ext cx="203200" cy="745490"/>
          </a:xfrm>
          <a:custGeom>
            <a:rect b="b" l="l" r="r" t="t"/>
            <a:pathLst>
              <a:path extrusionOk="0" h="745489" w="203200">
                <a:moveTo>
                  <a:pt x="24396" y="716280"/>
                </a:moveTo>
                <a:lnTo>
                  <a:pt x="21348" y="714756"/>
                </a:lnTo>
                <a:lnTo>
                  <a:pt x="16776" y="710184"/>
                </a:lnTo>
                <a:lnTo>
                  <a:pt x="9156" y="710184"/>
                </a:lnTo>
                <a:lnTo>
                  <a:pt x="6108" y="711708"/>
                </a:lnTo>
                <a:lnTo>
                  <a:pt x="4584" y="714756"/>
                </a:lnTo>
                <a:lnTo>
                  <a:pt x="1524" y="716280"/>
                </a:lnTo>
                <a:lnTo>
                  <a:pt x="0" y="719328"/>
                </a:lnTo>
                <a:lnTo>
                  <a:pt x="0" y="726948"/>
                </a:lnTo>
                <a:lnTo>
                  <a:pt x="4584" y="731520"/>
                </a:lnTo>
                <a:lnTo>
                  <a:pt x="6108" y="734568"/>
                </a:lnTo>
                <a:lnTo>
                  <a:pt x="18300" y="734568"/>
                </a:lnTo>
                <a:lnTo>
                  <a:pt x="24396" y="728472"/>
                </a:lnTo>
                <a:lnTo>
                  <a:pt x="24396" y="716280"/>
                </a:lnTo>
                <a:close/>
              </a:path>
              <a:path extrusionOk="0" h="745489" w="203200">
                <a:moveTo>
                  <a:pt x="155460" y="696468"/>
                </a:moveTo>
                <a:lnTo>
                  <a:pt x="152412" y="696468"/>
                </a:lnTo>
                <a:lnTo>
                  <a:pt x="152412" y="705612"/>
                </a:lnTo>
                <a:lnTo>
                  <a:pt x="150888" y="707136"/>
                </a:lnTo>
                <a:lnTo>
                  <a:pt x="150888" y="708660"/>
                </a:lnTo>
                <a:lnTo>
                  <a:pt x="149364" y="710184"/>
                </a:lnTo>
                <a:lnTo>
                  <a:pt x="146316" y="710184"/>
                </a:lnTo>
                <a:lnTo>
                  <a:pt x="144792" y="711708"/>
                </a:lnTo>
                <a:lnTo>
                  <a:pt x="51828" y="711708"/>
                </a:lnTo>
                <a:lnTo>
                  <a:pt x="51828" y="716280"/>
                </a:lnTo>
                <a:lnTo>
                  <a:pt x="64020" y="745236"/>
                </a:lnTo>
                <a:lnTo>
                  <a:pt x="67068" y="743712"/>
                </a:lnTo>
                <a:lnTo>
                  <a:pt x="67068" y="742188"/>
                </a:lnTo>
                <a:lnTo>
                  <a:pt x="65544" y="739140"/>
                </a:lnTo>
                <a:lnTo>
                  <a:pt x="65544" y="736092"/>
                </a:lnTo>
                <a:lnTo>
                  <a:pt x="67068" y="734568"/>
                </a:lnTo>
                <a:lnTo>
                  <a:pt x="67068" y="733044"/>
                </a:lnTo>
                <a:lnTo>
                  <a:pt x="68592" y="733044"/>
                </a:lnTo>
                <a:lnTo>
                  <a:pt x="70116" y="731520"/>
                </a:lnTo>
                <a:lnTo>
                  <a:pt x="76212" y="731520"/>
                </a:lnTo>
                <a:lnTo>
                  <a:pt x="83832" y="729996"/>
                </a:lnTo>
                <a:lnTo>
                  <a:pt x="140220" y="729996"/>
                </a:lnTo>
                <a:lnTo>
                  <a:pt x="144792" y="731520"/>
                </a:lnTo>
                <a:lnTo>
                  <a:pt x="146316" y="731520"/>
                </a:lnTo>
                <a:lnTo>
                  <a:pt x="149364" y="733044"/>
                </a:lnTo>
                <a:lnTo>
                  <a:pt x="150888" y="734568"/>
                </a:lnTo>
                <a:lnTo>
                  <a:pt x="150888" y="736092"/>
                </a:lnTo>
                <a:lnTo>
                  <a:pt x="152412" y="737616"/>
                </a:lnTo>
                <a:lnTo>
                  <a:pt x="152412" y="745236"/>
                </a:lnTo>
                <a:lnTo>
                  <a:pt x="155460" y="745236"/>
                </a:lnTo>
                <a:lnTo>
                  <a:pt x="155460" y="729996"/>
                </a:lnTo>
                <a:lnTo>
                  <a:pt x="155460" y="696468"/>
                </a:lnTo>
                <a:close/>
              </a:path>
              <a:path extrusionOk="0" h="745489" w="203200">
                <a:moveTo>
                  <a:pt x="155460" y="582168"/>
                </a:moveTo>
                <a:lnTo>
                  <a:pt x="152412" y="582168"/>
                </a:lnTo>
                <a:lnTo>
                  <a:pt x="152412" y="589788"/>
                </a:lnTo>
                <a:lnTo>
                  <a:pt x="150888" y="591312"/>
                </a:lnTo>
                <a:lnTo>
                  <a:pt x="150888" y="592836"/>
                </a:lnTo>
                <a:lnTo>
                  <a:pt x="149364" y="594360"/>
                </a:lnTo>
                <a:lnTo>
                  <a:pt x="146316" y="595884"/>
                </a:lnTo>
                <a:lnTo>
                  <a:pt x="144792" y="595884"/>
                </a:lnTo>
                <a:lnTo>
                  <a:pt x="140220" y="597408"/>
                </a:lnTo>
                <a:lnTo>
                  <a:pt x="74688" y="597408"/>
                </a:lnTo>
                <a:lnTo>
                  <a:pt x="70116" y="598932"/>
                </a:lnTo>
                <a:lnTo>
                  <a:pt x="51828" y="617220"/>
                </a:lnTo>
                <a:lnTo>
                  <a:pt x="51828" y="621792"/>
                </a:lnTo>
                <a:lnTo>
                  <a:pt x="53225" y="630059"/>
                </a:lnTo>
                <a:lnTo>
                  <a:pt x="57353" y="638746"/>
                </a:lnTo>
                <a:lnTo>
                  <a:pt x="64033" y="647725"/>
                </a:lnTo>
                <a:lnTo>
                  <a:pt x="73164" y="656844"/>
                </a:lnTo>
                <a:lnTo>
                  <a:pt x="51828" y="656844"/>
                </a:lnTo>
                <a:lnTo>
                  <a:pt x="51828" y="659892"/>
                </a:lnTo>
                <a:lnTo>
                  <a:pt x="64020" y="690372"/>
                </a:lnTo>
                <a:lnTo>
                  <a:pt x="67068" y="688848"/>
                </a:lnTo>
                <a:lnTo>
                  <a:pt x="67068" y="685800"/>
                </a:lnTo>
                <a:lnTo>
                  <a:pt x="65544" y="682752"/>
                </a:lnTo>
                <a:lnTo>
                  <a:pt x="65544" y="679704"/>
                </a:lnTo>
                <a:lnTo>
                  <a:pt x="67068" y="678180"/>
                </a:lnTo>
                <a:lnTo>
                  <a:pt x="67068" y="676656"/>
                </a:lnTo>
                <a:lnTo>
                  <a:pt x="68592" y="676656"/>
                </a:lnTo>
                <a:lnTo>
                  <a:pt x="70116" y="675132"/>
                </a:lnTo>
                <a:lnTo>
                  <a:pt x="146316" y="675132"/>
                </a:lnTo>
                <a:lnTo>
                  <a:pt x="149364" y="676656"/>
                </a:lnTo>
                <a:lnTo>
                  <a:pt x="150888" y="678180"/>
                </a:lnTo>
                <a:lnTo>
                  <a:pt x="152412" y="682752"/>
                </a:lnTo>
                <a:lnTo>
                  <a:pt x="152412" y="690372"/>
                </a:lnTo>
                <a:lnTo>
                  <a:pt x="155460" y="690372"/>
                </a:lnTo>
                <a:lnTo>
                  <a:pt x="155460" y="641604"/>
                </a:lnTo>
                <a:lnTo>
                  <a:pt x="152412" y="641604"/>
                </a:lnTo>
                <a:lnTo>
                  <a:pt x="152412" y="649224"/>
                </a:lnTo>
                <a:lnTo>
                  <a:pt x="150888" y="650748"/>
                </a:lnTo>
                <a:lnTo>
                  <a:pt x="150888" y="652272"/>
                </a:lnTo>
                <a:lnTo>
                  <a:pt x="149364" y="653796"/>
                </a:lnTo>
                <a:lnTo>
                  <a:pt x="146316" y="655320"/>
                </a:lnTo>
                <a:lnTo>
                  <a:pt x="144792" y="655320"/>
                </a:lnTo>
                <a:lnTo>
                  <a:pt x="140220" y="656844"/>
                </a:lnTo>
                <a:lnTo>
                  <a:pt x="80784" y="656844"/>
                </a:lnTo>
                <a:lnTo>
                  <a:pt x="73901" y="650011"/>
                </a:lnTo>
                <a:lnTo>
                  <a:pt x="69164" y="643318"/>
                </a:lnTo>
                <a:lnTo>
                  <a:pt x="66421" y="636917"/>
                </a:lnTo>
                <a:lnTo>
                  <a:pt x="65544" y="630936"/>
                </a:lnTo>
                <a:lnTo>
                  <a:pt x="65544" y="624840"/>
                </a:lnTo>
                <a:lnTo>
                  <a:pt x="68592" y="620268"/>
                </a:lnTo>
                <a:lnTo>
                  <a:pt x="71640" y="618744"/>
                </a:lnTo>
                <a:lnTo>
                  <a:pt x="76212" y="615696"/>
                </a:lnTo>
                <a:lnTo>
                  <a:pt x="146316" y="615696"/>
                </a:lnTo>
                <a:lnTo>
                  <a:pt x="149364" y="617220"/>
                </a:lnTo>
                <a:lnTo>
                  <a:pt x="152412" y="620268"/>
                </a:lnTo>
                <a:lnTo>
                  <a:pt x="152412" y="630936"/>
                </a:lnTo>
                <a:lnTo>
                  <a:pt x="155460" y="630936"/>
                </a:lnTo>
                <a:lnTo>
                  <a:pt x="155460" y="582168"/>
                </a:lnTo>
                <a:close/>
              </a:path>
              <a:path extrusionOk="0" h="745489" w="203200">
                <a:moveTo>
                  <a:pt x="158496" y="498348"/>
                </a:moveTo>
                <a:lnTo>
                  <a:pt x="146304" y="470916"/>
                </a:lnTo>
                <a:lnTo>
                  <a:pt x="143256" y="470916"/>
                </a:lnTo>
                <a:lnTo>
                  <a:pt x="146304" y="477012"/>
                </a:lnTo>
                <a:lnTo>
                  <a:pt x="146304" y="480060"/>
                </a:lnTo>
                <a:lnTo>
                  <a:pt x="141732" y="484632"/>
                </a:lnTo>
                <a:lnTo>
                  <a:pt x="135636" y="484632"/>
                </a:lnTo>
                <a:lnTo>
                  <a:pt x="128016" y="486156"/>
                </a:lnTo>
                <a:lnTo>
                  <a:pt x="0" y="486156"/>
                </a:lnTo>
                <a:lnTo>
                  <a:pt x="0" y="490728"/>
                </a:lnTo>
                <a:lnTo>
                  <a:pt x="12192" y="519684"/>
                </a:lnTo>
                <a:lnTo>
                  <a:pt x="15240" y="518160"/>
                </a:lnTo>
                <a:lnTo>
                  <a:pt x="15240" y="515112"/>
                </a:lnTo>
                <a:lnTo>
                  <a:pt x="13716" y="512064"/>
                </a:lnTo>
                <a:lnTo>
                  <a:pt x="13716" y="509016"/>
                </a:lnTo>
                <a:lnTo>
                  <a:pt x="18288" y="504444"/>
                </a:lnTo>
                <a:lnTo>
                  <a:pt x="62484" y="504444"/>
                </a:lnTo>
                <a:lnTo>
                  <a:pt x="56388" y="509016"/>
                </a:lnTo>
                <a:lnTo>
                  <a:pt x="51816" y="516636"/>
                </a:lnTo>
                <a:lnTo>
                  <a:pt x="51816" y="525780"/>
                </a:lnTo>
                <a:lnTo>
                  <a:pt x="52959" y="535520"/>
                </a:lnTo>
                <a:lnTo>
                  <a:pt x="79514" y="565315"/>
                </a:lnTo>
                <a:lnTo>
                  <a:pt x="109728" y="573024"/>
                </a:lnTo>
                <a:lnTo>
                  <a:pt x="120662" y="572173"/>
                </a:lnTo>
                <a:lnTo>
                  <a:pt x="120446" y="572173"/>
                </a:lnTo>
                <a:lnTo>
                  <a:pt x="129540" y="569785"/>
                </a:lnTo>
                <a:lnTo>
                  <a:pt x="157645" y="539838"/>
                </a:lnTo>
                <a:lnTo>
                  <a:pt x="158496" y="531876"/>
                </a:lnTo>
                <a:lnTo>
                  <a:pt x="158496" y="522732"/>
                </a:lnTo>
                <a:lnTo>
                  <a:pt x="152400" y="513588"/>
                </a:lnTo>
                <a:lnTo>
                  <a:pt x="147828" y="509016"/>
                </a:lnTo>
                <a:lnTo>
                  <a:pt x="144780" y="506730"/>
                </a:lnTo>
                <a:lnTo>
                  <a:pt x="144780" y="516636"/>
                </a:lnTo>
                <a:lnTo>
                  <a:pt x="144780" y="530352"/>
                </a:lnTo>
                <a:lnTo>
                  <a:pt x="111188" y="552627"/>
                </a:lnTo>
                <a:lnTo>
                  <a:pt x="100584" y="553212"/>
                </a:lnTo>
                <a:lnTo>
                  <a:pt x="90868" y="552411"/>
                </a:lnTo>
                <a:lnTo>
                  <a:pt x="59436" y="531876"/>
                </a:lnTo>
                <a:lnTo>
                  <a:pt x="59436" y="522732"/>
                </a:lnTo>
                <a:lnTo>
                  <a:pt x="80772" y="504444"/>
                </a:lnTo>
                <a:lnTo>
                  <a:pt x="134112" y="504444"/>
                </a:lnTo>
                <a:lnTo>
                  <a:pt x="141732" y="509016"/>
                </a:lnTo>
                <a:lnTo>
                  <a:pt x="144780" y="516636"/>
                </a:lnTo>
                <a:lnTo>
                  <a:pt x="144780" y="506730"/>
                </a:lnTo>
                <a:lnTo>
                  <a:pt x="141732" y="504444"/>
                </a:lnTo>
                <a:lnTo>
                  <a:pt x="158496" y="504444"/>
                </a:lnTo>
                <a:lnTo>
                  <a:pt x="158496" y="498348"/>
                </a:lnTo>
                <a:close/>
              </a:path>
              <a:path extrusionOk="0" h="745489" w="203200">
                <a:moveTo>
                  <a:pt x="158508" y="387096"/>
                </a:moveTo>
                <a:lnTo>
                  <a:pt x="146316" y="359664"/>
                </a:lnTo>
                <a:lnTo>
                  <a:pt x="143268" y="361188"/>
                </a:lnTo>
                <a:lnTo>
                  <a:pt x="144792" y="362712"/>
                </a:lnTo>
                <a:lnTo>
                  <a:pt x="146316" y="365760"/>
                </a:lnTo>
                <a:lnTo>
                  <a:pt x="146316" y="368808"/>
                </a:lnTo>
                <a:lnTo>
                  <a:pt x="144792" y="370332"/>
                </a:lnTo>
                <a:lnTo>
                  <a:pt x="144792" y="371856"/>
                </a:lnTo>
                <a:lnTo>
                  <a:pt x="143268" y="371856"/>
                </a:lnTo>
                <a:lnTo>
                  <a:pt x="141744" y="373380"/>
                </a:lnTo>
                <a:lnTo>
                  <a:pt x="135648" y="373380"/>
                </a:lnTo>
                <a:lnTo>
                  <a:pt x="128028" y="374904"/>
                </a:lnTo>
                <a:lnTo>
                  <a:pt x="54876" y="374904"/>
                </a:lnTo>
                <a:lnTo>
                  <a:pt x="54876" y="408432"/>
                </a:lnTo>
                <a:lnTo>
                  <a:pt x="57924" y="408432"/>
                </a:lnTo>
                <a:lnTo>
                  <a:pt x="57924" y="402336"/>
                </a:lnTo>
                <a:lnTo>
                  <a:pt x="59448" y="397764"/>
                </a:lnTo>
                <a:lnTo>
                  <a:pt x="62496" y="396240"/>
                </a:lnTo>
                <a:lnTo>
                  <a:pt x="64020" y="393192"/>
                </a:lnTo>
                <a:lnTo>
                  <a:pt x="131076" y="393192"/>
                </a:lnTo>
                <a:lnTo>
                  <a:pt x="137172" y="397764"/>
                </a:lnTo>
                <a:lnTo>
                  <a:pt x="140220" y="402336"/>
                </a:lnTo>
                <a:lnTo>
                  <a:pt x="141744" y="406908"/>
                </a:lnTo>
                <a:lnTo>
                  <a:pt x="144792" y="409956"/>
                </a:lnTo>
                <a:lnTo>
                  <a:pt x="144792" y="422148"/>
                </a:lnTo>
                <a:lnTo>
                  <a:pt x="143268" y="425196"/>
                </a:lnTo>
                <a:lnTo>
                  <a:pt x="140220" y="428244"/>
                </a:lnTo>
                <a:lnTo>
                  <a:pt x="138696" y="432816"/>
                </a:lnTo>
                <a:lnTo>
                  <a:pt x="132600" y="434340"/>
                </a:lnTo>
                <a:lnTo>
                  <a:pt x="54876" y="434340"/>
                </a:lnTo>
                <a:lnTo>
                  <a:pt x="54876" y="467868"/>
                </a:lnTo>
                <a:lnTo>
                  <a:pt x="57924" y="467868"/>
                </a:lnTo>
                <a:lnTo>
                  <a:pt x="57924" y="463296"/>
                </a:lnTo>
                <a:lnTo>
                  <a:pt x="59448" y="458724"/>
                </a:lnTo>
                <a:lnTo>
                  <a:pt x="59448" y="457200"/>
                </a:lnTo>
                <a:lnTo>
                  <a:pt x="62496" y="454152"/>
                </a:lnTo>
                <a:lnTo>
                  <a:pt x="64020" y="454152"/>
                </a:lnTo>
                <a:lnTo>
                  <a:pt x="65544" y="452628"/>
                </a:lnTo>
                <a:lnTo>
                  <a:pt x="129552" y="452628"/>
                </a:lnTo>
                <a:lnTo>
                  <a:pt x="141744" y="449580"/>
                </a:lnTo>
                <a:lnTo>
                  <a:pt x="146316" y="448056"/>
                </a:lnTo>
                <a:lnTo>
                  <a:pt x="150888" y="445008"/>
                </a:lnTo>
                <a:lnTo>
                  <a:pt x="153936" y="440436"/>
                </a:lnTo>
                <a:lnTo>
                  <a:pt x="156984" y="437388"/>
                </a:lnTo>
                <a:lnTo>
                  <a:pt x="158508" y="432816"/>
                </a:lnTo>
                <a:lnTo>
                  <a:pt x="158508" y="416052"/>
                </a:lnTo>
                <a:lnTo>
                  <a:pt x="155460" y="411480"/>
                </a:lnTo>
                <a:lnTo>
                  <a:pt x="148602" y="404050"/>
                </a:lnTo>
                <a:lnTo>
                  <a:pt x="143459" y="398843"/>
                </a:lnTo>
                <a:lnTo>
                  <a:pt x="137172" y="393192"/>
                </a:lnTo>
                <a:lnTo>
                  <a:pt x="158508" y="393192"/>
                </a:lnTo>
                <a:lnTo>
                  <a:pt x="158508" y="387096"/>
                </a:lnTo>
                <a:close/>
              </a:path>
              <a:path extrusionOk="0" h="745489" w="203200">
                <a:moveTo>
                  <a:pt x="158508" y="303276"/>
                </a:moveTo>
                <a:lnTo>
                  <a:pt x="156984" y="295656"/>
                </a:lnTo>
                <a:lnTo>
                  <a:pt x="150888" y="289560"/>
                </a:lnTo>
                <a:lnTo>
                  <a:pt x="144792" y="281940"/>
                </a:lnTo>
                <a:lnTo>
                  <a:pt x="137172" y="278892"/>
                </a:lnTo>
                <a:lnTo>
                  <a:pt x="128028" y="278892"/>
                </a:lnTo>
                <a:lnTo>
                  <a:pt x="92976" y="316992"/>
                </a:lnTo>
                <a:lnTo>
                  <a:pt x="88404" y="323088"/>
                </a:lnTo>
                <a:lnTo>
                  <a:pt x="85356" y="327660"/>
                </a:lnTo>
                <a:lnTo>
                  <a:pt x="80784" y="332232"/>
                </a:lnTo>
                <a:lnTo>
                  <a:pt x="76212" y="333756"/>
                </a:lnTo>
                <a:lnTo>
                  <a:pt x="70116" y="333756"/>
                </a:lnTo>
                <a:lnTo>
                  <a:pt x="67068" y="332232"/>
                </a:lnTo>
                <a:lnTo>
                  <a:pt x="60972" y="326136"/>
                </a:lnTo>
                <a:lnTo>
                  <a:pt x="59448" y="321564"/>
                </a:lnTo>
                <a:lnTo>
                  <a:pt x="59448" y="309372"/>
                </a:lnTo>
                <a:lnTo>
                  <a:pt x="62496" y="303276"/>
                </a:lnTo>
                <a:lnTo>
                  <a:pt x="65544" y="300228"/>
                </a:lnTo>
                <a:lnTo>
                  <a:pt x="68592" y="295656"/>
                </a:lnTo>
                <a:lnTo>
                  <a:pt x="76212" y="291084"/>
                </a:lnTo>
                <a:lnTo>
                  <a:pt x="85356" y="289560"/>
                </a:lnTo>
                <a:lnTo>
                  <a:pt x="85356" y="286512"/>
                </a:lnTo>
                <a:lnTo>
                  <a:pt x="51828" y="286512"/>
                </a:lnTo>
                <a:lnTo>
                  <a:pt x="51828" y="289560"/>
                </a:lnTo>
                <a:lnTo>
                  <a:pt x="54876" y="289560"/>
                </a:lnTo>
                <a:lnTo>
                  <a:pt x="54876" y="291084"/>
                </a:lnTo>
                <a:lnTo>
                  <a:pt x="56400" y="291084"/>
                </a:lnTo>
                <a:lnTo>
                  <a:pt x="56400" y="297180"/>
                </a:lnTo>
                <a:lnTo>
                  <a:pt x="54876" y="301752"/>
                </a:lnTo>
                <a:lnTo>
                  <a:pt x="53352" y="307848"/>
                </a:lnTo>
                <a:lnTo>
                  <a:pt x="51828" y="312420"/>
                </a:lnTo>
                <a:lnTo>
                  <a:pt x="51828" y="324612"/>
                </a:lnTo>
                <a:lnTo>
                  <a:pt x="54876" y="332232"/>
                </a:lnTo>
                <a:lnTo>
                  <a:pt x="60972" y="338328"/>
                </a:lnTo>
                <a:lnTo>
                  <a:pt x="65544" y="344424"/>
                </a:lnTo>
                <a:lnTo>
                  <a:pt x="73164" y="347472"/>
                </a:lnTo>
                <a:lnTo>
                  <a:pt x="86880" y="347472"/>
                </a:lnTo>
                <a:lnTo>
                  <a:pt x="92976" y="345948"/>
                </a:lnTo>
                <a:lnTo>
                  <a:pt x="96024" y="341376"/>
                </a:lnTo>
                <a:lnTo>
                  <a:pt x="99466" y="338264"/>
                </a:lnTo>
                <a:lnTo>
                  <a:pt x="103073" y="333565"/>
                </a:lnTo>
                <a:lnTo>
                  <a:pt x="106946" y="327456"/>
                </a:lnTo>
                <a:lnTo>
                  <a:pt x="111264" y="320040"/>
                </a:lnTo>
                <a:lnTo>
                  <a:pt x="115836" y="309372"/>
                </a:lnTo>
                <a:lnTo>
                  <a:pt x="120408" y="303276"/>
                </a:lnTo>
                <a:lnTo>
                  <a:pt x="126504" y="297180"/>
                </a:lnTo>
                <a:lnTo>
                  <a:pt x="131076" y="295656"/>
                </a:lnTo>
                <a:lnTo>
                  <a:pt x="140220" y="295656"/>
                </a:lnTo>
                <a:lnTo>
                  <a:pt x="143268" y="297180"/>
                </a:lnTo>
                <a:lnTo>
                  <a:pt x="149364" y="303276"/>
                </a:lnTo>
                <a:lnTo>
                  <a:pt x="150888" y="307848"/>
                </a:lnTo>
                <a:lnTo>
                  <a:pt x="150888" y="320040"/>
                </a:lnTo>
                <a:lnTo>
                  <a:pt x="149364" y="326136"/>
                </a:lnTo>
                <a:lnTo>
                  <a:pt x="140220" y="338328"/>
                </a:lnTo>
                <a:lnTo>
                  <a:pt x="134124" y="341376"/>
                </a:lnTo>
                <a:lnTo>
                  <a:pt x="124980" y="344424"/>
                </a:lnTo>
                <a:lnTo>
                  <a:pt x="124980" y="347472"/>
                </a:lnTo>
                <a:lnTo>
                  <a:pt x="158508" y="347472"/>
                </a:lnTo>
                <a:lnTo>
                  <a:pt x="158508" y="344424"/>
                </a:lnTo>
                <a:lnTo>
                  <a:pt x="155460" y="342900"/>
                </a:lnTo>
                <a:lnTo>
                  <a:pt x="153936" y="341376"/>
                </a:lnTo>
                <a:lnTo>
                  <a:pt x="153936" y="338328"/>
                </a:lnTo>
                <a:lnTo>
                  <a:pt x="155460" y="336804"/>
                </a:lnTo>
                <a:lnTo>
                  <a:pt x="155460" y="333756"/>
                </a:lnTo>
                <a:lnTo>
                  <a:pt x="158508" y="326136"/>
                </a:lnTo>
                <a:lnTo>
                  <a:pt x="158508" y="303276"/>
                </a:lnTo>
                <a:close/>
              </a:path>
              <a:path extrusionOk="0" h="745489" w="203200">
                <a:moveTo>
                  <a:pt x="158508" y="231648"/>
                </a:moveTo>
                <a:lnTo>
                  <a:pt x="137172" y="210312"/>
                </a:lnTo>
                <a:lnTo>
                  <a:pt x="137172" y="214884"/>
                </a:lnTo>
                <a:lnTo>
                  <a:pt x="140220" y="216408"/>
                </a:lnTo>
                <a:lnTo>
                  <a:pt x="141744" y="217932"/>
                </a:lnTo>
                <a:lnTo>
                  <a:pt x="143268" y="220980"/>
                </a:lnTo>
                <a:lnTo>
                  <a:pt x="144792" y="222504"/>
                </a:lnTo>
                <a:lnTo>
                  <a:pt x="144792" y="233172"/>
                </a:lnTo>
                <a:lnTo>
                  <a:pt x="141744" y="234696"/>
                </a:lnTo>
                <a:lnTo>
                  <a:pt x="140220" y="237744"/>
                </a:lnTo>
                <a:lnTo>
                  <a:pt x="62496" y="237744"/>
                </a:lnTo>
                <a:lnTo>
                  <a:pt x="62496" y="214884"/>
                </a:lnTo>
                <a:lnTo>
                  <a:pt x="54876" y="214884"/>
                </a:lnTo>
                <a:lnTo>
                  <a:pt x="54876" y="237744"/>
                </a:lnTo>
                <a:lnTo>
                  <a:pt x="21348" y="237744"/>
                </a:lnTo>
                <a:lnTo>
                  <a:pt x="21348" y="240792"/>
                </a:lnTo>
                <a:lnTo>
                  <a:pt x="28968" y="243840"/>
                </a:lnTo>
                <a:lnTo>
                  <a:pt x="38112" y="248412"/>
                </a:lnTo>
                <a:lnTo>
                  <a:pt x="42684" y="251460"/>
                </a:lnTo>
                <a:lnTo>
                  <a:pt x="51828" y="260604"/>
                </a:lnTo>
                <a:lnTo>
                  <a:pt x="54876" y="265176"/>
                </a:lnTo>
                <a:lnTo>
                  <a:pt x="57924" y="268224"/>
                </a:lnTo>
                <a:lnTo>
                  <a:pt x="59448" y="272796"/>
                </a:lnTo>
                <a:lnTo>
                  <a:pt x="62496" y="272796"/>
                </a:lnTo>
                <a:lnTo>
                  <a:pt x="62496" y="256032"/>
                </a:lnTo>
                <a:lnTo>
                  <a:pt x="144792" y="256032"/>
                </a:lnTo>
                <a:lnTo>
                  <a:pt x="150888" y="252984"/>
                </a:lnTo>
                <a:lnTo>
                  <a:pt x="153936" y="249936"/>
                </a:lnTo>
                <a:lnTo>
                  <a:pt x="155460" y="246888"/>
                </a:lnTo>
                <a:lnTo>
                  <a:pt x="158508" y="243840"/>
                </a:lnTo>
                <a:lnTo>
                  <a:pt x="158508" y="231648"/>
                </a:lnTo>
                <a:close/>
              </a:path>
              <a:path extrusionOk="0" h="745489" w="203200">
                <a:moveTo>
                  <a:pt x="158508" y="6096"/>
                </a:moveTo>
                <a:lnTo>
                  <a:pt x="155460" y="3048"/>
                </a:lnTo>
                <a:lnTo>
                  <a:pt x="152412" y="1524"/>
                </a:lnTo>
                <a:lnTo>
                  <a:pt x="150888" y="0"/>
                </a:lnTo>
                <a:lnTo>
                  <a:pt x="143268" y="0"/>
                </a:lnTo>
                <a:lnTo>
                  <a:pt x="140220" y="1524"/>
                </a:lnTo>
                <a:lnTo>
                  <a:pt x="135648" y="6096"/>
                </a:lnTo>
                <a:lnTo>
                  <a:pt x="134124" y="9144"/>
                </a:lnTo>
                <a:lnTo>
                  <a:pt x="134124" y="15240"/>
                </a:lnTo>
                <a:lnTo>
                  <a:pt x="135648" y="18288"/>
                </a:lnTo>
                <a:lnTo>
                  <a:pt x="138696" y="21336"/>
                </a:lnTo>
                <a:lnTo>
                  <a:pt x="140220" y="22860"/>
                </a:lnTo>
                <a:lnTo>
                  <a:pt x="143268" y="24384"/>
                </a:lnTo>
                <a:lnTo>
                  <a:pt x="150888" y="24384"/>
                </a:lnTo>
                <a:lnTo>
                  <a:pt x="152412" y="22860"/>
                </a:lnTo>
                <a:lnTo>
                  <a:pt x="155460" y="21336"/>
                </a:lnTo>
                <a:lnTo>
                  <a:pt x="158508" y="18288"/>
                </a:lnTo>
                <a:lnTo>
                  <a:pt x="158508" y="6096"/>
                </a:lnTo>
                <a:close/>
              </a:path>
              <a:path extrusionOk="0" h="745489" w="203200">
                <a:moveTo>
                  <a:pt x="202692" y="115824"/>
                </a:moveTo>
                <a:lnTo>
                  <a:pt x="201168" y="109728"/>
                </a:lnTo>
                <a:lnTo>
                  <a:pt x="195072" y="103632"/>
                </a:lnTo>
                <a:lnTo>
                  <a:pt x="190868" y="98450"/>
                </a:lnTo>
                <a:lnTo>
                  <a:pt x="185356" y="94107"/>
                </a:lnTo>
                <a:lnTo>
                  <a:pt x="179006" y="90347"/>
                </a:lnTo>
                <a:lnTo>
                  <a:pt x="172212" y="86868"/>
                </a:lnTo>
                <a:lnTo>
                  <a:pt x="88392" y="53340"/>
                </a:lnTo>
                <a:lnTo>
                  <a:pt x="73152" y="47244"/>
                </a:lnTo>
                <a:lnTo>
                  <a:pt x="68580" y="45720"/>
                </a:lnTo>
                <a:lnTo>
                  <a:pt x="62484" y="42672"/>
                </a:lnTo>
                <a:lnTo>
                  <a:pt x="60960" y="41148"/>
                </a:lnTo>
                <a:lnTo>
                  <a:pt x="60960" y="39624"/>
                </a:lnTo>
                <a:lnTo>
                  <a:pt x="59436" y="38100"/>
                </a:lnTo>
                <a:lnTo>
                  <a:pt x="59436" y="36576"/>
                </a:lnTo>
                <a:lnTo>
                  <a:pt x="57912" y="33528"/>
                </a:lnTo>
                <a:lnTo>
                  <a:pt x="54864" y="33528"/>
                </a:lnTo>
                <a:lnTo>
                  <a:pt x="54864" y="64008"/>
                </a:lnTo>
                <a:lnTo>
                  <a:pt x="57912" y="64008"/>
                </a:lnTo>
                <a:lnTo>
                  <a:pt x="57912" y="60960"/>
                </a:lnTo>
                <a:lnTo>
                  <a:pt x="59436" y="59436"/>
                </a:lnTo>
                <a:lnTo>
                  <a:pt x="59436" y="56388"/>
                </a:lnTo>
                <a:lnTo>
                  <a:pt x="60960" y="54864"/>
                </a:lnTo>
                <a:lnTo>
                  <a:pt x="62484" y="54864"/>
                </a:lnTo>
                <a:lnTo>
                  <a:pt x="62484" y="53340"/>
                </a:lnTo>
                <a:lnTo>
                  <a:pt x="67056" y="53340"/>
                </a:lnTo>
                <a:lnTo>
                  <a:pt x="73152" y="56388"/>
                </a:lnTo>
                <a:lnTo>
                  <a:pt x="128016" y="77724"/>
                </a:lnTo>
                <a:lnTo>
                  <a:pt x="77724" y="102108"/>
                </a:lnTo>
                <a:lnTo>
                  <a:pt x="68580" y="105156"/>
                </a:lnTo>
                <a:lnTo>
                  <a:pt x="64008" y="105156"/>
                </a:lnTo>
                <a:lnTo>
                  <a:pt x="57912" y="99060"/>
                </a:lnTo>
                <a:lnTo>
                  <a:pt x="57912" y="92964"/>
                </a:lnTo>
                <a:lnTo>
                  <a:pt x="54864" y="92964"/>
                </a:lnTo>
                <a:lnTo>
                  <a:pt x="54864" y="140208"/>
                </a:lnTo>
                <a:lnTo>
                  <a:pt x="56400" y="140208"/>
                </a:lnTo>
                <a:lnTo>
                  <a:pt x="53352" y="143256"/>
                </a:lnTo>
                <a:lnTo>
                  <a:pt x="51828" y="146304"/>
                </a:lnTo>
                <a:lnTo>
                  <a:pt x="51828" y="149352"/>
                </a:lnTo>
                <a:lnTo>
                  <a:pt x="77736" y="175260"/>
                </a:lnTo>
                <a:lnTo>
                  <a:pt x="51828" y="175260"/>
                </a:lnTo>
                <a:lnTo>
                  <a:pt x="51828" y="179832"/>
                </a:lnTo>
                <a:lnTo>
                  <a:pt x="64020" y="208788"/>
                </a:lnTo>
                <a:lnTo>
                  <a:pt x="67068" y="208788"/>
                </a:lnTo>
                <a:lnTo>
                  <a:pt x="67068" y="205740"/>
                </a:lnTo>
                <a:lnTo>
                  <a:pt x="65544" y="202692"/>
                </a:lnTo>
                <a:lnTo>
                  <a:pt x="65544" y="199644"/>
                </a:lnTo>
                <a:lnTo>
                  <a:pt x="67068" y="198120"/>
                </a:lnTo>
                <a:lnTo>
                  <a:pt x="67068" y="196596"/>
                </a:lnTo>
                <a:lnTo>
                  <a:pt x="68592" y="196596"/>
                </a:lnTo>
                <a:lnTo>
                  <a:pt x="70116" y="195072"/>
                </a:lnTo>
                <a:lnTo>
                  <a:pt x="73164" y="195072"/>
                </a:lnTo>
                <a:lnTo>
                  <a:pt x="74688" y="193548"/>
                </a:lnTo>
                <a:lnTo>
                  <a:pt x="143268" y="193548"/>
                </a:lnTo>
                <a:lnTo>
                  <a:pt x="144792" y="195072"/>
                </a:lnTo>
                <a:lnTo>
                  <a:pt x="147840" y="195072"/>
                </a:lnTo>
                <a:lnTo>
                  <a:pt x="150888" y="198120"/>
                </a:lnTo>
                <a:lnTo>
                  <a:pt x="152412" y="201168"/>
                </a:lnTo>
                <a:lnTo>
                  <a:pt x="152412" y="208788"/>
                </a:lnTo>
                <a:lnTo>
                  <a:pt x="155460" y="208788"/>
                </a:lnTo>
                <a:lnTo>
                  <a:pt x="155460" y="193548"/>
                </a:lnTo>
                <a:lnTo>
                  <a:pt x="155460" y="156972"/>
                </a:lnTo>
                <a:lnTo>
                  <a:pt x="152412" y="156972"/>
                </a:lnTo>
                <a:lnTo>
                  <a:pt x="152412" y="166116"/>
                </a:lnTo>
                <a:lnTo>
                  <a:pt x="150888" y="167640"/>
                </a:lnTo>
                <a:lnTo>
                  <a:pt x="149364" y="170688"/>
                </a:lnTo>
                <a:lnTo>
                  <a:pt x="147840" y="172212"/>
                </a:lnTo>
                <a:lnTo>
                  <a:pt x="144792" y="173736"/>
                </a:lnTo>
                <a:lnTo>
                  <a:pt x="143268" y="175260"/>
                </a:lnTo>
                <a:lnTo>
                  <a:pt x="85356" y="175260"/>
                </a:lnTo>
                <a:lnTo>
                  <a:pt x="73164" y="169164"/>
                </a:lnTo>
                <a:lnTo>
                  <a:pt x="70116" y="164592"/>
                </a:lnTo>
                <a:lnTo>
                  <a:pt x="67068" y="161544"/>
                </a:lnTo>
                <a:lnTo>
                  <a:pt x="67068" y="160020"/>
                </a:lnTo>
                <a:lnTo>
                  <a:pt x="68592" y="156972"/>
                </a:lnTo>
                <a:lnTo>
                  <a:pt x="74688" y="150876"/>
                </a:lnTo>
                <a:lnTo>
                  <a:pt x="76212" y="147828"/>
                </a:lnTo>
                <a:lnTo>
                  <a:pt x="76212" y="140208"/>
                </a:lnTo>
                <a:lnTo>
                  <a:pt x="73164" y="138684"/>
                </a:lnTo>
                <a:lnTo>
                  <a:pt x="71640" y="137160"/>
                </a:lnTo>
                <a:lnTo>
                  <a:pt x="68592" y="135636"/>
                </a:lnTo>
                <a:lnTo>
                  <a:pt x="62496" y="135636"/>
                </a:lnTo>
                <a:lnTo>
                  <a:pt x="59448" y="137160"/>
                </a:lnTo>
                <a:lnTo>
                  <a:pt x="60960" y="134112"/>
                </a:lnTo>
                <a:lnTo>
                  <a:pt x="60960" y="132588"/>
                </a:lnTo>
                <a:lnTo>
                  <a:pt x="64008" y="129540"/>
                </a:lnTo>
                <a:lnTo>
                  <a:pt x="70104" y="126492"/>
                </a:lnTo>
                <a:lnTo>
                  <a:pt x="73152" y="123444"/>
                </a:lnTo>
                <a:lnTo>
                  <a:pt x="76200" y="123444"/>
                </a:lnTo>
                <a:lnTo>
                  <a:pt x="113538" y="105156"/>
                </a:lnTo>
                <a:lnTo>
                  <a:pt x="150876" y="86868"/>
                </a:lnTo>
                <a:lnTo>
                  <a:pt x="173736" y="96012"/>
                </a:lnTo>
                <a:lnTo>
                  <a:pt x="178308" y="99060"/>
                </a:lnTo>
                <a:lnTo>
                  <a:pt x="182880" y="103632"/>
                </a:lnTo>
                <a:lnTo>
                  <a:pt x="182880" y="111252"/>
                </a:lnTo>
                <a:lnTo>
                  <a:pt x="181356" y="114300"/>
                </a:lnTo>
                <a:lnTo>
                  <a:pt x="179832" y="118872"/>
                </a:lnTo>
                <a:lnTo>
                  <a:pt x="178308" y="121920"/>
                </a:lnTo>
                <a:lnTo>
                  <a:pt x="178308" y="128016"/>
                </a:lnTo>
                <a:lnTo>
                  <a:pt x="181356" y="134112"/>
                </a:lnTo>
                <a:lnTo>
                  <a:pt x="184404" y="135636"/>
                </a:lnTo>
                <a:lnTo>
                  <a:pt x="185928" y="137160"/>
                </a:lnTo>
                <a:lnTo>
                  <a:pt x="193548" y="137160"/>
                </a:lnTo>
                <a:lnTo>
                  <a:pt x="196596" y="135636"/>
                </a:lnTo>
                <a:lnTo>
                  <a:pt x="199644" y="132588"/>
                </a:lnTo>
                <a:lnTo>
                  <a:pt x="202692" y="126492"/>
                </a:lnTo>
                <a:lnTo>
                  <a:pt x="202692" y="1158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12" name="Google Shape;2212;p34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5105400" y="4753355"/>
            <a:ext cx="153923" cy="2225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213" name="Google Shape;2213;p34"/>
          <p:cNvPicPr preferRelativeResize="0"/>
          <p:nvPr/>
        </p:nvPicPr>
        <p:blipFill rotWithShape="1">
          <a:blip r:embed="rId99">
            <a:alphaModFix/>
          </a:blip>
          <a:srcRect b="0" l="0" r="0" t="0"/>
          <a:stretch/>
        </p:blipFill>
        <p:spPr>
          <a:xfrm>
            <a:off x="5367528" y="9226296"/>
            <a:ext cx="158496" cy="4008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214" name="Google Shape;2214;p34"/>
          <p:cNvPicPr preferRelativeResize="0"/>
          <p:nvPr/>
        </p:nvPicPr>
        <p:blipFill rotWithShape="1">
          <a:blip r:embed="rId100">
            <a:alphaModFix/>
          </a:blip>
          <a:srcRect b="0" l="0" r="0" t="0"/>
          <a:stretch/>
        </p:blipFill>
        <p:spPr>
          <a:xfrm>
            <a:off x="5367528" y="8767571"/>
            <a:ext cx="158496" cy="387095"/>
          </a:xfrm>
          <a:prstGeom prst="rect">
            <a:avLst/>
          </a:prstGeom>
          <a:noFill/>
          <a:ln>
            <a:noFill/>
          </a:ln>
        </p:spPr>
      </p:pic>
      <p:pic>
        <p:nvPicPr>
          <p:cNvPr id="2215" name="Google Shape;2215;p34"/>
          <p:cNvPicPr preferRelativeResize="0"/>
          <p:nvPr/>
        </p:nvPicPr>
        <p:blipFill rotWithShape="1">
          <a:blip r:embed="rId101">
            <a:alphaModFix/>
          </a:blip>
          <a:srcRect b="0" l="0" r="0" t="0"/>
          <a:stretch/>
        </p:blipFill>
        <p:spPr>
          <a:xfrm>
            <a:off x="5367528" y="8197595"/>
            <a:ext cx="158495" cy="49072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16" name="Google Shape;2216;p34"/>
          <p:cNvPicPr preferRelativeResize="0"/>
          <p:nvPr/>
        </p:nvPicPr>
        <p:blipFill rotWithShape="1">
          <a:blip r:embed="rId102">
            <a:alphaModFix/>
          </a:blip>
          <a:srcRect b="0" l="0" r="0" t="0"/>
          <a:stretch/>
        </p:blipFill>
        <p:spPr>
          <a:xfrm>
            <a:off x="5367527" y="7805927"/>
            <a:ext cx="158496" cy="313944"/>
          </a:xfrm>
          <a:prstGeom prst="rect">
            <a:avLst/>
          </a:prstGeom>
          <a:noFill/>
          <a:ln>
            <a:noFill/>
          </a:ln>
        </p:spPr>
      </p:pic>
      <p:pic>
        <p:nvPicPr>
          <p:cNvPr id="2217" name="Google Shape;2217;p34"/>
          <p:cNvPicPr preferRelativeResize="0"/>
          <p:nvPr/>
        </p:nvPicPr>
        <p:blipFill rotWithShape="1">
          <a:blip r:embed="rId103">
            <a:alphaModFix/>
          </a:blip>
          <a:srcRect b="0" l="0" r="0" t="0"/>
          <a:stretch/>
        </p:blipFill>
        <p:spPr>
          <a:xfrm>
            <a:off x="5367528" y="7481316"/>
            <a:ext cx="158496" cy="251459"/>
          </a:xfrm>
          <a:prstGeom prst="rect">
            <a:avLst/>
          </a:prstGeom>
          <a:noFill/>
          <a:ln>
            <a:noFill/>
          </a:ln>
        </p:spPr>
      </p:pic>
      <p:sp>
        <p:nvSpPr>
          <p:cNvPr id="2218" name="Google Shape;2218;p34"/>
          <p:cNvSpPr/>
          <p:nvPr/>
        </p:nvSpPr>
        <p:spPr>
          <a:xfrm>
            <a:off x="5388864" y="6774180"/>
            <a:ext cx="181610" cy="632460"/>
          </a:xfrm>
          <a:custGeom>
            <a:rect b="b" l="l" r="r" t="t"/>
            <a:pathLst>
              <a:path extrusionOk="0" h="632459" w="181610">
                <a:moveTo>
                  <a:pt x="134112" y="175260"/>
                </a:moveTo>
                <a:lnTo>
                  <a:pt x="131064" y="175260"/>
                </a:lnTo>
                <a:lnTo>
                  <a:pt x="131064" y="184404"/>
                </a:lnTo>
                <a:lnTo>
                  <a:pt x="129540" y="185928"/>
                </a:lnTo>
                <a:lnTo>
                  <a:pt x="129540" y="187452"/>
                </a:lnTo>
                <a:lnTo>
                  <a:pt x="128016" y="188976"/>
                </a:lnTo>
                <a:lnTo>
                  <a:pt x="124968" y="188976"/>
                </a:lnTo>
                <a:lnTo>
                  <a:pt x="123444" y="190500"/>
                </a:lnTo>
                <a:lnTo>
                  <a:pt x="59436" y="190500"/>
                </a:lnTo>
                <a:lnTo>
                  <a:pt x="53340" y="192024"/>
                </a:lnTo>
                <a:lnTo>
                  <a:pt x="30480" y="211836"/>
                </a:lnTo>
                <a:lnTo>
                  <a:pt x="30480" y="216408"/>
                </a:lnTo>
                <a:lnTo>
                  <a:pt x="31902" y="224650"/>
                </a:lnTo>
                <a:lnTo>
                  <a:pt x="36195" y="233172"/>
                </a:lnTo>
                <a:lnTo>
                  <a:pt x="43332" y="241706"/>
                </a:lnTo>
                <a:lnTo>
                  <a:pt x="53340" y="249936"/>
                </a:lnTo>
                <a:lnTo>
                  <a:pt x="30480" y="249936"/>
                </a:lnTo>
                <a:lnTo>
                  <a:pt x="30480" y="254508"/>
                </a:lnTo>
                <a:lnTo>
                  <a:pt x="42672" y="283464"/>
                </a:lnTo>
                <a:lnTo>
                  <a:pt x="45720" y="283464"/>
                </a:lnTo>
                <a:lnTo>
                  <a:pt x="45720" y="280416"/>
                </a:lnTo>
                <a:lnTo>
                  <a:pt x="44196" y="277368"/>
                </a:lnTo>
                <a:lnTo>
                  <a:pt x="44196" y="274320"/>
                </a:lnTo>
                <a:lnTo>
                  <a:pt x="45720" y="272796"/>
                </a:lnTo>
                <a:lnTo>
                  <a:pt x="45720" y="271272"/>
                </a:lnTo>
                <a:lnTo>
                  <a:pt x="47244" y="271272"/>
                </a:lnTo>
                <a:lnTo>
                  <a:pt x="48768" y="269748"/>
                </a:lnTo>
                <a:lnTo>
                  <a:pt x="54864" y="269748"/>
                </a:lnTo>
                <a:lnTo>
                  <a:pt x="60960" y="268224"/>
                </a:lnTo>
                <a:lnTo>
                  <a:pt x="118872" y="268224"/>
                </a:lnTo>
                <a:lnTo>
                  <a:pt x="124968" y="269748"/>
                </a:lnTo>
                <a:lnTo>
                  <a:pt x="131064" y="272796"/>
                </a:lnTo>
                <a:lnTo>
                  <a:pt x="131064" y="283464"/>
                </a:lnTo>
                <a:lnTo>
                  <a:pt x="134112" y="283464"/>
                </a:lnTo>
                <a:lnTo>
                  <a:pt x="134112" y="234696"/>
                </a:lnTo>
                <a:lnTo>
                  <a:pt x="131064" y="234696"/>
                </a:lnTo>
                <a:lnTo>
                  <a:pt x="131064" y="243840"/>
                </a:lnTo>
                <a:lnTo>
                  <a:pt x="129540" y="245364"/>
                </a:lnTo>
                <a:lnTo>
                  <a:pt x="129540" y="246888"/>
                </a:lnTo>
                <a:lnTo>
                  <a:pt x="128016" y="248412"/>
                </a:lnTo>
                <a:lnTo>
                  <a:pt x="124968" y="249936"/>
                </a:lnTo>
                <a:lnTo>
                  <a:pt x="59436" y="249936"/>
                </a:lnTo>
                <a:lnTo>
                  <a:pt x="53187" y="243992"/>
                </a:lnTo>
                <a:lnTo>
                  <a:pt x="48387" y="237744"/>
                </a:lnTo>
                <a:lnTo>
                  <a:pt x="45288" y="231508"/>
                </a:lnTo>
                <a:lnTo>
                  <a:pt x="44196" y="225552"/>
                </a:lnTo>
                <a:lnTo>
                  <a:pt x="44196" y="219456"/>
                </a:lnTo>
                <a:lnTo>
                  <a:pt x="47244" y="214884"/>
                </a:lnTo>
                <a:lnTo>
                  <a:pt x="50292" y="213360"/>
                </a:lnTo>
                <a:lnTo>
                  <a:pt x="54864" y="210312"/>
                </a:lnTo>
                <a:lnTo>
                  <a:pt x="62484" y="208788"/>
                </a:lnTo>
                <a:lnTo>
                  <a:pt x="117348" y="208788"/>
                </a:lnTo>
                <a:lnTo>
                  <a:pt x="121920" y="210312"/>
                </a:lnTo>
                <a:lnTo>
                  <a:pt x="124968" y="210312"/>
                </a:lnTo>
                <a:lnTo>
                  <a:pt x="128016" y="211836"/>
                </a:lnTo>
                <a:lnTo>
                  <a:pt x="131064" y="214884"/>
                </a:lnTo>
                <a:lnTo>
                  <a:pt x="131064" y="224028"/>
                </a:lnTo>
                <a:lnTo>
                  <a:pt x="134112" y="224028"/>
                </a:lnTo>
                <a:lnTo>
                  <a:pt x="134112" y="175260"/>
                </a:lnTo>
                <a:close/>
              </a:path>
              <a:path extrusionOk="0" h="632459" w="181610">
                <a:moveTo>
                  <a:pt x="134112" y="21336"/>
                </a:moveTo>
                <a:lnTo>
                  <a:pt x="131064" y="21336"/>
                </a:lnTo>
                <a:lnTo>
                  <a:pt x="131064" y="28956"/>
                </a:lnTo>
                <a:lnTo>
                  <a:pt x="128016" y="35052"/>
                </a:lnTo>
                <a:lnTo>
                  <a:pt x="126492" y="36576"/>
                </a:lnTo>
                <a:lnTo>
                  <a:pt x="123444" y="36576"/>
                </a:lnTo>
                <a:lnTo>
                  <a:pt x="121920" y="38100"/>
                </a:lnTo>
                <a:lnTo>
                  <a:pt x="117348" y="39624"/>
                </a:lnTo>
                <a:lnTo>
                  <a:pt x="64008" y="39624"/>
                </a:lnTo>
                <a:lnTo>
                  <a:pt x="57912" y="36576"/>
                </a:lnTo>
                <a:lnTo>
                  <a:pt x="51816" y="32004"/>
                </a:lnTo>
                <a:lnTo>
                  <a:pt x="45720" y="25908"/>
                </a:lnTo>
                <a:lnTo>
                  <a:pt x="45720" y="22860"/>
                </a:lnTo>
                <a:lnTo>
                  <a:pt x="47244" y="19812"/>
                </a:lnTo>
                <a:lnTo>
                  <a:pt x="53340" y="13716"/>
                </a:lnTo>
                <a:lnTo>
                  <a:pt x="54864" y="10668"/>
                </a:lnTo>
                <a:lnTo>
                  <a:pt x="54864" y="4572"/>
                </a:lnTo>
                <a:lnTo>
                  <a:pt x="51816" y="3048"/>
                </a:lnTo>
                <a:lnTo>
                  <a:pt x="50292" y="0"/>
                </a:lnTo>
                <a:lnTo>
                  <a:pt x="41148" y="0"/>
                </a:lnTo>
                <a:lnTo>
                  <a:pt x="35052" y="3048"/>
                </a:lnTo>
                <a:lnTo>
                  <a:pt x="32004" y="6096"/>
                </a:lnTo>
                <a:lnTo>
                  <a:pt x="30480" y="9144"/>
                </a:lnTo>
                <a:lnTo>
                  <a:pt x="30480" y="13716"/>
                </a:lnTo>
                <a:lnTo>
                  <a:pt x="32169" y="20345"/>
                </a:lnTo>
                <a:lnTo>
                  <a:pt x="37147" y="26670"/>
                </a:lnTo>
                <a:lnTo>
                  <a:pt x="45262" y="33007"/>
                </a:lnTo>
                <a:lnTo>
                  <a:pt x="56388" y="39624"/>
                </a:lnTo>
                <a:lnTo>
                  <a:pt x="30480" y="39624"/>
                </a:lnTo>
                <a:lnTo>
                  <a:pt x="30480" y="44196"/>
                </a:lnTo>
                <a:lnTo>
                  <a:pt x="42672" y="73152"/>
                </a:lnTo>
                <a:lnTo>
                  <a:pt x="45720" y="71628"/>
                </a:lnTo>
                <a:lnTo>
                  <a:pt x="45720" y="70104"/>
                </a:lnTo>
                <a:lnTo>
                  <a:pt x="44196" y="67056"/>
                </a:lnTo>
                <a:lnTo>
                  <a:pt x="44196" y="64008"/>
                </a:lnTo>
                <a:lnTo>
                  <a:pt x="45720" y="62484"/>
                </a:lnTo>
                <a:lnTo>
                  <a:pt x="45720" y="60960"/>
                </a:lnTo>
                <a:lnTo>
                  <a:pt x="47244" y="59436"/>
                </a:lnTo>
                <a:lnTo>
                  <a:pt x="48768" y="59436"/>
                </a:lnTo>
                <a:lnTo>
                  <a:pt x="51816" y="57912"/>
                </a:lnTo>
                <a:lnTo>
                  <a:pt x="123444" y="57912"/>
                </a:lnTo>
                <a:lnTo>
                  <a:pt x="126492" y="59436"/>
                </a:lnTo>
                <a:lnTo>
                  <a:pt x="131064" y="64008"/>
                </a:lnTo>
                <a:lnTo>
                  <a:pt x="131064" y="73152"/>
                </a:lnTo>
                <a:lnTo>
                  <a:pt x="134112" y="73152"/>
                </a:lnTo>
                <a:lnTo>
                  <a:pt x="134112" y="21336"/>
                </a:lnTo>
                <a:close/>
              </a:path>
              <a:path extrusionOk="0" h="632459" w="181610">
                <a:moveTo>
                  <a:pt x="137160" y="443484"/>
                </a:moveTo>
                <a:lnTo>
                  <a:pt x="136271" y="437769"/>
                </a:lnTo>
                <a:lnTo>
                  <a:pt x="133540" y="432054"/>
                </a:lnTo>
                <a:lnTo>
                  <a:pt x="128790" y="426339"/>
                </a:lnTo>
                <a:lnTo>
                  <a:pt x="121920" y="420624"/>
                </a:lnTo>
                <a:lnTo>
                  <a:pt x="115824" y="420624"/>
                </a:lnTo>
                <a:lnTo>
                  <a:pt x="123444" y="428244"/>
                </a:lnTo>
                <a:lnTo>
                  <a:pt x="123444" y="434340"/>
                </a:lnTo>
                <a:lnTo>
                  <a:pt x="121920" y="435864"/>
                </a:lnTo>
                <a:lnTo>
                  <a:pt x="118872" y="435864"/>
                </a:lnTo>
                <a:lnTo>
                  <a:pt x="115824" y="437388"/>
                </a:lnTo>
                <a:lnTo>
                  <a:pt x="50292" y="437388"/>
                </a:lnTo>
                <a:lnTo>
                  <a:pt x="41148" y="440436"/>
                </a:lnTo>
                <a:lnTo>
                  <a:pt x="38100" y="443484"/>
                </a:lnTo>
                <a:lnTo>
                  <a:pt x="35052" y="448056"/>
                </a:lnTo>
                <a:lnTo>
                  <a:pt x="32004" y="454152"/>
                </a:lnTo>
                <a:lnTo>
                  <a:pt x="30480" y="461772"/>
                </a:lnTo>
                <a:lnTo>
                  <a:pt x="30581" y="472440"/>
                </a:lnTo>
                <a:lnTo>
                  <a:pt x="30695" y="473964"/>
                </a:lnTo>
                <a:lnTo>
                  <a:pt x="31038" y="478536"/>
                </a:lnTo>
                <a:lnTo>
                  <a:pt x="32766" y="485584"/>
                </a:lnTo>
                <a:lnTo>
                  <a:pt x="35623" y="491705"/>
                </a:lnTo>
                <a:lnTo>
                  <a:pt x="39624" y="496824"/>
                </a:lnTo>
                <a:lnTo>
                  <a:pt x="44196" y="504444"/>
                </a:lnTo>
                <a:lnTo>
                  <a:pt x="50292" y="507492"/>
                </a:lnTo>
                <a:lnTo>
                  <a:pt x="60960" y="507492"/>
                </a:lnTo>
                <a:lnTo>
                  <a:pt x="62484" y="505968"/>
                </a:lnTo>
                <a:lnTo>
                  <a:pt x="65532" y="504444"/>
                </a:lnTo>
                <a:lnTo>
                  <a:pt x="67056" y="502920"/>
                </a:lnTo>
                <a:lnTo>
                  <a:pt x="67056" y="492252"/>
                </a:lnTo>
                <a:lnTo>
                  <a:pt x="65532" y="490728"/>
                </a:lnTo>
                <a:lnTo>
                  <a:pt x="62484" y="489204"/>
                </a:lnTo>
                <a:lnTo>
                  <a:pt x="47244" y="489204"/>
                </a:lnTo>
                <a:lnTo>
                  <a:pt x="44196" y="487680"/>
                </a:lnTo>
                <a:lnTo>
                  <a:pt x="42672" y="484632"/>
                </a:lnTo>
                <a:lnTo>
                  <a:pt x="39624" y="481584"/>
                </a:lnTo>
                <a:lnTo>
                  <a:pt x="38100" y="478536"/>
                </a:lnTo>
                <a:lnTo>
                  <a:pt x="38100" y="467868"/>
                </a:lnTo>
                <a:lnTo>
                  <a:pt x="41148" y="463296"/>
                </a:lnTo>
                <a:lnTo>
                  <a:pt x="44196" y="460248"/>
                </a:lnTo>
                <a:lnTo>
                  <a:pt x="48768" y="457200"/>
                </a:lnTo>
                <a:lnTo>
                  <a:pt x="54864" y="455676"/>
                </a:lnTo>
                <a:lnTo>
                  <a:pt x="68580" y="455676"/>
                </a:lnTo>
                <a:lnTo>
                  <a:pt x="73761" y="467398"/>
                </a:lnTo>
                <a:lnTo>
                  <a:pt x="78105" y="477393"/>
                </a:lnTo>
                <a:lnTo>
                  <a:pt x="81813" y="485584"/>
                </a:lnTo>
                <a:lnTo>
                  <a:pt x="106680" y="512064"/>
                </a:lnTo>
                <a:lnTo>
                  <a:pt x="120396" y="512064"/>
                </a:lnTo>
                <a:lnTo>
                  <a:pt x="126492" y="509016"/>
                </a:lnTo>
                <a:lnTo>
                  <a:pt x="135636" y="499872"/>
                </a:lnTo>
                <a:lnTo>
                  <a:pt x="137160" y="493776"/>
                </a:lnTo>
                <a:lnTo>
                  <a:pt x="137160" y="478536"/>
                </a:lnTo>
                <a:lnTo>
                  <a:pt x="134112" y="472440"/>
                </a:lnTo>
                <a:lnTo>
                  <a:pt x="128016" y="466344"/>
                </a:lnTo>
                <a:lnTo>
                  <a:pt x="123444" y="459943"/>
                </a:lnTo>
                <a:lnTo>
                  <a:pt x="123444" y="472440"/>
                </a:lnTo>
                <a:lnTo>
                  <a:pt x="123444" y="481584"/>
                </a:lnTo>
                <a:lnTo>
                  <a:pt x="121920" y="484632"/>
                </a:lnTo>
                <a:lnTo>
                  <a:pt x="118872" y="489204"/>
                </a:lnTo>
                <a:lnTo>
                  <a:pt x="115824" y="492252"/>
                </a:lnTo>
                <a:lnTo>
                  <a:pt x="111252" y="493776"/>
                </a:lnTo>
                <a:lnTo>
                  <a:pt x="102108" y="493776"/>
                </a:lnTo>
                <a:lnTo>
                  <a:pt x="99060" y="492252"/>
                </a:lnTo>
                <a:lnTo>
                  <a:pt x="96012" y="489204"/>
                </a:lnTo>
                <a:lnTo>
                  <a:pt x="91440" y="487680"/>
                </a:lnTo>
                <a:lnTo>
                  <a:pt x="88392" y="483108"/>
                </a:lnTo>
                <a:lnTo>
                  <a:pt x="83820" y="473964"/>
                </a:lnTo>
                <a:lnTo>
                  <a:pt x="80772" y="466344"/>
                </a:lnTo>
                <a:lnTo>
                  <a:pt x="76200" y="455676"/>
                </a:lnTo>
                <a:lnTo>
                  <a:pt x="114300" y="455676"/>
                </a:lnTo>
                <a:lnTo>
                  <a:pt x="120396" y="464820"/>
                </a:lnTo>
                <a:lnTo>
                  <a:pt x="123444" y="472440"/>
                </a:lnTo>
                <a:lnTo>
                  <a:pt x="123444" y="459943"/>
                </a:lnTo>
                <a:lnTo>
                  <a:pt x="120396" y="455676"/>
                </a:lnTo>
                <a:lnTo>
                  <a:pt x="126492" y="455676"/>
                </a:lnTo>
                <a:lnTo>
                  <a:pt x="131064" y="454152"/>
                </a:lnTo>
                <a:lnTo>
                  <a:pt x="134112" y="452628"/>
                </a:lnTo>
                <a:lnTo>
                  <a:pt x="137160" y="449580"/>
                </a:lnTo>
                <a:lnTo>
                  <a:pt x="137160" y="443484"/>
                </a:lnTo>
                <a:close/>
              </a:path>
              <a:path extrusionOk="0" h="632459" w="181610">
                <a:moveTo>
                  <a:pt x="137160" y="306324"/>
                </a:moveTo>
                <a:lnTo>
                  <a:pt x="135636" y="301752"/>
                </a:lnTo>
                <a:lnTo>
                  <a:pt x="129540" y="292608"/>
                </a:lnTo>
                <a:lnTo>
                  <a:pt x="123444" y="288036"/>
                </a:lnTo>
                <a:lnTo>
                  <a:pt x="115824" y="284988"/>
                </a:lnTo>
                <a:lnTo>
                  <a:pt x="115824" y="289560"/>
                </a:lnTo>
                <a:lnTo>
                  <a:pt x="118872" y="291084"/>
                </a:lnTo>
                <a:lnTo>
                  <a:pt x="120396" y="292608"/>
                </a:lnTo>
                <a:lnTo>
                  <a:pt x="121920" y="295656"/>
                </a:lnTo>
                <a:lnTo>
                  <a:pt x="123444" y="297180"/>
                </a:lnTo>
                <a:lnTo>
                  <a:pt x="123444" y="307848"/>
                </a:lnTo>
                <a:lnTo>
                  <a:pt x="120396" y="309372"/>
                </a:lnTo>
                <a:lnTo>
                  <a:pt x="118872" y="312420"/>
                </a:lnTo>
                <a:lnTo>
                  <a:pt x="41148" y="312420"/>
                </a:lnTo>
                <a:lnTo>
                  <a:pt x="41148" y="289560"/>
                </a:lnTo>
                <a:lnTo>
                  <a:pt x="33528" y="289560"/>
                </a:lnTo>
                <a:lnTo>
                  <a:pt x="33528" y="312420"/>
                </a:lnTo>
                <a:lnTo>
                  <a:pt x="0" y="312420"/>
                </a:lnTo>
                <a:lnTo>
                  <a:pt x="0" y="315468"/>
                </a:lnTo>
                <a:lnTo>
                  <a:pt x="7620" y="318516"/>
                </a:lnTo>
                <a:lnTo>
                  <a:pt x="16764" y="323088"/>
                </a:lnTo>
                <a:lnTo>
                  <a:pt x="21336" y="326136"/>
                </a:lnTo>
                <a:lnTo>
                  <a:pt x="30480" y="335280"/>
                </a:lnTo>
                <a:lnTo>
                  <a:pt x="36576" y="344424"/>
                </a:lnTo>
                <a:lnTo>
                  <a:pt x="38100" y="347472"/>
                </a:lnTo>
                <a:lnTo>
                  <a:pt x="32004" y="353568"/>
                </a:lnTo>
                <a:lnTo>
                  <a:pt x="30480" y="356616"/>
                </a:lnTo>
                <a:lnTo>
                  <a:pt x="30480" y="361188"/>
                </a:lnTo>
                <a:lnTo>
                  <a:pt x="32169" y="367169"/>
                </a:lnTo>
                <a:lnTo>
                  <a:pt x="37147" y="373570"/>
                </a:lnTo>
                <a:lnTo>
                  <a:pt x="45262" y="380263"/>
                </a:lnTo>
                <a:lnTo>
                  <a:pt x="56388" y="387096"/>
                </a:lnTo>
                <a:lnTo>
                  <a:pt x="30480" y="387096"/>
                </a:lnTo>
                <a:lnTo>
                  <a:pt x="30480" y="390144"/>
                </a:lnTo>
                <a:lnTo>
                  <a:pt x="42672" y="420624"/>
                </a:lnTo>
                <a:lnTo>
                  <a:pt x="45720" y="419100"/>
                </a:lnTo>
                <a:lnTo>
                  <a:pt x="45720" y="416052"/>
                </a:lnTo>
                <a:lnTo>
                  <a:pt x="44196" y="414528"/>
                </a:lnTo>
                <a:lnTo>
                  <a:pt x="44196" y="409956"/>
                </a:lnTo>
                <a:lnTo>
                  <a:pt x="45720" y="408432"/>
                </a:lnTo>
                <a:lnTo>
                  <a:pt x="45720" y="406908"/>
                </a:lnTo>
                <a:lnTo>
                  <a:pt x="47244" y="406908"/>
                </a:lnTo>
                <a:lnTo>
                  <a:pt x="48768" y="405384"/>
                </a:lnTo>
                <a:lnTo>
                  <a:pt x="126492" y="405384"/>
                </a:lnTo>
                <a:lnTo>
                  <a:pt x="129540" y="408432"/>
                </a:lnTo>
                <a:lnTo>
                  <a:pt x="131064" y="411480"/>
                </a:lnTo>
                <a:lnTo>
                  <a:pt x="131064" y="420624"/>
                </a:lnTo>
                <a:lnTo>
                  <a:pt x="134112" y="420624"/>
                </a:lnTo>
                <a:lnTo>
                  <a:pt x="134112" y="368808"/>
                </a:lnTo>
                <a:lnTo>
                  <a:pt x="131064" y="368808"/>
                </a:lnTo>
                <a:lnTo>
                  <a:pt x="131064" y="376428"/>
                </a:lnTo>
                <a:lnTo>
                  <a:pt x="129540" y="379476"/>
                </a:lnTo>
                <a:lnTo>
                  <a:pt x="126492" y="382524"/>
                </a:lnTo>
                <a:lnTo>
                  <a:pt x="123444" y="384048"/>
                </a:lnTo>
                <a:lnTo>
                  <a:pt x="121920" y="385572"/>
                </a:lnTo>
                <a:lnTo>
                  <a:pt x="117348" y="387096"/>
                </a:lnTo>
                <a:lnTo>
                  <a:pt x="64008" y="387096"/>
                </a:lnTo>
                <a:lnTo>
                  <a:pt x="57912" y="382524"/>
                </a:lnTo>
                <a:lnTo>
                  <a:pt x="51816" y="379476"/>
                </a:lnTo>
                <a:lnTo>
                  <a:pt x="45720" y="373380"/>
                </a:lnTo>
                <a:lnTo>
                  <a:pt x="45720" y="370332"/>
                </a:lnTo>
                <a:lnTo>
                  <a:pt x="47244" y="367284"/>
                </a:lnTo>
                <a:lnTo>
                  <a:pt x="53340" y="361188"/>
                </a:lnTo>
                <a:lnTo>
                  <a:pt x="54864" y="358140"/>
                </a:lnTo>
                <a:lnTo>
                  <a:pt x="54864" y="350520"/>
                </a:lnTo>
                <a:lnTo>
                  <a:pt x="51816" y="348996"/>
                </a:lnTo>
                <a:lnTo>
                  <a:pt x="50292" y="347472"/>
                </a:lnTo>
                <a:lnTo>
                  <a:pt x="41148" y="347472"/>
                </a:lnTo>
                <a:lnTo>
                  <a:pt x="41148" y="330708"/>
                </a:lnTo>
                <a:lnTo>
                  <a:pt x="123444" y="330708"/>
                </a:lnTo>
                <a:lnTo>
                  <a:pt x="126492" y="329184"/>
                </a:lnTo>
                <a:lnTo>
                  <a:pt x="131064" y="327660"/>
                </a:lnTo>
                <a:lnTo>
                  <a:pt x="132588" y="324612"/>
                </a:lnTo>
                <a:lnTo>
                  <a:pt x="135636" y="321564"/>
                </a:lnTo>
                <a:lnTo>
                  <a:pt x="137160" y="318516"/>
                </a:lnTo>
                <a:lnTo>
                  <a:pt x="137160" y="306324"/>
                </a:lnTo>
                <a:close/>
              </a:path>
              <a:path extrusionOk="0" h="632459" w="181610">
                <a:moveTo>
                  <a:pt x="137160" y="123444"/>
                </a:moveTo>
                <a:lnTo>
                  <a:pt x="137033" y="121920"/>
                </a:lnTo>
                <a:lnTo>
                  <a:pt x="136918" y="120396"/>
                </a:lnTo>
                <a:lnTo>
                  <a:pt x="136563" y="115735"/>
                </a:lnTo>
                <a:lnTo>
                  <a:pt x="106768" y="85305"/>
                </a:lnTo>
                <a:lnTo>
                  <a:pt x="99060" y="83820"/>
                </a:lnTo>
                <a:lnTo>
                  <a:pt x="96012" y="86868"/>
                </a:lnTo>
                <a:lnTo>
                  <a:pt x="105156" y="89916"/>
                </a:lnTo>
                <a:lnTo>
                  <a:pt x="111252" y="92964"/>
                </a:lnTo>
                <a:lnTo>
                  <a:pt x="114300" y="99060"/>
                </a:lnTo>
                <a:lnTo>
                  <a:pt x="117348" y="103632"/>
                </a:lnTo>
                <a:lnTo>
                  <a:pt x="118872" y="108204"/>
                </a:lnTo>
                <a:lnTo>
                  <a:pt x="118872" y="115735"/>
                </a:lnTo>
                <a:lnTo>
                  <a:pt x="118249" y="122643"/>
                </a:lnTo>
                <a:lnTo>
                  <a:pt x="83743" y="151574"/>
                </a:lnTo>
                <a:lnTo>
                  <a:pt x="73152" y="152400"/>
                </a:lnTo>
                <a:lnTo>
                  <a:pt x="73152" y="106680"/>
                </a:lnTo>
                <a:lnTo>
                  <a:pt x="73152" y="83820"/>
                </a:lnTo>
                <a:lnTo>
                  <a:pt x="65532" y="84340"/>
                </a:lnTo>
                <a:lnTo>
                  <a:pt x="65532" y="106680"/>
                </a:lnTo>
                <a:lnTo>
                  <a:pt x="65532" y="152400"/>
                </a:lnTo>
                <a:lnTo>
                  <a:pt x="57912" y="150876"/>
                </a:lnTo>
                <a:lnTo>
                  <a:pt x="50292" y="147828"/>
                </a:lnTo>
                <a:lnTo>
                  <a:pt x="41148" y="138684"/>
                </a:lnTo>
                <a:lnTo>
                  <a:pt x="38100" y="134112"/>
                </a:lnTo>
                <a:lnTo>
                  <a:pt x="38100" y="123444"/>
                </a:lnTo>
                <a:lnTo>
                  <a:pt x="39624" y="120396"/>
                </a:lnTo>
                <a:lnTo>
                  <a:pt x="42710" y="115735"/>
                </a:lnTo>
                <a:lnTo>
                  <a:pt x="44196" y="112776"/>
                </a:lnTo>
                <a:lnTo>
                  <a:pt x="48768" y="109728"/>
                </a:lnTo>
                <a:lnTo>
                  <a:pt x="54864" y="106680"/>
                </a:lnTo>
                <a:lnTo>
                  <a:pt x="65532" y="106680"/>
                </a:lnTo>
                <a:lnTo>
                  <a:pt x="65532" y="84340"/>
                </a:lnTo>
                <a:lnTo>
                  <a:pt x="33718" y="105918"/>
                </a:lnTo>
                <a:lnTo>
                  <a:pt x="30480" y="121920"/>
                </a:lnTo>
                <a:lnTo>
                  <a:pt x="30556" y="122643"/>
                </a:lnTo>
                <a:lnTo>
                  <a:pt x="30657" y="123444"/>
                </a:lnTo>
                <a:lnTo>
                  <a:pt x="31572" y="130784"/>
                </a:lnTo>
                <a:lnTo>
                  <a:pt x="62674" y="164211"/>
                </a:lnTo>
                <a:lnTo>
                  <a:pt x="85344" y="167640"/>
                </a:lnTo>
                <a:lnTo>
                  <a:pt x="97078" y="166789"/>
                </a:lnTo>
                <a:lnTo>
                  <a:pt x="107251" y="164211"/>
                </a:lnTo>
                <a:lnTo>
                  <a:pt x="115989" y="159931"/>
                </a:lnTo>
                <a:lnTo>
                  <a:pt x="123444" y="153924"/>
                </a:lnTo>
                <a:lnTo>
                  <a:pt x="124891" y="152400"/>
                </a:lnTo>
                <a:lnTo>
                  <a:pt x="129438" y="147662"/>
                </a:lnTo>
                <a:lnTo>
                  <a:pt x="133731" y="140398"/>
                </a:lnTo>
                <a:lnTo>
                  <a:pt x="133781" y="140208"/>
                </a:lnTo>
                <a:lnTo>
                  <a:pt x="136296" y="132283"/>
                </a:lnTo>
                <a:lnTo>
                  <a:pt x="137160" y="123444"/>
                </a:lnTo>
                <a:close/>
              </a:path>
              <a:path extrusionOk="0" h="632459" w="181610">
                <a:moveTo>
                  <a:pt x="181343" y="580644"/>
                </a:moveTo>
                <a:lnTo>
                  <a:pt x="178295" y="580644"/>
                </a:lnTo>
                <a:lnTo>
                  <a:pt x="178295" y="588264"/>
                </a:lnTo>
                <a:lnTo>
                  <a:pt x="176771" y="589788"/>
                </a:lnTo>
                <a:lnTo>
                  <a:pt x="176771" y="592836"/>
                </a:lnTo>
                <a:lnTo>
                  <a:pt x="175247" y="592836"/>
                </a:lnTo>
                <a:lnTo>
                  <a:pt x="172199" y="594360"/>
                </a:lnTo>
                <a:lnTo>
                  <a:pt x="170675" y="594360"/>
                </a:lnTo>
                <a:lnTo>
                  <a:pt x="166103" y="595884"/>
                </a:lnTo>
                <a:lnTo>
                  <a:pt x="128003" y="595884"/>
                </a:lnTo>
                <a:lnTo>
                  <a:pt x="131051" y="591312"/>
                </a:lnTo>
                <a:lnTo>
                  <a:pt x="134099" y="588264"/>
                </a:lnTo>
                <a:lnTo>
                  <a:pt x="137147" y="582168"/>
                </a:lnTo>
                <a:lnTo>
                  <a:pt x="137147" y="571500"/>
                </a:lnTo>
                <a:lnTo>
                  <a:pt x="136296" y="562889"/>
                </a:lnTo>
                <a:lnTo>
                  <a:pt x="133718" y="555117"/>
                </a:lnTo>
                <a:lnTo>
                  <a:pt x="129527" y="548093"/>
                </a:lnTo>
                <a:lnTo>
                  <a:pt x="129527" y="563880"/>
                </a:lnTo>
                <a:lnTo>
                  <a:pt x="129527" y="577596"/>
                </a:lnTo>
                <a:lnTo>
                  <a:pt x="128003" y="582168"/>
                </a:lnTo>
                <a:lnTo>
                  <a:pt x="121907" y="591312"/>
                </a:lnTo>
                <a:lnTo>
                  <a:pt x="118859" y="592836"/>
                </a:lnTo>
                <a:lnTo>
                  <a:pt x="114287" y="594360"/>
                </a:lnTo>
                <a:lnTo>
                  <a:pt x="111239" y="594360"/>
                </a:lnTo>
                <a:lnTo>
                  <a:pt x="106667" y="595884"/>
                </a:lnTo>
                <a:lnTo>
                  <a:pt x="60947" y="595884"/>
                </a:lnTo>
                <a:lnTo>
                  <a:pt x="50279" y="585216"/>
                </a:lnTo>
                <a:lnTo>
                  <a:pt x="45707" y="576072"/>
                </a:lnTo>
                <a:lnTo>
                  <a:pt x="45707" y="565404"/>
                </a:lnTo>
                <a:lnTo>
                  <a:pt x="79209" y="546150"/>
                </a:lnTo>
                <a:lnTo>
                  <a:pt x="79527" y="546150"/>
                </a:lnTo>
                <a:lnTo>
                  <a:pt x="89903" y="545592"/>
                </a:lnTo>
                <a:lnTo>
                  <a:pt x="99618" y="546150"/>
                </a:lnTo>
                <a:lnTo>
                  <a:pt x="108191" y="547687"/>
                </a:lnTo>
                <a:lnTo>
                  <a:pt x="115265" y="549973"/>
                </a:lnTo>
                <a:lnTo>
                  <a:pt x="115392" y="549973"/>
                </a:lnTo>
                <a:lnTo>
                  <a:pt x="121907" y="553212"/>
                </a:lnTo>
                <a:lnTo>
                  <a:pt x="128003" y="557784"/>
                </a:lnTo>
                <a:lnTo>
                  <a:pt x="129527" y="563880"/>
                </a:lnTo>
                <a:lnTo>
                  <a:pt x="129527" y="548093"/>
                </a:lnTo>
                <a:lnTo>
                  <a:pt x="129400" y="547878"/>
                </a:lnTo>
                <a:lnTo>
                  <a:pt x="127406" y="545592"/>
                </a:lnTo>
                <a:lnTo>
                  <a:pt x="123431" y="541020"/>
                </a:lnTo>
                <a:lnTo>
                  <a:pt x="114630" y="535025"/>
                </a:lnTo>
                <a:lnTo>
                  <a:pt x="104381" y="530733"/>
                </a:lnTo>
                <a:lnTo>
                  <a:pt x="93002" y="528167"/>
                </a:lnTo>
                <a:lnTo>
                  <a:pt x="80759" y="527304"/>
                </a:lnTo>
                <a:lnTo>
                  <a:pt x="69888" y="527926"/>
                </a:lnTo>
                <a:lnTo>
                  <a:pt x="33705" y="549973"/>
                </a:lnTo>
                <a:lnTo>
                  <a:pt x="30467" y="569976"/>
                </a:lnTo>
                <a:lnTo>
                  <a:pt x="33515" y="574548"/>
                </a:lnTo>
                <a:lnTo>
                  <a:pt x="36563" y="580644"/>
                </a:lnTo>
                <a:lnTo>
                  <a:pt x="39611" y="585216"/>
                </a:lnTo>
                <a:lnTo>
                  <a:pt x="45707" y="589788"/>
                </a:lnTo>
                <a:lnTo>
                  <a:pt x="54851" y="595884"/>
                </a:lnTo>
                <a:lnTo>
                  <a:pt x="30467" y="595884"/>
                </a:lnTo>
                <a:lnTo>
                  <a:pt x="30467" y="598932"/>
                </a:lnTo>
                <a:lnTo>
                  <a:pt x="42659" y="629412"/>
                </a:lnTo>
                <a:lnTo>
                  <a:pt x="45707" y="627888"/>
                </a:lnTo>
                <a:lnTo>
                  <a:pt x="45707" y="624840"/>
                </a:lnTo>
                <a:lnTo>
                  <a:pt x="44183" y="623316"/>
                </a:lnTo>
                <a:lnTo>
                  <a:pt x="44183" y="620268"/>
                </a:lnTo>
                <a:lnTo>
                  <a:pt x="45707" y="618744"/>
                </a:lnTo>
                <a:lnTo>
                  <a:pt x="45707" y="617220"/>
                </a:lnTo>
                <a:lnTo>
                  <a:pt x="47231" y="615696"/>
                </a:lnTo>
                <a:lnTo>
                  <a:pt x="48755" y="615696"/>
                </a:lnTo>
                <a:lnTo>
                  <a:pt x="50279" y="614172"/>
                </a:lnTo>
                <a:lnTo>
                  <a:pt x="172199" y="614172"/>
                </a:lnTo>
                <a:lnTo>
                  <a:pt x="175247" y="615696"/>
                </a:lnTo>
                <a:lnTo>
                  <a:pt x="175247" y="617220"/>
                </a:lnTo>
                <a:lnTo>
                  <a:pt x="176771" y="618744"/>
                </a:lnTo>
                <a:lnTo>
                  <a:pt x="178295" y="621792"/>
                </a:lnTo>
                <a:lnTo>
                  <a:pt x="178295" y="632460"/>
                </a:lnTo>
                <a:lnTo>
                  <a:pt x="181343" y="632460"/>
                </a:lnTo>
                <a:lnTo>
                  <a:pt x="181343" y="614172"/>
                </a:lnTo>
                <a:lnTo>
                  <a:pt x="181343" y="5806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19" name="Google Shape;2219;p34"/>
          <p:cNvPicPr preferRelativeResize="0"/>
          <p:nvPr/>
        </p:nvPicPr>
        <p:blipFill rotWithShape="1">
          <a:blip r:embed="rId104">
            <a:alphaModFix/>
          </a:blip>
          <a:srcRect b="0" l="0" r="0" t="0"/>
          <a:stretch/>
        </p:blipFill>
        <p:spPr>
          <a:xfrm>
            <a:off x="5367528" y="6025896"/>
            <a:ext cx="202661" cy="679703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0" name="Google Shape;2220;p34"/>
          <p:cNvPicPr preferRelativeResize="0"/>
          <p:nvPr/>
        </p:nvPicPr>
        <p:blipFill rotWithShape="1">
          <a:blip r:embed="rId105">
            <a:alphaModFix/>
          </a:blip>
          <a:srcRect b="0" l="0" r="0" t="0"/>
          <a:stretch/>
        </p:blipFill>
        <p:spPr>
          <a:xfrm>
            <a:off x="5419344" y="5766816"/>
            <a:ext cx="106680" cy="176783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1" name="Google Shape;2221;p34"/>
          <p:cNvPicPr preferRelativeResize="0"/>
          <p:nvPr/>
        </p:nvPicPr>
        <p:blipFill rotWithShape="1">
          <a:blip r:embed="rId106">
            <a:alphaModFix/>
          </a:blip>
          <a:srcRect b="0" l="0" r="0" t="0"/>
          <a:stretch/>
        </p:blipFill>
        <p:spPr>
          <a:xfrm>
            <a:off x="5367528" y="5209031"/>
            <a:ext cx="158495" cy="47853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2" name="Google Shape;2222;p34"/>
          <p:cNvPicPr preferRelativeResize="0"/>
          <p:nvPr/>
        </p:nvPicPr>
        <p:blipFill rotWithShape="1">
          <a:blip r:embed="rId107">
            <a:alphaModFix/>
          </a:blip>
          <a:srcRect b="0" l="0" r="0" t="0"/>
          <a:stretch/>
        </p:blipFill>
        <p:spPr>
          <a:xfrm>
            <a:off x="5367528" y="4760976"/>
            <a:ext cx="202691" cy="3749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3" name="Google Shape;2223;p34"/>
          <p:cNvPicPr preferRelativeResize="0"/>
          <p:nvPr/>
        </p:nvPicPr>
        <p:blipFill rotWithShape="1">
          <a:blip r:embed="rId108">
            <a:alphaModFix/>
          </a:blip>
          <a:srcRect b="0" l="0" r="0" t="0"/>
          <a:stretch/>
        </p:blipFill>
        <p:spPr>
          <a:xfrm>
            <a:off x="5657088" y="9136380"/>
            <a:ext cx="137160" cy="496823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4" name="Google Shape;2224;p34"/>
          <p:cNvPicPr preferRelativeResize="0"/>
          <p:nvPr/>
        </p:nvPicPr>
        <p:blipFill rotWithShape="1">
          <a:blip r:embed="rId109">
            <a:alphaModFix/>
          </a:blip>
          <a:srcRect b="0" l="0" r="0" t="0"/>
          <a:stretch/>
        </p:blipFill>
        <p:spPr>
          <a:xfrm>
            <a:off x="5687568" y="8964167"/>
            <a:ext cx="106680" cy="91440"/>
          </a:xfrm>
          <a:prstGeom prst="rect">
            <a:avLst/>
          </a:prstGeom>
          <a:noFill/>
          <a:ln>
            <a:noFill/>
          </a:ln>
        </p:spPr>
      </p:pic>
      <p:sp>
        <p:nvSpPr>
          <p:cNvPr id="2225" name="Google Shape;2225;p34"/>
          <p:cNvSpPr/>
          <p:nvPr/>
        </p:nvSpPr>
        <p:spPr>
          <a:xfrm>
            <a:off x="5640311" y="8253984"/>
            <a:ext cx="154305" cy="643255"/>
          </a:xfrm>
          <a:custGeom>
            <a:rect b="b" l="l" r="r" t="t"/>
            <a:pathLst>
              <a:path extrusionOk="0" h="643254" w="154304">
                <a:moveTo>
                  <a:pt x="150876" y="600456"/>
                </a:moveTo>
                <a:lnTo>
                  <a:pt x="150825" y="572058"/>
                </a:lnTo>
                <a:lnTo>
                  <a:pt x="150710" y="567499"/>
                </a:lnTo>
                <a:lnTo>
                  <a:pt x="150596" y="562813"/>
                </a:lnTo>
                <a:lnTo>
                  <a:pt x="150469" y="561390"/>
                </a:lnTo>
                <a:lnTo>
                  <a:pt x="149733" y="552640"/>
                </a:lnTo>
                <a:lnTo>
                  <a:pt x="148310" y="543902"/>
                </a:lnTo>
                <a:lnTo>
                  <a:pt x="146304" y="536448"/>
                </a:lnTo>
                <a:lnTo>
                  <a:pt x="145694" y="534924"/>
                </a:lnTo>
                <a:lnTo>
                  <a:pt x="143256" y="528828"/>
                </a:lnTo>
                <a:lnTo>
                  <a:pt x="143256" y="583692"/>
                </a:lnTo>
                <a:lnTo>
                  <a:pt x="141732" y="592836"/>
                </a:lnTo>
                <a:lnTo>
                  <a:pt x="140208" y="600456"/>
                </a:lnTo>
                <a:lnTo>
                  <a:pt x="79248" y="600456"/>
                </a:lnTo>
                <a:lnTo>
                  <a:pt x="79248" y="582168"/>
                </a:lnTo>
                <a:lnTo>
                  <a:pt x="79540" y="574484"/>
                </a:lnTo>
                <a:lnTo>
                  <a:pt x="96012" y="539496"/>
                </a:lnTo>
                <a:lnTo>
                  <a:pt x="134112" y="545592"/>
                </a:lnTo>
                <a:lnTo>
                  <a:pt x="143256" y="583692"/>
                </a:lnTo>
                <a:lnTo>
                  <a:pt x="143256" y="528828"/>
                </a:lnTo>
                <a:lnTo>
                  <a:pt x="137160" y="522732"/>
                </a:lnTo>
                <a:lnTo>
                  <a:pt x="124968" y="513588"/>
                </a:lnTo>
                <a:lnTo>
                  <a:pt x="117348" y="510540"/>
                </a:lnTo>
                <a:lnTo>
                  <a:pt x="109728" y="510540"/>
                </a:lnTo>
                <a:lnTo>
                  <a:pt x="77724" y="533400"/>
                </a:lnTo>
                <a:lnTo>
                  <a:pt x="74676" y="544068"/>
                </a:lnTo>
                <a:lnTo>
                  <a:pt x="74650" y="543902"/>
                </a:lnTo>
                <a:lnTo>
                  <a:pt x="74422" y="542544"/>
                </a:lnTo>
                <a:lnTo>
                  <a:pt x="73152" y="534924"/>
                </a:lnTo>
                <a:lnTo>
                  <a:pt x="71628" y="532892"/>
                </a:lnTo>
                <a:lnTo>
                  <a:pt x="71628" y="569976"/>
                </a:lnTo>
                <a:lnTo>
                  <a:pt x="71628" y="583692"/>
                </a:lnTo>
                <a:lnTo>
                  <a:pt x="70104" y="588264"/>
                </a:lnTo>
                <a:lnTo>
                  <a:pt x="70104" y="600456"/>
                </a:lnTo>
                <a:lnTo>
                  <a:pt x="12192" y="600456"/>
                </a:lnTo>
                <a:lnTo>
                  <a:pt x="10668" y="595884"/>
                </a:lnTo>
                <a:lnTo>
                  <a:pt x="10668" y="582168"/>
                </a:lnTo>
                <a:lnTo>
                  <a:pt x="25908" y="545592"/>
                </a:lnTo>
                <a:lnTo>
                  <a:pt x="32004" y="542544"/>
                </a:lnTo>
                <a:lnTo>
                  <a:pt x="47244" y="542544"/>
                </a:lnTo>
                <a:lnTo>
                  <a:pt x="60960" y="547116"/>
                </a:lnTo>
                <a:lnTo>
                  <a:pt x="65493" y="551649"/>
                </a:lnTo>
                <a:lnTo>
                  <a:pt x="65849" y="552640"/>
                </a:lnTo>
                <a:lnTo>
                  <a:pt x="67056" y="556260"/>
                </a:lnTo>
                <a:lnTo>
                  <a:pt x="70104" y="562356"/>
                </a:lnTo>
                <a:lnTo>
                  <a:pt x="70205" y="562813"/>
                </a:lnTo>
                <a:lnTo>
                  <a:pt x="71628" y="569976"/>
                </a:lnTo>
                <a:lnTo>
                  <a:pt x="71628" y="532892"/>
                </a:lnTo>
                <a:lnTo>
                  <a:pt x="68580" y="528828"/>
                </a:lnTo>
                <a:lnTo>
                  <a:pt x="62484" y="524256"/>
                </a:lnTo>
                <a:lnTo>
                  <a:pt x="50292" y="518160"/>
                </a:lnTo>
                <a:lnTo>
                  <a:pt x="42672" y="518160"/>
                </a:lnTo>
                <a:lnTo>
                  <a:pt x="10198" y="537972"/>
                </a:lnTo>
                <a:lnTo>
                  <a:pt x="7150" y="544245"/>
                </a:lnTo>
                <a:lnTo>
                  <a:pt x="4597" y="551649"/>
                </a:lnTo>
                <a:lnTo>
                  <a:pt x="3695" y="557720"/>
                </a:lnTo>
                <a:lnTo>
                  <a:pt x="3644" y="558546"/>
                </a:lnTo>
                <a:lnTo>
                  <a:pt x="3238" y="564451"/>
                </a:lnTo>
                <a:lnTo>
                  <a:pt x="3124" y="569976"/>
                </a:lnTo>
                <a:lnTo>
                  <a:pt x="3048" y="643128"/>
                </a:lnTo>
                <a:lnTo>
                  <a:pt x="6096" y="643128"/>
                </a:lnTo>
                <a:lnTo>
                  <a:pt x="6096" y="632460"/>
                </a:lnTo>
                <a:lnTo>
                  <a:pt x="7620" y="627888"/>
                </a:lnTo>
                <a:lnTo>
                  <a:pt x="12192" y="623316"/>
                </a:lnTo>
                <a:lnTo>
                  <a:pt x="18288" y="621792"/>
                </a:lnTo>
                <a:lnTo>
                  <a:pt x="132588" y="621792"/>
                </a:lnTo>
                <a:lnTo>
                  <a:pt x="138684" y="623316"/>
                </a:lnTo>
                <a:lnTo>
                  <a:pt x="141732" y="624840"/>
                </a:lnTo>
                <a:lnTo>
                  <a:pt x="147828" y="630936"/>
                </a:lnTo>
                <a:lnTo>
                  <a:pt x="147828" y="643128"/>
                </a:lnTo>
                <a:lnTo>
                  <a:pt x="150876" y="643128"/>
                </a:lnTo>
                <a:lnTo>
                  <a:pt x="150876" y="621792"/>
                </a:lnTo>
                <a:lnTo>
                  <a:pt x="150876" y="600456"/>
                </a:lnTo>
                <a:close/>
              </a:path>
              <a:path extrusionOk="0" h="643254" w="154304">
                <a:moveTo>
                  <a:pt x="150876" y="146304"/>
                </a:moveTo>
                <a:lnTo>
                  <a:pt x="147828" y="146304"/>
                </a:lnTo>
                <a:lnTo>
                  <a:pt x="147828" y="152400"/>
                </a:lnTo>
                <a:lnTo>
                  <a:pt x="147828" y="155448"/>
                </a:lnTo>
                <a:lnTo>
                  <a:pt x="143256" y="164592"/>
                </a:lnTo>
                <a:lnTo>
                  <a:pt x="141732" y="166116"/>
                </a:lnTo>
                <a:lnTo>
                  <a:pt x="140208" y="166116"/>
                </a:lnTo>
                <a:lnTo>
                  <a:pt x="137160" y="167640"/>
                </a:lnTo>
                <a:lnTo>
                  <a:pt x="13716" y="167640"/>
                </a:lnTo>
                <a:lnTo>
                  <a:pt x="10668" y="164592"/>
                </a:lnTo>
                <a:lnTo>
                  <a:pt x="7620" y="163068"/>
                </a:lnTo>
                <a:lnTo>
                  <a:pt x="6096" y="158496"/>
                </a:lnTo>
                <a:lnTo>
                  <a:pt x="6096" y="146304"/>
                </a:lnTo>
                <a:lnTo>
                  <a:pt x="3048" y="146304"/>
                </a:lnTo>
                <a:lnTo>
                  <a:pt x="3048" y="210312"/>
                </a:lnTo>
                <a:lnTo>
                  <a:pt x="6096" y="210312"/>
                </a:lnTo>
                <a:lnTo>
                  <a:pt x="6096" y="198120"/>
                </a:lnTo>
                <a:lnTo>
                  <a:pt x="7620" y="195072"/>
                </a:lnTo>
                <a:lnTo>
                  <a:pt x="12192" y="190500"/>
                </a:lnTo>
                <a:lnTo>
                  <a:pt x="15240" y="188976"/>
                </a:lnTo>
                <a:lnTo>
                  <a:pt x="134112" y="188976"/>
                </a:lnTo>
                <a:lnTo>
                  <a:pt x="138684" y="190500"/>
                </a:lnTo>
                <a:lnTo>
                  <a:pt x="141732" y="192024"/>
                </a:lnTo>
                <a:lnTo>
                  <a:pt x="144780" y="195072"/>
                </a:lnTo>
                <a:lnTo>
                  <a:pt x="147828" y="199644"/>
                </a:lnTo>
                <a:lnTo>
                  <a:pt x="147828" y="210312"/>
                </a:lnTo>
                <a:lnTo>
                  <a:pt x="150876" y="210312"/>
                </a:lnTo>
                <a:lnTo>
                  <a:pt x="150876" y="146304"/>
                </a:lnTo>
                <a:close/>
              </a:path>
              <a:path extrusionOk="0" h="643254" w="154304">
                <a:moveTo>
                  <a:pt x="150888" y="338328"/>
                </a:moveTo>
                <a:lnTo>
                  <a:pt x="147840" y="338328"/>
                </a:lnTo>
                <a:lnTo>
                  <a:pt x="146316" y="344424"/>
                </a:lnTo>
                <a:lnTo>
                  <a:pt x="144792" y="348996"/>
                </a:lnTo>
                <a:lnTo>
                  <a:pt x="138696" y="355092"/>
                </a:lnTo>
                <a:lnTo>
                  <a:pt x="132600" y="359664"/>
                </a:lnTo>
                <a:lnTo>
                  <a:pt x="121932" y="362712"/>
                </a:lnTo>
                <a:lnTo>
                  <a:pt x="94500" y="374027"/>
                </a:lnTo>
                <a:lnTo>
                  <a:pt x="94500" y="397764"/>
                </a:lnTo>
                <a:lnTo>
                  <a:pt x="94500" y="449580"/>
                </a:lnTo>
                <a:lnTo>
                  <a:pt x="33540" y="422148"/>
                </a:lnTo>
                <a:lnTo>
                  <a:pt x="94500" y="397764"/>
                </a:lnTo>
                <a:lnTo>
                  <a:pt x="94500" y="374027"/>
                </a:lnTo>
                <a:lnTo>
                  <a:pt x="12" y="413004"/>
                </a:lnTo>
                <a:lnTo>
                  <a:pt x="12" y="416052"/>
                </a:lnTo>
                <a:lnTo>
                  <a:pt x="120408" y="470916"/>
                </a:lnTo>
                <a:lnTo>
                  <a:pt x="127838" y="474116"/>
                </a:lnTo>
                <a:lnTo>
                  <a:pt x="134124" y="477012"/>
                </a:lnTo>
                <a:lnTo>
                  <a:pt x="147840" y="495300"/>
                </a:lnTo>
                <a:lnTo>
                  <a:pt x="150888" y="495300"/>
                </a:lnTo>
                <a:lnTo>
                  <a:pt x="150888" y="466344"/>
                </a:lnTo>
                <a:lnTo>
                  <a:pt x="150888" y="449580"/>
                </a:lnTo>
                <a:lnTo>
                  <a:pt x="147840" y="449580"/>
                </a:lnTo>
                <a:lnTo>
                  <a:pt x="146316" y="455676"/>
                </a:lnTo>
                <a:lnTo>
                  <a:pt x="144792" y="460248"/>
                </a:lnTo>
                <a:lnTo>
                  <a:pt x="143268" y="463296"/>
                </a:lnTo>
                <a:lnTo>
                  <a:pt x="140220" y="466344"/>
                </a:lnTo>
                <a:lnTo>
                  <a:pt x="134124" y="466344"/>
                </a:lnTo>
                <a:lnTo>
                  <a:pt x="129552" y="464820"/>
                </a:lnTo>
                <a:lnTo>
                  <a:pt x="123456" y="461772"/>
                </a:lnTo>
                <a:lnTo>
                  <a:pt x="102120" y="452628"/>
                </a:lnTo>
                <a:lnTo>
                  <a:pt x="102120" y="449580"/>
                </a:lnTo>
                <a:lnTo>
                  <a:pt x="102120" y="397764"/>
                </a:lnTo>
                <a:lnTo>
                  <a:pt x="102120" y="394716"/>
                </a:lnTo>
                <a:lnTo>
                  <a:pt x="121932" y="387096"/>
                </a:lnTo>
                <a:lnTo>
                  <a:pt x="129552" y="384048"/>
                </a:lnTo>
                <a:lnTo>
                  <a:pt x="134124" y="382524"/>
                </a:lnTo>
                <a:lnTo>
                  <a:pt x="141744" y="382524"/>
                </a:lnTo>
                <a:lnTo>
                  <a:pt x="143268" y="385572"/>
                </a:lnTo>
                <a:lnTo>
                  <a:pt x="146316" y="387096"/>
                </a:lnTo>
                <a:lnTo>
                  <a:pt x="146316" y="391668"/>
                </a:lnTo>
                <a:lnTo>
                  <a:pt x="147840" y="397764"/>
                </a:lnTo>
                <a:lnTo>
                  <a:pt x="150888" y="397764"/>
                </a:lnTo>
                <a:lnTo>
                  <a:pt x="150888" y="382524"/>
                </a:lnTo>
                <a:lnTo>
                  <a:pt x="150888" y="338328"/>
                </a:lnTo>
                <a:close/>
              </a:path>
              <a:path extrusionOk="0" h="643254" w="154304">
                <a:moveTo>
                  <a:pt x="153924" y="271272"/>
                </a:moveTo>
                <a:lnTo>
                  <a:pt x="134861" y="233273"/>
                </a:lnTo>
                <a:lnTo>
                  <a:pt x="112776" y="225552"/>
                </a:lnTo>
                <a:lnTo>
                  <a:pt x="106680" y="225552"/>
                </a:lnTo>
                <a:lnTo>
                  <a:pt x="100584" y="227076"/>
                </a:lnTo>
                <a:lnTo>
                  <a:pt x="96012" y="230124"/>
                </a:lnTo>
                <a:lnTo>
                  <a:pt x="89916" y="233172"/>
                </a:lnTo>
                <a:lnTo>
                  <a:pt x="85344" y="236220"/>
                </a:lnTo>
                <a:lnTo>
                  <a:pt x="80772" y="242316"/>
                </a:lnTo>
                <a:lnTo>
                  <a:pt x="69418" y="259676"/>
                </a:lnTo>
                <a:lnTo>
                  <a:pt x="57467" y="278777"/>
                </a:lnTo>
                <a:lnTo>
                  <a:pt x="51625" y="287464"/>
                </a:lnTo>
                <a:lnTo>
                  <a:pt x="46659" y="294157"/>
                </a:lnTo>
                <a:lnTo>
                  <a:pt x="42672" y="298704"/>
                </a:lnTo>
                <a:lnTo>
                  <a:pt x="38100" y="300228"/>
                </a:lnTo>
                <a:lnTo>
                  <a:pt x="35052" y="301752"/>
                </a:lnTo>
                <a:lnTo>
                  <a:pt x="24384" y="301752"/>
                </a:lnTo>
                <a:lnTo>
                  <a:pt x="18288" y="300228"/>
                </a:lnTo>
                <a:lnTo>
                  <a:pt x="9144" y="291084"/>
                </a:lnTo>
                <a:lnTo>
                  <a:pt x="7620" y="284988"/>
                </a:lnTo>
                <a:lnTo>
                  <a:pt x="7620" y="271272"/>
                </a:lnTo>
                <a:lnTo>
                  <a:pt x="9144" y="265176"/>
                </a:lnTo>
                <a:lnTo>
                  <a:pt x="12192" y="260604"/>
                </a:lnTo>
                <a:lnTo>
                  <a:pt x="15240" y="254508"/>
                </a:lnTo>
                <a:lnTo>
                  <a:pt x="50292" y="239268"/>
                </a:lnTo>
                <a:lnTo>
                  <a:pt x="50292" y="236220"/>
                </a:lnTo>
                <a:lnTo>
                  <a:pt x="0" y="236220"/>
                </a:lnTo>
                <a:lnTo>
                  <a:pt x="0" y="239268"/>
                </a:lnTo>
                <a:lnTo>
                  <a:pt x="3048" y="240792"/>
                </a:lnTo>
                <a:lnTo>
                  <a:pt x="6096" y="240792"/>
                </a:lnTo>
                <a:lnTo>
                  <a:pt x="6096" y="242316"/>
                </a:lnTo>
                <a:lnTo>
                  <a:pt x="9144" y="245364"/>
                </a:lnTo>
                <a:lnTo>
                  <a:pt x="9144" y="248412"/>
                </a:lnTo>
                <a:lnTo>
                  <a:pt x="7620" y="251460"/>
                </a:lnTo>
                <a:lnTo>
                  <a:pt x="6096" y="256032"/>
                </a:lnTo>
                <a:lnTo>
                  <a:pt x="1524" y="263652"/>
                </a:lnTo>
                <a:lnTo>
                  <a:pt x="0" y="272796"/>
                </a:lnTo>
                <a:lnTo>
                  <a:pt x="0" y="280416"/>
                </a:lnTo>
                <a:lnTo>
                  <a:pt x="16675" y="315785"/>
                </a:lnTo>
                <a:lnTo>
                  <a:pt x="38100" y="321564"/>
                </a:lnTo>
                <a:lnTo>
                  <a:pt x="44196" y="321564"/>
                </a:lnTo>
                <a:lnTo>
                  <a:pt x="72948" y="299897"/>
                </a:lnTo>
                <a:lnTo>
                  <a:pt x="81470" y="287235"/>
                </a:lnTo>
                <a:lnTo>
                  <a:pt x="86868" y="278892"/>
                </a:lnTo>
                <a:lnTo>
                  <a:pt x="92964" y="266700"/>
                </a:lnTo>
                <a:lnTo>
                  <a:pt x="97536" y="260604"/>
                </a:lnTo>
                <a:lnTo>
                  <a:pt x="100584" y="257556"/>
                </a:lnTo>
                <a:lnTo>
                  <a:pt x="103632" y="252984"/>
                </a:lnTo>
                <a:lnTo>
                  <a:pt x="106680" y="249936"/>
                </a:lnTo>
                <a:lnTo>
                  <a:pt x="109728" y="248412"/>
                </a:lnTo>
                <a:lnTo>
                  <a:pt x="114300" y="246888"/>
                </a:lnTo>
                <a:lnTo>
                  <a:pt x="117348" y="245364"/>
                </a:lnTo>
                <a:lnTo>
                  <a:pt x="128016" y="245364"/>
                </a:lnTo>
                <a:lnTo>
                  <a:pt x="134112" y="248412"/>
                </a:lnTo>
                <a:lnTo>
                  <a:pt x="138684" y="252984"/>
                </a:lnTo>
                <a:lnTo>
                  <a:pt x="143256" y="259080"/>
                </a:lnTo>
                <a:lnTo>
                  <a:pt x="146304" y="265176"/>
                </a:lnTo>
                <a:lnTo>
                  <a:pt x="146304" y="281940"/>
                </a:lnTo>
                <a:lnTo>
                  <a:pt x="143256" y="289560"/>
                </a:lnTo>
                <a:lnTo>
                  <a:pt x="137160" y="301752"/>
                </a:lnTo>
                <a:lnTo>
                  <a:pt x="132588" y="306324"/>
                </a:lnTo>
                <a:lnTo>
                  <a:pt x="126492" y="309372"/>
                </a:lnTo>
                <a:lnTo>
                  <a:pt x="121920" y="313944"/>
                </a:lnTo>
                <a:lnTo>
                  <a:pt x="114300" y="315468"/>
                </a:lnTo>
                <a:lnTo>
                  <a:pt x="103632" y="316992"/>
                </a:lnTo>
                <a:lnTo>
                  <a:pt x="103632" y="320040"/>
                </a:lnTo>
                <a:lnTo>
                  <a:pt x="153924" y="320040"/>
                </a:lnTo>
                <a:lnTo>
                  <a:pt x="153924" y="316992"/>
                </a:lnTo>
                <a:lnTo>
                  <a:pt x="146304" y="316992"/>
                </a:lnTo>
                <a:lnTo>
                  <a:pt x="146304" y="315468"/>
                </a:lnTo>
                <a:lnTo>
                  <a:pt x="144780" y="313944"/>
                </a:lnTo>
                <a:lnTo>
                  <a:pt x="144780" y="304800"/>
                </a:lnTo>
                <a:lnTo>
                  <a:pt x="147828" y="297180"/>
                </a:lnTo>
                <a:lnTo>
                  <a:pt x="150876" y="291084"/>
                </a:lnTo>
                <a:lnTo>
                  <a:pt x="152400" y="286512"/>
                </a:lnTo>
                <a:lnTo>
                  <a:pt x="152400" y="280416"/>
                </a:lnTo>
                <a:lnTo>
                  <a:pt x="153924" y="275844"/>
                </a:lnTo>
                <a:lnTo>
                  <a:pt x="153924" y="271272"/>
                </a:lnTo>
                <a:close/>
              </a:path>
              <a:path extrusionOk="0" h="643254" w="154304">
                <a:moveTo>
                  <a:pt x="153924" y="59436"/>
                </a:moveTo>
                <a:lnTo>
                  <a:pt x="139636" y="17576"/>
                </a:lnTo>
                <a:lnTo>
                  <a:pt x="117348" y="0"/>
                </a:lnTo>
                <a:lnTo>
                  <a:pt x="115824" y="3048"/>
                </a:lnTo>
                <a:lnTo>
                  <a:pt x="123253" y="8978"/>
                </a:lnTo>
                <a:lnTo>
                  <a:pt x="129540" y="15049"/>
                </a:lnTo>
                <a:lnTo>
                  <a:pt x="144780" y="51816"/>
                </a:lnTo>
                <a:lnTo>
                  <a:pt x="144208" y="59563"/>
                </a:lnTo>
                <a:lnTo>
                  <a:pt x="120853" y="95999"/>
                </a:lnTo>
                <a:lnTo>
                  <a:pt x="79248" y="106680"/>
                </a:lnTo>
                <a:lnTo>
                  <a:pt x="67246" y="106133"/>
                </a:lnTo>
                <a:lnTo>
                  <a:pt x="30657" y="95351"/>
                </a:lnTo>
                <a:lnTo>
                  <a:pt x="7937" y="61709"/>
                </a:lnTo>
                <a:lnTo>
                  <a:pt x="7620" y="54864"/>
                </a:lnTo>
                <a:lnTo>
                  <a:pt x="8191" y="46913"/>
                </a:lnTo>
                <a:lnTo>
                  <a:pt x="30099" y="15049"/>
                </a:lnTo>
                <a:lnTo>
                  <a:pt x="50292" y="7620"/>
                </a:lnTo>
                <a:lnTo>
                  <a:pt x="50292" y="4572"/>
                </a:lnTo>
                <a:lnTo>
                  <a:pt x="0" y="7620"/>
                </a:lnTo>
                <a:lnTo>
                  <a:pt x="0" y="10668"/>
                </a:lnTo>
                <a:lnTo>
                  <a:pt x="3048" y="10668"/>
                </a:lnTo>
                <a:lnTo>
                  <a:pt x="9144" y="16764"/>
                </a:lnTo>
                <a:lnTo>
                  <a:pt x="9144" y="19812"/>
                </a:lnTo>
                <a:lnTo>
                  <a:pt x="6096" y="25908"/>
                </a:lnTo>
                <a:lnTo>
                  <a:pt x="3225" y="33032"/>
                </a:lnTo>
                <a:lnTo>
                  <a:pt x="1333" y="40576"/>
                </a:lnTo>
                <a:lnTo>
                  <a:pt x="317" y="48412"/>
                </a:lnTo>
                <a:lnTo>
                  <a:pt x="0" y="56388"/>
                </a:lnTo>
                <a:lnTo>
                  <a:pt x="571" y="66421"/>
                </a:lnTo>
                <a:lnTo>
                  <a:pt x="15176" y="102184"/>
                </a:lnTo>
                <a:lnTo>
                  <a:pt x="47536" y="124637"/>
                </a:lnTo>
                <a:lnTo>
                  <a:pt x="79248" y="131064"/>
                </a:lnTo>
                <a:lnTo>
                  <a:pt x="92417" y="129971"/>
                </a:lnTo>
                <a:lnTo>
                  <a:pt x="138493" y="104660"/>
                </a:lnTo>
                <a:lnTo>
                  <a:pt x="152209" y="76606"/>
                </a:lnTo>
                <a:lnTo>
                  <a:pt x="153924" y="594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26" name="Google Shape;2226;p34"/>
          <p:cNvPicPr preferRelativeResize="0"/>
          <p:nvPr/>
        </p:nvPicPr>
        <p:blipFill rotWithShape="1">
          <a:blip r:embed="rId110">
            <a:alphaModFix/>
          </a:blip>
          <a:srcRect b="0" l="0" r="0" t="0"/>
          <a:stretch/>
        </p:blipFill>
        <p:spPr>
          <a:xfrm>
            <a:off x="5635752" y="7249668"/>
            <a:ext cx="202691" cy="920495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7" name="Google Shape;2227;p34"/>
          <p:cNvPicPr preferRelativeResize="0"/>
          <p:nvPr/>
        </p:nvPicPr>
        <p:blipFill rotWithShape="1">
          <a:blip r:embed="rId111">
            <a:alphaModFix/>
          </a:blip>
          <a:srcRect b="0" l="0" r="0" t="0"/>
          <a:stretch/>
        </p:blipFill>
        <p:spPr>
          <a:xfrm>
            <a:off x="5635751" y="6925055"/>
            <a:ext cx="158496" cy="254507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8" name="Google Shape;2228;p34"/>
          <p:cNvPicPr preferRelativeResize="0"/>
          <p:nvPr/>
        </p:nvPicPr>
        <p:blipFill rotWithShape="1">
          <a:blip r:embed="rId112">
            <a:alphaModFix/>
          </a:blip>
          <a:srcRect b="0" l="0" r="0" t="0"/>
          <a:stretch/>
        </p:blipFill>
        <p:spPr>
          <a:xfrm>
            <a:off x="5635752" y="6597396"/>
            <a:ext cx="158495" cy="2651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29" name="Google Shape;2229;p34"/>
          <p:cNvGrpSpPr/>
          <p:nvPr/>
        </p:nvGrpSpPr>
        <p:grpSpPr>
          <a:xfrm>
            <a:off x="5640323" y="6088379"/>
            <a:ext cx="152401" cy="423673"/>
            <a:chOff x="5640323" y="6088379"/>
            <a:chExt cx="152401" cy="423673"/>
          </a:xfrm>
        </p:grpSpPr>
        <p:pic>
          <p:nvPicPr>
            <p:cNvPr id="2230" name="Google Shape;2230;p34"/>
            <p:cNvPicPr preferRelativeResize="0"/>
            <p:nvPr/>
          </p:nvPicPr>
          <p:blipFill rotWithShape="1">
            <a:blip r:embed="rId113">
              <a:alphaModFix/>
            </a:blip>
            <a:srcRect b="0" l="0" r="0" t="0"/>
            <a:stretch/>
          </p:blipFill>
          <p:spPr>
            <a:xfrm>
              <a:off x="5640324" y="6425184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31" name="Google Shape;2231;p34"/>
            <p:cNvPicPr preferRelativeResize="0"/>
            <p:nvPr/>
          </p:nvPicPr>
          <p:blipFill rotWithShape="1">
            <a:blip r:embed="rId114">
              <a:alphaModFix/>
            </a:blip>
            <a:srcRect b="0" l="0" r="0" t="0"/>
            <a:stretch/>
          </p:blipFill>
          <p:spPr>
            <a:xfrm>
              <a:off x="5640323" y="6310883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32" name="Google Shape;2232;p34"/>
            <p:cNvPicPr preferRelativeResize="0"/>
            <p:nvPr/>
          </p:nvPicPr>
          <p:blipFill rotWithShape="1">
            <a:blip r:embed="rId115">
              <a:alphaModFix/>
            </a:blip>
            <a:srcRect b="0" l="0" r="0" t="0"/>
            <a:stretch/>
          </p:blipFill>
          <p:spPr>
            <a:xfrm>
              <a:off x="5640324" y="6202679"/>
              <a:ext cx="15240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33" name="Google Shape;2233;p34"/>
            <p:cNvPicPr preferRelativeResize="0"/>
            <p:nvPr/>
          </p:nvPicPr>
          <p:blipFill rotWithShape="1">
            <a:blip r:embed="rId116">
              <a:alphaModFix/>
            </a:blip>
            <a:srcRect b="0" l="0" r="0" t="0"/>
            <a:stretch/>
          </p:blipFill>
          <p:spPr>
            <a:xfrm>
              <a:off x="5640323" y="6088379"/>
              <a:ext cx="152400" cy="929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234" name="Google Shape;2234;p34"/>
          <p:cNvPicPr preferRelativeResize="0"/>
          <p:nvPr/>
        </p:nvPicPr>
        <p:blipFill rotWithShape="1">
          <a:blip r:embed="rId117">
            <a:alphaModFix/>
          </a:blip>
          <a:srcRect b="0" l="0" r="0" t="0"/>
          <a:stretch/>
        </p:blipFill>
        <p:spPr>
          <a:xfrm>
            <a:off x="5635752" y="5843016"/>
            <a:ext cx="155448" cy="164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35" name="Google Shape;2235;p34"/>
          <p:cNvGrpSpPr/>
          <p:nvPr/>
        </p:nvGrpSpPr>
        <p:grpSpPr>
          <a:xfrm>
            <a:off x="5640323" y="5292852"/>
            <a:ext cx="154305" cy="459230"/>
            <a:chOff x="5640323" y="5292852"/>
            <a:chExt cx="154305" cy="459230"/>
          </a:xfrm>
        </p:grpSpPr>
        <p:sp>
          <p:nvSpPr>
            <p:cNvPr id="2236" name="Google Shape;2236;p34"/>
            <p:cNvSpPr/>
            <p:nvPr/>
          </p:nvSpPr>
          <p:spPr>
            <a:xfrm>
              <a:off x="5640323" y="5693663"/>
              <a:ext cx="151130" cy="58419"/>
            </a:xfrm>
            <a:custGeom>
              <a:rect b="b" l="l" r="r" t="t"/>
              <a:pathLst>
                <a:path extrusionOk="0" h="58420" w="151129">
                  <a:moveTo>
                    <a:pt x="16764" y="57911"/>
                  </a:moveTo>
                  <a:lnTo>
                    <a:pt x="0" y="21335"/>
                  </a:lnTo>
                  <a:lnTo>
                    <a:pt x="0" y="18287"/>
                  </a:lnTo>
                  <a:lnTo>
                    <a:pt x="132588" y="18287"/>
                  </a:lnTo>
                  <a:lnTo>
                    <a:pt x="138684" y="16763"/>
                  </a:lnTo>
                  <a:lnTo>
                    <a:pt x="141732" y="16763"/>
                  </a:lnTo>
                  <a:lnTo>
                    <a:pt x="144780" y="15239"/>
                  </a:lnTo>
                  <a:lnTo>
                    <a:pt x="144780" y="12191"/>
                  </a:lnTo>
                  <a:lnTo>
                    <a:pt x="146304" y="10667"/>
                  </a:lnTo>
                  <a:lnTo>
                    <a:pt x="146304" y="6095"/>
                  </a:lnTo>
                  <a:lnTo>
                    <a:pt x="147828" y="0"/>
                  </a:lnTo>
                  <a:lnTo>
                    <a:pt x="150876" y="0"/>
                  </a:lnTo>
                  <a:lnTo>
                    <a:pt x="150876" y="54863"/>
                  </a:lnTo>
                  <a:lnTo>
                    <a:pt x="147828" y="54863"/>
                  </a:lnTo>
                  <a:lnTo>
                    <a:pt x="146304" y="47243"/>
                  </a:lnTo>
                  <a:lnTo>
                    <a:pt x="146304" y="42671"/>
                  </a:lnTo>
                  <a:lnTo>
                    <a:pt x="144780" y="41147"/>
                  </a:lnTo>
                  <a:lnTo>
                    <a:pt x="144780" y="39623"/>
                  </a:lnTo>
                  <a:lnTo>
                    <a:pt x="143256" y="38099"/>
                  </a:lnTo>
                  <a:lnTo>
                    <a:pt x="140208" y="36575"/>
                  </a:lnTo>
                  <a:lnTo>
                    <a:pt x="22860" y="36575"/>
                  </a:lnTo>
                  <a:lnTo>
                    <a:pt x="19812" y="38099"/>
                  </a:lnTo>
                  <a:lnTo>
                    <a:pt x="18288" y="38099"/>
                  </a:lnTo>
                  <a:lnTo>
                    <a:pt x="16764" y="39623"/>
                  </a:lnTo>
                  <a:lnTo>
                    <a:pt x="16764" y="41147"/>
                  </a:lnTo>
                  <a:lnTo>
                    <a:pt x="15240" y="42671"/>
                  </a:lnTo>
                  <a:lnTo>
                    <a:pt x="15240" y="47243"/>
                  </a:lnTo>
                  <a:lnTo>
                    <a:pt x="19812" y="56387"/>
                  </a:lnTo>
                  <a:lnTo>
                    <a:pt x="16764" y="579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237" name="Google Shape;2237;p34"/>
            <p:cNvPicPr preferRelativeResize="0"/>
            <p:nvPr/>
          </p:nvPicPr>
          <p:blipFill rotWithShape="1">
            <a:blip r:embed="rId118">
              <a:alphaModFix/>
            </a:blip>
            <a:srcRect b="0" l="0" r="0" t="0"/>
            <a:stretch/>
          </p:blipFill>
          <p:spPr>
            <a:xfrm>
              <a:off x="5640323" y="5452871"/>
              <a:ext cx="152400" cy="2042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38" name="Google Shape;2238;p34"/>
            <p:cNvPicPr preferRelativeResize="0"/>
            <p:nvPr/>
          </p:nvPicPr>
          <p:blipFill rotWithShape="1">
            <a:blip r:embed="rId119">
              <a:alphaModFix/>
            </a:blip>
            <a:srcRect b="0" l="0" r="0" t="0"/>
            <a:stretch/>
          </p:blipFill>
          <p:spPr>
            <a:xfrm>
              <a:off x="5643371" y="5349240"/>
              <a:ext cx="149351" cy="838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39" name="Google Shape;2239;p34"/>
            <p:cNvSpPr/>
            <p:nvPr/>
          </p:nvSpPr>
          <p:spPr>
            <a:xfrm>
              <a:off x="5769863" y="5292852"/>
              <a:ext cx="24765" cy="24765"/>
            </a:xfrm>
            <a:custGeom>
              <a:rect b="b" l="l" r="r" t="t"/>
              <a:pathLst>
                <a:path extrusionOk="0" h="24764" w="24764">
                  <a:moveTo>
                    <a:pt x="15240" y="24384"/>
                  </a:moveTo>
                  <a:lnTo>
                    <a:pt x="7620" y="24384"/>
                  </a:lnTo>
                  <a:lnTo>
                    <a:pt x="4572" y="22860"/>
                  </a:lnTo>
                  <a:lnTo>
                    <a:pt x="3048" y="19812"/>
                  </a:lnTo>
                  <a:lnTo>
                    <a:pt x="0" y="18288"/>
                  </a:lnTo>
                  <a:lnTo>
                    <a:pt x="0" y="6096"/>
                  </a:lnTo>
                  <a:lnTo>
                    <a:pt x="4572" y="1524"/>
                  </a:lnTo>
                  <a:lnTo>
                    <a:pt x="7620" y="0"/>
                  </a:lnTo>
                  <a:lnTo>
                    <a:pt x="15240" y="0"/>
                  </a:lnTo>
                  <a:lnTo>
                    <a:pt x="18288" y="1524"/>
                  </a:lnTo>
                  <a:lnTo>
                    <a:pt x="22860" y="6096"/>
                  </a:lnTo>
                  <a:lnTo>
                    <a:pt x="24384" y="9144"/>
                  </a:lnTo>
                  <a:lnTo>
                    <a:pt x="24384" y="15240"/>
                  </a:lnTo>
                  <a:lnTo>
                    <a:pt x="22860" y="18288"/>
                  </a:lnTo>
                  <a:lnTo>
                    <a:pt x="19812" y="19812"/>
                  </a:lnTo>
                  <a:lnTo>
                    <a:pt x="18288" y="22860"/>
                  </a:lnTo>
                  <a:lnTo>
                    <a:pt x="15240" y="24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40" name="Google Shape;2240;p34"/>
          <p:cNvPicPr preferRelativeResize="0"/>
          <p:nvPr/>
        </p:nvPicPr>
        <p:blipFill rotWithShape="1">
          <a:blip r:embed="rId120">
            <a:alphaModFix/>
          </a:blip>
          <a:srcRect b="0" l="0" r="0" t="0"/>
          <a:stretch/>
        </p:blipFill>
        <p:spPr>
          <a:xfrm>
            <a:off x="5635752" y="4760976"/>
            <a:ext cx="202692" cy="443483"/>
          </a:xfrm>
          <a:prstGeom prst="rect">
            <a:avLst/>
          </a:prstGeom>
          <a:noFill/>
          <a:ln>
            <a:noFill/>
          </a:ln>
        </p:spPr>
      </p:pic>
      <p:sp>
        <p:nvSpPr>
          <p:cNvPr id="2241" name="Google Shape;2241;p34"/>
          <p:cNvSpPr/>
          <p:nvPr/>
        </p:nvSpPr>
        <p:spPr>
          <a:xfrm>
            <a:off x="5902439" y="9079992"/>
            <a:ext cx="158750" cy="553720"/>
          </a:xfrm>
          <a:custGeom>
            <a:rect b="b" l="l" r="r" t="t"/>
            <a:pathLst>
              <a:path extrusionOk="0" h="553720" w="158750">
                <a:moveTo>
                  <a:pt x="155448" y="115824"/>
                </a:moveTo>
                <a:lnTo>
                  <a:pt x="152400" y="115824"/>
                </a:lnTo>
                <a:lnTo>
                  <a:pt x="152400" y="120396"/>
                </a:lnTo>
                <a:lnTo>
                  <a:pt x="150876" y="124968"/>
                </a:lnTo>
                <a:lnTo>
                  <a:pt x="150876" y="126492"/>
                </a:lnTo>
                <a:lnTo>
                  <a:pt x="147828" y="129540"/>
                </a:lnTo>
                <a:lnTo>
                  <a:pt x="144780" y="129540"/>
                </a:lnTo>
                <a:lnTo>
                  <a:pt x="143256" y="131064"/>
                </a:lnTo>
                <a:lnTo>
                  <a:pt x="0" y="131064"/>
                </a:lnTo>
                <a:lnTo>
                  <a:pt x="0" y="135636"/>
                </a:lnTo>
                <a:lnTo>
                  <a:pt x="12192" y="164592"/>
                </a:lnTo>
                <a:lnTo>
                  <a:pt x="15240" y="163068"/>
                </a:lnTo>
                <a:lnTo>
                  <a:pt x="13716" y="160020"/>
                </a:lnTo>
                <a:lnTo>
                  <a:pt x="13716" y="152400"/>
                </a:lnTo>
                <a:lnTo>
                  <a:pt x="15240" y="150876"/>
                </a:lnTo>
                <a:lnTo>
                  <a:pt x="19812" y="150876"/>
                </a:lnTo>
                <a:lnTo>
                  <a:pt x="22860" y="149352"/>
                </a:lnTo>
                <a:lnTo>
                  <a:pt x="138684" y="149352"/>
                </a:lnTo>
                <a:lnTo>
                  <a:pt x="143256" y="150876"/>
                </a:lnTo>
                <a:lnTo>
                  <a:pt x="144780" y="150876"/>
                </a:lnTo>
                <a:lnTo>
                  <a:pt x="147828" y="152400"/>
                </a:lnTo>
                <a:lnTo>
                  <a:pt x="150876" y="155448"/>
                </a:lnTo>
                <a:lnTo>
                  <a:pt x="150876" y="156972"/>
                </a:lnTo>
                <a:lnTo>
                  <a:pt x="152400" y="160020"/>
                </a:lnTo>
                <a:lnTo>
                  <a:pt x="152400" y="164592"/>
                </a:lnTo>
                <a:lnTo>
                  <a:pt x="155448" y="164592"/>
                </a:lnTo>
                <a:lnTo>
                  <a:pt x="155448" y="115824"/>
                </a:lnTo>
                <a:close/>
              </a:path>
              <a:path extrusionOk="0" h="553720" w="158750">
                <a:moveTo>
                  <a:pt x="158508" y="437388"/>
                </a:moveTo>
                <a:lnTo>
                  <a:pt x="71640" y="406908"/>
                </a:lnTo>
                <a:lnTo>
                  <a:pt x="62496" y="405384"/>
                </a:lnTo>
                <a:lnTo>
                  <a:pt x="57924" y="399288"/>
                </a:lnTo>
                <a:lnTo>
                  <a:pt x="57924" y="393192"/>
                </a:lnTo>
                <a:lnTo>
                  <a:pt x="54876" y="393192"/>
                </a:lnTo>
                <a:lnTo>
                  <a:pt x="54876" y="425196"/>
                </a:lnTo>
                <a:lnTo>
                  <a:pt x="57924" y="425196"/>
                </a:lnTo>
                <a:lnTo>
                  <a:pt x="57924" y="416052"/>
                </a:lnTo>
                <a:lnTo>
                  <a:pt x="62496" y="411480"/>
                </a:lnTo>
                <a:lnTo>
                  <a:pt x="65544" y="411480"/>
                </a:lnTo>
                <a:lnTo>
                  <a:pt x="68592" y="413004"/>
                </a:lnTo>
                <a:lnTo>
                  <a:pt x="73164" y="416052"/>
                </a:lnTo>
                <a:lnTo>
                  <a:pt x="128028" y="434340"/>
                </a:lnTo>
                <a:lnTo>
                  <a:pt x="71640" y="458724"/>
                </a:lnTo>
                <a:lnTo>
                  <a:pt x="70116" y="460248"/>
                </a:lnTo>
                <a:lnTo>
                  <a:pt x="64020" y="460248"/>
                </a:lnTo>
                <a:lnTo>
                  <a:pt x="62496" y="458724"/>
                </a:lnTo>
                <a:lnTo>
                  <a:pt x="60972" y="458724"/>
                </a:lnTo>
                <a:lnTo>
                  <a:pt x="59448" y="457200"/>
                </a:lnTo>
                <a:lnTo>
                  <a:pt x="57924" y="454152"/>
                </a:lnTo>
                <a:lnTo>
                  <a:pt x="57924" y="451104"/>
                </a:lnTo>
                <a:lnTo>
                  <a:pt x="54876" y="451104"/>
                </a:lnTo>
                <a:lnTo>
                  <a:pt x="54876" y="493776"/>
                </a:lnTo>
                <a:lnTo>
                  <a:pt x="57924" y="493776"/>
                </a:lnTo>
                <a:lnTo>
                  <a:pt x="57924" y="487680"/>
                </a:lnTo>
                <a:lnTo>
                  <a:pt x="59448" y="486156"/>
                </a:lnTo>
                <a:lnTo>
                  <a:pt x="60972" y="483108"/>
                </a:lnTo>
                <a:lnTo>
                  <a:pt x="64020" y="480060"/>
                </a:lnTo>
                <a:lnTo>
                  <a:pt x="70116" y="478536"/>
                </a:lnTo>
                <a:lnTo>
                  <a:pt x="82308" y="473964"/>
                </a:lnTo>
                <a:lnTo>
                  <a:pt x="129552" y="496824"/>
                </a:lnTo>
                <a:lnTo>
                  <a:pt x="73164" y="518160"/>
                </a:lnTo>
                <a:lnTo>
                  <a:pt x="67068" y="521208"/>
                </a:lnTo>
                <a:lnTo>
                  <a:pt x="62496" y="521208"/>
                </a:lnTo>
                <a:lnTo>
                  <a:pt x="59448" y="518160"/>
                </a:lnTo>
                <a:lnTo>
                  <a:pt x="57924" y="518160"/>
                </a:lnTo>
                <a:lnTo>
                  <a:pt x="57924" y="512064"/>
                </a:lnTo>
                <a:lnTo>
                  <a:pt x="54876" y="512064"/>
                </a:lnTo>
                <a:lnTo>
                  <a:pt x="54876" y="553212"/>
                </a:lnTo>
                <a:lnTo>
                  <a:pt x="57924" y="553212"/>
                </a:lnTo>
                <a:lnTo>
                  <a:pt x="57924" y="550164"/>
                </a:lnTo>
                <a:lnTo>
                  <a:pt x="59448" y="547116"/>
                </a:lnTo>
                <a:lnTo>
                  <a:pt x="64020" y="542544"/>
                </a:lnTo>
                <a:lnTo>
                  <a:pt x="73164" y="537972"/>
                </a:lnTo>
                <a:lnTo>
                  <a:pt x="158508" y="504444"/>
                </a:lnTo>
                <a:lnTo>
                  <a:pt x="158508" y="502920"/>
                </a:lnTo>
                <a:lnTo>
                  <a:pt x="91452" y="469392"/>
                </a:lnTo>
                <a:lnTo>
                  <a:pt x="158508" y="441960"/>
                </a:lnTo>
                <a:lnTo>
                  <a:pt x="158508" y="437388"/>
                </a:lnTo>
                <a:close/>
              </a:path>
              <a:path extrusionOk="0" h="553720" w="158750">
                <a:moveTo>
                  <a:pt x="158508" y="339852"/>
                </a:moveTo>
                <a:lnTo>
                  <a:pt x="157949" y="333260"/>
                </a:lnTo>
                <a:lnTo>
                  <a:pt x="156413" y="327088"/>
                </a:lnTo>
                <a:lnTo>
                  <a:pt x="154000" y="321208"/>
                </a:lnTo>
                <a:lnTo>
                  <a:pt x="150888" y="315531"/>
                </a:lnTo>
                <a:lnTo>
                  <a:pt x="150888" y="335280"/>
                </a:lnTo>
                <a:lnTo>
                  <a:pt x="149758" y="342074"/>
                </a:lnTo>
                <a:lnTo>
                  <a:pt x="116789" y="364998"/>
                </a:lnTo>
                <a:lnTo>
                  <a:pt x="96024" y="367284"/>
                </a:lnTo>
                <a:lnTo>
                  <a:pt x="88404" y="367284"/>
                </a:lnTo>
                <a:lnTo>
                  <a:pt x="62496" y="353568"/>
                </a:lnTo>
                <a:lnTo>
                  <a:pt x="59448" y="350520"/>
                </a:lnTo>
                <a:lnTo>
                  <a:pt x="59448" y="333756"/>
                </a:lnTo>
                <a:lnTo>
                  <a:pt x="62496" y="327660"/>
                </a:lnTo>
                <a:lnTo>
                  <a:pt x="70116" y="323088"/>
                </a:lnTo>
                <a:lnTo>
                  <a:pt x="77825" y="317969"/>
                </a:lnTo>
                <a:lnTo>
                  <a:pt x="87261" y="314134"/>
                </a:lnTo>
                <a:lnTo>
                  <a:pt x="98399" y="311734"/>
                </a:lnTo>
                <a:lnTo>
                  <a:pt x="111264" y="310896"/>
                </a:lnTo>
                <a:lnTo>
                  <a:pt x="120954" y="311454"/>
                </a:lnTo>
                <a:lnTo>
                  <a:pt x="150888" y="335280"/>
                </a:lnTo>
                <a:lnTo>
                  <a:pt x="150888" y="315531"/>
                </a:lnTo>
                <a:lnTo>
                  <a:pt x="115836" y="292417"/>
                </a:lnTo>
                <a:lnTo>
                  <a:pt x="102120" y="291084"/>
                </a:lnTo>
                <a:lnTo>
                  <a:pt x="93230" y="291922"/>
                </a:lnTo>
                <a:lnTo>
                  <a:pt x="60706" y="310896"/>
                </a:lnTo>
                <a:lnTo>
                  <a:pt x="55638" y="319278"/>
                </a:lnTo>
                <a:lnTo>
                  <a:pt x="52730" y="328993"/>
                </a:lnTo>
                <a:lnTo>
                  <a:pt x="52717" y="329184"/>
                </a:lnTo>
                <a:lnTo>
                  <a:pt x="51828" y="339852"/>
                </a:lnTo>
                <a:lnTo>
                  <a:pt x="51828" y="347472"/>
                </a:lnTo>
                <a:lnTo>
                  <a:pt x="53352" y="355092"/>
                </a:lnTo>
                <a:lnTo>
                  <a:pt x="84594" y="383882"/>
                </a:lnTo>
                <a:lnTo>
                  <a:pt x="105168" y="387096"/>
                </a:lnTo>
                <a:lnTo>
                  <a:pt x="114922" y="386511"/>
                </a:lnTo>
                <a:lnTo>
                  <a:pt x="149364" y="367284"/>
                </a:lnTo>
                <a:lnTo>
                  <a:pt x="153936" y="360426"/>
                </a:lnTo>
                <a:lnTo>
                  <a:pt x="157365" y="350710"/>
                </a:lnTo>
                <a:lnTo>
                  <a:pt x="157378" y="350520"/>
                </a:lnTo>
                <a:lnTo>
                  <a:pt x="158508" y="339852"/>
                </a:lnTo>
                <a:close/>
              </a:path>
              <a:path extrusionOk="0" h="553720" w="158750">
                <a:moveTo>
                  <a:pt x="158508" y="202692"/>
                </a:moveTo>
                <a:lnTo>
                  <a:pt x="146316" y="173736"/>
                </a:lnTo>
                <a:lnTo>
                  <a:pt x="143268" y="175260"/>
                </a:lnTo>
                <a:lnTo>
                  <a:pt x="143268" y="178308"/>
                </a:lnTo>
                <a:lnTo>
                  <a:pt x="144792" y="179832"/>
                </a:lnTo>
                <a:lnTo>
                  <a:pt x="144792" y="184404"/>
                </a:lnTo>
                <a:lnTo>
                  <a:pt x="141744" y="187452"/>
                </a:lnTo>
                <a:lnTo>
                  <a:pt x="140220" y="187452"/>
                </a:lnTo>
                <a:lnTo>
                  <a:pt x="137172" y="188976"/>
                </a:lnTo>
                <a:lnTo>
                  <a:pt x="54876" y="188976"/>
                </a:lnTo>
                <a:lnTo>
                  <a:pt x="54876" y="222504"/>
                </a:lnTo>
                <a:lnTo>
                  <a:pt x="57924" y="222504"/>
                </a:lnTo>
                <a:lnTo>
                  <a:pt x="57924" y="211836"/>
                </a:lnTo>
                <a:lnTo>
                  <a:pt x="60972" y="210312"/>
                </a:lnTo>
                <a:lnTo>
                  <a:pt x="62496" y="208788"/>
                </a:lnTo>
                <a:lnTo>
                  <a:pt x="67068" y="207264"/>
                </a:lnTo>
                <a:lnTo>
                  <a:pt x="129552" y="207264"/>
                </a:lnTo>
                <a:lnTo>
                  <a:pt x="135648" y="213360"/>
                </a:lnTo>
                <a:lnTo>
                  <a:pt x="138696" y="217932"/>
                </a:lnTo>
                <a:lnTo>
                  <a:pt x="141744" y="220980"/>
                </a:lnTo>
                <a:lnTo>
                  <a:pt x="143268" y="225552"/>
                </a:lnTo>
                <a:lnTo>
                  <a:pt x="144792" y="228600"/>
                </a:lnTo>
                <a:lnTo>
                  <a:pt x="144792" y="236220"/>
                </a:lnTo>
                <a:lnTo>
                  <a:pt x="143268" y="240792"/>
                </a:lnTo>
                <a:lnTo>
                  <a:pt x="137172" y="246888"/>
                </a:lnTo>
                <a:lnTo>
                  <a:pt x="131076" y="248412"/>
                </a:lnTo>
                <a:lnTo>
                  <a:pt x="54876" y="248412"/>
                </a:lnTo>
                <a:lnTo>
                  <a:pt x="54876" y="281940"/>
                </a:lnTo>
                <a:lnTo>
                  <a:pt x="57924" y="281940"/>
                </a:lnTo>
                <a:lnTo>
                  <a:pt x="57924" y="274320"/>
                </a:lnTo>
                <a:lnTo>
                  <a:pt x="59448" y="272796"/>
                </a:lnTo>
                <a:lnTo>
                  <a:pt x="59448" y="271272"/>
                </a:lnTo>
                <a:lnTo>
                  <a:pt x="64020" y="266700"/>
                </a:lnTo>
                <a:lnTo>
                  <a:pt x="135648" y="266700"/>
                </a:lnTo>
                <a:lnTo>
                  <a:pt x="144792" y="263652"/>
                </a:lnTo>
                <a:lnTo>
                  <a:pt x="149364" y="260604"/>
                </a:lnTo>
                <a:lnTo>
                  <a:pt x="152412" y="256032"/>
                </a:lnTo>
                <a:lnTo>
                  <a:pt x="156984" y="251460"/>
                </a:lnTo>
                <a:lnTo>
                  <a:pt x="158508" y="246888"/>
                </a:lnTo>
                <a:lnTo>
                  <a:pt x="158508" y="236220"/>
                </a:lnTo>
                <a:lnTo>
                  <a:pt x="156984" y="231648"/>
                </a:lnTo>
                <a:lnTo>
                  <a:pt x="153936" y="227076"/>
                </a:lnTo>
                <a:lnTo>
                  <a:pt x="151955" y="223342"/>
                </a:lnTo>
                <a:lnTo>
                  <a:pt x="148412" y="218884"/>
                </a:lnTo>
                <a:lnTo>
                  <a:pt x="143433" y="213575"/>
                </a:lnTo>
                <a:lnTo>
                  <a:pt x="137172" y="207264"/>
                </a:lnTo>
                <a:lnTo>
                  <a:pt x="158508" y="207264"/>
                </a:lnTo>
                <a:lnTo>
                  <a:pt x="158508" y="202692"/>
                </a:lnTo>
                <a:close/>
              </a:path>
              <a:path extrusionOk="0" h="553720" w="158750">
                <a:moveTo>
                  <a:pt x="158508" y="28956"/>
                </a:moveTo>
                <a:lnTo>
                  <a:pt x="146316" y="0"/>
                </a:lnTo>
                <a:lnTo>
                  <a:pt x="143268" y="1524"/>
                </a:lnTo>
                <a:lnTo>
                  <a:pt x="143268" y="4572"/>
                </a:lnTo>
                <a:lnTo>
                  <a:pt x="144792" y="7620"/>
                </a:lnTo>
                <a:lnTo>
                  <a:pt x="144792" y="12192"/>
                </a:lnTo>
                <a:lnTo>
                  <a:pt x="143268" y="12192"/>
                </a:lnTo>
                <a:lnTo>
                  <a:pt x="140220" y="15240"/>
                </a:lnTo>
                <a:lnTo>
                  <a:pt x="12" y="15240"/>
                </a:lnTo>
                <a:lnTo>
                  <a:pt x="12" y="19812"/>
                </a:lnTo>
                <a:lnTo>
                  <a:pt x="12204" y="48768"/>
                </a:lnTo>
                <a:lnTo>
                  <a:pt x="15252" y="47244"/>
                </a:lnTo>
                <a:lnTo>
                  <a:pt x="13728" y="45720"/>
                </a:lnTo>
                <a:lnTo>
                  <a:pt x="13728" y="36576"/>
                </a:lnTo>
                <a:lnTo>
                  <a:pt x="15252" y="36576"/>
                </a:lnTo>
                <a:lnTo>
                  <a:pt x="16776" y="35052"/>
                </a:lnTo>
                <a:lnTo>
                  <a:pt x="19824" y="35052"/>
                </a:lnTo>
                <a:lnTo>
                  <a:pt x="22872" y="33528"/>
                </a:lnTo>
                <a:lnTo>
                  <a:pt x="60972" y="33528"/>
                </a:lnTo>
                <a:lnTo>
                  <a:pt x="54876" y="39624"/>
                </a:lnTo>
                <a:lnTo>
                  <a:pt x="51828" y="47244"/>
                </a:lnTo>
                <a:lnTo>
                  <a:pt x="51828" y="54864"/>
                </a:lnTo>
                <a:lnTo>
                  <a:pt x="52946" y="64846"/>
                </a:lnTo>
                <a:lnTo>
                  <a:pt x="77990" y="95046"/>
                </a:lnTo>
                <a:lnTo>
                  <a:pt x="108216" y="102108"/>
                </a:lnTo>
                <a:lnTo>
                  <a:pt x="119075" y="101498"/>
                </a:lnTo>
                <a:lnTo>
                  <a:pt x="151841" y="82296"/>
                </a:lnTo>
                <a:lnTo>
                  <a:pt x="155079" y="77343"/>
                </a:lnTo>
                <a:lnTo>
                  <a:pt x="155143" y="77152"/>
                </a:lnTo>
                <a:lnTo>
                  <a:pt x="157645" y="70205"/>
                </a:lnTo>
                <a:lnTo>
                  <a:pt x="158508" y="62484"/>
                </a:lnTo>
                <a:lnTo>
                  <a:pt x="158508" y="57912"/>
                </a:lnTo>
                <a:lnTo>
                  <a:pt x="156984" y="51816"/>
                </a:lnTo>
                <a:lnTo>
                  <a:pt x="153936" y="47244"/>
                </a:lnTo>
                <a:lnTo>
                  <a:pt x="152412" y="44196"/>
                </a:lnTo>
                <a:lnTo>
                  <a:pt x="147840" y="38100"/>
                </a:lnTo>
                <a:lnTo>
                  <a:pt x="144792" y="35814"/>
                </a:lnTo>
                <a:lnTo>
                  <a:pt x="144792" y="45720"/>
                </a:lnTo>
                <a:lnTo>
                  <a:pt x="144792" y="60960"/>
                </a:lnTo>
                <a:lnTo>
                  <a:pt x="109664" y="81724"/>
                </a:lnTo>
                <a:lnTo>
                  <a:pt x="99072" y="82296"/>
                </a:lnTo>
                <a:lnTo>
                  <a:pt x="89357" y="81724"/>
                </a:lnTo>
                <a:lnTo>
                  <a:pt x="59448" y="62484"/>
                </a:lnTo>
                <a:lnTo>
                  <a:pt x="59448" y="50292"/>
                </a:lnTo>
                <a:lnTo>
                  <a:pt x="62496" y="45720"/>
                </a:lnTo>
                <a:lnTo>
                  <a:pt x="64020" y="42672"/>
                </a:lnTo>
                <a:lnTo>
                  <a:pt x="67068" y="39624"/>
                </a:lnTo>
                <a:lnTo>
                  <a:pt x="71640" y="38100"/>
                </a:lnTo>
                <a:lnTo>
                  <a:pt x="74688" y="35052"/>
                </a:lnTo>
                <a:lnTo>
                  <a:pt x="79260" y="35052"/>
                </a:lnTo>
                <a:lnTo>
                  <a:pt x="85356" y="33528"/>
                </a:lnTo>
                <a:lnTo>
                  <a:pt x="134124" y="33528"/>
                </a:lnTo>
                <a:lnTo>
                  <a:pt x="140220" y="39624"/>
                </a:lnTo>
                <a:lnTo>
                  <a:pt x="144792" y="45720"/>
                </a:lnTo>
                <a:lnTo>
                  <a:pt x="144792" y="35814"/>
                </a:lnTo>
                <a:lnTo>
                  <a:pt x="141744" y="33528"/>
                </a:lnTo>
                <a:lnTo>
                  <a:pt x="158508" y="33528"/>
                </a:lnTo>
                <a:lnTo>
                  <a:pt x="158508" y="289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42" name="Google Shape;2242;p34"/>
          <p:cNvPicPr preferRelativeResize="0"/>
          <p:nvPr/>
        </p:nvPicPr>
        <p:blipFill rotWithShape="1">
          <a:blip r:embed="rId121">
            <a:alphaModFix/>
          </a:blip>
          <a:srcRect b="0" l="0" r="0" t="0"/>
          <a:stretch/>
        </p:blipFill>
        <p:spPr>
          <a:xfrm>
            <a:off x="5902452" y="8567927"/>
            <a:ext cx="158496" cy="390144"/>
          </a:xfrm>
          <a:prstGeom prst="rect">
            <a:avLst/>
          </a:prstGeom>
          <a:noFill/>
          <a:ln>
            <a:noFill/>
          </a:ln>
        </p:spPr>
      </p:pic>
      <p:pic>
        <p:nvPicPr>
          <p:cNvPr id="2243" name="Google Shape;2243;p34"/>
          <p:cNvPicPr preferRelativeResize="0"/>
          <p:nvPr/>
        </p:nvPicPr>
        <p:blipFill rotWithShape="1">
          <a:blip r:embed="rId122">
            <a:alphaModFix/>
          </a:blip>
          <a:srcRect b="0" l="0" r="0" t="0"/>
          <a:stretch/>
        </p:blipFill>
        <p:spPr>
          <a:xfrm>
            <a:off x="5902452" y="7475219"/>
            <a:ext cx="158496" cy="975359"/>
          </a:xfrm>
          <a:prstGeom prst="rect">
            <a:avLst/>
          </a:prstGeom>
          <a:noFill/>
          <a:ln>
            <a:noFill/>
          </a:ln>
        </p:spPr>
      </p:pic>
      <p:pic>
        <p:nvPicPr>
          <p:cNvPr id="2244" name="Google Shape;2244;p34"/>
          <p:cNvPicPr preferRelativeResize="0"/>
          <p:nvPr/>
        </p:nvPicPr>
        <p:blipFill rotWithShape="1">
          <a:blip r:embed="rId123">
            <a:alphaModFix/>
          </a:blip>
          <a:srcRect b="0" l="0" r="0" t="0"/>
          <a:stretch/>
        </p:blipFill>
        <p:spPr>
          <a:xfrm>
            <a:off x="5902452" y="7184135"/>
            <a:ext cx="155448" cy="164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245" name="Google Shape;2245;p34"/>
          <p:cNvPicPr preferRelativeResize="0"/>
          <p:nvPr/>
        </p:nvPicPr>
        <p:blipFill rotWithShape="1">
          <a:blip r:embed="rId124">
            <a:alphaModFix/>
          </a:blip>
          <a:srcRect b="0" l="0" r="0" t="0"/>
          <a:stretch/>
        </p:blipFill>
        <p:spPr>
          <a:xfrm>
            <a:off x="5902452" y="6368796"/>
            <a:ext cx="192023" cy="694943"/>
          </a:xfrm>
          <a:prstGeom prst="rect">
            <a:avLst/>
          </a:prstGeom>
          <a:noFill/>
          <a:ln>
            <a:noFill/>
          </a:ln>
        </p:spPr>
      </p:pic>
      <p:pic>
        <p:nvPicPr>
          <p:cNvPr id="2246" name="Google Shape;2246;p34"/>
          <p:cNvPicPr preferRelativeResize="0"/>
          <p:nvPr/>
        </p:nvPicPr>
        <p:blipFill rotWithShape="1">
          <a:blip r:embed="rId125">
            <a:alphaModFix/>
          </a:blip>
          <a:srcRect b="0" l="0" r="0" t="0"/>
          <a:stretch/>
        </p:blipFill>
        <p:spPr>
          <a:xfrm>
            <a:off x="5954267" y="5794247"/>
            <a:ext cx="106680" cy="4480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47" name="Google Shape;2247;p34"/>
          <p:cNvPicPr preferRelativeResize="0"/>
          <p:nvPr/>
        </p:nvPicPr>
        <p:blipFill rotWithShape="1">
          <a:blip r:embed="rId126">
            <a:alphaModFix/>
          </a:blip>
          <a:srcRect b="0" l="0" r="0" t="0"/>
          <a:stretch/>
        </p:blipFill>
        <p:spPr>
          <a:xfrm>
            <a:off x="5902451" y="4765547"/>
            <a:ext cx="202691" cy="909828"/>
          </a:xfrm>
          <a:prstGeom prst="rect">
            <a:avLst/>
          </a:prstGeom>
          <a:noFill/>
          <a:ln>
            <a:noFill/>
          </a:ln>
        </p:spPr>
      </p:pic>
      <p:sp>
        <p:nvSpPr>
          <p:cNvPr id="2248" name="Google Shape;2248;p34"/>
          <p:cNvSpPr/>
          <p:nvPr/>
        </p:nvSpPr>
        <p:spPr>
          <a:xfrm>
            <a:off x="6190475" y="8814816"/>
            <a:ext cx="137795" cy="820419"/>
          </a:xfrm>
          <a:custGeom>
            <a:rect b="b" l="l" r="r" t="t"/>
            <a:pathLst>
              <a:path extrusionOk="0" h="820420" w="137795">
                <a:moveTo>
                  <a:pt x="134112" y="499872"/>
                </a:moveTo>
                <a:lnTo>
                  <a:pt x="131064" y="499872"/>
                </a:lnTo>
                <a:lnTo>
                  <a:pt x="131064" y="504444"/>
                </a:lnTo>
                <a:lnTo>
                  <a:pt x="129540" y="507492"/>
                </a:lnTo>
                <a:lnTo>
                  <a:pt x="129540" y="509016"/>
                </a:lnTo>
                <a:lnTo>
                  <a:pt x="124968" y="513588"/>
                </a:lnTo>
                <a:lnTo>
                  <a:pt x="121920" y="513588"/>
                </a:lnTo>
                <a:lnTo>
                  <a:pt x="117348" y="515112"/>
                </a:lnTo>
                <a:lnTo>
                  <a:pt x="51816" y="515112"/>
                </a:lnTo>
                <a:lnTo>
                  <a:pt x="47244" y="516636"/>
                </a:lnTo>
                <a:lnTo>
                  <a:pt x="41148" y="519684"/>
                </a:lnTo>
                <a:lnTo>
                  <a:pt x="36576" y="522732"/>
                </a:lnTo>
                <a:lnTo>
                  <a:pt x="33528" y="525780"/>
                </a:lnTo>
                <a:lnTo>
                  <a:pt x="30480" y="534924"/>
                </a:lnTo>
                <a:lnTo>
                  <a:pt x="30480" y="541020"/>
                </a:lnTo>
                <a:lnTo>
                  <a:pt x="31673" y="548411"/>
                </a:lnTo>
                <a:lnTo>
                  <a:pt x="35433" y="556641"/>
                </a:lnTo>
                <a:lnTo>
                  <a:pt x="42062" y="565454"/>
                </a:lnTo>
                <a:lnTo>
                  <a:pt x="51816" y="574548"/>
                </a:lnTo>
                <a:lnTo>
                  <a:pt x="30480" y="574548"/>
                </a:lnTo>
                <a:lnTo>
                  <a:pt x="30480" y="577596"/>
                </a:lnTo>
                <a:lnTo>
                  <a:pt x="42672" y="608076"/>
                </a:lnTo>
                <a:lnTo>
                  <a:pt x="45720" y="606552"/>
                </a:lnTo>
                <a:lnTo>
                  <a:pt x="44196" y="603504"/>
                </a:lnTo>
                <a:lnTo>
                  <a:pt x="44196" y="595884"/>
                </a:lnTo>
                <a:lnTo>
                  <a:pt x="45720" y="595884"/>
                </a:lnTo>
                <a:lnTo>
                  <a:pt x="45720" y="594360"/>
                </a:lnTo>
                <a:lnTo>
                  <a:pt x="47244" y="592836"/>
                </a:lnTo>
                <a:lnTo>
                  <a:pt x="123444" y="592836"/>
                </a:lnTo>
                <a:lnTo>
                  <a:pt x="129540" y="595884"/>
                </a:lnTo>
                <a:lnTo>
                  <a:pt x="131064" y="600456"/>
                </a:lnTo>
                <a:lnTo>
                  <a:pt x="131064" y="608076"/>
                </a:lnTo>
                <a:lnTo>
                  <a:pt x="134112" y="608076"/>
                </a:lnTo>
                <a:lnTo>
                  <a:pt x="134112" y="559308"/>
                </a:lnTo>
                <a:lnTo>
                  <a:pt x="131064" y="559308"/>
                </a:lnTo>
                <a:lnTo>
                  <a:pt x="131064" y="563880"/>
                </a:lnTo>
                <a:lnTo>
                  <a:pt x="129540" y="566928"/>
                </a:lnTo>
                <a:lnTo>
                  <a:pt x="129540" y="568452"/>
                </a:lnTo>
                <a:lnTo>
                  <a:pt x="126492" y="571500"/>
                </a:lnTo>
                <a:lnTo>
                  <a:pt x="123444" y="573024"/>
                </a:lnTo>
                <a:lnTo>
                  <a:pt x="121920" y="573024"/>
                </a:lnTo>
                <a:lnTo>
                  <a:pt x="117348" y="574548"/>
                </a:lnTo>
                <a:lnTo>
                  <a:pt x="57912" y="574548"/>
                </a:lnTo>
                <a:lnTo>
                  <a:pt x="51917" y="567715"/>
                </a:lnTo>
                <a:lnTo>
                  <a:pt x="47625" y="561022"/>
                </a:lnTo>
                <a:lnTo>
                  <a:pt x="45059" y="554621"/>
                </a:lnTo>
                <a:lnTo>
                  <a:pt x="44196" y="548640"/>
                </a:lnTo>
                <a:lnTo>
                  <a:pt x="44196" y="542544"/>
                </a:lnTo>
                <a:lnTo>
                  <a:pt x="45720" y="537972"/>
                </a:lnTo>
                <a:lnTo>
                  <a:pt x="50292" y="536448"/>
                </a:lnTo>
                <a:lnTo>
                  <a:pt x="53340" y="533400"/>
                </a:lnTo>
                <a:lnTo>
                  <a:pt x="124968" y="533400"/>
                </a:lnTo>
                <a:lnTo>
                  <a:pt x="129540" y="537972"/>
                </a:lnTo>
                <a:lnTo>
                  <a:pt x="131064" y="541020"/>
                </a:lnTo>
                <a:lnTo>
                  <a:pt x="131064" y="548640"/>
                </a:lnTo>
                <a:lnTo>
                  <a:pt x="134112" y="548640"/>
                </a:lnTo>
                <a:lnTo>
                  <a:pt x="134112" y="499872"/>
                </a:lnTo>
                <a:close/>
              </a:path>
              <a:path extrusionOk="0" h="820420" w="137795">
                <a:moveTo>
                  <a:pt x="134112" y="271272"/>
                </a:moveTo>
                <a:lnTo>
                  <a:pt x="131064" y="271272"/>
                </a:lnTo>
                <a:lnTo>
                  <a:pt x="131064" y="275844"/>
                </a:lnTo>
                <a:lnTo>
                  <a:pt x="126492" y="284988"/>
                </a:lnTo>
                <a:lnTo>
                  <a:pt x="124968" y="286512"/>
                </a:lnTo>
                <a:lnTo>
                  <a:pt x="123444" y="286512"/>
                </a:lnTo>
                <a:lnTo>
                  <a:pt x="120396" y="288036"/>
                </a:lnTo>
                <a:lnTo>
                  <a:pt x="115824" y="289560"/>
                </a:lnTo>
                <a:lnTo>
                  <a:pt x="64008" y="289560"/>
                </a:lnTo>
                <a:lnTo>
                  <a:pt x="56388" y="284988"/>
                </a:lnTo>
                <a:lnTo>
                  <a:pt x="50292" y="281940"/>
                </a:lnTo>
                <a:lnTo>
                  <a:pt x="45720" y="277368"/>
                </a:lnTo>
                <a:lnTo>
                  <a:pt x="45720" y="272796"/>
                </a:lnTo>
                <a:lnTo>
                  <a:pt x="47244" y="269748"/>
                </a:lnTo>
                <a:lnTo>
                  <a:pt x="53340" y="263652"/>
                </a:lnTo>
                <a:lnTo>
                  <a:pt x="54864" y="260604"/>
                </a:lnTo>
                <a:lnTo>
                  <a:pt x="54864" y="256032"/>
                </a:lnTo>
                <a:lnTo>
                  <a:pt x="53340" y="254508"/>
                </a:lnTo>
                <a:lnTo>
                  <a:pt x="51816" y="251460"/>
                </a:lnTo>
                <a:lnTo>
                  <a:pt x="48768" y="249936"/>
                </a:lnTo>
                <a:lnTo>
                  <a:pt x="39624" y="249936"/>
                </a:lnTo>
                <a:lnTo>
                  <a:pt x="33528" y="252984"/>
                </a:lnTo>
                <a:lnTo>
                  <a:pt x="30480" y="259080"/>
                </a:lnTo>
                <a:lnTo>
                  <a:pt x="30480" y="263652"/>
                </a:lnTo>
                <a:lnTo>
                  <a:pt x="31940" y="270281"/>
                </a:lnTo>
                <a:lnTo>
                  <a:pt x="36385" y="276606"/>
                </a:lnTo>
                <a:lnTo>
                  <a:pt x="43992" y="282943"/>
                </a:lnTo>
                <a:lnTo>
                  <a:pt x="54864" y="289560"/>
                </a:lnTo>
                <a:lnTo>
                  <a:pt x="30480" y="289560"/>
                </a:lnTo>
                <a:lnTo>
                  <a:pt x="30480" y="294132"/>
                </a:lnTo>
                <a:lnTo>
                  <a:pt x="42672" y="323088"/>
                </a:lnTo>
                <a:lnTo>
                  <a:pt x="45720" y="321564"/>
                </a:lnTo>
                <a:lnTo>
                  <a:pt x="44196" y="318516"/>
                </a:lnTo>
                <a:lnTo>
                  <a:pt x="44196" y="310896"/>
                </a:lnTo>
                <a:lnTo>
                  <a:pt x="45720" y="310896"/>
                </a:lnTo>
                <a:lnTo>
                  <a:pt x="45720" y="309372"/>
                </a:lnTo>
                <a:lnTo>
                  <a:pt x="47244" y="307848"/>
                </a:lnTo>
                <a:lnTo>
                  <a:pt x="121920" y="307848"/>
                </a:lnTo>
                <a:lnTo>
                  <a:pt x="124968" y="309372"/>
                </a:lnTo>
                <a:lnTo>
                  <a:pt x="126492" y="309372"/>
                </a:lnTo>
                <a:lnTo>
                  <a:pt x="128016" y="312420"/>
                </a:lnTo>
                <a:lnTo>
                  <a:pt x="129540" y="313944"/>
                </a:lnTo>
                <a:lnTo>
                  <a:pt x="131064" y="318516"/>
                </a:lnTo>
                <a:lnTo>
                  <a:pt x="131064" y="323088"/>
                </a:lnTo>
                <a:lnTo>
                  <a:pt x="134112" y="323088"/>
                </a:lnTo>
                <a:lnTo>
                  <a:pt x="134112" y="271272"/>
                </a:lnTo>
                <a:close/>
              </a:path>
              <a:path extrusionOk="0" h="820420" w="137795">
                <a:moveTo>
                  <a:pt x="137160" y="658368"/>
                </a:moveTo>
                <a:lnTo>
                  <a:pt x="112395" y="621792"/>
                </a:lnTo>
                <a:lnTo>
                  <a:pt x="97536" y="617220"/>
                </a:lnTo>
                <a:lnTo>
                  <a:pt x="96012" y="620268"/>
                </a:lnTo>
                <a:lnTo>
                  <a:pt x="105156" y="623316"/>
                </a:lnTo>
                <a:lnTo>
                  <a:pt x="114300" y="632460"/>
                </a:lnTo>
                <a:lnTo>
                  <a:pt x="117284" y="636943"/>
                </a:lnTo>
                <a:lnTo>
                  <a:pt x="118211" y="640461"/>
                </a:lnTo>
                <a:lnTo>
                  <a:pt x="118872" y="643128"/>
                </a:lnTo>
                <a:lnTo>
                  <a:pt x="118872" y="649224"/>
                </a:lnTo>
                <a:lnTo>
                  <a:pt x="91630" y="683323"/>
                </a:lnTo>
                <a:lnTo>
                  <a:pt x="73152" y="685800"/>
                </a:lnTo>
                <a:lnTo>
                  <a:pt x="73152" y="640080"/>
                </a:lnTo>
                <a:lnTo>
                  <a:pt x="73152" y="617220"/>
                </a:lnTo>
                <a:lnTo>
                  <a:pt x="65532" y="617867"/>
                </a:lnTo>
                <a:lnTo>
                  <a:pt x="65532" y="640080"/>
                </a:lnTo>
                <a:lnTo>
                  <a:pt x="65532" y="685800"/>
                </a:lnTo>
                <a:lnTo>
                  <a:pt x="56388" y="685800"/>
                </a:lnTo>
                <a:lnTo>
                  <a:pt x="50292" y="682752"/>
                </a:lnTo>
                <a:lnTo>
                  <a:pt x="44196" y="678180"/>
                </a:lnTo>
                <a:lnTo>
                  <a:pt x="39624" y="673608"/>
                </a:lnTo>
                <a:lnTo>
                  <a:pt x="38100" y="667512"/>
                </a:lnTo>
                <a:lnTo>
                  <a:pt x="38100" y="658368"/>
                </a:lnTo>
                <a:lnTo>
                  <a:pt x="39624" y="653796"/>
                </a:lnTo>
                <a:lnTo>
                  <a:pt x="41249" y="650659"/>
                </a:lnTo>
                <a:lnTo>
                  <a:pt x="47244" y="644652"/>
                </a:lnTo>
                <a:lnTo>
                  <a:pt x="51816" y="643128"/>
                </a:lnTo>
                <a:lnTo>
                  <a:pt x="53340" y="641604"/>
                </a:lnTo>
                <a:lnTo>
                  <a:pt x="57912" y="640080"/>
                </a:lnTo>
                <a:lnTo>
                  <a:pt x="65532" y="640080"/>
                </a:lnTo>
                <a:lnTo>
                  <a:pt x="65532" y="617867"/>
                </a:lnTo>
                <a:lnTo>
                  <a:pt x="32956" y="640461"/>
                </a:lnTo>
                <a:lnTo>
                  <a:pt x="30962" y="649224"/>
                </a:lnTo>
                <a:lnTo>
                  <a:pt x="30848" y="650659"/>
                </a:lnTo>
                <a:lnTo>
                  <a:pt x="30607" y="653796"/>
                </a:lnTo>
                <a:lnTo>
                  <a:pt x="30607" y="656704"/>
                </a:lnTo>
                <a:lnTo>
                  <a:pt x="51917" y="693978"/>
                </a:lnTo>
                <a:lnTo>
                  <a:pt x="85344" y="701040"/>
                </a:lnTo>
                <a:lnTo>
                  <a:pt x="96202" y="700214"/>
                </a:lnTo>
                <a:lnTo>
                  <a:pt x="133540" y="674751"/>
                </a:lnTo>
                <a:lnTo>
                  <a:pt x="136283" y="666991"/>
                </a:lnTo>
                <a:lnTo>
                  <a:pt x="137160" y="658368"/>
                </a:lnTo>
                <a:close/>
              </a:path>
              <a:path extrusionOk="0" h="820420" w="137795">
                <a:moveTo>
                  <a:pt x="137160" y="455676"/>
                </a:moveTo>
                <a:lnTo>
                  <a:pt x="135636" y="451104"/>
                </a:lnTo>
                <a:lnTo>
                  <a:pt x="131064" y="446532"/>
                </a:lnTo>
                <a:lnTo>
                  <a:pt x="128016" y="441960"/>
                </a:lnTo>
                <a:lnTo>
                  <a:pt x="121920" y="437388"/>
                </a:lnTo>
                <a:lnTo>
                  <a:pt x="115824" y="435864"/>
                </a:lnTo>
                <a:lnTo>
                  <a:pt x="115824" y="440436"/>
                </a:lnTo>
                <a:lnTo>
                  <a:pt x="117348" y="440436"/>
                </a:lnTo>
                <a:lnTo>
                  <a:pt x="120396" y="443484"/>
                </a:lnTo>
                <a:lnTo>
                  <a:pt x="120396" y="445008"/>
                </a:lnTo>
                <a:lnTo>
                  <a:pt x="121920" y="448056"/>
                </a:lnTo>
                <a:lnTo>
                  <a:pt x="123444" y="449580"/>
                </a:lnTo>
                <a:lnTo>
                  <a:pt x="123444" y="455676"/>
                </a:lnTo>
                <a:lnTo>
                  <a:pt x="117348" y="461772"/>
                </a:lnTo>
                <a:lnTo>
                  <a:pt x="112776" y="463296"/>
                </a:lnTo>
                <a:lnTo>
                  <a:pt x="41148" y="463296"/>
                </a:lnTo>
                <a:lnTo>
                  <a:pt x="41148" y="438912"/>
                </a:lnTo>
                <a:lnTo>
                  <a:pt x="33528" y="438912"/>
                </a:lnTo>
                <a:lnTo>
                  <a:pt x="33528" y="463296"/>
                </a:lnTo>
                <a:lnTo>
                  <a:pt x="0" y="463296"/>
                </a:lnTo>
                <a:lnTo>
                  <a:pt x="0" y="466344"/>
                </a:lnTo>
                <a:lnTo>
                  <a:pt x="7620" y="469392"/>
                </a:lnTo>
                <a:lnTo>
                  <a:pt x="12192" y="470916"/>
                </a:lnTo>
                <a:lnTo>
                  <a:pt x="15240" y="472440"/>
                </a:lnTo>
                <a:lnTo>
                  <a:pt x="19812" y="477012"/>
                </a:lnTo>
                <a:lnTo>
                  <a:pt x="24384" y="480060"/>
                </a:lnTo>
                <a:lnTo>
                  <a:pt x="28956" y="484632"/>
                </a:lnTo>
                <a:lnTo>
                  <a:pt x="35052" y="493776"/>
                </a:lnTo>
                <a:lnTo>
                  <a:pt x="36576" y="498348"/>
                </a:lnTo>
                <a:lnTo>
                  <a:pt x="41148" y="498348"/>
                </a:lnTo>
                <a:lnTo>
                  <a:pt x="41148" y="481584"/>
                </a:lnTo>
                <a:lnTo>
                  <a:pt x="117348" y="481584"/>
                </a:lnTo>
                <a:lnTo>
                  <a:pt x="121920" y="480060"/>
                </a:lnTo>
                <a:lnTo>
                  <a:pt x="124968" y="478536"/>
                </a:lnTo>
                <a:lnTo>
                  <a:pt x="129540" y="477012"/>
                </a:lnTo>
                <a:lnTo>
                  <a:pt x="132588" y="473964"/>
                </a:lnTo>
                <a:lnTo>
                  <a:pt x="137160" y="464820"/>
                </a:lnTo>
                <a:lnTo>
                  <a:pt x="137160" y="455676"/>
                </a:lnTo>
                <a:close/>
              </a:path>
              <a:path extrusionOk="0" h="820420" w="137795">
                <a:moveTo>
                  <a:pt x="137160" y="199644"/>
                </a:moveTo>
                <a:lnTo>
                  <a:pt x="112395" y="163830"/>
                </a:lnTo>
                <a:lnTo>
                  <a:pt x="97536" y="160020"/>
                </a:lnTo>
                <a:lnTo>
                  <a:pt x="96012" y="163068"/>
                </a:lnTo>
                <a:lnTo>
                  <a:pt x="105156" y="166116"/>
                </a:lnTo>
                <a:lnTo>
                  <a:pt x="109728" y="169164"/>
                </a:lnTo>
                <a:lnTo>
                  <a:pt x="114300" y="175260"/>
                </a:lnTo>
                <a:lnTo>
                  <a:pt x="117348" y="179832"/>
                </a:lnTo>
                <a:lnTo>
                  <a:pt x="118872" y="184404"/>
                </a:lnTo>
                <a:lnTo>
                  <a:pt x="118872" y="191935"/>
                </a:lnTo>
                <a:lnTo>
                  <a:pt x="91630" y="225552"/>
                </a:lnTo>
                <a:lnTo>
                  <a:pt x="73152" y="228600"/>
                </a:lnTo>
                <a:lnTo>
                  <a:pt x="73152" y="182880"/>
                </a:lnTo>
                <a:lnTo>
                  <a:pt x="73152" y="160020"/>
                </a:lnTo>
                <a:lnTo>
                  <a:pt x="65532" y="160489"/>
                </a:lnTo>
                <a:lnTo>
                  <a:pt x="65532" y="182880"/>
                </a:lnTo>
                <a:lnTo>
                  <a:pt x="65532" y="228600"/>
                </a:lnTo>
                <a:lnTo>
                  <a:pt x="38100" y="210312"/>
                </a:lnTo>
                <a:lnTo>
                  <a:pt x="38100" y="199644"/>
                </a:lnTo>
                <a:lnTo>
                  <a:pt x="39624" y="196596"/>
                </a:lnTo>
                <a:lnTo>
                  <a:pt x="41249" y="191935"/>
                </a:lnTo>
                <a:lnTo>
                  <a:pt x="47244" y="185928"/>
                </a:lnTo>
                <a:lnTo>
                  <a:pt x="51816" y="184404"/>
                </a:lnTo>
                <a:lnTo>
                  <a:pt x="53340" y="182880"/>
                </a:lnTo>
                <a:lnTo>
                  <a:pt x="65532" y="182880"/>
                </a:lnTo>
                <a:lnTo>
                  <a:pt x="65532" y="160489"/>
                </a:lnTo>
                <a:lnTo>
                  <a:pt x="63436" y="160616"/>
                </a:lnTo>
                <a:lnTo>
                  <a:pt x="31076" y="189547"/>
                </a:lnTo>
                <a:lnTo>
                  <a:pt x="30594" y="196596"/>
                </a:lnTo>
                <a:lnTo>
                  <a:pt x="30632" y="199644"/>
                </a:lnTo>
                <a:lnTo>
                  <a:pt x="51917" y="236131"/>
                </a:lnTo>
                <a:lnTo>
                  <a:pt x="85344" y="243840"/>
                </a:lnTo>
                <a:lnTo>
                  <a:pt x="96202" y="242989"/>
                </a:lnTo>
                <a:lnTo>
                  <a:pt x="133540" y="216598"/>
                </a:lnTo>
                <a:lnTo>
                  <a:pt x="136283" y="208483"/>
                </a:lnTo>
                <a:lnTo>
                  <a:pt x="137160" y="199644"/>
                </a:lnTo>
                <a:close/>
              </a:path>
              <a:path extrusionOk="0" h="820420" w="137795">
                <a:moveTo>
                  <a:pt x="137172" y="762000"/>
                </a:moveTo>
                <a:lnTo>
                  <a:pt x="66662" y="733044"/>
                </a:lnTo>
                <a:lnTo>
                  <a:pt x="51828" y="726948"/>
                </a:lnTo>
                <a:lnTo>
                  <a:pt x="45732" y="723900"/>
                </a:lnTo>
                <a:lnTo>
                  <a:pt x="41160" y="722376"/>
                </a:lnTo>
                <a:lnTo>
                  <a:pt x="38112" y="719328"/>
                </a:lnTo>
                <a:lnTo>
                  <a:pt x="38112" y="717804"/>
                </a:lnTo>
                <a:lnTo>
                  <a:pt x="36588" y="714756"/>
                </a:lnTo>
                <a:lnTo>
                  <a:pt x="36588" y="711708"/>
                </a:lnTo>
                <a:lnTo>
                  <a:pt x="33540" y="711708"/>
                </a:lnTo>
                <a:lnTo>
                  <a:pt x="33540" y="743712"/>
                </a:lnTo>
                <a:lnTo>
                  <a:pt x="36588" y="743712"/>
                </a:lnTo>
                <a:lnTo>
                  <a:pt x="36588" y="734568"/>
                </a:lnTo>
                <a:lnTo>
                  <a:pt x="38112" y="734568"/>
                </a:lnTo>
                <a:lnTo>
                  <a:pt x="39636" y="733044"/>
                </a:lnTo>
                <a:lnTo>
                  <a:pt x="47256" y="733044"/>
                </a:lnTo>
                <a:lnTo>
                  <a:pt x="50304" y="734568"/>
                </a:lnTo>
                <a:lnTo>
                  <a:pt x="108216" y="758952"/>
                </a:lnTo>
                <a:lnTo>
                  <a:pt x="53352" y="781812"/>
                </a:lnTo>
                <a:lnTo>
                  <a:pt x="48780" y="783336"/>
                </a:lnTo>
                <a:lnTo>
                  <a:pt x="45732" y="784860"/>
                </a:lnTo>
                <a:lnTo>
                  <a:pt x="41160" y="784860"/>
                </a:lnTo>
                <a:lnTo>
                  <a:pt x="36588" y="780288"/>
                </a:lnTo>
                <a:lnTo>
                  <a:pt x="36588" y="772668"/>
                </a:lnTo>
                <a:lnTo>
                  <a:pt x="33540" y="772668"/>
                </a:lnTo>
                <a:lnTo>
                  <a:pt x="33540" y="819912"/>
                </a:lnTo>
                <a:lnTo>
                  <a:pt x="36588" y="819912"/>
                </a:lnTo>
                <a:lnTo>
                  <a:pt x="36588" y="816864"/>
                </a:lnTo>
                <a:lnTo>
                  <a:pt x="39636" y="810768"/>
                </a:lnTo>
                <a:lnTo>
                  <a:pt x="44208" y="806196"/>
                </a:lnTo>
                <a:lnTo>
                  <a:pt x="47256" y="804672"/>
                </a:lnTo>
                <a:lnTo>
                  <a:pt x="51828" y="803148"/>
                </a:lnTo>
                <a:lnTo>
                  <a:pt x="94500" y="784860"/>
                </a:lnTo>
                <a:lnTo>
                  <a:pt x="137172" y="766572"/>
                </a:lnTo>
                <a:lnTo>
                  <a:pt x="137172" y="762000"/>
                </a:lnTo>
                <a:close/>
              </a:path>
              <a:path extrusionOk="0" h="820420" w="137795">
                <a:moveTo>
                  <a:pt x="137172" y="355092"/>
                </a:moveTo>
                <a:lnTo>
                  <a:pt x="124980" y="326136"/>
                </a:lnTo>
                <a:lnTo>
                  <a:pt x="121932" y="327660"/>
                </a:lnTo>
                <a:lnTo>
                  <a:pt x="123456" y="329184"/>
                </a:lnTo>
                <a:lnTo>
                  <a:pt x="123456" y="336804"/>
                </a:lnTo>
                <a:lnTo>
                  <a:pt x="121932" y="338328"/>
                </a:lnTo>
                <a:lnTo>
                  <a:pt x="120408" y="338328"/>
                </a:lnTo>
                <a:lnTo>
                  <a:pt x="118884" y="339852"/>
                </a:lnTo>
                <a:lnTo>
                  <a:pt x="115836" y="339852"/>
                </a:lnTo>
                <a:lnTo>
                  <a:pt x="112788" y="341376"/>
                </a:lnTo>
                <a:lnTo>
                  <a:pt x="33540" y="341376"/>
                </a:lnTo>
                <a:lnTo>
                  <a:pt x="33540" y="374904"/>
                </a:lnTo>
                <a:lnTo>
                  <a:pt x="36588" y="374904"/>
                </a:lnTo>
                <a:lnTo>
                  <a:pt x="36588" y="368808"/>
                </a:lnTo>
                <a:lnTo>
                  <a:pt x="38112" y="364236"/>
                </a:lnTo>
                <a:lnTo>
                  <a:pt x="39636" y="362712"/>
                </a:lnTo>
                <a:lnTo>
                  <a:pt x="41160" y="359664"/>
                </a:lnTo>
                <a:lnTo>
                  <a:pt x="108216" y="359664"/>
                </a:lnTo>
                <a:lnTo>
                  <a:pt x="114312" y="364236"/>
                </a:lnTo>
                <a:lnTo>
                  <a:pt x="120408" y="373380"/>
                </a:lnTo>
                <a:lnTo>
                  <a:pt x="121932" y="377952"/>
                </a:lnTo>
                <a:lnTo>
                  <a:pt x="123456" y="381000"/>
                </a:lnTo>
                <a:lnTo>
                  <a:pt x="123456" y="388620"/>
                </a:lnTo>
                <a:lnTo>
                  <a:pt x="121932" y="391668"/>
                </a:lnTo>
                <a:lnTo>
                  <a:pt x="118884" y="396240"/>
                </a:lnTo>
                <a:lnTo>
                  <a:pt x="115836" y="399288"/>
                </a:lnTo>
                <a:lnTo>
                  <a:pt x="109740" y="400812"/>
                </a:lnTo>
                <a:lnTo>
                  <a:pt x="33540" y="400812"/>
                </a:lnTo>
                <a:lnTo>
                  <a:pt x="33540" y="434340"/>
                </a:lnTo>
                <a:lnTo>
                  <a:pt x="36588" y="434340"/>
                </a:lnTo>
                <a:lnTo>
                  <a:pt x="36588" y="426720"/>
                </a:lnTo>
                <a:lnTo>
                  <a:pt x="38112" y="423672"/>
                </a:lnTo>
                <a:lnTo>
                  <a:pt x="38112" y="422148"/>
                </a:lnTo>
                <a:lnTo>
                  <a:pt x="39636" y="420624"/>
                </a:lnTo>
                <a:lnTo>
                  <a:pt x="41160" y="420624"/>
                </a:lnTo>
                <a:lnTo>
                  <a:pt x="44208" y="419100"/>
                </a:lnTo>
                <a:lnTo>
                  <a:pt x="106692" y="419100"/>
                </a:lnTo>
                <a:lnTo>
                  <a:pt x="114312" y="417576"/>
                </a:lnTo>
                <a:lnTo>
                  <a:pt x="118884" y="416052"/>
                </a:lnTo>
                <a:lnTo>
                  <a:pt x="124980" y="414528"/>
                </a:lnTo>
                <a:lnTo>
                  <a:pt x="135648" y="403860"/>
                </a:lnTo>
                <a:lnTo>
                  <a:pt x="137172" y="399288"/>
                </a:lnTo>
                <a:lnTo>
                  <a:pt x="137172" y="388620"/>
                </a:lnTo>
                <a:lnTo>
                  <a:pt x="135648" y="384048"/>
                </a:lnTo>
                <a:lnTo>
                  <a:pt x="132600" y="379476"/>
                </a:lnTo>
                <a:lnTo>
                  <a:pt x="130619" y="375526"/>
                </a:lnTo>
                <a:lnTo>
                  <a:pt x="127076" y="370713"/>
                </a:lnTo>
                <a:lnTo>
                  <a:pt x="122097" y="365340"/>
                </a:lnTo>
                <a:lnTo>
                  <a:pt x="115836" y="359664"/>
                </a:lnTo>
                <a:lnTo>
                  <a:pt x="137172" y="359664"/>
                </a:lnTo>
                <a:lnTo>
                  <a:pt x="137172" y="355092"/>
                </a:lnTo>
                <a:close/>
              </a:path>
              <a:path extrusionOk="0" h="820420" w="137795">
                <a:moveTo>
                  <a:pt x="137172" y="120396"/>
                </a:moveTo>
                <a:lnTo>
                  <a:pt x="135648" y="117348"/>
                </a:lnTo>
                <a:lnTo>
                  <a:pt x="131076" y="112776"/>
                </a:lnTo>
                <a:lnTo>
                  <a:pt x="128028" y="111252"/>
                </a:lnTo>
                <a:lnTo>
                  <a:pt x="121932" y="111252"/>
                </a:lnTo>
                <a:lnTo>
                  <a:pt x="115836" y="114300"/>
                </a:lnTo>
                <a:lnTo>
                  <a:pt x="112788" y="117348"/>
                </a:lnTo>
                <a:lnTo>
                  <a:pt x="112788" y="129540"/>
                </a:lnTo>
                <a:lnTo>
                  <a:pt x="115836" y="132588"/>
                </a:lnTo>
                <a:lnTo>
                  <a:pt x="118884" y="134112"/>
                </a:lnTo>
                <a:lnTo>
                  <a:pt x="120408" y="135636"/>
                </a:lnTo>
                <a:lnTo>
                  <a:pt x="128028" y="135636"/>
                </a:lnTo>
                <a:lnTo>
                  <a:pt x="131076" y="134112"/>
                </a:lnTo>
                <a:lnTo>
                  <a:pt x="135648" y="129540"/>
                </a:lnTo>
                <a:lnTo>
                  <a:pt x="137172" y="126492"/>
                </a:lnTo>
                <a:lnTo>
                  <a:pt x="137172" y="120396"/>
                </a:lnTo>
                <a:close/>
              </a:path>
              <a:path extrusionOk="0" h="820420" w="137795">
                <a:moveTo>
                  <a:pt x="137172" y="64008"/>
                </a:moveTo>
                <a:lnTo>
                  <a:pt x="135648" y="60960"/>
                </a:lnTo>
                <a:lnTo>
                  <a:pt x="132600" y="59436"/>
                </a:lnTo>
                <a:lnTo>
                  <a:pt x="131076" y="56388"/>
                </a:lnTo>
                <a:lnTo>
                  <a:pt x="128028" y="54864"/>
                </a:lnTo>
                <a:lnTo>
                  <a:pt x="121932" y="54864"/>
                </a:lnTo>
                <a:lnTo>
                  <a:pt x="118884" y="56388"/>
                </a:lnTo>
                <a:lnTo>
                  <a:pt x="115836" y="59436"/>
                </a:lnTo>
                <a:lnTo>
                  <a:pt x="112788" y="60960"/>
                </a:lnTo>
                <a:lnTo>
                  <a:pt x="112788" y="74676"/>
                </a:lnTo>
                <a:lnTo>
                  <a:pt x="115836" y="76200"/>
                </a:lnTo>
                <a:lnTo>
                  <a:pt x="118884" y="79248"/>
                </a:lnTo>
                <a:lnTo>
                  <a:pt x="131076" y="79248"/>
                </a:lnTo>
                <a:lnTo>
                  <a:pt x="132600" y="76200"/>
                </a:lnTo>
                <a:lnTo>
                  <a:pt x="135648" y="74676"/>
                </a:lnTo>
                <a:lnTo>
                  <a:pt x="137172" y="71628"/>
                </a:lnTo>
                <a:lnTo>
                  <a:pt x="137172" y="64008"/>
                </a:lnTo>
                <a:close/>
              </a:path>
              <a:path extrusionOk="0" h="820420" w="137795">
                <a:moveTo>
                  <a:pt x="137172" y="9144"/>
                </a:moveTo>
                <a:lnTo>
                  <a:pt x="135648" y="6096"/>
                </a:lnTo>
                <a:lnTo>
                  <a:pt x="131076" y="1524"/>
                </a:lnTo>
                <a:lnTo>
                  <a:pt x="128028" y="0"/>
                </a:lnTo>
                <a:lnTo>
                  <a:pt x="121932" y="0"/>
                </a:lnTo>
                <a:lnTo>
                  <a:pt x="115836" y="3048"/>
                </a:lnTo>
                <a:lnTo>
                  <a:pt x="112788" y="6096"/>
                </a:lnTo>
                <a:lnTo>
                  <a:pt x="112788" y="18288"/>
                </a:lnTo>
                <a:lnTo>
                  <a:pt x="115836" y="21336"/>
                </a:lnTo>
                <a:lnTo>
                  <a:pt x="118884" y="22860"/>
                </a:lnTo>
                <a:lnTo>
                  <a:pt x="120408" y="24384"/>
                </a:lnTo>
                <a:lnTo>
                  <a:pt x="128028" y="24384"/>
                </a:lnTo>
                <a:lnTo>
                  <a:pt x="131076" y="22860"/>
                </a:lnTo>
                <a:lnTo>
                  <a:pt x="135648" y="18288"/>
                </a:lnTo>
                <a:lnTo>
                  <a:pt x="137172" y="15240"/>
                </a:lnTo>
                <a:lnTo>
                  <a:pt x="137172" y="91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49" name="Google Shape;2249;p34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2250" name="Google Shape;2250;p34"/>
            <p:cNvPicPr preferRelativeResize="0"/>
            <p:nvPr/>
          </p:nvPicPr>
          <p:blipFill rotWithShape="1">
            <a:blip r:embed="rId127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51" name="Google Shape;2251;p34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52" name="Google Shape;2252;p34"/>
          <p:cNvPicPr preferRelativeResize="0"/>
          <p:nvPr/>
        </p:nvPicPr>
        <p:blipFill rotWithShape="1">
          <a:blip r:embed="rId128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53" name="Google Shape;2253;p34"/>
          <p:cNvPicPr preferRelativeResize="0"/>
          <p:nvPr/>
        </p:nvPicPr>
        <p:blipFill rotWithShape="1">
          <a:blip r:embed="rId129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54" name="Google Shape;2254;p34"/>
          <p:cNvPicPr preferRelativeResize="0"/>
          <p:nvPr/>
        </p:nvPicPr>
        <p:blipFill rotWithShape="1">
          <a:blip r:embed="rId130">
            <a:alphaModFix/>
          </a:blip>
          <a:srcRect b="0" l="0" r="0" t="0"/>
          <a:stretch/>
        </p:blipFill>
        <p:spPr>
          <a:xfrm>
            <a:off x="6655307" y="1824227"/>
            <a:ext cx="117348" cy="16611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58" name="Shape 2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9" name="Google Shape;2259;p3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694943" y="964691"/>
            <a:ext cx="5341619" cy="88346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60" name="Google Shape;2260;p35"/>
          <p:cNvGrpSpPr/>
          <p:nvPr/>
        </p:nvGrpSpPr>
        <p:grpSpPr>
          <a:xfrm>
            <a:off x="1011936" y="3803903"/>
            <a:ext cx="175374" cy="6257545"/>
            <a:chOff x="1011936" y="3803903"/>
            <a:chExt cx="175374" cy="6257545"/>
          </a:xfrm>
        </p:grpSpPr>
        <p:sp>
          <p:nvSpPr>
            <p:cNvPr id="2261" name="Google Shape;2261;p35"/>
            <p:cNvSpPr/>
            <p:nvPr/>
          </p:nvSpPr>
          <p:spPr>
            <a:xfrm>
              <a:off x="1069847" y="10015728"/>
              <a:ext cx="45720" cy="45720"/>
            </a:xfrm>
            <a:custGeom>
              <a:rect b="b" l="l" r="r" t="t"/>
              <a:pathLst>
                <a:path extrusionOk="0" h="45720" w="45719">
                  <a:moveTo>
                    <a:pt x="28956" y="45720"/>
                  </a:moveTo>
                  <a:lnTo>
                    <a:pt x="16764" y="45720"/>
                  </a:lnTo>
                  <a:lnTo>
                    <a:pt x="10668" y="44196"/>
                  </a:lnTo>
                  <a:lnTo>
                    <a:pt x="6096" y="39624"/>
                  </a:lnTo>
                  <a:lnTo>
                    <a:pt x="1524" y="35052"/>
                  </a:lnTo>
                  <a:lnTo>
                    <a:pt x="0" y="28956"/>
                  </a:lnTo>
                  <a:lnTo>
                    <a:pt x="0" y="16764"/>
                  </a:lnTo>
                  <a:lnTo>
                    <a:pt x="1524" y="12192"/>
                  </a:lnTo>
                  <a:lnTo>
                    <a:pt x="10668" y="3048"/>
                  </a:lnTo>
                  <a:lnTo>
                    <a:pt x="16764" y="0"/>
                  </a:lnTo>
                  <a:lnTo>
                    <a:pt x="28956" y="0"/>
                  </a:lnTo>
                  <a:lnTo>
                    <a:pt x="33528" y="3048"/>
                  </a:lnTo>
                  <a:lnTo>
                    <a:pt x="42672" y="12192"/>
                  </a:lnTo>
                  <a:lnTo>
                    <a:pt x="45720" y="16764"/>
                  </a:lnTo>
                  <a:lnTo>
                    <a:pt x="45720" y="28956"/>
                  </a:lnTo>
                  <a:lnTo>
                    <a:pt x="42672" y="35052"/>
                  </a:lnTo>
                  <a:lnTo>
                    <a:pt x="33528" y="44196"/>
                  </a:lnTo>
                  <a:lnTo>
                    <a:pt x="28956" y="45720"/>
                  </a:lnTo>
                  <a:close/>
                </a:path>
              </a:pathLst>
            </a:custGeom>
            <a:solidFill>
              <a:srgbClr val="FB0128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262" name="Google Shape;2262;p3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013459" y="9788652"/>
              <a:ext cx="134112" cy="1996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63" name="Google Shape;2263;p35"/>
            <p:cNvSpPr/>
            <p:nvPr/>
          </p:nvSpPr>
          <p:spPr>
            <a:xfrm>
              <a:off x="1016495" y="9061704"/>
              <a:ext cx="170815" cy="706120"/>
            </a:xfrm>
            <a:custGeom>
              <a:rect b="b" l="l" r="r" t="t"/>
              <a:pathLst>
                <a:path extrusionOk="0" h="706120" w="170815">
                  <a:moveTo>
                    <a:pt x="16776" y="4572"/>
                  </a:moveTo>
                  <a:lnTo>
                    <a:pt x="12192" y="0"/>
                  </a:lnTo>
                  <a:lnTo>
                    <a:pt x="3048" y="0"/>
                  </a:lnTo>
                  <a:lnTo>
                    <a:pt x="1524" y="3048"/>
                  </a:lnTo>
                  <a:lnTo>
                    <a:pt x="0" y="4572"/>
                  </a:lnTo>
                  <a:lnTo>
                    <a:pt x="0" y="13716"/>
                  </a:lnTo>
                  <a:lnTo>
                    <a:pt x="3048" y="16764"/>
                  </a:lnTo>
                  <a:lnTo>
                    <a:pt x="13716" y="16764"/>
                  </a:lnTo>
                  <a:lnTo>
                    <a:pt x="16776" y="13716"/>
                  </a:lnTo>
                  <a:lnTo>
                    <a:pt x="16776" y="4572"/>
                  </a:lnTo>
                  <a:close/>
                </a:path>
                <a:path extrusionOk="0" h="706120" w="170815">
                  <a:moveTo>
                    <a:pt x="57924" y="597408"/>
                  </a:moveTo>
                  <a:lnTo>
                    <a:pt x="56400" y="594360"/>
                  </a:lnTo>
                  <a:lnTo>
                    <a:pt x="53352" y="591312"/>
                  </a:lnTo>
                  <a:lnTo>
                    <a:pt x="50304" y="589788"/>
                  </a:lnTo>
                  <a:lnTo>
                    <a:pt x="45732" y="589788"/>
                  </a:lnTo>
                  <a:lnTo>
                    <a:pt x="42684" y="591312"/>
                  </a:lnTo>
                  <a:lnTo>
                    <a:pt x="39636" y="594360"/>
                  </a:lnTo>
                  <a:lnTo>
                    <a:pt x="38112" y="597408"/>
                  </a:lnTo>
                  <a:lnTo>
                    <a:pt x="38112" y="601980"/>
                  </a:lnTo>
                  <a:lnTo>
                    <a:pt x="39636" y="603504"/>
                  </a:lnTo>
                  <a:lnTo>
                    <a:pt x="41160" y="606552"/>
                  </a:lnTo>
                  <a:lnTo>
                    <a:pt x="42684" y="608076"/>
                  </a:lnTo>
                  <a:lnTo>
                    <a:pt x="53352" y="608076"/>
                  </a:lnTo>
                  <a:lnTo>
                    <a:pt x="54876" y="606552"/>
                  </a:lnTo>
                  <a:lnTo>
                    <a:pt x="56400" y="603504"/>
                  </a:lnTo>
                  <a:lnTo>
                    <a:pt x="57924" y="601980"/>
                  </a:lnTo>
                  <a:lnTo>
                    <a:pt x="57924" y="597408"/>
                  </a:lnTo>
                  <a:close/>
                </a:path>
                <a:path extrusionOk="0" h="706120" w="170815">
                  <a:moveTo>
                    <a:pt x="129540" y="344424"/>
                  </a:moveTo>
                  <a:lnTo>
                    <a:pt x="39624" y="316992"/>
                  </a:lnTo>
                  <a:lnTo>
                    <a:pt x="39624" y="330708"/>
                  </a:lnTo>
                  <a:lnTo>
                    <a:pt x="108204" y="348996"/>
                  </a:lnTo>
                  <a:lnTo>
                    <a:pt x="111252" y="350520"/>
                  </a:lnTo>
                  <a:lnTo>
                    <a:pt x="115824" y="350520"/>
                  </a:lnTo>
                  <a:lnTo>
                    <a:pt x="115824" y="352044"/>
                  </a:lnTo>
                  <a:lnTo>
                    <a:pt x="108204" y="352044"/>
                  </a:lnTo>
                  <a:lnTo>
                    <a:pt x="39624" y="371856"/>
                  </a:lnTo>
                  <a:lnTo>
                    <a:pt x="39624" y="384048"/>
                  </a:lnTo>
                  <a:lnTo>
                    <a:pt x="108204" y="403860"/>
                  </a:lnTo>
                  <a:lnTo>
                    <a:pt x="109728" y="405384"/>
                  </a:lnTo>
                  <a:lnTo>
                    <a:pt x="115824" y="405384"/>
                  </a:lnTo>
                  <a:lnTo>
                    <a:pt x="115824" y="406908"/>
                  </a:lnTo>
                  <a:lnTo>
                    <a:pt x="109728" y="406908"/>
                  </a:lnTo>
                  <a:lnTo>
                    <a:pt x="108204" y="408432"/>
                  </a:lnTo>
                  <a:lnTo>
                    <a:pt x="39624" y="426720"/>
                  </a:lnTo>
                  <a:lnTo>
                    <a:pt x="39624" y="440436"/>
                  </a:lnTo>
                  <a:lnTo>
                    <a:pt x="129540" y="414528"/>
                  </a:lnTo>
                  <a:lnTo>
                    <a:pt x="129540" y="400812"/>
                  </a:lnTo>
                  <a:lnTo>
                    <a:pt x="64008" y="381000"/>
                  </a:lnTo>
                  <a:lnTo>
                    <a:pt x="57912" y="377952"/>
                  </a:lnTo>
                  <a:lnTo>
                    <a:pt x="62484" y="377952"/>
                  </a:lnTo>
                  <a:lnTo>
                    <a:pt x="65532" y="376428"/>
                  </a:lnTo>
                  <a:lnTo>
                    <a:pt x="129540" y="358140"/>
                  </a:lnTo>
                  <a:lnTo>
                    <a:pt x="129540" y="344424"/>
                  </a:lnTo>
                  <a:close/>
                </a:path>
                <a:path extrusionOk="0" h="706120" w="170815">
                  <a:moveTo>
                    <a:pt x="129540" y="216408"/>
                  </a:moveTo>
                  <a:lnTo>
                    <a:pt x="39624" y="188976"/>
                  </a:lnTo>
                  <a:lnTo>
                    <a:pt x="39624" y="202692"/>
                  </a:lnTo>
                  <a:lnTo>
                    <a:pt x="108204" y="220980"/>
                  </a:lnTo>
                  <a:lnTo>
                    <a:pt x="111252" y="220980"/>
                  </a:lnTo>
                  <a:lnTo>
                    <a:pt x="114300" y="222504"/>
                  </a:lnTo>
                  <a:lnTo>
                    <a:pt x="115824" y="222504"/>
                  </a:lnTo>
                  <a:lnTo>
                    <a:pt x="112776" y="224028"/>
                  </a:lnTo>
                  <a:lnTo>
                    <a:pt x="108204" y="224028"/>
                  </a:lnTo>
                  <a:lnTo>
                    <a:pt x="39624" y="242316"/>
                  </a:lnTo>
                  <a:lnTo>
                    <a:pt x="39624" y="256032"/>
                  </a:lnTo>
                  <a:lnTo>
                    <a:pt x="108204" y="275844"/>
                  </a:lnTo>
                  <a:lnTo>
                    <a:pt x="109728" y="277368"/>
                  </a:lnTo>
                  <a:lnTo>
                    <a:pt x="115824" y="277368"/>
                  </a:lnTo>
                  <a:lnTo>
                    <a:pt x="115824" y="278892"/>
                  </a:lnTo>
                  <a:lnTo>
                    <a:pt x="108204" y="278892"/>
                  </a:lnTo>
                  <a:lnTo>
                    <a:pt x="39624" y="298704"/>
                  </a:lnTo>
                  <a:lnTo>
                    <a:pt x="39624" y="312420"/>
                  </a:lnTo>
                  <a:lnTo>
                    <a:pt x="129540" y="284988"/>
                  </a:lnTo>
                  <a:lnTo>
                    <a:pt x="129540" y="272796"/>
                  </a:lnTo>
                  <a:lnTo>
                    <a:pt x="64008" y="251460"/>
                  </a:lnTo>
                  <a:lnTo>
                    <a:pt x="60960" y="249936"/>
                  </a:lnTo>
                  <a:lnTo>
                    <a:pt x="59436" y="249936"/>
                  </a:lnTo>
                  <a:lnTo>
                    <a:pt x="62484" y="248412"/>
                  </a:lnTo>
                  <a:lnTo>
                    <a:pt x="65532" y="248412"/>
                  </a:lnTo>
                  <a:lnTo>
                    <a:pt x="129540" y="230124"/>
                  </a:lnTo>
                  <a:lnTo>
                    <a:pt x="129540" y="216408"/>
                  </a:lnTo>
                  <a:close/>
                </a:path>
                <a:path extrusionOk="0" h="706120" w="170815">
                  <a:moveTo>
                    <a:pt x="129540" y="88392"/>
                  </a:moveTo>
                  <a:lnTo>
                    <a:pt x="39624" y="62484"/>
                  </a:lnTo>
                  <a:lnTo>
                    <a:pt x="39624" y="76200"/>
                  </a:lnTo>
                  <a:lnTo>
                    <a:pt x="108204" y="94488"/>
                  </a:lnTo>
                  <a:lnTo>
                    <a:pt x="111252" y="94488"/>
                  </a:lnTo>
                  <a:lnTo>
                    <a:pt x="114300" y="96012"/>
                  </a:lnTo>
                  <a:lnTo>
                    <a:pt x="112776" y="96012"/>
                  </a:lnTo>
                  <a:lnTo>
                    <a:pt x="109728" y="97536"/>
                  </a:lnTo>
                  <a:lnTo>
                    <a:pt x="108204" y="97536"/>
                  </a:lnTo>
                  <a:lnTo>
                    <a:pt x="39624" y="115824"/>
                  </a:lnTo>
                  <a:lnTo>
                    <a:pt x="39624" y="128016"/>
                  </a:lnTo>
                  <a:lnTo>
                    <a:pt x="108204" y="149352"/>
                  </a:lnTo>
                  <a:lnTo>
                    <a:pt x="109728" y="150876"/>
                  </a:lnTo>
                  <a:lnTo>
                    <a:pt x="115824" y="150876"/>
                  </a:lnTo>
                  <a:lnTo>
                    <a:pt x="115824" y="152400"/>
                  </a:lnTo>
                  <a:lnTo>
                    <a:pt x="108204" y="152400"/>
                  </a:lnTo>
                  <a:lnTo>
                    <a:pt x="39624" y="172212"/>
                  </a:lnTo>
                  <a:lnTo>
                    <a:pt x="39624" y="185928"/>
                  </a:lnTo>
                  <a:lnTo>
                    <a:pt x="129540" y="158496"/>
                  </a:lnTo>
                  <a:lnTo>
                    <a:pt x="129540" y="144780"/>
                  </a:lnTo>
                  <a:lnTo>
                    <a:pt x="64008" y="124968"/>
                  </a:lnTo>
                  <a:lnTo>
                    <a:pt x="60960" y="123444"/>
                  </a:lnTo>
                  <a:lnTo>
                    <a:pt x="59436" y="123444"/>
                  </a:lnTo>
                  <a:lnTo>
                    <a:pt x="62484" y="121920"/>
                  </a:lnTo>
                  <a:lnTo>
                    <a:pt x="65532" y="121920"/>
                  </a:lnTo>
                  <a:lnTo>
                    <a:pt x="129540" y="103632"/>
                  </a:lnTo>
                  <a:lnTo>
                    <a:pt x="129540" y="88392"/>
                  </a:lnTo>
                  <a:close/>
                </a:path>
                <a:path extrusionOk="0" h="706120" w="170815">
                  <a:moveTo>
                    <a:pt x="129552" y="1524"/>
                  </a:moveTo>
                  <a:lnTo>
                    <a:pt x="39636" y="1524"/>
                  </a:lnTo>
                  <a:lnTo>
                    <a:pt x="39636" y="15240"/>
                  </a:lnTo>
                  <a:lnTo>
                    <a:pt x="129552" y="15240"/>
                  </a:lnTo>
                  <a:lnTo>
                    <a:pt x="129552" y="1524"/>
                  </a:lnTo>
                  <a:close/>
                </a:path>
                <a:path extrusionOk="0" h="706120" w="170815">
                  <a:moveTo>
                    <a:pt x="131076" y="594360"/>
                  </a:moveTo>
                  <a:lnTo>
                    <a:pt x="128028" y="592836"/>
                  </a:lnTo>
                  <a:lnTo>
                    <a:pt x="124980" y="589788"/>
                  </a:lnTo>
                  <a:lnTo>
                    <a:pt x="118884" y="589788"/>
                  </a:lnTo>
                  <a:lnTo>
                    <a:pt x="115836" y="592836"/>
                  </a:lnTo>
                  <a:lnTo>
                    <a:pt x="112788" y="594360"/>
                  </a:lnTo>
                  <a:lnTo>
                    <a:pt x="112788" y="603504"/>
                  </a:lnTo>
                  <a:lnTo>
                    <a:pt x="117360" y="608076"/>
                  </a:lnTo>
                  <a:lnTo>
                    <a:pt x="126504" y="608076"/>
                  </a:lnTo>
                  <a:lnTo>
                    <a:pt x="131076" y="603504"/>
                  </a:lnTo>
                  <a:lnTo>
                    <a:pt x="131076" y="594360"/>
                  </a:lnTo>
                  <a:close/>
                </a:path>
                <a:path extrusionOk="0" h="706120" w="170815">
                  <a:moveTo>
                    <a:pt x="131076" y="44196"/>
                  </a:moveTo>
                  <a:lnTo>
                    <a:pt x="128028" y="42672"/>
                  </a:lnTo>
                  <a:lnTo>
                    <a:pt x="124980" y="39624"/>
                  </a:lnTo>
                  <a:lnTo>
                    <a:pt x="118884" y="39624"/>
                  </a:lnTo>
                  <a:lnTo>
                    <a:pt x="115836" y="42672"/>
                  </a:lnTo>
                  <a:lnTo>
                    <a:pt x="112788" y="44196"/>
                  </a:lnTo>
                  <a:lnTo>
                    <a:pt x="112788" y="54864"/>
                  </a:lnTo>
                  <a:lnTo>
                    <a:pt x="115836" y="56388"/>
                  </a:lnTo>
                  <a:lnTo>
                    <a:pt x="118884" y="59436"/>
                  </a:lnTo>
                  <a:lnTo>
                    <a:pt x="124980" y="59436"/>
                  </a:lnTo>
                  <a:lnTo>
                    <a:pt x="128028" y="56388"/>
                  </a:lnTo>
                  <a:lnTo>
                    <a:pt x="131076" y="54864"/>
                  </a:lnTo>
                  <a:lnTo>
                    <a:pt x="131076" y="44196"/>
                  </a:lnTo>
                  <a:close/>
                </a:path>
                <a:path extrusionOk="0" h="706120" w="170815">
                  <a:moveTo>
                    <a:pt x="150876" y="568452"/>
                  </a:moveTo>
                  <a:lnTo>
                    <a:pt x="4572" y="509016"/>
                  </a:lnTo>
                  <a:lnTo>
                    <a:pt x="4572" y="521208"/>
                  </a:lnTo>
                  <a:lnTo>
                    <a:pt x="150876" y="580644"/>
                  </a:lnTo>
                  <a:lnTo>
                    <a:pt x="150876" y="568452"/>
                  </a:lnTo>
                  <a:close/>
                </a:path>
                <a:path extrusionOk="0" h="706120" w="170815">
                  <a:moveTo>
                    <a:pt x="150876" y="499872"/>
                  </a:moveTo>
                  <a:lnTo>
                    <a:pt x="4572" y="440436"/>
                  </a:lnTo>
                  <a:lnTo>
                    <a:pt x="4572" y="454152"/>
                  </a:lnTo>
                  <a:lnTo>
                    <a:pt x="150876" y="513588"/>
                  </a:lnTo>
                  <a:lnTo>
                    <a:pt x="150876" y="499872"/>
                  </a:lnTo>
                  <a:close/>
                </a:path>
                <a:path extrusionOk="0" h="706120" w="170815">
                  <a:moveTo>
                    <a:pt x="170688" y="691896"/>
                  </a:moveTo>
                  <a:lnTo>
                    <a:pt x="115824" y="691896"/>
                  </a:lnTo>
                  <a:lnTo>
                    <a:pt x="122707" y="686777"/>
                  </a:lnTo>
                  <a:lnTo>
                    <a:pt x="127444" y="680656"/>
                  </a:lnTo>
                  <a:lnTo>
                    <a:pt x="130200" y="673608"/>
                  </a:lnTo>
                  <a:lnTo>
                    <a:pt x="131064" y="665988"/>
                  </a:lnTo>
                  <a:lnTo>
                    <a:pt x="130238" y="657161"/>
                  </a:lnTo>
                  <a:lnTo>
                    <a:pt x="120396" y="637374"/>
                  </a:lnTo>
                  <a:lnTo>
                    <a:pt x="120396" y="658368"/>
                  </a:lnTo>
                  <a:lnTo>
                    <a:pt x="120396" y="673608"/>
                  </a:lnTo>
                  <a:lnTo>
                    <a:pt x="117348" y="679704"/>
                  </a:lnTo>
                  <a:lnTo>
                    <a:pt x="112776" y="685800"/>
                  </a:lnTo>
                  <a:lnTo>
                    <a:pt x="106680" y="690372"/>
                  </a:lnTo>
                  <a:lnTo>
                    <a:pt x="100584" y="691896"/>
                  </a:lnTo>
                  <a:lnTo>
                    <a:pt x="71628" y="691896"/>
                  </a:lnTo>
                  <a:lnTo>
                    <a:pt x="64008" y="690372"/>
                  </a:lnTo>
                  <a:lnTo>
                    <a:pt x="57912" y="684276"/>
                  </a:lnTo>
                  <a:lnTo>
                    <a:pt x="51816" y="679704"/>
                  </a:lnTo>
                  <a:lnTo>
                    <a:pt x="51777" y="679513"/>
                  </a:lnTo>
                  <a:lnTo>
                    <a:pt x="50292" y="672084"/>
                  </a:lnTo>
                  <a:lnTo>
                    <a:pt x="50292" y="656844"/>
                  </a:lnTo>
                  <a:lnTo>
                    <a:pt x="51816" y="650748"/>
                  </a:lnTo>
                  <a:lnTo>
                    <a:pt x="57912" y="646176"/>
                  </a:lnTo>
                  <a:lnTo>
                    <a:pt x="62801" y="642416"/>
                  </a:lnTo>
                  <a:lnTo>
                    <a:pt x="68618" y="639991"/>
                  </a:lnTo>
                  <a:lnTo>
                    <a:pt x="68910" y="639991"/>
                  </a:lnTo>
                  <a:lnTo>
                    <a:pt x="74853" y="638898"/>
                  </a:lnTo>
                  <a:lnTo>
                    <a:pt x="117348" y="650748"/>
                  </a:lnTo>
                  <a:lnTo>
                    <a:pt x="120396" y="658368"/>
                  </a:lnTo>
                  <a:lnTo>
                    <a:pt x="120396" y="637374"/>
                  </a:lnTo>
                  <a:lnTo>
                    <a:pt x="118872" y="635508"/>
                  </a:lnTo>
                  <a:lnTo>
                    <a:pt x="111442" y="630631"/>
                  </a:lnTo>
                  <a:lnTo>
                    <a:pt x="102870" y="627316"/>
                  </a:lnTo>
                  <a:lnTo>
                    <a:pt x="93040" y="625411"/>
                  </a:lnTo>
                  <a:lnTo>
                    <a:pt x="92722" y="625411"/>
                  </a:lnTo>
                  <a:lnTo>
                    <a:pt x="82296" y="624840"/>
                  </a:lnTo>
                  <a:lnTo>
                    <a:pt x="45173" y="639991"/>
                  </a:lnTo>
                  <a:lnTo>
                    <a:pt x="38100" y="661416"/>
                  </a:lnTo>
                  <a:lnTo>
                    <a:pt x="39243" y="671118"/>
                  </a:lnTo>
                  <a:lnTo>
                    <a:pt x="42672" y="679513"/>
                  </a:lnTo>
                  <a:lnTo>
                    <a:pt x="48387" y="686498"/>
                  </a:lnTo>
                  <a:lnTo>
                    <a:pt x="56388" y="691896"/>
                  </a:lnTo>
                  <a:lnTo>
                    <a:pt x="39624" y="691896"/>
                  </a:lnTo>
                  <a:lnTo>
                    <a:pt x="39624" y="705612"/>
                  </a:lnTo>
                  <a:lnTo>
                    <a:pt x="170688" y="705612"/>
                  </a:lnTo>
                  <a:lnTo>
                    <a:pt x="170688" y="6918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264" name="Google Shape;2264;p35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030223" y="8805671"/>
              <a:ext cx="117347" cy="2286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65" name="Google Shape;2265;p35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011936" y="4154424"/>
              <a:ext cx="160019" cy="46283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66" name="Google Shape;2266;p35"/>
            <p:cNvSpPr/>
            <p:nvPr/>
          </p:nvSpPr>
          <p:spPr>
            <a:xfrm>
              <a:off x="1129284" y="4113276"/>
              <a:ext cx="18415" cy="18415"/>
            </a:xfrm>
            <a:custGeom>
              <a:rect b="b" l="l" r="r" t="t"/>
              <a:pathLst>
                <a:path extrusionOk="0" h="18414" w="18415">
                  <a:moveTo>
                    <a:pt x="13716" y="18288"/>
                  </a:moveTo>
                  <a:lnTo>
                    <a:pt x="4572" y="18288"/>
                  </a:lnTo>
                  <a:lnTo>
                    <a:pt x="0" y="13716"/>
                  </a:lnTo>
                  <a:lnTo>
                    <a:pt x="0" y="4572"/>
                  </a:lnTo>
                  <a:lnTo>
                    <a:pt x="3048" y="3048"/>
                  </a:lnTo>
                  <a:lnTo>
                    <a:pt x="6096" y="0"/>
                  </a:lnTo>
                  <a:lnTo>
                    <a:pt x="12192" y="0"/>
                  </a:lnTo>
                  <a:lnTo>
                    <a:pt x="15240" y="3048"/>
                  </a:lnTo>
                  <a:lnTo>
                    <a:pt x="18288" y="4572"/>
                  </a:lnTo>
                  <a:lnTo>
                    <a:pt x="18288" y="13716"/>
                  </a:lnTo>
                  <a:lnTo>
                    <a:pt x="15240" y="16764"/>
                  </a:lnTo>
                  <a:lnTo>
                    <a:pt x="13716" y="182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267" name="Google Shape;2267;p35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013459" y="3803903"/>
              <a:ext cx="134112" cy="28498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268" name="Google Shape;2268;p35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2269" name="Google Shape;2269;p35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70" name="Google Shape;2270;p35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71" name="Google Shape;2271;p35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72" name="Google Shape;2272;p3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73" name="Google Shape;2273;p35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655307" y="1824227"/>
            <a:ext cx="117348" cy="16611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77" name="Shape 2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8" name="Google Shape;2278;p36"/>
          <p:cNvGrpSpPr/>
          <p:nvPr/>
        </p:nvGrpSpPr>
        <p:grpSpPr>
          <a:xfrm>
            <a:off x="1438655" y="8055864"/>
            <a:ext cx="342900" cy="927099"/>
            <a:chOff x="1438655" y="8055864"/>
            <a:chExt cx="342900" cy="927099"/>
          </a:xfrm>
        </p:grpSpPr>
        <p:sp>
          <p:nvSpPr>
            <p:cNvPr id="2279" name="Google Shape;2279;p36"/>
            <p:cNvSpPr/>
            <p:nvPr/>
          </p:nvSpPr>
          <p:spPr>
            <a:xfrm>
              <a:off x="1438655" y="8688323"/>
              <a:ext cx="342900" cy="294640"/>
            </a:xfrm>
            <a:custGeom>
              <a:rect b="b" l="l" r="r" t="t"/>
              <a:pathLst>
                <a:path extrusionOk="0" h="294640" w="342900">
                  <a:moveTo>
                    <a:pt x="176783" y="294131"/>
                  </a:moveTo>
                  <a:lnTo>
                    <a:pt x="130111" y="288607"/>
                  </a:lnTo>
                  <a:lnTo>
                    <a:pt x="86868" y="272795"/>
                  </a:lnTo>
                  <a:lnTo>
                    <a:pt x="50292" y="246316"/>
                  </a:lnTo>
                  <a:lnTo>
                    <a:pt x="22859" y="211835"/>
                  </a:lnTo>
                  <a:lnTo>
                    <a:pt x="5715" y="171640"/>
                  </a:lnTo>
                  <a:lnTo>
                    <a:pt x="0" y="128015"/>
                  </a:lnTo>
                  <a:lnTo>
                    <a:pt x="1142" y="110870"/>
                  </a:lnTo>
                  <a:lnTo>
                    <a:pt x="4571" y="93725"/>
                  </a:lnTo>
                  <a:lnTo>
                    <a:pt x="10286" y="76580"/>
                  </a:lnTo>
                  <a:lnTo>
                    <a:pt x="18288" y="59435"/>
                  </a:lnTo>
                  <a:lnTo>
                    <a:pt x="21336" y="51815"/>
                  </a:lnTo>
                  <a:lnTo>
                    <a:pt x="22859" y="47243"/>
                  </a:lnTo>
                  <a:lnTo>
                    <a:pt x="22859" y="39623"/>
                  </a:lnTo>
                  <a:lnTo>
                    <a:pt x="21336" y="36575"/>
                  </a:lnTo>
                  <a:lnTo>
                    <a:pt x="18288" y="33527"/>
                  </a:lnTo>
                  <a:lnTo>
                    <a:pt x="15240" y="28955"/>
                  </a:lnTo>
                  <a:lnTo>
                    <a:pt x="9144" y="25907"/>
                  </a:lnTo>
                  <a:lnTo>
                    <a:pt x="0" y="24383"/>
                  </a:lnTo>
                  <a:lnTo>
                    <a:pt x="0" y="16763"/>
                  </a:lnTo>
                  <a:lnTo>
                    <a:pt x="112775" y="9143"/>
                  </a:lnTo>
                  <a:lnTo>
                    <a:pt x="112775" y="16763"/>
                  </a:lnTo>
                  <a:lnTo>
                    <a:pt x="89344" y="24717"/>
                  </a:lnTo>
                  <a:lnTo>
                    <a:pt x="69342" y="34670"/>
                  </a:lnTo>
                  <a:lnTo>
                    <a:pt x="39624" y="59435"/>
                  </a:lnTo>
                  <a:lnTo>
                    <a:pt x="18192" y="106370"/>
                  </a:lnTo>
                  <a:lnTo>
                    <a:pt x="16764" y="124967"/>
                  </a:lnTo>
                  <a:lnTo>
                    <a:pt x="17883" y="140660"/>
                  </a:lnTo>
                  <a:lnTo>
                    <a:pt x="33528" y="182879"/>
                  </a:lnTo>
                  <a:lnTo>
                    <a:pt x="69961" y="216312"/>
                  </a:lnTo>
                  <a:lnTo>
                    <a:pt x="106275" y="230909"/>
                  </a:lnTo>
                  <a:lnTo>
                    <a:pt x="151376" y="238386"/>
                  </a:lnTo>
                  <a:lnTo>
                    <a:pt x="176783" y="239267"/>
                  </a:lnTo>
                  <a:lnTo>
                    <a:pt x="198786" y="238410"/>
                  </a:lnTo>
                  <a:lnTo>
                    <a:pt x="237648" y="231552"/>
                  </a:lnTo>
                  <a:lnTo>
                    <a:pt x="283082" y="206882"/>
                  </a:lnTo>
                  <a:lnTo>
                    <a:pt x="312562" y="167068"/>
                  </a:lnTo>
                  <a:lnTo>
                    <a:pt x="321563" y="117347"/>
                  </a:lnTo>
                  <a:lnTo>
                    <a:pt x="320730" y="101893"/>
                  </a:lnTo>
                  <a:lnTo>
                    <a:pt x="309372" y="60959"/>
                  </a:lnTo>
                  <a:lnTo>
                    <a:pt x="273367" y="21955"/>
                  </a:lnTo>
                  <a:lnTo>
                    <a:pt x="254507" y="7619"/>
                  </a:lnTo>
                  <a:lnTo>
                    <a:pt x="257556" y="0"/>
                  </a:lnTo>
                  <a:lnTo>
                    <a:pt x="296608" y="26479"/>
                  </a:lnTo>
                  <a:lnTo>
                    <a:pt x="323087" y="56387"/>
                  </a:lnTo>
                  <a:lnTo>
                    <a:pt x="338137" y="93154"/>
                  </a:lnTo>
                  <a:lnTo>
                    <a:pt x="342900" y="135635"/>
                  </a:lnTo>
                  <a:lnTo>
                    <a:pt x="339185" y="173593"/>
                  </a:lnTo>
                  <a:lnTo>
                    <a:pt x="309467" y="236362"/>
                  </a:lnTo>
                  <a:lnTo>
                    <a:pt x="259722" y="275486"/>
                  </a:lnTo>
                  <a:lnTo>
                    <a:pt x="206525" y="292107"/>
                  </a:lnTo>
                  <a:lnTo>
                    <a:pt x="176783" y="294131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280" name="Google Shape;2280;p36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59" y="8439911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81" name="Google Shape;2281;p3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8055864"/>
              <a:ext cx="233172" cy="36271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282" name="Google Shape;2282;p36"/>
          <p:cNvSpPr/>
          <p:nvPr/>
        </p:nvSpPr>
        <p:spPr>
          <a:xfrm>
            <a:off x="1440179" y="7688579"/>
            <a:ext cx="334010" cy="215265"/>
          </a:xfrm>
          <a:custGeom>
            <a:rect b="b" l="l" r="r" t="t"/>
            <a:pathLst>
              <a:path extrusionOk="0" h="215265" w="334010">
                <a:moveTo>
                  <a:pt x="333756" y="214884"/>
                </a:moveTo>
                <a:lnTo>
                  <a:pt x="326136" y="214884"/>
                </a:lnTo>
                <a:lnTo>
                  <a:pt x="288988" y="175736"/>
                </a:lnTo>
                <a:lnTo>
                  <a:pt x="255269" y="142875"/>
                </a:lnTo>
                <a:lnTo>
                  <a:pt x="224980" y="116300"/>
                </a:lnTo>
                <a:lnTo>
                  <a:pt x="174426" y="80891"/>
                </a:lnTo>
                <a:lnTo>
                  <a:pt x="129325" y="63222"/>
                </a:lnTo>
                <a:lnTo>
                  <a:pt x="108203" y="60960"/>
                </a:lnTo>
                <a:lnTo>
                  <a:pt x="93702" y="62126"/>
                </a:lnTo>
                <a:lnTo>
                  <a:pt x="57912" y="80772"/>
                </a:lnTo>
                <a:lnTo>
                  <a:pt x="37980" y="113347"/>
                </a:lnTo>
                <a:lnTo>
                  <a:pt x="36576" y="126492"/>
                </a:lnTo>
                <a:lnTo>
                  <a:pt x="37457" y="137660"/>
                </a:lnTo>
                <a:lnTo>
                  <a:pt x="59507" y="177736"/>
                </a:lnTo>
                <a:lnTo>
                  <a:pt x="91440" y="196596"/>
                </a:lnTo>
                <a:lnTo>
                  <a:pt x="91440" y="205739"/>
                </a:lnTo>
                <a:lnTo>
                  <a:pt x="52768" y="195643"/>
                </a:lnTo>
                <a:lnTo>
                  <a:pt x="14144" y="161853"/>
                </a:lnTo>
                <a:lnTo>
                  <a:pt x="0" y="112776"/>
                </a:lnTo>
                <a:lnTo>
                  <a:pt x="1690" y="93964"/>
                </a:lnTo>
                <a:lnTo>
                  <a:pt x="25907" y="47244"/>
                </a:lnTo>
                <a:lnTo>
                  <a:pt x="70056" y="21526"/>
                </a:lnTo>
                <a:lnTo>
                  <a:pt x="86867" y="19812"/>
                </a:lnTo>
                <a:lnTo>
                  <a:pt x="99417" y="20645"/>
                </a:lnTo>
                <a:lnTo>
                  <a:pt x="155590" y="42338"/>
                </a:lnTo>
                <a:lnTo>
                  <a:pt x="197786" y="71008"/>
                </a:lnTo>
                <a:lnTo>
                  <a:pt x="271462" y="138112"/>
                </a:lnTo>
                <a:lnTo>
                  <a:pt x="297180" y="164592"/>
                </a:lnTo>
                <a:lnTo>
                  <a:pt x="297180" y="79248"/>
                </a:lnTo>
                <a:lnTo>
                  <a:pt x="292608" y="30480"/>
                </a:lnTo>
                <a:lnTo>
                  <a:pt x="271272" y="9144"/>
                </a:lnTo>
                <a:lnTo>
                  <a:pt x="271272" y="0"/>
                </a:lnTo>
                <a:lnTo>
                  <a:pt x="333756" y="22860"/>
                </a:lnTo>
                <a:lnTo>
                  <a:pt x="333756" y="21488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83" name="Google Shape;2283;p36"/>
          <p:cNvGrpSpPr/>
          <p:nvPr/>
        </p:nvGrpSpPr>
        <p:grpSpPr>
          <a:xfrm>
            <a:off x="1446276" y="6711696"/>
            <a:ext cx="333755" cy="824611"/>
            <a:chOff x="1446276" y="6711696"/>
            <a:chExt cx="333755" cy="824611"/>
          </a:xfrm>
        </p:grpSpPr>
        <p:sp>
          <p:nvSpPr>
            <p:cNvPr id="2284" name="Google Shape;2284;p36"/>
            <p:cNvSpPr/>
            <p:nvPr/>
          </p:nvSpPr>
          <p:spPr>
            <a:xfrm>
              <a:off x="1446276" y="7205472"/>
              <a:ext cx="327660" cy="330835"/>
            </a:xfrm>
            <a:custGeom>
              <a:rect b="b" l="l" r="r" t="t"/>
              <a:pathLst>
                <a:path extrusionOk="0" h="330834" w="327660">
                  <a:moveTo>
                    <a:pt x="7620" y="330708"/>
                  </a:moveTo>
                  <a:lnTo>
                    <a:pt x="0" y="330708"/>
                  </a:lnTo>
                  <a:lnTo>
                    <a:pt x="34" y="197024"/>
                  </a:lnTo>
                  <a:lnTo>
                    <a:pt x="4381" y="132588"/>
                  </a:lnTo>
                  <a:lnTo>
                    <a:pt x="16764" y="85344"/>
                  </a:lnTo>
                  <a:lnTo>
                    <a:pt x="39814" y="50863"/>
                  </a:lnTo>
                  <a:lnTo>
                    <a:pt x="73152" y="24384"/>
                  </a:lnTo>
                  <a:lnTo>
                    <a:pt x="115252" y="5905"/>
                  </a:lnTo>
                  <a:lnTo>
                    <a:pt x="163068" y="0"/>
                  </a:lnTo>
                  <a:lnTo>
                    <a:pt x="195929" y="2595"/>
                  </a:lnTo>
                  <a:lnTo>
                    <a:pt x="225933" y="10477"/>
                  </a:lnTo>
                  <a:lnTo>
                    <a:pt x="253079" y="23788"/>
                  </a:lnTo>
                  <a:lnTo>
                    <a:pt x="277368" y="42672"/>
                  </a:lnTo>
                  <a:lnTo>
                    <a:pt x="287684" y="54864"/>
                  </a:lnTo>
                  <a:lnTo>
                    <a:pt x="164592" y="54864"/>
                  </a:lnTo>
                  <a:lnTo>
                    <a:pt x="132040" y="57173"/>
                  </a:lnTo>
                  <a:lnTo>
                    <a:pt x="77795" y="76080"/>
                  </a:lnTo>
                  <a:lnTo>
                    <a:pt x="39308" y="112633"/>
                  </a:lnTo>
                  <a:lnTo>
                    <a:pt x="19311" y="160686"/>
                  </a:lnTo>
                  <a:lnTo>
                    <a:pt x="16764" y="188976"/>
                  </a:lnTo>
                  <a:lnTo>
                    <a:pt x="17170" y="197024"/>
                  </a:lnTo>
                  <a:lnTo>
                    <a:pt x="17226" y="198120"/>
                  </a:lnTo>
                  <a:lnTo>
                    <a:pt x="17311" y="199810"/>
                  </a:lnTo>
                  <a:lnTo>
                    <a:pt x="18859" y="211645"/>
                  </a:lnTo>
                  <a:lnTo>
                    <a:pt x="21264" y="224337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4243" y="284011"/>
                  </a:lnTo>
                  <a:lnTo>
                    <a:pt x="10858" y="302514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4" w="327660">
                  <a:moveTo>
                    <a:pt x="327660" y="237744"/>
                  </a:moveTo>
                  <a:lnTo>
                    <a:pt x="304800" y="237744"/>
                  </a:lnTo>
                  <a:lnTo>
                    <a:pt x="307681" y="223218"/>
                  </a:lnTo>
                  <a:lnTo>
                    <a:pt x="309562" y="209550"/>
                  </a:lnTo>
                  <a:lnTo>
                    <a:pt x="310496" y="198120"/>
                  </a:lnTo>
                  <a:lnTo>
                    <a:pt x="310586" y="197024"/>
                  </a:lnTo>
                  <a:lnTo>
                    <a:pt x="310810" y="188976"/>
                  </a:lnTo>
                  <a:lnTo>
                    <a:pt x="310896" y="185928"/>
                  </a:lnTo>
                  <a:lnTo>
                    <a:pt x="308675" y="160686"/>
                  </a:lnTo>
                  <a:lnTo>
                    <a:pt x="308562" y="159400"/>
                  </a:lnTo>
                  <a:lnTo>
                    <a:pt x="301482" y="135255"/>
                  </a:lnTo>
                  <a:lnTo>
                    <a:pt x="271272" y="92964"/>
                  </a:lnTo>
                  <a:lnTo>
                    <a:pt x="225361" y="64198"/>
                  </a:lnTo>
                  <a:lnTo>
                    <a:pt x="164592" y="54864"/>
                  </a:lnTo>
                  <a:lnTo>
                    <a:pt x="287684" y="54864"/>
                  </a:lnTo>
                  <a:lnTo>
                    <a:pt x="299370" y="68675"/>
                  </a:lnTo>
                  <a:lnTo>
                    <a:pt x="315087" y="100965"/>
                  </a:lnTo>
                  <a:lnTo>
                    <a:pt x="324516" y="139541"/>
                  </a:lnTo>
                  <a:lnTo>
                    <a:pt x="327660" y="184404"/>
                  </a:lnTo>
                  <a:lnTo>
                    <a:pt x="327660" y="237744"/>
                  </a:lnTo>
                  <a:close/>
                </a:path>
                <a:path extrusionOk="0" h="330834" w="327660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62" y="309943"/>
                  </a:lnTo>
                  <a:lnTo>
                    <a:pt x="283178" y="283773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285" name="Google Shape;2285;p36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52955" y="6944868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86" name="Google Shape;2286;p36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60" y="6711696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287" name="Google Shape;2287;p36"/>
          <p:cNvSpPr/>
          <p:nvPr/>
        </p:nvSpPr>
        <p:spPr>
          <a:xfrm>
            <a:off x="1546860" y="6597395"/>
            <a:ext cx="233679" cy="53340"/>
          </a:xfrm>
          <a:custGeom>
            <a:rect b="b" l="l" r="r" t="t"/>
            <a:pathLst>
              <a:path extrusionOk="0" h="53340" w="233680">
                <a:moveTo>
                  <a:pt x="35052" y="53340"/>
                </a:moveTo>
                <a:lnTo>
                  <a:pt x="19812" y="53340"/>
                </a:lnTo>
                <a:lnTo>
                  <a:pt x="13716" y="50292"/>
                </a:lnTo>
                <a:lnTo>
                  <a:pt x="9144" y="45720"/>
                </a:lnTo>
                <a:lnTo>
                  <a:pt x="3048" y="41148"/>
                </a:lnTo>
                <a:lnTo>
                  <a:pt x="0" y="33528"/>
                </a:lnTo>
                <a:lnTo>
                  <a:pt x="0" y="19812"/>
                </a:lnTo>
                <a:lnTo>
                  <a:pt x="3048" y="13716"/>
                </a:lnTo>
                <a:lnTo>
                  <a:pt x="13716" y="3048"/>
                </a:lnTo>
                <a:lnTo>
                  <a:pt x="19812" y="0"/>
                </a:lnTo>
                <a:lnTo>
                  <a:pt x="35052" y="0"/>
                </a:lnTo>
                <a:lnTo>
                  <a:pt x="41148" y="3048"/>
                </a:lnTo>
                <a:lnTo>
                  <a:pt x="51816" y="13716"/>
                </a:lnTo>
                <a:lnTo>
                  <a:pt x="53340" y="19812"/>
                </a:lnTo>
                <a:lnTo>
                  <a:pt x="53340" y="33528"/>
                </a:lnTo>
                <a:lnTo>
                  <a:pt x="51816" y="41148"/>
                </a:lnTo>
                <a:lnTo>
                  <a:pt x="45720" y="45720"/>
                </a:lnTo>
                <a:lnTo>
                  <a:pt x="41148" y="50292"/>
                </a:lnTo>
                <a:lnTo>
                  <a:pt x="35052" y="53340"/>
                </a:lnTo>
                <a:close/>
              </a:path>
              <a:path extrusionOk="0" h="53340" w="233680">
                <a:moveTo>
                  <a:pt x="214884" y="53340"/>
                </a:moveTo>
                <a:lnTo>
                  <a:pt x="199644" y="53340"/>
                </a:lnTo>
                <a:lnTo>
                  <a:pt x="193548" y="50292"/>
                </a:lnTo>
                <a:lnTo>
                  <a:pt x="188975" y="45720"/>
                </a:lnTo>
                <a:lnTo>
                  <a:pt x="182880" y="41148"/>
                </a:lnTo>
                <a:lnTo>
                  <a:pt x="179832" y="35052"/>
                </a:lnTo>
                <a:lnTo>
                  <a:pt x="179832" y="19812"/>
                </a:lnTo>
                <a:lnTo>
                  <a:pt x="182880" y="13716"/>
                </a:lnTo>
                <a:lnTo>
                  <a:pt x="193548" y="3048"/>
                </a:lnTo>
                <a:lnTo>
                  <a:pt x="199644" y="0"/>
                </a:lnTo>
                <a:lnTo>
                  <a:pt x="214884" y="0"/>
                </a:lnTo>
                <a:lnTo>
                  <a:pt x="220980" y="3048"/>
                </a:lnTo>
                <a:lnTo>
                  <a:pt x="231648" y="13716"/>
                </a:lnTo>
                <a:lnTo>
                  <a:pt x="233172" y="19812"/>
                </a:lnTo>
                <a:lnTo>
                  <a:pt x="233172" y="35052"/>
                </a:lnTo>
                <a:lnTo>
                  <a:pt x="231648" y="41148"/>
                </a:lnTo>
                <a:lnTo>
                  <a:pt x="225551" y="45720"/>
                </a:lnTo>
                <a:lnTo>
                  <a:pt x="220980" y="50292"/>
                </a:lnTo>
                <a:lnTo>
                  <a:pt x="214884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8" name="Google Shape;2288;p36"/>
          <p:cNvSpPr/>
          <p:nvPr/>
        </p:nvSpPr>
        <p:spPr>
          <a:xfrm>
            <a:off x="1440167" y="5961888"/>
            <a:ext cx="340360" cy="460375"/>
          </a:xfrm>
          <a:custGeom>
            <a:rect b="b" l="l" r="r" t="t"/>
            <a:pathLst>
              <a:path extrusionOk="0" h="460375" w="340360">
                <a:moveTo>
                  <a:pt x="333756" y="268224"/>
                </a:moveTo>
                <a:lnTo>
                  <a:pt x="271272" y="245364"/>
                </a:lnTo>
                <a:lnTo>
                  <a:pt x="271272" y="254508"/>
                </a:lnTo>
                <a:lnTo>
                  <a:pt x="278892" y="259080"/>
                </a:lnTo>
                <a:lnTo>
                  <a:pt x="283464" y="263652"/>
                </a:lnTo>
                <a:lnTo>
                  <a:pt x="296989" y="302895"/>
                </a:lnTo>
                <a:lnTo>
                  <a:pt x="297180" y="324612"/>
                </a:lnTo>
                <a:lnTo>
                  <a:pt x="297180" y="409956"/>
                </a:lnTo>
                <a:lnTo>
                  <a:pt x="287832" y="399364"/>
                </a:lnTo>
                <a:lnTo>
                  <a:pt x="271462" y="383476"/>
                </a:lnTo>
                <a:lnTo>
                  <a:pt x="219456" y="335280"/>
                </a:lnTo>
                <a:lnTo>
                  <a:pt x="176403" y="300609"/>
                </a:lnTo>
                <a:lnTo>
                  <a:pt x="135636" y="277368"/>
                </a:lnTo>
                <a:lnTo>
                  <a:pt x="86868" y="265176"/>
                </a:lnTo>
                <a:lnTo>
                  <a:pt x="70065" y="266890"/>
                </a:lnTo>
                <a:lnTo>
                  <a:pt x="25908" y="292608"/>
                </a:lnTo>
                <a:lnTo>
                  <a:pt x="1701" y="339547"/>
                </a:lnTo>
                <a:lnTo>
                  <a:pt x="0" y="358140"/>
                </a:lnTo>
                <a:lnTo>
                  <a:pt x="1676" y="376478"/>
                </a:lnTo>
                <a:lnTo>
                  <a:pt x="24384" y="420624"/>
                </a:lnTo>
                <a:lnTo>
                  <a:pt x="70891" y="447421"/>
                </a:lnTo>
                <a:lnTo>
                  <a:pt x="91440" y="451104"/>
                </a:lnTo>
                <a:lnTo>
                  <a:pt x="91440" y="443484"/>
                </a:lnTo>
                <a:lnTo>
                  <a:pt x="79463" y="438111"/>
                </a:lnTo>
                <a:lnTo>
                  <a:pt x="68770" y="431292"/>
                </a:lnTo>
                <a:lnTo>
                  <a:pt x="40195" y="394335"/>
                </a:lnTo>
                <a:lnTo>
                  <a:pt x="36576" y="371856"/>
                </a:lnTo>
                <a:lnTo>
                  <a:pt x="37985" y="358711"/>
                </a:lnTo>
                <a:lnTo>
                  <a:pt x="57912" y="326136"/>
                </a:lnTo>
                <a:lnTo>
                  <a:pt x="93713" y="307708"/>
                </a:lnTo>
                <a:lnTo>
                  <a:pt x="108204" y="306324"/>
                </a:lnTo>
                <a:lnTo>
                  <a:pt x="129336" y="308597"/>
                </a:lnTo>
                <a:lnTo>
                  <a:pt x="174434" y="326263"/>
                </a:lnTo>
                <a:lnTo>
                  <a:pt x="224980" y="361670"/>
                </a:lnTo>
                <a:lnTo>
                  <a:pt x="255270" y="388239"/>
                </a:lnTo>
                <a:lnTo>
                  <a:pt x="288988" y="421106"/>
                </a:lnTo>
                <a:lnTo>
                  <a:pt x="326136" y="460248"/>
                </a:lnTo>
                <a:lnTo>
                  <a:pt x="333756" y="460248"/>
                </a:lnTo>
                <a:lnTo>
                  <a:pt x="333756" y="268224"/>
                </a:lnTo>
                <a:close/>
              </a:path>
              <a:path extrusionOk="0" h="460375" w="340360">
                <a:moveTo>
                  <a:pt x="339864" y="184404"/>
                </a:moveTo>
                <a:lnTo>
                  <a:pt x="333959" y="140017"/>
                </a:lnTo>
                <a:lnTo>
                  <a:pt x="315480" y="99060"/>
                </a:lnTo>
                <a:lnTo>
                  <a:pt x="279857" y="57912"/>
                </a:lnTo>
                <a:lnTo>
                  <a:pt x="274320" y="53340"/>
                </a:lnTo>
                <a:lnTo>
                  <a:pt x="265099" y="45720"/>
                </a:lnTo>
                <a:lnTo>
                  <a:pt x="212801" y="14147"/>
                </a:lnTo>
                <a:lnTo>
                  <a:pt x="162509" y="1485"/>
                </a:lnTo>
                <a:lnTo>
                  <a:pt x="135648" y="0"/>
                </a:lnTo>
                <a:lnTo>
                  <a:pt x="106184" y="2057"/>
                </a:lnTo>
                <a:lnTo>
                  <a:pt x="55270" y="19291"/>
                </a:lnTo>
                <a:lnTo>
                  <a:pt x="19342" y="49580"/>
                </a:lnTo>
                <a:lnTo>
                  <a:pt x="2247" y="83921"/>
                </a:lnTo>
                <a:lnTo>
                  <a:pt x="12" y="103632"/>
                </a:lnTo>
                <a:lnTo>
                  <a:pt x="2578" y="126263"/>
                </a:lnTo>
                <a:lnTo>
                  <a:pt x="23152" y="164071"/>
                </a:lnTo>
                <a:lnTo>
                  <a:pt x="58635" y="190957"/>
                </a:lnTo>
                <a:lnTo>
                  <a:pt x="96443" y="204050"/>
                </a:lnTo>
                <a:lnTo>
                  <a:pt x="117360" y="205740"/>
                </a:lnTo>
                <a:lnTo>
                  <a:pt x="137947" y="204050"/>
                </a:lnTo>
                <a:lnTo>
                  <a:pt x="187464" y="179832"/>
                </a:lnTo>
                <a:lnTo>
                  <a:pt x="207391" y="153339"/>
                </a:lnTo>
                <a:lnTo>
                  <a:pt x="211886" y="138480"/>
                </a:lnTo>
                <a:lnTo>
                  <a:pt x="211937" y="137998"/>
                </a:lnTo>
                <a:lnTo>
                  <a:pt x="213372" y="121920"/>
                </a:lnTo>
                <a:lnTo>
                  <a:pt x="211937" y="105854"/>
                </a:lnTo>
                <a:lnTo>
                  <a:pt x="207657" y="89344"/>
                </a:lnTo>
                <a:lnTo>
                  <a:pt x="200507" y="71996"/>
                </a:lnTo>
                <a:lnTo>
                  <a:pt x="191884" y="55905"/>
                </a:lnTo>
                <a:lnTo>
                  <a:pt x="191884" y="99060"/>
                </a:lnTo>
                <a:lnTo>
                  <a:pt x="191871" y="103632"/>
                </a:lnTo>
                <a:lnTo>
                  <a:pt x="172224" y="140208"/>
                </a:lnTo>
                <a:lnTo>
                  <a:pt x="137744" y="157353"/>
                </a:lnTo>
                <a:lnTo>
                  <a:pt x="92976" y="163068"/>
                </a:lnTo>
                <a:lnTo>
                  <a:pt x="73152" y="161861"/>
                </a:lnTo>
                <a:lnTo>
                  <a:pt x="74244" y="161861"/>
                </a:lnTo>
                <a:lnTo>
                  <a:pt x="58877" y="158686"/>
                </a:lnTo>
                <a:lnTo>
                  <a:pt x="26822" y="137998"/>
                </a:lnTo>
                <a:lnTo>
                  <a:pt x="15252" y="108204"/>
                </a:lnTo>
                <a:lnTo>
                  <a:pt x="16344" y="99352"/>
                </a:lnTo>
                <a:lnTo>
                  <a:pt x="47637" y="62484"/>
                </a:lnTo>
                <a:lnTo>
                  <a:pt x="85064" y="49580"/>
                </a:lnTo>
                <a:lnTo>
                  <a:pt x="110705" y="46012"/>
                </a:lnTo>
                <a:lnTo>
                  <a:pt x="111887" y="46012"/>
                </a:lnTo>
                <a:lnTo>
                  <a:pt x="121932" y="45720"/>
                </a:lnTo>
                <a:lnTo>
                  <a:pt x="172224" y="50292"/>
                </a:lnTo>
                <a:lnTo>
                  <a:pt x="190893" y="90297"/>
                </a:lnTo>
                <a:lnTo>
                  <a:pt x="190995" y="91059"/>
                </a:lnTo>
                <a:lnTo>
                  <a:pt x="191744" y="96354"/>
                </a:lnTo>
                <a:lnTo>
                  <a:pt x="191884" y="99060"/>
                </a:lnTo>
                <a:lnTo>
                  <a:pt x="191884" y="55905"/>
                </a:lnTo>
                <a:lnTo>
                  <a:pt x="190512" y="53340"/>
                </a:lnTo>
                <a:lnTo>
                  <a:pt x="210794" y="59042"/>
                </a:lnTo>
                <a:lnTo>
                  <a:pt x="249656" y="76708"/>
                </a:lnTo>
                <a:lnTo>
                  <a:pt x="284238" y="100990"/>
                </a:lnTo>
                <a:lnTo>
                  <a:pt x="318528" y="140208"/>
                </a:lnTo>
                <a:lnTo>
                  <a:pt x="331381" y="182435"/>
                </a:lnTo>
                <a:lnTo>
                  <a:pt x="332244" y="198120"/>
                </a:lnTo>
                <a:lnTo>
                  <a:pt x="339864" y="198120"/>
                </a:lnTo>
                <a:lnTo>
                  <a:pt x="339864" y="18440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9" name="Google Shape;2289;p36"/>
          <p:cNvSpPr/>
          <p:nvPr/>
        </p:nvSpPr>
        <p:spPr>
          <a:xfrm>
            <a:off x="1440180" y="5754623"/>
            <a:ext cx="334010" cy="128270"/>
          </a:xfrm>
          <a:custGeom>
            <a:rect b="b" l="l" r="r" t="t"/>
            <a:pathLst>
              <a:path extrusionOk="0" h="128270" w="334010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89274" y="40886"/>
                </a:lnTo>
                <a:lnTo>
                  <a:pt x="324207" y="24431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74" y="111371"/>
                </a:lnTo>
                <a:lnTo>
                  <a:pt x="325183" y="102679"/>
                </a:lnTo>
                <a:lnTo>
                  <a:pt x="290131" y="80795"/>
                </a:lnTo>
                <a:lnTo>
                  <a:pt x="99059" y="80772"/>
                </a:lnTo>
                <a:lnTo>
                  <a:pt x="70484" y="80962"/>
                </a:lnTo>
                <a:lnTo>
                  <a:pt x="60483" y="81414"/>
                </a:lnTo>
                <a:lnTo>
                  <a:pt x="53339" y="82296"/>
                </a:lnTo>
                <a:lnTo>
                  <a:pt x="44195" y="85344"/>
                </a:lnTo>
                <a:lnTo>
                  <a:pt x="42671" y="88392"/>
                </a:lnTo>
                <a:lnTo>
                  <a:pt x="39623" y="91440"/>
                </a:lnTo>
                <a:lnTo>
                  <a:pt x="39623" y="105156"/>
                </a:lnTo>
                <a:lnTo>
                  <a:pt x="41147" y="112776"/>
                </a:lnTo>
                <a:lnTo>
                  <a:pt x="45719" y="123444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0" name="Google Shape;2290;p36"/>
          <p:cNvSpPr/>
          <p:nvPr/>
        </p:nvSpPr>
        <p:spPr>
          <a:xfrm>
            <a:off x="1446276" y="5263895"/>
            <a:ext cx="327660" cy="422275"/>
          </a:xfrm>
          <a:custGeom>
            <a:rect b="b" l="l" r="r" t="t"/>
            <a:pathLst>
              <a:path extrusionOk="0" h="422275" w="327660">
                <a:moveTo>
                  <a:pt x="327660" y="422148"/>
                </a:moveTo>
                <a:lnTo>
                  <a:pt x="320040" y="422148"/>
                </a:lnTo>
                <a:lnTo>
                  <a:pt x="320040" y="409956"/>
                </a:lnTo>
                <a:lnTo>
                  <a:pt x="319420" y="400264"/>
                </a:lnTo>
                <a:lnTo>
                  <a:pt x="283202" y="375189"/>
                </a:lnTo>
                <a:lnTo>
                  <a:pt x="269748" y="374904"/>
                </a:lnTo>
                <a:lnTo>
                  <a:pt x="57912" y="374904"/>
                </a:lnTo>
                <a:lnTo>
                  <a:pt x="16764" y="385572"/>
                </a:lnTo>
                <a:lnTo>
                  <a:pt x="7620" y="422148"/>
                </a:lnTo>
                <a:lnTo>
                  <a:pt x="0" y="422148"/>
                </a:lnTo>
                <a:lnTo>
                  <a:pt x="0" y="326136"/>
                </a:lnTo>
                <a:lnTo>
                  <a:pt x="256032" y="208788"/>
                </a:lnTo>
                <a:lnTo>
                  <a:pt x="0" y="91440"/>
                </a:lnTo>
                <a:lnTo>
                  <a:pt x="0" y="0"/>
                </a:lnTo>
                <a:lnTo>
                  <a:pt x="7620" y="0"/>
                </a:lnTo>
                <a:lnTo>
                  <a:pt x="7620" y="10668"/>
                </a:lnTo>
                <a:lnTo>
                  <a:pt x="8477" y="21002"/>
                </a:lnTo>
                <a:lnTo>
                  <a:pt x="45339" y="46720"/>
                </a:lnTo>
                <a:lnTo>
                  <a:pt x="57912" y="47244"/>
                </a:lnTo>
                <a:lnTo>
                  <a:pt x="269748" y="47244"/>
                </a:lnTo>
                <a:lnTo>
                  <a:pt x="309372" y="39624"/>
                </a:lnTo>
                <a:lnTo>
                  <a:pt x="320040" y="10668"/>
                </a:lnTo>
                <a:lnTo>
                  <a:pt x="320040" y="0"/>
                </a:lnTo>
                <a:lnTo>
                  <a:pt x="327660" y="0"/>
                </a:lnTo>
                <a:lnTo>
                  <a:pt x="327660" y="140208"/>
                </a:lnTo>
                <a:lnTo>
                  <a:pt x="320040" y="140208"/>
                </a:lnTo>
                <a:lnTo>
                  <a:pt x="320040" y="128016"/>
                </a:lnTo>
                <a:lnTo>
                  <a:pt x="319420" y="117681"/>
                </a:lnTo>
                <a:lnTo>
                  <a:pt x="283202" y="93249"/>
                </a:lnTo>
                <a:lnTo>
                  <a:pt x="269748" y="92964"/>
                </a:lnTo>
                <a:lnTo>
                  <a:pt x="53340" y="92964"/>
                </a:lnTo>
                <a:lnTo>
                  <a:pt x="327660" y="219456"/>
                </a:lnTo>
                <a:lnTo>
                  <a:pt x="327660" y="227076"/>
                </a:lnTo>
                <a:lnTo>
                  <a:pt x="53340" y="353568"/>
                </a:lnTo>
                <a:lnTo>
                  <a:pt x="269748" y="353568"/>
                </a:lnTo>
                <a:lnTo>
                  <a:pt x="309372" y="345948"/>
                </a:lnTo>
                <a:lnTo>
                  <a:pt x="320040" y="306324"/>
                </a:lnTo>
                <a:lnTo>
                  <a:pt x="327660" y="306324"/>
                </a:lnTo>
                <a:lnTo>
                  <a:pt x="327660" y="42214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91" name="Google Shape;2291;p36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431035" y="2974848"/>
            <a:ext cx="348996" cy="2150364"/>
          </a:xfrm>
          <a:prstGeom prst="rect">
            <a:avLst/>
          </a:prstGeom>
          <a:noFill/>
          <a:ln>
            <a:noFill/>
          </a:ln>
        </p:spPr>
      </p:pic>
      <p:sp>
        <p:nvSpPr>
          <p:cNvPr id="2292" name="Google Shape;2292;p36"/>
          <p:cNvSpPr/>
          <p:nvPr/>
        </p:nvSpPr>
        <p:spPr>
          <a:xfrm>
            <a:off x="1432547" y="1533144"/>
            <a:ext cx="447040" cy="1283335"/>
          </a:xfrm>
          <a:custGeom>
            <a:rect b="b" l="l" r="r" t="t"/>
            <a:pathLst>
              <a:path extrusionOk="0" h="1283335" w="447039">
                <a:moveTo>
                  <a:pt x="341376" y="931164"/>
                </a:moveTo>
                <a:lnTo>
                  <a:pt x="278892" y="908304"/>
                </a:lnTo>
                <a:lnTo>
                  <a:pt x="278892" y="917448"/>
                </a:lnTo>
                <a:lnTo>
                  <a:pt x="286512" y="922020"/>
                </a:lnTo>
                <a:lnTo>
                  <a:pt x="291084" y="926592"/>
                </a:lnTo>
                <a:lnTo>
                  <a:pt x="295656" y="932688"/>
                </a:lnTo>
                <a:lnTo>
                  <a:pt x="300228" y="937260"/>
                </a:lnTo>
                <a:lnTo>
                  <a:pt x="301752" y="943356"/>
                </a:lnTo>
                <a:lnTo>
                  <a:pt x="303276" y="950976"/>
                </a:lnTo>
                <a:lnTo>
                  <a:pt x="304165" y="956691"/>
                </a:lnTo>
                <a:lnTo>
                  <a:pt x="304609" y="964692"/>
                </a:lnTo>
                <a:lnTo>
                  <a:pt x="304800" y="987552"/>
                </a:lnTo>
                <a:lnTo>
                  <a:pt x="304800" y="1071372"/>
                </a:lnTo>
                <a:lnTo>
                  <a:pt x="295452" y="1061427"/>
                </a:lnTo>
                <a:lnTo>
                  <a:pt x="279082" y="1045464"/>
                </a:lnTo>
                <a:lnTo>
                  <a:pt x="227076" y="996696"/>
                </a:lnTo>
                <a:lnTo>
                  <a:pt x="184023" y="962596"/>
                </a:lnTo>
                <a:lnTo>
                  <a:pt x="143256" y="938784"/>
                </a:lnTo>
                <a:lnTo>
                  <a:pt x="94488" y="928116"/>
                </a:lnTo>
                <a:lnTo>
                  <a:pt x="77685" y="929817"/>
                </a:lnTo>
                <a:lnTo>
                  <a:pt x="33528" y="954024"/>
                </a:lnTo>
                <a:lnTo>
                  <a:pt x="9321" y="1001610"/>
                </a:lnTo>
                <a:lnTo>
                  <a:pt x="7620" y="1021080"/>
                </a:lnTo>
                <a:lnTo>
                  <a:pt x="9296" y="1038783"/>
                </a:lnTo>
                <a:lnTo>
                  <a:pt x="32004" y="1083564"/>
                </a:lnTo>
                <a:lnTo>
                  <a:pt x="78511" y="1109713"/>
                </a:lnTo>
                <a:lnTo>
                  <a:pt x="99060" y="1114044"/>
                </a:lnTo>
                <a:lnTo>
                  <a:pt x="99060" y="1104900"/>
                </a:lnTo>
                <a:lnTo>
                  <a:pt x="87083" y="1099756"/>
                </a:lnTo>
                <a:lnTo>
                  <a:pt x="76390" y="1093470"/>
                </a:lnTo>
                <a:lnTo>
                  <a:pt x="47815" y="1056513"/>
                </a:lnTo>
                <a:lnTo>
                  <a:pt x="44196" y="1033272"/>
                </a:lnTo>
                <a:lnTo>
                  <a:pt x="45605" y="1020991"/>
                </a:lnTo>
                <a:lnTo>
                  <a:pt x="65532" y="987552"/>
                </a:lnTo>
                <a:lnTo>
                  <a:pt x="101333" y="970407"/>
                </a:lnTo>
                <a:lnTo>
                  <a:pt x="115824" y="969264"/>
                </a:lnTo>
                <a:lnTo>
                  <a:pt x="136956" y="971321"/>
                </a:lnTo>
                <a:lnTo>
                  <a:pt x="182054" y="988555"/>
                </a:lnTo>
                <a:lnTo>
                  <a:pt x="232600" y="1024610"/>
                </a:lnTo>
                <a:lnTo>
                  <a:pt x="262890" y="1051179"/>
                </a:lnTo>
                <a:lnTo>
                  <a:pt x="296608" y="1084046"/>
                </a:lnTo>
                <a:lnTo>
                  <a:pt x="333756" y="1123188"/>
                </a:lnTo>
                <a:lnTo>
                  <a:pt x="341376" y="1123188"/>
                </a:lnTo>
                <a:lnTo>
                  <a:pt x="341376" y="931164"/>
                </a:lnTo>
                <a:close/>
              </a:path>
              <a:path extrusionOk="0" h="1283335" w="447039">
                <a:moveTo>
                  <a:pt x="347472" y="763524"/>
                </a:moveTo>
                <a:lnTo>
                  <a:pt x="346354" y="752081"/>
                </a:lnTo>
                <a:lnTo>
                  <a:pt x="343090" y="740473"/>
                </a:lnTo>
                <a:lnTo>
                  <a:pt x="337832" y="728599"/>
                </a:lnTo>
                <a:lnTo>
                  <a:pt x="333756" y="721550"/>
                </a:lnTo>
                <a:lnTo>
                  <a:pt x="333756" y="763524"/>
                </a:lnTo>
                <a:lnTo>
                  <a:pt x="331495" y="776389"/>
                </a:lnTo>
                <a:lnTo>
                  <a:pt x="298704" y="804672"/>
                </a:lnTo>
                <a:lnTo>
                  <a:pt x="249364" y="817054"/>
                </a:lnTo>
                <a:lnTo>
                  <a:pt x="187452" y="821436"/>
                </a:lnTo>
                <a:lnTo>
                  <a:pt x="165976" y="821131"/>
                </a:lnTo>
                <a:lnTo>
                  <a:pt x="123596" y="818222"/>
                </a:lnTo>
                <a:lnTo>
                  <a:pt x="81826" y="811326"/>
                </a:lnTo>
                <a:lnTo>
                  <a:pt x="38100" y="790956"/>
                </a:lnTo>
                <a:lnTo>
                  <a:pt x="22860" y="762000"/>
                </a:lnTo>
                <a:lnTo>
                  <a:pt x="23431" y="755408"/>
                </a:lnTo>
                <a:lnTo>
                  <a:pt x="47244" y="725233"/>
                </a:lnTo>
                <a:lnTo>
                  <a:pt x="91300" y="711161"/>
                </a:lnTo>
                <a:lnTo>
                  <a:pt x="138074" y="704926"/>
                </a:lnTo>
                <a:lnTo>
                  <a:pt x="164592" y="704088"/>
                </a:lnTo>
                <a:lnTo>
                  <a:pt x="200964" y="704684"/>
                </a:lnTo>
                <a:lnTo>
                  <a:pt x="259969" y="709879"/>
                </a:lnTo>
                <a:lnTo>
                  <a:pt x="307276" y="723709"/>
                </a:lnTo>
                <a:lnTo>
                  <a:pt x="333171" y="756666"/>
                </a:lnTo>
                <a:lnTo>
                  <a:pt x="333756" y="763524"/>
                </a:lnTo>
                <a:lnTo>
                  <a:pt x="333756" y="721550"/>
                </a:lnTo>
                <a:lnTo>
                  <a:pt x="306895" y="693420"/>
                </a:lnTo>
                <a:lnTo>
                  <a:pt x="272796" y="675132"/>
                </a:lnTo>
                <a:lnTo>
                  <a:pt x="228028" y="662749"/>
                </a:lnTo>
                <a:lnTo>
                  <a:pt x="175260" y="658368"/>
                </a:lnTo>
                <a:lnTo>
                  <a:pt x="137045" y="660654"/>
                </a:lnTo>
                <a:lnTo>
                  <a:pt x="72605" y="678942"/>
                </a:lnTo>
                <a:lnTo>
                  <a:pt x="30124" y="710361"/>
                </a:lnTo>
                <a:lnTo>
                  <a:pt x="10172" y="744029"/>
                </a:lnTo>
                <a:lnTo>
                  <a:pt x="7620" y="762000"/>
                </a:lnTo>
                <a:lnTo>
                  <a:pt x="8750" y="773417"/>
                </a:lnTo>
                <a:lnTo>
                  <a:pt x="35179" y="819327"/>
                </a:lnTo>
                <a:lnTo>
                  <a:pt x="83820" y="850392"/>
                </a:lnTo>
                <a:lnTo>
                  <a:pt x="128397" y="862774"/>
                </a:lnTo>
                <a:lnTo>
                  <a:pt x="179832" y="867156"/>
                </a:lnTo>
                <a:lnTo>
                  <a:pt x="211823" y="865466"/>
                </a:lnTo>
                <a:lnTo>
                  <a:pt x="268351" y="852373"/>
                </a:lnTo>
                <a:lnTo>
                  <a:pt x="316611" y="825246"/>
                </a:lnTo>
                <a:lnTo>
                  <a:pt x="344043" y="786384"/>
                </a:lnTo>
                <a:lnTo>
                  <a:pt x="347472" y="763524"/>
                </a:lnTo>
                <a:close/>
              </a:path>
              <a:path extrusionOk="0" h="1283335" w="447039">
                <a:moveTo>
                  <a:pt x="347472" y="518160"/>
                </a:moveTo>
                <a:lnTo>
                  <a:pt x="346354" y="505828"/>
                </a:lnTo>
                <a:lnTo>
                  <a:pt x="343090" y="493776"/>
                </a:lnTo>
                <a:lnTo>
                  <a:pt x="337832" y="481736"/>
                </a:lnTo>
                <a:lnTo>
                  <a:pt x="333756" y="474675"/>
                </a:lnTo>
                <a:lnTo>
                  <a:pt x="333756" y="516636"/>
                </a:lnTo>
                <a:lnTo>
                  <a:pt x="331495" y="529501"/>
                </a:lnTo>
                <a:lnTo>
                  <a:pt x="298704" y="557784"/>
                </a:lnTo>
                <a:lnTo>
                  <a:pt x="249364" y="570166"/>
                </a:lnTo>
                <a:lnTo>
                  <a:pt x="187452" y="574548"/>
                </a:lnTo>
                <a:lnTo>
                  <a:pt x="165976" y="574243"/>
                </a:lnTo>
                <a:lnTo>
                  <a:pt x="123596" y="571334"/>
                </a:lnTo>
                <a:lnTo>
                  <a:pt x="81826" y="564438"/>
                </a:lnTo>
                <a:lnTo>
                  <a:pt x="38100" y="544068"/>
                </a:lnTo>
                <a:lnTo>
                  <a:pt x="22860" y="515112"/>
                </a:lnTo>
                <a:lnTo>
                  <a:pt x="23431" y="508520"/>
                </a:lnTo>
                <a:lnTo>
                  <a:pt x="47244" y="478345"/>
                </a:lnTo>
                <a:lnTo>
                  <a:pt x="91300" y="464273"/>
                </a:lnTo>
                <a:lnTo>
                  <a:pt x="138074" y="458038"/>
                </a:lnTo>
                <a:lnTo>
                  <a:pt x="164592" y="457200"/>
                </a:lnTo>
                <a:lnTo>
                  <a:pt x="200964" y="457796"/>
                </a:lnTo>
                <a:lnTo>
                  <a:pt x="259969" y="462991"/>
                </a:lnTo>
                <a:lnTo>
                  <a:pt x="307276" y="476821"/>
                </a:lnTo>
                <a:lnTo>
                  <a:pt x="333171" y="509778"/>
                </a:lnTo>
                <a:lnTo>
                  <a:pt x="333756" y="516636"/>
                </a:lnTo>
                <a:lnTo>
                  <a:pt x="333756" y="474675"/>
                </a:lnTo>
                <a:lnTo>
                  <a:pt x="306895" y="446532"/>
                </a:lnTo>
                <a:lnTo>
                  <a:pt x="272796" y="428244"/>
                </a:lnTo>
                <a:lnTo>
                  <a:pt x="228028" y="415861"/>
                </a:lnTo>
                <a:lnTo>
                  <a:pt x="175260" y="411480"/>
                </a:lnTo>
                <a:lnTo>
                  <a:pt x="137045" y="413766"/>
                </a:lnTo>
                <a:lnTo>
                  <a:pt x="72605" y="432054"/>
                </a:lnTo>
                <a:lnTo>
                  <a:pt x="30124" y="463473"/>
                </a:lnTo>
                <a:lnTo>
                  <a:pt x="10172" y="497141"/>
                </a:lnTo>
                <a:lnTo>
                  <a:pt x="7620" y="515112"/>
                </a:lnTo>
                <a:lnTo>
                  <a:pt x="8750" y="526529"/>
                </a:lnTo>
                <a:lnTo>
                  <a:pt x="35179" y="572439"/>
                </a:lnTo>
                <a:lnTo>
                  <a:pt x="83820" y="603504"/>
                </a:lnTo>
                <a:lnTo>
                  <a:pt x="128397" y="615886"/>
                </a:lnTo>
                <a:lnTo>
                  <a:pt x="179832" y="620268"/>
                </a:lnTo>
                <a:lnTo>
                  <a:pt x="211823" y="618578"/>
                </a:lnTo>
                <a:lnTo>
                  <a:pt x="268351" y="605485"/>
                </a:lnTo>
                <a:lnTo>
                  <a:pt x="316611" y="578383"/>
                </a:lnTo>
                <a:lnTo>
                  <a:pt x="344043" y="540143"/>
                </a:lnTo>
                <a:lnTo>
                  <a:pt x="347472" y="518160"/>
                </a:lnTo>
                <a:close/>
              </a:path>
              <a:path extrusionOk="0" h="1283335" w="447039">
                <a:moveTo>
                  <a:pt x="347472" y="269748"/>
                </a:moveTo>
                <a:lnTo>
                  <a:pt x="344906" y="246875"/>
                </a:lnTo>
                <a:lnTo>
                  <a:pt x="337185" y="226123"/>
                </a:lnTo>
                <a:lnTo>
                  <a:pt x="333768" y="221145"/>
                </a:lnTo>
                <a:lnTo>
                  <a:pt x="333768" y="263652"/>
                </a:lnTo>
                <a:lnTo>
                  <a:pt x="333654" y="265176"/>
                </a:lnTo>
                <a:lnTo>
                  <a:pt x="333565" y="266446"/>
                </a:lnTo>
                <a:lnTo>
                  <a:pt x="333171" y="272275"/>
                </a:lnTo>
                <a:lnTo>
                  <a:pt x="333044" y="272796"/>
                </a:lnTo>
                <a:lnTo>
                  <a:pt x="304609" y="308610"/>
                </a:lnTo>
                <a:lnTo>
                  <a:pt x="266992" y="322516"/>
                </a:lnTo>
                <a:lnTo>
                  <a:pt x="230124" y="327660"/>
                </a:lnTo>
                <a:lnTo>
                  <a:pt x="219011" y="327380"/>
                </a:lnTo>
                <a:lnTo>
                  <a:pt x="206311" y="326517"/>
                </a:lnTo>
                <a:lnTo>
                  <a:pt x="192201" y="325094"/>
                </a:lnTo>
                <a:lnTo>
                  <a:pt x="176784" y="323088"/>
                </a:lnTo>
                <a:lnTo>
                  <a:pt x="173939" y="318516"/>
                </a:lnTo>
                <a:lnTo>
                  <a:pt x="170738" y="313397"/>
                </a:lnTo>
                <a:lnTo>
                  <a:pt x="155448" y="278892"/>
                </a:lnTo>
                <a:lnTo>
                  <a:pt x="155524" y="272275"/>
                </a:lnTo>
                <a:lnTo>
                  <a:pt x="172808" y="234442"/>
                </a:lnTo>
                <a:lnTo>
                  <a:pt x="218884" y="213169"/>
                </a:lnTo>
                <a:lnTo>
                  <a:pt x="257556" y="208788"/>
                </a:lnTo>
                <a:lnTo>
                  <a:pt x="274942" y="209918"/>
                </a:lnTo>
                <a:lnTo>
                  <a:pt x="313944" y="225552"/>
                </a:lnTo>
                <a:lnTo>
                  <a:pt x="333768" y="263652"/>
                </a:lnTo>
                <a:lnTo>
                  <a:pt x="333768" y="221145"/>
                </a:lnTo>
                <a:lnTo>
                  <a:pt x="306324" y="190500"/>
                </a:lnTo>
                <a:lnTo>
                  <a:pt x="271272" y="172021"/>
                </a:lnTo>
                <a:lnTo>
                  <a:pt x="231648" y="166116"/>
                </a:lnTo>
                <a:lnTo>
                  <a:pt x="211061" y="167576"/>
                </a:lnTo>
                <a:lnTo>
                  <a:pt x="161544" y="190500"/>
                </a:lnTo>
                <a:lnTo>
                  <a:pt x="135826" y="232727"/>
                </a:lnTo>
                <a:lnTo>
                  <a:pt x="134112" y="248412"/>
                </a:lnTo>
                <a:lnTo>
                  <a:pt x="135788" y="266446"/>
                </a:lnTo>
                <a:lnTo>
                  <a:pt x="140589" y="284035"/>
                </a:lnTo>
                <a:lnTo>
                  <a:pt x="148259" y="301358"/>
                </a:lnTo>
                <a:lnTo>
                  <a:pt x="158496" y="318516"/>
                </a:lnTo>
                <a:lnTo>
                  <a:pt x="143052" y="314540"/>
                </a:lnTo>
                <a:lnTo>
                  <a:pt x="102108" y="297180"/>
                </a:lnTo>
                <a:lnTo>
                  <a:pt x="69113" y="274256"/>
                </a:lnTo>
                <a:lnTo>
                  <a:pt x="42100" y="245364"/>
                </a:lnTo>
                <a:lnTo>
                  <a:pt x="41986" y="245173"/>
                </a:lnTo>
                <a:lnTo>
                  <a:pt x="35648" y="235610"/>
                </a:lnTo>
                <a:lnTo>
                  <a:pt x="30480" y="225552"/>
                </a:lnTo>
                <a:lnTo>
                  <a:pt x="26200" y="214680"/>
                </a:lnTo>
                <a:lnTo>
                  <a:pt x="26149" y="214503"/>
                </a:lnTo>
                <a:lnTo>
                  <a:pt x="22479" y="202501"/>
                </a:lnTo>
                <a:lnTo>
                  <a:pt x="19342" y="188912"/>
                </a:lnTo>
                <a:lnTo>
                  <a:pt x="16764" y="173736"/>
                </a:lnTo>
                <a:lnTo>
                  <a:pt x="7620" y="173736"/>
                </a:lnTo>
                <a:lnTo>
                  <a:pt x="10718" y="214680"/>
                </a:lnTo>
                <a:lnTo>
                  <a:pt x="25146" y="258749"/>
                </a:lnTo>
                <a:lnTo>
                  <a:pt x="59436" y="306324"/>
                </a:lnTo>
                <a:lnTo>
                  <a:pt x="92964" y="334899"/>
                </a:lnTo>
                <a:lnTo>
                  <a:pt x="131064" y="356616"/>
                </a:lnTo>
                <a:lnTo>
                  <a:pt x="171069" y="368998"/>
                </a:lnTo>
                <a:lnTo>
                  <a:pt x="213360" y="373380"/>
                </a:lnTo>
                <a:lnTo>
                  <a:pt x="246202" y="370522"/>
                </a:lnTo>
                <a:lnTo>
                  <a:pt x="302729" y="347662"/>
                </a:lnTo>
                <a:lnTo>
                  <a:pt x="335902" y="315404"/>
                </a:lnTo>
                <a:lnTo>
                  <a:pt x="346379" y="284988"/>
                </a:lnTo>
                <a:lnTo>
                  <a:pt x="346456" y="284035"/>
                </a:lnTo>
                <a:lnTo>
                  <a:pt x="346532" y="282892"/>
                </a:lnTo>
                <a:lnTo>
                  <a:pt x="347472" y="269748"/>
                </a:lnTo>
                <a:close/>
              </a:path>
              <a:path extrusionOk="0" h="1283335" w="447039">
                <a:moveTo>
                  <a:pt x="446532" y="1149096"/>
                </a:moveTo>
                <a:lnTo>
                  <a:pt x="437388" y="1149096"/>
                </a:lnTo>
                <a:lnTo>
                  <a:pt x="429133" y="1161084"/>
                </a:lnTo>
                <a:lnTo>
                  <a:pt x="420433" y="1171765"/>
                </a:lnTo>
                <a:lnTo>
                  <a:pt x="383857" y="1203388"/>
                </a:lnTo>
                <a:lnTo>
                  <a:pt x="340423" y="1222819"/>
                </a:lnTo>
                <a:lnTo>
                  <a:pt x="289521" y="1232992"/>
                </a:lnTo>
                <a:lnTo>
                  <a:pt x="242747" y="1236941"/>
                </a:lnTo>
                <a:lnTo>
                  <a:pt x="217932" y="1237488"/>
                </a:lnTo>
                <a:lnTo>
                  <a:pt x="194221" y="1236916"/>
                </a:lnTo>
                <a:lnTo>
                  <a:pt x="148501" y="1232344"/>
                </a:lnTo>
                <a:lnTo>
                  <a:pt x="105664" y="1222971"/>
                </a:lnTo>
                <a:lnTo>
                  <a:pt x="69710" y="1208201"/>
                </a:lnTo>
                <a:lnTo>
                  <a:pt x="29146" y="1176528"/>
                </a:lnTo>
                <a:lnTo>
                  <a:pt x="9156" y="1149096"/>
                </a:lnTo>
                <a:lnTo>
                  <a:pt x="0" y="1149096"/>
                </a:lnTo>
                <a:lnTo>
                  <a:pt x="35623" y="1203007"/>
                </a:lnTo>
                <a:lnTo>
                  <a:pt x="88404" y="1246632"/>
                </a:lnTo>
                <a:lnTo>
                  <a:pt x="153352" y="1274064"/>
                </a:lnTo>
                <a:lnTo>
                  <a:pt x="224040" y="1283208"/>
                </a:lnTo>
                <a:lnTo>
                  <a:pt x="249135" y="1282065"/>
                </a:lnTo>
                <a:lnTo>
                  <a:pt x="298183" y="1272921"/>
                </a:lnTo>
                <a:lnTo>
                  <a:pt x="344716" y="1253998"/>
                </a:lnTo>
                <a:lnTo>
                  <a:pt x="385864" y="1226997"/>
                </a:lnTo>
                <a:lnTo>
                  <a:pt x="415886" y="1197533"/>
                </a:lnTo>
                <a:lnTo>
                  <a:pt x="437083" y="1166774"/>
                </a:lnTo>
                <a:lnTo>
                  <a:pt x="446532" y="1149096"/>
                </a:lnTo>
                <a:close/>
              </a:path>
              <a:path extrusionOk="0" h="1283335" w="447039">
                <a:moveTo>
                  <a:pt x="446532" y="134112"/>
                </a:moveTo>
                <a:lnTo>
                  <a:pt x="412242" y="80200"/>
                </a:lnTo>
                <a:lnTo>
                  <a:pt x="359664" y="36576"/>
                </a:lnTo>
                <a:lnTo>
                  <a:pt x="294703" y="9144"/>
                </a:lnTo>
                <a:lnTo>
                  <a:pt x="224028" y="0"/>
                </a:lnTo>
                <a:lnTo>
                  <a:pt x="198272" y="1168"/>
                </a:lnTo>
                <a:lnTo>
                  <a:pt x="149021" y="10934"/>
                </a:lnTo>
                <a:lnTo>
                  <a:pt x="102679" y="30086"/>
                </a:lnTo>
                <a:lnTo>
                  <a:pt x="61531" y="56896"/>
                </a:lnTo>
                <a:lnTo>
                  <a:pt x="31292" y="85686"/>
                </a:lnTo>
                <a:lnTo>
                  <a:pt x="0" y="134112"/>
                </a:lnTo>
                <a:lnTo>
                  <a:pt x="9144" y="134112"/>
                </a:lnTo>
                <a:lnTo>
                  <a:pt x="18288" y="122135"/>
                </a:lnTo>
                <a:lnTo>
                  <a:pt x="27432" y="111442"/>
                </a:lnTo>
                <a:lnTo>
                  <a:pt x="64198" y="80581"/>
                </a:lnTo>
                <a:lnTo>
                  <a:pt x="107061" y="60579"/>
                </a:lnTo>
                <a:lnTo>
                  <a:pt x="158546" y="50228"/>
                </a:lnTo>
                <a:lnTo>
                  <a:pt x="205320" y="46278"/>
                </a:lnTo>
                <a:lnTo>
                  <a:pt x="230124" y="45720"/>
                </a:lnTo>
                <a:lnTo>
                  <a:pt x="253847" y="46291"/>
                </a:lnTo>
                <a:lnTo>
                  <a:pt x="299567" y="50863"/>
                </a:lnTo>
                <a:lnTo>
                  <a:pt x="342404" y="60248"/>
                </a:lnTo>
                <a:lnTo>
                  <a:pt x="378358" y="75018"/>
                </a:lnTo>
                <a:lnTo>
                  <a:pt x="418147" y="106680"/>
                </a:lnTo>
                <a:lnTo>
                  <a:pt x="437388" y="134112"/>
                </a:lnTo>
                <a:lnTo>
                  <a:pt x="446532" y="1341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93" name="Google Shape;2293;p36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294" name="Google Shape;2294;p36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95" name="Google Shape;2295;p36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96" name="Google Shape;2296;p36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97" name="Google Shape;2297;p36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98" name="Google Shape;2298;p36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655308" y="1757172"/>
            <a:ext cx="117348" cy="166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99" name="Google Shape;2299;p36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1830324" y="3447288"/>
            <a:ext cx="3233927" cy="4200143"/>
          </a:xfrm>
          <a:prstGeom prst="rect">
            <a:avLst/>
          </a:prstGeom>
          <a:noFill/>
          <a:ln>
            <a:noFill/>
          </a:ln>
        </p:spPr>
      </p:pic>
      <p:pic>
        <p:nvPicPr>
          <p:cNvPr id="2300" name="Google Shape;2300;p36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5285232" y="8606028"/>
            <a:ext cx="170687" cy="463295"/>
          </a:xfrm>
          <a:prstGeom prst="rect">
            <a:avLst/>
          </a:prstGeom>
          <a:noFill/>
          <a:ln>
            <a:noFill/>
          </a:ln>
        </p:spPr>
      </p:pic>
      <p:pic>
        <p:nvPicPr>
          <p:cNvPr id="2301" name="Google Shape;2301;p3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5285232" y="8424672"/>
            <a:ext cx="167639" cy="1082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302" name="Google Shape;2302;p36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5288279" y="7930896"/>
            <a:ext cx="167640" cy="417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303" name="Google Shape;2303;p36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5280660" y="6515100"/>
            <a:ext cx="175259" cy="13456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04" name="Google Shape;2304;p36"/>
          <p:cNvGrpSpPr/>
          <p:nvPr/>
        </p:nvGrpSpPr>
        <p:grpSpPr>
          <a:xfrm>
            <a:off x="5280659" y="5893308"/>
            <a:ext cx="175260" cy="542544"/>
            <a:chOff x="5280659" y="5893308"/>
            <a:chExt cx="175260" cy="542544"/>
          </a:xfrm>
        </p:grpSpPr>
        <p:pic>
          <p:nvPicPr>
            <p:cNvPr id="2305" name="Google Shape;2305;p36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5338571" y="6361176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06" name="Google Shape;2306;p36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5280659" y="5989319"/>
              <a:ext cx="175260" cy="3520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07" name="Google Shape;2307;p36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5338571" y="5893308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308" name="Google Shape;2308;p36"/>
          <p:cNvGrpSpPr/>
          <p:nvPr/>
        </p:nvGrpSpPr>
        <p:grpSpPr>
          <a:xfrm>
            <a:off x="5280659" y="5146547"/>
            <a:ext cx="175261" cy="679704"/>
            <a:chOff x="5280659" y="5146547"/>
            <a:chExt cx="175261" cy="679704"/>
          </a:xfrm>
        </p:grpSpPr>
        <p:pic>
          <p:nvPicPr>
            <p:cNvPr id="2309" name="Google Shape;2309;p36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5280660" y="5398007"/>
              <a:ext cx="175260" cy="4282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10" name="Google Shape;2310;p36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5280659" y="5146547"/>
              <a:ext cx="175260" cy="23164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311" name="Google Shape;2311;p36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5338571" y="3985260"/>
            <a:ext cx="167640" cy="1094232"/>
          </a:xfrm>
          <a:prstGeom prst="rect">
            <a:avLst/>
          </a:prstGeom>
          <a:noFill/>
          <a:ln>
            <a:noFill/>
          </a:ln>
        </p:spPr>
      </p:pic>
      <p:sp>
        <p:nvSpPr>
          <p:cNvPr id="2312" name="Google Shape;2312;p36"/>
          <p:cNvSpPr/>
          <p:nvPr/>
        </p:nvSpPr>
        <p:spPr>
          <a:xfrm>
            <a:off x="5280647" y="3326892"/>
            <a:ext cx="175895" cy="579120"/>
          </a:xfrm>
          <a:custGeom>
            <a:rect b="b" l="l" r="r" t="t"/>
            <a:pathLst>
              <a:path extrusionOk="0" h="579120" w="175895">
                <a:moveTo>
                  <a:pt x="172224" y="307848"/>
                </a:moveTo>
                <a:lnTo>
                  <a:pt x="169176" y="307848"/>
                </a:lnTo>
                <a:lnTo>
                  <a:pt x="169176" y="312420"/>
                </a:lnTo>
                <a:lnTo>
                  <a:pt x="167652" y="316992"/>
                </a:lnTo>
                <a:lnTo>
                  <a:pt x="167652" y="318516"/>
                </a:lnTo>
                <a:lnTo>
                  <a:pt x="164604" y="321564"/>
                </a:lnTo>
                <a:lnTo>
                  <a:pt x="161556" y="323088"/>
                </a:lnTo>
                <a:lnTo>
                  <a:pt x="160032" y="323088"/>
                </a:lnTo>
                <a:lnTo>
                  <a:pt x="153936" y="324612"/>
                </a:lnTo>
                <a:lnTo>
                  <a:pt x="12" y="324612"/>
                </a:lnTo>
                <a:lnTo>
                  <a:pt x="12" y="329184"/>
                </a:lnTo>
                <a:lnTo>
                  <a:pt x="13728" y="361188"/>
                </a:lnTo>
                <a:lnTo>
                  <a:pt x="16776" y="359664"/>
                </a:lnTo>
                <a:lnTo>
                  <a:pt x="13728" y="353568"/>
                </a:lnTo>
                <a:lnTo>
                  <a:pt x="13728" y="350520"/>
                </a:lnTo>
                <a:lnTo>
                  <a:pt x="16776" y="347472"/>
                </a:lnTo>
                <a:lnTo>
                  <a:pt x="16776" y="345948"/>
                </a:lnTo>
                <a:lnTo>
                  <a:pt x="19824" y="345948"/>
                </a:lnTo>
                <a:lnTo>
                  <a:pt x="22872" y="344424"/>
                </a:lnTo>
                <a:lnTo>
                  <a:pt x="160032" y="344424"/>
                </a:lnTo>
                <a:lnTo>
                  <a:pt x="161556" y="345948"/>
                </a:lnTo>
                <a:lnTo>
                  <a:pt x="164604" y="347472"/>
                </a:lnTo>
                <a:lnTo>
                  <a:pt x="167652" y="350520"/>
                </a:lnTo>
                <a:lnTo>
                  <a:pt x="167652" y="352044"/>
                </a:lnTo>
                <a:lnTo>
                  <a:pt x="169176" y="355092"/>
                </a:lnTo>
                <a:lnTo>
                  <a:pt x="169176" y="361188"/>
                </a:lnTo>
                <a:lnTo>
                  <a:pt x="172224" y="361188"/>
                </a:lnTo>
                <a:lnTo>
                  <a:pt x="172224" y="307848"/>
                </a:lnTo>
                <a:close/>
              </a:path>
              <a:path extrusionOk="0" h="579120" w="175895">
                <a:moveTo>
                  <a:pt x="172224" y="237744"/>
                </a:moveTo>
                <a:lnTo>
                  <a:pt x="169176" y="237744"/>
                </a:lnTo>
                <a:lnTo>
                  <a:pt x="169176" y="243840"/>
                </a:lnTo>
                <a:lnTo>
                  <a:pt x="167652" y="246888"/>
                </a:lnTo>
                <a:lnTo>
                  <a:pt x="167652" y="248412"/>
                </a:lnTo>
                <a:lnTo>
                  <a:pt x="166128" y="251460"/>
                </a:lnTo>
                <a:lnTo>
                  <a:pt x="164604" y="252984"/>
                </a:lnTo>
                <a:lnTo>
                  <a:pt x="161556" y="252984"/>
                </a:lnTo>
                <a:lnTo>
                  <a:pt x="160032" y="254508"/>
                </a:lnTo>
                <a:lnTo>
                  <a:pt x="12" y="254508"/>
                </a:lnTo>
                <a:lnTo>
                  <a:pt x="12" y="260604"/>
                </a:lnTo>
                <a:lnTo>
                  <a:pt x="13728" y="291084"/>
                </a:lnTo>
                <a:lnTo>
                  <a:pt x="16776" y="289560"/>
                </a:lnTo>
                <a:lnTo>
                  <a:pt x="15252" y="286512"/>
                </a:lnTo>
                <a:lnTo>
                  <a:pt x="13728" y="284988"/>
                </a:lnTo>
                <a:lnTo>
                  <a:pt x="13728" y="280416"/>
                </a:lnTo>
                <a:lnTo>
                  <a:pt x="16776" y="277368"/>
                </a:lnTo>
                <a:lnTo>
                  <a:pt x="19824" y="275844"/>
                </a:lnTo>
                <a:lnTo>
                  <a:pt x="22872" y="275844"/>
                </a:lnTo>
                <a:lnTo>
                  <a:pt x="25920" y="274320"/>
                </a:lnTo>
                <a:lnTo>
                  <a:pt x="153936" y="274320"/>
                </a:lnTo>
                <a:lnTo>
                  <a:pt x="160032" y="275844"/>
                </a:lnTo>
                <a:lnTo>
                  <a:pt x="161556" y="275844"/>
                </a:lnTo>
                <a:lnTo>
                  <a:pt x="164604" y="277368"/>
                </a:lnTo>
                <a:lnTo>
                  <a:pt x="167652" y="280416"/>
                </a:lnTo>
                <a:lnTo>
                  <a:pt x="167652" y="283464"/>
                </a:lnTo>
                <a:lnTo>
                  <a:pt x="169176" y="286512"/>
                </a:lnTo>
                <a:lnTo>
                  <a:pt x="169176" y="291084"/>
                </a:lnTo>
                <a:lnTo>
                  <a:pt x="172224" y="291084"/>
                </a:lnTo>
                <a:lnTo>
                  <a:pt x="172224" y="274320"/>
                </a:lnTo>
                <a:lnTo>
                  <a:pt x="172224" y="237744"/>
                </a:lnTo>
                <a:close/>
              </a:path>
              <a:path extrusionOk="0" h="579120" w="175895">
                <a:moveTo>
                  <a:pt x="175260" y="176784"/>
                </a:moveTo>
                <a:lnTo>
                  <a:pt x="174409" y="167957"/>
                </a:lnTo>
                <a:lnTo>
                  <a:pt x="174307" y="167640"/>
                </a:lnTo>
                <a:lnTo>
                  <a:pt x="171831" y="159829"/>
                </a:lnTo>
                <a:lnTo>
                  <a:pt x="139687" y="133667"/>
                </a:lnTo>
                <a:lnTo>
                  <a:pt x="131064" y="131064"/>
                </a:lnTo>
                <a:lnTo>
                  <a:pt x="129540" y="134112"/>
                </a:lnTo>
                <a:lnTo>
                  <a:pt x="138684" y="138684"/>
                </a:lnTo>
                <a:lnTo>
                  <a:pt x="146304" y="143256"/>
                </a:lnTo>
                <a:lnTo>
                  <a:pt x="149352" y="147828"/>
                </a:lnTo>
                <a:lnTo>
                  <a:pt x="153924" y="153924"/>
                </a:lnTo>
                <a:lnTo>
                  <a:pt x="155409" y="159829"/>
                </a:lnTo>
                <a:lnTo>
                  <a:pt x="155282" y="167640"/>
                </a:lnTo>
                <a:lnTo>
                  <a:pt x="155244" y="167957"/>
                </a:lnTo>
                <a:lnTo>
                  <a:pt x="154584" y="173736"/>
                </a:lnTo>
                <a:lnTo>
                  <a:pt x="124333" y="203149"/>
                </a:lnTo>
                <a:lnTo>
                  <a:pt x="124663" y="203149"/>
                </a:lnTo>
                <a:lnTo>
                  <a:pt x="113855" y="205155"/>
                </a:lnTo>
                <a:lnTo>
                  <a:pt x="102108" y="205740"/>
                </a:lnTo>
                <a:lnTo>
                  <a:pt x="102108" y="155448"/>
                </a:lnTo>
                <a:lnTo>
                  <a:pt x="102108" y="131064"/>
                </a:lnTo>
                <a:lnTo>
                  <a:pt x="94488" y="131724"/>
                </a:lnTo>
                <a:lnTo>
                  <a:pt x="94488" y="155448"/>
                </a:lnTo>
                <a:lnTo>
                  <a:pt x="94488" y="205740"/>
                </a:lnTo>
                <a:lnTo>
                  <a:pt x="85344" y="205740"/>
                </a:lnTo>
                <a:lnTo>
                  <a:pt x="77724" y="202692"/>
                </a:lnTo>
                <a:lnTo>
                  <a:pt x="73152" y="196596"/>
                </a:lnTo>
                <a:lnTo>
                  <a:pt x="67056" y="192024"/>
                </a:lnTo>
                <a:lnTo>
                  <a:pt x="65532" y="185928"/>
                </a:lnTo>
                <a:lnTo>
                  <a:pt x="65532" y="175260"/>
                </a:lnTo>
                <a:lnTo>
                  <a:pt x="79248" y="158496"/>
                </a:lnTo>
                <a:lnTo>
                  <a:pt x="82296" y="156972"/>
                </a:lnTo>
                <a:lnTo>
                  <a:pt x="86868" y="156972"/>
                </a:lnTo>
                <a:lnTo>
                  <a:pt x="94488" y="155448"/>
                </a:lnTo>
                <a:lnTo>
                  <a:pt x="94488" y="131724"/>
                </a:lnTo>
                <a:lnTo>
                  <a:pt x="92392" y="131902"/>
                </a:lnTo>
                <a:lnTo>
                  <a:pt x="60579" y="156781"/>
                </a:lnTo>
                <a:lnTo>
                  <a:pt x="60540" y="156972"/>
                </a:lnTo>
                <a:lnTo>
                  <a:pt x="58534" y="164909"/>
                </a:lnTo>
                <a:lnTo>
                  <a:pt x="58458" y="166116"/>
                </a:lnTo>
                <a:lnTo>
                  <a:pt x="58343" y="167640"/>
                </a:lnTo>
                <a:lnTo>
                  <a:pt x="58318" y="167957"/>
                </a:lnTo>
                <a:lnTo>
                  <a:pt x="57912" y="173736"/>
                </a:lnTo>
                <a:lnTo>
                  <a:pt x="58039" y="175260"/>
                </a:lnTo>
                <a:lnTo>
                  <a:pt x="58166" y="176784"/>
                </a:lnTo>
                <a:lnTo>
                  <a:pt x="58801" y="184594"/>
                </a:lnTo>
                <a:lnTo>
                  <a:pt x="81991" y="216319"/>
                </a:lnTo>
                <a:lnTo>
                  <a:pt x="117348" y="224028"/>
                </a:lnTo>
                <a:lnTo>
                  <a:pt x="130238" y="223177"/>
                </a:lnTo>
                <a:lnTo>
                  <a:pt x="141541" y="220599"/>
                </a:lnTo>
                <a:lnTo>
                  <a:pt x="151434" y="216319"/>
                </a:lnTo>
                <a:lnTo>
                  <a:pt x="160020" y="210312"/>
                </a:lnTo>
                <a:lnTo>
                  <a:pt x="164007" y="205740"/>
                </a:lnTo>
                <a:lnTo>
                  <a:pt x="166268" y="203149"/>
                </a:lnTo>
                <a:lnTo>
                  <a:pt x="171069" y="195262"/>
                </a:lnTo>
                <a:lnTo>
                  <a:pt x="171145" y="195072"/>
                </a:lnTo>
                <a:lnTo>
                  <a:pt x="174167" y="186524"/>
                </a:lnTo>
                <a:lnTo>
                  <a:pt x="174244" y="185928"/>
                </a:lnTo>
                <a:lnTo>
                  <a:pt x="175260" y="176784"/>
                </a:lnTo>
                <a:close/>
              </a:path>
              <a:path extrusionOk="0" h="579120" w="175895">
                <a:moveTo>
                  <a:pt x="175260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60020" y="4572"/>
                </a:lnTo>
                <a:lnTo>
                  <a:pt x="160020" y="12192"/>
                </a:lnTo>
                <a:lnTo>
                  <a:pt x="156972" y="15240"/>
                </a:lnTo>
                <a:lnTo>
                  <a:pt x="155448" y="15240"/>
                </a:lnTo>
                <a:lnTo>
                  <a:pt x="152400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3716" y="47244"/>
                </a:lnTo>
                <a:lnTo>
                  <a:pt x="13716" y="42672"/>
                </a:lnTo>
                <a:lnTo>
                  <a:pt x="15240" y="41148"/>
                </a:lnTo>
                <a:lnTo>
                  <a:pt x="16764" y="41148"/>
                </a:lnTo>
                <a:lnTo>
                  <a:pt x="16764" y="39624"/>
                </a:lnTo>
                <a:lnTo>
                  <a:pt x="19812" y="38100"/>
                </a:lnTo>
                <a:lnTo>
                  <a:pt x="25908" y="38100"/>
                </a:lnTo>
                <a:lnTo>
                  <a:pt x="33528" y="36576"/>
                </a:lnTo>
                <a:lnTo>
                  <a:pt x="67056" y="36576"/>
                </a:lnTo>
                <a:lnTo>
                  <a:pt x="63055" y="41681"/>
                </a:lnTo>
                <a:lnTo>
                  <a:pt x="60198" y="47625"/>
                </a:lnTo>
                <a:lnTo>
                  <a:pt x="58483" y="54152"/>
                </a:lnTo>
                <a:lnTo>
                  <a:pt x="58432" y="54864"/>
                </a:lnTo>
                <a:lnTo>
                  <a:pt x="57912" y="60960"/>
                </a:lnTo>
                <a:lnTo>
                  <a:pt x="77724" y="99060"/>
                </a:lnTo>
                <a:lnTo>
                  <a:pt x="120396" y="112776"/>
                </a:lnTo>
                <a:lnTo>
                  <a:pt x="132499" y="111925"/>
                </a:lnTo>
                <a:lnTo>
                  <a:pt x="132270" y="111925"/>
                </a:lnTo>
                <a:lnTo>
                  <a:pt x="142494" y="109537"/>
                </a:lnTo>
                <a:lnTo>
                  <a:pt x="174167" y="77444"/>
                </a:lnTo>
                <a:lnTo>
                  <a:pt x="175260" y="62484"/>
                </a:lnTo>
                <a:lnTo>
                  <a:pt x="173736" y="57912"/>
                </a:lnTo>
                <a:lnTo>
                  <a:pt x="170688" y="53340"/>
                </a:lnTo>
                <a:lnTo>
                  <a:pt x="167640" y="47244"/>
                </a:lnTo>
                <a:lnTo>
                  <a:pt x="160020" y="39624"/>
                </a:lnTo>
                <a:lnTo>
                  <a:pt x="160020" y="50292"/>
                </a:lnTo>
                <a:lnTo>
                  <a:pt x="160020" y="57912"/>
                </a:lnTo>
                <a:lnTo>
                  <a:pt x="131445" y="87630"/>
                </a:lnTo>
                <a:lnTo>
                  <a:pt x="121589" y="89331"/>
                </a:lnTo>
                <a:lnTo>
                  <a:pt x="121932" y="89331"/>
                </a:lnTo>
                <a:lnTo>
                  <a:pt x="109728" y="89916"/>
                </a:lnTo>
                <a:lnTo>
                  <a:pt x="98894" y="89331"/>
                </a:lnTo>
                <a:lnTo>
                  <a:pt x="89344" y="87439"/>
                </a:lnTo>
                <a:lnTo>
                  <a:pt x="81229" y="84137"/>
                </a:lnTo>
                <a:lnTo>
                  <a:pt x="68580" y="74676"/>
                </a:lnTo>
                <a:lnTo>
                  <a:pt x="65532" y="68580"/>
                </a:lnTo>
                <a:lnTo>
                  <a:pt x="65532" y="57912"/>
                </a:lnTo>
                <a:lnTo>
                  <a:pt x="67056" y="54864"/>
                </a:lnTo>
                <a:lnTo>
                  <a:pt x="68580" y="50292"/>
                </a:lnTo>
                <a:lnTo>
                  <a:pt x="70104" y="47244"/>
                </a:lnTo>
                <a:lnTo>
                  <a:pt x="79248" y="41148"/>
                </a:lnTo>
                <a:lnTo>
                  <a:pt x="82296" y="39624"/>
                </a:lnTo>
                <a:lnTo>
                  <a:pt x="94488" y="36576"/>
                </a:lnTo>
                <a:lnTo>
                  <a:pt x="147828" y="36576"/>
                </a:lnTo>
                <a:lnTo>
                  <a:pt x="155448" y="44196"/>
                </a:lnTo>
                <a:lnTo>
                  <a:pt x="160020" y="50292"/>
                </a:lnTo>
                <a:lnTo>
                  <a:pt x="160020" y="39624"/>
                </a:lnTo>
                <a:lnTo>
                  <a:pt x="156972" y="36576"/>
                </a:lnTo>
                <a:lnTo>
                  <a:pt x="175260" y="36576"/>
                </a:lnTo>
                <a:lnTo>
                  <a:pt x="175260" y="32004"/>
                </a:lnTo>
                <a:close/>
              </a:path>
              <a:path extrusionOk="0" h="579120" w="175895">
                <a:moveTo>
                  <a:pt x="175272" y="531876"/>
                </a:moveTo>
                <a:lnTo>
                  <a:pt x="156768" y="496874"/>
                </a:lnTo>
                <a:lnTo>
                  <a:pt x="129552" y="486156"/>
                </a:lnTo>
                <a:lnTo>
                  <a:pt x="128028" y="489204"/>
                </a:lnTo>
                <a:lnTo>
                  <a:pt x="137172" y="492252"/>
                </a:lnTo>
                <a:lnTo>
                  <a:pt x="144792" y="496824"/>
                </a:lnTo>
                <a:lnTo>
                  <a:pt x="147840" y="501396"/>
                </a:lnTo>
                <a:lnTo>
                  <a:pt x="152412" y="507492"/>
                </a:lnTo>
                <a:lnTo>
                  <a:pt x="155460" y="515112"/>
                </a:lnTo>
                <a:lnTo>
                  <a:pt x="155460" y="522732"/>
                </a:lnTo>
                <a:lnTo>
                  <a:pt x="154355" y="530428"/>
                </a:lnTo>
                <a:lnTo>
                  <a:pt x="123837" y="556831"/>
                </a:lnTo>
                <a:lnTo>
                  <a:pt x="105168" y="559308"/>
                </a:lnTo>
                <a:lnTo>
                  <a:pt x="96329" y="558723"/>
                </a:lnTo>
                <a:lnTo>
                  <a:pt x="88214" y="556831"/>
                </a:lnTo>
                <a:lnTo>
                  <a:pt x="80949" y="553529"/>
                </a:lnTo>
                <a:lnTo>
                  <a:pt x="68592" y="544068"/>
                </a:lnTo>
                <a:lnTo>
                  <a:pt x="65544" y="537972"/>
                </a:lnTo>
                <a:lnTo>
                  <a:pt x="65544" y="525780"/>
                </a:lnTo>
                <a:lnTo>
                  <a:pt x="67068" y="521208"/>
                </a:lnTo>
                <a:lnTo>
                  <a:pt x="71640" y="516636"/>
                </a:lnTo>
                <a:lnTo>
                  <a:pt x="74688" y="515112"/>
                </a:lnTo>
                <a:lnTo>
                  <a:pt x="79260" y="513588"/>
                </a:lnTo>
                <a:lnTo>
                  <a:pt x="83832" y="513588"/>
                </a:lnTo>
                <a:lnTo>
                  <a:pt x="88404" y="512064"/>
                </a:lnTo>
                <a:lnTo>
                  <a:pt x="89928" y="510540"/>
                </a:lnTo>
                <a:lnTo>
                  <a:pt x="92976" y="509016"/>
                </a:lnTo>
                <a:lnTo>
                  <a:pt x="94500" y="505968"/>
                </a:lnTo>
                <a:lnTo>
                  <a:pt x="94500" y="498348"/>
                </a:lnTo>
                <a:lnTo>
                  <a:pt x="92976" y="495300"/>
                </a:lnTo>
                <a:lnTo>
                  <a:pt x="91452" y="493776"/>
                </a:lnTo>
                <a:lnTo>
                  <a:pt x="89928" y="490728"/>
                </a:lnTo>
                <a:lnTo>
                  <a:pt x="77736" y="490728"/>
                </a:lnTo>
                <a:lnTo>
                  <a:pt x="71640" y="493776"/>
                </a:lnTo>
                <a:lnTo>
                  <a:pt x="57924" y="527304"/>
                </a:lnTo>
                <a:lnTo>
                  <a:pt x="58801" y="537311"/>
                </a:lnTo>
                <a:lnTo>
                  <a:pt x="82613" y="570128"/>
                </a:lnTo>
                <a:lnTo>
                  <a:pt x="115836" y="579120"/>
                </a:lnTo>
                <a:lnTo>
                  <a:pt x="128714" y="578269"/>
                </a:lnTo>
                <a:lnTo>
                  <a:pt x="165620" y="557390"/>
                </a:lnTo>
                <a:lnTo>
                  <a:pt x="174142" y="540766"/>
                </a:lnTo>
                <a:lnTo>
                  <a:pt x="175272" y="531876"/>
                </a:lnTo>
                <a:close/>
              </a:path>
              <a:path extrusionOk="0" h="579120" w="175895">
                <a:moveTo>
                  <a:pt x="175272" y="393192"/>
                </a:moveTo>
                <a:lnTo>
                  <a:pt x="156984" y="367284"/>
                </a:lnTo>
                <a:lnTo>
                  <a:pt x="150888" y="367284"/>
                </a:lnTo>
                <a:lnTo>
                  <a:pt x="158508" y="374904"/>
                </a:lnTo>
                <a:lnTo>
                  <a:pt x="158508" y="376428"/>
                </a:lnTo>
                <a:lnTo>
                  <a:pt x="160032" y="377952"/>
                </a:lnTo>
                <a:lnTo>
                  <a:pt x="160032" y="381000"/>
                </a:lnTo>
                <a:lnTo>
                  <a:pt x="158508" y="382524"/>
                </a:lnTo>
                <a:lnTo>
                  <a:pt x="158508" y="384048"/>
                </a:lnTo>
                <a:lnTo>
                  <a:pt x="156984" y="384048"/>
                </a:lnTo>
                <a:lnTo>
                  <a:pt x="155460" y="385572"/>
                </a:lnTo>
                <a:lnTo>
                  <a:pt x="85356" y="385572"/>
                </a:lnTo>
                <a:lnTo>
                  <a:pt x="77736" y="387096"/>
                </a:lnTo>
                <a:lnTo>
                  <a:pt x="74688" y="388620"/>
                </a:lnTo>
                <a:lnTo>
                  <a:pt x="68592" y="390144"/>
                </a:lnTo>
                <a:lnTo>
                  <a:pt x="62496" y="399288"/>
                </a:lnTo>
                <a:lnTo>
                  <a:pt x="59448" y="405384"/>
                </a:lnTo>
                <a:lnTo>
                  <a:pt x="57924" y="413004"/>
                </a:lnTo>
                <a:lnTo>
                  <a:pt x="58000" y="425107"/>
                </a:lnTo>
                <a:lnTo>
                  <a:pt x="58127" y="427253"/>
                </a:lnTo>
                <a:lnTo>
                  <a:pt x="58178" y="428244"/>
                </a:lnTo>
                <a:lnTo>
                  <a:pt x="77736" y="464820"/>
                </a:lnTo>
                <a:lnTo>
                  <a:pt x="91452" y="464820"/>
                </a:lnTo>
                <a:lnTo>
                  <a:pt x="97548" y="458724"/>
                </a:lnTo>
                <a:lnTo>
                  <a:pt x="97548" y="452628"/>
                </a:lnTo>
                <a:lnTo>
                  <a:pt x="96024" y="449580"/>
                </a:lnTo>
                <a:lnTo>
                  <a:pt x="94500" y="448056"/>
                </a:lnTo>
                <a:lnTo>
                  <a:pt x="91452" y="446532"/>
                </a:lnTo>
                <a:lnTo>
                  <a:pt x="89928" y="445008"/>
                </a:lnTo>
                <a:lnTo>
                  <a:pt x="74688" y="445008"/>
                </a:lnTo>
                <a:lnTo>
                  <a:pt x="71640" y="443484"/>
                </a:lnTo>
                <a:lnTo>
                  <a:pt x="69354" y="441198"/>
                </a:lnTo>
                <a:lnTo>
                  <a:pt x="68529" y="440321"/>
                </a:lnTo>
                <a:lnTo>
                  <a:pt x="67068" y="437388"/>
                </a:lnTo>
                <a:lnTo>
                  <a:pt x="65646" y="433158"/>
                </a:lnTo>
                <a:lnTo>
                  <a:pt x="65684" y="420052"/>
                </a:lnTo>
                <a:lnTo>
                  <a:pt x="67068" y="414528"/>
                </a:lnTo>
                <a:lnTo>
                  <a:pt x="71640" y="411480"/>
                </a:lnTo>
                <a:lnTo>
                  <a:pt x="76212" y="406908"/>
                </a:lnTo>
                <a:lnTo>
                  <a:pt x="83832" y="405384"/>
                </a:lnTo>
                <a:lnTo>
                  <a:pt x="99072" y="405384"/>
                </a:lnTo>
                <a:lnTo>
                  <a:pt x="103619" y="419125"/>
                </a:lnTo>
                <a:lnTo>
                  <a:pt x="108026" y="430720"/>
                </a:lnTo>
                <a:lnTo>
                  <a:pt x="135648" y="467868"/>
                </a:lnTo>
                <a:lnTo>
                  <a:pt x="140220" y="469392"/>
                </a:lnTo>
                <a:lnTo>
                  <a:pt x="155460" y="469392"/>
                </a:lnTo>
                <a:lnTo>
                  <a:pt x="161556" y="467868"/>
                </a:lnTo>
                <a:lnTo>
                  <a:pt x="172224" y="457200"/>
                </a:lnTo>
                <a:lnTo>
                  <a:pt x="175272" y="451104"/>
                </a:lnTo>
                <a:lnTo>
                  <a:pt x="175272" y="449580"/>
                </a:lnTo>
                <a:lnTo>
                  <a:pt x="175272" y="437388"/>
                </a:lnTo>
                <a:lnTo>
                  <a:pt x="172224" y="428244"/>
                </a:lnTo>
                <a:lnTo>
                  <a:pt x="170243" y="425107"/>
                </a:lnTo>
                <a:lnTo>
                  <a:pt x="166700" y="420243"/>
                </a:lnTo>
                <a:lnTo>
                  <a:pt x="160032" y="411429"/>
                </a:lnTo>
                <a:lnTo>
                  <a:pt x="160032" y="435864"/>
                </a:lnTo>
                <a:lnTo>
                  <a:pt x="158546" y="440321"/>
                </a:lnTo>
                <a:lnTo>
                  <a:pt x="157746" y="441198"/>
                </a:lnTo>
                <a:lnTo>
                  <a:pt x="150888" y="448056"/>
                </a:lnTo>
                <a:lnTo>
                  <a:pt x="144792" y="449580"/>
                </a:lnTo>
                <a:lnTo>
                  <a:pt x="135648" y="449580"/>
                </a:lnTo>
                <a:lnTo>
                  <a:pt x="131076" y="448056"/>
                </a:lnTo>
                <a:lnTo>
                  <a:pt x="128028" y="445008"/>
                </a:lnTo>
                <a:lnTo>
                  <a:pt x="123456" y="441960"/>
                </a:lnTo>
                <a:lnTo>
                  <a:pt x="120408" y="437388"/>
                </a:lnTo>
                <a:lnTo>
                  <a:pt x="115836" y="431292"/>
                </a:lnTo>
                <a:lnTo>
                  <a:pt x="114401" y="427253"/>
                </a:lnTo>
                <a:lnTo>
                  <a:pt x="112407" y="421767"/>
                </a:lnTo>
                <a:lnTo>
                  <a:pt x="109816" y="414528"/>
                </a:lnTo>
                <a:lnTo>
                  <a:pt x="106692" y="405384"/>
                </a:lnTo>
                <a:lnTo>
                  <a:pt x="147840" y="405384"/>
                </a:lnTo>
                <a:lnTo>
                  <a:pt x="152908" y="413004"/>
                </a:lnTo>
                <a:lnTo>
                  <a:pt x="156794" y="420052"/>
                </a:lnTo>
                <a:lnTo>
                  <a:pt x="156857" y="420243"/>
                </a:lnTo>
                <a:lnTo>
                  <a:pt x="159194" y="426173"/>
                </a:lnTo>
                <a:lnTo>
                  <a:pt x="159931" y="430720"/>
                </a:lnTo>
                <a:lnTo>
                  <a:pt x="160032" y="435864"/>
                </a:lnTo>
                <a:lnTo>
                  <a:pt x="160032" y="411429"/>
                </a:lnTo>
                <a:lnTo>
                  <a:pt x="155460" y="405384"/>
                </a:lnTo>
                <a:lnTo>
                  <a:pt x="163080" y="405384"/>
                </a:lnTo>
                <a:lnTo>
                  <a:pt x="167652" y="403860"/>
                </a:lnTo>
                <a:lnTo>
                  <a:pt x="170700" y="402336"/>
                </a:lnTo>
                <a:lnTo>
                  <a:pt x="173748" y="399288"/>
                </a:lnTo>
                <a:lnTo>
                  <a:pt x="175272" y="396240"/>
                </a:lnTo>
                <a:lnTo>
                  <a:pt x="175272" y="3931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13" name="Google Shape;2313;p36"/>
          <p:cNvGrpSpPr/>
          <p:nvPr/>
        </p:nvGrpSpPr>
        <p:grpSpPr>
          <a:xfrm>
            <a:off x="5288279" y="2564892"/>
            <a:ext cx="217920" cy="697992"/>
            <a:chOff x="5288279" y="2564892"/>
            <a:chExt cx="217920" cy="697992"/>
          </a:xfrm>
        </p:grpSpPr>
        <p:pic>
          <p:nvPicPr>
            <p:cNvPr id="2314" name="Google Shape;2314;p36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5288279" y="3137916"/>
              <a:ext cx="164592" cy="1249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15" name="Google Shape;2315;p36"/>
            <p:cNvSpPr/>
            <p:nvPr/>
          </p:nvSpPr>
          <p:spPr>
            <a:xfrm>
              <a:off x="5338559" y="2564892"/>
              <a:ext cx="167640" cy="553720"/>
            </a:xfrm>
            <a:custGeom>
              <a:rect b="b" l="l" r="r" t="t"/>
              <a:pathLst>
                <a:path extrusionOk="0" h="553719" w="167639">
                  <a:moveTo>
                    <a:pt x="114300" y="332232"/>
                  </a:moveTo>
                  <a:lnTo>
                    <a:pt x="111252" y="332232"/>
                  </a:lnTo>
                  <a:lnTo>
                    <a:pt x="111252" y="336804"/>
                  </a:lnTo>
                  <a:lnTo>
                    <a:pt x="109728" y="339852"/>
                  </a:lnTo>
                  <a:lnTo>
                    <a:pt x="109728" y="342900"/>
                  </a:lnTo>
                  <a:lnTo>
                    <a:pt x="106680" y="345948"/>
                  </a:lnTo>
                  <a:lnTo>
                    <a:pt x="103632" y="347472"/>
                  </a:lnTo>
                  <a:lnTo>
                    <a:pt x="102108" y="347472"/>
                  </a:lnTo>
                  <a:lnTo>
                    <a:pt x="97536" y="348996"/>
                  </a:lnTo>
                  <a:lnTo>
                    <a:pt x="24384" y="348996"/>
                  </a:lnTo>
                  <a:lnTo>
                    <a:pt x="19812" y="350520"/>
                  </a:lnTo>
                  <a:lnTo>
                    <a:pt x="12192" y="353568"/>
                  </a:lnTo>
                  <a:lnTo>
                    <a:pt x="4572" y="361188"/>
                  </a:lnTo>
                  <a:lnTo>
                    <a:pt x="1524" y="365760"/>
                  </a:lnTo>
                  <a:lnTo>
                    <a:pt x="0" y="371856"/>
                  </a:lnTo>
                  <a:lnTo>
                    <a:pt x="0" y="377952"/>
                  </a:lnTo>
                  <a:lnTo>
                    <a:pt x="1435" y="387121"/>
                  </a:lnTo>
                  <a:lnTo>
                    <a:pt x="5715" y="396430"/>
                  </a:lnTo>
                  <a:lnTo>
                    <a:pt x="12865" y="406031"/>
                  </a:lnTo>
                  <a:lnTo>
                    <a:pt x="22860" y="416052"/>
                  </a:lnTo>
                  <a:lnTo>
                    <a:pt x="0" y="416052"/>
                  </a:lnTo>
                  <a:lnTo>
                    <a:pt x="0" y="420624"/>
                  </a:lnTo>
                  <a:lnTo>
                    <a:pt x="13716" y="454152"/>
                  </a:lnTo>
                  <a:lnTo>
                    <a:pt x="16764" y="451104"/>
                  </a:lnTo>
                  <a:lnTo>
                    <a:pt x="15240" y="448056"/>
                  </a:lnTo>
                  <a:lnTo>
                    <a:pt x="15240" y="440436"/>
                  </a:lnTo>
                  <a:lnTo>
                    <a:pt x="16764" y="438912"/>
                  </a:lnTo>
                  <a:lnTo>
                    <a:pt x="16764" y="437388"/>
                  </a:lnTo>
                  <a:lnTo>
                    <a:pt x="19812" y="437388"/>
                  </a:lnTo>
                  <a:lnTo>
                    <a:pt x="22860" y="435864"/>
                  </a:lnTo>
                  <a:lnTo>
                    <a:pt x="103632" y="435864"/>
                  </a:lnTo>
                  <a:lnTo>
                    <a:pt x="106680" y="438912"/>
                  </a:lnTo>
                  <a:lnTo>
                    <a:pt x="109728" y="440436"/>
                  </a:lnTo>
                  <a:lnTo>
                    <a:pt x="111252" y="443484"/>
                  </a:lnTo>
                  <a:lnTo>
                    <a:pt x="111252" y="452628"/>
                  </a:lnTo>
                  <a:lnTo>
                    <a:pt x="114300" y="452628"/>
                  </a:lnTo>
                  <a:lnTo>
                    <a:pt x="114300" y="399288"/>
                  </a:lnTo>
                  <a:lnTo>
                    <a:pt x="111252" y="399288"/>
                  </a:lnTo>
                  <a:lnTo>
                    <a:pt x="111252" y="403860"/>
                  </a:lnTo>
                  <a:lnTo>
                    <a:pt x="109728" y="408432"/>
                  </a:lnTo>
                  <a:lnTo>
                    <a:pt x="109728" y="409956"/>
                  </a:lnTo>
                  <a:lnTo>
                    <a:pt x="106680" y="413004"/>
                  </a:lnTo>
                  <a:lnTo>
                    <a:pt x="103632" y="414528"/>
                  </a:lnTo>
                  <a:lnTo>
                    <a:pt x="102108" y="414528"/>
                  </a:lnTo>
                  <a:lnTo>
                    <a:pt x="97536" y="416052"/>
                  </a:lnTo>
                  <a:lnTo>
                    <a:pt x="30480" y="416052"/>
                  </a:lnTo>
                  <a:lnTo>
                    <a:pt x="23609" y="408292"/>
                  </a:lnTo>
                  <a:lnTo>
                    <a:pt x="18859" y="400812"/>
                  </a:lnTo>
                  <a:lnTo>
                    <a:pt x="16129" y="393344"/>
                  </a:lnTo>
                  <a:lnTo>
                    <a:pt x="15240" y="385572"/>
                  </a:lnTo>
                  <a:lnTo>
                    <a:pt x="15240" y="379476"/>
                  </a:lnTo>
                  <a:lnTo>
                    <a:pt x="16764" y="374904"/>
                  </a:lnTo>
                  <a:lnTo>
                    <a:pt x="21336" y="371856"/>
                  </a:lnTo>
                  <a:lnTo>
                    <a:pt x="25908" y="370332"/>
                  </a:lnTo>
                  <a:lnTo>
                    <a:pt x="33528" y="368808"/>
                  </a:lnTo>
                  <a:lnTo>
                    <a:pt x="105156" y="368808"/>
                  </a:lnTo>
                  <a:lnTo>
                    <a:pt x="106680" y="370332"/>
                  </a:lnTo>
                  <a:lnTo>
                    <a:pt x="108204" y="373380"/>
                  </a:lnTo>
                  <a:lnTo>
                    <a:pt x="109728" y="374904"/>
                  </a:lnTo>
                  <a:lnTo>
                    <a:pt x="111252" y="377952"/>
                  </a:lnTo>
                  <a:lnTo>
                    <a:pt x="111252" y="385572"/>
                  </a:lnTo>
                  <a:lnTo>
                    <a:pt x="114300" y="385572"/>
                  </a:lnTo>
                  <a:lnTo>
                    <a:pt x="114300" y="332232"/>
                  </a:lnTo>
                  <a:close/>
                </a:path>
                <a:path extrusionOk="0" h="553719" w="167639">
                  <a:moveTo>
                    <a:pt x="114300" y="269748"/>
                  </a:moveTo>
                  <a:lnTo>
                    <a:pt x="111252" y="269748"/>
                  </a:lnTo>
                  <a:lnTo>
                    <a:pt x="111252" y="274320"/>
                  </a:lnTo>
                  <a:lnTo>
                    <a:pt x="109728" y="278892"/>
                  </a:lnTo>
                  <a:lnTo>
                    <a:pt x="108204" y="281940"/>
                  </a:lnTo>
                  <a:lnTo>
                    <a:pt x="103632" y="286512"/>
                  </a:lnTo>
                  <a:lnTo>
                    <a:pt x="102108" y="286512"/>
                  </a:lnTo>
                  <a:lnTo>
                    <a:pt x="99060" y="288036"/>
                  </a:lnTo>
                  <a:lnTo>
                    <a:pt x="94488" y="289560"/>
                  </a:lnTo>
                  <a:lnTo>
                    <a:pt x="35052" y="289560"/>
                  </a:lnTo>
                  <a:lnTo>
                    <a:pt x="27432" y="284988"/>
                  </a:lnTo>
                  <a:lnTo>
                    <a:pt x="21336" y="281940"/>
                  </a:lnTo>
                  <a:lnTo>
                    <a:pt x="18288" y="277368"/>
                  </a:lnTo>
                  <a:lnTo>
                    <a:pt x="16764" y="275844"/>
                  </a:lnTo>
                  <a:lnTo>
                    <a:pt x="16764" y="271272"/>
                  </a:lnTo>
                  <a:lnTo>
                    <a:pt x="19812" y="265176"/>
                  </a:lnTo>
                  <a:lnTo>
                    <a:pt x="22860" y="260604"/>
                  </a:lnTo>
                  <a:lnTo>
                    <a:pt x="24384" y="257556"/>
                  </a:lnTo>
                  <a:lnTo>
                    <a:pt x="24384" y="252984"/>
                  </a:lnTo>
                  <a:lnTo>
                    <a:pt x="22860" y="249936"/>
                  </a:lnTo>
                  <a:lnTo>
                    <a:pt x="18288" y="245364"/>
                  </a:lnTo>
                  <a:lnTo>
                    <a:pt x="9144" y="245364"/>
                  </a:lnTo>
                  <a:lnTo>
                    <a:pt x="6096" y="246888"/>
                  </a:lnTo>
                  <a:lnTo>
                    <a:pt x="3048" y="249936"/>
                  </a:lnTo>
                  <a:lnTo>
                    <a:pt x="0" y="256032"/>
                  </a:lnTo>
                  <a:lnTo>
                    <a:pt x="0" y="260604"/>
                  </a:lnTo>
                  <a:lnTo>
                    <a:pt x="1460" y="267703"/>
                  </a:lnTo>
                  <a:lnTo>
                    <a:pt x="5905" y="275082"/>
                  </a:lnTo>
                  <a:lnTo>
                    <a:pt x="13512" y="282473"/>
                  </a:lnTo>
                  <a:lnTo>
                    <a:pt x="24384" y="289560"/>
                  </a:lnTo>
                  <a:lnTo>
                    <a:pt x="0" y="289560"/>
                  </a:lnTo>
                  <a:lnTo>
                    <a:pt x="0" y="294132"/>
                  </a:lnTo>
                  <a:lnTo>
                    <a:pt x="13716" y="327660"/>
                  </a:lnTo>
                  <a:lnTo>
                    <a:pt x="16764" y="326136"/>
                  </a:lnTo>
                  <a:lnTo>
                    <a:pt x="15240" y="323088"/>
                  </a:lnTo>
                  <a:lnTo>
                    <a:pt x="15240" y="313944"/>
                  </a:lnTo>
                  <a:lnTo>
                    <a:pt x="16764" y="312420"/>
                  </a:lnTo>
                  <a:lnTo>
                    <a:pt x="16764" y="310896"/>
                  </a:lnTo>
                  <a:lnTo>
                    <a:pt x="19812" y="310896"/>
                  </a:lnTo>
                  <a:lnTo>
                    <a:pt x="21336" y="309372"/>
                  </a:lnTo>
                  <a:lnTo>
                    <a:pt x="102108" y="309372"/>
                  </a:lnTo>
                  <a:lnTo>
                    <a:pt x="105156" y="310896"/>
                  </a:lnTo>
                  <a:lnTo>
                    <a:pt x="108204" y="313944"/>
                  </a:lnTo>
                  <a:lnTo>
                    <a:pt x="111252" y="320040"/>
                  </a:lnTo>
                  <a:lnTo>
                    <a:pt x="111252" y="326136"/>
                  </a:lnTo>
                  <a:lnTo>
                    <a:pt x="114300" y="326136"/>
                  </a:lnTo>
                  <a:lnTo>
                    <a:pt x="114300" y="269748"/>
                  </a:lnTo>
                  <a:close/>
                </a:path>
                <a:path extrusionOk="0" h="553719" w="167639">
                  <a:moveTo>
                    <a:pt x="114300" y="0"/>
                  </a:moveTo>
                  <a:lnTo>
                    <a:pt x="111252" y="0"/>
                  </a:lnTo>
                  <a:lnTo>
                    <a:pt x="111252" y="4572"/>
                  </a:lnTo>
                  <a:lnTo>
                    <a:pt x="109728" y="9144"/>
                  </a:lnTo>
                  <a:lnTo>
                    <a:pt x="109728" y="10668"/>
                  </a:lnTo>
                  <a:lnTo>
                    <a:pt x="106680" y="13716"/>
                  </a:lnTo>
                  <a:lnTo>
                    <a:pt x="103632" y="15240"/>
                  </a:lnTo>
                  <a:lnTo>
                    <a:pt x="102108" y="16764"/>
                  </a:lnTo>
                  <a:lnTo>
                    <a:pt x="32004" y="16764"/>
                  </a:lnTo>
                  <a:lnTo>
                    <a:pt x="24384" y="18288"/>
                  </a:lnTo>
                  <a:lnTo>
                    <a:pt x="19812" y="19812"/>
                  </a:lnTo>
                  <a:lnTo>
                    <a:pt x="12192" y="21336"/>
                  </a:lnTo>
                  <a:lnTo>
                    <a:pt x="7620" y="25908"/>
                  </a:lnTo>
                  <a:lnTo>
                    <a:pt x="1524" y="35052"/>
                  </a:lnTo>
                  <a:lnTo>
                    <a:pt x="0" y="39624"/>
                  </a:lnTo>
                  <a:lnTo>
                    <a:pt x="0" y="45720"/>
                  </a:lnTo>
                  <a:lnTo>
                    <a:pt x="1435" y="54864"/>
                  </a:lnTo>
                  <a:lnTo>
                    <a:pt x="5715" y="64198"/>
                  </a:lnTo>
                  <a:lnTo>
                    <a:pt x="12865" y="73799"/>
                  </a:lnTo>
                  <a:lnTo>
                    <a:pt x="22860" y="83820"/>
                  </a:lnTo>
                  <a:lnTo>
                    <a:pt x="0" y="83820"/>
                  </a:lnTo>
                  <a:lnTo>
                    <a:pt x="0" y="88392"/>
                  </a:lnTo>
                  <a:lnTo>
                    <a:pt x="13716" y="121920"/>
                  </a:lnTo>
                  <a:lnTo>
                    <a:pt x="16764" y="120396"/>
                  </a:lnTo>
                  <a:lnTo>
                    <a:pt x="15240" y="117348"/>
                  </a:lnTo>
                  <a:lnTo>
                    <a:pt x="15240" y="108204"/>
                  </a:lnTo>
                  <a:lnTo>
                    <a:pt x="16764" y="106680"/>
                  </a:lnTo>
                  <a:lnTo>
                    <a:pt x="19812" y="105156"/>
                  </a:lnTo>
                  <a:lnTo>
                    <a:pt x="22860" y="105156"/>
                  </a:lnTo>
                  <a:lnTo>
                    <a:pt x="24384" y="103632"/>
                  </a:lnTo>
                  <a:lnTo>
                    <a:pt x="97536" y="103632"/>
                  </a:lnTo>
                  <a:lnTo>
                    <a:pt x="103632" y="105156"/>
                  </a:lnTo>
                  <a:lnTo>
                    <a:pt x="109728" y="108204"/>
                  </a:lnTo>
                  <a:lnTo>
                    <a:pt x="111252" y="112776"/>
                  </a:lnTo>
                  <a:lnTo>
                    <a:pt x="111252" y="120396"/>
                  </a:lnTo>
                  <a:lnTo>
                    <a:pt x="114300" y="120396"/>
                  </a:lnTo>
                  <a:lnTo>
                    <a:pt x="114300" y="103632"/>
                  </a:lnTo>
                  <a:lnTo>
                    <a:pt x="114300" y="67056"/>
                  </a:lnTo>
                  <a:lnTo>
                    <a:pt x="111252" y="67056"/>
                  </a:lnTo>
                  <a:lnTo>
                    <a:pt x="111252" y="73152"/>
                  </a:lnTo>
                  <a:lnTo>
                    <a:pt x="109728" y="76200"/>
                  </a:lnTo>
                  <a:lnTo>
                    <a:pt x="109728" y="77724"/>
                  </a:lnTo>
                  <a:lnTo>
                    <a:pt x="108204" y="80772"/>
                  </a:lnTo>
                  <a:lnTo>
                    <a:pt x="106680" y="80772"/>
                  </a:lnTo>
                  <a:lnTo>
                    <a:pt x="103632" y="82296"/>
                  </a:lnTo>
                  <a:lnTo>
                    <a:pt x="102108" y="83820"/>
                  </a:lnTo>
                  <a:lnTo>
                    <a:pt x="30480" y="83820"/>
                  </a:lnTo>
                  <a:lnTo>
                    <a:pt x="23609" y="76733"/>
                  </a:lnTo>
                  <a:lnTo>
                    <a:pt x="18859" y="69342"/>
                  </a:lnTo>
                  <a:lnTo>
                    <a:pt x="16129" y="61963"/>
                  </a:lnTo>
                  <a:lnTo>
                    <a:pt x="15240" y="54864"/>
                  </a:lnTo>
                  <a:lnTo>
                    <a:pt x="15240" y="47244"/>
                  </a:lnTo>
                  <a:lnTo>
                    <a:pt x="16764" y="42672"/>
                  </a:lnTo>
                  <a:lnTo>
                    <a:pt x="21336" y="41148"/>
                  </a:lnTo>
                  <a:lnTo>
                    <a:pt x="25908" y="38100"/>
                  </a:lnTo>
                  <a:lnTo>
                    <a:pt x="33528" y="36576"/>
                  </a:lnTo>
                  <a:lnTo>
                    <a:pt x="100584" y="36576"/>
                  </a:lnTo>
                  <a:lnTo>
                    <a:pt x="105156" y="38100"/>
                  </a:lnTo>
                  <a:lnTo>
                    <a:pt x="109728" y="42672"/>
                  </a:lnTo>
                  <a:lnTo>
                    <a:pt x="111252" y="45720"/>
                  </a:lnTo>
                  <a:lnTo>
                    <a:pt x="111252" y="53340"/>
                  </a:lnTo>
                  <a:lnTo>
                    <a:pt x="114300" y="53340"/>
                  </a:lnTo>
                  <a:lnTo>
                    <a:pt x="114300" y="36576"/>
                  </a:lnTo>
                  <a:lnTo>
                    <a:pt x="114300" y="0"/>
                  </a:lnTo>
                  <a:close/>
                </a:path>
                <a:path extrusionOk="0" h="553719" w="167639">
                  <a:moveTo>
                    <a:pt x="117348" y="505968"/>
                  </a:moveTo>
                  <a:lnTo>
                    <a:pt x="116497" y="497141"/>
                  </a:lnTo>
                  <a:lnTo>
                    <a:pt x="116395" y="496824"/>
                  </a:lnTo>
                  <a:lnTo>
                    <a:pt x="113919" y="489013"/>
                  </a:lnTo>
                  <a:lnTo>
                    <a:pt x="81775" y="461987"/>
                  </a:lnTo>
                  <a:lnTo>
                    <a:pt x="73152" y="460248"/>
                  </a:lnTo>
                  <a:lnTo>
                    <a:pt x="71628" y="463296"/>
                  </a:lnTo>
                  <a:lnTo>
                    <a:pt x="80772" y="466344"/>
                  </a:lnTo>
                  <a:lnTo>
                    <a:pt x="88392" y="470916"/>
                  </a:lnTo>
                  <a:lnTo>
                    <a:pt x="91440" y="477012"/>
                  </a:lnTo>
                  <a:lnTo>
                    <a:pt x="96012" y="481584"/>
                  </a:lnTo>
                  <a:lnTo>
                    <a:pt x="96062" y="481761"/>
                  </a:lnTo>
                  <a:lnTo>
                    <a:pt x="97536" y="487680"/>
                  </a:lnTo>
                  <a:lnTo>
                    <a:pt x="97536" y="495300"/>
                  </a:lnTo>
                  <a:lnTo>
                    <a:pt x="74853" y="528497"/>
                  </a:lnTo>
                  <a:lnTo>
                    <a:pt x="44196" y="534924"/>
                  </a:lnTo>
                  <a:lnTo>
                    <a:pt x="44196" y="484632"/>
                  </a:lnTo>
                  <a:lnTo>
                    <a:pt x="44196" y="460248"/>
                  </a:lnTo>
                  <a:lnTo>
                    <a:pt x="36576" y="460908"/>
                  </a:lnTo>
                  <a:lnTo>
                    <a:pt x="36576" y="484632"/>
                  </a:lnTo>
                  <a:lnTo>
                    <a:pt x="36576" y="534924"/>
                  </a:lnTo>
                  <a:lnTo>
                    <a:pt x="27432" y="534924"/>
                  </a:lnTo>
                  <a:lnTo>
                    <a:pt x="19812" y="531876"/>
                  </a:lnTo>
                  <a:lnTo>
                    <a:pt x="15240" y="525780"/>
                  </a:lnTo>
                  <a:lnTo>
                    <a:pt x="9144" y="521208"/>
                  </a:lnTo>
                  <a:lnTo>
                    <a:pt x="7620" y="515073"/>
                  </a:lnTo>
                  <a:lnTo>
                    <a:pt x="7620" y="504444"/>
                  </a:lnTo>
                  <a:lnTo>
                    <a:pt x="21336" y="487680"/>
                  </a:lnTo>
                  <a:lnTo>
                    <a:pt x="24384" y="486156"/>
                  </a:lnTo>
                  <a:lnTo>
                    <a:pt x="28956" y="484632"/>
                  </a:lnTo>
                  <a:lnTo>
                    <a:pt x="36576" y="484632"/>
                  </a:lnTo>
                  <a:lnTo>
                    <a:pt x="36576" y="460908"/>
                  </a:lnTo>
                  <a:lnTo>
                    <a:pt x="2667" y="485965"/>
                  </a:lnTo>
                  <a:lnTo>
                    <a:pt x="2628" y="486156"/>
                  </a:lnTo>
                  <a:lnTo>
                    <a:pt x="622" y="494093"/>
                  </a:lnTo>
                  <a:lnTo>
                    <a:pt x="546" y="495300"/>
                  </a:lnTo>
                  <a:lnTo>
                    <a:pt x="431" y="496824"/>
                  </a:lnTo>
                  <a:lnTo>
                    <a:pt x="406" y="497141"/>
                  </a:lnTo>
                  <a:lnTo>
                    <a:pt x="0" y="502920"/>
                  </a:lnTo>
                  <a:lnTo>
                    <a:pt x="15240" y="539496"/>
                  </a:lnTo>
                  <a:lnTo>
                    <a:pt x="59436" y="553212"/>
                  </a:lnTo>
                  <a:lnTo>
                    <a:pt x="72326" y="552361"/>
                  </a:lnTo>
                  <a:lnTo>
                    <a:pt x="108356" y="532117"/>
                  </a:lnTo>
                  <a:lnTo>
                    <a:pt x="116255" y="515073"/>
                  </a:lnTo>
                  <a:lnTo>
                    <a:pt x="117348" y="505968"/>
                  </a:lnTo>
                  <a:close/>
                </a:path>
                <a:path extrusionOk="0" h="553719" w="167639">
                  <a:moveTo>
                    <a:pt x="167640" y="216408"/>
                  </a:moveTo>
                  <a:lnTo>
                    <a:pt x="134112" y="185928"/>
                  </a:lnTo>
                  <a:lnTo>
                    <a:pt x="38214" y="147828"/>
                  </a:lnTo>
                  <a:lnTo>
                    <a:pt x="18288" y="140208"/>
                  </a:lnTo>
                  <a:lnTo>
                    <a:pt x="15240" y="138684"/>
                  </a:lnTo>
                  <a:lnTo>
                    <a:pt x="13716" y="137160"/>
                  </a:lnTo>
                  <a:lnTo>
                    <a:pt x="10668" y="135636"/>
                  </a:lnTo>
                  <a:lnTo>
                    <a:pt x="6096" y="131064"/>
                  </a:lnTo>
                  <a:lnTo>
                    <a:pt x="6096" y="124968"/>
                  </a:lnTo>
                  <a:lnTo>
                    <a:pt x="3048" y="124968"/>
                  </a:lnTo>
                  <a:lnTo>
                    <a:pt x="3048" y="158496"/>
                  </a:lnTo>
                  <a:lnTo>
                    <a:pt x="6096" y="158496"/>
                  </a:lnTo>
                  <a:lnTo>
                    <a:pt x="6096" y="150876"/>
                  </a:lnTo>
                  <a:lnTo>
                    <a:pt x="7620" y="150876"/>
                  </a:lnTo>
                  <a:lnTo>
                    <a:pt x="7620" y="149352"/>
                  </a:lnTo>
                  <a:lnTo>
                    <a:pt x="9144" y="147828"/>
                  </a:lnTo>
                  <a:lnTo>
                    <a:pt x="19812" y="147828"/>
                  </a:lnTo>
                  <a:lnTo>
                    <a:pt x="22860" y="149352"/>
                  </a:lnTo>
                  <a:lnTo>
                    <a:pt x="85344" y="173736"/>
                  </a:lnTo>
                  <a:lnTo>
                    <a:pt x="28956" y="201168"/>
                  </a:lnTo>
                  <a:lnTo>
                    <a:pt x="22860" y="204216"/>
                  </a:lnTo>
                  <a:lnTo>
                    <a:pt x="18288" y="205740"/>
                  </a:lnTo>
                  <a:lnTo>
                    <a:pt x="12192" y="205740"/>
                  </a:lnTo>
                  <a:lnTo>
                    <a:pt x="10668" y="204216"/>
                  </a:lnTo>
                  <a:lnTo>
                    <a:pt x="7620" y="202692"/>
                  </a:lnTo>
                  <a:lnTo>
                    <a:pt x="6096" y="201168"/>
                  </a:lnTo>
                  <a:lnTo>
                    <a:pt x="6096" y="192024"/>
                  </a:lnTo>
                  <a:lnTo>
                    <a:pt x="3048" y="192024"/>
                  </a:lnTo>
                  <a:lnTo>
                    <a:pt x="3048" y="243840"/>
                  </a:lnTo>
                  <a:lnTo>
                    <a:pt x="6096" y="243840"/>
                  </a:lnTo>
                  <a:lnTo>
                    <a:pt x="6096" y="240792"/>
                  </a:lnTo>
                  <a:lnTo>
                    <a:pt x="9144" y="234696"/>
                  </a:lnTo>
                  <a:lnTo>
                    <a:pt x="10668" y="234696"/>
                  </a:lnTo>
                  <a:lnTo>
                    <a:pt x="12192" y="231648"/>
                  </a:lnTo>
                  <a:lnTo>
                    <a:pt x="15240" y="230124"/>
                  </a:lnTo>
                  <a:lnTo>
                    <a:pt x="19812" y="227076"/>
                  </a:lnTo>
                  <a:lnTo>
                    <a:pt x="25908" y="224028"/>
                  </a:lnTo>
                  <a:lnTo>
                    <a:pt x="64604" y="205740"/>
                  </a:lnTo>
                  <a:lnTo>
                    <a:pt x="109728" y="184404"/>
                  </a:lnTo>
                  <a:lnTo>
                    <a:pt x="129540" y="192024"/>
                  </a:lnTo>
                  <a:lnTo>
                    <a:pt x="141732" y="198120"/>
                  </a:lnTo>
                  <a:lnTo>
                    <a:pt x="143256" y="201168"/>
                  </a:lnTo>
                  <a:lnTo>
                    <a:pt x="147828" y="205740"/>
                  </a:lnTo>
                  <a:lnTo>
                    <a:pt x="147828" y="210312"/>
                  </a:lnTo>
                  <a:lnTo>
                    <a:pt x="146304" y="211836"/>
                  </a:lnTo>
                  <a:lnTo>
                    <a:pt x="146304" y="214884"/>
                  </a:lnTo>
                  <a:lnTo>
                    <a:pt x="143256" y="219456"/>
                  </a:lnTo>
                  <a:lnTo>
                    <a:pt x="143256" y="233172"/>
                  </a:lnTo>
                  <a:lnTo>
                    <a:pt x="147828" y="237744"/>
                  </a:lnTo>
                  <a:lnTo>
                    <a:pt x="150876" y="239268"/>
                  </a:lnTo>
                  <a:lnTo>
                    <a:pt x="156972" y="239268"/>
                  </a:lnTo>
                  <a:lnTo>
                    <a:pt x="160020" y="237744"/>
                  </a:lnTo>
                  <a:lnTo>
                    <a:pt x="166116" y="231648"/>
                  </a:lnTo>
                  <a:lnTo>
                    <a:pt x="167640" y="228600"/>
                  </a:lnTo>
                  <a:lnTo>
                    <a:pt x="167640" y="2164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6" name="Google Shape;2316;p36"/>
          <p:cNvGrpSpPr/>
          <p:nvPr/>
        </p:nvGrpSpPr>
        <p:grpSpPr>
          <a:xfrm>
            <a:off x="5634227" y="8660892"/>
            <a:ext cx="117349" cy="417575"/>
            <a:chOff x="5634227" y="8660892"/>
            <a:chExt cx="117349" cy="417575"/>
          </a:xfrm>
        </p:grpSpPr>
        <p:pic>
          <p:nvPicPr>
            <p:cNvPr id="2317" name="Google Shape;2317;p36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5634227" y="8756904"/>
              <a:ext cx="117348" cy="3215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18" name="Google Shape;2318;p36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5634228" y="8660892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319" name="Google Shape;2319;p36"/>
          <p:cNvGrpSpPr/>
          <p:nvPr/>
        </p:nvGrpSpPr>
        <p:grpSpPr>
          <a:xfrm>
            <a:off x="5580888" y="8007095"/>
            <a:ext cx="170688" cy="573025"/>
            <a:chOff x="5580888" y="8007095"/>
            <a:chExt cx="170688" cy="573025"/>
          </a:xfrm>
        </p:grpSpPr>
        <p:pic>
          <p:nvPicPr>
            <p:cNvPr id="2320" name="Google Shape;2320;p36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5580888" y="8484108"/>
              <a:ext cx="170688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21" name="Google Shape;2321;p36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5580888" y="8354567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22" name="Google Shape;2322;p36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5580888" y="8007095"/>
              <a:ext cx="170688" cy="32766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323" name="Google Shape;2323;p36"/>
          <p:cNvGrpSpPr/>
          <p:nvPr/>
        </p:nvGrpSpPr>
        <p:grpSpPr>
          <a:xfrm>
            <a:off x="5576316" y="7443216"/>
            <a:ext cx="175259" cy="487680"/>
            <a:chOff x="5576316" y="7443216"/>
            <a:chExt cx="175259" cy="487680"/>
          </a:xfrm>
        </p:grpSpPr>
        <p:pic>
          <p:nvPicPr>
            <p:cNvPr id="2324" name="Google Shape;2324;p36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5576316" y="7709916"/>
              <a:ext cx="175259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25" name="Google Shape;2325;p36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5580888" y="7559040"/>
              <a:ext cx="167640" cy="1097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26" name="Google Shape;2326;p36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5583935" y="7443216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327" name="Google Shape;2327;p36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5600700" y="6323076"/>
            <a:ext cx="150876" cy="104241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28" name="Google Shape;2328;p36"/>
          <p:cNvGrpSpPr/>
          <p:nvPr/>
        </p:nvGrpSpPr>
        <p:grpSpPr>
          <a:xfrm>
            <a:off x="5576303" y="5529072"/>
            <a:ext cx="175895" cy="724027"/>
            <a:chOff x="5576303" y="5529072"/>
            <a:chExt cx="175895" cy="724027"/>
          </a:xfrm>
        </p:grpSpPr>
        <p:sp>
          <p:nvSpPr>
            <p:cNvPr id="2329" name="Google Shape;2329;p36"/>
            <p:cNvSpPr/>
            <p:nvPr/>
          </p:nvSpPr>
          <p:spPr>
            <a:xfrm>
              <a:off x="5576303" y="5625084"/>
              <a:ext cx="175895" cy="628015"/>
            </a:xfrm>
            <a:custGeom>
              <a:rect b="b" l="l" r="r" t="t"/>
              <a:pathLst>
                <a:path extrusionOk="0" h="628014" w="175895">
                  <a:moveTo>
                    <a:pt x="24384" y="236220"/>
                  </a:moveTo>
                  <a:lnTo>
                    <a:pt x="21336" y="233172"/>
                  </a:lnTo>
                  <a:lnTo>
                    <a:pt x="15240" y="230124"/>
                  </a:lnTo>
                  <a:lnTo>
                    <a:pt x="9144" y="230124"/>
                  </a:lnTo>
                  <a:lnTo>
                    <a:pt x="6096" y="231648"/>
                  </a:lnTo>
                  <a:lnTo>
                    <a:pt x="1524" y="236220"/>
                  </a:lnTo>
                  <a:lnTo>
                    <a:pt x="0" y="239268"/>
                  </a:lnTo>
                  <a:lnTo>
                    <a:pt x="0" y="245364"/>
                  </a:lnTo>
                  <a:lnTo>
                    <a:pt x="1524" y="248412"/>
                  </a:lnTo>
                  <a:lnTo>
                    <a:pt x="6096" y="252984"/>
                  </a:lnTo>
                  <a:lnTo>
                    <a:pt x="9144" y="254508"/>
                  </a:lnTo>
                  <a:lnTo>
                    <a:pt x="15240" y="254508"/>
                  </a:lnTo>
                  <a:lnTo>
                    <a:pt x="21336" y="251460"/>
                  </a:lnTo>
                  <a:lnTo>
                    <a:pt x="24384" y="248412"/>
                  </a:lnTo>
                  <a:lnTo>
                    <a:pt x="24384" y="236220"/>
                  </a:lnTo>
                  <a:close/>
                </a:path>
                <a:path extrusionOk="0" h="628014" w="175895">
                  <a:moveTo>
                    <a:pt x="172212" y="214884"/>
                  </a:moveTo>
                  <a:lnTo>
                    <a:pt x="169164" y="214884"/>
                  </a:lnTo>
                  <a:lnTo>
                    <a:pt x="169164" y="224028"/>
                  </a:lnTo>
                  <a:lnTo>
                    <a:pt x="167640" y="225552"/>
                  </a:lnTo>
                  <a:lnTo>
                    <a:pt x="166116" y="228600"/>
                  </a:lnTo>
                  <a:lnTo>
                    <a:pt x="164592" y="230124"/>
                  </a:lnTo>
                  <a:lnTo>
                    <a:pt x="163068" y="230124"/>
                  </a:lnTo>
                  <a:lnTo>
                    <a:pt x="160020" y="231648"/>
                  </a:lnTo>
                  <a:lnTo>
                    <a:pt x="57912" y="231648"/>
                  </a:lnTo>
                  <a:lnTo>
                    <a:pt x="57912" y="237744"/>
                  </a:lnTo>
                  <a:lnTo>
                    <a:pt x="71628" y="269748"/>
                  </a:lnTo>
                  <a:lnTo>
                    <a:pt x="74676" y="268224"/>
                  </a:lnTo>
                  <a:lnTo>
                    <a:pt x="74676" y="265176"/>
                  </a:lnTo>
                  <a:lnTo>
                    <a:pt x="73152" y="262128"/>
                  </a:lnTo>
                  <a:lnTo>
                    <a:pt x="73152" y="256032"/>
                  </a:lnTo>
                  <a:lnTo>
                    <a:pt x="74676" y="256032"/>
                  </a:lnTo>
                  <a:lnTo>
                    <a:pt x="77724" y="252984"/>
                  </a:lnTo>
                  <a:lnTo>
                    <a:pt x="80772" y="252984"/>
                  </a:lnTo>
                  <a:lnTo>
                    <a:pt x="83820" y="251460"/>
                  </a:lnTo>
                  <a:lnTo>
                    <a:pt x="155448" y="251460"/>
                  </a:lnTo>
                  <a:lnTo>
                    <a:pt x="160020" y="252984"/>
                  </a:lnTo>
                  <a:lnTo>
                    <a:pt x="163068" y="252984"/>
                  </a:lnTo>
                  <a:lnTo>
                    <a:pt x="164592" y="254508"/>
                  </a:lnTo>
                  <a:lnTo>
                    <a:pt x="167640" y="256032"/>
                  </a:lnTo>
                  <a:lnTo>
                    <a:pt x="167640" y="257556"/>
                  </a:lnTo>
                  <a:lnTo>
                    <a:pt x="169164" y="259080"/>
                  </a:lnTo>
                  <a:lnTo>
                    <a:pt x="169164" y="268224"/>
                  </a:lnTo>
                  <a:lnTo>
                    <a:pt x="172212" y="268224"/>
                  </a:lnTo>
                  <a:lnTo>
                    <a:pt x="172212" y="251460"/>
                  </a:lnTo>
                  <a:lnTo>
                    <a:pt x="172212" y="214884"/>
                  </a:lnTo>
                  <a:close/>
                </a:path>
                <a:path extrusionOk="0" h="628014" w="175895">
                  <a:moveTo>
                    <a:pt x="175260" y="455676"/>
                  </a:moveTo>
                  <a:lnTo>
                    <a:pt x="155956" y="420039"/>
                  </a:lnTo>
                  <a:lnTo>
                    <a:pt x="132588" y="409956"/>
                  </a:lnTo>
                  <a:lnTo>
                    <a:pt x="129540" y="413004"/>
                  </a:lnTo>
                  <a:lnTo>
                    <a:pt x="140208" y="417576"/>
                  </a:lnTo>
                  <a:lnTo>
                    <a:pt x="146304" y="422148"/>
                  </a:lnTo>
                  <a:lnTo>
                    <a:pt x="150876" y="426720"/>
                  </a:lnTo>
                  <a:lnTo>
                    <a:pt x="153924" y="432816"/>
                  </a:lnTo>
                  <a:lnTo>
                    <a:pt x="155409" y="438721"/>
                  </a:lnTo>
                  <a:lnTo>
                    <a:pt x="155295" y="446532"/>
                  </a:lnTo>
                  <a:lnTo>
                    <a:pt x="155257" y="446849"/>
                  </a:lnTo>
                  <a:lnTo>
                    <a:pt x="154597" y="452970"/>
                  </a:lnTo>
                  <a:lnTo>
                    <a:pt x="124777" y="482727"/>
                  </a:lnTo>
                  <a:lnTo>
                    <a:pt x="114350" y="484632"/>
                  </a:lnTo>
                  <a:lnTo>
                    <a:pt x="102108" y="484632"/>
                  </a:lnTo>
                  <a:lnTo>
                    <a:pt x="102108" y="434340"/>
                  </a:lnTo>
                  <a:lnTo>
                    <a:pt x="102108" y="409956"/>
                  </a:lnTo>
                  <a:lnTo>
                    <a:pt x="94488" y="410667"/>
                  </a:lnTo>
                  <a:lnTo>
                    <a:pt x="94488" y="434340"/>
                  </a:lnTo>
                  <a:lnTo>
                    <a:pt x="94488" y="484632"/>
                  </a:lnTo>
                  <a:lnTo>
                    <a:pt x="85344" y="484632"/>
                  </a:lnTo>
                  <a:lnTo>
                    <a:pt x="79248" y="481584"/>
                  </a:lnTo>
                  <a:lnTo>
                    <a:pt x="73152" y="477012"/>
                  </a:lnTo>
                  <a:lnTo>
                    <a:pt x="68580" y="470916"/>
                  </a:lnTo>
                  <a:lnTo>
                    <a:pt x="65532" y="464820"/>
                  </a:lnTo>
                  <a:lnTo>
                    <a:pt x="65532" y="454152"/>
                  </a:lnTo>
                  <a:lnTo>
                    <a:pt x="67056" y="449580"/>
                  </a:lnTo>
                  <a:lnTo>
                    <a:pt x="70104" y="446532"/>
                  </a:lnTo>
                  <a:lnTo>
                    <a:pt x="71628" y="441960"/>
                  </a:lnTo>
                  <a:lnTo>
                    <a:pt x="76200" y="438912"/>
                  </a:lnTo>
                  <a:lnTo>
                    <a:pt x="80772" y="437388"/>
                  </a:lnTo>
                  <a:lnTo>
                    <a:pt x="83820" y="435864"/>
                  </a:lnTo>
                  <a:lnTo>
                    <a:pt x="88392" y="435864"/>
                  </a:lnTo>
                  <a:lnTo>
                    <a:pt x="94488" y="434340"/>
                  </a:lnTo>
                  <a:lnTo>
                    <a:pt x="94488" y="410667"/>
                  </a:lnTo>
                  <a:lnTo>
                    <a:pt x="93040" y="410794"/>
                  </a:lnTo>
                  <a:lnTo>
                    <a:pt x="61150" y="435673"/>
                  </a:lnTo>
                  <a:lnTo>
                    <a:pt x="61099" y="435864"/>
                  </a:lnTo>
                  <a:lnTo>
                    <a:pt x="58750" y="443801"/>
                  </a:lnTo>
                  <a:lnTo>
                    <a:pt x="58635" y="445008"/>
                  </a:lnTo>
                  <a:lnTo>
                    <a:pt x="57912" y="452628"/>
                  </a:lnTo>
                  <a:lnTo>
                    <a:pt x="57950" y="452970"/>
                  </a:lnTo>
                  <a:lnTo>
                    <a:pt x="58077" y="454152"/>
                  </a:lnTo>
                  <a:lnTo>
                    <a:pt x="59042" y="463486"/>
                  </a:lnTo>
                  <a:lnTo>
                    <a:pt x="62293" y="473202"/>
                  </a:lnTo>
                  <a:lnTo>
                    <a:pt x="93345" y="499491"/>
                  </a:lnTo>
                  <a:lnTo>
                    <a:pt x="118872" y="502920"/>
                  </a:lnTo>
                  <a:lnTo>
                    <a:pt x="130873" y="502069"/>
                  </a:lnTo>
                  <a:lnTo>
                    <a:pt x="166903" y="482041"/>
                  </a:lnTo>
                  <a:lnTo>
                    <a:pt x="174434" y="464820"/>
                  </a:lnTo>
                  <a:lnTo>
                    <a:pt x="174561" y="463486"/>
                  </a:lnTo>
                  <a:lnTo>
                    <a:pt x="175260" y="455676"/>
                  </a:lnTo>
                  <a:close/>
                </a:path>
                <a:path extrusionOk="0" h="628014" w="175895">
                  <a:moveTo>
                    <a:pt x="175260" y="338328"/>
                  </a:moveTo>
                  <a:lnTo>
                    <a:pt x="95897" y="306324"/>
                  </a:lnTo>
                  <a:lnTo>
                    <a:pt x="80772" y="300228"/>
                  </a:lnTo>
                  <a:lnTo>
                    <a:pt x="74676" y="298704"/>
                  </a:lnTo>
                  <a:lnTo>
                    <a:pt x="70104" y="295656"/>
                  </a:lnTo>
                  <a:lnTo>
                    <a:pt x="65532" y="291084"/>
                  </a:lnTo>
                  <a:lnTo>
                    <a:pt x="65532" y="288036"/>
                  </a:lnTo>
                  <a:lnTo>
                    <a:pt x="64008" y="284988"/>
                  </a:lnTo>
                  <a:lnTo>
                    <a:pt x="60960" y="284988"/>
                  </a:lnTo>
                  <a:lnTo>
                    <a:pt x="60960" y="318516"/>
                  </a:lnTo>
                  <a:lnTo>
                    <a:pt x="64008" y="318516"/>
                  </a:lnTo>
                  <a:lnTo>
                    <a:pt x="64008" y="312420"/>
                  </a:lnTo>
                  <a:lnTo>
                    <a:pt x="65532" y="310896"/>
                  </a:lnTo>
                  <a:lnTo>
                    <a:pt x="65532" y="309372"/>
                  </a:lnTo>
                  <a:lnTo>
                    <a:pt x="68580" y="306324"/>
                  </a:lnTo>
                  <a:lnTo>
                    <a:pt x="73152" y="306324"/>
                  </a:lnTo>
                  <a:lnTo>
                    <a:pt x="76200" y="307848"/>
                  </a:lnTo>
                  <a:lnTo>
                    <a:pt x="80772" y="309372"/>
                  </a:lnTo>
                  <a:lnTo>
                    <a:pt x="143256" y="335280"/>
                  </a:lnTo>
                  <a:lnTo>
                    <a:pt x="82296" y="359664"/>
                  </a:lnTo>
                  <a:lnTo>
                    <a:pt x="76200" y="362712"/>
                  </a:lnTo>
                  <a:lnTo>
                    <a:pt x="70104" y="362712"/>
                  </a:lnTo>
                  <a:lnTo>
                    <a:pt x="64008" y="356616"/>
                  </a:lnTo>
                  <a:lnTo>
                    <a:pt x="64008" y="348996"/>
                  </a:lnTo>
                  <a:lnTo>
                    <a:pt x="60960" y="348996"/>
                  </a:lnTo>
                  <a:lnTo>
                    <a:pt x="60960" y="400812"/>
                  </a:lnTo>
                  <a:lnTo>
                    <a:pt x="64008" y="400812"/>
                  </a:lnTo>
                  <a:lnTo>
                    <a:pt x="65532" y="397764"/>
                  </a:lnTo>
                  <a:lnTo>
                    <a:pt x="65532" y="394716"/>
                  </a:lnTo>
                  <a:lnTo>
                    <a:pt x="68580" y="391668"/>
                  </a:lnTo>
                  <a:lnTo>
                    <a:pt x="70104" y="388620"/>
                  </a:lnTo>
                  <a:lnTo>
                    <a:pt x="71628" y="387096"/>
                  </a:lnTo>
                  <a:lnTo>
                    <a:pt x="77724" y="384048"/>
                  </a:lnTo>
                  <a:lnTo>
                    <a:pt x="82296" y="382524"/>
                  </a:lnTo>
                  <a:lnTo>
                    <a:pt x="128778" y="362712"/>
                  </a:lnTo>
                  <a:lnTo>
                    <a:pt x="175260" y="342900"/>
                  </a:lnTo>
                  <a:lnTo>
                    <a:pt x="175260" y="338328"/>
                  </a:lnTo>
                  <a:close/>
                </a:path>
                <a:path extrusionOk="0" h="628014" w="175895">
                  <a:moveTo>
                    <a:pt x="175260" y="44196"/>
                  </a:moveTo>
                  <a:lnTo>
                    <a:pt x="155956" y="8572"/>
                  </a:lnTo>
                  <a:lnTo>
                    <a:pt x="132588" y="0"/>
                  </a:lnTo>
                  <a:lnTo>
                    <a:pt x="129540" y="3048"/>
                  </a:lnTo>
                  <a:lnTo>
                    <a:pt x="140208" y="6096"/>
                  </a:lnTo>
                  <a:lnTo>
                    <a:pt x="146304" y="10668"/>
                  </a:lnTo>
                  <a:lnTo>
                    <a:pt x="150876" y="16764"/>
                  </a:lnTo>
                  <a:lnTo>
                    <a:pt x="153924" y="21336"/>
                  </a:lnTo>
                  <a:lnTo>
                    <a:pt x="155448" y="27432"/>
                  </a:lnTo>
                  <a:lnTo>
                    <a:pt x="155397" y="35585"/>
                  </a:lnTo>
                  <a:lnTo>
                    <a:pt x="134048" y="67614"/>
                  </a:lnTo>
                  <a:lnTo>
                    <a:pt x="102108" y="74676"/>
                  </a:lnTo>
                  <a:lnTo>
                    <a:pt x="102108" y="24384"/>
                  </a:lnTo>
                  <a:lnTo>
                    <a:pt x="102108" y="0"/>
                  </a:lnTo>
                  <a:lnTo>
                    <a:pt x="94488" y="533"/>
                  </a:lnTo>
                  <a:lnTo>
                    <a:pt x="94488" y="24384"/>
                  </a:lnTo>
                  <a:lnTo>
                    <a:pt x="94488" y="74676"/>
                  </a:lnTo>
                  <a:lnTo>
                    <a:pt x="65532" y="54864"/>
                  </a:lnTo>
                  <a:lnTo>
                    <a:pt x="65532" y="44196"/>
                  </a:lnTo>
                  <a:lnTo>
                    <a:pt x="67056" y="39624"/>
                  </a:lnTo>
                  <a:lnTo>
                    <a:pt x="70104" y="35052"/>
                  </a:lnTo>
                  <a:lnTo>
                    <a:pt x="71628" y="32004"/>
                  </a:lnTo>
                  <a:lnTo>
                    <a:pt x="80772" y="25908"/>
                  </a:lnTo>
                  <a:lnTo>
                    <a:pt x="83820" y="25908"/>
                  </a:lnTo>
                  <a:lnTo>
                    <a:pt x="88392" y="24384"/>
                  </a:lnTo>
                  <a:lnTo>
                    <a:pt x="94488" y="24384"/>
                  </a:lnTo>
                  <a:lnTo>
                    <a:pt x="94488" y="533"/>
                  </a:lnTo>
                  <a:lnTo>
                    <a:pt x="93040" y="622"/>
                  </a:lnTo>
                  <a:lnTo>
                    <a:pt x="61150" y="25146"/>
                  </a:lnTo>
                  <a:lnTo>
                    <a:pt x="57912" y="42672"/>
                  </a:lnTo>
                  <a:lnTo>
                    <a:pt x="59042" y="52654"/>
                  </a:lnTo>
                  <a:lnTo>
                    <a:pt x="83299" y="84607"/>
                  </a:lnTo>
                  <a:lnTo>
                    <a:pt x="118872" y="92964"/>
                  </a:lnTo>
                  <a:lnTo>
                    <a:pt x="131216" y="92087"/>
                  </a:lnTo>
                  <a:lnTo>
                    <a:pt x="130975" y="92087"/>
                  </a:lnTo>
                  <a:lnTo>
                    <a:pt x="141732" y="89535"/>
                  </a:lnTo>
                  <a:lnTo>
                    <a:pt x="151447" y="85255"/>
                  </a:lnTo>
                  <a:lnTo>
                    <a:pt x="160020" y="79248"/>
                  </a:lnTo>
                  <a:lnTo>
                    <a:pt x="163931" y="74676"/>
                  </a:lnTo>
                  <a:lnTo>
                    <a:pt x="166903" y="71208"/>
                  </a:lnTo>
                  <a:lnTo>
                    <a:pt x="171640" y="62865"/>
                  </a:lnTo>
                  <a:lnTo>
                    <a:pt x="171767" y="62484"/>
                  </a:lnTo>
                  <a:lnTo>
                    <a:pt x="174383" y="53962"/>
                  </a:lnTo>
                  <a:lnTo>
                    <a:pt x="174498" y="52654"/>
                  </a:lnTo>
                  <a:lnTo>
                    <a:pt x="175260" y="44196"/>
                  </a:lnTo>
                  <a:close/>
                </a:path>
                <a:path extrusionOk="0" h="628014" w="175895">
                  <a:moveTo>
                    <a:pt x="175272" y="545592"/>
                  </a:moveTo>
                  <a:lnTo>
                    <a:pt x="161556" y="515112"/>
                  </a:lnTo>
                  <a:lnTo>
                    <a:pt x="158508" y="516636"/>
                  </a:lnTo>
                  <a:lnTo>
                    <a:pt x="160032" y="519684"/>
                  </a:lnTo>
                  <a:lnTo>
                    <a:pt x="161556" y="521208"/>
                  </a:lnTo>
                  <a:lnTo>
                    <a:pt x="161556" y="525780"/>
                  </a:lnTo>
                  <a:lnTo>
                    <a:pt x="158508" y="528828"/>
                  </a:lnTo>
                  <a:lnTo>
                    <a:pt x="155460" y="530352"/>
                  </a:lnTo>
                  <a:lnTo>
                    <a:pt x="152412" y="530352"/>
                  </a:lnTo>
                  <a:lnTo>
                    <a:pt x="150888" y="531876"/>
                  </a:lnTo>
                  <a:lnTo>
                    <a:pt x="12" y="531876"/>
                  </a:lnTo>
                  <a:lnTo>
                    <a:pt x="12" y="536448"/>
                  </a:lnTo>
                  <a:lnTo>
                    <a:pt x="13728" y="568452"/>
                  </a:lnTo>
                  <a:lnTo>
                    <a:pt x="16776" y="566928"/>
                  </a:lnTo>
                  <a:lnTo>
                    <a:pt x="15252" y="563880"/>
                  </a:lnTo>
                  <a:lnTo>
                    <a:pt x="15252" y="556260"/>
                  </a:lnTo>
                  <a:lnTo>
                    <a:pt x="18300" y="553212"/>
                  </a:lnTo>
                  <a:lnTo>
                    <a:pt x="19824" y="553212"/>
                  </a:lnTo>
                  <a:lnTo>
                    <a:pt x="22872" y="551688"/>
                  </a:lnTo>
                  <a:lnTo>
                    <a:pt x="68592" y="551688"/>
                  </a:lnTo>
                  <a:lnTo>
                    <a:pt x="62496" y="557784"/>
                  </a:lnTo>
                  <a:lnTo>
                    <a:pt x="57924" y="565404"/>
                  </a:lnTo>
                  <a:lnTo>
                    <a:pt x="57924" y="574548"/>
                  </a:lnTo>
                  <a:lnTo>
                    <a:pt x="59296" y="585647"/>
                  </a:lnTo>
                  <a:lnTo>
                    <a:pt x="88061" y="619531"/>
                  </a:lnTo>
                  <a:lnTo>
                    <a:pt x="121932" y="627888"/>
                  </a:lnTo>
                  <a:lnTo>
                    <a:pt x="133337" y="627011"/>
                  </a:lnTo>
                  <a:lnTo>
                    <a:pt x="133121" y="627011"/>
                  </a:lnTo>
                  <a:lnTo>
                    <a:pt x="143268" y="624459"/>
                  </a:lnTo>
                  <a:lnTo>
                    <a:pt x="174383" y="591680"/>
                  </a:lnTo>
                  <a:lnTo>
                    <a:pt x="175272" y="577596"/>
                  </a:lnTo>
                  <a:lnTo>
                    <a:pt x="173748" y="571500"/>
                  </a:lnTo>
                  <a:lnTo>
                    <a:pt x="172224" y="566928"/>
                  </a:lnTo>
                  <a:lnTo>
                    <a:pt x="169176" y="562356"/>
                  </a:lnTo>
                  <a:lnTo>
                    <a:pt x="164604" y="556260"/>
                  </a:lnTo>
                  <a:lnTo>
                    <a:pt x="160032" y="553516"/>
                  </a:lnTo>
                  <a:lnTo>
                    <a:pt x="160032" y="563880"/>
                  </a:lnTo>
                  <a:lnTo>
                    <a:pt x="160032" y="571500"/>
                  </a:lnTo>
                  <a:lnTo>
                    <a:pt x="131838" y="601980"/>
                  </a:lnTo>
                  <a:lnTo>
                    <a:pt x="111899" y="604989"/>
                  </a:lnTo>
                  <a:lnTo>
                    <a:pt x="110617" y="604989"/>
                  </a:lnTo>
                  <a:lnTo>
                    <a:pt x="68592" y="588264"/>
                  </a:lnTo>
                  <a:lnTo>
                    <a:pt x="65544" y="582168"/>
                  </a:lnTo>
                  <a:lnTo>
                    <a:pt x="65544" y="571500"/>
                  </a:lnTo>
                  <a:lnTo>
                    <a:pt x="67068" y="568452"/>
                  </a:lnTo>
                  <a:lnTo>
                    <a:pt x="70116" y="563880"/>
                  </a:lnTo>
                  <a:lnTo>
                    <a:pt x="71640" y="560832"/>
                  </a:lnTo>
                  <a:lnTo>
                    <a:pt x="74688" y="557784"/>
                  </a:lnTo>
                  <a:lnTo>
                    <a:pt x="79260" y="554736"/>
                  </a:lnTo>
                  <a:lnTo>
                    <a:pt x="88404" y="551688"/>
                  </a:lnTo>
                  <a:lnTo>
                    <a:pt x="149364" y="551688"/>
                  </a:lnTo>
                  <a:lnTo>
                    <a:pt x="156984" y="557784"/>
                  </a:lnTo>
                  <a:lnTo>
                    <a:pt x="160032" y="563880"/>
                  </a:lnTo>
                  <a:lnTo>
                    <a:pt x="160032" y="553516"/>
                  </a:lnTo>
                  <a:lnTo>
                    <a:pt x="156984" y="551688"/>
                  </a:lnTo>
                  <a:lnTo>
                    <a:pt x="175272" y="551688"/>
                  </a:lnTo>
                  <a:lnTo>
                    <a:pt x="175272" y="545592"/>
                  </a:lnTo>
                  <a:close/>
                </a:path>
                <a:path extrusionOk="0" h="628014" w="175895">
                  <a:moveTo>
                    <a:pt x="175272" y="155448"/>
                  </a:moveTo>
                  <a:lnTo>
                    <a:pt x="158051" y="120205"/>
                  </a:lnTo>
                  <a:lnTo>
                    <a:pt x="129552" y="108204"/>
                  </a:lnTo>
                  <a:lnTo>
                    <a:pt x="128028" y="111252"/>
                  </a:lnTo>
                  <a:lnTo>
                    <a:pt x="138696" y="115824"/>
                  </a:lnTo>
                  <a:lnTo>
                    <a:pt x="144792" y="120396"/>
                  </a:lnTo>
                  <a:lnTo>
                    <a:pt x="149364" y="124968"/>
                  </a:lnTo>
                  <a:lnTo>
                    <a:pt x="153936" y="131064"/>
                  </a:lnTo>
                  <a:lnTo>
                    <a:pt x="155460" y="138684"/>
                  </a:lnTo>
                  <a:lnTo>
                    <a:pt x="155460" y="146304"/>
                  </a:lnTo>
                  <a:lnTo>
                    <a:pt x="124599" y="179070"/>
                  </a:lnTo>
                  <a:lnTo>
                    <a:pt x="106692" y="181356"/>
                  </a:lnTo>
                  <a:lnTo>
                    <a:pt x="96977" y="180784"/>
                  </a:lnTo>
                  <a:lnTo>
                    <a:pt x="65544" y="161544"/>
                  </a:lnTo>
                  <a:lnTo>
                    <a:pt x="65544" y="147828"/>
                  </a:lnTo>
                  <a:lnTo>
                    <a:pt x="67068" y="144780"/>
                  </a:lnTo>
                  <a:lnTo>
                    <a:pt x="70116" y="141732"/>
                  </a:lnTo>
                  <a:lnTo>
                    <a:pt x="71640" y="138684"/>
                  </a:lnTo>
                  <a:lnTo>
                    <a:pt x="76212" y="137160"/>
                  </a:lnTo>
                  <a:lnTo>
                    <a:pt x="85356" y="137160"/>
                  </a:lnTo>
                  <a:lnTo>
                    <a:pt x="88404" y="135636"/>
                  </a:lnTo>
                  <a:lnTo>
                    <a:pt x="89928" y="134112"/>
                  </a:lnTo>
                  <a:lnTo>
                    <a:pt x="92976" y="132588"/>
                  </a:lnTo>
                  <a:lnTo>
                    <a:pt x="94500" y="129540"/>
                  </a:lnTo>
                  <a:lnTo>
                    <a:pt x="94500" y="117348"/>
                  </a:lnTo>
                  <a:lnTo>
                    <a:pt x="91452" y="115824"/>
                  </a:lnTo>
                  <a:lnTo>
                    <a:pt x="88404" y="112776"/>
                  </a:lnTo>
                  <a:lnTo>
                    <a:pt x="79260" y="112776"/>
                  </a:lnTo>
                  <a:lnTo>
                    <a:pt x="73164" y="117348"/>
                  </a:lnTo>
                  <a:lnTo>
                    <a:pt x="57924" y="149352"/>
                  </a:lnTo>
                  <a:lnTo>
                    <a:pt x="59042" y="160210"/>
                  </a:lnTo>
                  <a:lnTo>
                    <a:pt x="83273" y="192811"/>
                  </a:lnTo>
                  <a:lnTo>
                    <a:pt x="117360" y="201168"/>
                  </a:lnTo>
                  <a:lnTo>
                    <a:pt x="130238" y="200317"/>
                  </a:lnTo>
                  <a:lnTo>
                    <a:pt x="166903" y="180314"/>
                  </a:lnTo>
                  <a:lnTo>
                    <a:pt x="174383" y="164312"/>
                  </a:lnTo>
                  <a:lnTo>
                    <a:pt x="175272" y="1554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30" name="Google Shape;2330;p36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5634228" y="5529072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331" name="Google Shape;2331;p36"/>
          <p:cNvGrpSpPr/>
          <p:nvPr/>
        </p:nvGrpSpPr>
        <p:grpSpPr>
          <a:xfrm>
            <a:off x="5576315" y="4806696"/>
            <a:ext cx="224029" cy="643127"/>
            <a:chOff x="5576315" y="4806696"/>
            <a:chExt cx="224029" cy="643127"/>
          </a:xfrm>
        </p:grpSpPr>
        <p:pic>
          <p:nvPicPr>
            <p:cNvPr id="2332" name="Google Shape;2332;p36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5576315" y="5265420"/>
              <a:ext cx="224028" cy="1844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33" name="Google Shape;2333;p36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5580888" y="5138928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34" name="Google Shape;2334;p36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5580888" y="5015484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35" name="Google Shape;2335;p36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5576316" y="4806696"/>
              <a:ext cx="224028" cy="18592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39" name="Shape 2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0" name="Google Shape;2340;p37"/>
          <p:cNvGrpSpPr/>
          <p:nvPr/>
        </p:nvGrpSpPr>
        <p:grpSpPr>
          <a:xfrm>
            <a:off x="940295" y="7441692"/>
            <a:ext cx="349263" cy="1350263"/>
            <a:chOff x="940295" y="7441692"/>
            <a:chExt cx="349263" cy="1350263"/>
          </a:xfrm>
        </p:grpSpPr>
        <p:sp>
          <p:nvSpPr>
            <p:cNvPr id="2341" name="Google Shape;2341;p37"/>
            <p:cNvSpPr/>
            <p:nvPr/>
          </p:nvSpPr>
          <p:spPr>
            <a:xfrm>
              <a:off x="955548" y="8433815"/>
              <a:ext cx="334010" cy="358140"/>
            </a:xfrm>
            <a:custGeom>
              <a:rect b="b" l="l" r="r" t="t"/>
              <a:pathLst>
                <a:path extrusionOk="0" h="358140" w="334009">
                  <a:moveTo>
                    <a:pt x="10668" y="358139"/>
                  </a:moveTo>
                  <a:lnTo>
                    <a:pt x="0" y="358139"/>
                  </a:lnTo>
                  <a:lnTo>
                    <a:pt x="0" y="269747"/>
                  </a:lnTo>
                  <a:lnTo>
                    <a:pt x="246887" y="68579"/>
                  </a:lnTo>
                  <a:lnTo>
                    <a:pt x="57912" y="68579"/>
                  </a:lnTo>
                  <a:lnTo>
                    <a:pt x="18288" y="74675"/>
                  </a:lnTo>
                  <a:lnTo>
                    <a:pt x="7620" y="103631"/>
                  </a:lnTo>
                  <a:lnTo>
                    <a:pt x="7620" y="115823"/>
                  </a:lnTo>
                  <a:lnTo>
                    <a:pt x="0" y="115823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2191"/>
                  </a:lnTo>
                  <a:lnTo>
                    <a:pt x="8477" y="21645"/>
                  </a:lnTo>
                  <a:lnTo>
                    <a:pt x="45339" y="46934"/>
                  </a:lnTo>
                  <a:lnTo>
                    <a:pt x="57912" y="47243"/>
                  </a:lnTo>
                  <a:lnTo>
                    <a:pt x="333755" y="47243"/>
                  </a:lnTo>
                  <a:lnTo>
                    <a:pt x="333755" y="56387"/>
                  </a:lnTo>
                  <a:lnTo>
                    <a:pt x="68580" y="272795"/>
                  </a:lnTo>
                  <a:lnTo>
                    <a:pt x="269748" y="272795"/>
                  </a:lnTo>
                  <a:lnTo>
                    <a:pt x="309372" y="265175"/>
                  </a:lnTo>
                  <a:lnTo>
                    <a:pt x="320040" y="225551"/>
                  </a:lnTo>
                  <a:lnTo>
                    <a:pt x="327659" y="225551"/>
                  </a:lnTo>
                  <a:lnTo>
                    <a:pt x="327659" y="341375"/>
                  </a:lnTo>
                  <a:lnTo>
                    <a:pt x="320040" y="341375"/>
                  </a:lnTo>
                  <a:lnTo>
                    <a:pt x="320040" y="329183"/>
                  </a:lnTo>
                  <a:lnTo>
                    <a:pt x="319420" y="319492"/>
                  </a:lnTo>
                  <a:lnTo>
                    <a:pt x="283202" y="294417"/>
                  </a:lnTo>
                  <a:lnTo>
                    <a:pt x="269748" y="294131"/>
                  </a:lnTo>
                  <a:lnTo>
                    <a:pt x="42672" y="294131"/>
                  </a:lnTo>
                  <a:lnTo>
                    <a:pt x="16764" y="327659"/>
                  </a:lnTo>
                  <a:lnTo>
                    <a:pt x="10668" y="348995"/>
                  </a:lnTo>
                  <a:lnTo>
                    <a:pt x="10668" y="35813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42" name="Google Shape;2342;p37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062228" y="8191500"/>
              <a:ext cx="227076" cy="2346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43" name="Google Shape;2343;p37"/>
            <p:cNvSpPr/>
            <p:nvPr/>
          </p:nvSpPr>
          <p:spPr>
            <a:xfrm>
              <a:off x="940295" y="7673340"/>
              <a:ext cx="349250" cy="494030"/>
            </a:xfrm>
            <a:custGeom>
              <a:rect b="b" l="l" r="r" t="t"/>
              <a:pathLst>
                <a:path extrusionOk="0" h="494029" w="349250">
                  <a:moveTo>
                    <a:pt x="48768" y="431292"/>
                  </a:moveTo>
                  <a:lnTo>
                    <a:pt x="47244" y="425196"/>
                  </a:lnTo>
                  <a:lnTo>
                    <a:pt x="38100" y="416052"/>
                  </a:lnTo>
                  <a:lnTo>
                    <a:pt x="32004" y="414528"/>
                  </a:lnTo>
                  <a:lnTo>
                    <a:pt x="18288" y="414528"/>
                  </a:lnTo>
                  <a:lnTo>
                    <a:pt x="12192" y="416052"/>
                  </a:lnTo>
                  <a:lnTo>
                    <a:pt x="3048" y="425196"/>
                  </a:lnTo>
                  <a:lnTo>
                    <a:pt x="0" y="431292"/>
                  </a:lnTo>
                  <a:lnTo>
                    <a:pt x="0" y="445008"/>
                  </a:lnTo>
                  <a:lnTo>
                    <a:pt x="3048" y="451104"/>
                  </a:lnTo>
                  <a:lnTo>
                    <a:pt x="12192" y="460248"/>
                  </a:lnTo>
                  <a:lnTo>
                    <a:pt x="18288" y="463296"/>
                  </a:lnTo>
                  <a:lnTo>
                    <a:pt x="32004" y="463296"/>
                  </a:lnTo>
                  <a:lnTo>
                    <a:pt x="38100" y="460248"/>
                  </a:lnTo>
                  <a:lnTo>
                    <a:pt x="47244" y="451104"/>
                  </a:lnTo>
                  <a:lnTo>
                    <a:pt x="48768" y="445008"/>
                  </a:lnTo>
                  <a:lnTo>
                    <a:pt x="48768" y="431292"/>
                  </a:lnTo>
                  <a:close/>
                </a:path>
                <a:path extrusionOk="0" h="494029" w="349250">
                  <a:moveTo>
                    <a:pt x="48768" y="45720"/>
                  </a:moveTo>
                  <a:lnTo>
                    <a:pt x="47244" y="41148"/>
                  </a:lnTo>
                  <a:lnTo>
                    <a:pt x="38100" y="32004"/>
                  </a:lnTo>
                  <a:lnTo>
                    <a:pt x="32004" y="28956"/>
                  </a:lnTo>
                  <a:lnTo>
                    <a:pt x="18288" y="28956"/>
                  </a:lnTo>
                  <a:lnTo>
                    <a:pt x="12192" y="32004"/>
                  </a:lnTo>
                  <a:lnTo>
                    <a:pt x="3048" y="41148"/>
                  </a:lnTo>
                  <a:lnTo>
                    <a:pt x="0" y="45720"/>
                  </a:lnTo>
                  <a:lnTo>
                    <a:pt x="0" y="59436"/>
                  </a:lnTo>
                  <a:lnTo>
                    <a:pt x="3048" y="65532"/>
                  </a:lnTo>
                  <a:lnTo>
                    <a:pt x="12192" y="74676"/>
                  </a:lnTo>
                  <a:lnTo>
                    <a:pt x="18288" y="77724"/>
                  </a:lnTo>
                  <a:lnTo>
                    <a:pt x="32004" y="77724"/>
                  </a:lnTo>
                  <a:lnTo>
                    <a:pt x="38100" y="74676"/>
                  </a:lnTo>
                  <a:lnTo>
                    <a:pt x="47244" y="65532"/>
                  </a:lnTo>
                  <a:lnTo>
                    <a:pt x="48768" y="59436"/>
                  </a:lnTo>
                  <a:lnTo>
                    <a:pt x="48768" y="45720"/>
                  </a:lnTo>
                  <a:close/>
                </a:path>
                <a:path extrusionOk="0" h="494029" w="349250">
                  <a:moveTo>
                    <a:pt x="342900" y="385572"/>
                  </a:moveTo>
                  <a:lnTo>
                    <a:pt x="335292" y="385572"/>
                  </a:lnTo>
                  <a:lnTo>
                    <a:pt x="335292" y="402336"/>
                  </a:lnTo>
                  <a:lnTo>
                    <a:pt x="332244" y="406908"/>
                  </a:lnTo>
                  <a:lnTo>
                    <a:pt x="292608" y="419100"/>
                  </a:lnTo>
                  <a:lnTo>
                    <a:pt x="115824" y="419100"/>
                  </a:lnTo>
                  <a:lnTo>
                    <a:pt x="115824" y="428244"/>
                  </a:lnTo>
                  <a:lnTo>
                    <a:pt x="143256" y="493776"/>
                  </a:lnTo>
                  <a:lnTo>
                    <a:pt x="150876" y="490728"/>
                  </a:lnTo>
                  <a:lnTo>
                    <a:pt x="147828" y="478536"/>
                  </a:lnTo>
                  <a:lnTo>
                    <a:pt x="147828" y="470916"/>
                  </a:lnTo>
                  <a:lnTo>
                    <a:pt x="192201" y="458749"/>
                  </a:lnTo>
                  <a:lnTo>
                    <a:pt x="302336" y="458749"/>
                  </a:lnTo>
                  <a:lnTo>
                    <a:pt x="311086" y="459105"/>
                  </a:lnTo>
                  <a:lnTo>
                    <a:pt x="317258" y="460019"/>
                  </a:lnTo>
                  <a:lnTo>
                    <a:pt x="321564" y="461772"/>
                  </a:lnTo>
                  <a:lnTo>
                    <a:pt x="327660" y="463296"/>
                  </a:lnTo>
                  <a:lnTo>
                    <a:pt x="330708" y="466344"/>
                  </a:lnTo>
                  <a:lnTo>
                    <a:pt x="332244" y="469392"/>
                  </a:lnTo>
                  <a:lnTo>
                    <a:pt x="335292" y="473964"/>
                  </a:lnTo>
                  <a:lnTo>
                    <a:pt x="335292" y="492252"/>
                  </a:lnTo>
                  <a:lnTo>
                    <a:pt x="342900" y="492252"/>
                  </a:lnTo>
                  <a:lnTo>
                    <a:pt x="342900" y="458749"/>
                  </a:lnTo>
                  <a:lnTo>
                    <a:pt x="342900" y="385572"/>
                  </a:lnTo>
                  <a:close/>
                </a:path>
                <a:path extrusionOk="0" h="494029" w="349250">
                  <a:moveTo>
                    <a:pt x="342900" y="0"/>
                  </a:moveTo>
                  <a:lnTo>
                    <a:pt x="335292" y="0"/>
                  </a:lnTo>
                  <a:lnTo>
                    <a:pt x="335292" y="18288"/>
                  </a:lnTo>
                  <a:lnTo>
                    <a:pt x="332244" y="21336"/>
                  </a:lnTo>
                  <a:lnTo>
                    <a:pt x="292608" y="33528"/>
                  </a:lnTo>
                  <a:lnTo>
                    <a:pt x="115824" y="33528"/>
                  </a:lnTo>
                  <a:lnTo>
                    <a:pt x="115824" y="44196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7828" y="92964"/>
                  </a:lnTo>
                  <a:lnTo>
                    <a:pt x="147828" y="85344"/>
                  </a:lnTo>
                  <a:lnTo>
                    <a:pt x="149352" y="82296"/>
                  </a:lnTo>
                  <a:lnTo>
                    <a:pt x="150876" y="80772"/>
                  </a:lnTo>
                  <a:lnTo>
                    <a:pt x="152400" y="77724"/>
                  </a:lnTo>
                  <a:lnTo>
                    <a:pt x="161544" y="74676"/>
                  </a:lnTo>
                  <a:lnTo>
                    <a:pt x="168719" y="73799"/>
                  </a:lnTo>
                  <a:lnTo>
                    <a:pt x="178879" y="73342"/>
                  </a:lnTo>
                  <a:lnTo>
                    <a:pt x="194094" y="73152"/>
                  </a:lnTo>
                  <a:lnTo>
                    <a:pt x="292608" y="73152"/>
                  </a:lnTo>
                  <a:lnTo>
                    <a:pt x="300113" y="73342"/>
                  </a:lnTo>
                  <a:lnTo>
                    <a:pt x="302082" y="73342"/>
                  </a:lnTo>
                  <a:lnTo>
                    <a:pt x="332244" y="85344"/>
                  </a:lnTo>
                  <a:lnTo>
                    <a:pt x="335292" y="88392"/>
                  </a:lnTo>
                  <a:lnTo>
                    <a:pt x="335292" y="106680"/>
                  </a:lnTo>
                  <a:lnTo>
                    <a:pt x="342900" y="106680"/>
                  </a:lnTo>
                  <a:lnTo>
                    <a:pt x="342900" y="73152"/>
                  </a:lnTo>
                  <a:lnTo>
                    <a:pt x="342900" y="0"/>
                  </a:lnTo>
                  <a:close/>
                </a:path>
                <a:path extrusionOk="0" h="494029" w="349250">
                  <a:moveTo>
                    <a:pt x="349008" y="190500"/>
                  </a:moveTo>
                  <a:lnTo>
                    <a:pt x="321576" y="126492"/>
                  </a:lnTo>
                  <a:lnTo>
                    <a:pt x="313956" y="129540"/>
                  </a:lnTo>
                  <a:lnTo>
                    <a:pt x="317004" y="135636"/>
                  </a:lnTo>
                  <a:lnTo>
                    <a:pt x="318528" y="141732"/>
                  </a:lnTo>
                  <a:lnTo>
                    <a:pt x="318528" y="149352"/>
                  </a:lnTo>
                  <a:lnTo>
                    <a:pt x="317004" y="152400"/>
                  </a:lnTo>
                  <a:lnTo>
                    <a:pt x="273494" y="161531"/>
                  </a:lnTo>
                  <a:lnTo>
                    <a:pt x="12" y="161531"/>
                  </a:lnTo>
                  <a:lnTo>
                    <a:pt x="12" y="172212"/>
                  </a:lnTo>
                  <a:lnTo>
                    <a:pt x="27444" y="236220"/>
                  </a:lnTo>
                  <a:lnTo>
                    <a:pt x="35064" y="233172"/>
                  </a:lnTo>
                  <a:lnTo>
                    <a:pt x="32016" y="220980"/>
                  </a:lnTo>
                  <a:lnTo>
                    <a:pt x="32016" y="213360"/>
                  </a:lnTo>
                  <a:lnTo>
                    <a:pt x="33540" y="210312"/>
                  </a:lnTo>
                  <a:lnTo>
                    <a:pt x="35064" y="208788"/>
                  </a:lnTo>
                  <a:lnTo>
                    <a:pt x="36588" y="205740"/>
                  </a:lnTo>
                  <a:lnTo>
                    <a:pt x="78270" y="201168"/>
                  </a:lnTo>
                  <a:lnTo>
                    <a:pt x="135648" y="201168"/>
                  </a:lnTo>
                  <a:lnTo>
                    <a:pt x="127406" y="211124"/>
                  </a:lnTo>
                  <a:lnTo>
                    <a:pt x="121170" y="222504"/>
                  </a:lnTo>
                  <a:lnTo>
                    <a:pt x="117208" y="235038"/>
                  </a:lnTo>
                  <a:lnTo>
                    <a:pt x="117094" y="236220"/>
                  </a:lnTo>
                  <a:lnTo>
                    <a:pt x="115836" y="248412"/>
                  </a:lnTo>
                  <a:lnTo>
                    <a:pt x="125920" y="291084"/>
                  </a:lnTo>
                  <a:lnTo>
                    <a:pt x="155460" y="324612"/>
                  </a:lnTo>
                  <a:lnTo>
                    <a:pt x="196608" y="347281"/>
                  </a:lnTo>
                  <a:lnTo>
                    <a:pt x="242328" y="355092"/>
                  </a:lnTo>
                  <a:lnTo>
                    <a:pt x="264972" y="353377"/>
                  </a:lnTo>
                  <a:lnTo>
                    <a:pt x="303403" y="339661"/>
                  </a:lnTo>
                  <a:lnTo>
                    <a:pt x="332930" y="314261"/>
                  </a:lnTo>
                  <a:lnTo>
                    <a:pt x="334949" y="310896"/>
                  </a:lnTo>
                  <a:lnTo>
                    <a:pt x="341960" y="299275"/>
                  </a:lnTo>
                  <a:lnTo>
                    <a:pt x="347268" y="282879"/>
                  </a:lnTo>
                  <a:lnTo>
                    <a:pt x="349008" y="265176"/>
                  </a:lnTo>
                  <a:lnTo>
                    <a:pt x="348691" y="256298"/>
                  </a:lnTo>
                  <a:lnTo>
                    <a:pt x="348589" y="255485"/>
                  </a:lnTo>
                  <a:lnTo>
                    <a:pt x="347675" y="247840"/>
                  </a:lnTo>
                  <a:lnTo>
                    <a:pt x="326186" y="209156"/>
                  </a:lnTo>
                  <a:lnTo>
                    <a:pt x="323100" y="205943"/>
                  </a:lnTo>
                  <a:lnTo>
                    <a:pt x="323100" y="242316"/>
                  </a:lnTo>
                  <a:lnTo>
                    <a:pt x="321614" y="255485"/>
                  </a:lnTo>
                  <a:lnTo>
                    <a:pt x="297192" y="289560"/>
                  </a:lnTo>
                  <a:lnTo>
                    <a:pt x="246608" y="309499"/>
                  </a:lnTo>
                  <a:lnTo>
                    <a:pt x="224040" y="310896"/>
                  </a:lnTo>
                  <a:lnTo>
                    <a:pt x="201460" y="309499"/>
                  </a:lnTo>
                  <a:lnTo>
                    <a:pt x="164884" y="298691"/>
                  </a:lnTo>
                  <a:lnTo>
                    <a:pt x="136385" y="271043"/>
                  </a:lnTo>
                  <a:lnTo>
                    <a:pt x="131076" y="251460"/>
                  </a:lnTo>
                  <a:lnTo>
                    <a:pt x="131076" y="243840"/>
                  </a:lnTo>
                  <a:lnTo>
                    <a:pt x="158508" y="210312"/>
                  </a:lnTo>
                  <a:lnTo>
                    <a:pt x="188988" y="201168"/>
                  </a:lnTo>
                  <a:lnTo>
                    <a:pt x="301764" y="201168"/>
                  </a:lnTo>
                  <a:lnTo>
                    <a:pt x="310883" y="211455"/>
                  </a:lnTo>
                  <a:lnTo>
                    <a:pt x="317576" y="221742"/>
                  </a:lnTo>
                  <a:lnTo>
                    <a:pt x="321691" y="232029"/>
                  </a:lnTo>
                  <a:lnTo>
                    <a:pt x="323100" y="242316"/>
                  </a:lnTo>
                  <a:lnTo>
                    <a:pt x="323100" y="205943"/>
                  </a:lnTo>
                  <a:lnTo>
                    <a:pt x="318528" y="201168"/>
                  </a:lnTo>
                  <a:lnTo>
                    <a:pt x="349008" y="201168"/>
                  </a:lnTo>
                  <a:lnTo>
                    <a:pt x="349008" y="19050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44" name="Google Shape;2344;p3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056131" y="7441692"/>
              <a:ext cx="232862" cy="20116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345" name="Google Shape;2345;p37"/>
          <p:cNvSpPr/>
          <p:nvPr/>
        </p:nvSpPr>
        <p:spPr>
          <a:xfrm>
            <a:off x="947915" y="5935980"/>
            <a:ext cx="342900" cy="1359535"/>
          </a:xfrm>
          <a:custGeom>
            <a:rect b="b" l="l" r="r" t="t"/>
            <a:pathLst>
              <a:path extrusionOk="0" h="1359534" w="342900">
                <a:moveTo>
                  <a:pt x="335292" y="801624"/>
                </a:moveTo>
                <a:lnTo>
                  <a:pt x="327660" y="801624"/>
                </a:lnTo>
                <a:lnTo>
                  <a:pt x="327660" y="813816"/>
                </a:lnTo>
                <a:lnTo>
                  <a:pt x="327075" y="822629"/>
                </a:lnTo>
                <a:lnTo>
                  <a:pt x="291922" y="848563"/>
                </a:lnTo>
                <a:lnTo>
                  <a:pt x="277380" y="848868"/>
                </a:lnTo>
                <a:lnTo>
                  <a:pt x="27444" y="848868"/>
                </a:lnTo>
                <a:lnTo>
                  <a:pt x="27444" y="803148"/>
                </a:lnTo>
                <a:lnTo>
                  <a:pt x="27990" y="793419"/>
                </a:lnTo>
                <a:lnTo>
                  <a:pt x="48564" y="753770"/>
                </a:lnTo>
                <a:lnTo>
                  <a:pt x="83832" y="742188"/>
                </a:lnTo>
                <a:lnTo>
                  <a:pt x="83832" y="733044"/>
                </a:lnTo>
                <a:lnTo>
                  <a:pt x="7632" y="736092"/>
                </a:lnTo>
                <a:lnTo>
                  <a:pt x="7632" y="1004316"/>
                </a:lnTo>
                <a:lnTo>
                  <a:pt x="83832" y="1007364"/>
                </a:lnTo>
                <a:lnTo>
                  <a:pt x="83832" y="998220"/>
                </a:lnTo>
                <a:lnTo>
                  <a:pt x="73850" y="997419"/>
                </a:lnTo>
                <a:lnTo>
                  <a:pt x="64592" y="995172"/>
                </a:lnTo>
                <a:lnTo>
                  <a:pt x="32016" y="966216"/>
                </a:lnTo>
                <a:lnTo>
                  <a:pt x="27444" y="934212"/>
                </a:lnTo>
                <a:lnTo>
                  <a:pt x="27444" y="894588"/>
                </a:lnTo>
                <a:lnTo>
                  <a:pt x="277380" y="894588"/>
                </a:lnTo>
                <a:lnTo>
                  <a:pt x="290830" y="894905"/>
                </a:lnTo>
                <a:lnTo>
                  <a:pt x="324993" y="912495"/>
                </a:lnTo>
                <a:lnTo>
                  <a:pt x="327660" y="931164"/>
                </a:lnTo>
                <a:lnTo>
                  <a:pt x="327660" y="941832"/>
                </a:lnTo>
                <a:lnTo>
                  <a:pt x="335292" y="941832"/>
                </a:lnTo>
                <a:lnTo>
                  <a:pt x="335292" y="801624"/>
                </a:lnTo>
                <a:close/>
              </a:path>
              <a:path extrusionOk="0" h="1359534" w="342900">
                <a:moveTo>
                  <a:pt x="335292" y="519684"/>
                </a:moveTo>
                <a:lnTo>
                  <a:pt x="272808" y="496824"/>
                </a:lnTo>
                <a:lnTo>
                  <a:pt x="272808" y="505968"/>
                </a:lnTo>
                <a:lnTo>
                  <a:pt x="280428" y="509016"/>
                </a:lnTo>
                <a:lnTo>
                  <a:pt x="285000" y="515112"/>
                </a:lnTo>
                <a:lnTo>
                  <a:pt x="298526" y="553021"/>
                </a:lnTo>
                <a:lnTo>
                  <a:pt x="298716" y="574548"/>
                </a:lnTo>
                <a:lnTo>
                  <a:pt x="298716" y="659892"/>
                </a:lnTo>
                <a:lnTo>
                  <a:pt x="272427" y="633984"/>
                </a:lnTo>
                <a:lnTo>
                  <a:pt x="249847" y="612317"/>
                </a:lnTo>
                <a:lnTo>
                  <a:pt x="220992" y="585216"/>
                </a:lnTo>
                <a:lnTo>
                  <a:pt x="177939" y="551116"/>
                </a:lnTo>
                <a:lnTo>
                  <a:pt x="137172" y="527304"/>
                </a:lnTo>
                <a:lnTo>
                  <a:pt x="88404" y="516636"/>
                </a:lnTo>
                <a:lnTo>
                  <a:pt x="71589" y="518121"/>
                </a:lnTo>
                <a:lnTo>
                  <a:pt x="27444" y="542544"/>
                </a:lnTo>
                <a:lnTo>
                  <a:pt x="3225" y="590130"/>
                </a:lnTo>
                <a:lnTo>
                  <a:pt x="1536" y="609600"/>
                </a:lnTo>
                <a:lnTo>
                  <a:pt x="3200" y="627278"/>
                </a:lnTo>
                <a:lnTo>
                  <a:pt x="25920" y="670560"/>
                </a:lnTo>
                <a:lnTo>
                  <a:pt x="72415" y="697992"/>
                </a:lnTo>
                <a:lnTo>
                  <a:pt x="92976" y="702564"/>
                </a:lnTo>
                <a:lnTo>
                  <a:pt x="92976" y="693420"/>
                </a:lnTo>
                <a:lnTo>
                  <a:pt x="80987" y="688263"/>
                </a:lnTo>
                <a:lnTo>
                  <a:pt x="70307" y="681799"/>
                </a:lnTo>
                <a:lnTo>
                  <a:pt x="41732" y="644271"/>
                </a:lnTo>
                <a:lnTo>
                  <a:pt x="38112" y="621792"/>
                </a:lnTo>
                <a:lnTo>
                  <a:pt x="39509" y="608647"/>
                </a:lnTo>
                <a:lnTo>
                  <a:pt x="59448" y="576072"/>
                </a:lnTo>
                <a:lnTo>
                  <a:pt x="95237" y="558927"/>
                </a:lnTo>
                <a:lnTo>
                  <a:pt x="109740" y="557784"/>
                </a:lnTo>
                <a:lnTo>
                  <a:pt x="130860" y="559816"/>
                </a:lnTo>
                <a:lnTo>
                  <a:pt x="175958" y="576440"/>
                </a:lnTo>
                <a:lnTo>
                  <a:pt x="226517" y="611847"/>
                </a:lnTo>
                <a:lnTo>
                  <a:pt x="256806" y="638937"/>
                </a:lnTo>
                <a:lnTo>
                  <a:pt x="290525" y="672325"/>
                </a:lnTo>
                <a:lnTo>
                  <a:pt x="327672" y="711708"/>
                </a:lnTo>
                <a:lnTo>
                  <a:pt x="335292" y="711708"/>
                </a:lnTo>
                <a:lnTo>
                  <a:pt x="335292" y="519684"/>
                </a:lnTo>
                <a:close/>
              </a:path>
              <a:path extrusionOk="0" h="1359534" w="342900">
                <a:moveTo>
                  <a:pt x="341388" y="352044"/>
                </a:moveTo>
                <a:lnTo>
                  <a:pt x="340258" y="340360"/>
                </a:lnTo>
                <a:lnTo>
                  <a:pt x="337007" y="328231"/>
                </a:lnTo>
                <a:lnTo>
                  <a:pt x="331736" y="315836"/>
                </a:lnTo>
                <a:lnTo>
                  <a:pt x="327672" y="308660"/>
                </a:lnTo>
                <a:lnTo>
                  <a:pt x="327672" y="352044"/>
                </a:lnTo>
                <a:lnTo>
                  <a:pt x="325399" y="364909"/>
                </a:lnTo>
                <a:lnTo>
                  <a:pt x="292620" y="393192"/>
                </a:lnTo>
                <a:lnTo>
                  <a:pt x="243281" y="405574"/>
                </a:lnTo>
                <a:lnTo>
                  <a:pt x="181368" y="409956"/>
                </a:lnTo>
                <a:lnTo>
                  <a:pt x="159880" y="409435"/>
                </a:lnTo>
                <a:lnTo>
                  <a:pt x="117500" y="406107"/>
                </a:lnTo>
                <a:lnTo>
                  <a:pt x="75730" y="399846"/>
                </a:lnTo>
                <a:lnTo>
                  <a:pt x="32016" y="379476"/>
                </a:lnTo>
                <a:lnTo>
                  <a:pt x="16776" y="350520"/>
                </a:lnTo>
                <a:lnTo>
                  <a:pt x="17348" y="343712"/>
                </a:lnTo>
                <a:lnTo>
                  <a:pt x="41160" y="313563"/>
                </a:lnTo>
                <a:lnTo>
                  <a:pt x="85204" y="298399"/>
                </a:lnTo>
                <a:lnTo>
                  <a:pt x="131978" y="293204"/>
                </a:lnTo>
                <a:lnTo>
                  <a:pt x="158508" y="292608"/>
                </a:lnTo>
                <a:lnTo>
                  <a:pt x="194868" y="293204"/>
                </a:lnTo>
                <a:lnTo>
                  <a:pt x="253873" y="298399"/>
                </a:lnTo>
                <a:lnTo>
                  <a:pt x="301193" y="312229"/>
                </a:lnTo>
                <a:lnTo>
                  <a:pt x="327075" y="345186"/>
                </a:lnTo>
                <a:lnTo>
                  <a:pt x="327672" y="352044"/>
                </a:lnTo>
                <a:lnTo>
                  <a:pt x="327672" y="308660"/>
                </a:lnTo>
                <a:lnTo>
                  <a:pt x="324624" y="303276"/>
                </a:lnTo>
                <a:lnTo>
                  <a:pt x="315239" y="292608"/>
                </a:lnTo>
                <a:lnTo>
                  <a:pt x="314071" y="291274"/>
                </a:lnTo>
                <a:lnTo>
                  <a:pt x="266712" y="262128"/>
                </a:lnTo>
                <a:lnTo>
                  <a:pt x="221945" y="250507"/>
                </a:lnTo>
                <a:lnTo>
                  <a:pt x="169176" y="246888"/>
                </a:lnTo>
                <a:lnTo>
                  <a:pt x="130949" y="249174"/>
                </a:lnTo>
                <a:lnTo>
                  <a:pt x="66509" y="267462"/>
                </a:lnTo>
                <a:lnTo>
                  <a:pt x="24028" y="298665"/>
                </a:lnTo>
                <a:lnTo>
                  <a:pt x="4076" y="331901"/>
                </a:lnTo>
                <a:lnTo>
                  <a:pt x="1536" y="350520"/>
                </a:lnTo>
                <a:lnTo>
                  <a:pt x="2654" y="361721"/>
                </a:lnTo>
                <a:lnTo>
                  <a:pt x="29083" y="407631"/>
                </a:lnTo>
                <a:lnTo>
                  <a:pt x="77736" y="438912"/>
                </a:lnTo>
                <a:lnTo>
                  <a:pt x="122313" y="451294"/>
                </a:lnTo>
                <a:lnTo>
                  <a:pt x="173748" y="455676"/>
                </a:lnTo>
                <a:lnTo>
                  <a:pt x="205727" y="453986"/>
                </a:lnTo>
                <a:lnTo>
                  <a:pt x="262255" y="440893"/>
                </a:lnTo>
                <a:lnTo>
                  <a:pt x="310527" y="412915"/>
                </a:lnTo>
                <a:lnTo>
                  <a:pt x="313245" y="409956"/>
                </a:lnTo>
                <a:lnTo>
                  <a:pt x="327672" y="394335"/>
                </a:lnTo>
                <a:lnTo>
                  <a:pt x="337959" y="374053"/>
                </a:lnTo>
                <a:lnTo>
                  <a:pt x="341388" y="352044"/>
                </a:lnTo>
                <a:close/>
              </a:path>
              <a:path extrusionOk="0" h="1359534" w="342900">
                <a:moveTo>
                  <a:pt x="341388" y="105156"/>
                </a:moveTo>
                <a:lnTo>
                  <a:pt x="340258" y="93472"/>
                </a:lnTo>
                <a:lnTo>
                  <a:pt x="337007" y="81343"/>
                </a:lnTo>
                <a:lnTo>
                  <a:pt x="331736" y="68948"/>
                </a:lnTo>
                <a:lnTo>
                  <a:pt x="327672" y="61772"/>
                </a:lnTo>
                <a:lnTo>
                  <a:pt x="327672" y="105156"/>
                </a:lnTo>
                <a:lnTo>
                  <a:pt x="325399" y="118021"/>
                </a:lnTo>
                <a:lnTo>
                  <a:pt x="292620" y="146304"/>
                </a:lnTo>
                <a:lnTo>
                  <a:pt x="243281" y="158686"/>
                </a:lnTo>
                <a:lnTo>
                  <a:pt x="181368" y="163068"/>
                </a:lnTo>
                <a:lnTo>
                  <a:pt x="159880" y="162547"/>
                </a:lnTo>
                <a:lnTo>
                  <a:pt x="117500" y="159219"/>
                </a:lnTo>
                <a:lnTo>
                  <a:pt x="75730" y="152958"/>
                </a:lnTo>
                <a:lnTo>
                  <a:pt x="32016" y="132588"/>
                </a:lnTo>
                <a:lnTo>
                  <a:pt x="16776" y="103632"/>
                </a:lnTo>
                <a:lnTo>
                  <a:pt x="17348" y="96824"/>
                </a:lnTo>
                <a:lnTo>
                  <a:pt x="41160" y="66675"/>
                </a:lnTo>
                <a:lnTo>
                  <a:pt x="85204" y="51511"/>
                </a:lnTo>
                <a:lnTo>
                  <a:pt x="131978" y="46316"/>
                </a:lnTo>
                <a:lnTo>
                  <a:pt x="158508" y="45720"/>
                </a:lnTo>
                <a:lnTo>
                  <a:pt x="194868" y="46316"/>
                </a:lnTo>
                <a:lnTo>
                  <a:pt x="253873" y="51511"/>
                </a:lnTo>
                <a:lnTo>
                  <a:pt x="301193" y="65341"/>
                </a:lnTo>
                <a:lnTo>
                  <a:pt x="327075" y="98298"/>
                </a:lnTo>
                <a:lnTo>
                  <a:pt x="327672" y="105156"/>
                </a:lnTo>
                <a:lnTo>
                  <a:pt x="327672" y="61772"/>
                </a:lnTo>
                <a:lnTo>
                  <a:pt x="324624" y="56388"/>
                </a:lnTo>
                <a:lnTo>
                  <a:pt x="315239" y="45720"/>
                </a:lnTo>
                <a:lnTo>
                  <a:pt x="314071" y="44386"/>
                </a:lnTo>
                <a:lnTo>
                  <a:pt x="266712" y="15240"/>
                </a:lnTo>
                <a:lnTo>
                  <a:pt x="221945" y="3619"/>
                </a:lnTo>
                <a:lnTo>
                  <a:pt x="169176" y="0"/>
                </a:lnTo>
                <a:lnTo>
                  <a:pt x="130949" y="2286"/>
                </a:lnTo>
                <a:lnTo>
                  <a:pt x="66509" y="20574"/>
                </a:lnTo>
                <a:lnTo>
                  <a:pt x="24028" y="51777"/>
                </a:lnTo>
                <a:lnTo>
                  <a:pt x="4076" y="85013"/>
                </a:lnTo>
                <a:lnTo>
                  <a:pt x="1536" y="103632"/>
                </a:lnTo>
                <a:lnTo>
                  <a:pt x="2654" y="114833"/>
                </a:lnTo>
                <a:lnTo>
                  <a:pt x="29083" y="160959"/>
                </a:lnTo>
                <a:lnTo>
                  <a:pt x="77736" y="192024"/>
                </a:lnTo>
                <a:lnTo>
                  <a:pt x="122313" y="204406"/>
                </a:lnTo>
                <a:lnTo>
                  <a:pt x="173748" y="208788"/>
                </a:lnTo>
                <a:lnTo>
                  <a:pt x="205727" y="207098"/>
                </a:lnTo>
                <a:lnTo>
                  <a:pt x="262255" y="194005"/>
                </a:lnTo>
                <a:lnTo>
                  <a:pt x="310527" y="166027"/>
                </a:lnTo>
                <a:lnTo>
                  <a:pt x="313245" y="163068"/>
                </a:lnTo>
                <a:lnTo>
                  <a:pt x="327672" y="147447"/>
                </a:lnTo>
                <a:lnTo>
                  <a:pt x="337959" y="127165"/>
                </a:lnTo>
                <a:lnTo>
                  <a:pt x="341388" y="105156"/>
                </a:lnTo>
                <a:close/>
              </a:path>
              <a:path extrusionOk="0" h="1359534" w="342900">
                <a:moveTo>
                  <a:pt x="342900" y="1179576"/>
                </a:moveTo>
                <a:lnTo>
                  <a:pt x="339686" y="1134148"/>
                </a:lnTo>
                <a:lnTo>
                  <a:pt x="327850" y="1093279"/>
                </a:lnTo>
                <a:lnTo>
                  <a:pt x="315468" y="1065276"/>
                </a:lnTo>
                <a:lnTo>
                  <a:pt x="214884" y="1065276"/>
                </a:lnTo>
                <a:lnTo>
                  <a:pt x="202311" y="1064996"/>
                </a:lnTo>
                <a:lnTo>
                  <a:pt x="165455" y="1043355"/>
                </a:lnTo>
                <a:lnTo>
                  <a:pt x="164592" y="1034796"/>
                </a:lnTo>
                <a:lnTo>
                  <a:pt x="164592" y="1027176"/>
                </a:lnTo>
                <a:lnTo>
                  <a:pt x="156972" y="1027176"/>
                </a:lnTo>
                <a:lnTo>
                  <a:pt x="156972" y="1153668"/>
                </a:lnTo>
                <a:lnTo>
                  <a:pt x="164592" y="1153668"/>
                </a:lnTo>
                <a:lnTo>
                  <a:pt x="164884" y="1145095"/>
                </a:lnTo>
                <a:lnTo>
                  <a:pt x="165735" y="1137666"/>
                </a:lnTo>
                <a:lnTo>
                  <a:pt x="194119" y="1112139"/>
                </a:lnTo>
                <a:lnTo>
                  <a:pt x="309372" y="1110996"/>
                </a:lnTo>
                <a:lnTo>
                  <a:pt x="323570" y="1152791"/>
                </a:lnTo>
                <a:lnTo>
                  <a:pt x="326136" y="1179576"/>
                </a:lnTo>
                <a:lnTo>
                  <a:pt x="325018" y="1194650"/>
                </a:lnTo>
                <a:lnTo>
                  <a:pt x="309372" y="1239012"/>
                </a:lnTo>
                <a:lnTo>
                  <a:pt x="269735" y="1277810"/>
                </a:lnTo>
                <a:lnTo>
                  <a:pt x="231698" y="1295552"/>
                </a:lnTo>
                <a:lnTo>
                  <a:pt x="189318" y="1303642"/>
                </a:lnTo>
                <a:lnTo>
                  <a:pt x="166116" y="1304544"/>
                </a:lnTo>
                <a:lnTo>
                  <a:pt x="138430" y="1303070"/>
                </a:lnTo>
                <a:lnTo>
                  <a:pt x="88760" y="1290408"/>
                </a:lnTo>
                <a:lnTo>
                  <a:pt x="45059" y="1260665"/>
                </a:lnTo>
                <a:lnTo>
                  <a:pt x="19913" y="1213281"/>
                </a:lnTo>
                <a:lnTo>
                  <a:pt x="16764" y="1184148"/>
                </a:lnTo>
                <a:lnTo>
                  <a:pt x="18719" y="1162418"/>
                </a:lnTo>
                <a:lnTo>
                  <a:pt x="33489" y="1125220"/>
                </a:lnTo>
                <a:lnTo>
                  <a:pt x="70104" y="1090993"/>
                </a:lnTo>
                <a:lnTo>
                  <a:pt x="103632" y="1075944"/>
                </a:lnTo>
                <a:lnTo>
                  <a:pt x="103632" y="1068324"/>
                </a:lnTo>
                <a:lnTo>
                  <a:pt x="0" y="1075944"/>
                </a:lnTo>
                <a:lnTo>
                  <a:pt x="0" y="1083564"/>
                </a:lnTo>
                <a:lnTo>
                  <a:pt x="7620" y="1085088"/>
                </a:lnTo>
                <a:lnTo>
                  <a:pt x="12192" y="1086612"/>
                </a:lnTo>
                <a:lnTo>
                  <a:pt x="15240" y="1088136"/>
                </a:lnTo>
                <a:lnTo>
                  <a:pt x="18288" y="1091184"/>
                </a:lnTo>
                <a:lnTo>
                  <a:pt x="18288" y="1098804"/>
                </a:lnTo>
                <a:lnTo>
                  <a:pt x="16764" y="1104900"/>
                </a:lnTo>
                <a:lnTo>
                  <a:pt x="13716" y="1114044"/>
                </a:lnTo>
                <a:lnTo>
                  <a:pt x="4724" y="1147483"/>
                </a:lnTo>
                <a:lnTo>
                  <a:pt x="0" y="1187196"/>
                </a:lnTo>
                <a:lnTo>
                  <a:pt x="1409" y="1211249"/>
                </a:lnTo>
                <a:lnTo>
                  <a:pt x="12217" y="1253642"/>
                </a:lnTo>
                <a:lnTo>
                  <a:pt x="35344" y="1292885"/>
                </a:lnTo>
                <a:lnTo>
                  <a:pt x="71920" y="1326121"/>
                </a:lnTo>
                <a:lnTo>
                  <a:pt x="114211" y="1348486"/>
                </a:lnTo>
                <a:lnTo>
                  <a:pt x="155359" y="1358252"/>
                </a:lnTo>
                <a:lnTo>
                  <a:pt x="176784" y="1359408"/>
                </a:lnTo>
                <a:lnTo>
                  <a:pt x="205651" y="1357122"/>
                </a:lnTo>
                <a:lnTo>
                  <a:pt x="258229" y="1338834"/>
                </a:lnTo>
                <a:lnTo>
                  <a:pt x="308825" y="1295958"/>
                </a:lnTo>
                <a:lnTo>
                  <a:pt x="339166" y="1224470"/>
                </a:lnTo>
                <a:lnTo>
                  <a:pt x="342900" y="117957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46" name="Google Shape;2346;p37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940308" y="4024883"/>
            <a:ext cx="448056" cy="17510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347" name="Google Shape;2347;p37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940308" y="1751075"/>
            <a:ext cx="448025" cy="21290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48" name="Google Shape;2348;p37"/>
          <p:cNvGrpSpPr/>
          <p:nvPr/>
        </p:nvGrpSpPr>
        <p:grpSpPr>
          <a:xfrm>
            <a:off x="1533131" y="4824984"/>
            <a:ext cx="350532" cy="875030"/>
            <a:chOff x="1533131" y="4824984"/>
            <a:chExt cx="350532" cy="875030"/>
          </a:xfrm>
        </p:grpSpPr>
        <p:sp>
          <p:nvSpPr>
            <p:cNvPr id="2349" name="Google Shape;2349;p37"/>
            <p:cNvSpPr/>
            <p:nvPr/>
          </p:nvSpPr>
          <p:spPr>
            <a:xfrm>
              <a:off x="1548383" y="5350764"/>
              <a:ext cx="335280" cy="349250"/>
            </a:xfrm>
            <a:custGeom>
              <a:rect b="b" l="l" r="r" t="t"/>
              <a:pathLst>
                <a:path extrusionOk="0" h="349250" w="335280">
                  <a:moveTo>
                    <a:pt x="7619" y="348996"/>
                  </a:moveTo>
                  <a:lnTo>
                    <a:pt x="0" y="348996"/>
                  </a:lnTo>
                  <a:lnTo>
                    <a:pt x="0" y="208788"/>
                  </a:lnTo>
                  <a:lnTo>
                    <a:pt x="7619" y="208788"/>
                  </a:lnTo>
                  <a:lnTo>
                    <a:pt x="7619" y="222504"/>
                  </a:lnTo>
                  <a:lnTo>
                    <a:pt x="8477" y="231314"/>
                  </a:lnTo>
                  <a:lnTo>
                    <a:pt x="45338" y="255746"/>
                  </a:lnTo>
                  <a:lnTo>
                    <a:pt x="57911" y="256032"/>
                  </a:lnTo>
                  <a:lnTo>
                    <a:pt x="210859" y="255984"/>
                  </a:lnTo>
                  <a:lnTo>
                    <a:pt x="256460" y="251293"/>
                  </a:lnTo>
                  <a:lnTo>
                    <a:pt x="296036" y="229362"/>
                  </a:lnTo>
                  <a:lnTo>
                    <a:pt x="312420" y="194310"/>
                  </a:lnTo>
                  <a:lnTo>
                    <a:pt x="313943" y="170688"/>
                  </a:lnTo>
                  <a:lnTo>
                    <a:pt x="313086" y="155209"/>
                  </a:lnTo>
                  <a:lnTo>
                    <a:pt x="300227" y="112776"/>
                  </a:lnTo>
                  <a:lnTo>
                    <a:pt x="265176" y="79248"/>
                  </a:lnTo>
                  <a:lnTo>
                    <a:pt x="214812" y="69389"/>
                  </a:lnTo>
                  <a:lnTo>
                    <a:pt x="190500" y="68580"/>
                  </a:lnTo>
                  <a:lnTo>
                    <a:pt x="57911" y="68580"/>
                  </a:lnTo>
                  <a:lnTo>
                    <a:pt x="19811" y="76200"/>
                  </a:lnTo>
                  <a:lnTo>
                    <a:pt x="7619" y="103632"/>
                  </a:lnTo>
                  <a:lnTo>
                    <a:pt x="7619" y="115824"/>
                  </a:lnTo>
                  <a:lnTo>
                    <a:pt x="0" y="115824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3716"/>
                  </a:lnTo>
                  <a:lnTo>
                    <a:pt x="8739" y="22526"/>
                  </a:lnTo>
                  <a:lnTo>
                    <a:pt x="46243" y="46958"/>
                  </a:lnTo>
                  <a:lnTo>
                    <a:pt x="57911" y="47244"/>
                  </a:lnTo>
                  <a:lnTo>
                    <a:pt x="192024" y="47244"/>
                  </a:lnTo>
                  <a:lnTo>
                    <a:pt x="215741" y="48053"/>
                  </a:lnTo>
                  <a:lnTo>
                    <a:pt x="254603" y="53673"/>
                  </a:lnTo>
                  <a:lnTo>
                    <a:pt x="295084" y="72390"/>
                  </a:lnTo>
                  <a:lnTo>
                    <a:pt x="324992" y="112014"/>
                  </a:lnTo>
                  <a:lnTo>
                    <a:pt x="334137" y="150876"/>
                  </a:lnTo>
                  <a:lnTo>
                    <a:pt x="335280" y="173736"/>
                  </a:lnTo>
                  <a:lnTo>
                    <a:pt x="334137" y="199239"/>
                  </a:lnTo>
                  <a:lnTo>
                    <a:pt x="324992" y="239958"/>
                  </a:lnTo>
                  <a:lnTo>
                    <a:pt x="295275" y="279082"/>
                  </a:lnTo>
                  <a:lnTo>
                    <a:pt x="253888" y="297894"/>
                  </a:lnTo>
                  <a:lnTo>
                    <a:pt x="213979" y="301418"/>
                  </a:lnTo>
                  <a:lnTo>
                    <a:pt x="187451" y="301751"/>
                  </a:lnTo>
                  <a:lnTo>
                    <a:pt x="57911" y="301751"/>
                  </a:lnTo>
                  <a:lnTo>
                    <a:pt x="44219" y="302323"/>
                  </a:lnTo>
                  <a:lnTo>
                    <a:pt x="10667" y="321564"/>
                  </a:lnTo>
                  <a:lnTo>
                    <a:pt x="7619" y="336804"/>
                  </a:lnTo>
                  <a:lnTo>
                    <a:pt x="7619" y="34899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50" name="Google Shape;2350;p37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648967" y="5103875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51" name="Google Shape;2351;p37"/>
            <p:cNvSpPr/>
            <p:nvPr/>
          </p:nvSpPr>
          <p:spPr>
            <a:xfrm>
              <a:off x="1533131" y="4824984"/>
              <a:ext cx="346075" cy="259079"/>
            </a:xfrm>
            <a:custGeom>
              <a:rect b="b" l="l" r="r" t="t"/>
              <a:pathLst>
                <a:path extrusionOk="0" h="259079" w="346075">
                  <a:moveTo>
                    <a:pt x="48768" y="198120"/>
                  </a:moveTo>
                  <a:lnTo>
                    <a:pt x="47244" y="192024"/>
                  </a:lnTo>
                  <a:lnTo>
                    <a:pt x="38100" y="182880"/>
                  </a:lnTo>
                  <a:lnTo>
                    <a:pt x="32004" y="179832"/>
                  </a:lnTo>
                  <a:lnTo>
                    <a:pt x="18288" y="179832"/>
                  </a:lnTo>
                  <a:lnTo>
                    <a:pt x="12192" y="182880"/>
                  </a:lnTo>
                  <a:lnTo>
                    <a:pt x="3048" y="192024"/>
                  </a:lnTo>
                  <a:lnTo>
                    <a:pt x="0" y="198120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8288" y="228600"/>
                  </a:lnTo>
                  <a:lnTo>
                    <a:pt x="32004" y="228600"/>
                  </a:lnTo>
                  <a:lnTo>
                    <a:pt x="38100" y="227076"/>
                  </a:lnTo>
                  <a:lnTo>
                    <a:pt x="42672" y="222504"/>
                  </a:lnTo>
                  <a:lnTo>
                    <a:pt x="47244" y="216408"/>
                  </a:lnTo>
                  <a:lnTo>
                    <a:pt x="48768" y="211836"/>
                  </a:lnTo>
                  <a:lnTo>
                    <a:pt x="48768" y="198120"/>
                  </a:lnTo>
                  <a:close/>
                </a:path>
                <a:path extrusionOk="0" h="259079" w="346075">
                  <a:moveTo>
                    <a:pt x="342900" y="150876"/>
                  </a:moveTo>
                  <a:lnTo>
                    <a:pt x="335280" y="150876"/>
                  </a:lnTo>
                  <a:lnTo>
                    <a:pt x="335280" y="169164"/>
                  </a:lnTo>
                  <a:lnTo>
                    <a:pt x="332232" y="172212"/>
                  </a:lnTo>
                  <a:lnTo>
                    <a:pt x="330708" y="176784"/>
                  </a:lnTo>
                  <a:lnTo>
                    <a:pt x="326136" y="179832"/>
                  </a:lnTo>
                  <a:lnTo>
                    <a:pt x="321564" y="181356"/>
                  </a:lnTo>
                  <a:lnTo>
                    <a:pt x="317258" y="183121"/>
                  </a:lnTo>
                  <a:lnTo>
                    <a:pt x="311086" y="184023"/>
                  </a:lnTo>
                  <a:lnTo>
                    <a:pt x="302920" y="184365"/>
                  </a:lnTo>
                  <a:lnTo>
                    <a:pt x="115824" y="184365"/>
                  </a:lnTo>
                  <a:lnTo>
                    <a:pt x="115824" y="195072"/>
                  </a:lnTo>
                  <a:lnTo>
                    <a:pt x="143256" y="259080"/>
                  </a:lnTo>
                  <a:lnTo>
                    <a:pt x="150876" y="256032"/>
                  </a:lnTo>
                  <a:lnTo>
                    <a:pt x="149352" y="249936"/>
                  </a:lnTo>
                  <a:lnTo>
                    <a:pt x="147828" y="245364"/>
                  </a:lnTo>
                  <a:lnTo>
                    <a:pt x="147828" y="236220"/>
                  </a:lnTo>
                  <a:lnTo>
                    <a:pt x="149352" y="233172"/>
                  </a:lnTo>
                  <a:lnTo>
                    <a:pt x="150876" y="231648"/>
                  </a:lnTo>
                  <a:lnTo>
                    <a:pt x="152400" y="228600"/>
                  </a:lnTo>
                  <a:lnTo>
                    <a:pt x="156972" y="227076"/>
                  </a:lnTo>
                  <a:lnTo>
                    <a:pt x="161544" y="227076"/>
                  </a:lnTo>
                  <a:lnTo>
                    <a:pt x="168719" y="225958"/>
                  </a:lnTo>
                  <a:lnTo>
                    <a:pt x="178879" y="224980"/>
                  </a:lnTo>
                  <a:lnTo>
                    <a:pt x="192201" y="224294"/>
                  </a:lnTo>
                  <a:lnTo>
                    <a:pt x="208788" y="224028"/>
                  </a:lnTo>
                  <a:lnTo>
                    <a:pt x="292608" y="224028"/>
                  </a:lnTo>
                  <a:lnTo>
                    <a:pt x="330708" y="233172"/>
                  </a:lnTo>
                  <a:lnTo>
                    <a:pt x="332232" y="236220"/>
                  </a:lnTo>
                  <a:lnTo>
                    <a:pt x="335280" y="240792"/>
                  </a:lnTo>
                  <a:lnTo>
                    <a:pt x="335280" y="257556"/>
                  </a:lnTo>
                  <a:lnTo>
                    <a:pt x="342900" y="257556"/>
                  </a:lnTo>
                  <a:lnTo>
                    <a:pt x="342900" y="224028"/>
                  </a:lnTo>
                  <a:lnTo>
                    <a:pt x="342900" y="150876"/>
                  </a:lnTo>
                  <a:close/>
                </a:path>
                <a:path extrusionOk="0" h="259079" w="346075">
                  <a:moveTo>
                    <a:pt x="345960" y="56388"/>
                  </a:moveTo>
                  <a:lnTo>
                    <a:pt x="327190" y="16725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4812" y="12192"/>
                  </a:lnTo>
                  <a:lnTo>
                    <a:pt x="309384" y="16764"/>
                  </a:lnTo>
                  <a:lnTo>
                    <a:pt x="312432" y="21336"/>
                  </a:lnTo>
                  <a:lnTo>
                    <a:pt x="315480" y="27432"/>
                  </a:lnTo>
                  <a:lnTo>
                    <a:pt x="317004" y="32004"/>
                  </a:lnTo>
                  <a:lnTo>
                    <a:pt x="317004" y="44196"/>
                  </a:lnTo>
                  <a:lnTo>
                    <a:pt x="281952" y="60960"/>
                  </a:lnTo>
                  <a:lnTo>
                    <a:pt x="137172" y="60960"/>
                  </a:lnTo>
                  <a:lnTo>
                    <a:pt x="137172" y="9144"/>
                  </a:lnTo>
                  <a:lnTo>
                    <a:pt x="121932" y="9144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83832" y="82296"/>
                  </a:lnTo>
                  <a:lnTo>
                    <a:pt x="118859" y="115062"/>
                  </a:lnTo>
                  <a:lnTo>
                    <a:pt x="131076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8234" y="100063"/>
                  </a:lnTo>
                  <a:lnTo>
                    <a:pt x="336816" y="85344"/>
                  </a:lnTo>
                  <a:lnTo>
                    <a:pt x="339864" y="79248"/>
                  </a:lnTo>
                  <a:lnTo>
                    <a:pt x="344436" y="71628"/>
                  </a:lnTo>
                  <a:lnTo>
                    <a:pt x="345960" y="64008"/>
                  </a:lnTo>
                  <a:lnTo>
                    <a:pt x="345960" y="563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52" name="Google Shape;2352;p37"/>
          <p:cNvSpPr/>
          <p:nvPr/>
        </p:nvSpPr>
        <p:spPr>
          <a:xfrm>
            <a:off x="2077211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3716"/>
                </a:lnTo>
                <a:lnTo>
                  <a:pt x="9143" y="9144"/>
                </a:lnTo>
                <a:lnTo>
                  <a:pt x="15239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1815" y="9144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53" name="Google Shape;2353;p37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016251" y="8435340"/>
            <a:ext cx="175260" cy="422148"/>
          </a:xfrm>
          <a:prstGeom prst="rect">
            <a:avLst/>
          </a:prstGeom>
          <a:noFill/>
          <a:ln>
            <a:noFill/>
          </a:ln>
        </p:spPr>
      </p:pic>
      <p:pic>
        <p:nvPicPr>
          <p:cNvPr id="2354" name="Google Shape;2354;p37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020824" y="7874507"/>
            <a:ext cx="170688" cy="481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2355" name="Google Shape;2355;p37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016251" y="6992111"/>
            <a:ext cx="175260" cy="804672"/>
          </a:xfrm>
          <a:prstGeom prst="rect">
            <a:avLst/>
          </a:prstGeom>
          <a:noFill/>
          <a:ln>
            <a:noFill/>
          </a:ln>
        </p:spPr>
      </p:pic>
      <p:pic>
        <p:nvPicPr>
          <p:cNvPr id="2356" name="Google Shape;2356;p37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020823" y="6830568"/>
            <a:ext cx="167640" cy="655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57" name="Google Shape;2357;p37"/>
          <p:cNvGrpSpPr/>
          <p:nvPr/>
        </p:nvGrpSpPr>
        <p:grpSpPr>
          <a:xfrm>
            <a:off x="2020823" y="6624828"/>
            <a:ext cx="171196" cy="160528"/>
            <a:chOff x="2020823" y="6624828"/>
            <a:chExt cx="171196" cy="160528"/>
          </a:xfrm>
        </p:grpSpPr>
        <p:sp>
          <p:nvSpPr>
            <p:cNvPr id="2358" name="Google Shape;2358;p37"/>
            <p:cNvSpPr/>
            <p:nvPr/>
          </p:nvSpPr>
          <p:spPr>
            <a:xfrm>
              <a:off x="2164079" y="6757416"/>
              <a:ext cx="27940" cy="27940"/>
            </a:xfrm>
            <a:custGeom>
              <a:rect b="b" l="l" r="r" t="t"/>
              <a:pathLst>
                <a:path extrusionOk="0" h="27940" w="27939">
                  <a:moveTo>
                    <a:pt x="16764" y="27431"/>
                  </a:moveTo>
                  <a:lnTo>
                    <a:pt x="9144" y="27431"/>
                  </a:lnTo>
                  <a:lnTo>
                    <a:pt x="6096" y="25907"/>
                  </a:lnTo>
                  <a:lnTo>
                    <a:pt x="3048" y="22859"/>
                  </a:lnTo>
                  <a:lnTo>
                    <a:pt x="0" y="16763"/>
                  </a:lnTo>
                  <a:lnTo>
                    <a:pt x="0" y="9143"/>
                  </a:lnTo>
                  <a:lnTo>
                    <a:pt x="3048" y="3047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2860" y="3047"/>
                  </a:lnTo>
                  <a:lnTo>
                    <a:pt x="25908" y="6095"/>
                  </a:lnTo>
                  <a:lnTo>
                    <a:pt x="27432" y="9143"/>
                  </a:lnTo>
                  <a:lnTo>
                    <a:pt x="27432" y="16763"/>
                  </a:lnTo>
                  <a:lnTo>
                    <a:pt x="25908" y="19811"/>
                  </a:lnTo>
                  <a:lnTo>
                    <a:pt x="19812" y="25907"/>
                  </a:lnTo>
                  <a:lnTo>
                    <a:pt x="16764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59" name="Google Shape;2359;p37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020823" y="6624828"/>
              <a:ext cx="167640" cy="10972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360" name="Google Shape;2360;p37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016251" y="4788408"/>
            <a:ext cx="175260" cy="1764792"/>
          </a:xfrm>
          <a:prstGeom prst="rect">
            <a:avLst/>
          </a:prstGeom>
          <a:noFill/>
          <a:ln>
            <a:noFill/>
          </a:ln>
        </p:spPr>
      </p:pic>
      <p:sp>
        <p:nvSpPr>
          <p:cNvPr id="2361" name="Google Shape;2361;p37"/>
          <p:cNvSpPr/>
          <p:nvPr/>
        </p:nvSpPr>
        <p:spPr>
          <a:xfrm>
            <a:off x="2432304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3716"/>
                </a:lnTo>
                <a:lnTo>
                  <a:pt x="9143" y="9144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1815" y="9144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62" name="Google Shape;2362;p37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371344" y="8435340"/>
            <a:ext cx="175259" cy="4221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63" name="Google Shape;2363;p37"/>
          <p:cNvGrpSpPr/>
          <p:nvPr/>
        </p:nvGrpSpPr>
        <p:grpSpPr>
          <a:xfrm>
            <a:off x="2429255" y="7949184"/>
            <a:ext cx="117348" cy="416051"/>
            <a:chOff x="2429255" y="7949184"/>
            <a:chExt cx="117348" cy="416051"/>
          </a:xfrm>
        </p:grpSpPr>
        <p:pic>
          <p:nvPicPr>
            <p:cNvPr id="2364" name="Google Shape;2364;p37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429255" y="8043672"/>
              <a:ext cx="117348" cy="3215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65" name="Google Shape;2365;p37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429255" y="7949184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366" name="Google Shape;2366;p37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429255" y="7766303"/>
            <a:ext cx="117348" cy="1021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67" name="Google Shape;2367;p37"/>
          <p:cNvGrpSpPr/>
          <p:nvPr/>
        </p:nvGrpSpPr>
        <p:grpSpPr>
          <a:xfrm>
            <a:off x="2375916" y="7478268"/>
            <a:ext cx="170688" cy="219456"/>
            <a:chOff x="2375916" y="7478268"/>
            <a:chExt cx="170688" cy="219456"/>
          </a:xfrm>
        </p:grpSpPr>
        <p:pic>
          <p:nvPicPr>
            <p:cNvPr id="2368" name="Google Shape;2368;p37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375916" y="7594092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69" name="Google Shape;2369;p37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378963" y="7478268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370" name="Google Shape;2370;p37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429255" y="7088123"/>
            <a:ext cx="114300" cy="3093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71" name="Google Shape;2371;p37"/>
          <p:cNvGrpSpPr/>
          <p:nvPr/>
        </p:nvGrpSpPr>
        <p:grpSpPr>
          <a:xfrm>
            <a:off x="2375903" y="6335267"/>
            <a:ext cx="170815" cy="676784"/>
            <a:chOff x="2375903" y="6335267"/>
            <a:chExt cx="170815" cy="676784"/>
          </a:xfrm>
        </p:grpSpPr>
        <p:sp>
          <p:nvSpPr>
            <p:cNvPr id="2372" name="Google Shape;2372;p37"/>
            <p:cNvSpPr/>
            <p:nvPr/>
          </p:nvSpPr>
          <p:spPr>
            <a:xfrm>
              <a:off x="2375903" y="6467856"/>
              <a:ext cx="170815" cy="544195"/>
            </a:xfrm>
            <a:custGeom>
              <a:rect b="b" l="l" r="r" t="t"/>
              <a:pathLst>
                <a:path extrusionOk="0" h="544195" w="170814">
                  <a:moveTo>
                    <a:pt x="167652" y="176784"/>
                  </a:moveTo>
                  <a:lnTo>
                    <a:pt x="164604" y="176784"/>
                  </a:lnTo>
                  <a:lnTo>
                    <a:pt x="164604" y="188976"/>
                  </a:lnTo>
                  <a:lnTo>
                    <a:pt x="163080" y="193548"/>
                  </a:lnTo>
                  <a:lnTo>
                    <a:pt x="160032" y="196596"/>
                  </a:lnTo>
                  <a:lnTo>
                    <a:pt x="156984" y="198120"/>
                  </a:lnTo>
                  <a:lnTo>
                    <a:pt x="149364" y="199644"/>
                  </a:lnTo>
                  <a:lnTo>
                    <a:pt x="22872" y="199644"/>
                  </a:lnTo>
                  <a:lnTo>
                    <a:pt x="16776" y="198120"/>
                  </a:lnTo>
                  <a:lnTo>
                    <a:pt x="13728" y="196596"/>
                  </a:lnTo>
                  <a:lnTo>
                    <a:pt x="9156" y="193548"/>
                  </a:lnTo>
                  <a:lnTo>
                    <a:pt x="6108" y="188976"/>
                  </a:lnTo>
                  <a:lnTo>
                    <a:pt x="6108" y="176784"/>
                  </a:lnTo>
                  <a:lnTo>
                    <a:pt x="3060" y="176784"/>
                  </a:lnTo>
                  <a:lnTo>
                    <a:pt x="3060" y="222504"/>
                  </a:lnTo>
                  <a:lnTo>
                    <a:pt x="131076" y="281940"/>
                  </a:lnTo>
                  <a:lnTo>
                    <a:pt x="3060" y="339852"/>
                  </a:lnTo>
                  <a:lnTo>
                    <a:pt x="3060" y="387096"/>
                  </a:lnTo>
                  <a:lnTo>
                    <a:pt x="6108" y="387096"/>
                  </a:lnTo>
                  <a:lnTo>
                    <a:pt x="6108" y="381000"/>
                  </a:lnTo>
                  <a:lnTo>
                    <a:pt x="7632" y="376428"/>
                  </a:lnTo>
                  <a:lnTo>
                    <a:pt x="12204" y="367284"/>
                  </a:lnTo>
                  <a:lnTo>
                    <a:pt x="15252" y="367284"/>
                  </a:lnTo>
                  <a:lnTo>
                    <a:pt x="18300" y="365760"/>
                  </a:lnTo>
                  <a:lnTo>
                    <a:pt x="24396" y="364236"/>
                  </a:lnTo>
                  <a:lnTo>
                    <a:pt x="149364" y="364236"/>
                  </a:lnTo>
                  <a:lnTo>
                    <a:pt x="155460" y="365760"/>
                  </a:lnTo>
                  <a:lnTo>
                    <a:pt x="158508" y="367284"/>
                  </a:lnTo>
                  <a:lnTo>
                    <a:pt x="163080" y="370332"/>
                  </a:lnTo>
                  <a:lnTo>
                    <a:pt x="164604" y="374904"/>
                  </a:lnTo>
                  <a:lnTo>
                    <a:pt x="164604" y="387096"/>
                  </a:lnTo>
                  <a:lnTo>
                    <a:pt x="167652" y="387096"/>
                  </a:lnTo>
                  <a:lnTo>
                    <a:pt x="167652" y="330708"/>
                  </a:lnTo>
                  <a:lnTo>
                    <a:pt x="164604" y="330708"/>
                  </a:lnTo>
                  <a:lnTo>
                    <a:pt x="164604" y="342900"/>
                  </a:lnTo>
                  <a:lnTo>
                    <a:pt x="163080" y="347472"/>
                  </a:lnTo>
                  <a:lnTo>
                    <a:pt x="160032" y="350520"/>
                  </a:lnTo>
                  <a:lnTo>
                    <a:pt x="156984" y="352044"/>
                  </a:lnTo>
                  <a:lnTo>
                    <a:pt x="149364" y="353568"/>
                  </a:lnTo>
                  <a:lnTo>
                    <a:pt x="28968" y="353568"/>
                  </a:lnTo>
                  <a:lnTo>
                    <a:pt x="167652" y="289560"/>
                  </a:lnTo>
                  <a:lnTo>
                    <a:pt x="167652" y="286512"/>
                  </a:lnTo>
                  <a:lnTo>
                    <a:pt x="28968" y="222504"/>
                  </a:lnTo>
                  <a:lnTo>
                    <a:pt x="149364" y="222504"/>
                  </a:lnTo>
                  <a:lnTo>
                    <a:pt x="164604" y="245364"/>
                  </a:lnTo>
                  <a:lnTo>
                    <a:pt x="167652" y="245364"/>
                  </a:lnTo>
                  <a:lnTo>
                    <a:pt x="167652" y="176784"/>
                  </a:lnTo>
                  <a:close/>
                </a:path>
                <a:path extrusionOk="0" h="544195" w="170814">
                  <a:moveTo>
                    <a:pt x="170688" y="80772"/>
                  </a:moveTo>
                  <a:lnTo>
                    <a:pt x="169240" y="65112"/>
                  </a:lnTo>
                  <a:lnTo>
                    <a:pt x="164782" y="50292"/>
                  </a:lnTo>
                  <a:lnTo>
                    <a:pt x="163068" y="47218"/>
                  </a:lnTo>
                  <a:lnTo>
                    <a:pt x="163068" y="80772"/>
                  </a:lnTo>
                  <a:lnTo>
                    <a:pt x="162166" y="91401"/>
                  </a:lnTo>
                  <a:lnTo>
                    <a:pt x="162090" y="91630"/>
                  </a:lnTo>
                  <a:lnTo>
                    <a:pt x="159258" y="100584"/>
                  </a:lnTo>
                  <a:lnTo>
                    <a:pt x="154076" y="108635"/>
                  </a:lnTo>
                  <a:lnTo>
                    <a:pt x="120205" y="128778"/>
                  </a:lnTo>
                  <a:lnTo>
                    <a:pt x="83820" y="132588"/>
                  </a:lnTo>
                  <a:lnTo>
                    <a:pt x="65049" y="131686"/>
                  </a:lnTo>
                  <a:lnTo>
                    <a:pt x="65405" y="131686"/>
                  </a:lnTo>
                  <a:lnTo>
                    <a:pt x="49530" y="128968"/>
                  </a:lnTo>
                  <a:lnTo>
                    <a:pt x="12001" y="101346"/>
                  </a:lnTo>
                  <a:lnTo>
                    <a:pt x="7620" y="80772"/>
                  </a:lnTo>
                  <a:lnTo>
                    <a:pt x="8750" y="69900"/>
                  </a:lnTo>
                  <a:lnTo>
                    <a:pt x="12001" y="60198"/>
                  </a:lnTo>
                  <a:lnTo>
                    <a:pt x="12128" y="60007"/>
                  </a:lnTo>
                  <a:lnTo>
                    <a:pt x="17272" y="51625"/>
                  </a:lnTo>
                  <a:lnTo>
                    <a:pt x="24384" y="44196"/>
                  </a:lnTo>
                  <a:lnTo>
                    <a:pt x="36106" y="37084"/>
                  </a:lnTo>
                  <a:lnTo>
                    <a:pt x="50673" y="31813"/>
                  </a:lnTo>
                  <a:lnTo>
                    <a:pt x="68237" y="28536"/>
                  </a:lnTo>
                  <a:lnTo>
                    <a:pt x="68541" y="28536"/>
                  </a:lnTo>
                  <a:lnTo>
                    <a:pt x="88392" y="27432"/>
                  </a:lnTo>
                  <a:lnTo>
                    <a:pt x="134353" y="36385"/>
                  </a:lnTo>
                  <a:lnTo>
                    <a:pt x="161925" y="69900"/>
                  </a:lnTo>
                  <a:lnTo>
                    <a:pt x="163068" y="80772"/>
                  </a:lnTo>
                  <a:lnTo>
                    <a:pt x="163068" y="47218"/>
                  </a:lnTo>
                  <a:lnTo>
                    <a:pt x="133146" y="14147"/>
                  </a:lnTo>
                  <a:lnTo>
                    <a:pt x="85344" y="0"/>
                  </a:lnTo>
                  <a:lnTo>
                    <a:pt x="67894" y="1676"/>
                  </a:lnTo>
                  <a:lnTo>
                    <a:pt x="24384" y="24384"/>
                  </a:lnTo>
                  <a:lnTo>
                    <a:pt x="1676" y="63817"/>
                  </a:lnTo>
                  <a:lnTo>
                    <a:pt x="0" y="79248"/>
                  </a:lnTo>
                  <a:lnTo>
                    <a:pt x="1409" y="94678"/>
                  </a:lnTo>
                  <a:lnTo>
                    <a:pt x="21336" y="134112"/>
                  </a:lnTo>
                  <a:lnTo>
                    <a:pt x="66776" y="158546"/>
                  </a:lnTo>
                  <a:lnTo>
                    <a:pt x="85344" y="160020"/>
                  </a:lnTo>
                  <a:lnTo>
                    <a:pt x="103632" y="158546"/>
                  </a:lnTo>
                  <a:lnTo>
                    <a:pt x="103225" y="158546"/>
                  </a:lnTo>
                  <a:lnTo>
                    <a:pt x="119443" y="154305"/>
                  </a:lnTo>
                  <a:lnTo>
                    <a:pt x="151638" y="132588"/>
                  </a:lnTo>
                  <a:lnTo>
                    <a:pt x="169265" y="97091"/>
                  </a:lnTo>
                  <a:lnTo>
                    <a:pt x="170688" y="80772"/>
                  </a:lnTo>
                  <a:close/>
                </a:path>
                <a:path extrusionOk="0" h="544195" w="170814">
                  <a:moveTo>
                    <a:pt x="170700" y="464820"/>
                  </a:moveTo>
                  <a:lnTo>
                    <a:pt x="161556" y="426720"/>
                  </a:lnTo>
                  <a:lnTo>
                    <a:pt x="129552" y="397764"/>
                  </a:lnTo>
                  <a:lnTo>
                    <a:pt x="128028" y="402336"/>
                  </a:lnTo>
                  <a:lnTo>
                    <a:pt x="137210" y="409181"/>
                  </a:lnTo>
                  <a:lnTo>
                    <a:pt x="144411" y="415861"/>
                  </a:lnTo>
                  <a:lnTo>
                    <a:pt x="160032" y="455676"/>
                  </a:lnTo>
                  <a:lnTo>
                    <a:pt x="159461" y="464566"/>
                  </a:lnTo>
                  <a:lnTo>
                    <a:pt x="140982" y="501586"/>
                  </a:lnTo>
                  <a:lnTo>
                    <a:pt x="98640" y="516331"/>
                  </a:lnTo>
                  <a:lnTo>
                    <a:pt x="88404" y="516636"/>
                  </a:lnTo>
                  <a:lnTo>
                    <a:pt x="75260" y="516305"/>
                  </a:lnTo>
                  <a:lnTo>
                    <a:pt x="34124" y="505282"/>
                  </a:lnTo>
                  <a:lnTo>
                    <a:pt x="9918" y="475297"/>
                  </a:lnTo>
                  <a:lnTo>
                    <a:pt x="7632" y="460248"/>
                  </a:lnTo>
                  <a:lnTo>
                    <a:pt x="8458" y="450519"/>
                  </a:lnTo>
                  <a:lnTo>
                    <a:pt x="34683" y="414337"/>
                  </a:lnTo>
                  <a:lnTo>
                    <a:pt x="56400" y="405384"/>
                  </a:lnTo>
                  <a:lnTo>
                    <a:pt x="56400" y="402336"/>
                  </a:lnTo>
                  <a:lnTo>
                    <a:pt x="12" y="405384"/>
                  </a:lnTo>
                  <a:lnTo>
                    <a:pt x="12" y="408432"/>
                  </a:lnTo>
                  <a:lnTo>
                    <a:pt x="6108" y="411480"/>
                  </a:lnTo>
                  <a:lnTo>
                    <a:pt x="9156" y="414528"/>
                  </a:lnTo>
                  <a:lnTo>
                    <a:pt x="9156" y="422148"/>
                  </a:lnTo>
                  <a:lnTo>
                    <a:pt x="7632" y="426720"/>
                  </a:lnTo>
                  <a:lnTo>
                    <a:pt x="4508" y="434987"/>
                  </a:lnTo>
                  <a:lnTo>
                    <a:pt x="2108" y="443674"/>
                  </a:lnTo>
                  <a:lnTo>
                    <a:pt x="558" y="452653"/>
                  </a:lnTo>
                  <a:lnTo>
                    <a:pt x="12" y="461772"/>
                  </a:lnTo>
                  <a:lnTo>
                    <a:pt x="838" y="472922"/>
                  </a:lnTo>
                  <a:lnTo>
                    <a:pt x="18249" y="512406"/>
                  </a:lnTo>
                  <a:lnTo>
                    <a:pt x="53251" y="538289"/>
                  </a:lnTo>
                  <a:lnTo>
                    <a:pt x="88404" y="544068"/>
                  </a:lnTo>
                  <a:lnTo>
                    <a:pt x="102920" y="543166"/>
                  </a:lnTo>
                  <a:lnTo>
                    <a:pt x="140220" y="527304"/>
                  </a:lnTo>
                  <a:lnTo>
                    <a:pt x="168935" y="484238"/>
                  </a:lnTo>
                  <a:lnTo>
                    <a:pt x="170700" y="4648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73" name="Google Shape;2373;p37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375916" y="6335267"/>
              <a:ext cx="170687" cy="1066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374" name="Google Shape;2374;p37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371344" y="4340351"/>
            <a:ext cx="225551" cy="190957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75" name="Google Shape;2375;p37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376" name="Google Shape;2376;p37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77" name="Google Shape;2377;p37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378" name="Google Shape;2378;p37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379" name="Google Shape;2379;p37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80" name="Google Shape;2380;p37"/>
          <p:cNvGrpSpPr/>
          <p:nvPr/>
        </p:nvGrpSpPr>
        <p:grpSpPr>
          <a:xfrm>
            <a:off x="6655307" y="1764792"/>
            <a:ext cx="117349" cy="158496"/>
            <a:chOff x="6655307" y="1764792"/>
            <a:chExt cx="117349" cy="158496"/>
          </a:xfrm>
        </p:grpSpPr>
        <p:pic>
          <p:nvPicPr>
            <p:cNvPr id="2381" name="Google Shape;2381;p37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6655308" y="1847088"/>
              <a:ext cx="117348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82" name="Google Shape;2382;p37"/>
            <p:cNvSpPr/>
            <p:nvPr/>
          </p:nvSpPr>
          <p:spPr>
            <a:xfrm>
              <a:off x="6655307" y="1764792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1252" y="10667"/>
                  </a:lnTo>
                  <a:lnTo>
                    <a:pt x="112775" y="7619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383" name="Google Shape;2383;p37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731007" y="6035039"/>
            <a:ext cx="3191256" cy="30007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384" name="Google Shape;2384;p37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663951" y="1353312"/>
            <a:ext cx="3037332" cy="379171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88" name="Shape 2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9" name="Google Shape;2389;p38"/>
          <p:cNvGrpSpPr/>
          <p:nvPr/>
        </p:nvGrpSpPr>
        <p:grpSpPr>
          <a:xfrm>
            <a:off x="1431036" y="7623047"/>
            <a:ext cx="348995" cy="885571"/>
            <a:chOff x="1431036" y="7623047"/>
            <a:chExt cx="348995" cy="885571"/>
          </a:xfrm>
        </p:grpSpPr>
        <p:sp>
          <p:nvSpPr>
            <p:cNvPr id="2390" name="Google Shape;2390;p38"/>
            <p:cNvSpPr/>
            <p:nvPr/>
          </p:nvSpPr>
          <p:spPr>
            <a:xfrm>
              <a:off x="1446275" y="8368283"/>
              <a:ext cx="327660" cy="140335"/>
            </a:xfrm>
            <a:custGeom>
              <a:rect b="b" l="l" r="r" t="t"/>
              <a:pathLst>
                <a:path extrusionOk="0" h="140334" w="327660">
                  <a:moveTo>
                    <a:pt x="327659" y="140208"/>
                  </a:moveTo>
                  <a:lnTo>
                    <a:pt x="320039" y="140208"/>
                  </a:lnTo>
                  <a:lnTo>
                    <a:pt x="320039" y="128016"/>
                  </a:lnTo>
                  <a:lnTo>
                    <a:pt x="319420" y="118538"/>
                  </a:lnTo>
                  <a:lnTo>
                    <a:pt x="284059" y="93249"/>
                  </a:lnTo>
                  <a:lnTo>
                    <a:pt x="269747" y="92964"/>
                  </a:lnTo>
                  <a:lnTo>
                    <a:pt x="46458" y="93011"/>
                  </a:lnTo>
                  <a:lnTo>
                    <a:pt x="7619" y="120396"/>
                  </a:lnTo>
                  <a:lnTo>
                    <a:pt x="7619" y="140208"/>
                  </a:lnTo>
                  <a:lnTo>
                    <a:pt x="0" y="140208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0668"/>
                  </a:lnTo>
                  <a:lnTo>
                    <a:pt x="8453" y="20359"/>
                  </a:lnTo>
                  <a:lnTo>
                    <a:pt x="44457" y="46720"/>
                  </a:lnTo>
                  <a:lnTo>
                    <a:pt x="57911" y="47244"/>
                  </a:lnTo>
                  <a:lnTo>
                    <a:pt x="269747" y="47244"/>
                  </a:lnTo>
                  <a:lnTo>
                    <a:pt x="307847" y="42672"/>
                  </a:lnTo>
                  <a:lnTo>
                    <a:pt x="320039" y="19812"/>
                  </a:lnTo>
                  <a:lnTo>
                    <a:pt x="320039" y="10668"/>
                  </a:lnTo>
                  <a:lnTo>
                    <a:pt x="320039" y="0"/>
                  </a:lnTo>
                  <a:lnTo>
                    <a:pt x="327659" y="0"/>
                  </a:lnTo>
                  <a:lnTo>
                    <a:pt x="327659" y="1402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91" name="Google Shape;2391;p38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59" y="8113775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92" name="Google Shape;2392;p38"/>
            <p:cNvSpPr/>
            <p:nvPr/>
          </p:nvSpPr>
          <p:spPr>
            <a:xfrm>
              <a:off x="1479803" y="7972043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66700" y="27431"/>
                  </a:lnTo>
                  <a:lnTo>
                    <a:pt x="263652" y="22859"/>
                  </a:lnTo>
                  <a:lnTo>
                    <a:pt x="260604" y="16763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81940" y="91439"/>
                  </a:lnTo>
                  <a:lnTo>
                    <a:pt x="274319" y="94487"/>
                  </a:lnTo>
                  <a:lnTo>
                    <a:pt x="267747" y="97369"/>
                  </a:lnTo>
                  <a:lnTo>
                    <a:pt x="259460" y="99250"/>
                  </a:lnTo>
                  <a:lnTo>
                    <a:pt x="249459" y="100274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93" name="Google Shape;2393;p3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7767828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94" name="Google Shape;2394;p38"/>
            <p:cNvSpPr/>
            <p:nvPr/>
          </p:nvSpPr>
          <p:spPr>
            <a:xfrm>
              <a:off x="1431036" y="7623047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302918" y="35004"/>
                  </a:lnTo>
                  <a:lnTo>
                    <a:pt x="311086" y="34671"/>
                  </a:lnTo>
                  <a:lnTo>
                    <a:pt x="317253" y="33766"/>
                  </a:lnTo>
                  <a:lnTo>
                    <a:pt x="321563" y="32004"/>
                  </a:lnTo>
                  <a:lnTo>
                    <a:pt x="326136" y="30480"/>
                  </a:lnTo>
                  <a:lnTo>
                    <a:pt x="329184" y="27432"/>
                  </a:lnTo>
                  <a:lnTo>
                    <a:pt x="332232" y="22860"/>
                  </a:lnTo>
                  <a:lnTo>
                    <a:pt x="335280" y="19812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1440"/>
                  </a:lnTo>
                  <a:lnTo>
                    <a:pt x="332232" y="86868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47244" y="76200"/>
                  </a:lnTo>
                  <a:lnTo>
                    <a:pt x="35052" y="82296"/>
                  </a:lnTo>
                  <a:lnTo>
                    <a:pt x="33528" y="83820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5" name="Google Shape;2395;p38"/>
          <p:cNvGrpSpPr/>
          <p:nvPr/>
        </p:nvGrpSpPr>
        <p:grpSpPr>
          <a:xfrm>
            <a:off x="1438656" y="7298435"/>
            <a:ext cx="341374" cy="266700"/>
            <a:chOff x="1438656" y="7298435"/>
            <a:chExt cx="341374" cy="266700"/>
          </a:xfrm>
        </p:grpSpPr>
        <p:pic>
          <p:nvPicPr>
            <p:cNvPr id="2396" name="Google Shape;2396;p3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438656" y="7491983"/>
              <a:ext cx="124968" cy="73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97" name="Google Shape;2397;p3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7298435"/>
              <a:ext cx="233171" cy="1508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398" name="Google Shape;2398;p38"/>
          <p:cNvGrpSpPr/>
          <p:nvPr/>
        </p:nvGrpSpPr>
        <p:grpSpPr>
          <a:xfrm>
            <a:off x="1431023" y="5542788"/>
            <a:ext cx="349250" cy="1609344"/>
            <a:chOff x="1431023" y="5542788"/>
            <a:chExt cx="349250" cy="1609344"/>
          </a:xfrm>
        </p:grpSpPr>
        <p:sp>
          <p:nvSpPr>
            <p:cNvPr id="2399" name="Google Shape;2399;p38"/>
            <p:cNvSpPr/>
            <p:nvPr/>
          </p:nvSpPr>
          <p:spPr>
            <a:xfrm>
              <a:off x="1446275" y="6877812"/>
              <a:ext cx="327660" cy="274320"/>
            </a:xfrm>
            <a:custGeom>
              <a:rect b="b" l="l" r="r" t="t"/>
              <a:pathLst>
                <a:path extrusionOk="0" h="274320" w="327660">
                  <a:moveTo>
                    <a:pt x="76200" y="274320"/>
                  </a:moveTo>
                  <a:lnTo>
                    <a:pt x="0" y="271272"/>
                  </a:lnTo>
                  <a:lnTo>
                    <a:pt x="0" y="3048"/>
                  </a:lnTo>
                  <a:lnTo>
                    <a:pt x="76200" y="0"/>
                  </a:lnTo>
                  <a:lnTo>
                    <a:pt x="76200" y="9144"/>
                  </a:lnTo>
                  <a:lnTo>
                    <a:pt x="66746" y="10548"/>
                  </a:lnTo>
                  <a:lnTo>
                    <a:pt x="58864" y="12382"/>
                  </a:lnTo>
                  <a:lnTo>
                    <a:pt x="27432" y="36576"/>
                  </a:lnTo>
                  <a:lnTo>
                    <a:pt x="19812" y="70103"/>
                  </a:lnTo>
                  <a:lnTo>
                    <a:pt x="19812" y="115824"/>
                  </a:lnTo>
                  <a:lnTo>
                    <a:pt x="269748" y="115824"/>
                  </a:lnTo>
                  <a:lnTo>
                    <a:pt x="284297" y="115514"/>
                  </a:lnTo>
                  <a:lnTo>
                    <a:pt x="319444" y="89582"/>
                  </a:lnTo>
                  <a:lnTo>
                    <a:pt x="320039" y="80772"/>
                  </a:lnTo>
                  <a:lnTo>
                    <a:pt x="320039" y="68579"/>
                  </a:lnTo>
                  <a:lnTo>
                    <a:pt x="327660" y="68579"/>
                  </a:lnTo>
                  <a:lnTo>
                    <a:pt x="327660" y="208788"/>
                  </a:lnTo>
                  <a:lnTo>
                    <a:pt x="320039" y="208788"/>
                  </a:lnTo>
                  <a:lnTo>
                    <a:pt x="320039" y="196596"/>
                  </a:lnTo>
                  <a:lnTo>
                    <a:pt x="319420" y="187142"/>
                  </a:lnTo>
                  <a:lnTo>
                    <a:pt x="283202" y="161853"/>
                  </a:lnTo>
                  <a:lnTo>
                    <a:pt x="269748" y="161544"/>
                  </a:lnTo>
                  <a:lnTo>
                    <a:pt x="19812" y="161544"/>
                  </a:lnTo>
                  <a:lnTo>
                    <a:pt x="19812" y="201168"/>
                  </a:lnTo>
                  <a:lnTo>
                    <a:pt x="20097" y="211740"/>
                  </a:lnTo>
                  <a:lnTo>
                    <a:pt x="35099" y="249888"/>
                  </a:lnTo>
                  <a:lnTo>
                    <a:pt x="76200" y="265176"/>
                  </a:lnTo>
                  <a:lnTo>
                    <a:pt x="76200" y="2743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00" name="Google Shape;2400;p38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52955" y="6641591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01" name="Google Shape;2401;p38"/>
            <p:cNvSpPr/>
            <p:nvPr/>
          </p:nvSpPr>
          <p:spPr>
            <a:xfrm>
              <a:off x="1431023" y="5766816"/>
              <a:ext cx="349250" cy="866140"/>
            </a:xfrm>
            <a:custGeom>
              <a:rect b="b" l="l" r="r" t="t"/>
              <a:pathLst>
                <a:path extrusionOk="0" h="866140" w="349250">
                  <a:moveTo>
                    <a:pt x="48768" y="187452"/>
                  </a:moveTo>
                  <a:lnTo>
                    <a:pt x="47244" y="181356"/>
                  </a:lnTo>
                  <a:lnTo>
                    <a:pt x="38100" y="172212"/>
                  </a:lnTo>
                  <a:lnTo>
                    <a:pt x="32004" y="169164"/>
                  </a:lnTo>
                  <a:lnTo>
                    <a:pt x="18288" y="169164"/>
                  </a:lnTo>
                  <a:lnTo>
                    <a:pt x="12192" y="172212"/>
                  </a:lnTo>
                  <a:lnTo>
                    <a:pt x="3048" y="181356"/>
                  </a:lnTo>
                  <a:lnTo>
                    <a:pt x="0" y="187452"/>
                  </a:lnTo>
                  <a:lnTo>
                    <a:pt x="0" y="201168"/>
                  </a:lnTo>
                  <a:lnTo>
                    <a:pt x="3048" y="205740"/>
                  </a:lnTo>
                  <a:lnTo>
                    <a:pt x="7620" y="210312"/>
                  </a:lnTo>
                  <a:lnTo>
                    <a:pt x="12192" y="216408"/>
                  </a:lnTo>
                  <a:lnTo>
                    <a:pt x="18288" y="217932"/>
                  </a:lnTo>
                  <a:lnTo>
                    <a:pt x="32004" y="217932"/>
                  </a:lnTo>
                  <a:lnTo>
                    <a:pt x="38100" y="216408"/>
                  </a:lnTo>
                  <a:lnTo>
                    <a:pt x="42672" y="210312"/>
                  </a:lnTo>
                  <a:lnTo>
                    <a:pt x="47244" y="205740"/>
                  </a:lnTo>
                  <a:lnTo>
                    <a:pt x="48768" y="199644"/>
                  </a:lnTo>
                  <a:lnTo>
                    <a:pt x="48768" y="187452"/>
                  </a:lnTo>
                  <a:close/>
                </a:path>
                <a:path extrusionOk="0" h="866140" w="349250">
                  <a:moveTo>
                    <a:pt x="342900" y="140208"/>
                  </a:moveTo>
                  <a:lnTo>
                    <a:pt x="335280" y="140208"/>
                  </a:lnTo>
                  <a:lnTo>
                    <a:pt x="335280" y="158496"/>
                  </a:lnTo>
                  <a:lnTo>
                    <a:pt x="332232" y="161544"/>
                  </a:lnTo>
                  <a:lnTo>
                    <a:pt x="292608" y="173736"/>
                  </a:lnTo>
                  <a:lnTo>
                    <a:pt x="115824" y="173736"/>
                  </a:lnTo>
                  <a:lnTo>
                    <a:pt x="115824" y="184404"/>
                  </a:lnTo>
                  <a:lnTo>
                    <a:pt x="143256" y="248412"/>
                  </a:lnTo>
                  <a:lnTo>
                    <a:pt x="150876" y="245364"/>
                  </a:lnTo>
                  <a:lnTo>
                    <a:pt x="149352" y="239268"/>
                  </a:lnTo>
                  <a:lnTo>
                    <a:pt x="147828" y="234696"/>
                  </a:lnTo>
                  <a:lnTo>
                    <a:pt x="147828" y="225552"/>
                  </a:lnTo>
                  <a:lnTo>
                    <a:pt x="149352" y="222504"/>
                  </a:lnTo>
                  <a:lnTo>
                    <a:pt x="150876" y="220980"/>
                  </a:lnTo>
                  <a:lnTo>
                    <a:pt x="152400" y="217932"/>
                  </a:lnTo>
                  <a:lnTo>
                    <a:pt x="161544" y="214884"/>
                  </a:lnTo>
                  <a:lnTo>
                    <a:pt x="168719" y="214655"/>
                  </a:lnTo>
                  <a:lnTo>
                    <a:pt x="178879" y="214122"/>
                  </a:lnTo>
                  <a:lnTo>
                    <a:pt x="192201" y="213601"/>
                  </a:lnTo>
                  <a:lnTo>
                    <a:pt x="208788" y="213360"/>
                  </a:lnTo>
                  <a:lnTo>
                    <a:pt x="292608" y="213360"/>
                  </a:lnTo>
                  <a:lnTo>
                    <a:pt x="301993" y="213601"/>
                  </a:lnTo>
                  <a:lnTo>
                    <a:pt x="302641" y="213601"/>
                  </a:lnTo>
                  <a:lnTo>
                    <a:pt x="332232" y="225552"/>
                  </a:lnTo>
                  <a:lnTo>
                    <a:pt x="335280" y="228600"/>
                  </a:lnTo>
                  <a:lnTo>
                    <a:pt x="335280" y="246888"/>
                  </a:lnTo>
                  <a:lnTo>
                    <a:pt x="342900" y="246888"/>
                  </a:lnTo>
                  <a:lnTo>
                    <a:pt x="342900" y="213360"/>
                  </a:lnTo>
                  <a:lnTo>
                    <a:pt x="342900" y="140208"/>
                  </a:lnTo>
                  <a:close/>
                </a:path>
                <a:path extrusionOk="0" h="866140" w="349250">
                  <a:moveTo>
                    <a:pt x="342912" y="755904"/>
                  </a:moveTo>
                  <a:lnTo>
                    <a:pt x="335292" y="755904"/>
                  </a:lnTo>
                  <a:lnTo>
                    <a:pt x="335292" y="777240"/>
                  </a:lnTo>
                  <a:lnTo>
                    <a:pt x="332244" y="780288"/>
                  </a:lnTo>
                  <a:lnTo>
                    <a:pt x="303161" y="790943"/>
                  </a:lnTo>
                  <a:lnTo>
                    <a:pt x="221018" y="790943"/>
                  </a:lnTo>
                  <a:lnTo>
                    <a:pt x="12" y="790943"/>
                  </a:lnTo>
                  <a:lnTo>
                    <a:pt x="12" y="803148"/>
                  </a:lnTo>
                  <a:lnTo>
                    <a:pt x="27444" y="865632"/>
                  </a:lnTo>
                  <a:lnTo>
                    <a:pt x="35064" y="862584"/>
                  </a:lnTo>
                  <a:lnTo>
                    <a:pt x="33540" y="856488"/>
                  </a:lnTo>
                  <a:lnTo>
                    <a:pt x="32016" y="851916"/>
                  </a:lnTo>
                  <a:lnTo>
                    <a:pt x="32016" y="841248"/>
                  </a:lnTo>
                  <a:lnTo>
                    <a:pt x="35064" y="838200"/>
                  </a:lnTo>
                  <a:lnTo>
                    <a:pt x="36588" y="835152"/>
                  </a:lnTo>
                  <a:lnTo>
                    <a:pt x="41160" y="833628"/>
                  </a:lnTo>
                  <a:lnTo>
                    <a:pt x="47256" y="833628"/>
                  </a:lnTo>
                  <a:lnTo>
                    <a:pt x="52895" y="832510"/>
                  </a:lnTo>
                  <a:lnTo>
                    <a:pt x="62687" y="831532"/>
                  </a:lnTo>
                  <a:lnTo>
                    <a:pt x="76187" y="830846"/>
                  </a:lnTo>
                  <a:lnTo>
                    <a:pt x="92976" y="830580"/>
                  </a:lnTo>
                  <a:lnTo>
                    <a:pt x="292620" y="830580"/>
                  </a:lnTo>
                  <a:lnTo>
                    <a:pt x="302082" y="830846"/>
                  </a:lnTo>
                  <a:lnTo>
                    <a:pt x="302717" y="830846"/>
                  </a:lnTo>
                  <a:lnTo>
                    <a:pt x="335292" y="854964"/>
                  </a:lnTo>
                  <a:lnTo>
                    <a:pt x="335292" y="865632"/>
                  </a:lnTo>
                  <a:lnTo>
                    <a:pt x="342912" y="865632"/>
                  </a:lnTo>
                  <a:lnTo>
                    <a:pt x="342912" y="830580"/>
                  </a:lnTo>
                  <a:lnTo>
                    <a:pt x="342912" y="755904"/>
                  </a:lnTo>
                  <a:close/>
                </a:path>
                <a:path extrusionOk="0" h="866140" w="349250">
                  <a:moveTo>
                    <a:pt x="342912" y="621792"/>
                  </a:moveTo>
                  <a:lnTo>
                    <a:pt x="333768" y="621792"/>
                  </a:lnTo>
                  <a:lnTo>
                    <a:pt x="333768" y="640080"/>
                  </a:lnTo>
                  <a:lnTo>
                    <a:pt x="332244" y="643128"/>
                  </a:lnTo>
                  <a:lnTo>
                    <a:pt x="292569" y="683755"/>
                  </a:lnTo>
                  <a:lnTo>
                    <a:pt x="278904" y="694944"/>
                  </a:lnTo>
                  <a:lnTo>
                    <a:pt x="207276" y="751332"/>
                  </a:lnTo>
                  <a:lnTo>
                    <a:pt x="173291" y="713232"/>
                  </a:lnTo>
                  <a:lnTo>
                    <a:pt x="156984" y="694944"/>
                  </a:lnTo>
                  <a:lnTo>
                    <a:pt x="149783" y="687209"/>
                  </a:lnTo>
                  <a:lnTo>
                    <a:pt x="132029" y="650938"/>
                  </a:lnTo>
                  <a:lnTo>
                    <a:pt x="129552" y="632460"/>
                  </a:lnTo>
                  <a:lnTo>
                    <a:pt x="121932" y="632460"/>
                  </a:lnTo>
                  <a:lnTo>
                    <a:pt x="121932" y="729996"/>
                  </a:lnTo>
                  <a:lnTo>
                    <a:pt x="129552" y="729996"/>
                  </a:lnTo>
                  <a:lnTo>
                    <a:pt x="131076" y="723900"/>
                  </a:lnTo>
                  <a:lnTo>
                    <a:pt x="132600" y="719328"/>
                  </a:lnTo>
                  <a:lnTo>
                    <a:pt x="134124" y="716280"/>
                  </a:lnTo>
                  <a:lnTo>
                    <a:pt x="137172" y="714756"/>
                  </a:lnTo>
                  <a:lnTo>
                    <a:pt x="138696" y="713232"/>
                  </a:lnTo>
                  <a:lnTo>
                    <a:pt x="146316" y="713232"/>
                  </a:lnTo>
                  <a:lnTo>
                    <a:pt x="147840" y="714756"/>
                  </a:lnTo>
                  <a:lnTo>
                    <a:pt x="150952" y="717029"/>
                  </a:lnTo>
                  <a:lnTo>
                    <a:pt x="155651" y="721423"/>
                  </a:lnTo>
                  <a:lnTo>
                    <a:pt x="161759" y="727837"/>
                  </a:lnTo>
                  <a:lnTo>
                    <a:pt x="169176" y="736092"/>
                  </a:lnTo>
                  <a:lnTo>
                    <a:pt x="220802" y="790765"/>
                  </a:lnTo>
                  <a:lnTo>
                    <a:pt x="221018" y="790943"/>
                  </a:lnTo>
                  <a:lnTo>
                    <a:pt x="272313" y="751332"/>
                  </a:lnTo>
                  <a:lnTo>
                    <a:pt x="307860" y="723900"/>
                  </a:lnTo>
                  <a:lnTo>
                    <a:pt x="315480" y="717804"/>
                  </a:lnTo>
                  <a:lnTo>
                    <a:pt x="321576" y="714756"/>
                  </a:lnTo>
                  <a:lnTo>
                    <a:pt x="330720" y="714756"/>
                  </a:lnTo>
                  <a:lnTo>
                    <a:pt x="335292" y="719328"/>
                  </a:lnTo>
                  <a:lnTo>
                    <a:pt x="335292" y="729996"/>
                  </a:lnTo>
                  <a:lnTo>
                    <a:pt x="342912" y="729996"/>
                  </a:lnTo>
                  <a:lnTo>
                    <a:pt x="342912" y="714756"/>
                  </a:lnTo>
                  <a:lnTo>
                    <a:pt x="342912" y="621792"/>
                  </a:lnTo>
                  <a:close/>
                </a:path>
                <a:path extrusionOk="0" h="866140" w="349250">
                  <a:moveTo>
                    <a:pt x="342912" y="0"/>
                  </a:moveTo>
                  <a:lnTo>
                    <a:pt x="335292" y="0"/>
                  </a:lnTo>
                  <a:lnTo>
                    <a:pt x="335292" y="19812"/>
                  </a:lnTo>
                  <a:lnTo>
                    <a:pt x="332244" y="22860"/>
                  </a:lnTo>
                  <a:lnTo>
                    <a:pt x="329196" y="27432"/>
                  </a:lnTo>
                  <a:lnTo>
                    <a:pt x="326148" y="30480"/>
                  </a:lnTo>
                  <a:lnTo>
                    <a:pt x="321576" y="32004"/>
                  </a:lnTo>
                  <a:lnTo>
                    <a:pt x="317258" y="33769"/>
                  </a:lnTo>
                  <a:lnTo>
                    <a:pt x="311099" y="34671"/>
                  </a:lnTo>
                  <a:lnTo>
                    <a:pt x="302920" y="35013"/>
                  </a:lnTo>
                  <a:lnTo>
                    <a:pt x="12" y="35052"/>
                  </a:lnTo>
                  <a:lnTo>
                    <a:pt x="12" y="45720"/>
                  </a:lnTo>
                  <a:lnTo>
                    <a:pt x="27444" y="109728"/>
                  </a:lnTo>
                  <a:lnTo>
                    <a:pt x="35064" y="106680"/>
                  </a:lnTo>
                  <a:lnTo>
                    <a:pt x="32016" y="94488"/>
                  </a:lnTo>
                  <a:lnTo>
                    <a:pt x="32016" y="86868"/>
                  </a:lnTo>
                  <a:lnTo>
                    <a:pt x="33540" y="83820"/>
                  </a:lnTo>
                  <a:lnTo>
                    <a:pt x="35064" y="82296"/>
                  </a:lnTo>
                  <a:lnTo>
                    <a:pt x="36588" y="79248"/>
                  </a:lnTo>
                  <a:lnTo>
                    <a:pt x="41160" y="77724"/>
                  </a:lnTo>
                  <a:lnTo>
                    <a:pt x="47256" y="76200"/>
                  </a:lnTo>
                  <a:lnTo>
                    <a:pt x="76403" y="74917"/>
                  </a:lnTo>
                  <a:lnTo>
                    <a:pt x="92976" y="74676"/>
                  </a:lnTo>
                  <a:lnTo>
                    <a:pt x="292620" y="74676"/>
                  </a:lnTo>
                  <a:lnTo>
                    <a:pt x="330720" y="83820"/>
                  </a:lnTo>
                  <a:lnTo>
                    <a:pt x="332244" y="86868"/>
                  </a:lnTo>
                  <a:lnTo>
                    <a:pt x="335292" y="91440"/>
                  </a:lnTo>
                  <a:lnTo>
                    <a:pt x="335292" y="108204"/>
                  </a:lnTo>
                  <a:lnTo>
                    <a:pt x="342912" y="108204"/>
                  </a:lnTo>
                  <a:lnTo>
                    <a:pt x="342912" y="0"/>
                  </a:lnTo>
                  <a:close/>
                </a:path>
                <a:path extrusionOk="0" h="866140" w="349250">
                  <a:moveTo>
                    <a:pt x="348996" y="374904"/>
                  </a:moveTo>
                  <a:lnTo>
                    <a:pt x="158496" y="301752"/>
                  </a:lnTo>
                  <a:lnTo>
                    <a:pt x="129540" y="271272"/>
                  </a:lnTo>
                  <a:lnTo>
                    <a:pt x="121920" y="271272"/>
                  </a:lnTo>
                  <a:lnTo>
                    <a:pt x="121920" y="338328"/>
                  </a:lnTo>
                  <a:lnTo>
                    <a:pt x="129540" y="338328"/>
                  </a:lnTo>
                  <a:lnTo>
                    <a:pt x="131064" y="329184"/>
                  </a:lnTo>
                  <a:lnTo>
                    <a:pt x="132588" y="323088"/>
                  </a:lnTo>
                  <a:lnTo>
                    <a:pt x="134112" y="320040"/>
                  </a:lnTo>
                  <a:lnTo>
                    <a:pt x="137160" y="316992"/>
                  </a:lnTo>
                  <a:lnTo>
                    <a:pt x="140208" y="315468"/>
                  </a:lnTo>
                  <a:lnTo>
                    <a:pt x="147828" y="315468"/>
                  </a:lnTo>
                  <a:lnTo>
                    <a:pt x="155448" y="316992"/>
                  </a:lnTo>
                  <a:lnTo>
                    <a:pt x="164592" y="320040"/>
                  </a:lnTo>
                  <a:lnTo>
                    <a:pt x="284988" y="365760"/>
                  </a:lnTo>
                  <a:lnTo>
                    <a:pt x="160020" y="417576"/>
                  </a:lnTo>
                  <a:lnTo>
                    <a:pt x="156972" y="417576"/>
                  </a:lnTo>
                  <a:lnTo>
                    <a:pt x="153924" y="419100"/>
                  </a:lnTo>
                  <a:lnTo>
                    <a:pt x="143256" y="419100"/>
                  </a:lnTo>
                  <a:lnTo>
                    <a:pt x="140208" y="417576"/>
                  </a:lnTo>
                  <a:lnTo>
                    <a:pt x="129540" y="388620"/>
                  </a:lnTo>
                  <a:lnTo>
                    <a:pt x="121920" y="388620"/>
                  </a:lnTo>
                  <a:lnTo>
                    <a:pt x="121920" y="493776"/>
                  </a:lnTo>
                  <a:lnTo>
                    <a:pt x="129540" y="493776"/>
                  </a:lnTo>
                  <a:lnTo>
                    <a:pt x="131064" y="484632"/>
                  </a:lnTo>
                  <a:lnTo>
                    <a:pt x="132588" y="478536"/>
                  </a:lnTo>
                  <a:lnTo>
                    <a:pt x="187452" y="446532"/>
                  </a:lnTo>
                  <a:lnTo>
                    <a:pt x="286512" y="492252"/>
                  </a:lnTo>
                  <a:lnTo>
                    <a:pt x="163068" y="541020"/>
                  </a:lnTo>
                  <a:lnTo>
                    <a:pt x="156972" y="544068"/>
                  </a:lnTo>
                  <a:lnTo>
                    <a:pt x="137160" y="544068"/>
                  </a:lnTo>
                  <a:lnTo>
                    <a:pt x="134112" y="541020"/>
                  </a:lnTo>
                  <a:lnTo>
                    <a:pt x="132588" y="537972"/>
                  </a:lnTo>
                  <a:lnTo>
                    <a:pt x="131064" y="531876"/>
                  </a:lnTo>
                  <a:lnTo>
                    <a:pt x="129540" y="524256"/>
                  </a:lnTo>
                  <a:lnTo>
                    <a:pt x="121920" y="524256"/>
                  </a:lnTo>
                  <a:lnTo>
                    <a:pt x="121920" y="617220"/>
                  </a:lnTo>
                  <a:lnTo>
                    <a:pt x="129540" y="617220"/>
                  </a:lnTo>
                  <a:lnTo>
                    <a:pt x="132588" y="608076"/>
                  </a:lnTo>
                  <a:lnTo>
                    <a:pt x="135636" y="600456"/>
                  </a:lnTo>
                  <a:lnTo>
                    <a:pt x="348996" y="510540"/>
                  </a:lnTo>
                  <a:lnTo>
                    <a:pt x="348996" y="505968"/>
                  </a:lnTo>
                  <a:lnTo>
                    <a:pt x="207264" y="438912"/>
                  </a:lnTo>
                  <a:lnTo>
                    <a:pt x="348996" y="382524"/>
                  </a:lnTo>
                  <a:lnTo>
                    <a:pt x="348996" y="3749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02" name="Google Shape;2402;p38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7035" y="5542788"/>
              <a:ext cx="232686" cy="20116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403" name="Google Shape;2403;p38"/>
          <p:cNvSpPr/>
          <p:nvPr/>
        </p:nvSpPr>
        <p:spPr>
          <a:xfrm>
            <a:off x="1645920" y="5163311"/>
            <a:ext cx="20320" cy="257810"/>
          </a:xfrm>
          <a:custGeom>
            <a:rect b="b" l="l" r="r" t="t"/>
            <a:pathLst>
              <a:path extrusionOk="0" h="257810" w="20319">
                <a:moveTo>
                  <a:pt x="19812" y="257555"/>
                </a:moveTo>
                <a:lnTo>
                  <a:pt x="0" y="257555"/>
                </a:lnTo>
                <a:lnTo>
                  <a:pt x="0" y="0"/>
                </a:lnTo>
                <a:lnTo>
                  <a:pt x="19812" y="0"/>
                </a:lnTo>
                <a:lnTo>
                  <a:pt x="19812" y="257555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4" name="Google Shape;2404;p38"/>
          <p:cNvSpPr/>
          <p:nvPr/>
        </p:nvSpPr>
        <p:spPr>
          <a:xfrm>
            <a:off x="1440167" y="4495800"/>
            <a:ext cx="334010" cy="538480"/>
          </a:xfrm>
          <a:custGeom>
            <a:rect b="b" l="l" r="r" t="t"/>
            <a:pathLst>
              <a:path extrusionOk="0" h="538479" w="334010">
                <a:moveTo>
                  <a:pt x="333756" y="345948"/>
                </a:moveTo>
                <a:lnTo>
                  <a:pt x="271272" y="323088"/>
                </a:lnTo>
                <a:lnTo>
                  <a:pt x="271272" y="332232"/>
                </a:lnTo>
                <a:lnTo>
                  <a:pt x="278892" y="336804"/>
                </a:lnTo>
                <a:lnTo>
                  <a:pt x="283464" y="341376"/>
                </a:lnTo>
                <a:lnTo>
                  <a:pt x="288036" y="347472"/>
                </a:lnTo>
                <a:lnTo>
                  <a:pt x="292608" y="352044"/>
                </a:lnTo>
                <a:lnTo>
                  <a:pt x="294132" y="359664"/>
                </a:lnTo>
                <a:lnTo>
                  <a:pt x="295656" y="365760"/>
                </a:lnTo>
                <a:lnTo>
                  <a:pt x="296545" y="372338"/>
                </a:lnTo>
                <a:lnTo>
                  <a:pt x="296989" y="380619"/>
                </a:lnTo>
                <a:lnTo>
                  <a:pt x="297180" y="402336"/>
                </a:lnTo>
                <a:lnTo>
                  <a:pt x="297180" y="487680"/>
                </a:lnTo>
                <a:lnTo>
                  <a:pt x="287832" y="477088"/>
                </a:lnTo>
                <a:lnTo>
                  <a:pt x="271462" y="461200"/>
                </a:lnTo>
                <a:lnTo>
                  <a:pt x="219456" y="413004"/>
                </a:lnTo>
                <a:lnTo>
                  <a:pt x="176403" y="378333"/>
                </a:lnTo>
                <a:lnTo>
                  <a:pt x="135636" y="355092"/>
                </a:lnTo>
                <a:lnTo>
                  <a:pt x="86868" y="342900"/>
                </a:lnTo>
                <a:lnTo>
                  <a:pt x="70065" y="344614"/>
                </a:lnTo>
                <a:lnTo>
                  <a:pt x="25908" y="370332"/>
                </a:lnTo>
                <a:lnTo>
                  <a:pt x="1701" y="417055"/>
                </a:lnTo>
                <a:lnTo>
                  <a:pt x="0" y="435864"/>
                </a:lnTo>
                <a:lnTo>
                  <a:pt x="1676" y="453567"/>
                </a:lnTo>
                <a:lnTo>
                  <a:pt x="24384" y="498348"/>
                </a:lnTo>
                <a:lnTo>
                  <a:pt x="70891" y="525145"/>
                </a:lnTo>
                <a:lnTo>
                  <a:pt x="91440" y="528828"/>
                </a:lnTo>
                <a:lnTo>
                  <a:pt x="91440" y="519684"/>
                </a:lnTo>
                <a:lnTo>
                  <a:pt x="79463" y="514540"/>
                </a:lnTo>
                <a:lnTo>
                  <a:pt x="68770" y="508254"/>
                </a:lnTo>
                <a:lnTo>
                  <a:pt x="40195" y="471487"/>
                </a:lnTo>
                <a:lnTo>
                  <a:pt x="36576" y="449580"/>
                </a:lnTo>
                <a:lnTo>
                  <a:pt x="37985" y="436435"/>
                </a:lnTo>
                <a:lnTo>
                  <a:pt x="57912" y="403860"/>
                </a:lnTo>
                <a:lnTo>
                  <a:pt x="93713" y="385216"/>
                </a:lnTo>
                <a:lnTo>
                  <a:pt x="108204" y="384048"/>
                </a:lnTo>
                <a:lnTo>
                  <a:pt x="129336" y="386321"/>
                </a:lnTo>
                <a:lnTo>
                  <a:pt x="174434" y="403987"/>
                </a:lnTo>
                <a:lnTo>
                  <a:pt x="224980" y="439394"/>
                </a:lnTo>
                <a:lnTo>
                  <a:pt x="255270" y="465963"/>
                </a:lnTo>
                <a:lnTo>
                  <a:pt x="288988" y="498830"/>
                </a:lnTo>
                <a:lnTo>
                  <a:pt x="326136" y="537972"/>
                </a:lnTo>
                <a:lnTo>
                  <a:pt x="333756" y="537972"/>
                </a:lnTo>
                <a:lnTo>
                  <a:pt x="333756" y="345948"/>
                </a:lnTo>
                <a:close/>
              </a:path>
              <a:path extrusionOk="0" h="538479" w="334010">
                <a:moveTo>
                  <a:pt x="333756" y="201168"/>
                </a:moveTo>
                <a:lnTo>
                  <a:pt x="333629" y="134493"/>
                </a:lnTo>
                <a:lnTo>
                  <a:pt x="333184" y="114490"/>
                </a:lnTo>
                <a:lnTo>
                  <a:pt x="333070" y="112852"/>
                </a:lnTo>
                <a:lnTo>
                  <a:pt x="333032" y="112382"/>
                </a:lnTo>
                <a:lnTo>
                  <a:pt x="331470" y="92202"/>
                </a:lnTo>
                <a:lnTo>
                  <a:pt x="331355" y="91440"/>
                </a:lnTo>
                <a:lnTo>
                  <a:pt x="331330" y="91236"/>
                </a:lnTo>
                <a:lnTo>
                  <a:pt x="328612" y="73342"/>
                </a:lnTo>
                <a:lnTo>
                  <a:pt x="328523" y="72961"/>
                </a:lnTo>
                <a:lnTo>
                  <a:pt x="328472" y="72771"/>
                </a:lnTo>
                <a:lnTo>
                  <a:pt x="324612" y="57912"/>
                </a:lnTo>
                <a:lnTo>
                  <a:pt x="323126" y="54864"/>
                </a:lnTo>
                <a:lnTo>
                  <a:pt x="318262" y="44958"/>
                </a:lnTo>
                <a:lnTo>
                  <a:pt x="316992" y="43078"/>
                </a:lnTo>
                <a:lnTo>
                  <a:pt x="316992" y="146304"/>
                </a:lnTo>
                <a:lnTo>
                  <a:pt x="316687" y="160020"/>
                </a:lnTo>
                <a:lnTo>
                  <a:pt x="315658" y="173736"/>
                </a:lnTo>
                <a:lnTo>
                  <a:pt x="313778" y="187452"/>
                </a:lnTo>
                <a:lnTo>
                  <a:pt x="310896" y="201168"/>
                </a:lnTo>
                <a:lnTo>
                  <a:pt x="176784" y="201168"/>
                </a:lnTo>
                <a:lnTo>
                  <a:pt x="175260" y="196596"/>
                </a:lnTo>
                <a:lnTo>
                  <a:pt x="175145" y="181356"/>
                </a:lnTo>
                <a:lnTo>
                  <a:pt x="175031" y="178650"/>
                </a:lnTo>
                <a:lnTo>
                  <a:pt x="174498" y="172593"/>
                </a:lnTo>
                <a:lnTo>
                  <a:pt x="173977" y="165976"/>
                </a:lnTo>
                <a:lnTo>
                  <a:pt x="173786" y="160020"/>
                </a:lnTo>
                <a:lnTo>
                  <a:pt x="173888" y="155448"/>
                </a:lnTo>
                <a:lnTo>
                  <a:pt x="173964" y="153924"/>
                </a:lnTo>
                <a:lnTo>
                  <a:pt x="174548" y="141947"/>
                </a:lnTo>
                <a:lnTo>
                  <a:pt x="184404" y="100584"/>
                </a:lnTo>
                <a:lnTo>
                  <a:pt x="211836" y="65532"/>
                </a:lnTo>
                <a:lnTo>
                  <a:pt x="248412" y="54864"/>
                </a:lnTo>
                <a:lnTo>
                  <a:pt x="262686" y="56299"/>
                </a:lnTo>
                <a:lnTo>
                  <a:pt x="297180" y="77724"/>
                </a:lnTo>
                <a:lnTo>
                  <a:pt x="315836" y="125095"/>
                </a:lnTo>
                <a:lnTo>
                  <a:pt x="316992" y="146304"/>
                </a:lnTo>
                <a:lnTo>
                  <a:pt x="316992" y="43078"/>
                </a:lnTo>
                <a:lnTo>
                  <a:pt x="280301" y="9004"/>
                </a:lnTo>
                <a:lnTo>
                  <a:pt x="245364" y="0"/>
                </a:lnTo>
                <a:lnTo>
                  <a:pt x="229933" y="1460"/>
                </a:lnTo>
                <a:lnTo>
                  <a:pt x="190500" y="24384"/>
                </a:lnTo>
                <a:lnTo>
                  <a:pt x="182968" y="33718"/>
                </a:lnTo>
                <a:lnTo>
                  <a:pt x="176784" y="44958"/>
                </a:lnTo>
                <a:lnTo>
                  <a:pt x="171640" y="58674"/>
                </a:lnTo>
                <a:lnTo>
                  <a:pt x="167640" y="74676"/>
                </a:lnTo>
                <a:lnTo>
                  <a:pt x="164668" y="67056"/>
                </a:lnTo>
                <a:lnTo>
                  <a:pt x="162267" y="60921"/>
                </a:lnTo>
                <a:lnTo>
                  <a:pt x="156972" y="51790"/>
                </a:lnTo>
                <a:lnTo>
                  <a:pt x="156972" y="181356"/>
                </a:lnTo>
                <a:lnTo>
                  <a:pt x="155448" y="188976"/>
                </a:lnTo>
                <a:lnTo>
                  <a:pt x="155448" y="195072"/>
                </a:lnTo>
                <a:lnTo>
                  <a:pt x="153924" y="201168"/>
                </a:lnTo>
                <a:lnTo>
                  <a:pt x="28956" y="201168"/>
                </a:lnTo>
                <a:lnTo>
                  <a:pt x="26720" y="191503"/>
                </a:lnTo>
                <a:lnTo>
                  <a:pt x="24765" y="180975"/>
                </a:lnTo>
                <a:lnTo>
                  <a:pt x="23393" y="169887"/>
                </a:lnTo>
                <a:lnTo>
                  <a:pt x="22860" y="158496"/>
                </a:lnTo>
                <a:lnTo>
                  <a:pt x="24269" y="137312"/>
                </a:lnTo>
                <a:lnTo>
                  <a:pt x="44196" y="91440"/>
                </a:lnTo>
                <a:lnTo>
                  <a:pt x="78917" y="68516"/>
                </a:lnTo>
                <a:lnTo>
                  <a:pt x="92964" y="67056"/>
                </a:lnTo>
                <a:lnTo>
                  <a:pt x="101854" y="67627"/>
                </a:lnTo>
                <a:lnTo>
                  <a:pt x="140208" y="87439"/>
                </a:lnTo>
                <a:lnTo>
                  <a:pt x="155448" y="124777"/>
                </a:lnTo>
                <a:lnTo>
                  <a:pt x="156972" y="181356"/>
                </a:lnTo>
                <a:lnTo>
                  <a:pt x="156972" y="51790"/>
                </a:lnTo>
                <a:lnTo>
                  <a:pt x="128358" y="24244"/>
                </a:lnTo>
                <a:lnTo>
                  <a:pt x="94488" y="15240"/>
                </a:lnTo>
                <a:lnTo>
                  <a:pt x="81064" y="16344"/>
                </a:lnTo>
                <a:lnTo>
                  <a:pt x="80441" y="16344"/>
                </a:lnTo>
                <a:lnTo>
                  <a:pt x="42672" y="35052"/>
                </a:lnTo>
                <a:lnTo>
                  <a:pt x="17602" y="72771"/>
                </a:lnTo>
                <a:lnTo>
                  <a:pt x="17424" y="73342"/>
                </a:lnTo>
                <a:lnTo>
                  <a:pt x="12192" y="89916"/>
                </a:lnTo>
                <a:lnTo>
                  <a:pt x="9956" y="102489"/>
                </a:lnTo>
                <a:lnTo>
                  <a:pt x="8001" y="117348"/>
                </a:lnTo>
                <a:lnTo>
                  <a:pt x="6629" y="134493"/>
                </a:lnTo>
                <a:lnTo>
                  <a:pt x="6502" y="139192"/>
                </a:lnTo>
                <a:lnTo>
                  <a:pt x="6426" y="141947"/>
                </a:lnTo>
                <a:lnTo>
                  <a:pt x="6311" y="146304"/>
                </a:lnTo>
                <a:lnTo>
                  <a:pt x="6096" y="153924"/>
                </a:lnTo>
                <a:lnTo>
                  <a:pt x="6096" y="294132"/>
                </a:lnTo>
                <a:lnTo>
                  <a:pt x="13716" y="294132"/>
                </a:lnTo>
                <a:lnTo>
                  <a:pt x="13716" y="281940"/>
                </a:lnTo>
                <a:lnTo>
                  <a:pt x="14554" y="273367"/>
                </a:lnTo>
                <a:lnTo>
                  <a:pt x="50342" y="247446"/>
                </a:lnTo>
                <a:lnTo>
                  <a:pt x="64008" y="246888"/>
                </a:lnTo>
                <a:lnTo>
                  <a:pt x="275844" y="246888"/>
                </a:lnTo>
                <a:lnTo>
                  <a:pt x="313944" y="252984"/>
                </a:lnTo>
                <a:lnTo>
                  <a:pt x="325386" y="273367"/>
                </a:lnTo>
                <a:lnTo>
                  <a:pt x="326136" y="281940"/>
                </a:lnTo>
                <a:lnTo>
                  <a:pt x="326136" y="294132"/>
                </a:lnTo>
                <a:lnTo>
                  <a:pt x="333756" y="294132"/>
                </a:lnTo>
                <a:lnTo>
                  <a:pt x="333756" y="246888"/>
                </a:lnTo>
                <a:lnTo>
                  <a:pt x="333756" y="20116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405" name="Google Shape;2405;p38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431035" y="2188464"/>
            <a:ext cx="348996" cy="21503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06" name="Google Shape;2406;p38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407" name="Google Shape;2407;p38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08" name="Google Shape;2408;p38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409" name="Google Shape;2409;p38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0" name="Google Shape;2410;p38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1" name="Google Shape;2411;p38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655307" y="1760220"/>
            <a:ext cx="117348" cy="163068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2" name="Google Shape;2412;p38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1898904" y="3755135"/>
            <a:ext cx="2141220" cy="3124199"/>
          </a:xfrm>
          <a:prstGeom prst="rect">
            <a:avLst/>
          </a:prstGeom>
          <a:noFill/>
          <a:ln>
            <a:noFill/>
          </a:ln>
        </p:spPr>
      </p:pic>
      <p:sp>
        <p:nvSpPr>
          <p:cNvPr id="2413" name="Google Shape;2413;p38"/>
          <p:cNvSpPr/>
          <p:nvPr/>
        </p:nvSpPr>
        <p:spPr>
          <a:xfrm>
            <a:off x="4299204" y="8798052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4" name="Google Shape;2414;p38"/>
          <p:cNvSpPr/>
          <p:nvPr/>
        </p:nvSpPr>
        <p:spPr>
          <a:xfrm>
            <a:off x="4238231" y="8186928"/>
            <a:ext cx="219710" cy="527685"/>
          </a:xfrm>
          <a:custGeom>
            <a:rect b="b" l="l" r="r" t="t"/>
            <a:pathLst>
              <a:path extrusionOk="0" h="527684" w="219710">
                <a:moveTo>
                  <a:pt x="175260" y="266700"/>
                </a:moveTo>
                <a:lnTo>
                  <a:pt x="161544" y="234696"/>
                </a:lnTo>
                <a:lnTo>
                  <a:pt x="158496" y="236220"/>
                </a:lnTo>
                <a:lnTo>
                  <a:pt x="160020" y="239268"/>
                </a:lnTo>
                <a:lnTo>
                  <a:pt x="160020" y="246888"/>
                </a:lnTo>
                <a:lnTo>
                  <a:pt x="155448" y="251460"/>
                </a:lnTo>
                <a:lnTo>
                  <a:pt x="152400" y="251460"/>
                </a:lnTo>
                <a:lnTo>
                  <a:pt x="149352" y="252984"/>
                </a:lnTo>
                <a:lnTo>
                  <a:pt x="60960" y="252984"/>
                </a:lnTo>
                <a:lnTo>
                  <a:pt x="60960" y="289560"/>
                </a:lnTo>
                <a:lnTo>
                  <a:pt x="64008" y="289560"/>
                </a:lnTo>
                <a:lnTo>
                  <a:pt x="64008" y="281940"/>
                </a:lnTo>
                <a:lnTo>
                  <a:pt x="65532" y="277368"/>
                </a:lnTo>
                <a:lnTo>
                  <a:pt x="68580" y="275844"/>
                </a:lnTo>
                <a:lnTo>
                  <a:pt x="70104" y="272796"/>
                </a:lnTo>
                <a:lnTo>
                  <a:pt x="144780" y="272796"/>
                </a:lnTo>
                <a:lnTo>
                  <a:pt x="150876" y="278892"/>
                </a:lnTo>
                <a:lnTo>
                  <a:pt x="156972" y="288036"/>
                </a:lnTo>
                <a:lnTo>
                  <a:pt x="160020" y="297180"/>
                </a:lnTo>
                <a:lnTo>
                  <a:pt x="160020" y="306324"/>
                </a:lnTo>
                <a:lnTo>
                  <a:pt x="158496" y="310896"/>
                </a:lnTo>
                <a:lnTo>
                  <a:pt x="155448" y="313944"/>
                </a:lnTo>
                <a:lnTo>
                  <a:pt x="152400" y="318516"/>
                </a:lnTo>
                <a:lnTo>
                  <a:pt x="144780" y="320040"/>
                </a:lnTo>
                <a:lnTo>
                  <a:pt x="60960" y="320040"/>
                </a:lnTo>
                <a:lnTo>
                  <a:pt x="60960" y="358140"/>
                </a:lnTo>
                <a:lnTo>
                  <a:pt x="64008" y="358140"/>
                </a:lnTo>
                <a:lnTo>
                  <a:pt x="64008" y="347472"/>
                </a:lnTo>
                <a:lnTo>
                  <a:pt x="70104" y="341376"/>
                </a:lnTo>
                <a:lnTo>
                  <a:pt x="73152" y="339852"/>
                </a:lnTo>
                <a:lnTo>
                  <a:pt x="141732" y="339852"/>
                </a:lnTo>
                <a:lnTo>
                  <a:pt x="150876" y="338328"/>
                </a:lnTo>
                <a:lnTo>
                  <a:pt x="155448" y="336804"/>
                </a:lnTo>
                <a:lnTo>
                  <a:pt x="161544" y="335280"/>
                </a:lnTo>
                <a:lnTo>
                  <a:pt x="166116" y="332232"/>
                </a:lnTo>
                <a:lnTo>
                  <a:pt x="169164" y="327660"/>
                </a:lnTo>
                <a:lnTo>
                  <a:pt x="173736" y="323088"/>
                </a:lnTo>
                <a:lnTo>
                  <a:pt x="175260" y="316992"/>
                </a:lnTo>
                <a:lnTo>
                  <a:pt x="175260" y="304800"/>
                </a:lnTo>
                <a:lnTo>
                  <a:pt x="173736" y="300228"/>
                </a:lnTo>
                <a:lnTo>
                  <a:pt x="150876" y="272796"/>
                </a:lnTo>
                <a:lnTo>
                  <a:pt x="175260" y="272796"/>
                </a:lnTo>
                <a:lnTo>
                  <a:pt x="175260" y="266700"/>
                </a:lnTo>
                <a:close/>
              </a:path>
              <a:path extrusionOk="0" h="527684" w="219710">
                <a:moveTo>
                  <a:pt x="175260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60020" y="4572"/>
                </a:lnTo>
                <a:lnTo>
                  <a:pt x="160020" y="12192"/>
                </a:lnTo>
                <a:lnTo>
                  <a:pt x="155448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6764" y="41148"/>
                </a:lnTo>
                <a:lnTo>
                  <a:pt x="16764" y="39624"/>
                </a:lnTo>
                <a:lnTo>
                  <a:pt x="19812" y="38100"/>
                </a:lnTo>
                <a:lnTo>
                  <a:pt x="25908" y="38100"/>
                </a:lnTo>
                <a:lnTo>
                  <a:pt x="33528" y="36576"/>
                </a:lnTo>
                <a:lnTo>
                  <a:pt x="68580" y="36576"/>
                </a:lnTo>
                <a:lnTo>
                  <a:pt x="63703" y="42316"/>
                </a:lnTo>
                <a:lnTo>
                  <a:pt x="60388" y="48196"/>
                </a:lnTo>
                <a:lnTo>
                  <a:pt x="58508" y="54368"/>
                </a:lnTo>
                <a:lnTo>
                  <a:pt x="58470" y="54864"/>
                </a:lnTo>
                <a:lnTo>
                  <a:pt x="57912" y="60960"/>
                </a:lnTo>
                <a:lnTo>
                  <a:pt x="77724" y="99060"/>
                </a:lnTo>
                <a:lnTo>
                  <a:pt x="120396" y="112776"/>
                </a:lnTo>
                <a:lnTo>
                  <a:pt x="132168" y="112166"/>
                </a:lnTo>
                <a:lnTo>
                  <a:pt x="166903" y="93446"/>
                </a:lnTo>
                <a:lnTo>
                  <a:pt x="175196" y="69342"/>
                </a:lnTo>
                <a:lnTo>
                  <a:pt x="175171" y="63627"/>
                </a:lnTo>
                <a:lnTo>
                  <a:pt x="173736" y="57912"/>
                </a:lnTo>
                <a:lnTo>
                  <a:pt x="170688" y="53340"/>
                </a:lnTo>
                <a:lnTo>
                  <a:pt x="167640" y="47244"/>
                </a:lnTo>
                <a:lnTo>
                  <a:pt x="160020" y="39624"/>
                </a:lnTo>
                <a:lnTo>
                  <a:pt x="160020" y="50292"/>
                </a:lnTo>
                <a:lnTo>
                  <a:pt x="160020" y="57912"/>
                </a:lnTo>
                <a:lnTo>
                  <a:pt x="131826" y="87630"/>
                </a:lnTo>
                <a:lnTo>
                  <a:pt x="111252" y="89916"/>
                </a:lnTo>
                <a:lnTo>
                  <a:pt x="99542" y="89344"/>
                </a:lnTo>
                <a:lnTo>
                  <a:pt x="65532" y="68580"/>
                </a:lnTo>
                <a:lnTo>
                  <a:pt x="65532" y="57912"/>
                </a:lnTo>
                <a:lnTo>
                  <a:pt x="67056" y="54864"/>
                </a:lnTo>
                <a:lnTo>
                  <a:pt x="68580" y="50292"/>
                </a:lnTo>
                <a:lnTo>
                  <a:pt x="74676" y="44196"/>
                </a:lnTo>
                <a:lnTo>
                  <a:pt x="79248" y="41148"/>
                </a:lnTo>
                <a:lnTo>
                  <a:pt x="88392" y="38100"/>
                </a:lnTo>
                <a:lnTo>
                  <a:pt x="94488" y="36576"/>
                </a:lnTo>
                <a:lnTo>
                  <a:pt x="147828" y="36576"/>
                </a:lnTo>
                <a:lnTo>
                  <a:pt x="155448" y="44196"/>
                </a:lnTo>
                <a:lnTo>
                  <a:pt x="160020" y="50292"/>
                </a:lnTo>
                <a:lnTo>
                  <a:pt x="160020" y="39624"/>
                </a:lnTo>
                <a:lnTo>
                  <a:pt x="156972" y="36576"/>
                </a:lnTo>
                <a:lnTo>
                  <a:pt x="175260" y="36576"/>
                </a:lnTo>
                <a:lnTo>
                  <a:pt x="175260" y="32004"/>
                </a:lnTo>
                <a:close/>
              </a:path>
              <a:path extrusionOk="0" h="527684" w="219710">
                <a:moveTo>
                  <a:pt x="175272" y="146304"/>
                </a:moveTo>
                <a:lnTo>
                  <a:pt x="174129" y="139687"/>
                </a:lnTo>
                <a:lnTo>
                  <a:pt x="170700" y="133350"/>
                </a:lnTo>
                <a:lnTo>
                  <a:pt x="164985" y="127025"/>
                </a:lnTo>
                <a:lnTo>
                  <a:pt x="156984" y="120396"/>
                </a:lnTo>
                <a:lnTo>
                  <a:pt x="150888" y="120396"/>
                </a:lnTo>
                <a:lnTo>
                  <a:pt x="158508" y="128016"/>
                </a:lnTo>
                <a:lnTo>
                  <a:pt x="158508" y="129540"/>
                </a:lnTo>
                <a:lnTo>
                  <a:pt x="160032" y="131064"/>
                </a:lnTo>
                <a:lnTo>
                  <a:pt x="160032" y="135636"/>
                </a:lnTo>
                <a:lnTo>
                  <a:pt x="158508" y="135636"/>
                </a:lnTo>
                <a:lnTo>
                  <a:pt x="158508" y="137160"/>
                </a:lnTo>
                <a:lnTo>
                  <a:pt x="156984" y="137160"/>
                </a:lnTo>
                <a:lnTo>
                  <a:pt x="153936" y="138684"/>
                </a:lnTo>
                <a:lnTo>
                  <a:pt x="77736" y="138684"/>
                </a:lnTo>
                <a:lnTo>
                  <a:pt x="60413" y="156972"/>
                </a:lnTo>
                <a:lnTo>
                  <a:pt x="59067" y="162687"/>
                </a:lnTo>
                <a:lnTo>
                  <a:pt x="58204" y="169316"/>
                </a:lnTo>
                <a:lnTo>
                  <a:pt x="58115" y="179832"/>
                </a:lnTo>
                <a:lnTo>
                  <a:pt x="58496" y="185623"/>
                </a:lnTo>
                <a:lnTo>
                  <a:pt x="67068" y="207264"/>
                </a:lnTo>
                <a:lnTo>
                  <a:pt x="71640" y="214884"/>
                </a:lnTo>
                <a:lnTo>
                  <a:pt x="79260" y="217932"/>
                </a:lnTo>
                <a:lnTo>
                  <a:pt x="89928" y="217932"/>
                </a:lnTo>
                <a:lnTo>
                  <a:pt x="91452" y="216408"/>
                </a:lnTo>
                <a:lnTo>
                  <a:pt x="94500" y="214884"/>
                </a:lnTo>
                <a:lnTo>
                  <a:pt x="96024" y="213360"/>
                </a:lnTo>
                <a:lnTo>
                  <a:pt x="97548" y="210312"/>
                </a:lnTo>
                <a:lnTo>
                  <a:pt x="97548" y="204216"/>
                </a:lnTo>
                <a:lnTo>
                  <a:pt x="92976" y="199644"/>
                </a:lnTo>
                <a:lnTo>
                  <a:pt x="89928" y="198120"/>
                </a:lnTo>
                <a:lnTo>
                  <a:pt x="74688" y="198120"/>
                </a:lnTo>
                <a:lnTo>
                  <a:pt x="71640" y="196596"/>
                </a:lnTo>
                <a:lnTo>
                  <a:pt x="70205" y="193738"/>
                </a:lnTo>
                <a:lnTo>
                  <a:pt x="69989" y="193433"/>
                </a:lnTo>
                <a:lnTo>
                  <a:pt x="67068" y="190500"/>
                </a:lnTo>
                <a:lnTo>
                  <a:pt x="65544" y="185928"/>
                </a:lnTo>
                <a:lnTo>
                  <a:pt x="65544" y="173736"/>
                </a:lnTo>
                <a:lnTo>
                  <a:pt x="67068" y="167640"/>
                </a:lnTo>
                <a:lnTo>
                  <a:pt x="71640" y="164592"/>
                </a:lnTo>
                <a:lnTo>
                  <a:pt x="76212" y="160020"/>
                </a:lnTo>
                <a:lnTo>
                  <a:pt x="83832" y="158496"/>
                </a:lnTo>
                <a:lnTo>
                  <a:pt x="99072" y="158496"/>
                </a:lnTo>
                <a:lnTo>
                  <a:pt x="104279" y="172237"/>
                </a:lnTo>
                <a:lnTo>
                  <a:pt x="108788" y="183832"/>
                </a:lnTo>
                <a:lnTo>
                  <a:pt x="132600" y="217932"/>
                </a:lnTo>
                <a:lnTo>
                  <a:pt x="135648" y="220980"/>
                </a:lnTo>
                <a:lnTo>
                  <a:pt x="141744" y="222504"/>
                </a:lnTo>
                <a:lnTo>
                  <a:pt x="155460" y="222504"/>
                </a:lnTo>
                <a:lnTo>
                  <a:pt x="161556" y="219456"/>
                </a:lnTo>
                <a:lnTo>
                  <a:pt x="167652" y="214884"/>
                </a:lnTo>
                <a:lnTo>
                  <a:pt x="172224" y="208788"/>
                </a:lnTo>
                <a:lnTo>
                  <a:pt x="175272" y="202692"/>
                </a:lnTo>
                <a:lnTo>
                  <a:pt x="175272" y="190500"/>
                </a:lnTo>
                <a:lnTo>
                  <a:pt x="173748" y="184404"/>
                </a:lnTo>
                <a:lnTo>
                  <a:pt x="172224" y="179832"/>
                </a:lnTo>
                <a:lnTo>
                  <a:pt x="170243" y="177571"/>
                </a:lnTo>
                <a:lnTo>
                  <a:pt x="166700" y="173164"/>
                </a:lnTo>
                <a:lnTo>
                  <a:pt x="161721" y="166763"/>
                </a:lnTo>
                <a:lnTo>
                  <a:pt x="160032" y="164541"/>
                </a:lnTo>
                <a:lnTo>
                  <a:pt x="160032" y="188976"/>
                </a:lnTo>
                <a:lnTo>
                  <a:pt x="158546" y="193433"/>
                </a:lnTo>
                <a:lnTo>
                  <a:pt x="158686" y="193433"/>
                </a:lnTo>
                <a:lnTo>
                  <a:pt x="153936" y="196596"/>
                </a:lnTo>
                <a:lnTo>
                  <a:pt x="150888" y="201168"/>
                </a:lnTo>
                <a:lnTo>
                  <a:pt x="146316" y="202692"/>
                </a:lnTo>
                <a:lnTo>
                  <a:pt x="135648" y="202692"/>
                </a:lnTo>
                <a:lnTo>
                  <a:pt x="131076" y="201168"/>
                </a:lnTo>
                <a:lnTo>
                  <a:pt x="128028" y="198120"/>
                </a:lnTo>
                <a:lnTo>
                  <a:pt x="123456" y="195072"/>
                </a:lnTo>
                <a:lnTo>
                  <a:pt x="120408" y="190500"/>
                </a:lnTo>
                <a:lnTo>
                  <a:pt x="117360" y="182880"/>
                </a:lnTo>
                <a:lnTo>
                  <a:pt x="115049" y="179501"/>
                </a:lnTo>
                <a:lnTo>
                  <a:pt x="114947" y="179285"/>
                </a:lnTo>
                <a:lnTo>
                  <a:pt x="112598" y="174117"/>
                </a:lnTo>
                <a:lnTo>
                  <a:pt x="109753" y="166763"/>
                </a:lnTo>
                <a:lnTo>
                  <a:pt x="106692" y="158496"/>
                </a:lnTo>
                <a:lnTo>
                  <a:pt x="147840" y="158496"/>
                </a:lnTo>
                <a:lnTo>
                  <a:pt x="160032" y="188976"/>
                </a:lnTo>
                <a:lnTo>
                  <a:pt x="160032" y="164541"/>
                </a:lnTo>
                <a:lnTo>
                  <a:pt x="155460" y="158496"/>
                </a:lnTo>
                <a:lnTo>
                  <a:pt x="163080" y="158496"/>
                </a:lnTo>
                <a:lnTo>
                  <a:pt x="167652" y="156972"/>
                </a:lnTo>
                <a:lnTo>
                  <a:pt x="170700" y="155448"/>
                </a:lnTo>
                <a:lnTo>
                  <a:pt x="173748" y="152400"/>
                </a:lnTo>
                <a:lnTo>
                  <a:pt x="175272" y="149352"/>
                </a:lnTo>
                <a:lnTo>
                  <a:pt x="175272" y="146304"/>
                </a:lnTo>
                <a:close/>
              </a:path>
              <a:path extrusionOk="0" h="527684" w="219710">
                <a:moveTo>
                  <a:pt x="219468" y="368719"/>
                </a:moveTo>
                <a:lnTo>
                  <a:pt x="214909" y="368719"/>
                </a:lnTo>
                <a:lnTo>
                  <a:pt x="213410" y="377672"/>
                </a:lnTo>
                <a:lnTo>
                  <a:pt x="211074" y="385953"/>
                </a:lnTo>
                <a:lnTo>
                  <a:pt x="181914" y="421386"/>
                </a:lnTo>
                <a:lnTo>
                  <a:pt x="172212" y="428244"/>
                </a:lnTo>
                <a:lnTo>
                  <a:pt x="167640" y="416674"/>
                </a:lnTo>
                <a:lnTo>
                  <a:pt x="167640" y="446532"/>
                </a:lnTo>
                <a:lnTo>
                  <a:pt x="150876" y="481584"/>
                </a:lnTo>
                <a:lnTo>
                  <a:pt x="107594" y="498729"/>
                </a:lnTo>
                <a:lnTo>
                  <a:pt x="88392" y="499872"/>
                </a:lnTo>
                <a:lnTo>
                  <a:pt x="68821" y="498729"/>
                </a:lnTo>
                <a:lnTo>
                  <a:pt x="69113" y="498729"/>
                </a:lnTo>
                <a:lnTo>
                  <a:pt x="52768" y="495490"/>
                </a:lnTo>
                <a:lnTo>
                  <a:pt x="15811" y="467106"/>
                </a:lnTo>
                <a:lnTo>
                  <a:pt x="15760" y="466915"/>
                </a:lnTo>
                <a:lnTo>
                  <a:pt x="13081" y="457377"/>
                </a:lnTo>
                <a:lnTo>
                  <a:pt x="12192" y="446532"/>
                </a:lnTo>
                <a:lnTo>
                  <a:pt x="12319" y="445008"/>
                </a:lnTo>
                <a:lnTo>
                  <a:pt x="12750" y="439940"/>
                </a:lnTo>
                <a:lnTo>
                  <a:pt x="35242" y="407581"/>
                </a:lnTo>
                <a:lnTo>
                  <a:pt x="78676" y="395287"/>
                </a:lnTo>
                <a:lnTo>
                  <a:pt x="92964" y="394716"/>
                </a:lnTo>
                <a:lnTo>
                  <a:pt x="111023" y="395605"/>
                </a:lnTo>
                <a:lnTo>
                  <a:pt x="150876" y="409956"/>
                </a:lnTo>
                <a:lnTo>
                  <a:pt x="167640" y="446532"/>
                </a:lnTo>
                <a:lnTo>
                  <a:pt x="167640" y="416674"/>
                </a:lnTo>
                <a:lnTo>
                  <a:pt x="141732" y="384048"/>
                </a:lnTo>
                <a:lnTo>
                  <a:pt x="104228" y="368198"/>
                </a:lnTo>
                <a:lnTo>
                  <a:pt x="89916" y="367284"/>
                </a:lnTo>
                <a:lnTo>
                  <a:pt x="72250" y="368719"/>
                </a:lnTo>
                <a:lnTo>
                  <a:pt x="28956" y="390144"/>
                </a:lnTo>
                <a:lnTo>
                  <a:pt x="6032" y="429577"/>
                </a:lnTo>
                <a:lnTo>
                  <a:pt x="4572" y="445008"/>
                </a:lnTo>
                <a:lnTo>
                  <a:pt x="6032" y="461568"/>
                </a:lnTo>
                <a:lnTo>
                  <a:pt x="28956" y="502920"/>
                </a:lnTo>
                <a:lnTo>
                  <a:pt x="70967" y="525856"/>
                </a:lnTo>
                <a:lnTo>
                  <a:pt x="88392" y="527304"/>
                </a:lnTo>
                <a:lnTo>
                  <a:pt x="99542" y="526732"/>
                </a:lnTo>
                <a:lnTo>
                  <a:pt x="137261" y="514184"/>
                </a:lnTo>
                <a:lnTo>
                  <a:pt x="165163" y="484251"/>
                </a:lnTo>
                <a:lnTo>
                  <a:pt x="172212" y="469392"/>
                </a:lnTo>
                <a:lnTo>
                  <a:pt x="177927" y="462521"/>
                </a:lnTo>
                <a:lnTo>
                  <a:pt x="200482" y="431292"/>
                </a:lnTo>
                <a:lnTo>
                  <a:pt x="202044" y="428244"/>
                </a:lnTo>
                <a:lnTo>
                  <a:pt x="205168" y="422148"/>
                </a:lnTo>
                <a:lnTo>
                  <a:pt x="209003" y="413004"/>
                </a:lnTo>
                <a:lnTo>
                  <a:pt x="211836" y="403860"/>
                </a:lnTo>
                <a:lnTo>
                  <a:pt x="214972" y="394716"/>
                </a:lnTo>
                <a:lnTo>
                  <a:pt x="217360" y="385762"/>
                </a:lnTo>
                <a:lnTo>
                  <a:pt x="218909" y="377075"/>
                </a:lnTo>
                <a:lnTo>
                  <a:pt x="218960" y="376288"/>
                </a:lnTo>
                <a:lnTo>
                  <a:pt x="219468" y="3687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415" name="Google Shape;2415;p38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4296155" y="7706867"/>
            <a:ext cx="117348" cy="4099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16" name="Google Shape;2416;p38"/>
          <p:cNvGrpSpPr/>
          <p:nvPr/>
        </p:nvGrpSpPr>
        <p:grpSpPr>
          <a:xfrm>
            <a:off x="4238231" y="7354823"/>
            <a:ext cx="175780" cy="276352"/>
            <a:chOff x="4238231" y="7354823"/>
            <a:chExt cx="175780" cy="276352"/>
          </a:xfrm>
        </p:grpSpPr>
        <p:sp>
          <p:nvSpPr>
            <p:cNvPr id="2417" name="Google Shape;2417;p38"/>
            <p:cNvSpPr/>
            <p:nvPr/>
          </p:nvSpPr>
          <p:spPr>
            <a:xfrm>
              <a:off x="4238231" y="7527036"/>
              <a:ext cx="175260" cy="104139"/>
            </a:xfrm>
            <a:custGeom>
              <a:rect b="b" l="l" r="r" t="t"/>
              <a:pathLst>
                <a:path extrusionOk="0" h="104140" w="175260">
                  <a:moveTo>
                    <a:pt x="24384" y="73152"/>
                  </a:moveTo>
                  <a:lnTo>
                    <a:pt x="22860" y="70104"/>
                  </a:lnTo>
                  <a:lnTo>
                    <a:pt x="18288" y="65532"/>
                  </a:lnTo>
                  <a:lnTo>
                    <a:pt x="15240" y="64008"/>
                  </a:lnTo>
                  <a:lnTo>
                    <a:pt x="9144" y="64008"/>
                  </a:lnTo>
                  <a:lnTo>
                    <a:pt x="6096" y="65532"/>
                  </a:lnTo>
                  <a:lnTo>
                    <a:pt x="1524" y="70104"/>
                  </a:lnTo>
                  <a:lnTo>
                    <a:pt x="0" y="73152"/>
                  </a:lnTo>
                  <a:lnTo>
                    <a:pt x="0" y="79248"/>
                  </a:lnTo>
                  <a:lnTo>
                    <a:pt x="3048" y="85344"/>
                  </a:lnTo>
                  <a:lnTo>
                    <a:pt x="9144" y="88392"/>
                  </a:lnTo>
                  <a:lnTo>
                    <a:pt x="15240" y="88392"/>
                  </a:lnTo>
                  <a:lnTo>
                    <a:pt x="21336" y="85344"/>
                  </a:lnTo>
                  <a:lnTo>
                    <a:pt x="24384" y="79248"/>
                  </a:lnTo>
                  <a:lnTo>
                    <a:pt x="24384" y="73152"/>
                  </a:lnTo>
                  <a:close/>
                </a:path>
                <a:path extrusionOk="0" h="104140" w="175260">
                  <a:moveTo>
                    <a:pt x="172212" y="48768"/>
                  </a:moveTo>
                  <a:lnTo>
                    <a:pt x="169176" y="48768"/>
                  </a:lnTo>
                  <a:lnTo>
                    <a:pt x="169176" y="57912"/>
                  </a:lnTo>
                  <a:lnTo>
                    <a:pt x="167652" y="59436"/>
                  </a:lnTo>
                  <a:lnTo>
                    <a:pt x="166128" y="62484"/>
                  </a:lnTo>
                  <a:lnTo>
                    <a:pt x="164592" y="64008"/>
                  </a:lnTo>
                  <a:lnTo>
                    <a:pt x="161544" y="64008"/>
                  </a:lnTo>
                  <a:lnTo>
                    <a:pt x="160020" y="65532"/>
                  </a:lnTo>
                  <a:lnTo>
                    <a:pt x="57912" y="65532"/>
                  </a:lnTo>
                  <a:lnTo>
                    <a:pt x="57912" y="71628"/>
                  </a:lnTo>
                  <a:lnTo>
                    <a:pt x="71628" y="103632"/>
                  </a:lnTo>
                  <a:lnTo>
                    <a:pt x="74676" y="102108"/>
                  </a:lnTo>
                  <a:lnTo>
                    <a:pt x="73152" y="99060"/>
                  </a:lnTo>
                  <a:lnTo>
                    <a:pt x="73152" y="89916"/>
                  </a:lnTo>
                  <a:lnTo>
                    <a:pt x="74676" y="89916"/>
                  </a:lnTo>
                  <a:lnTo>
                    <a:pt x="74676" y="88392"/>
                  </a:lnTo>
                  <a:lnTo>
                    <a:pt x="77724" y="86868"/>
                  </a:lnTo>
                  <a:lnTo>
                    <a:pt x="80772" y="86868"/>
                  </a:lnTo>
                  <a:lnTo>
                    <a:pt x="83820" y="85344"/>
                  </a:lnTo>
                  <a:lnTo>
                    <a:pt x="155448" y="85344"/>
                  </a:lnTo>
                  <a:lnTo>
                    <a:pt x="160020" y="86868"/>
                  </a:lnTo>
                  <a:lnTo>
                    <a:pt x="161544" y="86868"/>
                  </a:lnTo>
                  <a:lnTo>
                    <a:pt x="164592" y="88392"/>
                  </a:lnTo>
                  <a:lnTo>
                    <a:pt x="169176" y="92964"/>
                  </a:lnTo>
                  <a:lnTo>
                    <a:pt x="169176" y="102108"/>
                  </a:lnTo>
                  <a:lnTo>
                    <a:pt x="172212" y="102108"/>
                  </a:lnTo>
                  <a:lnTo>
                    <a:pt x="172212" y="85344"/>
                  </a:lnTo>
                  <a:lnTo>
                    <a:pt x="172212" y="48768"/>
                  </a:lnTo>
                  <a:close/>
                </a:path>
                <a:path extrusionOk="0" h="104140" w="175260">
                  <a:moveTo>
                    <a:pt x="175260" y="10668"/>
                  </a:moveTo>
                  <a:lnTo>
                    <a:pt x="173736" y="7620"/>
                  </a:lnTo>
                  <a:lnTo>
                    <a:pt x="170688" y="4572"/>
                  </a:lnTo>
                  <a:lnTo>
                    <a:pt x="169164" y="1524"/>
                  </a:lnTo>
                  <a:lnTo>
                    <a:pt x="164592" y="0"/>
                  </a:lnTo>
                  <a:lnTo>
                    <a:pt x="156972" y="0"/>
                  </a:lnTo>
                  <a:lnTo>
                    <a:pt x="153924" y="1524"/>
                  </a:lnTo>
                  <a:lnTo>
                    <a:pt x="152400" y="4572"/>
                  </a:lnTo>
                  <a:lnTo>
                    <a:pt x="149352" y="7620"/>
                  </a:lnTo>
                  <a:lnTo>
                    <a:pt x="147828" y="10668"/>
                  </a:lnTo>
                  <a:lnTo>
                    <a:pt x="147828" y="18288"/>
                  </a:lnTo>
                  <a:lnTo>
                    <a:pt x="149352" y="21336"/>
                  </a:lnTo>
                  <a:lnTo>
                    <a:pt x="152400" y="24384"/>
                  </a:lnTo>
                  <a:lnTo>
                    <a:pt x="153924" y="25908"/>
                  </a:lnTo>
                  <a:lnTo>
                    <a:pt x="156972" y="27432"/>
                  </a:lnTo>
                  <a:lnTo>
                    <a:pt x="164592" y="27432"/>
                  </a:lnTo>
                  <a:lnTo>
                    <a:pt x="169164" y="25908"/>
                  </a:lnTo>
                  <a:lnTo>
                    <a:pt x="173736" y="21336"/>
                  </a:lnTo>
                  <a:lnTo>
                    <a:pt x="175260" y="18288"/>
                  </a:lnTo>
                  <a:lnTo>
                    <a:pt x="175260" y="106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18" name="Google Shape;2418;p38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4296155" y="7408164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19" name="Google Shape;2419;p38"/>
            <p:cNvSpPr/>
            <p:nvPr/>
          </p:nvSpPr>
          <p:spPr>
            <a:xfrm>
              <a:off x="4386071" y="7354823"/>
              <a:ext cx="27940" cy="27940"/>
            </a:xfrm>
            <a:custGeom>
              <a:rect b="b" l="l" r="r" t="t"/>
              <a:pathLst>
                <a:path extrusionOk="0" h="27940" w="27939">
                  <a:moveTo>
                    <a:pt x="16764" y="27431"/>
                  </a:moveTo>
                  <a:lnTo>
                    <a:pt x="9144" y="27431"/>
                  </a:lnTo>
                  <a:lnTo>
                    <a:pt x="6096" y="25907"/>
                  </a:lnTo>
                  <a:lnTo>
                    <a:pt x="4572" y="22859"/>
                  </a:lnTo>
                  <a:lnTo>
                    <a:pt x="1524" y="19811"/>
                  </a:lnTo>
                  <a:lnTo>
                    <a:pt x="0" y="16763"/>
                  </a:lnTo>
                  <a:lnTo>
                    <a:pt x="0" y="9143"/>
                  </a:lnTo>
                  <a:lnTo>
                    <a:pt x="1524" y="6095"/>
                  </a:lnTo>
                  <a:lnTo>
                    <a:pt x="4572" y="3047"/>
                  </a:lnTo>
                  <a:lnTo>
                    <a:pt x="6096" y="0"/>
                  </a:lnTo>
                  <a:lnTo>
                    <a:pt x="16764" y="0"/>
                  </a:lnTo>
                  <a:lnTo>
                    <a:pt x="21336" y="1523"/>
                  </a:lnTo>
                  <a:lnTo>
                    <a:pt x="25908" y="6095"/>
                  </a:lnTo>
                  <a:lnTo>
                    <a:pt x="27432" y="9143"/>
                  </a:lnTo>
                  <a:lnTo>
                    <a:pt x="27432" y="16763"/>
                  </a:lnTo>
                  <a:lnTo>
                    <a:pt x="25908" y="19811"/>
                  </a:lnTo>
                  <a:lnTo>
                    <a:pt x="22860" y="22859"/>
                  </a:lnTo>
                  <a:lnTo>
                    <a:pt x="21336" y="25907"/>
                  </a:lnTo>
                  <a:lnTo>
                    <a:pt x="16764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420" name="Google Shape;2420;p38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4242815" y="7162800"/>
            <a:ext cx="167640" cy="1097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21" name="Google Shape;2421;p38"/>
          <p:cNvGrpSpPr/>
          <p:nvPr/>
        </p:nvGrpSpPr>
        <p:grpSpPr>
          <a:xfrm>
            <a:off x="4296155" y="6576059"/>
            <a:ext cx="117349" cy="505968"/>
            <a:chOff x="4296155" y="6576059"/>
            <a:chExt cx="117349" cy="505968"/>
          </a:xfrm>
        </p:grpSpPr>
        <p:pic>
          <p:nvPicPr>
            <p:cNvPr id="2422" name="Google Shape;2422;p38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4296155" y="6672071"/>
              <a:ext cx="117348" cy="4099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23" name="Google Shape;2423;p38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4296156" y="6576059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424" name="Google Shape;2424;p38"/>
          <p:cNvGrpSpPr/>
          <p:nvPr/>
        </p:nvGrpSpPr>
        <p:grpSpPr>
          <a:xfrm>
            <a:off x="4296155" y="6192011"/>
            <a:ext cx="167640" cy="318516"/>
            <a:chOff x="4296155" y="6192011"/>
            <a:chExt cx="167640" cy="318516"/>
          </a:xfrm>
        </p:grpSpPr>
        <p:pic>
          <p:nvPicPr>
            <p:cNvPr id="2425" name="Google Shape;2425;p38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4296155" y="6394703"/>
              <a:ext cx="16764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26" name="Google Shape;2426;p38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4296156" y="6192011"/>
              <a:ext cx="117348" cy="18288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427" name="Google Shape;2427;p38"/>
          <p:cNvGrpSpPr/>
          <p:nvPr/>
        </p:nvGrpSpPr>
        <p:grpSpPr>
          <a:xfrm>
            <a:off x="4238244" y="5785104"/>
            <a:ext cx="175768" cy="336803"/>
            <a:chOff x="4238244" y="5785104"/>
            <a:chExt cx="175768" cy="336803"/>
          </a:xfrm>
        </p:grpSpPr>
        <p:pic>
          <p:nvPicPr>
            <p:cNvPr id="2428" name="Google Shape;2428;p38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4238244" y="5838444"/>
              <a:ext cx="175260" cy="28346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29" name="Google Shape;2429;p38"/>
            <p:cNvSpPr/>
            <p:nvPr/>
          </p:nvSpPr>
          <p:spPr>
            <a:xfrm>
              <a:off x="4386072" y="5785104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4572" y="22860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1336" y="1524"/>
                  </a:lnTo>
                  <a:lnTo>
                    <a:pt x="25908" y="6096"/>
                  </a:lnTo>
                  <a:lnTo>
                    <a:pt x="27432" y="9144"/>
                  </a:lnTo>
                  <a:lnTo>
                    <a:pt x="27432" y="16764"/>
                  </a:lnTo>
                  <a:lnTo>
                    <a:pt x="25908" y="19812"/>
                  </a:lnTo>
                  <a:lnTo>
                    <a:pt x="22860" y="22860"/>
                  </a:lnTo>
                  <a:lnTo>
                    <a:pt x="21336" y="25908"/>
                  </a:lnTo>
                  <a:lnTo>
                    <a:pt x="1676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0" name="Google Shape;2430;p38"/>
          <p:cNvSpPr/>
          <p:nvPr/>
        </p:nvSpPr>
        <p:spPr>
          <a:xfrm>
            <a:off x="4596383" y="8798052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7620" y="51816"/>
                </a:lnTo>
                <a:lnTo>
                  <a:pt x="1524" y="45720"/>
                </a:lnTo>
                <a:lnTo>
                  <a:pt x="0" y="39624"/>
                </a:lnTo>
                <a:lnTo>
                  <a:pt x="0" y="22860"/>
                </a:lnTo>
                <a:lnTo>
                  <a:pt x="1524" y="15240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31" name="Google Shape;2431;p38"/>
          <p:cNvGrpSpPr/>
          <p:nvPr/>
        </p:nvGrpSpPr>
        <p:grpSpPr>
          <a:xfrm>
            <a:off x="4539995" y="8485631"/>
            <a:ext cx="170688" cy="228599"/>
            <a:chOff x="4539995" y="8485631"/>
            <a:chExt cx="170688" cy="228599"/>
          </a:xfrm>
        </p:grpSpPr>
        <p:pic>
          <p:nvPicPr>
            <p:cNvPr id="2432" name="Google Shape;2432;p38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4539995" y="8622791"/>
              <a:ext cx="170687" cy="914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33" name="Google Shape;2433;p38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4539995" y="8485631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434" name="Google Shape;2434;p38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4543044" y="8046720"/>
            <a:ext cx="164592" cy="365759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5" name="Google Shape;2435;p38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4535423" y="7091171"/>
            <a:ext cx="175260" cy="867156"/>
          </a:xfrm>
          <a:prstGeom prst="rect">
            <a:avLst/>
          </a:prstGeom>
          <a:noFill/>
          <a:ln>
            <a:noFill/>
          </a:ln>
        </p:spPr>
      </p:pic>
      <p:sp>
        <p:nvSpPr>
          <p:cNvPr id="2436" name="Google Shape;2436;p38"/>
          <p:cNvSpPr/>
          <p:nvPr/>
        </p:nvSpPr>
        <p:spPr>
          <a:xfrm>
            <a:off x="4892040" y="8798052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1336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1336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437" name="Google Shape;2437;p38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4835651" y="8610600"/>
            <a:ext cx="167639" cy="1082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8" name="Google Shape;2438;p38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4831079" y="6825995"/>
            <a:ext cx="175260" cy="17114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9" name="Google Shape;2439;p38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4888992" y="6513576"/>
            <a:ext cx="117348" cy="237743"/>
          </a:xfrm>
          <a:prstGeom prst="rect">
            <a:avLst/>
          </a:prstGeom>
          <a:noFill/>
          <a:ln>
            <a:noFill/>
          </a:ln>
        </p:spPr>
      </p:pic>
      <p:pic>
        <p:nvPicPr>
          <p:cNvPr id="2440" name="Google Shape;2440;p38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4831079" y="6156960"/>
            <a:ext cx="175259" cy="2956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41" name="Google Shape;2441;p38"/>
          <p:cNvGrpSpPr/>
          <p:nvPr/>
        </p:nvGrpSpPr>
        <p:grpSpPr>
          <a:xfrm>
            <a:off x="4831079" y="5742432"/>
            <a:ext cx="175769" cy="336803"/>
            <a:chOff x="4831079" y="5742432"/>
            <a:chExt cx="175769" cy="336803"/>
          </a:xfrm>
        </p:grpSpPr>
        <p:pic>
          <p:nvPicPr>
            <p:cNvPr id="2442" name="Google Shape;2442;p38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4831079" y="5794248"/>
              <a:ext cx="175260" cy="2849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43" name="Google Shape;2443;p38"/>
            <p:cNvSpPr/>
            <p:nvPr/>
          </p:nvSpPr>
          <p:spPr>
            <a:xfrm>
              <a:off x="4978908" y="5742432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4572" y="22860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6096" y="1524"/>
                  </a:lnTo>
                  <a:lnTo>
                    <a:pt x="10668" y="0"/>
                  </a:lnTo>
                  <a:lnTo>
                    <a:pt x="16764" y="0"/>
                  </a:lnTo>
                  <a:lnTo>
                    <a:pt x="21336" y="1524"/>
                  </a:lnTo>
                  <a:lnTo>
                    <a:pt x="22860" y="4572"/>
                  </a:lnTo>
                  <a:lnTo>
                    <a:pt x="25908" y="6096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5908" y="21336"/>
                  </a:lnTo>
                  <a:lnTo>
                    <a:pt x="22860" y="22860"/>
                  </a:lnTo>
                  <a:lnTo>
                    <a:pt x="21336" y="25908"/>
                  </a:lnTo>
                  <a:lnTo>
                    <a:pt x="1676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44" name="Google Shape;2444;p38"/>
          <p:cNvSpPr/>
          <p:nvPr/>
        </p:nvSpPr>
        <p:spPr>
          <a:xfrm>
            <a:off x="5189219" y="8798052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7620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7620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5" name="Google Shape;2445;p38"/>
          <p:cNvSpPr/>
          <p:nvPr/>
        </p:nvSpPr>
        <p:spPr>
          <a:xfrm>
            <a:off x="5128247" y="8129016"/>
            <a:ext cx="175895" cy="585470"/>
          </a:xfrm>
          <a:custGeom>
            <a:rect b="b" l="l" r="r" t="t"/>
            <a:pathLst>
              <a:path extrusionOk="0" h="585470" w="175895">
                <a:moveTo>
                  <a:pt x="24384" y="100584"/>
                </a:moveTo>
                <a:lnTo>
                  <a:pt x="22860" y="97536"/>
                </a:lnTo>
                <a:lnTo>
                  <a:pt x="18288" y="92964"/>
                </a:lnTo>
                <a:lnTo>
                  <a:pt x="15240" y="91440"/>
                </a:lnTo>
                <a:lnTo>
                  <a:pt x="7620" y="91440"/>
                </a:lnTo>
                <a:lnTo>
                  <a:pt x="4572" y="92964"/>
                </a:lnTo>
                <a:lnTo>
                  <a:pt x="0" y="97536"/>
                </a:lnTo>
                <a:lnTo>
                  <a:pt x="0" y="109728"/>
                </a:lnTo>
                <a:lnTo>
                  <a:pt x="3048" y="111252"/>
                </a:lnTo>
                <a:lnTo>
                  <a:pt x="4572" y="114300"/>
                </a:lnTo>
                <a:lnTo>
                  <a:pt x="7620" y="115824"/>
                </a:lnTo>
                <a:lnTo>
                  <a:pt x="15240" y="115824"/>
                </a:lnTo>
                <a:lnTo>
                  <a:pt x="18288" y="114300"/>
                </a:lnTo>
                <a:lnTo>
                  <a:pt x="19812" y="111252"/>
                </a:lnTo>
                <a:lnTo>
                  <a:pt x="22860" y="109728"/>
                </a:lnTo>
                <a:lnTo>
                  <a:pt x="24384" y="106680"/>
                </a:lnTo>
                <a:lnTo>
                  <a:pt x="24384" y="100584"/>
                </a:lnTo>
                <a:close/>
              </a:path>
              <a:path extrusionOk="0" h="585470" w="175895">
                <a:moveTo>
                  <a:pt x="126492" y="274320"/>
                </a:moveTo>
                <a:lnTo>
                  <a:pt x="105168" y="274320"/>
                </a:lnTo>
                <a:lnTo>
                  <a:pt x="105168" y="338328"/>
                </a:lnTo>
                <a:lnTo>
                  <a:pt x="126492" y="338328"/>
                </a:lnTo>
                <a:lnTo>
                  <a:pt x="126492" y="274320"/>
                </a:lnTo>
                <a:close/>
              </a:path>
              <a:path extrusionOk="0" h="585470" w="175895">
                <a:moveTo>
                  <a:pt x="172212" y="376428"/>
                </a:moveTo>
                <a:lnTo>
                  <a:pt x="129540" y="376428"/>
                </a:lnTo>
                <a:lnTo>
                  <a:pt x="129540" y="355092"/>
                </a:lnTo>
                <a:lnTo>
                  <a:pt x="112776" y="355092"/>
                </a:lnTo>
                <a:lnTo>
                  <a:pt x="112776" y="376428"/>
                </a:lnTo>
                <a:lnTo>
                  <a:pt x="112776" y="396240"/>
                </a:lnTo>
                <a:lnTo>
                  <a:pt x="112776" y="454152"/>
                </a:lnTo>
                <a:lnTo>
                  <a:pt x="25908" y="396240"/>
                </a:lnTo>
                <a:lnTo>
                  <a:pt x="112776" y="396240"/>
                </a:lnTo>
                <a:lnTo>
                  <a:pt x="112776" y="376428"/>
                </a:lnTo>
                <a:lnTo>
                  <a:pt x="4572" y="376428"/>
                </a:lnTo>
                <a:lnTo>
                  <a:pt x="4572" y="390144"/>
                </a:lnTo>
                <a:lnTo>
                  <a:pt x="114300" y="464820"/>
                </a:lnTo>
                <a:lnTo>
                  <a:pt x="129540" y="464820"/>
                </a:lnTo>
                <a:lnTo>
                  <a:pt x="129540" y="454152"/>
                </a:lnTo>
                <a:lnTo>
                  <a:pt x="129540" y="396240"/>
                </a:lnTo>
                <a:lnTo>
                  <a:pt x="172212" y="396240"/>
                </a:lnTo>
                <a:lnTo>
                  <a:pt x="172212" y="376428"/>
                </a:lnTo>
                <a:close/>
              </a:path>
              <a:path extrusionOk="0" h="585470" w="175895">
                <a:moveTo>
                  <a:pt x="172212" y="76200"/>
                </a:moveTo>
                <a:lnTo>
                  <a:pt x="169164" y="76200"/>
                </a:lnTo>
                <a:lnTo>
                  <a:pt x="169164" y="80772"/>
                </a:lnTo>
                <a:lnTo>
                  <a:pt x="167640" y="85344"/>
                </a:lnTo>
                <a:lnTo>
                  <a:pt x="166116" y="86868"/>
                </a:lnTo>
                <a:lnTo>
                  <a:pt x="166116" y="88392"/>
                </a:lnTo>
                <a:lnTo>
                  <a:pt x="164592" y="89916"/>
                </a:lnTo>
                <a:lnTo>
                  <a:pt x="161544" y="91440"/>
                </a:lnTo>
                <a:lnTo>
                  <a:pt x="158496" y="91440"/>
                </a:lnTo>
                <a:lnTo>
                  <a:pt x="153924" y="92964"/>
                </a:lnTo>
                <a:lnTo>
                  <a:pt x="57912" y="92964"/>
                </a:lnTo>
                <a:lnTo>
                  <a:pt x="57912" y="97536"/>
                </a:lnTo>
                <a:lnTo>
                  <a:pt x="71628" y="131064"/>
                </a:lnTo>
                <a:lnTo>
                  <a:pt x="74676" y="129540"/>
                </a:lnTo>
                <a:lnTo>
                  <a:pt x="71628" y="123444"/>
                </a:lnTo>
                <a:lnTo>
                  <a:pt x="71628" y="118872"/>
                </a:lnTo>
                <a:lnTo>
                  <a:pt x="73152" y="117348"/>
                </a:lnTo>
                <a:lnTo>
                  <a:pt x="73152" y="115824"/>
                </a:lnTo>
                <a:lnTo>
                  <a:pt x="74676" y="114300"/>
                </a:lnTo>
                <a:lnTo>
                  <a:pt x="79248" y="114300"/>
                </a:lnTo>
                <a:lnTo>
                  <a:pt x="83299" y="113423"/>
                </a:lnTo>
                <a:lnTo>
                  <a:pt x="88773" y="112966"/>
                </a:lnTo>
                <a:lnTo>
                  <a:pt x="97002" y="112776"/>
                </a:lnTo>
                <a:lnTo>
                  <a:pt x="158496" y="112776"/>
                </a:lnTo>
                <a:lnTo>
                  <a:pt x="164592" y="115824"/>
                </a:lnTo>
                <a:lnTo>
                  <a:pt x="167640" y="118872"/>
                </a:lnTo>
                <a:lnTo>
                  <a:pt x="167640" y="120396"/>
                </a:lnTo>
                <a:lnTo>
                  <a:pt x="169164" y="123444"/>
                </a:lnTo>
                <a:lnTo>
                  <a:pt x="169164" y="129540"/>
                </a:lnTo>
                <a:lnTo>
                  <a:pt x="172212" y="129540"/>
                </a:lnTo>
                <a:lnTo>
                  <a:pt x="172212" y="112776"/>
                </a:lnTo>
                <a:lnTo>
                  <a:pt x="172212" y="76200"/>
                </a:lnTo>
                <a:close/>
              </a:path>
              <a:path extrusionOk="0" h="585470" w="175895">
                <a:moveTo>
                  <a:pt x="175272" y="533400"/>
                </a:moveTo>
                <a:lnTo>
                  <a:pt x="173863" y="521423"/>
                </a:lnTo>
                <a:lnTo>
                  <a:pt x="169748" y="510730"/>
                </a:lnTo>
                <a:lnTo>
                  <a:pt x="167652" y="507834"/>
                </a:lnTo>
                <a:lnTo>
                  <a:pt x="167652" y="524256"/>
                </a:lnTo>
                <a:lnTo>
                  <a:pt x="167652" y="536448"/>
                </a:lnTo>
                <a:lnTo>
                  <a:pt x="133375" y="559790"/>
                </a:lnTo>
                <a:lnTo>
                  <a:pt x="114312" y="562356"/>
                </a:lnTo>
                <a:lnTo>
                  <a:pt x="108165" y="562076"/>
                </a:lnTo>
                <a:lnTo>
                  <a:pt x="108635" y="562076"/>
                </a:lnTo>
                <a:lnTo>
                  <a:pt x="103073" y="561594"/>
                </a:lnTo>
                <a:lnTo>
                  <a:pt x="96088" y="561073"/>
                </a:lnTo>
                <a:lnTo>
                  <a:pt x="88404" y="560832"/>
                </a:lnTo>
                <a:lnTo>
                  <a:pt x="86575" y="557784"/>
                </a:lnTo>
                <a:lnTo>
                  <a:pt x="83832" y="553212"/>
                </a:lnTo>
                <a:lnTo>
                  <a:pt x="82308" y="548640"/>
                </a:lnTo>
                <a:lnTo>
                  <a:pt x="80784" y="545592"/>
                </a:lnTo>
                <a:lnTo>
                  <a:pt x="79362" y="541362"/>
                </a:lnTo>
                <a:lnTo>
                  <a:pt x="79451" y="533400"/>
                </a:lnTo>
                <a:lnTo>
                  <a:pt x="80111" y="528358"/>
                </a:lnTo>
                <a:lnTo>
                  <a:pt x="119545" y="504786"/>
                </a:lnTo>
                <a:lnTo>
                  <a:pt x="129552" y="504444"/>
                </a:lnTo>
                <a:lnTo>
                  <a:pt x="138125" y="504786"/>
                </a:lnTo>
                <a:lnTo>
                  <a:pt x="167652" y="524256"/>
                </a:lnTo>
                <a:lnTo>
                  <a:pt x="167652" y="507834"/>
                </a:lnTo>
                <a:lnTo>
                  <a:pt x="165201" y="504444"/>
                </a:lnTo>
                <a:lnTo>
                  <a:pt x="163055" y="501472"/>
                </a:lnTo>
                <a:lnTo>
                  <a:pt x="153936" y="493776"/>
                </a:lnTo>
                <a:lnTo>
                  <a:pt x="145402" y="488022"/>
                </a:lnTo>
                <a:lnTo>
                  <a:pt x="136029" y="484251"/>
                </a:lnTo>
                <a:lnTo>
                  <a:pt x="126072" y="482206"/>
                </a:lnTo>
                <a:lnTo>
                  <a:pt x="115836" y="481584"/>
                </a:lnTo>
                <a:lnTo>
                  <a:pt x="105854" y="482206"/>
                </a:lnTo>
                <a:lnTo>
                  <a:pt x="71831" y="507111"/>
                </a:lnTo>
                <a:lnTo>
                  <a:pt x="68694" y="524256"/>
                </a:lnTo>
                <a:lnTo>
                  <a:pt x="69202" y="531863"/>
                </a:lnTo>
                <a:lnTo>
                  <a:pt x="71259" y="540829"/>
                </a:lnTo>
                <a:lnTo>
                  <a:pt x="71335" y="541020"/>
                </a:lnTo>
                <a:lnTo>
                  <a:pt x="75018" y="549529"/>
                </a:lnTo>
                <a:lnTo>
                  <a:pt x="80784" y="557784"/>
                </a:lnTo>
                <a:lnTo>
                  <a:pt x="72186" y="556120"/>
                </a:lnTo>
                <a:lnTo>
                  <a:pt x="64592" y="553593"/>
                </a:lnTo>
                <a:lnTo>
                  <a:pt x="57848" y="550506"/>
                </a:lnTo>
                <a:lnTo>
                  <a:pt x="51828" y="547116"/>
                </a:lnTo>
                <a:lnTo>
                  <a:pt x="45466" y="543648"/>
                </a:lnTo>
                <a:lnTo>
                  <a:pt x="15252" y="510540"/>
                </a:lnTo>
                <a:lnTo>
                  <a:pt x="13004" y="505421"/>
                </a:lnTo>
                <a:lnTo>
                  <a:pt x="11061" y="499300"/>
                </a:lnTo>
                <a:lnTo>
                  <a:pt x="9677" y="492328"/>
                </a:lnTo>
                <a:lnTo>
                  <a:pt x="9563" y="490728"/>
                </a:lnTo>
                <a:lnTo>
                  <a:pt x="9156" y="484632"/>
                </a:lnTo>
                <a:lnTo>
                  <a:pt x="4584" y="484632"/>
                </a:lnTo>
                <a:lnTo>
                  <a:pt x="4699" y="493776"/>
                </a:lnTo>
                <a:lnTo>
                  <a:pt x="4864" y="497611"/>
                </a:lnTo>
                <a:lnTo>
                  <a:pt x="5753" y="504786"/>
                </a:lnTo>
                <a:lnTo>
                  <a:pt x="5880" y="505421"/>
                </a:lnTo>
                <a:lnTo>
                  <a:pt x="5981" y="505968"/>
                </a:lnTo>
                <a:lnTo>
                  <a:pt x="23075" y="542188"/>
                </a:lnTo>
                <a:lnTo>
                  <a:pt x="30492" y="550164"/>
                </a:lnTo>
                <a:lnTo>
                  <a:pt x="37896" y="558507"/>
                </a:lnTo>
                <a:lnTo>
                  <a:pt x="75831" y="580072"/>
                </a:lnTo>
                <a:lnTo>
                  <a:pt x="106692" y="585216"/>
                </a:lnTo>
                <a:lnTo>
                  <a:pt x="123215" y="583793"/>
                </a:lnTo>
                <a:lnTo>
                  <a:pt x="163080" y="562356"/>
                </a:lnTo>
                <a:lnTo>
                  <a:pt x="172148" y="548640"/>
                </a:lnTo>
                <a:lnTo>
                  <a:pt x="174434" y="541362"/>
                </a:lnTo>
                <a:lnTo>
                  <a:pt x="174472" y="541020"/>
                </a:lnTo>
                <a:lnTo>
                  <a:pt x="174586" y="539877"/>
                </a:lnTo>
                <a:lnTo>
                  <a:pt x="175272" y="533400"/>
                </a:lnTo>
                <a:close/>
              </a:path>
              <a:path extrusionOk="0" h="585470" w="175895">
                <a:moveTo>
                  <a:pt x="175272" y="204216"/>
                </a:moveTo>
                <a:lnTo>
                  <a:pt x="174142" y="194221"/>
                </a:lnTo>
                <a:lnTo>
                  <a:pt x="170891" y="184785"/>
                </a:lnTo>
                <a:lnTo>
                  <a:pt x="167652" y="179349"/>
                </a:lnTo>
                <a:lnTo>
                  <a:pt x="167652" y="190500"/>
                </a:lnTo>
                <a:lnTo>
                  <a:pt x="167652" y="202692"/>
                </a:lnTo>
                <a:lnTo>
                  <a:pt x="164604" y="211836"/>
                </a:lnTo>
                <a:lnTo>
                  <a:pt x="161556" y="216408"/>
                </a:lnTo>
                <a:lnTo>
                  <a:pt x="153936" y="224028"/>
                </a:lnTo>
                <a:lnTo>
                  <a:pt x="86880" y="224028"/>
                </a:lnTo>
                <a:lnTo>
                  <a:pt x="82308" y="219456"/>
                </a:lnTo>
                <a:lnTo>
                  <a:pt x="79260" y="214884"/>
                </a:lnTo>
                <a:lnTo>
                  <a:pt x="77736" y="211836"/>
                </a:lnTo>
                <a:lnTo>
                  <a:pt x="74688" y="207264"/>
                </a:lnTo>
                <a:lnTo>
                  <a:pt x="74688" y="190500"/>
                </a:lnTo>
                <a:lnTo>
                  <a:pt x="77736" y="182880"/>
                </a:lnTo>
                <a:lnTo>
                  <a:pt x="118884" y="167640"/>
                </a:lnTo>
                <a:lnTo>
                  <a:pt x="129717" y="168211"/>
                </a:lnTo>
                <a:lnTo>
                  <a:pt x="167652" y="190500"/>
                </a:lnTo>
                <a:lnTo>
                  <a:pt x="167652" y="179349"/>
                </a:lnTo>
                <a:lnTo>
                  <a:pt x="138315" y="152590"/>
                </a:lnTo>
                <a:lnTo>
                  <a:pt x="111264" y="147828"/>
                </a:lnTo>
                <a:lnTo>
                  <a:pt x="99491" y="148666"/>
                </a:lnTo>
                <a:lnTo>
                  <a:pt x="65633" y="166928"/>
                </a:lnTo>
                <a:lnTo>
                  <a:pt x="57924" y="190500"/>
                </a:lnTo>
                <a:lnTo>
                  <a:pt x="59105" y="199390"/>
                </a:lnTo>
                <a:lnTo>
                  <a:pt x="62877" y="207835"/>
                </a:lnTo>
                <a:lnTo>
                  <a:pt x="69494" y="216014"/>
                </a:lnTo>
                <a:lnTo>
                  <a:pt x="79260" y="224028"/>
                </a:lnTo>
                <a:lnTo>
                  <a:pt x="12" y="224028"/>
                </a:lnTo>
                <a:lnTo>
                  <a:pt x="12" y="230124"/>
                </a:lnTo>
                <a:lnTo>
                  <a:pt x="13728" y="262128"/>
                </a:lnTo>
                <a:lnTo>
                  <a:pt x="16776" y="260604"/>
                </a:lnTo>
                <a:lnTo>
                  <a:pt x="13728" y="254508"/>
                </a:lnTo>
                <a:lnTo>
                  <a:pt x="13728" y="249936"/>
                </a:lnTo>
                <a:lnTo>
                  <a:pt x="15252" y="248412"/>
                </a:lnTo>
                <a:lnTo>
                  <a:pt x="15252" y="246888"/>
                </a:lnTo>
                <a:lnTo>
                  <a:pt x="16776" y="246888"/>
                </a:lnTo>
                <a:lnTo>
                  <a:pt x="18300" y="245364"/>
                </a:lnTo>
                <a:lnTo>
                  <a:pt x="21348" y="245364"/>
                </a:lnTo>
                <a:lnTo>
                  <a:pt x="24752" y="244487"/>
                </a:lnTo>
                <a:lnTo>
                  <a:pt x="30302" y="244030"/>
                </a:lnTo>
                <a:lnTo>
                  <a:pt x="38925" y="243840"/>
                </a:lnTo>
                <a:lnTo>
                  <a:pt x="161556" y="243840"/>
                </a:lnTo>
                <a:lnTo>
                  <a:pt x="166128" y="237744"/>
                </a:lnTo>
                <a:lnTo>
                  <a:pt x="169176" y="230124"/>
                </a:lnTo>
                <a:lnTo>
                  <a:pt x="170700" y="224028"/>
                </a:lnTo>
                <a:lnTo>
                  <a:pt x="173748" y="216408"/>
                </a:lnTo>
                <a:lnTo>
                  <a:pt x="173837" y="216014"/>
                </a:lnTo>
                <a:lnTo>
                  <a:pt x="175272" y="210312"/>
                </a:lnTo>
                <a:lnTo>
                  <a:pt x="175272" y="204216"/>
                </a:lnTo>
                <a:close/>
              </a:path>
              <a:path extrusionOk="0" h="585470" w="175895">
                <a:moveTo>
                  <a:pt x="175272" y="22860"/>
                </a:moveTo>
                <a:lnTo>
                  <a:pt x="172224" y="18288"/>
                </a:lnTo>
                <a:lnTo>
                  <a:pt x="169176" y="12192"/>
                </a:lnTo>
                <a:lnTo>
                  <a:pt x="164604" y="7620"/>
                </a:lnTo>
                <a:lnTo>
                  <a:pt x="158508" y="3048"/>
                </a:lnTo>
                <a:lnTo>
                  <a:pt x="150888" y="0"/>
                </a:lnTo>
                <a:lnTo>
                  <a:pt x="150888" y="6096"/>
                </a:lnTo>
                <a:lnTo>
                  <a:pt x="153936" y="7620"/>
                </a:lnTo>
                <a:lnTo>
                  <a:pt x="155460" y="9144"/>
                </a:lnTo>
                <a:lnTo>
                  <a:pt x="158508" y="15240"/>
                </a:lnTo>
                <a:lnTo>
                  <a:pt x="160032" y="16764"/>
                </a:lnTo>
                <a:lnTo>
                  <a:pt x="160032" y="22860"/>
                </a:lnTo>
                <a:lnTo>
                  <a:pt x="158508" y="25908"/>
                </a:lnTo>
                <a:lnTo>
                  <a:pt x="155460" y="27432"/>
                </a:lnTo>
                <a:lnTo>
                  <a:pt x="152412" y="30480"/>
                </a:lnTo>
                <a:lnTo>
                  <a:pt x="68592" y="30480"/>
                </a:lnTo>
                <a:lnTo>
                  <a:pt x="68592" y="4572"/>
                </a:lnTo>
                <a:lnTo>
                  <a:pt x="60972" y="4572"/>
                </a:lnTo>
                <a:lnTo>
                  <a:pt x="60972" y="30480"/>
                </a:lnTo>
                <a:lnTo>
                  <a:pt x="24396" y="30480"/>
                </a:lnTo>
                <a:lnTo>
                  <a:pt x="24396" y="33528"/>
                </a:lnTo>
                <a:lnTo>
                  <a:pt x="32016" y="38100"/>
                </a:lnTo>
                <a:lnTo>
                  <a:pt x="38112" y="39624"/>
                </a:lnTo>
                <a:lnTo>
                  <a:pt x="41160" y="42672"/>
                </a:lnTo>
                <a:lnTo>
                  <a:pt x="45732" y="45720"/>
                </a:lnTo>
                <a:lnTo>
                  <a:pt x="51828" y="50292"/>
                </a:lnTo>
                <a:lnTo>
                  <a:pt x="54876" y="54864"/>
                </a:lnTo>
                <a:lnTo>
                  <a:pt x="59448" y="59436"/>
                </a:lnTo>
                <a:lnTo>
                  <a:pt x="62496" y="64008"/>
                </a:lnTo>
                <a:lnTo>
                  <a:pt x="64020" y="68580"/>
                </a:lnTo>
                <a:lnTo>
                  <a:pt x="68592" y="68580"/>
                </a:lnTo>
                <a:lnTo>
                  <a:pt x="68592" y="50292"/>
                </a:lnTo>
                <a:lnTo>
                  <a:pt x="158508" y="50292"/>
                </a:lnTo>
                <a:lnTo>
                  <a:pt x="163080" y="48768"/>
                </a:lnTo>
                <a:lnTo>
                  <a:pt x="166128" y="45720"/>
                </a:lnTo>
                <a:lnTo>
                  <a:pt x="169176" y="44196"/>
                </a:lnTo>
                <a:lnTo>
                  <a:pt x="170700" y="39624"/>
                </a:lnTo>
                <a:lnTo>
                  <a:pt x="173748" y="36576"/>
                </a:lnTo>
                <a:lnTo>
                  <a:pt x="175272" y="33528"/>
                </a:lnTo>
                <a:lnTo>
                  <a:pt x="175272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6" name="Google Shape;2446;p38"/>
          <p:cNvSpPr/>
          <p:nvPr/>
        </p:nvSpPr>
        <p:spPr>
          <a:xfrm>
            <a:off x="5128247" y="7309104"/>
            <a:ext cx="175895" cy="756285"/>
          </a:xfrm>
          <a:custGeom>
            <a:rect b="b" l="l" r="r" t="t"/>
            <a:pathLst>
              <a:path extrusionOk="0" h="756284" w="175895">
                <a:moveTo>
                  <a:pt x="24384" y="339852"/>
                </a:moveTo>
                <a:lnTo>
                  <a:pt x="19812" y="335280"/>
                </a:lnTo>
                <a:lnTo>
                  <a:pt x="18288" y="332232"/>
                </a:lnTo>
                <a:lnTo>
                  <a:pt x="4572" y="332232"/>
                </a:lnTo>
                <a:lnTo>
                  <a:pt x="3048" y="335280"/>
                </a:lnTo>
                <a:lnTo>
                  <a:pt x="0" y="338328"/>
                </a:lnTo>
                <a:lnTo>
                  <a:pt x="0" y="350520"/>
                </a:lnTo>
                <a:lnTo>
                  <a:pt x="3048" y="352044"/>
                </a:lnTo>
                <a:lnTo>
                  <a:pt x="4572" y="355092"/>
                </a:lnTo>
                <a:lnTo>
                  <a:pt x="7620" y="356616"/>
                </a:lnTo>
                <a:lnTo>
                  <a:pt x="15240" y="356616"/>
                </a:lnTo>
                <a:lnTo>
                  <a:pt x="18288" y="355092"/>
                </a:lnTo>
                <a:lnTo>
                  <a:pt x="19812" y="352044"/>
                </a:lnTo>
                <a:lnTo>
                  <a:pt x="22860" y="350520"/>
                </a:lnTo>
                <a:lnTo>
                  <a:pt x="24384" y="347472"/>
                </a:lnTo>
                <a:lnTo>
                  <a:pt x="24384" y="339852"/>
                </a:lnTo>
                <a:close/>
              </a:path>
              <a:path extrusionOk="0" h="756284" w="175895">
                <a:moveTo>
                  <a:pt x="172212" y="687324"/>
                </a:moveTo>
                <a:lnTo>
                  <a:pt x="169164" y="687324"/>
                </a:lnTo>
                <a:lnTo>
                  <a:pt x="169164" y="693420"/>
                </a:lnTo>
                <a:lnTo>
                  <a:pt x="169164" y="697992"/>
                </a:lnTo>
                <a:lnTo>
                  <a:pt x="164592" y="707136"/>
                </a:lnTo>
                <a:lnTo>
                  <a:pt x="161544" y="708660"/>
                </a:lnTo>
                <a:lnTo>
                  <a:pt x="160020" y="708660"/>
                </a:lnTo>
                <a:lnTo>
                  <a:pt x="156972" y="710184"/>
                </a:lnTo>
                <a:lnTo>
                  <a:pt x="18288" y="710184"/>
                </a:lnTo>
                <a:lnTo>
                  <a:pt x="16764" y="708660"/>
                </a:lnTo>
                <a:lnTo>
                  <a:pt x="12192" y="705612"/>
                </a:lnTo>
                <a:lnTo>
                  <a:pt x="10668" y="701040"/>
                </a:lnTo>
                <a:lnTo>
                  <a:pt x="10668" y="687324"/>
                </a:lnTo>
                <a:lnTo>
                  <a:pt x="7620" y="687324"/>
                </a:lnTo>
                <a:lnTo>
                  <a:pt x="7620" y="755904"/>
                </a:lnTo>
                <a:lnTo>
                  <a:pt x="10668" y="755904"/>
                </a:lnTo>
                <a:lnTo>
                  <a:pt x="10668" y="743712"/>
                </a:lnTo>
                <a:lnTo>
                  <a:pt x="13716" y="740664"/>
                </a:lnTo>
                <a:lnTo>
                  <a:pt x="15240" y="737616"/>
                </a:lnTo>
                <a:lnTo>
                  <a:pt x="18288" y="734568"/>
                </a:lnTo>
                <a:lnTo>
                  <a:pt x="21336" y="734568"/>
                </a:lnTo>
                <a:lnTo>
                  <a:pt x="27432" y="733044"/>
                </a:lnTo>
                <a:lnTo>
                  <a:pt x="152400" y="733044"/>
                </a:lnTo>
                <a:lnTo>
                  <a:pt x="160020" y="734568"/>
                </a:lnTo>
                <a:lnTo>
                  <a:pt x="161544" y="736092"/>
                </a:lnTo>
                <a:lnTo>
                  <a:pt x="166116" y="739140"/>
                </a:lnTo>
                <a:lnTo>
                  <a:pt x="169164" y="743712"/>
                </a:lnTo>
                <a:lnTo>
                  <a:pt x="169164" y="755904"/>
                </a:lnTo>
                <a:lnTo>
                  <a:pt x="172212" y="755904"/>
                </a:lnTo>
                <a:lnTo>
                  <a:pt x="172212" y="687324"/>
                </a:lnTo>
                <a:close/>
              </a:path>
              <a:path extrusionOk="0" h="756284" w="175895">
                <a:moveTo>
                  <a:pt x="172212" y="381000"/>
                </a:moveTo>
                <a:lnTo>
                  <a:pt x="169164" y="381000"/>
                </a:lnTo>
                <a:lnTo>
                  <a:pt x="169164" y="385572"/>
                </a:lnTo>
                <a:lnTo>
                  <a:pt x="167640" y="390144"/>
                </a:lnTo>
                <a:lnTo>
                  <a:pt x="166116" y="391668"/>
                </a:lnTo>
                <a:lnTo>
                  <a:pt x="166116" y="393192"/>
                </a:lnTo>
                <a:lnTo>
                  <a:pt x="164592" y="394716"/>
                </a:lnTo>
                <a:lnTo>
                  <a:pt x="161544" y="396240"/>
                </a:lnTo>
                <a:lnTo>
                  <a:pt x="160020" y="397764"/>
                </a:lnTo>
                <a:lnTo>
                  <a:pt x="82296" y="397764"/>
                </a:lnTo>
                <a:lnTo>
                  <a:pt x="76200" y="400812"/>
                </a:lnTo>
                <a:lnTo>
                  <a:pt x="70104" y="402336"/>
                </a:lnTo>
                <a:lnTo>
                  <a:pt x="65532" y="406908"/>
                </a:lnTo>
                <a:lnTo>
                  <a:pt x="59436" y="416052"/>
                </a:lnTo>
                <a:lnTo>
                  <a:pt x="57912" y="420624"/>
                </a:lnTo>
                <a:lnTo>
                  <a:pt x="57912" y="426720"/>
                </a:lnTo>
                <a:lnTo>
                  <a:pt x="59347" y="435889"/>
                </a:lnTo>
                <a:lnTo>
                  <a:pt x="63627" y="445198"/>
                </a:lnTo>
                <a:lnTo>
                  <a:pt x="70777" y="454799"/>
                </a:lnTo>
                <a:lnTo>
                  <a:pt x="80772" y="464820"/>
                </a:lnTo>
                <a:lnTo>
                  <a:pt x="57912" y="464820"/>
                </a:lnTo>
                <a:lnTo>
                  <a:pt x="57912" y="469392"/>
                </a:lnTo>
                <a:lnTo>
                  <a:pt x="71628" y="502920"/>
                </a:lnTo>
                <a:lnTo>
                  <a:pt x="74676" y="501396"/>
                </a:lnTo>
                <a:lnTo>
                  <a:pt x="71628" y="495300"/>
                </a:lnTo>
                <a:lnTo>
                  <a:pt x="71628" y="490728"/>
                </a:lnTo>
                <a:lnTo>
                  <a:pt x="73152" y="489204"/>
                </a:lnTo>
                <a:lnTo>
                  <a:pt x="73152" y="487680"/>
                </a:lnTo>
                <a:lnTo>
                  <a:pt x="74676" y="486156"/>
                </a:lnTo>
                <a:lnTo>
                  <a:pt x="76200" y="486156"/>
                </a:lnTo>
                <a:lnTo>
                  <a:pt x="79248" y="484632"/>
                </a:lnTo>
                <a:lnTo>
                  <a:pt x="155448" y="484632"/>
                </a:lnTo>
                <a:lnTo>
                  <a:pt x="161544" y="486156"/>
                </a:lnTo>
                <a:lnTo>
                  <a:pt x="167640" y="489204"/>
                </a:lnTo>
                <a:lnTo>
                  <a:pt x="169164" y="493776"/>
                </a:lnTo>
                <a:lnTo>
                  <a:pt x="169164" y="501396"/>
                </a:lnTo>
                <a:lnTo>
                  <a:pt x="172212" y="501396"/>
                </a:lnTo>
                <a:lnTo>
                  <a:pt x="172212" y="448056"/>
                </a:lnTo>
                <a:lnTo>
                  <a:pt x="169164" y="448056"/>
                </a:lnTo>
                <a:lnTo>
                  <a:pt x="169164" y="454152"/>
                </a:lnTo>
                <a:lnTo>
                  <a:pt x="167640" y="457200"/>
                </a:lnTo>
                <a:lnTo>
                  <a:pt x="166116" y="458724"/>
                </a:lnTo>
                <a:lnTo>
                  <a:pt x="166116" y="460248"/>
                </a:lnTo>
                <a:lnTo>
                  <a:pt x="164592" y="461772"/>
                </a:lnTo>
                <a:lnTo>
                  <a:pt x="161544" y="463296"/>
                </a:lnTo>
                <a:lnTo>
                  <a:pt x="160020" y="464820"/>
                </a:lnTo>
                <a:lnTo>
                  <a:pt x="88392" y="464820"/>
                </a:lnTo>
                <a:lnTo>
                  <a:pt x="81521" y="457085"/>
                </a:lnTo>
                <a:lnTo>
                  <a:pt x="76771" y="449770"/>
                </a:lnTo>
                <a:lnTo>
                  <a:pt x="74041" y="442747"/>
                </a:lnTo>
                <a:lnTo>
                  <a:pt x="73152" y="435864"/>
                </a:lnTo>
                <a:lnTo>
                  <a:pt x="73152" y="428244"/>
                </a:lnTo>
                <a:lnTo>
                  <a:pt x="74676" y="423672"/>
                </a:lnTo>
                <a:lnTo>
                  <a:pt x="79248" y="422148"/>
                </a:lnTo>
                <a:lnTo>
                  <a:pt x="83820" y="419100"/>
                </a:lnTo>
                <a:lnTo>
                  <a:pt x="91440" y="417576"/>
                </a:lnTo>
                <a:lnTo>
                  <a:pt x="158496" y="417576"/>
                </a:lnTo>
                <a:lnTo>
                  <a:pt x="164592" y="420624"/>
                </a:lnTo>
                <a:lnTo>
                  <a:pt x="167640" y="423672"/>
                </a:lnTo>
                <a:lnTo>
                  <a:pt x="169164" y="426720"/>
                </a:lnTo>
                <a:lnTo>
                  <a:pt x="169164" y="434340"/>
                </a:lnTo>
                <a:lnTo>
                  <a:pt x="172212" y="434340"/>
                </a:lnTo>
                <a:lnTo>
                  <a:pt x="172212" y="381000"/>
                </a:lnTo>
                <a:close/>
              </a:path>
              <a:path extrusionOk="0" h="756284" w="175895">
                <a:moveTo>
                  <a:pt x="172212" y="316992"/>
                </a:moveTo>
                <a:lnTo>
                  <a:pt x="169164" y="316992"/>
                </a:lnTo>
                <a:lnTo>
                  <a:pt x="169164" y="321564"/>
                </a:lnTo>
                <a:lnTo>
                  <a:pt x="166116" y="327660"/>
                </a:lnTo>
                <a:lnTo>
                  <a:pt x="166116" y="329184"/>
                </a:lnTo>
                <a:lnTo>
                  <a:pt x="164592" y="330708"/>
                </a:lnTo>
                <a:lnTo>
                  <a:pt x="161544" y="332232"/>
                </a:lnTo>
                <a:lnTo>
                  <a:pt x="158496" y="332232"/>
                </a:lnTo>
                <a:lnTo>
                  <a:pt x="153924" y="333756"/>
                </a:lnTo>
                <a:lnTo>
                  <a:pt x="57912" y="333756"/>
                </a:lnTo>
                <a:lnTo>
                  <a:pt x="57912" y="338328"/>
                </a:lnTo>
                <a:lnTo>
                  <a:pt x="71628" y="371856"/>
                </a:lnTo>
                <a:lnTo>
                  <a:pt x="74676" y="370332"/>
                </a:lnTo>
                <a:lnTo>
                  <a:pt x="71628" y="364236"/>
                </a:lnTo>
                <a:lnTo>
                  <a:pt x="71628" y="359664"/>
                </a:lnTo>
                <a:lnTo>
                  <a:pt x="73152" y="358140"/>
                </a:lnTo>
                <a:lnTo>
                  <a:pt x="73152" y="356616"/>
                </a:lnTo>
                <a:lnTo>
                  <a:pt x="74676" y="355092"/>
                </a:lnTo>
                <a:lnTo>
                  <a:pt x="76200" y="355092"/>
                </a:lnTo>
                <a:lnTo>
                  <a:pt x="79248" y="353568"/>
                </a:lnTo>
                <a:lnTo>
                  <a:pt x="158496" y="353568"/>
                </a:lnTo>
                <a:lnTo>
                  <a:pt x="161544" y="355092"/>
                </a:lnTo>
                <a:lnTo>
                  <a:pt x="164592" y="355092"/>
                </a:lnTo>
                <a:lnTo>
                  <a:pt x="166116" y="356616"/>
                </a:lnTo>
                <a:lnTo>
                  <a:pt x="167640" y="359664"/>
                </a:lnTo>
                <a:lnTo>
                  <a:pt x="167640" y="361188"/>
                </a:lnTo>
                <a:lnTo>
                  <a:pt x="169164" y="364236"/>
                </a:lnTo>
                <a:lnTo>
                  <a:pt x="169164" y="370332"/>
                </a:lnTo>
                <a:lnTo>
                  <a:pt x="172212" y="370332"/>
                </a:lnTo>
                <a:lnTo>
                  <a:pt x="172212" y="353568"/>
                </a:lnTo>
                <a:lnTo>
                  <a:pt x="172212" y="316992"/>
                </a:lnTo>
                <a:close/>
              </a:path>
              <a:path extrusionOk="0" h="756284" w="175895">
                <a:moveTo>
                  <a:pt x="172212" y="0"/>
                </a:moveTo>
                <a:lnTo>
                  <a:pt x="169164" y="0"/>
                </a:lnTo>
                <a:lnTo>
                  <a:pt x="169164" y="4572"/>
                </a:lnTo>
                <a:lnTo>
                  <a:pt x="167640" y="9144"/>
                </a:lnTo>
                <a:lnTo>
                  <a:pt x="161544" y="15240"/>
                </a:lnTo>
                <a:lnTo>
                  <a:pt x="158496" y="16764"/>
                </a:lnTo>
                <a:lnTo>
                  <a:pt x="88392" y="16764"/>
                </a:lnTo>
                <a:lnTo>
                  <a:pt x="80772" y="18288"/>
                </a:lnTo>
                <a:lnTo>
                  <a:pt x="76200" y="19812"/>
                </a:lnTo>
                <a:lnTo>
                  <a:pt x="70104" y="21336"/>
                </a:lnTo>
                <a:lnTo>
                  <a:pt x="65532" y="25908"/>
                </a:lnTo>
                <a:lnTo>
                  <a:pt x="59436" y="35052"/>
                </a:lnTo>
                <a:lnTo>
                  <a:pt x="57912" y="39624"/>
                </a:lnTo>
                <a:lnTo>
                  <a:pt x="57912" y="50292"/>
                </a:lnTo>
                <a:lnTo>
                  <a:pt x="80772" y="82296"/>
                </a:lnTo>
                <a:lnTo>
                  <a:pt x="73152" y="83820"/>
                </a:lnTo>
                <a:lnTo>
                  <a:pt x="67056" y="88392"/>
                </a:lnTo>
                <a:lnTo>
                  <a:pt x="64008" y="92964"/>
                </a:lnTo>
                <a:lnTo>
                  <a:pt x="59436" y="97536"/>
                </a:lnTo>
                <a:lnTo>
                  <a:pt x="57912" y="103632"/>
                </a:lnTo>
                <a:lnTo>
                  <a:pt x="57912" y="118872"/>
                </a:lnTo>
                <a:lnTo>
                  <a:pt x="59436" y="121920"/>
                </a:lnTo>
                <a:lnTo>
                  <a:pt x="60960" y="126492"/>
                </a:lnTo>
                <a:lnTo>
                  <a:pt x="64008" y="131064"/>
                </a:lnTo>
                <a:lnTo>
                  <a:pt x="80772" y="147828"/>
                </a:lnTo>
                <a:lnTo>
                  <a:pt x="57912" y="147828"/>
                </a:lnTo>
                <a:lnTo>
                  <a:pt x="57912" y="152400"/>
                </a:lnTo>
                <a:lnTo>
                  <a:pt x="71628" y="185928"/>
                </a:lnTo>
                <a:lnTo>
                  <a:pt x="74676" y="184404"/>
                </a:lnTo>
                <a:lnTo>
                  <a:pt x="71628" y="178308"/>
                </a:lnTo>
                <a:lnTo>
                  <a:pt x="71628" y="173736"/>
                </a:lnTo>
                <a:lnTo>
                  <a:pt x="73152" y="172212"/>
                </a:lnTo>
                <a:lnTo>
                  <a:pt x="73152" y="170688"/>
                </a:lnTo>
                <a:lnTo>
                  <a:pt x="74676" y="170688"/>
                </a:lnTo>
                <a:lnTo>
                  <a:pt x="76200" y="169164"/>
                </a:lnTo>
                <a:lnTo>
                  <a:pt x="79248" y="169164"/>
                </a:lnTo>
                <a:lnTo>
                  <a:pt x="83299" y="168287"/>
                </a:lnTo>
                <a:lnTo>
                  <a:pt x="88773" y="167830"/>
                </a:lnTo>
                <a:lnTo>
                  <a:pt x="105156" y="167640"/>
                </a:lnTo>
                <a:lnTo>
                  <a:pt x="158496" y="167640"/>
                </a:lnTo>
                <a:lnTo>
                  <a:pt x="164592" y="170688"/>
                </a:lnTo>
                <a:lnTo>
                  <a:pt x="166116" y="172212"/>
                </a:lnTo>
                <a:lnTo>
                  <a:pt x="166116" y="173736"/>
                </a:lnTo>
                <a:lnTo>
                  <a:pt x="167640" y="175260"/>
                </a:lnTo>
                <a:lnTo>
                  <a:pt x="169164" y="179832"/>
                </a:lnTo>
                <a:lnTo>
                  <a:pt x="169164" y="184404"/>
                </a:lnTo>
                <a:lnTo>
                  <a:pt x="172212" y="184404"/>
                </a:lnTo>
                <a:lnTo>
                  <a:pt x="172212" y="131064"/>
                </a:lnTo>
                <a:lnTo>
                  <a:pt x="169164" y="131064"/>
                </a:lnTo>
                <a:lnTo>
                  <a:pt x="169164" y="137160"/>
                </a:lnTo>
                <a:lnTo>
                  <a:pt x="167640" y="140208"/>
                </a:lnTo>
                <a:lnTo>
                  <a:pt x="166116" y="141732"/>
                </a:lnTo>
                <a:lnTo>
                  <a:pt x="166116" y="144780"/>
                </a:lnTo>
                <a:lnTo>
                  <a:pt x="164592" y="144780"/>
                </a:lnTo>
                <a:lnTo>
                  <a:pt x="161544" y="146304"/>
                </a:lnTo>
                <a:lnTo>
                  <a:pt x="160020" y="147828"/>
                </a:lnTo>
                <a:lnTo>
                  <a:pt x="86868" y="147828"/>
                </a:lnTo>
                <a:lnTo>
                  <a:pt x="83820" y="144780"/>
                </a:lnTo>
                <a:lnTo>
                  <a:pt x="79248" y="138684"/>
                </a:lnTo>
                <a:lnTo>
                  <a:pt x="76200" y="132588"/>
                </a:lnTo>
                <a:lnTo>
                  <a:pt x="73152" y="128016"/>
                </a:lnTo>
                <a:lnTo>
                  <a:pt x="73152" y="114300"/>
                </a:lnTo>
                <a:lnTo>
                  <a:pt x="74676" y="109728"/>
                </a:lnTo>
                <a:lnTo>
                  <a:pt x="83820" y="103632"/>
                </a:lnTo>
                <a:lnTo>
                  <a:pt x="89916" y="102108"/>
                </a:lnTo>
                <a:lnTo>
                  <a:pt x="160020" y="102108"/>
                </a:lnTo>
                <a:lnTo>
                  <a:pt x="163068" y="103632"/>
                </a:lnTo>
                <a:lnTo>
                  <a:pt x="166116" y="106680"/>
                </a:lnTo>
                <a:lnTo>
                  <a:pt x="169164" y="112776"/>
                </a:lnTo>
                <a:lnTo>
                  <a:pt x="169164" y="118872"/>
                </a:lnTo>
                <a:lnTo>
                  <a:pt x="172212" y="118872"/>
                </a:lnTo>
                <a:lnTo>
                  <a:pt x="172212" y="65532"/>
                </a:lnTo>
                <a:lnTo>
                  <a:pt x="169164" y="65532"/>
                </a:lnTo>
                <a:lnTo>
                  <a:pt x="169164" y="70104"/>
                </a:lnTo>
                <a:lnTo>
                  <a:pt x="167640" y="74676"/>
                </a:lnTo>
                <a:lnTo>
                  <a:pt x="166116" y="76200"/>
                </a:lnTo>
                <a:lnTo>
                  <a:pt x="164592" y="79248"/>
                </a:lnTo>
                <a:lnTo>
                  <a:pt x="163068" y="80772"/>
                </a:lnTo>
                <a:lnTo>
                  <a:pt x="161544" y="80772"/>
                </a:lnTo>
                <a:lnTo>
                  <a:pt x="160020" y="82296"/>
                </a:lnTo>
                <a:lnTo>
                  <a:pt x="86868" y="82296"/>
                </a:lnTo>
                <a:lnTo>
                  <a:pt x="82296" y="76200"/>
                </a:lnTo>
                <a:lnTo>
                  <a:pt x="77724" y="71628"/>
                </a:lnTo>
                <a:lnTo>
                  <a:pt x="76200" y="67056"/>
                </a:lnTo>
                <a:lnTo>
                  <a:pt x="73152" y="62484"/>
                </a:lnTo>
                <a:lnTo>
                  <a:pt x="73152" y="47244"/>
                </a:lnTo>
                <a:lnTo>
                  <a:pt x="74676" y="42672"/>
                </a:lnTo>
                <a:lnTo>
                  <a:pt x="83820" y="38100"/>
                </a:lnTo>
                <a:lnTo>
                  <a:pt x="89916" y="36576"/>
                </a:lnTo>
                <a:lnTo>
                  <a:pt x="160020" y="36576"/>
                </a:lnTo>
                <a:lnTo>
                  <a:pt x="161544" y="38100"/>
                </a:lnTo>
                <a:lnTo>
                  <a:pt x="164592" y="39624"/>
                </a:lnTo>
                <a:lnTo>
                  <a:pt x="167640" y="42672"/>
                </a:lnTo>
                <a:lnTo>
                  <a:pt x="169164" y="47244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756284" w="175895">
                <a:moveTo>
                  <a:pt x="175260" y="219456"/>
                </a:moveTo>
                <a:lnTo>
                  <a:pt x="161544" y="185928"/>
                </a:lnTo>
                <a:lnTo>
                  <a:pt x="158496" y="187452"/>
                </a:lnTo>
                <a:lnTo>
                  <a:pt x="158496" y="190500"/>
                </a:lnTo>
                <a:lnTo>
                  <a:pt x="160020" y="193548"/>
                </a:lnTo>
                <a:lnTo>
                  <a:pt x="160020" y="199644"/>
                </a:lnTo>
                <a:lnTo>
                  <a:pt x="156972" y="202692"/>
                </a:lnTo>
                <a:lnTo>
                  <a:pt x="155448" y="202692"/>
                </a:lnTo>
                <a:lnTo>
                  <a:pt x="152400" y="204216"/>
                </a:lnTo>
                <a:lnTo>
                  <a:pt x="60960" y="204216"/>
                </a:lnTo>
                <a:lnTo>
                  <a:pt x="60960" y="240792"/>
                </a:lnTo>
                <a:lnTo>
                  <a:pt x="64008" y="240792"/>
                </a:lnTo>
                <a:lnTo>
                  <a:pt x="64008" y="234696"/>
                </a:lnTo>
                <a:lnTo>
                  <a:pt x="65532" y="230124"/>
                </a:lnTo>
                <a:lnTo>
                  <a:pt x="67056" y="227076"/>
                </a:lnTo>
                <a:lnTo>
                  <a:pt x="70104" y="225552"/>
                </a:lnTo>
                <a:lnTo>
                  <a:pt x="74676" y="224028"/>
                </a:lnTo>
                <a:lnTo>
                  <a:pt x="143256" y="224028"/>
                </a:lnTo>
                <a:lnTo>
                  <a:pt x="149352" y="230124"/>
                </a:lnTo>
                <a:lnTo>
                  <a:pt x="153924" y="236220"/>
                </a:lnTo>
                <a:lnTo>
                  <a:pt x="155448" y="240792"/>
                </a:lnTo>
                <a:lnTo>
                  <a:pt x="158496" y="245364"/>
                </a:lnTo>
                <a:lnTo>
                  <a:pt x="160020" y="248412"/>
                </a:lnTo>
                <a:lnTo>
                  <a:pt x="160020" y="257556"/>
                </a:lnTo>
                <a:lnTo>
                  <a:pt x="158496" y="262128"/>
                </a:lnTo>
                <a:lnTo>
                  <a:pt x="150876" y="269748"/>
                </a:lnTo>
                <a:lnTo>
                  <a:pt x="144780" y="271272"/>
                </a:lnTo>
                <a:lnTo>
                  <a:pt x="60960" y="271272"/>
                </a:lnTo>
                <a:lnTo>
                  <a:pt x="60960" y="309372"/>
                </a:lnTo>
                <a:lnTo>
                  <a:pt x="64008" y="309372"/>
                </a:lnTo>
                <a:lnTo>
                  <a:pt x="64008" y="300228"/>
                </a:lnTo>
                <a:lnTo>
                  <a:pt x="65532" y="297180"/>
                </a:lnTo>
                <a:lnTo>
                  <a:pt x="65532" y="295656"/>
                </a:lnTo>
                <a:lnTo>
                  <a:pt x="68580" y="294132"/>
                </a:lnTo>
                <a:lnTo>
                  <a:pt x="70104" y="292608"/>
                </a:lnTo>
                <a:lnTo>
                  <a:pt x="71628" y="292608"/>
                </a:lnTo>
                <a:lnTo>
                  <a:pt x="76200" y="291084"/>
                </a:lnTo>
                <a:lnTo>
                  <a:pt x="149352" y="291084"/>
                </a:lnTo>
                <a:lnTo>
                  <a:pt x="155448" y="288036"/>
                </a:lnTo>
                <a:lnTo>
                  <a:pt x="161544" y="286512"/>
                </a:lnTo>
                <a:lnTo>
                  <a:pt x="166116" y="283464"/>
                </a:lnTo>
                <a:lnTo>
                  <a:pt x="172212" y="274320"/>
                </a:lnTo>
                <a:lnTo>
                  <a:pt x="175260" y="268224"/>
                </a:lnTo>
                <a:lnTo>
                  <a:pt x="175260" y="257556"/>
                </a:lnTo>
                <a:lnTo>
                  <a:pt x="150876" y="224028"/>
                </a:lnTo>
                <a:lnTo>
                  <a:pt x="175260" y="224028"/>
                </a:lnTo>
                <a:lnTo>
                  <a:pt x="175260" y="219456"/>
                </a:lnTo>
                <a:close/>
              </a:path>
              <a:path extrusionOk="0" h="756284" w="175895">
                <a:moveTo>
                  <a:pt x="175272" y="635508"/>
                </a:moveTo>
                <a:lnTo>
                  <a:pt x="150888" y="612648"/>
                </a:lnTo>
                <a:lnTo>
                  <a:pt x="150888" y="618744"/>
                </a:lnTo>
                <a:lnTo>
                  <a:pt x="153936" y="620268"/>
                </a:lnTo>
                <a:lnTo>
                  <a:pt x="155460" y="621792"/>
                </a:lnTo>
                <a:lnTo>
                  <a:pt x="156984" y="624840"/>
                </a:lnTo>
                <a:lnTo>
                  <a:pt x="158508" y="626364"/>
                </a:lnTo>
                <a:lnTo>
                  <a:pt x="160032" y="629412"/>
                </a:lnTo>
                <a:lnTo>
                  <a:pt x="160032" y="635508"/>
                </a:lnTo>
                <a:lnTo>
                  <a:pt x="158508" y="638556"/>
                </a:lnTo>
                <a:lnTo>
                  <a:pt x="152412" y="641604"/>
                </a:lnTo>
                <a:lnTo>
                  <a:pt x="147840" y="643128"/>
                </a:lnTo>
                <a:lnTo>
                  <a:pt x="68592" y="643128"/>
                </a:lnTo>
                <a:lnTo>
                  <a:pt x="68592" y="617220"/>
                </a:lnTo>
                <a:lnTo>
                  <a:pt x="60972" y="617220"/>
                </a:lnTo>
                <a:lnTo>
                  <a:pt x="60972" y="643128"/>
                </a:lnTo>
                <a:lnTo>
                  <a:pt x="24396" y="643128"/>
                </a:lnTo>
                <a:lnTo>
                  <a:pt x="24396" y="646176"/>
                </a:lnTo>
                <a:lnTo>
                  <a:pt x="32016" y="649224"/>
                </a:lnTo>
                <a:lnTo>
                  <a:pt x="41160" y="653796"/>
                </a:lnTo>
                <a:lnTo>
                  <a:pt x="45732" y="658368"/>
                </a:lnTo>
                <a:lnTo>
                  <a:pt x="51828" y="661416"/>
                </a:lnTo>
                <a:lnTo>
                  <a:pt x="54876" y="667512"/>
                </a:lnTo>
                <a:lnTo>
                  <a:pt x="59448" y="672084"/>
                </a:lnTo>
                <a:lnTo>
                  <a:pt x="62496" y="676656"/>
                </a:lnTo>
                <a:lnTo>
                  <a:pt x="64020" y="681228"/>
                </a:lnTo>
                <a:lnTo>
                  <a:pt x="68592" y="681228"/>
                </a:lnTo>
                <a:lnTo>
                  <a:pt x="68592" y="662940"/>
                </a:lnTo>
                <a:lnTo>
                  <a:pt x="152412" y="662940"/>
                </a:lnTo>
                <a:lnTo>
                  <a:pt x="170700" y="652272"/>
                </a:lnTo>
                <a:lnTo>
                  <a:pt x="173748" y="649224"/>
                </a:lnTo>
                <a:lnTo>
                  <a:pt x="175272" y="644652"/>
                </a:lnTo>
                <a:lnTo>
                  <a:pt x="175272" y="635508"/>
                </a:lnTo>
                <a:close/>
              </a:path>
              <a:path extrusionOk="0" h="756284" w="175895">
                <a:moveTo>
                  <a:pt x="175272" y="525780"/>
                </a:moveTo>
                <a:lnTo>
                  <a:pt x="156984" y="499872"/>
                </a:lnTo>
                <a:lnTo>
                  <a:pt x="150888" y="499872"/>
                </a:lnTo>
                <a:lnTo>
                  <a:pt x="155460" y="504444"/>
                </a:lnTo>
                <a:lnTo>
                  <a:pt x="156984" y="509016"/>
                </a:lnTo>
                <a:lnTo>
                  <a:pt x="160032" y="512064"/>
                </a:lnTo>
                <a:lnTo>
                  <a:pt x="160032" y="513588"/>
                </a:lnTo>
                <a:lnTo>
                  <a:pt x="158508" y="515112"/>
                </a:lnTo>
                <a:lnTo>
                  <a:pt x="158508" y="516636"/>
                </a:lnTo>
                <a:lnTo>
                  <a:pt x="156984" y="516636"/>
                </a:lnTo>
                <a:lnTo>
                  <a:pt x="155460" y="518160"/>
                </a:lnTo>
                <a:lnTo>
                  <a:pt x="85356" y="518160"/>
                </a:lnTo>
                <a:lnTo>
                  <a:pt x="77736" y="519684"/>
                </a:lnTo>
                <a:lnTo>
                  <a:pt x="74688" y="521208"/>
                </a:lnTo>
                <a:lnTo>
                  <a:pt x="68592" y="522732"/>
                </a:lnTo>
                <a:lnTo>
                  <a:pt x="62496" y="531876"/>
                </a:lnTo>
                <a:lnTo>
                  <a:pt x="59448" y="537972"/>
                </a:lnTo>
                <a:lnTo>
                  <a:pt x="57924" y="547116"/>
                </a:lnTo>
                <a:lnTo>
                  <a:pt x="58039" y="559841"/>
                </a:lnTo>
                <a:lnTo>
                  <a:pt x="58077" y="560832"/>
                </a:lnTo>
                <a:lnTo>
                  <a:pt x="58191" y="563880"/>
                </a:lnTo>
                <a:lnTo>
                  <a:pt x="77736" y="597408"/>
                </a:lnTo>
                <a:lnTo>
                  <a:pt x="91452" y="597408"/>
                </a:lnTo>
                <a:lnTo>
                  <a:pt x="97548" y="591312"/>
                </a:lnTo>
                <a:lnTo>
                  <a:pt x="97548" y="585216"/>
                </a:lnTo>
                <a:lnTo>
                  <a:pt x="96024" y="582168"/>
                </a:lnTo>
                <a:lnTo>
                  <a:pt x="94500" y="580644"/>
                </a:lnTo>
                <a:lnTo>
                  <a:pt x="91452" y="579120"/>
                </a:lnTo>
                <a:lnTo>
                  <a:pt x="88404" y="577596"/>
                </a:lnTo>
                <a:lnTo>
                  <a:pt x="85356" y="577596"/>
                </a:lnTo>
                <a:lnTo>
                  <a:pt x="77736" y="579120"/>
                </a:lnTo>
                <a:lnTo>
                  <a:pt x="74688" y="579120"/>
                </a:lnTo>
                <a:lnTo>
                  <a:pt x="65544" y="569976"/>
                </a:lnTo>
                <a:lnTo>
                  <a:pt x="65671" y="552831"/>
                </a:lnTo>
                <a:lnTo>
                  <a:pt x="65735" y="552640"/>
                </a:lnTo>
                <a:lnTo>
                  <a:pt x="67068" y="548640"/>
                </a:lnTo>
                <a:lnTo>
                  <a:pt x="74688" y="541020"/>
                </a:lnTo>
                <a:lnTo>
                  <a:pt x="82308" y="537972"/>
                </a:lnTo>
                <a:lnTo>
                  <a:pt x="99072" y="537972"/>
                </a:lnTo>
                <a:lnTo>
                  <a:pt x="103619" y="551929"/>
                </a:lnTo>
                <a:lnTo>
                  <a:pt x="108026" y="563880"/>
                </a:lnTo>
                <a:lnTo>
                  <a:pt x="112141" y="573557"/>
                </a:lnTo>
                <a:lnTo>
                  <a:pt x="112268" y="573786"/>
                </a:lnTo>
                <a:lnTo>
                  <a:pt x="115836" y="580644"/>
                </a:lnTo>
                <a:lnTo>
                  <a:pt x="120408" y="589788"/>
                </a:lnTo>
                <a:lnTo>
                  <a:pt x="126504" y="595884"/>
                </a:lnTo>
                <a:lnTo>
                  <a:pt x="135648" y="601980"/>
                </a:lnTo>
                <a:lnTo>
                  <a:pt x="153936" y="601980"/>
                </a:lnTo>
                <a:lnTo>
                  <a:pt x="161556" y="600456"/>
                </a:lnTo>
                <a:lnTo>
                  <a:pt x="166128" y="594360"/>
                </a:lnTo>
                <a:lnTo>
                  <a:pt x="172224" y="589788"/>
                </a:lnTo>
                <a:lnTo>
                  <a:pt x="175272" y="583692"/>
                </a:lnTo>
                <a:lnTo>
                  <a:pt x="175272" y="582168"/>
                </a:lnTo>
                <a:lnTo>
                  <a:pt x="175272" y="569976"/>
                </a:lnTo>
                <a:lnTo>
                  <a:pt x="173748" y="565404"/>
                </a:lnTo>
                <a:lnTo>
                  <a:pt x="170700" y="560832"/>
                </a:lnTo>
                <a:lnTo>
                  <a:pt x="169595" y="557695"/>
                </a:lnTo>
                <a:lnTo>
                  <a:pt x="166509" y="552831"/>
                </a:lnTo>
                <a:lnTo>
                  <a:pt x="161696" y="546265"/>
                </a:lnTo>
                <a:lnTo>
                  <a:pt x="160032" y="544055"/>
                </a:lnTo>
                <a:lnTo>
                  <a:pt x="160032" y="563880"/>
                </a:lnTo>
                <a:lnTo>
                  <a:pt x="160032" y="569976"/>
                </a:lnTo>
                <a:lnTo>
                  <a:pt x="156984" y="573024"/>
                </a:lnTo>
                <a:lnTo>
                  <a:pt x="153936" y="577596"/>
                </a:lnTo>
                <a:lnTo>
                  <a:pt x="149364" y="580644"/>
                </a:lnTo>
                <a:lnTo>
                  <a:pt x="144792" y="582168"/>
                </a:lnTo>
                <a:lnTo>
                  <a:pt x="135648" y="582168"/>
                </a:lnTo>
                <a:lnTo>
                  <a:pt x="114401" y="559841"/>
                </a:lnTo>
                <a:lnTo>
                  <a:pt x="112407" y="554355"/>
                </a:lnTo>
                <a:lnTo>
                  <a:pt x="109816" y="547116"/>
                </a:lnTo>
                <a:lnTo>
                  <a:pt x="106692" y="537972"/>
                </a:lnTo>
                <a:lnTo>
                  <a:pt x="147840" y="537972"/>
                </a:lnTo>
                <a:lnTo>
                  <a:pt x="152958" y="545668"/>
                </a:lnTo>
                <a:lnTo>
                  <a:pt x="156794" y="552640"/>
                </a:lnTo>
                <a:lnTo>
                  <a:pt x="156857" y="552831"/>
                </a:lnTo>
                <a:lnTo>
                  <a:pt x="159194" y="558761"/>
                </a:lnTo>
                <a:lnTo>
                  <a:pt x="160032" y="563880"/>
                </a:lnTo>
                <a:lnTo>
                  <a:pt x="160032" y="544055"/>
                </a:lnTo>
                <a:lnTo>
                  <a:pt x="155460" y="537972"/>
                </a:lnTo>
                <a:lnTo>
                  <a:pt x="167652" y="537972"/>
                </a:lnTo>
                <a:lnTo>
                  <a:pt x="170700" y="534924"/>
                </a:lnTo>
                <a:lnTo>
                  <a:pt x="173748" y="533400"/>
                </a:lnTo>
                <a:lnTo>
                  <a:pt x="175272" y="530352"/>
                </a:lnTo>
                <a:lnTo>
                  <a:pt x="175272" y="5257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7" name="Google Shape;2447;p38"/>
          <p:cNvSpPr/>
          <p:nvPr/>
        </p:nvSpPr>
        <p:spPr>
          <a:xfrm>
            <a:off x="5128247" y="6574536"/>
            <a:ext cx="226060" cy="661670"/>
          </a:xfrm>
          <a:custGeom>
            <a:rect b="b" l="l" r="r" t="t"/>
            <a:pathLst>
              <a:path extrusionOk="0" h="661670" w="226060">
                <a:moveTo>
                  <a:pt x="24384" y="249936"/>
                </a:moveTo>
                <a:lnTo>
                  <a:pt x="18288" y="243840"/>
                </a:lnTo>
                <a:lnTo>
                  <a:pt x="15240" y="242316"/>
                </a:lnTo>
                <a:lnTo>
                  <a:pt x="7620" y="242316"/>
                </a:lnTo>
                <a:lnTo>
                  <a:pt x="4572" y="243840"/>
                </a:lnTo>
                <a:lnTo>
                  <a:pt x="0" y="248412"/>
                </a:lnTo>
                <a:lnTo>
                  <a:pt x="0" y="260604"/>
                </a:lnTo>
                <a:lnTo>
                  <a:pt x="3048" y="262128"/>
                </a:lnTo>
                <a:lnTo>
                  <a:pt x="4572" y="265176"/>
                </a:lnTo>
                <a:lnTo>
                  <a:pt x="7620" y="266700"/>
                </a:lnTo>
                <a:lnTo>
                  <a:pt x="15240" y="266700"/>
                </a:lnTo>
                <a:lnTo>
                  <a:pt x="18288" y="265176"/>
                </a:lnTo>
                <a:lnTo>
                  <a:pt x="19812" y="262128"/>
                </a:lnTo>
                <a:lnTo>
                  <a:pt x="22860" y="260604"/>
                </a:lnTo>
                <a:lnTo>
                  <a:pt x="24384" y="257556"/>
                </a:lnTo>
                <a:lnTo>
                  <a:pt x="24384" y="249936"/>
                </a:lnTo>
                <a:close/>
              </a:path>
              <a:path extrusionOk="0" h="661670" w="226060">
                <a:moveTo>
                  <a:pt x="172212" y="594360"/>
                </a:moveTo>
                <a:lnTo>
                  <a:pt x="169164" y="594360"/>
                </a:lnTo>
                <a:lnTo>
                  <a:pt x="169164" y="609600"/>
                </a:lnTo>
                <a:lnTo>
                  <a:pt x="166116" y="614172"/>
                </a:lnTo>
                <a:lnTo>
                  <a:pt x="163068" y="617220"/>
                </a:lnTo>
                <a:lnTo>
                  <a:pt x="160020" y="618744"/>
                </a:lnTo>
                <a:lnTo>
                  <a:pt x="153924" y="620268"/>
                </a:lnTo>
                <a:lnTo>
                  <a:pt x="68580" y="620268"/>
                </a:lnTo>
                <a:lnTo>
                  <a:pt x="68580" y="591312"/>
                </a:lnTo>
                <a:lnTo>
                  <a:pt x="60960" y="591312"/>
                </a:lnTo>
                <a:lnTo>
                  <a:pt x="60960" y="620268"/>
                </a:lnTo>
                <a:lnTo>
                  <a:pt x="40182" y="620255"/>
                </a:lnTo>
                <a:lnTo>
                  <a:pt x="10668" y="612648"/>
                </a:lnTo>
                <a:lnTo>
                  <a:pt x="7620" y="609600"/>
                </a:lnTo>
                <a:lnTo>
                  <a:pt x="7620" y="597408"/>
                </a:lnTo>
                <a:lnTo>
                  <a:pt x="9144" y="595884"/>
                </a:lnTo>
                <a:lnTo>
                  <a:pt x="10668" y="592836"/>
                </a:lnTo>
                <a:lnTo>
                  <a:pt x="13716" y="589788"/>
                </a:lnTo>
                <a:lnTo>
                  <a:pt x="22860" y="583692"/>
                </a:lnTo>
                <a:lnTo>
                  <a:pt x="25908" y="582168"/>
                </a:lnTo>
                <a:lnTo>
                  <a:pt x="27432" y="579120"/>
                </a:lnTo>
                <a:lnTo>
                  <a:pt x="30480" y="576072"/>
                </a:lnTo>
                <a:lnTo>
                  <a:pt x="30480" y="571500"/>
                </a:lnTo>
                <a:lnTo>
                  <a:pt x="28956" y="568452"/>
                </a:lnTo>
                <a:lnTo>
                  <a:pt x="25908" y="566928"/>
                </a:lnTo>
                <a:lnTo>
                  <a:pt x="22860" y="563880"/>
                </a:lnTo>
                <a:lnTo>
                  <a:pt x="15240" y="563880"/>
                </a:lnTo>
                <a:lnTo>
                  <a:pt x="10668" y="565404"/>
                </a:lnTo>
                <a:lnTo>
                  <a:pt x="3860" y="575716"/>
                </a:lnTo>
                <a:lnTo>
                  <a:pt x="1524" y="581596"/>
                </a:lnTo>
                <a:lnTo>
                  <a:pt x="342" y="587768"/>
                </a:lnTo>
                <a:lnTo>
                  <a:pt x="0" y="594360"/>
                </a:lnTo>
                <a:lnTo>
                  <a:pt x="0" y="603504"/>
                </a:lnTo>
                <a:lnTo>
                  <a:pt x="1524" y="611124"/>
                </a:lnTo>
                <a:lnTo>
                  <a:pt x="10668" y="626364"/>
                </a:lnTo>
                <a:lnTo>
                  <a:pt x="16764" y="630936"/>
                </a:lnTo>
                <a:lnTo>
                  <a:pt x="24384" y="633984"/>
                </a:lnTo>
                <a:lnTo>
                  <a:pt x="30632" y="636866"/>
                </a:lnTo>
                <a:lnTo>
                  <a:pt x="37719" y="638746"/>
                </a:lnTo>
                <a:lnTo>
                  <a:pt x="45389" y="639775"/>
                </a:lnTo>
                <a:lnTo>
                  <a:pt x="53340" y="640080"/>
                </a:lnTo>
                <a:lnTo>
                  <a:pt x="60960" y="640080"/>
                </a:lnTo>
                <a:lnTo>
                  <a:pt x="60960" y="661416"/>
                </a:lnTo>
                <a:lnTo>
                  <a:pt x="68580" y="661416"/>
                </a:lnTo>
                <a:lnTo>
                  <a:pt x="68580" y="640080"/>
                </a:lnTo>
                <a:lnTo>
                  <a:pt x="156972" y="640080"/>
                </a:lnTo>
                <a:lnTo>
                  <a:pt x="158496" y="641604"/>
                </a:lnTo>
                <a:lnTo>
                  <a:pt x="164592" y="644652"/>
                </a:lnTo>
                <a:lnTo>
                  <a:pt x="166116" y="647700"/>
                </a:lnTo>
                <a:lnTo>
                  <a:pt x="167640" y="649224"/>
                </a:lnTo>
                <a:lnTo>
                  <a:pt x="169164" y="652272"/>
                </a:lnTo>
                <a:lnTo>
                  <a:pt x="169164" y="661416"/>
                </a:lnTo>
                <a:lnTo>
                  <a:pt x="172212" y="661416"/>
                </a:lnTo>
                <a:lnTo>
                  <a:pt x="172212" y="594360"/>
                </a:lnTo>
                <a:close/>
              </a:path>
              <a:path extrusionOk="0" h="661670" w="226060">
                <a:moveTo>
                  <a:pt x="172212" y="291084"/>
                </a:moveTo>
                <a:lnTo>
                  <a:pt x="169164" y="291084"/>
                </a:lnTo>
                <a:lnTo>
                  <a:pt x="169164" y="295656"/>
                </a:lnTo>
                <a:lnTo>
                  <a:pt x="167640" y="300228"/>
                </a:lnTo>
                <a:lnTo>
                  <a:pt x="166116" y="301752"/>
                </a:lnTo>
                <a:lnTo>
                  <a:pt x="164592" y="304800"/>
                </a:lnTo>
                <a:lnTo>
                  <a:pt x="163068" y="306324"/>
                </a:lnTo>
                <a:lnTo>
                  <a:pt x="161544" y="306324"/>
                </a:lnTo>
                <a:lnTo>
                  <a:pt x="158496" y="307848"/>
                </a:lnTo>
                <a:lnTo>
                  <a:pt x="88392" y="307848"/>
                </a:lnTo>
                <a:lnTo>
                  <a:pt x="57912" y="330708"/>
                </a:lnTo>
                <a:lnTo>
                  <a:pt x="57912" y="342900"/>
                </a:lnTo>
                <a:lnTo>
                  <a:pt x="80772" y="374904"/>
                </a:lnTo>
                <a:lnTo>
                  <a:pt x="73152" y="376428"/>
                </a:lnTo>
                <a:lnTo>
                  <a:pt x="67056" y="379476"/>
                </a:lnTo>
                <a:lnTo>
                  <a:pt x="64008" y="384048"/>
                </a:lnTo>
                <a:lnTo>
                  <a:pt x="59436" y="388620"/>
                </a:lnTo>
                <a:lnTo>
                  <a:pt x="57912" y="394716"/>
                </a:lnTo>
                <a:lnTo>
                  <a:pt x="57912" y="409956"/>
                </a:lnTo>
                <a:lnTo>
                  <a:pt x="59436" y="414528"/>
                </a:lnTo>
                <a:lnTo>
                  <a:pt x="60960" y="417576"/>
                </a:lnTo>
                <a:lnTo>
                  <a:pt x="64008" y="422148"/>
                </a:lnTo>
                <a:lnTo>
                  <a:pt x="80772" y="438912"/>
                </a:lnTo>
                <a:lnTo>
                  <a:pt x="57912" y="438912"/>
                </a:lnTo>
                <a:lnTo>
                  <a:pt x="57912" y="445008"/>
                </a:lnTo>
                <a:lnTo>
                  <a:pt x="71628" y="477012"/>
                </a:lnTo>
                <a:lnTo>
                  <a:pt x="74676" y="475488"/>
                </a:lnTo>
                <a:lnTo>
                  <a:pt x="71628" y="469392"/>
                </a:lnTo>
                <a:lnTo>
                  <a:pt x="71628" y="464820"/>
                </a:lnTo>
                <a:lnTo>
                  <a:pt x="76200" y="460248"/>
                </a:lnTo>
                <a:lnTo>
                  <a:pt x="79248" y="460248"/>
                </a:lnTo>
                <a:lnTo>
                  <a:pt x="83299" y="459371"/>
                </a:lnTo>
                <a:lnTo>
                  <a:pt x="88773" y="458914"/>
                </a:lnTo>
                <a:lnTo>
                  <a:pt x="97002" y="458724"/>
                </a:lnTo>
                <a:lnTo>
                  <a:pt x="153924" y="458724"/>
                </a:lnTo>
                <a:lnTo>
                  <a:pt x="158496" y="460248"/>
                </a:lnTo>
                <a:lnTo>
                  <a:pt x="161544" y="460248"/>
                </a:lnTo>
                <a:lnTo>
                  <a:pt x="164592" y="461772"/>
                </a:lnTo>
                <a:lnTo>
                  <a:pt x="166116" y="463296"/>
                </a:lnTo>
                <a:lnTo>
                  <a:pt x="166116" y="464820"/>
                </a:lnTo>
                <a:lnTo>
                  <a:pt x="169164" y="470916"/>
                </a:lnTo>
                <a:lnTo>
                  <a:pt x="169164" y="475488"/>
                </a:lnTo>
                <a:lnTo>
                  <a:pt x="172212" y="475488"/>
                </a:lnTo>
                <a:lnTo>
                  <a:pt x="172212" y="458724"/>
                </a:lnTo>
                <a:lnTo>
                  <a:pt x="172212" y="422148"/>
                </a:lnTo>
                <a:lnTo>
                  <a:pt x="169164" y="422148"/>
                </a:lnTo>
                <a:lnTo>
                  <a:pt x="169164" y="428244"/>
                </a:lnTo>
                <a:lnTo>
                  <a:pt x="166116" y="434340"/>
                </a:lnTo>
                <a:lnTo>
                  <a:pt x="166116" y="435864"/>
                </a:lnTo>
                <a:lnTo>
                  <a:pt x="164592" y="437388"/>
                </a:lnTo>
                <a:lnTo>
                  <a:pt x="161544" y="437388"/>
                </a:lnTo>
                <a:lnTo>
                  <a:pt x="160020" y="438912"/>
                </a:lnTo>
                <a:lnTo>
                  <a:pt x="86868" y="438912"/>
                </a:lnTo>
                <a:lnTo>
                  <a:pt x="79248" y="431292"/>
                </a:lnTo>
                <a:lnTo>
                  <a:pt x="76200" y="423672"/>
                </a:lnTo>
                <a:lnTo>
                  <a:pt x="73152" y="420624"/>
                </a:lnTo>
                <a:lnTo>
                  <a:pt x="73152" y="405384"/>
                </a:lnTo>
                <a:lnTo>
                  <a:pt x="74676" y="400812"/>
                </a:lnTo>
                <a:lnTo>
                  <a:pt x="83820" y="394716"/>
                </a:lnTo>
                <a:lnTo>
                  <a:pt x="89916" y="393192"/>
                </a:lnTo>
                <a:lnTo>
                  <a:pt x="158496" y="393192"/>
                </a:lnTo>
                <a:lnTo>
                  <a:pt x="160020" y="394716"/>
                </a:lnTo>
                <a:lnTo>
                  <a:pt x="163068" y="394716"/>
                </a:lnTo>
                <a:lnTo>
                  <a:pt x="166116" y="397764"/>
                </a:lnTo>
                <a:lnTo>
                  <a:pt x="169164" y="403860"/>
                </a:lnTo>
                <a:lnTo>
                  <a:pt x="169164" y="409956"/>
                </a:lnTo>
                <a:lnTo>
                  <a:pt x="172212" y="409956"/>
                </a:lnTo>
                <a:lnTo>
                  <a:pt x="172212" y="393192"/>
                </a:lnTo>
                <a:lnTo>
                  <a:pt x="172212" y="373380"/>
                </a:lnTo>
                <a:lnTo>
                  <a:pt x="172212" y="356616"/>
                </a:lnTo>
                <a:lnTo>
                  <a:pt x="169164" y="356616"/>
                </a:lnTo>
                <a:lnTo>
                  <a:pt x="169164" y="362712"/>
                </a:lnTo>
                <a:lnTo>
                  <a:pt x="166116" y="368808"/>
                </a:lnTo>
                <a:lnTo>
                  <a:pt x="163068" y="371856"/>
                </a:lnTo>
                <a:lnTo>
                  <a:pt x="161544" y="371856"/>
                </a:lnTo>
                <a:lnTo>
                  <a:pt x="160020" y="373380"/>
                </a:lnTo>
                <a:lnTo>
                  <a:pt x="86868" y="373380"/>
                </a:lnTo>
                <a:lnTo>
                  <a:pt x="82296" y="367284"/>
                </a:lnTo>
                <a:lnTo>
                  <a:pt x="77724" y="362712"/>
                </a:lnTo>
                <a:lnTo>
                  <a:pt x="76200" y="358140"/>
                </a:lnTo>
                <a:lnTo>
                  <a:pt x="73152" y="353568"/>
                </a:lnTo>
                <a:lnTo>
                  <a:pt x="73152" y="338328"/>
                </a:lnTo>
                <a:lnTo>
                  <a:pt x="74676" y="333756"/>
                </a:lnTo>
                <a:lnTo>
                  <a:pt x="83820" y="329184"/>
                </a:lnTo>
                <a:lnTo>
                  <a:pt x="89916" y="327660"/>
                </a:lnTo>
                <a:lnTo>
                  <a:pt x="160020" y="327660"/>
                </a:lnTo>
                <a:lnTo>
                  <a:pt x="161544" y="329184"/>
                </a:lnTo>
                <a:lnTo>
                  <a:pt x="164592" y="330708"/>
                </a:lnTo>
                <a:lnTo>
                  <a:pt x="166116" y="332232"/>
                </a:lnTo>
                <a:lnTo>
                  <a:pt x="169164" y="338328"/>
                </a:lnTo>
                <a:lnTo>
                  <a:pt x="169164" y="344424"/>
                </a:lnTo>
                <a:lnTo>
                  <a:pt x="172212" y="344424"/>
                </a:lnTo>
                <a:lnTo>
                  <a:pt x="172212" y="327660"/>
                </a:lnTo>
                <a:lnTo>
                  <a:pt x="172212" y="291084"/>
                </a:lnTo>
                <a:close/>
              </a:path>
              <a:path extrusionOk="0" h="661670" w="226060">
                <a:moveTo>
                  <a:pt x="172212" y="227076"/>
                </a:moveTo>
                <a:lnTo>
                  <a:pt x="169164" y="227076"/>
                </a:lnTo>
                <a:lnTo>
                  <a:pt x="169164" y="231648"/>
                </a:lnTo>
                <a:lnTo>
                  <a:pt x="167640" y="236220"/>
                </a:lnTo>
                <a:lnTo>
                  <a:pt x="166116" y="237744"/>
                </a:lnTo>
                <a:lnTo>
                  <a:pt x="166116" y="239268"/>
                </a:lnTo>
                <a:lnTo>
                  <a:pt x="164592" y="240792"/>
                </a:lnTo>
                <a:lnTo>
                  <a:pt x="161544" y="242316"/>
                </a:lnTo>
                <a:lnTo>
                  <a:pt x="158496" y="242316"/>
                </a:lnTo>
                <a:lnTo>
                  <a:pt x="153924" y="243840"/>
                </a:lnTo>
                <a:lnTo>
                  <a:pt x="57912" y="243840"/>
                </a:lnTo>
                <a:lnTo>
                  <a:pt x="57912" y="248412"/>
                </a:lnTo>
                <a:lnTo>
                  <a:pt x="71628" y="281940"/>
                </a:lnTo>
                <a:lnTo>
                  <a:pt x="74676" y="280416"/>
                </a:lnTo>
                <a:lnTo>
                  <a:pt x="71628" y="274320"/>
                </a:lnTo>
                <a:lnTo>
                  <a:pt x="71628" y="269748"/>
                </a:lnTo>
                <a:lnTo>
                  <a:pt x="73152" y="268224"/>
                </a:lnTo>
                <a:lnTo>
                  <a:pt x="73152" y="266700"/>
                </a:lnTo>
                <a:lnTo>
                  <a:pt x="74676" y="265176"/>
                </a:lnTo>
                <a:lnTo>
                  <a:pt x="76200" y="265176"/>
                </a:lnTo>
                <a:lnTo>
                  <a:pt x="79248" y="263652"/>
                </a:lnTo>
                <a:lnTo>
                  <a:pt x="158496" y="263652"/>
                </a:lnTo>
                <a:lnTo>
                  <a:pt x="164592" y="266700"/>
                </a:lnTo>
                <a:lnTo>
                  <a:pt x="166116" y="266700"/>
                </a:lnTo>
                <a:lnTo>
                  <a:pt x="167640" y="269748"/>
                </a:lnTo>
                <a:lnTo>
                  <a:pt x="167640" y="271272"/>
                </a:lnTo>
                <a:lnTo>
                  <a:pt x="169164" y="274320"/>
                </a:lnTo>
                <a:lnTo>
                  <a:pt x="169164" y="280416"/>
                </a:lnTo>
                <a:lnTo>
                  <a:pt x="172212" y="280416"/>
                </a:lnTo>
                <a:lnTo>
                  <a:pt x="172212" y="263652"/>
                </a:lnTo>
                <a:lnTo>
                  <a:pt x="172212" y="227076"/>
                </a:lnTo>
                <a:close/>
              </a:path>
              <a:path extrusionOk="0" h="661670" w="226060">
                <a:moveTo>
                  <a:pt x="172224" y="156972"/>
                </a:moveTo>
                <a:lnTo>
                  <a:pt x="169176" y="156972"/>
                </a:lnTo>
                <a:lnTo>
                  <a:pt x="169176" y="163068"/>
                </a:lnTo>
                <a:lnTo>
                  <a:pt x="167652" y="166116"/>
                </a:lnTo>
                <a:lnTo>
                  <a:pt x="166128" y="167640"/>
                </a:lnTo>
                <a:lnTo>
                  <a:pt x="166128" y="170688"/>
                </a:lnTo>
                <a:lnTo>
                  <a:pt x="163080" y="172212"/>
                </a:lnTo>
                <a:lnTo>
                  <a:pt x="161556" y="172212"/>
                </a:lnTo>
                <a:lnTo>
                  <a:pt x="158508" y="173736"/>
                </a:lnTo>
                <a:lnTo>
                  <a:pt x="12" y="173736"/>
                </a:lnTo>
                <a:lnTo>
                  <a:pt x="12" y="179832"/>
                </a:lnTo>
                <a:lnTo>
                  <a:pt x="13728" y="210312"/>
                </a:lnTo>
                <a:lnTo>
                  <a:pt x="16776" y="208788"/>
                </a:lnTo>
                <a:lnTo>
                  <a:pt x="13728" y="202692"/>
                </a:lnTo>
                <a:lnTo>
                  <a:pt x="13728" y="199644"/>
                </a:lnTo>
                <a:lnTo>
                  <a:pt x="15252" y="198120"/>
                </a:lnTo>
                <a:lnTo>
                  <a:pt x="15252" y="196596"/>
                </a:lnTo>
                <a:lnTo>
                  <a:pt x="16776" y="196596"/>
                </a:lnTo>
                <a:lnTo>
                  <a:pt x="18300" y="195072"/>
                </a:lnTo>
                <a:lnTo>
                  <a:pt x="21348" y="195072"/>
                </a:lnTo>
                <a:lnTo>
                  <a:pt x="24752" y="194195"/>
                </a:lnTo>
                <a:lnTo>
                  <a:pt x="30302" y="193738"/>
                </a:lnTo>
                <a:lnTo>
                  <a:pt x="47256" y="193548"/>
                </a:lnTo>
                <a:lnTo>
                  <a:pt x="153936" y="193548"/>
                </a:lnTo>
                <a:lnTo>
                  <a:pt x="158508" y="195072"/>
                </a:lnTo>
                <a:lnTo>
                  <a:pt x="161556" y="195072"/>
                </a:lnTo>
                <a:lnTo>
                  <a:pt x="164604" y="196596"/>
                </a:lnTo>
                <a:lnTo>
                  <a:pt x="167652" y="199644"/>
                </a:lnTo>
                <a:lnTo>
                  <a:pt x="167652" y="201168"/>
                </a:lnTo>
                <a:lnTo>
                  <a:pt x="169176" y="205740"/>
                </a:lnTo>
                <a:lnTo>
                  <a:pt x="169176" y="210312"/>
                </a:lnTo>
                <a:lnTo>
                  <a:pt x="172224" y="210312"/>
                </a:lnTo>
                <a:lnTo>
                  <a:pt x="172224" y="156972"/>
                </a:lnTo>
                <a:close/>
              </a:path>
              <a:path extrusionOk="0" h="661670" w="226060">
                <a:moveTo>
                  <a:pt x="175260" y="9144"/>
                </a:moveTo>
                <a:lnTo>
                  <a:pt x="173736" y="6096"/>
                </a:lnTo>
                <a:lnTo>
                  <a:pt x="170688" y="4572"/>
                </a:lnTo>
                <a:lnTo>
                  <a:pt x="167640" y="1524"/>
                </a:lnTo>
                <a:lnTo>
                  <a:pt x="164592" y="0"/>
                </a:lnTo>
                <a:lnTo>
                  <a:pt x="156972" y="0"/>
                </a:lnTo>
                <a:lnTo>
                  <a:pt x="153924" y="1524"/>
                </a:lnTo>
                <a:lnTo>
                  <a:pt x="150876" y="4572"/>
                </a:lnTo>
                <a:lnTo>
                  <a:pt x="147828" y="6096"/>
                </a:lnTo>
                <a:lnTo>
                  <a:pt x="147828" y="21336"/>
                </a:lnTo>
                <a:lnTo>
                  <a:pt x="150876" y="22860"/>
                </a:lnTo>
                <a:lnTo>
                  <a:pt x="153924" y="25908"/>
                </a:lnTo>
                <a:lnTo>
                  <a:pt x="156972" y="27432"/>
                </a:lnTo>
                <a:lnTo>
                  <a:pt x="164592" y="27432"/>
                </a:lnTo>
                <a:lnTo>
                  <a:pt x="167640" y="25908"/>
                </a:lnTo>
                <a:lnTo>
                  <a:pt x="170688" y="22860"/>
                </a:lnTo>
                <a:lnTo>
                  <a:pt x="173736" y="21336"/>
                </a:lnTo>
                <a:lnTo>
                  <a:pt x="175260" y="16764"/>
                </a:lnTo>
                <a:lnTo>
                  <a:pt x="175260" y="9144"/>
                </a:lnTo>
                <a:close/>
              </a:path>
              <a:path extrusionOk="0" h="661670" w="226060">
                <a:moveTo>
                  <a:pt x="175272" y="502920"/>
                </a:moveTo>
                <a:lnTo>
                  <a:pt x="156984" y="477012"/>
                </a:lnTo>
                <a:lnTo>
                  <a:pt x="150888" y="477012"/>
                </a:lnTo>
                <a:lnTo>
                  <a:pt x="155460" y="481584"/>
                </a:lnTo>
                <a:lnTo>
                  <a:pt x="156984" y="484632"/>
                </a:lnTo>
                <a:lnTo>
                  <a:pt x="158508" y="486156"/>
                </a:lnTo>
                <a:lnTo>
                  <a:pt x="158508" y="487680"/>
                </a:lnTo>
                <a:lnTo>
                  <a:pt x="160032" y="489204"/>
                </a:lnTo>
                <a:lnTo>
                  <a:pt x="160032" y="490728"/>
                </a:lnTo>
                <a:lnTo>
                  <a:pt x="158508" y="492252"/>
                </a:lnTo>
                <a:lnTo>
                  <a:pt x="158508" y="493776"/>
                </a:lnTo>
                <a:lnTo>
                  <a:pt x="156984" y="493776"/>
                </a:lnTo>
                <a:lnTo>
                  <a:pt x="155460" y="495300"/>
                </a:lnTo>
                <a:lnTo>
                  <a:pt x="85356" y="495300"/>
                </a:lnTo>
                <a:lnTo>
                  <a:pt x="77736" y="496824"/>
                </a:lnTo>
                <a:lnTo>
                  <a:pt x="74688" y="498348"/>
                </a:lnTo>
                <a:lnTo>
                  <a:pt x="68592" y="499872"/>
                </a:lnTo>
                <a:lnTo>
                  <a:pt x="62496" y="509016"/>
                </a:lnTo>
                <a:lnTo>
                  <a:pt x="59448" y="515112"/>
                </a:lnTo>
                <a:lnTo>
                  <a:pt x="57924" y="522732"/>
                </a:lnTo>
                <a:lnTo>
                  <a:pt x="58039" y="536981"/>
                </a:lnTo>
                <a:lnTo>
                  <a:pt x="58077" y="537972"/>
                </a:lnTo>
                <a:lnTo>
                  <a:pt x="58191" y="541020"/>
                </a:lnTo>
                <a:lnTo>
                  <a:pt x="77736" y="574548"/>
                </a:lnTo>
                <a:lnTo>
                  <a:pt x="91452" y="574548"/>
                </a:lnTo>
                <a:lnTo>
                  <a:pt x="92976" y="571500"/>
                </a:lnTo>
                <a:lnTo>
                  <a:pt x="96024" y="569976"/>
                </a:lnTo>
                <a:lnTo>
                  <a:pt x="97548" y="568452"/>
                </a:lnTo>
                <a:lnTo>
                  <a:pt x="97548" y="562356"/>
                </a:lnTo>
                <a:lnTo>
                  <a:pt x="96024" y="559308"/>
                </a:lnTo>
                <a:lnTo>
                  <a:pt x="94500" y="557784"/>
                </a:lnTo>
                <a:lnTo>
                  <a:pt x="88404" y="554736"/>
                </a:lnTo>
                <a:lnTo>
                  <a:pt x="74688" y="554736"/>
                </a:lnTo>
                <a:lnTo>
                  <a:pt x="71640" y="553212"/>
                </a:lnTo>
                <a:lnTo>
                  <a:pt x="65544" y="547116"/>
                </a:lnTo>
                <a:lnTo>
                  <a:pt x="65633" y="529971"/>
                </a:lnTo>
                <a:lnTo>
                  <a:pt x="65684" y="529780"/>
                </a:lnTo>
                <a:lnTo>
                  <a:pt x="67068" y="524256"/>
                </a:lnTo>
                <a:lnTo>
                  <a:pt x="71640" y="521208"/>
                </a:lnTo>
                <a:lnTo>
                  <a:pt x="74688" y="518160"/>
                </a:lnTo>
                <a:lnTo>
                  <a:pt x="82308" y="515112"/>
                </a:lnTo>
                <a:lnTo>
                  <a:pt x="99072" y="515112"/>
                </a:lnTo>
                <a:lnTo>
                  <a:pt x="103619" y="529069"/>
                </a:lnTo>
                <a:lnTo>
                  <a:pt x="108026" y="541020"/>
                </a:lnTo>
                <a:lnTo>
                  <a:pt x="112141" y="550697"/>
                </a:lnTo>
                <a:lnTo>
                  <a:pt x="112268" y="550926"/>
                </a:lnTo>
                <a:lnTo>
                  <a:pt x="115836" y="557784"/>
                </a:lnTo>
                <a:lnTo>
                  <a:pt x="120408" y="566928"/>
                </a:lnTo>
                <a:lnTo>
                  <a:pt x="126504" y="573024"/>
                </a:lnTo>
                <a:lnTo>
                  <a:pt x="131076" y="576072"/>
                </a:lnTo>
                <a:lnTo>
                  <a:pt x="140220" y="579120"/>
                </a:lnTo>
                <a:lnTo>
                  <a:pt x="153936" y="579120"/>
                </a:lnTo>
                <a:lnTo>
                  <a:pt x="161556" y="577596"/>
                </a:lnTo>
                <a:lnTo>
                  <a:pt x="166128" y="571500"/>
                </a:lnTo>
                <a:lnTo>
                  <a:pt x="172224" y="566928"/>
                </a:lnTo>
                <a:lnTo>
                  <a:pt x="175272" y="560832"/>
                </a:lnTo>
                <a:lnTo>
                  <a:pt x="175272" y="559308"/>
                </a:lnTo>
                <a:lnTo>
                  <a:pt x="175272" y="547116"/>
                </a:lnTo>
                <a:lnTo>
                  <a:pt x="173748" y="542544"/>
                </a:lnTo>
                <a:lnTo>
                  <a:pt x="170700" y="537972"/>
                </a:lnTo>
                <a:lnTo>
                  <a:pt x="169595" y="534835"/>
                </a:lnTo>
                <a:lnTo>
                  <a:pt x="166509" y="529971"/>
                </a:lnTo>
                <a:lnTo>
                  <a:pt x="161696" y="523405"/>
                </a:lnTo>
                <a:lnTo>
                  <a:pt x="160032" y="521195"/>
                </a:lnTo>
                <a:lnTo>
                  <a:pt x="160032" y="541020"/>
                </a:lnTo>
                <a:lnTo>
                  <a:pt x="160032" y="545592"/>
                </a:lnTo>
                <a:lnTo>
                  <a:pt x="153936" y="554736"/>
                </a:lnTo>
                <a:lnTo>
                  <a:pt x="149364" y="557784"/>
                </a:lnTo>
                <a:lnTo>
                  <a:pt x="144792" y="559308"/>
                </a:lnTo>
                <a:lnTo>
                  <a:pt x="135648" y="559308"/>
                </a:lnTo>
                <a:lnTo>
                  <a:pt x="114401" y="536981"/>
                </a:lnTo>
                <a:lnTo>
                  <a:pt x="112407" y="531495"/>
                </a:lnTo>
                <a:lnTo>
                  <a:pt x="109816" y="524256"/>
                </a:lnTo>
                <a:lnTo>
                  <a:pt x="106692" y="515112"/>
                </a:lnTo>
                <a:lnTo>
                  <a:pt x="147840" y="515112"/>
                </a:lnTo>
                <a:lnTo>
                  <a:pt x="152908" y="522732"/>
                </a:lnTo>
                <a:lnTo>
                  <a:pt x="156794" y="529780"/>
                </a:lnTo>
                <a:lnTo>
                  <a:pt x="156857" y="529971"/>
                </a:lnTo>
                <a:lnTo>
                  <a:pt x="159194" y="535901"/>
                </a:lnTo>
                <a:lnTo>
                  <a:pt x="160032" y="541020"/>
                </a:lnTo>
                <a:lnTo>
                  <a:pt x="160032" y="521195"/>
                </a:lnTo>
                <a:lnTo>
                  <a:pt x="155460" y="515112"/>
                </a:lnTo>
                <a:lnTo>
                  <a:pt x="161556" y="515112"/>
                </a:lnTo>
                <a:lnTo>
                  <a:pt x="167652" y="513588"/>
                </a:lnTo>
                <a:lnTo>
                  <a:pt x="170700" y="512064"/>
                </a:lnTo>
                <a:lnTo>
                  <a:pt x="173748" y="509016"/>
                </a:lnTo>
                <a:lnTo>
                  <a:pt x="175272" y="505968"/>
                </a:lnTo>
                <a:lnTo>
                  <a:pt x="175272" y="502920"/>
                </a:lnTo>
                <a:close/>
              </a:path>
              <a:path extrusionOk="0" h="661670" w="226060">
                <a:moveTo>
                  <a:pt x="225552" y="123444"/>
                </a:moveTo>
                <a:lnTo>
                  <a:pt x="192024" y="92964"/>
                </a:lnTo>
                <a:lnTo>
                  <a:pt x="96126" y="54864"/>
                </a:lnTo>
                <a:lnTo>
                  <a:pt x="74676" y="47244"/>
                </a:lnTo>
                <a:lnTo>
                  <a:pt x="71628" y="45720"/>
                </a:lnTo>
                <a:lnTo>
                  <a:pt x="71628" y="44196"/>
                </a:lnTo>
                <a:lnTo>
                  <a:pt x="68580" y="42672"/>
                </a:lnTo>
                <a:lnTo>
                  <a:pt x="64008" y="38100"/>
                </a:lnTo>
                <a:lnTo>
                  <a:pt x="64008" y="32004"/>
                </a:lnTo>
                <a:lnTo>
                  <a:pt x="60960" y="32004"/>
                </a:lnTo>
                <a:lnTo>
                  <a:pt x="60960" y="65532"/>
                </a:lnTo>
                <a:lnTo>
                  <a:pt x="64008" y="65532"/>
                </a:lnTo>
                <a:lnTo>
                  <a:pt x="64008" y="59436"/>
                </a:lnTo>
                <a:lnTo>
                  <a:pt x="65532" y="57912"/>
                </a:lnTo>
                <a:lnTo>
                  <a:pt x="65532" y="56388"/>
                </a:lnTo>
                <a:lnTo>
                  <a:pt x="67056" y="56388"/>
                </a:lnTo>
                <a:lnTo>
                  <a:pt x="67056" y="54864"/>
                </a:lnTo>
                <a:lnTo>
                  <a:pt x="77724" y="54864"/>
                </a:lnTo>
                <a:lnTo>
                  <a:pt x="80772" y="56388"/>
                </a:lnTo>
                <a:lnTo>
                  <a:pt x="143256" y="82296"/>
                </a:lnTo>
                <a:lnTo>
                  <a:pt x="86868" y="108204"/>
                </a:lnTo>
                <a:lnTo>
                  <a:pt x="80772" y="111252"/>
                </a:lnTo>
                <a:lnTo>
                  <a:pt x="76200" y="112776"/>
                </a:lnTo>
                <a:lnTo>
                  <a:pt x="70104" y="112776"/>
                </a:lnTo>
                <a:lnTo>
                  <a:pt x="67056" y="111252"/>
                </a:lnTo>
                <a:lnTo>
                  <a:pt x="64008" y="108204"/>
                </a:lnTo>
                <a:lnTo>
                  <a:pt x="64008" y="99060"/>
                </a:lnTo>
                <a:lnTo>
                  <a:pt x="60960" y="99060"/>
                </a:lnTo>
                <a:lnTo>
                  <a:pt x="60960" y="150876"/>
                </a:lnTo>
                <a:lnTo>
                  <a:pt x="64008" y="150876"/>
                </a:lnTo>
                <a:lnTo>
                  <a:pt x="64008" y="147828"/>
                </a:lnTo>
                <a:lnTo>
                  <a:pt x="65532" y="144780"/>
                </a:lnTo>
                <a:lnTo>
                  <a:pt x="73152" y="137160"/>
                </a:lnTo>
                <a:lnTo>
                  <a:pt x="77724" y="135636"/>
                </a:lnTo>
                <a:lnTo>
                  <a:pt x="80772" y="132588"/>
                </a:lnTo>
                <a:lnTo>
                  <a:pt x="83820" y="132588"/>
                </a:lnTo>
                <a:lnTo>
                  <a:pt x="124180" y="112776"/>
                </a:lnTo>
                <a:lnTo>
                  <a:pt x="167640" y="91440"/>
                </a:lnTo>
                <a:lnTo>
                  <a:pt x="185928" y="99060"/>
                </a:lnTo>
                <a:lnTo>
                  <a:pt x="193548" y="102108"/>
                </a:lnTo>
                <a:lnTo>
                  <a:pt x="198120" y="105156"/>
                </a:lnTo>
                <a:lnTo>
                  <a:pt x="204216" y="111252"/>
                </a:lnTo>
                <a:lnTo>
                  <a:pt x="205740" y="114300"/>
                </a:lnTo>
                <a:lnTo>
                  <a:pt x="205740" y="117348"/>
                </a:lnTo>
                <a:lnTo>
                  <a:pt x="204216" y="118872"/>
                </a:lnTo>
                <a:lnTo>
                  <a:pt x="202692" y="121920"/>
                </a:lnTo>
                <a:lnTo>
                  <a:pt x="201168" y="128016"/>
                </a:lnTo>
                <a:lnTo>
                  <a:pt x="201168" y="141732"/>
                </a:lnTo>
                <a:lnTo>
                  <a:pt x="204216" y="143256"/>
                </a:lnTo>
                <a:lnTo>
                  <a:pt x="205740" y="146304"/>
                </a:lnTo>
                <a:lnTo>
                  <a:pt x="214884" y="146304"/>
                </a:lnTo>
                <a:lnTo>
                  <a:pt x="217932" y="144780"/>
                </a:lnTo>
                <a:lnTo>
                  <a:pt x="224028" y="138684"/>
                </a:lnTo>
                <a:lnTo>
                  <a:pt x="225552" y="135636"/>
                </a:lnTo>
                <a:lnTo>
                  <a:pt x="225552" y="1234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8" name="Google Shape;2448;p38"/>
          <p:cNvSpPr/>
          <p:nvPr/>
        </p:nvSpPr>
        <p:spPr>
          <a:xfrm>
            <a:off x="5484876" y="8798052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49" name="Google Shape;2449;p38"/>
          <p:cNvGrpSpPr/>
          <p:nvPr/>
        </p:nvGrpSpPr>
        <p:grpSpPr>
          <a:xfrm>
            <a:off x="5428488" y="8162543"/>
            <a:ext cx="170688" cy="551689"/>
            <a:chOff x="5428488" y="8162543"/>
            <a:chExt cx="170688" cy="551689"/>
          </a:xfrm>
        </p:grpSpPr>
        <p:pic>
          <p:nvPicPr>
            <p:cNvPr id="2450" name="Google Shape;2450;p38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5428488" y="8610600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51" name="Google Shape;2451;p38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5431536" y="8162543"/>
              <a:ext cx="167639" cy="4236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452" name="Google Shape;2452;p38"/>
          <p:cNvGrpSpPr/>
          <p:nvPr/>
        </p:nvGrpSpPr>
        <p:grpSpPr>
          <a:xfrm>
            <a:off x="5428475" y="7412735"/>
            <a:ext cx="170815" cy="677038"/>
            <a:chOff x="5428475" y="7412735"/>
            <a:chExt cx="170815" cy="677038"/>
          </a:xfrm>
        </p:grpSpPr>
        <p:sp>
          <p:nvSpPr>
            <p:cNvPr id="2453" name="Google Shape;2453;p38"/>
            <p:cNvSpPr/>
            <p:nvPr/>
          </p:nvSpPr>
          <p:spPr>
            <a:xfrm>
              <a:off x="5428475" y="7546848"/>
              <a:ext cx="170815" cy="542925"/>
            </a:xfrm>
            <a:custGeom>
              <a:rect b="b" l="l" r="r" t="t"/>
              <a:pathLst>
                <a:path extrusionOk="0" h="542925" w="170814">
                  <a:moveTo>
                    <a:pt x="167652" y="175260"/>
                  </a:moveTo>
                  <a:lnTo>
                    <a:pt x="164604" y="175260"/>
                  </a:lnTo>
                  <a:lnTo>
                    <a:pt x="164604" y="187452"/>
                  </a:lnTo>
                  <a:lnTo>
                    <a:pt x="163080" y="192024"/>
                  </a:lnTo>
                  <a:lnTo>
                    <a:pt x="160032" y="195072"/>
                  </a:lnTo>
                  <a:lnTo>
                    <a:pt x="156984" y="196596"/>
                  </a:lnTo>
                  <a:lnTo>
                    <a:pt x="149364" y="198120"/>
                  </a:lnTo>
                  <a:lnTo>
                    <a:pt x="15252" y="198120"/>
                  </a:lnTo>
                  <a:lnTo>
                    <a:pt x="13728" y="195072"/>
                  </a:lnTo>
                  <a:lnTo>
                    <a:pt x="9156" y="193548"/>
                  </a:lnTo>
                  <a:lnTo>
                    <a:pt x="6108" y="187452"/>
                  </a:lnTo>
                  <a:lnTo>
                    <a:pt x="6108" y="175260"/>
                  </a:lnTo>
                  <a:lnTo>
                    <a:pt x="3060" y="175260"/>
                  </a:lnTo>
                  <a:lnTo>
                    <a:pt x="3060" y="220980"/>
                  </a:lnTo>
                  <a:lnTo>
                    <a:pt x="131076" y="280416"/>
                  </a:lnTo>
                  <a:lnTo>
                    <a:pt x="3060" y="339852"/>
                  </a:lnTo>
                  <a:lnTo>
                    <a:pt x="3060" y="385572"/>
                  </a:lnTo>
                  <a:lnTo>
                    <a:pt x="6108" y="385572"/>
                  </a:lnTo>
                  <a:lnTo>
                    <a:pt x="6108" y="379476"/>
                  </a:lnTo>
                  <a:lnTo>
                    <a:pt x="7632" y="374904"/>
                  </a:lnTo>
                  <a:lnTo>
                    <a:pt x="12204" y="365760"/>
                  </a:lnTo>
                  <a:lnTo>
                    <a:pt x="15252" y="365760"/>
                  </a:lnTo>
                  <a:lnTo>
                    <a:pt x="18300" y="364236"/>
                  </a:lnTo>
                  <a:lnTo>
                    <a:pt x="24396" y="362712"/>
                  </a:lnTo>
                  <a:lnTo>
                    <a:pt x="149364" y="362712"/>
                  </a:lnTo>
                  <a:lnTo>
                    <a:pt x="155460" y="364236"/>
                  </a:lnTo>
                  <a:lnTo>
                    <a:pt x="158508" y="365760"/>
                  </a:lnTo>
                  <a:lnTo>
                    <a:pt x="163080" y="368808"/>
                  </a:lnTo>
                  <a:lnTo>
                    <a:pt x="164604" y="373380"/>
                  </a:lnTo>
                  <a:lnTo>
                    <a:pt x="164604" y="385572"/>
                  </a:lnTo>
                  <a:lnTo>
                    <a:pt x="167652" y="385572"/>
                  </a:lnTo>
                  <a:lnTo>
                    <a:pt x="167652" y="329184"/>
                  </a:lnTo>
                  <a:lnTo>
                    <a:pt x="164604" y="329184"/>
                  </a:lnTo>
                  <a:lnTo>
                    <a:pt x="164604" y="341376"/>
                  </a:lnTo>
                  <a:lnTo>
                    <a:pt x="163080" y="345948"/>
                  </a:lnTo>
                  <a:lnTo>
                    <a:pt x="160032" y="348996"/>
                  </a:lnTo>
                  <a:lnTo>
                    <a:pt x="156984" y="350520"/>
                  </a:lnTo>
                  <a:lnTo>
                    <a:pt x="149364" y="352044"/>
                  </a:lnTo>
                  <a:lnTo>
                    <a:pt x="28968" y="352044"/>
                  </a:lnTo>
                  <a:lnTo>
                    <a:pt x="167652" y="288036"/>
                  </a:lnTo>
                  <a:lnTo>
                    <a:pt x="167652" y="284988"/>
                  </a:lnTo>
                  <a:lnTo>
                    <a:pt x="28968" y="220980"/>
                  </a:lnTo>
                  <a:lnTo>
                    <a:pt x="149364" y="220980"/>
                  </a:lnTo>
                  <a:lnTo>
                    <a:pt x="164604" y="243840"/>
                  </a:lnTo>
                  <a:lnTo>
                    <a:pt x="167652" y="243840"/>
                  </a:lnTo>
                  <a:lnTo>
                    <a:pt x="167652" y="175260"/>
                  </a:lnTo>
                  <a:close/>
                </a:path>
                <a:path extrusionOk="0" h="542925" w="170814">
                  <a:moveTo>
                    <a:pt x="170688" y="463296"/>
                  </a:moveTo>
                  <a:lnTo>
                    <a:pt x="161544" y="425196"/>
                  </a:lnTo>
                  <a:lnTo>
                    <a:pt x="129540" y="396240"/>
                  </a:lnTo>
                  <a:lnTo>
                    <a:pt x="128016" y="400812"/>
                  </a:lnTo>
                  <a:lnTo>
                    <a:pt x="137210" y="407657"/>
                  </a:lnTo>
                  <a:lnTo>
                    <a:pt x="144399" y="414337"/>
                  </a:lnTo>
                  <a:lnTo>
                    <a:pt x="160020" y="455676"/>
                  </a:lnTo>
                  <a:lnTo>
                    <a:pt x="159448" y="463892"/>
                  </a:lnTo>
                  <a:lnTo>
                    <a:pt x="140970" y="500062"/>
                  </a:lnTo>
                  <a:lnTo>
                    <a:pt x="98640" y="514807"/>
                  </a:lnTo>
                  <a:lnTo>
                    <a:pt x="88392" y="515112"/>
                  </a:lnTo>
                  <a:lnTo>
                    <a:pt x="75247" y="514781"/>
                  </a:lnTo>
                  <a:lnTo>
                    <a:pt x="34124" y="503758"/>
                  </a:lnTo>
                  <a:lnTo>
                    <a:pt x="9906" y="473773"/>
                  </a:lnTo>
                  <a:lnTo>
                    <a:pt x="7620" y="458724"/>
                  </a:lnTo>
                  <a:lnTo>
                    <a:pt x="8458" y="448995"/>
                  </a:lnTo>
                  <a:lnTo>
                    <a:pt x="34671" y="413385"/>
                  </a:lnTo>
                  <a:lnTo>
                    <a:pt x="56388" y="403860"/>
                  </a:lnTo>
                  <a:lnTo>
                    <a:pt x="56388" y="400812"/>
                  </a:lnTo>
                  <a:lnTo>
                    <a:pt x="0" y="403860"/>
                  </a:lnTo>
                  <a:lnTo>
                    <a:pt x="0" y="406908"/>
                  </a:lnTo>
                  <a:lnTo>
                    <a:pt x="6096" y="409956"/>
                  </a:lnTo>
                  <a:lnTo>
                    <a:pt x="9144" y="413004"/>
                  </a:lnTo>
                  <a:lnTo>
                    <a:pt x="9144" y="422148"/>
                  </a:lnTo>
                  <a:lnTo>
                    <a:pt x="7620" y="425196"/>
                  </a:lnTo>
                  <a:lnTo>
                    <a:pt x="4508" y="433463"/>
                  </a:lnTo>
                  <a:lnTo>
                    <a:pt x="2095" y="442150"/>
                  </a:lnTo>
                  <a:lnTo>
                    <a:pt x="558" y="451129"/>
                  </a:lnTo>
                  <a:lnTo>
                    <a:pt x="0" y="460248"/>
                  </a:lnTo>
                  <a:lnTo>
                    <a:pt x="838" y="471398"/>
                  </a:lnTo>
                  <a:lnTo>
                    <a:pt x="17602" y="510882"/>
                  </a:lnTo>
                  <a:lnTo>
                    <a:pt x="53251" y="536765"/>
                  </a:lnTo>
                  <a:lnTo>
                    <a:pt x="88392" y="542544"/>
                  </a:lnTo>
                  <a:lnTo>
                    <a:pt x="102920" y="541642"/>
                  </a:lnTo>
                  <a:lnTo>
                    <a:pt x="140208" y="525780"/>
                  </a:lnTo>
                  <a:lnTo>
                    <a:pt x="168935" y="482714"/>
                  </a:lnTo>
                  <a:lnTo>
                    <a:pt x="170688" y="463296"/>
                  </a:lnTo>
                  <a:close/>
                </a:path>
                <a:path extrusionOk="0" h="542925" w="170814">
                  <a:moveTo>
                    <a:pt x="170688" y="79248"/>
                  </a:moveTo>
                  <a:lnTo>
                    <a:pt x="169240" y="63588"/>
                  </a:lnTo>
                  <a:lnTo>
                    <a:pt x="164782" y="48768"/>
                  </a:lnTo>
                  <a:lnTo>
                    <a:pt x="163068" y="45694"/>
                  </a:lnTo>
                  <a:lnTo>
                    <a:pt x="163068" y="79248"/>
                  </a:lnTo>
                  <a:lnTo>
                    <a:pt x="162166" y="90093"/>
                  </a:lnTo>
                  <a:lnTo>
                    <a:pt x="134620" y="122301"/>
                  </a:lnTo>
                  <a:lnTo>
                    <a:pt x="83820" y="132588"/>
                  </a:lnTo>
                  <a:lnTo>
                    <a:pt x="65151" y="131445"/>
                  </a:lnTo>
                  <a:lnTo>
                    <a:pt x="65417" y="131445"/>
                  </a:lnTo>
                  <a:lnTo>
                    <a:pt x="49530" y="128206"/>
                  </a:lnTo>
                  <a:lnTo>
                    <a:pt x="12001" y="100012"/>
                  </a:lnTo>
                  <a:lnTo>
                    <a:pt x="7620" y="80772"/>
                  </a:lnTo>
                  <a:lnTo>
                    <a:pt x="8750" y="69037"/>
                  </a:lnTo>
                  <a:lnTo>
                    <a:pt x="36106" y="35801"/>
                  </a:lnTo>
                  <a:lnTo>
                    <a:pt x="68262" y="28295"/>
                  </a:lnTo>
                  <a:lnTo>
                    <a:pt x="68656" y="28295"/>
                  </a:lnTo>
                  <a:lnTo>
                    <a:pt x="88392" y="27432"/>
                  </a:lnTo>
                  <a:lnTo>
                    <a:pt x="134327" y="35102"/>
                  </a:lnTo>
                  <a:lnTo>
                    <a:pt x="161925" y="68376"/>
                  </a:lnTo>
                  <a:lnTo>
                    <a:pt x="163068" y="79248"/>
                  </a:lnTo>
                  <a:lnTo>
                    <a:pt x="163068" y="45694"/>
                  </a:lnTo>
                  <a:lnTo>
                    <a:pt x="133146" y="12865"/>
                  </a:lnTo>
                  <a:lnTo>
                    <a:pt x="85344" y="0"/>
                  </a:lnTo>
                  <a:lnTo>
                    <a:pt x="67894" y="1435"/>
                  </a:lnTo>
                  <a:lnTo>
                    <a:pt x="24384" y="22860"/>
                  </a:lnTo>
                  <a:lnTo>
                    <a:pt x="1460" y="62293"/>
                  </a:lnTo>
                  <a:lnTo>
                    <a:pt x="0" y="77724"/>
                  </a:lnTo>
                  <a:lnTo>
                    <a:pt x="1409" y="93154"/>
                  </a:lnTo>
                  <a:lnTo>
                    <a:pt x="21336" y="132588"/>
                  </a:lnTo>
                  <a:lnTo>
                    <a:pt x="66776" y="158305"/>
                  </a:lnTo>
                  <a:lnTo>
                    <a:pt x="85344" y="160020"/>
                  </a:lnTo>
                  <a:lnTo>
                    <a:pt x="103022" y="158572"/>
                  </a:lnTo>
                  <a:lnTo>
                    <a:pt x="146304" y="135636"/>
                  </a:lnTo>
                  <a:lnTo>
                    <a:pt x="169240" y="95567"/>
                  </a:lnTo>
                  <a:lnTo>
                    <a:pt x="170688" y="792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54" name="Google Shape;2454;p38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5428487" y="7412735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455" name="Google Shape;2455;p38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5423915" y="6207251"/>
            <a:ext cx="225552" cy="1129284"/>
          </a:xfrm>
          <a:prstGeom prst="rect">
            <a:avLst/>
          </a:prstGeom>
          <a:noFill/>
          <a:ln>
            <a:noFill/>
          </a:ln>
        </p:spPr>
      </p:pic>
      <p:sp>
        <p:nvSpPr>
          <p:cNvPr id="2456" name="Google Shape;2456;p38"/>
          <p:cNvSpPr/>
          <p:nvPr/>
        </p:nvSpPr>
        <p:spPr>
          <a:xfrm>
            <a:off x="5782056" y="8798052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7620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7620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457" name="Google Shape;2457;p38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5721096" y="7962900"/>
            <a:ext cx="175259" cy="757428"/>
          </a:xfrm>
          <a:prstGeom prst="rect">
            <a:avLst/>
          </a:prstGeom>
          <a:noFill/>
          <a:ln>
            <a:noFill/>
          </a:ln>
        </p:spPr>
      </p:pic>
      <p:pic>
        <p:nvPicPr>
          <p:cNvPr id="2458" name="Google Shape;2458;p38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5721096" y="7705344"/>
            <a:ext cx="172212" cy="18135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59" name="Google Shape;2459;p38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5721096" y="7149083"/>
            <a:ext cx="225551" cy="4831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60" name="Google Shape;2460;p38"/>
          <p:cNvGrpSpPr/>
          <p:nvPr/>
        </p:nvGrpSpPr>
        <p:grpSpPr>
          <a:xfrm>
            <a:off x="5725667" y="6544055"/>
            <a:ext cx="171196" cy="537972"/>
            <a:chOff x="5725667" y="6544055"/>
            <a:chExt cx="171196" cy="537972"/>
          </a:xfrm>
        </p:grpSpPr>
        <p:pic>
          <p:nvPicPr>
            <p:cNvPr id="2461" name="Google Shape;2461;p38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5725667" y="6973823"/>
              <a:ext cx="167639" cy="1082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62" name="Google Shape;2462;p38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5725668" y="6850379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63" name="Google Shape;2463;p38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5725668" y="6742175"/>
              <a:ext cx="167639" cy="65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64" name="Google Shape;2464;p38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5725668" y="6600444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65" name="Google Shape;2465;p38"/>
            <p:cNvSpPr/>
            <p:nvPr/>
          </p:nvSpPr>
          <p:spPr>
            <a:xfrm>
              <a:off x="5868923" y="6544055"/>
              <a:ext cx="27940" cy="27940"/>
            </a:xfrm>
            <a:custGeom>
              <a:rect b="b" l="l" r="r" t="t"/>
              <a:pathLst>
                <a:path extrusionOk="0" h="27940" w="27939">
                  <a:moveTo>
                    <a:pt x="19812" y="27431"/>
                  </a:moveTo>
                  <a:lnTo>
                    <a:pt x="6096" y="27431"/>
                  </a:lnTo>
                  <a:lnTo>
                    <a:pt x="3048" y="24383"/>
                  </a:lnTo>
                  <a:lnTo>
                    <a:pt x="0" y="18287"/>
                  </a:lnTo>
                  <a:lnTo>
                    <a:pt x="0" y="10667"/>
                  </a:lnTo>
                  <a:lnTo>
                    <a:pt x="3048" y="4571"/>
                  </a:lnTo>
                  <a:lnTo>
                    <a:pt x="6096" y="1523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9812" y="1523"/>
                  </a:lnTo>
                  <a:lnTo>
                    <a:pt x="25908" y="7619"/>
                  </a:lnTo>
                  <a:lnTo>
                    <a:pt x="27432" y="10667"/>
                  </a:lnTo>
                  <a:lnTo>
                    <a:pt x="27432" y="18287"/>
                  </a:lnTo>
                  <a:lnTo>
                    <a:pt x="25908" y="21335"/>
                  </a:lnTo>
                  <a:lnTo>
                    <a:pt x="19812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69" name="Shape 2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70" name="Google Shape;2470;p39"/>
          <p:cNvGrpSpPr/>
          <p:nvPr/>
        </p:nvGrpSpPr>
        <p:grpSpPr>
          <a:xfrm>
            <a:off x="3209531" y="5931408"/>
            <a:ext cx="342900" cy="1484630"/>
            <a:chOff x="3209531" y="5931408"/>
            <a:chExt cx="342900" cy="1484630"/>
          </a:xfrm>
        </p:grpSpPr>
        <p:sp>
          <p:nvSpPr>
            <p:cNvPr id="2471" name="Google Shape;2471;p39"/>
            <p:cNvSpPr/>
            <p:nvPr/>
          </p:nvSpPr>
          <p:spPr>
            <a:xfrm>
              <a:off x="3209531" y="6944868"/>
              <a:ext cx="342900" cy="471170"/>
            </a:xfrm>
            <a:custGeom>
              <a:rect b="b" l="l" r="r" t="t"/>
              <a:pathLst>
                <a:path extrusionOk="0" h="471170" w="342900">
                  <a:moveTo>
                    <a:pt x="74676" y="62484"/>
                  </a:moveTo>
                  <a:lnTo>
                    <a:pt x="51435" y="27622"/>
                  </a:lnTo>
                  <a:lnTo>
                    <a:pt x="36576" y="24384"/>
                  </a:lnTo>
                  <a:lnTo>
                    <a:pt x="29743" y="25222"/>
                  </a:lnTo>
                  <a:lnTo>
                    <a:pt x="596" y="54800"/>
                  </a:lnTo>
                  <a:lnTo>
                    <a:pt x="0" y="62484"/>
                  </a:lnTo>
                  <a:lnTo>
                    <a:pt x="596" y="70180"/>
                  </a:lnTo>
                  <a:lnTo>
                    <a:pt x="29743" y="98475"/>
                  </a:lnTo>
                  <a:lnTo>
                    <a:pt x="36576" y="99060"/>
                  </a:lnTo>
                  <a:lnTo>
                    <a:pt x="44297" y="98475"/>
                  </a:lnTo>
                  <a:lnTo>
                    <a:pt x="73875" y="70180"/>
                  </a:lnTo>
                  <a:lnTo>
                    <a:pt x="74676" y="62484"/>
                  </a:lnTo>
                  <a:close/>
                </a:path>
                <a:path extrusionOk="0" h="471170" w="342900">
                  <a:moveTo>
                    <a:pt x="335280" y="0"/>
                  </a:moveTo>
                  <a:lnTo>
                    <a:pt x="326136" y="0"/>
                  </a:lnTo>
                  <a:lnTo>
                    <a:pt x="324612" y="12192"/>
                  </a:lnTo>
                  <a:lnTo>
                    <a:pt x="323088" y="18288"/>
                  </a:lnTo>
                  <a:lnTo>
                    <a:pt x="288036" y="27432"/>
                  </a:lnTo>
                  <a:lnTo>
                    <a:pt x="109728" y="27432"/>
                  </a:lnTo>
                  <a:lnTo>
                    <a:pt x="109728" y="121920"/>
                  </a:lnTo>
                  <a:lnTo>
                    <a:pt x="118872" y="121920"/>
                  </a:lnTo>
                  <a:lnTo>
                    <a:pt x="118872" y="111252"/>
                  </a:lnTo>
                  <a:lnTo>
                    <a:pt x="121920" y="105156"/>
                  </a:lnTo>
                  <a:lnTo>
                    <a:pt x="158496" y="94488"/>
                  </a:lnTo>
                  <a:lnTo>
                    <a:pt x="288036" y="94488"/>
                  </a:lnTo>
                  <a:lnTo>
                    <a:pt x="298564" y="94805"/>
                  </a:lnTo>
                  <a:lnTo>
                    <a:pt x="307086" y="95821"/>
                  </a:lnTo>
                  <a:lnTo>
                    <a:pt x="313334" y="97713"/>
                  </a:lnTo>
                  <a:lnTo>
                    <a:pt x="316992" y="100584"/>
                  </a:lnTo>
                  <a:lnTo>
                    <a:pt x="323088" y="105156"/>
                  </a:lnTo>
                  <a:lnTo>
                    <a:pt x="326136" y="112776"/>
                  </a:lnTo>
                  <a:lnTo>
                    <a:pt x="326136" y="121920"/>
                  </a:lnTo>
                  <a:lnTo>
                    <a:pt x="335280" y="121920"/>
                  </a:lnTo>
                  <a:lnTo>
                    <a:pt x="335280" y="94488"/>
                  </a:lnTo>
                  <a:lnTo>
                    <a:pt x="335280" y="0"/>
                  </a:lnTo>
                  <a:close/>
                </a:path>
                <a:path extrusionOk="0" h="471170" w="342900">
                  <a:moveTo>
                    <a:pt x="342900" y="291084"/>
                  </a:moveTo>
                  <a:lnTo>
                    <a:pt x="335838" y="237299"/>
                  </a:lnTo>
                  <a:lnTo>
                    <a:pt x="313563" y="192214"/>
                  </a:lnTo>
                  <a:lnTo>
                    <a:pt x="289560" y="164592"/>
                  </a:lnTo>
                  <a:lnTo>
                    <a:pt x="260604" y="164592"/>
                  </a:lnTo>
                  <a:lnTo>
                    <a:pt x="276352" y="178295"/>
                  </a:lnTo>
                  <a:lnTo>
                    <a:pt x="289369" y="191833"/>
                  </a:lnTo>
                  <a:lnTo>
                    <a:pt x="313855" y="231698"/>
                  </a:lnTo>
                  <a:lnTo>
                    <a:pt x="321564" y="275844"/>
                  </a:lnTo>
                  <a:lnTo>
                    <a:pt x="320421" y="293522"/>
                  </a:lnTo>
                  <a:lnTo>
                    <a:pt x="303276" y="336804"/>
                  </a:lnTo>
                  <a:lnTo>
                    <a:pt x="264706" y="365531"/>
                  </a:lnTo>
                  <a:lnTo>
                    <a:pt x="209740" y="380809"/>
                  </a:lnTo>
                  <a:lnTo>
                    <a:pt x="167640" y="384048"/>
                  </a:lnTo>
                  <a:lnTo>
                    <a:pt x="145351" y="382930"/>
                  </a:lnTo>
                  <a:lnTo>
                    <a:pt x="104203" y="374408"/>
                  </a:lnTo>
                  <a:lnTo>
                    <a:pt x="58864" y="352234"/>
                  </a:lnTo>
                  <a:lnTo>
                    <a:pt x="30988" y="316306"/>
                  </a:lnTo>
                  <a:lnTo>
                    <a:pt x="21336" y="272796"/>
                  </a:lnTo>
                  <a:lnTo>
                    <a:pt x="22771" y="254825"/>
                  </a:lnTo>
                  <a:lnTo>
                    <a:pt x="44196" y="205740"/>
                  </a:lnTo>
                  <a:lnTo>
                    <a:pt x="73342" y="180784"/>
                  </a:lnTo>
                  <a:lnTo>
                    <a:pt x="112776" y="166116"/>
                  </a:lnTo>
                  <a:lnTo>
                    <a:pt x="112776" y="156972"/>
                  </a:lnTo>
                  <a:lnTo>
                    <a:pt x="0" y="156972"/>
                  </a:lnTo>
                  <a:lnTo>
                    <a:pt x="0" y="166116"/>
                  </a:lnTo>
                  <a:lnTo>
                    <a:pt x="7620" y="166116"/>
                  </a:lnTo>
                  <a:lnTo>
                    <a:pt x="13716" y="169164"/>
                  </a:lnTo>
                  <a:lnTo>
                    <a:pt x="16764" y="173736"/>
                  </a:lnTo>
                  <a:lnTo>
                    <a:pt x="21336" y="176784"/>
                  </a:lnTo>
                  <a:lnTo>
                    <a:pt x="22860" y="181356"/>
                  </a:lnTo>
                  <a:lnTo>
                    <a:pt x="22860" y="185928"/>
                  </a:lnTo>
                  <a:lnTo>
                    <a:pt x="22288" y="190246"/>
                  </a:lnTo>
                  <a:lnTo>
                    <a:pt x="20574" y="196405"/>
                  </a:lnTo>
                  <a:lnTo>
                    <a:pt x="17716" y="204584"/>
                  </a:lnTo>
                  <a:lnTo>
                    <a:pt x="13716" y="214884"/>
                  </a:lnTo>
                  <a:lnTo>
                    <a:pt x="7721" y="234061"/>
                  </a:lnTo>
                  <a:lnTo>
                    <a:pt x="3429" y="252793"/>
                  </a:lnTo>
                  <a:lnTo>
                    <a:pt x="863" y="271259"/>
                  </a:lnTo>
                  <a:lnTo>
                    <a:pt x="0" y="289560"/>
                  </a:lnTo>
                  <a:lnTo>
                    <a:pt x="1435" y="312381"/>
                  </a:lnTo>
                  <a:lnTo>
                    <a:pt x="12865" y="356857"/>
                  </a:lnTo>
                  <a:lnTo>
                    <a:pt x="35674" y="398513"/>
                  </a:lnTo>
                  <a:lnTo>
                    <a:pt x="68732" y="432181"/>
                  </a:lnTo>
                  <a:lnTo>
                    <a:pt x="109499" y="456133"/>
                  </a:lnTo>
                  <a:lnTo>
                    <a:pt x="153974" y="469226"/>
                  </a:lnTo>
                  <a:lnTo>
                    <a:pt x="176784" y="470916"/>
                  </a:lnTo>
                  <a:lnTo>
                    <a:pt x="199097" y="469493"/>
                  </a:lnTo>
                  <a:lnTo>
                    <a:pt x="240868" y="458063"/>
                  </a:lnTo>
                  <a:lnTo>
                    <a:pt x="279781" y="435724"/>
                  </a:lnTo>
                  <a:lnTo>
                    <a:pt x="310121" y="404774"/>
                  </a:lnTo>
                  <a:lnTo>
                    <a:pt x="330695" y="364172"/>
                  </a:lnTo>
                  <a:lnTo>
                    <a:pt x="341503" y="316788"/>
                  </a:lnTo>
                  <a:lnTo>
                    <a:pt x="342900" y="29108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72" name="Google Shape;2472;p39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3313176" y="6731507"/>
              <a:ext cx="231648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73" name="Google Shape;2473;p39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3313175" y="6515100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74" name="Google Shape;2474;p3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3319272" y="6245352"/>
              <a:ext cx="231648" cy="2377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75" name="Google Shape;2475;p39"/>
            <p:cNvSpPr/>
            <p:nvPr/>
          </p:nvSpPr>
          <p:spPr>
            <a:xfrm>
              <a:off x="3209531" y="5931408"/>
              <a:ext cx="338455" cy="287020"/>
            </a:xfrm>
            <a:custGeom>
              <a:rect b="b" l="l" r="r" t="t"/>
              <a:pathLst>
                <a:path extrusionOk="0" h="287020" w="338454">
                  <a:moveTo>
                    <a:pt x="74676" y="227076"/>
                  </a:moveTo>
                  <a:lnTo>
                    <a:pt x="51435" y="192024"/>
                  </a:lnTo>
                  <a:lnTo>
                    <a:pt x="36576" y="188976"/>
                  </a:lnTo>
                  <a:lnTo>
                    <a:pt x="29743" y="189788"/>
                  </a:lnTo>
                  <a:lnTo>
                    <a:pt x="596" y="219367"/>
                  </a:lnTo>
                  <a:lnTo>
                    <a:pt x="0" y="227076"/>
                  </a:lnTo>
                  <a:lnTo>
                    <a:pt x="596" y="234556"/>
                  </a:lnTo>
                  <a:lnTo>
                    <a:pt x="29743" y="263067"/>
                  </a:lnTo>
                  <a:lnTo>
                    <a:pt x="36576" y="263652"/>
                  </a:lnTo>
                  <a:lnTo>
                    <a:pt x="44297" y="263067"/>
                  </a:lnTo>
                  <a:lnTo>
                    <a:pt x="73875" y="234556"/>
                  </a:lnTo>
                  <a:lnTo>
                    <a:pt x="74676" y="227076"/>
                  </a:lnTo>
                  <a:close/>
                </a:path>
                <a:path extrusionOk="0" h="287020" w="338454">
                  <a:moveTo>
                    <a:pt x="335280" y="164592"/>
                  </a:moveTo>
                  <a:lnTo>
                    <a:pt x="326136" y="164592"/>
                  </a:lnTo>
                  <a:lnTo>
                    <a:pt x="324612" y="175260"/>
                  </a:lnTo>
                  <a:lnTo>
                    <a:pt x="323088" y="182880"/>
                  </a:lnTo>
                  <a:lnTo>
                    <a:pt x="288036" y="192024"/>
                  </a:lnTo>
                  <a:lnTo>
                    <a:pt x="109728" y="192024"/>
                  </a:lnTo>
                  <a:lnTo>
                    <a:pt x="109728" y="286512"/>
                  </a:lnTo>
                  <a:lnTo>
                    <a:pt x="118872" y="286512"/>
                  </a:lnTo>
                  <a:lnTo>
                    <a:pt x="118872" y="275844"/>
                  </a:lnTo>
                  <a:lnTo>
                    <a:pt x="121920" y="268224"/>
                  </a:lnTo>
                  <a:lnTo>
                    <a:pt x="126492" y="265176"/>
                  </a:lnTo>
                  <a:lnTo>
                    <a:pt x="131064" y="262305"/>
                  </a:lnTo>
                  <a:lnTo>
                    <a:pt x="137922" y="260413"/>
                  </a:lnTo>
                  <a:lnTo>
                    <a:pt x="147281" y="259372"/>
                  </a:lnTo>
                  <a:lnTo>
                    <a:pt x="147955" y="259372"/>
                  </a:lnTo>
                  <a:lnTo>
                    <a:pt x="158496" y="259080"/>
                  </a:lnTo>
                  <a:lnTo>
                    <a:pt x="288036" y="259080"/>
                  </a:lnTo>
                  <a:lnTo>
                    <a:pt x="298564" y="259372"/>
                  </a:lnTo>
                  <a:lnTo>
                    <a:pt x="326136" y="277368"/>
                  </a:lnTo>
                  <a:lnTo>
                    <a:pt x="326136" y="286512"/>
                  </a:lnTo>
                  <a:lnTo>
                    <a:pt x="335280" y="286512"/>
                  </a:lnTo>
                  <a:lnTo>
                    <a:pt x="335280" y="259080"/>
                  </a:lnTo>
                  <a:lnTo>
                    <a:pt x="335280" y="164592"/>
                  </a:lnTo>
                  <a:close/>
                </a:path>
                <a:path extrusionOk="0" h="287020" w="338454">
                  <a:moveTo>
                    <a:pt x="338328" y="62484"/>
                  </a:moveTo>
                  <a:lnTo>
                    <a:pt x="335470" y="42227"/>
                  </a:lnTo>
                  <a:lnTo>
                    <a:pt x="326898" y="24955"/>
                  </a:lnTo>
                  <a:lnTo>
                    <a:pt x="312610" y="10845"/>
                  </a:lnTo>
                  <a:lnTo>
                    <a:pt x="292608" y="0"/>
                  </a:lnTo>
                  <a:lnTo>
                    <a:pt x="288036" y="6096"/>
                  </a:lnTo>
                  <a:lnTo>
                    <a:pt x="298043" y="13220"/>
                  </a:lnTo>
                  <a:lnTo>
                    <a:pt x="305181" y="20764"/>
                  </a:lnTo>
                  <a:lnTo>
                    <a:pt x="309473" y="28600"/>
                  </a:lnTo>
                  <a:lnTo>
                    <a:pt x="310896" y="36576"/>
                  </a:lnTo>
                  <a:lnTo>
                    <a:pt x="310896" y="38100"/>
                  </a:lnTo>
                  <a:lnTo>
                    <a:pt x="307848" y="44196"/>
                  </a:lnTo>
                  <a:lnTo>
                    <a:pt x="301752" y="50292"/>
                  </a:lnTo>
                  <a:lnTo>
                    <a:pt x="298704" y="50292"/>
                  </a:lnTo>
                  <a:lnTo>
                    <a:pt x="294665" y="51422"/>
                  </a:lnTo>
                  <a:lnTo>
                    <a:pt x="289179" y="52387"/>
                  </a:lnTo>
                  <a:lnTo>
                    <a:pt x="281990" y="53086"/>
                  </a:lnTo>
                  <a:lnTo>
                    <a:pt x="272796" y="53340"/>
                  </a:lnTo>
                  <a:lnTo>
                    <a:pt x="134112" y="53340"/>
                  </a:lnTo>
                  <a:lnTo>
                    <a:pt x="134112" y="0"/>
                  </a:lnTo>
                  <a:lnTo>
                    <a:pt x="109728" y="0"/>
                  </a:lnTo>
                  <a:lnTo>
                    <a:pt x="109728" y="53340"/>
                  </a:lnTo>
                  <a:lnTo>
                    <a:pt x="27432" y="53340"/>
                  </a:lnTo>
                  <a:lnTo>
                    <a:pt x="27432" y="60960"/>
                  </a:lnTo>
                  <a:lnTo>
                    <a:pt x="68160" y="87541"/>
                  </a:lnTo>
                  <a:lnTo>
                    <a:pt x="103441" y="121920"/>
                  </a:lnTo>
                  <a:lnTo>
                    <a:pt x="124968" y="150876"/>
                  </a:lnTo>
                  <a:lnTo>
                    <a:pt x="134112" y="150876"/>
                  </a:lnTo>
                  <a:lnTo>
                    <a:pt x="134112" y="120396"/>
                  </a:lnTo>
                  <a:lnTo>
                    <a:pt x="256032" y="120396"/>
                  </a:lnTo>
                  <a:lnTo>
                    <a:pt x="271729" y="120142"/>
                  </a:lnTo>
                  <a:lnTo>
                    <a:pt x="313753" y="110490"/>
                  </a:lnTo>
                  <a:lnTo>
                    <a:pt x="337502" y="72491"/>
                  </a:lnTo>
                  <a:lnTo>
                    <a:pt x="338328" y="6248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476" name="Google Shape;2476;p39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3209543" y="4386072"/>
            <a:ext cx="439988" cy="14066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77" name="Google Shape;2477;p39"/>
          <p:cNvGrpSpPr/>
          <p:nvPr/>
        </p:nvGrpSpPr>
        <p:grpSpPr>
          <a:xfrm>
            <a:off x="3217151" y="3211067"/>
            <a:ext cx="333895" cy="1027304"/>
            <a:chOff x="3217151" y="3211067"/>
            <a:chExt cx="333895" cy="1027304"/>
          </a:xfrm>
        </p:grpSpPr>
        <p:sp>
          <p:nvSpPr>
            <p:cNvPr id="2478" name="Google Shape;2478;p39"/>
            <p:cNvSpPr/>
            <p:nvPr/>
          </p:nvSpPr>
          <p:spPr>
            <a:xfrm>
              <a:off x="3217151" y="3816096"/>
              <a:ext cx="328295" cy="422275"/>
            </a:xfrm>
            <a:custGeom>
              <a:rect b="b" l="l" r="r" t="t"/>
              <a:pathLst>
                <a:path extrusionOk="0" h="422275" w="328295">
                  <a:moveTo>
                    <a:pt x="327660" y="251460"/>
                  </a:moveTo>
                  <a:lnTo>
                    <a:pt x="318516" y="251460"/>
                  </a:lnTo>
                  <a:lnTo>
                    <a:pt x="318516" y="271272"/>
                  </a:lnTo>
                  <a:lnTo>
                    <a:pt x="316992" y="278892"/>
                  </a:lnTo>
                  <a:lnTo>
                    <a:pt x="313944" y="283464"/>
                  </a:lnTo>
                  <a:lnTo>
                    <a:pt x="310896" y="289560"/>
                  </a:lnTo>
                  <a:lnTo>
                    <a:pt x="301752" y="295656"/>
                  </a:lnTo>
                  <a:lnTo>
                    <a:pt x="298069" y="296545"/>
                  </a:lnTo>
                  <a:lnTo>
                    <a:pt x="291655" y="296989"/>
                  </a:lnTo>
                  <a:lnTo>
                    <a:pt x="271272" y="297180"/>
                  </a:lnTo>
                  <a:lnTo>
                    <a:pt x="170688" y="297180"/>
                  </a:lnTo>
                  <a:lnTo>
                    <a:pt x="170688" y="288036"/>
                  </a:lnTo>
                  <a:lnTo>
                    <a:pt x="171577" y="275755"/>
                  </a:lnTo>
                  <a:lnTo>
                    <a:pt x="195059" y="233794"/>
                  </a:lnTo>
                  <a:lnTo>
                    <a:pt x="248412" y="217932"/>
                  </a:lnTo>
                  <a:lnTo>
                    <a:pt x="248412" y="208788"/>
                  </a:lnTo>
                  <a:lnTo>
                    <a:pt x="82296" y="208788"/>
                  </a:lnTo>
                  <a:lnTo>
                    <a:pt x="82296" y="217932"/>
                  </a:lnTo>
                  <a:lnTo>
                    <a:pt x="94297" y="220268"/>
                  </a:lnTo>
                  <a:lnTo>
                    <a:pt x="105156" y="222885"/>
                  </a:lnTo>
                  <a:lnTo>
                    <a:pt x="142303" y="246418"/>
                  </a:lnTo>
                  <a:lnTo>
                    <a:pt x="152400" y="288036"/>
                  </a:lnTo>
                  <a:lnTo>
                    <a:pt x="152400" y="297180"/>
                  </a:lnTo>
                  <a:lnTo>
                    <a:pt x="18288" y="297180"/>
                  </a:lnTo>
                  <a:lnTo>
                    <a:pt x="18288" y="266700"/>
                  </a:lnTo>
                  <a:lnTo>
                    <a:pt x="20218" y="221919"/>
                  </a:lnTo>
                  <a:lnTo>
                    <a:pt x="36766" y="181432"/>
                  </a:lnTo>
                  <a:lnTo>
                    <a:pt x="77203" y="158305"/>
                  </a:lnTo>
                  <a:lnTo>
                    <a:pt x="92964" y="155448"/>
                  </a:lnTo>
                  <a:lnTo>
                    <a:pt x="92964" y="146304"/>
                  </a:lnTo>
                  <a:lnTo>
                    <a:pt x="0" y="146304"/>
                  </a:lnTo>
                  <a:lnTo>
                    <a:pt x="0" y="422148"/>
                  </a:lnTo>
                  <a:lnTo>
                    <a:pt x="9144" y="422148"/>
                  </a:lnTo>
                  <a:lnTo>
                    <a:pt x="9144" y="402336"/>
                  </a:lnTo>
                  <a:lnTo>
                    <a:pt x="10668" y="396240"/>
                  </a:lnTo>
                  <a:lnTo>
                    <a:pt x="44958" y="376694"/>
                  </a:lnTo>
                  <a:lnTo>
                    <a:pt x="56388" y="376428"/>
                  </a:lnTo>
                  <a:lnTo>
                    <a:pt x="271272" y="376428"/>
                  </a:lnTo>
                  <a:lnTo>
                    <a:pt x="310896" y="385572"/>
                  </a:lnTo>
                  <a:lnTo>
                    <a:pt x="312420" y="388620"/>
                  </a:lnTo>
                  <a:lnTo>
                    <a:pt x="316992" y="394716"/>
                  </a:lnTo>
                  <a:lnTo>
                    <a:pt x="318516" y="402336"/>
                  </a:lnTo>
                  <a:lnTo>
                    <a:pt x="318516" y="422148"/>
                  </a:lnTo>
                  <a:lnTo>
                    <a:pt x="327660" y="422148"/>
                  </a:lnTo>
                  <a:lnTo>
                    <a:pt x="327660" y="251460"/>
                  </a:lnTo>
                  <a:close/>
                </a:path>
                <a:path extrusionOk="0" h="422275" w="328295">
                  <a:moveTo>
                    <a:pt x="327672" y="0"/>
                  </a:moveTo>
                  <a:lnTo>
                    <a:pt x="318528" y="0"/>
                  </a:lnTo>
                  <a:lnTo>
                    <a:pt x="317004" y="10668"/>
                  </a:lnTo>
                  <a:lnTo>
                    <a:pt x="315480" y="18288"/>
                  </a:lnTo>
                  <a:lnTo>
                    <a:pt x="306349" y="24218"/>
                  </a:lnTo>
                  <a:lnTo>
                    <a:pt x="299669" y="26098"/>
                  </a:lnTo>
                  <a:lnTo>
                    <a:pt x="290969" y="27127"/>
                  </a:lnTo>
                  <a:lnTo>
                    <a:pt x="280428" y="27432"/>
                  </a:lnTo>
                  <a:lnTo>
                    <a:pt x="12" y="27432"/>
                  </a:lnTo>
                  <a:lnTo>
                    <a:pt x="12" y="121920"/>
                  </a:lnTo>
                  <a:lnTo>
                    <a:pt x="9156" y="121920"/>
                  </a:lnTo>
                  <a:lnTo>
                    <a:pt x="9156" y="111252"/>
                  </a:lnTo>
                  <a:lnTo>
                    <a:pt x="12204" y="103632"/>
                  </a:lnTo>
                  <a:lnTo>
                    <a:pt x="47256" y="94488"/>
                  </a:lnTo>
                  <a:lnTo>
                    <a:pt x="280428" y="94488"/>
                  </a:lnTo>
                  <a:lnTo>
                    <a:pt x="318528" y="111252"/>
                  </a:lnTo>
                  <a:lnTo>
                    <a:pt x="318528" y="121920"/>
                  </a:lnTo>
                  <a:lnTo>
                    <a:pt x="327672" y="121920"/>
                  </a:lnTo>
                  <a:lnTo>
                    <a:pt x="32767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79" name="Google Shape;2479;p3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3313175" y="3581400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80" name="Google Shape;2480;p39"/>
            <p:cNvSpPr/>
            <p:nvPr/>
          </p:nvSpPr>
          <p:spPr>
            <a:xfrm>
              <a:off x="3319271" y="3211067"/>
              <a:ext cx="231775" cy="349250"/>
            </a:xfrm>
            <a:custGeom>
              <a:rect b="b" l="l" r="r" t="t"/>
              <a:pathLst>
                <a:path extrusionOk="0" h="349250" w="231775">
                  <a:moveTo>
                    <a:pt x="9143" y="348995"/>
                  </a:moveTo>
                  <a:lnTo>
                    <a:pt x="0" y="348995"/>
                  </a:lnTo>
                  <a:lnTo>
                    <a:pt x="0" y="234695"/>
                  </a:lnTo>
                  <a:lnTo>
                    <a:pt x="9143" y="234695"/>
                  </a:lnTo>
                  <a:lnTo>
                    <a:pt x="9143" y="242315"/>
                  </a:lnTo>
                  <a:lnTo>
                    <a:pt x="10667" y="246887"/>
                  </a:lnTo>
                  <a:lnTo>
                    <a:pt x="12191" y="249935"/>
                  </a:lnTo>
                  <a:lnTo>
                    <a:pt x="16764" y="254507"/>
                  </a:lnTo>
                  <a:lnTo>
                    <a:pt x="19812" y="254507"/>
                  </a:lnTo>
                  <a:lnTo>
                    <a:pt x="22979" y="253960"/>
                  </a:lnTo>
                  <a:lnTo>
                    <a:pt x="28003" y="252412"/>
                  </a:lnTo>
                  <a:lnTo>
                    <a:pt x="44196" y="246887"/>
                  </a:lnTo>
                  <a:lnTo>
                    <a:pt x="132588" y="213359"/>
                  </a:lnTo>
                  <a:lnTo>
                    <a:pt x="47243" y="182879"/>
                  </a:lnTo>
                  <a:lnTo>
                    <a:pt x="12191" y="201167"/>
                  </a:lnTo>
                  <a:lnTo>
                    <a:pt x="9143" y="214883"/>
                  </a:lnTo>
                  <a:lnTo>
                    <a:pt x="0" y="214883"/>
                  </a:lnTo>
                  <a:lnTo>
                    <a:pt x="0" y="99059"/>
                  </a:lnTo>
                  <a:lnTo>
                    <a:pt x="9143" y="99059"/>
                  </a:lnTo>
                  <a:lnTo>
                    <a:pt x="9143" y="108203"/>
                  </a:lnTo>
                  <a:lnTo>
                    <a:pt x="10667" y="112775"/>
                  </a:lnTo>
                  <a:lnTo>
                    <a:pt x="12191" y="115823"/>
                  </a:lnTo>
                  <a:lnTo>
                    <a:pt x="15240" y="118871"/>
                  </a:lnTo>
                  <a:lnTo>
                    <a:pt x="24384" y="118871"/>
                  </a:lnTo>
                  <a:lnTo>
                    <a:pt x="32004" y="117347"/>
                  </a:lnTo>
                  <a:lnTo>
                    <a:pt x="44196" y="112775"/>
                  </a:lnTo>
                  <a:lnTo>
                    <a:pt x="132588" y="80771"/>
                  </a:lnTo>
                  <a:lnTo>
                    <a:pt x="51816" y="51815"/>
                  </a:lnTo>
                  <a:lnTo>
                    <a:pt x="39624" y="47243"/>
                  </a:lnTo>
                  <a:lnTo>
                    <a:pt x="32004" y="45719"/>
                  </a:lnTo>
                  <a:lnTo>
                    <a:pt x="21336" y="45719"/>
                  </a:lnTo>
                  <a:lnTo>
                    <a:pt x="16764" y="47243"/>
                  </a:lnTo>
                  <a:lnTo>
                    <a:pt x="10667" y="53339"/>
                  </a:lnTo>
                  <a:lnTo>
                    <a:pt x="9143" y="59435"/>
                  </a:lnTo>
                  <a:lnTo>
                    <a:pt x="9143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9143" y="0"/>
                  </a:lnTo>
                  <a:lnTo>
                    <a:pt x="9143" y="7619"/>
                  </a:lnTo>
                  <a:lnTo>
                    <a:pt x="12191" y="13715"/>
                  </a:lnTo>
                  <a:lnTo>
                    <a:pt x="53340" y="35051"/>
                  </a:lnTo>
                  <a:lnTo>
                    <a:pt x="231648" y="99059"/>
                  </a:lnTo>
                  <a:lnTo>
                    <a:pt x="231648" y="114299"/>
                  </a:lnTo>
                  <a:lnTo>
                    <a:pt x="68579" y="175259"/>
                  </a:lnTo>
                  <a:lnTo>
                    <a:pt x="231648" y="233171"/>
                  </a:lnTo>
                  <a:lnTo>
                    <a:pt x="231648" y="245363"/>
                  </a:lnTo>
                  <a:lnTo>
                    <a:pt x="68579" y="307847"/>
                  </a:lnTo>
                  <a:lnTo>
                    <a:pt x="27217" y="325850"/>
                  </a:lnTo>
                  <a:lnTo>
                    <a:pt x="10667" y="339852"/>
                  </a:lnTo>
                  <a:lnTo>
                    <a:pt x="9143" y="34899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1" name="Google Shape;2481;p39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482" name="Google Shape;2482;p3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83" name="Google Shape;2483;p39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484" name="Google Shape;2484;p39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485" name="Google Shape;2485;p39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486" name="Google Shape;2486;p39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655308" y="1760219"/>
            <a:ext cx="117348" cy="16306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90" name="Shape 2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1" name="Google Shape;2491;p40"/>
          <p:cNvGrpSpPr/>
          <p:nvPr/>
        </p:nvGrpSpPr>
        <p:grpSpPr>
          <a:xfrm>
            <a:off x="1431036" y="6310884"/>
            <a:ext cx="447948" cy="1990471"/>
            <a:chOff x="1431036" y="6310884"/>
            <a:chExt cx="447948" cy="1990471"/>
          </a:xfrm>
        </p:grpSpPr>
        <p:sp>
          <p:nvSpPr>
            <p:cNvPr id="2492" name="Google Shape;2492;p40"/>
            <p:cNvSpPr/>
            <p:nvPr/>
          </p:nvSpPr>
          <p:spPr>
            <a:xfrm>
              <a:off x="1446275" y="8161020"/>
              <a:ext cx="327660" cy="140335"/>
            </a:xfrm>
            <a:custGeom>
              <a:rect b="b" l="l" r="r" t="t"/>
              <a:pathLst>
                <a:path extrusionOk="0" h="140334" w="327660">
                  <a:moveTo>
                    <a:pt x="327659" y="140208"/>
                  </a:moveTo>
                  <a:lnTo>
                    <a:pt x="320039" y="140208"/>
                  </a:lnTo>
                  <a:lnTo>
                    <a:pt x="320039" y="129540"/>
                  </a:lnTo>
                  <a:lnTo>
                    <a:pt x="319420" y="119848"/>
                  </a:lnTo>
                  <a:lnTo>
                    <a:pt x="284059" y="93487"/>
                  </a:lnTo>
                  <a:lnTo>
                    <a:pt x="269747" y="92964"/>
                  </a:lnTo>
                  <a:lnTo>
                    <a:pt x="57911" y="92964"/>
                  </a:lnTo>
                  <a:lnTo>
                    <a:pt x="21335" y="99060"/>
                  </a:lnTo>
                  <a:lnTo>
                    <a:pt x="16763" y="102108"/>
                  </a:lnTo>
                  <a:lnTo>
                    <a:pt x="13715" y="106680"/>
                  </a:lnTo>
                  <a:lnTo>
                    <a:pt x="7619" y="121920"/>
                  </a:lnTo>
                  <a:lnTo>
                    <a:pt x="7619" y="140208"/>
                  </a:lnTo>
                  <a:lnTo>
                    <a:pt x="0" y="140208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2192"/>
                  </a:lnTo>
                  <a:lnTo>
                    <a:pt x="8453" y="21645"/>
                  </a:lnTo>
                  <a:lnTo>
                    <a:pt x="44457" y="46934"/>
                  </a:lnTo>
                  <a:lnTo>
                    <a:pt x="57911" y="47244"/>
                  </a:lnTo>
                  <a:lnTo>
                    <a:pt x="282082" y="47196"/>
                  </a:lnTo>
                  <a:lnTo>
                    <a:pt x="318515" y="27432"/>
                  </a:lnTo>
                  <a:lnTo>
                    <a:pt x="320039" y="19812"/>
                  </a:lnTo>
                  <a:lnTo>
                    <a:pt x="320039" y="12192"/>
                  </a:lnTo>
                  <a:lnTo>
                    <a:pt x="320039" y="0"/>
                  </a:lnTo>
                  <a:lnTo>
                    <a:pt x="327659" y="0"/>
                  </a:lnTo>
                  <a:lnTo>
                    <a:pt x="327659" y="1402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93" name="Google Shape;2493;p4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59" y="7908036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94" name="Google Shape;2494;p40"/>
            <p:cNvSpPr/>
            <p:nvPr/>
          </p:nvSpPr>
          <p:spPr>
            <a:xfrm>
              <a:off x="1479803" y="7766304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5343"/>
                  </a:lnTo>
                  <a:lnTo>
                    <a:pt x="249459" y="100060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95" name="Google Shape;2495;p4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7562087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96" name="Google Shape;2496;p4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479803" y="6569964"/>
              <a:ext cx="399181" cy="9601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97" name="Google Shape;2497;p40"/>
            <p:cNvSpPr/>
            <p:nvPr/>
          </p:nvSpPr>
          <p:spPr>
            <a:xfrm>
              <a:off x="1431036" y="6310884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92964" y="74676"/>
                  </a:lnTo>
                  <a:lnTo>
                    <a:pt x="76390" y="74914"/>
                  </a:lnTo>
                  <a:lnTo>
                    <a:pt x="63245" y="75438"/>
                  </a:lnTo>
                  <a:lnTo>
                    <a:pt x="53530" y="75961"/>
                  </a:lnTo>
                  <a:lnTo>
                    <a:pt x="49758" y="76104"/>
                  </a:lnTo>
                  <a:lnTo>
                    <a:pt x="47624" y="76104"/>
                  </a:lnTo>
                  <a:lnTo>
                    <a:pt x="41147" y="77724"/>
                  </a:lnTo>
                  <a:lnTo>
                    <a:pt x="36576" y="79248"/>
                  </a:lnTo>
                  <a:lnTo>
                    <a:pt x="32004" y="88392"/>
                  </a:lnTo>
                  <a:lnTo>
                    <a:pt x="32004" y="96012"/>
                  </a:lnTo>
                  <a:lnTo>
                    <a:pt x="33528" y="100584"/>
                  </a:lnTo>
                  <a:lnTo>
                    <a:pt x="34926" y="106179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1551"/>
                  </a:lnTo>
                  <a:lnTo>
                    <a:pt x="155447" y="199644"/>
                  </a:lnTo>
                  <a:lnTo>
                    <a:pt x="125920" y="165544"/>
                  </a:lnTo>
                  <a:lnTo>
                    <a:pt x="116000" y="124968"/>
                  </a:lnTo>
                  <a:lnTo>
                    <a:pt x="115880" y="122872"/>
                  </a:lnTo>
                  <a:lnTo>
                    <a:pt x="117172" y="109728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6104"/>
                  </a:lnTo>
                  <a:lnTo>
                    <a:pt x="173164" y="78105"/>
                  </a:lnTo>
                  <a:lnTo>
                    <a:pt x="138683" y="102108"/>
                  </a:lnTo>
                  <a:lnTo>
                    <a:pt x="131064" y="118872"/>
                  </a:lnTo>
                  <a:lnTo>
                    <a:pt x="131064" y="124968"/>
                  </a:lnTo>
                  <a:lnTo>
                    <a:pt x="150876" y="163068"/>
                  </a:lnTo>
                  <a:lnTo>
                    <a:pt x="201453" y="183213"/>
                  </a:lnTo>
                  <a:lnTo>
                    <a:pt x="224027" y="184404"/>
                  </a:lnTo>
                  <a:lnTo>
                    <a:pt x="335301" y="184404"/>
                  </a:lnTo>
                  <a:lnTo>
                    <a:pt x="332922" y="188428"/>
                  </a:lnTo>
                  <a:lnTo>
                    <a:pt x="320040" y="202692"/>
                  </a:lnTo>
                  <a:lnTo>
                    <a:pt x="303395" y="213812"/>
                  </a:lnTo>
                  <a:lnTo>
                    <a:pt x="285178" y="221932"/>
                  </a:lnTo>
                  <a:lnTo>
                    <a:pt x="265155" y="226861"/>
                  </a:lnTo>
                  <a:lnTo>
                    <a:pt x="265599" y="226861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5301" y="184404"/>
                  </a:moveTo>
                  <a:lnTo>
                    <a:pt x="224027" y="184404"/>
                  </a:lnTo>
                  <a:lnTo>
                    <a:pt x="246602" y="183213"/>
                  </a:lnTo>
                  <a:lnTo>
                    <a:pt x="266318" y="179451"/>
                  </a:lnTo>
                  <a:lnTo>
                    <a:pt x="308943" y="152495"/>
                  </a:lnTo>
                  <a:lnTo>
                    <a:pt x="323088" y="117348"/>
                  </a:lnTo>
                  <a:lnTo>
                    <a:pt x="321745" y="106680"/>
                  </a:lnTo>
                  <a:lnTo>
                    <a:pt x="321683" y="106179"/>
                  </a:lnTo>
                  <a:lnTo>
                    <a:pt x="317563" y="95440"/>
                  </a:lnTo>
                  <a:lnTo>
                    <a:pt x="310872" y="84986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6680"/>
                  </a:lnTo>
                  <a:lnTo>
                    <a:pt x="348996" y="140208"/>
                  </a:lnTo>
                  <a:lnTo>
                    <a:pt x="347257" y="157043"/>
                  </a:lnTo>
                  <a:lnTo>
                    <a:pt x="342057" y="172831"/>
                  </a:lnTo>
                  <a:lnTo>
                    <a:pt x="341947" y="173164"/>
                  </a:lnTo>
                  <a:lnTo>
                    <a:pt x="335301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8" name="Google Shape;2498;p40"/>
          <p:cNvGrpSpPr/>
          <p:nvPr/>
        </p:nvGrpSpPr>
        <p:grpSpPr>
          <a:xfrm>
            <a:off x="1431023" y="4639055"/>
            <a:ext cx="350520" cy="1529081"/>
            <a:chOff x="1431023" y="4639055"/>
            <a:chExt cx="350520" cy="1529081"/>
          </a:xfrm>
        </p:grpSpPr>
        <p:sp>
          <p:nvSpPr>
            <p:cNvPr id="2499" name="Google Shape;2499;p40"/>
            <p:cNvSpPr/>
            <p:nvPr/>
          </p:nvSpPr>
          <p:spPr>
            <a:xfrm>
              <a:off x="1431023" y="4814316"/>
              <a:ext cx="350520" cy="1353820"/>
            </a:xfrm>
            <a:custGeom>
              <a:rect b="b" l="l" r="r" t="t"/>
              <a:pathLst>
                <a:path extrusionOk="0" h="1353820" w="350519">
                  <a:moveTo>
                    <a:pt x="48768" y="963168"/>
                  </a:moveTo>
                  <a:lnTo>
                    <a:pt x="47244" y="957072"/>
                  </a:lnTo>
                  <a:lnTo>
                    <a:pt x="38100" y="947928"/>
                  </a:lnTo>
                  <a:lnTo>
                    <a:pt x="32004" y="944880"/>
                  </a:lnTo>
                  <a:lnTo>
                    <a:pt x="18288" y="944880"/>
                  </a:lnTo>
                  <a:lnTo>
                    <a:pt x="12192" y="947928"/>
                  </a:lnTo>
                  <a:lnTo>
                    <a:pt x="3048" y="957072"/>
                  </a:lnTo>
                  <a:lnTo>
                    <a:pt x="0" y="963168"/>
                  </a:lnTo>
                  <a:lnTo>
                    <a:pt x="0" y="976884"/>
                  </a:lnTo>
                  <a:lnTo>
                    <a:pt x="3048" y="982980"/>
                  </a:lnTo>
                  <a:lnTo>
                    <a:pt x="12192" y="992124"/>
                  </a:lnTo>
                  <a:lnTo>
                    <a:pt x="18288" y="993648"/>
                  </a:lnTo>
                  <a:lnTo>
                    <a:pt x="32004" y="993648"/>
                  </a:lnTo>
                  <a:lnTo>
                    <a:pt x="38100" y="992124"/>
                  </a:lnTo>
                  <a:lnTo>
                    <a:pt x="42672" y="987552"/>
                  </a:lnTo>
                  <a:lnTo>
                    <a:pt x="47244" y="981456"/>
                  </a:lnTo>
                  <a:lnTo>
                    <a:pt x="48768" y="976884"/>
                  </a:lnTo>
                  <a:lnTo>
                    <a:pt x="48768" y="963168"/>
                  </a:lnTo>
                  <a:close/>
                </a:path>
                <a:path extrusionOk="0" h="1353820" w="350519">
                  <a:moveTo>
                    <a:pt x="48768" y="198120"/>
                  </a:moveTo>
                  <a:lnTo>
                    <a:pt x="47244" y="192024"/>
                  </a:lnTo>
                  <a:lnTo>
                    <a:pt x="38100" y="182880"/>
                  </a:lnTo>
                  <a:lnTo>
                    <a:pt x="32004" y="179832"/>
                  </a:lnTo>
                  <a:lnTo>
                    <a:pt x="18288" y="179832"/>
                  </a:lnTo>
                  <a:lnTo>
                    <a:pt x="12192" y="182880"/>
                  </a:lnTo>
                  <a:lnTo>
                    <a:pt x="3048" y="192024"/>
                  </a:lnTo>
                  <a:lnTo>
                    <a:pt x="0" y="198120"/>
                  </a:lnTo>
                  <a:lnTo>
                    <a:pt x="0" y="211836"/>
                  </a:lnTo>
                  <a:lnTo>
                    <a:pt x="3048" y="216408"/>
                  </a:lnTo>
                  <a:lnTo>
                    <a:pt x="7620" y="222504"/>
                  </a:lnTo>
                  <a:lnTo>
                    <a:pt x="12192" y="227076"/>
                  </a:lnTo>
                  <a:lnTo>
                    <a:pt x="18288" y="228600"/>
                  </a:lnTo>
                  <a:lnTo>
                    <a:pt x="32004" y="228600"/>
                  </a:lnTo>
                  <a:lnTo>
                    <a:pt x="38100" y="227076"/>
                  </a:lnTo>
                  <a:lnTo>
                    <a:pt x="42672" y="220980"/>
                  </a:lnTo>
                  <a:lnTo>
                    <a:pt x="47244" y="216408"/>
                  </a:lnTo>
                  <a:lnTo>
                    <a:pt x="48768" y="211836"/>
                  </a:lnTo>
                  <a:lnTo>
                    <a:pt x="48768" y="198120"/>
                  </a:lnTo>
                  <a:close/>
                </a:path>
                <a:path extrusionOk="0" h="1353820" w="350519">
                  <a:moveTo>
                    <a:pt x="342900" y="915924"/>
                  </a:moveTo>
                  <a:lnTo>
                    <a:pt x="335280" y="915924"/>
                  </a:lnTo>
                  <a:lnTo>
                    <a:pt x="335280" y="934212"/>
                  </a:lnTo>
                  <a:lnTo>
                    <a:pt x="332232" y="937260"/>
                  </a:lnTo>
                  <a:lnTo>
                    <a:pt x="330708" y="941832"/>
                  </a:lnTo>
                  <a:lnTo>
                    <a:pt x="326136" y="944880"/>
                  </a:lnTo>
                  <a:lnTo>
                    <a:pt x="321564" y="946404"/>
                  </a:lnTo>
                  <a:lnTo>
                    <a:pt x="317258" y="948169"/>
                  </a:lnTo>
                  <a:lnTo>
                    <a:pt x="311086" y="949071"/>
                  </a:lnTo>
                  <a:lnTo>
                    <a:pt x="302920" y="949413"/>
                  </a:lnTo>
                  <a:lnTo>
                    <a:pt x="115824" y="949413"/>
                  </a:lnTo>
                  <a:lnTo>
                    <a:pt x="115824" y="960120"/>
                  </a:lnTo>
                  <a:lnTo>
                    <a:pt x="143256" y="1024128"/>
                  </a:lnTo>
                  <a:lnTo>
                    <a:pt x="150876" y="1021080"/>
                  </a:lnTo>
                  <a:lnTo>
                    <a:pt x="149352" y="1014984"/>
                  </a:lnTo>
                  <a:lnTo>
                    <a:pt x="147828" y="1010412"/>
                  </a:lnTo>
                  <a:lnTo>
                    <a:pt x="147828" y="1001268"/>
                  </a:lnTo>
                  <a:lnTo>
                    <a:pt x="149352" y="998220"/>
                  </a:lnTo>
                  <a:lnTo>
                    <a:pt x="150876" y="996696"/>
                  </a:lnTo>
                  <a:lnTo>
                    <a:pt x="152400" y="993648"/>
                  </a:lnTo>
                  <a:lnTo>
                    <a:pt x="156972" y="992124"/>
                  </a:lnTo>
                  <a:lnTo>
                    <a:pt x="161544" y="992124"/>
                  </a:lnTo>
                  <a:lnTo>
                    <a:pt x="168719" y="991006"/>
                  </a:lnTo>
                  <a:lnTo>
                    <a:pt x="178879" y="990028"/>
                  </a:lnTo>
                  <a:lnTo>
                    <a:pt x="192201" y="989342"/>
                  </a:lnTo>
                  <a:lnTo>
                    <a:pt x="208788" y="989076"/>
                  </a:lnTo>
                  <a:lnTo>
                    <a:pt x="292608" y="989076"/>
                  </a:lnTo>
                  <a:lnTo>
                    <a:pt x="330708" y="998220"/>
                  </a:lnTo>
                  <a:lnTo>
                    <a:pt x="332232" y="1001268"/>
                  </a:lnTo>
                  <a:lnTo>
                    <a:pt x="335280" y="1005840"/>
                  </a:lnTo>
                  <a:lnTo>
                    <a:pt x="335280" y="1022604"/>
                  </a:lnTo>
                  <a:lnTo>
                    <a:pt x="342900" y="1022604"/>
                  </a:lnTo>
                  <a:lnTo>
                    <a:pt x="342900" y="989076"/>
                  </a:lnTo>
                  <a:lnTo>
                    <a:pt x="342900" y="915924"/>
                  </a:lnTo>
                  <a:close/>
                </a:path>
                <a:path extrusionOk="0" h="1353820" w="350519">
                  <a:moveTo>
                    <a:pt x="342900" y="784860"/>
                  </a:moveTo>
                  <a:lnTo>
                    <a:pt x="335280" y="784860"/>
                  </a:lnTo>
                  <a:lnTo>
                    <a:pt x="335280" y="794004"/>
                  </a:lnTo>
                  <a:lnTo>
                    <a:pt x="333756" y="801624"/>
                  </a:lnTo>
                  <a:lnTo>
                    <a:pt x="327660" y="813816"/>
                  </a:lnTo>
                  <a:lnTo>
                    <a:pt x="324612" y="816864"/>
                  </a:lnTo>
                  <a:lnTo>
                    <a:pt x="320040" y="818388"/>
                  </a:lnTo>
                  <a:lnTo>
                    <a:pt x="314896" y="821270"/>
                  </a:lnTo>
                  <a:lnTo>
                    <a:pt x="308610" y="823150"/>
                  </a:lnTo>
                  <a:lnTo>
                    <a:pt x="301180" y="824179"/>
                  </a:lnTo>
                  <a:lnTo>
                    <a:pt x="292608" y="824484"/>
                  </a:lnTo>
                  <a:lnTo>
                    <a:pt x="185928" y="824484"/>
                  </a:lnTo>
                  <a:lnTo>
                    <a:pt x="155448" y="801624"/>
                  </a:lnTo>
                  <a:lnTo>
                    <a:pt x="150876" y="794004"/>
                  </a:lnTo>
                  <a:lnTo>
                    <a:pt x="150876" y="787908"/>
                  </a:lnTo>
                  <a:lnTo>
                    <a:pt x="153924" y="783336"/>
                  </a:lnTo>
                  <a:lnTo>
                    <a:pt x="158496" y="775716"/>
                  </a:lnTo>
                  <a:lnTo>
                    <a:pt x="163068" y="769620"/>
                  </a:lnTo>
                  <a:lnTo>
                    <a:pt x="164592" y="762000"/>
                  </a:lnTo>
                  <a:lnTo>
                    <a:pt x="164592" y="751332"/>
                  </a:lnTo>
                  <a:lnTo>
                    <a:pt x="163068" y="745236"/>
                  </a:lnTo>
                  <a:lnTo>
                    <a:pt x="158496" y="742188"/>
                  </a:lnTo>
                  <a:lnTo>
                    <a:pt x="153924" y="737616"/>
                  </a:lnTo>
                  <a:lnTo>
                    <a:pt x="149352" y="736092"/>
                  </a:lnTo>
                  <a:lnTo>
                    <a:pt x="135636" y="736092"/>
                  </a:lnTo>
                  <a:lnTo>
                    <a:pt x="129540" y="739140"/>
                  </a:lnTo>
                  <a:lnTo>
                    <a:pt x="118872" y="749808"/>
                  </a:lnTo>
                  <a:lnTo>
                    <a:pt x="115824" y="757428"/>
                  </a:lnTo>
                  <a:lnTo>
                    <a:pt x="115824" y="766572"/>
                  </a:lnTo>
                  <a:lnTo>
                    <a:pt x="118973" y="781202"/>
                  </a:lnTo>
                  <a:lnTo>
                    <a:pt x="128397" y="795528"/>
                  </a:lnTo>
                  <a:lnTo>
                    <a:pt x="144119" y="809866"/>
                  </a:lnTo>
                  <a:lnTo>
                    <a:pt x="166116" y="824484"/>
                  </a:lnTo>
                  <a:lnTo>
                    <a:pt x="115824" y="824484"/>
                  </a:lnTo>
                  <a:lnTo>
                    <a:pt x="115824" y="833628"/>
                  </a:lnTo>
                  <a:lnTo>
                    <a:pt x="143256" y="899160"/>
                  </a:lnTo>
                  <a:lnTo>
                    <a:pt x="150876" y="896112"/>
                  </a:lnTo>
                  <a:lnTo>
                    <a:pt x="149352" y="890016"/>
                  </a:lnTo>
                  <a:lnTo>
                    <a:pt x="147828" y="885444"/>
                  </a:lnTo>
                  <a:lnTo>
                    <a:pt x="147828" y="876300"/>
                  </a:lnTo>
                  <a:lnTo>
                    <a:pt x="150876" y="870204"/>
                  </a:lnTo>
                  <a:lnTo>
                    <a:pt x="153924" y="867156"/>
                  </a:lnTo>
                  <a:lnTo>
                    <a:pt x="156972" y="865632"/>
                  </a:lnTo>
                  <a:lnTo>
                    <a:pt x="161544" y="865632"/>
                  </a:lnTo>
                  <a:lnTo>
                    <a:pt x="167855" y="864755"/>
                  </a:lnTo>
                  <a:lnTo>
                    <a:pt x="177736" y="864298"/>
                  </a:lnTo>
                  <a:lnTo>
                    <a:pt x="208788" y="864108"/>
                  </a:lnTo>
                  <a:lnTo>
                    <a:pt x="316992" y="864108"/>
                  </a:lnTo>
                  <a:lnTo>
                    <a:pt x="335280" y="899160"/>
                  </a:lnTo>
                  <a:lnTo>
                    <a:pt x="342900" y="899160"/>
                  </a:lnTo>
                  <a:lnTo>
                    <a:pt x="342900" y="784860"/>
                  </a:lnTo>
                  <a:close/>
                </a:path>
                <a:path extrusionOk="0" h="1353820" w="350519">
                  <a:moveTo>
                    <a:pt x="342900" y="150876"/>
                  </a:moveTo>
                  <a:lnTo>
                    <a:pt x="335280" y="150876"/>
                  </a:lnTo>
                  <a:lnTo>
                    <a:pt x="335280" y="169164"/>
                  </a:lnTo>
                  <a:lnTo>
                    <a:pt x="332232" y="172212"/>
                  </a:lnTo>
                  <a:lnTo>
                    <a:pt x="330708" y="176784"/>
                  </a:lnTo>
                  <a:lnTo>
                    <a:pt x="326136" y="179832"/>
                  </a:lnTo>
                  <a:lnTo>
                    <a:pt x="321564" y="181356"/>
                  </a:lnTo>
                  <a:lnTo>
                    <a:pt x="317258" y="183121"/>
                  </a:lnTo>
                  <a:lnTo>
                    <a:pt x="311086" y="184023"/>
                  </a:lnTo>
                  <a:lnTo>
                    <a:pt x="302920" y="184365"/>
                  </a:lnTo>
                  <a:lnTo>
                    <a:pt x="115824" y="184365"/>
                  </a:lnTo>
                  <a:lnTo>
                    <a:pt x="115824" y="195072"/>
                  </a:lnTo>
                  <a:lnTo>
                    <a:pt x="143256" y="259080"/>
                  </a:lnTo>
                  <a:lnTo>
                    <a:pt x="150876" y="256032"/>
                  </a:lnTo>
                  <a:lnTo>
                    <a:pt x="149352" y="249936"/>
                  </a:lnTo>
                  <a:lnTo>
                    <a:pt x="147828" y="245364"/>
                  </a:lnTo>
                  <a:lnTo>
                    <a:pt x="147828" y="236220"/>
                  </a:lnTo>
                  <a:lnTo>
                    <a:pt x="149352" y="233172"/>
                  </a:lnTo>
                  <a:lnTo>
                    <a:pt x="150876" y="231648"/>
                  </a:lnTo>
                  <a:lnTo>
                    <a:pt x="152400" y="228600"/>
                  </a:lnTo>
                  <a:lnTo>
                    <a:pt x="156972" y="227076"/>
                  </a:lnTo>
                  <a:lnTo>
                    <a:pt x="161544" y="227076"/>
                  </a:lnTo>
                  <a:lnTo>
                    <a:pt x="168719" y="225958"/>
                  </a:lnTo>
                  <a:lnTo>
                    <a:pt x="178879" y="224980"/>
                  </a:lnTo>
                  <a:lnTo>
                    <a:pt x="192201" y="224294"/>
                  </a:lnTo>
                  <a:lnTo>
                    <a:pt x="208788" y="224028"/>
                  </a:lnTo>
                  <a:lnTo>
                    <a:pt x="292608" y="224028"/>
                  </a:lnTo>
                  <a:lnTo>
                    <a:pt x="330708" y="233172"/>
                  </a:lnTo>
                  <a:lnTo>
                    <a:pt x="332232" y="236220"/>
                  </a:lnTo>
                  <a:lnTo>
                    <a:pt x="335280" y="239268"/>
                  </a:lnTo>
                  <a:lnTo>
                    <a:pt x="335280" y="257556"/>
                  </a:lnTo>
                  <a:lnTo>
                    <a:pt x="342900" y="257556"/>
                  </a:lnTo>
                  <a:lnTo>
                    <a:pt x="342900" y="224028"/>
                  </a:lnTo>
                  <a:lnTo>
                    <a:pt x="342900" y="150876"/>
                  </a:lnTo>
                  <a:close/>
                </a:path>
                <a:path extrusionOk="0" h="1353820" w="350519">
                  <a:moveTo>
                    <a:pt x="345960" y="56388"/>
                  </a:moveTo>
                  <a:lnTo>
                    <a:pt x="327190" y="16725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4812" y="12192"/>
                  </a:lnTo>
                  <a:lnTo>
                    <a:pt x="309384" y="16764"/>
                  </a:lnTo>
                  <a:lnTo>
                    <a:pt x="312432" y="21336"/>
                  </a:lnTo>
                  <a:lnTo>
                    <a:pt x="315480" y="27432"/>
                  </a:lnTo>
                  <a:lnTo>
                    <a:pt x="317004" y="32004"/>
                  </a:lnTo>
                  <a:lnTo>
                    <a:pt x="317004" y="44196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9144"/>
                  </a:lnTo>
                  <a:lnTo>
                    <a:pt x="121932" y="9144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83832" y="82296"/>
                  </a:lnTo>
                  <a:lnTo>
                    <a:pt x="112788" y="108204"/>
                  </a:lnTo>
                  <a:lnTo>
                    <a:pt x="118859" y="115062"/>
                  </a:lnTo>
                  <a:lnTo>
                    <a:pt x="123647" y="121920"/>
                  </a:lnTo>
                  <a:lnTo>
                    <a:pt x="127571" y="128778"/>
                  </a:lnTo>
                  <a:lnTo>
                    <a:pt x="131076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8234" y="100063"/>
                  </a:lnTo>
                  <a:lnTo>
                    <a:pt x="336816" y="85344"/>
                  </a:lnTo>
                  <a:lnTo>
                    <a:pt x="339864" y="79248"/>
                  </a:lnTo>
                  <a:lnTo>
                    <a:pt x="344436" y="71628"/>
                  </a:lnTo>
                  <a:lnTo>
                    <a:pt x="345960" y="64008"/>
                  </a:lnTo>
                  <a:lnTo>
                    <a:pt x="345960" y="56388"/>
                  </a:lnTo>
                  <a:close/>
                </a:path>
                <a:path extrusionOk="0" h="1353820" w="350519">
                  <a:moveTo>
                    <a:pt x="348996" y="629412"/>
                  </a:moveTo>
                  <a:lnTo>
                    <a:pt x="336143" y="584631"/>
                  </a:lnTo>
                  <a:lnTo>
                    <a:pt x="298513" y="549402"/>
                  </a:lnTo>
                  <a:lnTo>
                    <a:pt x="260604" y="536448"/>
                  </a:lnTo>
                  <a:lnTo>
                    <a:pt x="256032" y="542544"/>
                  </a:lnTo>
                  <a:lnTo>
                    <a:pt x="269748" y="548525"/>
                  </a:lnTo>
                  <a:lnTo>
                    <a:pt x="281178" y="554926"/>
                  </a:lnTo>
                  <a:lnTo>
                    <a:pt x="307467" y="588645"/>
                  </a:lnTo>
                  <a:lnTo>
                    <a:pt x="310896" y="611124"/>
                  </a:lnTo>
                  <a:lnTo>
                    <a:pt x="309168" y="627176"/>
                  </a:lnTo>
                  <a:lnTo>
                    <a:pt x="281940" y="664464"/>
                  </a:lnTo>
                  <a:lnTo>
                    <a:pt x="230720" y="682904"/>
                  </a:lnTo>
                  <a:lnTo>
                    <a:pt x="211836" y="684276"/>
                  </a:lnTo>
                  <a:lnTo>
                    <a:pt x="193294" y="682904"/>
                  </a:lnTo>
                  <a:lnTo>
                    <a:pt x="149352" y="664464"/>
                  </a:lnTo>
                  <a:lnTo>
                    <a:pt x="131064" y="624840"/>
                  </a:lnTo>
                  <a:lnTo>
                    <a:pt x="131064" y="615696"/>
                  </a:lnTo>
                  <a:lnTo>
                    <a:pt x="161544" y="591312"/>
                  </a:lnTo>
                  <a:lnTo>
                    <a:pt x="170688" y="591312"/>
                  </a:lnTo>
                  <a:lnTo>
                    <a:pt x="176784" y="588264"/>
                  </a:lnTo>
                  <a:lnTo>
                    <a:pt x="179832" y="585216"/>
                  </a:lnTo>
                  <a:lnTo>
                    <a:pt x="185928" y="580644"/>
                  </a:lnTo>
                  <a:lnTo>
                    <a:pt x="188976" y="574548"/>
                  </a:lnTo>
                  <a:lnTo>
                    <a:pt x="188976" y="557784"/>
                  </a:lnTo>
                  <a:lnTo>
                    <a:pt x="187452" y="551688"/>
                  </a:lnTo>
                  <a:lnTo>
                    <a:pt x="179832" y="544068"/>
                  </a:lnTo>
                  <a:lnTo>
                    <a:pt x="175260" y="542544"/>
                  </a:lnTo>
                  <a:lnTo>
                    <a:pt x="169164" y="542544"/>
                  </a:lnTo>
                  <a:lnTo>
                    <a:pt x="134112" y="563880"/>
                  </a:lnTo>
                  <a:lnTo>
                    <a:pt x="116967" y="601814"/>
                  </a:lnTo>
                  <a:lnTo>
                    <a:pt x="115824" y="617220"/>
                  </a:lnTo>
                  <a:lnTo>
                    <a:pt x="118071" y="638327"/>
                  </a:lnTo>
                  <a:lnTo>
                    <a:pt x="135115" y="675944"/>
                  </a:lnTo>
                  <a:lnTo>
                    <a:pt x="166522" y="705904"/>
                  </a:lnTo>
                  <a:lnTo>
                    <a:pt x="208292" y="721906"/>
                  </a:lnTo>
                  <a:lnTo>
                    <a:pt x="233172" y="723900"/>
                  </a:lnTo>
                  <a:lnTo>
                    <a:pt x="258305" y="722172"/>
                  </a:lnTo>
                  <a:lnTo>
                    <a:pt x="301117" y="707834"/>
                  </a:lnTo>
                  <a:lnTo>
                    <a:pt x="332282" y="680427"/>
                  </a:lnTo>
                  <a:lnTo>
                    <a:pt x="347243" y="647369"/>
                  </a:lnTo>
                  <a:lnTo>
                    <a:pt x="348996" y="629412"/>
                  </a:lnTo>
                  <a:close/>
                </a:path>
                <a:path extrusionOk="0" h="1353820" w="350519">
                  <a:moveTo>
                    <a:pt x="348996" y="342900"/>
                  </a:moveTo>
                  <a:lnTo>
                    <a:pt x="321564" y="278892"/>
                  </a:lnTo>
                  <a:lnTo>
                    <a:pt x="313944" y="281940"/>
                  </a:lnTo>
                  <a:lnTo>
                    <a:pt x="316992" y="288036"/>
                  </a:lnTo>
                  <a:lnTo>
                    <a:pt x="318516" y="294132"/>
                  </a:lnTo>
                  <a:lnTo>
                    <a:pt x="318516" y="301752"/>
                  </a:lnTo>
                  <a:lnTo>
                    <a:pt x="316992" y="304800"/>
                  </a:lnTo>
                  <a:lnTo>
                    <a:pt x="256032" y="313944"/>
                  </a:lnTo>
                  <a:lnTo>
                    <a:pt x="121920" y="313944"/>
                  </a:lnTo>
                  <a:lnTo>
                    <a:pt x="121920" y="388620"/>
                  </a:lnTo>
                  <a:lnTo>
                    <a:pt x="129540" y="388620"/>
                  </a:lnTo>
                  <a:lnTo>
                    <a:pt x="130733" y="379196"/>
                  </a:lnTo>
                  <a:lnTo>
                    <a:pt x="132207" y="371475"/>
                  </a:lnTo>
                  <a:lnTo>
                    <a:pt x="164592" y="353568"/>
                  </a:lnTo>
                  <a:lnTo>
                    <a:pt x="289560" y="353568"/>
                  </a:lnTo>
                  <a:lnTo>
                    <a:pt x="297878" y="362432"/>
                  </a:lnTo>
                  <a:lnTo>
                    <a:pt x="304609" y="370713"/>
                  </a:lnTo>
                  <a:lnTo>
                    <a:pt x="309930" y="378434"/>
                  </a:lnTo>
                  <a:lnTo>
                    <a:pt x="313944" y="385572"/>
                  </a:lnTo>
                  <a:lnTo>
                    <a:pt x="318516" y="393192"/>
                  </a:lnTo>
                  <a:lnTo>
                    <a:pt x="320040" y="402336"/>
                  </a:lnTo>
                  <a:lnTo>
                    <a:pt x="320040" y="408432"/>
                  </a:lnTo>
                  <a:lnTo>
                    <a:pt x="296037" y="442531"/>
                  </a:lnTo>
                  <a:lnTo>
                    <a:pt x="269748" y="445008"/>
                  </a:lnTo>
                  <a:lnTo>
                    <a:pt x="121920" y="445008"/>
                  </a:lnTo>
                  <a:lnTo>
                    <a:pt x="121920" y="519684"/>
                  </a:lnTo>
                  <a:lnTo>
                    <a:pt x="129540" y="519684"/>
                  </a:lnTo>
                  <a:lnTo>
                    <a:pt x="129540" y="509016"/>
                  </a:lnTo>
                  <a:lnTo>
                    <a:pt x="131064" y="501396"/>
                  </a:lnTo>
                  <a:lnTo>
                    <a:pt x="153924" y="484632"/>
                  </a:lnTo>
                  <a:lnTo>
                    <a:pt x="263652" y="484632"/>
                  </a:lnTo>
                  <a:lnTo>
                    <a:pt x="278536" y="484352"/>
                  </a:lnTo>
                  <a:lnTo>
                    <a:pt x="319468" y="476326"/>
                  </a:lnTo>
                  <a:lnTo>
                    <a:pt x="346519" y="445389"/>
                  </a:lnTo>
                  <a:lnTo>
                    <a:pt x="348996" y="428244"/>
                  </a:lnTo>
                  <a:lnTo>
                    <a:pt x="348665" y="420268"/>
                  </a:lnTo>
                  <a:lnTo>
                    <a:pt x="328041" y="379095"/>
                  </a:lnTo>
                  <a:lnTo>
                    <a:pt x="303276" y="353568"/>
                  </a:lnTo>
                  <a:lnTo>
                    <a:pt x="348996" y="353568"/>
                  </a:lnTo>
                  <a:lnTo>
                    <a:pt x="348996" y="342900"/>
                  </a:lnTo>
                  <a:close/>
                </a:path>
                <a:path extrusionOk="0" h="1353820" w="350519">
                  <a:moveTo>
                    <a:pt x="350520" y="1194816"/>
                  </a:moveTo>
                  <a:lnTo>
                    <a:pt x="345757" y="1152525"/>
                  </a:lnTo>
                  <a:lnTo>
                    <a:pt x="330708" y="1117092"/>
                  </a:lnTo>
                  <a:lnTo>
                    <a:pt x="304228" y="1086421"/>
                  </a:lnTo>
                  <a:lnTo>
                    <a:pt x="265176" y="1059180"/>
                  </a:lnTo>
                  <a:lnTo>
                    <a:pt x="262128" y="1066800"/>
                  </a:lnTo>
                  <a:lnTo>
                    <a:pt x="280987" y="1081354"/>
                  </a:lnTo>
                  <a:lnTo>
                    <a:pt x="296418" y="1095184"/>
                  </a:lnTo>
                  <a:lnTo>
                    <a:pt x="322122" y="1133030"/>
                  </a:lnTo>
                  <a:lnTo>
                    <a:pt x="329184" y="1176528"/>
                  </a:lnTo>
                  <a:lnTo>
                    <a:pt x="328282" y="1194269"/>
                  </a:lnTo>
                  <a:lnTo>
                    <a:pt x="312420" y="1242060"/>
                  </a:lnTo>
                  <a:lnTo>
                    <a:pt x="277279" y="1276781"/>
                  </a:lnTo>
                  <a:lnTo>
                    <a:pt x="226695" y="1295019"/>
                  </a:lnTo>
                  <a:lnTo>
                    <a:pt x="184404" y="1298448"/>
                  </a:lnTo>
                  <a:lnTo>
                    <a:pt x="159004" y="1297597"/>
                  </a:lnTo>
                  <a:lnTo>
                    <a:pt x="113906" y="1290739"/>
                  </a:lnTo>
                  <a:lnTo>
                    <a:pt x="77584" y="1276159"/>
                  </a:lnTo>
                  <a:lnTo>
                    <a:pt x="41148" y="1243584"/>
                  </a:lnTo>
                  <a:lnTo>
                    <a:pt x="25514" y="1199870"/>
                  </a:lnTo>
                  <a:lnTo>
                    <a:pt x="24384" y="1184148"/>
                  </a:lnTo>
                  <a:lnTo>
                    <a:pt x="25819" y="1166202"/>
                  </a:lnTo>
                  <a:lnTo>
                    <a:pt x="47244" y="1118616"/>
                  </a:lnTo>
                  <a:lnTo>
                    <a:pt x="76962" y="1094422"/>
                  </a:lnTo>
                  <a:lnTo>
                    <a:pt x="120396" y="1075944"/>
                  </a:lnTo>
                  <a:lnTo>
                    <a:pt x="120396" y="1068324"/>
                  </a:lnTo>
                  <a:lnTo>
                    <a:pt x="7620" y="1075944"/>
                  </a:lnTo>
                  <a:lnTo>
                    <a:pt x="7620" y="1083564"/>
                  </a:lnTo>
                  <a:lnTo>
                    <a:pt x="16764" y="1085088"/>
                  </a:lnTo>
                  <a:lnTo>
                    <a:pt x="22860" y="1088136"/>
                  </a:lnTo>
                  <a:lnTo>
                    <a:pt x="25908" y="1092708"/>
                  </a:lnTo>
                  <a:lnTo>
                    <a:pt x="28956" y="1095756"/>
                  </a:lnTo>
                  <a:lnTo>
                    <a:pt x="30480" y="1100328"/>
                  </a:lnTo>
                  <a:lnTo>
                    <a:pt x="30480" y="1106424"/>
                  </a:lnTo>
                  <a:lnTo>
                    <a:pt x="28956" y="1112520"/>
                  </a:lnTo>
                  <a:lnTo>
                    <a:pt x="25908" y="1118616"/>
                  </a:lnTo>
                  <a:lnTo>
                    <a:pt x="17907" y="1135786"/>
                  </a:lnTo>
                  <a:lnTo>
                    <a:pt x="12192" y="1153096"/>
                  </a:lnTo>
                  <a:lnTo>
                    <a:pt x="8763" y="1170698"/>
                  </a:lnTo>
                  <a:lnTo>
                    <a:pt x="7620" y="1188720"/>
                  </a:lnTo>
                  <a:lnTo>
                    <a:pt x="9055" y="1211033"/>
                  </a:lnTo>
                  <a:lnTo>
                    <a:pt x="20485" y="1252804"/>
                  </a:lnTo>
                  <a:lnTo>
                    <a:pt x="43053" y="1289977"/>
                  </a:lnTo>
                  <a:lnTo>
                    <a:pt x="75057" y="1319695"/>
                  </a:lnTo>
                  <a:lnTo>
                    <a:pt x="115620" y="1341742"/>
                  </a:lnTo>
                  <a:lnTo>
                    <a:pt x="160718" y="1352130"/>
                  </a:lnTo>
                  <a:lnTo>
                    <a:pt x="184404" y="1353312"/>
                  </a:lnTo>
                  <a:lnTo>
                    <a:pt x="214147" y="1351318"/>
                  </a:lnTo>
                  <a:lnTo>
                    <a:pt x="267347" y="1335316"/>
                  </a:lnTo>
                  <a:lnTo>
                    <a:pt x="317093" y="1296403"/>
                  </a:lnTo>
                  <a:lnTo>
                    <a:pt x="346811" y="1233449"/>
                  </a:lnTo>
                  <a:lnTo>
                    <a:pt x="350520" y="119481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00" name="Google Shape;2500;p4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4639055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501" name="Google Shape;2501;p40"/>
          <p:cNvGrpSpPr/>
          <p:nvPr/>
        </p:nvGrpSpPr>
        <p:grpSpPr>
          <a:xfrm>
            <a:off x="1431035" y="2397252"/>
            <a:ext cx="447950" cy="2082292"/>
            <a:chOff x="1431035" y="2397252"/>
            <a:chExt cx="447950" cy="2082292"/>
          </a:xfrm>
        </p:grpSpPr>
        <p:sp>
          <p:nvSpPr>
            <p:cNvPr id="2502" name="Google Shape;2502;p40"/>
            <p:cNvSpPr/>
            <p:nvPr/>
          </p:nvSpPr>
          <p:spPr>
            <a:xfrm>
              <a:off x="1438655" y="4184904"/>
              <a:ext cx="342900" cy="294640"/>
            </a:xfrm>
            <a:custGeom>
              <a:rect b="b" l="l" r="r" t="t"/>
              <a:pathLst>
                <a:path extrusionOk="0" h="294639" w="342900">
                  <a:moveTo>
                    <a:pt x="176783" y="294132"/>
                  </a:moveTo>
                  <a:lnTo>
                    <a:pt x="130111" y="289179"/>
                  </a:lnTo>
                  <a:lnTo>
                    <a:pt x="86868" y="272796"/>
                  </a:lnTo>
                  <a:lnTo>
                    <a:pt x="50292" y="247078"/>
                  </a:lnTo>
                  <a:lnTo>
                    <a:pt x="22859" y="213360"/>
                  </a:lnTo>
                  <a:lnTo>
                    <a:pt x="5715" y="173164"/>
                  </a:lnTo>
                  <a:lnTo>
                    <a:pt x="0" y="129540"/>
                  </a:lnTo>
                  <a:lnTo>
                    <a:pt x="1142" y="111513"/>
                  </a:lnTo>
                  <a:lnTo>
                    <a:pt x="4571" y="93916"/>
                  </a:lnTo>
                  <a:lnTo>
                    <a:pt x="10286" y="76604"/>
                  </a:lnTo>
                  <a:lnTo>
                    <a:pt x="18288" y="59436"/>
                  </a:lnTo>
                  <a:lnTo>
                    <a:pt x="21336" y="53340"/>
                  </a:lnTo>
                  <a:lnTo>
                    <a:pt x="22859" y="48768"/>
                  </a:lnTo>
                  <a:lnTo>
                    <a:pt x="22859" y="41148"/>
                  </a:lnTo>
                  <a:lnTo>
                    <a:pt x="21336" y="36576"/>
                  </a:lnTo>
                  <a:lnTo>
                    <a:pt x="15240" y="30480"/>
                  </a:lnTo>
                  <a:lnTo>
                    <a:pt x="9144" y="27432"/>
                  </a:lnTo>
                  <a:lnTo>
                    <a:pt x="0" y="24384"/>
                  </a:lnTo>
                  <a:lnTo>
                    <a:pt x="0" y="16764"/>
                  </a:lnTo>
                  <a:lnTo>
                    <a:pt x="112775" y="9144"/>
                  </a:lnTo>
                  <a:lnTo>
                    <a:pt x="112775" y="16764"/>
                  </a:lnTo>
                  <a:lnTo>
                    <a:pt x="89344" y="25360"/>
                  </a:lnTo>
                  <a:lnTo>
                    <a:pt x="69342" y="35242"/>
                  </a:lnTo>
                  <a:lnTo>
                    <a:pt x="39624" y="59436"/>
                  </a:lnTo>
                  <a:lnTo>
                    <a:pt x="18192" y="107656"/>
                  </a:lnTo>
                  <a:lnTo>
                    <a:pt x="16764" y="126492"/>
                  </a:lnTo>
                  <a:lnTo>
                    <a:pt x="17883" y="141970"/>
                  </a:lnTo>
                  <a:lnTo>
                    <a:pt x="33528" y="184403"/>
                  </a:lnTo>
                  <a:lnTo>
                    <a:pt x="69961" y="216979"/>
                  </a:lnTo>
                  <a:lnTo>
                    <a:pt x="106275" y="231552"/>
                  </a:lnTo>
                  <a:lnTo>
                    <a:pt x="151376" y="238410"/>
                  </a:lnTo>
                  <a:lnTo>
                    <a:pt x="176783" y="239267"/>
                  </a:lnTo>
                  <a:lnTo>
                    <a:pt x="198786" y="238410"/>
                  </a:lnTo>
                  <a:lnTo>
                    <a:pt x="237648" y="231552"/>
                  </a:lnTo>
                  <a:lnTo>
                    <a:pt x="283082" y="208216"/>
                  </a:lnTo>
                  <a:lnTo>
                    <a:pt x="312562" y="168354"/>
                  </a:lnTo>
                  <a:lnTo>
                    <a:pt x="321563" y="117348"/>
                  </a:lnTo>
                  <a:lnTo>
                    <a:pt x="320730" y="101893"/>
                  </a:lnTo>
                  <a:lnTo>
                    <a:pt x="309372" y="60960"/>
                  </a:lnTo>
                  <a:lnTo>
                    <a:pt x="273367" y="22169"/>
                  </a:lnTo>
                  <a:lnTo>
                    <a:pt x="254507" y="7620"/>
                  </a:lnTo>
                  <a:lnTo>
                    <a:pt x="257556" y="0"/>
                  </a:lnTo>
                  <a:lnTo>
                    <a:pt x="296608" y="27241"/>
                  </a:lnTo>
                  <a:lnTo>
                    <a:pt x="323087" y="57912"/>
                  </a:lnTo>
                  <a:lnTo>
                    <a:pt x="338137" y="93345"/>
                  </a:lnTo>
                  <a:lnTo>
                    <a:pt x="342900" y="135636"/>
                  </a:lnTo>
                  <a:lnTo>
                    <a:pt x="339185" y="174259"/>
                  </a:lnTo>
                  <a:lnTo>
                    <a:pt x="309467" y="237220"/>
                  </a:lnTo>
                  <a:lnTo>
                    <a:pt x="259722" y="276129"/>
                  </a:lnTo>
                  <a:lnTo>
                    <a:pt x="206525" y="292131"/>
                  </a:lnTo>
                  <a:lnTo>
                    <a:pt x="176783" y="29413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03" name="Google Shape;2503;p40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7076" y="3948683"/>
              <a:ext cx="232523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04" name="Google Shape;2504;p40"/>
            <p:cNvSpPr/>
            <p:nvPr/>
          </p:nvSpPr>
          <p:spPr>
            <a:xfrm>
              <a:off x="1479803" y="3811524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3652" y="22859"/>
                  </a:lnTo>
                  <a:lnTo>
                    <a:pt x="260604" y="16763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05" name="Google Shape;2505;p40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6859" y="3607308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06" name="Google Shape;2506;p40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431035" y="2397252"/>
              <a:ext cx="447950" cy="117805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507" name="Google Shape;2507;p40"/>
          <p:cNvSpPr/>
          <p:nvPr/>
        </p:nvSpPr>
        <p:spPr>
          <a:xfrm>
            <a:off x="2145792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3715" y="57912"/>
                </a:lnTo>
                <a:lnTo>
                  <a:pt x="7619" y="51816"/>
                </a:lnTo>
                <a:lnTo>
                  <a:pt x="1523" y="45720"/>
                </a:lnTo>
                <a:lnTo>
                  <a:pt x="0" y="38100"/>
                </a:lnTo>
                <a:lnTo>
                  <a:pt x="0" y="21336"/>
                </a:lnTo>
                <a:lnTo>
                  <a:pt x="1523" y="13716"/>
                </a:lnTo>
                <a:lnTo>
                  <a:pt x="7619" y="9144"/>
                </a:lnTo>
                <a:lnTo>
                  <a:pt x="13715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1815" y="9144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8" name="Google Shape;2508;p40"/>
          <p:cNvSpPr/>
          <p:nvPr/>
        </p:nvSpPr>
        <p:spPr>
          <a:xfrm>
            <a:off x="2084832" y="8107680"/>
            <a:ext cx="175260" cy="562610"/>
          </a:xfrm>
          <a:custGeom>
            <a:rect b="b" l="l" r="r" t="t"/>
            <a:pathLst>
              <a:path extrusionOk="0" h="562609" w="175260">
                <a:moveTo>
                  <a:pt x="172199" y="460248"/>
                </a:moveTo>
                <a:lnTo>
                  <a:pt x="169151" y="460248"/>
                </a:lnTo>
                <a:lnTo>
                  <a:pt x="169151" y="472440"/>
                </a:lnTo>
                <a:lnTo>
                  <a:pt x="166103" y="477012"/>
                </a:lnTo>
                <a:lnTo>
                  <a:pt x="163055" y="480060"/>
                </a:lnTo>
                <a:lnTo>
                  <a:pt x="160007" y="481584"/>
                </a:lnTo>
                <a:lnTo>
                  <a:pt x="153911" y="483108"/>
                </a:lnTo>
                <a:lnTo>
                  <a:pt x="18275" y="483108"/>
                </a:lnTo>
                <a:lnTo>
                  <a:pt x="18275" y="448056"/>
                </a:lnTo>
                <a:lnTo>
                  <a:pt x="21323" y="443484"/>
                </a:lnTo>
                <a:lnTo>
                  <a:pt x="22847" y="438912"/>
                </a:lnTo>
                <a:lnTo>
                  <a:pt x="25895" y="435864"/>
                </a:lnTo>
                <a:lnTo>
                  <a:pt x="30467" y="432816"/>
                </a:lnTo>
                <a:lnTo>
                  <a:pt x="33515" y="431292"/>
                </a:lnTo>
                <a:lnTo>
                  <a:pt x="39611" y="431292"/>
                </a:lnTo>
                <a:lnTo>
                  <a:pt x="45707" y="429768"/>
                </a:lnTo>
                <a:lnTo>
                  <a:pt x="45707" y="425196"/>
                </a:lnTo>
                <a:lnTo>
                  <a:pt x="7607" y="426720"/>
                </a:lnTo>
                <a:lnTo>
                  <a:pt x="7607" y="560832"/>
                </a:lnTo>
                <a:lnTo>
                  <a:pt x="45707" y="562356"/>
                </a:lnTo>
                <a:lnTo>
                  <a:pt x="45707" y="557784"/>
                </a:lnTo>
                <a:lnTo>
                  <a:pt x="38087" y="557784"/>
                </a:lnTo>
                <a:lnTo>
                  <a:pt x="31991" y="554736"/>
                </a:lnTo>
                <a:lnTo>
                  <a:pt x="18275" y="537972"/>
                </a:lnTo>
                <a:lnTo>
                  <a:pt x="18275" y="505968"/>
                </a:lnTo>
                <a:lnTo>
                  <a:pt x="152387" y="505968"/>
                </a:lnTo>
                <a:lnTo>
                  <a:pt x="158483" y="507492"/>
                </a:lnTo>
                <a:lnTo>
                  <a:pt x="161531" y="509016"/>
                </a:lnTo>
                <a:lnTo>
                  <a:pt x="166103" y="512064"/>
                </a:lnTo>
                <a:lnTo>
                  <a:pt x="169151" y="516636"/>
                </a:lnTo>
                <a:lnTo>
                  <a:pt x="169151" y="528828"/>
                </a:lnTo>
                <a:lnTo>
                  <a:pt x="172199" y="528828"/>
                </a:lnTo>
                <a:lnTo>
                  <a:pt x="172199" y="460248"/>
                </a:lnTo>
                <a:close/>
              </a:path>
              <a:path extrusionOk="0" h="562609" w="175260">
                <a:moveTo>
                  <a:pt x="172212" y="297180"/>
                </a:moveTo>
                <a:lnTo>
                  <a:pt x="169164" y="297180"/>
                </a:lnTo>
                <a:lnTo>
                  <a:pt x="169164" y="301752"/>
                </a:lnTo>
                <a:lnTo>
                  <a:pt x="167640" y="306324"/>
                </a:lnTo>
                <a:lnTo>
                  <a:pt x="166116" y="307848"/>
                </a:lnTo>
                <a:lnTo>
                  <a:pt x="166116" y="309372"/>
                </a:lnTo>
                <a:lnTo>
                  <a:pt x="164592" y="310896"/>
                </a:lnTo>
                <a:lnTo>
                  <a:pt x="161544" y="312420"/>
                </a:lnTo>
                <a:lnTo>
                  <a:pt x="160020" y="313944"/>
                </a:lnTo>
                <a:lnTo>
                  <a:pt x="97891" y="313969"/>
                </a:lnTo>
                <a:lnTo>
                  <a:pt x="59436" y="330708"/>
                </a:lnTo>
                <a:lnTo>
                  <a:pt x="57912" y="336804"/>
                </a:lnTo>
                <a:lnTo>
                  <a:pt x="57912" y="353568"/>
                </a:lnTo>
                <a:lnTo>
                  <a:pt x="80772" y="381000"/>
                </a:lnTo>
                <a:lnTo>
                  <a:pt x="0" y="381000"/>
                </a:lnTo>
                <a:lnTo>
                  <a:pt x="0" y="387096"/>
                </a:lnTo>
                <a:lnTo>
                  <a:pt x="13716" y="419100"/>
                </a:lnTo>
                <a:lnTo>
                  <a:pt x="16764" y="417576"/>
                </a:lnTo>
                <a:lnTo>
                  <a:pt x="15240" y="413004"/>
                </a:lnTo>
                <a:lnTo>
                  <a:pt x="13716" y="411480"/>
                </a:lnTo>
                <a:lnTo>
                  <a:pt x="13716" y="406908"/>
                </a:lnTo>
                <a:lnTo>
                  <a:pt x="15240" y="405384"/>
                </a:lnTo>
                <a:lnTo>
                  <a:pt x="15240" y="403860"/>
                </a:lnTo>
                <a:lnTo>
                  <a:pt x="16764" y="402336"/>
                </a:lnTo>
                <a:lnTo>
                  <a:pt x="21336" y="402336"/>
                </a:lnTo>
                <a:lnTo>
                  <a:pt x="24739" y="401459"/>
                </a:lnTo>
                <a:lnTo>
                  <a:pt x="30289" y="401002"/>
                </a:lnTo>
                <a:lnTo>
                  <a:pt x="47244" y="400812"/>
                </a:lnTo>
                <a:lnTo>
                  <a:pt x="158496" y="400812"/>
                </a:lnTo>
                <a:lnTo>
                  <a:pt x="161544" y="402336"/>
                </a:lnTo>
                <a:lnTo>
                  <a:pt x="163068" y="402336"/>
                </a:lnTo>
                <a:lnTo>
                  <a:pt x="166116" y="405384"/>
                </a:lnTo>
                <a:lnTo>
                  <a:pt x="167640" y="408432"/>
                </a:lnTo>
                <a:lnTo>
                  <a:pt x="169164" y="413004"/>
                </a:lnTo>
                <a:lnTo>
                  <a:pt x="169164" y="417576"/>
                </a:lnTo>
                <a:lnTo>
                  <a:pt x="172212" y="417576"/>
                </a:lnTo>
                <a:lnTo>
                  <a:pt x="172212" y="364236"/>
                </a:lnTo>
                <a:lnTo>
                  <a:pt x="169164" y="364236"/>
                </a:lnTo>
                <a:lnTo>
                  <a:pt x="169164" y="368808"/>
                </a:lnTo>
                <a:lnTo>
                  <a:pt x="167640" y="373380"/>
                </a:lnTo>
                <a:lnTo>
                  <a:pt x="166116" y="374904"/>
                </a:lnTo>
                <a:lnTo>
                  <a:pt x="164592" y="377952"/>
                </a:lnTo>
                <a:lnTo>
                  <a:pt x="163068" y="379476"/>
                </a:lnTo>
                <a:lnTo>
                  <a:pt x="161544" y="379476"/>
                </a:lnTo>
                <a:lnTo>
                  <a:pt x="160020" y="381000"/>
                </a:lnTo>
                <a:lnTo>
                  <a:pt x="88392" y="381000"/>
                </a:lnTo>
                <a:lnTo>
                  <a:pt x="82296" y="374904"/>
                </a:lnTo>
                <a:lnTo>
                  <a:pt x="77724" y="368808"/>
                </a:lnTo>
                <a:lnTo>
                  <a:pt x="76200" y="364236"/>
                </a:lnTo>
                <a:lnTo>
                  <a:pt x="73152" y="361188"/>
                </a:lnTo>
                <a:lnTo>
                  <a:pt x="73152" y="344424"/>
                </a:lnTo>
                <a:lnTo>
                  <a:pt x="74676" y="341376"/>
                </a:lnTo>
                <a:lnTo>
                  <a:pt x="77724" y="338328"/>
                </a:lnTo>
                <a:lnTo>
                  <a:pt x="83820" y="335280"/>
                </a:lnTo>
                <a:lnTo>
                  <a:pt x="88392" y="333756"/>
                </a:lnTo>
                <a:lnTo>
                  <a:pt x="158496" y="333756"/>
                </a:lnTo>
                <a:lnTo>
                  <a:pt x="164592" y="336804"/>
                </a:lnTo>
                <a:lnTo>
                  <a:pt x="167640" y="339852"/>
                </a:lnTo>
                <a:lnTo>
                  <a:pt x="169164" y="342900"/>
                </a:lnTo>
                <a:lnTo>
                  <a:pt x="169164" y="350520"/>
                </a:lnTo>
                <a:lnTo>
                  <a:pt x="172212" y="350520"/>
                </a:lnTo>
                <a:lnTo>
                  <a:pt x="172212" y="297180"/>
                </a:lnTo>
                <a:close/>
              </a:path>
              <a:path extrusionOk="0" h="562609" w="175260">
                <a:moveTo>
                  <a:pt x="172212" y="126492"/>
                </a:moveTo>
                <a:lnTo>
                  <a:pt x="169164" y="126492"/>
                </a:lnTo>
                <a:lnTo>
                  <a:pt x="169164" y="131064"/>
                </a:lnTo>
                <a:lnTo>
                  <a:pt x="167640" y="135636"/>
                </a:lnTo>
                <a:lnTo>
                  <a:pt x="160020" y="143256"/>
                </a:lnTo>
                <a:lnTo>
                  <a:pt x="156972" y="144780"/>
                </a:lnTo>
                <a:lnTo>
                  <a:pt x="152400" y="146304"/>
                </a:lnTo>
                <a:lnTo>
                  <a:pt x="91440" y="146304"/>
                </a:lnTo>
                <a:lnTo>
                  <a:pt x="79248" y="137160"/>
                </a:lnTo>
                <a:lnTo>
                  <a:pt x="74676" y="132588"/>
                </a:lnTo>
                <a:lnTo>
                  <a:pt x="74676" y="124968"/>
                </a:lnTo>
                <a:lnTo>
                  <a:pt x="77724" y="120396"/>
                </a:lnTo>
                <a:lnTo>
                  <a:pt x="80772" y="117348"/>
                </a:lnTo>
                <a:lnTo>
                  <a:pt x="82296" y="114300"/>
                </a:lnTo>
                <a:lnTo>
                  <a:pt x="82296" y="108204"/>
                </a:lnTo>
                <a:lnTo>
                  <a:pt x="80772" y="106680"/>
                </a:lnTo>
                <a:lnTo>
                  <a:pt x="77724" y="105156"/>
                </a:lnTo>
                <a:lnTo>
                  <a:pt x="76200" y="102108"/>
                </a:lnTo>
                <a:lnTo>
                  <a:pt x="67056" y="102108"/>
                </a:lnTo>
                <a:lnTo>
                  <a:pt x="60960" y="105156"/>
                </a:lnTo>
                <a:lnTo>
                  <a:pt x="57912" y="108204"/>
                </a:lnTo>
                <a:lnTo>
                  <a:pt x="57912" y="117348"/>
                </a:lnTo>
                <a:lnTo>
                  <a:pt x="59359" y="124231"/>
                </a:lnTo>
                <a:lnTo>
                  <a:pt x="63817" y="131254"/>
                </a:lnTo>
                <a:lnTo>
                  <a:pt x="71412" y="138569"/>
                </a:lnTo>
                <a:lnTo>
                  <a:pt x="82296" y="146304"/>
                </a:lnTo>
                <a:lnTo>
                  <a:pt x="57912" y="146304"/>
                </a:lnTo>
                <a:lnTo>
                  <a:pt x="57912" y="150876"/>
                </a:lnTo>
                <a:lnTo>
                  <a:pt x="71628" y="184404"/>
                </a:lnTo>
                <a:lnTo>
                  <a:pt x="74676" y="182880"/>
                </a:lnTo>
                <a:lnTo>
                  <a:pt x="71628" y="176784"/>
                </a:lnTo>
                <a:lnTo>
                  <a:pt x="71628" y="172212"/>
                </a:lnTo>
                <a:lnTo>
                  <a:pt x="73152" y="170688"/>
                </a:lnTo>
                <a:lnTo>
                  <a:pt x="73152" y="169164"/>
                </a:lnTo>
                <a:lnTo>
                  <a:pt x="74676" y="167640"/>
                </a:lnTo>
                <a:lnTo>
                  <a:pt x="77724" y="166116"/>
                </a:lnTo>
                <a:lnTo>
                  <a:pt x="161544" y="166116"/>
                </a:lnTo>
                <a:lnTo>
                  <a:pt x="164592" y="167640"/>
                </a:lnTo>
                <a:lnTo>
                  <a:pt x="166116" y="170688"/>
                </a:lnTo>
                <a:lnTo>
                  <a:pt x="167640" y="172212"/>
                </a:lnTo>
                <a:lnTo>
                  <a:pt x="169164" y="176784"/>
                </a:lnTo>
                <a:lnTo>
                  <a:pt x="169164" y="182880"/>
                </a:lnTo>
                <a:lnTo>
                  <a:pt x="172212" y="182880"/>
                </a:lnTo>
                <a:lnTo>
                  <a:pt x="172212" y="126492"/>
                </a:lnTo>
                <a:close/>
              </a:path>
              <a:path extrusionOk="0" h="562609" w="175260">
                <a:moveTo>
                  <a:pt x="175260" y="236220"/>
                </a:moveTo>
                <a:lnTo>
                  <a:pt x="154635" y="199720"/>
                </a:lnTo>
                <a:lnTo>
                  <a:pt x="131064" y="190500"/>
                </a:lnTo>
                <a:lnTo>
                  <a:pt x="129540" y="193548"/>
                </a:lnTo>
                <a:lnTo>
                  <a:pt x="138684" y="196596"/>
                </a:lnTo>
                <a:lnTo>
                  <a:pt x="146304" y="201168"/>
                </a:lnTo>
                <a:lnTo>
                  <a:pt x="149352" y="207264"/>
                </a:lnTo>
                <a:lnTo>
                  <a:pt x="152400" y="211836"/>
                </a:lnTo>
                <a:lnTo>
                  <a:pt x="152476" y="212013"/>
                </a:lnTo>
                <a:lnTo>
                  <a:pt x="155448" y="217932"/>
                </a:lnTo>
                <a:lnTo>
                  <a:pt x="155448" y="225552"/>
                </a:lnTo>
                <a:lnTo>
                  <a:pt x="132537" y="258749"/>
                </a:lnTo>
                <a:lnTo>
                  <a:pt x="102108" y="265176"/>
                </a:lnTo>
                <a:lnTo>
                  <a:pt x="102108" y="214884"/>
                </a:lnTo>
                <a:lnTo>
                  <a:pt x="102108" y="190500"/>
                </a:lnTo>
                <a:lnTo>
                  <a:pt x="94488" y="191160"/>
                </a:lnTo>
                <a:lnTo>
                  <a:pt x="94488" y="214884"/>
                </a:lnTo>
                <a:lnTo>
                  <a:pt x="94488" y="265176"/>
                </a:lnTo>
                <a:lnTo>
                  <a:pt x="85344" y="263652"/>
                </a:lnTo>
                <a:lnTo>
                  <a:pt x="77724" y="262128"/>
                </a:lnTo>
                <a:lnTo>
                  <a:pt x="73152" y="256032"/>
                </a:lnTo>
                <a:lnTo>
                  <a:pt x="67056" y="251460"/>
                </a:lnTo>
                <a:lnTo>
                  <a:pt x="65532" y="245325"/>
                </a:lnTo>
                <a:lnTo>
                  <a:pt x="65532" y="230124"/>
                </a:lnTo>
                <a:lnTo>
                  <a:pt x="68580" y="225552"/>
                </a:lnTo>
                <a:lnTo>
                  <a:pt x="74676" y="219456"/>
                </a:lnTo>
                <a:lnTo>
                  <a:pt x="79248" y="217932"/>
                </a:lnTo>
                <a:lnTo>
                  <a:pt x="82296" y="216408"/>
                </a:lnTo>
                <a:lnTo>
                  <a:pt x="86868" y="214884"/>
                </a:lnTo>
                <a:lnTo>
                  <a:pt x="94488" y="214884"/>
                </a:lnTo>
                <a:lnTo>
                  <a:pt x="94488" y="191160"/>
                </a:lnTo>
                <a:lnTo>
                  <a:pt x="60388" y="216217"/>
                </a:lnTo>
                <a:lnTo>
                  <a:pt x="58420" y="225552"/>
                </a:lnTo>
                <a:lnTo>
                  <a:pt x="58293" y="227393"/>
                </a:lnTo>
                <a:lnTo>
                  <a:pt x="73152" y="269748"/>
                </a:lnTo>
                <a:lnTo>
                  <a:pt x="117348" y="283464"/>
                </a:lnTo>
                <a:lnTo>
                  <a:pt x="129552" y="282613"/>
                </a:lnTo>
                <a:lnTo>
                  <a:pt x="165608" y="262369"/>
                </a:lnTo>
                <a:lnTo>
                  <a:pt x="174129" y="245325"/>
                </a:lnTo>
                <a:lnTo>
                  <a:pt x="175260" y="236220"/>
                </a:lnTo>
                <a:close/>
              </a:path>
              <a:path extrusionOk="0" h="562609" w="175260">
                <a:moveTo>
                  <a:pt x="175260" y="44196"/>
                </a:moveTo>
                <a:lnTo>
                  <a:pt x="154635" y="9220"/>
                </a:lnTo>
                <a:lnTo>
                  <a:pt x="131064" y="0"/>
                </a:lnTo>
                <a:lnTo>
                  <a:pt x="129540" y="3048"/>
                </a:lnTo>
                <a:lnTo>
                  <a:pt x="138684" y="6096"/>
                </a:lnTo>
                <a:lnTo>
                  <a:pt x="146304" y="10668"/>
                </a:lnTo>
                <a:lnTo>
                  <a:pt x="149352" y="16764"/>
                </a:lnTo>
                <a:lnTo>
                  <a:pt x="152400" y="21336"/>
                </a:lnTo>
                <a:lnTo>
                  <a:pt x="152463" y="21488"/>
                </a:lnTo>
                <a:lnTo>
                  <a:pt x="155448" y="27432"/>
                </a:lnTo>
                <a:lnTo>
                  <a:pt x="155448" y="35052"/>
                </a:lnTo>
                <a:lnTo>
                  <a:pt x="132537" y="67614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85344" y="73152"/>
                </a:lnTo>
                <a:lnTo>
                  <a:pt x="77724" y="70104"/>
                </a:lnTo>
                <a:lnTo>
                  <a:pt x="73152" y="65532"/>
                </a:lnTo>
                <a:lnTo>
                  <a:pt x="67056" y="60960"/>
                </a:lnTo>
                <a:lnTo>
                  <a:pt x="65532" y="54864"/>
                </a:lnTo>
                <a:lnTo>
                  <a:pt x="65532" y="39624"/>
                </a:lnTo>
                <a:lnTo>
                  <a:pt x="68580" y="35052"/>
                </a:lnTo>
                <a:lnTo>
                  <a:pt x="74676" y="28956"/>
                </a:lnTo>
                <a:lnTo>
                  <a:pt x="79248" y="27432"/>
                </a:lnTo>
                <a:lnTo>
                  <a:pt x="82296" y="25908"/>
                </a:lnTo>
                <a:lnTo>
                  <a:pt x="86868" y="24384"/>
                </a:lnTo>
                <a:lnTo>
                  <a:pt x="94488" y="24384"/>
                </a:lnTo>
                <a:lnTo>
                  <a:pt x="94488" y="660"/>
                </a:lnTo>
                <a:lnTo>
                  <a:pt x="60388" y="25717"/>
                </a:lnTo>
                <a:lnTo>
                  <a:pt x="58420" y="35052"/>
                </a:lnTo>
                <a:lnTo>
                  <a:pt x="58343" y="36245"/>
                </a:lnTo>
                <a:lnTo>
                  <a:pt x="73152" y="77724"/>
                </a:lnTo>
                <a:lnTo>
                  <a:pt x="117348" y="92964"/>
                </a:lnTo>
                <a:lnTo>
                  <a:pt x="129895" y="92087"/>
                </a:lnTo>
                <a:lnTo>
                  <a:pt x="129667" y="92087"/>
                </a:lnTo>
                <a:lnTo>
                  <a:pt x="140779" y="89535"/>
                </a:lnTo>
                <a:lnTo>
                  <a:pt x="170878" y="63436"/>
                </a:lnTo>
                <a:lnTo>
                  <a:pt x="174129" y="54178"/>
                </a:lnTo>
                <a:lnTo>
                  <a:pt x="175260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09" name="Google Shape;2509;p40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142744" y="7746492"/>
            <a:ext cx="117348" cy="283463"/>
          </a:xfrm>
          <a:prstGeom prst="rect">
            <a:avLst/>
          </a:prstGeom>
          <a:noFill/>
          <a:ln>
            <a:noFill/>
          </a:ln>
        </p:spPr>
      </p:pic>
      <p:sp>
        <p:nvSpPr>
          <p:cNvPr id="2510" name="Google Shape;2510;p40"/>
          <p:cNvSpPr/>
          <p:nvPr/>
        </p:nvSpPr>
        <p:spPr>
          <a:xfrm>
            <a:off x="2142744" y="7130796"/>
            <a:ext cx="167640" cy="547370"/>
          </a:xfrm>
          <a:custGeom>
            <a:rect b="b" l="l" r="r" t="t"/>
            <a:pathLst>
              <a:path extrusionOk="0" h="547370" w="167639">
                <a:moveTo>
                  <a:pt x="114300" y="361188"/>
                </a:moveTo>
                <a:lnTo>
                  <a:pt x="111252" y="361188"/>
                </a:lnTo>
                <a:lnTo>
                  <a:pt x="111252" y="365760"/>
                </a:lnTo>
                <a:lnTo>
                  <a:pt x="108204" y="371856"/>
                </a:lnTo>
                <a:lnTo>
                  <a:pt x="103632" y="376428"/>
                </a:lnTo>
                <a:lnTo>
                  <a:pt x="100584" y="376428"/>
                </a:lnTo>
                <a:lnTo>
                  <a:pt x="96012" y="377952"/>
                </a:lnTo>
                <a:lnTo>
                  <a:pt x="22860" y="377952"/>
                </a:lnTo>
                <a:lnTo>
                  <a:pt x="18288" y="379476"/>
                </a:lnTo>
                <a:lnTo>
                  <a:pt x="12192" y="382524"/>
                </a:lnTo>
                <a:lnTo>
                  <a:pt x="7620" y="385572"/>
                </a:lnTo>
                <a:lnTo>
                  <a:pt x="1524" y="394716"/>
                </a:lnTo>
                <a:lnTo>
                  <a:pt x="0" y="400812"/>
                </a:lnTo>
                <a:lnTo>
                  <a:pt x="0" y="411480"/>
                </a:lnTo>
                <a:lnTo>
                  <a:pt x="22860" y="443484"/>
                </a:lnTo>
                <a:lnTo>
                  <a:pt x="15240" y="445008"/>
                </a:lnTo>
                <a:lnTo>
                  <a:pt x="9144" y="448056"/>
                </a:lnTo>
                <a:lnTo>
                  <a:pt x="6096" y="454152"/>
                </a:lnTo>
                <a:lnTo>
                  <a:pt x="1524" y="458724"/>
                </a:lnTo>
                <a:lnTo>
                  <a:pt x="0" y="464820"/>
                </a:lnTo>
                <a:lnTo>
                  <a:pt x="0" y="478536"/>
                </a:lnTo>
                <a:lnTo>
                  <a:pt x="3048" y="487680"/>
                </a:lnTo>
                <a:lnTo>
                  <a:pt x="6096" y="490728"/>
                </a:lnTo>
                <a:lnTo>
                  <a:pt x="9144" y="495300"/>
                </a:lnTo>
                <a:lnTo>
                  <a:pt x="22860" y="509016"/>
                </a:lnTo>
                <a:lnTo>
                  <a:pt x="0" y="509016"/>
                </a:lnTo>
                <a:lnTo>
                  <a:pt x="0" y="513588"/>
                </a:lnTo>
                <a:lnTo>
                  <a:pt x="13716" y="547116"/>
                </a:lnTo>
                <a:lnTo>
                  <a:pt x="16764" y="545592"/>
                </a:lnTo>
                <a:lnTo>
                  <a:pt x="13716" y="539496"/>
                </a:lnTo>
                <a:lnTo>
                  <a:pt x="13716" y="534924"/>
                </a:lnTo>
                <a:lnTo>
                  <a:pt x="15240" y="533400"/>
                </a:lnTo>
                <a:lnTo>
                  <a:pt x="15240" y="531876"/>
                </a:lnTo>
                <a:lnTo>
                  <a:pt x="16764" y="530352"/>
                </a:lnTo>
                <a:lnTo>
                  <a:pt x="18288" y="530352"/>
                </a:lnTo>
                <a:lnTo>
                  <a:pt x="21336" y="528828"/>
                </a:lnTo>
                <a:lnTo>
                  <a:pt x="100584" y="528828"/>
                </a:lnTo>
                <a:lnTo>
                  <a:pt x="103632" y="530352"/>
                </a:lnTo>
                <a:lnTo>
                  <a:pt x="106680" y="530352"/>
                </a:lnTo>
                <a:lnTo>
                  <a:pt x="108204" y="531876"/>
                </a:lnTo>
                <a:lnTo>
                  <a:pt x="108204" y="534924"/>
                </a:lnTo>
                <a:lnTo>
                  <a:pt x="109728" y="536448"/>
                </a:lnTo>
                <a:lnTo>
                  <a:pt x="111252" y="539496"/>
                </a:lnTo>
                <a:lnTo>
                  <a:pt x="111252" y="545592"/>
                </a:lnTo>
                <a:lnTo>
                  <a:pt x="114300" y="545592"/>
                </a:lnTo>
                <a:lnTo>
                  <a:pt x="114300" y="528828"/>
                </a:lnTo>
                <a:lnTo>
                  <a:pt x="114300" y="492252"/>
                </a:lnTo>
                <a:lnTo>
                  <a:pt x="111252" y="492252"/>
                </a:lnTo>
                <a:lnTo>
                  <a:pt x="111252" y="496824"/>
                </a:lnTo>
                <a:lnTo>
                  <a:pt x="109728" y="501396"/>
                </a:lnTo>
                <a:lnTo>
                  <a:pt x="108204" y="502920"/>
                </a:lnTo>
                <a:lnTo>
                  <a:pt x="108204" y="504444"/>
                </a:lnTo>
                <a:lnTo>
                  <a:pt x="106680" y="505968"/>
                </a:lnTo>
                <a:lnTo>
                  <a:pt x="103632" y="507492"/>
                </a:lnTo>
                <a:lnTo>
                  <a:pt x="102108" y="507492"/>
                </a:lnTo>
                <a:lnTo>
                  <a:pt x="96012" y="509016"/>
                </a:lnTo>
                <a:lnTo>
                  <a:pt x="28956" y="509016"/>
                </a:lnTo>
                <a:lnTo>
                  <a:pt x="25908" y="504444"/>
                </a:lnTo>
                <a:lnTo>
                  <a:pt x="21336" y="499872"/>
                </a:lnTo>
                <a:lnTo>
                  <a:pt x="18288" y="493776"/>
                </a:lnTo>
                <a:lnTo>
                  <a:pt x="15240" y="489204"/>
                </a:lnTo>
                <a:lnTo>
                  <a:pt x="15240" y="475488"/>
                </a:lnTo>
                <a:lnTo>
                  <a:pt x="16764" y="470916"/>
                </a:lnTo>
                <a:lnTo>
                  <a:pt x="21336" y="466344"/>
                </a:lnTo>
                <a:lnTo>
                  <a:pt x="25908" y="464820"/>
                </a:lnTo>
                <a:lnTo>
                  <a:pt x="32004" y="463296"/>
                </a:lnTo>
                <a:lnTo>
                  <a:pt x="102108" y="463296"/>
                </a:lnTo>
                <a:lnTo>
                  <a:pt x="105156" y="464820"/>
                </a:lnTo>
                <a:lnTo>
                  <a:pt x="109728" y="469392"/>
                </a:lnTo>
                <a:lnTo>
                  <a:pt x="111252" y="473964"/>
                </a:lnTo>
                <a:lnTo>
                  <a:pt x="111252" y="480060"/>
                </a:lnTo>
                <a:lnTo>
                  <a:pt x="114300" y="480060"/>
                </a:lnTo>
                <a:lnTo>
                  <a:pt x="114300" y="463296"/>
                </a:lnTo>
                <a:lnTo>
                  <a:pt x="114300" y="443484"/>
                </a:lnTo>
                <a:lnTo>
                  <a:pt x="114300" y="426720"/>
                </a:lnTo>
                <a:lnTo>
                  <a:pt x="111252" y="426720"/>
                </a:lnTo>
                <a:lnTo>
                  <a:pt x="111252" y="431292"/>
                </a:lnTo>
                <a:lnTo>
                  <a:pt x="109728" y="435864"/>
                </a:lnTo>
                <a:lnTo>
                  <a:pt x="103632" y="441960"/>
                </a:lnTo>
                <a:lnTo>
                  <a:pt x="102108" y="441960"/>
                </a:lnTo>
                <a:lnTo>
                  <a:pt x="97536" y="443484"/>
                </a:lnTo>
                <a:lnTo>
                  <a:pt x="28956" y="443484"/>
                </a:lnTo>
                <a:lnTo>
                  <a:pt x="19812" y="431292"/>
                </a:lnTo>
                <a:lnTo>
                  <a:pt x="18288" y="428244"/>
                </a:lnTo>
                <a:lnTo>
                  <a:pt x="15240" y="423672"/>
                </a:lnTo>
                <a:lnTo>
                  <a:pt x="15240" y="408432"/>
                </a:lnTo>
                <a:lnTo>
                  <a:pt x="16764" y="403860"/>
                </a:lnTo>
                <a:lnTo>
                  <a:pt x="22860" y="400812"/>
                </a:lnTo>
                <a:lnTo>
                  <a:pt x="25908" y="397764"/>
                </a:lnTo>
                <a:lnTo>
                  <a:pt x="100584" y="397764"/>
                </a:lnTo>
                <a:lnTo>
                  <a:pt x="103632" y="399288"/>
                </a:lnTo>
                <a:lnTo>
                  <a:pt x="106680" y="399288"/>
                </a:lnTo>
                <a:lnTo>
                  <a:pt x="108204" y="400812"/>
                </a:lnTo>
                <a:lnTo>
                  <a:pt x="111252" y="406908"/>
                </a:lnTo>
                <a:lnTo>
                  <a:pt x="111252" y="414528"/>
                </a:lnTo>
                <a:lnTo>
                  <a:pt x="114300" y="414528"/>
                </a:lnTo>
                <a:lnTo>
                  <a:pt x="114300" y="397764"/>
                </a:lnTo>
                <a:lnTo>
                  <a:pt x="114300" y="361188"/>
                </a:lnTo>
                <a:close/>
              </a:path>
              <a:path extrusionOk="0" h="547370" w="167639">
                <a:moveTo>
                  <a:pt x="114300" y="124968"/>
                </a:moveTo>
                <a:lnTo>
                  <a:pt x="111252" y="124968"/>
                </a:lnTo>
                <a:lnTo>
                  <a:pt x="111252" y="131064"/>
                </a:lnTo>
                <a:lnTo>
                  <a:pt x="109728" y="134112"/>
                </a:lnTo>
                <a:lnTo>
                  <a:pt x="108204" y="135636"/>
                </a:lnTo>
                <a:lnTo>
                  <a:pt x="108204" y="138684"/>
                </a:lnTo>
                <a:lnTo>
                  <a:pt x="106680" y="138684"/>
                </a:lnTo>
                <a:lnTo>
                  <a:pt x="100584" y="141732"/>
                </a:lnTo>
                <a:lnTo>
                  <a:pt x="32004" y="141732"/>
                </a:lnTo>
                <a:lnTo>
                  <a:pt x="24384" y="143256"/>
                </a:lnTo>
                <a:lnTo>
                  <a:pt x="0" y="164592"/>
                </a:lnTo>
                <a:lnTo>
                  <a:pt x="0" y="170688"/>
                </a:lnTo>
                <a:lnTo>
                  <a:pt x="1422" y="179832"/>
                </a:lnTo>
                <a:lnTo>
                  <a:pt x="5715" y="189166"/>
                </a:lnTo>
                <a:lnTo>
                  <a:pt x="12852" y="198767"/>
                </a:lnTo>
                <a:lnTo>
                  <a:pt x="22860" y="208788"/>
                </a:lnTo>
                <a:lnTo>
                  <a:pt x="0" y="208788"/>
                </a:lnTo>
                <a:lnTo>
                  <a:pt x="0" y="214884"/>
                </a:lnTo>
                <a:lnTo>
                  <a:pt x="13716" y="246888"/>
                </a:lnTo>
                <a:lnTo>
                  <a:pt x="16764" y="245364"/>
                </a:lnTo>
                <a:lnTo>
                  <a:pt x="13716" y="239268"/>
                </a:lnTo>
                <a:lnTo>
                  <a:pt x="13716" y="234696"/>
                </a:lnTo>
                <a:lnTo>
                  <a:pt x="18288" y="230124"/>
                </a:lnTo>
                <a:lnTo>
                  <a:pt x="21336" y="230124"/>
                </a:lnTo>
                <a:lnTo>
                  <a:pt x="24739" y="229247"/>
                </a:lnTo>
                <a:lnTo>
                  <a:pt x="30289" y="228790"/>
                </a:lnTo>
                <a:lnTo>
                  <a:pt x="38912" y="228600"/>
                </a:lnTo>
                <a:lnTo>
                  <a:pt x="97536" y="228600"/>
                </a:lnTo>
                <a:lnTo>
                  <a:pt x="103632" y="230124"/>
                </a:lnTo>
                <a:lnTo>
                  <a:pt x="109728" y="233172"/>
                </a:lnTo>
                <a:lnTo>
                  <a:pt x="111252" y="237744"/>
                </a:lnTo>
                <a:lnTo>
                  <a:pt x="111252" y="245364"/>
                </a:lnTo>
                <a:lnTo>
                  <a:pt x="114300" y="245364"/>
                </a:lnTo>
                <a:lnTo>
                  <a:pt x="114300" y="228600"/>
                </a:lnTo>
                <a:lnTo>
                  <a:pt x="114300" y="192024"/>
                </a:lnTo>
                <a:lnTo>
                  <a:pt x="111252" y="192024"/>
                </a:lnTo>
                <a:lnTo>
                  <a:pt x="111252" y="198120"/>
                </a:lnTo>
                <a:lnTo>
                  <a:pt x="108204" y="204216"/>
                </a:lnTo>
                <a:lnTo>
                  <a:pt x="108204" y="205740"/>
                </a:lnTo>
                <a:lnTo>
                  <a:pt x="106680" y="207264"/>
                </a:lnTo>
                <a:lnTo>
                  <a:pt x="103632" y="207264"/>
                </a:lnTo>
                <a:lnTo>
                  <a:pt x="102108" y="208788"/>
                </a:lnTo>
                <a:lnTo>
                  <a:pt x="30480" y="208788"/>
                </a:lnTo>
                <a:lnTo>
                  <a:pt x="23596" y="201701"/>
                </a:lnTo>
                <a:lnTo>
                  <a:pt x="18859" y="194310"/>
                </a:lnTo>
                <a:lnTo>
                  <a:pt x="16116" y="186931"/>
                </a:lnTo>
                <a:lnTo>
                  <a:pt x="15240" y="179832"/>
                </a:lnTo>
                <a:lnTo>
                  <a:pt x="15240" y="173736"/>
                </a:lnTo>
                <a:lnTo>
                  <a:pt x="16764" y="169164"/>
                </a:lnTo>
                <a:lnTo>
                  <a:pt x="25908" y="163068"/>
                </a:lnTo>
                <a:lnTo>
                  <a:pt x="33528" y="161544"/>
                </a:lnTo>
                <a:lnTo>
                  <a:pt x="100584" y="161544"/>
                </a:lnTo>
                <a:lnTo>
                  <a:pt x="106680" y="164592"/>
                </a:lnTo>
                <a:lnTo>
                  <a:pt x="109728" y="167640"/>
                </a:lnTo>
                <a:lnTo>
                  <a:pt x="111252" y="172212"/>
                </a:lnTo>
                <a:lnTo>
                  <a:pt x="111252" y="178308"/>
                </a:lnTo>
                <a:lnTo>
                  <a:pt x="114300" y="178308"/>
                </a:lnTo>
                <a:lnTo>
                  <a:pt x="114300" y="161544"/>
                </a:lnTo>
                <a:lnTo>
                  <a:pt x="114300" y="124968"/>
                </a:lnTo>
                <a:close/>
              </a:path>
              <a:path extrusionOk="0" h="547370" w="167639">
                <a:moveTo>
                  <a:pt x="117348" y="269748"/>
                </a:moveTo>
                <a:lnTo>
                  <a:pt x="116205" y="263804"/>
                </a:lnTo>
                <a:lnTo>
                  <a:pt x="116116" y="263652"/>
                </a:lnTo>
                <a:lnTo>
                  <a:pt x="112776" y="257556"/>
                </a:lnTo>
                <a:lnTo>
                  <a:pt x="107061" y="251320"/>
                </a:lnTo>
                <a:lnTo>
                  <a:pt x="99060" y="245364"/>
                </a:lnTo>
                <a:lnTo>
                  <a:pt x="92964" y="245364"/>
                </a:lnTo>
                <a:lnTo>
                  <a:pt x="97536" y="249936"/>
                </a:lnTo>
                <a:lnTo>
                  <a:pt x="99060" y="252984"/>
                </a:lnTo>
                <a:lnTo>
                  <a:pt x="102108" y="256032"/>
                </a:lnTo>
                <a:lnTo>
                  <a:pt x="102108" y="259080"/>
                </a:lnTo>
                <a:lnTo>
                  <a:pt x="100584" y="259080"/>
                </a:lnTo>
                <a:lnTo>
                  <a:pt x="100584" y="260604"/>
                </a:lnTo>
                <a:lnTo>
                  <a:pt x="99060" y="262128"/>
                </a:lnTo>
                <a:lnTo>
                  <a:pt x="96012" y="262128"/>
                </a:lnTo>
                <a:lnTo>
                  <a:pt x="92964" y="263652"/>
                </a:lnTo>
                <a:lnTo>
                  <a:pt x="19812" y="263652"/>
                </a:lnTo>
                <a:lnTo>
                  <a:pt x="10668" y="268224"/>
                </a:lnTo>
                <a:lnTo>
                  <a:pt x="6096" y="271272"/>
                </a:lnTo>
                <a:lnTo>
                  <a:pt x="4572" y="275844"/>
                </a:lnTo>
                <a:lnTo>
                  <a:pt x="1524" y="281940"/>
                </a:lnTo>
                <a:lnTo>
                  <a:pt x="25" y="290880"/>
                </a:lnTo>
                <a:lnTo>
                  <a:pt x="152" y="304800"/>
                </a:lnTo>
                <a:lnTo>
                  <a:pt x="254" y="307848"/>
                </a:lnTo>
                <a:lnTo>
                  <a:pt x="330" y="309930"/>
                </a:lnTo>
                <a:lnTo>
                  <a:pt x="1524" y="318325"/>
                </a:lnTo>
                <a:lnTo>
                  <a:pt x="1587" y="318516"/>
                </a:lnTo>
                <a:lnTo>
                  <a:pt x="3848" y="325310"/>
                </a:lnTo>
                <a:lnTo>
                  <a:pt x="7620" y="330708"/>
                </a:lnTo>
                <a:lnTo>
                  <a:pt x="13716" y="338328"/>
                </a:lnTo>
                <a:lnTo>
                  <a:pt x="19812" y="342900"/>
                </a:lnTo>
                <a:lnTo>
                  <a:pt x="30480" y="342900"/>
                </a:lnTo>
                <a:lnTo>
                  <a:pt x="33528" y="341376"/>
                </a:lnTo>
                <a:lnTo>
                  <a:pt x="35052" y="339852"/>
                </a:lnTo>
                <a:lnTo>
                  <a:pt x="38100" y="338328"/>
                </a:lnTo>
                <a:lnTo>
                  <a:pt x="39624" y="335280"/>
                </a:lnTo>
                <a:lnTo>
                  <a:pt x="39624" y="329184"/>
                </a:lnTo>
                <a:lnTo>
                  <a:pt x="38100" y="327660"/>
                </a:lnTo>
                <a:lnTo>
                  <a:pt x="36576" y="324612"/>
                </a:lnTo>
                <a:lnTo>
                  <a:pt x="33528" y="323088"/>
                </a:lnTo>
                <a:lnTo>
                  <a:pt x="16764" y="323088"/>
                </a:lnTo>
                <a:lnTo>
                  <a:pt x="13716" y="321564"/>
                </a:lnTo>
                <a:lnTo>
                  <a:pt x="10668" y="318516"/>
                </a:lnTo>
                <a:lnTo>
                  <a:pt x="10541" y="318325"/>
                </a:lnTo>
                <a:lnTo>
                  <a:pt x="7620" y="313944"/>
                </a:lnTo>
                <a:lnTo>
                  <a:pt x="7683" y="296989"/>
                </a:lnTo>
                <a:lnTo>
                  <a:pt x="9144" y="292608"/>
                </a:lnTo>
                <a:lnTo>
                  <a:pt x="16764" y="284988"/>
                </a:lnTo>
                <a:lnTo>
                  <a:pt x="24384" y="283464"/>
                </a:lnTo>
                <a:lnTo>
                  <a:pt x="41148" y="283464"/>
                </a:lnTo>
                <a:lnTo>
                  <a:pt x="45694" y="297180"/>
                </a:lnTo>
                <a:lnTo>
                  <a:pt x="50101" y="308610"/>
                </a:lnTo>
                <a:lnTo>
                  <a:pt x="54216" y="317754"/>
                </a:lnTo>
                <a:lnTo>
                  <a:pt x="57912" y="324612"/>
                </a:lnTo>
                <a:lnTo>
                  <a:pt x="62484" y="333756"/>
                </a:lnTo>
                <a:lnTo>
                  <a:pt x="68580" y="339852"/>
                </a:lnTo>
                <a:lnTo>
                  <a:pt x="77724" y="345948"/>
                </a:lnTo>
                <a:lnTo>
                  <a:pt x="82296" y="347472"/>
                </a:lnTo>
                <a:lnTo>
                  <a:pt x="96012" y="347472"/>
                </a:lnTo>
                <a:lnTo>
                  <a:pt x="103632" y="344424"/>
                </a:lnTo>
                <a:lnTo>
                  <a:pt x="114300" y="333756"/>
                </a:lnTo>
                <a:lnTo>
                  <a:pt x="117348" y="327660"/>
                </a:lnTo>
                <a:lnTo>
                  <a:pt x="117348" y="313944"/>
                </a:lnTo>
                <a:lnTo>
                  <a:pt x="115824" y="309372"/>
                </a:lnTo>
                <a:lnTo>
                  <a:pt x="112776" y="304800"/>
                </a:lnTo>
                <a:lnTo>
                  <a:pt x="111036" y="301688"/>
                </a:lnTo>
                <a:lnTo>
                  <a:pt x="108013" y="296989"/>
                </a:lnTo>
                <a:lnTo>
                  <a:pt x="103555" y="290880"/>
                </a:lnTo>
                <a:lnTo>
                  <a:pt x="102108" y="289102"/>
                </a:lnTo>
                <a:lnTo>
                  <a:pt x="102108" y="313944"/>
                </a:lnTo>
                <a:lnTo>
                  <a:pt x="99060" y="318516"/>
                </a:lnTo>
                <a:lnTo>
                  <a:pt x="96012" y="321564"/>
                </a:lnTo>
                <a:lnTo>
                  <a:pt x="86868" y="327660"/>
                </a:lnTo>
                <a:lnTo>
                  <a:pt x="77724" y="327660"/>
                </a:lnTo>
                <a:lnTo>
                  <a:pt x="73152" y="326136"/>
                </a:lnTo>
                <a:lnTo>
                  <a:pt x="68580" y="323088"/>
                </a:lnTo>
                <a:lnTo>
                  <a:pt x="60960" y="315468"/>
                </a:lnTo>
                <a:lnTo>
                  <a:pt x="57912" y="307848"/>
                </a:lnTo>
                <a:lnTo>
                  <a:pt x="56476" y="304469"/>
                </a:lnTo>
                <a:lnTo>
                  <a:pt x="54483" y="299085"/>
                </a:lnTo>
                <a:lnTo>
                  <a:pt x="51904" y="291998"/>
                </a:lnTo>
                <a:lnTo>
                  <a:pt x="48768" y="283464"/>
                </a:lnTo>
                <a:lnTo>
                  <a:pt x="89916" y="283464"/>
                </a:lnTo>
                <a:lnTo>
                  <a:pt x="94983" y="290880"/>
                </a:lnTo>
                <a:lnTo>
                  <a:pt x="98869" y="297561"/>
                </a:lnTo>
                <a:lnTo>
                  <a:pt x="101269" y="303618"/>
                </a:lnTo>
                <a:lnTo>
                  <a:pt x="101396" y="304469"/>
                </a:lnTo>
                <a:lnTo>
                  <a:pt x="101434" y="304800"/>
                </a:lnTo>
                <a:lnTo>
                  <a:pt x="101993" y="308610"/>
                </a:lnTo>
                <a:lnTo>
                  <a:pt x="102108" y="313944"/>
                </a:lnTo>
                <a:lnTo>
                  <a:pt x="102108" y="289102"/>
                </a:lnTo>
                <a:lnTo>
                  <a:pt x="97536" y="283464"/>
                </a:lnTo>
                <a:lnTo>
                  <a:pt x="103632" y="283464"/>
                </a:lnTo>
                <a:lnTo>
                  <a:pt x="109728" y="281940"/>
                </a:lnTo>
                <a:lnTo>
                  <a:pt x="112776" y="278892"/>
                </a:lnTo>
                <a:lnTo>
                  <a:pt x="115824" y="277368"/>
                </a:lnTo>
                <a:lnTo>
                  <a:pt x="117348" y="274320"/>
                </a:lnTo>
                <a:lnTo>
                  <a:pt x="117348" y="269748"/>
                </a:lnTo>
                <a:close/>
              </a:path>
              <a:path extrusionOk="0" h="547370" w="167639">
                <a:moveTo>
                  <a:pt x="167640" y="91440"/>
                </a:moveTo>
                <a:lnTo>
                  <a:pt x="134112" y="60960"/>
                </a:lnTo>
                <a:lnTo>
                  <a:pt x="130263" y="59436"/>
                </a:lnTo>
                <a:lnTo>
                  <a:pt x="38201" y="22860"/>
                </a:lnTo>
                <a:lnTo>
                  <a:pt x="22860" y="16764"/>
                </a:lnTo>
                <a:lnTo>
                  <a:pt x="16764" y="15240"/>
                </a:lnTo>
                <a:lnTo>
                  <a:pt x="13716" y="13716"/>
                </a:lnTo>
                <a:lnTo>
                  <a:pt x="13716" y="12192"/>
                </a:lnTo>
                <a:lnTo>
                  <a:pt x="7620" y="9144"/>
                </a:lnTo>
                <a:lnTo>
                  <a:pt x="7620" y="7620"/>
                </a:lnTo>
                <a:lnTo>
                  <a:pt x="6096" y="6096"/>
                </a:lnTo>
                <a:lnTo>
                  <a:pt x="6096" y="0"/>
                </a:lnTo>
                <a:lnTo>
                  <a:pt x="3048" y="0"/>
                </a:lnTo>
                <a:lnTo>
                  <a:pt x="3048" y="33528"/>
                </a:lnTo>
                <a:lnTo>
                  <a:pt x="6096" y="33528"/>
                </a:lnTo>
                <a:lnTo>
                  <a:pt x="6096" y="25908"/>
                </a:lnTo>
                <a:lnTo>
                  <a:pt x="7620" y="24384"/>
                </a:lnTo>
                <a:lnTo>
                  <a:pt x="9144" y="24384"/>
                </a:lnTo>
                <a:lnTo>
                  <a:pt x="9144" y="22860"/>
                </a:lnTo>
                <a:lnTo>
                  <a:pt x="19812" y="22860"/>
                </a:lnTo>
                <a:lnTo>
                  <a:pt x="22860" y="24384"/>
                </a:lnTo>
                <a:lnTo>
                  <a:pt x="85344" y="50292"/>
                </a:lnTo>
                <a:lnTo>
                  <a:pt x="28956" y="76200"/>
                </a:lnTo>
                <a:lnTo>
                  <a:pt x="22860" y="79248"/>
                </a:lnTo>
                <a:lnTo>
                  <a:pt x="18288" y="80772"/>
                </a:lnTo>
                <a:lnTo>
                  <a:pt x="12192" y="80772"/>
                </a:lnTo>
                <a:lnTo>
                  <a:pt x="9144" y="79248"/>
                </a:lnTo>
                <a:lnTo>
                  <a:pt x="6096" y="76200"/>
                </a:lnTo>
                <a:lnTo>
                  <a:pt x="6096" y="67056"/>
                </a:lnTo>
                <a:lnTo>
                  <a:pt x="3048" y="67056"/>
                </a:lnTo>
                <a:lnTo>
                  <a:pt x="3048" y="118872"/>
                </a:lnTo>
                <a:lnTo>
                  <a:pt x="6096" y="118872"/>
                </a:lnTo>
                <a:lnTo>
                  <a:pt x="6096" y="115824"/>
                </a:lnTo>
                <a:lnTo>
                  <a:pt x="7620" y="112776"/>
                </a:lnTo>
                <a:lnTo>
                  <a:pt x="15240" y="105156"/>
                </a:lnTo>
                <a:lnTo>
                  <a:pt x="19812" y="103632"/>
                </a:lnTo>
                <a:lnTo>
                  <a:pt x="22860" y="100584"/>
                </a:lnTo>
                <a:lnTo>
                  <a:pt x="25908" y="99060"/>
                </a:lnTo>
                <a:lnTo>
                  <a:pt x="64592" y="80772"/>
                </a:lnTo>
                <a:lnTo>
                  <a:pt x="109728" y="59436"/>
                </a:lnTo>
                <a:lnTo>
                  <a:pt x="128016" y="67056"/>
                </a:lnTo>
                <a:lnTo>
                  <a:pt x="135636" y="70104"/>
                </a:lnTo>
                <a:lnTo>
                  <a:pt x="140208" y="73152"/>
                </a:lnTo>
                <a:lnTo>
                  <a:pt x="146304" y="79248"/>
                </a:lnTo>
                <a:lnTo>
                  <a:pt x="147828" y="82296"/>
                </a:lnTo>
                <a:lnTo>
                  <a:pt x="147828" y="85344"/>
                </a:lnTo>
                <a:lnTo>
                  <a:pt x="146304" y="86868"/>
                </a:lnTo>
                <a:lnTo>
                  <a:pt x="144780" y="89916"/>
                </a:lnTo>
                <a:lnTo>
                  <a:pt x="143256" y="94488"/>
                </a:lnTo>
                <a:lnTo>
                  <a:pt x="143256" y="109728"/>
                </a:lnTo>
                <a:lnTo>
                  <a:pt x="146304" y="111252"/>
                </a:lnTo>
                <a:lnTo>
                  <a:pt x="147828" y="114300"/>
                </a:lnTo>
                <a:lnTo>
                  <a:pt x="156972" y="114300"/>
                </a:lnTo>
                <a:lnTo>
                  <a:pt x="160020" y="112776"/>
                </a:lnTo>
                <a:lnTo>
                  <a:pt x="166116" y="106680"/>
                </a:lnTo>
                <a:lnTo>
                  <a:pt x="167640" y="103632"/>
                </a:lnTo>
                <a:lnTo>
                  <a:pt x="167640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11" name="Google Shape;2511;p40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084832" y="5644895"/>
            <a:ext cx="225552" cy="14142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12" name="Google Shape;2512;p40"/>
          <p:cNvGrpSpPr/>
          <p:nvPr/>
        </p:nvGrpSpPr>
        <p:grpSpPr>
          <a:xfrm>
            <a:off x="2084832" y="4974336"/>
            <a:ext cx="175260" cy="592835"/>
            <a:chOff x="2084832" y="4974336"/>
            <a:chExt cx="175260" cy="592835"/>
          </a:xfrm>
        </p:grpSpPr>
        <p:pic>
          <p:nvPicPr>
            <p:cNvPr id="2513" name="Google Shape;2513;p40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142744" y="5460491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14" name="Google Shape;2514;p40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084832" y="5343144"/>
              <a:ext cx="172212" cy="975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15" name="Google Shape;2515;p40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089404" y="5068824"/>
              <a:ext cx="170688" cy="2331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16" name="Google Shape;2516;p40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142744" y="4974336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517" name="Google Shape;2517;p40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142744" y="4706111"/>
            <a:ext cx="117348" cy="187452"/>
          </a:xfrm>
          <a:prstGeom prst="rect">
            <a:avLst/>
          </a:prstGeom>
          <a:noFill/>
          <a:ln>
            <a:noFill/>
          </a:ln>
        </p:spPr>
      </p:pic>
      <p:sp>
        <p:nvSpPr>
          <p:cNvPr id="2518" name="Google Shape;2518;p40"/>
          <p:cNvSpPr/>
          <p:nvPr/>
        </p:nvSpPr>
        <p:spPr>
          <a:xfrm>
            <a:off x="2084819" y="4104132"/>
            <a:ext cx="175895" cy="521334"/>
          </a:xfrm>
          <a:custGeom>
            <a:rect b="b" l="l" r="r" t="t"/>
            <a:pathLst>
              <a:path extrusionOk="0" h="521335" w="175894">
                <a:moveTo>
                  <a:pt x="24384" y="425196"/>
                </a:moveTo>
                <a:lnTo>
                  <a:pt x="22860" y="422148"/>
                </a:lnTo>
                <a:lnTo>
                  <a:pt x="19812" y="420624"/>
                </a:lnTo>
                <a:lnTo>
                  <a:pt x="18288" y="417576"/>
                </a:lnTo>
                <a:lnTo>
                  <a:pt x="15240" y="416052"/>
                </a:lnTo>
                <a:lnTo>
                  <a:pt x="7620" y="416052"/>
                </a:lnTo>
                <a:lnTo>
                  <a:pt x="4572" y="417576"/>
                </a:lnTo>
                <a:lnTo>
                  <a:pt x="3048" y="420624"/>
                </a:lnTo>
                <a:lnTo>
                  <a:pt x="0" y="422148"/>
                </a:lnTo>
                <a:lnTo>
                  <a:pt x="0" y="435864"/>
                </a:lnTo>
                <a:lnTo>
                  <a:pt x="3048" y="437388"/>
                </a:lnTo>
                <a:lnTo>
                  <a:pt x="4572" y="440436"/>
                </a:lnTo>
                <a:lnTo>
                  <a:pt x="18288" y="440436"/>
                </a:lnTo>
                <a:lnTo>
                  <a:pt x="19812" y="437388"/>
                </a:lnTo>
                <a:lnTo>
                  <a:pt x="24384" y="432816"/>
                </a:lnTo>
                <a:lnTo>
                  <a:pt x="24384" y="425196"/>
                </a:lnTo>
                <a:close/>
              </a:path>
              <a:path extrusionOk="0" h="521335" w="175894">
                <a:moveTo>
                  <a:pt x="172212" y="400812"/>
                </a:moveTo>
                <a:lnTo>
                  <a:pt x="169164" y="400812"/>
                </a:lnTo>
                <a:lnTo>
                  <a:pt x="169164" y="406908"/>
                </a:lnTo>
                <a:lnTo>
                  <a:pt x="167640" y="409956"/>
                </a:lnTo>
                <a:lnTo>
                  <a:pt x="166116" y="411480"/>
                </a:lnTo>
                <a:lnTo>
                  <a:pt x="166116" y="414528"/>
                </a:lnTo>
                <a:lnTo>
                  <a:pt x="163068" y="416052"/>
                </a:lnTo>
                <a:lnTo>
                  <a:pt x="161544" y="416052"/>
                </a:lnTo>
                <a:lnTo>
                  <a:pt x="158496" y="417576"/>
                </a:lnTo>
                <a:lnTo>
                  <a:pt x="57912" y="417576"/>
                </a:lnTo>
                <a:lnTo>
                  <a:pt x="57912" y="423672"/>
                </a:lnTo>
                <a:lnTo>
                  <a:pt x="71628" y="455676"/>
                </a:lnTo>
                <a:lnTo>
                  <a:pt x="74676" y="454152"/>
                </a:lnTo>
                <a:lnTo>
                  <a:pt x="71628" y="448056"/>
                </a:lnTo>
                <a:lnTo>
                  <a:pt x="71628" y="445008"/>
                </a:lnTo>
                <a:lnTo>
                  <a:pt x="73152" y="443484"/>
                </a:lnTo>
                <a:lnTo>
                  <a:pt x="73152" y="441960"/>
                </a:lnTo>
                <a:lnTo>
                  <a:pt x="76200" y="438912"/>
                </a:lnTo>
                <a:lnTo>
                  <a:pt x="79248" y="438912"/>
                </a:lnTo>
                <a:lnTo>
                  <a:pt x="83299" y="438683"/>
                </a:lnTo>
                <a:lnTo>
                  <a:pt x="88773" y="438150"/>
                </a:lnTo>
                <a:lnTo>
                  <a:pt x="95973" y="437629"/>
                </a:lnTo>
                <a:lnTo>
                  <a:pt x="105156" y="437388"/>
                </a:lnTo>
                <a:lnTo>
                  <a:pt x="153924" y="437388"/>
                </a:lnTo>
                <a:lnTo>
                  <a:pt x="158496" y="438912"/>
                </a:lnTo>
                <a:lnTo>
                  <a:pt x="161544" y="438912"/>
                </a:lnTo>
                <a:lnTo>
                  <a:pt x="164592" y="440436"/>
                </a:lnTo>
                <a:lnTo>
                  <a:pt x="166116" y="441960"/>
                </a:lnTo>
                <a:lnTo>
                  <a:pt x="166116" y="443484"/>
                </a:lnTo>
                <a:lnTo>
                  <a:pt x="169164" y="449580"/>
                </a:lnTo>
                <a:lnTo>
                  <a:pt x="169164" y="454152"/>
                </a:lnTo>
                <a:lnTo>
                  <a:pt x="172212" y="454152"/>
                </a:lnTo>
                <a:lnTo>
                  <a:pt x="172212" y="437388"/>
                </a:lnTo>
                <a:lnTo>
                  <a:pt x="172212" y="400812"/>
                </a:lnTo>
                <a:close/>
              </a:path>
              <a:path extrusionOk="0" h="521335" w="175894">
                <a:moveTo>
                  <a:pt x="172224" y="467868"/>
                </a:moveTo>
                <a:lnTo>
                  <a:pt x="169176" y="467868"/>
                </a:lnTo>
                <a:lnTo>
                  <a:pt x="169176" y="473964"/>
                </a:lnTo>
                <a:lnTo>
                  <a:pt x="167652" y="477012"/>
                </a:lnTo>
                <a:lnTo>
                  <a:pt x="166128" y="478536"/>
                </a:lnTo>
                <a:lnTo>
                  <a:pt x="166128" y="481584"/>
                </a:lnTo>
                <a:lnTo>
                  <a:pt x="163080" y="483108"/>
                </a:lnTo>
                <a:lnTo>
                  <a:pt x="161556" y="483108"/>
                </a:lnTo>
                <a:lnTo>
                  <a:pt x="158508" y="484632"/>
                </a:lnTo>
                <a:lnTo>
                  <a:pt x="12" y="484632"/>
                </a:lnTo>
                <a:lnTo>
                  <a:pt x="12" y="490728"/>
                </a:lnTo>
                <a:lnTo>
                  <a:pt x="13728" y="521208"/>
                </a:lnTo>
                <a:lnTo>
                  <a:pt x="16776" y="519684"/>
                </a:lnTo>
                <a:lnTo>
                  <a:pt x="13728" y="513588"/>
                </a:lnTo>
                <a:lnTo>
                  <a:pt x="13728" y="510540"/>
                </a:lnTo>
                <a:lnTo>
                  <a:pt x="15252" y="509016"/>
                </a:lnTo>
                <a:lnTo>
                  <a:pt x="15252" y="507492"/>
                </a:lnTo>
                <a:lnTo>
                  <a:pt x="16776" y="507492"/>
                </a:lnTo>
                <a:lnTo>
                  <a:pt x="18300" y="505968"/>
                </a:lnTo>
                <a:lnTo>
                  <a:pt x="21348" y="505968"/>
                </a:lnTo>
                <a:lnTo>
                  <a:pt x="24752" y="505091"/>
                </a:lnTo>
                <a:lnTo>
                  <a:pt x="30302" y="504634"/>
                </a:lnTo>
                <a:lnTo>
                  <a:pt x="47256" y="504444"/>
                </a:lnTo>
                <a:lnTo>
                  <a:pt x="153936" y="504444"/>
                </a:lnTo>
                <a:lnTo>
                  <a:pt x="158508" y="505968"/>
                </a:lnTo>
                <a:lnTo>
                  <a:pt x="161556" y="505968"/>
                </a:lnTo>
                <a:lnTo>
                  <a:pt x="164604" y="507492"/>
                </a:lnTo>
                <a:lnTo>
                  <a:pt x="166128" y="509016"/>
                </a:lnTo>
                <a:lnTo>
                  <a:pt x="166128" y="510540"/>
                </a:lnTo>
                <a:lnTo>
                  <a:pt x="167652" y="512064"/>
                </a:lnTo>
                <a:lnTo>
                  <a:pt x="169176" y="516636"/>
                </a:lnTo>
                <a:lnTo>
                  <a:pt x="169176" y="521208"/>
                </a:lnTo>
                <a:lnTo>
                  <a:pt x="172224" y="521208"/>
                </a:lnTo>
                <a:lnTo>
                  <a:pt x="172224" y="467868"/>
                </a:lnTo>
                <a:close/>
              </a:path>
              <a:path extrusionOk="0" h="521335" w="175894">
                <a:moveTo>
                  <a:pt x="175260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58496" y="4572"/>
                </a:lnTo>
                <a:lnTo>
                  <a:pt x="160020" y="7620"/>
                </a:lnTo>
                <a:lnTo>
                  <a:pt x="160020" y="12192"/>
                </a:lnTo>
                <a:lnTo>
                  <a:pt x="156972" y="15240"/>
                </a:lnTo>
                <a:lnTo>
                  <a:pt x="155448" y="15240"/>
                </a:lnTo>
                <a:lnTo>
                  <a:pt x="152400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3716" y="47244"/>
                </a:lnTo>
                <a:lnTo>
                  <a:pt x="13716" y="42672"/>
                </a:lnTo>
                <a:lnTo>
                  <a:pt x="15240" y="41148"/>
                </a:lnTo>
                <a:lnTo>
                  <a:pt x="15240" y="39624"/>
                </a:lnTo>
                <a:lnTo>
                  <a:pt x="16764" y="39624"/>
                </a:lnTo>
                <a:lnTo>
                  <a:pt x="18288" y="38100"/>
                </a:lnTo>
                <a:lnTo>
                  <a:pt x="21336" y="38100"/>
                </a:lnTo>
                <a:lnTo>
                  <a:pt x="24752" y="37223"/>
                </a:lnTo>
                <a:lnTo>
                  <a:pt x="30289" y="36766"/>
                </a:lnTo>
                <a:lnTo>
                  <a:pt x="38925" y="36576"/>
                </a:lnTo>
                <a:lnTo>
                  <a:pt x="67056" y="36576"/>
                </a:lnTo>
                <a:lnTo>
                  <a:pt x="63055" y="41465"/>
                </a:lnTo>
                <a:lnTo>
                  <a:pt x="60198" y="47053"/>
                </a:lnTo>
                <a:lnTo>
                  <a:pt x="60159" y="47244"/>
                </a:lnTo>
                <a:lnTo>
                  <a:pt x="58483" y="53517"/>
                </a:lnTo>
                <a:lnTo>
                  <a:pt x="58381" y="54864"/>
                </a:lnTo>
                <a:lnTo>
                  <a:pt x="76200" y="99060"/>
                </a:lnTo>
                <a:lnTo>
                  <a:pt x="120396" y="112776"/>
                </a:lnTo>
                <a:lnTo>
                  <a:pt x="131838" y="111925"/>
                </a:lnTo>
                <a:lnTo>
                  <a:pt x="131622" y="111925"/>
                </a:lnTo>
                <a:lnTo>
                  <a:pt x="141922" y="109537"/>
                </a:lnTo>
                <a:lnTo>
                  <a:pt x="174167" y="77444"/>
                </a:lnTo>
                <a:lnTo>
                  <a:pt x="175260" y="62484"/>
                </a:lnTo>
                <a:lnTo>
                  <a:pt x="173736" y="57912"/>
                </a:lnTo>
                <a:lnTo>
                  <a:pt x="170688" y="51816"/>
                </a:lnTo>
                <a:lnTo>
                  <a:pt x="167640" y="47244"/>
                </a:lnTo>
                <a:lnTo>
                  <a:pt x="163068" y="42672"/>
                </a:lnTo>
                <a:lnTo>
                  <a:pt x="160020" y="40233"/>
                </a:lnTo>
                <a:lnTo>
                  <a:pt x="160020" y="50292"/>
                </a:lnTo>
                <a:lnTo>
                  <a:pt x="160020" y="57912"/>
                </a:lnTo>
                <a:lnTo>
                  <a:pt x="131445" y="87630"/>
                </a:lnTo>
                <a:lnTo>
                  <a:pt x="121589" y="89331"/>
                </a:lnTo>
                <a:lnTo>
                  <a:pt x="121932" y="89331"/>
                </a:lnTo>
                <a:lnTo>
                  <a:pt x="109728" y="89916"/>
                </a:lnTo>
                <a:lnTo>
                  <a:pt x="98894" y="89331"/>
                </a:lnTo>
                <a:lnTo>
                  <a:pt x="89344" y="87439"/>
                </a:lnTo>
                <a:lnTo>
                  <a:pt x="81229" y="84137"/>
                </a:lnTo>
                <a:lnTo>
                  <a:pt x="68580" y="74676"/>
                </a:lnTo>
                <a:lnTo>
                  <a:pt x="65532" y="68580"/>
                </a:lnTo>
                <a:lnTo>
                  <a:pt x="65532" y="54864"/>
                </a:lnTo>
                <a:lnTo>
                  <a:pt x="68580" y="50292"/>
                </a:lnTo>
                <a:lnTo>
                  <a:pt x="70104" y="45720"/>
                </a:lnTo>
                <a:lnTo>
                  <a:pt x="73152" y="42672"/>
                </a:lnTo>
                <a:lnTo>
                  <a:pt x="77724" y="41148"/>
                </a:lnTo>
                <a:lnTo>
                  <a:pt x="82296" y="38100"/>
                </a:lnTo>
                <a:lnTo>
                  <a:pt x="88392" y="38100"/>
                </a:lnTo>
                <a:lnTo>
                  <a:pt x="92964" y="36576"/>
                </a:lnTo>
                <a:lnTo>
                  <a:pt x="147828" y="36576"/>
                </a:lnTo>
                <a:lnTo>
                  <a:pt x="155448" y="44196"/>
                </a:lnTo>
                <a:lnTo>
                  <a:pt x="160020" y="50292"/>
                </a:lnTo>
                <a:lnTo>
                  <a:pt x="160020" y="40233"/>
                </a:lnTo>
                <a:lnTo>
                  <a:pt x="155448" y="36576"/>
                </a:lnTo>
                <a:lnTo>
                  <a:pt x="175260" y="36576"/>
                </a:lnTo>
                <a:lnTo>
                  <a:pt x="175260" y="32004"/>
                </a:lnTo>
                <a:close/>
              </a:path>
              <a:path extrusionOk="0" h="521335" w="175894">
                <a:moveTo>
                  <a:pt x="175272" y="344424"/>
                </a:moveTo>
                <a:lnTo>
                  <a:pt x="174675" y="337591"/>
                </a:lnTo>
                <a:lnTo>
                  <a:pt x="172796" y="330898"/>
                </a:lnTo>
                <a:lnTo>
                  <a:pt x="172694" y="330708"/>
                </a:lnTo>
                <a:lnTo>
                  <a:pt x="170332" y="326136"/>
                </a:lnTo>
                <a:lnTo>
                  <a:pt x="140220" y="307848"/>
                </a:lnTo>
                <a:lnTo>
                  <a:pt x="131381" y="309308"/>
                </a:lnTo>
                <a:lnTo>
                  <a:pt x="100596" y="348996"/>
                </a:lnTo>
                <a:lnTo>
                  <a:pt x="97548" y="356616"/>
                </a:lnTo>
                <a:lnTo>
                  <a:pt x="94500" y="361188"/>
                </a:lnTo>
                <a:lnTo>
                  <a:pt x="89928" y="364236"/>
                </a:lnTo>
                <a:lnTo>
                  <a:pt x="83832" y="367284"/>
                </a:lnTo>
                <a:lnTo>
                  <a:pt x="76212" y="367284"/>
                </a:lnTo>
                <a:lnTo>
                  <a:pt x="71640" y="365760"/>
                </a:lnTo>
                <a:lnTo>
                  <a:pt x="68592" y="362712"/>
                </a:lnTo>
                <a:lnTo>
                  <a:pt x="65544" y="358140"/>
                </a:lnTo>
                <a:lnTo>
                  <a:pt x="65544" y="341376"/>
                </a:lnTo>
                <a:lnTo>
                  <a:pt x="96024" y="320040"/>
                </a:lnTo>
                <a:lnTo>
                  <a:pt x="96024" y="316992"/>
                </a:lnTo>
                <a:lnTo>
                  <a:pt x="57924" y="316992"/>
                </a:lnTo>
                <a:lnTo>
                  <a:pt x="57924" y="320040"/>
                </a:lnTo>
                <a:lnTo>
                  <a:pt x="59448" y="321564"/>
                </a:lnTo>
                <a:lnTo>
                  <a:pt x="60972" y="321564"/>
                </a:lnTo>
                <a:lnTo>
                  <a:pt x="60972" y="323088"/>
                </a:lnTo>
                <a:lnTo>
                  <a:pt x="62369" y="324497"/>
                </a:lnTo>
                <a:lnTo>
                  <a:pt x="62496" y="326136"/>
                </a:lnTo>
                <a:lnTo>
                  <a:pt x="60972" y="329184"/>
                </a:lnTo>
                <a:lnTo>
                  <a:pt x="59448" y="333756"/>
                </a:lnTo>
                <a:lnTo>
                  <a:pt x="57924" y="339852"/>
                </a:lnTo>
                <a:lnTo>
                  <a:pt x="57924" y="348996"/>
                </a:lnTo>
                <a:lnTo>
                  <a:pt x="79260" y="382524"/>
                </a:lnTo>
                <a:lnTo>
                  <a:pt x="96024" y="382524"/>
                </a:lnTo>
                <a:lnTo>
                  <a:pt x="100596" y="381000"/>
                </a:lnTo>
                <a:lnTo>
                  <a:pt x="105168" y="376428"/>
                </a:lnTo>
                <a:lnTo>
                  <a:pt x="108826" y="373291"/>
                </a:lnTo>
                <a:lnTo>
                  <a:pt x="112788" y="368427"/>
                </a:lnTo>
                <a:lnTo>
                  <a:pt x="113474" y="367284"/>
                </a:lnTo>
                <a:lnTo>
                  <a:pt x="116738" y="361861"/>
                </a:lnTo>
                <a:lnTo>
                  <a:pt x="135648" y="330708"/>
                </a:lnTo>
                <a:lnTo>
                  <a:pt x="138811" y="327545"/>
                </a:lnTo>
                <a:lnTo>
                  <a:pt x="139052" y="327545"/>
                </a:lnTo>
                <a:lnTo>
                  <a:pt x="143268" y="326136"/>
                </a:lnTo>
                <a:lnTo>
                  <a:pt x="153936" y="326136"/>
                </a:lnTo>
                <a:lnTo>
                  <a:pt x="158140" y="327545"/>
                </a:lnTo>
                <a:lnTo>
                  <a:pt x="158381" y="327545"/>
                </a:lnTo>
                <a:lnTo>
                  <a:pt x="161556" y="330708"/>
                </a:lnTo>
                <a:lnTo>
                  <a:pt x="161683" y="330898"/>
                </a:lnTo>
                <a:lnTo>
                  <a:pt x="167652" y="339852"/>
                </a:lnTo>
                <a:lnTo>
                  <a:pt x="167652" y="353568"/>
                </a:lnTo>
                <a:lnTo>
                  <a:pt x="164604" y="359664"/>
                </a:lnTo>
                <a:lnTo>
                  <a:pt x="158508" y="365760"/>
                </a:lnTo>
                <a:lnTo>
                  <a:pt x="153987" y="373291"/>
                </a:lnTo>
                <a:lnTo>
                  <a:pt x="154165" y="373291"/>
                </a:lnTo>
                <a:lnTo>
                  <a:pt x="146316" y="376428"/>
                </a:lnTo>
                <a:lnTo>
                  <a:pt x="137172" y="379476"/>
                </a:lnTo>
                <a:lnTo>
                  <a:pt x="137172" y="382524"/>
                </a:lnTo>
                <a:lnTo>
                  <a:pt x="175272" y="382524"/>
                </a:lnTo>
                <a:lnTo>
                  <a:pt x="175272" y="379476"/>
                </a:lnTo>
                <a:lnTo>
                  <a:pt x="172224" y="377952"/>
                </a:lnTo>
                <a:lnTo>
                  <a:pt x="170700" y="376428"/>
                </a:lnTo>
                <a:lnTo>
                  <a:pt x="170827" y="368427"/>
                </a:lnTo>
                <a:lnTo>
                  <a:pt x="173748" y="359664"/>
                </a:lnTo>
                <a:lnTo>
                  <a:pt x="175272" y="352044"/>
                </a:lnTo>
                <a:lnTo>
                  <a:pt x="175272" y="344424"/>
                </a:lnTo>
                <a:close/>
              </a:path>
              <a:path extrusionOk="0" h="521335" w="175894">
                <a:moveTo>
                  <a:pt x="175272" y="254508"/>
                </a:moveTo>
                <a:lnTo>
                  <a:pt x="172224" y="249936"/>
                </a:lnTo>
                <a:lnTo>
                  <a:pt x="167652" y="243840"/>
                </a:lnTo>
                <a:lnTo>
                  <a:pt x="164604" y="239268"/>
                </a:lnTo>
                <a:lnTo>
                  <a:pt x="158508" y="234696"/>
                </a:lnTo>
                <a:lnTo>
                  <a:pt x="150888" y="231648"/>
                </a:lnTo>
                <a:lnTo>
                  <a:pt x="150888" y="237744"/>
                </a:lnTo>
                <a:lnTo>
                  <a:pt x="153936" y="239268"/>
                </a:lnTo>
                <a:lnTo>
                  <a:pt x="155460" y="240792"/>
                </a:lnTo>
                <a:lnTo>
                  <a:pt x="158508" y="246888"/>
                </a:lnTo>
                <a:lnTo>
                  <a:pt x="160032" y="248412"/>
                </a:lnTo>
                <a:lnTo>
                  <a:pt x="160032" y="254508"/>
                </a:lnTo>
                <a:lnTo>
                  <a:pt x="158508" y="257556"/>
                </a:lnTo>
                <a:lnTo>
                  <a:pt x="155460" y="259080"/>
                </a:lnTo>
                <a:lnTo>
                  <a:pt x="152412" y="262128"/>
                </a:lnTo>
                <a:lnTo>
                  <a:pt x="68592" y="262128"/>
                </a:lnTo>
                <a:lnTo>
                  <a:pt x="68592" y="236220"/>
                </a:lnTo>
                <a:lnTo>
                  <a:pt x="60972" y="236220"/>
                </a:lnTo>
                <a:lnTo>
                  <a:pt x="60972" y="262128"/>
                </a:lnTo>
                <a:lnTo>
                  <a:pt x="24396" y="262128"/>
                </a:lnTo>
                <a:lnTo>
                  <a:pt x="24396" y="265176"/>
                </a:lnTo>
                <a:lnTo>
                  <a:pt x="32016" y="268224"/>
                </a:lnTo>
                <a:lnTo>
                  <a:pt x="41160" y="272796"/>
                </a:lnTo>
                <a:lnTo>
                  <a:pt x="45732" y="277368"/>
                </a:lnTo>
                <a:lnTo>
                  <a:pt x="51828" y="281940"/>
                </a:lnTo>
                <a:lnTo>
                  <a:pt x="54876" y="286512"/>
                </a:lnTo>
                <a:lnTo>
                  <a:pt x="59448" y="291084"/>
                </a:lnTo>
                <a:lnTo>
                  <a:pt x="62496" y="295656"/>
                </a:lnTo>
                <a:lnTo>
                  <a:pt x="64020" y="300228"/>
                </a:lnTo>
                <a:lnTo>
                  <a:pt x="68592" y="300228"/>
                </a:lnTo>
                <a:lnTo>
                  <a:pt x="68592" y="281940"/>
                </a:lnTo>
                <a:lnTo>
                  <a:pt x="158508" y="281940"/>
                </a:lnTo>
                <a:lnTo>
                  <a:pt x="163080" y="278892"/>
                </a:lnTo>
                <a:lnTo>
                  <a:pt x="169176" y="275844"/>
                </a:lnTo>
                <a:lnTo>
                  <a:pt x="170700" y="271272"/>
                </a:lnTo>
                <a:lnTo>
                  <a:pt x="173748" y="268224"/>
                </a:lnTo>
                <a:lnTo>
                  <a:pt x="175272" y="263652"/>
                </a:lnTo>
                <a:lnTo>
                  <a:pt x="175272" y="254508"/>
                </a:lnTo>
                <a:close/>
              </a:path>
              <a:path extrusionOk="0" h="521335" w="175894">
                <a:moveTo>
                  <a:pt x="175272" y="173736"/>
                </a:moveTo>
                <a:lnTo>
                  <a:pt x="154647" y="138112"/>
                </a:lnTo>
                <a:lnTo>
                  <a:pt x="131076" y="129540"/>
                </a:lnTo>
                <a:lnTo>
                  <a:pt x="129552" y="132588"/>
                </a:lnTo>
                <a:lnTo>
                  <a:pt x="138696" y="135636"/>
                </a:lnTo>
                <a:lnTo>
                  <a:pt x="146316" y="140208"/>
                </a:lnTo>
                <a:lnTo>
                  <a:pt x="149364" y="144780"/>
                </a:lnTo>
                <a:lnTo>
                  <a:pt x="155460" y="156972"/>
                </a:lnTo>
                <a:lnTo>
                  <a:pt x="155384" y="165125"/>
                </a:lnTo>
                <a:lnTo>
                  <a:pt x="132549" y="197154"/>
                </a:lnTo>
                <a:lnTo>
                  <a:pt x="102120" y="204216"/>
                </a:lnTo>
                <a:lnTo>
                  <a:pt x="102120" y="153924"/>
                </a:lnTo>
                <a:lnTo>
                  <a:pt x="102120" y="129540"/>
                </a:lnTo>
                <a:lnTo>
                  <a:pt x="94500" y="130009"/>
                </a:lnTo>
                <a:lnTo>
                  <a:pt x="94500" y="153924"/>
                </a:lnTo>
                <a:lnTo>
                  <a:pt x="94500" y="204216"/>
                </a:lnTo>
                <a:lnTo>
                  <a:pt x="85356" y="202692"/>
                </a:lnTo>
                <a:lnTo>
                  <a:pt x="77736" y="199644"/>
                </a:lnTo>
                <a:lnTo>
                  <a:pt x="67068" y="188976"/>
                </a:lnTo>
                <a:lnTo>
                  <a:pt x="65544" y="182880"/>
                </a:lnTo>
                <a:lnTo>
                  <a:pt x="65544" y="169164"/>
                </a:lnTo>
                <a:lnTo>
                  <a:pt x="68592" y="164592"/>
                </a:lnTo>
                <a:lnTo>
                  <a:pt x="74688" y="158496"/>
                </a:lnTo>
                <a:lnTo>
                  <a:pt x="79260" y="155448"/>
                </a:lnTo>
                <a:lnTo>
                  <a:pt x="82308" y="153924"/>
                </a:lnTo>
                <a:lnTo>
                  <a:pt x="94500" y="153924"/>
                </a:lnTo>
                <a:lnTo>
                  <a:pt x="94500" y="130009"/>
                </a:lnTo>
                <a:lnTo>
                  <a:pt x="60401" y="154305"/>
                </a:lnTo>
                <a:lnTo>
                  <a:pt x="58026" y="169164"/>
                </a:lnTo>
                <a:lnTo>
                  <a:pt x="58051" y="172313"/>
                </a:lnTo>
                <a:lnTo>
                  <a:pt x="81991" y="214147"/>
                </a:lnTo>
                <a:lnTo>
                  <a:pt x="117360" y="222504"/>
                </a:lnTo>
                <a:lnTo>
                  <a:pt x="129565" y="221627"/>
                </a:lnTo>
                <a:lnTo>
                  <a:pt x="140792" y="218884"/>
                </a:lnTo>
                <a:lnTo>
                  <a:pt x="150571" y="214147"/>
                </a:lnTo>
                <a:lnTo>
                  <a:pt x="158508" y="207264"/>
                </a:lnTo>
                <a:lnTo>
                  <a:pt x="161531" y="204216"/>
                </a:lnTo>
                <a:lnTo>
                  <a:pt x="165620" y="200101"/>
                </a:lnTo>
                <a:lnTo>
                  <a:pt x="170891" y="192214"/>
                </a:lnTo>
                <a:lnTo>
                  <a:pt x="170954" y="192024"/>
                </a:lnTo>
                <a:lnTo>
                  <a:pt x="174142" y="183476"/>
                </a:lnTo>
                <a:lnTo>
                  <a:pt x="174218" y="182880"/>
                </a:lnTo>
                <a:lnTo>
                  <a:pt x="175272" y="1737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9" name="Google Shape;2519;p40"/>
          <p:cNvSpPr/>
          <p:nvPr/>
        </p:nvSpPr>
        <p:spPr>
          <a:xfrm>
            <a:off x="2084832" y="3389376"/>
            <a:ext cx="175260" cy="650875"/>
          </a:xfrm>
          <a:custGeom>
            <a:rect b="b" l="l" r="r" t="t"/>
            <a:pathLst>
              <a:path extrusionOk="0" h="650875" w="175260">
                <a:moveTo>
                  <a:pt x="172212" y="356616"/>
                </a:moveTo>
                <a:lnTo>
                  <a:pt x="169164" y="356616"/>
                </a:lnTo>
                <a:lnTo>
                  <a:pt x="169164" y="361188"/>
                </a:lnTo>
                <a:lnTo>
                  <a:pt x="167640" y="365760"/>
                </a:lnTo>
                <a:lnTo>
                  <a:pt x="166116" y="367284"/>
                </a:lnTo>
                <a:lnTo>
                  <a:pt x="166116" y="368808"/>
                </a:lnTo>
                <a:lnTo>
                  <a:pt x="163068" y="370332"/>
                </a:lnTo>
                <a:lnTo>
                  <a:pt x="161544" y="371856"/>
                </a:lnTo>
                <a:lnTo>
                  <a:pt x="158496" y="371856"/>
                </a:lnTo>
                <a:lnTo>
                  <a:pt x="153924" y="373380"/>
                </a:lnTo>
                <a:lnTo>
                  <a:pt x="0" y="373380"/>
                </a:lnTo>
                <a:lnTo>
                  <a:pt x="0" y="377952"/>
                </a:lnTo>
                <a:lnTo>
                  <a:pt x="13716" y="409956"/>
                </a:lnTo>
                <a:lnTo>
                  <a:pt x="16764" y="406908"/>
                </a:lnTo>
                <a:lnTo>
                  <a:pt x="15240" y="405384"/>
                </a:lnTo>
                <a:lnTo>
                  <a:pt x="13716" y="402336"/>
                </a:lnTo>
                <a:lnTo>
                  <a:pt x="13716" y="399288"/>
                </a:lnTo>
                <a:lnTo>
                  <a:pt x="15240" y="397764"/>
                </a:lnTo>
                <a:lnTo>
                  <a:pt x="15240" y="396240"/>
                </a:lnTo>
                <a:lnTo>
                  <a:pt x="16764" y="394716"/>
                </a:lnTo>
                <a:lnTo>
                  <a:pt x="18288" y="394716"/>
                </a:lnTo>
                <a:lnTo>
                  <a:pt x="21336" y="393192"/>
                </a:lnTo>
                <a:lnTo>
                  <a:pt x="158496" y="393192"/>
                </a:lnTo>
                <a:lnTo>
                  <a:pt x="161544" y="394716"/>
                </a:lnTo>
                <a:lnTo>
                  <a:pt x="164592" y="394716"/>
                </a:lnTo>
                <a:lnTo>
                  <a:pt x="166116" y="396240"/>
                </a:lnTo>
                <a:lnTo>
                  <a:pt x="166116" y="399288"/>
                </a:lnTo>
                <a:lnTo>
                  <a:pt x="167640" y="400812"/>
                </a:lnTo>
                <a:lnTo>
                  <a:pt x="169164" y="403860"/>
                </a:lnTo>
                <a:lnTo>
                  <a:pt x="169164" y="409956"/>
                </a:lnTo>
                <a:lnTo>
                  <a:pt x="172212" y="409956"/>
                </a:lnTo>
                <a:lnTo>
                  <a:pt x="172212" y="356616"/>
                </a:lnTo>
                <a:close/>
              </a:path>
              <a:path extrusionOk="0" h="650875" w="175260">
                <a:moveTo>
                  <a:pt x="175260" y="592836"/>
                </a:moveTo>
                <a:lnTo>
                  <a:pt x="174129" y="582841"/>
                </a:lnTo>
                <a:lnTo>
                  <a:pt x="170878" y="573405"/>
                </a:lnTo>
                <a:lnTo>
                  <a:pt x="167640" y="567969"/>
                </a:lnTo>
                <a:lnTo>
                  <a:pt x="167640" y="579120"/>
                </a:lnTo>
                <a:lnTo>
                  <a:pt x="167640" y="591312"/>
                </a:lnTo>
                <a:lnTo>
                  <a:pt x="166116" y="595884"/>
                </a:lnTo>
                <a:lnTo>
                  <a:pt x="163068" y="600456"/>
                </a:lnTo>
                <a:lnTo>
                  <a:pt x="161544" y="605028"/>
                </a:lnTo>
                <a:lnTo>
                  <a:pt x="158496" y="609600"/>
                </a:lnTo>
                <a:lnTo>
                  <a:pt x="153924" y="612648"/>
                </a:lnTo>
                <a:lnTo>
                  <a:pt x="86868" y="612648"/>
                </a:lnTo>
                <a:lnTo>
                  <a:pt x="82296" y="608076"/>
                </a:lnTo>
                <a:lnTo>
                  <a:pt x="79248" y="603504"/>
                </a:lnTo>
                <a:lnTo>
                  <a:pt x="77724" y="600456"/>
                </a:lnTo>
                <a:lnTo>
                  <a:pt x="74676" y="595884"/>
                </a:lnTo>
                <a:lnTo>
                  <a:pt x="74676" y="580644"/>
                </a:lnTo>
                <a:lnTo>
                  <a:pt x="77724" y="573024"/>
                </a:lnTo>
                <a:lnTo>
                  <a:pt x="118872" y="556260"/>
                </a:lnTo>
                <a:lnTo>
                  <a:pt x="129705" y="556856"/>
                </a:lnTo>
                <a:lnTo>
                  <a:pt x="139255" y="558736"/>
                </a:lnTo>
                <a:lnTo>
                  <a:pt x="147370" y="562051"/>
                </a:lnTo>
                <a:lnTo>
                  <a:pt x="153924" y="566928"/>
                </a:lnTo>
                <a:lnTo>
                  <a:pt x="163068" y="573024"/>
                </a:lnTo>
                <a:lnTo>
                  <a:pt x="167640" y="579120"/>
                </a:lnTo>
                <a:lnTo>
                  <a:pt x="167640" y="567969"/>
                </a:lnTo>
                <a:lnTo>
                  <a:pt x="137731" y="541782"/>
                </a:lnTo>
                <a:lnTo>
                  <a:pt x="111252" y="536448"/>
                </a:lnTo>
                <a:lnTo>
                  <a:pt x="99263" y="537311"/>
                </a:lnTo>
                <a:lnTo>
                  <a:pt x="65620" y="556412"/>
                </a:lnTo>
                <a:lnTo>
                  <a:pt x="57912" y="579120"/>
                </a:lnTo>
                <a:lnTo>
                  <a:pt x="59093" y="588010"/>
                </a:lnTo>
                <a:lnTo>
                  <a:pt x="62865" y="596455"/>
                </a:lnTo>
                <a:lnTo>
                  <a:pt x="69481" y="604634"/>
                </a:lnTo>
                <a:lnTo>
                  <a:pt x="79248" y="612648"/>
                </a:lnTo>
                <a:lnTo>
                  <a:pt x="0" y="612648"/>
                </a:lnTo>
                <a:lnTo>
                  <a:pt x="0" y="618744"/>
                </a:lnTo>
                <a:lnTo>
                  <a:pt x="13716" y="650748"/>
                </a:lnTo>
                <a:lnTo>
                  <a:pt x="16764" y="649224"/>
                </a:lnTo>
                <a:lnTo>
                  <a:pt x="13716" y="643128"/>
                </a:lnTo>
                <a:lnTo>
                  <a:pt x="13716" y="640080"/>
                </a:lnTo>
                <a:lnTo>
                  <a:pt x="15240" y="638556"/>
                </a:lnTo>
                <a:lnTo>
                  <a:pt x="15240" y="637032"/>
                </a:lnTo>
                <a:lnTo>
                  <a:pt x="18288" y="633984"/>
                </a:lnTo>
                <a:lnTo>
                  <a:pt x="21336" y="633984"/>
                </a:lnTo>
                <a:lnTo>
                  <a:pt x="24739" y="633755"/>
                </a:lnTo>
                <a:lnTo>
                  <a:pt x="30289" y="633222"/>
                </a:lnTo>
                <a:lnTo>
                  <a:pt x="37833" y="632701"/>
                </a:lnTo>
                <a:lnTo>
                  <a:pt x="47244" y="632460"/>
                </a:lnTo>
                <a:lnTo>
                  <a:pt x="161544" y="632460"/>
                </a:lnTo>
                <a:lnTo>
                  <a:pt x="166116" y="626364"/>
                </a:lnTo>
                <a:lnTo>
                  <a:pt x="169164" y="618744"/>
                </a:lnTo>
                <a:lnTo>
                  <a:pt x="170688" y="612648"/>
                </a:lnTo>
                <a:lnTo>
                  <a:pt x="173736" y="606552"/>
                </a:lnTo>
                <a:lnTo>
                  <a:pt x="175260" y="600456"/>
                </a:lnTo>
                <a:lnTo>
                  <a:pt x="175260" y="592836"/>
                </a:lnTo>
                <a:close/>
              </a:path>
              <a:path extrusionOk="0" h="650875" w="175260">
                <a:moveTo>
                  <a:pt x="175260" y="470916"/>
                </a:moveTo>
                <a:lnTo>
                  <a:pt x="174396" y="462089"/>
                </a:lnTo>
                <a:lnTo>
                  <a:pt x="174294" y="461772"/>
                </a:lnTo>
                <a:lnTo>
                  <a:pt x="171831" y="453961"/>
                </a:lnTo>
                <a:lnTo>
                  <a:pt x="139674" y="426935"/>
                </a:lnTo>
                <a:lnTo>
                  <a:pt x="131064" y="425196"/>
                </a:lnTo>
                <a:lnTo>
                  <a:pt x="129540" y="428244"/>
                </a:lnTo>
                <a:lnTo>
                  <a:pt x="138684" y="431292"/>
                </a:lnTo>
                <a:lnTo>
                  <a:pt x="146304" y="435864"/>
                </a:lnTo>
                <a:lnTo>
                  <a:pt x="149352" y="441960"/>
                </a:lnTo>
                <a:lnTo>
                  <a:pt x="152400" y="446532"/>
                </a:lnTo>
                <a:lnTo>
                  <a:pt x="152476" y="446709"/>
                </a:lnTo>
                <a:lnTo>
                  <a:pt x="155448" y="452628"/>
                </a:lnTo>
                <a:lnTo>
                  <a:pt x="155448" y="460248"/>
                </a:lnTo>
                <a:lnTo>
                  <a:pt x="132537" y="493445"/>
                </a:lnTo>
                <a:lnTo>
                  <a:pt x="102108" y="499872"/>
                </a:lnTo>
                <a:lnTo>
                  <a:pt x="102108" y="449580"/>
                </a:lnTo>
                <a:lnTo>
                  <a:pt x="102108" y="425196"/>
                </a:lnTo>
                <a:lnTo>
                  <a:pt x="94488" y="425856"/>
                </a:lnTo>
                <a:lnTo>
                  <a:pt x="94488" y="449580"/>
                </a:lnTo>
                <a:lnTo>
                  <a:pt x="94488" y="499872"/>
                </a:lnTo>
                <a:lnTo>
                  <a:pt x="85344" y="499872"/>
                </a:lnTo>
                <a:lnTo>
                  <a:pt x="77724" y="496824"/>
                </a:lnTo>
                <a:lnTo>
                  <a:pt x="73152" y="490728"/>
                </a:lnTo>
                <a:lnTo>
                  <a:pt x="67056" y="486156"/>
                </a:lnTo>
                <a:lnTo>
                  <a:pt x="65532" y="480021"/>
                </a:lnTo>
                <a:lnTo>
                  <a:pt x="65532" y="464820"/>
                </a:lnTo>
                <a:lnTo>
                  <a:pt x="68580" y="461772"/>
                </a:lnTo>
                <a:lnTo>
                  <a:pt x="71628" y="457200"/>
                </a:lnTo>
                <a:lnTo>
                  <a:pt x="74676" y="454152"/>
                </a:lnTo>
                <a:lnTo>
                  <a:pt x="79248" y="452628"/>
                </a:lnTo>
                <a:lnTo>
                  <a:pt x="82296" y="451104"/>
                </a:lnTo>
                <a:lnTo>
                  <a:pt x="86868" y="449580"/>
                </a:lnTo>
                <a:lnTo>
                  <a:pt x="94488" y="449580"/>
                </a:lnTo>
                <a:lnTo>
                  <a:pt x="94488" y="425856"/>
                </a:lnTo>
                <a:lnTo>
                  <a:pt x="60388" y="450913"/>
                </a:lnTo>
                <a:lnTo>
                  <a:pt x="58420" y="460248"/>
                </a:lnTo>
                <a:lnTo>
                  <a:pt x="58293" y="462089"/>
                </a:lnTo>
                <a:lnTo>
                  <a:pt x="73152" y="504444"/>
                </a:lnTo>
                <a:lnTo>
                  <a:pt x="117348" y="518160"/>
                </a:lnTo>
                <a:lnTo>
                  <a:pt x="129552" y="517309"/>
                </a:lnTo>
                <a:lnTo>
                  <a:pt x="165608" y="497065"/>
                </a:lnTo>
                <a:lnTo>
                  <a:pt x="174129" y="480021"/>
                </a:lnTo>
                <a:lnTo>
                  <a:pt x="175260" y="470916"/>
                </a:lnTo>
                <a:close/>
              </a:path>
              <a:path extrusionOk="0" h="650875" w="175260">
                <a:moveTo>
                  <a:pt x="175260" y="288036"/>
                </a:moveTo>
                <a:lnTo>
                  <a:pt x="175145" y="286512"/>
                </a:lnTo>
                <a:lnTo>
                  <a:pt x="174688" y="280327"/>
                </a:lnTo>
                <a:lnTo>
                  <a:pt x="172974" y="273177"/>
                </a:lnTo>
                <a:lnTo>
                  <a:pt x="170116" y="266611"/>
                </a:lnTo>
                <a:lnTo>
                  <a:pt x="167640" y="262902"/>
                </a:lnTo>
                <a:lnTo>
                  <a:pt x="167640" y="275844"/>
                </a:lnTo>
                <a:lnTo>
                  <a:pt x="167640" y="283464"/>
                </a:lnTo>
                <a:lnTo>
                  <a:pt x="139890" y="311848"/>
                </a:lnTo>
                <a:lnTo>
                  <a:pt x="106680" y="316992"/>
                </a:lnTo>
                <a:lnTo>
                  <a:pt x="97536" y="316992"/>
                </a:lnTo>
                <a:lnTo>
                  <a:pt x="65532" y="298704"/>
                </a:lnTo>
                <a:lnTo>
                  <a:pt x="65532" y="281940"/>
                </a:lnTo>
                <a:lnTo>
                  <a:pt x="96964" y="259270"/>
                </a:lnTo>
                <a:lnTo>
                  <a:pt x="123444" y="256032"/>
                </a:lnTo>
                <a:lnTo>
                  <a:pt x="134251" y="256590"/>
                </a:lnTo>
                <a:lnTo>
                  <a:pt x="167640" y="275844"/>
                </a:lnTo>
                <a:lnTo>
                  <a:pt x="167640" y="262902"/>
                </a:lnTo>
                <a:lnTo>
                  <a:pt x="166065" y="260540"/>
                </a:lnTo>
                <a:lnTo>
                  <a:pt x="163207" y="256032"/>
                </a:lnTo>
                <a:lnTo>
                  <a:pt x="162115" y="254304"/>
                </a:lnTo>
                <a:lnTo>
                  <a:pt x="156972" y="248983"/>
                </a:lnTo>
                <a:lnTo>
                  <a:pt x="121386" y="233730"/>
                </a:lnTo>
                <a:lnTo>
                  <a:pt x="114300" y="233172"/>
                </a:lnTo>
                <a:lnTo>
                  <a:pt x="103416" y="234035"/>
                </a:lnTo>
                <a:lnTo>
                  <a:pt x="68199" y="254584"/>
                </a:lnTo>
                <a:lnTo>
                  <a:pt x="57912" y="286512"/>
                </a:lnTo>
                <a:lnTo>
                  <a:pt x="57975" y="288036"/>
                </a:lnTo>
                <a:lnTo>
                  <a:pt x="73152" y="324040"/>
                </a:lnTo>
                <a:lnTo>
                  <a:pt x="86868" y="332232"/>
                </a:lnTo>
                <a:lnTo>
                  <a:pt x="93980" y="336003"/>
                </a:lnTo>
                <a:lnTo>
                  <a:pt x="101536" y="338328"/>
                </a:lnTo>
                <a:lnTo>
                  <a:pt x="109359" y="339521"/>
                </a:lnTo>
                <a:lnTo>
                  <a:pt x="117348" y="339852"/>
                </a:lnTo>
                <a:lnTo>
                  <a:pt x="127342" y="339026"/>
                </a:lnTo>
                <a:lnTo>
                  <a:pt x="163042" y="319976"/>
                </a:lnTo>
                <a:lnTo>
                  <a:pt x="165188" y="316992"/>
                </a:lnTo>
                <a:lnTo>
                  <a:pt x="169735" y="310705"/>
                </a:lnTo>
                <a:lnTo>
                  <a:pt x="173850" y="300024"/>
                </a:lnTo>
                <a:lnTo>
                  <a:pt x="175260" y="288036"/>
                </a:lnTo>
                <a:close/>
              </a:path>
              <a:path extrusionOk="0" h="650875" w="175260">
                <a:moveTo>
                  <a:pt x="175260" y="97536"/>
                </a:moveTo>
                <a:lnTo>
                  <a:pt x="77724" y="62484"/>
                </a:lnTo>
                <a:lnTo>
                  <a:pt x="70104" y="59436"/>
                </a:lnTo>
                <a:lnTo>
                  <a:pt x="64008" y="53340"/>
                </a:lnTo>
                <a:lnTo>
                  <a:pt x="64008" y="47244"/>
                </a:lnTo>
                <a:lnTo>
                  <a:pt x="60960" y="47244"/>
                </a:lnTo>
                <a:lnTo>
                  <a:pt x="60960" y="80772"/>
                </a:lnTo>
                <a:lnTo>
                  <a:pt x="64008" y="80772"/>
                </a:lnTo>
                <a:lnTo>
                  <a:pt x="64008" y="71628"/>
                </a:lnTo>
                <a:lnTo>
                  <a:pt x="68580" y="67056"/>
                </a:lnTo>
                <a:lnTo>
                  <a:pt x="73152" y="67056"/>
                </a:lnTo>
                <a:lnTo>
                  <a:pt x="76200" y="68580"/>
                </a:lnTo>
                <a:lnTo>
                  <a:pt x="80772" y="71628"/>
                </a:lnTo>
                <a:lnTo>
                  <a:pt x="143256" y="94488"/>
                </a:lnTo>
                <a:lnTo>
                  <a:pt x="79248" y="121920"/>
                </a:lnTo>
                <a:lnTo>
                  <a:pt x="77724" y="121920"/>
                </a:lnTo>
                <a:lnTo>
                  <a:pt x="76200" y="123444"/>
                </a:lnTo>
                <a:lnTo>
                  <a:pt x="71628" y="123444"/>
                </a:lnTo>
                <a:lnTo>
                  <a:pt x="68580" y="121920"/>
                </a:lnTo>
                <a:lnTo>
                  <a:pt x="65532" y="118872"/>
                </a:lnTo>
                <a:lnTo>
                  <a:pt x="64008" y="114300"/>
                </a:lnTo>
                <a:lnTo>
                  <a:pt x="64008" y="109728"/>
                </a:lnTo>
                <a:lnTo>
                  <a:pt x="60960" y="109728"/>
                </a:lnTo>
                <a:lnTo>
                  <a:pt x="60960" y="160020"/>
                </a:lnTo>
                <a:lnTo>
                  <a:pt x="64008" y="160020"/>
                </a:lnTo>
                <a:lnTo>
                  <a:pt x="64008" y="152400"/>
                </a:lnTo>
                <a:lnTo>
                  <a:pt x="65532" y="150876"/>
                </a:lnTo>
                <a:lnTo>
                  <a:pt x="67056" y="147828"/>
                </a:lnTo>
                <a:lnTo>
                  <a:pt x="71628" y="144780"/>
                </a:lnTo>
                <a:lnTo>
                  <a:pt x="76200" y="143256"/>
                </a:lnTo>
                <a:lnTo>
                  <a:pt x="92964" y="137160"/>
                </a:lnTo>
                <a:lnTo>
                  <a:pt x="143256" y="161544"/>
                </a:lnTo>
                <a:lnTo>
                  <a:pt x="80772" y="185928"/>
                </a:lnTo>
                <a:lnTo>
                  <a:pt x="77724" y="187452"/>
                </a:lnTo>
                <a:lnTo>
                  <a:pt x="73152" y="188976"/>
                </a:lnTo>
                <a:lnTo>
                  <a:pt x="68580" y="188976"/>
                </a:lnTo>
                <a:lnTo>
                  <a:pt x="64008" y="184404"/>
                </a:lnTo>
                <a:lnTo>
                  <a:pt x="64008" y="178308"/>
                </a:lnTo>
                <a:lnTo>
                  <a:pt x="60960" y="178308"/>
                </a:lnTo>
                <a:lnTo>
                  <a:pt x="60960" y="224028"/>
                </a:lnTo>
                <a:lnTo>
                  <a:pt x="64008" y="224028"/>
                </a:lnTo>
                <a:lnTo>
                  <a:pt x="64008" y="219456"/>
                </a:lnTo>
                <a:lnTo>
                  <a:pt x="65532" y="216408"/>
                </a:lnTo>
                <a:lnTo>
                  <a:pt x="70104" y="211836"/>
                </a:lnTo>
                <a:lnTo>
                  <a:pt x="74676" y="208788"/>
                </a:lnTo>
                <a:lnTo>
                  <a:pt x="80772" y="207264"/>
                </a:lnTo>
                <a:lnTo>
                  <a:pt x="175260" y="170688"/>
                </a:lnTo>
                <a:lnTo>
                  <a:pt x="175260" y="167640"/>
                </a:lnTo>
                <a:lnTo>
                  <a:pt x="102108" y="132588"/>
                </a:lnTo>
                <a:lnTo>
                  <a:pt x="175260" y="102108"/>
                </a:lnTo>
                <a:lnTo>
                  <a:pt x="175260" y="97536"/>
                </a:lnTo>
                <a:close/>
              </a:path>
              <a:path extrusionOk="0" h="650875" w="175260">
                <a:moveTo>
                  <a:pt x="175260" y="10668"/>
                </a:moveTo>
                <a:lnTo>
                  <a:pt x="173736" y="7620"/>
                </a:lnTo>
                <a:lnTo>
                  <a:pt x="167640" y="1524"/>
                </a:lnTo>
                <a:lnTo>
                  <a:pt x="164592" y="0"/>
                </a:lnTo>
                <a:lnTo>
                  <a:pt x="156972" y="0"/>
                </a:lnTo>
                <a:lnTo>
                  <a:pt x="153924" y="1524"/>
                </a:lnTo>
                <a:lnTo>
                  <a:pt x="147828" y="7620"/>
                </a:lnTo>
                <a:lnTo>
                  <a:pt x="147828" y="21336"/>
                </a:lnTo>
                <a:lnTo>
                  <a:pt x="150876" y="24384"/>
                </a:lnTo>
                <a:lnTo>
                  <a:pt x="156972" y="27432"/>
                </a:lnTo>
                <a:lnTo>
                  <a:pt x="164592" y="27432"/>
                </a:lnTo>
                <a:lnTo>
                  <a:pt x="170688" y="24384"/>
                </a:lnTo>
                <a:lnTo>
                  <a:pt x="173736" y="21336"/>
                </a:lnTo>
                <a:lnTo>
                  <a:pt x="175260" y="18288"/>
                </a:lnTo>
                <a:lnTo>
                  <a:pt x="175260" y="106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20" name="Google Shape;2520;p40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521" name="Google Shape;2521;p40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22" name="Google Shape;2522;p40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523" name="Google Shape;2523;p40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524" name="Google Shape;2524;p40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525" name="Google Shape;2525;p40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6655307" y="1757172"/>
            <a:ext cx="117348" cy="166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2526" name="Google Shape;2526;p40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385060" y="3038856"/>
            <a:ext cx="3681984" cy="55793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30" name="Shape 2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1" name="Google Shape;2531;p41"/>
          <p:cNvGrpSpPr/>
          <p:nvPr/>
        </p:nvGrpSpPr>
        <p:grpSpPr>
          <a:xfrm>
            <a:off x="1135380" y="6745223"/>
            <a:ext cx="348996" cy="1291083"/>
            <a:chOff x="1135380" y="6745223"/>
            <a:chExt cx="348996" cy="1291083"/>
          </a:xfrm>
        </p:grpSpPr>
        <p:sp>
          <p:nvSpPr>
            <p:cNvPr id="2532" name="Google Shape;2532;p41"/>
            <p:cNvSpPr/>
            <p:nvPr/>
          </p:nvSpPr>
          <p:spPr>
            <a:xfrm>
              <a:off x="1150620" y="7755636"/>
              <a:ext cx="327660" cy="280670"/>
            </a:xfrm>
            <a:custGeom>
              <a:rect b="b" l="l" r="r" t="t"/>
              <a:pathLst>
                <a:path extrusionOk="0" h="280670" w="327659">
                  <a:moveTo>
                    <a:pt x="327660" y="280415"/>
                  </a:moveTo>
                  <a:lnTo>
                    <a:pt x="320040" y="280415"/>
                  </a:lnTo>
                  <a:lnTo>
                    <a:pt x="320040" y="268223"/>
                  </a:lnTo>
                  <a:lnTo>
                    <a:pt x="319182" y="258770"/>
                  </a:lnTo>
                  <a:lnTo>
                    <a:pt x="282321" y="233695"/>
                  </a:lnTo>
                  <a:lnTo>
                    <a:pt x="269748" y="233171"/>
                  </a:lnTo>
                  <a:lnTo>
                    <a:pt x="57911" y="233171"/>
                  </a:lnTo>
                  <a:lnTo>
                    <a:pt x="18288" y="240791"/>
                  </a:lnTo>
                  <a:lnTo>
                    <a:pt x="7620" y="268223"/>
                  </a:lnTo>
                  <a:lnTo>
                    <a:pt x="7620" y="280415"/>
                  </a:lnTo>
                  <a:lnTo>
                    <a:pt x="0" y="280415"/>
                  </a:lnTo>
                  <a:lnTo>
                    <a:pt x="0" y="134111"/>
                  </a:lnTo>
                  <a:lnTo>
                    <a:pt x="7620" y="134111"/>
                  </a:lnTo>
                  <a:lnTo>
                    <a:pt x="7905" y="145827"/>
                  </a:lnTo>
                  <a:lnTo>
                    <a:pt x="8763" y="155828"/>
                  </a:lnTo>
                  <a:lnTo>
                    <a:pt x="38481" y="187070"/>
                  </a:lnTo>
                  <a:lnTo>
                    <a:pt x="277653" y="187404"/>
                  </a:lnTo>
                  <a:lnTo>
                    <a:pt x="285369" y="187070"/>
                  </a:lnTo>
                  <a:lnTo>
                    <a:pt x="291369" y="186166"/>
                  </a:lnTo>
                  <a:lnTo>
                    <a:pt x="295656" y="184403"/>
                  </a:lnTo>
                  <a:lnTo>
                    <a:pt x="300228" y="182879"/>
                  </a:lnTo>
                  <a:lnTo>
                    <a:pt x="306324" y="137159"/>
                  </a:lnTo>
                  <a:lnTo>
                    <a:pt x="306324" y="114299"/>
                  </a:lnTo>
                  <a:lnTo>
                    <a:pt x="303109" y="70151"/>
                  </a:lnTo>
                  <a:lnTo>
                    <a:pt x="280416" y="33527"/>
                  </a:lnTo>
                  <a:lnTo>
                    <a:pt x="236220" y="7619"/>
                  </a:lnTo>
                  <a:lnTo>
                    <a:pt x="237744" y="0"/>
                  </a:lnTo>
                  <a:lnTo>
                    <a:pt x="327660" y="27431"/>
                  </a:lnTo>
                  <a:lnTo>
                    <a:pt x="327660" y="2804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33" name="Google Shape;2533;p4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51204" y="7287768"/>
              <a:ext cx="233172" cy="4404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34" name="Google Shape;2534;p4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51204" y="7071360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35" name="Google Shape;2535;p41"/>
            <p:cNvSpPr/>
            <p:nvPr/>
          </p:nvSpPr>
          <p:spPr>
            <a:xfrm>
              <a:off x="1135380" y="6932676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4196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061" y="34790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7536"/>
                  </a:lnTo>
                  <a:lnTo>
                    <a:pt x="333756" y="89916"/>
                  </a:lnTo>
                  <a:lnTo>
                    <a:pt x="92964" y="74676"/>
                  </a:lnTo>
                  <a:lnTo>
                    <a:pt x="61912" y="74866"/>
                  </a:lnTo>
                  <a:lnTo>
                    <a:pt x="52030" y="75318"/>
                  </a:lnTo>
                  <a:lnTo>
                    <a:pt x="45719" y="76200"/>
                  </a:lnTo>
                  <a:lnTo>
                    <a:pt x="39624" y="76200"/>
                  </a:lnTo>
                  <a:lnTo>
                    <a:pt x="36576" y="77724"/>
                  </a:lnTo>
                  <a:lnTo>
                    <a:pt x="33528" y="80772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36" name="Google Shape;2536;p4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51204" y="6745223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537" name="Google Shape;2537;p41"/>
          <p:cNvGrpSpPr/>
          <p:nvPr/>
        </p:nvGrpSpPr>
        <p:grpSpPr>
          <a:xfrm>
            <a:off x="1135380" y="6141719"/>
            <a:ext cx="348995" cy="446531"/>
            <a:chOff x="1135380" y="6141719"/>
            <a:chExt cx="348995" cy="446531"/>
          </a:xfrm>
        </p:grpSpPr>
        <p:pic>
          <p:nvPicPr>
            <p:cNvPr id="2538" name="Google Shape;2538;p4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51203" y="637489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39" name="Google Shape;2539;p41"/>
            <p:cNvSpPr/>
            <p:nvPr/>
          </p:nvSpPr>
          <p:spPr>
            <a:xfrm>
              <a:off x="1135380" y="6141719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5"/>
                  </a:moveTo>
                  <a:lnTo>
                    <a:pt x="335279" y="196595"/>
                  </a:lnTo>
                  <a:lnTo>
                    <a:pt x="335279" y="179831"/>
                  </a:lnTo>
                  <a:lnTo>
                    <a:pt x="333755" y="173735"/>
                  </a:lnTo>
                  <a:lnTo>
                    <a:pt x="294917" y="153971"/>
                  </a:lnTo>
                  <a:lnTo>
                    <a:pt x="137159" y="153923"/>
                  </a:lnTo>
                  <a:lnTo>
                    <a:pt x="137159" y="196595"/>
                  </a:lnTo>
                  <a:lnTo>
                    <a:pt x="121919" y="196595"/>
                  </a:lnTo>
                  <a:lnTo>
                    <a:pt x="121919" y="153923"/>
                  </a:lnTo>
                  <a:lnTo>
                    <a:pt x="106679" y="153923"/>
                  </a:lnTo>
                  <a:lnTo>
                    <a:pt x="91249" y="153114"/>
                  </a:lnTo>
                  <a:lnTo>
                    <a:pt x="51815" y="143255"/>
                  </a:lnTo>
                  <a:lnTo>
                    <a:pt x="21169" y="120324"/>
                  </a:lnTo>
                  <a:lnTo>
                    <a:pt x="3428" y="86486"/>
                  </a:lnTo>
                  <a:lnTo>
                    <a:pt x="0" y="60959"/>
                  </a:lnTo>
                  <a:lnTo>
                    <a:pt x="881" y="47791"/>
                  </a:lnTo>
                  <a:lnTo>
                    <a:pt x="20978" y="7715"/>
                  </a:lnTo>
                  <a:lnTo>
                    <a:pt x="39623" y="0"/>
                  </a:lnTo>
                  <a:lnTo>
                    <a:pt x="44195" y="0"/>
                  </a:lnTo>
                  <a:lnTo>
                    <a:pt x="54863" y="30479"/>
                  </a:lnTo>
                  <a:lnTo>
                    <a:pt x="51815" y="35051"/>
                  </a:lnTo>
                  <a:lnTo>
                    <a:pt x="47243" y="41147"/>
                  </a:lnTo>
                  <a:lnTo>
                    <a:pt x="38099" y="45719"/>
                  </a:lnTo>
                  <a:lnTo>
                    <a:pt x="28955" y="51815"/>
                  </a:lnTo>
                  <a:lnTo>
                    <a:pt x="22859" y="57911"/>
                  </a:lnTo>
                  <a:lnTo>
                    <a:pt x="19811" y="62483"/>
                  </a:lnTo>
                  <a:lnTo>
                    <a:pt x="16763" y="68579"/>
                  </a:lnTo>
                  <a:lnTo>
                    <a:pt x="15239" y="73151"/>
                  </a:lnTo>
                  <a:lnTo>
                    <a:pt x="15239" y="86867"/>
                  </a:lnTo>
                  <a:lnTo>
                    <a:pt x="48791" y="111728"/>
                  </a:lnTo>
                  <a:lnTo>
                    <a:pt x="105155" y="114299"/>
                  </a:lnTo>
                  <a:lnTo>
                    <a:pt x="121919" y="114299"/>
                  </a:lnTo>
                  <a:lnTo>
                    <a:pt x="121919" y="56387"/>
                  </a:lnTo>
                  <a:lnTo>
                    <a:pt x="137159" y="56387"/>
                  </a:lnTo>
                  <a:lnTo>
                    <a:pt x="137159" y="114299"/>
                  </a:lnTo>
                  <a:lnTo>
                    <a:pt x="283463" y="114299"/>
                  </a:lnTo>
                  <a:lnTo>
                    <a:pt x="324611" y="106679"/>
                  </a:lnTo>
                  <a:lnTo>
                    <a:pt x="335279" y="92963"/>
                  </a:lnTo>
                  <a:lnTo>
                    <a:pt x="335279" y="64007"/>
                  </a:lnTo>
                  <a:lnTo>
                    <a:pt x="342900" y="64007"/>
                  </a:lnTo>
                  <a:lnTo>
                    <a:pt x="342900" y="19659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0" name="Google Shape;2540;p41"/>
          <p:cNvGrpSpPr/>
          <p:nvPr/>
        </p:nvGrpSpPr>
        <p:grpSpPr>
          <a:xfrm>
            <a:off x="1135380" y="3901440"/>
            <a:ext cx="448019" cy="2158111"/>
            <a:chOff x="1135380" y="3901440"/>
            <a:chExt cx="448019" cy="2158111"/>
          </a:xfrm>
        </p:grpSpPr>
        <p:sp>
          <p:nvSpPr>
            <p:cNvPr id="2541" name="Google Shape;2541;p41"/>
            <p:cNvSpPr/>
            <p:nvPr/>
          </p:nvSpPr>
          <p:spPr>
            <a:xfrm>
              <a:off x="1150619" y="5919216"/>
              <a:ext cx="327660" cy="140335"/>
            </a:xfrm>
            <a:custGeom>
              <a:rect b="b" l="l" r="r" t="t"/>
              <a:pathLst>
                <a:path extrusionOk="0" h="140335" w="327659">
                  <a:moveTo>
                    <a:pt x="327659" y="140207"/>
                  </a:moveTo>
                  <a:lnTo>
                    <a:pt x="320039" y="140207"/>
                  </a:lnTo>
                  <a:lnTo>
                    <a:pt x="320039" y="128015"/>
                  </a:lnTo>
                  <a:lnTo>
                    <a:pt x="319206" y="118562"/>
                  </a:lnTo>
                  <a:lnTo>
                    <a:pt x="283202" y="93273"/>
                  </a:lnTo>
                  <a:lnTo>
                    <a:pt x="269747" y="92963"/>
                  </a:lnTo>
                  <a:lnTo>
                    <a:pt x="46243" y="93011"/>
                  </a:lnTo>
                  <a:lnTo>
                    <a:pt x="9143" y="112775"/>
                  </a:lnTo>
                  <a:lnTo>
                    <a:pt x="7619" y="120395"/>
                  </a:lnTo>
                  <a:lnTo>
                    <a:pt x="7619" y="140207"/>
                  </a:lnTo>
                  <a:lnTo>
                    <a:pt x="0" y="140207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0667"/>
                  </a:lnTo>
                  <a:lnTo>
                    <a:pt x="8453" y="20359"/>
                  </a:lnTo>
                  <a:lnTo>
                    <a:pt x="44243" y="46720"/>
                  </a:lnTo>
                  <a:lnTo>
                    <a:pt x="57911" y="47243"/>
                  </a:lnTo>
                  <a:lnTo>
                    <a:pt x="269747" y="47243"/>
                  </a:lnTo>
                  <a:lnTo>
                    <a:pt x="307847" y="42671"/>
                  </a:lnTo>
                  <a:lnTo>
                    <a:pt x="320039" y="19811"/>
                  </a:lnTo>
                  <a:lnTo>
                    <a:pt x="320039" y="10667"/>
                  </a:lnTo>
                  <a:lnTo>
                    <a:pt x="320039" y="0"/>
                  </a:lnTo>
                  <a:lnTo>
                    <a:pt x="327659" y="0"/>
                  </a:lnTo>
                  <a:lnTo>
                    <a:pt x="327659" y="14020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42" name="Google Shape;2542;p41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51204" y="5660136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43" name="Google Shape;2543;p41"/>
            <p:cNvSpPr/>
            <p:nvPr/>
          </p:nvSpPr>
          <p:spPr>
            <a:xfrm>
              <a:off x="1184148" y="5518404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66700" y="27431"/>
                  </a:lnTo>
                  <a:lnTo>
                    <a:pt x="263652" y="21335"/>
                  </a:lnTo>
                  <a:lnTo>
                    <a:pt x="254507" y="12191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72795" y="94487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44" name="Google Shape;2544;p41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51204" y="5314187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45" name="Google Shape;2545;p41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135380" y="3901440"/>
              <a:ext cx="448019" cy="138531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546" name="Google Shape;2546;p41"/>
          <p:cNvSpPr/>
          <p:nvPr/>
        </p:nvSpPr>
        <p:spPr>
          <a:xfrm>
            <a:off x="1135367" y="2665476"/>
            <a:ext cx="448309" cy="1091565"/>
          </a:xfrm>
          <a:custGeom>
            <a:rect b="b" l="l" r="r" t="t"/>
            <a:pathLst>
              <a:path extrusionOk="0" h="1091564" w="448309">
                <a:moveTo>
                  <a:pt x="48780" y="291084"/>
                </a:moveTo>
                <a:lnTo>
                  <a:pt x="45732" y="284988"/>
                </a:lnTo>
                <a:lnTo>
                  <a:pt x="36588" y="275844"/>
                </a:lnTo>
                <a:lnTo>
                  <a:pt x="30492" y="274320"/>
                </a:lnTo>
                <a:lnTo>
                  <a:pt x="16776" y="274320"/>
                </a:lnTo>
                <a:lnTo>
                  <a:pt x="12204" y="275844"/>
                </a:lnTo>
                <a:lnTo>
                  <a:pt x="7632" y="280416"/>
                </a:lnTo>
                <a:lnTo>
                  <a:pt x="1524" y="284988"/>
                </a:lnTo>
                <a:lnTo>
                  <a:pt x="0" y="291084"/>
                </a:lnTo>
                <a:lnTo>
                  <a:pt x="0" y="304800"/>
                </a:lnTo>
                <a:lnTo>
                  <a:pt x="1524" y="310896"/>
                </a:lnTo>
                <a:lnTo>
                  <a:pt x="7632" y="315468"/>
                </a:lnTo>
                <a:lnTo>
                  <a:pt x="12204" y="320040"/>
                </a:lnTo>
                <a:lnTo>
                  <a:pt x="16776" y="323088"/>
                </a:lnTo>
                <a:lnTo>
                  <a:pt x="30492" y="323088"/>
                </a:lnTo>
                <a:lnTo>
                  <a:pt x="36588" y="320040"/>
                </a:lnTo>
                <a:lnTo>
                  <a:pt x="45732" y="310896"/>
                </a:lnTo>
                <a:lnTo>
                  <a:pt x="48780" y="304800"/>
                </a:lnTo>
                <a:lnTo>
                  <a:pt x="48780" y="291084"/>
                </a:lnTo>
                <a:close/>
              </a:path>
              <a:path extrusionOk="0" h="1091564" w="448309">
                <a:moveTo>
                  <a:pt x="342900" y="373380"/>
                </a:moveTo>
                <a:lnTo>
                  <a:pt x="335280" y="373380"/>
                </a:lnTo>
                <a:lnTo>
                  <a:pt x="335280" y="382524"/>
                </a:lnTo>
                <a:lnTo>
                  <a:pt x="333756" y="390144"/>
                </a:lnTo>
                <a:lnTo>
                  <a:pt x="332232" y="394716"/>
                </a:lnTo>
                <a:lnTo>
                  <a:pt x="326136" y="400812"/>
                </a:lnTo>
                <a:lnTo>
                  <a:pt x="321564" y="402336"/>
                </a:lnTo>
                <a:lnTo>
                  <a:pt x="317042" y="404342"/>
                </a:lnTo>
                <a:lnTo>
                  <a:pt x="310515" y="405765"/>
                </a:lnTo>
                <a:lnTo>
                  <a:pt x="302285" y="406628"/>
                </a:lnTo>
                <a:lnTo>
                  <a:pt x="292608" y="406908"/>
                </a:lnTo>
                <a:lnTo>
                  <a:pt x="214884" y="406908"/>
                </a:lnTo>
                <a:lnTo>
                  <a:pt x="196011" y="407200"/>
                </a:lnTo>
                <a:lnTo>
                  <a:pt x="147929" y="414578"/>
                </a:lnTo>
                <a:lnTo>
                  <a:pt x="118300" y="446151"/>
                </a:lnTo>
                <a:lnTo>
                  <a:pt x="115824" y="463296"/>
                </a:lnTo>
                <a:lnTo>
                  <a:pt x="116382" y="471297"/>
                </a:lnTo>
                <a:lnTo>
                  <a:pt x="137350" y="513207"/>
                </a:lnTo>
                <a:lnTo>
                  <a:pt x="161544" y="537972"/>
                </a:lnTo>
                <a:lnTo>
                  <a:pt x="0" y="537972"/>
                </a:lnTo>
                <a:lnTo>
                  <a:pt x="0" y="548640"/>
                </a:lnTo>
                <a:lnTo>
                  <a:pt x="27432" y="612648"/>
                </a:lnTo>
                <a:lnTo>
                  <a:pt x="35052" y="608076"/>
                </a:lnTo>
                <a:lnTo>
                  <a:pt x="32004" y="601980"/>
                </a:lnTo>
                <a:lnTo>
                  <a:pt x="30480" y="595884"/>
                </a:lnTo>
                <a:lnTo>
                  <a:pt x="30480" y="589788"/>
                </a:lnTo>
                <a:lnTo>
                  <a:pt x="33528" y="583692"/>
                </a:lnTo>
                <a:lnTo>
                  <a:pt x="36576" y="582168"/>
                </a:lnTo>
                <a:lnTo>
                  <a:pt x="39624" y="579120"/>
                </a:lnTo>
                <a:lnTo>
                  <a:pt x="45720" y="579120"/>
                </a:lnTo>
                <a:lnTo>
                  <a:pt x="52031" y="578243"/>
                </a:lnTo>
                <a:lnTo>
                  <a:pt x="61912" y="577786"/>
                </a:lnTo>
                <a:lnTo>
                  <a:pt x="92964" y="577596"/>
                </a:lnTo>
                <a:lnTo>
                  <a:pt x="302069" y="577621"/>
                </a:lnTo>
                <a:lnTo>
                  <a:pt x="309943" y="577786"/>
                </a:lnTo>
                <a:lnTo>
                  <a:pt x="316407" y="578243"/>
                </a:lnTo>
                <a:lnTo>
                  <a:pt x="321564" y="579120"/>
                </a:lnTo>
                <a:lnTo>
                  <a:pt x="326136" y="582168"/>
                </a:lnTo>
                <a:lnTo>
                  <a:pt x="329184" y="583692"/>
                </a:lnTo>
                <a:lnTo>
                  <a:pt x="333756" y="592836"/>
                </a:lnTo>
                <a:lnTo>
                  <a:pt x="335280" y="600456"/>
                </a:lnTo>
                <a:lnTo>
                  <a:pt x="335280" y="611124"/>
                </a:lnTo>
                <a:lnTo>
                  <a:pt x="342900" y="611124"/>
                </a:lnTo>
                <a:lnTo>
                  <a:pt x="342900" y="502920"/>
                </a:lnTo>
                <a:lnTo>
                  <a:pt x="335280" y="502920"/>
                </a:lnTo>
                <a:lnTo>
                  <a:pt x="335280" y="513588"/>
                </a:lnTo>
                <a:lnTo>
                  <a:pt x="333756" y="521208"/>
                </a:lnTo>
                <a:lnTo>
                  <a:pt x="330708" y="525780"/>
                </a:lnTo>
                <a:lnTo>
                  <a:pt x="329184" y="530352"/>
                </a:lnTo>
                <a:lnTo>
                  <a:pt x="326136" y="533400"/>
                </a:lnTo>
                <a:lnTo>
                  <a:pt x="317906" y="536054"/>
                </a:lnTo>
                <a:lnTo>
                  <a:pt x="311658" y="537019"/>
                </a:lnTo>
                <a:lnTo>
                  <a:pt x="303136" y="537718"/>
                </a:lnTo>
                <a:lnTo>
                  <a:pt x="292608" y="537972"/>
                </a:lnTo>
                <a:lnTo>
                  <a:pt x="176784" y="537972"/>
                </a:lnTo>
                <a:lnTo>
                  <a:pt x="167601" y="529120"/>
                </a:lnTo>
                <a:lnTo>
                  <a:pt x="160401" y="520827"/>
                </a:lnTo>
                <a:lnTo>
                  <a:pt x="154927" y="513118"/>
                </a:lnTo>
                <a:lnTo>
                  <a:pt x="150876" y="505968"/>
                </a:lnTo>
                <a:lnTo>
                  <a:pt x="146304" y="498348"/>
                </a:lnTo>
                <a:lnTo>
                  <a:pt x="144780" y="489204"/>
                </a:lnTo>
                <a:lnTo>
                  <a:pt x="144780" y="473964"/>
                </a:lnTo>
                <a:lnTo>
                  <a:pt x="146304" y="467868"/>
                </a:lnTo>
                <a:lnTo>
                  <a:pt x="150876" y="461772"/>
                </a:lnTo>
                <a:lnTo>
                  <a:pt x="153924" y="455676"/>
                </a:lnTo>
                <a:lnTo>
                  <a:pt x="198297" y="446582"/>
                </a:lnTo>
                <a:lnTo>
                  <a:pt x="315468" y="446532"/>
                </a:lnTo>
                <a:lnTo>
                  <a:pt x="321564" y="448056"/>
                </a:lnTo>
                <a:lnTo>
                  <a:pt x="327660" y="451104"/>
                </a:lnTo>
                <a:lnTo>
                  <a:pt x="330708" y="454152"/>
                </a:lnTo>
                <a:lnTo>
                  <a:pt x="333756" y="458724"/>
                </a:lnTo>
                <a:lnTo>
                  <a:pt x="335280" y="466344"/>
                </a:lnTo>
                <a:lnTo>
                  <a:pt x="335280" y="481584"/>
                </a:lnTo>
                <a:lnTo>
                  <a:pt x="342900" y="481584"/>
                </a:lnTo>
                <a:lnTo>
                  <a:pt x="342900" y="373380"/>
                </a:lnTo>
                <a:close/>
              </a:path>
              <a:path extrusionOk="0" h="1091564" w="448309">
                <a:moveTo>
                  <a:pt x="342912" y="245364"/>
                </a:moveTo>
                <a:lnTo>
                  <a:pt x="335292" y="245364"/>
                </a:lnTo>
                <a:lnTo>
                  <a:pt x="335292" y="254508"/>
                </a:lnTo>
                <a:lnTo>
                  <a:pt x="333768" y="262128"/>
                </a:lnTo>
                <a:lnTo>
                  <a:pt x="292620" y="278892"/>
                </a:lnTo>
                <a:lnTo>
                  <a:pt x="115836" y="278892"/>
                </a:lnTo>
                <a:lnTo>
                  <a:pt x="115836" y="288036"/>
                </a:lnTo>
                <a:lnTo>
                  <a:pt x="143268" y="353568"/>
                </a:lnTo>
                <a:lnTo>
                  <a:pt x="150888" y="348996"/>
                </a:lnTo>
                <a:lnTo>
                  <a:pt x="147840" y="344424"/>
                </a:lnTo>
                <a:lnTo>
                  <a:pt x="147840" y="327660"/>
                </a:lnTo>
                <a:lnTo>
                  <a:pt x="191985" y="318541"/>
                </a:lnTo>
                <a:lnTo>
                  <a:pt x="301510" y="318541"/>
                </a:lnTo>
                <a:lnTo>
                  <a:pt x="335292" y="341376"/>
                </a:lnTo>
                <a:lnTo>
                  <a:pt x="335292" y="352044"/>
                </a:lnTo>
                <a:lnTo>
                  <a:pt x="342912" y="352044"/>
                </a:lnTo>
                <a:lnTo>
                  <a:pt x="342912" y="318541"/>
                </a:lnTo>
                <a:lnTo>
                  <a:pt x="342912" y="245364"/>
                </a:lnTo>
                <a:close/>
              </a:path>
              <a:path extrusionOk="0" h="1091564" w="448309">
                <a:moveTo>
                  <a:pt x="350532" y="769620"/>
                </a:moveTo>
                <a:lnTo>
                  <a:pt x="345008" y="728472"/>
                </a:lnTo>
                <a:lnTo>
                  <a:pt x="329184" y="691896"/>
                </a:lnTo>
                <a:lnTo>
                  <a:pt x="302895" y="661416"/>
                </a:lnTo>
                <a:lnTo>
                  <a:pt x="265188" y="635508"/>
                </a:lnTo>
                <a:lnTo>
                  <a:pt x="262128" y="641604"/>
                </a:lnTo>
                <a:lnTo>
                  <a:pt x="280111" y="656183"/>
                </a:lnTo>
                <a:lnTo>
                  <a:pt x="295097" y="670179"/>
                </a:lnTo>
                <a:lnTo>
                  <a:pt x="321475" y="708469"/>
                </a:lnTo>
                <a:lnTo>
                  <a:pt x="329184" y="751332"/>
                </a:lnTo>
                <a:lnTo>
                  <a:pt x="328041" y="769289"/>
                </a:lnTo>
                <a:lnTo>
                  <a:pt x="310908" y="816864"/>
                </a:lnTo>
                <a:lnTo>
                  <a:pt x="277253" y="851801"/>
                </a:lnTo>
                <a:lnTo>
                  <a:pt x="225552" y="870585"/>
                </a:lnTo>
                <a:lnTo>
                  <a:pt x="184404" y="874776"/>
                </a:lnTo>
                <a:lnTo>
                  <a:pt x="158140" y="873683"/>
                </a:lnTo>
                <a:lnTo>
                  <a:pt x="113042" y="865784"/>
                </a:lnTo>
                <a:lnTo>
                  <a:pt x="77368" y="850963"/>
                </a:lnTo>
                <a:lnTo>
                  <a:pt x="41160" y="818388"/>
                </a:lnTo>
                <a:lnTo>
                  <a:pt x="25514" y="775957"/>
                </a:lnTo>
                <a:lnTo>
                  <a:pt x="24396" y="760476"/>
                </a:lnTo>
                <a:lnTo>
                  <a:pt x="25819" y="741641"/>
                </a:lnTo>
                <a:lnTo>
                  <a:pt x="47256" y="693420"/>
                </a:lnTo>
                <a:lnTo>
                  <a:pt x="96761" y="659993"/>
                </a:lnTo>
                <a:lnTo>
                  <a:pt x="120408" y="652272"/>
                </a:lnTo>
                <a:lnTo>
                  <a:pt x="120408" y="644652"/>
                </a:lnTo>
                <a:lnTo>
                  <a:pt x="7632" y="652272"/>
                </a:lnTo>
                <a:lnTo>
                  <a:pt x="7632" y="659892"/>
                </a:lnTo>
                <a:lnTo>
                  <a:pt x="15252" y="661416"/>
                </a:lnTo>
                <a:lnTo>
                  <a:pt x="21348" y="664464"/>
                </a:lnTo>
                <a:lnTo>
                  <a:pt x="25920" y="667512"/>
                </a:lnTo>
                <a:lnTo>
                  <a:pt x="28968" y="670560"/>
                </a:lnTo>
                <a:lnTo>
                  <a:pt x="30492" y="675132"/>
                </a:lnTo>
                <a:lnTo>
                  <a:pt x="30492" y="682752"/>
                </a:lnTo>
                <a:lnTo>
                  <a:pt x="28968" y="687324"/>
                </a:lnTo>
                <a:lnTo>
                  <a:pt x="24396" y="693420"/>
                </a:lnTo>
                <a:lnTo>
                  <a:pt x="17272" y="710590"/>
                </a:lnTo>
                <a:lnTo>
                  <a:pt x="12014" y="727900"/>
                </a:lnTo>
                <a:lnTo>
                  <a:pt x="8750" y="745502"/>
                </a:lnTo>
                <a:lnTo>
                  <a:pt x="7632" y="763524"/>
                </a:lnTo>
                <a:lnTo>
                  <a:pt x="9055" y="785837"/>
                </a:lnTo>
                <a:lnTo>
                  <a:pt x="20485" y="827608"/>
                </a:lnTo>
                <a:lnTo>
                  <a:pt x="43065" y="865632"/>
                </a:lnTo>
                <a:lnTo>
                  <a:pt x="75069" y="895350"/>
                </a:lnTo>
                <a:lnTo>
                  <a:pt x="115404" y="916787"/>
                </a:lnTo>
                <a:lnTo>
                  <a:pt x="160070" y="928217"/>
                </a:lnTo>
                <a:lnTo>
                  <a:pt x="184404" y="929640"/>
                </a:lnTo>
                <a:lnTo>
                  <a:pt x="213487" y="927404"/>
                </a:lnTo>
                <a:lnTo>
                  <a:pt x="266496" y="910361"/>
                </a:lnTo>
                <a:lnTo>
                  <a:pt x="316445" y="871207"/>
                </a:lnTo>
                <a:lnTo>
                  <a:pt x="346786" y="808253"/>
                </a:lnTo>
                <a:lnTo>
                  <a:pt x="350532" y="769620"/>
                </a:lnTo>
                <a:close/>
              </a:path>
              <a:path extrusionOk="0" h="1091564" w="448309">
                <a:moveTo>
                  <a:pt x="448056" y="118872"/>
                </a:moveTo>
                <a:lnTo>
                  <a:pt x="440436" y="118872"/>
                </a:lnTo>
                <a:lnTo>
                  <a:pt x="440321" y="130136"/>
                </a:lnTo>
                <a:lnTo>
                  <a:pt x="438912" y="137160"/>
                </a:lnTo>
                <a:lnTo>
                  <a:pt x="435864" y="141732"/>
                </a:lnTo>
                <a:lnTo>
                  <a:pt x="434340" y="146304"/>
                </a:lnTo>
                <a:lnTo>
                  <a:pt x="431292" y="149352"/>
                </a:lnTo>
                <a:lnTo>
                  <a:pt x="397764" y="153924"/>
                </a:lnTo>
                <a:lnTo>
                  <a:pt x="329184" y="153924"/>
                </a:lnTo>
                <a:lnTo>
                  <a:pt x="336804" y="146304"/>
                </a:lnTo>
                <a:lnTo>
                  <a:pt x="341376" y="138684"/>
                </a:lnTo>
                <a:lnTo>
                  <a:pt x="342900" y="132588"/>
                </a:lnTo>
                <a:lnTo>
                  <a:pt x="345782" y="125450"/>
                </a:lnTo>
                <a:lnTo>
                  <a:pt x="345909" y="124968"/>
                </a:lnTo>
                <a:lnTo>
                  <a:pt x="347662" y="117729"/>
                </a:lnTo>
                <a:lnTo>
                  <a:pt x="347713" y="117348"/>
                </a:lnTo>
                <a:lnTo>
                  <a:pt x="348691" y="109448"/>
                </a:lnTo>
                <a:lnTo>
                  <a:pt x="348996" y="100584"/>
                </a:lnTo>
                <a:lnTo>
                  <a:pt x="347027" y="80873"/>
                </a:lnTo>
                <a:lnTo>
                  <a:pt x="341185" y="62865"/>
                </a:lnTo>
                <a:lnTo>
                  <a:pt x="333756" y="50190"/>
                </a:lnTo>
                <a:lnTo>
                  <a:pt x="333756" y="102108"/>
                </a:lnTo>
                <a:lnTo>
                  <a:pt x="333171" y="111213"/>
                </a:lnTo>
                <a:lnTo>
                  <a:pt x="311467" y="145542"/>
                </a:lnTo>
                <a:lnTo>
                  <a:pt x="263652" y="153924"/>
                </a:lnTo>
                <a:lnTo>
                  <a:pt x="182880" y="153924"/>
                </a:lnTo>
                <a:lnTo>
                  <a:pt x="156972" y="124968"/>
                </a:lnTo>
                <a:lnTo>
                  <a:pt x="150876" y="109728"/>
                </a:lnTo>
                <a:lnTo>
                  <a:pt x="150926" y="101727"/>
                </a:lnTo>
                <a:lnTo>
                  <a:pt x="169164" y="65532"/>
                </a:lnTo>
                <a:lnTo>
                  <a:pt x="223177" y="44107"/>
                </a:lnTo>
                <a:lnTo>
                  <a:pt x="246888" y="42672"/>
                </a:lnTo>
                <a:lnTo>
                  <a:pt x="267462" y="43840"/>
                </a:lnTo>
                <a:lnTo>
                  <a:pt x="315468" y="62484"/>
                </a:lnTo>
                <a:lnTo>
                  <a:pt x="333756" y="102108"/>
                </a:lnTo>
                <a:lnTo>
                  <a:pt x="333756" y="50190"/>
                </a:lnTo>
                <a:lnTo>
                  <a:pt x="298831" y="18008"/>
                </a:lnTo>
                <a:lnTo>
                  <a:pt x="251447" y="2006"/>
                </a:lnTo>
                <a:lnTo>
                  <a:pt x="224028" y="0"/>
                </a:lnTo>
                <a:lnTo>
                  <a:pt x="200025" y="1714"/>
                </a:lnTo>
                <a:lnTo>
                  <a:pt x="158877" y="15430"/>
                </a:lnTo>
                <a:lnTo>
                  <a:pt x="122491" y="52578"/>
                </a:lnTo>
                <a:lnTo>
                  <a:pt x="115824" y="82296"/>
                </a:lnTo>
                <a:lnTo>
                  <a:pt x="116446" y="92303"/>
                </a:lnTo>
                <a:lnTo>
                  <a:pt x="134861" y="127787"/>
                </a:lnTo>
                <a:lnTo>
                  <a:pt x="167640" y="153924"/>
                </a:lnTo>
                <a:lnTo>
                  <a:pt x="115824" y="153924"/>
                </a:lnTo>
                <a:lnTo>
                  <a:pt x="115824" y="163068"/>
                </a:lnTo>
                <a:lnTo>
                  <a:pt x="143256" y="228600"/>
                </a:lnTo>
                <a:lnTo>
                  <a:pt x="150876" y="225552"/>
                </a:lnTo>
                <a:lnTo>
                  <a:pt x="147828" y="219456"/>
                </a:lnTo>
                <a:lnTo>
                  <a:pt x="147828" y="204216"/>
                </a:lnTo>
                <a:lnTo>
                  <a:pt x="150876" y="201168"/>
                </a:lnTo>
                <a:lnTo>
                  <a:pt x="152400" y="198120"/>
                </a:lnTo>
                <a:lnTo>
                  <a:pt x="158496" y="195072"/>
                </a:lnTo>
                <a:lnTo>
                  <a:pt x="162788" y="194195"/>
                </a:lnTo>
                <a:lnTo>
                  <a:pt x="168783" y="193738"/>
                </a:lnTo>
                <a:lnTo>
                  <a:pt x="176504" y="193573"/>
                </a:lnTo>
                <a:lnTo>
                  <a:pt x="405498" y="193573"/>
                </a:lnTo>
                <a:lnTo>
                  <a:pt x="434340" y="202692"/>
                </a:lnTo>
                <a:lnTo>
                  <a:pt x="438912" y="210312"/>
                </a:lnTo>
                <a:lnTo>
                  <a:pt x="440436" y="217932"/>
                </a:lnTo>
                <a:lnTo>
                  <a:pt x="440436" y="233172"/>
                </a:lnTo>
                <a:lnTo>
                  <a:pt x="448056" y="233172"/>
                </a:lnTo>
                <a:lnTo>
                  <a:pt x="448056" y="193573"/>
                </a:lnTo>
                <a:lnTo>
                  <a:pt x="448056" y="118872"/>
                </a:lnTo>
                <a:close/>
              </a:path>
              <a:path extrusionOk="0" h="1091564" w="448309">
                <a:moveTo>
                  <a:pt x="448068" y="957072"/>
                </a:moveTo>
                <a:lnTo>
                  <a:pt x="438924" y="957072"/>
                </a:lnTo>
                <a:lnTo>
                  <a:pt x="430657" y="969073"/>
                </a:lnTo>
                <a:lnTo>
                  <a:pt x="421970" y="979932"/>
                </a:lnTo>
                <a:lnTo>
                  <a:pt x="384632" y="1012126"/>
                </a:lnTo>
                <a:lnTo>
                  <a:pt x="341579" y="1030795"/>
                </a:lnTo>
                <a:lnTo>
                  <a:pt x="289737" y="1041615"/>
                </a:lnTo>
                <a:lnTo>
                  <a:pt x="243395" y="1045133"/>
                </a:lnTo>
                <a:lnTo>
                  <a:pt x="217944" y="1045464"/>
                </a:lnTo>
                <a:lnTo>
                  <a:pt x="194221" y="1044892"/>
                </a:lnTo>
                <a:lnTo>
                  <a:pt x="148501" y="1040320"/>
                </a:lnTo>
                <a:lnTo>
                  <a:pt x="105879" y="1031163"/>
                </a:lnTo>
                <a:lnTo>
                  <a:pt x="70345" y="1016825"/>
                </a:lnTo>
                <a:lnTo>
                  <a:pt x="29921" y="985647"/>
                </a:lnTo>
                <a:lnTo>
                  <a:pt x="10680" y="957072"/>
                </a:lnTo>
                <a:lnTo>
                  <a:pt x="1536" y="957072"/>
                </a:lnTo>
                <a:lnTo>
                  <a:pt x="36398" y="1012126"/>
                </a:lnTo>
                <a:lnTo>
                  <a:pt x="88404" y="1054608"/>
                </a:lnTo>
                <a:lnTo>
                  <a:pt x="153555" y="1082040"/>
                </a:lnTo>
                <a:lnTo>
                  <a:pt x="225564" y="1091184"/>
                </a:lnTo>
                <a:lnTo>
                  <a:pt x="250444" y="1090041"/>
                </a:lnTo>
                <a:lnTo>
                  <a:pt x="299072" y="1080897"/>
                </a:lnTo>
                <a:lnTo>
                  <a:pt x="346240" y="1062634"/>
                </a:lnTo>
                <a:lnTo>
                  <a:pt x="387388" y="1035824"/>
                </a:lnTo>
                <a:lnTo>
                  <a:pt x="417410" y="1006373"/>
                </a:lnTo>
                <a:lnTo>
                  <a:pt x="438607" y="975410"/>
                </a:lnTo>
                <a:lnTo>
                  <a:pt x="448068" y="95707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47" name="Google Shape;2547;p41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728216" y="4116323"/>
            <a:ext cx="448056" cy="2462784"/>
          </a:xfrm>
          <a:prstGeom prst="rect">
            <a:avLst/>
          </a:prstGeom>
          <a:noFill/>
          <a:ln>
            <a:noFill/>
          </a:ln>
        </p:spPr>
      </p:pic>
      <p:sp>
        <p:nvSpPr>
          <p:cNvPr id="2548" name="Google Shape;2548;p41"/>
          <p:cNvSpPr/>
          <p:nvPr/>
        </p:nvSpPr>
        <p:spPr>
          <a:xfrm>
            <a:off x="2423160" y="8936735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3716"/>
                </a:lnTo>
                <a:lnTo>
                  <a:pt x="9143" y="9144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7243" y="3048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53339" y="51816"/>
                </a:lnTo>
                <a:lnTo>
                  <a:pt x="47243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49" name="Google Shape;2549;p41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362200" y="6819900"/>
            <a:ext cx="225552" cy="1848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50" name="Google Shape;2550;p41"/>
          <p:cNvGrpSpPr/>
          <p:nvPr/>
        </p:nvGrpSpPr>
        <p:grpSpPr>
          <a:xfrm>
            <a:off x="2362200" y="5995415"/>
            <a:ext cx="175260" cy="756032"/>
            <a:chOff x="2362200" y="5995415"/>
            <a:chExt cx="175260" cy="756032"/>
          </a:xfrm>
        </p:grpSpPr>
        <p:sp>
          <p:nvSpPr>
            <p:cNvPr id="2551" name="Google Shape;2551;p41"/>
            <p:cNvSpPr/>
            <p:nvPr/>
          </p:nvSpPr>
          <p:spPr>
            <a:xfrm>
              <a:off x="2362200" y="6199632"/>
              <a:ext cx="175260" cy="551815"/>
            </a:xfrm>
            <a:custGeom>
              <a:rect b="b" l="l" r="r" t="t"/>
              <a:pathLst>
                <a:path extrusionOk="0" h="551815" w="175260">
                  <a:moveTo>
                    <a:pt x="172212" y="429768"/>
                  </a:moveTo>
                  <a:lnTo>
                    <a:pt x="169164" y="429768"/>
                  </a:lnTo>
                  <a:lnTo>
                    <a:pt x="169164" y="438912"/>
                  </a:lnTo>
                  <a:lnTo>
                    <a:pt x="167640" y="440436"/>
                  </a:lnTo>
                  <a:lnTo>
                    <a:pt x="167640" y="443484"/>
                  </a:lnTo>
                  <a:lnTo>
                    <a:pt x="164592" y="443484"/>
                  </a:lnTo>
                  <a:lnTo>
                    <a:pt x="163068" y="445008"/>
                  </a:lnTo>
                  <a:lnTo>
                    <a:pt x="160020" y="446532"/>
                  </a:lnTo>
                  <a:lnTo>
                    <a:pt x="89916" y="446532"/>
                  </a:lnTo>
                  <a:lnTo>
                    <a:pt x="77724" y="449580"/>
                  </a:lnTo>
                  <a:lnTo>
                    <a:pt x="65532" y="455676"/>
                  </a:lnTo>
                  <a:lnTo>
                    <a:pt x="59436" y="464820"/>
                  </a:lnTo>
                  <a:lnTo>
                    <a:pt x="57912" y="469392"/>
                  </a:lnTo>
                  <a:lnTo>
                    <a:pt x="57912" y="475488"/>
                  </a:lnTo>
                  <a:lnTo>
                    <a:pt x="59563" y="484632"/>
                  </a:lnTo>
                  <a:lnTo>
                    <a:pt x="64389" y="493966"/>
                  </a:lnTo>
                  <a:lnTo>
                    <a:pt x="72047" y="503567"/>
                  </a:lnTo>
                  <a:lnTo>
                    <a:pt x="82296" y="513588"/>
                  </a:lnTo>
                  <a:lnTo>
                    <a:pt x="57912" y="513588"/>
                  </a:lnTo>
                  <a:lnTo>
                    <a:pt x="57912" y="519684"/>
                  </a:lnTo>
                  <a:lnTo>
                    <a:pt x="71628" y="551688"/>
                  </a:lnTo>
                  <a:lnTo>
                    <a:pt x="74676" y="550164"/>
                  </a:lnTo>
                  <a:lnTo>
                    <a:pt x="74676" y="547116"/>
                  </a:lnTo>
                  <a:lnTo>
                    <a:pt x="73152" y="544068"/>
                  </a:lnTo>
                  <a:lnTo>
                    <a:pt x="73152" y="539496"/>
                  </a:lnTo>
                  <a:lnTo>
                    <a:pt x="77724" y="534924"/>
                  </a:lnTo>
                  <a:lnTo>
                    <a:pt x="80772" y="534924"/>
                  </a:lnTo>
                  <a:lnTo>
                    <a:pt x="83820" y="533400"/>
                  </a:lnTo>
                  <a:lnTo>
                    <a:pt x="156972" y="533400"/>
                  </a:lnTo>
                  <a:lnTo>
                    <a:pt x="163068" y="534924"/>
                  </a:lnTo>
                  <a:lnTo>
                    <a:pt x="166116" y="536448"/>
                  </a:lnTo>
                  <a:lnTo>
                    <a:pt x="167640" y="537972"/>
                  </a:lnTo>
                  <a:lnTo>
                    <a:pt x="169164" y="542544"/>
                  </a:lnTo>
                  <a:lnTo>
                    <a:pt x="169164" y="550164"/>
                  </a:lnTo>
                  <a:lnTo>
                    <a:pt x="172212" y="550164"/>
                  </a:lnTo>
                  <a:lnTo>
                    <a:pt x="172212" y="533400"/>
                  </a:lnTo>
                  <a:lnTo>
                    <a:pt x="172212" y="496824"/>
                  </a:lnTo>
                  <a:lnTo>
                    <a:pt x="169164" y="496824"/>
                  </a:lnTo>
                  <a:lnTo>
                    <a:pt x="169164" y="505968"/>
                  </a:lnTo>
                  <a:lnTo>
                    <a:pt x="167640" y="509016"/>
                  </a:lnTo>
                  <a:lnTo>
                    <a:pt x="167640" y="510540"/>
                  </a:lnTo>
                  <a:lnTo>
                    <a:pt x="164592" y="512064"/>
                  </a:lnTo>
                  <a:lnTo>
                    <a:pt x="163068" y="512064"/>
                  </a:lnTo>
                  <a:lnTo>
                    <a:pt x="161544" y="513588"/>
                  </a:lnTo>
                  <a:lnTo>
                    <a:pt x="89916" y="513588"/>
                  </a:lnTo>
                  <a:lnTo>
                    <a:pt x="82791" y="506501"/>
                  </a:lnTo>
                  <a:lnTo>
                    <a:pt x="77533" y="499110"/>
                  </a:lnTo>
                  <a:lnTo>
                    <a:pt x="74269" y="491731"/>
                  </a:lnTo>
                  <a:lnTo>
                    <a:pt x="73152" y="484632"/>
                  </a:lnTo>
                  <a:lnTo>
                    <a:pt x="73152" y="478536"/>
                  </a:lnTo>
                  <a:lnTo>
                    <a:pt x="76200" y="473964"/>
                  </a:lnTo>
                  <a:lnTo>
                    <a:pt x="85344" y="467868"/>
                  </a:lnTo>
                  <a:lnTo>
                    <a:pt x="92964" y="466344"/>
                  </a:lnTo>
                  <a:lnTo>
                    <a:pt x="160020" y="466344"/>
                  </a:lnTo>
                  <a:lnTo>
                    <a:pt x="166116" y="469392"/>
                  </a:lnTo>
                  <a:lnTo>
                    <a:pt x="169164" y="472440"/>
                  </a:lnTo>
                  <a:lnTo>
                    <a:pt x="169164" y="483108"/>
                  </a:lnTo>
                  <a:lnTo>
                    <a:pt x="172212" y="483108"/>
                  </a:lnTo>
                  <a:lnTo>
                    <a:pt x="172212" y="466344"/>
                  </a:lnTo>
                  <a:lnTo>
                    <a:pt x="172212" y="429768"/>
                  </a:lnTo>
                  <a:close/>
                </a:path>
                <a:path extrusionOk="0" h="551815" w="175260">
                  <a:moveTo>
                    <a:pt x="172212" y="115824"/>
                  </a:moveTo>
                  <a:lnTo>
                    <a:pt x="169164" y="115824"/>
                  </a:lnTo>
                  <a:lnTo>
                    <a:pt x="169164" y="124968"/>
                  </a:lnTo>
                  <a:lnTo>
                    <a:pt x="167640" y="126492"/>
                  </a:lnTo>
                  <a:lnTo>
                    <a:pt x="166116" y="129540"/>
                  </a:lnTo>
                  <a:lnTo>
                    <a:pt x="164592" y="131064"/>
                  </a:lnTo>
                  <a:lnTo>
                    <a:pt x="163068" y="131064"/>
                  </a:lnTo>
                  <a:lnTo>
                    <a:pt x="160020" y="132588"/>
                  </a:lnTo>
                  <a:lnTo>
                    <a:pt x="89916" y="132588"/>
                  </a:lnTo>
                  <a:lnTo>
                    <a:pt x="82296" y="134112"/>
                  </a:lnTo>
                  <a:lnTo>
                    <a:pt x="77724" y="135636"/>
                  </a:lnTo>
                  <a:lnTo>
                    <a:pt x="71628" y="137160"/>
                  </a:lnTo>
                  <a:lnTo>
                    <a:pt x="65532" y="141732"/>
                  </a:lnTo>
                  <a:lnTo>
                    <a:pt x="59436" y="150876"/>
                  </a:lnTo>
                  <a:lnTo>
                    <a:pt x="57912" y="155448"/>
                  </a:lnTo>
                  <a:lnTo>
                    <a:pt x="57912" y="167640"/>
                  </a:lnTo>
                  <a:lnTo>
                    <a:pt x="82296" y="198120"/>
                  </a:lnTo>
                  <a:lnTo>
                    <a:pt x="74676" y="201168"/>
                  </a:lnTo>
                  <a:lnTo>
                    <a:pt x="68580" y="204216"/>
                  </a:lnTo>
                  <a:lnTo>
                    <a:pt x="65532" y="208788"/>
                  </a:lnTo>
                  <a:lnTo>
                    <a:pt x="60960" y="213360"/>
                  </a:lnTo>
                  <a:lnTo>
                    <a:pt x="57912" y="219456"/>
                  </a:lnTo>
                  <a:lnTo>
                    <a:pt x="57912" y="230124"/>
                  </a:lnTo>
                  <a:lnTo>
                    <a:pt x="59436" y="234696"/>
                  </a:lnTo>
                  <a:lnTo>
                    <a:pt x="60960" y="237744"/>
                  </a:lnTo>
                  <a:lnTo>
                    <a:pt x="62484" y="242316"/>
                  </a:lnTo>
                  <a:lnTo>
                    <a:pt x="65532" y="246888"/>
                  </a:lnTo>
                  <a:lnTo>
                    <a:pt x="82296" y="263652"/>
                  </a:lnTo>
                  <a:lnTo>
                    <a:pt x="57912" y="263652"/>
                  </a:lnTo>
                  <a:lnTo>
                    <a:pt x="57912" y="268224"/>
                  </a:lnTo>
                  <a:lnTo>
                    <a:pt x="71628" y="301752"/>
                  </a:lnTo>
                  <a:lnTo>
                    <a:pt x="74676" y="300228"/>
                  </a:lnTo>
                  <a:lnTo>
                    <a:pt x="74676" y="297180"/>
                  </a:lnTo>
                  <a:lnTo>
                    <a:pt x="73152" y="294132"/>
                  </a:lnTo>
                  <a:lnTo>
                    <a:pt x="73152" y="289560"/>
                  </a:lnTo>
                  <a:lnTo>
                    <a:pt x="77724" y="284988"/>
                  </a:lnTo>
                  <a:lnTo>
                    <a:pt x="80772" y="284988"/>
                  </a:lnTo>
                  <a:lnTo>
                    <a:pt x="85344" y="283464"/>
                  </a:lnTo>
                  <a:lnTo>
                    <a:pt x="160020" y="283464"/>
                  </a:lnTo>
                  <a:lnTo>
                    <a:pt x="163068" y="284988"/>
                  </a:lnTo>
                  <a:lnTo>
                    <a:pt x="164592" y="286512"/>
                  </a:lnTo>
                  <a:lnTo>
                    <a:pt x="167640" y="288036"/>
                  </a:lnTo>
                  <a:lnTo>
                    <a:pt x="167640" y="289560"/>
                  </a:lnTo>
                  <a:lnTo>
                    <a:pt x="169164" y="291084"/>
                  </a:lnTo>
                  <a:lnTo>
                    <a:pt x="169164" y="300228"/>
                  </a:lnTo>
                  <a:lnTo>
                    <a:pt x="172212" y="300228"/>
                  </a:lnTo>
                  <a:lnTo>
                    <a:pt x="172212" y="283464"/>
                  </a:lnTo>
                  <a:lnTo>
                    <a:pt x="172212" y="246888"/>
                  </a:lnTo>
                  <a:lnTo>
                    <a:pt x="169164" y="246888"/>
                  </a:lnTo>
                  <a:lnTo>
                    <a:pt x="169164" y="256032"/>
                  </a:lnTo>
                  <a:lnTo>
                    <a:pt x="167640" y="257556"/>
                  </a:lnTo>
                  <a:lnTo>
                    <a:pt x="167640" y="260604"/>
                  </a:lnTo>
                  <a:lnTo>
                    <a:pt x="164592" y="262128"/>
                  </a:lnTo>
                  <a:lnTo>
                    <a:pt x="163068" y="262128"/>
                  </a:lnTo>
                  <a:lnTo>
                    <a:pt x="161544" y="263652"/>
                  </a:lnTo>
                  <a:lnTo>
                    <a:pt x="88392" y="263652"/>
                  </a:lnTo>
                  <a:lnTo>
                    <a:pt x="83820" y="260604"/>
                  </a:lnTo>
                  <a:lnTo>
                    <a:pt x="80772" y="256032"/>
                  </a:lnTo>
                  <a:lnTo>
                    <a:pt x="77724" y="248412"/>
                  </a:lnTo>
                  <a:lnTo>
                    <a:pt x="74676" y="245364"/>
                  </a:lnTo>
                  <a:lnTo>
                    <a:pt x="73152" y="240792"/>
                  </a:lnTo>
                  <a:lnTo>
                    <a:pt x="73152" y="230124"/>
                  </a:lnTo>
                  <a:lnTo>
                    <a:pt x="76200" y="225552"/>
                  </a:lnTo>
                  <a:lnTo>
                    <a:pt x="85344" y="219456"/>
                  </a:lnTo>
                  <a:lnTo>
                    <a:pt x="91440" y="217932"/>
                  </a:lnTo>
                  <a:lnTo>
                    <a:pt x="161544" y="217932"/>
                  </a:lnTo>
                  <a:lnTo>
                    <a:pt x="164592" y="219456"/>
                  </a:lnTo>
                  <a:lnTo>
                    <a:pt x="167640" y="222504"/>
                  </a:lnTo>
                  <a:lnTo>
                    <a:pt x="169164" y="225552"/>
                  </a:lnTo>
                  <a:lnTo>
                    <a:pt x="169164" y="234696"/>
                  </a:lnTo>
                  <a:lnTo>
                    <a:pt x="172212" y="234696"/>
                  </a:lnTo>
                  <a:lnTo>
                    <a:pt x="172212" y="217932"/>
                  </a:lnTo>
                  <a:lnTo>
                    <a:pt x="172212" y="198120"/>
                  </a:lnTo>
                  <a:lnTo>
                    <a:pt x="172212" y="181356"/>
                  </a:lnTo>
                  <a:lnTo>
                    <a:pt x="169164" y="181356"/>
                  </a:lnTo>
                  <a:lnTo>
                    <a:pt x="169164" y="190500"/>
                  </a:lnTo>
                  <a:lnTo>
                    <a:pt x="167640" y="192024"/>
                  </a:lnTo>
                  <a:lnTo>
                    <a:pt x="166116" y="195072"/>
                  </a:lnTo>
                  <a:lnTo>
                    <a:pt x="164592" y="196596"/>
                  </a:lnTo>
                  <a:lnTo>
                    <a:pt x="163068" y="196596"/>
                  </a:lnTo>
                  <a:lnTo>
                    <a:pt x="161544" y="198120"/>
                  </a:lnTo>
                  <a:lnTo>
                    <a:pt x="88392" y="198120"/>
                  </a:lnTo>
                  <a:lnTo>
                    <a:pt x="83820" y="192024"/>
                  </a:lnTo>
                  <a:lnTo>
                    <a:pt x="79248" y="187452"/>
                  </a:lnTo>
                  <a:lnTo>
                    <a:pt x="77724" y="182880"/>
                  </a:lnTo>
                  <a:lnTo>
                    <a:pt x="74676" y="178308"/>
                  </a:lnTo>
                  <a:lnTo>
                    <a:pt x="73152" y="173736"/>
                  </a:lnTo>
                  <a:lnTo>
                    <a:pt x="73152" y="163068"/>
                  </a:lnTo>
                  <a:lnTo>
                    <a:pt x="76200" y="158496"/>
                  </a:lnTo>
                  <a:lnTo>
                    <a:pt x="85344" y="153924"/>
                  </a:lnTo>
                  <a:lnTo>
                    <a:pt x="91440" y="152400"/>
                  </a:lnTo>
                  <a:lnTo>
                    <a:pt x="160020" y="152400"/>
                  </a:lnTo>
                  <a:lnTo>
                    <a:pt x="166116" y="155448"/>
                  </a:lnTo>
                  <a:lnTo>
                    <a:pt x="169164" y="158496"/>
                  </a:lnTo>
                  <a:lnTo>
                    <a:pt x="169164" y="169164"/>
                  </a:lnTo>
                  <a:lnTo>
                    <a:pt x="172212" y="169164"/>
                  </a:lnTo>
                  <a:lnTo>
                    <a:pt x="172212" y="152400"/>
                  </a:lnTo>
                  <a:lnTo>
                    <a:pt x="172212" y="115824"/>
                  </a:lnTo>
                  <a:close/>
                </a:path>
                <a:path extrusionOk="0" h="551815" w="175260">
                  <a:moveTo>
                    <a:pt x="175247" y="336804"/>
                  </a:moveTo>
                  <a:lnTo>
                    <a:pt x="161531" y="304800"/>
                  </a:lnTo>
                  <a:lnTo>
                    <a:pt x="158483" y="306324"/>
                  </a:lnTo>
                  <a:lnTo>
                    <a:pt x="161531" y="312420"/>
                  </a:lnTo>
                  <a:lnTo>
                    <a:pt x="161531" y="316992"/>
                  </a:lnTo>
                  <a:lnTo>
                    <a:pt x="156959" y="321564"/>
                  </a:lnTo>
                  <a:lnTo>
                    <a:pt x="153911" y="321564"/>
                  </a:lnTo>
                  <a:lnTo>
                    <a:pt x="150507" y="322453"/>
                  </a:lnTo>
                  <a:lnTo>
                    <a:pt x="144957" y="322897"/>
                  </a:lnTo>
                  <a:lnTo>
                    <a:pt x="128003" y="323088"/>
                  </a:lnTo>
                  <a:lnTo>
                    <a:pt x="60947" y="323088"/>
                  </a:lnTo>
                  <a:lnTo>
                    <a:pt x="60947" y="359664"/>
                  </a:lnTo>
                  <a:lnTo>
                    <a:pt x="63995" y="359664"/>
                  </a:lnTo>
                  <a:lnTo>
                    <a:pt x="65519" y="352044"/>
                  </a:lnTo>
                  <a:lnTo>
                    <a:pt x="65519" y="348996"/>
                  </a:lnTo>
                  <a:lnTo>
                    <a:pt x="68567" y="345948"/>
                  </a:lnTo>
                  <a:lnTo>
                    <a:pt x="71615" y="344424"/>
                  </a:lnTo>
                  <a:lnTo>
                    <a:pt x="76187" y="342900"/>
                  </a:lnTo>
                  <a:lnTo>
                    <a:pt x="144767" y="342900"/>
                  </a:lnTo>
                  <a:lnTo>
                    <a:pt x="150863" y="348996"/>
                  </a:lnTo>
                  <a:lnTo>
                    <a:pt x="155435" y="355092"/>
                  </a:lnTo>
                  <a:lnTo>
                    <a:pt x="156959" y="359664"/>
                  </a:lnTo>
                  <a:lnTo>
                    <a:pt x="160007" y="364236"/>
                  </a:lnTo>
                  <a:lnTo>
                    <a:pt x="160007" y="376428"/>
                  </a:lnTo>
                  <a:lnTo>
                    <a:pt x="158483" y="381000"/>
                  </a:lnTo>
                  <a:lnTo>
                    <a:pt x="155435" y="384048"/>
                  </a:lnTo>
                  <a:lnTo>
                    <a:pt x="152387" y="388620"/>
                  </a:lnTo>
                  <a:lnTo>
                    <a:pt x="146291" y="390144"/>
                  </a:lnTo>
                  <a:lnTo>
                    <a:pt x="60947" y="390144"/>
                  </a:lnTo>
                  <a:lnTo>
                    <a:pt x="60947" y="428244"/>
                  </a:lnTo>
                  <a:lnTo>
                    <a:pt x="63995" y="428244"/>
                  </a:lnTo>
                  <a:lnTo>
                    <a:pt x="63995" y="422148"/>
                  </a:lnTo>
                  <a:lnTo>
                    <a:pt x="65519" y="419100"/>
                  </a:lnTo>
                  <a:lnTo>
                    <a:pt x="65519" y="416052"/>
                  </a:lnTo>
                  <a:lnTo>
                    <a:pt x="68567" y="413004"/>
                  </a:lnTo>
                  <a:lnTo>
                    <a:pt x="71615" y="411480"/>
                  </a:lnTo>
                  <a:lnTo>
                    <a:pt x="73139" y="409956"/>
                  </a:lnTo>
                  <a:lnTo>
                    <a:pt x="143243" y="409956"/>
                  </a:lnTo>
                  <a:lnTo>
                    <a:pt x="150863" y="408432"/>
                  </a:lnTo>
                  <a:lnTo>
                    <a:pt x="175247" y="387096"/>
                  </a:lnTo>
                  <a:lnTo>
                    <a:pt x="175247" y="370332"/>
                  </a:lnTo>
                  <a:lnTo>
                    <a:pt x="152387" y="342900"/>
                  </a:lnTo>
                  <a:lnTo>
                    <a:pt x="175247" y="342900"/>
                  </a:lnTo>
                  <a:lnTo>
                    <a:pt x="175247" y="336804"/>
                  </a:lnTo>
                  <a:close/>
                </a:path>
                <a:path extrusionOk="0" h="551815" w="175260">
                  <a:moveTo>
                    <a:pt x="175260" y="56388"/>
                  </a:moveTo>
                  <a:lnTo>
                    <a:pt x="174371" y="46367"/>
                  </a:lnTo>
                  <a:lnTo>
                    <a:pt x="171640" y="36766"/>
                  </a:lnTo>
                  <a:lnTo>
                    <a:pt x="167640" y="28930"/>
                  </a:lnTo>
                  <a:lnTo>
                    <a:pt x="167640" y="42672"/>
                  </a:lnTo>
                  <a:lnTo>
                    <a:pt x="167640" y="57912"/>
                  </a:lnTo>
                  <a:lnTo>
                    <a:pt x="164592" y="62484"/>
                  </a:lnTo>
                  <a:lnTo>
                    <a:pt x="163068" y="67056"/>
                  </a:lnTo>
                  <a:lnTo>
                    <a:pt x="160007" y="71628"/>
                  </a:lnTo>
                  <a:lnTo>
                    <a:pt x="155448" y="76200"/>
                  </a:lnTo>
                  <a:lnTo>
                    <a:pt x="88392" y="76200"/>
                  </a:lnTo>
                  <a:lnTo>
                    <a:pt x="83820" y="70104"/>
                  </a:lnTo>
                  <a:lnTo>
                    <a:pt x="80772" y="67056"/>
                  </a:lnTo>
                  <a:lnTo>
                    <a:pt x="79248" y="64008"/>
                  </a:lnTo>
                  <a:lnTo>
                    <a:pt x="76200" y="59436"/>
                  </a:lnTo>
                  <a:lnTo>
                    <a:pt x="76136" y="59245"/>
                  </a:lnTo>
                  <a:lnTo>
                    <a:pt x="74676" y="54864"/>
                  </a:lnTo>
                  <a:lnTo>
                    <a:pt x="74676" y="42672"/>
                  </a:lnTo>
                  <a:lnTo>
                    <a:pt x="109791" y="20383"/>
                  </a:lnTo>
                  <a:lnTo>
                    <a:pt x="120396" y="19812"/>
                  </a:lnTo>
                  <a:lnTo>
                    <a:pt x="131229" y="20383"/>
                  </a:lnTo>
                  <a:lnTo>
                    <a:pt x="167640" y="42672"/>
                  </a:lnTo>
                  <a:lnTo>
                    <a:pt x="167640" y="28930"/>
                  </a:lnTo>
                  <a:lnTo>
                    <a:pt x="126796" y="1143"/>
                  </a:lnTo>
                  <a:lnTo>
                    <a:pt x="112776" y="0"/>
                  </a:lnTo>
                  <a:lnTo>
                    <a:pt x="100787" y="622"/>
                  </a:lnTo>
                  <a:lnTo>
                    <a:pt x="66903" y="18440"/>
                  </a:lnTo>
                  <a:lnTo>
                    <a:pt x="57912" y="41148"/>
                  </a:lnTo>
                  <a:lnTo>
                    <a:pt x="59334" y="50279"/>
                  </a:lnTo>
                  <a:lnTo>
                    <a:pt x="63627" y="59245"/>
                  </a:lnTo>
                  <a:lnTo>
                    <a:pt x="70764" y="67945"/>
                  </a:lnTo>
                  <a:lnTo>
                    <a:pt x="80772" y="76200"/>
                  </a:lnTo>
                  <a:lnTo>
                    <a:pt x="0" y="76200"/>
                  </a:lnTo>
                  <a:lnTo>
                    <a:pt x="0" y="80772"/>
                  </a:lnTo>
                  <a:lnTo>
                    <a:pt x="13716" y="114300"/>
                  </a:lnTo>
                  <a:lnTo>
                    <a:pt x="16764" y="112776"/>
                  </a:lnTo>
                  <a:lnTo>
                    <a:pt x="16764" y="108204"/>
                  </a:lnTo>
                  <a:lnTo>
                    <a:pt x="15240" y="106680"/>
                  </a:lnTo>
                  <a:lnTo>
                    <a:pt x="15240" y="102108"/>
                  </a:lnTo>
                  <a:lnTo>
                    <a:pt x="16764" y="100584"/>
                  </a:lnTo>
                  <a:lnTo>
                    <a:pt x="16764" y="99060"/>
                  </a:lnTo>
                  <a:lnTo>
                    <a:pt x="18288" y="97536"/>
                  </a:lnTo>
                  <a:lnTo>
                    <a:pt x="19812" y="97536"/>
                  </a:lnTo>
                  <a:lnTo>
                    <a:pt x="22860" y="96012"/>
                  </a:lnTo>
                  <a:lnTo>
                    <a:pt x="163068" y="96012"/>
                  </a:lnTo>
                  <a:lnTo>
                    <a:pt x="167640" y="88392"/>
                  </a:lnTo>
                  <a:lnTo>
                    <a:pt x="170688" y="82296"/>
                  </a:lnTo>
                  <a:lnTo>
                    <a:pt x="172212" y="74676"/>
                  </a:lnTo>
                  <a:lnTo>
                    <a:pt x="175260" y="68580"/>
                  </a:lnTo>
                  <a:lnTo>
                    <a:pt x="175260" y="563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52" name="Google Shape;2552;p41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420112" y="5995415"/>
              <a:ext cx="117348" cy="1828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553" name="Google Shape;2553;p41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362200" y="5169408"/>
            <a:ext cx="225516" cy="7589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554" name="Google Shape;2554;p41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362200" y="4139183"/>
            <a:ext cx="175260" cy="952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55" name="Google Shape;2555;p41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362200" y="3889247"/>
            <a:ext cx="172212" cy="1828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56" name="Google Shape;2556;p41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362200" y="3532632"/>
            <a:ext cx="175260" cy="2956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57" name="Google Shape;2557;p41"/>
          <p:cNvGrpSpPr/>
          <p:nvPr/>
        </p:nvGrpSpPr>
        <p:grpSpPr>
          <a:xfrm>
            <a:off x="2362200" y="2991612"/>
            <a:ext cx="225552" cy="463296"/>
            <a:chOff x="2362200" y="2991612"/>
            <a:chExt cx="225552" cy="463296"/>
          </a:xfrm>
        </p:grpSpPr>
        <p:pic>
          <p:nvPicPr>
            <p:cNvPr id="2558" name="Google Shape;2558;p41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362200" y="3048000"/>
              <a:ext cx="225552" cy="4069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59" name="Google Shape;2559;p41"/>
            <p:cNvSpPr/>
            <p:nvPr/>
          </p:nvSpPr>
          <p:spPr>
            <a:xfrm>
              <a:off x="2510028" y="2991612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8288" y="27431"/>
                  </a:moveTo>
                  <a:lnTo>
                    <a:pt x="10668" y="27431"/>
                  </a:lnTo>
                  <a:lnTo>
                    <a:pt x="7620" y="25907"/>
                  </a:lnTo>
                  <a:lnTo>
                    <a:pt x="4572" y="22859"/>
                  </a:lnTo>
                  <a:lnTo>
                    <a:pt x="1524" y="19811"/>
                  </a:lnTo>
                  <a:lnTo>
                    <a:pt x="0" y="16763"/>
                  </a:lnTo>
                  <a:lnTo>
                    <a:pt x="0" y="9143"/>
                  </a:lnTo>
                  <a:lnTo>
                    <a:pt x="1524" y="6095"/>
                  </a:lnTo>
                  <a:lnTo>
                    <a:pt x="4572" y="3047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4384" y="3047"/>
                  </a:lnTo>
                  <a:lnTo>
                    <a:pt x="27432" y="6095"/>
                  </a:lnTo>
                  <a:lnTo>
                    <a:pt x="27432" y="19811"/>
                  </a:lnTo>
                  <a:lnTo>
                    <a:pt x="21336" y="25907"/>
                  </a:lnTo>
                  <a:lnTo>
                    <a:pt x="18288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0" name="Google Shape;2560;p41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561" name="Google Shape;2561;p41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62" name="Google Shape;2562;p41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563" name="Google Shape;2563;p41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564" name="Google Shape;2564;p41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565" name="Google Shape;2565;p41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6655308" y="1757172"/>
            <a:ext cx="117348" cy="166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2566" name="Google Shape;2566;p41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593848" y="2214372"/>
            <a:ext cx="3503675" cy="661568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70" name="Shape 2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1" name="Google Shape;2571;p42"/>
          <p:cNvGrpSpPr/>
          <p:nvPr/>
        </p:nvGrpSpPr>
        <p:grpSpPr>
          <a:xfrm>
            <a:off x="1431023" y="6224015"/>
            <a:ext cx="448309" cy="1353820"/>
            <a:chOff x="1431023" y="6224015"/>
            <a:chExt cx="448309" cy="1353820"/>
          </a:xfrm>
        </p:grpSpPr>
        <p:sp>
          <p:nvSpPr>
            <p:cNvPr id="2572" name="Google Shape;2572;p42"/>
            <p:cNvSpPr/>
            <p:nvPr/>
          </p:nvSpPr>
          <p:spPr>
            <a:xfrm>
              <a:off x="1431023" y="6566916"/>
              <a:ext cx="448309" cy="1010919"/>
            </a:xfrm>
            <a:custGeom>
              <a:rect b="b" l="l" r="r" t="t"/>
              <a:pathLst>
                <a:path extrusionOk="0" h="1010920" w="448310">
                  <a:moveTo>
                    <a:pt x="48768" y="583692"/>
                  </a:moveTo>
                  <a:lnTo>
                    <a:pt x="47244" y="577596"/>
                  </a:lnTo>
                  <a:lnTo>
                    <a:pt x="38100" y="568452"/>
                  </a:lnTo>
                  <a:lnTo>
                    <a:pt x="32004" y="566928"/>
                  </a:lnTo>
                  <a:lnTo>
                    <a:pt x="18288" y="566928"/>
                  </a:lnTo>
                  <a:lnTo>
                    <a:pt x="12192" y="568452"/>
                  </a:lnTo>
                  <a:lnTo>
                    <a:pt x="3048" y="577596"/>
                  </a:lnTo>
                  <a:lnTo>
                    <a:pt x="0" y="583692"/>
                  </a:lnTo>
                  <a:lnTo>
                    <a:pt x="0" y="597408"/>
                  </a:lnTo>
                  <a:lnTo>
                    <a:pt x="3048" y="603504"/>
                  </a:lnTo>
                  <a:lnTo>
                    <a:pt x="12192" y="612648"/>
                  </a:lnTo>
                  <a:lnTo>
                    <a:pt x="18288" y="615696"/>
                  </a:lnTo>
                  <a:lnTo>
                    <a:pt x="32004" y="615696"/>
                  </a:lnTo>
                  <a:lnTo>
                    <a:pt x="38100" y="612648"/>
                  </a:lnTo>
                  <a:lnTo>
                    <a:pt x="47244" y="603504"/>
                  </a:lnTo>
                  <a:lnTo>
                    <a:pt x="48768" y="597408"/>
                  </a:lnTo>
                  <a:lnTo>
                    <a:pt x="48768" y="583692"/>
                  </a:lnTo>
                  <a:close/>
                </a:path>
                <a:path extrusionOk="0" h="1010920" w="448310">
                  <a:moveTo>
                    <a:pt x="48768" y="198120"/>
                  </a:moveTo>
                  <a:lnTo>
                    <a:pt x="47244" y="193548"/>
                  </a:lnTo>
                  <a:lnTo>
                    <a:pt x="42672" y="188976"/>
                  </a:lnTo>
                  <a:lnTo>
                    <a:pt x="38100" y="182880"/>
                  </a:lnTo>
                  <a:lnTo>
                    <a:pt x="32004" y="181356"/>
                  </a:lnTo>
                  <a:lnTo>
                    <a:pt x="18288" y="181356"/>
                  </a:lnTo>
                  <a:lnTo>
                    <a:pt x="12192" y="182880"/>
                  </a:lnTo>
                  <a:lnTo>
                    <a:pt x="7620" y="188976"/>
                  </a:lnTo>
                  <a:lnTo>
                    <a:pt x="3048" y="193548"/>
                  </a:lnTo>
                  <a:lnTo>
                    <a:pt x="0" y="198120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8288" y="230124"/>
                  </a:lnTo>
                  <a:lnTo>
                    <a:pt x="32004" y="230124"/>
                  </a:lnTo>
                  <a:lnTo>
                    <a:pt x="38100" y="227076"/>
                  </a:lnTo>
                  <a:lnTo>
                    <a:pt x="47244" y="217932"/>
                  </a:lnTo>
                  <a:lnTo>
                    <a:pt x="48768" y="211836"/>
                  </a:lnTo>
                  <a:lnTo>
                    <a:pt x="48768" y="198120"/>
                  </a:lnTo>
                  <a:close/>
                </a:path>
                <a:path extrusionOk="0" h="1010920" w="448310">
                  <a:moveTo>
                    <a:pt x="342900" y="537972"/>
                  </a:moveTo>
                  <a:lnTo>
                    <a:pt x="335280" y="537972"/>
                  </a:lnTo>
                  <a:lnTo>
                    <a:pt x="335280" y="554736"/>
                  </a:lnTo>
                  <a:lnTo>
                    <a:pt x="332232" y="559308"/>
                  </a:lnTo>
                  <a:lnTo>
                    <a:pt x="292608" y="571500"/>
                  </a:lnTo>
                  <a:lnTo>
                    <a:pt x="115824" y="571500"/>
                  </a:lnTo>
                  <a:lnTo>
                    <a:pt x="115824" y="580644"/>
                  </a:lnTo>
                  <a:lnTo>
                    <a:pt x="143256" y="646176"/>
                  </a:lnTo>
                  <a:lnTo>
                    <a:pt x="150876" y="641604"/>
                  </a:lnTo>
                  <a:lnTo>
                    <a:pt x="149352" y="637032"/>
                  </a:lnTo>
                  <a:lnTo>
                    <a:pt x="147828" y="630936"/>
                  </a:lnTo>
                  <a:lnTo>
                    <a:pt x="147828" y="623316"/>
                  </a:lnTo>
                  <a:lnTo>
                    <a:pt x="150876" y="617220"/>
                  </a:lnTo>
                  <a:lnTo>
                    <a:pt x="192201" y="611149"/>
                  </a:lnTo>
                  <a:lnTo>
                    <a:pt x="302336" y="611149"/>
                  </a:lnTo>
                  <a:lnTo>
                    <a:pt x="311086" y="611505"/>
                  </a:lnTo>
                  <a:lnTo>
                    <a:pt x="317258" y="612419"/>
                  </a:lnTo>
                  <a:lnTo>
                    <a:pt x="321564" y="614172"/>
                  </a:lnTo>
                  <a:lnTo>
                    <a:pt x="327660" y="615696"/>
                  </a:lnTo>
                  <a:lnTo>
                    <a:pt x="330708" y="618744"/>
                  </a:lnTo>
                  <a:lnTo>
                    <a:pt x="332232" y="621792"/>
                  </a:lnTo>
                  <a:lnTo>
                    <a:pt x="335280" y="626364"/>
                  </a:lnTo>
                  <a:lnTo>
                    <a:pt x="335280" y="644652"/>
                  </a:lnTo>
                  <a:lnTo>
                    <a:pt x="342900" y="644652"/>
                  </a:lnTo>
                  <a:lnTo>
                    <a:pt x="342900" y="611149"/>
                  </a:lnTo>
                  <a:lnTo>
                    <a:pt x="342900" y="537972"/>
                  </a:lnTo>
                  <a:close/>
                </a:path>
                <a:path extrusionOk="0" h="1010920" w="448310">
                  <a:moveTo>
                    <a:pt x="342900" y="152400"/>
                  </a:moveTo>
                  <a:lnTo>
                    <a:pt x="335280" y="152400"/>
                  </a:lnTo>
                  <a:lnTo>
                    <a:pt x="335280" y="169164"/>
                  </a:lnTo>
                  <a:lnTo>
                    <a:pt x="332232" y="173736"/>
                  </a:lnTo>
                  <a:lnTo>
                    <a:pt x="292608" y="185928"/>
                  </a:lnTo>
                  <a:lnTo>
                    <a:pt x="115824" y="185928"/>
                  </a:lnTo>
                  <a:lnTo>
                    <a:pt x="115824" y="196596"/>
                  </a:lnTo>
                  <a:lnTo>
                    <a:pt x="143256" y="260604"/>
                  </a:lnTo>
                  <a:lnTo>
                    <a:pt x="150876" y="257556"/>
                  </a:lnTo>
                  <a:lnTo>
                    <a:pt x="147828" y="245364"/>
                  </a:lnTo>
                  <a:lnTo>
                    <a:pt x="147828" y="237744"/>
                  </a:lnTo>
                  <a:lnTo>
                    <a:pt x="149352" y="234696"/>
                  </a:lnTo>
                  <a:lnTo>
                    <a:pt x="150876" y="233172"/>
                  </a:lnTo>
                  <a:lnTo>
                    <a:pt x="152400" y="230124"/>
                  </a:lnTo>
                  <a:lnTo>
                    <a:pt x="161544" y="227076"/>
                  </a:lnTo>
                  <a:lnTo>
                    <a:pt x="168719" y="226199"/>
                  </a:lnTo>
                  <a:lnTo>
                    <a:pt x="178879" y="225742"/>
                  </a:lnTo>
                  <a:lnTo>
                    <a:pt x="194094" y="225552"/>
                  </a:lnTo>
                  <a:lnTo>
                    <a:pt x="292608" y="225552"/>
                  </a:lnTo>
                  <a:lnTo>
                    <a:pt x="300113" y="225742"/>
                  </a:lnTo>
                  <a:lnTo>
                    <a:pt x="302082" y="225742"/>
                  </a:lnTo>
                  <a:lnTo>
                    <a:pt x="332232" y="237744"/>
                  </a:lnTo>
                  <a:lnTo>
                    <a:pt x="335280" y="240792"/>
                  </a:lnTo>
                  <a:lnTo>
                    <a:pt x="335280" y="259080"/>
                  </a:lnTo>
                  <a:lnTo>
                    <a:pt x="342900" y="259080"/>
                  </a:lnTo>
                  <a:lnTo>
                    <a:pt x="342900" y="225552"/>
                  </a:lnTo>
                  <a:lnTo>
                    <a:pt x="342900" y="152400"/>
                  </a:lnTo>
                  <a:close/>
                </a:path>
                <a:path extrusionOk="0" h="1010920" w="448310">
                  <a:moveTo>
                    <a:pt x="342912" y="864108"/>
                  </a:moveTo>
                  <a:lnTo>
                    <a:pt x="339763" y="819226"/>
                  </a:lnTo>
                  <a:lnTo>
                    <a:pt x="330339" y="780478"/>
                  </a:lnTo>
                  <a:lnTo>
                    <a:pt x="326148" y="771753"/>
                  </a:lnTo>
                  <a:lnTo>
                    <a:pt x="326148" y="865632"/>
                  </a:lnTo>
                  <a:lnTo>
                    <a:pt x="326097" y="867156"/>
                  </a:lnTo>
                  <a:lnTo>
                    <a:pt x="325831" y="876515"/>
                  </a:lnTo>
                  <a:lnTo>
                    <a:pt x="324815" y="888682"/>
                  </a:lnTo>
                  <a:lnTo>
                    <a:pt x="322922" y="902284"/>
                  </a:lnTo>
                  <a:lnTo>
                    <a:pt x="320052" y="917448"/>
                  </a:lnTo>
                  <a:lnTo>
                    <a:pt x="39636" y="917448"/>
                  </a:lnTo>
                  <a:lnTo>
                    <a:pt x="32562" y="878878"/>
                  </a:lnTo>
                  <a:lnTo>
                    <a:pt x="32016" y="867156"/>
                  </a:lnTo>
                  <a:lnTo>
                    <a:pt x="34556" y="839089"/>
                  </a:lnTo>
                  <a:lnTo>
                    <a:pt x="54533" y="791489"/>
                  </a:lnTo>
                  <a:lnTo>
                    <a:pt x="93040" y="755142"/>
                  </a:lnTo>
                  <a:lnTo>
                    <a:pt x="147281" y="736854"/>
                  </a:lnTo>
                  <a:lnTo>
                    <a:pt x="179844" y="734568"/>
                  </a:lnTo>
                  <a:lnTo>
                    <a:pt x="212153" y="736854"/>
                  </a:lnTo>
                  <a:lnTo>
                    <a:pt x="265353" y="755142"/>
                  </a:lnTo>
                  <a:lnTo>
                    <a:pt x="304279" y="791489"/>
                  </a:lnTo>
                  <a:lnTo>
                    <a:pt x="316674" y="814006"/>
                  </a:lnTo>
                  <a:lnTo>
                    <a:pt x="323811" y="838441"/>
                  </a:lnTo>
                  <a:lnTo>
                    <a:pt x="323862" y="839089"/>
                  </a:lnTo>
                  <a:lnTo>
                    <a:pt x="326148" y="865632"/>
                  </a:lnTo>
                  <a:lnTo>
                    <a:pt x="326148" y="771753"/>
                  </a:lnTo>
                  <a:lnTo>
                    <a:pt x="314617" y="747737"/>
                  </a:lnTo>
                  <a:lnTo>
                    <a:pt x="303834" y="734568"/>
                  </a:lnTo>
                  <a:lnTo>
                    <a:pt x="292620" y="720852"/>
                  </a:lnTo>
                  <a:lnTo>
                    <a:pt x="268325" y="702856"/>
                  </a:lnTo>
                  <a:lnTo>
                    <a:pt x="241185" y="689991"/>
                  </a:lnTo>
                  <a:lnTo>
                    <a:pt x="211175" y="682282"/>
                  </a:lnTo>
                  <a:lnTo>
                    <a:pt x="178320" y="679704"/>
                  </a:lnTo>
                  <a:lnTo>
                    <a:pt x="153758" y="681139"/>
                  </a:lnTo>
                  <a:lnTo>
                    <a:pt x="108661" y="692569"/>
                  </a:lnTo>
                  <a:lnTo>
                    <a:pt x="70370" y="715124"/>
                  </a:lnTo>
                  <a:lnTo>
                    <a:pt x="42316" y="746506"/>
                  </a:lnTo>
                  <a:lnTo>
                    <a:pt x="24892" y="785863"/>
                  </a:lnTo>
                  <a:lnTo>
                    <a:pt x="16370" y="841781"/>
                  </a:lnTo>
                  <a:lnTo>
                    <a:pt x="15252" y="876300"/>
                  </a:lnTo>
                  <a:lnTo>
                    <a:pt x="15252" y="1010412"/>
                  </a:lnTo>
                  <a:lnTo>
                    <a:pt x="22872" y="1010412"/>
                  </a:lnTo>
                  <a:lnTo>
                    <a:pt x="22872" y="998220"/>
                  </a:lnTo>
                  <a:lnTo>
                    <a:pt x="23698" y="989418"/>
                  </a:lnTo>
                  <a:lnTo>
                    <a:pt x="59753" y="963460"/>
                  </a:lnTo>
                  <a:lnTo>
                    <a:pt x="60540" y="963460"/>
                  </a:lnTo>
                  <a:lnTo>
                    <a:pt x="73164" y="963168"/>
                  </a:lnTo>
                  <a:lnTo>
                    <a:pt x="285000" y="963168"/>
                  </a:lnTo>
                  <a:lnTo>
                    <a:pt x="298424" y="963460"/>
                  </a:lnTo>
                  <a:lnTo>
                    <a:pt x="334429" y="988529"/>
                  </a:lnTo>
                  <a:lnTo>
                    <a:pt x="334505" y="989418"/>
                  </a:lnTo>
                  <a:lnTo>
                    <a:pt x="335292" y="998220"/>
                  </a:lnTo>
                  <a:lnTo>
                    <a:pt x="335292" y="1010412"/>
                  </a:lnTo>
                  <a:lnTo>
                    <a:pt x="342912" y="1010412"/>
                  </a:lnTo>
                  <a:lnTo>
                    <a:pt x="342912" y="963168"/>
                  </a:lnTo>
                  <a:lnTo>
                    <a:pt x="342912" y="917448"/>
                  </a:lnTo>
                  <a:lnTo>
                    <a:pt x="342912" y="864108"/>
                  </a:lnTo>
                  <a:close/>
                </a:path>
                <a:path extrusionOk="0" h="1010920" w="448310">
                  <a:moveTo>
                    <a:pt x="345960" y="57912"/>
                  </a:moveTo>
                  <a:lnTo>
                    <a:pt x="327190" y="16941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4812" y="13716"/>
                  </a:lnTo>
                  <a:lnTo>
                    <a:pt x="309384" y="18288"/>
                  </a:lnTo>
                  <a:lnTo>
                    <a:pt x="315480" y="27432"/>
                  </a:lnTo>
                  <a:lnTo>
                    <a:pt x="317004" y="33528"/>
                  </a:lnTo>
                  <a:lnTo>
                    <a:pt x="317004" y="45720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9144"/>
                  </a:lnTo>
                  <a:lnTo>
                    <a:pt x="121932" y="9144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83832" y="83820"/>
                  </a:lnTo>
                  <a:lnTo>
                    <a:pt x="118859" y="115062"/>
                  </a:lnTo>
                  <a:lnTo>
                    <a:pt x="131076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8234" y="100304"/>
                  </a:lnTo>
                  <a:lnTo>
                    <a:pt x="336816" y="86868"/>
                  </a:lnTo>
                  <a:lnTo>
                    <a:pt x="339864" y="79248"/>
                  </a:lnTo>
                  <a:lnTo>
                    <a:pt x="344436" y="73152"/>
                  </a:lnTo>
                  <a:lnTo>
                    <a:pt x="345960" y="65532"/>
                  </a:lnTo>
                  <a:lnTo>
                    <a:pt x="345960" y="57912"/>
                  </a:lnTo>
                  <a:close/>
                </a:path>
                <a:path extrusionOk="0" h="1010920" w="448310">
                  <a:moveTo>
                    <a:pt x="447954" y="411480"/>
                  </a:moveTo>
                  <a:lnTo>
                    <a:pt x="446036" y="384479"/>
                  </a:lnTo>
                  <a:lnTo>
                    <a:pt x="439864" y="358521"/>
                  </a:lnTo>
                  <a:lnTo>
                    <a:pt x="429412" y="335432"/>
                  </a:lnTo>
                  <a:lnTo>
                    <a:pt x="418871" y="321297"/>
                  </a:lnTo>
                  <a:lnTo>
                    <a:pt x="418871" y="384479"/>
                  </a:lnTo>
                  <a:lnTo>
                    <a:pt x="418858" y="396557"/>
                  </a:lnTo>
                  <a:lnTo>
                    <a:pt x="411391" y="447802"/>
                  </a:lnTo>
                  <a:lnTo>
                    <a:pt x="393357" y="475373"/>
                  </a:lnTo>
                  <a:lnTo>
                    <a:pt x="379006" y="475373"/>
                  </a:lnTo>
                  <a:lnTo>
                    <a:pt x="373380" y="473964"/>
                  </a:lnTo>
                  <a:lnTo>
                    <a:pt x="365760" y="470916"/>
                  </a:lnTo>
                  <a:lnTo>
                    <a:pt x="362915" y="469392"/>
                  </a:lnTo>
                  <a:lnTo>
                    <a:pt x="360908" y="468325"/>
                  </a:lnTo>
                  <a:lnTo>
                    <a:pt x="355473" y="465010"/>
                  </a:lnTo>
                  <a:lnTo>
                    <a:pt x="349453" y="460819"/>
                  </a:lnTo>
                  <a:lnTo>
                    <a:pt x="346786" y="458724"/>
                  </a:lnTo>
                  <a:lnTo>
                    <a:pt x="342900" y="455676"/>
                  </a:lnTo>
                  <a:lnTo>
                    <a:pt x="348475" y="395668"/>
                  </a:lnTo>
                  <a:lnTo>
                    <a:pt x="348665" y="385762"/>
                  </a:lnTo>
                  <a:lnTo>
                    <a:pt x="348767" y="381177"/>
                  </a:lnTo>
                  <a:lnTo>
                    <a:pt x="348881" y="374904"/>
                  </a:lnTo>
                  <a:lnTo>
                    <a:pt x="348996" y="368808"/>
                  </a:lnTo>
                  <a:lnTo>
                    <a:pt x="349110" y="367093"/>
                  </a:lnTo>
                  <a:lnTo>
                    <a:pt x="349186" y="365950"/>
                  </a:lnTo>
                  <a:lnTo>
                    <a:pt x="350164" y="351078"/>
                  </a:lnTo>
                  <a:lnTo>
                    <a:pt x="350215" y="350520"/>
                  </a:lnTo>
                  <a:lnTo>
                    <a:pt x="351472" y="336613"/>
                  </a:lnTo>
                  <a:lnTo>
                    <a:pt x="353072" y="325310"/>
                  </a:lnTo>
                  <a:lnTo>
                    <a:pt x="355092" y="316992"/>
                  </a:lnTo>
                  <a:lnTo>
                    <a:pt x="359664" y="309372"/>
                  </a:lnTo>
                  <a:lnTo>
                    <a:pt x="364236" y="304800"/>
                  </a:lnTo>
                  <a:lnTo>
                    <a:pt x="373380" y="304800"/>
                  </a:lnTo>
                  <a:lnTo>
                    <a:pt x="405384" y="326136"/>
                  </a:lnTo>
                  <a:lnTo>
                    <a:pt x="418236" y="369785"/>
                  </a:lnTo>
                  <a:lnTo>
                    <a:pt x="418350" y="372364"/>
                  </a:lnTo>
                  <a:lnTo>
                    <a:pt x="418465" y="374904"/>
                  </a:lnTo>
                  <a:lnTo>
                    <a:pt x="418490" y="375666"/>
                  </a:lnTo>
                  <a:lnTo>
                    <a:pt x="418871" y="384479"/>
                  </a:lnTo>
                  <a:lnTo>
                    <a:pt x="418871" y="321297"/>
                  </a:lnTo>
                  <a:lnTo>
                    <a:pt x="389382" y="295656"/>
                  </a:lnTo>
                  <a:lnTo>
                    <a:pt x="364236" y="289560"/>
                  </a:lnTo>
                  <a:lnTo>
                    <a:pt x="354507" y="290423"/>
                  </a:lnTo>
                  <a:lnTo>
                    <a:pt x="320040" y="319278"/>
                  </a:lnTo>
                  <a:lnTo>
                    <a:pt x="312724" y="350520"/>
                  </a:lnTo>
                  <a:lnTo>
                    <a:pt x="312686" y="351078"/>
                  </a:lnTo>
                  <a:lnTo>
                    <a:pt x="311492" y="372364"/>
                  </a:lnTo>
                  <a:lnTo>
                    <a:pt x="311365" y="375666"/>
                  </a:lnTo>
                  <a:lnTo>
                    <a:pt x="311226" y="379476"/>
                  </a:lnTo>
                  <a:lnTo>
                    <a:pt x="311111" y="385762"/>
                  </a:lnTo>
                  <a:lnTo>
                    <a:pt x="310984" y="396557"/>
                  </a:lnTo>
                  <a:lnTo>
                    <a:pt x="310896" y="403860"/>
                  </a:lnTo>
                  <a:lnTo>
                    <a:pt x="310794" y="405384"/>
                  </a:lnTo>
                  <a:lnTo>
                    <a:pt x="310680" y="406908"/>
                  </a:lnTo>
                  <a:lnTo>
                    <a:pt x="309994" y="416420"/>
                  </a:lnTo>
                  <a:lnTo>
                    <a:pt x="309372" y="426529"/>
                  </a:lnTo>
                  <a:lnTo>
                    <a:pt x="308762" y="434086"/>
                  </a:lnTo>
                  <a:lnTo>
                    <a:pt x="307848" y="438912"/>
                  </a:lnTo>
                  <a:lnTo>
                    <a:pt x="307848" y="446532"/>
                  </a:lnTo>
                  <a:lnTo>
                    <a:pt x="306324" y="451104"/>
                  </a:lnTo>
                  <a:lnTo>
                    <a:pt x="298704" y="458724"/>
                  </a:lnTo>
                  <a:lnTo>
                    <a:pt x="292608" y="458724"/>
                  </a:lnTo>
                  <a:lnTo>
                    <a:pt x="288036" y="457200"/>
                  </a:lnTo>
                  <a:lnTo>
                    <a:pt x="283464" y="454152"/>
                  </a:lnTo>
                  <a:lnTo>
                    <a:pt x="278892" y="452628"/>
                  </a:lnTo>
                  <a:lnTo>
                    <a:pt x="277749" y="451104"/>
                  </a:lnTo>
                  <a:lnTo>
                    <a:pt x="274320" y="446532"/>
                  </a:lnTo>
                  <a:lnTo>
                    <a:pt x="268224" y="440436"/>
                  </a:lnTo>
                  <a:lnTo>
                    <a:pt x="270230" y="431558"/>
                  </a:lnTo>
                  <a:lnTo>
                    <a:pt x="270306" y="431101"/>
                  </a:lnTo>
                  <a:lnTo>
                    <a:pt x="271653" y="423100"/>
                  </a:lnTo>
                  <a:lnTo>
                    <a:pt x="271716" y="422529"/>
                  </a:lnTo>
                  <a:lnTo>
                    <a:pt x="272516" y="414934"/>
                  </a:lnTo>
                  <a:lnTo>
                    <a:pt x="272643" y="411480"/>
                  </a:lnTo>
                  <a:lnTo>
                    <a:pt x="272796" y="406908"/>
                  </a:lnTo>
                  <a:lnTo>
                    <a:pt x="272707" y="405384"/>
                  </a:lnTo>
                  <a:lnTo>
                    <a:pt x="272618" y="403860"/>
                  </a:lnTo>
                  <a:lnTo>
                    <a:pt x="271614" y="387692"/>
                  </a:lnTo>
                  <a:lnTo>
                    <a:pt x="267843" y="370903"/>
                  </a:lnTo>
                  <a:lnTo>
                    <a:pt x="264185" y="362712"/>
                  </a:lnTo>
                  <a:lnTo>
                    <a:pt x="264096" y="362521"/>
                  </a:lnTo>
                  <a:lnTo>
                    <a:pt x="261226" y="356120"/>
                  </a:lnTo>
                  <a:lnTo>
                    <a:pt x="260604" y="355282"/>
                  </a:lnTo>
                  <a:lnTo>
                    <a:pt x="260604" y="405384"/>
                  </a:lnTo>
                  <a:lnTo>
                    <a:pt x="259727" y="414248"/>
                  </a:lnTo>
                  <a:lnTo>
                    <a:pt x="233934" y="444512"/>
                  </a:lnTo>
                  <a:lnTo>
                    <a:pt x="185928" y="454152"/>
                  </a:lnTo>
                  <a:lnTo>
                    <a:pt x="172199" y="453326"/>
                  </a:lnTo>
                  <a:lnTo>
                    <a:pt x="137020" y="435698"/>
                  </a:lnTo>
                  <a:lnTo>
                    <a:pt x="128016" y="411480"/>
                  </a:lnTo>
                  <a:lnTo>
                    <a:pt x="129146" y="401764"/>
                  </a:lnTo>
                  <a:lnTo>
                    <a:pt x="156210" y="372364"/>
                  </a:lnTo>
                  <a:lnTo>
                    <a:pt x="204216" y="362712"/>
                  </a:lnTo>
                  <a:lnTo>
                    <a:pt x="217957" y="363550"/>
                  </a:lnTo>
                  <a:lnTo>
                    <a:pt x="252895" y="381177"/>
                  </a:lnTo>
                  <a:lnTo>
                    <a:pt x="260604" y="405384"/>
                  </a:lnTo>
                  <a:lnTo>
                    <a:pt x="260604" y="355282"/>
                  </a:lnTo>
                  <a:lnTo>
                    <a:pt x="227076" y="325755"/>
                  </a:lnTo>
                  <a:lnTo>
                    <a:pt x="198120" y="320040"/>
                  </a:lnTo>
                  <a:lnTo>
                    <a:pt x="185864" y="320903"/>
                  </a:lnTo>
                  <a:lnTo>
                    <a:pt x="174307" y="323469"/>
                  </a:lnTo>
                  <a:lnTo>
                    <a:pt x="163626" y="327761"/>
                  </a:lnTo>
                  <a:lnTo>
                    <a:pt x="153924" y="333756"/>
                  </a:lnTo>
                  <a:lnTo>
                    <a:pt x="153885" y="291045"/>
                  </a:lnTo>
                  <a:lnTo>
                    <a:pt x="150876" y="288036"/>
                  </a:lnTo>
                  <a:lnTo>
                    <a:pt x="137160" y="288036"/>
                  </a:lnTo>
                  <a:lnTo>
                    <a:pt x="134162" y="291045"/>
                  </a:lnTo>
                  <a:lnTo>
                    <a:pt x="134112" y="292608"/>
                  </a:lnTo>
                  <a:lnTo>
                    <a:pt x="132588" y="297180"/>
                  </a:lnTo>
                  <a:lnTo>
                    <a:pt x="132588" y="350520"/>
                  </a:lnTo>
                  <a:lnTo>
                    <a:pt x="125476" y="362521"/>
                  </a:lnTo>
                  <a:lnTo>
                    <a:pt x="125399" y="362712"/>
                  </a:lnTo>
                  <a:lnTo>
                    <a:pt x="120205" y="375666"/>
                  </a:lnTo>
                  <a:lnTo>
                    <a:pt x="116954" y="389953"/>
                  </a:lnTo>
                  <a:lnTo>
                    <a:pt x="116941" y="390144"/>
                  </a:lnTo>
                  <a:lnTo>
                    <a:pt x="115938" y="403860"/>
                  </a:lnTo>
                  <a:lnTo>
                    <a:pt x="129971" y="455968"/>
                  </a:lnTo>
                  <a:lnTo>
                    <a:pt x="166116" y="487299"/>
                  </a:lnTo>
                  <a:lnTo>
                    <a:pt x="196596" y="493776"/>
                  </a:lnTo>
                  <a:lnTo>
                    <a:pt x="207505" y="493191"/>
                  </a:lnTo>
                  <a:lnTo>
                    <a:pt x="244792" y="476821"/>
                  </a:lnTo>
                  <a:lnTo>
                    <a:pt x="263652" y="451104"/>
                  </a:lnTo>
                  <a:lnTo>
                    <a:pt x="273367" y="462534"/>
                  </a:lnTo>
                  <a:lnTo>
                    <a:pt x="303276" y="487680"/>
                  </a:lnTo>
                  <a:lnTo>
                    <a:pt x="309372" y="490728"/>
                  </a:lnTo>
                  <a:lnTo>
                    <a:pt x="320040" y="490728"/>
                  </a:lnTo>
                  <a:lnTo>
                    <a:pt x="324612" y="489204"/>
                  </a:lnTo>
                  <a:lnTo>
                    <a:pt x="336804" y="477012"/>
                  </a:lnTo>
                  <a:lnTo>
                    <a:pt x="336918" y="476821"/>
                  </a:lnTo>
                  <a:lnTo>
                    <a:pt x="341376" y="469392"/>
                  </a:lnTo>
                  <a:lnTo>
                    <a:pt x="351650" y="478536"/>
                  </a:lnTo>
                  <a:lnTo>
                    <a:pt x="364744" y="489966"/>
                  </a:lnTo>
                  <a:lnTo>
                    <a:pt x="367284" y="492252"/>
                  </a:lnTo>
                  <a:lnTo>
                    <a:pt x="396240" y="509016"/>
                  </a:lnTo>
                  <a:lnTo>
                    <a:pt x="399288" y="510540"/>
                  </a:lnTo>
                  <a:lnTo>
                    <a:pt x="403860" y="510540"/>
                  </a:lnTo>
                  <a:lnTo>
                    <a:pt x="409816" y="509397"/>
                  </a:lnTo>
                  <a:lnTo>
                    <a:pt x="437134" y="475373"/>
                  </a:lnTo>
                  <a:lnTo>
                    <a:pt x="446900" y="435889"/>
                  </a:lnTo>
                  <a:lnTo>
                    <a:pt x="446989" y="434086"/>
                  </a:lnTo>
                  <a:lnTo>
                    <a:pt x="447890" y="416420"/>
                  </a:lnTo>
                  <a:lnTo>
                    <a:pt x="447954" y="4114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73" name="Google Shape;2573;p4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7050" y="6350508"/>
              <a:ext cx="232549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74" name="Google Shape;2574;p42"/>
            <p:cNvSpPr/>
            <p:nvPr/>
          </p:nvSpPr>
          <p:spPr>
            <a:xfrm>
              <a:off x="1431036" y="6224015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918" y="34790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89916"/>
                  </a:lnTo>
                  <a:lnTo>
                    <a:pt x="332232" y="86868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53530" y="75318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5" name="Google Shape;2575;p42"/>
          <p:cNvGrpSpPr/>
          <p:nvPr/>
        </p:nvGrpSpPr>
        <p:grpSpPr>
          <a:xfrm>
            <a:off x="1431023" y="4951475"/>
            <a:ext cx="448309" cy="1128014"/>
            <a:chOff x="1431023" y="4951475"/>
            <a:chExt cx="448309" cy="1128014"/>
          </a:xfrm>
        </p:grpSpPr>
        <p:sp>
          <p:nvSpPr>
            <p:cNvPr id="2576" name="Google Shape;2576;p42"/>
            <p:cNvSpPr/>
            <p:nvPr/>
          </p:nvSpPr>
          <p:spPr>
            <a:xfrm>
              <a:off x="1446275" y="5798819"/>
              <a:ext cx="327660" cy="280670"/>
            </a:xfrm>
            <a:custGeom>
              <a:rect b="b" l="l" r="r" t="t"/>
              <a:pathLst>
                <a:path extrusionOk="0" h="280670" w="327660">
                  <a:moveTo>
                    <a:pt x="327660" y="280415"/>
                  </a:moveTo>
                  <a:lnTo>
                    <a:pt x="320040" y="280415"/>
                  </a:lnTo>
                  <a:lnTo>
                    <a:pt x="320040" y="268223"/>
                  </a:lnTo>
                  <a:lnTo>
                    <a:pt x="319182" y="258770"/>
                  </a:lnTo>
                  <a:lnTo>
                    <a:pt x="283178" y="233481"/>
                  </a:lnTo>
                  <a:lnTo>
                    <a:pt x="269748" y="233171"/>
                  </a:lnTo>
                  <a:lnTo>
                    <a:pt x="57912" y="233171"/>
                  </a:lnTo>
                  <a:lnTo>
                    <a:pt x="19812" y="240791"/>
                  </a:lnTo>
                  <a:lnTo>
                    <a:pt x="7620" y="268223"/>
                  </a:lnTo>
                  <a:lnTo>
                    <a:pt x="7620" y="280415"/>
                  </a:lnTo>
                  <a:lnTo>
                    <a:pt x="0" y="280415"/>
                  </a:lnTo>
                  <a:lnTo>
                    <a:pt x="0" y="134111"/>
                  </a:lnTo>
                  <a:lnTo>
                    <a:pt x="7620" y="134111"/>
                  </a:lnTo>
                  <a:lnTo>
                    <a:pt x="7929" y="145827"/>
                  </a:lnTo>
                  <a:lnTo>
                    <a:pt x="8953" y="155828"/>
                  </a:lnTo>
                  <a:lnTo>
                    <a:pt x="39052" y="187070"/>
                  </a:lnTo>
                  <a:lnTo>
                    <a:pt x="269748" y="187451"/>
                  </a:lnTo>
                  <a:lnTo>
                    <a:pt x="279177" y="187190"/>
                  </a:lnTo>
                  <a:lnTo>
                    <a:pt x="306300" y="151471"/>
                  </a:lnTo>
                  <a:lnTo>
                    <a:pt x="306324" y="114299"/>
                  </a:lnTo>
                  <a:lnTo>
                    <a:pt x="306038" y="96535"/>
                  </a:lnTo>
                  <a:lnTo>
                    <a:pt x="298013" y="53244"/>
                  </a:lnTo>
                  <a:lnTo>
                    <a:pt x="263652" y="20573"/>
                  </a:lnTo>
                  <a:lnTo>
                    <a:pt x="236220" y="7619"/>
                  </a:lnTo>
                  <a:lnTo>
                    <a:pt x="239268" y="0"/>
                  </a:lnTo>
                  <a:lnTo>
                    <a:pt x="327660" y="27431"/>
                  </a:lnTo>
                  <a:lnTo>
                    <a:pt x="327660" y="2804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77" name="Google Shape;2577;p42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5558027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78" name="Google Shape;2578;p42"/>
            <p:cNvSpPr/>
            <p:nvPr/>
          </p:nvSpPr>
          <p:spPr>
            <a:xfrm>
              <a:off x="1431023" y="5169408"/>
              <a:ext cx="448309" cy="358140"/>
            </a:xfrm>
            <a:custGeom>
              <a:rect b="b" l="l" r="r" t="t"/>
              <a:pathLst>
                <a:path extrusionOk="0" h="358139" w="448310">
                  <a:moveTo>
                    <a:pt x="48768" y="45720"/>
                  </a:moveTo>
                  <a:lnTo>
                    <a:pt x="47244" y="41148"/>
                  </a:lnTo>
                  <a:lnTo>
                    <a:pt x="42672" y="35052"/>
                  </a:lnTo>
                  <a:lnTo>
                    <a:pt x="38100" y="30480"/>
                  </a:lnTo>
                  <a:lnTo>
                    <a:pt x="32004" y="28956"/>
                  </a:lnTo>
                  <a:lnTo>
                    <a:pt x="18288" y="28956"/>
                  </a:lnTo>
                  <a:lnTo>
                    <a:pt x="12192" y="30480"/>
                  </a:lnTo>
                  <a:lnTo>
                    <a:pt x="7620" y="35052"/>
                  </a:lnTo>
                  <a:lnTo>
                    <a:pt x="3048" y="41148"/>
                  </a:lnTo>
                  <a:lnTo>
                    <a:pt x="0" y="45720"/>
                  </a:lnTo>
                  <a:lnTo>
                    <a:pt x="0" y="59436"/>
                  </a:lnTo>
                  <a:lnTo>
                    <a:pt x="3048" y="65532"/>
                  </a:lnTo>
                  <a:lnTo>
                    <a:pt x="12192" y="74676"/>
                  </a:lnTo>
                  <a:lnTo>
                    <a:pt x="18288" y="77724"/>
                  </a:lnTo>
                  <a:lnTo>
                    <a:pt x="32004" y="77724"/>
                  </a:lnTo>
                  <a:lnTo>
                    <a:pt x="38100" y="74676"/>
                  </a:lnTo>
                  <a:lnTo>
                    <a:pt x="47244" y="65532"/>
                  </a:lnTo>
                  <a:lnTo>
                    <a:pt x="48768" y="59436"/>
                  </a:lnTo>
                  <a:lnTo>
                    <a:pt x="48768" y="45720"/>
                  </a:lnTo>
                  <a:close/>
                </a:path>
                <a:path extrusionOk="0" h="358139" w="448310">
                  <a:moveTo>
                    <a:pt x="342900" y="0"/>
                  </a:moveTo>
                  <a:lnTo>
                    <a:pt x="335280" y="0"/>
                  </a:lnTo>
                  <a:lnTo>
                    <a:pt x="335280" y="16764"/>
                  </a:lnTo>
                  <a:lnTo>
                    <a:pt x="332232" y="21336"/>
                  </a:lnTo>
                  <a:lnTo>
                    <a:pt x="292608" y="33528"/>
                  </a:lnTo>
                  <a:lnTo>
                    <a:pt x="115824" y="33528"/>
                  </a:lnTo>
                  <a:lnTo>
                    <a:pt x="115824" y="44196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7828" y="92964"/>
                  </a:lnTo>
                  <a:lnTo>
                    <a:pt x="147828" y="85344"/>
                  </a:lnTo>
                  <a:lnTo>
                    <a:pt x="194094" y="73152"/>
                  </a:lnTo>
                  <a:lnTo>
                    <a:pt x="292608" y="73152"/>
                  </a:lnTo>
                  <a:lnTo>
                    <a:pt x="300113" y="73342"/>
                  </a:lnTo>
                  <a:lnTo>
                    <a:pt x="302082" y="73342"/>
                  </a:lnTo>
                  <a:lnTo>
                    <a:pt x="332232" y="85344"/>
                  </a:lnTo>
                  <a:lnTo>
                    <a:pt x="335280" y="88392"/>
                  </a:lnTo>
                  <a:lnTo>
                    <a:pt x="335280" y="106680"/>
                  </a:lnTo>
                  <a:lnTo>
                    <a:pt x="342900" y="106680"/>
                  </a:lnTo>
                  <a:lnTo>
                    <a:pt x="342900" y="73152"/>
                  </a:lnTo>
                  <a:lnTo>
                    <a:pt x="342900" y="0"/>
                  </a:lnTo>
                  <a:close/>
                </a:path>
                <a:path extrusionOk="0" h="358139" w="448310">
                  <a:moveTo>
                    <a:pt x="447954" y="259080"/>
                  </a:moveTo>
                  <a:lnTo>
                    <a:pt x="446036" y="232079"/>
                  </a:lnTo>
                  <a:lnTo>
                    <a:pt x="439864" y="206121"/>
                  </a:lnTo>
                  <a:lnTo>
                    <a:pt x="429412" y="183032"/>
                  </a:lnTo>
                  <a:lnTo>
                    <a:pt x="418871" y="168897"/>
                  </a:lnTo>
                  <a:lnTo>
                    <a:pt x="418871" y="232079"/>
                  </a:lnTo>
                  <a:lnTo>
                    <a:pt x="418858" y="244157"/>
                  </a:lnTo>
                  <a:lnTo>
                    <a:pt x="411403" y="294690"/>
                  </a:lnTo>
                  <a:lnTo>
                    <a:pt x="393357" y="322973"/>
                  </a:lnTo>
                  <a:lnTo>
                    <a:pt x="379006" y="322973"/>
                  </a:lnTo>
                  <a:lnTo>
                    <a:pt x="373380" y="321564"/>
                  </a:lnTo>
                  <a:lnTo>
                    <a:pt x="365760" y="318516"/>
                  </a:lnTo>
                  <a:lnTo>
                    <a:pt x="360908" y="315709"/>
                  </a:lnTo>
                  <a:lnTo>
                    <a:pt x="360553" y="315468"/>
                  </a:lnTo>
                  <a:lnTo>
                    <a:pt x="355473" y="312039"/>
                  </a:lnTo>
                  <a:lnTo>
                    <a:pt x="349478" y="307809"/>
                  </a:lnTo>
                  <a:lnTo>
                    <a:pt x="347332" y="306324"/>
                  </a:lnTo>
                  <a:lnTo>
                    <a:pt x="342900" y="303276"/>
                  </a:lnTo>
                  <a:lnTo>
                    <a:pt x="345160" y="286512"/>
                  </a:lnTo>
                  <a:lnTo>
                    <a:pt x="347091" y="266700"/>
                  </a:lnTo>
                  <a:lnTo>
                    <a:pt x="348475" y="243268"/>
                  </a:lnTo>
                  <a:lnTo>
                    <a:pt x="348589" y="237744"/>
                  </a:lnTo>
                  <a:lnTo>
                    <a:pt x="348665" y="233362"/>
                  </a:lnTo>
                  <a:lnTo>
                    <a:pt x="348767" y="228777"/>
                  </a:lnTo>
                  <a:lnTo>
                    <a:pt x="351472" y="184213"/>
                  </a:lnTo>
                  <a:lnTo>
                    <a:pt x="364236" y="152400"/>
                  </a:lnTo>
                  <a:lnTo>
                    <a:pt x="373380" y="152400"/>
                  </a:lnTo>
                  <a:lnTo>
                    <a:pt x="411391" y="184810"/>
                  </a:lnTo>
                  <a:lnTo>
                    <a:pt x="418325" y="219316"/>
                  </a:lnTo>
                  <a:lnTo>
                    <a:pt x="418871" y="232079"/>
                  </a:lnTo>
                  <a:lnTo>
                    <a:pt x="418871" y="168897"/>
                  </a:lnTo>
                  <a:lnTo>
                    <a:pt x="414528" y="163068"/>
                  </a:lnTo>
                  <a:lnTo>
                    <a:pt x="376809" y="138645"/>
                  </a:lnTo>
                  <a:lnTo>
                    <a:pt x="364236" y="137160"/>
                  </a:lnTo>
                  <a:lnTo>
                    <a:pt x="354507" y="138023"/>
                  </a:lnTo>
                  <a:lnTo>
                    <a:pt x="320040" y="166687"/>
                  </a:lnTo>
                  <a:lnTo>
                    <a:pt x="311848" y="210121"/>
                  </a:lnTo>
                  <a:lnTo>
                    <a:pt x="311708" y="214122"/>
                  </a:lnTo>
                  <a:lnTo>
                    <a:pt x="311581" y="217436"/>
                  </a:lnTo>
                  <a:lnTo>
                    <a:pt x="311505" y="219316"/>
                  </a:lnTo>
                  <a:lnTo>
                    <a:pt x="311391" y="222504"/>
                  </a:lnTo>
                  <a:lnTo>
                    <a:pt x="311365" y="223266"/>
                  </a:lnTo>
                  <a:lnTo>
                    <a:pt x="311226" y="227076"/>
                  </a:lnTo>
                  <a:lnTo>
                    <a:pt x="311111" y="233362"/>
                  </a:lnTo>
                  <a:lnTo>
                    <a:pt x="310984" y="244157"/>
                  </a:lnTo>
                  <a:lnTo>
                    <a:pt x="310896" y="251460"/>
                  </a:lnTo>
                  <a:lnTo>
                    <a:pt x="310794" y="252984"/>
                  </a:lnTo>
                  <a:lnTo>
                    <a:pt x="310680" y="254508"/>
                  </a:lnTo>
                  <a:lnTo>
                    <a:pt x="309994" y="264020"/>
                  </a:lnTo>
                  <a:lnTo>
                    <a:pt x="309372" y="274129"/>
                  </a:lnTo>
                  <a:lnTo>
                    <a:pt x="309270" y="275463"/>
                  </a:lnTo>
                  <a:lnTo>
                    <a:pt x="308762" y="281686"/>
                  </a:lnTo>
                  <a:lnTo>
                    <a:pt x="307848" y="286512"/>
                  </a:lnTo>
                  <a:lnTo>
                    <a:pt x="307848" y="294132"/>
                  </a:lnTo>
                  <a:lnTo>
                    <a:pt x="306324" y="298704"/>
                  </a:lnTo>
                  <a:lnTo>
                    <a:pt x="298704" y="306324"/>
                  </a:lnTo>
                  <a:lnTo>
                    <a:pt x="292608" y="306324"/>
                  </a:lnTo>
                  <a:lnTo>
                    <a:pt x="288036" y="304800"/>
                  </a:lnTo>
                  <a:lnTo>
                    <a:pt x="283464" y="301752"/>
                  </a:lnTo>
                  <a:lnTo>
                    <a:pt x="278892" y="300228"/>
                  </a:lnTo>
                  <a:lnTo>
                    <a:pt x="277749" y="298704"/>
                  </a:lnTo>
                  <a:lnTo>
                    <a:pt x="274320" y="294132"/>
                  </a:lnTo>
                  <a:lnTo>
                    <a:pt x="268224" y="288036"/>
                  </a:lnTo>
                  <a:lnTo>
                    <a:pt x="270230" y="279158"/>
                  </a:lnTo>
                  <a:lnTo>
                    <a:pt x="270344" y="278511"/>
                  </a:lnTo>
                  <a:lnTo>
                    <a:pt x="270446" y="277850"/>
                  </a:lnTo>
                  <a:lnTo>
                    <a:pt x="271653" y="270700"/>
                  </a:lnTo>
                  <a:lnTo>
                    <a:pt x="271716" y="270129"/>
                  </a:lnTo>
                  <a:lnTo>
                    <a:pt x="272516" y="262534"/>
                  </a:lnTo>
                  <a:lnTo>
                    <a:pt x="272643" y="259080"/>
                  </a:lnTo>
                  <a:lnTo>
                    <a:pt x="272796" y="254508"/>
                  </a:lnTo>
                  <a:lnTo>
                    <a:pt x="272707" y="252984"/>
                  </a:lnTo>
                  <a:lnTo>
                    <a:pt x="272618" y="251460"/>
                  </a:lnTo>
                  <a:lnTo>
                    <a:pt x="271614" y="235292"/>
                  </a:lnTo>
                  <a:lnTo>
                    <a:pt x="267843" y="218503"/>
                  </a:lnTo>
                  <a:lnTo>
                    <a:pt x="264185" y="210312"/>
                  </a:lnTo>
                  <a:lnTo>
                    <a:pt x="264096" y="210121"/>
                  </a:lnTo>
                  <a:lnTo>
                    <a:pt x="261226" y="203720"/>
                  </a:lnTo>
                  <a:lnTo>
                    <a:pt x="260604" y="202882"/>
                  </a:lnTo>
                  <a:lnTo>
                    <a:pt x="260604" y="252984"/>
                  </a:lnTo>
                  <a:lnTo>
                    <a:pt x="259727" y="261848"/>
                  </a:lnTo>
                  <a:lnTo>
                    <a:pt x="233934" y="292112"/>
                  </a:lnTo>
                  <a:lnTo>
                    <a:pt x="185928" y="301752"/>
                  </a:lnTo>
                  <a:lnTo>
                    <a:pt x="172199" y="300926"/>
                  </a:lnTo>
                  <a:lnTo>
                    <a:pt x="137020" y="282663"/>
                  </a:lnTo>
                  <a:lnTo>
                    <a:pt x="128016" y="259080"/>
                  </a:lnTo>
                  <a:lnTo>
                    <a:pt x="129146" y="249364"/>
                  </a:lnTo>
                  <a:lnTo>
                    <a:pt x="156210" y="219316"/>
                  </a:lnTo>
                  <a:lnTo>
                    <a:pt x="204216" y="210312"/>
                  </a:lnTo>
                  <a:lnTo>
                    <a:pt x="217957" y="210934"/>
                  </a:lnTo>
                  <a:lnTo>
                    <a:pt x="252895" y="228777"/>
                  </a:lnTo>
                  <a:lnTo>
                    <a:pt x="260604" y="252984"/>
                  </a:lnTo>
                  <a:lnTo>
                    <a:pt x="260604" y="202882"/>
                  </a:lnTo>
                  <a:lnTo>
                    <a:pt x="227076" y="173355"/>
                  </a:lnTo>
                  <a:lnTo>
                    <a:pt x="198120" y="167640"/>
                  </a:lnTo>
                  <a:lnTo>
                    <a:pt x="185864" y="168503"/>
                  </a:lnTo>
                  <a:lnTo>
                    <a:pt x="174307" y="171069"/>
                  </a:lnTo>
                  <a:lnTo>
                    <a:pt x="163626" y="175361"/>
                  </a:lnTo>
                  <a:lnTo>
                    <a:pt x="153924" y="181356"/>
                  </a:lnTo>
                  <a:lnTo>
                    <a:pt x="153924" y="137160"/>
                  </a:lnTo>
                  <a:lnTo>
                    <a:pt x="152400" y="137160"/>
                  </a:lnTo>
                  <a:lnTo>
                    <a:pt x="150876" y="135636"/>
                  </a:lnTo>
                  <a:lnTo>
                    <a:pt x="137160" y="135636"/>
                  </a:lnTo>
                  <a:lnTo>
                    <a:pt x="134162" y="138645"/>
                  </a:lnTo>
                  <a:lnTo>
                    <a:pt x="134112" y="140208"/>
                  </a:lnTo>
                  <a:lnTo>
                    <a:pt x="132588" y="144780"/>
                  </a:lnTo>
                  <a:lnTo>
                    <a:pt x="132588" y="198120"/>
                  </a:lnTo>
                  <a:lnTo>
                    <a:pt x="125476" y="210121"/>
                  </a:lnTo>
                  <a:lnTo>
                    <a:pt x="125399" y="210312"/>
                  </a:lnTo>
                  <a:lnTo>
                    <a:pt x="120205" y="223266"/>
                  </a:lnTo>
                  <a:lnTo>
                    <a:pt x="116954" y="237553"/>
                  </a:lnTo>
                  <a:lnTo>
                    <a:pt x="116941" y="237744"/>
                  </a:lnTo>
                  <a:lnTo>
                    <a:pt x="115938" y="251460"/>
                  </a:lnTo>
                  <a:lnTo>
                    <a:pt x="129971" y="303568"/>
                  </a:lnTo>
                  <a:lnTo>
                    <a:pt x="166116" y="334899"/>
                  </a:lnTo>
                  <a:lnTo>
                    <a:pt x="196596" y="341376"/>
                  </a:lnTo>
                  <a:lnTo>
                    <a:pt x="207505" y="340575"/>
                  </a:lnTo>
                  <a:lnTo>
                    <a:pt x="244792" y="324421"/>
                  </a:lnTo>
                  <a:lnTo>
                    <a:pt x="263652" y="298704"/>
                  </a:lnTo>
                  <a:lnTo>
                    <a:pt x="273367" y="310134"/>
                  </a:lnTo>
                  <a:lnTo>
                    <a:pt x="303276" y="335280"/>
                  </a:lnTo>
                  <a:lnTo>
                    <a:pt x="309372" y="338328"/>
                  </a:lnTo>
                  <a:lnTo>
                    <a:pt x="320040" y="338328"/>
                  </a:lnTo>
                  <a:lnTo>
                    <a:pt x="324612" y="336804"/>
                  </a:lnTo>
                  <a:lnTo>
                    <a:pt x="336804" y="324612"/>
                  </a:lnTo>
                  <a:lnTo>
                    <a:pt x="336905" y="324421"/>
                  </a:lnTo>
                  <a:lnTo>
                    <a:pt x="341376" y="315468"/>
                  </a:lnTo>
                  <a:lnTo>
                    <a:pt x="351650" y="325501"/>
                  </a:lnTo>
                  <a:lnTo>
                    <a:pt x="386791" y="352501"/>
                  </a:lnTo>
                  <a:lnTo>
                    <a:pt x="396240" y="356616"/>
                  </a:lnTo>
                  <a:lnTo>
                    <a:pt x="399288" y="358140"/>
                  </a:lnTo>
                  <a:lnTo>
                    <a:pt x="403860" y="358140"/>
                  </a:lnTo>
                  <a:lnTo>
                    <a:pt x="409816" y="356997"/>
                  </a:lnTo>
                  <a:lnTo>
                    <a:pt x="437134" y="322973"/>
                  </a:lnTo>
                  <a:lnTo>
                    <a:pt x="446900" y="283489"/>
                  </a:lnTo>
                  <a:lnTo>
                    <a:pt x="446989" y="281686"/>
                  </a:lnTo>
                  <a:lnTo>
                    <a:pt x="447890" y="264020"/>
                  </a:lnTo>
                  <a:lnTo>
                    <a:pt x="447954" y="2590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79" name="Google Shape;2579;p42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4951475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580" name="Google Shape;2580;p42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31035" y="3124200"/>
            <a:ext cx="348996" cy="1677924"/>
          </a:xfrm>
          <a:prstGeom prst="rect">
            <a:avLst/>
          </a:prstGeom>
          <a:noFill/>
          <a:ln>
            <a:noFill/>
          </a:ln>
        </p:spPr>
      </p:pic>
      <p:sp>
        <p:nvSpPr>
          <p:cNvPr id="2581" name="Google Shape;2581;p42"/>
          <p:cNvSpPr/>
          <p:nvPr/>
        </p:nvSpPr>
        <p:spPr>
          <a:xfrm>
            <a:off x="2214372" y="8866632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2" name="Google Shape;2582;p42"/>
          <p:cNvSpPr/>
          <p:nvPr/>
        </p:nvSpPr>
        <p:spPr>
          <a:xfrm>
            <a:off x="2153399" y="8016240"/>
            <a:ext cx="175895" cy="771525"/>
          </a:xfrm>
          <a:custGeom>
            <a:rect b="b" l="l" r="r" t="t"/>
            <a:pathLst>
              <a:path extrusionOk="0" h="771525" w="175894">
                <a:moveTo>
                  <a:pt x="24384" y="365760"/>
                </a:moveTo>
                <a:lnTo>
                  <a:pt x="21336" y="359664"/>
                </a:lnTo>
                <a:lnTo>
                  <a:pt x="15240" y="356616"/>
                </a:lnTo>
                <a:lnTo>
                  <a:pt x="9144" y="356616"/>
                </a:lnTo>
                <a:lnTo>
                  <a:pt x="6096" y="358140"/>
                </a:lnTo>
                <a:lnTo>
                  <a:pt x="1524" y="362712"/>
                </a:lnTo>
                <a:lnTo>
                  <a:pt x="0" y="365760"/>
                </a:lnTo>
                <a:lnTo>
                  <a:pt x="0" y="371856"/>
                </a:lnTo>
                <a:lnTo>
                  <a:pt x="1524" y="374904"/>
                </a:lnTo>
                <a:lnTo>
                  <a:pt x="4572" y="376428"/>
                </a:lnTo>
                <a:lnTo>
                  <a:pt x="6096" y="379476"/>
                </a:lnTo>
                <a:lnTo>
                  <a:pt x="9144" y="381000"/>
                </a:lnTo>
                <a:lnTo>
                  <a:pt x="15240" y="381000"/>
                </a:lnTo>
                <a:lnTo>
                  <a:pt x="18288" y="379476"/>
                </a:lnTo>
                <a:lnTo>
                  <a:pt x="22860" y="374904"/>
                </a:lnTo>
                <a:lnTo>
                  <a:pt x="24384" y="371856"/>
                </a:lnTo>
                <a:lnTo>
                  <a:pt x="24384" y="365760"/>
                </a:lnTo>
                <a:close/>
              </a:path>
              <a:path extrusionOk="0" h="771525" w="175894">
                <a:moveTo>
                  <a:pt x="172212" y="341376"/>
                </a:moveTo>
                <a:lnTo>
                  <a:pt x="169164" y="341376"/>
                </a:lnTo>
                <a:lnTo>
                  <a:pt x="169164" y="350520"/>
                </a:lnTo>
                <a:lnTo>
                  <a:pt x="163068" y="356616"/>
                </a:lnTo>
                <a:lnTo>
                  <a:pt x="160020" y="356616"/>
                </a:lnTo>
                <a:lnTo>
                  <a:pt x="155448" y="358140"/>
                </a:lnTo>
                <a:lnTo>
                  <a:pt x="57912" y="358140"/>
                </a:lnTo>
                <a:lnTo>
                  <a:pt x="57912" y="362712"/>
                </a:lnTo>
                <a:lnTo>
                  <a:pt x="71628" y="396240"/>
                </a:lnTo>
                <a:lnTo>
                  <a:pt x="74676" y="394716"/>
                </a:lnTo>
                <a:lnTo>
                  <a:pt x="73152" y="391668"/>
                </a:lnTo>
                <a:lnTo>
                  <a:pt x="73152" y="382524"/>
                </a:lnTo>
                <a:lnTo>
                  <a:pt x="76200" y="379476"/>
                </a:lnTo>
                <a:lnTo>
                  <a:pt x="77724" y="379476"/>
                </a:lnTo>
                <a:lnTo>
                  <a:pt x="80772" y="377952"/>
                </a:lnTo>
                <a:lnTo>
                  <a:pt x="160020" y="377952"/>
                </a:lnTo>
                <a:lnTo>
                  <a:pt x="163068" y="379476"/>
                </a:lnTo>
                <a:lnTo>
                  <a:pt x="169164" y="385572"/>
                </a:lnTo>
                <a:lnTo>
                  <a:pt x="169164" y="394716"/>
                </a:lnTo>
                <a:lnTo>
                  <a:pt x="172212" y="394716"/>
                </a:lnTo>
                <a:lnTo>
                  <a:pt x="172212" y="377952"/>
                </a:lnTo>
                <a:lnTo>
                  <a:pt x="172212" y="341376"/>
                </a:lnTo>
                <a:close/>
              </a:path>
              <a:path extrusionOk="0" h="771525" w="175894">
                <a:moveTo>
                  <a:pt x="172224" y="426720"/>
                </a:moveTo>
                <a:lnTo>
                  <a:pt x="169176" y="426720"/>
                </a:lnTo>
                <a:lnTo>
                  <a:pt x="169176" y="435864"/>
                </a:lnTo>
                <a:lnTo>
                  <a:pt x="166128" y="438912"/>
                </a:lnTo>
                <a:lnTo>
                  <a:pt x="164604" y="441960"/>
                </a:lnTo>
                <a:lnTo>
                  <a:pt x="161556" y="445008"/>
                </a:lnTo>
                <a:lnTo>
                  <a:pt x="158508" y="446532"/>
                </a:lnTo>
                <a:lnTo>
                  <a:pt x="92976" y="446532"/>
                </a:lnTo>
                <a:lnTo>
                  <a:pt x="85356" y="443484"/>
                </a:lnTo>
                <a:lnTo>
                  <a:pt x="76212" y="434340"/>
                </a:lnTo>
                <a:lnTo>
                  <a:pt x="74688" y="431292"/>
                </a:lnTo>
                <a:lnTo>
                  <a:pt x="74688" y="428244"/>
                </a:lnTo>
                <a:lnTo>
                  <a:pt x="76212" y="426720"/>
                </a:lnTo>
                <a:lnTo>
                  <a:pt x="79260" y="422148"/>
                </a:lnTo>
                <a:lnTo>
                  <a:pt x="82308" y="416052"/>
                </a:lnTo>
                <a:lnTo>
                  <a:pt x="82308" y="408432"/>
                </a:lnTo>
                <a:lnTo>
                  <a:pt x="77736" y="403860"/>
                </a:lnTo>
                <a:lnTo>
                  <a:pt x="74688" y="402336"/>
                </a:lnTo>
                <a:lnTo>
                  <a:pt x="68592" y="402336"/>
                </a:lnTo>
                <a:lnTo>
                  <a:pt x="65544" y="403860"/>
                </a:lnTo>
                <a:lnTo>
                  <a:pt x="59448" y="409956"/>
                </a:lnTo>
                <a:lnTo>
                  <a:pt x="57924" y="414528"/>
                </a:lnTo>
                <a:lnTo>
                  <a:pt x="57924" y="419100"/>
                </a:lnTo>
                <a:lnTo>
                  <a:pt x="59588" y="425958"/>
                </a:lnTo>
                <a:lnTo>
                  <a:pt x="64401" y="432816"/>
                </a:lnTo>
                <a:lnTo>
                  <a:pt x="72059" y="439674"/>
                </a:lnTo>
                <a:lnTo>
                  <a:pt x="82308" y="446532"/>
                </a:lnTo>
                <a:lnTo>
                  <a:pt x="57924" y="446532"/>
                </a:lnTo>
                <a:lnTo>
                  <a:pt x="57924" y="452628"/>
                </a:lnTo>
                <a:lnTo>
                  <a:pt x="71640" y="484632"/>
                </a:lnTo>
                <a:lnTo>
                  <a:pt x="74688" y="484632"/>
                </a:lnTo>
                <a:lnTo>
                  <a:pt x="73164" y="481584"/>
                </a:lnTo>
                <a:lnTo>
                  <a:pt x="73164" y="472440"/>
                </a:lnTo>
                <a:lnTo>
                  <a:pt x="77736" y="467868"/>
                </a:lnTo>
                <a:lnTo>
                  <a:pt x="83832" y="467868"/>
                </a:lnTo>
                <a:lnTo>
                  <a:pt x="91452" y="466344"/>
                </a:lnTo>
                <a:lnTo>
                  <a:pt x="155460" y="466344"/>
                </a:lnTo>
                <a:lnTo>
                  <a:pt x="158508" y="467868"/>
                </a:lnTo>
                <a:lnTo>
                  <a:pt x="163080" y="467868"/>
                </a:lnTo>
                <a:lnTo>
                  <a:pt x="166128" y="469392"/>
                </a:lnTo>
                <a:lnTo>
                  <a:pt x="166128" y="470916"/>
                </a:lnTo>
                <a:lnTo>
                  <a:pt x="169176" y="473964"/>
                </a:lnTo>
                <a:lnTo>
                  <a:pt x="169176" y="483108"/>
                </a:lnTo>
                <a:lnTo>
                  <a:pt x="172224" y="483108"/>
                </a:lnTo>
                <a:lnTo>
                  <a:pt x="172224" y="426720"/>
                </a:lnTo>
                <a:close/>
              </a:path>
              <a:path extrusionOk="0" h="771525" w="175894">
                <a:moveTo>
                  <a:pt x="175260" y="120396"/>
                </a:moveTo>
                <a:lnTo>
                  <a:pt x="161544" y="86868"/>
                </a:lnTo>
                <a:lnTo>
                  <a:pt x="158496" y="88392"/>
                </a:lnTo>
                <a:lnTo>
                  <a:pt x="161544" y="94488"/>
                </a:lnTo>
                <a:lnTo>
                  <a:pt x="161544" y="99060"/>
                </a:lnTo>
                <a:lnTo>
                  <a:pt x="158496" y="102108"/>
                </a:lnTo>
                <a:lnTo>
                  <a:pt x="155448" y="103632"/>
                </a:lnTo>
                <a:lnTo>
                  <a:pt x="152400" y="103632"/>
                </a:lnTo>
                <a:lnTo>
                  <a:pt x="149352" y="105156"/>
                </a:lnTo>
                <a:lnTo>
                  <a:pt x="60960" y="105156"/>
                </a:lnTo>
                <a:lnTo>
                  <a:pt x="60960" y="141732"/>
                </a:lnTo>
                <a:lnTo>
                  <a:pt x="64008" y="141732"/>
                </a:lnTo>
                <a:lnTo>
                  <a:pt x="64008" y="135636"/>
                </a:lnTo>
                <a:lnTo>
                  <a:pt x="65532" y="131064"/>
                </a:lnTo>
                <a:lnTo>
                  <a:pt x="70104" y="126492"/>
                </a:lnTo>
                <a:lnTo>
                  <a:pt x="76200" y="124968"/>
                </a:lnTo>
                <a:lnTo>
                  <a:pt x="144780" y="124968"/>
                </a:lnTo>
                <a:lnTo>
                  <a:pt x="150876" y="131064"/>
                </a:lnTo>
                <a:lnTo>
                  <a:pt x="155448" y="137160"/>
                </a:lnTo>
                <a:lnTo>
                  <a:pt x="155575" y="137541"/>
                </a:lnTo>
                <a:lnTo>
                  <a:pt x="156972" y="141732"/>
                </a:lnTo>
                <a:lnTo>
                  <a:pt x="160020" y="146304"/>
                </a:lnTo>
                <a:lnTo>
                  <a:pt x="160020" y="158496"/>
                </a:lnTo>
                <a:lnTo>
                  <a:pt x="158496" y="163068"/>
                </a:lnTo>
                <a:lnTo>
                  <a:pt x="155448" y="166116"/>
                </a:lnTo>
                <a:lnTo>
                  <a:pt x="152400" y="170688"/>
                </a:lnTo>
                <a:lnTo>
                  <a:pt x="146304" y="172212"/>
                </a:lnTo>
                <a:lnTo>
                  <a:pt x="60960" y="172212"/>
                </a:lnTo>
                <a:lnTo>
                  <a:pt x="60960" y="210312"/>
                </a:lnTo>
                <a:lnTo>
                  <a:pt x="64008" y="210312"/>
                </a:lnTo>
                <a:lnTo>
                  <a:pt x="64008" y="204216"/>
                </a:lnTo>
                <a:lnTo>
                  <a:pt x="65532" y="201168"/>
                </a:lnTo>
                <a:lnTo>
                  <a:pt x="65532" y="198120"/>
                </a:lnTo>
                <a:lnTo>
                  <a:pt x="68580" y="195072"/>
                </a:lnTo>
                <a:lnTo>
                  <a:pt x="71628" y="193548"/>
                </a:lnTo>
                <a:lnTo>
                  <a:pt x="73152" y="192024"/>
                </a:lnTo>
                <a:lnTo>
                  <a:pt x="143256" y="192024"/>
                </a:lnTo>
                <a:lnTo>
                  <a:pt x="150876" y="190500"/>
                </a:lnTo>
                <a:lnTo>
                  <a:pt x="175260" y="169164"/>
                </a:lnTo>
                <a:lnTo>
                  <a:pt x="175260" y="156972"/>
                </a:lnTo>
                <a:lnTo>
                  <a:pt x="152400" y="124968"/>
                </a:lnTo>
                <a:lnTo>
                  <a:pt x="175260" y="124968"/>
                </a:lnTo>
                <a:lnTo>
                  <a:pt x="175260" y="120396"/>
                </a:lnTo>
                <a:close/>
              </a:path>
              <a:path extrusionOk="0" h="771525" w="175894">
                <a:moveTo>
                  <a:pt x="175272" y="678180"/>
                </a:moveTo>
                <a:lnTo>
                  <a:pt x="60972" y="632460"/>
                </a:lnTo>
                <a:lnTo>
                  <a:pt x="38112" y="623316"/>
                </a:lnTo>
                <a:lnTo>
                  <a:pt x="28968" y="620268"/>
                </a:lnTo>
                <a:lnTo>
                  <a:pt x="21348" y="617220"/>
                </a:lnTo>
                <a:lnTo>
                  <a:pt x="13728" y="609600"/>
                </a:lnTo>
                <a:lnTo>
                  <a:pt x="12204" y="605028"/>
                </a:lnTo>
                <a:lnTo>
                  <a:pt x="10680" y="598932"/>
                </a:lnTo>
                <a:lnTo>
                  <a:pt x="7632" y="598932"/>
                </a:lnTo>
                <a:lnTo>
                  <a:pt x="7632" y="649224"/>
                </a:lnTo>
                <a:lnTo>
                  <a:pt x="10680" y="649224"/>
                </a:lnTo>
                <a:lnTo>
                  <a:pt x="10680" y="647700"/>
                </a:lnTo>
                <a:lnTo>
                  <a:pt x="12204" y="641604"/>
                </a:lnTo>
                <a:lnTo>
                  <a:pt x="15252" y="635508"/>
                </a:lnTo>
                <a:lnTo>
                  <a:pt x="18300" y="632460"/>
                </a:lnTo>
                <a:lnTo>
                  <a:pt x="25920" y="632460"/>
                </a:lnTo>
                <a:lnTo>
                  <a:pt x="32016" y="633984"/>
                </a:lnTo>
                <a:lnTo>
                  <a:pt x="42684" y="637032"/>
                </a:lnTo>
                <a:lnTo>
                  <a:pt x="137172" y="675132"/>
                </a:lnTo>
                <a:lnTo>
                  <a:pt x="41160" y="716280"/>
                </a:lnTo>
                <a:lnTo>
                  <a:pt x="32016" y="720852"/>
                </a:lnTo>
                <a:lnTo>
                  <a:pt x="25920" y="722376"/>
                </a:lnTo>
                <a:lnTo>
                  <a:pt x="19824" y="722376"/>
                </a:lnTo>
                <a:lnTo>
                  <a:pt x="10680" y="704088"/>
                </a:lnTo>
                <a:lnTo>
                  <a:pt x="7632" y="704088"/>
                </a:lnTo>
                <a:lnTo>
                  <a:pt x="7632" y="771144"/>
                </a:lnTo>
                <a:lnTo>
                  <a:pt x="10680" y="771144"/>
                </a:lnTo>
                <a:lnTo>
                  <a:pt x="12204" y="766572"/>
                </a:lnTo>
                <a:lnTo>
                  <a:pt x="12204" y="762000"/>
                </a:lnTo>
                <a:lnTo>
                  <a:pt x="15252" y="755904"/>
                </a:lnTo>
                <a:lnTo>
                  <a:pt x="18300" y="754380"/>
                </a:lnTo>
                <a:lnTo>
                  <a:pt x="19824" y="751332"/>
                </a:lnTo>
                <a:lnTo>
                  <a:pt x="21348" y="751332"/>
                </a:lnTo>
                <a:lnTo>
                  <a:pt x="27444" y="748284"/>
                </a:lnTo>
                <a:lnTo>
                  <a:pt x="35064" y="745236"/>
                </a:lnTo>
                <a:lnTo>
                  <a:pt x="87642" y="722376"/>
                </a:lnTo>
                <a:lnTo>
                  <a:pt x="175272" y="684276"/>
                </a:lnTo>
                <a:lnTo>
                  <a:pt x="175272" y="678180"/>
                </a:lnTo>
                <a:close/>
              </a:path>
              <a:path extrusionOk="0" h="771525" w="175894">
                <a:moveTo>
                  <a:pt x="175272" y="510540"/>
                </a:moveTo>
                <a:lnTo>
                  <a:pt x="156972" y="484632"/>
                </a:lnTo>
                <a:lnTo>
                  <a:pt x="150876" y="484632"/>
                </a:lnTo>
                <a:lnTo>
                  <a:pt x="155448" y="490728"/>
                </a:lnTo>
                <a:lnTo>
                  <a:pt x="160020" y="495300"/>
                </a:lnTo>
                <a:lnTo>
                  <a:pt x="160020" y="499872"/>
                </a:lnTo>
                <a:lnTo>
                  <a:pt x="156972" y="502920"/>
                </a:lnTo>
                <a:lnTo>
                  <a:pt x="85344" y="502920"/>
                </a:lnTo>
                <a:lnTo>
                  <a:pt x="79248" y="504444"/>
                </a:lnTo>
                <a:lnTo>
                  <a:pt x="70104" y="507492"/>
                </a:lnTo>
                <a:lnTo>
                  <a:pt x="65532" y="512064"/>
                </a:lnTo>
                <a:lnTo>
                  <a:pt x="64008" y="516636"/>
                </a:lnTo>
                <a:lnTo>
                  <a:pt x="59436" y="522732"/>
                </a:lnTo>
                <a:lnTo>
                  <a:pt x="57912" y="531876"/>
                </a:lnTo>
                <a:lnTo>
                  <a:pt x="58000" y="542455"/>
                </a:lnTo>
                <a:lnTo>
                  <a:pt x="58064" y="543521"/>
                </a:lnTo>
                <a:lnTo>
                  <a:pt x="58191" y="545592"/>
                </a:lnTo>
                <a:lnTo>
                  <a:pt x="58483" y="550722"/>
                </a:lnTo>
                <a:lnTo>
                  <a:pt x="79248" y="582168"/>
                </a:lnTo>
                <a:lnTo>
                  <a:pt x="92964" y="582168"/>
                </a:lnTo>
                <a:lnTo>
                  <a:pt x="97536" y="577596"/>
                </a:lnTo>
                <a:lnTo>
                  <a:pt x="97536" y="566928"/>
                </a:lnTo>
                <a:lnTo>
                  <a:pt x="94488" y="565404"/>
                </a:lnTo>
                <a:lnTo>
                  <a:pt x="92964" y="563880"/>
                </a:lnTo>
                <a:lnTo>
                  <a:pt x="89916" y="562356"/>
                </a:lnTo>
                <a:lnTo>
                  <a:pt x="86868" y="562356"/>
                </a:lnTo>
                <a:lnTo>
                  <a:pt x="79248" y="563880"/>
                </a:lnTo>
                <a:lnTo>
                  <a:pt x="76200" y="563880"/>
                </a:lnTo>
                <a:lnTo>
                  <a:pt x="73152" y="562356"/>
                </a:lnTo>
                <a:lnTo>
                  <a:pt x="70104" y="557784"/>
                </a:lnTo>
                <a:lnTo>
                  <a:pt x="67056" y="554736"/>
                </a:lnTo>
                <a:lnTo>
                  <a:pt x="65532" y="550164"/>
                </a:lnTo>
                <a:lnTo>
                  <a:pt x="65532" y="537972"/>
                </a:lnTo>
                <a:lnTo>
                  <a:pt x="71628" y="528828"/>
                </a:lnTo>
                <a:lnTo>
                  <a:pt x="76200" y="525780"/>
                </a:lnTo>
                <a:lnTo>
                  <a:pt x="83820" y="522732"/>
                </a:lnTo>
                <a:lnTo>
                  <a:pt x="99060" y="522732"/>
                </a:lnTo>
                <a:lnTo>
                  <a:pt x="104495" y="536689"/>
                </a:lnTo>
                <a:lnTo>
                  <a:pt x="109347" y="548640"/>
                </a:lnTo>
                <a:lnTo>
                  <a:pt x="113639" y="558317"/>
                </a:lnTo>
                <a:lnTo>
                  <a:pt x="117348" y="565404"/>
                </a:lnTo>
                <a:lnTo>
                  <a:pt x="121920" y="574548"/>
                </a:lnTo>
                <a:lnTo>
                  <a:pt x="126492" y="580644"/>
                </a:lnTo>
                <a:lnTo>
                  <a:pt x="132588" y="583692"/>
                </a:lnTo>
                <a:lnTo>
                  <a:pt x="137160" y="586740"/>
                </a:lnTo>
                <a:lnTo>
                  <a:pt x="155448" y="586740"/>
                </a:lnTo>
                <a:lnTo>
                  <a:pt x="163068" y="585216"/>
                </a:lnTo>
                <a:lnTo>
                  <a:pt x="167640" y="579120"/>
                </a:lnTo>
                <a:lnTo>
                  <a:pt x="172224" y="574548"/>
                </a:lnTo>
                <a:lnTo>
                  <a:pt x="175272" y="568452"/>
                </a:lnTo>
                <a:lnTo>
                  <a:pt x="175272" y="566928"/>
                </a:lnTo>
                <a:lnTo>
                  <a:pt x="175272" y="550164"/>
                </a:lnTo>
                <a:lnTo>
                  <a:pt x="172224" y="545592"/>
                </a:lnTo>
                <a:lnTo>
                  <a:pt x="170459" y="542455"/>
                </a:lnTo>
                <a:lnTo>
                  <a:pt x="167259" y="537591"/>
                </a:lnTo>
                <a:lnTo>
                  <a:pt x="162356" y="531025"/>
                </a:lnTo>
                <a:lnTo>
                  <a:pt x="160020" y="528231"/>
                </a:lnTo>
                <a:lnTo>
                  <a:pt x="160020" y="548640"/>
                </a:lnTo>
                <a:lnTo>
                  <a:pt x="160020" y="554736"/>
                </a:lnTo>
                <a:lnTo>
                  <a:pt x="158496" y="557784"/>
                </a:lnTo>
                <a:lnTo>
                  <a:pt x="155448" y="562356"/>
                </a:lnTo>
                <a:lnTo>
                  <a:pt x="150876" y="565404"/>
                </a:lnTo>
                <a:lnTo>
                  <a:pt x="146304" y="566928"/>
                </a:lnTo>
                <a:lnTo>
                  <a:pt x="132588" y="566928"/>
                </a:lnTo>
                <a:lnTo>
                  <a:pt x="109969" y="531876"/>
                </a:lnTo>
                <a:lnTo>
                  <a:pt x="106680" y="522732"/>
                </a:lnTo>
                <a:lnTo>
                  <a:pt x="147828" y="522732"/>
                </a:lnTo>
                <a:lnTo>
                  <a:pt x="160020" y="548640"/>
                </a:lnTo>
                <a:lnTo>
                  <a:pt x="160020" y="528231"/>
                </a:lnTo>
                <a:lnTo>
                  <a:pt x="155448" y="522732"/>
                </a:lnTo>
                <a:lnTo>
                  <a:pt x="167640" y="522732"/>
                </a:lnTo>
                <a:lnTo>
                  <a:pt x="170700" y="519684"/>
                </a:lnTo>
                <a:lnTo>
                  <a:pt x="173748" y="518160"/>
                </a:lnTo>
                <a:lnTo>
                  <a:pt x="175272" y="515112"/>
                </a:lnTo>
                <a:lnTo>
                  <a:pt x="175272" y="510540"/>
                </a:lnTo>
                <a:close/>
              </a:path>
              <a:path extrusionOk="0" h="771525" w="175894">
                <a:moveTo>
                  <a:pt x="175272" y="272796"/>
                </a:moveTo>
                <a:lnTo>
                  <a:pt x="175196" y="271272"/>
                </a:lnTo>
                <a:lnTo>
                  <a:pt x="175120" y="269278"/>
                </a:lnTo>
                <a:lnTo>
                  <a:pt x="175069" y="268224"/>
                </a:lnTo>
                <a:lnTo>
                  <a:pt x="167652" y="245414"/>
                </a:lnTo>
                <a:lnTo>
                  <a:pt x="167652" y="260604"/>
                </a:lnTo>
                <a:lnTo>
                  <a:pt x="167652" y="268224"/>
                </a:lnTo>
                <a:lnTo>
                  <a:pt x="141427" y="296608"/>
                </a:lnTo>
                <a:lnTo>
                  <a:pt x="108216" y="301752"/>
                </a:lnTo>
                <a:lnTo>
                  <a:pt x="97548" y="301752"/>
                </a:lnTo>
                <a:lnTo>
                  <a:pt x="70116" y="288036"/>
                </a:lnTo>
                <a:lnTo>
                  <a:pt x="67068" y="283464"/>
                </a:lnTo>
                <a:lnTo>
                  <a:pt x="65544" y="278892"/>
                </a:lnTo>
                <a:lnTo>
                  <a:pt x="65646" y="275043"/>
                </a:lnTo>
                <a:lnTo>
                  <a:pt x="66370" y="269278"/>
                </a:lnTo>
                <a:lnTo>
                  <a:pt x="97929" y="244030"/>
                </a:lnTo>
                <a:lnTo>
                  <a:pt x="124980" y="240792"/>
                </a:lnTo>
                <a:lnTo>
                  <a:pt x="135788" y="241350"/>
                </a:lnTo>
                <a:lnTo>
                  <a:pt x="167652" y="260604"/>
                </a:lnTo>
                <a:lnTo>
                  <a:pt x="167652" y="245414"/>
                </a:lnTo>
                <a:lnTo>
                  <a:pt x="137020" y="222440"/>
                </a:lnTo>
                <a:lnTo>
                  <a:pt x="114312" y="217932"/>
                </a:lnTo>
                <a:lnTo>
                  <a:pt x="104305" y="218795"/>
                </a:lnTo>
                <a:lnTo>
                  <a:pt x="68846" y="239344"/>
                </a:lnTo>
                <a:lnTo>
                  <a:pt x="57924" y="271272"/>
                </a:lnTo>
                <a:lnTo>
                  <a:pt x="58039" y="272796"/>
                </a:lnTo>
                <a:lnTo>
                  <a:pt x="74688" y="308800"/>
                </a:lnTo>
                <a:lnTo>
                  <a:pt x="88404" y="316992"/>
                </a:lnTo>
                <a:lnTo>
                  <a:pt x="95491" y="320763"/>
                </a:lnTo>
                <a:lnTo>
                  <a:pt x="102882" y="323088"/>
                </a:lnTo>
                <a:lnTo>
                  <a:pt x="110261" y="324281"/>
                </a:lnTo>
                <a:lnTo>
                  <a:pt x="117360" y="324612"/>
                </a:lnTo>
                <a:lnTo>
                  <a:pt x="128231" y="324002"/>
                </a:lnTo>
                <a:lnTo>
                  <a:pt x="164338" y="304736"/>
                </a:lnTo>
                <a:lnTo>
                  <a:pt x="166319" y="301752"/>
                </a:lnTo>
                <a:lnTo>
                  <a:pt x="170510" y="295465"/>
                </a:lnTo>
                <a:lnTo>
                  <a:pt x="174104" y="284784"/>
                </a:lnTo>
                <a:lnTo>
                  <a:pt x="175272" y="272796"/>
                </a:lnTo>
                <a:close/>
              </a:path>
              <a:path extrusionOk="0" h="771525" w="175894">
                <a:moveTo>
                  <a:pt x="175272" y="36576"/>
                </a:moveTo>
                <a:lnTo>
                  <a:pt x="155651" y="2476"/>
                </a:lnTo>
                <a:lnTo>
                  <a:pt x="141744" y="0"/>
                </a:lnTo>
                <a:lnTo>
                  <a:pt x="132905" y="1460"/>
                </a:lnTo>
                <a:lnTo>
                  <a:pt x="102120" y="41148"/>
                </a:lnTo>
                <a:lnTo>
                  <a:pt x="99072" y="48768"/>
                </a:lnTo>
                <a:lnTo>
                  <a:pt x="91452" y="56388"/>
                </a:lnTo>
                <a:lnTo>
                  <a:pt x="88404" y="57912"/>
                </a:lnTo>
                <a:lnTo>
                  <a:pt x="83832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70116" y="54864"/>
                </a:lnTo>
                <a:lnTo>
                  <a:pt x="67068" y="50292"/>
                </a:lnTo>
                <a:lnTo>
                  <a:pt x="65544" y="45720"/>
                </a:lnTo>
                <a:lnTo>
                  <a:pt x="65544" y="33528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59448" y="12192"/>
                </a:lnTo>
                <a:lnTo>
                  <a:pt x="60972" y="13716"/>
                </a:lnTo>
                <a:lnTo>
                  <a:pt x="62496" y="13716"/>
                </a:lnTo>
                <a:lnTo>
                  <a:pt x="62496" y="21336"/>
                </a:lnTo>
                <a:lnTo>
                  <a:pt x="60972" y="25908"/>
                </a:lnTo>
                <a:lnTo>
                  <a:pt x="59448" y="32004"/>
                </a:lnTo>
                <a:lnTo>
                  <a:pt x="57924" y="36576"/>
                </a:lnTo>
                <a:lnTo>
                  <a:pt x="57924" y="41148"/>
                </a:lnTo>
                <a:lnTo>
                  <a:pt x="80784" y="74676"/>
                </a:lnTo>
                <a:lnTo>
                  <a:pt x="96024" y="74676"/>
                </a:lnTo>
                <a:lnTo>
                  <a:pt x="102120" y="73152"/>
                </a:lnTo>
                <a:lnTo>
                  <a:pt x="106692" y="68580"/>
                </a:lnTo>
                <a:lnTo>
                  <a:pt x="110134" y="65443"/>
                </a:lnTo>
                <a:lnTo>
                  <a:pt x="113741" y="60579"/>
                </a:lnTo>
                <a:lnTo>
                  <a:pt x="117614" y="54013"/>
                </a:lnTo>
                <a:lnTo>
                  <a:pt x="126212" y="37439"/>
                </a:lnTo>
                <a:lnTo>
                  <a:pt x="129933" y="30861"/>
                </a:lnTo>
                <a:lnTo>
                  <a:pt x="133070" y="26009"/>
                </a:lnTo>
                <a:lnTo>
                  <a:pt x="135648" y="22860"/>
                </a:lnTo>
                <a:lnTo>
                  <a:pt x="140220" y="19812"/>
                </a:lnTo>
                <a:lnTo>
                  <a:pt x="144792" y="18288"/>
                </a:lnTo>
                <a:lnTo>
                  <a:pt x="155460" y="18288"/>
                </a:lnTo>
                <a:lnTo>
                  <a:pt x="160032" y="19812"/>
                </a:lnTo>
                <a:lnTo>
                  <a:pt x="163080" y="22860"/>
                </a:lnTo>
                <a:lnTo>
                  <a:pt x="166128" y="27432"/>
                </a:lnTo>
                <a:lnTo>
                  <a:pt x="167652" y="32004"/>
                </a:lnTo>
                <a:lnTo>
                  <a:pt x="167652" y="44196"/>
                </a:lnTo>
                <a:lnTo>
                  <a:pt x="166128" y="51816"/>
                </a:lnTo>
                <a:lnTo>
                  <a:pt x="160032" y="57912"/>
                </a:lnTo>
                <a:lnTo>
                  <a:pt x="156032" y="62852"/>
                </a:lnTo>
                <a:lnTo>
                  <a:pt x="150888" y="66484"/>
                </a:lnTo>
                <a:lnTo>
                  <a:pt x="144602" y="69278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0104"/>
                </a:lnTo>
                <a:lnTo>
                  <a:pt x="170700" y="68580"/>
                </a:lnTo>
                <a:lnTo>
                  <a:pt x="170700" y="62484"/>
                </a:lnTo>
                <a:lnTo>
                  <a:pt x="172224" y="60960"/>
                </a:lnTo>
                <a:lnTo>
                  <a:pt x="173748" y="51816"/>
                </a:lnTo>
                <a:lnTo>
                  <a:pt x="175272" y="44196"/>
                </a:lnTo>
                <a:lnTo>
                  <a:pt x="175272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83" name="Google Shape;2583;p42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153411" y="5399532"/>
            <a:ext cx="225552" cy="253746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84" name="Google Shape;2584;p42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153411" y="4280915"/>
            <a:ext cx="225552" cy="104394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85" name="Google Shape;2585;p42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211323" y="3988307"/>
            <a:ext cx="117348" cy="220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86" name="Google Shape;2586;p42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157983" y="3685032"/>
            <a:ext cx="170687" cy="233171"/>
          </a:xfrm>
          <a:prstGeom prst="rect">
            <a:avLst/>
          </a:prstGeom>
          <a:noFill/>
          <a:ln>
            <a:noFill/>
          </a:ln>
        </p:spPr>
      </p:pic>
      <p:pic>
        <p:nvPicPr>
          <p:cNvPr id="2587" name="Google Shape;2587;p42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177795" y="3435096"/>
            <a:ext cx="150876" cy="170687"/>
          </a:xfrm>
          <a:prstGeom prst="rect">
            <a:avLst/>
          </a:prstGeom>
          <a:noFill/>
          <a:ln>
            <a:noFill/>
          </a:ln>
        </p:spPr>
      </p:pic>
      <p:sp>
        <p:nvSpPr>
          <p:cNvPr id="2588" name="Google Shape;2588;p42"/>
          <p:cNvSpPr/>
          <p:nvPr/>
        </p:nvSpPr>
        <p:spPr>
          <a:xfrm>
            <a:off x="2153412" y="2808732"/>
            <a:ext cx="175260" cy="556260"/>
          </a:xfrm>
          <a:custGeom>
            <a:rect b="b" l="l" r="r" t="t"/>
            <a:pathLst>
              <a:path extrusionOk="0" h="556260" w="175260">
                <a:moveTo>
                  <a:pt x="172212" y="502920"/>
                </a:moveTo>
                <a:lnTo>
                  <a:pt x="169164" y="502920"/>
                </a:lnTo>
                <a:lnTo>
                  <a:pt x="169164" y="512064"/>
                </a:lnTo>
                <a:lnTo>
                  <a:pt x="167640" y="513588"/>
                </a:lnTo>
                <a:lnTo>
                  <a:pt x="166116" y="516636"/>
                </a:lnTo>
                <a:lnTo>
                  <a:pt x="164592" y="518160"/>
                </a:lnTo>
                <a:lnTo>
                  <a:pt x="163068" y="518160"/>
                </a:lnTo>
                <a:lnTo>
                  <a:pt x="160020" y="519684"/>
                </a:lnTo>
                <a:lnTo>
                  <a:pt x="0" y="519684"/>
                </a:lnTo>
                <a:lnTo>
                  <a:pt x="0" y="524256"/>
                </a:lnTo>
                <a:lnTo>
                  <a:pt x="13716" y="556260"/>
                </a:lnTo>
                <a:lnTo>
                  <a:pt x="16764" y="554736"/>
                </a:lnTo>
                <a:lnTo>
                  <a:pt x="15240" y="551688"/>
                </a:lnTo>
                <a:lnTo>
                  <a:pt x="15240" y="544068"/>
                </a:lnTo>
                <a:lnTo>
                  <a:pt x="18288" y="541020"/>
                </a:lnTo>
                <a:lnTo>
                  <a:pt x="22860" y="541020"/>
                </a:lnTo>
                <a:lnTo>
                  <a:pt x="25908" y="539496"/>
                </a:lnTo>
                <a:lnTo>
                  <a:pt x="160020" y="539496"/>
                </a:lnTo>
                <a:lnTo>
                  <a:pt x="163068" y="541020"/>
                </a:lnTo>
                <a:lnTo>
                  <a:pt x="169164" y="547116"/>
                </a:lnTo>
                <a:lnTo>
                  <a:pt x="169164" y="556260"/>
                </a:lnTo>
                <a:lnTo>
                  <a:pt x="172212" y="556260"/>
                </a:lnTo>
                <a:lnTo>
                  <a:pt x="172212" y="502920"/>
                </a:lnTo>
                <a:close/>
              </a:path>
              <a:path extrusionOk="0" h="556260" w="175260">
                <a:moveTo>
                  <a:pt x="172212" y="24384"/>
                </a:moveTo>
                <a:lnTo>
                  <a:pt x="169164" y="24384"/>
                </a:lnTo>
                <a:lnTo>
                  <a:pt x="169164" y="33528"/>
                </a:lnTo>
                <a:lnTo>
                  <a:pt x="166116" y="36576"/>
                </a:lnTo>
                <a:lnTo>
                  <a:pt x="164592" y="39624"/>
                </a:lnTo>
                <a:lnTo>
                  <a:pt x="161544" y="42672"/>
                </a:lnTo>
                <a:lnTo>
                  <a:pt x="158496" y="44196"/>
                </a:lnTo>
                <a:lnTo>
                  <a:pt x="92964" y="44196"/>
                </a:lnTo>
                <a:lnTo>
                  <a:pt x="85344" y="41148"/>
                </a:lnTo>
                <a:lnTo>
                  <a:pt x="77724" y="33528"/>
                </a:lnTo>
                <a:lnTo>
                  <a:pt x="76200" y="30480"/>
                </a:lnTo>
                <a:lnTo>
                  <a:pt x="74676" y="28956"/>
                </a:lnTo>
                <a:lnTo>
                  <a:pt x="74676" y="25908"/>
                </a:lnTo>
                <a:lnTo>
                  <a:pt x="76200" y="22860"/>
                </a:lnTo>
                <a:lnTo>
                  <a:pt x="79248" y="19812"/>
                </a:lnTo>
                <a:lnTo>
                  <a:pt x="82296" y="13716"/>
                </a:lnTo>
                <a:lnTo>
                  <a:pt x="82296" y="6096"/>
                </a:lnTo>
                <a:lnTo>
                  <a:pt x="77724" y="1524"/>
                </a:lnTo>
                <a:lnTo>
                  <a:pt x="74676" y="0"/>
                </a:lnTo>
                <a:lnTo>
                  <a:pt x="68580" y="0"/>
                </a:lnTo>
                <a:lnTo>
                  <a:pt x="65532" y="1524"/>
                </a:lnTo>
                <a:lnTo>
                  <a:pt x="59436" y="7620"/>
                </a:lnTo>
                <a:lnTo>
                  <a:pt x="57912" y="12192"/>
                </a:lnTo>
                <a:lnTo>
                  <a:pt x="57912" y="15240"/>
                </a:lnTo>
                <a:lnTo>
                  <a:pt x="59575" y="22987"/>
                </a:lnTo>
                <a:lnTo>
                  <a:pt x="64389" y="30289"/>
                </a:lnTo>
                <a:lnTo>
                  <a:pt x="72047" y="37325"/>
                </a:lnTo>
                <a:lnTo>
                  <a:pt x="82296" y="44196"/>
                </a:lnTo>
                <a:lnTo>
                  <a:pt x="57912" y="44196"/>
                </a:lnTo>
                <a:lnTo>
                  <a:pt x="57912" y="50292"/>
                </a:lnTo>
                <a:lnTo>
                  <a:pt x="71628" y="82296"/>
                </a:lnTo>
                <a:lnTo>
                  <a:pt x="74676" y="82296"/>
                </a:lnTo>
                <a:lnTo>
                  <a:pt x="73152" y="79248"/>
                </a:lnTo>
                <a:lnTo>
                  <a:pt x="73152" y="70104"/>
                </a:lnTo>
                <a:lnTo>
                  <a:pt x="77724" y="65532"/>
                </a:lnTo>
                <a:lnTo>
                  <a:pt x="83820" y="65532"/>
                </a:lnTo>
                <a:lnTo>
                  <a:pt x="91440" y="64008"/>
                </a:lnTo>
                <a:lnTo>
                  <a:pt x="158496" y="64008"/>
                </a:lnTo>
                <a:lnTo>
                  <a:pt x="160020" y="65532"/>
                </a:lnTo>
                <a:lnTo>
                  <a:pt x="163068" y="65532"/>
                </a:lnTo>
                <a:lnTo>
                  <a:pt x="166116" y="67056"/>
                </a:lnTo>
                <a:lnTo>
                  <a:pt x="166116" y="68580"/>
                </a:lnTo>
                <a:lnTo>
                  <a:pt x="169164" y="71628"/>
                </a:lnTo>
                <a:lnTo>
                  <a:pt x="169164" y="80772"/>
                </a:lnTo>
                <a:lnTo>
                  <a:pt x="172212" y="80772"/>
                </a:lnTo>
                <a:lnTo>
                  <a:pt x="172212" y="24384"/>
                </a:lnTo>
                <a:close/>
              </a:path>
              <a:path extrusionOk="0" h="556260" w="175260">
                <a:moveTo>
                  <a:pt x="175260" y="437388"/>
                </a:moveTo>
                <a:lnTo>
                  <a:pt x="175183" y="435864"/>
                </a:lnTo>
                <a:lnTo>
                  <a:pt x="175107" y="433870"/>
                </a:lnTo>
                <a:lnTo>
                  <a:pt x="175056" y="432816"/>
                </a:lnTo>
                <a:lnTo>
                  <a:pt x="167640" y="410006"/>
                </a:lnTo>
                <a:lnTo>
                  <a:pt x="167640" y="425196"/>
                </a:lnTo>
                <a:lnTo>
                  <a:pt x="167640" y="432816"/>
                </a:lnTo>
                <a:lnTo>
                  <a:pt x="141414" y="461200"/>
                </a:lnTo>
                <a:lnTo>
                  <a:pt x="108204" y="466344"/>
                </a:lnTo>
                <a:lnTo>
                  <a:pt x="97536" y="466344"/>
                </a:lnTo>
                <a:lnTo>
                  <a:pt x="70104" y="452628"/>
                </a:lnTo>
                <a:lnTo>
                  <a:pt x="67056" y="448056"/>
                </a:lnTo>
                <a:lnTo>
                  <a:pt x="65532" y="443484"/>
                </a:lnTo>
                <a:lnTo>
                  <a:pt x="65633" y="439635"/>
                </a:lnTo>
                <a:lnTo>
                  <a:pt x="66357" y="433870"/>
                </a:lnTo>
                <a:lnTo>
                  <a:pt x="97917" y="408622"/>
                </a:lnTo>
                <a:lnTo>
                  <a:pt x="124968" y="405384"/>
                </a:lnTo>
                <a:lnTo>
                  <a:pt x="135775" y="405942"/>
                </a:lnTo>
                <a:lnTo>
                  <a:pt x="167640" y="425196"/>
                </a:lnTo>
                <a:lnTo>
                  <a:pt x="167640" y="410006"/>
                </a:lnTo>
                <a:lnTo>
                  <a:pt x="137007" y="387032"/>
                </a:lnTo>
                <a:lnTo>
                  <a:pt x="114300" y="382524"/>
                </a:lnTo>
                <a:lnTo>
                  <a:pt x="104292" y="383387"/>
                </a:lnTo>
                <a:lnTo>
                  <a:pt x="68834" y="403936"/>
                </a:lnTo>
                <a:lnTo>
                  <a:pt x="57912" y="435864"/>
                </a:lnTo>
                <a:lnTo>
                  <a:pt x="58026" y="437388"/>
                </a:lnTo>
                <a:lnTo>
                  <a:pt x="74676" y="473392"/>
                </a:lnTo>
                <a:lnTo>
                  <a:pt x="88392" y="481584"/>
                </a:lnTo>
                <a:lnTo>
                  <a:pt x="95478" y="485355"/>
                </a:lnTo>
                <a:lnTo>
                  <a:pt x="102870" y="487680"/>
                </a:lnTo>
                <a:lnTo>
                  <a:pt x="110248" y="488873"/>
                </a:lnTo>
                <a:lnTo>
                  <a:pt x="117348" y="489204"/>
                </a:lnTo>
                <a:lnTo>
                  <a:pt x="128219" y="488594"/>
                </a:lnTo>
                <a:lnTo>
                  <a:pt x="164325" y="469328"/>
                </a:lnTo>
                <a:lnTo>
                  <a:pt x="166306" y="466344"/>
                </a:lnTo>
                <a:lnTo>
                  <a:pt x="170497" y="460057"/>
                </a:lnTo>
                <a:lnTo>
                  <a:pt x="174091" y="449376"/>
                </a:lnTo>
                <a:lnTo>
                  <a:pt x="175260" y="437388"/>
                </a:lnTo>
                <a:close/>
              </a:path>
              <a:path extrusionOk="0" h="556260" w="175260">
                <a:moveTo>
                  <a:pt x="175260" y="243840"/>
                </a:moveTo>
                <a:lnTo>
                  <a:pt x="79248" y="208788"/>
                </a:lnTo>
                <a:lnTo>
                  <a:pt x="70104" y="205740"/>
                </a:lnTo>
                <a:lnTo>
                  <a:pt x="65532" y="201168"/>
                </a:lnTo>
                <a:lnTo>
                  <a:pt x="64008" y="193548"/>
                </a:lnTo>
                <a:lnTo>
                  <a:pt x="60960" y="193548"/>
                </a:lnTo>
                <a:lnTo>
                  <a:pt x="60960" y="227076"/>
                </a:lnTo>
                <a:lnTo>
                  <a:pt x="64008" y="227076"/>
                </a:lnTo>
                <a:lnTo>
                  <a:pt x="64008" y="222504"/>
                </a:lnTo>
                <a:lnTo>
                  <a:pt x="65532" y="217932"/>
                </a:lnTo>
                <a:lnTo>
                  <a:pt x="70104" y="213360"/>
                </a:lnTo>
                <a:lnTo>
                  <a:pt x="73152" y="213360"/>
                </a:lnTo>
                <a:lnTo>
                  <a:pt x="77724" y="214884"/>
                </a:lnTo>
                <a:lnTo>
                  <a:pt x="82296" y="217932"/>
                </a:lnTo>
                <a:lnTo>
                  <a:pt x="144780" y="240792"/>
                </a:lnTo>
                <a:lnTo>
                  <a:pt x="80772" y="268224"/>
                </a:lnTo>
                <a:lnTo>
                  <a:pt x="79248" y="269748"/>
                </a:lnTo>
                <a:lnTo>
                  <a:pt x="70104" y="269748"/>
                </a:lnTo>
                <a:lnTo>
                  <a:pt x="65532" y="265176"/>
                </a:lnTo>
                <a:lnTo>
                  <a:pt x="64008" y="262128"/>
                </a:lnTo>
                <a:lnTo>
                  <a:pt x="64008" y="256032"/>
                </a:lnTo>
                <a:lnTo>
                  <a:pt x="60960" y="256032"/>
                </a:lnTo>
                <a:lnTo>
                  <a:pt x="60960" y="307848"/>
                </a:lnTo>
                <a:lnTo>
                  <a:pt x="64008" y="307848"/>
                </a:lnTo>
                <a:lnTo>
                  <a:pt x="64008" y="303276"/>
                </a:lnTo>
                <a:lnTo>
                  <a:pt x="68580" y="294132"/>
                </a:lnTo>
                <a:lnTo>
                  <a:pt x="73152" y="292608"/>
                </a:lnTo>
                <a:lnTo>
                  <a:pt x="77724" y="289560"/>
                </a:lnTo>
                <a:lnTo>
                  <a:pt x="92964" y="283464"/>
                </a:lnTo>
                <a:lnTo>
                  <a:pt x="144780" y="307848"/>
                </a:lnTo>
                <a:lnTo>
                  <a:pt x="82296" y="333756"/>
                </a:lnTo>
                <a:lnTo>
                  <a:pt x="77724" y="335280"/>
                </a:lnTo>
                <a:lnTo>
                  <a:pt x="68580" y="335280"/>
                </a:lnTo>
                <a:lnTo>
                  <a:pt x="65532" y="332232"/>
                </a:lnTo>
                <a:lnTo>
                  <a:pt x="64008" y="329184"/>
                </a:lnTo>
                <a:lnTo>
                  <a:pt x="64008" y="324612"/>
                </a:lnTo>
                <a:lnTo>
                  <a:pt x="60960" y="324612"/>
                </a:lnTo>
                <a:lnTo>
                  <a:pt x="60960" y="371856"/>
                </a:lnTo>
                <a:lnTo>
                  <a:pt x="64008" y="371856"/>
                </a:lnTo>
                <a:lnTo>
                  <a:pt x="67056" y="362712"/>
                </a:lnTo>
                <a:lnTo>
                  <a:pt x="70104" y="361188"/>
                </a:lnTo>
                <a:lnTo>
                  <a:pt x="71628" y="358140"/>
                </a:lnTo>
                <a:lnTo>
                  <a:pt x="76200" y="356616"/>
                </a:lnTo>
                <a:lnTo>
                  <a:pt x="82296" y="353568"/>
                </a:lnTo>
                <a:lnTo>
                  <a:pt x="175260" y="316992"/>
                </a:lnTo>
                <a:lnTo>
                  <a:pt x="175260" y="315468"/>
                </a:lnTo>
                <a:lnTo>
                  <a:pt x="102108" y="280416"/>
                </a:lnTo>
                <a:lnTo>
                  <a:pt x="175260" y="248412"/>
                </a:lnTo>
                <a:lnTo>
                  <a:pt x="175260" y="243840"/>
                </a:lnTo>
                <a:close/>
              </a:path>
              <a:path extrusionOk="0" h="556260" w="175260">
                <a:moveTo>
                  <a:pt x="175260" y="137160"/>
                </a:moveTo>
                <a:lnTo>
                  <a:pt x="155943" y="101523"/>
                </a:lnTo>
                <a:lnTo>
                  <a:pt x="132588" y="91440"/>
                </a:lnTo>
                <a:lnTo>
                  <a:pt x="129540" y="94488"/>
                </a:lnTo>
                <a:lnTo>
                  <a:pt x="140208" y="99060"/>
                </a:lnTo>
                <a:lnTo>
                  <a:pt x="146304" y="103632"/>
                </a:lnTo>
                <a:lnTo>
                  <a:pt x="150876" y="108204"/>
                </a:lnTo>
                <a:lnTo>
                  <a:pt x="153924" y="114300"/>
                </a:lnTo>
                <a:lnTo>
                  <a:pt x="155397" y="120205"/>
                </a:lnTo>
                <a:lnTo>
                  <a:pt x="155282" y="128016"/>
                </a:lnTo>
                <a:lnTo>
                  <a:pt x="155244" y="128333"/>
                </a:lnTo>
                <a:lnTo>
                  <a:pt x="154584" y="134454"/>
                </a:lnTo>
                <a:lnTo>
                  <a:pt x="125107" y="163525"/>
                </a:lnTo>
                <a:lnTo>
                  <a:pt x="125450" y="163525"/>
                </a:lnTo>
                <a:lnTo>
                  <a:pt x="114084" y="165531"/>
                </a:lnTo>
                <a:lnTo>
                  <a:pt x="102108" y="166116"/>
                </a:lnTo>
                <a:lnTo>
                  <a:pt x="102108" y="115824"/>
                </a:lnTo>
                <a:lnTo>
                  <a:pt x="102108" y="91440"/>
                </a:lnTo>
                <a:lnTo>
                  <a:pt x="94488" y="92100"/>
                </a:lnTo>
                <a:lnTo>
                  <a:pt x="94488" y="115824"/>
                </a:lnTo>
                <a:lnTo>
                  <a:pt x="94488" y="166116"/>
                </a:lnTo>
                <a:lnTo>
                  <a:pt x="85344" y="166116"/>
                </a:lnTo>
                <a:lnTo>
                  <a:pt x="79248" y="163068"/>
                </a:lnTo>
                <a:lnTo>
                  <a:pt x="68580" y="152400"/>
                </a:lnTo>
                <a:lnTo>
                  <a:pt x="65532" y="146304"/>
                </a:lnTo>
                <a:lnTo>
                  <a:pt x="65532" y="135636"/>
                </a:lnTo>
                <a:lnTo>
                  <a:pt x="67056" y="131064"/>
                </a:lnTo>
                <a:lnTo>
                  <a:pt x="70104" y="128016"/>
                </a:lnTo>
                <a:lnTo>
                  <a:pt x="71628" y="123444"/>
                </a:lnTo>
                <a:lnTo>
                  <a:pt x="76200" y="120396"/>
                </a:lnTo>
                <a:lnTo>
                  <a:pt x="80772" y="118872"/>
                </a:lnTo>
                <a:lnTo>
                  <a:pt x="82296" y="117348"/>
                </a:lnTo>
                <a:lnTo>
                  <a:pt x="88392" y="117348"/>
                </a:lnTo>
                <a:lnTo>
                  <a:pt x="94488" y="115824"/>
                </a:lnTo>
                <a:lnTo>
                  <a:pt x="94488" y="92100"/>
                </a:lnTo>
                <a:lnTo>
                  <a:pt x="61150" y="117157"/>
                </a:lnTo>
                <a:lnTo>
                  <a:pt x="57912" y="134112"/>
                </a:lnTo>
                <a:lnTo>
                  <a:pt x="57937" y="134454"/>
                </a:lnTo>
                <a:lnTo>
                  <a:pt x="58064" y="135636"/>
                </a:lnTo>
                <a:lnTo>
                  <a:pt x="59029" y="144970"/>
                </a:lnTo>
                <a:lnTo>
                  <a:pt x="83286" y="176695"/>
                </a:lnTo>
                <a:lnTo>
                  <a:pt x="118872" y="184404"/>
                </a:lnTo>
                <a:lnTo>
                  <a:pt x="130873" y="183553"/>
                </a:lnTo>
                <a:lnTo>
                  <a:pt x="141732" y="180975"/>
                </a:lnTo>
                <a:lnTo>
                  <a:pt x="151447" y="176695"/>
                </a:lnTo>
                <a:lnTo>
                  <a:pt x="160020" y="170688"/>
                </a:lnTo>
                <a:lnTo>
                  <a:pt x="164401" y="166116"/>
                </a:lnTo>
                <a:lnTo>
                  <a:pt x="166890" y="163525"/>
                </a:lnTo>
                <a:lnTo>
                  <a:pt x="171640" y="155638"/>
                </a:lnTo>
                <a:lnTo>
                  <a:pt x="171691" y="155448"/>
                </a:lnTo>
                <a:lnTo>
                  <a:pt x="174371" y="146900"/>
                </a:lnTo>
                <a:lnTo>
                  <a:pt x="174421" y="146304"/>
                </a:lnTo>
                <a:lnTo>
                  <a:pt x="174548" y="144970"/>
                </a:lnTo>
                <a:lnTo>
                  <a:pt x="175260" y="1371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89" name="Google Shape;2589;p42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153411" y="2276855"/>
            <a:ext cx="175260" cy="46482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0" name="Google Shape;2590;p42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153411" y="1978151"/>
            <a:ext cx="175260" cy="220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1" name="Google Shape;2591;p42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450592" y="7479792"/>
            <a:ext cx="175260" cy="1118616"/>
          </a:xfrm>
          <a:prstGeom prst="rect">
            <a:avLst/>
          </a:prstGeom>
          <a:noFill/>
          <a:ln>
            <a:noFill/>
          </a:ln>
        </p:spPr>
      </p:pic>
      <p:sp>
        <p:nvSpPr>
          <p:cNvPr id="2592" name="Google Shape;2592;p42"/>
          <p:cNvSpPr/>
          <p:nvPr/>
        </p:nvSpPr>
        <p:spPr>
          <a:xfrm>
            <a:off x="2866644" y="8866632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93" name="Google Shape;2593;p42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805683" y="8414003"/>
            <a:ext cx="175260" cy="368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4" name="Google Shape;2594;p42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805683" y="6556247"/>
            <a:ext cx="225552" cy="17800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5" name="Google Shape;2595;p42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805684" y="6342888"/>
            <a:ext cx="175260" cy="146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6" name="Google Shape;2596;p42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805683" y="5244084"/>
            <a:ext cx="175260" cy="10271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7" name="Google Shape;2597;p42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863596" y="4978908"/>
            <a:ext cx="117348" cy="188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8" name="Google Shape;2598;p42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863596" y="4797551"/>
            <a:ext cx="117348" cy="102108"/>
          </a:xfrm>
          <a:prstGeom prst="rect">
            <a:avLst/>
          </a:prstGeom>
          <a:noFill/>
          <a:ln>
            <a:noFill/>
          </a:ln>
        </p:spPr>
      </p:pic>
      <p:sp>
        <p:nvSpPr>
          <p:cNvPr id="2599" name="Google Shape;2599;p42"/>
          <p:cNvSpPr/>
          <p:nvPr/>
        </p:nvSpPr>
        <p:spPr>
          <a:xfrm>
            <a:off x="2805671" y="4111752"/>
            <a:ext cx="226060" cy="617220"/>
          </a:xfrm>
          <a:custGeom>
            <a:rect b="b" l="l" r="r" t="t"/>
            <a:pathLst>
              <a:path extrusionOk="0" h="617220" w="226060">
                <a:moveTo>
                  <a:pt x="24396" y="464820"/>
                </a:moveTo>
                <a:lnTo>
                  <a:pt x="21348" y="458724"/>
                </a:lnTo>
                <a:lnTo>
                  <a:pt x="15252" y="455676"/>
                </a:lnTo>
                <a:lnTo>
                  <a:pt x="9156" y="455676"/>
                </a:lnTo>
                <a:lnTo>
                  <a:pt x="6108" y="457200"/>
                </a:lnTo>
                <a:lnTo>
                  <a:pt x="1536" y="461772"/>
                </a:lnTo>
                <a:lnTo>
                  <a:pt x="12" y="464820"/>
                </a:lnTo>
                <a:lnTo>
                  <a:pt x="12" y="470916"/>
                </a:lnTo>
                <a:lnTo>
                  <a:pt x="1536" y="473964"/>
                </a:lnTo>
                <a:lnTo>
                  <a:pt x="6108" y="478536"/>
                </a:lnTo>
                <a:lnTo>
                  <a:pt x="9156" y="480060"/>
                </a:lnTo>
                <a:lnTo>
                  <a:pt x="15252" y="480060"/>
                </a:lnTo>
                <a:lnTo>
                  <a:pt x="21348" y="477012"/>
                </a:lnTo>
                <a:lnTo>
                  <a:pt x="24396" y="470916"/>
                </a:lnTo>
                <a:lnTo>
                  <a:pt x="24396" y="464820"/>
                </a:lnTo>
                <a:close/>
              </a:path>
              <a:path extrusionOk="0" h="617220" w="226060">
                <a:moveTo>
                  <a:pt x="24396" y="271272"/>
                </a:moveTo>
                <a:lnTo>
                  <a:pt x="22872" y="268224"/>
                </a:lnTo>
                <a:lnTo>
                  <a:pt x="18300" y="263652"/>
                </a:lnTo>
                <a:lnTo>
                  <a:pt x="15252" y="262128"/>
                </a:lnTo>
                <a:lnTo>
                  <a:pt x="9156" y="262128"/>
                </a:lnTo>
                <a:lnTo>
                  <a:pt x="6108" y="263652"/>
                </a:lnTo>
                <a:lnTo>
                  <a:pt x="4584" y="266700"/>
                </a:lnTo>
                <a:lnTo>
                  <a:pt x="1536" y="268224"/>
                </a:lnTo>
                <a:lnTo>
                  <a:pt x="12" y="271272"/>
                </a:lnTo>
                <a:lnTo>
                  <a:pt x="12" y="277368"/>
                </a:lnTo>
                <a:lnTo>
                  <a:pt x="1536" y="280416"/>
                </a:lnTo>
                <a:lnTo>
                  <a:pt x="6108" y="284988"/>
                </a:lnTo>
                <a:lnTo>
                  <a:pt x="9156" y="286512"/>
                </a:lnTo>
                <a:lnTo>
                  <a:pt x="15252" y="286512"/>
                </a:lnTo>
                <a:lnTo>
                  <a:pt x="21348" y="283464"/>
                </a:lnTo>
                <a:lnTo>
                  <a:pt x="24396" y="277368"/>
                </a:lnTo>
                <a:lnTo>
                  <a:pt x="24396" y="271272"/>
                </a:lnTo>
                <a:close/>
              </a:path>
              <a:path extrusionOk="0" h="617220" w="226060">
                <a:moveTo>
                  <a:pt x="172212" y="0"/>
                </a:moveTo>
                <a:lnTo>
                  <a:pt x="169164" y="0"/>
                </a:lnTo>
                <a:lnTo>
                  <a:pt x="169164" y="9144"/>
                </a:lnTo>
                <a:lnTo>
                  <a:pt x="163068" y="15240"/>
                </a:lnTo>
                <a:lnTo>
                  <a:pt x="160020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8288" y="38100"/>
                </a:lnTo>
                <a:lnTo>
                  <a:pt x="19812" y="38100"/>
                </a:lnTo>
                <a:lnTo>
                  <a:pt x="22860" y="36576"/>
                </a:lnTo>
                <a:lnTo>
                  <a:pt x="160020" y="36576"/>
                </a:lnTo>
                <a:lnTo>
                  <a:pt x="163068" y="38100"/>
                </a:lnTo>
                <a:lnTo>
                  <a:pt x="169164" y="44196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617220" w="226060">
                <a:moveTo>
                  <a:pt x="172224" y="440436"/>
                </a:moveTo>
                <a:lnTo>
                  <a:pt x="169176" y="440436"/>
                </a:lnTo>
                <a:lnTo>
                  <a:pt x="169176" y="449580"/>
                </a:lnTo>
                <a:lnTo>
                  <a:pt x="163080" y="455676"/>
                </a:lnTo>
                <a:lnTo>
                  <a:pt x="160032" y="457200"/>
                </a:lnTo>
                <a:lnTo>
                  <a:pt x="57924" y="457200"/>
                </a:lnTo>
                <a:lnTo>
                  <a:pt x="57924" y="461772"/>
                </a:lnTo>
                <a:lnTo>
                  <a:pt x="71640" y="495300"/>
                </a:lnTo>
                <a:lnTo>
                  <a:pt x="74688" y="493776"/>
                </a:lnTo>
                <a:lnTo>
                  <a:pt x="73164" y="490728"/>
                </a:lnTo>
                <a:lnTo>
                  <a:pt x="73164" y="481584"/>
                </a:lnTo>
                <a:lnTo>
                  <a:pt x="74688" y="480060"/>
                </a:lnTo>
                <a:lnTo>
                  <a:pt x="76212" y="480060"/>
                </a:lnTo>
                <a:lnTo>
                  <a:pt x="77736" y="478536"/>
                </a:lnTo>
                <a:lnTo>
                  <a:pt x="80784" y="478536"/>
                </a:lnTo>
                <a:lnTo>
                  <a:pt x="83832" y="477012"/>
                </a:lnTo>
                <a:lnTo>
                  <a:pt x="160032" y="477012"/>
                </a:lnTo>
                <a:lnTo>
                  <a:pt x="163080" y="478536"/>
                </a:lnTo>
                <a:lnTo>
                  <a:pt x="169176" y="484632"/>
                </a:lnTo>
                <a:lnTo>
                  <a:pt x="169176" y="493776"/>
                </a:lnTo>
                <a:lnTo>
                  <a:pt x="172224" y="493776"/>
                </a:lnTo>
                <a:lnTo>
                  <a:pt x="172224" y="477012"/>
                </a:lnTo>
                <a:lnTo>
                  <a:pt x="172224" y="440436"/>
                </a:lnTo>
                <a:close/>
              </a:path>
              <a:path extrusionOk="0" h="617220" w="226060">
                <a:moveTo>
                  <a:pt x="172224" y="246888"/>
                </a:moveTo>
                <a:lnTo>
                  <a:pt x="169176" y="246888"/>
                </a:lnTo>
                <a:lnTo>
                  <a:pt x="169176" y="256032"/>
                </a:lnTo>
                <a:lnTo>
                  <a:pt x="167652" y="257556"/>
                </a:lnTo>
                <a:lnTo>
                  <a:pt x="166128" y="260604"/>
                </a:lnTo>
                <a:lnTo>
                  <a:pt x="164604" y="262128"/>
                </a:lnTo>
                <a:lnTo>
                  <a:pt x="163080" y="262128"/>
                </a:lnTo>
                <a:lnTo>
                  <a:pt x="160032" y="263652"/>
                </a:lnTo>
                <a:lnTo>
                  <a:pt x="57924" y="263652"/>
                </a:lnTo>
                <a:lnTo>
                  <a:pt x="57924" y="269748"/>
                </a:lnTo>
                <a:lnTo>
                  <a:pt x="71640" y="301752"/>
                </a:lnTo>
                <a:lnTo>
                  <a:pt x="74688" y="300228"/>
                </a:lnTo>
                <a:lnTo>
                  <a:pt x="73164" y="297180"/>
                </a:lnTo>
                <a:lnTo>
                  <a:pt x="73164" y="288036"/>
                </a:lnTo>
                <a:lnTo>
                  <a:pt x="74688" y="288036"/>
                </a:lnTo>
                <a:lnTo>
                  <a:pt x="77736" y="284988"/>
                </a:lnTo>
                <a:lnTo>
                  <a:pt x="80784" y="284988"/>
                </a:lnTo>
                <a:lnTo>
                  <a:pt x="83832" y="283464"/>
                </a:lnTo>
                <a:lnTo>
                  <a:pt x="155460" y="283464"/>
                </a:lnTo>
                <a:lnTo>
                  <a:pt x="160032" y="284988"/>
                </a:lnTo>
                <a:lnTo>
                  <a:pt x="163080" y="284988"/>
                </a:lnTo>
                <a:lnTo>
                  <a:pt x="169176" y="291084"/>
                </a:lnTo>
                <a:lnTo>
                  <a:pt x="169176" y="300228"/>
                </a:lnTo>
                <a:lnTo>
                  <a:pt x="172224" y="300228"/>
                </a:lnTo>
                <a:lnTo>
                  <a:pt x="172224" y="283464"/>
                </a:lnTo>
                <a:lnTo>
                  <a:pt x="172224" y="246888"/>
                </a:lnTo>
                <a:close/>
              </a:path>
              <a:path extrusionOk="0" h="617220" w="226060">
                <a:moveTo>
                  <a:pt x="175260" y="536448"/>
                </a:moveTo>
                <a:lnTo>
                  <a:pt x="161544" y="504444"/>
                </a:lnTo>
                <a:lnTo>
                  <a:pt x="158496" y="505968"/>
                </a:lnTo>
                <a:lnTo>
                  <a:pt x="161544" y="512064"/>
                </a:lnTo>
                <a:lnTo>
                  <a:pt x="161544" y="515112"/>
                </a:lnTo>
                <a:lnTo>
                  <a:pt x="158496" y="518160"/>
                </a:lnTo>
                <a:lnTo>
                  <a:pt x="158496" y="519684"/>
                </a:lnTo>
                <a:lnTo>
                  <a:pt x="155448" y="519684"/>
                </a:lnTo>
                <a:lnTo>
                  <a:pt x="152400" y="521208"/>
                </a:lnTo>
                <a:lnTo>
                  <a:pt x="0" y="521208"/>
                </a:lnTo>
                <a:lnTo>
                  <a:pt x="0" y="527304"/>
                </a:lnTo>
                <a:lnTo>
                  <a:pt x="13716" y="557784"/>
                </a:lnTo>
                <a:lnTo>
                  <a:pt x="16764" y="556260"/>
                </a:lnTo>
                <a:lnTo>
                  <a:pt x="15240" y="553212"/>
                </a:lnTo>
                <a:lnTo>
                  <a:pt x="15240" y="545592"/>
                </a:lnTo>
                <a:lnTo>
                  <a:pt x="16764" y="544068"/>
                </a:lnTo>
                <a:lnTo>
                  <a:pt x="18288" y="544068"/>
                </a:lnTo>
                <a:lnTo>
                  <a:pt x="19812" y="542544"/>
                </a:lnTo>
                <a:lnTo>
                  <a:pt x="22860" y="542544"/>
                </a:lnTo>
                <a:lnTo>
                  <a:pt x="25908" y="541020"/>
                </a:lnTo>
                <a:lnTo>
                  <a:pt x="68580" y="541020"/>
                </a:lnTo>
                <a:lnTo>
                  <a:pt x="63703" y="545909"/>
                </a:lnTo>
                <a:lnTo>
                  <a:pt x="60388" y="551497"/>
                </a:lnTo>
                <a:lnTo>
                  <a:pt x="60337" y="551688"/>
                </a:lnTo>
                <a:lnTo>
                  <a:pt x="58508" y="557961"/>
                </a:lnTo>
                <a:lnTo>
                  <a:pt x="69494" y="595198"/>
                </a:lnTo>
                <a:lnTo>
                  <a:pt x="109880" y="616369"/>
                </a:lnTo>
                <a:lnTo>
                  <a:pt x="121920" y="617220"/>
                </a:lnTo>
                <a:lnTo>
                  <a:pt x="133019" y="616369"/>
                </a:lnTo>
                <a:lnTo>
                  <a:pt x="166903" y="597242"/>
                </a:lnTo>
                <a:lnTo>
                  <a:pt x="168783" y="594360"/>
                </a:lnTo>
                <a:lnTo>
                  <a:pt x="171640" y="589978"/>
                </a:lnTo>
                <a:lnTo>
                  <a:pt x="174383" y="581863"/>
                </a:lnTo>
                <a:lnTo>
                  <a:pt x="175260" y="573024"/>
                </a:lnTo>
                <a:lnTo>
                  <a:pt x="175260" y="566928"/>
                </a:lnTo>
                <a:lnTo>
                  <a:pt x="173736" y="562356"/>
                </a:lnTo>
                <a:lnTo>
                  <a:pt x="172212" y="556260"/>
                </a:lnTo>
                <a:lnTo>
                  <a:pt x="169164" y="551688"/>
                </a:lnTo>
                <a:lnTo>
                  <a:pt x="164592" y="547116"/>
                </a:lnTo>
                <a:lnTo>
                  <a:pt x="160020" y="543458"/>
                </a:lnTo>
                <a:lnTo>
                  <a:pt x="160020" y="554736"/>
                </a:lnTo>
                <a:lnTo>
                  <a:pt x="160020" y="569976"/>
                </a:lnTo>
                <a:lnTo>
                  <a:pt x="122110" y="593775"/>
                </a:lnTo>
                <a:lnTo>
                  <a:pt x="111252" y="594360"/>
                </a:lnTo>
                <a:lnTo>
                  <a:pt x="100393" y="593775"/>
                </a:lnTo>
                <a:lnTo>
                  <a:pt x="65532" y="573024"/>
                </a:lnTo>
                <a:lnTo>
                  <a:pt x="65532" y="562356"/>
                </a:lnTo>
                <a:lnTo>
                  <a:pt x="79248" y="545592"/>
                </a:lnTo>
                <a:lnTo>
                  <a:pt x="83820" y="542544"/>
                </a:lnTo>
                <a:lnTo>
                  <a:pt x="88392" y="541020"/>
                </a:lnTo>
                <a:lnTo>
                  <a:pt x="149352" y="541020"/>
                </a:lnTo>
                <a:lnTo>
                  <a:pt x="156972" y="547116"/>
                </a:lnTo>
                <a:lnTo>
                  <a:pt x="160020" y="554736"/>
                </a:lnTo>
                <a:lnTo>
                  <a:pt x="160020" y="543458"/>
                </a:lnTo>
                <a:lnTo>
                  <a:pt x="156972" y="541020"/>
                </a:lnTo>
                <a:lnTo>
                  <a:pt x="175260" y="541020"/>
                </a:lnTo>
                <a:lnTo>
                  <a:pt x="175260" y="536448"/>
                </a:lnTo>
                <a:close/>
              </a:path>
              <a:path extrusionOk="0" h="617220" w="226060">
                <a:moveTo>
                  <a:pt x="175260" y="195072"/>
                </a:moveTo>
                <a:lnTo>
                  <a:pt x="173736" y="188976"/>
                </a:lnTo>
                <a:lnTo>
                  <a:pt x="169164" y="184404"/>
                </a:lnTo>
                <a:lnTo>
                  <a:pt x="166116" y="178308"/>
                </a:lnTo>
                <a:lnTo>
                  <a:pt x="160020" y="175260"/>
                </a:lnTo>
                <a:lnTo>
                  <a:pt x="150876" y="172212"/>
                </a:lnTo>
                <a:lnTo>
                  <a:pt x="150876" y="178308"/>
                </a:lnTo>
                <a:lnTo>
                  <a:pt x="156972" y="181356"/>
                </a:lnTo>
                <a:lnTo>
                  <a:pt x="158496" y="184404"/>
                </a:lnTo>
                <a:lnTo>
                  <a:pt x="160020" y="185928"/>
                </a:lnTo>
                <a:lnTo>
                  <a:pt x="160020" y="195072"/>
                </a:lnTo>
                <a:lnTo>
                  <a:pt x="158496" y="196596"/>
                </a:lnTo>
                <a:lnTo>
                  <a:pt x="156972" y="199644"/>
                </a:lnTo>
                <a:lnTo>
                  <a:pt x="153924" y="201168"/>
                </a:lnTo>
                <a:lnTo>
                  <a:pt x="149352" y="202692"/>
                </a:lnTo>
                <a:lnTo>
                  <a:pt x="68580" y="202692"/>
                </a:lnTo>
                <a:lnTo>
                  <a:pt x="68580" y="176784"/>
                </a:lnTo>
                <a:lnTo>
                  <a:pt x="60960" y="176784"/>
                </a:lnTo>
                <a:lnTo>
                  <a:pt x="60960" y="202692"/>
                </a:lnTo>
                <a:lnTo>
                  <a:pt x="24384" y="202692"/>
                </a:lnTo>
                <a:lnTo>
                  <a:pt x="24384" y="205740"/>
                </a:lnTo>
                <a:lnTo>
                  <a:pt x="33528" y="208788"/>
                </a:lnTo>
                <a:lnTo>
                  <a:pt x="38100" y="211836"/>
                </a:lnTo>
                <a:lnTo>
                  <a:pt x="47244" y="216408"/>
                </a:lnTo>
                <a:lnTo>
                  <a:pt x="56388" y="225552"/>
                </a:lnTo>
                <a:lnTo>
                  <a:pt x="60960" y="231648"/>
                </a:lnTo>
                <a:lnTo>
                  <a:pt x="64008" y="236220"/>
                </a:lnTo>
                <a:lnTo>
                  <a:pt x="65532" y="240792"/>
                </a:lnTo>
                <a:lnTo>
                  <a:pt x="68580" y="240792"/>
                </a:lnTo>
                <a:lnTo>
                  <a:pt x="68580" y="222504"/>
                </a:lnTo>
                <a:lnTo>
                  <a:pt x="153924" y="222504"/>
                </a:lnTo>
                <a:lnTo>
                  <a:pt x="160020" y="220980"/>
                </a:lnTo>
                <a:lnTo>
                  <a:pt x="163068" y="219456"/>
                </a:lnTo>
                <a:lnTo>
                  <a:pt x="167640" y="217932"/>
                </a:lnTo>
                <a:lnTo>
                  <a:pt x="170688" y="214884"/>
                </a:lnTo>
                <a:lnTo>
                  <a:pt x="172212" y="211836"/>
                </a:lnTo>
                <a:lnTo>
                  <a:pt x="175260" y="207264"/>
                </a:lnTo>
                <a:lnTo>
                  <a:pt x="175260" y="195072"/>
                </a:lnTo>
                <a:close/>
              </a:path>
              <a:path extrusionOk="0" h="617220" w="226060">
                <a:moveTo>
                  <a:pt x="175272" y="88392"/>
                </a:moveTo>
                <a:lnTo>
                  <a:pt x="174129" y="81775"/>
                </a:lnTo>
                <a:lnTo>
                  <a:pt x="170700" y="75438"/>
                </a:lnTo>
                <a:lnTo>
                  <a:pt x="164985" y="69113"/>
                </a:lnTo>
                <a:lnTo>
                  <a:pt x="156984" y="62484"/>
                </a:lnTo>
                <a:lnTo>
                  <a:pt x="150888" y="62484"/>
                </a:lnTo>
                <a:lnTo>
                  <a:pt x="160032" y="71628"/>
                </a:lnTo>
                <a:lnTo>
                  <a:pt x="160032" y="77724"/>
                </a:lnTo>
                <a:lnTo>
                  <a:pt x="158508" y="77724"/>
                </a:lnTo>
                <a:lnTo>
                  <a:pt x="158508" y="79248"/>
                </a:lnTo>
                <a:lnTo>
                  <a:pt x="156984" y="79248"/>
                </a:lnTo>
                <a:lnTo>
                  <a:pt x="153936" y="80772"/>
                </a:lnTo>
                <a:lnTo>
                  <a:pt x="79260" y="80772"/>
                </a:lnTo>
                <a:lnTo>
                  <a:pt x="74688" y="82296"/>
                </a:lnTo>
                <a:lnTo>
                  <a:pt x="65544" y="88392"/>
                </a:lnTo>
                <a:lnTo>
                  <a:pt x="64020" y="92964"/>
                </a:lnTo>
                <a:lnTo>
                  <a:pt x="61137" y="98729"/>
                </a:lnTo>
                <a:lnTo>
                  <a:pt x="61023" y="99060"/>
                </a:lnTo>
                <a:lnTo>
                  <a:pt x="59258" y="104775"/>
                </a:lnTo>
                <a:lnTo>
                  <a:pt x="58229" y="111404"/>
                </a:lnTo>
                <a:lnTo>
                  <a:pt x="58115" y="121920"/>
                </a:lnTo>
                <a:lnTo>
                  <a:pt x="58496" y="127711"/>
                </a:lnTo>
                <a:lnTo>
                  <a:pt x="79260" y="160020"/>
                </a:lnTo>
                <a:lnTo>
                  <a:pt x="89928" y="160020"/>
                </a:lnTo>
                <a:lnTo>
                  <a:pt x="92976" y="158496"/>
                </a:lnTo>
                <a:lnTo>
                  <a:pt x="94500" y="156972"/>
                </a:lnTo>
                <a:lnTo>
                  <a:pt x="97548" y="155448"/>
                </a:lnTo>
                <a:lnTo>
                  <a:pt x="97548" y="144780"/>
                </a:lnTo>
                <a:lnTo>
                  <a:pt x="94500" y="143256"/>
                </a:lnTo>
                <a:lnTo>
                  <a:pt x="92976" y="141732"/>
                </a:lnTo>
                <a:lnTo>
                  <a:pt x="89928" y="140208"/>
                </a:lnTo>
                <a:lnTo>
                  <a:pt x="76212" y="140208"/>
                </a:lnTo>
                <a:lnTo>
                  <a:pt x="73164" y="138684"/>
                </a:lnTo>
                <a:lnTo>
                  <a:pt x="67068" y="132588"/>
                </a:lnTo>
                <a:lnTo>
                  <a:pt x="65544" y="128016"/>
                </a:lnTo>
                <a:lnTo>
                  <a:pt x="65544" y="115824"/>
                </a:lnTo>
                <a:lnTo>
                  <a:pt x="68592" y="109728"/>
                </a:lnTo>
                <a:lnTo>
                  <a:pt x="76212" y="102108"/>
                </a:lnTo>
                <a:lnTo>
                  <a:pt x="83832" y="100584"/>
                </a:lnTo>
                <a:lnTo>
                  <a:pt x="99072" y="100584"/>
                </a:lnTo>
                <a:lnTo>
                  <a:pt x="104495" y="114325"/>
                </a:lnTo>
                <a:lnTo>
                  <a:pt x="109359" y="125920"/>
                </a:lnTo>
                <a:lnTo>
                  <a:pt x="132600" y="160020"/>
                </a:lnTo>
                <a:lnTo>
                  <a:pt x="137172" y="163068"/>
                </a:lnTo>
                <a:lnTo>
                  <a:pt x="141744" y="164592"/>
                </a:lnTo>
                <a:lnTo>
                  <a:pt x="155460" y="164592"/>
                </a:lnTo>
                <a:lnTo>
                  <a:pt x="163080" y="161544"/>
                </a:lnTo>
                <a:lnTo>
                  <a:pt x="167652" y="156972"/>
                </a:lnTo>
                <a:lnTo>
                  <a:pt x="172224" y="150876"/>
                </a:lnTo>
                <a:lnTo>
                  <a:pt x="175272" y="144780"/>
                </a:lnTo>
                <a:lnTo>
                  <a:pt x="175272" y="126492"/>
                </a:lnTo>
                <a:lnTo>
                  <a:pt x="172224" y="121920"/>
                </a:lnTo>
                <a:lnTo>
                  <a:pt x="170459" y="119659"/>
                </a:lnTo>
                <a:lnTo>
                  <a:pt x="167271" y="115252"/>
                </a:lnTo>
                <a:lnTo>
                  <a:pt x="162356" y="108851"/>
                </a:lnTo>
                <a:lnTo>
                  <a:pt x="160032" y="106070"/>
                </a:lnTo>
                <a:lnTo>
                  <a:pt x="160032" y="131064"/>
                </a:lnTo>
                <a:lnTo>
                  <a:pt x="158546" y="135521"/>
                </a:lnTo>
                <a:lnTo>
                  <a:pt x="158318" y="135826"/>
                </a:lnTo>
                <a:lnTo>
                  <a:pt x="150888" y="143256"/>
                </a:lnTo>
                <a:lnTo>
                  <a:pt x="146316" y="144780"/>
                </a:lnTo>
                <a:lnTo>
                  <a:pt x="135648" y="144780"/>
                </a:lnTo>
                <a:lnTo>
                  <a:pt x="132600" y="143256"/>
                </a:lnTo>
                <a:lnTo>
                  <a:pt x="128028" y="140208"/>
                </a:lnTo>
                <a:lnTo>
                  <a:pt x="120408" y="132588"/>
                </a:lnTo>
                <a:lnTo>
                  <a:pt x="117360" y="124968"/>
                </a:lnTo>
                <a:lnTo>
                  <a:pt x="115582" y="121373"/>
                </a:lnTo>
                <a:lnTo>
                  <a:pt x="113169" y="116205"/>
                </a:lnTo>
                <a:lnTo>
                  <a:pt x="109969" y="108851"/>
                </a:lnTo>
                <a:lnTo>
                  <a:pt x="106692" y="100584"/>
                </a:lnTo>
                <a:lnTo>
                  <a:pt x="147840" y="100584"/>
                </a:lnTo>
                <a:lnTo>
                  <a:pt x="153593" y="108280"/>
                </a:lnTo>
                <a:lnTo>
                  <a:pt x="157365" y="115252"/>
                </a:lnTo>
                <a:lnTo>
                  <a:pt x="159410" y="121373"/>
                </a:lnTo>
                <a:lnTo>
                  <a:pt x="159473" y="121920"/>
                </a:lnTo>
                <a:lnTo>
                  <a:pt x="159956" y="125920"/>
                </a:lnTo>
                <a:lnTo>
                  <a:pt x="160032" y="131064"/>
                </a:lnTo>
                <a:lnTo>
                  <a:pt x="160032" y="106070"/>
                </a:lnTo>
                <a:lnTo>
                  <a:pt x="155460" y="100584"/>
                </a:lnTo>
                <a:lnTo>
                  <a:pt x="163080" y="100584"/>
                </a:lnTo>
                <a:lnTo>
                  <a:pt x="167652" y="99060"/>
                </a:lnTo>
                <a:lnTo>
                  <a:pt x="170700" y="97536"/>
                </a:lnTo>
                <a:lnTo>
                  <a:pt x="173748" y="94488"/>
                </a:lnTo>
                <a:lnTo>
                  <a:pt x="175272" y="91440"/>
                </a:lnTo>
                <a:lnTo>
                  <a:pt x="175272" y="88392"/>
                </a:lnTo>
                <a:close/>
              </a:path>
              <a:path extrusionOk="0" h="617220" w="226060">
                <a:moveTo>
                  <a:pt x="225552" y="377952"/>
                </a:moveTo>
                <a:lnTo>
                  <a:pt x="215265" y="337667"/>
                </a:lnTo>
                <a:lnTo>
                  <a:pt x="209981" y="331063"/>
                </a:lnTo>
                <a:lnTo>
                  <a:pt x="209981" y="378142"/>
                </a:lnTo>
                <a:lnTo>
                  <a:pt x="208788" y="387858"/>
                </a:lnTo>
                <a:lnTo>
                  <a:pt x="206463" y="396430"/>
                </a:lnTo>
                <a:lnTo>
                  <a:pt x="202692" y="403860"/>
                </a:lnTo>
                <a:lnTo>
                  <a:pt x="201168" y="408432"/>
                </a:lnTo>
                <a:lnTo>
                  <a:pt x="196596" y="409956"/>
                </a:lnTo>
                <a:lnTo>
                  <a:pt x="187452" y="409956"/>
                </a:lnTo>
                <a:lnTo>
                  <a:pt x="184404" y="408432"/>
                </a:lnTo>
                <a:lnTo>
                  <a:pt x="179832" y="405384"/>
                </a:lnTo>
                <a:lnTo>
                  <a:pt x="176784" y="403860"/>
                </a:lnTo>
                <a:lnTo>
                  <a:pt x="173736" y="400812"/>
                </a:lnTo>
                <a:lnTo>
                  <a:pt x="172212" y="399288"/>
                </a:lnTo>
                <a:lnTo>
                  <a:pt x="172237" y="399122"/>
                </a:lnTo>
                <a:lnTo>
                  <a:pt x="173101" y="390677"/>
                </a:lnTo>
                <a:lnTo>
                  <a:pt x="173228" y="387858"/>
                </a:lnTo>
                <a:lnTo>
                  <a:pt x="173329" y="385572"/>
                </a:lnTo>
                <a:lnTo>
                  <a:pt x="173405" y="383743"/>
                </a:lnTo>
                <a:lnTo>
                  <a:pt x="173469" y="382524"/>
                </a:lnTo>
                <a:lnTo>
                  <a:pt x="173583" y="378142"/>
                </a:lnTo>
                <a:lnTo>
                  <a:pt x="173697" y="370332"/>
                </a:lnTo>
                <a:lnTo>
                  <a:pt x="173786" y="353479"/>
                </a:lnTo>
                <a:lnTo>
                  <a:pt x="173901" y="349377"/>
                </a:lnTo>
                <a:lnTo>
                  <a:pt x="174002" y="345909"/>
                </a:lnTo>
                <a:lnTo>
                  <a:pt x="174688" y="338709"/>
                </a:lnTo>
                <a:lnTo>
                  <a:pt x="174764" y="338328"/>
                </a:lnTo>
                <a:lnTo>
                  <a:pt x="174879" y="337667"/>
                </a:lnTo>
                <a:lnTo>
                  <a:pt x="175666" y="333235"/>
                </a:lnTo>
                <a:lnTo>
                  <a:pt x="176784" y="329184"/>
                </a:lnTo>
                <a:lnTo>
                  <a:pt x="178308" y="324612"/>
                </a:lnTo>
                <a:lnTo>
                  <a:pt x="181356" y="321564"/>
                </a:lnTo>
                <a:lnTo>
                  <a:pt x="192024" y="321564"/>
                </a:lnTo>
                <a:lnTo>
                  <a:pt x="198120" y="326136"/>
                </a:lnTo>
                <a:lnTo>
                  <a:pt x="202819" y="333946"/>
                </a:lnTo>
                <a:lnTo>
                  <a:pt x="206463" y="339432"/>
                </a:lnTo>
                <a:lnTo>
                  <a:pt x="208788" y="347091"/>
                </a:lnTo>
                <a:lnTo>
                  <a:pt x="208838" y="347472"/>
                </a:lnTo>
                <a:lnTo>
                  <a:pt x="209880" y="355663"/>
                </a:lnTo>
                <a:lnTo>
                  <a:pt x="209981" y="378142"/>
                </a:lnTo>
                <a:lnTo>
                  <a:pt x="209981" y="331063"/>
                </a:lnTo>
                <a:lnTo>
                  <a:pt x="207264" y="327660"/>
                </a:lnTo>
                <a:lnTo>
                  <a:pt x="201193" y="321564"/>
                </a:lnTo>
                <a:lnTo>
                  <a:pt x="194881" y="317373"/>
                </a:lnTo>
                <a:lnTo>
                  <a:pt x="188201" y="314807"/>
                </a:lnTo>
                <a:lnTo>
                  <a:pt x="181356" y="313944"/>
                </a:lnTo>
                <a:lnTo>
                  <a:pt x="175260" y="313944"/>
                </a:lnTo>
                <a:lnTo>
                  <a:pt x="155448" y="373380"/>
                </a:lnTo>
                <a:lnTo>
                  <a:pt x="153924" y="382524"/>
                </a:lnTo>
                <a:lnTo>
                  <a:pt x="153924" y="394716"/>
                </a:lnTo>
                <a:lnTo>
                  <a:pt x="152400" y="397764"/>
                </a:lnTo>
                <a:lnTo>
                  <a:pt x="150876" y="399288"/>
                </a:lnTo>
                <a:lnTo>
                  <a:pt x="150876" y="400812"/>
                </a:lnTo>
                <a:lnTo>
                  <a:pt x="143256" y="400812"/>
                </a:lnTo>
                <a:lnTo>
                  <a:pt x="141732" y="399288"/>
                </a:lnTo>
                <a:lnTo>
                  <a:pt x="138684" y="397764"/>
                </a:lnTo>
                <a:lnTo>
                  <a:pt x="137160" y="394716"/>
                </a:lnTo>
                <a:lnTo>
                  <a:pt x="134112" y="391668"/>
                </a:lnTo>
                <a:lnTo>
                  <a:pt x="135636" y="385572"/>
                </a:lnTo>
                <a:lnTo>
                  <a:pt x="135547" y="373380"/>
                </a:lnTo>
                <a:lnTo>
                  <a:pt x="135051" y="365188"/>
                </a:lnTo>
                <a:lnTo>
                  <a:pt x="133159" y="356616"/>
                </a:lnTo>
                <a:lnTo>
                  <a:pt x="133096" y="356476"/>
                </a:lnTo>
                <a:lnTo>
                  <a:pt x="130454" y="350520"/>
                </a:lnTo>
                <a:lnTo>
                  <a:pt x="129857" y="349186"/>
                </a:lnTo>
                <a:lnTo>
                  <a:pt x="129540" y="348780"/>
                </a:lnTo>
                <a:lnTo>
                  <a:pt x="129540" y="379476"/>
                </a:lnTo>
                <a:lnTo>
                  <a:pt x="128016" y="385572"/>
                </a:lnTo>
                <a:lnTo>
                  <a:pt x="92964" y="397764"/>
                </a:lnTo>
                <a:lnTo>
                  <a:pt x="83820" y="397764"/>
                </a:lnTo>
                <a:lnTo>
                  <a:pt x="76200" y="396240"/>
                </a:lnTo>
                <a:lnTo>
                  <a:pt x="71628" y="391668"/>
                </a:lnTo>
                <a:lnTo>
                  <a:pt x="67056" y="388620"/>
                </a:lnTo>
                <a:lnTo>
                  <a:pt x="64008" y="382524"/>
                </a:lnTo>
                <a:lnTo>
                  <a:pt x="64008" y="370332"/>
                </a:lnTo>
                <a:lnTo>
                  <a:pt x="102108" y="350520"/>
                </a:lnTo>
                <a:lnTo>
                  <a:pt x="111252" y="350520"/>
                </a:lnTo>
                <a:lnTo>
                  <a:pt x="118643" y="353479"/>
                </a:lnTo>
                <a:lnTo>
                  <a:pt x="118783" y="353479"/>
                </a:lnTo>
                <a:lnTo>
                  <a:pt x="123444" y="358140"/>
                </a:lnTo>
                <a:lnTo>
                  <a:pt x="128016" y="361188"/>
                </a:lnTo>
                <a:lnTo>
                  <a:pt x="129527" y="367195"/>
                </a:lnTo>
                <a:lnTo>
                  <a:pt x="129540" y="379476"/>
                </a:lnTo>
                <a:lnTo>
                  <a:pt x="129540" y="348780"/>
                </a:lnTo>
                <a:lnTo>
                  <a:pt x="99060" y="330708"/>
                </a:lnTo>
                <a:lnTo>
                  <a:pt x="91440" y="330708"/>
                </a:lnTo>
                <a:lnTo>
                  <a:pt x="83820" y="333756"/>
                </a:lnTo>
                <a:lnTo>
                  <a:pt x="77724" y="338328"/>
                </a:lnTo>
                <a:lnTo>
                  <a:pt x="77724" y="316992"/>
                </a:lnTo>
                <a:lnTo>
                  <a:pt x="76200" y="316992"/>
                </a:lnTo>
                <a:lnTo>
                  <a:pt x="74676" y="315468"/>
                </a:lnTo>
                <a:lnTo>
                  <a:pt x="70104" y="315468"/>
                </a:lnTo>
                <a:lnTo>
                  <a:pt x="70104" y="316992"/>
                </a:lnTo>
                <a:lnTo>
                  <a:pt x="68580" y="316992"/>
                </a:lnTo>
                <a:lnTo>
                  <a:pt x="67056" y="318516"/>
                </a:lnTo>
                <a:lnTo>
                  <a:pt x="67056" y="347472"/>
                </a:lnTo>
                <a:lnTo>
                  <a:pt x="63055" y="353479"/>
                </a:lnTo>
                <a:lnTo>
                  <a:pt x="60198" y="360045"/>
                </a:lnTo>
                <a:lnTo>
                  <a:pt x="58483" y="367195"/>
                </a:lnTo>
                <a:lnTo>
                  <a:pt x="58369" y="368858"/>
                </a:lnTo>
                <a:lnTo>
                  <a:pt x="58254" y="370332"/>
                </a:lnTo>
                <a:lnTo>
                  <a:pt x="76111" y="411149"/>
                </a:lnTo>
                <a:lnTo>
                  <a:pt x="97536" y="417576"/>
                </a:lnTo>
                <a:lnTo>
                  <a:pt x="105156" y="417576"/>
                </a:lnTo>
                <a:lnTo>
                  <a:pt x="111252" y="416052"/>
                </a:lnTo>
                <a:lnTo>
                  <a:pt x="123444" y="409956"/>
                </a:lnTo>
                <a:lnTo>
                  <a:pt x="128016" y="403860"/>
                </a:lnTo>
                <a:lnTo>
                  <a:pt x="131064" y="397764"/>
                </a:lnTo>
                <a:lnTo>
                  <a:pt x="138684" y="406908"/>
                </a:lnTo>
                <a:lnTo>
                  <a:pt x="143256" y="411480"/>
                </a:lnTo>
                <a:lnTo>
                  <a:pt x="147828" y="414528"/>
                </a:lnTo>
                <a:lnTo>
                  <a:pt x="150876" y="417576"/>
                </a:lnTo>
                <a:lnTo>
                  <a:pt x="163068" y="417576"/>
                </a:lnTo>
                <a:lnTo>
                  <a:pt x="164592" y="416052"/>
                </a:lnTo>
                <a:lnTo>
                  <a:pt x="166116" y="413004"/>
                </a:lnTo>
                <a:lnTo>
                  <a:pt x="169164" y="409956"/>
                </a:lnTo>
                <a:lnTo>
                  <a:pt x="172212" y="405384"/>
                </a:lnTo>
                <a:lnTo>
                  <a:pt x="184404" y="417576"/>
                </a:lnTo>
                <a:lnTo>
                  <a:pt x="190500" y="422148"/>
                </a:lnTo>
                <a:lnTo>
                  <a:pt x="193548" y="425196"/>
                </a:lnTo>
                <a:lnTo>
                  <a:pt x="196596" y="426720"/>
                </a:lnTo>
                <a:lnTo>
                  <a:pt x="207264" y="426720"/>
                </a:lnTo>
                <a:lnTo>
                  <a:pt x="211836" y="423672"/>
                </a:lnTo>
                <a:lnTo>
                  <a:pt x="214884" y="417576"/>
                </a:lnTo>
                <a:lnTo>
                  <a:pt x="219240" y="409956"/>
                </a:lnTo>
                <a:lnTo>
                  <a:pt x="225145" y="385572"/>
                </a:lnTo>
                <a:lnTo>
                  <a:pt x="225247" y="383743"/>
                </a:lnTo>
                <a:lnTo>
                  <a:pt x="225310" y="382524"/>
                </a:lnTo>
                <a:lnTo>
                  <a:pt x="225412" y="380619"/>
                </a:lnTo>
                <a:lnTo>
                  <a:pt x="225475" y="379476"/>
                </a:lnTo>
                <a:lnTo>
                  <a:pt x="225552" y="3779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600" name="Google Shape;2600;p42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805683" y="3560063"/>
            <a:ext cx="225515" cy="478536"/>
          </a:xfrm>
          <a:prstGeom prst="rect">
            <a:avLst/>
          </a:prstGeom>
          <a:noFill/>
          <a:ln>
            <a:noFill/>
          </a:ln>
        </p:spPr>
      </p:pic>
      <p:sp>
        <p:nvSpPr>
          <p:cNvPr id="2601" name="Google Shape;2601;p42"/>
          <p:cNvSpPr/>
          <p:nvPr/>
        </p:nvSpPr>
        <p:spPr>
          <a:xfrm>
            <a:off x="2805671" y="2807208"/>
            <a:ext cx="226060" cy="676910"/>
          </a:xfrm>
          <a:custGeom>
            <a:rect b="b" l="l" r="r" t="t"/>
            <a:pathLst>
              <a:path extrusionOk="0" h="676910" w="226060">
                <a:moveTo>
                  <a:pt x="24396" y="266700"/>
                </a:moveTo>
                <a:lnTo>
                  <a:pt x="21348" y="260604"/>
                </a:lnTo>
                <a:lnTo>
                  <a:pt x="15252" y="257556"/>
                </a:lnTo>
                <a:lnTo>
                  <a:pt x="9156" y="257556"/>
                </a:lnTo>
                <a:lnTo>
                  <a:pt x="6108" y="259080"/>
                </a:lnTo>
                <a:lnTo>
                  <a:pt x="1536" y="263652"/>
                </a:lnTo>
                <a:lnTo>
                  <a:pt x="12" y="266700"/>
                </a:lnTo>
                <a:lnTo>
                  <a:pt x="12" y="272796"/>
                </a:lnTo>
                <a:lnTo>
                  <a:pt x="1536" y="275844"/>
                </a:lnTo>
                <a:lnTo>
                  <a:pt x="6108" y="280416"/>
                </a:lnTo>
                <a:lnTo>
                  <a:pt x="9156" y="281940"/>
                </a:lnTo>
                <a:lnTo>
                  <a:pt x="15252" y="281940"/>
                </a:lnTo>
                <a:lnTo>
                  <a:pt x="21348" y="278892"/>
                </a:lnTo>
                <a:lnTo>
                  <a:pt x="24396" y="272796"/>
                </a:lnTo>
                <a:lnTo>
                  <a:pt x="24396" y="266700"/>
                </a:lnTo>
                <a:close/>
              </a:path>
              <a:path extrusionOk="0" h="676910" w="226060">
                <a:moveTo>
                  <a:pt x="172212" y="172212"/>
                </a:moveTo>
                <a:lnTo>
                  <a:pt x="169164" y="172212"/>
                </a:lnTo>
                <a:lnTo>
                  <a:pt x="169164" y="181356"/>
                </a:lnTo>
                <a:lnTo>
                  <a:pt x="167640" y="184404"/>
                </a:lnTo>
                <a:lnTo>
                  <a:pt x="164592" y="187452"/>
                </a:lnTo>
                <a:lnTo>
                  <a:pt x="163068" y="187452"/>
                </a:lnTo>
                <a:lnTo>
                  <a:pt x="160020" y="188976"/>
                </a:lnTo>
                <a:lnTo>
                  <a:pt x="0" y="188976"/>
                </a:lnTo>
                <a:lnTo>
                  <a:pt x="0" y="195072"/>
                </a:lnTo>
                <a:lnTo>
                  <a:pt x="13716" y="225552"/>
                </a:lnTo>
                <a:lnTo>
                  <a:pt x="16764" y="224028"/>
                </a:lnTo>
                <a:lnTo>
                  <a:pt x="15240" y="220980"/>
                </a:lnTo>
                <a:lnTo>
                  <a:pt x="15240" y="213360"/>
                </a:lnTo>
                <a:lnTo>
                  <a:pt x="16764" y="213360"/>
                </a:lnTo>
                <a:lnTo>
                  <a:pt x="19812" y="210312"/>
                </a:lnTo>
                <a:lnTo>
                  <a:pt x="25908" y="210312"/>
                </a:lnTo>
                <a:lnTo>
                  <a:pt x="33528" y="208788"/>
                </a:lnTo>
                <a:lnTo>
                  <a:pt x="155448" y="208788"/>
                </a:lnTo>
                <a:lnTo>
                  <a:pt x="160020" y="210312"/>
                </a:lnTo>
                <a:lnTo>
                  <a:pt x="163068" y="210312"/>
                </a:lnTo>
                <a:lnTo>
                  <a:pt x="167640" y="214884"/>
                </a:lnTo>
                <a:lnTo>
                  <a:pt x="169164" y="217932"/>
                </a:lnTo>
                <a:lnTo>
                  <a:pt x="169164" y="225552"/>
                </a:lnTo>
                <a:lnTo>
                  <a:pt x="172212" y="225552"/>
                </a:lnTo>
                <a:lnTo>
                  <a:pt x="172212" y="172212"/>
                </a:lnTo>
                <a:close/>
              </a:path>
              <a:path extrusionOk="0" h="676910" w="226060">
                <a:moveTo>
                  <a:pt x="172224" y="609600"/>
                </a:moveTo>
                <a:lnTo>
                  <a:pt x="169176" y="609600"/>
                </a:lnTo>
                <a:lnTo>
                  <a:pt x="169176" y="624840"/>
                </a:lnTo>
                <a:lnTo>
                  <a:pt x="167652" y="629412"/>
                </a:lnTo>
                <a:lnTo>
                  <a:pt x="164604" y="632460"/>
                </a:lnTo>
                <a:lnTo>
                  <a:pt x="161556" y="633984"/>
                </a:lnTo>
                <a:lnTo>
                  <a:pt x="153936" y="635508"/>
                </a:lnTo>
                <a:lnTo>
                  <a:pt x="68592" y="635508"/>
                </a:lnTo>
                <a:lnTo>
                  <a:pt x="68592" y="606552"/>
                </a:lnTo>
                <a:lnTo>
                  <a:pt x="60972" y="606552"/>
                </a:lnTo>
                <a:lnTo>
                  <a:pt x="60972" y="635508"/>
                </a:lnTo>
                <a:lnTo>
                  <a:pt x="41033" y="635495"/>
                </a:lnTo>
                <a:lnTo>
                  <a:pt x="7632" y="623316"/>
                </a:lnTo>
                <a:lnTo>
                  <a:pt x="7632" y="615696"/>
                </a:lnTo>
                <a:lnTo>
                  <a:pt x="9156" y="612648"/>
                </a:lnTo>
                <a:lnTo>
                  <a:pt x="10680" y="611124"/>
                </a:lnTo>
                <a:lnTo>
                  <a:pt x="12204" y="608076"/>
                </a:lnTo>
                <a:lnTo>
                  <a:pt x="15252" y="605028"/>
                </a:lnTo>
                <a:lnTo>
                  <a:pt x="24396" y="598932"/>
                </a:lnTo>
                <a:lnTo>
                  <a:pt x="27444" y="597408"/>
                </a:lnTo>
                <a:lnTo>
                  <a:pt x="28968" y="594360"/>
                </a:lnTo>
                <a:lnTo>
                  <a:pt x="30492" y="592836"/>
                </a:lnTo>
                <a:lnTo>
                  <a:pt x="30492" y="585216"/>
                </a:lnTo>
                <a:lnTo>
                  <a:pt x="25920" y="580644"/>
                </a:lnTo>
                <a:lnTo>
                  <a:pt x="22872" y="579120"/>
                </a:lnTo>
                <a:lnTo>
                  <a:pt x="16776" y="579120"/>
                </a:lnTo>
                <a:lnTo>
                  <a:pt x="12204" y="582168"/>
                </a:lnTo>
                <a:lnTo>
                  <a:pt x="9156" y="586740"/>
                </a:lnTo>
                <a:lnTo>
                  <a:pt x="3060" y="592836"/>
                </a:lnTo>
                <a:lnTo>
                  <a:pt x="12" y="600456"/>
                </a:lnTo>
                <a:lnTo>
                  <a:pt x="12" y="609600"/>
                </a:lnTo>
                <a:lnTo>
                  <a:pt x="18300" y="646176"/>
                </a:lnTo>
                <a:lnTo>
                  <a:pt x="53352" y="655320"/>
                </a:lnTo>
                <a:lnTo>
                  <a:pt x="60972" y="655320"/>
                </a:lnTo>
                <a:lnTo>
                  <a:pt x="60972" y="676656"/>
                </a:lnTo>
                <a:lnTo>
                  <a:pt x="68592" y="676656"/>
                </a:lnTo>
                <a:lnTo>
                  <a:pt x="68592" y="655320"/>
                </a:lnTo>
                <a:lnTo>
                  <a:pt x="156984" y="655320"/>
                </a:lnTo>
                <a:lnTo>
                  <a:pt x="163080" y="658368"/>
                </a:lnTo>
                <a:lnTo>
                  <a:pt x="167652" y="662940"/>
                </a:lnTo>
                <a:lnTo>
                  <a:pt x="169176" y="665988"/>
                </a:lnTo>
                <a:lnTo>
                  <a:pt x="169176" y="676656"/>
                </a:lnTo>
                <a:lnTo>
                  <a:pt x="172224" y="676656"/>
                </a:lnTo>
                <a:lnTo>
                  <a:pt x="172224" y="609600"/>
                </a:lnTo>
                <a:close/>
              </a:path>
              <a:path extrusionOk="0" h="676910" w="226060">
                <a:moveTo>
                  <a:pt x="172224" y="306324"/>
                </a:moveTo>
                <a:lnTo>
                  <a:pt x="169176" y="306324"/>
                </a:lnTo>
                <a:lnTo>
                  <a:pt x="169176" y="315468"/>
                </a:lnTo>
                <a:lnTo>
                  <a:pt x="167652" y="316992"/>
                </a:lnTo>
                <a:lnTo>
                  <a:pt x="166128" y="320040"/>
                </a:lnTo>
                <a:lnTo>
                  <a:pt x="164604" y="321564"/>
                </a:lnTo>
                <a:lnTo>
                  <a:pt x="163080" y="321564"/>
                </a:lnTo>
                <a:lnTo>
                  <a:pt x="160032" y="323088"/>
                </a:lnTo>
                <a:lnTo>
                  <a:pt x="89928" y="323088"/>
                </a:lnTo>
                <a:lnTo>
                  <a:pt x="82308" y="324612"/>
                </a:lnTo>
                <a:lnTo>
                  <a:pt x="77736" y="326136"/>
                </a:lnTo>
                <a:lnTo>
                  <a:pt x="65544" y="332232"/>
                </a:lnTo>
                <a:lnTo>
                  <a:pt x="59448" y="341376"/>
                </a:lnTo>
                <a:lnTo>
                  <a:pt x="57924" y="345948"/>
                </a:lnTo>
                <a:lnTo>
                  <a:pt x="57924" y="358140"/>
                </a:lnTo>
                <a:lnTo>
                  <a:pt x="59448" y="364236"/>
                </a:lnTo>
                <a:lnTo>
                  <a:pt x="65582" y="373430"/>
                </a:lnTo>
                <a:lnTo>
                  <a:pt x="70116" y="378333"/>
                </a:lnTo>
                <a:lnTo>
                  <a:pt x="82308" y="390144"/>
                </a:lnTo>
                <a:lnTo>
                  <a:pt x="74688" y="391668"/>
                </a:lnTo>
                <a:lnTo>
                  <a:pt x="68592" y="394716"/>
                </a:lnTo>
                <a:lnTo>
                  <a:pt x="64020" y="399288"/>
                </a:lnTo>
                <a:lnTo>
                  <a:pt x="60972" y="403860"/>
                </a:lnTo>
                <a:lnTo>
                  <a:pt x="57924" y="409956"/>
                </a:lnTo>
                <a:lnTo>
                  <a:pt x="57924" y="420624"/>
                </a:lnTo>
                <a:lnTo>
                  <a:pt x="60972" y="429768"/>
                </a:lnTo>
                <a:lnTo>
                  <a:pt x="62496" y="432816"/>
                </a:lnTo>
                <a:lnTo>
                  <a:pt x="65544" y="437388"/>
                </a:lnTo>
                <a:lnTo>
                  <a:pt x="82308" y="454152"/>
                </a:lnTo>
                <a:lnTo>
                  <a:pt x="57924" y="454152"/>
                </a:lnTo>
                <a:lnTo>
                  <a:pt x="57924" y="460248"/>
                </a:lnTo>
                <a:lnTo>
                  <a:pt x="71640" y="492252"/>
                </a:lnTo>
                <a:lnTo>
                  <a:pt x="74688" y="490728"/>
                </a:lnTo>
                <a:lnTo>
                  <a:pt x="73164" y="487680"/>
                </a:lnTo>
                <a:lnTo>
                  <a:pt x="73164" y="480060"/>
                </a:lnTo>
                <a:lnTo>
                  <a:pt x="77736" y="475488"/>
                </a:lnTo>
                <a:lnTo>
                  <a:pt x="83832" y="475488"/>
                </a:lnTo>
                <a:lnTo>
                  <a:pt x="92976" y="473964"/>
                </a:lnTo>
                <a:lnTo>
                  <a:pt x="155460" y="473964"/>
                </a:lnTo>
                <a:lnTo>
                  <a:pt x="160032" y="475488"/>
                </a:lnTo>
                <a:lnTo>
                  <a:pt x="163080" y="475488"/>
                </a:lnTo>
                <a:lnTo>
                  <a:pt x="167652" y="480060"/>
                </a:lnTo>
                <a:lnTo>
                  <a:pt x="169176" y="483108"/>
                </a:lnTo>
                <a:lnTo>
                  <a:pt x="169176" y="490728"/>
                </a:lnTo>
                <a:lnTo>
                  <a:pt x="172224" y="490728"/>
                </a:lnTo>
                <a:lnTo>
                  <a:pt x="172224" y="437388"/>
                </a:lnTo>
                <a:lnTo>
                  <a:pt x="169176" y="437388"/>
                </a:lnTo>
                <a:lnTo>
                  <a:pt x="169176" y="448056"/>
                </a:lnTo>
                <a:lnTo>
                  <a:pt x="164604" y="452628"/>
                </a:lnTo>
                <a:lnTo>
                  <a:pt x="163080" y="452628"/>
                </a:lnTo>
                <a:lnTo>
                  <a:pt x="160032" y="454152"/>
                </a:lnTo>
                <a:lnTo>
                  <a:pt x="88404" y="454152"/>
                </a:lnTo>
                <a:lnTo>
                  <a:pt x="83832" y="451104"/>
                </a:lnTo>
                <a:lnTo>
                  <a:pt x="80784" y="446532"/>
                </a:lnTo>
                <a:lnTo>
                  <a:pt x="76212" y="440436"/>
                </a:lnTo>
                <a:lnTo>
                  <a:pt x="73164" y="431292"/>
                </a:lnTo>
                <a:lnTo>
                  <a:pt x="73164" y="420624"/>
                </a:lnTo>
                <a:lnTo>
                  <a:pt x="76212" y="416052"/>
                </a:lnTo>
                <a:lnTo>
                  <a:pt x="85356" y="409956"/>
                </a:lnTo>
                <a:lnTo>
                  <a:pt x="91452" y="408432"/>
                </a:lnTo>
                <a:lnTo>
                  <a:pt x="158508" y="408432"/>
                </a:lnTo>
                <a:lnTo>
                  <a:pt x="160032" y="409956"/>
                </a:lnTo>
                <a:lnTo>
                  <a:pt x="163080" y="409956"/>
                </a:lnTo>
                <a:lnTo>
                  <a:pt x="166128" y="411480"/>
                </a:lnTo>
                <a:lnTo>
                  <a:pt x="167652" y="414528"/>
                </a:lnTo>
                <a:lnTo>
                  <a:pt x="169176" y="416052"/>
                </a:lnTo>
                <a:lnTo>
                  <a:pt x="169176" y="425196"/>
                </a:lnTo>
                <a:lnTo>
                  <a:pt x="172224" y="425196"/>
                </a:lnTo>
                <a:lnTo>
                  <a:pt x="172224" y="371856"/>
                </a:lnTo>
                <a:lnTo>
                  <a:pt x="169176" y="371856"/>
                </a:lnTo>
                <a:lnTo>
                  <a:pt x="169176" y="381000"/>
                </a:lnTo>
                <a:lnTo>
                  <a:pt x="167652" y="384048"/>
                </a:lnTo>
                <a:lnTo>
                  <a:pt x="163080" y="388620"/>
                </a:lnTo>
                <a:lnTo>
                  <a:pt x="88404" y="388620"/>
                </a:lnTo>
                <a:lnTo>
                  <a:pt x="82308" y="382524"/>
                </a:lnTo>
                <a:lnTo>
                  <a:pt x="76212" y="373380"/>
                </a:lnTo>
                <a:lnTo>
                  <a:pt x="74688" y="370332"/>
                </a:lnTo>
                <a:lnTo>
                  <a:pt x="73164" y="365760"/>
                </a:lnTo>
                <a:lnTo>
                  <a:pt x="73164" y="355092"/>
                </a:lnTo>
                <a:lnTo>
                  <a:pt x="76212" y="348996"/>
                </a:lnTo>
                <a:lnTo>
                  <a:pt x="80784" y="345948"/>
                </a:lnTo>
                <a:lnTo>
                  <a:pt x="85356" y="344424"/>
                </a:lnTo>
                <a:lnTo>
                  <a:pt x="91452" y="342900"/>
                </a:lnTo>
                <a:lnTo>
                  <a:pt x="158508" y="342900"/>
                </a:lnTo>
                <a:lnTo>
                  <a:pt x="160032" y="344424"/>
                </a:lnTo>
                <a:lnTo>
                  <a:pt x="163080" y="344424"/>
                </a:lnTo>
                <a:lnTo>
                  <a:pt x="169176" y="350520"/>
                </a:lnTo>
                <a:lnTo>
                  <a:pt x="169176" y="359664"/>
                </a:lnTo>
                <a:lnTo>
                  <a:pt x="172224" y="359664"/>
                </a:lnTo>
                <a:lnTo>
                  <a:pt x="172224" y="306324"/>
                </a:lnTo>
                <a:close/>
              </a:path>
              <a:path extrusionOk="0" h="676910" w="226060">
                <a:moveTo>
                  <a:pt x="172224" y="242316"/>
                </a:moveTo>
                <a:lnTo>
                  <a:pt x="169176" y="242316"/>
                </a:lnTo>
                <a:lnTo>
                  <a:pt x="169176" y="251460"/>
                </a:lnTo>
                <a:lnTo>
                  <a:pt x="163080" y="257556"/>
                </a:lnTo>
                <a:lnTo>
                  <a:pt x="160032" y="259080"/>
                </a:lnTo>
                <a:lnTo>
                  <a:pt x="57924" y="259080"/>
                </a:lnTo>
                <a:lnTo>
                  <a:pt x="57924" y="263652"/>
                </a:lnTo>
                <a:lnTo>
                  <a:pt x="71640" y="297180"/>
                </a:lnTo>
                <a:lnTo>
                  <a:pt x="74688" y="295656"/>
                </a:lnTo>
                <a:lnTo>
                  <a:pt x="73164" y="292608"/>
                </a:lnTo>
                <a:lnTo>
                  <a:pt x="73164" y="283464"/>
                </a:lnTo>
                <a:lnTo>
                  <a:pt x="74688" y="281940"/>
                </a:lnTo>
                <a:lnTo>
                  <a:pt x="76212" y="281940"/>
                </a:lnTo>
                <a:lnTo>
                  <a:pt x="77736" y="280416"/>
                </a:lnTo>
                <a:lnTo>
                  <a:pt x="80784" y="280416"/>
                </a:lnTo>
                <a:lnTo>
                  <a:pt x="83832" y="278892"/>
                </a:lnTo>
                <a:lnTo>
                  <a:pt x="160032" y="278892"/>
                </a:lnTo>
                <a:lnTo>
                  <a:pt x="163080" y="280416"/>
                </a:lnTo>
                <a:lnTo>
                  <a:pt x="169176" y="286512"/>
                </a:lnTo>
                <a:lnTo>
                  <a:pt x="169176" y="295656"/>
                </a:lnTo>
                <a:lnTo>
                  <a:pt x="172224" y="295656"/>
                </a:lnTo>
                <a:lnTo>
                  <a:pt x="172224" y="278892"/>
                </a:lnTo>
                <a:lnTo>
                  <a:pt x="172224" y="242316"/>
                </a:lnTo>
                <a:close/>
              </a:path>
              <a:path extrusionOk="0" h="676910" w="226060">
                <a:moveTo>
                  <a:pt x="175260" y="10668"/>
                </a:moveTo>
                <a:lnTo>
                  <a:pt x="172212" y="4572"/>
                </a:lnTo>
                <a:lnTo>
                  <a:pt x="169164" y="1524"/>
                </a:lnTo>
                <a:lnTo>
                  <a:pt x="166116" y="0"/>
                </a:lnTo>
                <a:lnTo>
                  <a:pt x="158496" y="0"/>
                </a:lnTo>
                <a:lnTo>
                  <a:pt x="155448" y="1524"/>
                </a:lnTo>
                <a:lnTo>
                  <a:pt x="149352" y="7620"/>
                </a:lnTo>
                <a:lnTo>
                  <a:pt x="147828" y="10668"/>
                </a:lnTo>
                <a:lnTo>
                  <a:pt x="147828" y="18288"/>
                </a:lnTo>
                <a:lnTo>
                  <a:pt x="149352" y="21336"/>
                </a:lnTo>
                <a:lnTo>
                  <a:pt x="152400" y="24384"/>
                </a:lnTo>
                <a:lnTo>
                  <a:pt x="158496" y="27432"/>
                </a:lnTo>
                <a:lnTo>
                  <a:pt x="166116" y="27432"/>
                </a:lnTo>
                <a:lnTo>
                  <a:pt x="172212" y="24384"/>
                </a:lnTo>
                <a:lnTo>
                  <a:pt x="175260" y="18288"/>
                </a:lnTo>
                <a:lnTo>
                  <a:pt x="175260" y="10668"/>
                </a:lnTo>
                <a:close/>
              </a:path>
              <a:path extrusionOk="0" h="676910" w="226060">
                <a:moveTo>
                  <a:pt x="175272" y="515112"/>
                </a:moveTo>
                <a:lnTo>
                  <a:pt x="174129" y="509384"/>
                </a:lnTo>
                <a:lnTo>
                  <a:pt x="170700" y="503491"/>
                </a:lnTo>
                <a:lnTo>
                  <a:pt x="164985" y="497332"/>
                </a:lnTo>
                <a:lnTo>
                  <a:pt x="156984" y="490728"/>
                </a:lnTo>
                <a:lnTo>
                  <a:pt x="150888" y="490728"/>
                </a:lnTo>
                <a:lnTo>
                  <a:pt x="160032" y="499872"/>
                </a:lnTo>
                <a:lnTo>
                  <a:pt x="160032" y="505968"/>
                </a:lnTo>
                <a:lnTo>
                  <a:pt x="158508" y="505968"/>
                </a:lnTo>
                <a:lnTo>
                  <a:pt x="158508" y="507492"/>
                </a:lnTo>
                <a:lnTo>
                  <a:pt x="153936" y="507492"/>
                </a:lnTo>
                <a:lnTo>
                  <a:pt x="152412" y="509016"/>
                </a:lnTo>
                <a:lnTo>
                  <a:pt x="79260" y="509016"/>
                </a:lnTo>
                <a:lnTo>
                  <a:pt x="74688" y="510540"/>
                </a:lnTo>
                <a:lnTo>
                  <a:pt x="65544" y="516636"/>
                </a:lnTo>
                <a:lnTo>
                  <a:pt x="64020" y="521208"/>
                </a:lnTo>
                <a:lnTo>
                  <a:pt x="61137" y="526973"/>
                </a:lnTo>
                <a:lnTo>
                  <a:pt x="61023" y="527304"/>
                </a:lnTo>
                <a:lnTo>
                  <a:pt x="59258" y="533019"/>
                </a:lnTo>
                <a:lnTo>
                  <a:pt x="58229" y="539648"/>
                </a:lnTo>
                <a:lnTo>
                  <a:pt x="58115" y="550164"/>
                </a:lnTo>
                <a:lnTo>
                  <a:pt x="58496" y="555955"/>
                </a:lnTo>
                <a:lnTo>
                  <a:pt x="79260" y="588264"/>
                </a:lnTo>
                <a:lnTo>
                  <a:pt x="89928" y="588264"/>
                </a:lnTo>
                <a:lnTo>
                  <a:pt x="92976" y="586740"/>
                </a:lnTo>
                <a:lnTo>
                  <a:pt x="94500" y="585216"/>
                </a:lnTo>
                <a:lnTo>
                  <a:pt x="97548" y="583692"/>
                </a:lnTo>
                <a:lnTo>
                  <a:pt x="97548" y="573024"/>
                </a:lnTo>
                <a:lnTo>
                  <a:pt x="94500" y="571500"/>
                </a:lnTo>
                <a:lnTo>
                  <a:pt x="94411" y="571334"/>
                </a:lnTo>
                <a:lnTo>
                  <a:pt x="92976" y="568452"/>
                </a:lnTo>
                <a:lnTo>
                  <a:pt x="76212" y="568452"/>
                </a:lnTo>
                <a:lnTo>
                  <a:pt x="73164" y="566928"/>
                </a:lnTo>
                <a:lnTo>
                  <a:pt x="67068" y="560832"/>
                </a:lnTo>
                <a:lnTo>
                  <a:pt x="65544" y="556260"/>
                </a:lnTo>
                <a:lnTo>
                  <a:pt x="65544" y="544068"/>
                </a:lnTo>
                <a:lnTo>
                  <a:pt x="68592" y="537972"/>
                </a:lnTo>
                <a:lnTo>
                  <a:pt x="76212" y="530352"/>
                </a:lnTo>
                <a:lnTo>
                  <a:pt x="83832" y="528828"/>
                </a:lnTo>
                <a:lnTo>
                  <a:pt x="99072" y="528828"/>
                </a:lnTo>
                <a:lnTo>
                  <a:pt x="104495" y="542569"/>
                </a:lnTo>
                <a:lnTo>
                  <a:pt x="109359" y="554164"/>
                </a:lnTo>
                <a:lnTo>
                  <a:pt x="132600" y="588264"/>
                </a:lnTo>
                <a:lnTo>
                  <a:pt x="137172" y="591312"/>
                </a:lnTo>
                <a:lnTo>
                  <a:pt x="141744" y="592836"/>
                </a:lnTo>
                <a:lnTo>
                  <a:pt x="155460" y="592836"/>
                </a:lnTo>
                <a:lnTo>
                  <a:pt x="163080" y="589788"/>
                </a:lnTo>
                <a:lnTo>
                  <a:pt x="167652" y="585216"/>
                </a:lnTo>
                <a:lnTo>
                  <a:pt x="172224" y="579120"/>
                </a:lnTo>
                <a:lnTo>
                  <a:pt x="175272" y="573024"/>
                </a:lnTo>
                <a:lnTo>
                  <a:pt x="175272" y="554736"/>
                </a:lnTo>
                <a:lnTo>
                  <a:pt x="172224" y="550164"/>
                </a:lnTo>
                <a:lnTo>
                  <a:pt x="170459" y="547268"/>
                </a:lnTo>
                <a:lnTo>
                  <a:pt x="170345" y="547116"/>
                </a:lnTo>
                <a:lnTo>
                  <a:pt x="167271" y="542925"/>
                </a:lnTo>
                <a:lnTo>
                  <a:pt x="162356" y="536879"/>
                </a:lnTo>
                <a:lnTo>
                  <a:pt x="160032" y="534174"/>
                </a:lnTo>
                <a:lnTo>
                  <a:pt x="160032" y="559308"/>
                </a:lnTo>
                <a:lnTo>
                  <a:pt x="158546" y="563765"/>
                </a:lnTo>
                <a:lnTo>
                  <a:pt x="158318" y="564070"/>
                </a:lnTo>
                <a:lnTo>
                  <a:pt x="150888" y="571500"/>
                </a:lnTo>
                <a:lnTo>
                  <a:pt x="146316" y="573024"/>
                </a:lnTo>
                <a:lnTo>
                  <a:pt x="135648" y="573024"/>
                </a:lnTo>
                <a:lnTo>
                  <a:pt x="132600" y="571500"/>
                </a:lnTo>
                <a:lnTo>
                  <a:pt x="128028" y="568452"/>
                </a:lnTo>
                <a:lnTo>
                  <a:pt x="120408" y="560832"/>
                </a:lnTo>
                <a:lnTo>
                  <a:pt x="117360" y="553212"/>
                </a:lnTo>
                <a:lnTo>
                  <a:pt x="115582" y="549617"/>
                </a:lnTo>
                <a:lnTo>
                  <a:pt x="113169" y="544449"/>
                </a:lnTo>
                <a:lnTo>
                  <a:pt x="110070" y="537362"/>
                </a:lnTo>
                <a:lnTo>
                  <a:pt x="106692" y="528828"/>
                </a:lnTo>
                <a:lnTo>
                  <a:pt x="147840" y="528828"/>
                </a:lnTo>
                <a:lnTo>
                  <a:pt x="153593" y="536524"/>
                </a:lnTo>
                <a:lnTo>
                  <a:pt x="157365" y="543496"/>
                </a:lnTo>
                <a:lnTo>
                  <a:pt x="159410" y="549617"/>
                </a:lnTo>
                <a:lnTo>
                  <a:pt x="159473" y="550164"/>
                </a:lnTo>
                <a:lnTo>
                  <a:pt x="159956" y="554164"/>
                </a:lnTo>
                <a:lnTo>
                  <a:pt x="160032" y="559308"/>
                </a:lnTo>
                <a:lnTo>
                  <a:pt x="160032" y="534174"/>
                </a:lnTo>
                <a:lnTo>
                  <a:pt x="155460" y="528828"/>
                </a:lnTo>
                <a:lnTo>
                  <a:pt x="163080" y="528828"/>
                </a:lnTo>
                <a:lnTo>
                  <a:pt x="167652" y="527304"/>
                </a:lnTo>
                <a:lnTo>
                  <a:pt x="170700" y="525780"/>
                </a:lnTo>
                <a:lnTo>
                  <a:pt x="173748" y="522732"/>
                </a:lnTo>
                <a:lnTo>
                  <a:pt x="175272" y="519684"/>
                </a:lnTo>
                <a:lnTo>
                  <a:pt x="175272" y="515112"/>
                </a:lnTo>
                <a:close/>
              </a:path>
              <a:path extrusionOk="0" h="676910" w="226060">
                <a:moveTo>
                  <a:pt x="225552" y="137160"/>
                </a:moveTo>
                <a:lnTo>
                  <a:pt x="193548" y="106680"/>
                </a:lnTo>
                <a:lnTo>
                  <a:pt x="82296" y="62484"/>
                </a:lnTo>
                <a:lnTo>
                  <a:pt x="73152" y="57912"/>
                </a:lnTo>
                <a:lnTo>
                  <a:pt x="71628" y="57912"/>
                </a:lnTo>
                <a:lnTo>
                  <a:pt x="68580" y="56388"/>
                </a:lnTo>
                <a:lnTo>
                  <a:pt x="67056" y="53340"/>
                </a:lnTo>
                <a:lnTo>
                  <a:pt x="67056" y="51816"/>
                </a:lnTo>
                <a:lnTo>
                  <a:pt x="64008" y="48768"/>
                </a:lnTo>
                <a:lnTo>
                  <a:pt x="64008" y="45720"/>
                </a:lnTo>
                <a:lnTo>
                  <a:pt x="60960" y="45720"/>
                </a:lnTo>
                <a:lnTo>
                  <a:pt x="60960" y="79248"/>
                </a:lnTo>
                <a:lnTo>
                  <a:pt x="64008" y="79248"/>
                </a:lnTo>
                <a:lnTo>
                  <a:pt x="64008" y="73152"/>
                </a:lnTo>
                <a:lnTo>
                  <a:pt x="65532" y="71628"/>
                </a:lnTo>
                <a:lnTo>
                  <a:pt x="65532" y="70104"/>
                </a:lnTo>
                <a:lnTo>
                  <a:pt x="67056" y="70104"/>
                </a:lnTo>
                <a:lnTo>
                  <a:pt x="67056" y="68580"/>
                </a:lnTo>
                <a:lnTo>
                  <a:pt x="77724" y="68580"/>
                </a:lnTo>
                <a:lnTo>
                  <a:pt x="82296" y="70104"/>
                </a:lnTo>
                <a:lnTo>
                  <a:pt x="143256" y="94488"/>
                </a:lnTo>
                <a:lnTo>
                  <a:pt x="80772" y="124968"/>
                </a:lnTo>
                <a:lnTo>
                  <a:pt x="76200" y="126492"/>
                </a:lnTo>
                <a:lnTo>
                  <a:pt x="70104" y="126492"/>
                </a:lnTo>
                <a:lnTo>
                  <a:pt x="65532" y="121920"/>
                </a:lnTo>
                <a:lnTo>
                  <a:pt x="64008" y="118872"/>
                </a:lnTo>
                <a:lnTo>
                  <a:pt x="64008" y="112776"/>
                </a:lnTo>
                <a:lnTo>
                  <a:pt x="60960" y="112776"/>
                </a:lnTo>
                <a:lnTo>
                  <a:pt x="60960" y="164592"/>
                </a:lnTo>
                <a:lnTo>
                  <a:pt x="64008" y="164592"/>
                </a:lnTo>
                <a:lnTo>
                  <a:pt x="65532" y="160020"/>
                </a:lnTo>
                <a:lnTo>
                  <a:pt x="67056" y="156972"/>
                </a:lnTo>
                <a:lnTo>
                  <a:pt x="68580" y="155448"/>
                </a:lnTo>
                <a:lnTo>
                  <a:pt x="68580" y="153924"/>
                </a:lnTo>
                <a:lnTo>
                  <a:pt x="74676" y="150876"/>
                </a:lnTo>
                <a:lnTo>
                  <a:pt x="77724" y="147828"/>
                </a:lnTo>
                <a:lnTo>
                  <a:pt x="82296" y="146304"/>
                </a:lnTo>
                <a:lnTo>
                  <a:pt x="83820" y="144780"/>
                </a:lnTo>
                <a:lnTo>
                  <a:pt x="167640" y="105156"/>
                </a:lnTo>
                <a:lnTo>
                  <a:pt x="195072" y="115824"/>
                </a:lnTo>
                <a:lnTo>
                  <a:pt x="199644" y="118872"/>
                </a:lnTo>
                <a:lnTo>
                  <a:pt x="204216" y="123444"/>
                </a:lnTo>
                <a:lnTo>
                  <a:pt x="205740" y="126492"/>
                </a:lnTo>
                <a:lnTo>
                  <a:pt x="205740" y="132588"/>
                </a:lnTo>
                <a:lnTo>
                  <a:pt x="204216" y="135636"/>
                </a:lnTo>
                <a:lnTo>
                  <a:pt x="201168" y="144780"/>
                </a:lnTo>
                <a:lnTo>
                  <a:pt x="201168" y="150876"/>
                </a:lnTo>
                <a:lnTo>
                  <a:pt x="204216" y="156972"/>
                </a:lnTo>
                <a:lnTo>
                  <a:pt x="207264" y="158496"/>
                </a:lnTo>
                <a:lnTo>
                  <a:pt x="208788" y="160020"/>
                </a:lnTo>
                <a:lnTo>
                  <a:pt x="216408" y="160020"/>
                </a:lnTo>
                <a:lnTo>
                  <a:pt x="219456" y="158496"/>
                </a:lnTo>
                <a:lnTo>
                  <a:pt x="222504" y="155448"/>
                </a:lnTo>
                <a:lnTo>
                  <a:pt x="224028" y="152400"/>
                </a:lnTo>
                <a:lnTo>
                  <a:pt x="225552" y="147828"/>
                </a:lnTo>
                <a:lnTo>
                  <a:pt x="225552" y="1371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02" name="Google Shape;2602;p42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603" name="Google Shape;2603;p42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04" name="Google Shape;2604;p42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605" name="Google Shape;2605;p42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606" name="Google Shape;2606;p42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07" name="Google Shape;2607;p42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6655307" y="1757172"/>
            <a:ext cx="117348" cy="166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08" name="Google Shape;2608;p42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080003" y="2699003"/>
            <a:ext cx="2929128" cy="57119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12" name="Shape 2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13" name="Google Shape;2613;p4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31035" y="6571488"/>
            <a:ext cx="447947" cy="13914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614" name="Google Shape;2614;p43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431035" y="4166615"/>
            <a:ext cx="348996" cy="230428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15" name="Google Shape;2615;p43"/>
          <p:cNvGrpSpPr/>
          <p:nvPr/>
        </p:nvGrpSpPr>
        <p:grpSpPr>
          <a:xfrm>
            <a:off x="1431036" y="2744723"/>
            <a:ext cx="348995" cy="1292607"/>
            <a:chOff x="1431036" y="2744723"/>
            <a:chExt cx="348995" cy="1292607"/>
          </a:xfrm>
        </p:grpSpPr>
        <p:sp>
          <p:nvSpPr>
            <p:cNvPr id="2616" name="Google Shape;2616;p43"/>
            <p:cNvSpPr/>
            <p:nvPr/>
          </p:nvSpPr>
          <p:spPr>
            <a:xfrm>
              <a:off x="1446275" y="3756660"/>
              <a:ext cx="327660" cy="280670"/>
            </a:xfrm>
            <a:custGeom>
              <a:rect b="b" l="l" r="r" t="t"/>
              <a:pathLst>
                <a:path extrusionOk="0" h="280670" w="327660">
                  <a:moveTo>
                    <a:pt x="327660" y="280415"/>
                  </a:moveTo>
                  <a:lnTo>
                    <a:pt x="320040" y="280415"/>
                  </a:lnTo>
                  <a:lnTo>
                    <a:pt x="320040" y="266699"/>
                  </a:lnTo>
                  <a:lnTo>
                    <a:pt x="319182" y="257246"/>
                  </a:lnTo>
                  <a:lnTo>
                    <a:pt x="283178" y="233457"/>
                  </a:lnTo>
                  <a:lnTo>
                    <a:pt x="269748" y="233172"/>
                  </a:lnTo>
                  <a:lnTo>
                    <a:pt x="57912" y="233172"/>
                  </a:lnTo>
                  <a:lnTo>
                    <a:pt x="19812" y="239267"/>
                  </a:lnTo>
                  <a:lnTo>
                    <a:pt x="7620" y="266699"/>
                  </a:lnTo>
                  <a:lnTo>
                    <a:pt x="7620" y="280415"/>
                  </a:lnTo>
                  <a:lnTo>
                    <a:pt x="0" y="280415"/>
                  </a:lnTo>
                  <a:lnTo>
                    <a:pt x="0" y="134111"/>
                  </a:lnTo>
                  <a:lnTo>
                    <a:pt x="7620" y="134111"/>
                  </a:lnTo>
                  <a:lnTo>
                    <a:pt x="7929" y="145589"/>
                  </a:lnTo>
                  <a:lnTo>
                    <a:pt x="8953" y="155066"/>
                  </a:lnTo>
                  <a:lnTo>
                    <a:pt x="39052" y="186308"/>
                  </a:lnTo>
                  <a:lnTo>
                    <a:pt x="62483" y="187451"/>
                  </a:lnTo>
                  <a:lnTo>
                    <a:pt x="269748" y="187451"/>
                  </a:lnTo>
                  <a:lnTo>
                    <a:pt x="305681" y="169497"/>
                  </a:lnTo>
                  <a:lnTo>
                    <a:pt x="306324" y="112775"/>
                  </a:lnTo>
                  <a:lnTo>
                    <a:pt x="306038" y="95011"/>
                  </a:lnTo>
                  <a:lnTo>
                    <a:pt x="298013" y="52363"/>
                  </a:lnTo>
                  <a:lnTo>
                    <a:pt x="263652" y="19240"/>
                  </a:lnTo>
                  <a:lnTo>
                    <a:pt x="236220" y="7619"/>
                  </a:lnTo>
                  <a:lnTo>
                    <a:pt x="239268" y="0"/>
                  </a:lnTo>
                  <a:lnTo>
                    <a:pt x="327660" y="27431"/>
                  </a:lnTo>
                  <a:lnTo>
                    <a:pt x="327660" y="2804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17" name="Google Shape;2617;p43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3540251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18" name="Google Shape;2618;p4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52955" y="3282695"/>
              <a:ext cx="227076" cy="2362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19" name="Google Shape;2619;p43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59" y="307085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20" name="Google Shape;2620;p43"/>
            <p:cNvSpPr/>
            <p:nvPr/>
          </p:nvSpPr>
          <p:spPr>
            <a:xfrm>
              <a:off x="1431036" y="2932176"/>
              <a:ext cx="342900" cy="109855"/>
            </a:xfrm>
            <a:custGeom>
              <a:rect b="b" l="l" r="r" t="t"/>
              <a:pathLst>
                <a:path extrusionOk="0" h="109855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918" y="34790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89916"/>
                  </a:lnTo>
                  <a:lnTo>
                    <a:pt x="332232" y="86868"/>
                  </a:lnTo>
                  <a:lnTo>
                    <a:pt x="330708" y="82296"/>
                  </a:lnTo>
                  <a:lnTo>
                    <a:pt x="327660" y="79248"/>
                  </a:lnTo>
                  <a:lnTo>
                    <a:pt x="321563" y="77724"/>
                  </a:lnTo>
                  <a:lnTo>
                    <a:pt x="317253" y="75961"/>
                  </a:lnTo>
                  <a:lnTo>
                    <a:pt x="311086" y="75057"/>
                  </a:lnTo>
                  <a:lnTo>
                    <a:pt x="302918" y="74723"/>
                  </a:lnTo>
                  <a:lnTo>
                    <a:pt x="92964" y="74676"/>
                  </a:lnTo>
                  <a:lnTo>
                    <a:pt x="63246" y="74866"/>
                  </a:lnTo>
                  <a:lnTo>
                    <a:pt x="53530" y="75318"/>
                  </a:lnTo>
                  <a:lnTo>
                    <a:pt x="47244" y="76200"/>
                  </a:lnTo>
                  <a:lnTo>
                    <a:pt x="41148" y="76200"/>
                  </a:lnTo>
                  <a:lnTo>
                    <a:pt x="36576" y="79248"/>
                  </a:lnTo>
                  <a:lnTo>
                    <a:pt x="35052" y="80772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21" name="Google Shape;2621;p43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6859" y="2744723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22" name="Google Shape;2622;p43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623" name="Google Shape;2623;p43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24" name="Google Shape;2624;p43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625" name="Google Shape;2625;p43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626" name="Google Shape;2626;p43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27" name="Google Shape;2627;p43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655308" y="1754123"/>
            <a:ext cx="117348" cy="169164"/>
          </a:xfrm>
          <a:prstGeom prst="rect">
            <a:avLst/>
          </a:prstGeom>
          <a:noFill/>
          <a:ln>
            <a:noFill/>
          </a:ln>
        </p:spPr>
      </p:pic>
      <p:pic>
        <p:nvPicPr>
          <p:cNvPr id="2628" name="Google Shape;2628;p43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109216" y="2633472"/>
            <a:ext cx="3930395" cy="550011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32" name="Shape 2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3" name="Google Shape;2633;p44"/>
          <p:cNvGrpSpPr/>
          <p:nvPr/>
        </p:nvGrpSpPr>
        <p:grpSpPr>
          <a:xfrm>
            <a:off x="1431023" y="7301483"/>
            <a:ext cx="448309" cy="1353820"/>
            <a:chOff x="1431023" y="7301483"/>
            <a:chExt cx="448309" cy="1353820"/>
          </a:xfrm>
        </p:grpSpPr>
        <p:sp>
          <p:nvSpPr>
            <p:cNvPr id="2634" name="Google Shape;2634;p44"/>
            <p:cNvSpPr/>
            <p:nvPr/>
          </p:nvSpPr>
          <p:spPr>
            <a:xfrm>
              <a:off x="1431023" y="7644384"/>
              <a:ext cx="448309" cy="1010919"/>
            </a:xfrm>
            <a:custGeom>
              <a:rect b="b" l="l" r="r" t="t"/>
              <a:pathLst>
                <a:path extrusionOk="0" h="1010920" w="448310">
                  <a:moveTo>
                    <a:pt x="48768" y="583692"/>
                  </a:moveTo>
                  <a:lnTo>
                    <a:pt x="47244" y="577596"/>
                  </a:lnTo>
                  <a:lnTo>
                    <a:pt x="38100" y="568452"/>
                  </a:lnTo>
                  <a:lnTo>
                    <a:pt x="32004" y="566928"/>
                  </a:lnTo>
                  <a:lnTo>
                    <a:pt x="18288" y="566928"/>
                  </a:lnTo>
                  <a:lnTo>
                    <a:pt x="12192" y="568452"/>
                  </a:lnTo>
                  <a:lnTo>
                    <a:pt x="3048" y="577596"/>
                  </a:lnTo>
                  <a:lnTo>
                    <a:pt x="0" y="583692"/>
                  </a:lnTo>
                  <a:lnTo>
                    <a:pt x="0" y="597408"/>
                  </a:lnTo>
                  <a:lnTo>
                    <a:pt x="3048" y="603504"/>
                  </a:lnTo>
                  <a:lnTo>
                    <a:pt x="12192" y="612648"/>
                  </a:lnTo>
                  <a:lnTo>
                    <a:pt x="18288" y="615696"/>
                  </a:lnTo>
                  <a:lnTo>
                    <a:pt x="32004" y="615696"/>
                  </a:lnTo>
                  <a:lnTo>
                    <a:pt x="38100" y="612648"/>
                  </a:lnTo>
                  <a:lnTo>
                    <a:pt x="47244" y="603504"/>
                  </a:lnTo>
                  <a:lnTo>
                    <a:pt x="48768" y="597408"/>
                  </a:lnTo>
                  <a:lnTo>
                    <a:pt x="48768" y="583692"/>
                  </a:lnTo>
                  <a:close/>
                </a:path>
                <a:path extrusionOk="0" h="1010920" w="448310">
                  <a:moveTo>
                    <a:pt x="48768" y="199644"/>
                  </a:moveTo>
                  <a:lnTo>
                    <a:pt x="47244" y="193548"/>
                  </a:lnTo>
                  <a:lnTo>
                    <a:pt x="38100" y="184404"/>
                  </a:lnTo>
                  <a:lnTo>
                    <a:pt x="32004" y="181356"/>
                  </a:lnTo>
                  <a:lnTo>
                    <a:pt x="18288" y="181356"/>
                  </a:lnTo>
                  <a:lnTo>
                    <a:pt x="12192" y="184404"/>
                  </a:lnTo>
                  <a:lnTo>
                    <a:pt x="3048" y="193548"/>
                  </a:lnTo>
                  <a:lnTo>
                    <a:pt x="0" y="199644"/>
                  </a:lnTo>
                  <a:lnTo>
                    <a:pt x="0" y="213360"/>
                  </a:lnTo>
                  <a:lnTo>
                    <a:pt x="3048" y="217932"/>
                  </a:lnTo>
                  <a:lnTo>
                    <a:pt x="7620" y="222504"/>
                  </a:lnTo>
                  <a:lnTo>
                    <a:pt x="12192" y="228600"/>
                  </a:lnTo>
                  <a:lnTo>
                    <a:pt x="18288" y="230124"/>
                  </a:lnTo>
                  <a:lnTo>
                    <a:pt x="32004" y="230124"/>
                  </a:lnTo>
                  <a:lnTo>
                    <a:pt x="38100" y="228600"/>
                  </a:lnTo>
                  <a:lnTo>
                    <a:pt x="42672" y="222504"/>
                  </a:lnTo>
                  <a:lnTo>
                    <a:pt x="47244" y="217932"/>
                  </a:lnTo>
                  <a:lnTo>
                    <a:pt x="48768" y="211836"/>
                  </a:lnTo>
                  <a:lnTo>
                    <a:pt x="48768" y="199644"/>
                  </a:lnTo>
                  <a:close/>
                </a:path>
                <a:path extrusionOk="0" h="1010920" w="448310">
                  <a:moveTo>
                    <a:pt x="342900" y="537972"/>
                  </a:moveTo>
                  <a:lnTo>
                    <a:pt x="335280" y="537972"/>
                  </a:lnTo>
                  <a:lnTo>
                    <a:pt x="335280" y="554736"/>
                  </a:lnTo>
                  <a:lnTo>
                    <a:pt x="332232" y="559308"/>
                  </a:lnTo>
                  <a:lnTo>
                    <a:pt x="330708" y="563880"/>
                  </a:lnTo>
                  <a:lnTo>
                    <a:pt x="326136" y="565404"/>
                  </a:lnTo>
                  <a:lnTo>
                    <a:pt x="321564" y="568452"/>
                  </a:lnTo>
                  <a:lnTo>
                    <a:pt x="317258" y="569582"/>
                  </a:lnTo>
                  <a:lnTo>
                    <a:pt x="311086" y="570547"/>
                  </a:lnTo>
                  <a:lnTo>
                    <a:pt x="302920" y="571246"/>
                  </a:lnTo>
                  <a:lnTo>
                    <a:pt x="292608" y="571500"/>
                  </a:lnTo>
                  <a:lnTo>
                    <a:pt x="115824" y="571500"/>
                  </a:lnTo>
                  <a:lnTo>
                    <a:pt x="115824" y="580644"/>
                  </a:lnTo>
                  <a:lnTo>
                    <a:pt x="143256" y="646176"/>
                  </a:lnTo>
                  <a:lnTo>
                    <a:pt x="150876" y="643128"/>
                  </a:lnTo>
                  <a:lnTo>
                    <a:pt x="147828" y="630936"/>
                  </a:lnTo>
                  <a:lnTo>
                    <a:pt x="147828" y="623316"/>
                  </a:lnTo>
                  <a:lnTo>
                    <a:pt x="192201" y="611149"/>
                  </a:lnTo>
                  <a:lnTo>
                    <a:pt x="302336" y="611149"/>
                  </a:lnTo>
                  <a:lnTo>
                    <a:pt x="311086" y="611505"/>
                  </a:lnTo>
                  <a:lnTo>
                    <a:pt x="317258" y="612419"/>
                  </a:lnTo>
                  <a:lnTo>
                    <a:pt x="321564" y="614172"/>
                  </a:lnTo>
                  <a:lnTo>
                    <a:pt x="327660" y="615696"/>
                  </a:lnTo>
                  <a:lnTo>
                    <a:pt x="330708" y="618744"/>
                  </a:lnTo>
                  <a:lnTo>
                    <a:pt x="332232" y="623316"/>
                  </a:lnTo>
                  <a:lnTo>
                    <a:pt x="335280" y="626364"/>
                  </a:lnTo>
                  <a:lnTo>
                    <a:pt x="335280" y="644652"/>
                  </a:lnTo>
                  <a:lnTo>
                    <a:pt x="342900" y="644652"/>
                  </a:lnTo>
                  <a:lnTo>
                    <a:pt x="342900" y="611149"/>
                  </a:lnTo>
                  <a:lnTo>
                    <a:pt x="342900" y="537972"/>
                  </a:lnTo>
                  <a:close/>
                </a:path>
                <a:path extrusionOk="0" h="1010920" w="448310">
                  <a:moveTo>
                    <a:pt x="342900" y="152400"/>
                  </a:moveTo>
                  <a:lnTo>
                    <a:pt x="335280" y="152400"/>
                  </a:lnTo>
                  <a:lnTo>
                    <a:pt x="335280" y="170688"/>
                  </a:lnTo>
                  <a:lnTo>
                    <a:pt x="332232" y="173736"/>
                  </a:lnTo>
                  <a:lnTo>
                    <a:pt x="292608" y="185928"/>
                  </a:lnTo>
                  <a:lnTo>
                    <a:pt x="115824" y="185928"/>
                  </a:lnTo>
                  <a:lnTo>
                    <a:pt x="115824" y="196596"/>
                  </a:lnTo>
                  <a:lnTo>
                    <a:pt x="143256" y="260604"/>
                  </a:lnTo>
                  <a:lnTo>
                    <a:pt x="150876" y="257556"/>
                  </a:lnTo>
                  <a:lnTo>
                    <a:pt x="149352" y="251460"/>
                  </a:lnTo>
                  <a:lnTo>
                    <a:pt x="147828" y="246888"/>
                  </a:lnTo>
                  <a:lnTo>
                    <a:pt x="147828" y="237744"/>
                  </a:lnTo>
                  <a:lnTo>
                    <a:pt x="149352" y="234696"/>
                  </a:lnTo>
                  <a:lnTo>
                    <a:pt x="150876" y="233172"/>
                  </a:lnTo>
                  <a:lnTo>
                    <a:pt x="152400" y="230124"/>
                  </a:lnTo>
                  <a:lnTo>
                    <a:pt x="161544" y="227076"/>
                  </a:lnTo>
                  <a:lnTo>
                    <a:pt x="168719" y="226847"/>
                  </a:lnTo>
                  <a:lnTo>
                    <a:pt x="178879" y="226314"/>
                  </a:lnTo>
                  <a:lnTo>
                    <a:pt x="192201" y="225793"/>
                  </a:lnTo>
                  <a:lnTo>
                    <a:pt x="208788" y="225552"/>
                  </a:lnTo>
                  <a:lnTo>
                    <a:pt x="292608" y="225552"/>
                  </a:lnTo>
                  <a:lnTo>
                    <a:pt x="301993" y="225793"/>
                  </a:lnTo>
                  <a:lnTo>
                    <a:pt x="302641" y="225793"/>
                  </a:lnTo>
                  <a:lnTo>
                    <a:pt x="332232" y="237744"/>
                  </a:lnTo>
                  <a:lnTo>
                    <a:pt x="335280" y="240792"/>
                  </a:lnTo>
                  <a:lnTo>
                    <a:pt x="335280" y="259080"/>
                  </a:lnTo>
                  <a:lnTo>
                    <a:pt x="342900" y="259080"/>
                  </a:lnTo>
                  <a:lnTo>
                    <a:pt x="342900" y="225552"/>
                  </a:lnTo>
                  <a:lnTo>
                    <a:pt x="342900" y="152400"/>
                  </a:lnTo>
                  <a:close/>
                </a:path>
                <a:path extrusionOk="0" h="1010920" w="448310">
                  <a:moveTo>
                    <a:pt x="342912" y="864108"/>
                  </a:moveTo>
                  <a:lnTo>
                    <a:pt x="339763" y="819226"/>
                  </a:lnTo>
                  <a:lnTo>
                    <a:pt x="330339" y="780478"/>
                  </a:lnTo>
                  <a:lnTo>
                    <a:pt x="326148" y="771753"/>
                  </a:lnTo>
                  <a:lnTo>
                    <a:pt x="326148" y="865632"/>
                  </a:lnTo>
                  <a:lnTo>
                    <a:pt x="326097" y="867156"/>
                  </a:lnTo>
                  <a:lnTo>
                    <a:pt x="325831" y="876515"/>
                  </a:lnTo>
                  <a:lnTo>
                    <a:pt x="324815" y="888682"/>
                  </a:lnTo>
                  <a:lnTo>
                    <a:pt x="322922" y="902284"/>
                  </a:lnTo>
                  <a:lnTo>
                    <a:pt x="320052" y="917448"/>
                  </a:lnTo>
                  <a:lnTo>
                    <a:pt x="39636" y="917448"/>
                  </a:lnTo>
                  <a:lnTo>
                    <a:pt x="32562" y="878878"/>
                  </a:lnTo>
                  <a:lnTo>
                    <a:pt x="32016" y="867156"/>
                  </a:lnTo>
                  <a:lnTo>
                    <a:pt x="34556" y="839724"/>
                  </a:lnTo>
                  <a:lnTo>
                    <a:pt x="54508" y="791718"/>
                  </a:lnTo>
                  <a:lnTo>
                    <a:pt x="93040" y="755142"/>
                  </a:lnTo>
                  <a:lnTo>
                    <a:pt x="147281" y="736854"/>
                  </a:lnTo>
                  <a:lnTo>
                    <a:pt x="179844" y="734568"/>
                  </a:lnTo>
                  <a:lnTo>
                    <a:pt x="212153" y="736854"/>
                  </a:lnTo>
                  <a:lnTo>
                    <a:pt x="265353" y="755142"/>
                  </a:lnTo>
                  <a:lnTo>
                    <a:pt x="304279" y="791489"/>
                  </a:lnTo>
                  <a:lnTo>
                    <a:pt x="323811" y="838441"/>
                  </a:lnTo>
                  <a:lnTo>
                    <a:pt x="323913" y="839724"/>
                  </a:lnTo>
                  <a:lnTo>
                    <a:pt x="326148" y="865632"/>
                  </a:lnTo>
                  <a:lnTo>
                    <a:pt x="326148" y="771753"/>
                  </a:lnTo>
                  <a:lnTo>
                    <a:pt x="314617" y="747737"/>
                  </a:lnTo>
                  <a:lnTo>
                    <a:pt x="303834" y="734568"/>
                  </a:lnTo>
                  <a:lnTo>
                    <a:pt x="292620" y="720852"/>
                  </a:lnTo>
                  <a:lnTo>
                    <a:pt x="268325" y="702856"/>
                  </a:lnTo>
                  <a:lnTo>
                    <a:pt x="241185" y="689991"/>
                  </a:lnTo>
                  <a:lnTo>
                    <a:pt x="211175" y="682282"/>
                  </a:lnTo>
                  <a:lnTo>
                    <a:pt x="178320" y="679704"/>
                  </a:lnTo>
                  <a:lnTo>
                    <a:pt x="153758" y="681139"/>
                  </a:lnTo>
                  <a:lnTo>
                    <a:pt x="108661" y="692569"/>
                  </a:lnTo>
                  <a:lnTo>
                    <a:pt x="70370" y="715759"/>
                  </a:lnTo>
                  <a:lnTo>
                    <a:pt x="42316" y="746721"/>
                  </a:lnTo>
                  <a:lnTo>
                    <a:pt x="24892" y="786511"/>
                  </a:lnTo>
                  <a:lnTo>
                    <a:pt x="16370" y="841997"/>
                  </a:lnTo>
                  <a:lnTo>
                    <a:pt x="15252" y="876300"/>
                  </a:lnTo>
                  <a:lnTo>
                    <a:pt x="15252" y="1010412"/>
                  </a:lnTo>
                  <a:lnTo>
                    <a:pt x="22872" y="1010412"/>
                  </a:lnTo>
                  <a:lnTo>
                    <a:pt x="22872" y="998220"/>
                  </a:lnTo>
                  <a:lnTo>
                    <a:pt x="23698" y="989634"/>
                  </a:lnTo>
                  <a:lnTo>
                    <a:pt x="59753" y="963460"/>
                  </a:lnTo>
                  <a:lnTo>
                    <a:pt x="60540" y="963460"/>
                  </a:lnTo>
                  <a:lnTo>
                    <a:pt x="73164" y="963168"/>
                  </a:lnTo>
                  <a:lnTo>
                    <a:pt x="285000" y="963168"/>
                  </a:lnTo>
                  <a:lnTo>
                    <a:pt x="298424" y="963460"/>
                  </a:lnTo>
                  <a:lnTo>
                    <a:pt x="334429" y="988529"/>
                  </a:lnTo>
                  <a:lnTo>
                    <a:pt x="335292" y="998220"/>
                  </a:lnTo>
                  <a:lnTo>
                    <a:pt x="335292" y="1010412"/>
                  </a:lnTo>
                  <a:lnTo>
                    <a:pt x="342912" y="1010412"/>
                  </a:lnTo>
                  <a:lnTo>
                    <a:pt x="342912" y="963168"/>
                  </a:lnTo>
                  <a:lnTo>
                    <a:pt x="342912" y="917448"/>
                  </a:lnTo>
                  <a:lnTo>
                    <a:pt x="342912" y="864108"/>
                  </a:lnTo>
                  <a:close/>
                </a:path>
                <a:path extrusionOk="0" h="1010920" w="448310">
                  <a:moveTo>
                    <a:pt x="345960" y="57912"/>
                  </a:moveTo>
                  <a:lnTo>
                    <a:pt x="327190" y="17576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4812" y="13716"/>
                  </a:lnTo>
                  <a:lnTo>
                    <a:pt x="309384" y="18288"/>
                  </a:lnTo>
                  <a:lnTo>
                    <a:pt x="312432" y="22860"/>
                  </a:lnTo>
                  <a:lnTo>
                    <a:pt x="315480" y="28956"/>
                  </a:lnTo>
                  <a:lnTo>
                    <a:pt x="317004" y="33528"/>
                  </a:lnTo>
                  <a:lnTo>
                    <a:pt x="317004" y="45720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10668"/>
                  </a:lnTo>
                  <a:lnTo>
                    <a:pt x="121932" y="10668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83832" y="83820"/>
                  </a:lnTo>
                  <a:lnTo>
                    <a:pt x="118859" y="115925"/>
                  </a:lnTo>
                  <a:lnTo>
                    <a:pt x="131076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8234" y="100304"/>
                  </a:lnTo>
                  <a:lnTo>
                    <a:pt x="336816" y="86868"/>
                  </a:lnTo>
                  <a:lnTo>
                    <a:pt x="339864" y="79248"/>
                  </a:lnTo>
                  <a:lnTo>
                    <a:pt x="344436" y="73152"/>
                  </a:lnTo>
                  <a:lnTo>
                    <a:pt x="345960" y="65532"/>
                  </a:lnTo>
                  <a:lnTo>
                    <a:pt x="345960" y="57912"/>
                  </a:lnTo>
                  <a:close/>
                </a:path>
                <a:path extrusionOk="0" h="1010920" w="448310">
                  <a:moveTo>
                    <a:pt x="447954" y="411480"/>
                  </a:moveTo>
                  <a:lnTo>
                    <a:pt x="446036" y="384479"/>
                  </a:lnTo>
                  <a:lnTo>
                    <a:pt x="439864" y="358521"/>
                  </a:lnTo>
                  <a:lnTo>
                    <a:pt x="429412" y="335432"/>
                  </a:lnTo>
                  <a:lnTo>
                    <a:pt x="418858" y="321284"/>
                  </a:lnTo>
                  <a:lnTo>
                    <a:pt x="418858" y="396557"/>
                  </a:lnTo>
                  <a:lnTo>
                    <a:pt x="418287" y="411480"/>
                  </a:lnTo>
                  <a:lnTo>
                    <a:pt x="405384" y="461772"/>
                  </a:lnTo>
                  <a:lnTo>
                    <a:pt x="393357" y="475373"/>
                  </a:lnTo>
                  <a:lnTo>
                    <a:pt x="379006" y="475373"/>
                  </a:lnTo>
                  <a:lnTo>
                    <a:pt x="373380" y="473964"/>
                  </a:lnTo>
                  <a:lnTo>
                    <a:pt x="365760" y="470916"/>
                  </a:lnTo>
                  <a:lnTo>
                    <a:pt x="362889" y="469392"/>
                  </a:lnTo>
                  <a:lnTo>
                    <a:pt x="360908" y="468350"/>
                  </a:lnTo>
                  <a:lnTo>
                    <a:pt x="355473" y="465201"/>
                  </a:lnTo>
                  <a:lnTo>
                    <a:pt x="349440" y="461467"/>
                  </a:lnTo>
                  <a:lnTo>
                    <a:pt x="345236" y="458724"/>
                  </a:lnTo>
                  <a:lnTo>
                    <a:pt x="342900" y="457200"/>
                  </a:lnTo>
                  <a:lnTo>
                    <a:pt x="342976" y="456628"/>
                  </a:lnTo>
                  <a:lnTo>
                    <a:pt x="343103" y="455676"/>
                  </a:lnTo>
                  <a:lnTo>
                    <a:pt x="345147" y="439750"/>
                  </a:lnTo>
                  <a:lnTo>
                    <a:pt x="345224" y="438912"/>
                  </a:lnTo>
                  <a:lnTo>
                    <a:pt x="347091" y="419290"/>
                  </a:lnTo>
                  <a:lnTo>
                    <a:pt x="347192" y="417703"/>
                  </a:lnTo>
                  <a:lnTo>
                    <a:pt x="348475" y="395693"/>
                  </a:lnTo>
                  <a:lnTo>
                    <a:pt x="348589" y="390144"/>
                  </a:lnTo>
                  <a:lnTo>
                    <a:pt x="348653" y="386626"/>
                  </a:lnTo>
                  <a:lnTo>
                    <a:pt x="348767" y="381177"/>
                  </a:lnTo>
                  <a:lnTo>
                    <a:pt x="348881" y="374904"/>
                  </a:lnTo>
                  <a:lnTo>
                    <a:pt x="348996" y="368808"/>
                  </a:lnTo>
                  <a:lnTo>
                    <a:pt x="349123" y="367093"/>
                  </a:lnTo>
                  <a:lnTo>
                    <a:pt x="349199" y="365950"/>
                  </a:lnTo>
                  <a:lnTo>
                    <a:pt x="350164" y="351713"/>
                  </a:lnTo>
                  <a:lnTo>
                    <a:pt x="350278" y="350520"/>
                  </a:lnTo>
                  <a:lnTo>
                    <a:pt x="350393" y="349237"/>
                  </a:lnTo>
                  <a:lnTo>
                    <a:pt x="359664" y="309372"/>
                  </a:lnTo>
                  <a:lnTo>
                    <a:pt x="364236" y="304800"/>
                  </a:lnTo>
                  <a:lnTo>
                    <a:pt x="373380" y="304800"/>
                  </a:lnTo>
                  <a:lnTo>
                    <a:pt x="405384" y="326136"/>
                  </a:lnTo>
                  <a:lnTo>
                    <a:pt x="418236" y="369785"/>
                  </a:lnTo>
                  <a:lnTo>
                    <a:pt x="418350" y="372364"/>
                  </a:lnTo>
                  <a:lnTo>
                    <a:pt x="418465" y="374904"/>
                  </a:lnTo>
                  <a:lnTo>
                    <a:pt x="418490" y="375666"/>
                  </a:lnTo>
                  <a:lnTo>
                    <a:pt x="418769" y="382295"/>
                  </a:lnTo>
                  <a:lnTo>
                    <a:pt x="418858" y="396557"/>
                  </a:lnTo>
                  <a:lnTo>
                    <a:pt x="418858" y="321284"/>
                  </a:lnTo>
                  <a:lnTo>
                    <a:pt x="414528" y="315468"/>
                  </a:lnTo>
                  <a:lnTo>
                    <a:pt x="376809" y="291261"/>
                  </a:lnTo>
                  <a:lnTo>
                    <a:pt x="364236" y="289560"/>
                  </a:lnTo>
                  <a:lnTo>
                    <a:pt x="354507" y="290423"/>
                  </a:lnTo>
                  <a:lnTo>
                    <a:pt x="320040" y="319278"/>
                  </a:lnTo>
                  <a:lnTo>
                    <a:pt x="312661" y="351713"/>
                  </a:lnTo>
                  <a:lnTo>
                    <a:pt x="312610" y="352425"/>
                  </a:lnTo>
                  <a:lnTo>
                    <a:pt x="311835" y="363842"/>
                  </a:lnTo>
                  <a:lnTo>
                    <a:pt x="311721" y="367093"/>
                  </a:lnTo>
                  <a:lnTo>
                    <a:pt x="311619" y="369785"/>
                  </a:lnTo>
                  <a:lnTo>
                    <a:pt x="311531" y="372364"/>
                  </a:lnTo>
                  <a:lnTo>
                    <a:pt x="311404" y="375666"/>
                  </a:lnTo>
                  <a:lnTo>
                    <a:pt x="311162" y="382295"/>
                  </a:lnTo>
                  <a:lnTo>
                    <a:pt x="311073" y="390144"/>
                  </a:lnTo>
                  <a:lnTo>
                    <a:pt x="310997" y="396557"/>
                  </a:lnTo>
                  <a:lnTo>
                    <a:pt x="310896" y="405384"/>
                  </a:lnTo>
                  <a:lnTo>
                    <a:pt x="310794" y="406908"/>
                  </a:lnTo>
                  <a:lnTo>
                    <a:pt x="309829" y="420319"/>
                  </a:lnTo>
                  <a:lnTo>
                    <a:pt x="309372" y="427291"/>
                  </a:lnTo>
                  <a:lnTo>
                    <a:pt x="309283" y="428434"/>
                  </a:lnTo>
                  <a:lnTo>
                    <a:pt x="308762" y="434327"/>
                  </a:lnTo>
                  <a:lnTo>
                    <a:pt x="307848" y="438912"/>
                  </a:lnTo>
                  <a:lnTo>
                    <a:pt x="307848" y="446532"/>
                  </a:lnTo>
                  <a:lnTo>
                    <a:pt x="306324" y="452628"/>
                  </a:lnTo>
                  <a:lnTo>
                    <a:pt x="303276" y="454152"/>
                  </a:lnTo>
                  <a:lnTo>
                    <a:pt x="298704" y="458724"/>
                  </a:lnTo>
                  <a:lnTo>
                    <a:pt x="292608" y="458724"/>
                  </a:lnTo>
                  <a:lnTo>
                    <a:pt x="283464" y="455676"/>
                  </a:lnTo>
                  <a:lnTo>
                    <a:pt x="278892" y="452628"/>
                  </a:lnTo>
                  <a:lnTo>
                    <a:pt x="274281" y="448017"/>
                  </a:lnTo>
                  <a:lnTo>
                    <a:pt x="268224" y="440436"/>
                  </a:lnTo>
                  <a:lnTo>
                    <a:pt x="270230" y="431558"/>
                  </a:lnTo>
                  <a:lnTo>
                    <a:pt x="270306" y="431101"/>
                  </a:lnTo>
                  <a:lnTo>
                    <a:pt x="271653" y="423100"/>
                  </a:lnTo>
                  <a:lnTo>
                    <a:pt x="272516" y="414934"/>
                  </a:lnTo>
                  <a:lnTo>
                    <a:pt x="272643" y="411480"/>
                  </a:lnTo>
                  <a:lnTo>
                    <a:pt x="272796" y="406908"/>
                  </a:lnTo>
                  <a:lnTo>
                    <a:pt x="272707" y="405384"/>
                  </a:lnTo>
                  <a:lnTo>
                    <a:pt x="271614" y="388340"/>
                  </a:lnTo>
                  <a:lnTo>
                    <a:pt x="267843" y="371475"/>
                  </a:lnTo>
                  <a:lnTo>
                    <a:pt x="264020" y="362712"/>
                  </a:lnTo>
                  <a:lnTo>
                    <a:pt x="263931" y="362521"/>
                  </a:lnTo>
                  <a:lnTo>
                    <a:pt x="261226" y="356336"/>
                  </a:lnTo>
                  <a:lnTo>
                    <a:pt x="260604" y="355485"/>
                  </a:lnTo>
                  <a:lnTo>
                    <a:pt x="260604" y="405384"/>
                  </a:lnTo>
                  <a:lnTo>
                    <a:pt x="259727" y="415099"/>
                  </a:lnTo>
                  <a:lnTo>
                    <a:pt x="233934" y="444512"/>
                  </a:lnTo>
                  <a:lnTo>
                    <a:pt x="185928" y="454152"/>
                  </a:lnTo>
                  <a:lnTo>
                    <a:pt x="172199" y="453326"/>
                  </a:lnTo>
                  <a:lnTo>
                    <a:pt x="137020" y="435698"/>
                  </a:lnTo>
                  <a:lnTo>
                    <a:pt x="128993" y="419290"/>
                  </a:lnTo>
                  <a:lnTo>
                    <a:pt x="128016" y="411480"/>
                  </a:lnTo>
                  <a:lnTo>
                    <a:pt x="156210" y="372364"/>
                  </a:lnTo>
                  <a:lnTo>
                    <a:pt x="204216" y="362712"/>
                  </a:lnTo>
                  <a:lnTo>
                    <a:pt x="216789" y="363474"/>
                  </a:lnTo>
                  <a:lnTo>
                    <a:pt x="217614" y="363474"/>
                  </a:lnTo>
                  <a:lnTo>
                    <a:pt x="252895" y="381177"/>
                  </a:lnTo>
                  <a:lnTo>
                    <a:pt x="260604" y="405384"/>
                  </a:lnTo>
                  <a:lnTo>
                    <a:pt x="260604" y="355485"/>
                  </a:lnTo>
                  <a:lnTo>
                    <a:pt x="227076" y="325755"/>
                  </a:lnTo>
                  <a:lnTo>
                    <a:pt x="198120" y="320040"/>
                  </a:lnTo>
                  <a:lnTo>
                    <a:pt x="185864" y="320903"/>
                  </a:lnTo>
                  <a:lnTo>
                    <a:pt x="174307" y="323469"/>
                  </a:lnTo>
                  <a:lnTo>
                    <a:pt x="163626" y="327761"/>
                  </a:lnTo>
                  <a:lnTo>
                    <a:pt x="153924" y="333756"/>
                  </a:lnTo>
                  <a:lnTo>
                    <a:pt x="153924" y="291084"/>
                  </a:lnTo>
                  <a:lnTo>
                    <a:pt x="150876" y="288036"/>
                  </a:lnTo>
                  <a:lnTo>
                    <a:pt x="137160" y="288036"/>
                  </a:lnTo>
                  <a:lnTo>
                    <a:pt x="134112" y="291084"/>
                  </a:lnTo>
                  <a:lnTo>
                    <a:pt x="134112" y="292608"/>
                  </a:lnTo>
                  <a:lnTo>
                    <a:pt x="132588" y="297180"/>
                  </a:lnTo>
                  <a:lnTo>
                    <a:pt x="132588" y="350520"/>
                  </a:lnTo>
                  <a:lnTo>
                    <a:pt x="125476" y="362521"/>
                  </a:lnTo>
                  <a:lnTo>
                    <a:pt x="125399" y="362712"/>
                  </a:lnTo>
                  <a:lnTo>
                    <a:pt x="120205" y="375666"/>
                  </a:lnTo>
                  <a:lnTo>
                    <a:pt x="116954" y="389953"/>
                  </a:lnTo>
                  <a:lnTo>
                    <a:pt x="116941" y="390144"/>
                  </a:lnTo>
                  <a:lnTo>
                    <a:pt x="115824" y="405384"/>
                  </a:lnTo>
                  <a:lnTo>
                    <a:pt x="129971" y="455968"/>
                  </a:lnTo>
                  <a:lnTo>
                    <a:pt x="166116" y="487870"/>
                  </a:lnTo>
                  <a:lnTo>
                    <a:pt x="180695" y="492252"/>
                  </a:lnTo>
                  <a:lnTo>
                    <a:pt x="180162" y="492252"/>
                  </a:lnTo>
                  <a:lnTo>
                    <a:pt x="196596" y="493776"/>
                  </a:lnTo>
                  <a:lnTo>
                    <a:pt x="207505" y="493191"/>
                  </a:lnTo>
                  <a:lnTo>
                    <a:pt x="217551" y="491299"/>
                  </a:lnTo>
                  <a:lnTo>
                    <a:pt x="252222" y="469582"/>
                  </a:lnTo>
                  <a:lnTo>
                    <a:pt x="263652" y="452628"/>
                  </a:lnTo>
                  <a:lnTo>
                    <a:pt x="273367" y="463854"/>
                  </a:lnTo>
                  <a:lnTo>
                    <a:pt x="303276" y="489204"/>
                  </a:lnTo>
                  <a:lnTo>
                    <a:pt x="309372" y="490728"/>
                  </a:lnTo>
                  <a:lnTo>
                    <a:pt x="320040" y="490728"/>
                  </a:lnTo>
                  <a:lnTo>
                    <a:pt x="324612" y="489204"/>
                  </a:lnTo>
                  <a:lnTo>
                    <a:pt x="327660" y="486156"/>
                  </a:lnTo>
                  <a:lnTo>
                    <a:pt x="332232" y="483108"/>
                  </a:lnTo>
                  <a:lnTo>
                    <a:pt x="336804" y="477012"/>
                  </a:lnTo>
                  <a:lnTo>
                    <a:pt x="336905" y="476846"/>
                  </a:lnTo>
                  <a:lnTo>
                    <a:pt x="341376" y="469392"/>
                  </a:lnTo>
                  <a:lnTo>
                    <a:pt x="351650" y="478536"/>
                  </a:lnTo>
                  <a:lnTo>
                    <a:pt x="364744" y="489966"/>
                  </a:lnTo>
                  <a:lnTo>
                    <a:pt x="367284" y="492252"/>
                  </a:lnTo>
                  <a:lnTo>
                    <a:pt x="374738" y="497636"/>
                  </a:lnTo>
                  <a:lnTo>
                    <a:pt x="381190" y="502158"/>
                  </a:lnTo>
                  <a:lnTo>
                    <a:pt x="386791" y="505548"/>
                  </a:lnTo>
                  <a:lnTo>
                    <a:pt x="391668" y="507492"/>
                  </a:lnTo>
                  <a:lnTo>
                    <a:pt x="396240" y="509016"/>
                  </a:lnTo>
                  <a:lnTo>
                    <a:pt x="399288" y="510540"/>
                  </a:lnTo>
                  <a:lnTo>
                    <a:pt x="403860" y="510540"/>
                  </a:lnTo>
                  <a:lnTo>
                    <a:pt x="409816" y="509397"/>
                  </a:lnTo>
                  <a:lnTo>
                    <a:pt x="437134" y="475373"/>
                  </a:lnTo>
                  <a:lnTo>
                    <a:pt x="446900" y="435889"/>
                  </a:lnTo>
                  <a:lnTo>
                    <a:pt x="446976" y="434327"/>
                  </a:lnTo>
                  <a:lnTo>
                    <a:pt x="447954" y="415099"/>
                  </a:lnTo>
                  <a:lnTo>
                    <a:pt x="447954" y="4114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35" name="Google Shape;2635;p44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7054" y="7427976"/>
              <a:ext cx="232667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36" name="Google Shape;2636;p44"/>
            <p:cNvSpPr/>
            <p:nvPr/>
          </p:nvSpPr>
          <p:spPr>
            <a:xfrm>
              <a:off x="1431036" y="7301483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302918" y="35004"/>
                  </a:lnTo>
                  <a:lnTo>
                    <a:pt x="311086" y="34671"/>
                  </a:lnTo>
                  <a:lnTo>
                    <a:pt x="317253" y="33766"/>
                  </a:lnTo>
                  <a:lnTo>
                    <a:pt x="321563" y="32004"/>
                  </a:lnTo>
                  <a:lnTo>
                    <a:pt x="326136" y="30480"/>
                  </a:lnTo>
                  <a:lnTo>
                    <a:pt x="329184" y="27432"/>
                  </a:lnTo>
                  <a:lnTo>
                    <a:pt x="332232" y="22860"/>
                  </a:lnTo>
                  <a:lnTo>
                    <a:pt x="335280" y="19812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1440"/>
                  </a:lnTo>
                  <a:lnTo>
                    <a:pt x="332232" y="86868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47244" y="76200"/>
                  </a:lnTo>
                  <a:lnTo>
                    <a:pt x="35052" y="82296"/>
                  </a:lnTo>
                  <a:lnTo>
                    <a:pt x="33528" y="83820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7" name="Google Shape;2637;p44"/>
          <p:cNvGrpSpPr/>
          <p:nvPr/>
        </p:nvGrpSpPr>
        <p:grpSpPr>
          <a:xfrm>
            <a:off x="1431023" y="5618987"/>
            <a:ext cx="350520" cy="1529081"/>
            <a:chOff x="1431023" y="5618987"/>
            <a:chExt cx="350520" cy="1529081"/>
          </a:xfrm>
        </p:grpSpPr>
        <p:sp>
          <p:nvSpPr>
            <p:cNvPr id="2638" name="Google Shape;2638;p44"/>
            <p:cNvSpPr/>
            <p:nvPr/>
          </p:nvSpPr>
          <p:spPr>
            <a:xfrm>
              <a:off x="1431023" y="5794248"/>
              <a:ext cx="350520" cy="1353820"/>
            </a:xfrm>
            <a:custGeom>
              <a:rect b="b" l="l" r="r" t="t"/>
              <a:pathLst>
                <a:path extrusionOk="0" h="1353820" w="350519">
                  <a:moveTo>
                    <a:pt x="48768" y="963168"/>
                  </a:moveTo>
                  <a:lnTo>
                    <a:pt x="47244" y="957072"/>
                  </a:lnTo>
                  <a:lnTo>
                    <a:pt x="38100" y="947928"/>
                  </a:lnTo>
                  <a:lnTo>
                    <a:pt x="32004" y="944880"/>
                  </a:lnTo>
                  <a:lnTo>
                    <a:pt x="18288" y="944880"/>
                  </a:lnTo>
                  <a:lnTo>
                    <a:pt x="12192" y="947928"/>
                  </a:lnTo>
                  <a:lnTo>
                    <a:pt x="3048" y="957072"/>
                  </a:lnTo>
                  <a:lnTo>
                    <a:pt x="0" y="963168"/>
                  </a:lnTo>
                  <a:lnTo>
                    <a:pt x="0" y="976884"/>
                  </a:lnTo>
                  <a:lnTo>
                    <a:pt x="3048" y="982980"/>
                  </a:lnTo>
                  <a:lnTo>
                    <a:pt x="12192" y="992124"/>
                  </a:lnTo>
                  <a:lnTo>
                    <a:pt x="18288" y="993648"/>
                  </a:lnTo>
                  <a:lnTo>
                    <a:pt x="32004" y="993648"/>
                  </a:lnTo>
                  <a:lnTo>
                    <a:pt x="38100" y="992124"/>
                  </a:lnTo>
                  <a:lnTo>
                    <a:pt x="47244" y="982980"/>
                  </a:lnTo>
                  <a:lnTo>
                    <a:pt x="48768" y="976884"/>
                  </a:lnTo>
                  <a:lnTo>
                    <a:pt x="48768" y="963168"/>
                  </a:lnTo>
                  <a:close/>
                </a:path>
                <a:path extrusionOk="0" h="1353820" w="350519">
                  <a:moveTo>
                    <a:pt x="48768" y="198120"/>
                  </a:moveTo>
                  <a:lnTo>
                    <a:pt x="47244" y="192024"/>
                  </a:lnTo>
                  <a:lnTo>
                    <a:pt x="38100" y="182880"/>
                  </a:lnTo>
                  <a:lnTo>
                    <a:pt x="32004" y="179832"/>
                  </a:lnTo>
                  <a:lnTo>
                    <a:pt x="18288" y="179832"/>
                  </a:lnTo>
                  <a:lnTo>
                    <a:pt x="12192" y="182880"/>
                  </a:lnTo>
                  <a:lnTo>
                    <a:pt x="3048" y="192024"/>
                  </a:lnTo>
                  <a:lnTo>
                    <a:pt x="0" y="198120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8288" y="228600"/>
                  </a:lnTo>
                  <a:lnTo>
                    <a:pt x="32004" y="228600"/>
                  </a:lnTo>
                  <a:lnTo>
                    <a:pt x="38100" y="227076"/>
                  </a:lnTo>
                  <a:lnTo>
                    <a:pt x="47244" y="217932"/>
                  </a:lnTo>
                  <a:lnTo>
                    <a:pt x="48768" y="211836"/>
                  </a:lnTo>
                  <a:lnTo>
                    <a:pt x="48768" y="198120"/>
                  </a:lnTo>
                  <a:close/>
                </a:path>
                <a:path extrusionOk="0" h="1353820" w="350519">
                  <a:moveTo>
                    <a:pt x="342900" y="915924"/>
                  </a:moveTo>
                  <a:lnTo>
                    <a:pt x="335280" y="915924"/>
                  </a:lnTo>
                  <a:lnTo>
                    <a:pt x="335280" y="934212"/>
                  </a:lnTo>
                  <a:lnTo>
                    <a:pt x="332232" y="938784"/>
                  </a:lnTo>
                  <a:lnTo>
                    <a:pt x="330708" y="941832"/>
                  </a:lnTo>
                  <a:lnTo>
                    <a:pt x="326136" y="944880"/>
                  </a:lnTo>
                  <a:lnTo>
                    <a:pt x="321564" y="946404"/>
                  </a:lnTo>
                  <a:lnTo>
                    <a:pt x="317258" y="948169"/>
                  </a:lnTo>
                  <a:lnTo>
                    <a:pt x="311086" y="949071"/>
                  </a:lnTo>
                  <a:lnTo>
                    <a:pt x="302920" y="949413"/>
                  </a:lnTo>
                  <a:lnTo>
                    <a:pt x="115824" y="949413"/>
                  </a:lnTo>
                  <a:lnTo>
                    <a:pt x="115824" y="960120"/>
                  </a:lnTo>
                  <a:lnTo>
                    <a:pt x="143256" y="1024128"/>
                  </a:lnTo>
                  <a:lnTo>
                    <a:pt x="150876" y="1021080"/>
                  </a:lnTo>
                  <a:lnTo>
                    <a:pt x="149352" y="1014984"/>
                  </a:lnTo>
                  <a:lnTo>
                    <a:pt x="147828" y="1010412"/>
                  </a:lnTo>
                  <a:lnTo>
                    <a:pt x="147828" y="1002792"/>
                  </a:lnTo>
                  <a:lnTo>
                    <a:pt x="150876" y="996696"/>
                  </a:lnTo>
                  <a:lnTo>
                    <a:pt x="152400" y="995172"/>
                  </a:lnTo>
                  <a:lnTo>
                    <a:pt x="156972" y="992124"/>
                  </a:lnTo>
                  <a:lnTo>
                    <a:pt x="161544" y="992124"/>
                  </a:lnTo>
                  <a:lnTo>
                    <a:pt x="168719" y="991006"/>
                  </a:lnTo>
                  <a:lnTo>
                    <a:pt x="178879" y="990028"/>
                  </a:lnTo>
                  <a:lnTo>
                    <a:pt x="192201" y="989342"/>
                  </a:lnTo>
                  <a:lnTo>
                    <a:pt x="208788" y="989076"/>
                  </a:lnTo>
                  <a:lnTo>
                    <a:pt x="292608" y="989076"/>
                  </a:lnTo>
                  <a:lnTo>
                    <a:pt x="302069" y="989342"/>
                  </a:lnTo>
                  <a:lnTo>
                    <a:pt x="302704" y="989342"/>
                  </a:lnTo>
                  <a:lnTo>
                    <a:pt x="311086" y="990219"/>
                  </a:lnTo>
                  <a:lnTo>
                    <a:pt x="317258" y="991654"/>
                  </a:lnTo>
                  <a:lnTo>
                    <a:pt x="321564" y="993648"/>
                  </a:lnTo>
                  <a:lnTo>
                    <a:pt x="327660" y="995172"/>
                  </a:lnTo>
                  <a:lnTo>
                    <a:pt x="330708" y="998220"/>
                  </a:lnTo>
                  <a:lnTo>
                    <a:pt x="332232" y="1001268"/>
                  </a:lnTo>
                  <a:lnTo>
                    <a:pt x="335280" y="1005840"/>
                  </a:lnTo>
                  <a:lnTo>
                    <a:pt x="335280" y="1022604"/>
                  </a:lnTo>
                  <a:lnTo>
                    <a:pt x="342900" y="1022604"/>
                  </a:lnTo>
                  <a:lnTo>
                    <a:pt x="342900" y="989076"/>
                  </a:lnTo>
                  <a:lnTo>
                    <a:pt x="342900" y="915924"/>
                  </a:lnTo>
                  <a:close/>
                </a:path>
                <a:path extrusionOk="0" h="1353820" w="350519">
                  <a:moveTo>
                    <a:pt x="342900" y="784860"/>
                  </a:moveTo>
                  <a:lnTo>
                    <a:pt x="335280" y="784860"/>
                  </a:lnTo>
                  <a:lnTo>
                    <a:pt x="335280" y="794004"/>
                  </a:lnTo>
                  <a:lnTo>
                    <a:pt x="333756" y="803148"/>
                  </a:lnTo>
                  <a:lnTo>
                    <a:pt x="330708" y="807720"/>
                  </a:lnTo>
                  <a:lnTo>
                    <a:pt x="327660" y="813816"/>
                  </a:lnTo>
                  <a:lnTo>
                    <a:pt x="324612" y="816864"/>
                  </a:lnTo>
                  <a:lnTo>
                    <a:pt x="292608" y="824484"/>
                  </a:lnTo>
                  <a:lnTo>
                    <a:pt x="185928" y="824484"/>
                  </a:lnTo>
                  <a:lnTo>
                    <a:pt x="152400" y="798576"/>
                  </a:lnTo>
                  <a:lnTo>
                    <a:pt x="150876" y="795528"/>
                  </a:lnTo>
                  <a:lnTo>
                    <a:pt x="150876" y="787908"/>
                  </a:lnTo>
                  <a:lnTo>
                    <a:pt x="153924" y="783336"/>
                  </a:lnTo>
                  <a:lnTo>
                    <a:pt x="158496" y="775716"/>
                  </a:lnTo>
                  <a:lnTo>
                    <a:pt x="163068" y="769620"/>
                  </a:lnTo>
                  <a:lnTo>
                    <a:pt x="164592" y="762000"/>
                  </a:lnTo>
                  <a:lnTo>
                    <a:pt x="164592" y="751332"/>
                  </a:lnTo>
                  <a:lnTo>
                    <a:pt x="163068" y="746760"/>
                  </a:lnTo>
                  <a:lnTo>
                    <a:pt x="153924" y="737616"/>
                  </a:lnTo>
                  <a:lnTo>
                    <a:pt x="149352" y="736092"/>
                  </a:lnTo>
                  <a:lnTo>
                    <a:pt x="135636" y="736092"/>
                  </a:lnTo>
                  <a:lnTo>
                    <a:pt x="129540" y="739140"/>
                  </a:lnTo>
                  <a:lnTo>
                    <a:pt x="124968" y="745236"/>
                  </a:lnTo>
                  <a:lnTo>
                    <a:pt x="118872" y="749808"/>
                  </a:lnTo>
                  <a:lnTo>
                    <a:pt x="115824" y="757428"/>
                  </a:lnTo>
                  <a:lnTo>
                    <a:pt x="115824" y="766572"/>
                  </a:lnTo>
                  <a:lnTo>
                    <a:pt x="118973" y="781418"/>
                  </a:lnTo>
                  <a:lnTo>
                    <a:pt x="128397" y="796099"/>
                  </a:lnTo>
                  <a:lnTo>
                    <a:pt x="144119" y="810514"/>
                  </a:lnTo>
                  <a:lnTo>
                    <a:pt x="166116" y="824484"/>
                  </a:lnTo>
                  <a:lnTo>
                    <a:pt x="115824" y="824484"/>
                  </a:lnTo>
                  <a:lnTo>
                    <a:pt x="115824" y="833628"/>
                  </a:lnTo>
                  <a:lnTo>
                    <a:pt x="143256" y="899160"/>
                  </a:lnTo>
                  <a:lnTo>
                    <a:pt x="150876" y="896112"/>
                  </a:lnTo>
                  <a:lnTo>
                    <a:pt x="149352" y="890016"/>
                  </a:lnTo>
                  <a:lnTo>
                    <a:pt x="147828" y="885444"/>
                  </a:lnTo>
                  <a:lnTo>
                    <a:pt x="147828" y="876300"/>
                  </a:lnTo>
                  <a:lnTo>
                    <a:pt x="150876" y="870204"/>
                  </a:lnTo>
                  <a:lnTo>
                    <a:pt x="153924" y="868680"/>
                  </a:lnTo>
                  <a:lnTo>
                    <a:pt x="156972" y="865632"/>
                  </a:lnTo>
                  <a:lnTo>
                    <a:pt x="161544" y="865632"/>
                  </a:lnTo>
                  <a:lnTo>
                    <a:pt x="167855" y="864755"/>
                  </a:lnTo>
                  <a:lnTo>
                    <a:pt x="177736" y="864298"/>
                  </a:lnTo>
                  <a:lnTo>
                    <a:pt x="208788" y="864108"/>
                  </a:lnTo>
                  <a:lnTo>
                    <a:pt x="315468" y="864108"/>
                  </a:lnTo>
                  <a:lnTo>
                    <a:pt x="316992" y="865632"/>
                  </a:lnTo>
                  <a:lnTo>
                    <a:pt x="323088" y="867156"/>
                  </a:lnTo>
                  <a:lnTo>
                    <a:pt x="335280" y="899160"/>
                  </a:lnTo>
                  <a:lnTo>
                    <a:pt x="342900" y="899160"/>
                  </a:lnTo>
                  <a:lnTo>
                    <a:pt x="342900" y="784860"/>
                  </a:lnTo>
                  <a:close/>
                </a:path>
                <a:path extrusionOk="0" h="1353820" w="350519">
                  <a:moveTo>
                    <a:pt x="342900" y="150876"/>
                  </a:moveTo>
                  <a:lnTo>
                    <a:pt x="335280" y="150876"/>
                  </a:lnTo>
                  <a:lnTo>
                    <a:pt x="335280" y="169164"/>
                  </a:lnTo>
                  <a:lnTo>
                    <a:pt x="332232" y="173736"/>
                  </a:lnTo>
                  <a:lnTo>
                    <a:pt x="330708" y="176784"/>
                  </a:lnTo>
                  <a:lnTo>
                    <a:pt x="326136" y="179832"/>
                  </a:lnTo>
                  <a:lnTo>
                    <a:pt x="321564" y="181356"/>
                  </a:lnTo>
                  <a:lnTo>
                    <a:pt x="317258" y="183121"/>
                  </a:lnTo>
                  <a:lnTo>
                    <a:pt x="311086" y="184023"/>
                  </a:lnTo>
                  <a:lnTo>
                    <a:pt x="302920" y="184365"/>
                  </a:lnTo>
                  <a:lnTo>
                    <a:pt x="115824" y="184365"/>
                  </a:lnTo>
                  <a:lnTo>
                    <a:pt x="115824" y="195072"/>
                  </a:lnTo>
                  <a:lnTo>
                    <a:pt x="143256" y="259080"/>
                  </a:lnTo>
                  <a:lnTo>
                    <a:pt x="150876" y="256032"/>
                  </a:lnTo>
                  <a:lnTo>
                    <a:pt x="149352" y="249936"/>
                  </a:lnTo>
                  <a:lnTo>
                    <a:pt x="147828" y="245364"/>
                  </a:lnTo>
                  <a:lnTo>
                    <a:pt x="147828" y="237744"/>
                  </a:lnTo>
                  <a:lnTo>
                    <a:pt x="150876" y="231648"/>
                  </a:lnTo>
                  <a:lnTo>
                    <a:pt x="152400" y="230124"/>
                  </a:lnTo>
                  <a:lnTo>
                    <a:pt x="156972" y="227076"/>
                  </a:lnTo>
                  <a:lnTo>
                    <a:pt x="161544" y="227076"/>
                  </a:lnTo>
                  <a:lnTo>
                    <a:pt x="168719" y="225958"/>
                  </a:lnTo>
                  <a:lnTo>
                    <a:pt x="178879" y="224980"/>
                  </a:lnTo>
                  <a:lnTo>
                    <a:pt x="192201" y="224294"/>
                  </a:lnTo>
                  <a:lnTo>
                    <a:pt x="208788" y="224028"/>
                  </a:lnTo>
                  <a:lnTo>
                    <a:pt x="292608" y="224028"/>
                  </a:lnTo>
                  <a:lnTo>
                    <a:pt x="302069" y="224294"/>
                  </a:lnTo>
                  <a:lnTo>
                    <a:pt x="302704" y="224294"/>
                  </a:lnTo>
                  <a:lnTo>
                    <a:pt x="311086" y="225171"/>
                  </a:lnTo>
                  <a:lnTo>
                    <a:pt x="317258" y="226606"/>
                  </a:lnTo>
                  <a:lnTo>
                    <a:pt x="321564" y="228600"/>
                  </a:lnTo>
                  <a:lnTo>
                    <a:pt x="327660" y="230124"/>
                  </a:lnTo>
                  <a:lnTo>
                    <a:pt x="330708" y="233172"/>
                  </a:lnTo>
                  <a:lnTo>
                    <a:pt x="332232" y="236220"/>
                  </a:lnTo>
                  <a:lnTo>
                    <a:pt x="335280" y="240792"/>
                  </a:lnTo>
                  <a:lnTo>
                    <a:pt x="335280" y="257556"/>
                  </a:lnTo>
                  <a:lnTo>
                    <a:pt x="342900" y="257556"/>
                  </a:lnTo>
                  <a:lnTo>
                    <a:pt x="342900" y="224028"/>
                  </a:lnTo>
                  <a:lnTo>
                    <a:pt x="342900" y="150876"/>
                  </a:lnTo>
                  <a:close/>
                </a:path>
                <a:path extrusionOk="0" h="1353820" w="350519">
                  <a:moveTo>
                    <a:pt x="345960" y="56388"/>
                  </a:moveTo>
                  <a:lnTo>
                    <a:pt x="327190" y="16725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4812" y="13716"/>
                  </a:lnTo>
                  <a:lnTo>
                    <a:pt x="309384" y="16764"/>
                  </a:lnTo>
                  <a:lnTo>
                    <a:pt x="312432" y="21336"/>
                  </a:lnTo>
                  <a:lnTo>
                    <a:pt x="315480" y="27432"/>
                  </a:lnTo>
                  <a:lnTo>
                    <a:pt x="317004" y="32004"/>
                  </a:lnTo>
                  <a:lnTo>
                    <a:pt x="317004" y="44196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9144"/>
                  </a:lnTo>
                  <a:lnTo>
                    <a:pt x="121932" y="9144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83832" y="82296"/>
                  </a:lnTo>
                  <a:lnTo>
                    <a:pt x="118859" y="115062"/>
                  </a:lnTo>
                  <a:lnTo>
                    <a:pt x="131076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8234" y="100279"/>
                  </a:lnTo>
                  <a:lnTo>
                    <a:pt x="308241" y="99250"/>
                  </a:lnTo>
                  <a:lnTo>
                    <a:pt x="316522" y="97370"/>
                  </a:lnTo>
                  <a:lnTo>
                    <a:pt x="323100" y="94488"/>
                  </a:lnTo>
                  <a:lnTo>
                    <a:pt x="330720" y="91440"/>
                  </a:lnTo>
                  <a:lnTo>
                    <a:pt x="336816" y="85344"/>
                  </a:lnTo>
                  <a:lnTo>
                    <a:pt x="339864" y="79248"/>
                  </a:lnTo>
                  <a:lnTo>
                    <a:pt x="344436" y="71628"/>
                  </a:lnTo>
                  <a:lnTo>
                    <a:pt x="345960" y="64008"/>
                  </a:lnTo>
                  <a:lnTo>
                    <a:pt x="345960" y="56388"/>
                  </a:lnTo>
                  <a:close/>
                </a:path>
                <a:path extrusionOk="0" h="1353820" w="350519">
                  <a:moveTo>
                    <a:pt x="348996" y="629412"/>
                  </a:moveTo>
                  <a:lnTo>
                    <a:pt x="336143" y="584631"/>
                  </a:lnTo>
                  <a:lnTo>
                    <a:pt x="298513" y="549973"/>
                  </a:lnTo>
                  <a:lnTo>
                    <a:pt x="260604" y="536448"/>
                  </a:lnTo>
                  <a:lnTo>
                    <a:pt x="256032" y="542544"/>
                  </a:lnTo>
                  <a:lnTo>
                    <a:pt x="269748" y="548525"/>
                  </a:lnTo>
                  <a:lnTo>
                    <a:pt x="281178" y="554926"/>
                  </a:lnTo>
                  <a:lnTo>
                    <a:pt x="307467" y="588645"/>
                  </a:lnTo>
                  <a:lnTo>
                    <a:pt x="310896" y="611124"/>
                  </a:lnTo>
                  <a:lnTo>
                    <a:pt x="309168" y="627176"/>
                  </a:lnTo>
                  <a:lnTo>
                    <a:pt x="281940" y="664464"/>
                  </a:lnTo>
                  <a:lnTo>
                    <a:pt x="230720" y="683120"/>
                  </a:lnTo>
                  <a:lnTo>
                    <a:pt x="211836" y="684276"/>
                  </a:lnTo>
                  <a:lnTo>
                    <a:pt x="193294" y="683120"/>
                  </a:lnTo>
                  <a:lnTo>
                    <a:pt x="149352" y="664464"/>
                  </a:lnTo>
                  <a:lnTo>
                    <a:pt x="131064" y="624840"/>
                  </a:lnTo>
                  <a:lnTo>
                    <a:pt x="131064" y="615696"/>
                  </a:lnTo>
                  <a:lnTo>
                    <a:pt x="161544" y="591312"/>
                  </a:lnTo>
                  <a:lnTo>
                    <a:pt x="170688" y="591312"/>
                  </a:lnTo>
                  <a:lnTo>
                    <a:pt x="176784" y="588264"/>
                  </a:lnTo>
                  <a:lnTo>
                    <a:pt x="179832" y="585216"/>
                  </a:lnTo>
                  <a:lnTo>
                    <a:pt x="185928" y="582168"/>
                  </a:lnTo>
                  <a:lnTo>
                    <a:pt x="188976" y="574548"/>
                  </a:lnTo>
                  <a:lnTo>
                    <a:pt x="188976" y="557784"/>
                  </a:lnTo>
                  <a:lnTo>
                    <a:pt x="187452" y="551688"/>
                  </a:lnTo>
                  <a:lnTo>
                    <a:pt x="179832" y="544068"/>
                  </a:lnTo>
                  <a:lnTo>
                    <a:pt x="175260" y="542544"/>
                  </a:lnTo>
                  <a:lnTo>
                    <a:pt x="169164" y="542544"/>
                  </a:lnTo>
                  <a:lnTo>
                    <a:pt x="134112" y="563880"/>
                  </a:lnTo>
                  <a:lnTo>
                    <a:pt x="116967" y="601814"/>
                  </a:lnTo>
                  <a:lnTo>
                    <a:pt x="115824" y="617220"/>
                  </a:lnTo>
                  <a:lnTo>
                    <a:pt x="118071" y="638327"/>
                  </a:lnTo>
                  <a:lnTo>
                    <a:pt x="135115" y="675944"/>
                  </a:lnTo>
                  <a:lnTo>
                    <a:pt x="166522" y="705904"/>
                  </a:lnTo>
                  <a:lnTo>
                    <a:pt x="208292" y="721906"/>
                  </a:lnTo>
                  <a:lnTo>
                    <a:pt x="233172" y="723900"/>
                  </a:lnTo>
                  <a:lnTo>
                    <a:pt x="258305" y="722172"/>
                  </a:lnTo>
                  <a:lnTo>
                    <a:pt x="301117" y="707834"/>
                  </a:lnTo>
                  <a:lnTo>
                    <a:pt x="332282" y="680643"/>
                  </a:lnTo>
                  <a:lnTo>
                    <a:pt x="347243" y="648017"/>
                  </a:lnTo>
                  <a:lnTo>
                    <a:pt x="348996" y="629412"/>
                  </a:lnTo>
                  <a:close/>
                </a:path>
                <a:path extrusionOk="0" h="1353820" w="350519">
                  <a:moveTo>
                    <a:pt x="348996" y="342900"/>
                  </a:moveTo>
                  <a:lnTo>
                    <a:pt x="321564" y="278892"/>
                  </a:lnTo>
                  <a:lnTo>
                    <a:pt x="313944" y="281940"/>
                  </a:lnTo>
                  <a:lnTo>
                    <a:pt x="316992" y="288036"/>
                  </a:lnTo>
                  <a:lnTo>
                    <a:pt x="318516" y="294132"/>
                  </a:lnTo>
                  <a:lnTo>
                    <a:pt x="318516" y="301752"/>
                  </a:lnTo>
                  <a:lnTo>
                    <a:pt x="315468" y="307848"/>
                  </a:lnTo>
                  <a:lnTo>
                    <a:pt x="256032" y="313944"/>
                  </a:lnTo>
                  <a:lnTo>
                    <a:pt x="121920" y="313944"/>
                  </a:lnTo>
                  <a:lnTo>
                    <a:pt x="121920" y="388620"/>
                  </a:lnTo>
                  <a:lnTo>
                    <a:pt x="129540" y="388620"/>
                  </a:lnTo>
                  <a:lnTo>
                    <a:pt x="130733" y="379196"/>
                  </a:lnTo>
                  <a:lnTo>
                    <a:pt x="132207" y="371475"/>
                  </a:lnTo>
                  <a:lnTo>
                    <a:pt x="164592" y="353568"/>
                  </a:lnTo>
                  <a:lnTo>
                    <a:pt x="289560" y="353568"/>
                  </a:lnTo>
                  <a:lnTo>
                    <a:pt x="313944" y="385572"/>
                  </a:lnTo>
                  <a:lnTo>
                    <a:pt x="320040" y="402336"/>
                  </a:lnTo>
                  <a:lnTo>
                    <a:pt x="320040" y="408432"/>
                  </a:lnTo>
                  <a:lnTo>
                    <a:pt x="296037" y="442531"/>
                  </a:lnTo>
                  <a:lnTo>
                    <a:pt x="269748" y="445008"/>
                  </a:lnTo>
                  <a:lnTo>
                    <a:pt x="121920" y="445008"/>
                  </a:lnTo>
                  <a:lnTo>
                    <a:pt x="121920" y="519684"/>
                  </a:lnTo>
                  <a:lnTo>
                    <a:pt x="129540" y="519684"/>
                  </a:lnTo>
                  <a:lnTo>
                    <a:pt x="129540" y="509016"/>
                  </a:lnTo>
                  <a:lnTo>
                    <a:pt x="131064" y="501396"/>
                  </a:lnTo>
                  <a:lnTo>
                    <a:pt x="153924" y="484632"/>
                  </a:lnTo>
                  <a:lnTo>
                    <a:pt x="263652" y="484632"/>
                  </a:lnTo>
                  <a:lnTo>
                    <a:pt x="278536" y="484352"/>
                  </a:lnTo>
                  <a:lnTo>
                    <a:pt x="319468" y="476973"/>
                  </a:lnTo>
                  <a:lnTo>
                    <a:pt x="346519" y="446532"/>
                  </a:lnTo>
                  <a:lnTo>
                    <a:pt x="348996" y="428244"/>
                  </a:lnTo>
                  <a:lnTo>
                    <a:pt x="348665" y="420268"/>
                  </a:lnTo>
                  <a:lnTo>
                    <a:pt x="328041" y="379095"/>
                  </a:lnTo>
                  <a:lnTo>
                    <a:pt x="303276" y="353568"/>
                  </a:lnTo>
                  <a:lnTo>
                    <a:pt x="348996" y="353568"/>
                  </a:lnTo>
                  <a:lnTo>
                    <a:pt x="348996" y="342900"/>
                  </a:lnTo>
                  <a:close/>
                </a:path>
                <a:path extrusionOk="0" h="1353820" w="350519">
                  <a:moveTo>
                    <a:pt x="350520" y="1194816"/>
                  </a:moveTo>
                  <a:lnTo>
                    <a:pt x="345757" y="1152525"/>
                  </a:lnTo>
                  <a:lnTo>
                    <a:pt x="330708" y="1117092"/>
                  </a:lnTo>
                  <a:lnTo>
                    <a:pt x="304228" y="1086421"/>
                  </a:lnTo>
                  <a:lnTo>
                    <a:pt x="265176" y="1059180"/>
                  </a:lnTo>
                  <a:lnTo>
                    <a:pt x="262128" y="1066800"/>
                  </a:lnTo>
                  <a:lnTo>
                    <a:pt x="280987" y="1081354"/>
                  </a:lnTo>
                  <a:lnTo>
                    <a:pt x="296418" y="1095184"/>
                  </a:lnTo>
                  <a:lnTo>
                    <a:pt x="322122" y="1133030"/>
                  </a:lnTo>
                  <a:lnTo>
                    <a:pt x="329184" y="1176528"/>
                  </a:lnTo>
                  <a:lnTo>
                    <a:pt x="328282" y="1194485"/>
                  </a:lnTo>
                  <a:lnTo>
                    <a:pt x="312420" y="1242060"/>
                  </a:lnTo>
                  <a:lnTo>
                    <a:pt x="277279" y="1276997"/>
                  </a:lnTo>
                  <a:lnTo>
                    <a:pt x="226695" y="1295019"/>
                  </a:lnTo>
                  <a:lnTo>
                    <a:pt x="184404" y="1298448"/>
                  </a:lnTo>
                  <a:lnTo>
                    <a:pt x="159004" y="1297597"/>
                  </a:lnTo>
                  <a:lnTo>
                    <a:pt x="113906" y="1290739"/>
                  </a:lnTo>
                  <a:lnTo>
                    <a:pt x="77584" y="1276159"/>
                  </a:lnTo>
                  <a:lnTo>
                    <a:pt x="41148" y="1243584"/>
                  </a:lnTo>
                  <a:lnTo>
                    <a:pt x="25514" y="1201153"/>
                  </a:lnTo>
                  <a:lnTo>
                    <a:pt x="24384" y="1185672"/>
                  </a:lnTo>
                  <a:lnTo>
                    <a:pt x="25819" y="1166837"/>
                  </a:lnTo>
                  <a:lnTo>
                    <a:pt x="47244" y="1118616"/>
                  </a:lnTo>
                  <a:lnTo>
                    <a:pt x="76962" y="1094422"/>
                  </a:lnTo>
                  <a:lnTo>
                    <a:pt x="120396" y="1075944"/>
                  </a:lnTo>
                  <a:lnTo>
                    <a:pt x="120396" y="1068324"/>
                  </a:lnTo>
                  <a:lnTo>
                    <a:pt x="7620" y="1075944"/>
                  </a:lnTo>
                  <a:lnTo>
                    <a:pt x="7620" y="1083564"/>
                  </a:lnTo>
                  <a:lnTo>
                    <a:pt x="16764" y="1086612"/>
                  </a:lnTo>
                  <a:lnTo>
                    <a:pt x="22860" y="1089660"/>
                  </a:lnTo>
                  <a:lnTo>
                    <a:pt x="28956" y="1095756"/>
                  </a:lnTo>
                  <a:lnTo>
                    <a:pt x="30480" y="1100328"/>
                  </a:lnTo>
                  <a:lnTo>
                    <a:pt x="30480" y="1107948"/>
                  </a:lnTo>
                  <a:lnTo>
                    <a:pt x="28956" y="1112520"/>
                  </a:lnTo>
                  <a:lnTo>
                    <a:pt x="25908" y="1118616"/>
                  </a:lnTo>
                  <a:lnTo>
                    <a:pt x="17907" y="1135786"/>
                  </a:lnTo>
                  <a:lnTo>
                    <a:pt x="12192" y="1153096"/>
                  </a:lnTo>
                  <a:lnTo>
                    <a:pt x="8763" y="1170698"/>
                  </a:lnTo>
                  <a:lnTo>
                    <a:pt x="7620" y="1188720"/>
                  </a:lnTo>
                  <a:lnTo>
                    <a:pt x="9055" y="1211033"/>
                  </a:lnTo>
                  <a:lnTo>
                    <a:pt x="20485" y="1252804"/>
                  </a:lnTo>
                  <a:lnTo>
                    <a:pt x="43053" y="1290193"/>
                  </a:lnTo>
                  <a:lnTo>
                    <a:pt x="75057" y="1320342"/>
                  </a:lnTo>
                  <a:lnTo>
                    <a:pt x="115620" y="1341742"/>
                  </a:lnTo>
                  <a:lnTo>
                    <a:pt x="160718" y="1352130"/>
                  </a:lnTo>
                  <a:lnTo>
                    <a:pt x="184404" y="1353312"/>
                  </a:lnTo>
                  <a:lnTo>
                    <a:pt x="214147" y="1351318"/>
                  </a:lnTo>
                  <a:lnTo>
                    <a:pt x="267347" y="1335316"/>
                  </a:lnTo>
                  <a:lnTo>
                    <a:pt x="317093" y="1296403"/>
                  </a:lnTo>
                  <a:lnTo>
                    <a:pt x="346811" y="1233449"/>
                  </a:lnTo>
                  <a:lnTo>
                    <a:pt x="350520" y="119481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39" name="Google Shape;2639;p4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5618987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640" name="Google Shape;2640;p44"/>
          <p:cNvSpPr/>
          <p:nvPr/>
        </p:nvSpPr>
        <p:spPr>
          <a:xfrm>
            <a:off x="1546860" y="5381244"/>
            <a:ext cx="233679" cy="53340"/>
          </a:xfrm>
          <a:custGeom>
            <a:rect b="b" l="l" r="r" t="t"/>
            <a:pathLst>
              <a:path extrusionOk="0" h="53339" w="233680">
                <a:moveTo>
                  <a:pt x="35052" y="53340"/>
                </a:moveTo>
                <a:lnTo>
                  <a:pt x="19812" y="53340"/>
                </a:lnTo>
                <a:lnTo>
                  <a:pt x="13716" y="50292"/>
                </a:lnTo>
                <a:lnTo>
                  <a:pt x="3048" y="39624"/>
                </a:lnTo>
                <a:lnTo>
                  <a:pt x="0" y="33528"/>
                </a:lnTo>
                <a:lnTo>
                  <a:pt x="0" y="18288"/>
                </a:lnTo>
                <a:lnTo>
                  <a:pt x="3048" y="12192"/>
                </a:lnTo>
                <a:lnTo>
                  <a:pt x="9144" y="7620"/>
                </a:lnTo>
                <a:lnTo>
                  <a:pt x="13716" y="1524"/>
                </a:lnTo>
                <a:lnTo>
                  <a:pt x="19812" y="0"/>
                </a:lnTo>
                <a:lnTo>
                  <a:pt x="35052" y="0"/>
                </a:lnTo>
                <a:lnTo>
                  <a:pt x="41148" y="1524"/>
                </a:lnTo>
                <a:lnTo>
                  <a:pt x="45720" y="7620"/>
                </a:lnTo>
                <a:lnTo>
                  <a:pt x="51816" y="12192"/>
                </a:lnTo>
                <a:lnTo>
                  <a:pt x="53340" y="18288"/>
                </a:lnTo>
                <a:lnTo>
                  <a:pt x="53340" y="33528"/>
                </a:lnTo>
                <a:lnTo>
                  <a:pt x="51816" y="39624"/>
                </a:lnTo>
                <a:lnTo>
                  <a:pt x="41148" y="50292"/>
                </a:lnTo>
                <a:lnTo>
                  <a:pt x="35052" y="53340"/>
                </a:lnTo>
                <a:close/>
              </a:path>
              <a:path extrusionOk="0" h="53339" w="233680">
                <a:moveTo>
                  <a:pt x="214884" y="53340"/>
                </a:moveTo>
                <a:lnTo>
                  <a:pt x="199644" y="53340"/>
                </a:lnTo>
                <a:lnTo>
                  <a:pt x="193548" y="50292"/>
                </a:lnTo>
                <a:lnTo>
                  <a:pt x="182880" y="39624"/>
                </a:lnTo>
                <a:lnTo>
                  <a:pt x="179832" y="33528"/>
                </a:lnTo>
                <a:lnTo>
                  <a:pt x="179832" y="18288"/>
                </a:lnTo>
                <a:lnTo>
                  <a:pt x="182880" y="12192"/>
                </a:lnTo>
                <a:lnTo>
                  <a:pt x="188975" y="7620"/>
                </a:lnTo>
                <a:lnTo>
                  <a:pt x="193548" y="1524"/>
                </a:lnTo>
                <a:lnTo>
                  <a:pt x="199644" y="0"/>
                </a:lnTo>
                <a:lnTo>
                  <a:pt x="214884" y="0"/>
                </a:lnTo>
                <a:lnTo>
                  <a:pt x="220980" y="1524"/>
                </a:lnTo>
                <a:lnTo>
                  <a:pt x="225551" y="7620"/>
                </a:lnTo>
                <a:lnTo>
                  <a:pt x="231648" y="12192"/>
                </a:lnTo>
                <a:lnTo>
                  <a:pt x="233172" y="18288"/>
                </a:lnTo>
                <a:lnTo>
                  <a:pt x="233172" y="33528"/>
                </a:lnTo>
                <a:lnTo>
                  <a:pt x="231648" y="39624"/>
                </a:lnTo>
                <a:lnTo>
                  <a:pt x="220980" y="50292"/>
                </a:lnTo>
                <a:lnTo>
                  <a:pt x="214884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41" name="Google Shape;2641;p44"/>
          <p:cNvGrpSpPr/>
          <p:nvPr/>
        </p:nvGrpSpPr>
        <p:grpSpPr>
          <a:xfrm>
            <a:off x="1431023" y="4079747"/>
            <a:ext cx="448309" cy="1128015"/>
            <a:chOff x="1431023" y="4079747"/>
            <a:chExt cx="448309" cy="1128015"/>
          </a:xfrm>
        </p:grpSpPr>
        <p:sp>
          <p:nvSpPr>
            <p:cNvPr id="2642" name="Google Shape;2642;p44"/>
            <p:cNvSpPr/>
            <p:nvPr/>
          </p:nvSpPr>
          <p:spPr>
            <a:xfrm>
              <a:off x="1446275" y="4927092"/>
              <a:ext cx="327660" cy="280670"/>
            </a:xfrm>
            <a:custGeom>
              <a:rect b="b" l="l" r="r" t="t"/>
              <a:pathLst>
                <a:path extrusionOk="0" h="280670" w="327660">
                  <a:moveTo>
                    <a:pt x="327660" y="280415"/>
                  </a:moveTo>
                  <a:lnTo>
                    <a:pt x="320040" y="280415"/>
                  </a:lnTo>
                  <a:lnTo>
                    <a:pt x="320040" y="268223"/>
                  </a:lnTo>
                  <a:lnTo>
                    <a:pt x="319182" y="258532"/>
                  </a:lnTo>
                  <a:lnTo>
                    <a:pt x="283178" y="233457"/>
                  </a:lnTo>
                  <a:lnTo>
                    <a:pt x="269748" y="233172"/>
                  </a:lnTo>
                  <a:lnTo>
                    <a:pt x="57912" y="233172"/>
                  </a:lnTo>
                  <a:lnTo>
                    <a:pt x="19812" y="239267"/>
                  </a:lnTo>
                  <a:lnTo>
                    <a:pt x="7620" y="268223"/>
                  </a:lnTo>
                  <a:lnTo>
                    <a:pt x="7620" y="280415"/>
                  </a:lnTo>
                  <a:lnTo>
                    <a:pt x="0" y="280415"/>
                  </a:lnTo>
                  <a:lnTo>
                    <a:pt x="0" y="134111"/>
                  </a:lnTo>
                  <a:lnTo>
                    <a:pt x="7620" y="134111"/>
                  </a:lnTo>
                  <a:lnTo>
                    <a:pt x="7929" y="145803"/>
                  </a:lnTo>
                  <a:lnTo>
                    <a:pt x="8953" y="155638"/>
                  </a:lnTo>
                  <a:lnTo>
                    <a:pt x="10834" y="163472"/>
                  </a:lnTo>
                  <a:lnTo>
                    <a:pt x="13716" y="169163"/>
                  </a:lnTo>
                  <a:lnTo>
                    <a:pt x="16764" y="176783"/>
                  </a:lnTo>
                  <a:lnTo>
                    <a:pt x="62483" y="187451"/>
                  </a:lnTo>
                  <a:lnTo>
                    <a:pt x="269748" y="187451"/>
                  </a:lnTo>
                  <a:lnTo>
                    <a:pt x="305681" y="170378"/>
                  </a:lnTo>
                  <a:lnTo>
                    <a:pt x="306324" y="112775"/>
                  </a:lnTo>
                  <a:lnTo>
                    <a:pt x="306038" y="95678"/>
                  </a:lnTo>
                  <a:lnTo>
                    <a:pt x="298013" y="53220"/>
                  </a:lnTo>
                  <a:lnTo>
                    <a:pt x="263652" y="19811"/>
                  </a:lnTo>
                  <a:lnTo>
                    <a:pt x="236220" y="7619"/>
                  </a:lnTo>
                  <a:lnTo>
                    <a:pt x="239268" y="0"/>
                  </a:lnTo>
                  <a:lnTo>
                    <a:pt x="327660" y="27431"/>
                  </a:lnTo>
                  <a:lnTo>
                    <a:pt x="327660" y="2804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43" name="Google Shape;2643;p44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4684776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44" name="Google Shape;2644;p44"/>
            <p:cNvSpPr/>
            <p:nvPr/>
          </p:nvSpPr>
          <p:spPr>
            <a:xfrm>
              <a:off x="1431023" y="4296156"/>
              <a:ext cx="448309" cy="358140"/>
            </a:xfrm>
            <a:custGeom>
              <a:rect b="b" l="l" r="r" t="t"/>
              <a:pathLst>
                <a:path extrusionOk="0" h="358139" w="448310">
                  <a:moveTo>
                    <a:pt x="48768" y="47244"/>
                  </a:moveTo>
                  <a:lnTo>
                    <a:pt x="47244" y="41148"/>
                  </a:lnTo>
                  <a:lnTo>
                    <a:pt x="38100" y="32004"/>
                  </a:lnTo>
                  <a:lnTo>
                    <a:pt x="32004" y="28956"/>
                  </a:lnTo>
                  <a:lnTo>
                    <a:pt x="18288" y="28956"/>
                  </a:lnTo>
                  <a:lnTo>
                    <a:pt x="12192" y="32004"/>
                  </a:lnTo>
                  <a:lnTo>
                    <a:pt x="3048" y="41148"/>
                  </a:lnTo>
                  <a:lnTo>
                    <a:pt x="0" y="47244"/>
                  </a:lnTo>
                  <a:lnTo>
                    <a:pt x="0" y="60960"/>
                  </a:lnTo>
                  <a:lnTo>
                    <a:pt x="3048" y="67056"/>
                  </a:lnTo>
                  <a:lnTo>
                    <a:pt x="12192" y="76200"/>
                  </a:lnTo>
                  <a:lnTo>
                    <a:pt x="18288" y="77724"/>
                  </a:lnTo>
                  <a:lnTo>
                    <a:pt x="32004" y="77724"/>
                  </a:lnTo>
                  <a:lnTo>
                    <a:pt x="38100" y="76200"/>
                  </a:lnTo>
                  <a:lnTo>
                    <a:pt x="47244" y="67056"/>
                  </a:lnTo>
                  <a:lnTo>
                    <a:pt x="48768" y="60960"/>
                  </a:lnTo>
                  <a:lnTo>
                    <a:pt x="48768" y="47244"/>
                  </a:lnTo>
                  <a:close/>
                </a:path>
                <a:path extrusionOk="0" h="358139" w="448310">
                  <a:moveTo>
                    <a:pt x="342900" y="0"/>
                  </a:moveTo>
                  <a:lnTo>
                    <a:pt x="335280" y="0"/>
                  </a:lnTo>
                  <a:lnTo>
                    <a:pt x="335280" y="18288"/>
                  </a:lnTo>
                  <a:lnTo>
                    <a:pt x="332232" y="22860"/>
                  </a:lnTo>
                  <a:lnTo>
                    <a:pt x="330708" y="25908"/>
                  </a:lnTo>
                  <a:lnTo>
                    <a:pt x="326136" y="28956"/>
                  </a:lnTo>
                  <a:lnTo>
                    <a:pt x="321564" y="30480"/>
                  </a:lnTo>
                  <a:lnTo>
                    <a:pt x="317258" y="32245"/>
                  </a:lnTo>
                  <a:lnTo>
                    <a:pt x="311086" y="33147"/>
                  </a:lnTo>
                  <a:lnTo>
                    <a:pt x="302920" y="33489"/>
                  </a:lnTo>
                  <a:lnTo>
                    <a:pt x="115824" y="33489"/>
                  </a:lnTo>
                  <a:lnTo>
                    <a:pt x="115824" y="44196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9352" y="99060"/>
                  </a:lnTo>
                  <a:lnTo>
                    <a:pt x="147828" y="94488"/>
                  </a:lnTo>
                  <a:lnTo>
                    <a:pt x="147828" y="86868"/>
                  </a:lnTo>
                  <a:lnTo>
                    <a:pt x="192201" y="73418"/>
                  </a:lnTo>
                  <a:lnTo>
                    <a:pt x="208788" y="73152"/>
                  </a:lnTo>
                  <a:lnTo>
                    <a:pt x="292608" y="73152"/>
                  </a:lnTo>
                  <a:lnTo>
                    <a:pt x="302069" y="73418"/>
                  </a:lnTo>
                  <a:lnTo>
                    <a:pt x="302704" y="73418"/>
                  </a:lnTo>
                  <a:lnTo>
                    <a:pt x="311086" y="74295"/>
                  </a:lnTo>
                  <a:lnTo>
                    <a:pt x="317258" y="75730"/>
                  </a:lnTo>
                  <a:lnTo>
                    <a:pt x="321564" y="77724"/>
                  </a:lnTo>
                  <a:lnTo>
                    <a:pt x="327660" y="79248"/>
                  </a:lnTo>
                  <a:lnTo>
                    <a:pt x="330708" y="82296"/>
                  </a:lnTo>
                  <a:lnTo>
                    <a:pt x="332232" y="85344"/>
                  </a:lnTo>
                  <a:lnTo>
                    <a:pt x="335280" y="89916"/>
                  </a:lnTo>
                  <a:lnTo>
                    <a:pt x="335280" y="106680"/>
                  </a:lnTo>
                  <a:lnTo>
                    <a:pt x="342900" y="106680"/>
                  </a:lnTo>
                  <a:lnTo>
                    <a:pt x="342900" y="73152"/>
                  </a:lnTo>
                  <a:lnTo>
                    <a:pt x="342900" y="0"/>
                  </a:lnTo>
                  <a:close/>
                </a:path>
                <a:path extrusionOk="0" h="358139" w="448310">
                  <a:moveTo>
                    <a:pt x="447954" y="260604"/>
                  </a:moveTo>
                  <a:lnTo>
                    <a:pt x="446036" y="232943"/>
                  </a:lnTo>
                  <a:lnTo>
                    <a:pt x="439864" y="206883"/>
                  </a:lnTo>
                  <a:lnTo>
                    <a:pt x="429412" y="183692"/>
                  </a:lnTo>
                  <a:lnTo>
                    <a:pt x="418884" y="169113"/>
                  </a:lnTo>
                  <a:lnTo>
                    <a:pt x="418884" y="244792"/>
                  </a:lnTo>
                  <a:lnTo>
                    <a:pt x="418249" y="260604"/>
                  </a:lnTo>
                  <a:lnTo>
                    <a:pt x="405384" y="309372"/>
                  </a:lnTo>
                  <a:lnTo>
                    <a:pt x="393192" y="323088"/>
                  </a:lnTo>
                  <a:lnTo>
                    <a:pt x="379476" y="323088"/>
                  </a:lnTo>
                  <a:lnTo>
                    <a:pt x="373380" y="321564"/>
                  </a:lnTo>
                  <a:lnTo>
                    <a:pt x="365760" y="318516"/>
                  </a:lnTo>
                  <a:lnTo>
                    <a:pt x="362889" y="316992"/>
                  </a:lnTo>
                  <a:lnTo>
                    <a:pt x="360908" y="315950"/>
                  </a:lnTo>
                  <a:lnTo>
                    <a:pt x="355473" y="312801"/>
                  </a:lnTo>
                  <a:lnTo>
                    <a:pt x="349478" y="309092"/>
                  </a:lnTo>
                  <a:lnTo>
                    <a:pt x="345236" y="306324"/>
                  </a:lnTo>
                  <a:lnTo>
                    <a:pt x="342900" y="304800"/>
                  </a:lnTo>
                  <a:lnTo>
                    <a:pt x="342938" y="304609"/>
                  </a:lnTo>
                  <a:lnTo>
                    <a:pt x="343039" y="303809"/>
                  </a:lnTo>
                  <a:lnTo>
                    <a:pt x="345160" y="288036"/>
                  </a:lnTo>
                  <a:lnTo>
                    <a:pt x="347091" y="268224"/>
                  </a:lnTo>
                  <a:lnTo>
                    <a:pt x="348475" y="244792"/>
                  </a:lnTo>
                  <a:lnTo>
                    <a:pt x="348589" y="239268"/>
                  </a:lnTo>
                  <a:lnTo>
                    <a:pt x="348703" y="232943"/>
                  </a:lnTo>
                  <a:lnTo>
                    <a:pt x="348818" y="227076"/>
                  </a:lnTo>
                  <a:lnTo>
                    <a:pt x="351485" y="185699"/>
                  </a:lnTo>
                  <a:lnTo>
                    <a:pt x="353148" y="174117"/>
                  </a:lnTo>
                  <a:lnTo>
                    <a:pt x="353237" y="173736"/>
                  </a:lnTo>
                  <a:lnTo>
                    <a:pt x="355092" y="166116"/>
                  </a:lnTo>
                  <a:lnTo>
                    <a:pt x="359664" y="156972"/>
                  </a:lnTo>
                  <a:lnTo>
                    <a:pt x="364236" y="152400"/>
                  </a:lnTo>
                  <a:lnTo>
                    <a:pt x="373380" y="152400"/>
                  </a:lnTo>
                  <a:lnTo>
                    <a:pt x="405384" y="173736"/>
                  </a:lnTo>
                  <a:lnTo>
                    <a:pt x="418249" y="218744"/>
                  </a:lnTo>
                  <a:lnTo>
                    <a:pt x="418401" y="222504"/>
                  </a:lnTo>
                  <a:lnTo>
                    <a:pt x="418503" y="224790"/>
                  </a:lnTo>
                  <a:lnTo>
                    <a:pt x="418592" y="227076"/>
                  </a:lnTo>
                  <a:lnTo>
                    <a:pt x="418719" y="230111"/>
                  </a:lnTo>
                  <a:lnTo>
                    <a:pt x="418846" y="232943"/>
                  </a:lnTo>
                  <a:lnTo>
                    <a:pt x="418884" y="244792"/>
                  </a:lnTo>
                  <a:lnTo>
                    <a:pt x="418884" y="169113"/>
                  </a:lnTo>
                  <a:lnTo>
                    <a:pt x="414528" y="163068"/>
                  </a:lnTo>
                  <a:lnTo>
                    <a:pt x="376809" y="138861"/>
                  </a:lnTo>
                  <a:lnTo>
                    <a:pt x="364236" y="137160"/>
                  </a:lnTo>
                  <a:lnTo>
                    <a:pt x="354507" y="138023"/>
                  </a:lnTo>
                  <a:lnTo>
                    <a:pt x="320040" y="166878"/>
                  </a:lnTo>
                  <a:lnTo>
                    <a:pt x="311848" y="211645"/>
                  </a:lnTo>
                  <a:lnTo>
                    <a:pt x="311746" y="214693"/>
                  </a:lnTo>
                  <a:lnTo>
                    <a:pt x="311619" y="217932"/>
                  </a:lnTo>
                  <a:lnTo>
                    <a:pt x="311543" y="219964"/>
                  </a:lnTo>
                  <a:lnTo>
                    <a:pt x="311454" y="222504"/>
                  </a:lnTo>
                  <a:lnTo>
                    <a:pt x="311365" y="224790"/>
                  </a:lnTo>
                  <a:lnTo>
                    <a:pt x="311277" y="227076"/>
                  </a:lnTo>
                  <a:lnTo>
                    <a:pt x="311162" y="230111"/>
                  </a:lnTo>
                  <a:lnTo>
                    <a:pt x="311061" y="239268"/>
                  </a:lnTo>
                  <a:lnTo>
                    <a:pt x="310997" y="244792"/>
                  </a:lnTo>
                  <a:lnTo>
                    <a:pt x="310896" y="252984"/>
                  </a:lnTo>
                  <a:lnTo>
                    <a:pt x="310794" y="254508"/>
                  </a:lnTo>
                  <a:lnTo>
                    <a:pt x="309994" y="265303"/>
                  </a:lnTo>
                  <a:lnTo>
                    <a:pt x="309372" y="274891"/>
                  </a:lnTo>
                  <a:lnTo>
                    <a:pt x="309257" y="276225"/>
                  </a:lnTo>
                  <a:lnTo>
                    <a:pt x="308762" y="281927"/>
                  </a:lnTo>
                  <a:lnTo>
                    <a:pt x="307848" y="286512"/>
                  </a:lnTo>
                  <a:lnTo>
                    <a:pt x="307848" y="295643"/>
                  </a:lnTo>
                  <a:lnTo>
                    <a:pt x="306324" y="300228"/>
                  </a:lnTo>
                  <a:lnTo>
                    <a:pt x="300228" y="306324"/>
                  </a:lnTo>
                  <a:lnTo>
                    <a:pt x="288036" y="306324"/>
                  </a:lnTo>
                  <a:lnTo>
                    <a:pt x="278892" y="300228"/>
                  </a:lnTo>
                  <a:lnTo>
                    <a:pt x="274307" y="295643"/>
                  </a:lnTo>
                  <a:lnTo>
                    <a:pt x="268224" y="288036"/>
                  </a:lnTo>
                  <a:lnTo>
                    <a:pt x="270230" y="280022"/>
                  </a:lnTo>
                  <a:lnTo>
                    <a:pt x="270344" y="279349"/>
                  </a:lnTo>
                  <a:lnTo>
                    <a:pt x="272796" y="254508"/>
                  </a:lnTo>
                  <a:lnTo>
                    <a:pt x="272707" y="252984"/>
                  </a:lnTo>
                  <a:lnTo>
                    <a:pt x="263817" y="210312"/>
                  </a:lnTo>
                  <a:lnTo>
                    <a:pt x="260604" y="203784"/>
                  </a:lnTo>
                  <a:lnTo>
                    <a:pt x="260604" y="252984"/>
                  </a:lnTo>
                  <a:lnTo>
                    <a:pt x="259727" y="262724"/>
                  </a:lnTo>
                  <a:lnTo>
                    <a:pt x="233934" y="293395"/>
                  </a:lnTo>
                  <a:lnTo>
                    <a:pt x="185928" y="301752"/>
                  </a:lnTo>
                  <a:lnTo>
                    <a:pt x="172199" y="301142"/>
                  </a:lnTo>
                  <a:lnTo>
                    <a:pt x="137020" y="283324"/>
                  </a:lnTo>
                  <a:lnTo>
                    <a:pt x="128016" y="260604"/>
                  </a:lnTo>
                  <a:lnTo>
                    <a:pt x="129146" y="250875"/>
                  </a:lnTo>
                  <a:lnTo>
                    <a:pt x="156210" y="219964"/>
                  </a:lnTo>
                  <a:lnTo>
                    <a:pt x="204216" y="210312"/>
                  </a:lnTo>
                  <a:lnTo>
                    <a:pt x="217957" y="211150"/>
                  </a:lnTo>
                  <a:lnTo>
                    <a:pt x="252895" y="229412"/>
                  </a:lnTo>
                  <a:lnTo>
                    <a:pt x="259791" y="244792"/>
                  </a:lnTo>
                  <a:lnTo>
                    <a:pt x="260604" y="252984"/>
                  </a:lnTo>
                  <a:lnTo>
                    <a:pt x="260604" y="203784"/>
                  </a:lnTo>
                  <a:lnTo>
                    <a:pt x="251460" y="192024"/>
                  </a:lnTo>
                  <a:lnTo>
                    <a:pt x="213321" y="169316"/>
                  </a:lnTo>
                  <a:lnTo>
                    <a:pt x="198120" y="167640"/>
                  </a:lnTo>
                  <a:lnTo>
                    <a:pt x="185864" y="168503"/>
                  </a:lnTo>
                  <a:lnTo>
                    <a:pt x="174307" y="171069"/>
                  </a:lnTo>
                  <a:lnTo>
                    <a:pt x="163626" y="175361"/>
                  </a:lnTo>
                  <a:lnTo>
                    <a:pt x="153924" y="181356"/>
                  </a:lnTo>
                  <a:lnTo>
                    <a:pt x="153924" y="138684"/>
                  </a:lnTo>
                  <a:lnTo>
                    <a:pt x="152400" y="138684"/>
                  </a:lnTo>
                  <a:lnTo>
                    <a:pt x="152400" y="137160"/>
                  </a:lnTo>
                  <a:lnTo>
                    <a:pt x="150876" y="137160"/>
                  </a:lnTo>
                  <a:lnTo>
                    <a:pt x="147828" y="135636"/>
                  </a:lnTo>
                  <a:lnTo>
                    <a:pt x="140208" y="135636"/>
                  </a:lnTo>
                  <a:lnTo>
                    <a:pt x="137160" y="137160"/>
                  </a:lnTo>
                  <a:lnTo>
                    <a:pt x="135636" y="137160"/>
                  </a:lnTo>
                  <a:lnTo>
                    <a:pt x="135636" y="138684"/>
                  </a:lnTo>
                  <a:lnTo>
                    <a:pt x="134112" y="138684"/>
                  </a:lnTo>
                  <a:lnTo>
                    <a:pt x="134112" y="141732"/>
                  </a:lnTo>
                  <a:lnTo>
                    <a:pt x="132588" y="144780"/>
                  </a:lnTo>
                  <a:lnTo>
                    <a:pt x="132588" y="199644"/>
                  </a:lnTo>
                  <a:lnTo>
                    <a:pt x="125476" y="211645"/>
                  </a:lnTo>
                  <a:lnTo>
                    <a:pt x="120205" y="224790"/>
                  </a:lnTo>
                  <a:lnTo>
                    <a:pt x="116954" y="239077"/>
                  </a:lnTo>
                  <a:lnTo>
                    <a:pt x="116941" y="239268"/>
                  </a:lnTo>
                  <a:lnTo>
                    <a:pt x="115824" y="254508"/>
                  </a:lnTo>
                  <a:lnTo>
                    <a:pt x="129971" y="303809"/>
                  </a:lnTo>
                  <a:lnTo>
                    <a:pt x="166116" y="335470"/>
                  </a:lnTo>
                  <a:lnTo>
                    <a:pt x="180695" y="339852"/>
                  </a:lnTo>
                  <a:lnTo>
                    <a:pt x="180162" y="339852"/>
                  </a:lnTo>
                  <a:lnTo>
                    <a:pt x="196596" y="341376"/>
                  </a:lnTo>
                  <a:lnTo>
                    <a:pt x="207505" y="340791"/>
                  </a:lnTo>
                  <a:lnTo>
                    <a:pt x="217551" y="338899"/>
                  </a:lnTo>
                  <a:lnTo>
                    <a:pt x="252222" y="318325"/>
                  </a:lnTo>
                  <a:lnTo>
                    <a:pt x="263652" y="300228"/>
                  </a:lnTo>
                  <a:lnTo>
                    <a:pt x="273367" y="311658"/>
                  </a:lnTo>
                  <a:lnTo>
                    <a:pt x="303276" y="336804"/>
                  </a:lnTo>
                  <a:lnTo>
                    <a:pt x="309372" y="338328"/>
                  </a:lnTo>
                  <a:lnTo>
                    <a:pt x="320040" y="338328"/>
                  </a:lnTo>
                  <a:lnTo>
                    <a:pt x="324612" y="336804"/>
                  </a:lnTo>
                  <a:lnTo>
                    <a:pt x="327660" y="333756"/>
                  </a:lnTo>
                  <a:lnTo>
                    <a:pt x="332232" y="330708"/>
                  </a:lnTo>
                  <a:lnTo>
                    <a:pt x="336804" y="324612"/>
                  </a:lnTo>
                  <a:lnTo>
                    <a:pt x="341376" y="316992"/>
                  </a:lnTo>
                  <a:lnTo>
                    <a:pt x="351650" y="326999"/>
                  </a:lnTo>
                  <a:lnTo>
                    <a:pt x="359473" y="334137"/>
                  </a:lnTo>
                  <a:lnTo>
                    <a:pt x="364629" y="338328"/>
                  </a:lnTo>
                  <a:lnTo>
                    <a:pt x="365594" y="338899"/>
                  </a:lnTo>
                  <a:lnTo>
                    <a:pt x="367284" y="339852"/>
                  </a:lnTo>
                  <a:lnTo>
                    <a:pt x="374738" y="345909"/>
                  </a:lnTo>
                  <a:lnTo>
                    <a:pt x="381190" y="350520"/>
                  </a:lnTo>
                  <a:lnTo>
                    <a:pt x="386791" y="353999"/>
                  </a:lnTo>
                  <a:lnTo>
                    <a:pt x="391668" y="356616"/>
                  </a:lnTo>
                  <a:lnTo>
                    <a:pt x="396240" y="358140"/>
                  </a:lnTo>
                  <a:lnTo>
                    <a:pt x="403860" y="358140"/>
                  </a:lnTo>
                  <a:lnTo>
                    <a:pt x="437134" y="323646"/>
                  </a:lnTo>
                  <a:lnTo>
                    <a:pt x="437311" y="323088"/>
                  </a:lnTo>
                  <a:lnTo>
                    <a:pt x="443293" y="304609"/>
                  </a:lnTo>
                  <a:lnTo>
                    <a:pt x="446900" y="284162"/>
                  </a:lnTo>
                  <a:lnTo>
                    <a:pt x="447014" y="281927"/>
                  </a:lnTo>
                  <a:lnTo>
                    <a:pt x="447116" y="280022"/>
                  </a:lnTo>
                  <a:lnTo>
                    <a:pt x="447154" y="279349"/>
                  </a:lnTo>
                  <a:lnTo>
                    <a:pt x="447890" y="265303"/>
                  </a:lnTo>
                  <a:lnTo>
                    <a:pt x="447954" y="2606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45" name="Google Shape;2645;p44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4079747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46" name="Google Shape;2646;p44"/>
          <p:cNvGrpSpPr/>
          <p:nvPr/>
        </p:nvGrpSpPr>
        <p:grpSpPr>
          <a:xfrm>
            <a:off x="1479804" y="3575303"/>
            <a:ext cx="300227" cy="364490"/>
            <a:chOff x="1479804" y="3575303"/>
            <a:chExt cx="300227" cy="364490"/>
          </a:xfrm>
        </p:grpSpPr>
        <p:sp>
          <p:nvSpPr>
            <p:cNvPr id="2647" name="Google Shape;2647;p44"/>
            <p:cNvSpPr/>
            <p:nvPr/>
          </p:nvSpPr>
          <p:spPr>
            <a:xfrm>
              <a:off x="1479804" y="3803903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0604" y="18287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3151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48" name="Google Shape;2648;p44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60" y="3575303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49" name="Google Shape;2649;p44"/>
          <p:cNvGrpSpPr/>
          <p:nvPr/>
        </p:nvGrpSpPr>
        <p:grpSpPr>
          <a:xfrm>
            <a:off x="1431035" y="2049779"/>
            <a:ext cx="348996" cy="1377824"/>
            <a:chOff x="1431035" y="2049779"/>
            <a:chExt cx="348996" cy="1377824"/>
          </a:xfrm>
        </p:grpSpPr>
        <p:sp>
          <p:nvSpPr>
            <p:cNvPr id="2650" name="Google Shape;2650;p44"/>
            <p:cNvSpPr/>
            <p:nvPr/>
          </p:nvSpPr>
          <p:spPr>
            <a:xfrm>
              <a:off x="1446275" y="3096768"/>
              <a:ext cx="327660" cy="330835"/>
            </a:xfrm>
            <a:custGeom>
              <a:rect b="b" l="l" r="r" t="t"/>
              <a:pathLst>
                <a:path extrusionOk="0" h="330835" w="327660">
                  <a:moveTo>
                    <a:pt x="7620" y="330708"/>
                  </a:moveTo>
                  <a:lnTo>
                    <a:pt x="0" y="330708"/>
                  </a:lnTo>
                  <a:lnTo>
                    <a:pt x="0" y="196596"/>
                  </a:lnTo>
                  <a:lnTo>
                    <a:pt x="4381" y="131635"/>
                  </a:lnTo>
                  <a:lnTo>
                    <a:pt x="16764" y="83820"/>
                  </a:lnTo>
                  <a:lnTo>
                    <a:pt x="39814" y="49911"/>
                  </a:lnTo>
                  <a:lnTo>
                    <a:pt x="73152" y="22860"/>
                  </a:lnTo>
                  <a:lnTo>
                    <a:pt x="115252" y="5715"/>
                  </a:lnTo>
                  <a:lnTo>
                    <a:pt x="163068" y="0"/>
                  </a:lnTo>
                  <a:lnTo>
                    <a:pt x="195929" y="2571"/>
                  </a:lnTo>
                  <a:lnTo>
                    <a:pt x="225933" y="10287"/>
                  </a:lnTo>
                  <a:lnTo>
                    <a:pt x="253079" y="23145"/>
                  </a:lnTo>
                  <a:lnTo>
                    <a:pt x="277368" y="41148"/>
                  </a:lnTo>
                  <a:lnTo>
                    <a:pt x="288879" y="54864"/>
                  </a:lnTo>
                  <a:lnTo>
                    <a:pt x="164592" y="54864"/>
                  </a:lnTo>
                  <a:lnTo>
                    <a:pt x="132040" y="57150"/>
                  </a:lnTo>
                  <a:lnTo>
                    <a:pt x="77795" y="75438"/>
                  </a:lnTo>
                  <a:lnTo>
                    <a:pt x="39287" y="111132"/>
                  </a:lnTo>
                  <a:lnTo>
                    <a:pt x="19311" y="159162"/>
                  </a:lnTo>
                  <a:lnTo>
                    <a:pt x="16764" y="187452"/>
                  </a:lnTo>
                  <a:lnTo>
                    <a:pt x="17225" y="196596"/>
                  </a:lnTo>
                  <a:lnTo>
                    <a:pt x="17311" y="198310"/>
                  </a:lnTo>
                  <a:lnTo>
                    <a:pt x="18859" y="210312"/>
                  </a:lnTo>
                  <a:lnTo>
                    <a:pt x="21264" y="223456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5295" y="283749"/>
                  </a:lnTo>
                  <a:lnTo>
                    <a:pt x="44501" y="283749"/>
                  </a:lnTo>
                  <a:lnTo>
                    <a:pt x="8453" y="309062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5" w="327660">
                  <a:moveTo>
                    <a:pt x="327660" y="237744"/>
                  </a:moveTo>
                  <a:lnTo>
                    <a:pt x="304800" y="237744"/>
                  </a:lnTo>
                  <a:lnTo>
                    <a:pt x="307681" y="222575"/>
                  </a:lnTo>
                  <a:lnTo>
                    <a:pt x="309562" y="208978"/>
                  </a:lnTo>
                  <a:lnTo>
                    <a:pt x="310460" y="198310"/>
                  </a:lnTo>
                  <a:lnTo>
                    <a:pt x="310586" y="196810"/>
                  </a:lnTo>
                  <a:lnTo>
                    <a:pt x="310852" y="187452"/>
                  </a:lnTo>
                  <a:lnTo>
                    <a:pt x="310896" y="185928"/>
                  </a:lnTo>
                  <a:lnTo>
                    <a:pt x="308617" y="159162"/>
                  </a:lnTo>
                  <a:lnTo>
                    <a:pt x="308562" y="158519"/>
                  </a:lnTo>
                  <a:lnTo>
                    <a:pt x="301425" y="133731"/>
                  </a:lnTo>
                  <a:lnTo>
                    <a:pt x="301371" y="133540"/>
                  </a:lnTo>
                  <a:lnTo>
                    <a:pt x="289036" y="111132"/>
                  </a:lnTo>
                  <a:lnTo>
                    <a:pt x="250102" y="75438"/>
                  </a:lnTo>
                  <a:lnTo>
                    <a:pt x="196905" y="57150"/>
                  </a:lnTo>
                  <a:lnTo>
                    <a:pt x="164592" y="54864"/>
                  </a:lnTo>
                  <a:lnTo>
                    <a:pt x="288879" y="54864"/>
                  </a:lnTo>
                  <a:lnTo>
                    <a:pt x="299370" y="67365"/>
                  </a:lnTo>
                  <a:lnTo>
                    <a:pt x="315087" y="100012"/>
                  </a:lnTo>
                  <a:lnTo>
                    <a:pt x="324516" y="138660"/>
                  </a:lnTo>
                  <a:lnTo>
                    <a:pt x="327660" y="182880"/>
                  </a:lnTo>
                  <a:lnTo>
                    <a:pt x="327660" y="237744"/>
                  </a:lnTo>
                  <a:close/>
                </a:path>
                <a:path extrusionOk="0" h="330835" w="327660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55" y="309062"/>
                  </a:lnTo>
                  <a:lnTo>
                    <a:pt x="283178" y="283749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51" name="Google Shape;2651;p44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6859" y="2874264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52" name="Google Shape;2652;p44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52955" y="2618231"/>
              <a:ext cx="227076" cy="2346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53" name="Google Shape;2653;p44"/>
            <p:cNvSpPr/>
            <p:nvPr/>
          </p:nvSpPr>
          <p:spPr>
            <a:xfrm>
              <a:off x="1431035" y="2485644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39624"/>
                  </a:lnTo>
                  <a:lnTo>
                    <a:pt x="12192" y="30480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8100" y="30480"/>
                  </a:lnTo>
                  <a:lnTo>
                    <a:pt x="47244" y="39624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38100" y="74676"/>
                  </a:lnTo>
                  <a:lnTo>
                    <a:pt x="32004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2672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918" y="33266"/>
                  </a:lnTo>
                  <a:lnTo>
                    <a:pt x="332232" y="21336"/>
                  </a:lnTo>
                  <a:lnTo>
                    <a:pt x="335280" y="16764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75"/>
                  </a:lnTo>
                  <a:lnTo>
                    <a:pt x="192190" y="73175"/>
                  </a:lnTo>
                  <a:lnTo>
                    <a:pt x="178879" y="73342"/>
                  </a:lnTo>
                  <a:lnTo>
                    <a:pt x="147828" y="85344"/>
                  </a:lnTo>
                  <a:lnTo>
                    <a:pt x="147828" y="92964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8392"/>
                  </a:lnTo>
                  <a:lnTo>
                    <a:pt x="332232" y="85344"/>
                  </a:lnTo>
                  <a:lnTo>
                    <a:pt x="330707" y="80772"/>
                  </a:lnTo>
                  <a:lnTo>
                    <a:pt x="327659" y="77724"/>
                  </a:lnTo>
                  <a:lnTo>
                    <a:pt x="321564" y="76200"/>
                  </a:lnTo>
                  <a:lnTo>
                    <a:pt x="317253" y="74437"/>
                  </a:lnTo>
                  <a:lnTo>
                    <a:pt x="311086" y="73533"/>
                  </a:lnTo>
                  <a:lnTo>
                    <a:pt x="302335" y="73175"/>
                  </a:lnTo>
                  <a:lnTo>
                    <a:pt x="342900" y="73175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54" name="Google Shape;2654;p44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546859" y="2267711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55" name="Google Shape;2655;p44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546859" y="204977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56" name="Google Shape;2656;p44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657" name="Google Shape;2657;p44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58" name="Google Shape;2658;p44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659" name="Google Shape;2659;p44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660" name="Google Shape;2660;p44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61" name="Google Shape;2661;p44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6655308" y="1757172"/>
            <a:ext cx="117348" cy="166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62" name="Google Shape;2662;p44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036063" y="2525267"/>
            <a:ext cx="4183379" cy="602437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66" name="Shape 2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7" name="Google Shape;2667;p4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135380" y="5362955"/>
            <a:ext cx="448055" cy="31150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68" name="Google Shape;2668;p45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135380" y="2919983"/>
            <a:ext cx="448055" cy="23439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69" name="Google Shape;2669;p45"/>
          <p:cNvGrpSpPr/>
          <p:nvPr/>
        </p:nvGrpSpPr>
        <p:grpSpPr>
          <a:xfrm>
            <a:off x="1135380" y="2202179"/>
            <a:ext cx="348995" cy="556514"/>
            <a:chOff x="1135380" y="2202179"/>
            <a:chExt cx="348995" cy="556514"/>
          </a:xfrm>
        </p:grpSpPr>
        <p:sp>
          <p:nvSpPr>
            <p:cNvPr id="2670" name="Google Shape;2670;p45"/>
            <p:cNvSpPr/>
            <p:nvPr/>
          </p:nvSpPr>
          <p:spPr>
            <a:xfrm>
              <a:off x="1135380" y="2561843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6"/>
                  </a:moveTo>
                  <a:lnTo>
                    <a:pt x="335279" y="196596"/>
                  </a:lnTo>
                  <a:lnTo>
                    <a:pt x="335279" y="179832"/>
                  </a:lnTo>
                  <a:lnTo>
                    <a:pt x="333755" y="173736"/>
                  </a:lnTo>
                  <a:lnTo>
                    <a:pt x="294917" y="154185"/>
                  </a:lnTo>
                  <a:lnTo>
                    <a:pt x="283463" y="153924"/>
                  </a:lnTo>
                  <a:lnTo>
                    <a:pt x="137159" y="153924"/>
                  </a:lnTo>
                  <a:lnTo>
                    <a:pt x="137159" y="196596"/>
                  </a:lnTo>
                  <a:lnTo>
                    <a:pt x="121919" y="196596"/>
                  </a:lnTo>
                  <a:lnTo>
                    <a:pt x="121919" y="153924"/>
                  </a:lnTo>
                  <a:lnTo>
                    <a:pt x="106679" y="153924"/>
                  </a:lnTo>
                  <a:lnTo>
                    <a:pt x="91249" y="153328"/>
                  </a:lnTo>
                  <a:lnTo>
                    <a:pt x="51815" y="143256"/>
                  </a:lnTo>
                  <a:lnTo>
                    <a:pt x="13715" y="111252"/>
                  </a:lnTo>
                  <a:lnTo>
                    <a:pt x="857" y="74390"/>
                  </a:lnTo>
                  <a:lnTo>
                    <a:pt x="0" y="60960"/>
                  </a:lnTo>
                  <a:lnTo>
                    <a:pt x="881" y="48672"/>
                  </a:lnTo>
                  <a:lnTo>
                    <a:pt x="20978" y="9001"/>
                  </a:lnTo>
                  <a:lnTo>
                    <a:pt x="39623" y="0"/>
                  </a:lnTo>
                  <a:lnTo>
                    <a:pt x="44195" y="0"/>
                  </a:lnTo>
                  <a:lnTo>
                    <a:pt x="48767" y="3048"/>
                  </a:lnTo>
                  <a:lnTo>
                    <a:pt x="53339" y="7620"/>
                  </a:lnTo>
                  <a:lnTo>
                    <a:pt x="57911" y="10668"/>
                  </a:lnTo>
                  <a:lnTo>
                    <a:pt x="59435" y="15240"/>
                  </a:lnTo>
                  <a:lnTo>
                    <a:pt x="59435" y="24384"/>
                  </a:lnTo>
                  <a:lnTo>
                    <a:pt x="57911" y="28956"/>
                  </a:lnTo>
                  <a:lnTo>
                    <a:pt x="54863" y="32004"/>
                  </a:lnTo>
                  <a:lnTo>
                    <a:pt x="51815" y="36576"/>
                  </a:lnTo>
                  <a:lnTo>
                    <a:pt x="47243" y="41148"/>
                  </a:lnTo>
                  <a:lnTo>
                    <a:pt x="28955" y="53340"/>
                  </a:lnTo>
                  <a:lnTo>
                    <a:pt x="22859" y="59436"/>
                  </a:lnTo>
                  <a:lnTo>
                    <a:pt x="19811" y="64008"/>
                  </a:lnTo>
                  <a:lnTo>
                    <a:pt x="16763" y="70104"/>
                  </a:lnTo>
                  <a:lnTo>
                    <a:pt x="15239" y="74676"/>
                  </a:lnTo>
                  <a:lnTo>
                    <a:pt x="15239" y="88392"/>
                  </a:lnTo>
                  <a:lnTo>
                    <a:pt x="48791" y="113014"/>
                  </a:lnTo>
                  <a:lnTo>
                    <a:pt x="121919" y="114300"/>
                  </a:lnTo>
                  <a:lnTo>
                    <a:pt x="121919" y="56388"/>
                  </a:lnTo>
                  <a:lnTo>
                    <a:pt x="137159" y="56388"/>
                  </a:lnTo>
                  <a:lnTo>
                    <a:pt x="137159" y="114300"/>
                  </a:lnTo>
                  <a:lnTo>
                    <a:pt x="283463" y="114300"/>
                  </a:lnTo>
                  <a:lnTo>
                    <a:pt x="324611" y="108204"/>
                  </a:lnTo>
                  <a:lnTo>
                    <a:pt x="335279" y="83820"/>
                  </a:lnTo>
                  <a:lnTo>
                    <a:pt x="335279" y="64008"/>
                  </a:lnTo>
                  <a:lnTo>
                    <a:pt x="342900" y="64008"/>
                  </a:lnTo>
                  <a:lnTo>
                    <a:pt x="342900" y="19659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71" name="Google Shape;2671;p45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51203" y="2386584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72" name="Google Shape;2672;p45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51203" y="2202179"/>
              <a:ext cx="227075" cy="16306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73" name="Google Shape;2673;p45"/>
          <p:cNvGrpSpPr/>
          <p:nvPr/>
        </p:nvGrpSpPr>
        <p:grpSpPr>
          <a:xfrm>
            <a:off x="1728216" y="5077967"/>
            <a:ext cx="448309" cy="1353820"/>
            <a:chOff x="1728216" y="5077967"/>
            <a:chExt cx="448309" cy="1353820"/>
          </a:xfrm>
        </p:grpSpPr>
        <p:sp>
          <p:nvSpPr>
            <p:cNvPr id="2674" name="Google Shape;2674;p45"/>
            <p:cNvSpPr/>
            <p:nvPr/>
          </p:nvSpPr>
          <p:spPr>
            <a:xfrm>
              <a:off x="1728216" y="5420868"/>
              <a:ext cx="448309" cy="1010919"/>
            </a:xfrm>
            <a:custGeom>
              <a:rect b="b" l="l" r="r" t="t"/>
              <a:pathLst>
                <a:path extrusionOk="0" h="1010920" w="448310">
                  <a:moveTo>
                    <a:pt x="48768" y="583692"/>
                  </a:moveTo>
                  <a:lnTo>
                    <a:pt x="45720" y="577596"/>
                  </a:lnTo>
                  <a:lnTo>
                    <a:pt x="36576" y="568452"/>
                  </a:lnTo>
                  <a:lnTo>
                    <a:pt x="30480" y="566928"/>
                  </a:lnTo>
                  <a:lnTo>
                    <a:pt x="16764" y="566928"/>
                  </a:lnTo>
                  <a:lnTo>
                    <a:pt x="12192" y="568452"/>
                  </a:lnTo>
                  <a:lnTo>
                    <a:pt x="3048" y="577596"/>
                  </a:lnTo>
                  <a:lnTo>
                    <a:pt x="0" y="583692"/>
                  </a:lnTo>
                  <a:lnTo>
                    <a:pt x="0" y="597408"/>
                  </a:lnTo>
                  <a:lnTo>
                    <a:pt x="3048" y="603504"/>
                  </a:lnTo>
                  <a:lnTo>
                    <a:pt x="12192" y="612648"/>
                  </a:lnTo>
                  <a:lnTo>
                    <a:pt x="16764" y="615696"/>
                  </a:lnTo>
                  <a:lnTo>
                    <a:pt x="30480" y="615696"/>
                  </a:lnTo>
                  <a:lnTo>
                    <a:pt x="36576" y="612648"/>
                  </a:lnTo>
                  <a:lnTo>
                    <a:pt x="45720" y="603504"/>
                  </a:lnTo>
                  <a:lnTo>
                    <a:pt x="48768" y="597408"/>
                  </a:lnTo>
                  <a:lnTo>
                    <a:pt x="48768" y="583692"/>
                  </a:lnTo>
                  <a:close/>
                </a:path>
                <a:path extrusionOk="0" h="1010920" w="448310">
                  <a:moveTo>
                    <a:pt x="48768" y="199644"/>
                  </a:moveTo>
                  <a:lnTo>
                    <a:pt x="45720" y="193548"/>
                  </a:lnTo>
                  <a:lnTo>
                    <a:pt x="36576" y="184404"/>
                  </a:lnTo>
                  <a:lnTo>
                    <a:pt x="30480" y="181356"/>
                  </a:lnTo>
                  <a:lnTo>
                    <a:pt x="16764" y="181356"/>
                  </a:lnTo>
                  <a:lnTo>
                    <a:pt x="12192" y="184404"/>
                  </a:lnTo>
                  <a:lnTo>
                    <a:pt x="3048" y="193548"/>
                  </a:lnTo>
                  <a:lnTo>
                    <a:pt x="0" y="199644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6764" y="230124"/>
                  </a:lnTo>
                  <a:lnTo>
                    <a:pt x="30480" y="230124"/>
                  </a:lnTo>
                  <a:lnTo>
                    <a:pt x="36576" y="227076"/>
                  </a:lnTo>
                  <a:lnTo>
                    <a:pt x="45720" y="217932"/>
                  </a:lnTo>
                  <a:lnTo>
                    <a:pt x="48768" y="211836"/>
                  </a:lnTo>
                  <a:lnTo>
                    <a:pt x="48768" y="199644"/>
                  </a:lnTo>
                  <a:close/>
                </a:path>
                <a:path extrusionOk="0" h="1010920" w="448310">
                  <a:moveTo>
                    <a:pt x="342900" y="864108"/>
                  </a:moveTo>
                  <a:lnTo>
                    <a:pt x="339725" y="819226"/>
                  </a:lnTo>
                  <a:lnTo>
                    <a:pt x="330136" y="780478"/>
                  </a:lnTo>
                  <a:lnTo>
                    <a:pt x="326136" y="772388"/>
                  </a:lnTo>
                  <a:lnTo>
                    <a:pt x="326136" y="865632"/>
                  </a:lnTo>
                  <a:lnTo>
                    <a:pt x="326047" y="867156"/>
                  </a:lnTo>
                  <a:lnTo>
                    <a:pt x="325577" y="876515"/>
                  </a:lnTo>
                  <a:lnTo>
                    <a:pt x="324040" y="888682"/>
                  </a:lnTo>
                  <a:lnTo>
                    <a:pt x="321627" y="902284"/>
                  </a:lnTo>
                  <a:lnTo>
                    <a:pt x="318516" y="917448"/>
                  </a:lnTo>
                  <a:lnTo>
                    <a:pt x="39624" y="917448"/>
                  </a:lnTo>
                  <a:lnTo>
                    <a:pt x="32550" y="878878"/>
                  </a:lnTo>
                  <a:lnTo>
                    <a:pt x="32004" y="867156"/>
                  </a:lnTo>
                  <a:lnTo>
                    <a:pt x="34544" y="839724"/>
                  </a:lnTo>
                  <a:lnTo>
                    <a:pt x="54495" y="791718"/>
                  </a:lnTo>
                  <a:lnTo>
                    <a:pt x="93002" y="755142"/>
                  </a:lnTo>
                  <a:lnTo>
                    <a:pt x="146634" y="736854"/>
                  </a:lnTo>
                  <a:lnTo>
                    <a:pt x="178308" y="734568"/>
                  </a:lnTo>
                  <a:lnTo>
                    <a:pt x="210858" y="736854"/>
                  </a:lnTo>
                  <a:lnTo>
                    <a:pt x="265099" y="755142"/>
                  </a:lnTo>
                  <a:lnTo>
                    <a:pt x="303631" y="791489"/>
                  </a:lnTo>
                  <a:lnTo>
                    <a:pt x="323583" y="838441"/>
                  </a:lnTo>
                  <a:lnTo>
                    <a:pt x="323697" y="839724"/>
                  </a:lnTo>
                  <a:lnTo>
                    <a:pt x="326136" y="865632"/>
                  </a:lnTo>
                  <a:lnTo>
                    <a:pt x="326136" y="772388"/>
                  </a:lnTo>
                  <a:lnTo>
                    <a:pt x="313956" y="747737"/>
                  </a:lnTo>
                  <a:lnTo>
                    <a:pt x="266788" y="702856"/>
                  </a:lnTo>
                  <a:lnTo>
                    <a:pt x="209638" y="682282"/>
                  </a:lnTo>
                  <a:lnTo>
                    <a:pt x="176784" y="679704"/>
                  </a:lnTo>
                  <a:lnTo>
                    <a:pt x="152222" y="681139"/>
                  </a:lnTo>
                  <a:lnTo>
                    <a:pt x="107124" y="692569"/>
                  </a:lnTo>
                  <a:lnTo>
                    <a:pt x="68859" y="715124"/>
                  </a:lnTo>
                  <a:lnTo>
                    <a:pt x="41427" y="746506"/>
                  </a:lnTo>
                  <a:lnTo>
                    <a:pt x="24879" y="786511"/>
                  </a:lnTo>
                  <a:lnTo>
                    <a:pt x="16357" y="841997"/>
                  </a:lnTo>
                  <a:lnTo>
                    <a:pt x="15227" y="876300"/>
                  </a:lnTo>
                  <a:lnTo>
                    <a:pt x="15227" y="1010412"/>
                  </a:lnTo>
                  <a:lnTo>
                    <a:pt x="22860" y="1010412"/>
                  </a:lnTo>
                  <a:lnTo>
                    <a:pt x="22860" y="998220"/>
                  </a:lnTo>
                  <a:lnTo>
                    <a:pt x="23444" y="989418"/>
                  </a:lnTo>
                  <a:lnTo>
                    <a:pt x="59067" y="963460"/>
                  </a:lnTo>
                  <a:lnTo>
                    <a:pt x="59918" y="963460"/>
                  </a:lnTo>
                  <a:lnTo>
                    <a:pt x="73152" y="963168"/>
                  </a:lnTo>
                  <a:lnTo>
                    <a:pt x="284988" y="963168"/>
                  </a:lnTo>
                  <a:lnTo>
                    <a:pt x="297561" y="963460"/>
                  </a:lnTo>
                  <a:lnTo>
                    <a:pt x="331851" y="980122"/>
                  </a:lnTo>
                  <a:lnTo>
                    <a:pt x="334492" y="989418"/>
                  </a:lnTo>
                  <a:lnTo>
                    <a:pt x="335280" y="998220"/>
                  </a:lnTo>
                  <a:lnTo>
                    <a:pt x="335280" y="1010412"/>
                  </a:lnTo>
                  <a:lnTo>
                    <a:pt x="342900" y="1010412"/>
                  </a:lnTo>
                  <a:lnTo>
                    <a:pt x="342900" y="963168"/>
                  </a:lnTo>
                  <a:lnTo>
                    <a:pt x="342900" y="917448"/>
                  </a:lnTo>
                  <a:lnTo>
                    <a:pt x="342900" y="864108"/>
                  </a:lnTo>
                  <a:close/>
                </a:path>
                <a:path extrusionOk="0" h="1010920" w="448310">
                  <a:moveTo>
                    <a:pt x="342900" y="537972"/>
                  </a:moveTo>
                  <a:lnTo>
                    <a:pt x="335280" y="537972"/>
                  </a:lnTo>
                  <a:lnTo>
                    <a:pt x="335280" y="548640"/>
                  </a:lnTo>
                  <a:lnTo>
                    <a:pt x="333756" y="554736"/>
                  </a:lnTo>
                  <a:lnTo>
                    <a:pt x="292608" y="571500"/>
                  </a:lnTo>
                  <a:lnTo>
                    <a:pt x="115824" y="571500"/>
                  </a:lnTo>
                  <a:lnTo>
                    <a:pt x="115824" y="580644"/>
                  </a:lnTo>
                  <a:lnTo>
                    <a:pt x="143256" y="646176"/>
                  </a:lnTo>
                  <a:lnTo>
                    <a:pt x="150876" y="643128"/>
                  </a:lnTo>
                  <a:lnTo>
                    <a:pt x="147828" y="637032"/>
                  </a:lnTo>
                  <a:lnTo>
                    <a:pt x="147828" y="620268"/>
                  </a:lnTo>
                  <a:lnTo>
                    <a:pt x="192189" y="611149"/>
                  </a:lnTo>
                  <a:lnTo>
                    <a:pt x="301675" y="611149"/>
                  </a:lnTo>
                  <a:lnTo>
                    <a:pt x="310515" y="611505"/>
                  </a:lnTo>
                  <a:lnTo>
                    <a:pt x="317030" y="612419"/>
                  </a:lnTo>
                  <a:lnTo>
                    <a:pt x="321564" y="614172"/>
                  </a:lnTo>
                  <a:lnTo>
                    <a:pt x="326136" y="615696"/>
                  </a:lnTo>
                  <a:lnTo>
                    <a:pt x="329184" y="618744"/>
                  </a:lnTo>
                  <a:lnTo>
                    <a:pt x="332232" y="623316"/>
                  </a:lnTo>
                  <a:lnTo>
                    <a:pt x="333756" y="626364"/>
                  </a:lnTo>
                  <a:lnTo>
                    <a:pt x="335280" y="633984"/>
                  </a:lnTo>
                  <a:lnTo>
                    <a:pt x="335280" y="644652"/>
                  </a:lnTo>
                  <a:lnTo>
                    <a:pt x="342900" y="644652"/>
                  </a:lnTo>
                  <a:lnTo>
                    <a:pt x="342900" y="611149"/>
                  </a:lnTo>
                  <a:lnTo>
                    <a:pt x="342900" y="537972"/>
                  </a:lnTo>
                  <a:close/>
                </a:path>
                <a:path extrusionOk="0" h="1010920" w="448310">
                  <a:moveTo>
                    <a:pt x="342900" y="152400"/>
                  </a:moveTo>
                  <a:lnTo>
                    <a:pt x="335280" y="152400"/>
                  </a:lnTo>
                  <a:lnTo>
                    <a:pt x="335280" y="163068"/>
                  </a:lnTo>
                  <a:lnTo>
                    <a:pt x="333756" y="170688"/>
                  </a:lnTo>
                  <a:lnTo>
                    <a:pt x="292608" y="185928"/>
                  </a:lnTo>
                  <a:lnTo>
                    <a:pt x="115824" y="185928"/>
                  </a:lnTo>
                  <a:lnTo>
                    <a:pt x="115824" y="196596"/>
                  </a:lnTo>
                  <a:lnTo>
                    <a:pt x="143256" y="260604"/>
                  </a:lnTo>
                  <a:lnTo>
                    <a:pt x="150876" y="257556"/>
                  </a:lnTo>
                  <a:lnTo>
                    <a:pt x="147828" y="251460"/>
                  </a:lnTo>
                  <a:lnTo>
                    <a:pt x="147828" y="234696"/>
                  </a:lnTo>
                  <a:lnTo>
                    <a:pt x="150876" y="233172"/>
                  </a:lnTo>
                  <a:lnTo>
                    <a:pt x="152400" y="230124"/>
                  </a:lnTo>
                  <a:lnTo>
                    <a:pt x="155448" y="228600"/>
                  </a:lnTo>
                  <a:lnTo>
                    <a:pt x="161544" y="227076"/>
                  </a:lnTo>
                  <a:lnTo>
                    <a:pt x="168706" y="226199"/>
                  </a:lnTo>
                  <a:lnTo>
                    <a:pt x="178879" y="225742"/>
                  </a:lnTo>
                  <a:lnTo>
                    <a:pt x="194081" y="225552"/>
                  </a:lnTo>
                  <a:lnTo>
                    <a:pt x="292608" y="225552"/>
                  </a:lnTo>
                  <a:lnTo>
                    <a:pt x="299631" y="225742"/>
                  </a:lnTo>
                  <a:lnTo>
                    <a:pt x="301421" y="225742"/>
                  </a:lnTo>
                  <a:lnTo>
                    <a:pt x="310515" y="226504"/>
                  </a:lnTo>
                  <a:lnTo>
                    <a:pt x="317030" y="227482"/>
                  </a:lnTo>
                  <a:lnTo>
                    <a:pt x="321564" y="228600"/>
                  </a:lnTo>
                  <a:lnTo>
                    <a:pt x="326136" y="231648"/>
                  </a:lnTo>
                  <a:lnTo>
                    <a:pt x="329184" y="233172"/>
                  </a:lnTo>
                  <a:lnTo>
                    <a:pt x="332232" y="237744"/>
                  </a:lnTo>
                  <a:lnTo>
                    <a:pt x="333756" y="240792"/>
                  </a:lnTo>
                  <a:lnTo>
                    <a:pt x="335280" y="248412"/>
                  </a:lnTo>
                  <a:lnTo>
                    <a:pt x="335280" y="259080"/>
                  </a:lnTo>
                  <a:lnTo>
                    <a:pt x="342900" y="259080"/>
                  </a:lnTo>
                  <a:lnTo>
                    <a:pt x="342900" y="225552"/>
                  </a:lnTo>
                  <a:lnTo>
                    <a:pt x="342900" y="152400"/>
                  </a:lnTo>
                  <a:close/>
                </a:path>
                <a:path extrusionOk="0" h="1010920" w="448310">
                  <a:moveTo>
                    <a:pt x="345935" y="57912"/>
                  </a:moveTo>
                  <a:lnTo>
                    <a:pt x="327177" y="16941"/>
                  </a:lnTo>
                  <a:lnTo>
                    <a:pt x="297167" y="0"/>
                  </a:lnTo>
                  <a:lnTo>
                    <a:pt x="297167" y="10668"/>
                  </a:lnTo>
                  <a:lnTo>
                    <a:pt x="303263" y="13716"/>
                  </a:lnTo>
                  <a:lnTo>
                    <a:pt x="312407" y="22860"/>
                  </a:lnTo>
                  <a:lnTo>
                    <a:pt x="315455" y="27432"/>
                  </a:lnTo>
                  <a:lnTo>
                    <a:pt x="316979" y="33528"/>
                  </a:lnTo>
                  <a:lnTo>
                    <a:pt x="316979" y="45720"/>
                  </a:lnTo>
                  <a:lnTo>
                    <a:pt x="280403" y="60960"/>
                  </a:lnTo>
                  <a:lnTo>
                    <a:pt x="137147" y="60960"/>
                  </a:lnTo>
                  <a:lnTo>
                    <a:pt x="137147" y="9144"/>
                  </a:lnTo>
                  <a:lnTo>
                    <a:pt x="121907" y="9144"/>
                  </a:lnTo>
                  <a:lnTo>
                    <a:pt x="121907" y="60960"/>
                  </a:lnTo>
                  <a:lnTo>
                    <a:pt x="48755" y="60960"/>
                  </a:lnTo>
                  <a:lnTo>
                    <a:pt x="48755" y="67056"/>
                  </a:lnTo>
                  <a:lnTo>
                    <a:pt x="90906" y="89560"/>
                  </a:lnTo>
                  <a:lnTo>
                    <a:pt x="122859" y="121920"/>
                  </a:lnTo>
                  <a:lnTo>
                    <a:pt x="129527" y="135636"/>
                  </a:lnTo>
                  <a:lnTo>
                    <a:pt x="137147" y="135636"/>
                  </a:lnTo>
                  <a:lnTo>
                    <a:pt x="137147" y="100584"/>
                  </a:lnTo>
                  <a:lnTo>
                    <a:pt x="286499" y="100584"/>
                  </a:lnTo>
                  <a:lnTo>
                    <a:pt x="297345" y="100304"/>
                  </a:lnTo>
                  <a:lnTo>
                    <a:pt x="335267" y="86868"/>
                  </a:lnTo>
                  <a:lnTo>
                    <a:pt x="339839" y="79248"/>
                  </a:lnTo>
                  <a:lnTo>
                    <a:pt x="344411" y="73152"/>
                  </a:lnTo>
                  <a:lnTo>
                    <a:pt x="345935" y="65532"/>
                  </a:lnTo>
                  <a:lnTo>
                    <a:pt x="345935" y="57912"/>
                  </a:lnTo>
                  <a:close/>
                </a:path>
                <a:path extrusionOk="0" h="1010920" w="448310">
                  <a:moveTo>
                    <a:pt x="447929" y="411480"/>
                  </a:moveTo>
                  <a:lnTo>
                    <a:pt x="445782" y="384479"/>
                  </a:lnTo>
                  <a:lnTo>
                    <a:pt x="439102" y="358521"/>
                  </a:lnTo>
                  <a:lnTo>
                    <a:pt x="428117" y="335432"/>
                  </a:lnTo>
                  <a:lnTo>
                    <a:pt x="418846" y="323189"/>
                  </a:lnTo>
                  <a:lnTo>
                    <a:pt x="418846" y="396557"/>
                  </a:lnTo>
                  <a:lnTo>
                    <a:pt x="418249" y="411480"/>
                  </a:lnTo>
                  <a:lnTo>
                    <a:pt x="399288" y="470916"/>
                  </a:lnTo>
                  <a:lnTo>
                    <a:pt x="391858" y="475373"/>
                  </a:lnTo>
                  <a:lnTo>
                    <a:pt x="377469" y="475373"/>
                  </a:lnTo>
                  <a:lnTo>
                    <a:pt x="371856" y="473964"/>
                  </a:lnTo>
                  <a:lnTo>
                    <a:pt x="365760" y="470916"/>
                  </a:lnTo>
                  <a:lnTo>
                    <a:pt x="362394" y="469392"/>
                  </a:lnTo>
                  <a:lnTo>
                    <a:pt x="342900" y="455676"/>
                  </a:lnTo>
                  <a:lnTo>
                    <a:pt x="344932" y="438912"/>
                  </a:lnTo>
                  <a:lnTo>
                    <a:pt x="345059" y="437388"/>
                  </a:lnTo>
                  <a:lnTo>
                    <a:pt x="345173" y="435889"/>
                  </a:lnTo>
                  <a:lnTo>
                    <a:pt x="345186" y="435698"/>
                  </a:lnTo>
                  <a:lnTo>
                    <a:pt x="346519" y="419100"/>
                  </a:lnTo>
                  <a:lnTo>
                    <a:pt x="346633" y="417055"/>
                  </a:lnTo>
                  <a:lnTo>
                    <a:pt x="346748" y="414934"/>
                  </a:lnTo>
                  <a:lnTo>
                    <a:pt x="346849" y="413004"/>
                  </a:lnTo>
                  <a:lnTo>
                    <a:pt x="346938" y="411480"/>
                  </a:lnTo>
                  <a:lnTo>
                    <a:pt x="347827" y="395668"/>
                  </a:lnTo>
                  <a:lnTo>
                    <a:pt x="347929" y="393192"/>
                  </a:lnTo>
                  <a:lnTo>
                    <a:pt x="348945" y="369785"/>
                  </a:lnTo>
                  <a:lnTo>
                    <a:pt x="349072" y="365950"/>
                  </a:lnTo>
                  <a:lnTo>
                    <a:pt x="349173" y="362712"/>
                  </a:lnTo>
                  <a:lnTo>
                    <a:pt x="349288" y="358521"/>
                  </a:lnTo>
                  <a:lnTo>
                    <a:pt x="349364" y="356336"/>
                  </a:lnTo>
                  <a:lnTo>
                    <a:pt x="355092" y="316992"/>
                  </a:lnTo>
                  <a:lnTo>
                    <a:pt x="364236" y="304800"/>
                  </a:lnTo>
                  <a:lnTo>
                    <a:pt x="371856" y="304800"/>
                  </a:lnTo>
                  <a:lnTo>
                    <a:pt x="403860" y="326136"/>
                  </a:lnTo>
                  <a:lnTo>
                    <a:pt x="418198" y="369785"/>
                  </a:lnTo>
                  <a:lnTo>
                    <a:pt x="418426" y="374904"/>
                  </a:lnTo>
                  <a:lnTo>
                    <a:pt x="418465" y="375666"/>
                  </a:lnTo>
                  <a:lnTo>
                    <a:pt x="418719" y="381647"/>
                  </a:lnTo>
                  <a:lnTo>
                    <a:pt x="418846" y="396557"/>
                  </a:lnTo>
                  <a:lnTo>
                    <a:pt x="418846" y="323189"/>
                  </a:lnTo>
                  <a:lnTo>
                    <a:pt x="389001" y="296227"/>
                  </a:lnTo>
                  <a:lnTo>
                    <a:pt x="362712" y="289560"/>
                  </a:lnTo>
                  <a:lnTo>
                    <a:pt x="353847" y="290423"/>
                  </a:lnTo>
                  <a:lnTo>
                    <a:pt x="319468" y="319278"/>
                  </a:lnTo>
                  <a:lnTo>
                    <a:pt x="312674" y="350520"/>
                  </a:lnTo>
                  <a:lnTo>
                    <a:pt x="312623" y="351078"/>
                  </a:lnTo>
                  <a:lnTo>
                    <a:pt x="309372" y="405384"/>
                  </a:lnTo>
                  <a:lnTo>
                    <a:pt x="309130" y="417055"/>
                  </a:lnTo>
                  <a:lnTo>
                    <a:pt x="309016" y="419100"/>
                  </a:lnTo>
                  <a:lnTo>
                    <a:pt x="308952" y="420319"/>
                  </a:lnTo>
                  <a:lnTo>
                    <a:pt x="308825" y="422529"/>
                  </a:lnTo>
                  <a:lnTo>
                    <a:pt x="308749" y="423964"/>
                  </a:lnTo>
                  <a:lnTo>
                    <a:pt x="308610" y="426720"/>
                  </a:lnTo>
                  <a:lnTo>
                    <a:pt x="308483" y="428434"/>
                  </a:lnTo>
                  <a:lnTo>
                    <a:pt x="308076" y="434111"/>
                  </a:lnTo>
                  <a:lnTo>
                    <a:pt x="301752" y="454152"/>
                  </a:lnTo>
                  <a:lnTo>
                    <a:pt x="300228" y="457200"/>
                  </a:lnTo>
                  <a:lnTo>
                    <a:pt x="297180" y="458724"/>
                  </a:lnTo>
                  <a:lnTo>
                    <a:pt x="291084" y="458724"/>
                  </a:lnTo>
                  <a:lnTo>
                    <a:pt x="288036" y="457200"/>
                  </a:lnTo>
                  <a:lnTo>
                    <a:pt x="283464" y="454152"/>
                  </a:lnTo>
                  <a:lnTo>
                    <a:pt x="278892" y="452628"/>
                  </a:lnTo>
                  <a:lnTo>
                    <a:pt x="274281" y="448017"/>
                  </a:lnTo>
                  <a:lnTo>
                    <a:pt x="268224" y="440436"/>
                  </a:lnTo>
                  <a:lnTo>
                    <a:pt x="270217" y="431558"/>
                  </a:lnTo>
                  <a:lnTo>
                    <a:pt x="271653" y="423100"/>
                  </a:lnTo>
                  <a:lnTo>
                    <a:pt x="271703" y="422529"/>
                  </a:lnTo>
                  <a:lnTo>
                    <a:pt x="272503" y="414934"/>
                  </a:lnTo>
                  <a:lnTo>
                    <a:pt x="272630" y="411480"/>
                  </a:lnTo>
                  <a:lnTo>
                    <a:pt x="272796" y="406908"/>
                  </a:lnTo>
                  <a:lnTo>
                    <a:pt x="272669" y="405384"/>
                  </a:lnTo>
                  <a:lnTo>
                    <a:pt x="271386" y="388340"/>
                  </a:lnTo>
                  <a:lnTo>
                    <a:pt x="267271" y="371475"/>
                  </a:lnTo>
                  <a:lnTo>
                    <a:pt x="263398" y="362712"/>
                  </a:lnTo>
                  <a:lnTo>
                    <a:pt x="263309" y="362521"/>
                  </a:lnTo>
                  <a:lnTo>
                    <a:pt x="260604" y="356400"/>
                  </a:lnTo>
                  <a:lnTo>
                    <a:pt x="260604" y="405384"/>
                  </a:lnTo>
                  <a:lnTo>
                    <a:pt x="259499" y="414248"/>
                  </a:lnTo>
                  <a:lnTo>
                    <a:pt x="233070" y="444512"/>
                  </a:lnTo>
                  <a:lnTo>
                    <a:pt x="185928" y="454152"/>
                  </a:lnTo>
                  <a:lnTo>
                    <a:pt x="171945" y="453326"/>
                  </a:lnTo>
                  <a:lnTo>
                    <a:pt x="135724" y="435698"/>
                  </a:lnTo>
                  <a:lnTo>
                    <a:pt x="128752" y="419100"/>
                  </a:lnTo>
                  <a:lnTo>
                    <a:pt x="128016" y="411480"/>
                  </a:lnTo>
                  <a:lnTo>
                    <a:pt x="155562" y="372364"/>
                  </a:lnTo>
                  <a:lnTo>
                    <a:pt x="204216" y="362712"/>
                  </a:lnTo>
                  <a:lnTo>
                    <a:pt x="217944" y="363550"/>
                  </a:lnTo>
                  <a:lnTo>
                    <a:pt x="252882" y="381177"/>
                  </a:lnTo>
                  <a:lnTo>
                    <a:pt x="260604" y="405384"/>
                  </a:lnTo>
                  <a:lnTo>
                    <a:pt x="260604" y="356400"/>
                  </a:lnTo>
                  <a:lnTo>
                    <a:pt x="226504" y="325755"/>
                  </a:lnTo>
                  <a:lnTo>
                    <a:pt x="198120" y="320040"/>
                  </a:lnTo>
                  <a:lnTo>
                    <a:pt x="185204" y="320903"/>
                  </a:lnTo>
                  <a:lnTo>
                    <a:pt x="173736" y="323469"/>
                  </a:lnTo>
                  <a:lnTo>
                    <a:pt x="163398" y="327761"/>
                  </a:lnTo>
                  <a:lnTo>
                    <a:pt x="153924" y="333756"/>
                  </a:lnTo>
                  <a:lnTo>
                    <a:pt x="153924" y="292608"/>
                  </a:lnTo>
                  <a:lnTo>
                    <a:pt x="152400" y="291084"/>
                  </a:lnTo>
                  <a:lnTo>
                    <a:pt x="152400" y="289560"/>
                  </a:lnTo>
                  <a:lnTo>
                    <a:pt x="150876" y="289560"/>
                  </a:lnTo>
                  <a:lnTo>
                    <a:pt x="149352" y="288036"/>
                  </a:lnTo>
                  <a:lnTo>
                    <a:pt x="137160" y="288036"/>
                  </a:lnTo>
                  <a:lnTo>
                    <a:pt x="135636" y="289560"/>
                  </a:lnTo>
                  <a:lnTo>
                    <a:pt x="134112" y="289560"/>
                  </a:lnTo>
                  <a:lnTo>
                    <a:pt x="134112" y="291084"/>
                  </a:lnTo>
                  <a:lnTo>
                    <a:pt x="132588" y="291084"/>
                  </a:lnTo>
                  <a:lnTo>
                    <a:pt x="132588" y="350520"/>
                  </a:lnTo>
                  <a:lnTo>
                    <a:pt x="125463" y="362521"/>
                  </a:lnTo>
                  <a:lnTo>
                    <a:pt x="125387" y="362712"/>
                  </a:lnTo>
                  <a:lnTo>
                    <a:pt x="125310" y="362902"/>
                  </a:lnTo>
                  <a:lnTo>
                    <a:pt x="120205" y="375666"/>
                  </a:lnTo>
                  <a:lnTo>
                    <a:pt x="116941" y="389953"/>
                  </a:lnTo>
                  <a:lnTo>
                    <a:pt x="116928" y="390144"/>
                  </a:lnTo>
                  <a:lnTo>
                    <a:pt x="115824" y="405384"/>
                  </a:lnTo>
                  <a:lnTo>
                    <a:pt x="129324" y="455968"/>
                  </a:lnTo>
                  <a:lnTo>
                    <a:pt x="165544" y="487870"/>
                  </a:lnTo>
                  <a:lnTo>
                    <a:pt x="180047" y="492252"/>
                  </a:lnTo>
                  <a:lnTo>
                    <a:pt x="179476" y="492252"/>
                  </a:lnTo>
                  <a:lnTo>
                    <a:pt x="196596" y="493776"/>
                  </a:lnTo>
                  <a:lnTo>
                    <a:pt x="206832" y="493191"/>
                  </a:lnTo>
                  <a:lnTo>
                    <a:pt x="216789" y="491299"/>
                  </a:lnTo>
                  <a:lnTo>
                    <a:pt x="226504" y="487870"/>
                  </a:lnTo>
                  <a:lnTo>
                    <a:pt x="226377" y="487870"/>
                  </a:lnTo>
                  <a:lnTo>
                    <a:pt x="234696" y="483108"/>
                  </a:lnTo>
                  <a:lnTo>
                    <a:pt x="243281" y="476846"/>
                  </a:lnTo>
                  <a:lnTo>
                    <a:pt x="250888" y="469582"/>
                  </a:lnTo>
                  <a:lnTo>
                    <a:pt x="257619" y="461467"/>
                  </a:lnTo>
                  <a:lnTo>
                    <a:pt x="262610" y="454152"/>
                  </a:lnTo>
                  <a:lnTo>
                    <a:pt x="263652" y="452628"/>
                  </a:lnTo>
                  <a:lnTo>
                    <a:pt x="294132" y="483108"/>
                  </a:lnTo>
                  <a:lnTo>
                    <a:pt x="309372" y="490728"/>
                  </a:lnTo>
                  <a:lnTo>
                    <a:pt x="320040" y="490728"/>
                  </a:lnTo>
                  <a:lnTo>
                    <a:pt x="323088" y="489204"/>
                  </a:lnTo>
                  <a:lnTo>
                    <a:pt x="332232" y="483108"/>
                  </a:lnTo>
                  <a:lnTo>
                    <a:pt x="335280" y="477012"/>
                  </a:lnTo>
                  <a:lnTo>
                    <a:pt x="341376" y="469392"/>
                  </a:lnTo>
                  <a:lnTo>
                    <a:pt x="351637" y="478536"/>
                  </a:lnTo>
                  <a:lnTo>
                    <a:pt x="364731" y="489966"/>
                  </a:lnTo>
                  <a:lnTo>
                    <a:pt x="367284" y="492252"/>
                  </a:lnTo>
                  <a:lnTo>
                    <a:pt x="374091" y="497636"/>
                  </a:lnTo>
                  <a:lnTo>
                    <a:pt x="380619" y="502158"/>
                  </a:lnTo>
                  <a:lnTo>
                    <a:pt x="386562" y="505548"/>
                  </a:lnTo>
                  <a:lnTo>
                    <a:pt x="391668" y="507492"/>
                  </a:lnTo>
                  <a:lnTo>
                    <a:pt x="394716" y="509016"/>
                  </a:lnTo>
                  <a:lnTo>
                    <a:pt x="399288" y="510540"/>
                  </a:lnTo>
                  <a:lnTo>
                    <a:pt x="402336" y="510540"/>
                  </a:lnTo>
                  <a:lnTo>
                    <a:pt x="435838" y="475373"/>
                  </a:lnTo>
                  <a:lnTo>
                    <a:pt x="446646" y="435889"/>
                  </a:lnTo>
                  <a:lnTo>
                    <a:pt x="447929" y="414934"/>
                  </a:lnTo>
                  <a:lnTo>
                    <a:pt x="447929" y="4114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75" name="Google Shape;2675;p45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844240" y="5204460"/>
              <a:ext cx="232971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76" name="Google Shape;2676;p45"/>
            <p:cNvSpPr/>
            <p:nvPr/>
          </p:nvSpPr>
          <p:spPr>
            <a:xfrm>
              <a:off x="1728216" y="5077967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275" y="34790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7536"/>
                  </a:lnTo>
                  <a:lnTo>
                    <a:pt x="333756" y="91440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52030" y="75318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7" name="Google Shape;2677;p45"/>
          <p:cNvGrpSpPr/>
          <p:nvPr/>
        </p:nvGrpSpPr>
        <p:grpSpPr>
          <a:xfrm>
            <a:off x="1735836" y="4273296"/>
            <a:ext cx="342900" cy="657352"/>
            <a:chOff x="1735836" y="4273296"/>
            <a:chExt cx="342900" cy="657352"/>
          </a:xfrm>
        </p:grpSpPr>
        <p:sp>
          <p:nvSpPr>
            <p:cNvPr id="2678" name="Google Shape;2678;p45"/>
            <p:cNvSpPr/>
            <p:nvPr/>
          </p:nvSpPr>
          <p:spPr>
            <a:xfrm>
              <a:off x="1735836" y="4468368"/>
              <a:ext cx="342900" cy="462280"/>
            </a:xfrm>
            <a:custGeom>
              <a:rect b="b" l="l" r="r" t="t"/>
              <a:pathLst>
                <a:path extrusionOk="0" h="462279" w="342900">
                  <a:moveTo>
                    <a:pt x="335267" y="321564"/>
                  </a:moveTo>
                  <a:lnTo>
                    <a:pt x="327647" y="321564"/>
                  </a:lnTo>
                  <a:lnTo>
                    <a:pt x="327647" y="333756"/>
                  </a:lnTo>
                  <a:lnTo>
                    <a:pt x="327647" y="341376"/>
                  </a:lnTo>
                  <a:lnTo>
                    <a:pt x="298691" y="368427"/>
                  </a:lnTo>
                  <a:lnTo>
                    <a:pt x="65519" y="368808"/>
                  </a:lnTo>
                  <a:lnTo>
                    <a:pt x="51854" y="368503"/>
                  </a:lnTo>
                  <a:lnTo>
                    <a:pt x="16065" y="343217"/>
                  </a:lnTo>
                  <a:lnTo>
                    <a:pt x="15240" y="333756"/>
                  </a:lnTo>
                  <a:lnTo>
                    <a:pt x="15240" y="321564"/>
                  </a:lnTo>
                  <a:lnTo>
                    <a:pt x="7620" y="321564"/>
                  </a:lnTo>
                  <a:lnTo>
                    <a:pt x="7620" y="461772"/>
                  </a:lnTo>
                  <a:lnTo>
                    <a:pt x="15240" y="461772"/>
                  </a:lnTo>
                  <a:lnTo>
                    <a:pt x="15240" y="443484"/>
                  </a:lnTo>
                  <a:lnTo>
                    <a:pt x="16764" y="435864"/>
                  </a:lnTo>
                  <a:lnTo>
                    <a:pt x="53860" y="414794"/>
                  </a:lnTo>
                  <a:lnTo>
                    <a:pt x="65519" y="414528"/>
                  </a:lnTo>
                  <a:lnTo>
                    <a:pt x="277355" y="414528"/>
                  </a:lnTo>
                  <a:lnTo>
                    <a:pt x="315455" y="420624"/>
                  </a:lnTo>
                  <a:lnTo>
                    <a:pt x="327647" y="451104"/>
                  </a:lnTo>
                  <a:lnTo>
                    <a:pt x="327647" y="461772"/>
                  </a:lnTo>
                  <a:lnTo>
                    <a:pt x="335267" y="461772"/>
                  </a:lnTo>
                  <a:lnTo>
                    <a:pt x="335267" y="321564"/>
                  </a:lnTo>
                  <a:close/>
                </a:path>
                <a:path extrusionOk="0" h="462279" w="342900">
                  <a:moveTo>
                    <a:pt x="342900" y="134112"/>
                  </a:moveTo>
                  <a:lnTo>
                    <a:pt x="337375" y="91821"/>
                  </a:lnTo>
                  <a:lnTo>
                    <a:pt x="321564" y="56388"/>
                  </a:lnTo>
                  <a:lnTo>
                    <a:pt x="295846" y="25908"/>
                  </a:lnTo>
                  <a:lnTo>
                    <a:pt x="257556" y="0"/>
                  </a:lnTo>
                  <a:lnTo>
                    <a:pt x="254508" y="6096"/>
                  </a:lnTo>
                  <a:lnTo>
                    <a:pt x="273126" y="20675"/>
                  </a:lnTo>
                  <a:lnTo>
                    <a:pt x="288036" y="34671"/>
                  </a:lnTo>
                  <a:lnTo>
                    <a:pt x="313842" y="72961"/>
                  </a:lnTo>
                  <a:lnTo>
                    <a:pt x="321564" y="115824"/>
                  </a:lnTo>
                  <a:lnTo>
                    <a:pt x="320433" y="133781"/>
                  </a:lnTo>
                  <a:lnTo>
                    <a:pt x="304800" y="181356"/>
                  </a:lnTo>
                  <a:lnTo>
                    <a:pt x="269646" y="216293"/>
                  </a:lnTo>
                  <a:lnTo>
                    <a:pt x="217932" y="235077"/>
                  </a:lnTo>
                  <a:lnTo>
                    <a:pt x="176784" y="239268"/>
                  </a:lnTo>
                  <a:lnTo>
                    <a:pt x="150507" y="238175"/>
                  </a:lnTo>
                  <a:lnTo>
                    <a:pt x="105410" y="230276"/>
                  </a:lnTo>
                  <a:lnTo>
                    <a:pt x="69735" y="215455"/>
                  </a:lnTo>
                  <a:lnTo>
                    <a:pt x="33528" y="182880"/>
                  </a:lnTo>
                  <a:lnTo>
                    <a:pt x="17881" y="140449"/>
                  </a:lnTo>
                  <a:lnTo>
                    <a:pt x="16764" y="124968"/>
                  </a:lnTo>
                  <a:lnTo>
                    <a:pt x="18186" y="106133"/>
                  </a:lnTo>
                  <a:lnTo>
                    <a:pt x="39624" y="57912"/>
                  </a:lnTo>
                  <a:lnTo>
                    <a:pt x="69342" y="33909"/>
                  </a:lnTo>
                  <a:lnTo>
                    <a:pt x="112776" y="16764"/>
                  </a:lnTo>
                  <a:lnTo>
                    <a:pt x="112776" y="9144"/>
                  </a:lnTo>
                  <a:lnTo>
                    <a:pt x="0" y="16764"/>
                  </a:lnTo>
                  <a:lnTo>
                    <a:pt x="0" y="24384"/>
                  </a:lnTo>
                  <a:lnTo>
                    <a:pt x="7620" y="25908"/>
                  </a:lnTo>
                  <a:lnTo>
                    <a:pt x="13716" y="28956"/>
                  </a:lnTo>
                  <a:lnTo>
                    <a:pt x="18288" y="32004"/>
                  </a:lnTo>
                  <a:lnTo>
                    <a:pt x="21336" y="35052"/>
                  </a:lnTo>
                  <a:lnTo>
                    <a:pt x="22860" y="39624"/>
                  </a:lnTo>
                  <a:lnTo>
                    <a:pt x="22860" y="47244"/>
                  </a:lnTo>
                  <a:lnTo>
                    <a:pt x="21336" y="51816"/>
                  </a:lnTo>
                  <a:lnTo>
                    <a:pt x="16764" y="57912"/>
                  </a:lnTo>
                  <a:lnTo>
                    <a:pt x="9639" y="75082"/>
                  </a:lnTo>
                  <a:lnTo>
                    <a:pt x="4381" y="92392"/>
                  </a:lnTo>
                  <a:lnTo>
                    <a:pt x="1117" y="109994"/>
                  </a:lnTo>
                  <a:lnTo>
                    <a:pt x="0" y="128016"/>
                  </a:lnTo>
                  <a:lnTo>
                    <a:pt x="1422" y="150329"/>
                  </a:lnTo>
                  <a:lnTo>
                    <a:pt x="12852" y="192100"/>
                  </a:lnTo>
                  <a:lnTo>
                    <a:pt x="35433" y="229489"/>
                  </a:lnTo>
                  <a:lnTo>
                    <a:pt x="67437" y="259638"/>
                  </a:lnTo>
                  <a:lnTo>
                    <a:pt x="107772" y="281279"/>
                  </a:lnTo>
                  <a:lnTo>
                    <a:pt x="152438" y="292709"/>
                  </a:lnTo>
                  <a:lnTo>
                    <a:pt x="176784" y="294132"/>
                  </a:lnTo>
                  <a:lnTo>
                    <a:pt x="205854" y="291896"/>
                  </a:lnTo>
                  <a:lnTo>
                    <a:pt x="258864" y="274853"/>
                  </a:lnTo>
                  <a:lnTo>
                    <a:pt x="308813" y="235699"/>
                  </a:lnTo>
                  <a:lnTo>
                    <a:pt x="339153" y="172745"/>
                  </a:lnTo>
                  <a:lnTo>
                    <a:pt x="342900" y="1341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79" name="Google Shape;2679;p45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844040" y="4273296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80" name="Google Shape;2680;p45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681" name="Google Shape;2681;p45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82" name="Google Shape;2682;p45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683" name="Google Shape;2683;p4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684" name="Google Shape;2684;p45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85" name="Google Shape;2685;p45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655307" y="1757172"/>
            <a:ext cx="117348" cy="166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86" name="Google Shape;2686;p45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177795" y="2144267"/>
            <a:ext cx="3864864" cy="64038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spTree>
      <p:nvGrpSpPr>
        <p:cNvPr id="2690" name="Shape 2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91" name="Google Shape;2691;p4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6067044" y="8953500"/>
            <a:ext cx="571499" cy="638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2" name="Google Shape;2692;p46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298691" y="4690871"/>
            <a:ext cx="152400" cy="1450848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3" name="Google Shape;2693;p46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416039" y="754380"/>
            <a:ext cx="521208" cy="70866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4" name="Google Shape;2694;p46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6786371" y="8534400"/>
            <a:ext cx="117348" cy="1543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5" name="Google Shape;2695;p46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135380" y="5362955"/>
            <a:ext cx="448055" cy="31150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6" name="Google Shape;2696;p46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135380" y="2919983"/>
            <a:ext cx="448055" cy="23439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97" name="Google Shape;2697;p46"/>
          <p:cNvGrpSpPr/>
          <p:nvPr/>
        </p:nvGrpSpPr>
        <p:grpSpPr>
          <a:xfrm>
            <a:off x="1135380" y="2202179"/>
            <a:ext cx="348995" cy="556514"/>
            <a:chOff x="1135380" y="2202179"/>
            <a:chExt cx="348995" cy="556514"/>
          </a:xfrm>
        </p:grpSpPr>
        <p:sp>
          <p:nvSpPr>
            <p:cNvPr id="2698" name="Google Shape;2698;p46"/>
            <p:cNvSpPr/>
            <p:nvPr/>
          </p:nvSpPr>
          <p:spPr>
            <a:xfrm>
              <a:off x="1135380" y="2561843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6"/>
                  </a:moveTo>
                  <a:lnTo>
                    <a:pt x="335279" y="196596"/>
                  </a:lnTo>
                  <a:lnTo>
                    <a:pt x="335279" y="179832"/>
                  </a:lnTo>
                  <a:lnTo>
                    <a:pt x="333755" y="173736"/>
                  </a:lnTo>
                  <a:lnTo>
                    <a:pt x="294917" y="154185"/>
                  </a:lnTo>
                  <a:lnTo>
                    <a:pt x="283463" y="153924"/>
                  </a:lnTo>
                  <a:lnTo>
                    <a:pt x="137159" y="153924"/>
                  </a:lnTo>
                  <a:lnTo>
                    <a:pt x="137159" y="196596"/>
                  </a:lnTo>
                  <a:lnTo>
                    <a:pt x="121919" y="196596"/>
                  </a:lnTo>
                  <a:lnTo>
                    <a:pt x="121919" y="153924"/>
                  </a:lnTo>
                  <a:lnTo>
                    <a:pt x="106679" y="153924"/>
                  </a:lnTo>
                  <a:lnTo>
                    <a:pt x="91249" y="153328"/>
                  </a:lnTo>
                  <a:lnTo>
                    <a:pt x="51815" y="143256"/>
                  </a:lnTo>
                  <a:lnTo>
                    <a:pt x="13715" y="111252"/>
                  </a:lnTo>
                  <a:lnTo>
                    <a:pt x="857" y="74390"/>
                  </a:lnTo>
                  <a:lnTo>
                    <a:pt x="0" y="60960"/>
                  </a:lnTo>
                  <a:lnTo>
                    <a:pt x="881" y="48672"/>
                  </a:lnTo>
                  <a:lnTo>
                    <a:pt x="20978" y="9001"/>
                  </a:lnTo>
                  <a:lnTo>
                    <a:pt x="39623" y="0"/>
                  </a:lnTo>
                  <a:lnTo>
                    <a:pt x="44195" y="0"/>
                  </a:lnTo>
                  <a:lnTo>
                    <a:pt x="48767" y="3048"/>
                  </a:lnTo>
                  <a:lnTo>
                    <a:pt x="53339" y="7620"/>
                  </a:lnTo>
                  <a:lnTo>
                    <a:pt x="57911" y="10668"/>
                  </a:lnTo>
                  <a:lnTo>
                    <a:pt x="59435" y="15240"/>
                  </a:lnTo>
                  <a:lnTo>
                    <a:pt x="59435" y="24384"/>
                  </a:lnTo>
                  <a:lnTo>
                    <a:pt x="57911" y="28956"/>
                  </a:lnTo>
                  <a:lnTo>
                    <a:pt x="54863" y="32004"/>
                  </a:lnTo>
                  <a:lnTo>
                    <a:pt x="51815" y="36576"/>
                  </a:lnTo>
                  <a:lnTo>
                    <a:pt x="47243" y="41148"/>
                  </a:lnTo>
                  <a:lnTo>
                    <a:pt x="28955" y="53340"/>
                  </a:lnTo>
                  <a:lnTo>
                    <a:pt x="22859" y="59436"/>
                  </a:lnTo>
                  <a:lnTo>
                    <a:pt x="19811" y="64008"/>
                  </a:lnTo>
                  <a:lnTo>
                    <a:pt x="16763" y="70104"/>
                  </a:lnTo>
                  <a:lnTo>
                    <a:pt x="15239" y="74676"/>
                  </a:lnTo>
                  <a:lnTo>
                    <a:pt x="15239" y="88392"/>
                  </a:lnTo>
                  <a:lnTo>
                    <a:pt x="48791" y="113014"/>
                  </a:lnTo>
                  <a:lnTo>
                    <a:pt x="121919" y="114300"/>
                  </a:lnTo>
                  <a:lnTo>
                    <a:pt x="121919" y="56388"/>
                  </a:lnTo>
                  <a:lnTo>
                    <a:pt x="137159" y="56388"/>
                  </a:lnTo>
                  <a:lnTo>
                    <a:pt x="137159" y="114300"/>
                  </a:lnTo>
                  <a:lnTo>
                    <a:pt x="283463" y="114300"/>
                  </a:lnTo>
                  <a:lnTo>
                    <a:pt x="324611" y="108204"/>
                  </a:lnTo>
                  <a:lnTo>
                    <a:pt x="335279" y="83820"/>
                  </a:lnTo>
                  <a:lnTo>
                    <a:pt x="335279" y="64008"/>
                  </a:lnTo>
                  <a:lnTo>
                    <a:pt x="342900" y="64008"/>
                  </a:lnTo>
                  <a:lnTo>
                    <a:pt x="342900" y="19659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99" name="Google Shape;2699;p46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51203" y="2386584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00" name="Google Shape;2700;p46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251203" y="2202179"/>
              <a:ext cx="227075" cy="16306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701" name="Google Shape;2701;p46"/>
          <p:cNvGrpSpPr/>
          <p:nvPr/>
        </p:nvGrpSpPr>
        <p:grpSpPr>
          <a:xfrm>
            <a:off x="1728216" y="5077967"/>
            <a:ext cx="448309" cy="1353820"/>
            <a:chOff x="1728216" y="5077967"/>
            <a:chExt cx="448309" cy="1353820"/>
          </a:xfrm>
        </p:grpSpPr>
        <p:sp>
          <p:nvSpPr>
            <p:cNvPr id="2702" name="Google Shape;2702;p46"/>
            <p:cNvSpPr/>
            <p:nvPr/>
          </p:nvSpPr>
          <p:spPr>
            <a:xfrm>
              <a:off x="1728216" y="5420868"/>
              <a:ext cx="448309" cy="1010919"/>
            </a:xfrm>
            <a:custGeom>
              <a:rect b="b" l="l" r="r" t="t"/>
              <a:pathLst>
                <a:path extrusionOk="0" h="1010920" w="448310">
                  <a:moveTo>
                    <a:pt x="48768" y="583692"/>
                  </a:moveTo>
                  <a:lnTo>
                    <a:pt x="45720" y="577596"/>
                  </a:lnTo>
                  <a:lnTo>
                    <a:pt x="36576" y="568452"/>
                  </a:lnTo>
                  <a:lnTo>
                    <a:pt x="30480" y="566928"/>
                  </a:lnTo>
                  <a:lnTo>
                    <a:pt x="16764" y="566928"/>
                  </a:lnTo>
                  <a:lnTo>
                    <a:pt x="12192" y="568452"/>
                  </a:lnTo>
                  <a:lnTo>
                    <a:pt x="3048" y="577596"/>
                  </a:lnTo>
                  <a:lnTo>
                    <a:pt x="0" y="583692"/>
                  </a:lnTo>
                  <a:lnTo>
                    <a:pt x="0" y="597408"/>
                  </a:lnTo>
                  <a:lnTo>
                    <a:pt x="3048" y="603504"/>
                  </a:lnTo>
                  <a:lnTo>
                    <a:pt x="12192" y="612648"/>
                  </a:lnTo>
                  <a:lnTo>
                    <a:pt x="16764" y="615696"/>
                  </a:lnTo>
                  <a:lnTo>
                    <a:pt x="30480" y="615696"/>
                  </a:lnTo>
                  <a:lnTo>
                    <a:pt x="36576" y="612648"/>
                  </a:lnTo>
                  <a:lnTo>
                    <a:pt x="45720" y="603504"/>
                  </a:lnTo>
                  <a:lnTo>
                    <a:pt x="48768" y="597408"/>
                  </a:lnTo>
                  <a:lnTo>
                    <a:pt x="48768" y="583692"/>
                  </a:lnTo>
                  <a:close/>
                </a:path>
                <a:path extrusionOk="0" h="1010920" w="448310">
                  <a:moveTo>
                    <a:pt x="48768" y="199644"/>
                  </a:moveTo>
                  <a:lnTo>
                    <a:pt x="45720" y="193548"/>
                  </a:lnTo>
                  <a:lnTo>
                    <a:pt x="36576" y="184404"/>
                  </a:lnTo>
                  <a:lnTo>
                    <a:pt x="30480" y="181356"/>
                  </a:lnTo>
                  <a:lnTo>
                    <a:pt x="16764" y="181356"/>
                  </a:lnTo>
                  <a:lnTo>
                    <a:pt x="12192" y="184404"/>
                  </a:lnTo>
                  <a:lnTo>
                    <a:pt x="3048" y="193548"/>
                  </a:lnTo>
                  <a:lnTo>
                    <a:pt x="0" y="199644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6764" y="230124"/>
                  </a:lnTo>
                  <a:lnTo>
                    <a:pt x="30480" y="230124"/>
                  </a:lnTo>
                  <a:lnTo>
                    <a:pt x="36576" y="227076"/>
                  </a:lnTo>
                  <a:lnTo>
                    <a:pt x="45720" y="217932"/>
                  </a:lnTo>
                  <a:lnTo>
                    <a:pt x="48768" y="211836"/>
                  </a:lnTo>
                  <a:lnTo>
                    <a:pt x="48768" y="199644"/>
                  </a:lnTo>
                  <a:close/>
                </a:path>
                <a:path extrusionOk="0" h="1010920" w="448310">
                  <a:moveTo>
                    <a:pt x="342900" y="864108"/>
                  </a:moveTo>
                  <a:lnTo>
                    <a:pt x="339725" y="819226"/>
                  </a:lnTo>
                  <a:lnTo>
                    <a:pt x="330136" y="780478"/>
                  </a:lnTo>
                  <a:lnTo>
                    <a:pt x="326136" y="772388"/>
                  </a:lnTo>
                  <a:lnTo>
                    <a:pt x="326136" y="865632"/>
                  </a:lnTo>
                  <a:lnTo>
                    <a:pt x="326047" y="867156"/>
                  </a:lnTo>
                  <a:lnTo>
                    <a:pt x="325577" y="876515"/>
                  </a:lnTo>
                  <a:lnTo>
                    <a:pt x="324040" y="888682"/>
                  </a:lnTo>
                  <a:lnTo>
                    <a:pt x="321627" y="902284"/>
                  </a:lnTo>
                  <a:lnTo>
                    <a:pt x="318516" y="917448"/>
                  </a:lnTo>
                  <a:lnTo>
                    <a:pt x="39624" y="917448"/>
                  </a:lnTo>
                  <a:lnTo>
                    <a:pt x="32550" y="878878"/>
                  </a:lnTo>
                  <a:lnTo>
                    <a:pt x="32004" y="867156"/>
                  </a:lnTo>
                  <a:lnTo>
                    <a:pt x="34544" y="839724"/>
                  </a:lnTo>
                  <a:lnTo>
                    <a:pt x="54495" y="791718"/>
                  </a:lnTo>
                  <a:lnTo>
                    <a:pt x="93002" y="755142"/>
                  </a:lnTo>
                  <a:lnTo>
                    <a:pt x="146634" y="736854"/>
                  </a:lnTo>
                  <a:lnTo>
                    <a:pt x="178308" y="734568"/>
                  </a:lnTo>
                  <a:lnTo>
                    <a:pt x="210858" y="736854"/>
                  </a:lnTo>
                  <a:lnTo>
                    <a:pt x="265099" y="755142"/>
                  </a:lnTo>
                  <a:lnTo>
                    <a:pt x="303631" y="791489"/>
                  </a:lnTo>
                  <a:lnTo>
                    <a:pt x="323583" y="838441"/>
                  </a:lnTo>
                  <a:lnTo>
                    <a:pt x="323697" y="839724"/>
                  </a:lnTo>
                  <a:lnTo>
                    <a:pt x="326136" y="865632"/>
                  </a:lnTo>
                  <a:lnTo>
                    <a:pt x="326136" y="772388"/>
                  </a:lnTo>
                  <a:lnTo>
                    <a:pt x="313956" y="747737"/>
                  </a:lnTo>
                  <a:lnTo>
                    <a:pt x="266788" y="702856"/>
                  </a:lnTo>
                  <a:lnTo>
                    <a:pt x="209638" y="682282"/>
                  </a:lnTo>
                  <a:lnTo>
                    <a:pt x="176784" y="679704"/>
                  </a:lnTo>
                  <a:lnTo>
                    <a:pt x="152222" y="681139"/>
                  </a:lnTo>
                  <a:lnTo>
                    <a:pt x="107124" y="692569"/>
                  </a:lnTo>
                  <a:lnTo>
                    <a:pt x="68859" y="715124"/>
                  </a:lnTo>
                  <a:lnTo>
                    <a:pt x="41427" y="746506"/>
                  </a:lnTo>
                  <a:lnTo>
                    <a:pt x="24879" y="786511"/>
                  </a:lnTo>
                  <a:lnTo>
                    <a:pt x="16357" y="841997"/>
                  </a:lnTo>
                  <a:lnTo>
                    <a:pt x="15227" y="876300"/>
                  </a:lnTo>
                  <a:lnTo>
                    <a:pt x="15227" y="1010412"/>
                  </a:lnTo>
                  <a:lnTo>
                    <a:pt x="22860" y="1010412"/>
                  </a:lnTo>
                  <a:lnTo>
                    <a:pt x="22860" y="998220"/>
                  </a:lnTo>
                  <a:lnTo>
                    <a:pt x="23444" y="989418"/>
                  </a:lnTo>
                  <a:lnTo>
                    <a:pt x="59067" y="963460"/>
                  </a:lnTo>
                  <a:lnTo>
                    <a:pt x="59918" y="963460"/>
                  </a:lnTo>
                  <a:lnTo>
                    <a:pt x="73152" y="963168"/>
                  </a:lnTo>
                  <a:lnTo>
                    <a:pt x="284988" y="963168"/>
                  </a:lnTo>
                  <a:lnTo>
                    <a:pt x="297561" y="963460"/>
                  </a:lnTo>
                  <a:lnTo>
                    <a:pt x="331851" y="980122"/>
                  </a:lnTo>
                  <a:lnTo>
                    <a:pt x="334492" y="989418"/>
                  </a:lnTo>
                  <a:lnTo>
                    <a:pt x="335280" y="998220"/>
                  </a:lnTo>
                  <a:lnTo>
                    <a:pt x="335280" y="1010412"/>
                  </a:lnTo>
                  <a:lnTo>
                    <a:pt x="342900" y="1010412"/>
                  </a:lnTo>
                  <a:lnTo>
                    <a:pt x="342900" y="963168"/>
                  </a:lnTo>
                  <a:lnTo>
                    <a:pt x="342900" y="917448"/>
                  </a:lnTo>
                  <a:lnTo>
                    <a:pt x="342900" y="864108"/>
                  </a:lnTo>
                  <a:close/>
                </a:path>
                <a:path extrusionOk="0" h="1010920" w="448310">
                  <a:moveTo>
                    <a:pt x="342900" y="537972"/>
                  </a:moveTo>
                  <a:lnTo>
                    <a:pt x="335280" y="537972"/>
                  </a:lnTo>
                  <a:lnTo>
                    <a:pt x="335280" y="548640"/>
                  </a:lnTo>
                  <a:lnTo>
                    <a:pt x="333756" y="554736"/>
                  </a:lnTo>
                  <a:lnTo>
                    <a:pt x="292608" y="571500"/>
                  </a:lnTo>
                  <a:lnTo>
                    <a:pt x="115824" y="571500"/>
                  </a:lnTo>
                  <a:lnTo>
                    <a:pt x="115824" y="580644"/>
                  </a:lnTo>
                  <a:lnTo>
                    <a:pt x="143256" y="646176"/>
                  </a:lnTo>
                  <a:lnTo>
                    <a:pt x="150876" y="643128"/>
                  </a:lnTo>
                  <a:lnTo>
                    <a:pt x="147828" y="637032"/>
                  </a:lnTo>
                  <a:lnTo>
                    <a:pt x="147828" y="620268"/>
                  </a:lnTo>
                  <a:lnTo>
                    <a:pt x="192189" y="611149"/>
                  </a:lnTo>
                  <a:lnTo>
                    <a:pt x="301675" y="611149"/>
                  </a:lnTo>
                  <a:lnTo>
                    <a:pt x="310515" y="611505"/>
                  </a:lnTo>
                  <a:lnTo>
                    <a:pt x="317030" y="612419"/>
                  </a:lnTo>
                  <a:lnTo>
                    <a:pt x="321564" y="614172"/>
                  </a:lnTo>
                  <a:lnTo>
                    <a:pt x="326136" y="615696"/>
                  </a:lnTo>
                  <a:lnTo>
                    <a:pt x="329184" y="618744"/>
                  </a:lnTo>
                  <a:lnTo>
                    <a:pt x="332232" y="623316"/>
                  </a:lnTo>
                  <a:lnTo>
                    <a:pt x="333756" y="626364"/>
                  </a:lnTo>
                  <a:lnTo>
                    <a:pt x="335280" y="633984"/>
                  </a:lnTo>
                  <a:lnTo>
                    <a:pt x="335280" y="644652"/>
                  </a:lnTo>
                  <a:lnTo>
                    <a:pt x="342900" y="644652"/>
                  </a:lnTo>
                  <a:lnTo>
                    <a:pt x="342900" y="611149"/>
                  </a:lnTo>
                  <a:lnTo>
                    <a:pt x="342900" y="537972"/>
                  </a:lnTo>
                  <a:close/>
                </a:path>
                <a:path extrusionOk="0" h="1010920" w="448310">
                  <a:moveTo>
                    <a:pt x="342900" y="152400"/>
                  </a:moveTo>
                  <a:lnTo>
                    <a:pt x="335280" y="152400"/>
                  </a:lnTo>
                  <a:lnTo>
                    <a:pt x="335280" y="163068"/>
                  </a:lnTo>
                  <a:lnTo>
                    <a:pt x="333756" y="170688"/>
                  </a:lnTo>
                  <a:lnTo>
                    <a:pt x="292608" y="185928"/>
                  </a:lnTo>
                  <a:lnTo>
                    <a:pt x="115824" y="185928"/>
                  </a:lnTo>
                  <a:lnTo>
                    <a:pt x="115824" y="196596"/>
                  </a:lnTo>
                  <a:lnTo>
                    <a:pt x="143256" y="260604"/>
                  </a:lnTo>
                  <a:lnTo>
                    <a:pt x="150876" y="257556"/>
                  </a:lnTo>
                  <a:lnTo>
                    <a:pt x="147828" y="251460"/>
                  </a:lnTo>
                  <a:lnTo>
                    <a:pt x="147828" y="234696"/>
                  </a:lnTo>
                  <a:lnTo>
                    <a:pt x="150876" y="233172"/>
                  </a:lnTo>
                  <a:lnTo>
                    <a:pt x="152400" y="230124"/>
                  </a:lnTo>
                  <a:lnTo>
                    <a:pt x="155448" y="228600"/>
                  </a:lnTo>
                  <a:lnTo>
                    <a:pt x="161544" y="227076"/>
                  </a:lnTo>
                  <a:lnTo>
                    <a:pt x="168706" y="226199"/>
                  </a:lnTo>
                  <a:lnTo>
                    <a:pt x="178879" y="225742"/>
                  </a:lnTo>
                  <a:lnTo>
                    <a:pt x="194081" y="225552"/>
                  </a:lnTo>
                  <a:lnTo>
                    <a:pt x="292608" y="225552"/>
                  </a:lnTo>
                  <a:lnTo>
                    <a:pt x="299631" y="225742"/>
                  </a:lnTo>
                  <a:lnTo>
                    <a:pt x="301421" y="225742"/>
                  </a:lnTo>
                  <a:lnTo>
                    <a:pt x="310515" y="226504"/>
                  </a:lnTo>
                  <a:lnTo>
                    <a:pt x="317030" y="227482"/>
                  </a:lnTo>
                  <a:lnTo>
                    <a:pt x="321564" y="228600"/>
                  </a:lnTo>
                  <a:lnTo>
                    <a:pt x="326136" y="231648"/>
                  </a:lnTo>
                  <a:lnTo>
                    <a:pt x="329184" y="233172"/>
                  </a:lnTo>
                  <a:lnTo>
                    <a:pt x="332232" y="237744"/>
                  </a:lnTo>
                  <a:lnTo>
                    <a:pt x="333756" y="240792"/>
                  </a:lnTo>
                  <a:lnTo>
                    <a:pt x="335280" y="248412"/>
                  </a:lnTo>
                  <a:lnTo>
                    <a:pt x="335280" y="259080"/>
                  </a:lnTo>
                  <a:lnTo>
                    <a:pt x="342900" y="259080"/>
                  </a:lnTo>
                  <a:lnTo>
                    <a:pt x="342900" y="225552"/>
                  </a:lnTo>
                  <a:lnTo>
                    <a:pt x="342900" y="152400"/>
                  </a:lnTo>
                  <a:close/>
                </a:path>
                <a:path extrusionOk="0" h="1010920" w="448310">
                  <a:moveTo>
                    <a:pt x="345935" y="57912"/>
                  </a:moveTo>
                  <a:lnTo>
                    <a:pt x="327177" y="16941"/>
                  </a:lnTo>
                  <a:lnTo>
                    <a:pt x="297167" y="0"/>
                  </a:lnTo>
                  <a:lnTo>
                    <a:pt x="297167" y="10668"/>
                  </a:lnTo>
                  <a:lnTo>
                    <a:pt x="303263" y="13716"/>
                  </a:lnTo>
                  <a:lnTo>
                    <a:pt x="312407" y="22860"/>
                  </a:lnTo>
                  <a:lnTo>
                    <a:pt x="315455" y="27432"/>
                  </a:lnTo>
                  <a:lnTo>
                    <a:pt x="316979" y="33528"/>
                  </a:lnTo>
                  <a:lnTo>
                    <a:pt x="316979" y="45720"/>
                  </a:lnTo>
                  <a:lnTo>
                    <a:pt x="280403" y="60960"/>
                  </a:lnTo>
                  <a:lnTo>
                    <a:pt x="137147" y="60960"/>
                  </a:lnTo>
                  <a:lnTo>
                    <a:pt x="137147" y="9144"/>
                  </a:lnTo>
                  <a:lnTo>
                    <a:pt x="121907" y="9144"/>
                  </a:lnTo>
                  <a:lnTo>
                    <a:pt x="121907" y="60960"/>
                  </a:lnTo>
                  <a:lnTo>
                    <a:pt x="48755" y="60960"/>
                  </a:lnTo>
                  <a:lnTo>
                    <a:pt x="48755" y="67056"/>
                  </a:lnTo>
                  <a:lnTo>
                    <a:pt x="90906" y="89560"/>
                  </a:lnTo>
                  <a:lnTo>
                    <a:pt x="122859" y="121920"/>
                  </a:lnTo>
                  <a:lnTo>
                    <a:pt x="129527" y="135636"/>
                  </a:lnTo>
                  <a:lnTo>
                    <a:pt x="137147" y="135636"/>
                  </a:lnTo>
                  <a:lnTo>
                    <a:pt x="137147" y="100584"/>
                  </a:lnTo>
                  <a:lnTo>
                    <a:pt x="286499" y="100584"/>
                  </a:lnTo>
                  <a:lnTo>
                    <a:pt x="297345" y="100304"/>
                  </a:lnTo>
                  <a:lnTo>
                    <a:pt x="335267" y="86868"/>
                  </a:lnTo>
                  <a:lnTo>
                    <a:pt x="339839" y="79248"/>
                  </a:lnTo>
                  <a:lnTo>
                    <a:pt x="344411" y="73152"/>
                  </a:lnTo>
                  <a:lnTo>
                    <a:pt x="345935" y="65532"/>
                  </a:lnTo>
                  <a:lnTo>
                    <a:pt x="345935" y="57912"/>
                  </a:lnTo>
                  <a:close/>
                </a:path>
                <a:path extrusionOk="0" h="1010920" w="448310">
                  <a:moveTo>
                    <a:pt x="447929" y="411480"/>
                  </a:moveTo>
                  <a:lnTo>
                    <a:pt x="445782" y="384479"/>
                  </a:lnTo>
                  <a:lnTo>
                    <a:pt x="439102" y="358521"/>
                  </a:lnTo>
                  <a:lnTo>
                    <a:pt x="428117" y="335432"/>
                  </a:lnTo>
                  <a:lnTo>
                    <a:pt x="418846" y="323189"/>
                  </a:lnTo>
                  <a:lnTo>
                    <a:pt x="418846" y="396557"/>
                  </a:lnTo>
                  <a:lnTo>
                    <a:pt x="418249" y="411480"/>
                  </a:lnTo>
                  <a:lnTo>
                    <a:pt x="399288" y="470916"/>
                  </a:lnTo>
                  <a:lnTo>
                    <a:pt x="391858" y="475373"/>
                  </a:lnTo>
                  <a:lnTo>
                    <a:pt x="377469" y="475373"/>
                  </a:lnTo>
                  <a:lnTo>
                    <a:pt x="371856" y="473964"/>
                  </a:lnTo>
                  <a:lnTo>
                    <a:pt x="365760" y="470916"/>
                  </a:lnTo>
                  <a:lnTo>
                    <a:pt x="362394" y="469392"/>
                  </a:lnTo>
                  <a:lnTo>
                    <a:pt x="342900" y="455676"/>
                  </a:lnTo>
                  <a:lnTo>
                    <a:pt x="344932" y="438912"/>
                  </a:lnTo>
                  <a:lnTo>
                    <a:pt x="345059" y="437388"/>
                  </a:lnTo>
                  <a:lnTo>
                    <a:pt x="345173" y="435889"/>
                  </a:lnTo>
                  <a:lnTo>
                    <a:pt x="345186" y="435698"/>
                  </a:lnTo>
                  <a:lnTo>
                    <a:pt x="346519" y="419100"/>
                  </a:lnTo>
                  <a:lnTo>
                    <a:pt x="346633" y="417055"/>
                  </a:lnTo>
                  <a:lnTo>
                    <a:pt x="346748" y="414934"/>
                  </a:lnTo>
                  <a:lnTo>
                    <a:pt x="346849" y="413004"/>
                  </a:lnTo>
                  <a:lnTo>
                    <a:pt x="346938" y="411480"/>
                  </a:lnTo>
                  <a:lnTo>
                    <a:pt x="347827" y="395668"/>
                  </a:lnTo>
                  <a:lnTo>
                    <a:pt x="347929" y="393192"/>
                  </a:lnTo>
                  <a:lnTo>
                    <a:pt x="348945" y="369785"/>
                  </a:lnTo>
                  <a:lnTo>
                    <a:pt x="349072" y="365950"/>
                  </a:lnTo>
                  <a:lnTo>
                    <a:pt x="349173" y="362712"/>
                  </a:lnTo>
                  <a:lnTo>
                    <a:pt x="349288" y="358521"/>
                  </a:lnTo>
                  <a:lnTo>
                    <a:pt x="349364" y="356336"/>
                  </a:lnTo>
                  <a:lnTo>
                    <a:pt x="355092" y="316992"/>
                  </a:lnTo>
                  <a:lnTo>
                    <a:pt x="364236" y="304800"/>
                  </a:lnTo>
                  <a:lnTo>
                    <a:pt x="371856" y="304800"/>
                  </a:lnTo>
                  <a:lnTo>
                    <a:pt x="403860" y="326136"/>
                  </a:lnTo>
                  <a:lnTo>
                    <a:pt x="418198" y="369785"/>
                  </a:lnTo>
                  <a:lnTo>
                    <a:pt x="418426" y="374904"/>
                  </a:lnTo>
                  <a:lnTo>
                    <a:pt x="418465" y="375666"/>
                  </a:lnTo>
                  <a:lnTo>
                    <a:pt x="418719" y="381647"/>
                  </a:lnTo>
                  <a:lnTo>
                    <a:pt x="418846" y="396557"/>
                  </a:lnTo>
                  <a:lnTo>
                    <a:pt x="418846" y="323189"/>
                  </a:lnTo>
                  <a:lnTo>
                    <a:pt x="389001" y="296227"/>
                  </a:lnTo>
                  <a:lnTo>
                    <a:pt x="362712" y="289560"/>
                  </a:lnTo>
                  <a:lnTo>
                    <a:pt x="353847" y="290423"/>
                  </a:lnTo>
                  <a:lnTo>
                    <a:pt x="319468" y="319278"/>
                  </a:lnTo>
                  <a:lnTo>
                    <a:pt x="312674" y="350520"/>
                  </a:lnTo>
                  <a:lnTo>
                    <a:pt x="312623" y="351078"/>
                  </a:lnTo>
                  <a:lnTo>
                    <a:pt x="309372" y="405384"/>
                  </a:lnTo>
                  <a:lnTo>
                    <a:pt x="309130" y="417055"/>
                  </a:lnTo>
                  <a:lnTo>
                    <a:pt x="309016" y="419100"/>
                  </a:lnTo>
                  <a:lnTo>
                    <a:pt x="308952" y="420319"/>
                  </a:lnTo>
                  <a:lnTo>
                    <a:pt x="308825" y="422529"/>
                  </a:lnTo>
                  <a:lnTo>
                    <a:pt x="308749" y="423964"/>
                  </a:lnTo>
                  <a:lnTo>
                    <a:pt x="308610" y="426720"/>
                  </a:lnTo>
                  <a:lnTo>
                    <a:pt x="308483" y="428434"/>
                  </a:lnTo>
                  <a:lnTo>
                    <a:pt x="308076" y="434111"/>
                  </a:lnTo>
                  <a:lnTo>
                    <a:pt x="301752" y="454152"/>
                  </a:lnTo>
                  <a:lnTo>
                    <a:pt x="300228" y="457200"/>
                  </a:lnTo>
                  <a:lnTo>
                    <a:pt x="297180" y="458724"/>
                  </a:lnTo>
                  <a:lnTo>
                    <a:pt x="291084" y="458724"/>
                  </a:lnTo>
                  <a:lnTo>
                    <a:pt x="288036" y="457200"/>
                  </a:lnTo>
                  <a:lnTo>
                    <a:pt x="283464" y="454152"/>
                  </a:lnTo>
                  <a:lnTo>
                    <a:pt x="278892" y="452628"/>
                  </a:lnTo>
                  <a:lnTo>
                    <a:pt x="274281" y="448017"/>
                  </a:lnTo>
                  <a:lnTo>
                    <a:pt x="268224" y="440436"/>
                  </a:lnTo>
                  <a:lnTo>
                    <a:pt x="270217" y="431558"/>
                  </a:lnTo>
                  <a:lnTo>
                    <a:pt x="271653" y="423100"/>
                  </a:lnTo>
                  <a:lnTo>
                    <a:pt x="271703" y="422529"/>
                  </a:lnTo>
                  <a:lnTo>
                    <a:pt x="272503" y="414934"/>
                  </a:lnTo>
                  <a:lnTo>
                    <a:pt x="272630" y="411480"/>
                  </a:lnTo>
                  <a:lnTo>
                    <a:pt x="272796" y="406908"/>
                  </a:lnTo>
                  <a:lnTo>
                    <a:pt x="272669" y="405384"/>
                  </a:lnTo>
                  <a:lnTo>
                    <a:pt x="271386" y="388340"/>
                  </a:lnTo>
                  <a:lnTo>
                    <a:pt x="267271" y="371475"/>
                  </a:lnTo>
                  <a:lnTo>
                    <a:pt x="263398" y="362712"/>
                  </a:lnTo>
                  <a:lnTo>
                    <a:pt x="263309" y="362521"/>
                  </a:lnTo>
                  <a:lnTo>
                    <a:pt x="260604" y="356400"/>
                  </a:lnTo>
                  <a:lnTo>
                    <a:pt x="260604" y="405384"/>
                  </a:lnTo>
                  <a:lnTo>
                    <a:pt x="259499" y="414248"/>
                  </a:lnTo>
                  <a:lnTo>
                    <a:pt x="233070" y="444512"/>
                  </a:lnTo>
                  <a:lnTo>
                    <a:pt x="185928" y="454152"/>
                  </a:lnTo>
                  <a:lnTo>
                    <a:pt x="171945" y="453326"/>
                  </a:lnTo>
                  <a:lnTo>
                    <a:pt x="135724" y="435698"/>
                  </a:lnTo>
                  <a:lnTo>
                    <a:pt x="128752" y="419100"/>
                  </a:lnTo>
                  <a:lnTo>
                    <a:pt x="128016" y="411480"/>
                  </a:lnTo>
                  <a:lnTo>
                    <a:pt x="155562" y="372364"/>
                  </a:lnTo>
                  <a:lnTo>
                    <a:pt x="204216" y="362712"/>
                  </a:lnTo>
                  <a:lnTo>
                    <a:pt x="217944" y="363550"/>
                  </a:lnTo>
                  <a:lnTo>
                    <a:pt x="252882" y="381177"/>
                  </a:lnTo>
                  <a:lnTo>
                    <a:pt x="260604" y="405384"/>
                  </a:lnTo>
                  <a:lnTo>
                    <a:pt x="260604" y="356400"/>
                  </a:lnTo>
                  <a:lnTo>
                    <a:pt x="226504" y="325755"/>
                  </a:lnTo>
                  <a:lnTo>
                    <a:pt x="198120" y="320040"/>
                  </a:lnTo>
                  <a:lnTo>
                    <a:pt x="185204" y="320903"/>
                  </a:lnTo>
                  <a:lnTo>
                    <a:pt x="173736" y="323469"/>
                  </a:lnTo>
                  <a:lnTo>
                    <a:pt x="163398" y="327761"/>
                  </a:lnTo>
                  <a:lnTo>
                    <a:pt x="153924" y="333756"/>
                  </a:lnTo>
                  <a:lnTo>
                    <a:pt x="153924" y="292608"/>
                  </a:lnTo>
                  <a:lnTo>
                    <a:pt x="152400" y="291084"/>
                  </a:lnTo>
                  <a:lnTo>
                    <a:pt x="152400" y="289560"/>
                  </a:lnTo>
                  <a:lnTo>
                    <a:pt x="150876" y="289560"/>
                  </a:lnTo>
                  <a:lnTo>
                    <a:pt x="149352" y="288036"/>
                  </a:lnTo>
                  <a:lnTo>
                    <a:pt x="137160" y="288036"/>
                  </a:lnTo>
                  <a:lnTo>
                    <a:pt x="135636" y="289560"/>
                  </a:lnTo>
                  <a:lnTo>
                    <a:pt x="134112" y="289560"/>
                  </a:lnTo>
                  <a:lnTo>
                    <a:pt x="134112" y="291084"/>
                  </a:lnTo>
                  <a:lnTo>
                    <a:pt x="132588" y="291084"/>
                  </a:lnTo>
                  <a:lnTo>
                    <a:pt x="132588" y="350520"/>
                  </a:lnTo>
                  <a:lnTo>
                    <a:pt x="125463" y="362521"/>
                  </a:lnTo>
                  <a:lnTo>
                    <a:pt x="125387" y="362712"/>
                  </a:lnTo>
                  <a:lnTo>
                    <a:pt x="125310" y="362902"/>
                  </a:lnTo>
                  <a:lnTo>
                    <a:pt x="120205" y="375666"/>
                  </a:lnTo>
                  <a:lnTo>
                    <a:pt x="116941" y="389953"/>
                  </a:lnTo>
                  <a:lnTo>
                    <a:pt x="116928" y="390144"/>
                  </a:lnTo>
                  <a:lnTo>
                    <a:pt x="115824" y="405384"/>
                  </a:lnTo>
                  <a:lnTo>
                    <a:pt x="129324" y="455968"/>
                  </a:lnTo>
                  <a:lnTo>
                    <a:pt x="165544" y="487870"/>
                  </a:lnTo>
                  <a:lnTo>
                    <a:pt x="180047" y="492252"/>
                  </a:lnTo>
                  <a:lnTo>
                    <a:pt x="179476" y="492252"/>
                  </a:lnTo>
                  <a:lnTo>
                    <a:pt x="196596" y="493776"/>
                  </a:lnTo>
                  <a:lnTo>
                    <a:pt x="206832" y="493191"/>
                  </a:lnTo>
                  <a:lnTo>
                    <a:pt x="216789" y="491299"/>
                  </a:lnTo>
                  <a:lnTo>
                    <a:pt x="226504" y="487870"/>
                  </a:lnTo>
                  <a:lnTo>
                    <a:pt x="226377" y="487870"/>
                  </a:lnTo>
                  <a:lnTo>
                    <a:pt x="234696" y="483108"/>
                  </a:lnTo>
                  <a:lnTo>
                    <a:pt x="243281" y="476846"/>
                  </a:lnTo>
                  <a:lnTo>
                    <a:pt x="250888" y="469582"/>
                  </a:lnTo>
                  <a:lnTo>
                    <a:pt x="257619" y="461467"/>
                  </a:lnTo>
                  <a:lnTo>
                    <a:pt x="262610" y="454152"/>
                  </a:lnTo>
                  <a:lnTo>
                    <a:pt x="263652" y="452628"/>
                  </a:lnTo>
                  <a:lnTo>
                    <a:pt x="294132" y="483108"/>
                  </a:lnTo>
                  <a:lnTo>
                    <a:pt x="309372" y="490728"/>
                  </a:lnTo>
                  <a:lnTo>
                    <a:pt x="320040" y="490728"/>
                  </a:lnTo>
                  <a:lnTo>
                    <a:pt x="323088" y="489204"/>
                  </a:lnTo>
                  <a:lnTo>
                    <a:pt x="332232" y="483108"/>
                  </a:lnTo>
                  <a:lnTo>
                    <a:pt x="335280" y="477012"/>
                  </a:lnTo>
                  <a:lnTo>
                    <a:pt x="341376" y="469392"/>
                  </a:lnTo>
                  <a:lnTo>
                    <a:pt x="351637" y="478536"/>
                  </a:lnTo>
                  <a:lnTo>
                    <a:pt x="364731" y="489966"/>
                  </a:lnTo>
                  <a:lnTo>
                    <a:pt x="367284" y="492252"/>
                  </a:lnTo>
                  <a:lnTo>
                    <a:pt x="374091" y="497636"/>
                  </a:lnTo>
                  <a:lnTo>
                    <a:pt x="380619" y="502158"/>
                  </a:lnTo>
                  <a:lnTo>
                    <a:pt x="386562" y="505548"/>
                  </a:lnTo>
                  <a:lnTo>
                    <a:pt x="391668" y="507492"/>
                  </a:lnTo>
                  <a:lnTo>
                    <a:pt x="394716" y="509016"/>
                  </a:lnTo>
                  <a:lnTo>
                    <a:pt x="399288" y="510540"/>
                  </a:lnTo>
                  <a:lnTo>
                    <a:pt x="402336" y="510540"/>
                  </a:lnTo>
                  <a:lnTo>
                    <a:pt x="435838" y="475373"/>
                  </a:lnTo>
                  <a:lnTo>
                    <a:pt x="446646" y="435889"/>
                  </a:lnTo>
                  <a:lnTo>
                    <a:pt x="447929" y="414934"/>
                  </a:lnTo>
                  <a:lnTo>
                    <a:pt x="447929" y="4114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703" name="Google Shape;2703;p46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844240" y="5204460"/>
              <a:ext cx="232971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04" name="Google Shape;2704;p46"/>
            <p:cNvSpPr/>
            <p:nvPr/>
          </p:nvSpPr>
          <p:spPr>
            <a:xfrm>
              <a:off x="1728216" y="5077967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275" y="34790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7536"/>
                  </a:lnTo>
                  <a:lnTo>
                    <a:pt x="333756" y="91440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52030" y="75318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5" name="Google Shape;2705;p46"/>
          <p:cNvGrpSpPr/>
          <p:nvPr/>
        </p:nvGrpSpPr>
        <p:grpSpPr>
          <a:xfrm>
            <a:off x="1735836" y="4273296"/>
            <a:ext cx="342900" cy="657352"/>
            <a:chOff x="1735836" y="4273296"/>
            <a:chExt cx="342900" cy="657352"/>
          </a:xfrm>
        </p:grpSpPr>
        <p:sp>
          <p:nvSpPr>
            <p:cNvPr id="2706" name="Google Shape;2706;p46"/>
            <p:cNvSpPr/>
            <p:nvPr/>
          </p:nvSpPr>
          <p:spPr>
            <a:xfrm>
              <a:off x="1735836" y="4468368"/>
              <a:ext cx="342900" cy="462280"/>
            </a:xfrm>
            <a:custGeom>
              <a:rect b="b" l="l" r="r" t="t"/>
              <a:pathLst>
                <a:path extrusionOk="0" h="462279" w="342900">
                  <a:moveTo>
                    <a:pt x="335267" y="321564"/>
                  </a:moveTo>
                  <a:lnTo>
                    <a:pt x="327647" y="321564"/>
                  </a:lnTo>
                  <a:lnTo>
                    <a:pt x="327647" y="333756"/>
                  </a:lnTo>
                  <a:lnTo>
                    <a:pt x="327647" y="341376"/>
                  </a:lnTo>
                  <a:lnTo>
                    <a:pt x="298691" y="368427"/>
                  </a:lnTo>
                  <a:lnTo>
                    <a:pt x="65519" y="368808"/>
                  </a:lnTo>
                  <a:lnTo>
                    <a:pt x="51854" y="368503"/>
                  </a:lnTo>
                  <a:lnTo>
                    <a:pt x="16065" y="343217"/>
                  </a:lnTo>
                  <a:lnTo>
                    <a:pt x="15240" y="333756"/>
                  </a:lnTo>
                  <a:lnTo>
                    <a:pt x="15240" y="321564"/>
                  </a:lnTo>
                  <a:lnTo>
                    <a:pt x="7620" y="321564"/>
                  </a:lnTo>
                  <a:lnTo>
                    <a:pt x="7620" y="461772"/>
                  </a:lnTo>
                  <a:lnTo>
                    <a:pt x="15240" y="461772"/>
                  </a:lnTo>
                  <a:lnTo>
                    <a:pt x="15240" y="443484"/>
                  </a:lnTo>
                  <a:lnTo>
                    <a:pt x="16764" y="435864"/>
                  </a:lnTo>
                  <a:lnTo>
                    <a:pt x="53860" y="414794"/>
                  </a:lnTo>
                  <a:lnTo>
                    <a:pt x="65519" y="414528"/>
                  </a:lnTo>
                  <a:lnTo>
                    <a:pt x="277355" y="414528"/>
                  </a:lnTo>
                  <a:lnTo>
                    <a:pt x="315455" y="420624"/>
                  </a:lnTo>
                  <a:lnTo>
                    <a:pt x="327647" y="451104"/>
                  </a:lnTo>
                  <a:lnTo>
                    <a:pt x="327647" y="461772"/>
                  </a:lnTo>
                  <a:lnTo>
                    <a:pt x="335267" y="461772"/>
                  </a:lnTo>
                  <a:lnTo>
                    <a:pt x="335267" y="321564"/>
                  </a:lnTo>
                  <a:close/>
                </a:path>
                <a:path extrusionOk="0" h="462279" w="342900">
                  <a:moveTo>
                    <a:pt x="342900" y="134112"/>
                  </a:moveTo>
                  <a:lnTo>
                    <a:pt x="337375" y="91821"/>
                  </a:lnTo>
                  <a:lnTo>
                    <a:pt x="321564" y="56388"/>
                  </a:lnTo>
                  <a:lnTo>
                    <a:pt x="295846" y="25908"/>
                  </a:lnTo>
                  <a:lnTo>
                    <a:pt x="257556" y="0"/>
                  </a:lnTo>
                  <a:lnTo>
                    <a:pt x="254508" y="6096"/>
                  </a:lnTo>
                  <a:lnTo>
                    <a:pt x="273126" y="20675"/>
                  </a:lnTo>
                  <a:lnTo>
                    <a:pt x="288036" y="34671"/>
                  </a:lnTo>
                  <a:lnTo>
                    <a:pt x="313842" y="72961"/>
                  </a:lnTo>
                  <a:lnTo>
                    <a:pt x="321564" y="115824"/>
                  </a:lnTo>
                  <a:lnTo>
                    <a:pt x="320433" y="133781"/>
                  </a:lnTo>
                  <a:lnTo>
                    <a:pt x="304800" y="181356"/>
                  </a:lnTo>
                  <a:lnTo>
                    <a:pt x="269646" y="216293"/>
                  </a:lnTo>
                  <a:lnTo>
                    <a:pt x="217932" y="235077"/>
                  </a:lnTo>
                  <a:lnTo>
                    <a:pt x="176784" y="239268"/>
                  </a:lnTo>
                  <a:lnTo>
                    <a:pt x="150507" y="238175"/>
                  </a:lnTo>
                  <a:lnTo>
                    <a:pt x="105410" y="230276"/>
                  </a:lnTo>
                  <a:lnTo>
                    <a:pt x="69735" y="215455"/>
                  </a:lnTo>
                  <a:lnTo>
                    <a:pt x="33528" y="182880"/>
                  </a:lnTo>
                  <a:lnTo>
                    <a:pt x="17881" y="140449"/>
                  </a:lnTo>
                  <a:lnTo>
                    <a:pt x="16764" y="124968"/>
                  </a:lnTo>
                  <a:lnTo>
                    <a:pt x="18186" y="106133"/>
                  </a:lnTo>
                  <a:lnTo>
                    <a:pt x="39624" y="57912"/>
                  </a:lnTo>
                  <a:lnTo>
                    <a:pt x="69342" y="33909"/>
                  </a:lnTo>
                  <a:lnTo>
                    <a:pt x="112776" y="16764"/>
                  </a:lnTo>
                  <a:lnTo>
                    <a:pt x="112776" y="9144"/>
                  </a:lnTo>
                  <a:lnTo>
                    <a:pt x="0" y="16764"/>
                  </a:lnTo>
                  <a:lnTo>
                    <a:pt x="0" y="24384"/>
                  </a:lnTo>
                  <a:lnTo>
                    <a:pt x="7620" y="25908"/>
                  </a:lnTo>
                  <a:lnTo>
                    <a:pt x="13716" y="28956"/>
                  </a:lnTo>
                  <a:lnTo>
                    <a:pt x="18288" y="32004"/>
                  </a:lnTo>
                  <a:lnTo>
                    <a:pt x="21336" y="35052"/>
                  </a:lnTo>
                  <a:lnTo>
                    <a:pt x="22860" y="39624"/>
                  </a:lnTo>
                  <a:lnTo>
                    <a:pt x="22860" y="47244"/>
                  </a:lnTo>
                  <a:lnTo>
                    <a:pt x="21336" y="51816"/>
                  </a:lnTo>
                  <a:lnTo>
                    <a:pt x="16764" y="57912"/>
                  </a:lnTo>
                  <a:lnTo>
                    <a:pt x="9639" y="75082"/>
                  </a:lnTo>
                  <a:lnTo>
                    <a:pt x="4381" y="92392"/>
                  </a:lnTo>
                  <a:lnTo>
                    <a:pt x="1117" y="109994"/>
                  </a:lnTo>
                  <a:lnTo>
                    <a:pt x="0" y="128016"/>
                  </a:lnTo>
                  <a:lnTo>
                    <a:pt x="1422" y="150329"/>
                  </a:lnTo>
                  <a:lnTo>
                    <a:pt x="12852" y="192100"/>
                  </a:lnTo>
                  <a:lnTo>
                    <a:pt x="35433" y="229489"/>
                  </a:lnTo>
                  <a:lnTo>
                    <a:pt x="67437" y="259638"/>
                  </a:lnTo>
                  <a:lnTo>
                    <a:pt x="107772" y="281279"/>
                  </a:lnTo>
                  <a:lnTo>
                    <a:pt x="152438" y="292709"/>
                  </a:lnTo>
                  <a:lnTo>
                    <a:pt x="176784" y="294132"/>
                  </a:lnTo>
                  <a:lnTo>
                    <a:pt x="205854" y="291896"/>
                  </a:lnTo>
                  <a:lnTo>
                    <a:pt x="258864" y="274853"/>
                  </a:lnTo>
                  <a:lnTo>
                    <a:pt x="308813" y="235699"/>
                  </a:lnTo>
                  <a:lnTo>
                    <a:pt x="339153" y="172745"/>
                  </a:lnTo>
                  <a:lnTo>
                    <a:pt x="342900" y="1341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707" name="Google Shape;2707;p46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844040" y="4273296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708" name="Google Shape;2708;p46"/>
          <p:cNvSpPr/>
          <p:nvPr/>
        </p:nvSpPr>
        <p:spPr>
          <a:xfrm>
            <a:off x="2423160" y="9214104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3716"/>
                </a:lnTo>
                <a:lnTo>
                  <a:pt x="9143" y="762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7243" y="3048"/>
                </a:lnTo>
                <a:lnTo>
                  <a:pt x="53339" y="7620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53339" y="51816"/>
                </a:lnTo>
                <a:lnTo>
                  <a:pt x="47243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9" name="Google Shape;2709;p46"/>
          <p:cNvGrpSpPr/>
          <p:nvPr/>
        </p:nvGrpSpPr>
        <p:grpSpPr>
          <a:xfrm>
            <a:off x="2362200" y="7894319"/>
            <a:ext cx="175501" cy="1240536"/>
            <a:chOff x="2362200" y="7894319"/>
            <a:chExt cx="175501" cy="1240536"/>
          </a:xfrm>
        </p:grpSpPr>
        <p:pic>
          <p:nvPicPr>
            <p:cNvPr id="2710" name="Google Shape;2710;p46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362200" y="8666987"/>
              <a:ext cx="175259" cy="4678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11" name="Google Shape;2711;p46"/>
            <p:cNvSpPr/>
            <p:nvPr/>
          </p:nvSpPr>
          <p:spPr>
            <a:xfrm>
              <a:off x="2386571" y="7949184"/>
              <a:ext cx="151130" cy="698500"/>
            </a:xfrm>
            <a:custGeom>
              <a:rect b="b" l="l" r="r" t="t"/>
              <a:pathLst>
                <a:path extrusionOk="0" h="698500" w="151130">
                  <a:moveTo>
                    <a:pt x="147840" y="0"/>
                  </a:moveTo>
                  <a:lnTo>
                    <a:pt x="144792" y="0"/>
                  </a:lnTo>
                  <a:lnTo>
                    <a:pt x="144792" y="9144"/>
                  </a:lnTo>
                  <a:lnTo>
                    <a:pt x="143268" y="10668"/>
                  </a:lnTo>
                  <a:lnTo>
                    <a:pt x="141744" y="13716"/>
                  </a:lnTo>
                  <a:lnTo>
                    <a:pt x="140220" y="15240"/>
                  </a:lnTo>
                  <a:lnTo>
                    <a:pt x="138696" y="15240"/>
                  </a:lnTo>
                  <a:lnTo>
                    <a:pt x="135648" y="16764"/>
                  </a:lnTo>
                  <a:lnTo>
                    <a:pt x="65544" y="16764"/>
                  </a:lnTo>
                  <a:lnTo>
                    <a:pt x="57924" y="18288"/>
                  </a:lnTo>
                  <a:lnTo>
                    <a:pt x="53352" y="19812"/>
                  </a:lnTo>
                  <a:lnTo>
                    <a:pt x="41160" y="25908"/>
                  </a:lnTo>
                  <a:lnTo>
                    <a:pt x="35064" y="35052"/>
                  </a:lnTo>
                  <a:lnTo>
                    <a:pt x="33540" y="39624"/>
                  </a:lnTo>
                  <a:lnTo>
                    <a:pt x="33540" y="51816"/>
                  </a:lnTo>
                  <a:lnTo>
                    <a:pt x="57924" y="83820"/>
                  </a:lnTo>
                  <a:lnTo>
                    <a:pt x="50304" y="85344"/>
                  </a:lnTo>
                  <a:lnTo>
                    <a:pt x="44208" y="88392"/>
                  </a:lnTo>
                  <a:lnTo>
                    <a:pt x="41160" y="92964"/>
                  </a:lnTo>
                  <a:lnTo>
                    <a:pt x="36588" y="97536"/>
                  </a:lnTo>
                  <a:lnTo>
                    <a:pt x="33540" y="103632"/>
                  </a:lnTo>
                  <a:lnTo>
                    <a:pt x="33540" y="114300"/>
                  </a:lnTo>
                  <a:lnTo>
                    <a:pt x="36588" y="123444"/>
                  </a:lnTo>
                  <a:lnTo>
                    <a:pt x="38112" y="126492"/>
                  </a:lnTo>
                  <a:lnTo>
                    <a:pt x="41160" y="131064"/>
                  </a:lnTo>
                  <a:lnTo>
                    <a:pt x="57924" y="147828"/>
                  </a:lnTo>
                  <a:lnTo>
                    <a:pt x="33540" y="147828"/>
                  </a:lnTo>
                  <a:lnTo>
                    <a:pt x="33540" y="153924"/>
                  </a:lnTo>
                  <a:lnTo>
                    <a:pt x="47256" y="185928"/>
                  </a:lnTo>
                  <a:lnTo>
                    <a:pt x="50304" y="184404"/>
                  </a:lnTo>
                  <a:lnTo>
                    <a:pt x="50304" y="181356"/>
                  </a:lnTo>
                  <a:lnTo>
                    <a:pt x="48780" y="178308"/>
                  </a:lnTo>
                  <a:lnTo>
                    <a:pt x="48780" y="175260"/>
                  </a:lnTo>
                  <a:lnTo>
                    <a:pt x="50304" y="173736"/>
                  </a:lnTo>
                  <a:lnTo>
                    <a:pt x="50304" y="172212"/>
                  </a:lnTo>
                  <a:lnTo>
                    <a:pt x="53352" y="169164"/>
                  </a:lnTo>
                  <a:lnTo>
                    <a:pt x="60972" y="169164"/>
                  </a:lnTo>
                  <a:lnTo>
                    <a:pt x="68592" y="167640"/>
                  </a:lnTo>
                  <a:lnTo>
                    <a:pt x="131076" y="167640"/>
                  </a:lnTo>
                  <a:lnTo>
                    <a:pt x="135648" y="169164"/>
                  </a:lnTo>
                  <a:lnTo>
                    <a:pt x="138696" y="169164"/>
                  </a:lnTo>
                  <a:lnTo>
                    <a:pt x="140220" y="170688"/>
                  </a:lnTo>
                  <a:lnTo>
                    <a:pt x="143268" y="172212"/>
                  </a:lnTo>
                  <a:lnTo>
                    <a:pt x="143268" y="173736"/>
                  </a:lnTo>
                  <a:lnTo>
                    <a:pt x="144792" y="176784"/>
                  </a:lnTo>
                  <a:lnTo>
                    <a:pt x="144792" y="184404"/>
                  </a:lnTo>
                  <a:lnTo>
                    <a:pt x="147840" y="184404"/>
                  </a:lnTo>
                  <a:lnTo>
                    <a:pt x="147840" y="131064"/>
                  </a:lnTo>
                  <a:lnTo>
                    <a:pt x="144792" y="131064"/>
                  </a:lnTo>
                  <a:lnTo>
                    <a:pt x="144792" y="141732"/>
                  </a:lnTo>
                  <a:lnTo>
                    <a:pt x="143268" y="143256"/>
                  </a:lnTo>
                  <a:lnTo>
                    <a:pt x="143268" y="144780"/>
                  </a:lnTo>
                  <a:lnTo>
                    <a:pt x="140220" y="146304"/>
                  </a:lnTo>
                  <a:lnTo>
                    <a:pt x="138696" y="146304"/>
                  </a:lnTo>
                  <a:lnTo>
                    <a:pt x="137172" y="147828"/>
                  </a:lnTo>
                  <a:lnTo>
                    <a:pt x="64020" y="147828"/>
                  </a:lnTo>
                  <a:lnTo>
                    <a:pt x="59448" y="144780"/>
                  </a:lnTo>
                  <a:lnTo>
                    <a:pt x="56400" y="140208"/>
                  </a:lnTo>
                  <a:lnTo>
                    <a:pt x="53352" y="134112"/>
                  </a:lnTo>
                  <a:lnTo>
                    <a:pt x="50304" y="129540"/>
                  </a:lnTo>
                  <a:lnTo>
                    <a:pt x="48780" y="124968"/>
                  </a:lnTo>
                  <a:lnTo>
                    <a:pt x="48780" y="114300"/>
                  </a:lnTo>
                  <a:lnTo>
                    <a:pt x="51828" y="109728"/>
                  </a:lnTo>
                  <a:lnTo>
                    <a:pt x="60972" y="103632"/>
                  </a:lnTo>
                  <a:lnTo>
                    <a:pt x="67068" y="102108"/>
                  </a:lnTo>
                  <a:lnTo>
                    <a:pt x="131076" y="102108"/>
                  </a:lnTo>
                  <a:lnTo>
                    <a:pt x="135648" y="103632"/>
                  </a:lnTo>
                  <a:lnTo>
                    <a:pt x="140220" y="103632"/>
                  </a:lnTo>
                  <a:lnTo>
                    <a:pt x="141744" y="105156"/>
                  </a:lnTo>
                  <a:lnTo>
                    <a:pt x="143268" y="108204"/>
                  </a:lnTo>
                  <a:lnTo>
                    <a:pt x="144792" y="109728"/>
                  </a:lnTo>
                  <a:lnTo>
                    <a:pt x="144792" y="118872"/>
                  </a:lnTo>
                  <a:lnTo>
                    <a:pt x="147840" y="118872"/>
                  </a:lnTo>
                  <a:lnTo>
                    <a:pt x="147840" y="65532"/>
                  </a:lnTo>
                  <a:lnTo>
                    <a:pt x="144792" y="65532"/>
                  </a:lnTo>
                  <a:lnTo>
                    <a:pt x="144792" y="74676"/>
                  </a:lnTo>
                  <a:lnTo>
                    <a:pt x="143268" y="77724"/>
                  </a:lnTo>
                  <a:lnTo>
                    <a:pt x="138696" y="82296"/>
                  </a:lnTo>
                  <a:lnTo>
                    <a:pt x="64020" y="82296"/>
                  </a:lnTo>
                  <a:lnTo>
                    <a:pt x="59448" y="76200"/>
                  </a:lnTo>
                  <a:lnTo>
                    <a:pt x="54876" y="71628"/>
                  </a:lnTo>
                  <a:lnTo>
                    <a:pt x="53352" y="67056"/>
                  </a:lnTo>
                  <a:lnTo>
                    <a:pt x="50304" y="64008"/>
                  </a:lnTo>
                  <a:lnTo>
                    <a:pt x="48780" y="59436"/>
                  </a:lnTo>
                  <a:lnTo>
                    <a:pt x="48780" y="48768"/>
                  </a:lnTo>
                  <a:lnTo>
                    <a:pt x="51828" y="42672"/>
                  </a:lnTo>
                  <a:lnTo>
                    <a:pt x="60972" y="38100"/>
                  </a:lnTo>
                  <a:lnTo>
                    <a:pt x="67068" y="36576"/>
                  </a:lnTo>
                  <a:lnTo>
                    <a:pt x="131076" y="36576"/>
                  </a:lnTo>
                  <a:lnTo>
                    <a:pt x="134124" y="38100"/>
                  </a:lnTo>
                  <a:lnTo>
                    <a:pt x="138696" y="38100"/>
                  </a:lnTo>
                  <a:lnTo>
                    <a:pt x="141744" y="39624"/>
                  </a:lnTo>
                  <a:lnTo>
                    <a:pt x="143268" y="41148"/>
                  </a:lnTo>
                  <a:lnTo>
                    <a:pt x="144792" y="44196"/>
                  </a:lnTo>
                  <a:lnTo>
                    <a:pt x="144792" y="53340"/>
                  </a:lnTo>
                  <a:lnTo>
                    <a:pt x="147840" y="53340"/>
                  </a:lnTo>
                  <a:lnTo>
                    <a:pt x="147840" y="0"/>
                  </a:lnTo>
                  <a:close/>
                </a:path>
                <a:path extrusionOk="0" h="698500" w="151130">
                  <a:moveTo>
                    <a:pt x="150876" y="507492"/>
                  </a:moveTo>
                  <a:lnTo>
                    <a:pt x="137160" y="473964"/>
                  </a:lnTo>
                  <a:lnTo>
                    <a:pt x="134112" y="475488"/>
                  </a:lnTo>
                  <a:lnTo>
                    <a:pt x="137160" y="481584"/>
                  </a:lnTo>
                  <a:lnTo>
                    <a:pt x="137160" y="486156"/>
                  </a:lnTo>
                  <a:lnTo>
                    <a:pt x="135636" y="487680"/>
                  </a:lnTo>
                  <a:lnTo>
                    <a:pt x="135636" y="489204"/>
                  </a:lnTo>
                  <a:lnTo>
                    <a:pt x="134112" y="489204"/>
                  </a:lnTo>
                  <a:lnTo>
                    <a:pt x="132588" y="490728"/>
                  </a:lnTo>
                  <a:lnTo>
                    <a:pt x="129540" y="490728"/>
                  </a:lnTo>
                  <a:lnTo>
                    <a:pt x="126136" y="491617"/>
                  </a:lnTo>
                  <a:lnTo>
                    <a:pt x="120586" y="492061"/>
                  </a:lnTo>
                  <a:lnTo>
                    <a:pt x="103632" y="492252"/>
                  </a:lnTo>
                  <a:lnTo>
                    <a:pt x="36576" y="492252"/>
                  </a:lnTo>
                  <a:lnTo>
                    <a:pt x="36576" y="528828"/>
                  </a:lnTo>
                  <a:lnTo>
                    <a:pt x="39624" y="528828"/>
                  </a:lnTo>
                  <a:lnTo>
                    <a:pt x="41148" y="522732"/>
                  </a:lnTo>
                  <a:lnTo>
                    <a:pt x="41148" y="518160"/>
                  </a:lnTo>
                  <a:lnTo>
                    <a:pt x="44196" y="515112"/>
                  </a:lnTo>
                  <a:lnTo>
                    <a:pt x="47244" y="513588"/>
                  </a:lnTo>
                  <a:lnTo>
                    <a:pt x="51816" y="512064"/>
                  </a:lnTo>
                  <a:lnTo>
                    <a:pt x="120396" y="512064"/>
                  </a:lnTo>
                  <a:lnTo>
                    <a:pt x="126492" y="518160"/>
                  </a:lnTo>
                  <a:lnTo>
                    <a:pt x="131064" y="524256"/>
                  </a:lnTo>
                  <a:lnTo>
                    <a:pt x="132588" y="528828"/>
                  </a:lnTo>
                  <a:lnTo>
                    <a:pt x="135636" y="533400"/>
                  </a:lnTo>
                  <a:lnTo>
                    <a:pt x="135636" y="545592"/>
                  </a:lnTo>
                  <a:lnTo>
                    <a:pt x="134112" y="550164"/>
                  </a:lnTo>
                  <a:lnTo>
                    <a:pt x="131064" y="553212"/>
                  </a:lnTo>
                  <a:lnTo>
                    <a:pt x="128016" y="557784"/>
                  </a:lnTo>
                  <a:lnTo>
                    <a:pt x="121920" y="559308"/>
                  </a:lnTo>
                  <a:lnTo>
                    <a:pt x="36576" y="559308"/>
                  </a:lnTo>
                  <a:lnTo>
                    <a:pt x="36576" y="597408"/>
                  </a:lnTo>
                  <a:lnTo>
                    <a:pt x="39624" y="597408"/>
                  </a:lnTo>
                  <a:lnTo>
                    <a:pt x="39624" y="591312"/>
                  </a:lnTo>
                  <a:lnTo>
                    <a:pt x="41148" y="588264"/>
                  </a:lnTo>
                  <a:lnTo>
                    <a:pt x="41148" y="585216"/>
                  </a:lnTo>
                  <a:lnTo>
                    <a:pt x="44196" y="582168"/>
                  </a:lnTo>
                  <a:lnTo>
                    <a:pt x="47244" y="580644"/>
                  </a:lnTo>
                  <a:lnTo>
                    <a:pt x="48768" y="579120"/>
                  </a:lnTo>
                  <a:lnTo>
                    <a:pt x="118872" y="579120"/>
                  </a:lnTo>
                  <a:lnTo>
                    <a:pt x="126492" y="577596"/>
                  </a:lnTo>
                  <a:lnTo>
                    <a:pt x="150876" y="556260"/>
                  </a:lnTo>
                  <a:lnTo>
                    <a:pt x="150876" y="539496"/>
                  </a:lnTo>
                  <a:lnTo>
                    <a:pt x="147828" y="534924"/>
                  </a:lnTo>
                  <a:lnTo>
                    <a:pt x="144957" y="530072"/>
                  </a:lnTo>
                  <a:lnTo>
                    <a:pt x="140779" y="524637"/>
                  </a:lnTo>
                  <a:lnTo>
                    <a:pt x="135191" y="518642"/>
                  </a:lnTo>
                  <a:lnTo>
                    <a:pt x="128016" y="512064"/>
                  </a:lnTo>
                  <a:lnTo>
                    <a:pt x="150876" y="512064"/>
                  </a:lnTo>
                  <a:lnTo>
                    <a:pt x="150876" y="507492"/>
                  </a:lnTo>
                  <a:close/>
                </a:path>
                <a:path extrusionOk="0" h="698500" w="151130">
                  <a:moveTo>
                    <a:pt x="150876" y="332232"/>
                  </a:moveTo>
                  <a:lnTo>
                    <a:pt x="149352" y="326136"/>
                  </a:lnTo>
                  <a:lnTo>
                    <a:pt x="144780" y="321564"/>
                  </a:lnTo>
                  <a:lnTo>
                    <a:pt x="141732" y="315468"/>
                  </a:lnTo>
                  <a:lnTo>
                    <a:pt x="135636" y="310896"/>
                  </a:lnTo>
                  <a:lnTo>
                    <a:pt x="126492" y="307848"/>
                  </a:lnTo>
                  <a:lnTo>
                    <a:pt x="126492" y="313944"/>
                  </a:lnTo>
                  <a:lnTo>
                    <a:pt x="129540" y="315468"/>
                  </a:lnTo>
                  <a:lnTo>
                    <a:pt x="134112" y="320040"/>
                  </a:lnTo>
                  <a:lnTo>
                    <a:pt x="135636" y="323088"/>
                  </a:lnTo>
                  <a:lnTo>
                    <a:pt x="135636" y="333756"/>
                  </a:lnTo>
                  <a:lnTo>
                    <a:pt x="132588" y="335280"/>
                  </a:lnTo>
                  <a:lnTo>
                    <a:pt x="129540" y="338328"/>
                  </a:lnTo>
                  <a:lnTo>
                    <a:pt x="44196" y="338328"/>
                  </a:lnTo>
                  <a:lnTo>
                    <a:pt x="44196" y="313944"/>
                  </a:lnTo>
                  <a:lnTo>
                    <a:pt x="36576" y="313944"/>
                  </a:lnTo>
                  <a:lnTo>
                    <a:pt x="36576" y="338328"/>
                  </a:lnTo>
                  <a:lnTo>
                    <a:pt x="0" y="338328"/>
                  </a:lnTo>
                  <a:lnTo>
                    <a:pt x="0" y="341376"/>
                  </a:lnTo>
                  <a:lnTo>
                    <a:pt x="9144" y="345948"/>
                  </a:lnTo>
                  <a:lnTo>
                    <a:pt x="13716" y="347472"/>
                  </a:lnTo>
                  <a:lnTo>
                    <a:pt x="22860" y="353568"/>
                  </a:lnTo>
                  <a:lnTo>
                    <a:pt x="28956" y="358140"/>
                  </a:lnTo>
                  <a:lnTo>
                    <a:pt x="32004" y="362712"/>
                  </a:lnTo>
                  <a:lnTo>
                    <a:pt x="36576" y="367284"/>
                  </a:lnTo>
                  <a:lnTo>
                    <a:pt x="39624" y="371856"/>
                  </a:lnTo>
                  <a:lnTo>
                    <a:pt x="41148" y="376428"/>
                  </a:lnTo>
                  <a:lnTo>
                    <a:pt x="44196" y="376428"/>
                  </a:lnTo>
                  <a:lnTo>
                    <a:pt x="44196" y="358140"/>
                  </a:lnTo>
                  <a:lnTo>
                    <a:pt x="135636" y="358140"/>
                  </a:lnTo>
                  <a:lnTo>
                    <a:pt x="138684" y="356616"/>
                  </a:lnTo>
                  <a:lnTo>
                    <a:pt x="143256" y="355092"/>
                  </a:lnTo>
                  <a:lnTo>
                    <a:pt x="146304" y="352044"/>
                  </a:lnTo>
                  <a:lnTo>
                    <a:pt x="147828" y="348996"/>
                  </a:lnTo>
                  <a:lnTo>
                    <a:pt x="150876" y="344424"/>
                  </a:lnTo>
                  <a:lnTo>
                    <a:pt x="150876" y="332232"/>
                  </a:lnTo>
                  <a:close/>
                </a:path>
                <a:path extrusionOk="0" h="698500" w="151130">
                  <a:moveTo>
                    <a:pt x="150888" y="650748"/>
                  </a:moveTo>
                  <a:lnTo>
                    <a:pt x="133692" y="615746"/>
                  </a:lnTo>
                  <a:lnTo>
                    <a:pt x="106692" y="605028"/>
                  </a:lnTo>
                  <a:lnTo>
                    <a:pt x="103644" y="608076"/>
                  </a:lnTo>
                  <a:lnTo>
                    <a:pt x="114312" y="611124"/>
                  </a:lnTo>
                  <a:lnTo>
                    <a:pt x="120408" y="615696"/>
                  </a:lnTo>
                  <a:lnTo>
                    <a:pt x="124980" y="620268"/>
                  </a:lnTo>
                  <a:lnTo>
                    <a:pt x="129552" y="626364"/>
                  </a:lnTo>
                  <a:lnTo>
                    <a:pt x="131076" y="633984"/>
                  </a:lnTo>
                  <a:lnTo>
                    <a:pt x="131076" y="641604"/>
                  </a:lnTo>
                  <a:lnTo>
                    <a:pt x="100406" y="675132"/>
                  </a:lnTo>
                  <a:lnTo>
                    <a:pt x="82308" y="678180"/>
                  </a:lnTo>
                  <a:lnTo>
                    <a:pt x="72593" y="677379"/>
                  </a:lnTo>
                  <a:lnTo>
                    <a:pt x="41160" y="656844"/>
                  </a:lnTo>
                  <a:lnTo>
                    <a:pt x="41160" y="644652"/>
                  </a:lnTo>
                  <a:lnTo>
                    <a:pt x="42684" y="640080"/>
                  </a:lnTo>
                  <a:lnTo>
                    <a:pt x="47256" y="635508"/>
                  </a:lnTo>
                  <a:lnTo>
                    <a:pt x="56400" y="632460"/>
                  </a:lnTo>
                  <a:lnTo>
                    <a:pt x="60972" y="632460"/>
                  </a:lnTo>
                  <a:lnTo>
                    <a:pt x="64020" y="630936"/>
                  </a:lnTo>
                  <a:lnTo>
                    <a:pt x="65544" y="629412"/>
                  </a:lnTo>
                  <a:lnTo>
                    <a:pt x="68592" y="627888"/>
                  </a:lnTo>
                  <a:lnTo>
                    <a:pt x="70116" y="624840"/>
                  </a:lnTo>
                  <a:lnTo>
                    <a:pt x="70116" y="614172"/>
                  </a:lnTo>
                  <a:lnTo>
                    <a:pt x="68592" y="611124"/>
                  </a:lnTo>
                  <a:lnTo>
                    <a:pt x="65544" y="609600"/>
                  </a:lnTo>
                  <a:lnTo>
                    <a:pt x="54876" y="609600"/>
                  </a:lnTo>
                  <a:lnTo>
                    <a:pt x="33540" y="646176"/>
                  </a:lnTo>
                  <a:lnTo>
                    <a:pt x="34658" y="656183"/>
                  </a:lnTo>
                  <a:lnTo>
                    <a:pt x="59105" y="689000"/>
                  </a:lnTo>
                  <a:lnTo>
                    <a:pt x="92976" y="697992"/>
                  </a:lnTo>
                  <a:lnTo>
                    <a:pt x="105854" y="697115"/>
                  </a:lnTo>
                  <a:lnTo>
                    <a:pt x="142519" y="675614"/>
                  </a:lnTo>
                  <a:lnTo>
                    <a:pt x="149999" y="659612"/>
                  </a:lnTo>
                  <a:lnTo>
                    <a:pt x="150888" y="650748"/>
                  </a:lnTo>
                  <a:close/>
                </a:path>
                <a:path extrusionOk="0" h="698500" w="151130">
                  <a:moveTo>
                    <a:pt x="150888" y="423672"/>
                  </a:moveTo>
                  <a:lnTo>
                    <a:pt x="131267" y="389572"/>
                  </a:lnTo>
                  <a:lnTo>
                    <a:pt x="117360" y="387096"/>
                  </a:lnTo>
                  <a:lnTo>
                    <a:pt x="108521" y="388556"/>
                  </a:lnTo>
                  <a:lnTo>
                    <a:pt x="77736" y="428244"/>
                  </a:lnTo>
                  <a:lnTo>
                    <a:pt x="74688" y="435864"/>
                  </a:lnTo>
                  <a:lnTo>
                    <a:pt x="67068" y="443484"/>
                  </a:lnTo>
                  <a:lnTo>
                    <a:pt x="60972" y="446532"/>
                  </a:lnTo>
                  <a:lnTo>
                    <a:pt x="51828" y="446532"/>
                  </a:lnTo>
                  <a:lnTo>
                    <a:pt x="48780" y="445008"/>
                  </a:lnTo>
                  <a:lnTo>
                    <a:pt x="45732" y="441960"/>
                  </a:lnTo>
                  <a:lnTo>
                    <a:pt x="42684" y="437388"/>
                  </a:lnTo>
                  <a:lnTo>
                    <a:pt x="41160" y="432816"/>
                  </a:lnTo>
                  <a:lnTo>
                    <a:pt x="41160" y="420624"/>
                  </a:lnTo>
                  <a:lnTo>
                    <a:pt x="44208" y="414528"/>
                  </a:lnTo>
                  <a:lnTo>
                    <a:pt x="48780" y="409956"/>
                  </a:lnTo>
                  <a:lnTo>
                    <a:pt x="51828" y="405384"/>
                  </a:lnTo>
                  <a:lnTo>
                    <a:pt x="60972" y="402336"/>
                  </a:lnTo>
                  <a:lnTo>
                    <a:pt x="71640" y="399288"/>
                  </a:lnTo>
                  <a:lnTo>
                    <a:pt x="71640" y="396240"/>
                  </a:lnTo>
                  <a:lnTo>
                    <a:pt x="33540" y="396240"/>
                  </a:lnTo>
                  <a:lnTo>
                    <a:pt x="33540" y="399288"/>
                  </a:lnTo>
                  <a:lnTo>
                    <a:pt x="36588" y="399288"/>
                  </a:lnTo>
                  <a:lnTo>
                    <a:pt x="38112" y="400812"/>
                  </a:lnTo>
                  <a:lnTo>
                    <a:pt x="38112" y="408432"/>
                  </a:lnTo>
                  <a:lnTo>
                    <a:pt x="36588" y="413004"/>
                  </a:lnTo>
                  <a:lnTo>
                    <a:pt x="35064" y="419100"/>
                  </a:lnTo>
                  <a:lnTo>
                    <a:pt x="33540" y="423672"/>
                  </a:lnTo>
                  <a:lnTo>
                    <a:pt x="33540" y="428244"/>
                  </a:lnTo>
                  <a:lnTo>
                    <a:pt x="56400" y="461772"/>
                  </a:lnTo>
                  <a:lnTo>
                    <a:pt x="71640" y="461772"/>
                  </a:lnTo>
                  <a:lnTo>
                    <a:pt x="77736" y="460248"/>
                  </a:lnTo>
                  <a:lnTo>
                    <a:pt x="82308" y="455676"/>
                  </a:lnTo>
                  <a:lnTo>
                    <a:pt x="85750" y="452539"/>
                  </a:lnTo>
                  <a:lnTo>
                    <a:pt x="89357" y="447675"/>
                  </a:lnTo>
                  <a:lnTo>
                    <a:pt x="93230" y="441109"/>
                  </a:lnTo>
                  <a:lnTo>
                    <a:pt x="101854" y="424535"/>
                  </a:lnTo>
                  <a:lnTo>
                    <a:pt x="105740" y="417957"/>
                  </a:lnTo>
                  <a:lnTo>
                    <a:pt x="109334" y="413105"/>
                  </a:lnTo>
                  <a:lnTo>
                    <a:pt x="112788" y="409956"/>
                  </a:lnTo>
                  <a:lnTo>
                    <a:pt x="115836" y="406908"/>
                  </a:lnTo>
                  <a:lnTo>
                    <a:pt x="120408" y="405384"/>
                  </a:lnTo>
                  <a:lnTo>
                    <a:pt x="131076" y="405384"/>
                  </a:lnTo>
                  <a:lnTo>
                    <a:pt x="135648" y="406908"/>
                  </a:lnTo>
                  <a:lnTo>
                    <a:pt x="138696" y="409956"/>
                  </a:lnTo>
                  <a:lnTo>
                    <a:pt x="141744" y="414528"/>
                  </a:lnTo>
                  <a:lnTo>
                    <a:pt x="143268" y="419100"/>
                  </a:lnTo>
                  <a:lnTo>
                    <a:pt x="143268" y="431292"/>
                  </a:lnTo>
                  <a:lnTo>
                    <a:pt x="141744" y="438912"/>
                  </a:lnTo>
                  <a:lnTo>
                    <a:pt x="135648" y="445008"/>
                  </a:lnTo>
                  <a:lnTo>
                    <a:pt x="131648" y="449948"/>
                  </a:lnTo>
                  <a:lnTo>
                    <a:pt x="126504" y="453580"/>
                  </a:lnTo>
                  <a:lnTo>
                    <a:pt x="120218" y="456374"/>
                  </a:lnTo>
                  <a:lnTo>
                    <a:pt x="112788" y="458724"/>
                  </a:lnTo>
                  <a:lnTo>
                    <a:pt x="112788" y="461772"/>
                  </a:lnTo>
                  <a:lnTo>
                    <a:pt x="150888" y="461772"/>
                  </a:lnTo>
                  <a:lnTo>
                    <a:pt x="150888" y="458724"/>
                  </a:lnTo>
                  <a:lnTo>
                    <a:pt x="147840" y="457200"/>
                  </a:lnTo>
                  <a:lnTo>
                    <a:pt x="146316" y="455676"/>
                  </a:lnTo>
                  <a:lnTo>
                    <a:pt x="146316" y="452628"/>
                  </a:lnTo>
                  <a:lnTo>
                    <a:pt x="147840" y="449580"/>
                  </a:lnTo>
                  <a:lnTo>
                    <a:pt x="147840" y="448056"/>
                  </a:lnTo>
                  <a:lnTo>
                    <a:pt x="150888" y="438912"/>
                  </a:lnTo>
                  <a:lnTo>
                    <a:pt x="150888" y="423672"/>
                  </a:lnTo>
                  <a:close/>
                </a:path>
                <a:path extrusionOk="0" h="698500" w="151130">
                  <a:moveTo>
                    <a:pt x="150888" y="246888"/>
                  </a:moveTo>
                  <a:lnTo>
                    <a:pt x="150812" y="245364"/>
                  </a:lnTo>
                  <a:lnTo>
                    <a:pt x="150545" y="239179"/>
                  </a:lnTo>
                  <a:lnTo>
                    <a:pt x="149364" y="232029"/>
                  </a:lnTo>
                  <a:lnTo>
                    <a:pt x="147027" y="225463"/>
                  </a:lnTo>
                  <a:lnTo>
                    <a:pt x="143268" y="219481"/>
                  </a:lnTo>
                  <a:lnTo>
                    <a:pt x="143268" y="233172"/>
                  </a:lnTo>
                  <a:lnTo>
                    <a:pt x="143268" y="240792"/>
                  </a:lnTo>
                  <a:lnTo>
                    <a:pt x="117043" y="270700"/>
                  </a:lnTo>
                  <a:lnTo>
                    <a:pt x="83832" y="275844"/>
                  </a:lnTo>
                  <a:lnTo>
                    <a:pt x="73164" y="275844"/>
                  </a:lnTo>
                  <a:lnTo>
                    <a:pt x="65544" y="274320"/>
                  </a:lnTo>
                  <a:lnTo>
                    <a:pt x="59448" y="271272"/>
                  </a:lnTo>
                  <a:lnTo>
                    <a:pt x="53352" y="269748"/>
                  </a:lnTo>
                  <a:lnTo>
                    <a:pt x="45732" y="262128"/>
                  </a:lnTo>
                  <a:lnTo>
                    <a:pt x="42684" y="257556"/>
                  </a:lnTo>
                  <a:lnTo>
                    <a:pt x="41160" y="252984"/>
                  </a:lnTo>
                  <a:lnTo>
                    <a:pt x="41160" y="240792"/>
                  </a:lnTo>
                  <a:lnTo>
                    <a:pt x="74117" y="218122"/>
                  </a:lnTo>
                  <a:lnTo>
                    <a:pt x="100596" y="214884"/>
                  </a:lnTo>
                  <a:lnTo>
                    <a:pt x="111404" y="215442"/>
                  </a:lnTo>
                  <a:lnTo>
                    <a:pt x="143268" y="233172"/>
                  </a:lnTo>
                  <a:lnTo>
                    <a:pt x="143268" y="219481"/>
                  </a:lnTo>
                  <a:lnTo>
                    <a:pt x="140360" y="214884"/>
                  </a:lnTo>
                  <a:lnTo>
                    <a:pt x="139268" y="213156"/>
                  </a:lnTo>
                  <a:lnTo>
                    <a:pt x="105930" y="194119"/>
                  </a:lnTo>
                  <a:lnTo>
                    <a:pt x="91452" y="192024"/>
                  </a:lnTo>
                  <a:lnTo>
                    <a:pt x="80568" y="192862"/>
                  </a:lnTo>
                  <a:lnTo>
                    <a:pt x="45110" y="212788"/>
                  </a:lnTo>
                  <a:lnTo>
                    <a:pt x="33540" y="245364"/>
                  </a:lnTo>
                  <a:lnTo>
                    <a:pt x="33655" y="246888"/>
                  </a:lnTo>
                  <a:lnTo>
                    <a:pt x="50304" y="282321"/>
                  </a:lnTo>
                  <a:lnTo>
                    <a:pt x="86512" y="298157"/>
                  </a:lnTo>
                  <a:lnTo>
                    <a:pt x="94500" y="298704"/>
                  </a:lnTo>
                  <a:lnTo>
                    <a:pt x="104495" y="297878"/>
                  </a:lnTo>
                  <a:lnTo>
                    <a:pt x="139954" y="278180"/>
                  </a:lnTo>
                  <a:lnTo>
                    <a:pt x="141516" y="275844"/>
                  </a:lnTo>
                  <a:lnTo>
                    <a:pt x="146126" y="268986"/>
                  </a:lnTo>
                  <a:lnTo>
                    <a:pt x="149720" y="258660"/>
                  </a:lnTo>
                  <a:lnTo>
                    <a:pt x="149821" y="257556"/>
                  </a:lnTo>
                  <a:lnTo>
                    <a:pt x="150888" y="246888"/>
                  </a:lnTo>
                  <a:close/>
                </a:path>
              </a:pathLst>
            </a:custGeom>
            <a:solidFill>
              <a:srgbClr val="0134AC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6"/>
            <p:cNvSpPr/>
            <p:nvPr/>
          </p:nvSpPr>
          <p:spPr>
            <a:xfrm>
              <a:off x="2420111" y="7894319"/>
              <a:ext cx="117475" cy="27940"/>
            </a:xfrm>
            <a:custGeom>
              <a:rect b="b" l="l" r="r" t="t"/>
              <a:pathLst>
                <a:path extrusionOk="0" h="27940" w="117475">
                  <a:moveTo>
                    <a:pt x="18288" y="27432"/>
                  </a:moveTo>
                  <a:lnTo>
                    <a:pt x="10668" y="27432"/>
                  </a:lnTo>
                  <a:lnTo>
                    <a:pt x="4572" y="24384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7620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7432" y="7620"/>
                  </a:lnTo>
                  <a:lnTo>
                    <a:pt x="27432" y="21336"/>
                  </a:lnTo>
                  <a:lnTo>
                    <a:pt x="24384" y="24384"/>
                  </a:lnTo>
                  <a:lnTo>
                    <a:pt x="18288" y="27432"/>
                  </a:lnTo>
                  <a:close/>
                </a:path>
                <a:path extrusionOk="0" h="27940" w="117475">
                  <a:moveTo>
                    <a:pt x="108204" y="27432"/>
                  </a:moveTo>
                  <a:lnTo>
                    <a:pt x="100584" y="27432"/>
                  </a:lnTo>
                  <a:lnTo>
                    <a:pt x="94488" y="24384"/>
                  </a:lnTo>
                  <a:lnTo>
                    <a:pt x="91440" y="21336"/>
                  </a:lnTo>
                  <a:lnTo>
                    <a:pt x="89916" y="18288"/>
                  </a:lnTo>
                  <a:lnTo>
                    <a:pt x="89916" y="10668"/>
                  </a:lnTo>
                  <a:lnTo>
                    <a:pt x="91440" y="7620"/>
                  </a:lnTo>
                  <a:lnTo>
                    <a:pt x="97536" y="1524"/>
                  </a:lnTo>
                  <a:lnTo>
                    <a:pt x="100584" y="0"/>
                  </a:lnTo>
                  <a:lnTo>
                    <a:pt x="108204" y="0"/>
                  </a:lnTo>
                  <a:lnTo>
                    <a:pt x="111252" y="1524"/>
                  </a:lnTo>
                  <a:lnTo>
                    <a:pt x="117348" y="7620"/>
                  </a:lnTo>
                  <a:lnTo>
                    <a:pt x="117348" y="21336"/>
                  </a:lnTo>
                  <a:lnTo>
                    <a:pt x="114300" y="24384"/>
                  </a:lnTo>
                  <a:lnTo>
                    <a:pt x="10820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713" name="Google Shape;2713;p4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362200" y="7577328"/>
            <a:ext cx="175259" cy="231648"/>
          </a:xfrm>
          <a:prstGeom prst="rect">
            <a:avLst/>
          </a:prstGeom>
          <a:noFill/>
          <a:ln>
            <a:noFill/>
          </a:ln>
        </p:spPr>
      </p:pic>
      <p:pic>
        <p:nvPicPr>
          <p:cNvPr id="2714" name="Google Shape;2714;p46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362200" y="7022591"/>
            <a:ext cx="225516" cy="480060"/>
          </a:xfrm>
          <a:prstGeom prst="rect">
            <a:avLst/>
          </a:prstGeom>
          <a:noFill/>
          <a:ln>
            <a:noFill/>
          </a:ln>
        </p:spPr>
      </p:pic>
      <p:pic>
        <p:nvPicPr>
          <p:cNvPr id="2715" name="Google Shape;2715;p46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362200" y="6513576"/>
            <a:ext cx="175260" cy="434340"/>
          </a:xfrm>
          <a:prstGeom prst="rect">
            <a:avLst/>
          </a:prstGeom>
          <a:noFill/>
          <a:ln>
            <a:noFill/>
          </a:ln>
        </p:spPr>
      </p:pic>
      <p:pic>
        <p:nvPicPr>
          <p:cNvPr id="2716" name="Google Shape;2716;p46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420111" y="6149339"/>
            <a:ext cx="117348" cy="283464"/>
          </a:xfrm>
          <a:prstGeom prst="rect">
            <a:avLst/>
          </a:prstGeom>
          <a:noFill/>
          <a:ln>
            <a:noFill/>
          </a:ln>
        </p:spPr>
      </p:pic>
      <p:pic>
        <p:nvPicPr>
          <p:cNvPr id="2717" name="Google Shape;2717;p46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362200" y="4910327"/>
            <a:ext cx="175260" cy="1161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2718" name="Google Shape;2718;p46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366772" y="4660391"/>
            <a:ext cx="167640" cy="175260"/>
          </a:xfrm>
          <a:prstGeom prst="rect">
            <a:avLst/>
          </a:prstGeom>
          <a:noFill/>
          <a:ln>
            <a:noFill/>
          </a:ln>
        </p:spPr>
      </p:pic>
      <p:pic>
        <p:nvPicPr>
          <p:cNvPr id="2719" name="Google Shape;2719;p46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362200" y="3028188"/>
            <a:ext cx="225551" cy="15590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20" name="Google Shape;2720;p46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362200" y="1438656"/>
            <a:ext cx="225552" cy="1522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721" name="Google Shape;2721;p46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362200" y="1228344"/>
            <a:ext cx="175260" cy="146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722" name="Google Shape;2722;p46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659379" y="7667243"/>
            <a:ext cx="225516" cy="12771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23" name="Google Shape;2723;p46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717327" y="7141464"/>
            <a:ext cx="167604" cy="454152"/>
          </a:xfrm>
          <a:prstGeom prst="rect">
            <a:avLst/>
          </a:prstGeom>
          <a:noFill/>
          <a:ln>
            <a:noFill/>
          </a:ln>
        </p:spPr>
      </p:pic>
      <p:sp>
        <p:nvSpPr>
          <p:cNvPr id="2724" name="Google Shape;2724;p46"/>
          <p:cNvSpPr/>
          <p:nvPr/>
        </p:nvSpPr>
        <p:spPr>
          <a:xfrm>
            <a:off x="3075432" y="9214104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3716"/>
                </a:lnTo>
                <a:lnTo>
                  <a:pt x="9143" y="762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7243" y="3048"/>
                </a:lnTo>
                <a:lnTo>
                  <a:pt x="53339" y="7620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53339" y="51816"/>
                </a:lnTo>
                <a:lnTo>
                  <a:pt x="47243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25" name="Google Shape;2725;p46"/>
          <p:cNvGrpSpPr/>
          <p:nvPr/>
        </p:nvGrpSpPr>
        <p:grpSpPr>
          <a:xfrm>
            <a:off x="3014472" y="7786116"/>
            <a:ext cx="175514" cy="1336547"/>
            <a:chOff x="3014472" y="7786116"/>
            <a:chExt cx="175514" cy="1336547"/>
          </a:xfrm>
        </p:grpSpPr>
        <p:pic>
          <p:nvPicPr>
            <p:cNvPr id="2726" name="Google Shape;2726;p46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019044" y="9015983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27" name="Google Shape;2727;p46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014472" y="8560307"/>
              <a:ext cx="175260" cy="4297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28" name="Google Shape;2728;p46"/>
            <p:cNvSpPr/>
            <p:nvPr/>
          </p:nvSpPr>
          <p:spPr>
            <a:xfrm>
              <a:off x="3038856" y="7786116"/>
              <a:ext cx="151130" cy="754380"/>
            </a:xfrm>
            <a:custGeom>
              <a:rect b="b" l="l" r="r" t="t"/>
              <a:pathLst>
                <a:path extrusionOk="0" h="754379" w="151130">
                  <a:moveTo>
                    <a:pt x="60960" y="9144"/>
                  </a:moveTo>
                  <a:lnTo>
                    <a:pt x="57912" y="3048"/>
                  </a:lnTo>
                  <a:lnTo>
                    <a:pt x="51816" y="0"/>
                  </a:lnTo>
                  <a:lnTo>
                    <a:pt x="44196" y="0"/>
                  </a:lnTo>
                  <a:lnTo>
                    <a:pt x="38100" y="3048"/>
                  </a:lnTo>
                  <a:lnTo>
                    <a:pt x="35052" y="6096"/>
                  </a:lnTo>
                  <a:lnTo>
                    <a:pt x="33528" y="9144"/>
                  </a:lnTo>
                  <a:lnTo>
                    <a:pt x="33528" y="16764"/>
                  </a:lnTo>
                  <a:lnTo>
                    <a:pt x="35052" y="19812"/>
                  </a:lnTo>
                  <a:lnTo>
                    <a:pt x="41148" y="25908"/>
                  </a:lnTo>
                  <a:lnTo>
                    <a:pt x="44196" y="27432"/>
                  </a:lnTo>
                  <a:lnTo>
                    <a:pt x="51816" y="27432"/>
                  </a:lnTo>
                  <a:lnTo>
                    <a:pt x="54864" y="25908"/>
                  </a:lnTo>
                  <a:lnTo>
                    <a:pt x="57912" y="22860"/>
                  </a:lnTo>
                  <a:lnTo>
                    <a:pt x="60960" y="16764"/>
                  </a:lnTo>
                  <a:lnTo>
                    <a:pt x="60960" y="9144"/>
                  </a:lnTo>
                  <a:close/>
                </a:path>
                <a:path extrusionOk="0" h="754379" w="151130">
                  <a:moveTo>
                    <a:pt x="147815" y="54864"/>
                  </a:moveTo>
                  <a:lnTo>
                    <a:pt x="144767" y="54864"/>
                  </a:lnTo>
                  <a:lnTo>
                    <a:pt x="144767" y="64008"/>
                  </a:lnTo>
                  <a:lnTo>
                    <a:pt x="138671" y="70104"/>
                  </a:lnTo>
                  <a:lnTo>
                    <a:pt x="135623" y="71628"/>
                  </a:lnTo>
                  <a:lnTo>
                    <a:pt x="65519" y="71628"/>
                  </a:lnTo>
                  <a:lnTo>
                    <a:pt x="57899" y="73152"/>
                  </a:lnTo>
                  <a:lnTo>
                    <a:pt x="53327" y="74676"/>
                  </a:lnTo>
                  <a:lnTo>
                    <a:pt x="47231" y="76200"/>
                  </a:lnTo>
                  <a:lnTo>
                    <a:pt x="41135" y="80772"/>
                  </a:lnTo>
                  <a:lnTo>
                    <a:pt x="38087" y="85344"/>
                  </a:lnTo>
                  <a:lnTo>
                    <a:pt x="35039" y="88392"/>
                  </a:lnTo>
                  <a:lnTo>
                    <a:pt x="33515" y="94488"/>
                  </a:lnTo>
                  <a:lnTo>
                    <a:pt x="33515" y="105156"/>
                  </a:lnTo>
                  <a:lnTo>
                    <a:pt x="35039" y="111252"/>
                  </a:lnTo>
                  <a:lnTo>
                    <a:pt x="57899" y="137160"/>
                  </a:lnTo>
                  <a:lnTo>
                    <a:pt x="50279" y="138684"/>
                  </a:lnTo>
                  <a:lnTo>
                    <a:pt x="44183" y="143256"/>
                  </a:lnTo>
                  <a:lnTo>
                    <a:pt x="39611" y="147828"/>
                  </a:lnTo>
                  <a:lnTo>
                    <a:pt x="36563" y="152400"/>
                  </a:lnTo>
                  <a:lnTo>
                    <a:pt x="33515" y="158496"/>
                  </a:lnTo>
                  <a:lnTo>
                    <a:pt x="33515" y="169164"/>
                  </a:lnTo>
                  <a:lnTo>
                    <a:pt x="35039" y="173736"/>
                  </a:lnTo>
                  <a:lnTo>
                    <a:pt x="36563" y="176784"/>
                  </a:lnTo>
                  <a:lnTo>
                    <a:pt x="38087" y="181356"/>
                  </a:lnTo>
                  <a:lnTo>
                    <a:pt x="41135" y="184404"/>
                  </a:lnTo>
                  <a:lnTo>
                    <a:pt x="44183" y="188976"/>
                  </a:lnTo>
                  <a:lnTo>
                    <a:pt x="57899" y="202692"/>
                  </a:lnTo>
                  <a:lnTo>
                    <a:pt x="33515" y="202692"/>
                  </a:lnTo>
                  <a:lnTo>
                    <a:pt x="33515" y="207264"/>
                  </a:lnTo>
                  <a:lnTo>
                    <a:pt x="47231" y="240792"/>
                  </a:lnTo>
                  <a:lnTo>
                    <a:pt x="50279" y="239268"/>
                  </a:lnTo>
                  <a:lnTo>
                    <a:pt x="50279" y="236220"/>
                  </a:lnTo>
                  <a:lnTo>
                    <a:pt x="48755" y="233172"/>
                  </a:lnTo>
                  <a:lnTo>
                    <a:pt x="48755" y="228600"/>
                  </a:lnTo>
                  <a:lnTo>
                    <a:pt x="50279" y="227076"/>
                  </a:lnTo>
                  <a:lnTo>
                    <a:pt x="50279" y="225552"/>
                  </a:lnTo>
                  <a:lnTo>
                    <a:pt x="51803" y="225552"/>
                  </a:lnTo>
                  <a:lnTo>
                    <a:pt x="53327" y="224028"/>
                  </a:lnTo>
                  <a:lnTo>
                    <a:pt x="56375" y="224028"/>
                  </a:lnTo>
                  <a:lnTo>
                    <a:pt x="59423" y="222504"/>
                  </a:lnTo>
                  <a:lnTo>
                    <a:pt x="135623" y="222504"/>
                  </a:lnTo>
                  <a:lnTo>
                    <a:pt x="138671" y="224028"/>
                  </a:lnTo>
                  <a:lnTo>
                    <a:pt x="140195" y="225552"/>
                  </a:lnTo>
                  <a:lnTo>
                    <a:pt x="143243" y="227076"/>
                  </a:lnTo>
                  <a:lnTo>
                    <a:pt x="143243" y="228600"/>
                  </a:lnTo>
                  <a:lnTo>
                    <a:pt x="144767" y="230124"/>
                  </a:lnTo>
                  <a:lnTo>
                    <a:pt x="144767" y="239268"/>
                  </a:lnTo>
                  <a:lnTo>
                    <a:pt x="147815" y="239268"/>
                  </a:lnTo>
                  <a:lnTo>
                    <a:pt x="147815" y="222504"/>
                  </a:lnTo>
                  <a:lnTo>
                    <a:pt x="147815" y="185928"/>
                  </a:lnTo>
                  <a:lnTo>
                    <a:pt x="144767" y="185928"/>
                  </a:lnTo>
                  <a:lnTo>
                    <a:pt x="144767" y="195072"/>
                  </a:lnTo>
                  <a:lnTo>
                    <a:pt x="143243" y="196596"/>
                  </a:lnTo>
                  <a:lnTo>
                    <a:pt x="143243" y="198120"/>
                  </a:lnTo>
                  <a:lnTo>
                    <a:pt x="140195" y="199644"/>
                  </a:lnTo>
                  <a:lnTo>
                    <a:pt x="138671" y="201168"/>
                  </a:lnTo>
                  <a:lnTo>
                    <a:pt x="135623" y="202692"/>
                  </a:lnTo>
                  <a:lnTo>
                    <a:pt x="63995" y="202692"/>
                  </a:lnTo>
                  <a:lnTo>
                    <a:pt x="59423" y="199644"/>
                  </a:lnTo>
                  <a:lnTo>
                    <a:pt x="53327" y="187452"/>
                  </a:lnTo>
                  <a:lnTo>
                    <a:pt x="50279" y="182880"/>
                  </a:lnTo>
                  <a:lnTo>
                    <a:pt x="48755" y="179832"/>
                  </a:lnTo>
                  <a:lnTo>
                    <a:pt x="48755" y="169164"/>
                  </a:lnTo>
                  <a:lnTo>
                    <a:pt x="51803" y="164592"/>
                  </a:lnTo>
                  <a:lnTo>
                    <a:pt x="56375" y="160020"/>
                  </a:lnTo>
                  <a:lnTo>
                    <a:pt x="60947" y="158496"/>
                  </a:lnTo>
                  <a:lnTo>
                    <a:pt x="67043" y="156972"/>
                  </a:lnTo>
                  <a:lnTo>
                    <a:pt x="135623" y="156972"/>
                  </a:lnTo>
                  <a:lnTo>
                    <a:pt x="141719" y="160020"/>
                  </a:lnTo>
                  <a:lnTo>
                    <a:pt x="143243" y="161544"/>
                  </a:lnTo>
                  <a:lnTo>
                    <a:pt x="144767" y="164592"/>
                  </a:lnTo>
                  <a:lnTo>
                    <a:pt x="144767" y="173736"/>
                  </a:lnTo>
                  <a:lnTo>
                    <a:pt x="147815" y="173736"/>
                  </a:lnTo>
                  <a:lnTo>
                    <a:pt x="147815" y="156972"/>
                  </a:lnTo>
                  <a:lnTo>
                    <a:pt x="147815" y="137160"/>
                  </a:lnTo>
                  <a:lnTo>
                    <a:pt x="147815" y="120396"/>
                  </a:lnTo>
                  <a:lnTo>
                    <a:pt x="144767" y="120396"/>
                  </a:lnTo>
                  <a:lnTo>
                    <a:pt x="144767" y="129540"/>
                  </a:lnTo>
                  <a:lnTo>
                    <a:pt x="143243" y="131064"/>
                  </a:lnTo>
                  <a:lnTo>
                    <a:pt x="141719" y="134112"/>
                  </a:lnTo>
                  <a:lnTo>
                    <a:pt x="140195" y="135636"/>
                  </a:lnTo>
                  <a:lnTo>
                    <a:pt x="138671" y="135636"/>
                  </a:lnTo>
                  <a:lnTo>
                    <a:pt x="137147" y="137160"/>
                  </a:lnTo>
                  <a:lnTo>
                    <a:pt x="63995" y="137160"/>
                  </a:lnTo>
                  <a:lnTo>
                    <a:pt x="57899" y="131064"/>
                  </a:lnTo>
                  <a:lnTo>
                    <a:pt x="51803" y="121920"/>
                  </a:lnTo>
                  <a:lnTo>
                    <a:pt x="48755" y="112776"/>
                  </a:lnTo>
                  <a:lnTo>
                    <a:pt x="48755" y="102108"/>
                  </a:lnTo>
                  <a:lnTo>
                    <a:pt x="51803" y="97536"/>
                  </a:lnTo>
                  <a:lnTo>
                    <a:pt x="56375" y="94488"/>
                  </a:lnTo>
                  <a:lnTo>
                    <a:pt x="60947" y="92964"/>
                  </a:lnTo>
                  <a:lnTo>
                    <a:pt x="67043" y="91440"/>
                  </a:lnTo>
                  <a:lnTo>
                    <a:pt x="135623" y="91440"/>
                  </a:lnTo>
                  <a:lnTo>
                    <a:pt x="141719" y="94488"/>
                  </a:lnTo>
                  <a:lnTo>
                    <a:pt x="141719" y="96012"/>
                  </a:lnTo>
                  <a:lnTo>
                    <a:pt x="144767" y="97536"/>
                  </a:lnTo>
                  <a:lnTo>
                    <a:pt x="144767" y="108204"/>
                  </a:lnTo>
                  <a:lnTo>
                    <a:pt x="147815" y="108204"/>
                  </a:lnTo>
                  <a:lnTo>
                    <a:pt x="147815" y="91440"/>
                  </a:lnTo>
                  <a:lnTo>
                    <a:pt x="147815" y="54864"/>
                  </a:lnTo>
                  <a:close/>
                </a:path>
                <a:path extrusionOk="0" h="754379" w="151130">
                  <a:moveTo>
                    <a:pt x="150863" y="480060"/>
                  </a:moveTo>
                  <a:lnTo>
                    <a:pt x="131241" y="446722"/>
                  </a:lnTo>
                  <a:lnTo>
                    <a:pt x="117335" y="443484"/>
                  </a:lnTo>
                  <a:lnTo>
                    <a:pt x="108508" y="444944"/>
                  </a:lnTo>
                  <a:lnTo>
                    <a:pt x="77711" y="484632"/>
                  </a:lnTo>
                  <a:lnTo>
                    <a:pt x="74663" y="492252"/>
                  </a:lnTo>
                  <a:lnTo>
                    <a:pt x="70091" y="498348"/>
                  </a:lnTo>
                  <a:lnTo>
                    <a:pt x="60947" y="502920"/>
                  </a:lnTo>
                  <a:lnTo>
                    <a:pt x="51803" y="502920"/>
                  </a:lnTo>
                  <a:lnTo>
                    <a:pt x="48755" y="501396"/>
                  </a:lnTo>
                  <a:lnTo>
                    <a:pt x="42659" y="495300"/>
                  </a:lnTo>
                  <a:lnTo>
                    <a:pt x="41135" y="490728"/>
                  </a:lnTo>
                  <a:lnTo>
                    <a:pt x="41135" y="477012"/>
                  </a:lnTo>
                  <a:lnTo>
                    <a:pt x="44183" y="470916"/>
                  </a:lnTo>
                  <a:lnTo>
                    <a:pt x="48755" y="466344"/>
                  </a:lnTo>
                  <a:lnTo>
                    <a:pt x="51803" y="461772"/>
                  </a:lnTo>
                  <a:lnTo>
                    <a:pt x="60947" y="458724"/>
                  </a:lnTo>
                  <a:lnTo>
                    <a:pt x="71615" y="455676"/>
                  </a:lnTo>
                  <a:lnTo>
                    <a:pt x="71615" y="452628"/>
                  </a:lnTo>
                  <a:lnTo>
                    <a:pt x="33515" y="452628"/>
                  </a:lnTo>
                  <a:lnTo>
                    <a:pt x="33515" y="455676"/>
                  </a:lnTo>
                  <a:lnTo>
                    <a:pt x="36563" y="457200"/>
                  </a:lnTo>
                  <a:lnTo>
                    <a:pt x="38087" y="458724"/>
                  </a:lnTo>
                  <a:lnTo>
                    <a:pt x="38087" y="464820"/>
                  </a:lnTo>
                  <a:lnTo>
                    <a:pt x="36563" y="469392"/>
                  </a:lnTo>
                  <a:lnTo>
                    <a:pt x="35039" y="475488"/>
                  </a:lnTo>
                  <a:lnTo>
                    <a:pt x="33515" y="480060"/>
                  </a:lnTo>
                  <a:lnTo>
                    <a:pt x="33515" y="484632"/>
                  </a:lnTo>
                  <a:lnTo>
                    <a:pt x="34086" y="492086"/>
                  </a:lnTo>
                  <a:lnTo>
                    <a:pt x="34137" y="492252"/>
                  </a:lnTo>
                  <a:lnTo>
                    <a:pt x="35801" y="498538"/>
                  </a:lnTo>
                  <a:lnTo>
                    <a:pt x="56375" y="518160"/>
                  </a:lnTo>
                  <a:lnTo>
                    <a:pt x="71615" y="518160"/>
                  </a:lnTo>
                  <a:lnTo>
                    <a:pt x="77711" y="516636"/>
                  </a:lnTo>
                  <a:lnTo>
                    <a:pt x="82283" y="512064"/>
                  </a:lnTo>
                  <a:lnTo>
                    <a:pt x="85737" y="508927"/>
                  </a:lnTo>
                  <a:lnTo>
                    <a:pt x="89331" y="504063"/>
                  </a:lnTo>
                  <a:lnTo>
                    <a:pt x="90017" y="502920"/>
                  </a:lnTo>
                  <a:lnTo>
                    <a:pt x="93218" y="497497"/>
                  </a:lnTo>
                  <a:lnTo>
                    <a:pt x="97523" y="489204"/>
                  </a:lnTo>
                  <a:lnTo>
                    <a:pt x="101841" y="481774"/>
                  </a:lnTo>
                  <a:lnTo>
                    <a:pt x="120383" y="461772"/>
                  </a:lnTo>
                  <a:lnTo>
                    <a:pt x="131051" y="461772"/>
                  </a:lnTo>
                  <a:lnTo>
                    <a:pt x="135623" y="463296"/>
                  </a:lnTo>
                  <a:lnTo>
                    <a:pt x="138671" y="466344"/>
                  </a:lnTo>
                  <a:lnTo>
                    <a:pt x="141719" y="470916"/>
                  </a:lnTo>
                  <a:lnTo>
                    <a:pt x="143243" y="475488"/>
                  </a:lnTo>
                  <a:lnTo>
                    <a:pt x="143243" y="489204"/>
                  </a:lnTo>
                  <a:lnTo>
                    <a:pt x="141719" y="495300"/>
                  </a:lnTo>
                  <a:lnTo>
                    <a:pt x="135623" y="501396"/>
                  </a:lnTo>
                  <a:lnTo>
                    <a:pt x="131622" y="506539"/>
                  </a:lnTo>
                  <a:lnTo>
                    <a:pt x="126479" y="510540"/>
                  </a:lnTo>
                  <a:lnTo>
                    <a:pt x="120192" y="513397"/>
                  </a:lnTo>
                  <a:lnTo>
                    <a:pt x="112763" y="515112"/>
                  </a:lnTo>
                  <a:lnTo>
                    <a:pt x="112763" y="518160"/>
                  </a:lnTo>
                  <a:lnTo>
                    <a:pt x="150863" y="518160"/>
                  </a:lnTo>
                  <a:lnTo>
                    <a:pt x="150863" y="515112"/>
                  </a:lnTo>
                  <a:lnTo>
                    <a:pt x="147815" y="513588"/>
                  </a:lnTo>
                  <a:lnTo>
                    <a:pt x="146291" y="512064"/>
                  </a:lnTo>
                  <a:lnTo>
                    <a:pt x="146392" y="508927"/>
                  </a:lnTo>
                  <a:lnTo>
                    <a:pt x="147815" y="507492"/>
                  </a:lnTo>
                  <a:lnTo>
                    <a:pt x="147942" y="504063"/>
                  </a:lnTo>
                  <a:lnTo>
                    <a:pt x="150863" y="495300"/>
                  </a:lnTo>
                  <a:lnTo>
                    <a:pt x="150863" y="480060"/>
                  </a:lnTo>
                  <a:close/>
                </a:path>
                <a:path extrusionOk="0" h="754379" w="151130">
                  <a:moveTo>
                    <a:pt x="150863" y="303276"/>
                  </a:moveTo>
                  <a:lnTo>
                    <a:pt x="150799" y="301752"/>
                  </a:lnTo>
                  <a:lnTo>
                    <a:pt x="150710" y="299758"/>
                  </a:lnTo>
                  <a:lnTo>
                    <a:pt x="150672" y="298704"/>
                  </a:lnTo>
                  <a:lnTo>
                    <a:pt x="143243" y="275869"/>
                  </a:lnTo>
                  <a:lnTo>
                    <a:pt x="143243" y="291084"/>
                  </a:lnTo>
                  <a:lnTo>
                    <a:pt x="143243" y="298704"/>
                  </a:lnTo>
                  <a:lnTo>
                    <a:pt x="117030" y="327088"/>
                  </a:lnTo>
                  <a:lnTo>
                    <a:pt x="83807" y="332232"/>
                  </a:lnTo>
                  <a:lnTo>
                    <a:pt x="73139" y="332232"/>
                  </a:lnTo>
                  <a:lnTo>
                    <a:pt x="41135" y="309372"/>
                  </a:lnTo>
                  <a:lnTo>
                    <a:pt x="41249" y="305523"/>
                  </a:lnTo>
                  <a:lnTo>
                    <a:pt x="74091" y="274510"/>
                  </a:lnTo>
                  <a:lnTo>
                    <a:pt x="100571" y="271272"/>
                  </a:lnTo>
                  <a:lnTo>
                    <a:pt x="111391" y="271830"/>
                  </a:lnTo>
                  <a:lnTo>
                    <a:pt x="143243" y="291084"/>
                  </a:lnTo>
                  <a:lnTo>
                    <a:pt x="143243" y="275869"/>
                  </a:lnTo>
                  <a:lnTo>
                    <a:pt x="105714" y="250507"/>
                  </a:lnTo>
                  <a:lnTo>
                    <a:pt x="89903" y="248412"/>
                  </a:lnTo>
                  <a:lnTo>
                    <a:pt x="79908" y="249275"/>
                  </a:lnTo>
                  <a:lnTo>
                    <a:pt x="45097" y="269824"/>
                  </a:lnTo>
                  <a:lnTo>
                    <a:pt x="33515" y="301752"/>
                  </a:lnTo>
                  <a:lnTo>
                    <a:pt x="33642" y="303276"/>
                  </a:lnTo>
                  <a:lnTo>
                    <a:pt x="34074" y="308597"/>
                  </a:lnTo>
                  <a:lnTo>
                    <a:pt x="56565" y="343738"/>
                  </a:lnTo>
                  <a:lnTo>
                    <a:pt x="63995" y="347472"/>
                  </a:lnTo>
                  <a:lnTo>
                    <a:pt x="71120" y="351243"/>
                  </a:lnTo>
                  <a:lnTo>
                    <a:pt x="78663" y="353568"/>
                  </a:lnTo>
                  <a:lnTo>
                    <a:pt x="86499" y="354761"/>
                  </a:lnTo>
                  <a:lnTo>
                    <a:pt x="94475" y="355092"/>
                  </a:lnTo>
                  <a:lnTo>
                    <a:pt x="104482" y="354266"/>
                  </a:lnTo>
                  <a:lnTo>
                    <a:pt x="139941" y="335216"/>
                  </a:lnTo>
                  <a:lnTo>
                    <a:pt x="141922" y="332232"/>
                  </a:lnTo>
                  <a:lnTo>
                    <a:pt x="146100" y="325945"/>
                  </a:lnTo>
                  <a:lnTo>
                    <a:pt x="149707" y="315264"/>
                  </a:lnTo>
                  <a:lnTo>
                    <a:pt x="150863" y="303276"/>
                  </a:lnTo>
                  <a:close/>
                </a:path>
                <a:path extrusionOk="0" h="754379" w="151130">
                  <a:moveTo>
                    <a:pt x="150876" y="707136"/>
                  </a:moveTo>
                  <a:lnTo>
                    <a:pt x="133654" y="672134"/>
                  </a:lnTo>
                  <a:lnTo>
                    <a:pt x="105156" y="661416"/>
                  </a:lnTo>
                  <a:lnTo>
                    <a:pt x="103632" y="664464"/>
                  </a:lnTo>
                  <a:lnTo>
                    <a:pt x="114300" y="667512"/>
                  </a:lnTo>
                  <a:lnTo>
                    <a:pt x="120396" y="672084"/>
                  </a:lnTo>
                  <a:lnTo>
                    <a:pt x="124968" y="676656"/>
                  </a:lnTo>
                  <a:lnTo>
                    <a:pt x="129540" y="682752"/>
                  </a:lnTo>
                  <a:lnTo>
                    <a:pt x="131064" y="690372"/>
                  </a:lnTo>
                  <a:lnTo>
                    <a:pt x="131064" y="697992"/>
                  </a:lnTo>
                  <a:lnTo>
                    <a:pt x="108432" y="728789"/>
                  </a:lnTo>
                  <a:lnTo>
                    <a:pt x="82296" y="734568"/>
                  </a:lnTo>
                  <a:lnTo>
                    <a:pt x="72580" y="733983"/>
                  </a:lnTo>
                  <a:lnTo>
                    <a:pt x="64008" y="732091"/>
                  </a:lnTo>
                  <a:lnTo>
                    <a:pt x="56578" y="728789"/>
                  </a:lnTo>
                  <a:lnTo>
                    <a:pt x="44196" y="719328"/>
                  </a:lnTo>
                  <a:lnTo>
                    <a:pt x="41148" y="713232"/>
                  </a:lnTo>
                  <a:lnTo>
                    <a:pt x="41148" y="701040"/>
                  </a:lnTo>
                  <a:lnTo>
                    <a:pt x="42672" y="696468"/>
                  </a:lnTo>
                  <a:lnTo>
                    <a:pt x="45720" y="694944"/>
                  </a:lnTo>
                  <a:lnTo>
                    <a:pt x="47244" y="691896"/>
                  </a:lnTo>
                  <a:lnTo>
                    <a:pt x="56388" y="688848"/>
                  </a:lnTo>
                  <a:lnTo>
                    <a:pt x="60960" y="688848"/>
                  </a:lnTo>
                  <a:lnTo>
                    <a:pt x="64008" y="687324"/>
                  </a:lnTo>
                  <a:lnTo>
                    <a:pt x="65532" y="685800"/>
                  </a:lnTo>
                  <a:lnTo>
                    <a:pt x="68580" y="684276"/>
                  </a:lnTo>
                  <a:lnTo>
                    <a:pt x="70104" y="681228"/>
                  </a:lnTo>
                  <a:lnTo>
                    <a:pt x="70104" y="670560"/>
                  </a:lnTo>
                  <a:lnTo>
                    <a:pt x="65532" y="665988"/>
                  </a:lnTo>
                  <a:lnTo>
                    <a:pt x="54864" y="665988"/>
                  </a:lnTo>
                  <a:lnTo>
                    <a:pt x="33528" y="702564"/>
                  </a:lnTo>
                  <a:lnTo>
                    <a:pt x="34645" y="712571"/>
                  </a:lnTo>
                  <a:lnTo>
                    <a:pt x="58877" y="745388"/>
                  </a:lnTo>
                  <a:lnTo>
                    <a:pt x="92964" y="754380"/>
                  </a:lnTo>
                  <a:lnTo>
                    <a:pt x="105841" y="753529"/>
                  </a:lnTo>
                  <a:lnTo>
                    <a:pt x="142506" y="732650"/>
                  </a:lnTo>
                  <a:lnTo>
                    <a:pt x="149987" y="716026"/>
                  </a:lnTo>
                  <a:lnTo>
                    <a:pt x="150876" y="707136"/>
                  </a:lnTo>
                  <a:close/>
                </a:path>
                <a:path extrusionOk="0" h="754379" w="151130">
                  <a:moveTo>
                    <a:pt x="150876" y="563880"/>
                  </a:moveTo>
                  <a:lnTo>
                    <a:pt x="137160" y="530352"/>
                  </a:lnTo>
                  <a:lnTo>
                    <a:pt x="134112" y="531876"/>
                  </a:lnTo>
                  <a:lnTo>
                    <a:pt x="137160" y="537972"/>
                  </a:lnTo>
                  <a:lnTo>
                    <a:pt x="137160" y="542544"/>
                  </a:lnTo>
                  <a:lnTo>
                    <a:pt x="135636" y="544068"/>
                  </a:lnTo>
                  <a:lnTo>
                    <a:pt x="135636" y="545592"/>
                  </a:lnTo>
                  <a:lnTo>
                    <a:pt x="134112" y="547116"/>
                  </a:lnTo>
                  <a:lnTo>
                    <a:pt x="131064" y="547116"/>
                  </a:lnTo>
                  <a:lnTo>
                    <a:pt x="129540" y="548640"/>
                  </a:lnTo>
                  <a:lnTo>
                    <a:pt x="36576" y="548640"/>
                  </a:lnTo>
                  <a:lnTo>
                    <a:pt x="36576" y="585216"/>
                  </a:lnTo>
                  <a:lnTo>
                    <a:pt x="39624" y="585216"/>
                  </a:lnTo>
                  <a:lnTo>
                    <a:pt x="39624" y="579120"/>
                  </a:lnTo>
                  <a:lnTo>
                    <a:pt x="41148" y="574548"/>
                  </a:lnTo>
                  <a:lnTo>
                    <a:pt x="44196" y="571500"/>
                  </a:lnTo>
                  <a:lnTo>
                    <a:pt x="47244" y="569976"/>
                  </a:lnTo>
                  <a:lnTo>
                    <a:pt x="51816" y="568452"/>
                  </a:lnTo>
                  <a:lnTo>
                    <a:pt x="120396" y="568452"/>
                  </a:lnTo>
                  <a:lnTo>
                    <a:pt x="126492" y="574548"/>
                  </a:lnTo>
                  <a:lnTo>
                    <a:pt x="131064" y="580644"/>
                  </a:lnTo>
                  <a:lnTo>
                    <a:pt x="132588" y="585216"/>
                  </a:lnTo>
                  <a:lnTo>
                    <a:pt x="135636" y="589788"/>
                  </a:lnTo>
                  <a:lnTo>
                    <a:pt x="135636" y="601980"/>
                  </a:lnTo>
                  <a:lnTo>
                    <a:pt x="134112" y="606552"/>
                  </a:lnTo>
                  <a:lnTo>
                    <a:pt x="131064" y="611124"/>
                  </a:lnTo>
                  <a:lnTo>
                    <a:pt x="128016" y="614172"/>
                  </a:lnTo>
                  <a:lnTo>
                    <a:pt x="121920" y="615696"/>
                  </a:lnTo>
                  <a:lnTo>
                    <a:pt x="36576" y="615696"/>
                  </a:lnTo>
                  <a:lnTo>
                    <a:pt x="36576" y="653796"/>
                  </a:lnTo>
                  <a:lnTo>
                    <a:pt x="39624" y="653796"/>
                  </a:lnTo>
                  <a:lnTo>
                    <a:pt x="39624" y="649224"/>
                  </a:lnTo>
                  <a:lnTo>
                    <a:pt x="41148" y="644652"/>
                  </a:lnTo>
                  <a:lnTo>
                    <a:pt x="41148" y="643128"/>
                  </a:lnTo>
                  <a:lnTo>
                    <a:pt x="42672" y="640080"/>
                  </a:lnTo>
                  <a:lnTo>
                    <a:pt x="44196" y="638556"/>
                  </a:lnTo>
                  <a:lnTo>
                    <a:pt x="47244" y="637032"/>
                  </a:lnTo>
                  <a:lnTo>
                    <a:pt x="48768" y="637032"/>
                  </a:lnTo>
                  <a:lnTo>
                    <a:pt x="53340" y="635508"/>
                  </a:lnTo>
                  <a:lnTo>
                    <a:pt x="126492" y="635508"/>
                  </a:lnTo>
                  <a:lnTo>
                    <a:pt x="132588" y="632460"/>
                  </a:lnTo>
                  <a:lnTo>
                    <a:pt x="137160" y="630936"/>
                  </a:lnTo>
                  <a:lnTo>
                    <a:pt x="141732" y="627888"/>
                  </a:lnTo>
                  <a:lnTo>
                    <a:pt x="146304" y="623316"/>
                  </a:lnTo>
                  <a:lnTo>
                    <a:pt x="149352" y="618744"/>
                  </a:lnTo>
                  <a:lnTo>
                    <a:pt x="150876" y="612648"/>
                  </a:lnTo>
                  <a:lnTo>
                    <a:pt x="150876" y="601980"/>
                  </a:lnTo>
                  <a:lnTo>
                    <a:pt x="128016" y="568452"/>
                  </a:lnTo>
                  <a:lnTo>
                    <a:pt x="150876" y="568452"/>
                  </a:lnTo>
                  <a:lnTo>
                    <a:pt x="150876" y="563880"/>
                  </a:lnTo>
                  <a:close/>
                </a:path>
                <a:path extrusionOk="0" h="754379" w="151130">
                  <a:moveTo>
                    <a:pt x="150876" y="388620"/>
                  </a:moveTo>
                  <a:lnTo>
                    <a:pt x="149352" y="382524"/>
                  </a:lnTo>
                  <a:lnTo>
                    <a:pt x="144780" y="377952"/>
                  </a:lnTo>
                  <a:lnTo>
                    <a:pt x="141732" y="371856"/>
                  </a:lnTo>
                  <a:lnTo>
                    <a:pt x="135636" y="368808"/>
                  </a:lnTo>
                  <a:lnTo>
                    <a:pt x="126492" y="365760"/>
                  </a:lnTo>
                  <a:lnTo>
                    <a:pt x="126492" y="371856"/>
                  </a:lnTo>
                  <a:lnTo>
                    <a:pt x="132588" y="374904"/>
                  </a:lnTo>
                  <a:lnTo>
                    <a:pt x="134112" y="376428"/>
                  </a:lnTo>
                  <a:lnTo>
                    <a:pt x="135636" y="379476"/>
                  </a:lnTo>
                  <a:lnTo>
                    <a:pt x="135636" y="390144"/>
                  </a:lnTo>
                  <a:lnTo>
                    <a:pt x="132588" y="393192"/>
                  </a:lnTo>
                  <a:lnTo>
                    <a:pt x="129540" y="394716"/>
                  </a:lnTo>
                  <a:lnTo>
                    <a:pt x="124968" y="396240"/>
                  </a:lnTo>
                  <a:lnTo>
                    <a:pt x="44196" y="396240"/>
                  </a:lnTo>
                  <a:lnTo>
                    <a:pt x="44196" y="370332"/>
                  </a:lnTo>
                  <a:lnTo>
                    <a:pt x="36576" y="370332"/>
                  </a:lnTo>
                  <a:lnTo>
                    <a:pt x="36576" y="396240"/>
                  </a:lnTo>
                  <a:lnTo>
                    <a:pt x="0" y="396240"/>
                  </a:lnTo>
                  <a:lnTo>
                    <a:pt x="0" y="399288"/>
                  </a:lnTo>
                  <a:lnTo>
                    <a:pt x="9144" y="402336"/>
                  </a:lnTo>
                  <a:lnTo>
                    <a:pt x="13716" y="405384"/>
                  </a:lnTo>
                  <a:lnTo>
                    <a:pt x="22860" y="409956"/>
                  </a:lnTo>
                  <a:lnTo>
                    <a:pt x="28956" y="414528"/>
                  </a:lnTo>
                  <a:lnTo>
                    <a:pt x="32004" y="419100"/>
                  </a:lnTo>
                  <a:lnTo>
                    <a:pt x="36576" y="425196"/>
                  </a:lnTo>
                  <a:lnTo>
                    <a:pt x="39624" y="429768"/>
                  </a:lnTo>
                  <a:lnTo>
                    <a:pt x="41148" y="434340"/>
                  </a:lnTo>
                  <a:lnTo>
                    <a:pt x="44196" y="434340"/>
                  </a:lnTo>
                  <a:lnTo>
                    <a:pt x="44196" y="416052"/>
                  </a:lnTo>
                  <a:lnTo>
                    <a:pt x="129540" y="416052"/>
                  </a:lnTo>
                  <a:lnTo>
                    <a:pt x="135636" y="414528"/>
                  </a:lnTo>
                  <a:lnTo>
                    <a:pt x="138684" y="413004"/>
                  </a:lnTo>
                  <a:lnTo>
                    <a:pt x="143256" y="411480"/>
                  </a:lnTo>
                  <a:lnTo>
                    <a:pt x="146304" y="408432"/>
                  </a:lnTo>
                  <a:lnTo>
                    <a:pt x="147828" y="405384"/>
                  </a:lnTo>
                  <a:lnTo>
                    <a:pt x="150876" y="400812"/>
                  </a:lnTo>
                  <a:lnTo>
                    <a:pt x="150876" y="388620"/>
                  </a:lnTo>
                  <a:close/>
                </a:path>
                <a:path extrusionOk="0" h="754379" w="151130">
                  <a:moveTo>
                    <a:pt x="150876" y="9144"/>
                  </a:moveTo>
                  <a:lnTo>
                    <a:pt x="149352" y="6096"/>
                  </a:lnTo>
                  <a:lnTo>
                    <a:pt x="144780" y="1524"/>
                  </a:lnTo>
                  <a:lnTo>
                    <a:pt x="141732" y="0"/>
                  </a:lnTo>
                  <a:lnTo>
                    <a:pt x="134112" y="0"/>
                  </a:lnTo>
                  <a:lnTo>
                    <a:pt x="128016" y="3048"/>
                  </a:lnTo>
                  <a:lnTo>
                    <a:pt x="124968" y="6096"/>
                  </a:lnTo>
                  <a:lnTo>
                    <a:pt x="123444" y="9144"/>
                  </a:lnTo>
                  <a:lnTo>
                    <a:pt x="123444" y="16764"/>
                  </a:lnTo>
                  <a:lnTo>
                    <a:pt x="124968" y="19812"/>
                  </a:lnTo>
                  <a:lnTo>
                    <a:pt x="131064" y="25908"/>
                  </a:lnTo>
                  <a:lnTo>
                    <a:pt x="134112" y="27432"/>
                  </a:lnTo>
                  <a:lnTo>
                    <a:pt x="141732" y="27432"/>
                  </a:lnTo>
                  <a:lnTo>
                    <a:pt x="144780" y="25908"/>
                  </a:lnTo>
                  <a:lnTo>
                    <a:pt x="147828" y="22860"/>
                  </a:lnTo>
                  <a:lnTo>
                    <a:pt x="150876" y="16764"/>
                  </a:lnTo>
                  <a:lnTo>
                    <a:pt x="150876" y="9144"/>
                  </a:lnTo>
                  <a:close/>
                </a:path>
              </a:pathLst>
            </a:custGeom>
            <a:solidFill>
              <a:srgbClr val="0134AC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729" name="Google Shape;2729;p46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014472" y="7469123"/>
            <a:ext cx="175259" cy="228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30" name="Google Shape;2730;p46"/>
          <p:cNvGrpSpPr/>
          <p:nvPr/>
        </p:nvGrpSpPr>
        <p:grpSpPr>
          <a:xfrm>
            <a:off x="3014472" y="6839711"/>
            <a:ext cx="175260" cy="553213"/>
            <a:chOff x="3014472" y="6839711"/>
            <a:chExt cx="175260" cy="553213"/>
          </a:xfrm>
        </p:grpSpPr>
        <p:pic>
          <p:nvPicPr>
            <p:cNvPr id="2731" name="Google Shape;2731;p46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072383" y="7286244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32" name="Google Shape;2732;p46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014472" y="7168895"/>
              <a:ext cx="172212" cy="975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33" name="Google Shape;2733;p46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014472" y="6839711"/>
              <a:ext cx="175260" cy="2956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734" name="Google Shape;2734;p46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014472" y="6281928"/>
            <a:ext cx="225516" cy="480059"/>
          </a:xfrm>
          <a:prstGeom prst="rect">
            <a:avLst/>
          </a:prstGeom>
          <a:noFill/>
          <a:ln>
            <a:noFill/>
          </a:ln>
        </p:spPr>
      </p:pic>
      <p:pic>
        <p:nvPicPr>
          <p:cNvPr id="2735" name="Google Shape;2735;p46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014472" y="5772911"/>
            <a:ext cx="175260" cy="434340"/>
          </a:xfrm>
          <a:prstGeom prst="rect">
            <a:avLst/>
          </a:prstGeom>
          <a:noFill/>
          <a:ln>
            <a:noFill/>
          </a:ln>
        </p:spPr>
      </p:pic>
      <p:pic>
        <p:nvPicPr>
          <p:cNvPr id="2736" name="Google Shape;2736;p46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072383" y="5408676"/>
            <a:ext cx="117348" cy="2865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37" name="Google Shape;2737;p46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014472" y="3605783"/>
            <a:ext cx="225552" cy="17266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38" name="Google Shape;2738;p46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3014472" y="3195828"/>
            <a:ext cx="175260" cy="342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2739" name="Google Shape;2739;p46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014472" y="2328672"/>
            <a:ext cx="175260" cy="7909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740" name="Google Shape;2740;p46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014472" y="1431036"/>
            <a:ext cx="224028" cy="8199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41" name="Google Shape;2741;p46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014472" y="1068324"/>
            <a:ext cx="175260" cy="295655"/>
          </a:xfrm>
          <a:prstGeom prst="rect">
            <a:avLst/>
          </a:prstGeom>
          <a:noFill/>
          <a:ln>
            <a:noFill/>
          </a:ln>
        </p:spPr>
      </p:pic>
      <p:pic>
        <p:nvPicPr>
          <p:cNvPr id="2742" name="Google Shape;2742;p46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311652" y="7725155"/>
            <a:ext cx="175260" cy="1228344"/>
          </a:xfrm>
          <a:prstGeom prst="rect">
            <a:avLst/>
          </a:prstGeom>
          <a:noFill/>
          <a:ln>
            <a:noFill/>
          </a:ln>
        </p:spPr>
      </p:pic>
      <p:pic>
        <p:nvPicPr>
          <p:cNvPr id="2743" name="Google Shape;2743;p46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311651" y="7249668"/>
            <a:ext cx="175260" cy="399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2744" name="Google Shape;2744;p46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311652" y="6755892"/>
            <a:ext cx="175259" cy="4297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45" name="Google Shape;2745;p46"/>
          <p:cNvGrpSpPr/>
          <p:nvPr/>
        </p:nvGrpSpPr>
        <p:grpSpPr>
          <a:xfrm>
            <a:off x="3311652" y="6124955"/>
            <a:ext cx="175260" cy="553212"/>
            <a:chOff x="3311652" y="6124955"/>
            <a:chExt cx="175260" cy="553212"/>
          </a:xfrm>
        </p:grpSpPr>
        <p:pic>
          <p:nvPicPr>
            <p:cNvPr id="2746" name="Google Shape;2746;p46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311652" y="6457187"/>
              <a:ext cx="175259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47" name="Google Shape;2747;p46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311652" y="6124955"/>
              <a:ext cx="175260" cy="29565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748" name="Google Shape;2748;p46"/>
          <p:cNvGrpSpPr/>
          <p:nvPr/>
        </p:nvGrpSpPr>
        <p:grpSpPr>
          <a:xfrm>
            <a:off x="3311651" y="5737859"/>
            <a:ext cx="224028" cy="315468"/>
            <a:chOff x="3311651" y="5737859"/>
            <a:chExt cx="224028" cy="315468"/>
          </a:xfrm>
        </p:grpSpPr>
        <p:pic>
          <p:nvPicPr>
            <p:cNvPr id="2749" name="Google Shape;2749;p46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319271" y="5984747"/>
              <a:ext cx="164591" cy="685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50" name="Google Shape;2750;p46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311651" y="5737859"/>
              <a:ext cx="224028" cy="2270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751" name="Google Shape;2751;p46"/>
          <p:cNvSpPr/>
          <p:nvPr/>
        </p:nvSpPr>
        <p:spPr>
          <a:xfrm>
            <a:off x="3727704" y="9214104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9144" y="762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3340" y="7620"/>
                </a:lnTo>
                <a:lnTo>
                  <a:pt x="57912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53340" y="51816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52" name="Google Shape;2752;p46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666744" y="7199376"/>
            <a:ext cx="175260" cy="1923287"/>
          </a:xfrm>
          <a:prstGeom prst="rect">
            <a:avLst/>
          </a:prstGeom>
          <a:noFill/>
          <a:ln>
            <a:noFill/>
          </a:ln>
        </p:spPr>
      </p:pic>
      <p:pic>
        <p:nvPicPr>
          <p:cNvPr id="2753" name="Google Shape;2753;p46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671315" y="6899147"/>
            <a:ext cx="170687" cy="23317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54" name="Google Shape;2754;p46"/>
          <p:cNvGrpSpPr/>
          <p:nvPr/>
        </p:nvGrpSpPr>
        <p:grpSpPr>
          <a:xfrm>
            <a:off x="3724655" y="6412991"/>
            <a:ext cx="117349" cy="416052"/>
            <a:chOff x="3724655" y="6412991"/>
            <a:chExt cx="117349" cy="416052"/>
          </a:xfrm>
        </p:grpSpPr>
        <p:pic>
          <p:nvPicPr>
            <p:cNvPr id="2755" name="Google Shape;2755;p46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3724655" y="6507480"/>
              <a:ext cx="117348" cy="3215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56" name="Google Shape;2756;p46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3724656" y="6412991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757" name="Google Shape;2757;p46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666744" y="5148072"/>
            <a:ext cx="225552" cy="1197863"/>
          </a:xfrm>
          <a:prstGeom prst="rect">
            <a:avLst/>
          </a:prstGeom>
          <a:noFill/>
          <a:ln>
            <a:noFill/>
          </a:ln>
        </p:spPr>
      </p:pic>
      <p:pic>
        <p:nvPicPr>
          <p:cNvPr id="2758" name="Google Shape;2758;p46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666744" y="4602479"/>
            <a:ext cx="225516" cy="477012"/>
          </a:xfrm>
          <a:prstGeom prst="rect">
            <a:avLst/>
          </a:prstGeom>
          <a:noFill/>
          <a:ln>
            <a:noFill/>
          </a:ln>
        </p:spPr>
      </p:pic>
      <p:pic>
        <p:nvPicPr>
          <p:cNvPr id="2759" name="Google Shape;2759;p46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3666744" y="4093464"/>
            <a:ext cx="175260" cy="4312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60" name="Google Shape;2760;p46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3666744" y="3142488"/>
            <a:ext cx="175260" cy="864107"/>
          </a:xfrm>
          <a:prstGeom prst="rect">
            <a:avLst/>
          </a:prstGeom>
          <a:noFill/>
          <a:ln>
            <a:noFill/>
          </a:ln>
        </p:spPr>
      </p:pic>
      <p:pic>
        <p:nvPicPr>
          <p:cNvPr id="2761" name="Google Shape;2761;p46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3666744" y="2631948"/>
            <a:ext cx="175260" cy="4389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62" name="Google Shape;2762;p46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3724655" y="2372867"/>
            <a:ext cx="117348" cy="185928"/>
          </a:xfrm>
          <a:prstGeom prst="rect">
            <a:avLst/>
          </a:prstGeom>
          <a:noFill/>
          <a:ln>
            <a:noFill/>
          </a:ln>
        </p:spPr>
      </p:pic>
      <p:sp>
        <p:nvSpPr>
          <p:cNvPr id="2763" name="Google Shape;2763;p46"/>
          <p:cNvSpPr/>
          <p:nvPr/>
        </p:nvSpPr>
        <p:spPr>
          <a:xfrm>
            <a:off x="3671303" y="1775460"/>
            <a:ext cx="170815" cy="527685"/>
          </a:xfrm>
          <a:custGeom>
            <a:rect b="b" l="l" r="r" t="t"/>
            <a:pathLst>
              <a:path extrusionOk="0" h="527685" w="170814">
                <a:moveTo>
                  <a:pt x="167640" y="353568"/>
                </a:moveTo>
                <a:lnTo>
                  <a:pt x="164592" y="353568"/>
                </a:lnTo>
                <a:lnTo>
                  <a:pt x="164592" y="361188"/>
                </a:lnTo>
                <a:lnTo>
                  <a:pt x="163068" y="365760"/>
                </a:lnTo>
                <a:lnTo>
                  <a:pt x="105156" y="395325"/>
                </a:lnTo>
                <a:lnTo>
                  <a:pt x="105156" y="419100"/>
                </a:lnTo>
                <a:lnTo>
                  <a:pt x="105156" y="477012"/>
                </a:lnTo>
                <a:lnTo>
                  <a:pt x="39624" y="446532"/>
                </a:lnTo>
                <a:lnTo>
                  <a:pt x="105156" y="419100"/>
                </a:lnTo>
                <a:lnTo>
                  <a:pt x="105156" y="395325"/>
                </a:lnTo>
                <a:lnTo>
                  <a:pt x="0" y="437388"/>
                </a:lnTo>
                <a:lnTo>
                  <a:pt x="0" y="441960"/>
                </a:lnTo>
                <a:lnTo>
                  <a:pt x="134112" y="501396"/>
                </a:lnTo>
                <a:lnTo>
                  <a:pt x="143306" y="504825"/>
                </a:lnTo>
                <a:lnTo>
                  <a:pt x="150495" y="508254"/>
                </a:lnTo>
                <a:lnTo>
                  <a:pt x="155981" y="511683"/>
                </a:lnTo>
                <a:lnTo>
                  <a:pt x="160020" y="515112"/>
                </a:lnTo>
                <a:lnTo>
                  <a:pt x="161544" y="516636"/>
                </a:lnTo>
                <a:lnTo>
                  <a:pt x="164592" y="521208"/>
                </a:lnTo>
                <a:lnTo>
                  <a:pt x="164592" y="527304"/>
                </a:lnTo>
                <a:lnTo>
                  <a:pt x="167640" y="527304"/>
                </a:lnTo>
                <a:lnTo>
                  <a:pt x="167640" y="495300"/>
                </a:lnTo>
                <a:lnTo>
                  <a:pt x="167640" y="477012"/>
                </a:lnTo>
                <a:lnTo>
                  <a:pt x="164592" y="477012"/>
                </a:lnTo>
                <a:lnTo>
                  <a:pt x="164592" y="484632"/>
                </a:lnTo>
                <a:lnTo>
                  <a:pt x="163068" y="489204"/>
                </a:lnTo>
                <a:lnTo>
                  <a:pt x="160020" y="495300"/>
                </a:lnTo>
                <a:lnTo>
                  <a:pt x="150876" y="495300"/>
                </a:lnTo>
                <a:lnTo>
                  <a:pt x="146304" y="493776"/>
                </a:lnTo>
                <a:lnTo>
                  <a:pt x="138684" y="492252"/>
                </a:lnTo>
                <a:lnTo>
                  <a:pt x="112776" y="480060"/>
                </a:lnTo>
                <a:lnTo>
                  <a:pt x="112776" y="477012"/>
                </a:lnTo>
                <a:lnTo>
                  <a:pt x="112776" y="419100"/>
                </a:lnTo>
                <a:lnTo>
                  <a:pt x="112776" y="416052"/>
                </a:lnTo>
                <a:lnTo>
                  <a:pt x="137160" y="406908"/>
                </a:lnTo>
                <a:lnTo>
                  <a:pt x="144780" y="403860"/>
                </a:lnTo>
                <a:lnTo>
                  <a:pt x="150876" y="402336"/>
                </a:lnTo>
                <a:lnTo>
                  <a:pt x="160020" y="402336"/>
                </a:lnTo>
                <a:lnTo>
                  <a:pt x="161544" y="405384"/>
                </a:lnTo>
                <a:lnTo>
                  <a:pt x="163068" y="406908"/>
                </a:lnTo>
                <a:lnTo>
                  <a:pt x="164592" y="411480"/>
                </a:lnTo>
                <a:lnTo>
                  <a:pt x="164592" y="419100"/>
                </a:lnTo>
                <a:lnTo>
                  <a:pt x="167640" y="419100"/>
                </a:lnTo>
                <a:lnTo>
                  <a:pt x="167640" y="402336"/>
                </a:lnTo>
                <a:lnTo>
                  <a:pt x="167640" y="353568"/>
                </a:lnTo>
                <a:close/>
              </a:path>
              <a:path extrusionOk="0" h="527685" w="170814">
                <a:moveTo>
                  <a:pt x="167652" y="92964"/>
                </a:moveTo>
                <a:lnTo>
                  <a:pt x="166166" y="70421"/>
                </a:lnTo>
                <a:lnTo>
                  <a:pt x="161556" y="50863"/>
                </a:lnTo>
                <a:lnTo>
                  <a:pt x="159931" y="47561"/>
                </a:lnTo>
                <a:lnTo>
                  <a:pt x="159931" y="100469"/>
                </a:lnTo>
                <a:lnTo>
                  <a:pt x="159651" y="105727"/>
                </a:lnTo>
                <a:lnTo>
                  <a:pt x="158737" y="112712"/>
                </a:lnTo>
                <a:lnTo>
                  <a:pt x="156984" y="120396"/>
                </a:lnTo>
                <a:lnTo>
                  <a:pt x="15252" y="120396"/>
                </a:lnTo>
                <a:lnTo>
                  <a:pt x="13246" y="113563"/>
                </a:lnTo>
                <a:lnTo>
                  <a:pt x="11823" y="106870"/>
                </a:lnTo>
                <a:lnTo>
                  <a:pt x="10960" y="100469"/>
                </a:lnTo>
                <a:lnTo>
                  <a:pt x="10896" y="99060"/>
                </a:lnTo>
                <a:lnTo>
                  <a:pt x="10680" y="94488"/>
                </a:lnTo>
                <a:lnTo>
                  <a:pt x="22250" y="56349"/>
                </a:lnTo>
                <a:lnTo>
                  <a:pt x="54495" y="32004"/>
                </a:lnTo>
                <a:lnTo>
                  <a:pt x="85356" y="27432"/>
                </a:lnTo>
                <a:lnTo>
                  <a:pt x="101638" y="28575"/>
                </a:lnTo>
                <a:lnTo>
                  <a:pt x="140220" y="45720"/>
                </a:lnTo>
                <a:lnTo>
                  <a:pt x="158864" y="80441"/>
                </a:lnTo>
                <a:lnTo>
                  <a:pt x="158978" y="81902"/>
                </a:lnTo>
                <a:lnTo>
                  <a:pt x="159905" y="92964"/>
                </a:lnTo>
                <a:lnTo>
                  <a:pt x="159931" y="100469"/>
                </a:lnTo>
                <a:lnTo>
                  <a:pt x="159931" y="47561"/>
                </a:lnTo>
                <a:lnTo>
                  <a:pt x="129667" y="12192"/>
                </a:lnTo>
                <a:lnTo>
                  <a:pt x="85356" y="0"/>
                </a:lnTo>
                <a:lnTo>
                  <a:pt x="73063" y="838"/>
                </a:lnTo>
                <a:lnTo>
                  <a:pt x="31064" y="18465"/>
                </a:lnTo>
                <a:lnTo>
                  <a:pt x="8204" y="53848"/>
                </a:lnTo>
                <a:lnTo>
                  <a:pt x="3060" y="99060"/>
                </a:lnTo>
                <a:lnTo>
                  <a:pt x="3060" y="166116"/>
                </a:lnTo>
                <a:lnTo>
                  <a:pt x="6108" y="166116"/>
                </a:lnTo>
                <a:lnTo>
                  <a:pt x="6108" y="153924"/>
                </a:lnTo>
                <a:lnTo>
                  <a:pt x="9156" y="149352"/>
                </a:lnTo>
                <a:lnTo>
                  <a:pt x="12204" y="146304"/>
                </a:lnTo>
                <a:lnTo>
                  <a:pt x="15252" y="144780"/>
                </a:lnTo>
                <a:lnTo>
                  <a:pt x="21348" y="143256"/>
                </a:lnTo>
                <a:lnTo>
                  <a:pt x="149364" y="143256"/>
                </a:lnTo>
                <a:lnTo>
                  <a:pt x="155460" y="144780"/>
                </a:lnTo>
                <a:lnTo>
                  <a:pt x="158508" y="146304"/>
                </a:lnTo>
                <a:lnTo>
                  <a:pt x="163080" y="149352"/>
                </a:lnTo>
                <a:lnTo>
                  <a:pt x="164604" y="153924"/>
                </a:lnTo>
                <a:lnTo>
                  <a:pt x="164604" y="166116"/>
                </a:lnTo>
                <a:lnTo>
                  <a:pt x="167652" y="166116"/>
                </a:lnTo>
                <a:lnTo>
                  <a:pt x="167652" y="143256"/>
                </a:lnTo>
                <a:lnTo>
                  <a:pt x="167652" y="120396"/>
                </a:lnTo>
                <a:lnTo>
                  <a:pt x="167652" y="92964"/>
                </a:lnTo>
                <a:close/>
              </a:path>
              <a:path extrusionOk="0" h="527685" w="170814">
                <a:moveTo>
                  <a:pt x="170688" y="195072"/>
                </a:moveTo>
                <a:lnTo>
                  <a:pt x="22860" y="195072"/>
                </a:lnTo>
                <a:lnTo>
                  <a:pt x="16764" y="193548"/>
                </a:lnTo>
                <a:lnTo>
                  <a:pt x="13716" y="192024"/>
                </a:lnTo>
                <a:lnTo>
                  <a:pt x="9144" y="188976"/>
                </a:lnTo>
                <a:lnTo>
                  <a:pt x="6096" y="184404"/>
                </a:lnTo>
                <a:lnTo>
                  <a:pt x="6096" y="172212"/>
                </a:lnTo>
                <a:lnTo>
                  <a:pt x="3048" y="172212"/>
                </a:lnTo>
                <a:lnTo>
                  <a:pt x="3048" y="228600"/>
                </a:lnTo>
                <a:lnTo>
                  <a:pt x="6096" y="228600"/>
                </a:lnTo>
                <a:lnTo>
                  <a:pt x="6096" y="216408"/>
                </a:lnTo>
                <a:lnTo>
                  <a:pt x="9144" y="211836"/>
                </a:lnTo>
                <a:lnTo>
                  <a:pt x="12192" y="208788"/>
                </a:lnTo>
                <a:lnTo>
                  <a:pt x="15240" y="207264"/>
                </a:lnTo>
                <a:lnTo>
                  <a:pt x="21336" y="205740"/>
                </a:lnTo>
                <a:lnTo>
                  <a:pt x="129540" y="205740"/>
                </a:lnTo>
                <a:lnTo>
                  <a:pt x="3048" y="309372"/>
                </a:lnTo>
                <a:lnTo>
                  <a:pt x="3048" y="352044"/>
                </a:lnTo>
                <a:lnTo>
                  <a:pt x="7620" y="352044"/>
                </a:lnTo>
                <a:lnTo>
                  <a:pt x="7620" y="347472"/>
                </a:lnTo>
                <a:lnTo>
                  <a:pt x="9144" y="344424"/>
                </a:lnTo>
                <a:lnTo>
                  <a:pt x="9144" y="341376"/>
                </a:lnTo>
                <a:lnTo>
                  <a:pt x="10668" y="336804"/>
                </a:lnTo>
                <a:lnTo>
                  <a:pt x="12192" y="333756"/>
                </a:lnTo>
                <a:lnTo>
                  <a:pt x="15240" y="330708"/>
                </a:lnTo>
                <a:lnTo>
                  <a:pt x="16764" y="327660"/>
                </a:lnTo>
                <a:lnTo>
                  <a:pt x="19812" y="324612"/>
                </a:lnTo>
                <a:lnTo>
                  <a:pt x="25908" y="320040"/>
                </a:lnTo>
                <a:lnTo>
                  <a:pt x="149352" y="320040"/>
                </a:lnTo>
                <a:lnTo>
                  <a:pt x="155448" y="321564"/>
                </a:lnTo>
                <a:lnTo>
                  <a:pt x="158496" y="323088"/>
                </a:lnTo>
                <a:lnTo>
                  <a:pt x="163068" y="326136"/>
                </a:lnTo>
                <a:lnTo>
                  <a:pt x="164592" y="330708"/>
                </a:lnTo>
                <a:lnTo>
                  <a:pt x="164592" y="342900"/>
                </a:lnTo>
                <a:lnTo>
                  <a:pt x="167640" y="342900"/>
                </a:lnTo>
                <a:lnTo>
                  <a:pt x="167640" y="286512"/>
                </a:lnTo>
                <a:lnTo>
                  <a:pt x="164592" y="286512"/>
                </a:lnTo>
                <a:lnTo>
                  <a:pt x="164592" y="298704"/>
                </a:lnTo>
                <a:lnTo>
                  <a:pt x="163068" y="303276"/>
                </a:lnTo>
                <a:lnTo>
                  <a:pt x="160020" y="306324"/>
                </a:lnTo>
                <a:lnTo>
                  <a:pt x="156972" y="307848"/>
                </a:lnTo>
                <a:lnTo>
                  <a:pt x="150876" y="309372"/>
                </a:lnTo>
                <a:lnTo>
                  <a:pt x="39624" y="309372"/>
                </a:lnTo>
                <a:lnTo>
                  <a:pt x="170688" y="199644"/>
                </a:lnTo>
                <a:lnTo>
                  <a:pt x="170688" y="1950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64" name="Google Shape;2764;p46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3691127" y="1146047"/>
            <a:ext cx="201168" cy="550164"/>
          </a:xfrm>
          <a:prstGeom prst="rect">
            <a:avLst/>
          </a:prstGeom>
          <a:noFill/>
          <a:ln>
            <a:noFill/>
          </a:ln>
        </p:spPr>
      </p:pic>
      <p:pic>
        <p:nvPicPr>
          <p:cNvPr id="2765" name="Google Shape;2765;p46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3968496" y="8606028"/>
            <a:ext cx="170688" cy="338327"/>
          </a:xfrm>
          <a:prstGeom prst="rect">
            <a:avLst/>
          </a:prstGeom>
          <a:noFill/>
          <a:ln>
            <a:noFill/>
          </a:ln>
        </p:spPr>
      </p:pic>
      <p:pic>
        <p:nvPicPr>
          <p:cNvPr id="2766" name="Google Shape;2766;p46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3988308" y="7990332"/>
            <a:ext cx="201131" cy="550163"/>
          </a:xfrm>
          <a:prstGeom prst="rect">
            <a:avLst/>
          </a:prstGeom>
          <a:noFill/>
          <a:ln>
            <a:noFill/>
          </a:ln>
        </p:spPr>
      </p:pic>
      <p:sp>
        <p:nvSpPr>
          <p:cNvPr id="2767" name="Google Shape;2767;p46"/>
          <p:cNvSpPr/>
          <p:nvPr/>
        </p:nvSpPr>
        <p:spPr>
          <a:xfrm>
            <a:off x="3971531" y="7193280"/>
            <a:ext cx="204470" cy="719455"/>
          </a:xfrm>
          <a:custGeom>
            <a:rect b="b" l="l" r="r" t="t"/>
            <a:pathLst>
              <a:path extrusionOk="0" h="719454" w="204470">
                <a:moveTo>
                  <a:pt x="164592" y="509016"/>
                </a:moveTo>
                <a:lnTo>
                  <a:pt x="161544" y="509016"/>
                </a:lnTo>
                <a:lnTo>
                  <a:pt x="161544" y="521208"/>
                </a:lnTo>
                <a:lnTo>
                  <a:pt x="160020" y="525780"/>
                </a:lnTo>
                <a:lnTo>
                  <a:pt x="155448" y="528828"/>
                </a:lnTo>
                <a:lnTo>
                  <a:pt x="153924" y="530352"/>
                </a:lnTo>
                <a:lnTo>
                  <a:pt x="146304" y="531876"/>
                </a:lnTo>
                <a:lnTo>
                  <a:pt x="12192" y="531876"/>
                </a:lnTo>
                <a:lnTo>
                  <a:pt x="9144" y="528828"/>
                </a:lnTo>
                <a:lnTo>
                  <a:pt x="4572" y="525780"/>
                </a:lnTo>
                <a:lnTo>
                  <a:pt x="3048" y="521208"/>
                </a:lnTo>
                <a:lnTo>
                  <a:pt x="3048" y="509016"/>
                </a:lnTo>
                <a:lnTo>
                  <a:pt x="0" y="509016"/>
                </a:lnTo>
                <a:lnTo>
                  <a:pt x="0" y="554736"/>
                </a:lnTo>
                <a:lnTo>
                  <a:pt x="128016" y="614172"/>
                </a:lnTo>
                <a:lnTo>
                  <a:pt x="0" y="673608"/>
                </a:lnTo>
                <a:lnTo>
                  <a:pt x="0" y="719328"/>
                </a:lnTo>
                <a:lnTo>
                  <a:pt x="3048" y="719328"/>
                </a:lnTo>
                <a:lnTo>
                  <a:pt x="3048" y="713232"/>
                </a:lnTo>
                <a:lnTo>
                  <a:pt x="4572" y="708660"/>
                </a:lnTo>
                <a:lnTo>
                  <a:pt x="9144" y="699516"/>
                </a:lnTo>
                <a:lnTo>
                  <a:pt x="12192" y="699516"/>
                </a:lnTo>
                <a:lnTo>
                  <a:pt x="15240" y="697992"/>
                </a:lnTo>
                <a:lnTo>
                  <a:pt x="21336" y="696468"/>
                </a:lnTo>
                <a:lnTo>
                  <a:pt x="144780" y="696468"/>
                </a:lnTo>
                <a:lnTo>
                  <a:pt x="152400" y="697992"/>
                </a:lnTo>
                <a:lnTo>
                  <a:pt x="153924" y="699516"/>
                </a:lnTo>
                <a:lnTo>
                  <a:pt x="158496" y="702564"/>
                </a:lnTo>
                <a:lnTo>
                  <a:pt x="161544" y="707136"/>
                </a:lnTo>
                <a:lnTo>
                  <a:pt x="161544" y="719328"/>
                </a:lnTo>
                <a:lnTo>
                  <a:pt x="164592" y="719328"/>
                </a:lnTo>
                <a:lnTo>
                  <a:pt x="164592" y="662940"/>
                </a:lnTo>
                <a:lnTo>
                  <a:pt x="161544" y="662940"/>
                </a:lnTo>
                <a:lnTo>
                  <a:pt x="161544" y="675132"/>
                </a:lnTo>
                <a:lnTo>
                  <a:pt x="160020" y="679704"/>
                </a:lnTo>
                <a:lnTo>
                  <a:pt x="155448" y="682752"/>
                </a:lnTo>
                <a:lnTo>
                  <a:pt x="153924" y="684276"/>
                </a:lnTo>
                <a:lnTo>
                  <a:pt x="146304" y="685800"/>
                </a:lnTo>
                <a:lnTo>
                  <a:pt x="25908" y="685800"/>
                </a:lnTo>
                <a:lnTo>
                  <a:pt x="164592" y="621792"/>
                </a:lnTo>
                <a:lnTo>
                  <a:pt x="164592" y="618744"/>
                </a:lnTo>
                <a:lnTo>
                  <a:pt x="25908" y="554736"/>
                </a:lnTo>
                <a:lnTo>
                  <a:pt x="144780" y="554736"/>
                </a:lnTo>
                <a:lnTo>
                  <a:pt x="152400" y="556260"/>
                </a:lnTo>
                <a:lnTo>
                  <a:pt x="153924" y="557784"/>
                </a:lnTo>
                <a:lnTo>
                  <a:pt x="158496" y="560832"/>
                </a:lnTo>
                <a:lnTo>
                  <a:pt x="161544" y="565404"/>
                </a:lnTo>
                <a:lnTo>
                  <a:pt x="161544" y="577596"/>
                </a:lnTo>
                <a:lnTo>
                  <a:pt x="164592" y="577596"/>
                </a:lnTo>
                <a:lnTo>
                  <a:pt x="164592" y="509016"/>
                </a:lnTo>
                <a:close/>
              </a:path>
              <a:path extrusionOk="0" h="719454" w="204470">
                <a:moveTo>
                  <a:pt x="164604" y="147828"/>
                </a:moveTo>
                <a:lnTo>
                  <a:pt x="161556" y="147828"/>
                </a:lnTo>
                <a:lnTo>
                  <a:pt x="161556" y="153924"/>
                </a:lnTo>
                <a:lnTo>
                  <a:pt x="158508" y="160020"/>
                </a:lnTo>
                <a:lnTo>
                  <a:pt x="126504" y="187452"/>
                </a:lnTo>
                <a:lnTo>
                  <a:pt x="74688" y="222504"/>
                </a:lnTo>
                <a:lnTo>
                  <a:pt x="32016" y="188976"/>
                </a:lnTo>
                <a:lnTo>
                  <a:pt x="22872" y="181356"/>
                </a:lnTo>
                <a:lnTo>
                  <a:pt x="16776" y="176784"/>
                </a:lnTo>
                <a:lnTo>
                  <a:pt x="13728" y="172212"/>
                </a:lnTo>
                <a:lnTo>
                  <a:pt x="9156" y="169164"/>
                </a:lnTo>
                <a:lnTo>
                  <a:pt x="7632" y="164592"/>
                </a:lnTo>
                <a:lnTo>
                  <a:pt x="4584" y="161544"/>
                </a:lnTo>
                <a:lnTo>
                  <a:pt x="4584" y="158496"/>
                </a:lnTo>
                <a:lnTo>
                  <a:pt x="3060" y="153924"/>
                </a:lnTo>
                <a:lnTo>
                  <a:pt x="3060" y="149352"/>
                </a:lnTo>
                <a:lnTo>
                  <a:pt x="12" y="149352"/>
                </a:lnTo>
                <a:lnTo>
                  <a:pt x="12" y="208788"/>
                </a:lnTo>
                <a:lnTo>
                  <a:pt x="3060" y="208788"/>
                </a:lnTo>
                <a:lnTo>
                  <a:pt x="3060" y="199644"/>
                </a:lnTo>
                <a:lnTo>
                  <a:pt x="4584" y="198120"/>
                </a:lnTo>
                <a:lnTo>
                  <a:pt x="4584" y="195072"/>
                </a:lnTo>
                <a:lnTo>
                  <a:pt x="6108" y="193548"/>
                </a:lnTo>
                <a:lnTo>
                  <a:pt x="7632" y="193548"/>
                </a:lnTo>
                <a:lnTo>
                  <a:pt x="9156" y="192024"/>
                </a:lnTo>
                <a:lnTo>
                  <a:pt x="19824" y="192024"/>
                </a:lnTo>
                <a:lnTo>
                  <a:pt x="21348" y="193548"/>
                </a:lnTo>
                <a:lnTo>
                  <a:pt x="24396" y="195072"/>
                </a:lnTo>
                <a:lnTo>
                  <a:pt x="28968" y="199644"/>
                </a:lnTo>
                <a:lnTo>
                  <a:pt x="67068" y="228600"/>
                </a:lnTo>
                <a:lnTo>
                  <a:pt x="28968" y="254508"/>
                </a:lnTo>
                <a:lnTo>
                  <a:pt x="21348" y="259080"/>
                </a:lnTo>
                <a:lnTo>
                  <a:pt x="16776" y="260604"/>
                </a:lnTo>
                <a:lnTo>
                  <a:pt x="10680" y="260604"/>
                </a:lnTo>
                <a:lnTo>
                  <a:pt x="9156" y="259080"/>
                </a:lnTo>
                <a:lnTo>
                  <a:pt x="6108" y="257556"/>
                </a:lnTo>
                <a:lnTo>
                  <a:pt x="4584" y="254508"/>
                </a:lnTo>
                <a:lnTo>
                  <a:pt x="3060" y="249936"/>
                </a:lnTo>
                <a:lnTo>
                  <a:pt x="3060" y="243840"/>
                </a:lnTo>
                <a:lnTo>
                  <a:pt x="12" y="243840"/>
                </a:lnTo>
                <a:lnTo>
                  <a:pt x="12" y="320040"/>
                </a:lnTo>
                <a:lnTo>
                  <a:pt x="3060" y="320040"/>
                </a:lnTo>
                <a:lnTo>
                  <a:pt x="3060" y="312420"/>
                </a:lnTo>
                <a:lnTo>
                  <a:pt x="6108" y="304800"/>
                </a:lnTo>
                <a:lnTo>
                  <a:pt x="85356" y="243840"/>
                </a:lnTo>
                <a:lnTo>
                  <a:pt x="132600" y="281940"/>
                </a:lnTo>
                <a:lnTo>
                  <a:pt x="140220" y="286512"/>
                </a:lnTo>
                <a:lnTo>
                  <a:pt x="146316" y="292608"/>
                </a:lnTo>
                <a:lnTo>
                  <a:pt x="149364" y="297180"/>
                </a:lnTo>
                <a:lnTo>
                  <a:pt x="153936" y="301752"/>
                </a:lnTo>
                <a:lnTo>
                  <a:pt x="156984" y="306324"/>
                </a:lnTo>
                <a:lnTo>
                  <a:pt x="158508" y="310896"/>
                </a:lnTo>
                <a:lnTo>
                  <a:pt x="161556" y="316992"/>
                </a:lnTo>
                <a:lnTo>
                  <a:pt x="161556" y="321564"/>
                </a:lnTo>
                <a:lnTo>
                  <a:pt x="164604" y="321564"/>
                </a:lnTo>
                <a:lnTo>
                  <a:pt x="164604" y="263652"/>
                </a:lnTo>
                <a:lnTo>
                  <a:pt x="161556" y="263652"/>
                </a:lnTo>
                <a:lnTo>
                  <a:pt x="161556" y="269748"/>
                </a:lnTo>
                <a:lnTo>
                  <a:pt x="160032" y="274320"/>
                </a:lnTo>
                <a:lnTo>
                  <a:pt x="156984" y="277368"/>
                </a:lnTo>
                <a:lnTo>
                  <a:pt x="153936" y="278892"/>
                </a:lnTo>
                <a:lnTo>
                  <a:pt x="147840" y="278892"/>
                </a:lnTo>
                <a:lnTo>
                  <a:pt x="146316" y="277368"/>
                </a:lnTo>
                <a:lnTo>
                  <a:pt x="144792" y="277368"/>
                </a:lnTo>
                <a:lnTo>
                  <a:pt x="141744" y="274320"/>
                </a:lnTo>
                <a:lnTo>
                  <a:pt x="137172" y="271272"/>
                </a:lnTo>
                <a:lnTo>
                  <a:pt x="94500" y="236220"/>
                </a:lnTo>
                <a:lnTo>
                  <a:pt x="134124" y="208788"/>
                </a:lnTo>
                <a:lnTo>
                  <a:pt x="140220" y="205740"/>
                </a:lnTo>
                <a:lnTo>
                  <a:pt x="143268" y="202692"/>
                </a:lnTo>
                <a:lnTo>
                  <a:pt x="144792" y="202692"/>
                </a:lnTo>
                <a:lnTo>
                  <a:pt x="147840" y="201168"/>
                </a:lnTo>
                <a:lnTo>
                  <a:pt x="153936" y="201168"/>
                </a:lnTo>
                <a:lnTo>
                  <a:pt x="156984" y="202692"/>
                </a:lnTo>
                <a:lnTo>
                  <a:pt x="158508" y="204216"/>
                </a:lnTo>
                <a:lnTo>
                  <a:pt x="158508" y="205740"/>
                </a:lnTo>
                <a:lnTo>
                  <a:pt x="161556" y="208788"/>
                </a:lnTo>
                <a:lnTo>
                  <a:pt x="161556" y="217932"/>
                </a:lnTo>
                <a:lnTo>
                  <a:pt x="164604" y="217932"/>
                </a:lnTo>
                <a:lnTo>
                  <a:pt x="164604" y="147828"/>
                </a:lnTo>
                <a:close/>
              </a:path>
              <a:path extrusionOk="0" h="719454" w="204470">
                <a:moveTo>
                  <a:pt x="167640" y="96012"/>
                </a:moveTo>
                <a:lnTo>
                  <a:pt x="148018" y="61912"/>
                </a:lnTo>
                <a:lnTo>
                  <a:pt x="134112" y="59436"/>
                </a:lnTo>
                <a:lnTo>
                  <a:pt x="124396" y="60871"/>
                </a:lnTo>
                <a:lnTo>
                  <a:pt x="115824" y="65151"/>
                </a:lnTo>
                <a:lnTo>
                  <a:pt x="108394" y="72301"/>
                </a:lnTo>
                <a:lnTo>
                  <a:pt x="102108" y="82296"/>
                </a:lnTo>
                <a:lnTo>
                  <a:pt x="102031" y="82486"/>
                </a:lnTo>
                <a:lnTo>
                  <a:pt x="94488" y="100584"/>
                </a:lnTo>
                <a:lnTo>
                  <a:pt x="89916" y="108204"/>
                </a:lnTo>
                <a:lnTo>
                  <a:pt x="86868" y="112776"/>
                </a:lnTo>
                <a:lnTo>
                  <a:pt x="83820" y="114300"/>
                </a:lnTo>
                <a:lnTo>
                  <a:pt x="80772" y="117348"/>
                </a:lnTo>
                <a:lnTo>
                  <a:pt x="76200" y="118872"/>
                </a:lnTo>
                <a:lnTo>
                  <a:pt x="68580" y="118872"/>
                </a:lnTo>
                <a:lnTo>
                  <a:pt x="59436" y="109728"/>
                </a:lnTo>
                <a:lnTo>
                  <a:pt x="57912" y="105156"/>
                </a:lnTo>
                <a:lnTo>
                  <a:pt x="57912" y="92964"/>
                </a:lnTo>
                <a:lnTo>
                  <a:pt x="88392" y="71628"/>
                </a:lnTo>
                <a:lnTo>
                  <a:pt x="88392" y="68580"/>
                </a:lnTo>
                <a:lnTo>
                  <a:pt x="50292" y="68580"/>
                </a:lnTo>
                <a:lnTo>
                  <a:pt x="50292" y="71628"/>
                </a:lnTo>
                <a:lnTo>
                  <a:pt x="51816" y="71628"/>
                </a:lnTo>
                <a:lnTo>
                  <a:pt x="54864" y="74676"/>
                </a:lnTo>
                <a:lnTo>
                  <a:pt x="54864" y="80772"/>
                </a:lnTo>
                <a:lnTo>
                  <a:pt x="53340" y="83820"/>
                </a:lnTo>
                <a:lnTo>
                  <a:pt x="51816" y="91440"/>
                </a:lnTo>
                <a:lnTo>
                  <a:pt x="50292" y="96012"/>
                </a:lnTo>
                <a:lnTo>
                  <a:pt x="50292" y="109728"/>
                </a:lnTo>
                <a:lnTo>
                  <a:pt x="53340" y="117348"/>
                </a:lnTo>
                <a:lnTo>
                  <a:pt x="59436" y="123444"/>
                </a:lnTo>
                <a:lnTo>
                  <a:pt x="65532" y="131064"/>
                </a:lnTo>
                <a:lnTo>
                  <a:pt x="73152" y="134112"/>
                </a:lnTo>
                <a:lnTo>
                  <a:pt x="88392" y="134112"/>
                </a:lnTo>
                <a:lnTo>
                  <a:pt x="114300" y="105156"/>
                </a:lnTo>
                <a:lnTo>
                  <a:pt x="117944" y="96875"/>
                </a:lnTo>
                <a:lnTo>
                  <a:pt x="121729" y="90297"/>
                </a:lnTo>
                <a:lnTo>
                  <a:pt x="125323" y="85344"/>
                </a:lnTo>
                <a:lnTo>
                  <a:pt x="128016" y="82296"/>
                </a:lnTo>
                <a:lnTo>
                  <a:pt x="132588" y="79248"/>
                </a:lnTo>
                <a:lnTo>
                  <a:pt x="137160" y="77724"/>
                </a:lnTo>
                <a:lnTo>
                  <a:pt x="147828" y="77724"/>
                </a:lnTo>
                <a:lnTo>
                  <a:pt x="150876" y="79248"/>
                </a:lnTo>
                <a:lnTo>
                  <a:pt x="155448" y="82296"/>
                </a:lnTo>
                <a:lnTo>
                  <a:pt x="158496" y="85344"/>
                </a:lnTo>
                <a:lnTo>
                  <a:pt x="160020" y="89916"/>
                </a:lnTo>
                <a:lnTo>
                  <a:pt x="160020" y="103632"/>
                </a:lnTo>
                <a:lnTo>
                  <a:pt x="129540" y="131064"/>
                </a:lnTo>
                <a:lnTo>
                  <a:pt x="129540" y="134112"/>
                </a:lnTo>
                <a:lnTo>
                  <a:pt x="167640" y="134112"/>
                </a:lnTo>
                <a:lnTo>
                  <a:pt x="167640" y="131064"/>
                </a:lnTo>
                <a:lnTo>
                  <a:pt x="164592" y="129540"/>
                </a:lnTo>
                <a:lnTo>
                  <a:pt x="163068" y="128016"/>
                </a:lnTo>
                <a:lnTo>
                  <a:pt x="163068" y="121920"/>
                </a:lnTo>
                <a:lnTo>
                  <a:pt x="164592" y="118872"/>
                </a:lnTo>
                <a:lnTo>
                  <a:pt x="166116" y="111252"/>
                </a:lnTo>
                <a:lnTo>
                  <a:pt x="167640" y="102108"/>
                </a:lnTo>
                <a:lnTo>
                  <a:pt x="167640" y="96012"/>
                </a:lnTo>
                <a:close/>
              </a:path>
              <a:path extrusionOk="0" h="719454" w="204470">
                <a:moveTo>
                  <a:pt x="167652" y="416052"/>
                </a:moveTo>
                <a:lnTo>
                  <a:pt x="158496" y="377952"/>
                </a:lnTo>
                <a:lnTo>
                  <a:pt x="126669" y="356146"/>
                </a:lnTo>
                <a:lnTo>
                  <a:pt x="96012" y="353568"/>
                </a:lnTo>
                <a:lnTo>
                  <a:pt x="13716" y="353568"/>
                </a:lnTo>
                <a:lnTo>
                  <a:pt x="10668" y="350520"/>
                </a:lnTo>
                <a:lnTo>
                  <a:pt x="6096" y="347472"/>
                </a:lnTo>
                <a:lnTo>
                  <a:pt x="3048" y="342900"/>
                </a:lnTo>
                <a:lnTo>
                  <a:pt x="3048" y="330708"/>
                </a:lnTo>
                <a:lnTo>
                  <a:pt x="0" y="330708"/>
                </a:lnTo>
                <a:lnTo>
                  <a:pt x="0" y="387096"/>
                </a:lnTo>
                <a:lnTo>
                  <a:pt x="3048" y="387096"/>
                </a:lnTo>
                <a:lnTo>
                  <a:pt x="3048" y="381000"/>
                </a:lnTo>
                <a:lnTo>
                  <a:pt x="3048" y="374904"/>
                </a:lnTo>
                <a:lnTo>
                  <a:pt x="4572" y="370332"/>
                </a:lnTo>
                <a:lnTo>
                  <a:pt x="9144" y="367284"/>
                </a:lnTo>
                <a:lnTo>
                  <a:pt x="10668" y="365760"/>
                </a:lnTo>
                <a:lnTo>
                  <a:pt x="18288" y="364236"/>
                </a:lnTo>
                <a:lnTo>
                  <a:pt x="94488" y="364236"/>
                </a:lnTo>
                <a:lnTo>
                  <a:pt x="132588" y="368808"/>
                </a:lnTo>
                <a:lnTo>
                  <a:pt x="156425" y="406793"/>
                </a:lnTo>
                <a:lnTo>
                  <a:pt x="156972" y="414528"/>
                </a:lnTo>
                <a:lnTo>
                  <a:pt x="156972" y="423672"/>
                </a:lnTo>
                <a:lnTo>
                  <a:pt x="114300" y="457200"/>
                </a:lnTo>
                <a:lnTo>
                  <a:pt x="19812" y="457200"/>
                </a:lnTo>
                <a:lnTo>
                  <a:pt x="12192" y="455676"/>
                </a:lnTo>
                <a:lnTo>
                  <a:pt x="9144" y="454152"/>
                </a:lnTo>
                <a:lnTo>
                  <a:pt x="4572" y="451104"/>
                </a:lnTo>
                <a:lnTo>
                  <a:pt x="3048" y="446532"/>
                </a:lnTo>
                <a:lnTo>
                  <a:pt x="3048" y="434340"/>
                </a:lnTo>
                <a:lnTo>
                  <a:pt x="0" y="434340"/>
                </a:lnTo>
                <a:lnTo>
                  <a:pt x="0" y="502920"/>
                </a:lnTo>
                <a:lnTo>
                  <a:pt x="3048" y="502920"/>
                </a:lnTo>
                <a:lnTo>
                  <a:pt x="3048" y="490728"/>
                </a:lnTo>
                <a:lnTo>
                  <a:pt x="4572" y="486156"/>
                </a:lnTo>
                <a:lnTo>
                  <a:pt x="7620" y="484632"/>
                </a:lnTo>
                <a:lnTo>
                  <a:pt x="10668" y="481584"/>
                </a:lnTo>
                <a:lnTo>
                  <a:pt x="18288" y="480060"/>
                </a:lnTo>
                <a:lnTo>
                  <a:pt x="92964" y="480060"/>
                </a:lnTo>
                <a:lnTo>
                  <a:pt x="106667" y="479806"/>
                </a:lnTo>
                <a:lnTo>
                  <a:pt x="147256" y="468820"/>
                </a:lnTo>
                <a:lnTo>
                  <a:pt x="167068" y="428917"/>
                </a:lnTo>
                <a:lnTo>
                  <a:pt x="167652" y="416052"/>
                </a:lnTo>
                <a:close/>
              </a:path>
              <a:path extrusionOk="0" h="719454" w="204470">
                <a:moveTo>
                  <a:pt x="204228" y="36576"/>
                </a:moveTo>
                <a:lnTo>
                  <a:pt x="200748" y="28003"/>
                </a:lnTo>
                <a:lnTo>
                  <a:pt x="196989" y="20574"/>
                </a:lnTo>
                <a:lnTo>
                  <a:pt x="192646" y="14287"/>
                </a:lnTo>
                <a:lnTo>
                  <a:pt x="189001" y="10668"/>
                </a:lnTo>
                <a:lnTo>
                  <a:pt x="181368" y="3048"/>
                </a:lnTo>
                <a:lnTo>
                  <a:pt x="173748" y="0"/>
                </a:lnTo>
                <a:lnTo>
                  <a:pt x="156984" y="0"/>
                </a:lnTo>
                <a:lnTo>
                  <a:pt x="150888" y="3048"/>
                </a:lnTo>
                <a:lnTo>
                  <a:pt x="146316" y="6096"/>
                </a:lnTo>
                <a:lnTo>
                  <a:pt x="141744" y="10668"/>
                </a:lnTo>
                <a:lnTo>
                  <a:pt x="140220" y="15240"/>
                </a:lnTo>
                <a:lnTo>
                  <a:pt x="140220" y="25908"/>
                </a:lnTo>
                <a:lnTo>
                  <a:pt x="141744" y="28956"/>
                </a:lnTo>
                <a:lnTo>
                  <a:pt x="147840" y="35052"/>
                </a:lnTo>
                <a:lnTo>
                  <a:pt x="150888" y="36576"/>
                </a:lnTo>
                <a:lnTo>
                  <a:pt x="158508" y="36576"/>
                </a:lnTo>
                <a:lnTo>
                  <a:pt x="164604" y="33528"/>
                </a:lnTo>
                <a:lnTo>
                  <a:pt x="167652" y="27432"/>
                </a:lnTo>
                <a:lnTo>
                  <a:pt x="167652" y="21336"/>
                </a:lnTo>
                <a:lnTo>
                  <a:pt x="166128" y="19812"/>
                </a:lnTo>
                <a:lnTo>
                  <a:pt x="164604" y="16764"/>
                </a:lnTo>
                <a:lnTo>
                  <a:pt x="164604" y="12192"/>
                </a:lnTo>
                <a:lnTo>
                  <a:pt x="166128" y="10668"/>
                </a:lnTo>
                <a:lnTo>
                  <a:pt x="175272" y="10668"/>
                </a:lnTo>
                <a:lnTo>
                  <a:pt x="181368" y="13716"/>
                </a:lnTo>
                <a:lnTo>
                  <a:pt x="185940" y="18288"/>
                </a:lnTo>
                <a:lnTo>
                  <a:pt x="192036" y="22860"/>
                </a:lnTo>
                <a:lnTo>
                  <a:pt x="196608" y="28956"/>
                </a:lnTo>
                <a:lnTo>
                  <a:pt x="199656" y="36576"/>
                </a:lnTo>
                <a:lnTo>
                  <a:pt x="204228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68" name="Google Shape;2768;p46"/>
          <p:cNvGrpSpPr/>
          <p:nvPr/>
        </p:nvGrpSpPr>
        <p:grpSpPr>
          <a:xfrm>
            <a:off x="3971544" y="6512052"/>
            <a:ext cx="204343" cy="606550"/>
            <a:chOff x="3971544" y="6512052"/>
            <a:chExt cx="204343" cy="606550"/>
          </a:xfrm>
        </p:grpSpPr>
        <p:pic>
          <p:nvPicPr>
            <p:cNvPr id="2769" name="Google Shape;2769;p46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3971544" y="6857999"/>
              <a:ext cx="164592" cy="2606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70" name="Google Shape;2770;p46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4021835" y="6757415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71" name="Google Shape;2771;p46"/>
            <p:cNvSpPr/>
            <p:nvPr/>
          </p:nvSpPr>
          <p:spPr>
            <a:xfrm>
              <a:off x="4111752" y="6512052"/>
              <a:ext cx="64135" cy="226060"/>
            </a:xfrm>
            <a:custGeom>
              <a:rect b="b" l="l" r="r" t="t"/>
              <a:pathLst>
                <a:path extrusionOk="0" h="226059" w="64135">
                  <a:moveTo>
                    <a:pt x="27432" y="138684"/>
                  </a:moveTo>
                  <a:lnTo>
                    <a:pt x="25908" y="135636"/>
                  </a:lnTo>
                  <a:lnTo>
                    <a:pt x="21336" y="131064"/>
                  </a:lnTo>
                  <a:lnTo>
                    <a:pt x="16764" y="129540"/>
                  </a:lnTo>
                  <a:lnTo>
                    <a:pt x="9144" y="129540"/>
                  </a:lnTo>
                  <a:lnTo>
                    <a:pt x="6096" y="131064"/>
                  </a:lnTo>
                  <a:lnTo>
                    <a:pt x="1524" y="135636"/>
                  </a:lnTo>
                  <a:lnTo>
                    <a:pt x="0" y="138684"/>
                  </a:lnTo>
                  <a:lnTo>
                    <a:pt x="0" y="146304"/>
                  </a:lnTo>
                  <a:lnTo>
                    <a:pt x="1524" y="149352"/>
                  </a:lnTo>
                  <a:lnTo>
                    <a:pt x="4572" y="152400"/>
                  </a:lnTo>
                  <a:lnTo>
                    <a:pt x="6096" y="155448"/>
                  </a:lnTo>
                  <a:lnTo>
                    <a:pt x="9144" y="156972"/>
                  </a:lnTo>
                  <a:lnTo>
                    <a:pt x="16764" y="156972"/>
                  </a:lnTo>
                  <a:lnTo>
                    <a:pt x="21336" y="155448"/>
                  </a:lnTo>
                  <a:lnTo>
                    <a:pt x="22860" y="152400"/>
                  </a:lnTo>
                  <a:lnTo>
                    <a:pt x="25908" y="149352"/>
                  </a:lnTo>
                  <a:lnTo>
                    <a:pt x="27432" y="146304"/>
                  </a:lnTo>
                  <a:lnTo>
                    <a:pt x="27432" y="138684"/>
                  </a:lnTo>
                  <a:close/>
                </a:path>
                <a:path extrusionOk="0" h="226059" w="64135">
                  <a:moveTo>
                    <a:pt x="27432" y="77724"/>
                  </a:moveTo>
                  <a:lnTo>
                    <a:pt x="25908" y="73152"/>
                  </a:lnTo>
                  <a:lnTo>
                    <a:pt x="22860" y="71628"/>
                  </a:lnTo>
                  <a:lnTo>
                    <a:pt x="21336" y="68580"/>
                  </a:lnTo>
                  <a:lnTo>
                    <a:pt x="16764" y="67056"/>
                  </a:lnTo>
                  <a:lnTo>
                    <a:pt x="9144" y="67056"/>
                  </a:lnTo>
                  <a:lnTo>
                    <a:pt x="6096" y="68580"/>
                  </a:lnTo>
                  <a:lnTo>
                    <a:pt x="4572" y="71628"/>
                  </a:lnTo>
                  <a:lnTo>
                    <a:pt x="1524" y="73152"/>
                  </a:lnTo>
                  <a:lnTo>
                    <a:pt x="0" y="77724"/>
                  </a:lnTo>
                  <a:lnTo>
                    <a:pt x="0" y="85344"/>
                  </a:lnTo>
                  <a:lnTo>
                    <a:pt x="1524" y="88392"/>
                  </a:lnTo>
                  <a:lnTo>
                    <a:pt x="4572" y="89916"/>
                  </a:lnTo>
                  <a:lnTo>
                    <a:pt x="6096" y="92964"/>
                  </a:lnTo>
                  <a:lnTo>
                    <a:pt x="9144" y="94488"/>
                  </a:lnTo>
                  <a:lnTo>
                    <a:pt x="16764" y="94488"/>
                  </a:lnTo>
                  <a:lnTo>
                    <a:pt x="21336" y="92964"/>
                  </a:lnTo>
                  <a:lnTo>
                    <a:pt x="22860" y="89916"/>
                  </a:lnTo>
                  <a:lnTo>
                    <a:pt x="25908" y="88392"/>
                  </a:lnTo>
                  <a:lnTo>
                    <a:pt x="27432" y="85344"/>
                  </a:lnTo>
                  <a:lnTo>
                    <a:pt x="27432" y="77724"/>
                  </a:lnTo>
                  <a:close/>
                </a:path>
                <a:path extrusionOk="0" h="226059" w="64135">
                  <a:moveTo>
                    <a:pt x="64008" y="225552"/>
                  </a:moveTo>
                  <a:lnTo>
                    <a:pt x="60528" y="216979"/>
                  </a:lnTo>
                  <a:lnTo>
                    <a:pt x="56769" y="209550"/>
                  </a:lnTo>
                  <a:lnTo>
                    <a:pt x="52425" y="203263"/>
                  </a:lnTo>
                  <a:lnTo>
                    <a:pt x="48780" y="199644"/>
                  </a:lnTo>
                  <a:lnTo>
                    <a:pt x="41148" y="192024"/>
                  </a:lnTo>
                  <a:lnTo>
                    <a:pt x="33528" y="188976"/>
                  </a:lnTo>
                  <a:lnTo>
                    <a:pt x="16764" y="188976"/>
                  </a:lnTo>
                  <a:lnTo>
                    <a:pt x="10668" y="190500"/>
                  </a:lnTo>
                  <a:lnTo>
                    <a:pt x="1524" y="199644"/>
                  </a:lnTo>
                  <a:lnTo>
                    <a:pt x="0" y="204216"/>
                  </a:lnTo>
                  <a:lnTo>
                    <a:pt x="0" y="213360"/>
                  </a:lnTo>
                  <a:lnTo>
                    <a:pt x="1524" y="217932"/>
                  </a:lnTo>
                  <a:lnTo>
                    <a:pt x="7620" y="224028"/>
                  </a:lnTo>
                  <a:lnTo>
                    <a:pt x="10668" y="225552"/>
                  </a:lnTo>
                  <a:lnTo>
                    <a:pt x="18288" y="225552"/>
                  </a:lnTo>
                  <a:lnTo>
                    <a:pt x="24384" y="222504"/>
                  </a:lnTo>
                  <a:lnTo>
                    <a:pt x="27432" y="216408"/>
                  </a:lnTo>
                  <a:lnTo>
                    <a:pt x="27432" y="208788"/>
                  </a:lnTo>
                  <a:lnTo>
                    <a:pt x="25908" y="208788"/>
                  </a:lnTo>
                  <a:lnTo>
                    <a:pt x="24384" y="205740"/>
                  </a:lnTo>
                  <a:lnTo>
                    <a:pt x="24384" y="201168"/>
                  </a:lnTo>
                  <a:lnTo>
                    <a:pt x="25908" y="199644"/>
                  </a:lnTo>
                  <a:lnTo>
                    <a:pt x="35052" y="199644"/>
                  </a:lnTo>
                  <a:lnTo>
                    <a:pt x="41148" y="201168"/>
                  </a:lnTo>
                  <a:lnTo>
                    <a:pt x="45720" y="205740"/>
                  </a:lnTo>
                  <a:lnTo>
                    <a:pt x="51816" y="210312"/>
                  </a:lnTo>
                  <a:lnTo>
                    <a:pt x="56388" y="217932"/>
                  </a:lnTo>
                  <a:lnTo>
                    <a:pt x="59436" y="225552"/>
                  </a:lnTo>
                  <a:lnTo>
                    <a:pt x="64008" y="225552"/>
                  </a:lnTo>
                  <a:close/>
                </a:path>
                <a:path extrusionOk="0" h="226059" w="64135">
                  <a:moveTo>
                    <a:pt x="64008" y="36576"/>
                  </a:moveTo>
                  <a:lnTo>
                    <a:pt x="60528" y="28003"/>
                  </a:lnTo>
                  <a:lnTo>
                    <a:pt x="56769" y="20574"/>
                  </a:lnTo>
                  <a:lnTo>
                    <a:pt x="52425" y="14287"/>
                  </a:lnTo>
                  <a:lnTo>
                    <a:pt x="47244" y="9144"/>
                  </a:lnTo>
                  <a:lnTo>
                    <a:pt x="41148" y="3048"/>
                  </a:lnTo>
                  <a:lnTo>
                    <a:pt x="33528" y="0"/>
                  </a:lnTo>
                  <a:lnTo>
                    <a:pt x="16764" y="0"/>
                  </a:lnTo>
                  <a:lnTo>
                    <a:pt x="10668" y="3048"/>
                  </a:lnTo>
                  <a:lnTo>
                    <a:pt x="6096" y="7620"/>
                  </a:lnTo>
                  <a:lnTo>
                    <a:pt x="1524" y="10668"/>
                  </a:lnTo>
                  <a:lnTo>
                    <a:pt x="0" y="16764"/>
                  </a:lnTo>
                  <a:lnTo>
                    <a:pt x="0" y="25908"/>
                  </a:lnTo>
                  <a:lnTo>
                    <a:pt x="1524" y="28956"/>
                  </a:lnTo>
                  <a:lnTo>
                    <a:pt x="7620" y="35052"/>
                  </a:lnTo>
                  <a:lnTo>
                    <a:pt x="10668" y="36576"/>
                  </a:lnTo>
                  <a:lnTo>
                    <a:pt x="21336" y="36576"/>
                  </a:lnTo>
                  <a:lnTo>
                    <a:pt x="25908" y="32004"/>
                  </a:lnTo>
                  <a:lnTo>
                    <a:pt x="27432" y="28956"/>
                  </a:lnTo>
                  <a:lnTo>
                    <a:pt x="27432" y="21336"/>
                  </a:lnTo>
                  <a:lnTo>
                    <a:pt x="25908" y="19812"/>
                  </a:lnTo>
                  <a:lnTo>
                    <a:pt x="24384" y="16764"/>
                  </a:lnTo>
                  <a:lnTo>
                    <a:pt x="24384" y="12192"/>
                  </a:lnTo>
                  <a:lnTo>
                    <a:pt x="25908" y="12192"/>
                  </a:lnTo>
                  <a:lnTo>
                    <a:pt x="27432" y="10668"/>
                  </a:lnTo>
                  <a:lnTo>
                    <a:pt x="35052" y="10668"/>
                  </a:lnTo>
                  <a:lnTo>
                    <a:pt x="41148" y="13716"/>
                  </a:lnTo>
                  <a:lnTo>
                    <a:pt x="45720" y="18288"/>
                  </a:lnTo>
                  <a:lnTo>
                    <a:pt x="51816" y="22860"/>
                  </a:lnTo>
                  <a:lnTo>
                    <a:pt x="56388" y="28956"/>
                  </a:lnTo>
                  <a:lnTo>
                    <a:pt x="59436" y="36576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2" name="Google Shape;2772;p46"/>
          <p:cNvGrpSpPr/>
          <p:nvPr/>
        </p:nvGrpSpPr>
        <p:grpSpPr>
          <a:xfrm>
            <a:off x="3988308" y="6108192"/>
            <a:ext cx="151384" cy="323087"/>
            <a:chOff x="3988308" y="6108192"/>
            <a:chExt cx="151384" cy="323087"/>
          </a:xfrm>
        </p:grpSpPr>
        <p:pic>
          <p:nvPicPr>
            <p:cNvPr id="2773" name="Google Shape;2773;p46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3988308" y="6160007"/>
              <a:ext cx="150876" cy="2712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74" name="Google Shape;2774;p46"/>
            <p:cNvSpPr/>
            <p:nvPr/>
          </p:nvSpPr>
          <p:spPr>
            <a:xfrm>
              <a:off x="4111752" y="6108192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21336" y="27432"/>
                  </a:moveTo>
                  <a:lnTo>
                    <a:pt x="6096" y="27432"/>
                  </a:lnTo>
                  <a:lnTo>
                    <a:pt x="4572" y="24384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7620"/>
                  </a:lnTo>
                  <a:lnTo>
                    <a:pt x="4572" y="4572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1336" y="1524"/>
                  </a:lnTo>
                  <a:lnTo>
                    <a:pt x="22860" y="4572"/>
                  </a:lnTo>
                  <a:lnTo>
                    <a:pt x="25908" y="7620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5908" y="21336"/>
                  </a:lnTo>
                  <a:lnTo>
                    <a:pt x="22860" y="24384"/>
                  </a:lnTo>
                  <a:lnTo>
                    <a:pt x="21336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5" name="Google Shape;2775;p46"/>
          <p:cNvSpPr/>
          <p:nvPr/>
        </p:nvSpPr>
        <p:spPr>
          <a:xfrm>
            <a:off x="4379976" y="9214104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9144" y="762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3340" y="7620"/>
                </a:lnTo>
                <a:lnTo>
                  <a:pt x="57912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53340" y="51816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76" name="Google Shape;2776;p46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319015" y="8048243"/>
            <a:ext cx="175260" cy="10866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77" name="Google Shape;2777;p46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4319015" y="7508747"/>
            <a:ext cx="224028" cy="464819"/>
          </a:xfrm>
          <a:prstGeom prst="rect">
            <a:avLst/>
          </a:prstGeom>
          <a:noFill/>
          <a:ln>
            <a:noFill/>
          </a:ln>
        </p:spPr>
      </p:pic>
      <p:pic>
        <p:nvPicPr>
          <p:cNvPr id="2778" name="Google Shape;2778;p46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4319015" y="6257544"/>
            <a:ext cx="225516" cy="11734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79" name="Google Shape;2779;p46"/>
          <p:cNvGrpSpPr/>
          <p:nvPr/>
        </p:nvGrpSpPr>
        <p:grpSpPr>
          <a:xfrm>
            <a:off x="4319015" y="5669279"/>
            <a:ext cx="224028" cy="516636"/>
            <a:chOff x="4319015" y="5669279"/>
            <a:chExt cx="224028" cy="516636"/>
          </a:xfrm>
        </p:grpSpPr>
        <p:pic>
          <p:nvPicPr>
            <p:cNvPr id="2780" name="Google Shape;2780;p46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4319015" y="5846064"/>
              <a:ext cx="175260" cy="3398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81" name="Google Shape;2781;p46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4319015" y="5669279"/>
              <a:ext cx="224028" cy="1569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782" name="Google Shape;2782;p46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4376927" y="5306567"/>
            <a:ext cx="117348" cy="284988"/>
          </a:xfrm>
          <a:prstGeom prst="rect">
            <a:avLst/>
          </a:prstGeom>
          <a:noFill/>
          <a:ln>
            <a:noFill/>
          </a:ln>
        </p:spPr>
      </p:pic>
      <p:pic>
        <p:nvPicPr>
          <p:cNvPr id="2783" name="Google Shape;2783;p46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4319015" y="3407664"/>
            <a:ext cx="225552" cy="1821179"/>
          </a:xfrm>
          <a:prstGeom prst="rect">
            <a:avLst/>
          </a:prstGeom>
          <a:noFill/>
          <a:ln>
            <a:noFill/>
          </a:ln>
        </p:spPr>
      </p:pic>
      <p:pic>
        <p:nvPicPr>
          <p:cNvPr id="2784" name="Google Shape;2784;p46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5920739" y="676655"/>
            <a:ext cx="393191" cy="22707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85" name="Google Shape;2785;p46"/>
          <p:cNvGrpSpPr/>
          <p:nvPr/>
        </p:nvGrpSpPr>
        <p:grpSpPr>
          <a:xfrm>
            <a:off x="4319015" y="2846832"/>
            <a:ext cx="211963" cy="492252"/>
            <a:chOff x="4319015" y="2846832"/>
            <a:chExt cx="211963" cy="492252"/>
          </a:xfrm>
        </p:grpSpPr>
        <p:pic>
          <p:nvPicPr>
            <p:cNvPr id="2786" name="Google Shape;2786;p46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4319015" y="2999232"/>
              <a:ext cx="175260" cy="339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87" name="Google Shape;2787;p46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4376927" y="2904743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88" name="Google Shape;2788;p46"/>
            <p:cNvSpPr/>
            <p:nvPr/>
          </p:nvSpPr>
          <p:spPr>
            <a:xfrm>
              <a:off x="4466843" y="2846832"/>
              <a:ext cx="64135" cy="36830"/>
            </a:xfrm>
            <a:custGeom>
              <a:rect b="b" l="l" r="r" t="t"/>
              <a:pathLst>
                <a:path extrusionOk="0" h="36830" w="64135">
                  <a:moveTo>
                    <a:pt x="18288" y="36576"/>
                  </a:moveTo>
                  <a:lnTo>
                    <a:pt x="10668" y="36576"/>
                  </a:lnTo>
                  <a:lnTo>
                    <a:pt x="7620" y="35052"/>
                  </a:lnTo>
                  <a:lnTo>
                    <a:pt x="1524" y="28956"/>
                  </a:lnTo>
                  <a:lnTo>
                    <a:pt x="0" y="24384"/>
                  </a:lnTo>
                  <a:lnTo>
                    <a:pt x="0" y="15240"/>
                  </a:lnTo>
                  <a:lnTo>
                    <a:pt x="3048" y="10668"/>
                  </a:lnTo>
                  <a:lnTo>
                    <a:pt x="12192" y="1524"/>
                  </a:lnTo>
                  <a:lnTo>
                    <a:pt x="18288" y="0"/>
                  </a:lnTo>
                  <a:lnTo>
                    <a:pt x="33528" y="0"/>
                  </a:lnTo>
                  <a:lnTo>
                    <a:pt x="41148" y="3048"/>
                  </a:lnTo>
                  <a:lnTo>
                    <a:pt x="48768" y="9144"/>
                  </a:lnTo>
                  <a:lnTo>
                    <a:pt x="50376" y="10668"/>
                  </a:lnTo>
                  <a:lnTo>
                    <a:pt x="25908" y="10668"/>
                  </a:lnTo>
                  <a:lnTo>
                    <a:pt x="25908" y="12192"/>
                  </a:lnTo>
                  <a:lnTo>
                    <a:pt x="24384" y="12192"/>
                  </a:lnTo>
                  <a:lnTo>
                    <a:pt x="24384" y="13716"/>
                  </a:lnTo>
                  <a:lnTo>
                    <a:pt x="25908" y="15240"/>
                  </a:lnTo>
                  <a:lnTo>
                    <a:pt x="27432" y="18288"/>
                  </a:lnTo>
                  <a:lnTo>
                    <a:pt x="27432" y="30480"/>
                  </a:lnTo>
                  <a:lnTo>
                    <a:pt x="22860" y="35052"/>
                  </a:lnTo>
                  <a:lnTo>
                    <a:pt x="18288" y="36576"/>
                  </a:lnTo>
                  <a:close/>
                </a:path>
                <a:path extrusionOk="0" h="36830" w="64135">
                  <a:moveTo>
                    <a:pt x="64008" y="36576"/>
                  </a:moveTo>
                  <a:lnTo>
                    <a:pt x="59436" y="36576"/>
                  </a:lnTo>
                  <a:lnTo>
                    <a:pt x="56388" y="27432"/>
                  </a:lnTo>
                  <a:lnTo>
                    <a:pt x="53340" y="21336"/>
                  </a:lnTo>
                  <a:lnTo>
                    <a:pt x="41148" y="12192"/>
                  </a:lnTo>
                  <a:lnTo>
                    <a:pt x="35052" y="10668"/>
                  </a:lnTo>
                  <a:lnTo>
                    <a:pt x="50376" y="10668"/>
                  </a:lnTo>
                  <a:lnTo>
                    <a:pt x="53292" y="13430"/>
                  </a:lnTo>
                  <a:lnTo>
                    <a:pt x="57531" y="19431"/>
                  </a:lnTo>
                  <a:lnTo>
                    <a:pt x="61198" y="27146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789" name="Google Shape;2789;p46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4319015" y="2321052"/>
            <a:ext cx="175260" cy="438912"/>
          </a:xfrm>
          <a:prstGeom prst="rect">
            <a:avLst/>
          </a:prstGeom>
          <a:noFill/>
          <a:ln>
            <a:noFill/>
          </a:ln>
        </p:spPr>
      </p:pic>
      <p:pic>
        <p:nvPicPr>
          <p:cNvPr id="2790" name="Google Shape;2790;p46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4376927" y="2060448"/>
            <a:ext cx="117348" cy="188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791" name="Google Shape;2791;p46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4616195" y="7272528"/>
            <a:ext cx="211836" cy="1680972"/>
          </a:xfrm>
          <a:prstGeom prst="rect">
            <a:avLst/>
          </a:prstGeom>
          <a:noFill/>
          <a:ln>
            <a:noFill/>
          </a:ln>
        </p:spPr>
      </p:pic>
      <p:pic>
        <p:nvPicPr>
          <p:cNvPr id="2792" name="Google Shape;2792;p46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4616195" y="5004816"/>
            <a:ext cx="225552" cy="21884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93" name="Google Shape;2793;p46"/>
          <p:cNvGrpSpPr/>
          <p:nvPr/>
        </p:nvGrpSpPr>
        <p:grpSpPr>
          <a:xfrm>
            <a:off x="4640579" y="4604004"/>
            <a:ext cx="151384" cy="321563"/>
            <a:chOff x="4640579" y="4604004"/>
            <a:chExt cx="151384" cy="321563"/>
          </a:xfrm>
        </p:grpSpPr>
        <p:pic>
          <p:nvPicPr>
            <p:cNvPr id="2794" name="Google Shape;2794;p46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4640579" y="4654296"/>
              <a:ext cx="150875" cy="27127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95" name="Google Shape;2795;p46"/>
            <p:cNvSpPr/>
            <p:nvPr/>
          </p:nvSpPr>
          <p:spPr>
            <a:xfrm>
              <a:off x="4764023" y="4604004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4572" y="22860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1336" y="1524"/>
                  </a:lnTo>
                  <a:lnTo>
                    <a:pt x="25908" y="6096"/>
                  </a:lnTo>
                  <a:lnTo>
                    <a:pt x="27432" y="9144"/>
                  </a:lnTo>
                  <a:lnTo>
                    <a:pt x="27432" y="16764"/>
                  </a:lnTo>
                  <a:lnTo>
                    <a:pt x="25908" y="19812"/>
                  </a:lnTo>
                  <a:lnTo>
                    <a:pt x="22860" y="22860"/>
                  </a:lnTo>
                  <a:lnTo>
                    <a:pt x="21336" y="25908"/>
                  </a:lnTo>
                  <a:lnTo>
                    <a:pt x="1676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6" name="Google Shape;2796;p46"/>
          <p:cNvSpPr/>
          <p:nvPr/>
        </p:nvSpPr>
        <p:spPr>
          <a:xfrm>
            <a:off x="5032248" y="9214104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9144" y="762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3340" y="7620"/>
                </a:lnTo>
                <a:lnTo>
                  <a:pt x="57912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53340" y="51816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7" name="Google Shape;2797;p46"/>
          <p:cNvSpPr/>
          <p:nvPr/>
        </p:nvSpPr>
        <p:spPr>
          <a:xfrm>
            <a:off x="4975847" y="7959852"/>
            <a:ext cx="221615" cy="1169035"/>
          </a:xfrm>
          <a:custGeom>
            <a:rect b="b" l="l" r="r" t="t"/>
            <a:pathLst>
              <a:path extrusionOk="0" h="1169034" w="221614">
                <a:moveTo>
                  <a:pt x="123444" y="640080"/>
                </a:moveTo>
                <a:lnTo>
                  <a:pt x="102108" y="640080"/>
                </a:lnTo>
                <a:lnTo>
                  <a:pt x="102108" y="704088"/>
                </a:lnTo>
                <a:lnTo>
                  <a:pt x="123444" y="704088"/>
                </a:lnTo>
                <a:lnTo>
                  <a:pt x="123444" y="640080"/>
                </a:lnTo>
                <a:close/>
              </a:path>
              <a:path extrusionOk="0" h="1169034" w="221614">
                <a:moveTo>
                  <a:pt x="167640" y="454152"/>
                </a:moveTo>
                <a:lnTo>
                  <a:pt x="164592" y="454152"/>
                </a:lnTo>
                <a:lnTo>
                  <a:pt x="164592" y="460248"/>
                </a:lnTo>
                <a:lnTo>
                  <a:pt x="163068" y="466344"/>
                </a:lnTo>
                <a:lnTo>
                  <a:pt x="105156" y="494741"/>
                </a:lnTo>
                <a:lnTo>
                  <a:pt x="105156" y="519684"/>
                </a:lnTo>
                <a:lnTo>
                  <a:pt x="105156" y="577596"/>
                </a:lnTo>
                <a:lnTo>
                  <a:pt x="39624" y="547116"/>
                </a:lnTo>
                <a:lnTo>
                  <a:pt x="105156" y="519684"/>
                </a:lnTo>
                <a:lnTo>
                  <a:pt x="105156" y="494741"/>
                </a:lnTo>
                <a:lnTo>
                  <a:pt x="0" y="537972"/>
                </a:lnTo>
                <a:lnTo>
                  <a:pt x="0" y="541020"/>
                </a:lnTo>
                <a:lnTo>
                  <a:pt x="134112" y="601980"/>
                </a:lnTo>
                <a:lnTo>
                  <a:pt x="143306" y="605409"/>
                </a:lnTo>
                <a:lnTo>
                  <a:pt x="150495" y="608838"/>
                </a:lnTo>
                <a:lnTo>
                  <a:pt x="155981" y="612267"/>
                </a:lnTo>
                <a:lnTo>
                  <a:pt x="160020" y="615696"/>
                </a:lnTo>
                <a:lnTo>
                  <a:pt x="161544" y="617220"/>
                </a:lnTo>
                <a:lnTo>
                  <a:pt x="164592" y="621792"/>
                </a:lnTo>
                <a:lnTo>
                  <a:pt x="164592" y="627888"/>
                </a:lnTo>
                <a:lnTo>
                  <a:pt x="167640" y="627888"/>
                </a:lnTo>
                <a:lnTo>
                  <a:pt x="167640" y="595884"/>
                </a:lnTo>
                <a:lnTo>
                  <a:pt x="167640" y="577596"/>
                </a:lnTo>
                <a:lnTo>
                  <a:pt x="164592" y="577596"/>
                </a:lnTo>
                <a:lnTo>
                  <a:pt x="164592" y="585216"/>
                </a:lnTo>
                <a:lnTo>
                  <a:pt x="163068" y="589788"/>
                </a:lnTo>
                <a:lnTo>
                  <a:pt x="161544" y="592836"/>
                </a:lnTo>
                <a:lnTo>
                  <a:pt x="160020" y="594360"/>
                </a:lnTo>
                <a:lnTo>
                  <a:pt x="156972" y="595884"/>
                </a:lnTo>
                <a:lnTo>
                  <a:pt x="150876" y="595884"/>
                </a:lnTo>
                <a:lnTo>
                  <a:pt x="146304" y="594360"/>
                </a:lnTo>
                <a:lnTo>
                  <a:pt x="138684" y="591312"/>
                </a:lnTo>
                <a:lnTo>
                  <a:pt x="112776" y="580644"/>
                </a:lnTo>
                <a:lnTo>
                  <a:pt x="112776" y="577596"/>
                </a:lnTo>
                <a:lnTo>
                  <a:pt x="112776" y="519684"/>
                </a:lnTo>
                <a:lnTo>
                  <a:pt x="112776" y="516636"/>
                </a:lnTo>
                <a:lnTo>
                  <a:pt x="137160" y="507492"/>
                </a:lnTo>
                <a:lnTo>
                  <a:pt x="144780" y="504444"/>
                </a:lnTo>
                <a:lnTo>
                  <a:pt x="150876" y="502920"/>
                </a:lnTo>
                <a:lnTo>
                  <a:pt x="160020" y="502920"/>
                </a:lnTo>
                <a:lnTo>
                  <a:pt x="161544" y="505968"/>
                </a:lnTo>
                <a:lnTo>
                  <a:pt x="163068" y="507492"/>
                </a:lnTo>
                <a:lnTo>
                  <a:pt x="164592" y="512064"/>
                </a:lnTo>
                <a:lnTo>
                  <a:pt x="164592" y="518160"/>
                </a:lnTo>
                <a:lnTo>
                  <a:pt x="167640" y="518160"/>
                </a:lnTo>
                <a:lnTo>
                  <a:pt x="167640" y="502920"/>
                </a:lnTo>
                <a:lnTo>
                  <a:pt x="167640" y="454152"/>
                </a:lnTo>
                <a:close/>
              </a:path>
              <a:path extrusionOk="0" h="1169034" w="221614">
                <a:moveTo>
                  <a:pt x="167652" y="393192"/>
                </a:moveTo>
                <a:lnTo>
                  <a:pt x="164604" y="393192"/>
                </a:lnTo>
                <a:lnTo>
                  <a:pt x="164604" y="400812"/>
                </a:lnTo>
                <a:lnTo>
                  <a:pt x="163080" y="403860"/>
                </a:lnTo>
                <a:lnTo>
                  <a:pt x="156984" y="409956"/>
                </a:lnTo>
                <a:lnTo>
                  <a:pt x="153936" y="411480"/>
                </a:lnTo>
                <a:lnTo>
                  <a:pt x="149364" y="413004"/>
                </a:lnTo>
                <a:lnTo>
                  <a:pt x="88404" y="413004"/>
                </a:lnTo>
                <a:lnTo>
                  <a:pt x="80784" y="408432"/>
                </a:lnTo>
                <a:lnTo>
                  <a:pt x="70116" y="397764"/>
                </a:lnTo>
                <a:lnTo>
                  <a:pt x="70116" y="393192"/>
                </a:lnTo>
                <a:lnTo>
                  <a:pt x="71640" y="391668"/>
                </a:lnTo>
                <a:lnTo>
                  <a:pt x="74688" y="387096"/>
                </a:lnTo>
                <a:lnTo>
                  <a:pt x="77736" y="384048"/>
                </a:lnTo>
                <a:lnTo>
                  <a:pt x="77736" y="373380"/>
                </a:lnTo>
                <a:lnTo>
                  <a:pt x="73164" y="368808"/>
                </a:lnTo>
                <a:lnTo>
                  <a:pt x="60972" y="368808"/>
                </a:lnTo>
                <a:lnTo>
                  <a:pt x="54876" y="374904"/>
                </a:lnTo>
                <a:lnTo>
                  <a:pt x="53352" y="379476"/>
                </a:lnTo>
                <a:lnTo>
                  <a:pt x="53352" y="384048"/>
                </a:lnTo>
                <a:lnTo>
                  <a:pt x="55041" y="390931"/>
                </a:lnTo>
                <a:lnTo>
                  <a:pt x="60020" y="397954"/>
                </a:lnTo>
                <a:lnTo>
                  <a:pt x="68135" y="405269"/>
                </a:lnTo>
                <a:lnTo>
                  <a:pt x="79260" y="413004"/>
                </a:lnTo>
                <a:lnTo>
                  <a:pt x="53352" y="413004"/>
                </a:lnTo>
                <a:lnTo>
                  <a:pt x="53352" y="417576"/>
                </a:lnTo>
                <a:lnTo>
                  <a:pt x="67068" y="451104"/>
                </a:lnTo>
                <a:lnTo>
                  <a:pt x="70116" y="449580"/>
                </a:lnTo>
                <a:lnTo>
                  <a:pt x="70116" y="446532"/>
                </a:lnTo>
                <a:lnTo>
                  <a:pt x="68592" y="443484"/>
                </a:lnTo>
                <a:lnTo>
                  <a:pt x="68592" y="438912"/>
                </a:lnTo>
                <a:lnTo>
                  <a:pt x="70116" y="437388"/>
                </a:lnTo>
                <a:lnTo>
                  <a:pt x="70116" y="435864"/>
                </a:lnTo>
                <a:lnTo>
                  <a:pt x="73164" y="432816"/>
                </a:lnTo>
                <a:lnTo>
                  <a:pt x="158508" y="432816"/>
                </a:lnTo>
                <a:lnTo>
                  <a:pt x="161556" y="434340"/>
                </a:lnTo>
                <a:lnTo>
                  <a:pt x="163080" y="437388"/>
                </a:lnTo>
                <a:lnTo>
                  <a:pt x="164604" y="438912"/>
                </a:lnTo>
                <a:lnTo>
                  <a:pt x="164604" y="449580"/>
                </a:lnTo>
                <a:lnTo>
                  <a:pt x="167652" y="449580"/>
                </a:lnTo>
                <a:lnTo>
                  <a:pt x="167652" y="393192"/>
                </a:lnTo>
                <a:close/>
              </a:path>
              <a:path extrusionOk="0" h="1169034" w="221614">
                <a:moveTo>
                  <a:pt x="167652" y="307848"/>
                </a:moveTo>
                <a:lnTo>
                  <a:pt x="164604" y="307848"/>
                </a:lnTo>
                <a:lnTo>
                  <a:pt x="164604" y="316992"/>
                </a:lnTo>
                <a:lnTo>
                  <a:pt x="163080" y="320040"/>
                </a:lnTo>
                <a:lnTo>
                  <a:pt x="156984" y="326136"/>
                </a:lnTo>
                <a:lnTo>
                  <a:pt x="153936" y="327660"/>
                </a:lnTo>
                <a:lnTo>
                  <a:pt x="88404" y="327660"/>
                </a:lnTo>
                <a:lnTo>
                  <a:pt x="80784" y="324612"/>
                </a:lnTo>
                <a:lnTo>
                  <a:pt x="73164" y="316992"/>
                </a:lnTo>
                <a:lnTo>
                  <a:pt x="71640" y="313944"/>
                </a:lnTo>
                <a:lnTo>
                  <a:pt x="70116" y="312420"/>
                </a:lnTo>
                <a:lnTo>
                  <a:pt x="70116" y="309372"/>
                </a:lnTo>
                <a:lnTo>
                  <a:pt x="71640" y="306324"/>
                </a:lnTo>
                <a:lnTo>
                  <a:pt x="77736" y="300228"/>
                </a:lnTo>
                <a:lnTo>
                  <a:pt x="77736" y="288036"/>
                </a:lnTo>
                <a:lnTo>
                  <a:pt x="74688" y="286512"/>
                </a:lnTo>
                <a:lnTo>
                  <a:pt x="73164" y="284988"/>
                </a:lnTo>
                <a:lnTo>
                  <a:pt x="70116" y="283464"/>
                </a:lnTo>
                <a:lnTo>
                  <a:pt x="64020" y="283464"/>
                </a:lnTo>
                <a:lnTo>
                  <a:pt x="60972" y="284988"/>
                </a:lnTo>
                <a:lnTo>
                  <a:pt x="54876" y="291084"/>
                </a:lnTo>
                <a:lnTo>
                  <a:pt x="53352" y="294132"/>
                </a:lnTo>
                <a:lnTo>
                  <a:pt x="53352" y="298704"/>
                </a:lnTo>
                <a:lnTo>
                  <a:pt x="55041" y="306451"/>
                </a:lnTo>
                <a:lnTo>
                  <a:pt x="60020" y="313753"/>
                </a:lnTo>
                <a:lnTo>
                  <a:pt x="68135" y="320789"/>
                </a:lnTo>
                <a:lnTo>
                  <a:pt x="79260" y="327660"/>
                </a:lnTo>
                <a:lnTo>
                  <a:pt x="53352" y="327660"/>
                </a:lnTo>
                <a:lnTo>
                  <a:pt x="53352" y="333756"/>
                </a:lnTo>
                <a:lnTo>
                  <a:pt x="67068" y="365760"/>
                </a:lnTo>
                <a:lnTo>
                  <a:pt x="70116" y="364236"/>
                </a:lnTo>
                <a:lnTo>
                  <a:pt x="70116" y="361188"/>
                </a:lnTo>
                <a:lnTo>
                  <a:pt x="68592" y="359664"/>
                </a:lnTo>
                <a:lnTo>
                  <a:pt x="68592" y="355092"/>
                </a:lnTo>
                <a:lnTo>
                  <a:pt x="70116" y="353568"/>
                </a:lnTo>
                <a:lnTo>
                  <a:pt x="70116" y="352044"/>
                </a:lnTo>
                <a:lnTo>
                  <a:pt x="73164" y="348996"/>
                </a:lnTo>
                <a:lnTo>
                  <a:pt x="76212" y="348996"/>
                </a:lnTo>
                <a:lnTo>
                  <a:pt x="79260" y="347472"/>
                </a:lnTo>
                <a:lnTo>
                  <a:pt x="153936" y="347472"/>
                </a:lnTo>
                <a:lnTo>
                  <a:pt x="155460" y="348996"/>
                </a:lnTo>
                <a:lnTo>
                  <a:pt x="158508" y="348996"/>
                </a:lnTo>
                <a:lnTo>
                  <a:pt x="161556" y="350520"/>
                </a:lnTo>
                <a:lnTo>
                  <a:pt x="163080" y="352044"/>
                </a:lnTo>
                <a:lnTo>
                  <a:pt x="164604" y="355092"/>
                </a:lnTo>
                <a:lnTo>
                  <a:pt x="164604" y="364236"/>
                </a:lnTo>
                <a:lnTo>
                  <a:pt x="167652" y="364236"/>
                </a:lnTo>
                <a:lnTo>
                  <a:pt x="167652" y="307848"/>
                </a:lnTo>
                <a:close/>
              </a:path>
              <a:path extrusionOk="0" h="1169034" w="221614">
                <a:moveTo>
                  <a:pt x="170688" y="842772"/>
                </a:moveTo>
                <a:lnTo>
                  <a:pt x="169164" y="838200"/>
                </a:lnTo>
                <a:lnTo>
                  <a:pt x="164592" y="832104"/>
                </a:lnTo>
                <a:lnTo>
                  <a:pt x="161544" y="827532"/>
                </a:lnTo>
                <a:lnTo>
                  <a:pt x="155448" y="822960"/>
                </a:lnTo>
                <a:lnTo>
                  <a:pt x="146304" y="819912"/>
                </a:lnTo>
                <a:lnTo>
                  <a:pt x="146304" y="826008"/>
                </a:lnTo>
                <a:lnTo>
                  <a:pt x="152400" y="829056"/>
                </a:lnTo>
                <a:lnTo>
                  <a:pt x="153924" y="832104"/>
                </a:lnTo>
                <a:lnTo>
                  <a:pt x="155448" y="833628"/>
                </a:lnTo>
                <a:lnTo>
                  <a:pt x="155448" y="845820"/>
                </a:lnTo>
                <a:lnTo>
                  <a:pt x="149352" y="848868"/>
                </a:lnTo>
                <a:lnTo>
                  <a:pt x="144780" y="850392"/>
                </a:lnTo>
                <a:lnTo>
                  <a:pt x="64008" y="850392"/>
                </a:lnTo>
                <a:lnTo>
                  <a:pt x="64008" y="824484"/>
                </a:lnTo>
                <a:lnTo>
                  <a:pt x="56388" y="824484"/>
                </a:lnTo>
                <a:lnTo>
                  <a:pt x="56388" y="850392"/>
                </a:lnTo>
                <a:lnTo>
                  <a:pt x="19812" y="850392"/>
                </a:lnTo>
                <a:lnTo>
                  <a:pt x="19812" y="853440"/>
                </a:lnTo>
                <a:lnTo>
                  <a:pt x="28956" y="856488"/>
                </a:lnTo>
                <a:lnTo>
                  <a:pt x="33528" y="859536"/>
                </a:lnTo>
                <a:lnTo>
                  <a:pt x="36576" y="861060"/>
                </a:lnTo>
                <a:lnTo>
                  <a:pt x="48768" y="870204"/>
                </a:lnTo>
                <a:lnTo>
                  <a:pt x="51816" y="874776"/>
                </a:lnTo>
                <a:lnTo>
                  <a:pt x="56388" y="879348"/>
                </a:lnTo>
                <a:lnTo>
                  <a:pt x="59436" y="883920"/>
                </a:lnTo>
                <a:lnTo>
                  <a:pt x="60960" y="888492"/>
                </a:lnTo>
                <a:lnTo>
                  <a:pt x="64008" y="888492"/>
                </a:lnTo>
                <a:lnTo>
                  <a:pt x="64008" y="870204"/>
                </a:lnTo>
                <a:lnTo>
                  <a:pt x="149352" y="870204"/>
                </a:lnTo>
                <a:lnTo>
                  <a:pt x="155448" y="868680"/>
                </a:lnTo>
                <a:lnTo>
                  <a:pt x="158496" y="867156"/>
                </a:lnTo>
                <a:lnTo>
                  <a:pt x="163068" y="865632"/>
                </a:lnTo>
                <a:lnTo>
                  <a:pt x="166116" y="862584"/>
                </a:lnTo>
                <a:lnTo>
                  <a:pt x="167640" y="859536"/>
                </a:lnTo>
                <a:lnTo>
                  <a:pt x="170688" y="856488"/>
                </a:lnTo>
                <a:lnTo>
                  <a:pt x="170688" y="842772"/>
                </a:lnTo>
                <a:close/>
              </a:path>
              <a:path extrusionOk="0" h="1169034" w="221614">
                <a:moveTo>
                  <a:pt x="170700" y="1078992"/>
                </a:moveTo>
                <a:lnTo>
                  <a:pt x="163461" y="1036320"/>
                </a:lnTo>
                <a:lnTo>
                  <a:pt x="156984" y="1022604"/>
                </a:lnTo>
                <a:lnTo>
                  <a:pt x="91452" y="1022604"/>
                </a:lnTo>
                <a:lnTo>
                  <a:pt x="88404" y="1021080"/>
                </a:lnTo>
                <a:lnTo>
                  <a:pt x="83832" y="1018032"/>
                </a:lnTo>
                <a:lnTo>
                  <a:pt x="80784" y="1013460"/>
                </a:lnTo>
                <a:lnTo>
                  <a:pt x="80784" y="1004316"/>
                </a:lnTo>
                <a:lnTo>
                  <a:pt x="77736" y="1004316"/>
                </a:lnTo>
                <a:lnTo>
                  <a:pt x="77736" y="1068324"/>
                </a:lnTo>
                <a:lnTo>
                  <a:pt x="80784" y="1068324"/>
                </a:lnTo>
                <a:lnTo>
                  <a:pt x="80784" y="1062228"/>
                </a:lnTo>
                <a:lnTo>
                  <a:pt x="82308" y="1056132"/>
                </a:lnTo>
                <a:lnTo>
                  <a:pt x="83832" y="1053084"/>
                </a:lnTo>
                <a:lnTo>
                  <a:pt x="85356" y="1051560"/>
                </a:lnTo>
                <a:lnTo>
                  <a:pt x="86880" y="1048512"/>
                </a:lnTo>
                <a:lnTo>
                  <a:pt x="89928" y="1046988"/>
                </a:lnTo>
                <a:lnTo>
                  <a:pt x="92976" y="1046988"/>
                </a:lnTo>
                <a:lnTo>
                  <a:pt x="99072" y="1045464"/>
                </a:lnTo>
                <a:lnTo>
                  <a:pt x="153936" y="1045464"/>
                </a:lnTo>
                <a:lnTo>
                  <a:pt x="156984" y="1051560"/>
                </a:lnTo>
                <a:lnTo>
                  <a:pt x="160032" y="1056132"/>
                </a:lnTo>
                <a:lnTo>
                  <a:pt x="161556" y="1062228"/>
                </a:lnTo>
                <a:lnTo>
                  <a:pt x="163080" y="1066800"/>
                </a:lnTo>
                <a:lnTo>
                  <a:pt x="163080" y="1078992"/>
                </a:lnTo>
                <a:lnTo>
                  <a:pt x="149428" y="1116050"/>
                </a:lnTo>
                <a:lnTo>
                  <a:pt x="116192" y="1136332"/>
                </a:lnTo>
                <a:lnTo>
                  <a:pt x="83832" y="1141476"/>
                </a:lnTo>
                <a:lnTo>
                  <a:pt x="69545" y="1140625"/>
                </a:lnTo>
                <a:lnTo>
                  <a:pt x="33540" y="1127760"/>
                </a:lnTo>
                <a:lnTo>
                  <a:pt x="9321" y="1095400"/>
                </a:lnTo>
                <a:lnTo>
                  <a:pt x="7632" y="1080516"/>
                </a:lnTo>
                <a:lnTo>
                  <a:pt x="8724" y="1069657"/>
                </a:lnTo>
                <a:lnTo>
                  <a:pt x="35064" y="1034415"/>
                </a:lnTo>
                <a:lnTo>
                  <a:pt x="51828" y="1027176"/>
                </a:lnTo>
                <a:lnTo>
                  <a:pt x="51828" y="1024128"/>
                </a:lnTo>
                <a:lnTo>
                  <a:pt x="12" y="1027176"/>
                </a:lnTo>
                <a:lnTo>
                  <a:pt x="12" y="1030224"/>
                </a:lnTo>
                <a:lnTo>
                  <a:pt x="4584" y="1030224"/>
                </a:lnTo>
                <a:lnTo>
                  <a:pt x="6108" y="1031748"/>
                </a:lnTo>
                <a:lnTo>
                  <a:pt x="7632" y="1031748"/>
                </a:lnTo>
                <a:lnTo>
                  <a:pt x="9156" y="1033272"/>
                </a:lnTo>
                <a:lnTo>
                  <a:pt x="9156" y="1040892"/>
                </a:lnTo>
                <a:lnTo>
                  <a:pt x="4584" y="1054608"/>
                </a:lnTo>
                <a:lnTo>
                  <a:pt x="1536" y="1066800"/>
                </a:lnTo>
                <a:lnTo>
                  <a:pt x="1536" y="1071372"/>
                </a:lnTo>
                <a:lnTo>
                  <a:pt x="12" y="1075944"/>
                </a:lnTo>
                <a:lnTo>
                  <a:pt x="12" y="1082040"/>
                </a:lnTo>
                <a:lnTo>
                  <a:pt x="10680" y="1124712"/>
                </a:lnTo>
                <a:lnTo>
                  <a:pt x="47256" y="1158240"/>
                </a:lnTo>
                <a:lnTo>
                  <a:pt x="88404" y="1168908"/>
                </a:lnTo>
                <a:lnTo>
                  <a:pt x="102920" y="1167765"/>
                </a:lnTo>
                <a:lnTo>
                  <a:pt x="140220" y="1150620"/>
                </a:lnTo>
                <a:lnTo>
                  <a:pt x="168935" y="1101331"/>
                </a:lnTo>
                <a:lnTo>
                  <a:pt x="170700" y="1078992"/>
                </a:lnTo>
                <a:close/>
              </a:path>
              <a:path extrusionOk="0" h="1169034" w="221614">
                <a:moveTo>
                  <a:pt x="170700" y="914400"/>
                </a:moveTo>
                <a:lnTo>
                  <a:pt x="169570" y="907783"/>
                </a:lnTo>
                <a:lnTo>
                  <a:pt x="166306" y="901446"/>
                </a:lnTo>
                <a:lnTo>
                  <a:pt x="161048" y="895121"/>
                </a:lnTo>
                <a:lnTo>
                  <a:pt x="153924" y="888492"/>
                </a:lnTo>
                <a:lnTo>
                  <a:pt x="146304" y="888492"/>
                </a:lnTo>
                <a:lnTo>
                  <a:pt x="155448" y="897636"/>
                </a:lnTo>
                <a:lnTo>
                  <a:pt x="155448" y="903732"/>
                </a:lnTo>
                <a:lnTo>
                  <a:pt x="152400" y="906780"/>
                </a:lnTo>
                <a:lnTo>
                  <a:pt x="80772" y="906780"/>
                </a:lnTo>
                <a:lnTo>
                  <a:pt x="74676" y="908304"/>
                </a:lnTo>
                <a:lnTo>
                  <a:pt x="65532" y="911352"/>
                </a:lnTo>
                <a:lnTo>
                  <a:pt x="60960" y="914400"/>
                </a:lnTo>
                <a:lnTo>
                  <a:pt x="59436" y="920496"/>
                </a:lnTo>
                <a:lnTo>
                  <a:pt x="56388" y="926592"/>
                </a:lnTo>
                <a:lnTo>
                  <a:pt x="53340" y="934212"/>
                </a:lnTo>
                <a:lnTo>
                  <a:pt x="53428" y="946315"/>
                </a:lnTo>
                <a:lnTo>
                  <a:pt x="53492" y="947381"/>
                </a:lnTo>
                <a:lnTo>
                  <a:pt x="53619" y="949452"/>
                </a:lnTo>
                <a:lnTo>
                  <a:pt x="53911" y="954366"/>
                </a:lnTo>
                <a:lnTo>
                  <a:pt x="74676" y="986028"/>
                </a:lnTo>
                <a:lnTo>
                  <a:pt x="88392" y="986028"/>
                </a:lnTo>
                <a:lnTo>
                  <a:pt x="89916" y="982980"/>
                </a:lnTo>
                <a:lnTo>
                  <a:pt x="92964" y="981456"/>
                </a:lnTo>
                <a:lnTo>
                  <a:pt x="92964" y="970788"/>
                </a:lnTo>
                <a:lnTo>
                  <a:pt x="89916" y="969264"/>
                </a:lnTo>
                <a:lnTo>
                  <a:pt x="88392" y="967740"/>
                </a:lnTo>
                <a:lnTo>
                  <a:pt x="85344" y="966216"/>
                </a:lnTo>
                <a:lnTo>
                  <a:pt x="71628" y="966216"/>
                </a:lnTo>
                <a:lnTo>
                  <a:pt x="68580" y="964692"/>
                </a:lnTo>
                <a:lnTo>
                  <a:pt x="62484" y="958596"/>
                </a:lnTo>
                <a:lnTo>
                  <a:pt x="61074" y="954366"/>
                </a:lnTo>
                <a:lnTo>
                  <a:pt x="60960" y="941832"/>
                </a:lnTo>
                <a:lnTo>
                  <a:pt x="64008" y="935736"/>
                </a:lnTo>
                <a:lnTo>
                  <a:pt x="71628" y="928116"/>
                </a:lnTo>
                <a:lnTo>
                  <a:pt x="79248" y="926592"/>
                </a:lnTo>
                <a:lnTo>
                  <a:pt x="94488" y="926592"/>
                </a:lnTo>
                <a:lnTo>
                  <a:pt x="99923" y="940333"/>
                </a:lnTo>
                <a:lnTo>
                  <a:pt x="104775" y="951928"/>
                </a:lnTo>
                <a:lnTo>
                  <a:pt x="109067" y="961529"/>
                </a:lnTo>
                <a:lnTo>
                  <a:pt x="112776" y="969264"/>
                </a:lnTo>
                <a:lnTo>
                  <a:pt x="117348" y="978408"/>
                </a:lnTo>
                <a:lnTo>
                  <a:pt x="123444" y="982980"/>
                </a:lnTo>
                <a:lnTo>
                  <a:pt x="128016" y="987552"/>
                </a:lnTo>
                <a:lnTo>
                  <a:pt x="137160" y="990600"/>
                </a:lnTo>
                <a:lnTo>
                  <a:pt x="150876" y="990600"/>
                </a:lnTo>
                <a:lnTo>
                  <a:pt x="158496" y="987552"/>
                </a:lnTo>
                <a:lnTo>
                  <a:pt x="163068" y="982980"/>
                </a:lnTo>
                <a:lnTo>
                  <a:pt x="169176" y="978408"/>
                </a:lnTo>
                <a:lnTo>
                  <a:pt x="170700" y="970788"/>
                </a:lnTo>
                <a:lnTo>
                  <a:pt x="170700" y="954024"/>
                </a:lnTo>
                <a:lnTo>
                  <a:pt x="167652" y="949452"/>
                </a:lnTo>
                <a:lnTo>
                  <a:pt x="165912" y="946315"/>
                </a:lnTo>
                <a:lnTo>
                  <a:pt x="162877" y="941451"/>
                </a:lnTo>
                <a:lnTo>
                  <a:pt x="158432" y="934885"/>
                </a:lnTo>
                <a:lnTo>
                  <a:pt x="155448" y="930783"/>
                </a:lnTo>
                <a:lnTo>
                  <a:pt x="155448" y="957072"/>
                </a:lnTo>
                <a:lnTo>
                  <a:pt x="153974" y="961529"/>
                </a:lnTo>
                <a:lnTo>
                  <a:pt x="153162" y="962406"/>
                </a:lnTo>
                <a:lnTo>
                  <a:pt x="146304" y="969264"/>
                </a:lnTo>
                <a:lnTo>
                  <a:pt x="141732" y="970788"/>
                </a:lnTo>
                <a:lnTo>
                  <a:pt x="131064" y="970788"/>
                </a:lnTo>
                <a:lnTo>
                  <a:pt x="111328" y="948461"/>
                </a:lnTo>
                <a:lnTo>
                  <a:pt x="109156" y="942975"/>
                </a:lnTo>
                <a:lnTo>
                  <a:pt x="106121" y="935736"/>
                </a:lnTo>
                <a:lnTo>
                  <a:pt x="102108" y="926592"/>
                </a:lnTo>
                <a:lnTo>
                  <a:pt x="144780" y="926592"/>
                </a:lnTo>
                <a:lnTo>
                  <a:pt x="149618" y="934212"/>
                </a:lnTo>
                <a:lnTo>
                  <a:pt x="152971" y="941260"/>
                </a:lnTo>
                <a:lnTo>
                  <a:pt x="153035" y="941451"/>
                </a:lnTo>
                <a:lnTo>
                  <a:pt x="153149" y="941832"/>
                </a:lnTo>
                <a:lnTo>
                  <a:pt x="154863" y="947381"/>
                </a:lnTo>
                <a:lnTo>
                  <a:pt x="154978" y="948461"/>
                </a:lnTo>
                <a:lnTo>
                  <a:pt x="155105" y="949452"/>
                </a:lnTo>
                <a:lnTo>
                  <a:pt x="155384" y="951928"/>
                </a:lnTo>
                <a:lnTo>
                  <a:pt x="155448" y="957072"/>
                </a:lnTo>
                <a:lnTo>
                  <a:pt x="155448" y="930783"/>
                </a:lnTo>
                <a:lnTo>
                  <a:pt x="152400" y="926592"/>
                </a:lnTo>
                <a:lnTo>
                  <a:pt x="158496" y="926592"/>
                </a:lnTo>
                <a:lnTo>
                  <a:pt x="164592" y="925068"/>
                </a:lnTo>
                <a:lnTo>
                  <a:pt x="167652" y="923544"/>
                </a:lnTo>
                <a:lnTo>
                  <a:pt x="170700" y="917448"/>
                </a:lnTo>
                <a:lnTo>
                  <a:pt x="170700" y="914400"/>
                </a:lnTo>
                <a:close/>
              </a:path>
              <a:path extrusionOk="0" h="1169034" w="221614">
                <a:moveTo>
                  <a:pt x="170700" y="765048"/>
                </a:moveTo>
                <a:lnTo>
                  <a:pt x="170586" y="763524"/>
                </a:lnTo>
                <a:lnTo>
                  <a:pt x="170484" y="762000"/>
                </a:lnTo>
                <a:lnTo>
                  <a:pt x="170078" y="756221"/>
                </a:lnTo>
                <a:lnTo>
                  <a:pt x="143840" y="724090"/>
                </a:lnTo>
                <a:lnTo>
                  <a:pt x="128028" y="719328"/>
                </a:lnTo>
                <a:lnTo>
                  <a:pt x="124980" y="722376"/>
                </a:lnTo>
                <a:lnTo>
                  <a:pt x="135648" y="726948"/>
                </a:lnTo>
                <a:lnTo>
                  <a:pt x="141744" y="729996"/>
                </a:lnTo>
                <a:lnTo>
                  <a:pt x="146316" y="736092"/>
                </a:lnTo>
                <a:lnTo>
                  <a:pt x="149364" y="740664"/>
                </a:lnTo>
                <a:lnTo>
                  <a:pt x="149402" y="740841"/>
                </a:lnTo>
                <a:lnTo>
                  <a:pt x="150888" y="746760"/>
                </a:lnTo>
                <a:lnTo>
                  <a:pt x="150888" y="754380"/>
                </a:lnTo>
                <a:lnTo>
                  <a:pt x="150037" y="762000"/>
                </a:lnTo>
                <a:lnTo>
                  <a:pt x="120218" y="791337"/>
                </a:lnTo>
                <a:lnTo>
                  <a:pt x="97548" y="794004"/>
                </a:lnTo>
                <a:lnTo>
                  <a:pt x="97548" y="743712"/>
                </a:lnTo>
                <a:lnTo>
                  <a:pt x="97548" y="719328"/>
                </a:lnTo>
                <a:lnTo>
                  <a:pt x="89928" y="720051"/>
                </a:lnTo>
                <a:lnTo>
                  <a:pt x="89928" y="743712"/>
                </a:lnTo>
                <a:lnTo>
                  <a:pt x="89928" y="794004"/>
                </a:lnTo>
                <a:lnTo>
                  <a:pt x="80784" y="794004"/>
                </a:lnTo>
                <a:lnTo>
                  <a:pt x="74688" y="790956"/>
                </a:lnTo>
                <a:lnTo>
                  <a:pt x="64020" y="780288"/>
                </a:lnTo>
                <a:lnTo>
                  <a:pt x="61772" y="775817"/>
                </a:lnTo>
                <a:lnTo>
                  <a:pt x="60972" y="774153"/>
                </a:lnTo>
                <a:lnTo>
                  <a:pt x="60972" y="763524"/>
                </a:lnTo>
                <a:lnTo>
                  <a:pt x="62496" y="758952"/>
                </a:lnTo>
                <a:lnTo>
                  <a:pt x="65544" y="755904"/>
                </a:lnTo>
                <a:lnTo>
                  <a:pt x="68592" y="751332"/>
                </a:lnTo>
                <a:lnTo>
                  <a:pt x="71640" y="748284"/>
                </a:lnTo>
                <a:lnTo>
                  <a:pt x="76212" y="746760"/>
                </a:lnTo>
                <a:lnTo>
                  <a:pt x="79260" y="745236"/>
                </a:lnTo>
                <a:lnTo>
                  <a:pt x="83832" y="743712"/>
                </a:lnTo>
                <a:lnTo>
                  <a:pt x="89928" y="743712"/>
                </a:lnTo>
                <a:lnTo>
                  <a:pt x="89928" y="720051"/>
                </a:lnTo>
                <a:lnTo>
                  <a:pt x="56591" y="745045"/>
                </a:lnTo>
                <a:lnTo>
                  <a:pt x="53352" y="762000"/>
                </a:lnTo>
                <a:lnTo>
                  <a:pt x="54470" y="772007"/>
                </a:lnTo>
                <a:lnTo>
                  <a:pt x="78727" y="804583"/>
                </a:lnTo>
                <a:lnTo>
                  <a:pt x="114312" y="812292"/>
                </a:lnTo>
                <a:lnTo>
                  <a:pt x="126314" y="811441"/>
                </a:lnTo>
                <a:lnTo>
                  <a:pt x="137172" y="808863"/>
                </a:lnTo>
                <a:lnTo>
                  <a:pt x="146888" y="804583"/>
                </a:lnTo>
                <a:lnTo>
                  <a:pt x="155460" y="798576"/>
                </a:lnTo>
                <a:lnTo>
                  <a:pt x="159715" y="794004"/>
                </a:lnTo>
                <a:lnTo>
                  <a:pt x="162331" y="791197"/>
                </a:lnTo>
                <a:lnTo>
                  <a:pt x="167081" y="782955"/>
                </a:lnTo>
                <a:lnTo>
                  <a:pt x="169811" y="774153"/>
                </a:lnTo>
                <a:lnTo>
                  <a:pt x="170700" y="765048"/>
                </a:lnTo>
                <a:close/>
              </a:path>
              <a:path extrusionOk="0" h="1169034" w="221614">
                <a:moveTo>
                  <a:pt x="170700" y="196596"/>
                </a:moveTo>
                <a:lnTo>
                  <a:pt x="169570" y="189979"/>
                </a:lnTo>
                <a:lnTo>
                  <a:pt x="166306" y="183642"/>
                </a:lnTo>
                <a:lnTo>
                  <a:pt x="161048" y="177317"/>
                </a:lnTo>
                <a:lnTo>
                  <a:pt x="153924" y="170688"/>
                </a:lnTo>
                <a:lnTo>
                  <a:pt x="146304" y="170688"/>
                </a:lnTo>
                <a:lnTo>
                  <a:pt x="155448" y="179832"/>
                </a:lnTo>
                <a:lnTo>
                  <a:pt x="155448" y="185928"/>
                </a:lnTo>
                <a:lnTo>
                  <a:pt x="153924" y="187452"/>
                </a:lnTo>
                <a:lnTo>
                  <a:pt x="152400" y="187452"/>
                </a:lnTo>
                <a:lnTo>
                  <a:pt x="149352" y="188976"/>
                </a:lnTo>
                <a:lnTo>
                  <a:pt x="80772" y="188976"/>
                </a:lnTo>
                <a:lnTo>
                  <a:pt x="74676" y="190500"/>
                </a:lnTo>
                <a:lnTo>
                  <a:pt x="65532" y="193548"/>
                </a:lnTo>
                <a:lnTo>
                  <a:pt x="60960" y="196596"/>
                </a:lnTo>
                <a:lnTo>
                  <a:pt x="59436" y="202692"/>
                </a:lnTo>
                <a:lnTo>
                  <a:pt x="56388" y="208788"/>
                </a:lnTo>
                <a:lnTo>
                  <a:pt x="53340" y="216408"/>
                </a:lnTo>
                <a:lnTo>
                  <a:pt x="53441" y="228511"/>
                </a:lnTo>
                <a:lnTo>
                  <a:pt x="53505" y="229577"/>
                </a:lnTo>
                <a:lnTo>
                  <a:pt x="53581" y="230657"/>
                </a:lnTo>
                <a:lnTo>
                  <a:pt x="53644" y="231648"/>
                </a:lnTo>
                <a:lnTo>
                  <a:pt x="53911" y="235915"/>
                </a:lnTo>
                <a:lnTo>
                  <a:pt x="53987" y="236220"/>
                </a:lnTo>
                <a:lnTo>
                  <a:pt x="55626" y="244030"/>
                </a:lnTo>
                <a:lnTo>
                  <a:pt x="58483" y="251294"/>
                </a:lnTo>
                <a:lnTo>
                  <a:pt x="58597" y="251460"/>
                </a:lnTo>
                <a:lnTo>
                  <a:pt x="62484" y="257556"/>
                </a:lnTo>
                <a:lnTo>
                  <a:pt x="68580" y="265176"/>
                </a:lnTo>
                <a:lnTo>
                  <a:pt x="74676" y="268224"/>
                </a:lnTo>
                <a:lnTo>
                  <a:pt x="85344" y="268224"/>
                </a:lnTo>
                <a:lnTo>
                  <a:pt x="88392" y="266700"/>
                </a:lnTo>
                <a:lnTo>
                  <a:pt x="89916" y="265176"/>
                </a:lnTo>
                <a:lnTo>
                  <a:pt x="92964" y="263652"/>
                </a:lnTo>
                <a:lnTo>
                  <a:pt x="92964" y="252984"/>
                </a:lnTo>
                <a:lnTo>
                  <a:pt x="89916" y="251460"/>
                </a:lnTo>
                <a:lnTo>
                  <a:pt x="88392" y="249936"/>
                </a:lnTo>
                <a:lnTo>
                  <a:pt x="85344" y="248412"/>
                </a:lnTo>
                <a:lnTo>
                  <a:pt x="71628" y="248412"/>
                </a:lnTo>
                <a:lnTo>
                  <a:pt x="68580" y="246888"/>
                </a:lnTo>
                <a:lnTo>
                  <a:pt x="62484" y="240792"/>
                </a:lnTo>
                <a:lnTo>
                  <a:pt x="60960" y="236220"/>
                </a:lnTo>
                <a:lnTo>
                  <a:pt x="60960" y="224028"/>
                </a:lnTo>
                <a:lnTo>
                  <a:pt x="64008" y="217932"/>
                </a:lnTo>
                <a:lnTo>
                  <a:pt x="71628" y="210312"/>
                </a:lnTo>
                <a:lnTo>
                  <a:pt x="79248" y="208788"/>
                </a:lnTo>
                <a:lnTo>
                  <a:pt x="94488" y="208788"/>
                </a:lnTo>
                <a:lnTo>
                  <a:pt x="99923" y="222529"/>
                </a:lnTo>
                <a:lnTo>
                  <a:pt x="104775" y="234124"/>
                </a:lnTo>
                <a:lnTo>
                  <a:pt x="128016" y="269748"/>
                </a:lnTo>
                <a:lnTo>
                  <a:pt x="137160" y="272796"/>
                </a:lnTo>
                <a:lnTo>
                  <a:pt x="150876" y="272796"/>
                </a:lnTo>
                <a:lnTo>
                  <a:pt x="158496" y="269748"/>
                </a:lnTo>
                <a:lnTo>
                  <a:pt x="163068" y="265176"/>
                </a:lnTo>
                <a:lnTo>
                  <a:pt x="169176" y="260604"/>
                </a:lnTo>
                <a:lnTo>
                  <a:pt x="170700" y="252984"/>
                </a:lnTo>
                <a:lnTo>
                  <a:pt x="170700" y="236220"/>
                </a:lnTo>
                <a:lnTo>
                  <a:pt x="167652" y="231648"/>
                </a:lnTo>
                <a:lnTo>
                  <a:pt x="165912" y="228511"/>
                </a:lnTo>
                <a:lnTo>
                  <a:pt x="162877" y="223647"/>
                </a:lnTo>
                <a:lnTo>
                  <a:pt x="158432" y="217081"/>
                </a:lnTo>
                <a:lnTo>
                  <a:pt x="155448" y="212979"/>
                </a:lnTo>
                <a:lnTo>
                  <a:pt x="155448" y="239268"/>
                </a:lnTo>
                <a:lnTo>
                  <a:pt x="153974" y="243725"/>
                </a:lnTo>
                <a:lnTo>
                  <a:pt x="153733" y="244030"/>
                </a:lnTo>
                <a:lnTo>
                  <a:pt x="146304" y="251460"/>
                </a:lnTo>
                <a:lnTo>
                  <a:pt x="141732" y="252984"/>
                </a:lnTo>
                <a:lnTo>
                  <a:pt x="131064" y="252984"/>
                </a:lnTo>
                <a:lnTo>
                  <a:pt x="111328" y="230657"/>
                </a:lnTo>
                <a:lnTo>
                  <a:pt x="109156" y="225171"/>
                </a:lnTo>
                <a:lnTo>
                  <a:pt x="106121" y="217932"/>
                </a:lnTo>
                <a:lnTo>
                  <a:pt x="102108" y="208788"/>
                </a:lnTo>
                <a:lnTo>
                  <a:pt x="144780" y="208788"/>
                </a:lnTo>
                <a:lnTo>
                  <a:pt x="149618" y="216408"/>
                </a:lnTo>
                <a:lnTo>
                  <a:pt x="152971" y="223456"/>
                </a:lnTo>
                <a:lnTo>
                  <a:pt x="153035" y="223647"/>
                </a:lnTo>
                <a:lnTo>
                  <a:pt x="153149" y="224028"/>
                </a:lnTo>
                <a:lnTo>
                  <a:pt x="154863" y="229577"/>
                </a:lnTo>
                <a:lnTo>
                  <a:pt x="154978" y="230657"/>
                </a:lnTo>
                <a:lnTo>
                  <a:pt x="155105" y="231648"/>
                </a:lnTo>
                <a:lnTo>
                  <a:pt x="155384" y="234124"/>
                </a:lnTo>
                <a:lnTo>
                  <a:pt x="155448" y="239268"/>
                </a:lnTo>
                <a:lnTo>
                  <a:pt x="155448" y="212979"/>
                </a:lnTo>
                <a:lnTo>
                  <a:pt x="152400" y="208788"/>
                </a:lnTo>
                <a:lnTo>
                  <a:pt x="158496" y="208788"/>
                </a:lnTo>
                <a:lnTo>
                  <a:pt x="164592" y="207264"/>
                </a:lnTo>
                <a:lnTo>
                  <a:pt x="167652" y="205740"/>
                </a:lnTo>
                <a:lnTo>
                  <a:pt x="170700" y="199644"/>
                </a:lnTo>
                <a:lnTo>
                  <a:pt x="170700" y="196596"/>
                </a:lnTo>
                <a:close/>
              </a:path>
              <a:path extrusionOk="0" h="1169034" w="221614">
                <a:moveTo>
                  <a:pt x="207264" y="36576"/>
                </a:moveTo>
                <a:lnTo>
                  <a:pt x="184404" y="3048"/>
                </a:lnTo>
                <a:lnTo>
                  <a:pt x="176784" y="0"/>
                </a:lnTo>
                <a:lnTo>
                  <a:pt x="161544" y="0"/>
                </a:lnTo>
                <a:lnTo>
                  <a:pt x="155448" y="3048"/>
                </a:lnTo>
                <a:lnTo>
                  <a:pt x="150876" y="6096"/>
                </a:lnTo>
                <a:lnTo>
                  <a:pt x="146304" y="10668"/>
                </a:lnTo>
                <a:lnTo>
                  <a:pt x="143256" y="15240"/>
                </a:lnTo>
                <a:lnTo>
                  <a:pt x="143256" y="25908"/>
                </a:lnTo>
                <a:lnTo>
                  <a:pt x="144780" y="28956"/>
                </a:lnTo>
                <a:lnTo>
                  <a:pt x="150876" y="35052"/>
                </a:lnTo>
                <a:lnTo>
                  <a:pt x="153924" y="36576"/>
                </a:lnTo>
                <a:lnTo>
                  <a:pt x="166116" y="36576"/>
                </a:lnTo>
                <a:lnTo>
                  <a:pt x="167640" y="33528"/>
                </a:lnTo>
                <a:lnTo>
                  <a:pt x="170688" y="32004"/>
                </a:lnTo>
                <a:lnTo>
                  <a:pt x="170688" y="19812"/>
                </a:lnTo>
                <a:lnTo>
                  <a:pt x="169164" y="16764"/>
                </a:lnTo>
                <a:lnTo>
                  <a:pt x="167640" y="15240"/>
                </a:lnTo>
                <a:lnTo>
                  <a:pt x="167640" y="12192"/>
                </a:lnTo>
                <a:lnTo>
                  <a:pt x="169164" y="12192"/>
                </a:lnTo>
                <a:lnTo>
                  <a:pt x="170688" y="10668"/>
                </a:lnTo>
                <a:lnTo>
                  <a:pt x="178308" y="10668"/>
                </a:lnTo>
                <a:lnTo>
                  <a:pt x="184404" y="13716"/>
                </a:lnTo>
                <a:lnTo>
                  <a:pt x="196596" y="22860"/>
                </a:lnTo>
                <a:lnTo>
                  <a:pt x="199644" y="28956"/>
                </a:lnTo>
                <a:lnTo>
                  <a:pt x="202692" y="36576"/>
                </a:lnTo>
                <a:lnTo>
                  <a:pt x="207264" y="36576"/>
                </a:lnTo>
                <a:close/>
              </a:path>
              <a:path extrusionOk="0" h="1169034" w="221614">
                <a:moveTo>
                  <a:pt x="220992" y="144780"/>
                </a:moveTo>
                <a:lnTo>
                  <a:pt x="219468" y="137160"/>
                </a:lnTo>
                <a:lnTo>
                  <a:pt x="213372" y="131064"/>
                </a:lnTo>
                <a:lnTo>
                  <a:pt x="208483" y="125641"/>
                </a:lnTo>
                <a:lnTo>
                  <a:pt x="202895" y="120777"/>
                </a:lnTo>
                <a:lnTo>
                  <a:pt x="196430" y="116497"/>
                </a:lnTo>
                <a:lnTo>
                  <a:pt x="188988" y="112776"/>
                </a:lnTo>
                <a:lnTo>
                  <a:pt x="185140" y="111252"/>
                </a:lnTo>
                <a:lnTo>
                  <a:pt x="93078" y="74676"/>
                </a:lnTo>
                <a:lnTo>
                  <a:pt x="77736" y="68580"/>
                </a:lnTo>
                <a:lnTo>
                  <a:pt x="71640" y="67056"/>
                </a:lnTo>
                <a:lnTo>
                  <a:pt x="68592" y="65532"/>
                </a:lnTo>
                <a:lnTo>
                  <a:pt x="67068" y="65532"/>
                </a:lnTo>
                <a:lnTo>
                  <a:pt x="65544" y="62484"/>
                </a:lnTo>
                <a:lnTo>
                  <a:pt x="62496" y="60960"/>
                </a:lnTo>
                <a:lnTo>
                  <a:pt x="62496" y="59436"/>
                </a:lnTo>
                <a:lnTo>
                  <a:pt x="60972" y="57912"/>
                </a:lnTo>
                <a:lnTo>
                  <a:pt x="60972" y="54864"/>
                </a:lnTo>
                <a:lnTo>
                  <a:pt x="59448" y="53340"/>
                </a:lnTo>
                <a:lnTo>
                  <a:pt x="56400" y="53340"/>
                </a:lnTo>
                <a:lnTo>
                  <a:pt x="56400" y="86868"/>
                </a:lnTo>
                <a:lnTo>
                  <a:pt x="59448" y="86868"/>
                </a:lnTo>
                <a:lnTo>
                  <a:pt x="59448" y="82296"/>
                </a:lnTo>
                <a:lnTo>
                  <a:pt x="60972" y="80772"/>
                </a:lnTo>
                <a:lnTo>
                  <a:pt x="60972" y="77724"/>
                </a:lnTo>
                <a:lnTo>
                  <a:pt x="64020" y="74676"/>
                </a:lnTo>
                <a:lnTo>
                  <a:pt x="70116" y="74676"/>
                </a:lnTo>
                <a:lnTo>
                  <a:pt x="74688" y="76200"/>
                </a:lnTo>
                <a:lnTo>
                  <a:pt x="77736" y="77724"/>
                </a:lnTo>
                <a:lnTo>
                  <a:pt x="138696" y="102108"/>
                </a:lnTo>
                <a:lnTo>
                  <a:pt x="82308" y="129540"/>
                </a:lnTo>
                <a:lnTo>
                  <a:pt x="76212" y="131064"/>
                </a:lnTo>
                <a:lnTo>
                  <a:pt x="71640" y="132588"/>
                </a:lnTo>
                <a:lnTo>
                  <a:pt x="64020" y="132588"/>
                </a:lnTo>
                <a:lnTo>
                  <a:pt x="62496" y="129540"/>
                </a:lnTo>
                <a:lnTo>
                  <a:pt x="60972" y="128016"/>
                </a:lnTo>
                <a:lnTo>
                  <a:pt x="59448" y="124968"/>
                </a:lnTo>
                <a:lnTo>
                  <a:pt x="59448" y="118872"/>
                </a:lnTo>
                <a:lnTo>
                  <a:pt x="56400" y="118872"/>
                </a:lnTo>
                <a:lnTo>
                  <a:pt x="56400" y="172212"/>
                </a:lnTo>
                <a:lnTo>
                  <a:pt x="59448" y="172212"/>
                </a:lnTo>
                <a:lnTo>
                  <a:pt x="60972" y="167640"/>
                </a:lnTo>
                <a:lnTo>
                  <a:pt x="62496" y="164592"/>
                </a:lnTo>
                <a:lnTo>
                  <a:pt x="67068" y="160020"/>
                </a:lnTo>
                <a:lnTo>
                  <a:pt x="70116" y="158496"/>
                </a:lnTo>
                <a:lnTo>
                  <a:pt x="74688" y="155448"/>
                </a:lnTo>
                <a:lnTo>
                  <a:pt x="121132" y="132588"/>
                </a:lnTo>
                <a:lnTo>
                  <a:pt x="164604" y="111252"/>
                </a:lnTo>
                <a:lnTo>
                  <a:pt x="182892" y="118872"/>
                </a:lnTo>
                <a:lnTo>
                  <a:pt x="190512" y="121920"/>
                </a:lnTo>
                <a:lnTo>
                  <a:pt x="195084" y="124968"/>
                </a:lnTo>
                <a:lnTo>
                  <a:pt x="201180" y="131064"/>
                </a:lnTo>
                <a:lnTo>
                  <a:pt x="201180" y="138684"/>
                </a:lnTo>
                <a:lnTo>
                  <a:pt x="198132" y="147828"/>
                </a:lnTo>
                <a:lnTo>
                  <a:pt x="196608" y="150876"/>
                </a:lnTo>
                <a:lnTo>
                  <a:pt x="196608" y="158496"/>
                </a:lnTo>
                <a:lnTo>
                  <a:pt x="198132" y="161544"/>
                </a:lnTo>
                <a:lnTo>
                  <a:pt x="204228" y="167640"/>
                </a:lnTo>
                <a:lnTo>
                  <a:pt x="211848" y="167640"/>
                </a:lnTo>
                <a:lnTo>
                  <a:pt x="214896" y="166116"/>
                </a:lnTo>
                <a:lnTo>
                  <a:pt x="220992" y="160020"/>
                </a:lnTo>
                <a:lnTo>
                  <a:pt x="220992" y="1447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98" name="Google Shape;2798;p46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4971288" y="6608064"/>
            <a:ext cx="175260" cy="1266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2799" name="Google Shape;2799;p46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4971288" y="5149595"/>
            <a:ext cx="225552" cy="1382268"/>
          </a:xfrm>
          <a:prstGeom prst="rect">
            <a:avLst/>
          </a:prstGeom>
          <a:noFill/>
          <a:ln>
            <a:noFill/>
          </a:ln>
        </p:spPr>
      </p:pic>
      <p:sp>
        <p:nvSpPr>
          <p:cNvPr id="2800" name="Google Shape;2800;p46"/>
          <p:cNvSpPr/>
          <p:nvPr/>
        </p:nvSpPr>
        <p:spPr>
          <a:xfrm>
            <a:off x="5029187" y="4494276"/>
            <a:ext cx="168275" cy="586740"/>
          </a:xfrm>
          <a:custGeom>
            <a:rect b="b" l="l" r="r" t="t"/>
            <a:pathLst>
              <a:path extrusionOk="0" h="586739" w="168275">
                <a:moveTo>
                  <a:pt x="114312" y="345948"/>
                </a:moveTo>
                <a:lnTo>
                  <a:pt x="111264" y="345948"/>
                </a:lnTo>
                <a:lnTo>
                  <a:pt x="111264" y="355092"/>
                </a:lnTo>
                <a:lnTo>
                  <a:pt x="103644" y="362712"/>
                </a:lnTo>
                <a:lnTo>
                  <a:pt x="100596" y="364236"/>
                </a:lnTo>
                <a:lnTo>
                  <a:pt x="96024" y="365760"/>
                </a:lnTo>
                <a:lnTo>
                  <a:pt x="35064" y="365760"/>
                </a:lnTo>
                <a:lnTo>
                  <a:pt x="27444" y="361188"/>
                </a:lnTo>
                <a:lnTo>
                  <a:pt x="16776" y="350520"/>
                </a:lnTo>
                <a:lnTo>
                  <a:pt x="16776" y="347472"/>
                </a:lnTo>
                <a:lnTo>
                  <a:pt x="18300" y="344424"/>
                </a:lnTo>
                <a:lnTo>
                  <a:pt x="21348" y="339852"/>
                </a:lnTo>
                <a:lnTo>
                  <a:pt x="24396" y="336804"/>
                </a:lnTo>
                <a:lnTo>
                  <a:pt x="24396" y="326136"/>
                </a:lnTo>
                <a:lnTo>
                  <a:pt x="21348" y="324612"/>
                </a:lnTo>
                <a:lnTo>
                  <a:pt x="19824" y="321564"/>
                </a:lnTo>
                <a:lnTo>
                  <a:pt x="10680" y="321564"/>
                </a:lnTo>
                <a:lnTo>
                  <a:pt x="7632" y="323088"/>
                </a:lnTo>
                <a:lnTo>
                  <a:pt x="4584" y="326136"/>
                </a:lnTo>
                <a:lnTo>
                  <a:pt x="1536" y="327660"/>
                </a:lnTo>
                <a:lnTo>
                  <a:pt x="12" y="332232"/>
                </a:lnTo>
                <a:lnTo>
                  <a:pt x="12" y="336804"/>
                </a:lnTo>
                <a:lnTo>
                  <a:pt x="1701" y="343903"/>
                </a:lnTo>
                <a:lnTo>
                  <a:pt x="6680" y="351282"/>
                </a:lnTo>
                <a:lnTo>
                  <a:pt x="14795" y="358673"/>
                </a:lnTo>
                <a:lnTo>
                  <a:pt x="25920" y="365760"/>
                </a:lnTo>
                <a:lnTo>
                  <a:pt x="12" y="365760"/>
                </a:lnTo>
                <a:lnTo>
                  <a:pt x="12" y="370332"/>
                </a:lnTo>
                <a:lnTo>
                  <a:pt x="13093" y="402336"/>
                </a:lnTo>
                <a:lnTo>
                  <a:pt x="10680" y="402336"/>
                </a:lnTo>
                <a:lnTo>
                  <a:pt x="7632" y="403860"/>
                </a:lnTo>
                <a:lnTo>
                  <a:pt x="1536" y="409956"/>
                </a:lnTo>
                <a:lnTo>
                  <a:pt x="12" y="414528"/>
                </a:lnTo>
                <a:lnTo>
                  <a:pt x="12" y="417576"/>
                </a:lnTo>
                <a:lnTo>
                  <a:pt x="1701" y="425323"/>
                </a:lnTo>
                <a:lnTo>
                  <a:pt x="6680" y="432625"/>
                </a:lnTo>
                <a:lnTo>
                  <a:pt x="14795" y="439661"/>
                </a:lnTo>
                <a:lnTo>
                  <a:pt x="25920" y="446532"/>
                </a:lnTo>
                <a:lnTo>
                  <a:pt x="12" y="446532"/>
                </a:lnTo>
                <a:lnTo>
                  <a:pt x="12" y="452628"/>
                </a:lnTo>
                <a:lnTo>
                  <a:pt x="13728" y="484632"/>
                </a:lnTo>
                <a:lnTo>
                  <a:pt x="16776" y="484632"/>
                </a:lnTo>
                <a:lnTo>
                  <a:pt x="16776" y="481584"/>
                </a:lnTo>
                <a:lnTo>
                  <a:pt x="15252" y="478536"/>
                </a:lnTo>
                <a:lnTo>
                  <a:pt x="15252" y="473964"/>
                </a:lnTo>
                <a:lnTo>
                  <a:pt x="16776" y="472440"/>
                </a:lnTo>
                <a:lnTo>
                  <a:pt x="16776" y="470916"/>
                </a:lnTo>
                <a:lnTo>
                  <a:pt x="19824" y="467868"/>
                </a:lnTo>
                <a:lnTo>
                  <a:pt x="22872" y="467868"/>
                </a:lnTo>
                <a:lnTo>
                  <a:pt x="25920" y="466344"/>
                </a:lnTo>
                <a:lnTo>
                  <a:pt x="100596" y="466344"/>
                </a:lnTo>
                <a:lnTo>
                  <a:pt x="102120" y="467868"/>
                </a:lnTo>
                <a:lnTo>
                  <a:pt x="105168" y="467868"/>
                </a:lnTo>
                <a:lnTo>
                  <a:pt x="108216" y="469392"/>
                </a:lnTo>
                <a:lnTo>
                  <a:pt x="109740" y="470916"/>
                </a:lnTo>
                <a:lnTo>
                  <a:pt x="111264" y="473964"/>
                </a:lnTo>
                <a:lnTo>
                  <a:pt x="111264" y="483108"/>
                </a:lnTo>
                <a:lnTo>
                  <a:pt x="114312" y="483108"/>
                </a:lnTo>
                <a:lnTo>
                  <a:pt x="114312" y="426720"/>
                </a:lnTo>
                <a:lnTo>
                  <a:pt x="111264" y="426720"/>
                </a:lnTo>
                <a:lnTo>
                  <a:pt x="111264" y="435864"/>
                </a:lnTo>
                <a:lnTo>
                  <a:pt x="109740" y="438912"/>
                </a:lnTo>
                <a:lnTo>
                  <a:pt x="103644" y="445008"/>
                </a:lnTo>
                <a:lnTo>
                  <a:pt x="100596" y="446532"/>
                </a:lnTo>
                <a:lnTo>
                  <a:pt x="35064" y="446532"/>
                </a:lnTo>
                <a:lnTo>
                  <a:pt x="27444" y="443484"/>
                </a:lnTo>
                <a:lnTo>
                  <a:pt x="19824" y="435864"/>
                </a:lnTo>
                <a:lnTo>
                  <a:pt x="18300" y="432816"/>
                </a:lnTo>
                <a:lnTo>
                  <a:pt x="16776" y="431292"/>
                </a:lnTo>
                <a:lnTo>
                  <a:pt x="16776" y="428244"/>
                </a:lnTo>
                <a:lnTo>
                  <a:pt x="18300" y="425196"/>
                </a:lnTo>
                <a:lnTo>
                  <a:pt x="24396" y="419100"/>
                </a:lnTo>
                <a:lnTo>
                  <a:pt x="24396" y="408432"/>
                </a:lnTo>
                <a:lnTo>
                  <a:pt x="19824" y="403860"/>
                </a:lnTo>
                <a:lnTo>
                  <a:pt x="16776" y="402336"/>
                </a:lnTo>
                <a:lnTo>
                  <a:pt x="16776" y="399288"/>
                </a:lnTo>
                <a:lnTo>
                  <a:pt x="15252" y="396240"/>
                </a:lnTo>
                <a:lnTo>
                  <a:pt x="15252" y="391668"/>
                </a:lnTo>
                <a:lnTo>
                  <a:pt x="16776" y="390144"/>
                </a:lnTo>
                <a:lnTo>
                  <a:pt x="16776" y="388620"/>
                </a:lnTo>
                <a:lnTo>
                  <a:pt x="18300" y="387096"/>
                </a:lnTo>
                <a:lnTo>
                  <a:pt x="19824" y="387096"/>
                </a:lnTo>
                <a:lnTo>
                  <a:pt x="22872" y="385572"/>
                </a:lnTo>
                <a:lnTo>
                  <a:pt x="102120" y="385572"/>
                </a:lnTo>
                <a:lnTo>
                  <a:pt x="105168" y="387096"/>
                </a:lnTo>
                <a:lnTo>
                  <a:pt x="108216" y="387096"/>
                </a:lnTo>
                <a:lnTo>
                  <a:pt x="109740" y="390144"/>
                </a:lnTo>
                <a:lnTo>
                  <a:pt x="111264" y="391668"/>
                </a:lnTo>
                <a:lnTo>
                  <a:pt x="111264" y="402336"/>
                </a:lnTo>
                <a:lnTo>
                  <a:pt x="114312" y="402336"/>
                </a:lnTo>
                <a:lnTo>
                  <a:pt x="114312" y="345948"/>
                </a:lnTo>
                <a:close/>
              </a:path>
              <a:path extrusionOk="0" h="586739" w="168275">
                <a:moveTo>
                  <a:pt x="117360" y="510540"/>
                </a:moveTo>
                <a:lnTo>
                  <a:pt x="100584" y="484632"/>
                </a:lnTo>
                <a:lnTo>
                  <a:pt x="92964" y="484632"/>
                </a:lnTo>
                <a:lnTo>
                  <a:pt x="97536" y="489204"/>
                </a:lnTo>
                <a:lnTo>
                  <a:pt x="100584" y="493776"/>
                </a:lnTo>
                <a:lnTo>
                  <a:pt x="102108" y="495300"/>
                </a:lnTo>
                <a:lnTo>
                  <a:pt x="102108" y="501396"/>
                </a:lnTo>
                <a:lnTo>
                  <a:pt x="100584" y="501396"/>
                </a:lnTo>
                <a:lnTo>
                  <a:pt x="99060" y="502920"/>
                </a:lnTo>
                <a:lnTo>
                  <a:pt x="27432" y="502920"/>
                </a:lnTo>
                <a:lnTo>
                  <a:pt x="21336" y="504444"/>
                </a:lnTo>
                <a:lnTo>
                  <a:pt x="12192" y="507492"/>
                </a:lnTo>
                <a:lnTo>
                  <a:pt x="7620" y="512064"/>
                </a:lnTo>
                <a:lnTo>
                  <a:pt x="6096" y="516636"/>
                </a:lnTo>
                <a:lnTo>
                  <a:pt x="3048" y="522732"/>
                </a:lnTo>
                <a:lnTo>
                  <a:pt x="0" y="531876"/>
                </a:lnTo>
                <a:lnTo>
                  <a:pt x="88" y="542455"/>
                </a:lnTo>
                <a:lnTo>
                  <a:pt x="152" y="543521"/>
                </a:lnTo>
                <a:lnTo>
                  <a:pt x="279" y="545592"/>
                </a:lnTo>
                <a:lnTo>
                  <a:pt x="571" y="550506"/>
                </a:lnTo>
                <a:lnTo>
                  <a:pt x="21336" y="582168"/>
                </a:lnTo>
                <a:lnTo>
                  <a:pt x="35052" y="582168"/>
                </a:lnTo>
                <a:lnTo>
                  <a:pt x="39624" y="577596"/>
                </a:lnTo>
                <a:lnTo>
                  <a:pt x="39624" y="566928"/>
                </a:lnTo>
                <a:lnTo>
                  <a:pt x="36576" y="565404"/>
                </a:lnTo>
                <a:lnTo>
                  <a:pt x="35052" y="563880"/>
                </a:lnTo>
                <a:lnTo>
                  <a:pt x="32004" y="562356"/>
                </a:lnTo>
                <a:lnTo>
                  <a:pt x="28956" y="562356"/>
                </a:lnTo>
                <a:lnTo>
                  <a:pt x="21336" y="563880"/>
                </a:lnTo>
                <a:lnTo>
                  <a:pt x="18288" y="563880"/>
                </a:lnTo>
                <a:lnTo>
                  <a:pt x="9144" y="554736"/>
                </a:lnTo>
                <a:lnTo>
                  <a:pt x="7734" y="550506"/>
                </a:lnTo>
                <a:lnTo>
                  <a:pt x="7620" y="537972"/>
                </a:lnTo>
                <a:lnTo>
                  <a:pt x="13716" y="528828"/>
                </a:lnTo>
                <a:lnTo>
                  <a:pt x="18288" y="525780"/>
                </a:lnTo>
                <a:lnTo>
                  <a:pt x="25908" y="522732"/>
                </a:lnTo>
                <a:lnTo>
                  <a:pt x="41148" y="522732"/>
                </a:lnTo>
                <a:lnTo>
                  <a:pt x="46583" y="536689"/>
                </a:lnTo>
                <a:lnTo>
                  <a:pt x="51435" y="548640"/>
                </a:lnTo>
                <a:lnTo>
                  <a:pt x="55727" y="558317"/>
                </a:lnTo>
                <a:lnTo>
                  <a:pt x="55854" y="558546"/>
                </a:lnTo>
                <a:lnTo>
                  <a:pt x="59436" y="565404"/>
                </a:lnTo>
                <a:lnTo>
                  <a:pt x="64008" y="574548"/>
                </a:lnTo>
                <a:lnTo>
                  <a:pt x="70104" y="580644"/>
                </a:lnTo>
                <a:lnTo>
                  <a:pt x="79248" y="586740"/>
                </a:lnTo>
                <a:lnTo>
                  <a:pt x="97536" y="586740"/>
                </a:lnTo>
                <a:lnTo>
                  <a:pt x="105156" y="585216"/>
                </a:lnTo>
                <a:lnTo>
                  <a:pt x="109728" y="579120"/>
                </a:lnTo>
                <a:lnTo>
                  <a:pt x="115836" y="574548"/>
                </a:lnTo>
                <a:lnTo>
                  <a:pt x="117360" y="568452"/>
                </a:lnTo>
                <a:lnTo>
                  <a:pt x="117360" y="566928"/>
                </a:lnTo>
                <a:lnTo>
                  <a:pt x="117360" y="550164"/>
                </a:lnTo>
                <a:lnTo>
                  <a:pt x="114312" y="545592"/>
                </a:lnTo>
                <a:lnTo>
                  <a:pt x="112572" y="542455"/>
                </a:lnTo>
                <a:lnTo>
                  <a:pt x="109537" y="537591"/>
                </a:lnTo>
                <a:lnTo>
                  <a:pt x="105092" y="531025"/>
                </a:lnTo>
                <a:lnTo>
                  <a:pt x="102108" y="526923"/>
                </a:lnTo>
                <a:lnTo>
                  <a:pt x="102108" y="548640"/>
                </a:lnTo>
                <a:lnTo>
                  <a:pt x="102108" y="554736"/>
                </a:lnTo>
                <a:lnTo>
                  <a:pt x="100584" y="557784"/>
                </a:lnTo>
                <a:lnTo>
                  <a:pt x="97536" y="562356"/>
                </a:lnTo>
                <a:lnTo>
                  <a:pt x="92964" y="565404"/>
                </a:lnTo>
                <a:lnTo>
                  <a:pt x="88392" y="566928"/>
                </a:lnTo>
                <a:lnTo>
                  <a:pt x="77724" y="566928"/>
                </a:lnTo>
                <a:lnTo>
                  <a:pt x="74676" y="565404"/>
                </a:lnTo>
                <a:lnTo>
                  <a:pt x="70104" y="563880"/>
                </a:lnTo>
                <a:lnTo>
                  <a:pt x="67056" y="560832"/>
                </a:lnTo>
                <a:lnTo>
                  <a:pt x="62484" y="554736"/>
                </a:lnTo>
                <a:lnTo>
                  <a:pt x="59436" y="548640"/>
                </a:lnTo>
                <a:lnTo>
                  <a:pt x="57988" y="544601"/>
                </a:lnTo>
                <a:lnTo>
                  <a:pt x="55816" y="539115"/>
                </a:lnTo>
                <a:lnTo>
                  <a:pt x="52781" y="531876"/>
                </a:lnTo>
                <a:lnTo>
                  <a:pt x="48768" y="522732"/>
                </a:lnTo>
                <a:lnTo>
                  <a:pt x="91440" y="522732"/>
                </a:lnTo>
                <a:lnTo>
                  <a:pt x="96329" y="530428"/>
                </a:lnTo>
                <a:lnTo>
                  <a:pt x="99631" y="537400"/>
                </a:lnTo>
                <a:lnTo>
                  <a:pt x="99695" y="537591"/>
                </a:lnTo>
                <a:lnTo>
                  <a:pt x="99809" y="537972"/>
                </a:lnTo>
                <a:lnTo>
                  <a:pt x="101523" y="543521"/>
                </a:lnTo>
                <a:lnTo>
                  <a:pt x="101638" y="544601"/>
                </a:lnTo>
                <a:lnTo>
                  <a:pt x="101765" y="545592"/>
                </a:lnTo>
                <a:lnTo>
                  <a:pt x="102108" y="548640"/>
                </a:lnTo>
                <a:lnTo>
                  <a:pt x="102108" y="526923"/>
                </a:lnTo>
                <a:lnTo>
                  <a:pt x="99060" y="522732"/>
                </a:lnTo>
                <a:lnTo>
                  <a:pt x="111252" y="522732"/>
                </a:lnTo>
                <a:lnTo>
                  <a:pt x="115836" y="518160"/>
                </a:lnTo>
                <a:lnTo>
                  <a:pt x="117360" y="515112"/>
                </a:lnTo>
                <a:lnTo>
                  <a:pt x="117360" y="510540"/>
                </a:lnTo>
                <a:close/>
              </a:path>
              <a:path extrusionOk="0" h="586739" w="168275">
                <a:moveTo>
                  <a:pt x="117360" y="233172"/>
                </a:moveTo>
                <a:lnTo>
                  <a:pt x="100584" y="207264"/>
                </a:lnTo>
                <a:lnTo>
                  <a:pt x="92964" y="207264"/>
                </a:lnTo>
                <a:lnTo>
                  <a:pt x="97536" y="213360"/>
                </a:lnTo>
                <a:lnTo>
                  <a:pt x="102108" y="217932"/>
                </a:lnTo>
                <a:lnTo>
                  <a:pt x="102108" y="224028"/>
                </a:lnTo>
                <a:lnTo>
                  <a:pt x="100584" y="224028"/>
                </a:lnTo>
                <a:lnTo>
                  <a:pt x="99060" y="225552"/>
                </a:lnTo>
                <a:lnTo>
                  <a:pt x="27432" y="225552"/>
                </a:lnTo>
                <a:lnTo>
                  <a:pt x="21336" y="227076"/>
                </a:lnTo>
                <a:lnTo>
                  <a:pt x="12192" y="230124"/>
                </a:lnTo>
                <a:lnTo>
                  <a:pt x="7620" y="234696"/>
                </a:lnTo>
                <a:lnTo>
                  <a:pt x="6096" y="239268"/>
                </a:lnTo>
                <a:lnTo>
                  <a:pt x="3048" y="245364"/>
                </a:lnTo>
                <a:lnTo>
                  <a:pt x="0" y="254508"/>
                </a:lnTo>
                <a:lnTo>
                  <a:pt x="88" y="265087"/>
                </a:lnTo>
                <a:lnTo>
                  <a:pt x="152" y="266153"/>
                </a:lnTo>
                <a:lnTo>
                  <a:pt x="279" y="268224"/>
                </a:lnTo>
                <a:lnTo>
                  <a:pt x="571" y="273354"/>
                </a:lnTo>
                <a:lnTo>
                  <a:pt x="21336" y="304800"/>
                </a:lnTo>
                <a:lnTo>
                  <a:pt x="35052" y="304800"/>
                </a:lnTo>
                <a:lnTo>
                  <a:pt x="39624" y="300228"/>
                </a:lnTo>
                <a:lnTo>
                  <a:pt x="39624" y="289560"/>
                </a:lnTo>
                <a:lnTo>
                  <a:pt x="36576" y="288036"/>
                </a:lnTo>
                <a:lnTo>
                  <a:pt x="35052" y="286512"/>
                </a:lnTo>
                <a:lnTo>
                  <a:pt x="32004" y="284988"/>
                </a:lnTo>
                <a:lnTo>
                  <a:pt x="28956" y="284988"/>
                </a:lnTo>
                <a:lnTo>
                  <a:pt x="21336" y="286512"/>
                </a:lnTo>
                <a:lnTo>
                  <a:pt x="18288" y="286512"/>
                </a:lnTo>
                <a:lnTo>
                  <a:pt x="15240" y="284988"/>
                </a:lnTo>
                <a:lnTo>
                  <a:pt x="12192" y="280416"/>
                </a:lnTo>
                <a:lnTo>
                  <a:pt x="9144" y="277368"/>
                </a:lnTo>
                <a:lnTo>
                  <a:pt x="7620" y="272796"/>
                </a:lnTo>
                <a:lnTo>
                  <a:pt x="7620" y="260604"/>
                </a:lnTo>
                <a:lnTo>
                  <a:pt x="13716" y="251460"/>
                </a:lnTo>
                <a:lnTo>
                  <a:pt x="18288" y="248412"/>
                </a:lnTo>
                <a:lnTo>
                  <a:pt x="25908" y="245364"/>
                </a:lnTo>
                <a:lnTo>
                  <a:pt x="41148" y="245364"/>
                </a:lnTo>
                <a:lnTo>
                  <a:pt x="46583" y="259321"/>
                </a:lnTo>
                <a:lnTo>
                  <a:pt x="51435" y="271272"/>
                </a:lnTo>
                <a:lnTo>
                  <a:pt x="55727" y="280949"/>
                </a:lnTo>
                <a:lnTo>
                  <a:pt x="59436" y="288036"/>
                </a:lnTo>
                <a:lnTo>
                  <a:pt x="64008" y="297180"/>
                </a:lnTo>
                <a:lnTo>
                  <a:pt x="70104" y="303276"/>
                </a:lnTo>
                <a:lnTo>
                  <a:pt x="79248" y="309372"/>
                </a:lnTo>
                <a:lnTo>
                  <a:pt x="97536" y="309372"/>
                </a:lnTo>
                <a:lnTo>
                  <a:pt x="105156" y="307848"/>
                </a:lnTo>
                <a:lnTo>
                  <a:pt x="109728" y="301752"/>
                </a:lnTo>
                <a:lnTo>
                  <a:pt x="115836" y="297180"/>
                </a:lnTo>
                <a:lnTo>
                  <a:pt x="117360" y="291084"/>
                </a:lnTo>
                <a:lnTo>
                  <a:pt x="117360" y="289560"/>
                </a:lnTo>
                <a:lnTo>
                  <a:pt x="117360" y="272796"/>
                </a:lnTo>
                <a:lnTo>
                  <a:pt x="114312" y="268224"/>
                </a:lnTo>
                <a:lnTo>
                  <a:pt x="112572" y="265087"/>
                </a:lnTo>
                <a:lnTo>
                  <a:pt x="109537" y="260223"/>
                </a:lnTo>
                <a:lnTo>
                  <a:pt x="105092" y="253657"/>
                </a:lnTo>
                <a:lnTo>
                  <a:pt x="102108" y="249555"/>
                </a:lnTo>
                <a:lnTo>
                  <a:pt x="102108" y="271272"/>
                </a:lnTo>
                <a:lnTo>
                  <a:pt x="102108" y="277368"/>
                </a:lnTo>
                <a:lnTo>
                  <a:pt x="100584" y="280416"/>
                </a:lnTo>
                <a:lnTo>
                  <a:pt x="97536" y="284988"/>
                </a:lnTo>
                <a:lnTo>
                  <a:pt x="92964" y="288036"/>
                </a:lnTo>
                <a:lnTo>
                  <a:pt x="88392" y="289560"/>
                </a:lnTo>
                <a:lnTo>
                  <a:pt x="74676" y="289560"/>
                </a:lnTo>
                <a:lnTo>
                  <a:pt x="55816" y="262318"/>
                </a:lnTo>
                <a:lnTo>
                  <a:pt x="52692" y="254508"/>
                </a:lnTo>
                <a:lnTo>
                  <a:pt x="48768" y="245364"/>
                </a:lnTo>
                <a:lnTo>
                  <a:pt x="91440" y="245364"/>
                </a:lnTo>
                <a:lnTo>
                  <a:pt x="96329" y="253060"/>
                </a:lnTo>
                <a:lnTo>
                  <a:pt x="99631" y="260032"/>
                </a:lnTo>
                <a:lnTo>
                  <a:pt x="99695" y="260223"/>
                </a:lnTo>
                <a:lnTo>
                  <a:pt x="99809" y="260604"/>
                </a:lnTo>
                <a:lnTo>
                  <a:pt x="101523" y="266153"/>
                </a:lnTo>
                <a:lnTo>
                  <a:pt x="102108" y="271272"/>
                </a:lnTo>
                <a:lnTo>
                  <a:pt x="102108" y="249555"/>
                </a:lnTo>
                <a:lnTo>
                  <a:pt x="99060" y="245364"/>
                </a:lnTo>
                <a:lnTo>
                  <a:pt x="111252" y="245364"/>
                </a:lnTo>
                <a:lnTo>
                  <a:pt x="115836" y="240792"/>
                </a:lnTo>
                <a:lnTo>
                  <a:pt x="117360" y="237744"/>
                </a:lnTo>
                <a:lnTo>
                  <a:pt x="117360" y="233172"/>
                </a:lnTo>
                <a:close/>
              </a:path>
              <a:path extrusionOk="0" h="586739" w="168275">
                <a:moveTo>
                  <a:pt x="117360" y="36576"/>
                </a:moveTo>
                <a:lnTo>
                  <a:pt x="97739" y="2476"/>
                </a:lnTo>
                <a:lnTo>
                  <a:pt x="83832" y="0"/>
                </a:lnTo>
                <a:lnTo>
                  <a:pt x="74993" y="1460"/>
                </a:lnTo>
                <a:lnTo>
                  <a:pt x="44208" y="41148"/>
                </a:lnTo>
                <a:lnTo>
                  <a:pt x="41160" y="48768"/>
                </a:lnTo>
                <a:lnTo>
                  <a:pt x="33540" y="56388"/>
                </a:lnTo>
                <a:lnTo>
                  <a:pt x="27444" y="59436"/>
                </a:lnTo>
                <a:lnTo>
                  <a:pt x="18300" y="59436"/>
                </a:lnTo>
                <a:lnTo>
                  <a:pt x="15252" y="57912"/>
                </a:lnTo>
                <a:lnTo>
                  <a:pt x="12204" y="53340"/>
                </a:lnTo>
                <a:lnTo>
                  <a:pt x="9156" y="50292"/>
                </a:lnTo>
                <a:lnTo>
                  <a:pt x="7632" y="45720"/>
                </a:lnTo>
                <a:lnTo>
                  <a:pt x="7632" y="33528"/>
                </a:lnTo>
                <a:lnTo>
                  <a:pt x="10680" y="27432"/>
                </a:lnTo>
                <a:lnTo>
                  <a:pt x="15252" y="22860"/>
                </a:lnTo>
                <a:lnTo>
                  <a:pt x="18300" y="18288"/>
                </a:lnTo>
                <a:lnTo>
                  <a:pt x="27444" y="15240"/>
                </a:lnTo>
                <a:lnTo>
                  <a:pt x="38112" y="12192"/>
                </a:lnTo>
                <a:lnTo>
                  <a:pt x="38112" y="9144"/>
                </a:lnTo>
                <a:lnTo>
                  <a:pt x="12" y="9144"/>
                </a:lnTo>
                <a:lnTo>
                  <a:pt x="12" y="12192"/>
                </a:lnTo>
                <a:lnTo>
                  <a:pt x="3060" y="12192"/>
                </a:lnTo>
                <a:lnTo>
                  <a:pt x="3060" y="13716"/>
                </a:lnTo>
                <a:lnTo>
                  <a:pt x="4584" y="13716"/>
                </a:lnTo>
                <a:lnTo>
                  <a:pt x="4584" y="21336"/>
                </a:lnTo>
                <a:lnTo>
                  <a:pt x="3060" y="25908"/>
                </a:lnTo>
                <a:lnTo>
                  <a:pt x="1536" y="32004"/>
                </a:lnTo>
                <a:lnTo>
                  <a:pt x="12" y="36576"/>
                </a:lnTo>
                <a:lnTo>
                  <a:pt x="12" y="41148"/>
                </a:lnTo>
                <a:lnTo>
                  <a:pt x="22872" y="74676"/>
                </a:lnTo>
                <a:lnTo>
                  <a:pt x="38112" y="74676"/>
                </a:lnTo>
                <a:lnTo>
                  <a:pt x="64020" y="45720"/>
                </a:lnTo>
                <a:lnTo>
                  <a:pt x="68326" y="37439"/>
                </a:lnTo>
                <a:lnTo>
                  <a:pt x="72212" y="30861"/>
                </a:lnTo>
                <a:lnTo>
                  <a:pt x="75806" y="26009"/>
                </a:lnTo>
                <a:lnTo>
                  <a:pt x="79260" y="22860"/>
                </a:lnTo>
                <a:lnTo>
                  <a:pt x="82308" y="19812"/>
                </a:lnTo>
                <a:lnTo>
                  <a:pt x="86880" y="18288"/>
                </a:lnTo>
                <a:lnTo>
                  <a:pt x="97548" y="18288"/>
                </a:lnTo>
                <a:lnTo>
                  <a:pt x="102120" y="19812"/>
                </a:lnTo>
                <a:lnTo>
                  <a:pt x="105168" y="22860"/>
                </a:lnTo>
                <a:lnTo>
                  <a:pt x="108216" y="27432"/>
                </a:lnTo>
                <a:lnTo>
                  <a:pt x="109740" y="32004"/>
                </a:lnTo>
                <a:lnTo>
                  <a:pt x="109740" y="44196"/>
                </a:lnTo>
                <a:lnTo>
                  <a:pt x="108216" y="51816"/>
                </a:lnTo>
                <a:lnTo>
                  <a:pt x="102120" y="57912"/>
                </a:lnTo>
                <a:lnTo>
                  <a:pt x="98120" y="62204"/>
                </a:lnTo>
                <a:lnTo>
                  <a:pt x="92976" y="65913"/>
                </a:lnTo>
                <a:lnTo>
                  <a:pt x="86690" y="69062"/>
                </a:lnTo>
                <a:lnTo>
                  <a:pt x="79260" y="71628"/>
                </a:lnTo>
                <a:lnTo>
                  <a:pt x="79260" y="74676"/>
                </a:lnTo>
                <a:lnTo>
                  <a:pt x="117360" y="74676"/>
                </a:lnTo>
                <a:lnTo>
                  <a:pt x="117360" y="71628"/>
                </a:lnTo>
                <a:lnTo>
                  <a:pt x="114312" y="70104"/>
                </a:lnTo>
                <a:lnTo>
                  <a:pt x="112788" y="68580"/>
                </a:lnTo>
                <a:lnTo>
                  <a:pt x="112788" y="65532"/>
                </a:lnTo>
                <a:lnTo>
                  <a:pt x="114312" y="62484"/>
                </a:lnTo>
                <a:lnTo>
                  <a:pt x="114312" y="60960"/>
                </a:lnTo>
                <a:lnTo>
                  <a:pt x="117360" y="51816"/>
                </a:lnTo>
                <a:lnTo>
                  <a:pt x="117360" y="36576"/>
                </a:lnTo>
                <a:close/>
              </a:path>
              <a:path extrusionOk="0" h="586739" w="168275">
                <a:moveTo>
                  <a:pt x="167652" y="181356"/>
                </a:moveTo>
                <a:lnTo>
                  <a:pt x="135648" y="150876"/>
                </a:lnTo>
                <a:lnTo>
                  <a:pt x="24396" y="106680"/>
                </a:lnTo>
                <a:lnTo>
                  <a:pt x="15252" y="102108"/>
                </a:lnTo>
                <a:lnTo>
                  <a:pt x="13728" y="102108"/>
                </a:lnTo>
                <a:lnTo>
                  <a:pt x="12204" y="100584"/>
                </a:lnTo>
                <a:lnTo>
                  <a:pt x="9156" y="99060"/>
                </a:lnTo>
                <a:lnTo>
                  <a:pt x="9156" y="96012"/>
                </a:lnTo>
                <a:lnTo>
                  <a:pt x="7632" y="94488"/>
                </a:lnTo>
                <a:lnTo>
                  <a:pt x="7632" y="92964"/>
                </a:lnTo>
                <a:lnTo>
                  <a:pt x="6108" y="89916"/>
                </a:lnTo>
                <a:lnTo>
                  <a:pt x="3060" y="89916"/>
                </a:lnTo>
                <a:lnTo>
                  <a:pt x="3060" y="123444"/>
                </a:lnTo>
                <a:lnTo>
                  <a:pt x="6108" y="123444"/>
                </a:lnTo>
                <a:lnTo>
                  <a:pt x="6108" y="120396"/>
                </a:lnTo>
                <a:lnTo>
                  <a:pt x="7632" y="117348"/>
                </a:lnTo>
                <a:lnTo>
                  <a:pt x="7632" y="114300"/>
                </a:lnTo>
                <a:lnTo>
                  <a:pt x="9156" y="114300"/>
                </a:lnTo>
                <a:lnTo>
                  <a:pt x="9156" y="112776"/>
                </a:lnTo>
                <a:lnTo>
                  <a:pt x="21348" y="112776"/>
                </a:lnTo>
                <a:lnTo>
                  <a:pt x="24396" y="114300"/>
                </a:lnTo>
                <a:lnTo>
                  <a:pt x="85356" y="138684"/>
                </a:lnTo>
                <a:lnTo>
                  <a:pt x="22872" y="169164"/>
                </a:lnTo>
                <a:lnTo>
                  <a:pt x="18300" y="170688"/>
                </a:lnTo>
                <a:lnTo>
                  <a:pt x="13728" y="170688"/>
                </a:lnTo>
                <a:lnTo>
                  <a:pt x="10680" y="169164"/>
                </a:lnTo>
                <a:lnTo>
                  <a:pt x="7632" y="166116"/>
                </a:lnTo>
                <a:lnTo>
                  <a:pt x="6108" y="163068"/>
                </a:lnTo>
                <a:lnTo>
                  <a:pt x="6108" y="156972"/>
                </a:lnTo>
                <a:lnTo>
                  <a:pt x="3060" y="156972"/>
                </a:lnTo>
                <a:lnTo>
                  <a:pt x="3060" y="208788"/>
                </a:lnTo>
                <a:lnTo>
                  <a:pt x="6108" y="208788"/>
                </a:lnTo>
                <a:lnTo>
                  <a:pt x="7632" y="204216"/>
                </a:lnTo>
                <a:lnTo>
                  <a:pt x="9156" y="201168"/>
                </a:lnTo>
                <a:lnTo>
                  <a:pt x="13728" y="196596"/>
                </a:lnTo>
                <a:lnTo>
                  <a:pt x="16776" y="195072"/>
                </a:lnTo>
                <a:lnTo>
                  <a:pt x="21348" y="192024"/>
                </a:lnTo>
                <a:lnTo>
                  <a:pt x="27444" y="188976"/>
                </a:lnTo>
                <a:lnTo>
                  <a:pt x="111264" y="149352"/>
                </a:lnTo>
                <a:lnTo>
                  <a:pt x="137172" y="160020"/>
                </a:lnTo>
                <a:lnTo>
                  <a:pt x="141744" y="163068"/>
                </a:lnTo>
                <a:lnTo>
                  <a:pt x="147840" y="169164"/>
                </a:lnTo>
                <a:lnTo>
                  <a:pt x="147840" y="176784"/>
                </a:lnTo>
                <a:lnTo>
                  <a:pt x="146316" y="179832"/>
                </a:lnTo>
                <a:lnTo>
                  <a:pt x="143268" y="188976"/>
                </a:lnTo>
                <a:lnTo>
                  <a:pt x="143268" y="195072"/>
                </a:lnTo>
                <a:lnTo>
                  <a:pt x="146316" y="201168"/>
                </a:lnTo>
                <a:lnTo>
                  <a:pt x="149364" y="202692"/>
                </a:lnTo>
                <a:lnTo>
                  <a:pt x="150888" y="204216"/>
                </a:lnTo>
                <a:lnTo>
                  <a:pt x="158508" y="204216"/>
                </a:lnTo>
                <a:lnTo>
                  <a:pt x="161556" y="202692"/>
                </a:lnTo>
                <a:lnTo>
                  <a:pt x="167652" y="196596"/>
                </a:lnTo>
                <a:lnTo>
                  <a:pt x="167652" y="181356"/>
                </a:lnTo>
                <a:close/>
              </a:path>
            </a:pathLst>
          </a:custGeom>
          <a:solidFill>
            <a:srgbClr val="0134AC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01" name="Google Shape;2801;p46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4971288" y="3608832"/>
            <a:ext cx="175259" cy="807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2" name="Google Shape;2802;p46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5029200" y="3034284"/>
            <a:ext cx="167640" cy="498347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3" name="Google Shape;2803;p46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4971288" y="1699259"/>
            <a:ext cx="175260" cy="1266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4" name="Google Shape;2804;p46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5029200" y="1426464"/>
            <a:ext cx="117348" cy="196595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5" name="Google Shape;2805;p46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5292852" y="8452104"/>
            <a:ext cx="201168" cy="495299"/>
          </a:xfrm>
          <a:prstGeom prst="rect">
            <a:avLst/>
          </a:prstGeom>
          <a:noFill/>
          <a:ln>
            <a:noFill/>
          </a:ln>
        </p:spPr>
      </p:pic>
      <p:sp>
        <p:nvSpPr>
          <p:cNvPr id="2806" name="Google Shape;2806;p46"/>
          <p:cNvSpPr/>
          <p:nvPr/>
        </p:nvSpPr>
        <p:spPr>
          <a:xfrm>
            <a:off x="5268455" y="7781544"/>
            <a:ext cx="175895" cy="603885"/>
          </a:xfrm>
          <a:custGeom>
            <a:rect b="b" l="l" r="r" t="t"/>
            <a:pathLst>
              <a:path extrusionOk="0" h="603884" w="175895">
                <a:moveTo>
                  <a:pt x="24396" y="262128"/>
                </a:moveTo>
                <a:lnTo>
                  <a:pt x="21348" y="256032"/>
                </a:lnTo>
                <a:lnTo>
                  <a:pt x="15252" y="252984"/>
                </a:lnTo>
                <a:lnTo>
                  <a:pt x="9156" y="252984"/>
                </a:lnTo>
                <a:lnTo>
                  <a:pt x="3060" y="256032"/>
                </a:lnTo>
                <a:lnTo>
                  <a:pt x="12" y="262128"/>
                </a:lnTo>
                <a:lnTo>
                  <a:pt x="12" y="268224"/>
                </a:lnTo>
                <a:lnTo>
                  <a:pt x="3060" y="274320"/>
                </a:lnTo>
                <a:lnTo>
                  <a:pt x="9156" y="277368"/>
                </a:lnTo>
                <a:lnTo>
                  <a:pt x="15252" y="277368"/>
                </a:lnTo>
                <a:lnTo>
                  <a:pt x="21348" y="274320"/>
                </a:lnTo>
                <a:lnTo>
                  <a:pt x="24396" y="268224"/>
                </a:lnTo>
                <a:lnTo>
                  <a:pt x="24396" y="262128"/>
                </a:lnTo>
                <a:close/>
              </a:path>
              <a:path extrusionOk="0" h="603884" w="175895">
                <a:moveTo>
                  <a:pt x="172212" y="301752"/>
                </a:moveTo>
                <a:lnTo>
                  <a:pt x="169164" y="301752"/>
                </a:lnTo>
                <a:lnTo>
                  <a:pt x="169164" y="310896"/>
                </a:lnTo>
                <a:lnTo>
                  <a:pt x="167640" y="312420"/>
                </a:lnTo>
                <a:lnTo>
                  <a:pt x="166116" y="315468"/>
                </a:lnTo>
                <a:lnTo>
                  <a:pt x="164592" y="315468"/>
                </a:lnTo>
                <a:lnTo>
                  <a:pt x="163068" y="316992"/>
                </a:lnTo>
                <a:lnTo>
                  <a:pt x="160020" y="318516"/>
                </a:lnTo>
                <a:lnTo>
                  <a:pt x="108204" y="318516"/>
                </a:lnTo>
                <a:lnTo>
                  <a:pt x="98755" y="318782"/>
                </a:lnTo>
                <a:lnTo>
                  <a:pt x="62484" y="330708"/>
                </a:lnTo>
                <a:lnTo>
                  <a:pt x="57912" y="341376"/>
                </a:lnTo>
                <a:lnTo>
                  <a:pt x="57912" y="353568"/>
                </a:lnTo>
                <a:lnTo>
                  <a:pt x="82296" y="385572"/>
                </a:lnTo>
                <a:lnTo>
                  <a:pt x="0" y="385572"/>
                </a:lnTo>
                <a:lnTo>
                  <a:pt x="0" y="391668"/>
                </a:lnTo>
                <a:lnTo>
                  <a:pt x="13716" y="423672"/>
                </a:lnTo>
                <a:lnTo>
                  <a:pt x="16764" y="422148"/>
                </a:lnTo>
                <a:lnTo>
                  <a:pt x="15240" y="419100"/>
                </a:lnTo>
                <a:lnTo>
                  <a:pt x="15240" y="409956"/>
                </a:lnTo>
                <a:lnTo>
                  <a:pt x="16764" y="409956"/>
                </a:lnTo>
                <a:lnTo>
                  <a:pt x="16764" y="408432"/>
                </a:lnTo>
                <a:lnTo>
                  <a:pt x="19812" y="406908"/>
                </a:lnTo>
                <a:lnTo>
                  <a:pt x="22860" y="406908"/>
                </a:lnTo>
                <a:lnTo>
                  <a:pt x="25908" y="405384"/>
                </a:lnTo>
                <a:lnTo>
                  <a:pt x="160020" y="405384"/>
                </a:lnTo>
                <a:lnTo>
                  <a:pt x="161544" y="406908"/>
                </a:lnTo>
                <a:lnTo>
                  <a:pt x="164592" y="408432"/>
                </a:lnTo>
                <a:lnTo>
                  <a:pt x="166116" y="409956"/>
                </a:lnTo>
                <a:lnTo>
                  <a:pt x="166116" y="411480"/>
                </a:lnTo>
                <a:lnTo>
                  <a:pt x="167640" y="413004"/>
                </a:lnTo>
                <a:lnTo>
                  <a:pt x="169164" y="417576"/>
                </a:lnTo>
                <a:lnTo>
                  <a:pt x="169164" y="422148"/>
                </a:lnTo>
                <a:lnTo>
                  <a:pt x="172212" y="422148"/>
                </a:lnTo>
                <a:lnTo>
                  <a:pt x="172212" y="368808"/>
                </a:lnTo>
                <a:lnTo>
                  <a:pt x="169164" y="368808"/>
                </a:lnTo>
                <a:lnTo>
                  <a:pt x="169164" y="377952"/>
                </a:lnTo>
                <a:lnTo>
                  <a:pt x="167640" y="379476"/>
                </a:lnTo>
                <a:lnTo>
                  <a:pt x="166116" y="382524"/>
                </a:lnTo>
                <a:lnTo>
                  <a:pt x="164592" y="384048"/>
                </a:lnTo>
                <a:lnTo>
                  <a:pt x="163068" y="384048"/>
                </a:lnTo>
                <a:lnTo>
                  <a:pt x="160020" y="385572"/>
                </a:lnTo>
                <a:lnTo>
                  <a:pt x="88392" y="385572"/>
                </a:lnTo>
                <a:lnTo>
                  <a:pt x="77724" y="374904"/>
                </a:lnTo>
                <a:lnTo>
                  <a:pt x="73152" y="361188"/>
                </a:lnTo>
                <a:lnTo>
                  <a:pt x="73152" y="353568"/>
                </a:lnTo>
                <a:lnTo>
                  <a:pt x="74676" y="348996"/>
                </a:lnTo>
                <a:lnTo>
                  <a:pt x="76200" y="345948"/>
                </a:lnTo>
                <a:lnTo>
                  <a:pt x="80772" y="341376"/>
                </a:lnTo>
                <a:lnTo>
                  <a:pt x="83820" y="339852"/>
                </a:lnTo>
                <a:lnTo>
                  <a:pt x="88392" y="339852"/>
                </a:lnTo>
                <a:lnTo>
                  <a:pt x="96012" y="338328"/>
                </a:lnTo>
                <a:lnTo>
                  <a:pt x="160020" y="338328"/>
                </a:lnTo>
                <a:lnTo>
                  <a:pt x="163068" y="339852"/>
                </a:lnTo>
                <a:lnTo>
                  <a:pt x="167640" y="344424"/>
                </a:lnTo>
                <a:lnTo>
                  <a:pt x="169164" y="347472"/>
                </a:lnTo>
                <a:lnTo>
                  <a:pt x="169164" y="355092"/>
                </a:lnTo>
                <a:lnTo>
                  <a:pt x="172212" y="355092"/>
                </a:lnTo>
                <a:lnTo>
                  <a:pt x="172212" y="301752"/>
                </a:lnTo>
                <a:close/>
              </a:path>
              <a:path extrusionOk="0" h="603884" w="175895">
                <a:moveTo>
                  <a:pt x="172212" y="0"/>
                </a:moveTo>
                <a:lnTo>
                  <a:pt x="169164" y="0"/>
                </a:lnTo>
                <a:lnTo>
                  <a:pt x="169164" y="9144"/>
                </a:lnTo>
                <a:lnTo>
                  <a:pt x="163068" y="15240"/>
                </a:lnTo>
                <a:lnTo>
                  <a:pt x="160020" y="16764"/>
                </a:lnTo>
                <a:lnTo>
                  <a:pt x="99885" y="16764"/>
                </a:lnTo>
                <a:lnTo>
                  <a:pt x="90868" y="16954"/>
                </a:lnTo>
                <a:lnTo>
                  <a:pt x="57912" y="39624"/>
                </a:lnTo>
                <a:lnTo>
                  <a:pt x="57912" y="51816"/>
                </a:lnTo>
                <a:lnTo>
                  <a:pt x="82296" y="83820"/>
                </a:lnTo>
                <a:lnTo>
                  <a:pt x="0" y="83820"/>
                </a:lnTo>
                <a:lnTo>
                  <a:pt x="0" y="89916"/>
                </a:lnTo>
                <a:lnTo>
                  <a:pt x="13716" y="121920"/>
                </a:lnTo>
                <a:lnTo>
                  <a:pt x="16764" y="120396"/>
                </a:lnTo>
                <a:lnTo>
                  <a:pt x="15240" y="115824"/>
                </a:lnTo>
                <a:lnTo>
                  <a:pt x="15240" y="108204"/>
                </a:lnTo>
                <a:lnTo>
                  <a:pt x="16764" y="106680"/>
                </a:lnTo>
                <a:lnTo>
                  <a:pt x="19812" y="105156"/>
                </a:lnTo>
                <a:lnTo>
                  <a:pt x="22860" y="105156"/>
                </a:lnTo>
                <a:lnTo>
                  <a:pt x="25908" y="103632"/>
                </a:lnTo>
                <a:lnTo>
                  <a:pt x="160020" y="103632"/>
                </a:lnTo>
                <a:lnTo>
                  <a:pt x="161544" y="105156"/>
                </a:lnTo>
                <a:lnTo>
                  <a:pt x="164592" y="106680"/>
                </a:lnTo>
                <a:lnTo>
                  <a:pt x="166116" y="106680"/>
                </a:lnTo>
                <a:lnTo>
                  <a:pt x="166116" y="108204"/>
                </a:lnTo>
                <a:lnTo>
                  <a:pt x="167640" y="111252"/>
                </a:lnTo>
                <a:lnTo>
                  <a:pt x="169164" y="115824"/>
                </a:lnTo>
                <a:lnTo>
                  <a:pt x="169164" y="120396"/>
                </a:lnTo>
                <a:lnTo>
                  <a:pt x="172212" y="120396"/>
                </a:lnTo>
                <a:lnTo>
                  <a:pt x="172212" y="103632"/>
                </a:lnTo>
                <a:lnTo>
                  <a:pt x="172212" y="67056"/>
                </a:lnTo>
                <a:lnTo>
                  <a:pt x="169164" y="67056"/>
                </a:lnTo>
                <a:lnTo>
                  <a:pt x="169164" y="76200"/>
                </a:lnTo>
                <a:lnTo>
                  <a:pt x="167640" y="77724"/>
                </a:lnTo>
                <a:lnTo>
                  <a:pt x="166116" y="80772"/>
                </a:lnTo>
                <a:lnTo>
                  <a:pt x="164592" y="82296"/>
                </a:lnTo>
                <a:lnTo>
                  <a:pt x="163068" y="82296"/>
                </a:lnTo>
                <a:lnTo>
                  <a:pt x="160020" y="83820"/>
                </a:lnTo>
                <a:lnTo>
                  <a:pt x="88392" y="83820"/>
                </a:lnTo>
                <a:lnTo>
                  <a:pt x="82296" y="77724"/>
                </a:lnTo>
                <a:lnTo>
                  <a:pt x="77724" y="71628"/>
                </a:lnTo>
                <a:lnTo>
                  <a:pt x="77660" y="71437"/>
                </a:lnTo>
                <a:lnTo>
                  <a:pt x="76200" y="67056"/>
                </a:lnTo>
                <a:lnTo>
                  <a:pt x="74676" y="64008"/>
                </a:lnTo>
                <a:lnTo>
                  <a:pt x="73152" y="59436"/>
                </a:lnTo>
                <a:lnTo>
                  <a:pt x="73152" y="50292"/>
                </a:lnTo>
                <a:lnTo>
                  <a:pt x="77724" y="41148"/>
                </a:lnTo>
                <a:lnTo>
                  <a:pt x="83820" y="38100"/>
                </a:lnTo>
                <a:lnTo>
                  <a:pt x="88392" y="36576"/>
                </a:lnTo>
                <a:lnTo>
                  <a:pt x="160020" y="36576"/>
                </a:lnTo>
                <a:lnTo>
                  <a:pt x="163068" y="38100"/>
                </a:lnTo>
                <a:lnTo>
                  <a:pt x="167640" y="42672"/>
                </a:lnTo>
                <a:lnTo>
                  <a:pt x="169164" y="45720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36576"/>
                </a:lnTo>
                <a:lnTo>
                  <a:pt x="172212" y="0"/>
                </a:lnTo>
                <a:close/>
              </a:path>
              <a:path extrusionOk="0" h="603884" w="175895">
                <a:moveTo>
                  <a:pt x="172224" y="237744"/>
                </a:moveTo>
                <a:lnTo>
                  <a:pt x="169176" y="237744"/>
                </a:lnTo>
                <a:lnTo>
                  <a:pt x="169176" y="246888"/>
                </a:lnTo>
                <a:lnTo>
                  <a:pt x="164604" y="251460"/>
                </a:lnTo>
                <a:lnTo>
                  <a:pt x="161556" y="252984"/>
                </a:lnTo>
                <a:lnTo>
                  <a:pt x="160032" y="254508"/>
                </a:lnTo>
                <a:lnTo>
                  <a:pt x="57924" y="254508"/>
                </a:lnTo>
                <a:lnTo>
                  <a:pt x="57924" y="259080"/>
                </a:lnTo>
                <a:lnTo>
                  <a:pt x="71640" y="292608"/>
                </a:lnTo>
                <a:lnTo>
                  <a:pt x="74688" y="291084"/>
                </a:lnTo>
                <a:lnTo>
                  <a:pt x="73164" y="288036"/>
                </a:lnTo>
                <a:lnTo>
                  <a:pt x="73164" y="278892"/>
                </a:lnTo>
                <a:lnTo>
                  <a:pt x="74688" y="277368"/>
                </a:lnTo>
                <a:lnTo>
                  <a:pt x="77736" y="275844"/>
                </a:lnTo>
                <a:lnTo>
                  <a:pt x="80784" y="275844"/>
                </a:lnTo>
                <a:lnTo>
                  <a:pt x="83832" y="274320"/>
                </a:lnTo>
                <a:lnTo>
                  <a:pt x="160032" y="274320"/>
                </a:lnTo>
                <a:lnTo>
                  <a:pt x="161556" y="275844"/>
                </a:lnTo>
                <a:lnTo>
                  <a:pt x="164604" y="277368"/>
                </a:lnTo>
                <a:lnTo>
                  <a:pt x="169176" y="281940"/>
                </a:lnTo>
                <a:lnTo>
                  <a:pt x="169176" y="291084"/>
                </a:lnTo>
                <a:lnTo>
                  <a:pt x="172224" y="291084"/>
                </a:lnTo>
                <a:lnTo>
                  <a:pt x="172224" y="274320"/>
                </a:lnTo>
                <a:lnTo>
                  <a:pt x="172224" y="237744"/>
                </a:lnTo>
                <a:close/>
              </a:path>
              <a:path extrusionOk="0" h="603884" w="175895">
                <a:moveTo>
                  <a:pt x="175260" y="175260"/>
                </a:moveTo>
                <a:lnTo>
                  <a:pt x="156768" y="140017"/>
                </a:lnTo>
                <a:lnTo>
                  <a:pt x="129540" y="128016"/>
                </a:lnTo>
                <a:lnTo>
                  <a:pt x="128016" y="131064"/>
                </a:lnTo>
                <a:lnTo>
                  <a:pt x="138684" y="135636"/>
                </a:lnTo>
                <a:lnTo>
                  <a:pt x="144780" y="140208"/>
                </a:lnTo>
                <a:lnTo>
                  <a:pt x="147828" y="144780"/>
                </a:lnTo>
                <a:lnTo>
                  <a:pt x="152400" y="150876"/>
                </a:lnTo>
                <a:lnTo>
                  <a:pt x="155448" y="158496"/>
                </a:lnTo>
                <a:lnTo>
                  <a:pt x="155448" y="166116"/>
                </a:lnTo>
                <a:lnTo>
                  <a:pt x="154571" y="173812"/>
                </a:lnTo>
                <a:lnTo>
                  <a:pt x="123825" y="198882"/>
                </a:lnTo>
                <a:lnTo>
                  <a:pt x="105156" y="201168"/>
                </a:lnTo>
                <a:lnTo>
                  <a:pt x="96329" y="200596"/>
                </a:lnTo>
                <a:lnTo>
                  <a:pt x="65532" y="181356"/>
                </a:lnTo>
                <a:lnTo>
                  <a:pt x="65532" y="169164"/>
                </a:lnTo>
                <a:lnTo>
                  <a:pt x="67056" y="164592"/>
                </a:lnTo>
                <a:lnTo>
                  <a:pt x="68580" y="161544"/>
                </a:lnTo>
                <a:lnTo>
                  <a:pt x="71628" y="160020"/>
                </a:lnTo>
                <a:lnTo>
                  <a:pt x="74676" y="156972"/>
                </a:lnTo>
                <a:lnTo>
                  <a:pt x="85344" y="156972"/>
                </a:lnTo>
                <a:lnTo>
                  <a:pt x="88392" y="155448"/>
                </a:lnTo>
                <a:lnTo>
                  <a:pt x="89916" y="153924"/>
                </a:lnTo>
                <a:lnTo>
                  <a:pt x="92964" y="152400"/>
                </a:lnTo>
                <a:lnTo>
                  <a:pt x="94488" y="149352"/>
                </a:lnTo>
                <a:lnTo>
                  <a:pt x="94488" y="140208"/>
                </a:lnTo>
                <a:lnTo>
                  <a:pt x="92964" y="138684"/>
                </a:lnTo>
                <a:lnTo>
                  <a:pt x="91440" y="135636"/>
                </a:lnTo>
                <a:lnTo>
                  <a:pt x="89916" y="134112"/>
                </a:lnTo>
                <a:lnTo>
                  <a:pt x="86868" y="132588"/>
                </a:lnTo>
                <a:lnTo>
                  <a:pt x="77724" y="132588"/>
                </a:lnTo>
                <a:lnTo>
                  <a:pt x="57912" y="169164"/>
                </a:lnTo>
                <a:lnTo>
                  <a:pt x="59042" y="180022"/>
                </a:lnTo>
                <a:lnTo>
                  <a:pt x="83273" y="212623"/>
                </a:lnTo>
                <a:lnTo>
                  <a:pt x="117348" y="220980"/>
                </a:lnTo>
                <a:lnTo>
                  <a:pt x="129590" y="220129"/>
                </a:lnTo>
                <a:lnTo>
                  <a:pt x="166903" y="200126"/>
                </a:lnTo>
                <a:lnTo>
                  <a:pt x="174383" y="184124"/>
                </a:lnTo>
                <a:lnTo>
                  <a:pt x="175260" y="175260"/>
                </a:lnTo>
                <a:close/>
              </a:path>
              <a:path extrusionOk="0" h="603884" w="175895">
                <a:moveTo>
                  <a:pt x="175272" y="475488"/>
                </a:moveTo>
                <a:lnTo>
                  <a:pt x="79260" y="441960"/>
                </a:lnTo>
                <a:lnTo>
                  <a:pt x="70116" y="438912"/>
                </a:lnTo>
                <a:lnTo>
                  <a:pt x="65544" y="432816"/>
                </a:lnTo>
                <a:lnTo>
                  <a:pt x="64020" y="426720"/>
                </a:lnTo>
                <a:lnTo>
                  <a:pt x="60972" y="426720"/>
                </a:lnTo>
                <a:lnTo>
                  <a:pt x="60972" y="460248"/>
                </a:lnTo>
                <a:lnTo>
                  <a:pt x="64020" y="460248"/>
                </a:lnTo>
                <a:lnTo>
                  <a:pt x="64020" y="454152"/>
                </a:lnTo>
                <a:lnTo>
                  <a:pt x="65544" y="451104"/>
                </a:lnTo>
                <a:lnTo>
                  <a:pt x="65544" y="449580"/>
                </a:lnTo>
                <a:lnTo>
                  <a:pt x="67068" y="446532"/>
                </a:lnTo>
                <a:lnTo>
                  <a:pt x="73164" y="446532"/>
                </a:lnTo>
                <a:lnTo>
                  <a:pt x="77736" y="448056"/>
                </a:lnTo>
                <a:lnTo>
                  <a:pt x="82308" y="451104"/>
                </a:lnTo>
                <a:lnTo>
                  <a:pt x="143268" y="472440"/>
                </a:lnTo>
                <a:lnTo>
                  <a:pt x="79260" y="501396"/>
                </a:lnTo>
                <a:lnTo>
                  <a:pt x="70116" y="501396"/>
                </a:lnTo>
                <a:lnTo>
                  <a:pt x="67068" y="499872"/>
                </a:lnTo>
                <a:lnTo>
                  <a:pt x="65544" y="498348"/>
                </a:lnTo>
                <a:lnTo>
                  <a:pt x="64020" y="493776"/>
                </a:lnTo>
                <a:lnTo>
                  <a:pt x="64020" y="489204"/>
                </a:lnTo>
                <a:lnTo>
                  <a:pt x="60972" y="489204"/>
                </a:lnTo>
                <a:lnTo>
                  <a:pt x="60972" y="539496"/>
                </a:lnTo>
                <a:lnTo>
                  <a:pt x="64020" y="539496"/>
                </a:lnTo>
                <a:lnTo>
                  <a:pt x="64020" y="534924"/>
                </a:lnTo>
                <a:lnTo>
                  <a:pt x="65544" y="531876"/>
                </a:lnTo>
                <a:lnTo>
                  <a:pt x="65544" y="530352"/>
                </a:lnTo>
                <a:lnTo>
                  <a:pt x="71640" y="524256"/>
                </a:lnTo>
                <a:lnTo>
                  <a:pt x="77736" y="522732"/>
                </a:lnTo>
                <a:lnTo>
                  <a:pt x="92976" y="515112"/>
                </a:lnTo>
                <a:lnTo>
                  <a:pt x="144792" y="541020"/>
                </a:lnTo>
                <a:lnTo>
                  <a:pt x="82308" y="565404"/>
                </a:lnTo>
                <a:lnTo>
                  <a:pt x="77736" y="566928"/>
                </a:lnTo>
                <a:lnTo>
                  <a:pt x="67068" y="566928"/>
                </a:lnTo>
                <a:lnTo>
                  <a:pt x="67068" y="565404"/>
                </a:lnTo>
                <a:lnTo>
                  <a:pt x="65544" y="563880"/>
                </a:lnTo>
                <a:lnTo>
                  <a:pt x="64020" y="560832"/>
                </a:lnTo>
                <a:lnTo>
                  <a:pt x="64020" y="557784"/>
                </a:lnTo>
                <a:lnTo>
                  <a:pt x="60972" y="557784"/>
                </a:lnTo>
                <a:lnTo>
                  <a:pt x="60972" y="603504"/>
                </a:lnTo>
                <a:lnTo>
                  <a:pt x="64020" y="603504"/>
                </a:lnTo>
                <a:lnTo>
                  <a:pt x="65544" y="598932"/>
                </a:lnTo>
                <a:lnTo>
                  <a:pt x="68592" y="592836"/>
                </a:lnTo>
                <a:lnTo>
                  <a:pt x="71640" y="591312"/>
                </a:lnTo>
                <a:lnTo>
                  <a:pt x="76212" y="588264"/>
                </a:lnTo>
                <a:lnTo>
                  <a:pt x="82308" y="586740"/>
                </a:lnTo>
                <a:lnTo>
                  <a:pt x="175272" y="550164"/>
                </a:lnTo>
                <a:lnTo>
                  <a:pt x="175272" y="547116"/>
                </a:lnTo>
                <a:lnTo>
                  <a:pt x="102120" y="512064"/>
                </a:lnTo>
                <a:lnTo>
                  <a:pt x="175272" y="481584"/>
                </a:lnTo>
                <a:lnTo>
                  <a:pt x="175272" y="4754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07" name="Google Shape;2807;p46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5326379" y="7377683"/>
            <a:ext cx="117348" cy="333755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8" name="Google Shape;2808;p46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5268467" y="7088123"/>
            <a:ext cx="175260" cy="2255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9" name="Google Shape;2809;p46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5268467" y="5713476"/>
            <a:ext cx="225552" cy="12969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10" name="Google Shape;2810;p46"/>
          <p:cNvGrpSpPr/>
          <p:nvPr/>
        </p:nvGrpSpPr>
        <p:grpSpPr>
          <a:xfrm>
            <a:off x="5268467" y="5120640"/>
            <a:ext cx="175261" cy="527304"/>
            <a:chOff x="5268467" y="5120640"/>
            <a:chExt cx="175261" cy="527304"/>
          </a:xfrm>
        </p:grpSpPr>
        <p:pic>
          <p:nvPicPr>
            <p:cNvPr id="2811" name="Google Shape;2811;p46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5268467" y="5216652"/>
              <a:ext cx="175260" cy="4312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12" name="Google Shape;2812;p46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5326380" y="5120640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813" name="Google Shape;2813;p46"/>
          <p:cNvPicPr preferRelativeResize="0"/>
          <p:nvPr/>
        </p:nvPicPr>
        <p:blipFill rotWithShape="1">
          <a:blip r:embed="rId89">
            <a:alphaModFix/>
          </a:blip>
          <a:srcRect b="0" l="0" r="0" t="0"/>
          <a:stretch/>
        </p:blipFill>
        <p:spPr>
          <a:xfrm>
            <a:off x="5292852" y="4869180"/>
            <a:ext cx="150876" cy="184403"/>
          </a:xfrm>
          <a:prstGeom prst="rect">
            <a:avLst/>
          </a:prstGeom>
          <a:noFill/>
          <a:ln>
            <a:noFill/>
          </a:ln>
        </p:spPr>
      </p:pic>
      <p:pic>
        <p:nvPicPr>
          <p:cNvPr id="2814" name="Google Shape;2814;p46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5268467" y="3389376"/>
            <a:ext cx="225552" cy="14020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15" name="Google Shape;2815;p46"/>
          <p:cNvGrpSpPr/>
          <p:nvPr/>
        </p:nvGrpSpPr>
        <p:grpSpPr>
          <a:xfrm>
            <a:off x="5268467" y="2851404"/>
            <a:ext cx="225552" cy="460247"/>
            <a:chOff x="5268467" y="2851404"/>
            <a:chExt cx="225552" cy="460247"/>
          </a:xfrm>
        </p:grpSpPr>
        <p:pic>
          <p:nvPicPr>
            <p:cNvPr id="2816" name="Google Shape;2816;p46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5268467" y="2904743"/>
              <a:ext cx="225552" cy="4069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17" name="Google Shape;2817;p46"/>
            <p:cNvSpPr/>
            <p:nvPr/>
          </p:nvSpPr>
          <p:spPr>
            <a:xfrm>
              <a:off x="5416295" y="2851404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6764" y="27431"/>
                  </a:moveTo>
                  <a:lnTo>
                    <a:pt x="9144" y="27431"/>
                  </a:lnTo>
                  <a:lnTo>
                    <a:pt x="6096" y="25907"/>
                  </a:lnTo>
                  <a:lnTo>
                    <a:pt x="4572" y="22859"/>
                  </a:lnTo>
                  <a:lnTo>
                    <a:pt x="1524" y="19811"/>
                  </a:lnTo>
                  <a:lnTo>
                    <a:pt x="0" y="16763"/>
                  </a:lnTo>
                  <a:lnTo>
                    <a:pt x="0" y="9143"/>
                  </a:lnTo>
                  <a:lnTo>
                    <a:pt x="1524" y="6095"/>
                  </a:lnTo>
                  <a:lnTo>
                    <a:pt x="6096" y="1523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1336" y="1523"/>
                  </a:lnTo>
                  <a:lnTo>
                    <a:pt x="25908" y="6095"/>
                  </a:lnTo>
                  <a:lnTo>
                    <a:pt x="27432" y="9143"/>
                  </a:lnTo>
                  <a:lnTo>
                    <a:pt x="27432" y="16763"/>
                  </a:lnTo>
                  <a:lnTo>
                    <a:pt x="25908" y="19811"/>
                  </a:lnTo>
                  <a:lnTo>
                    <a:pt x="22860" y="22859"/>
                  </a:lnTo>
                  <a:lnTo>
                    <a:pt x="21336" y="25907"/>
                  </a:lnTo>
                  <a:lnTo>
                    <a:pt x="16764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18" name="Google Shape;2818;p46"/>
          <p:cNvSpPr/>
          <p:nvPr/>
        </p:nvSpPr>
        <p:spPr>
          <a:xfrm>
            <a:off x="5684520" y="9214104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9144" y="762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3340" y="7620"/>
                </a:lnTo>
                <a:lnTo>
                  <a:pt x="57912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53340" y="51816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19" name="Google Shape;2819;p46"/>
          <p:cNvGrpSpPr/>
          <p:nvPr/>
        </p:nvGrpSpPr>
        <p:grpSpPr>
          <a:xfrm>
            <a:off x="5623560" y="6371844"/>
            <a:ext cx="226060" cy="2763011"/>
            <a:chOff x="5623560" y="6371844"/>
            <a:chExt cx="226060" cy="2763011"/>
          </a:xfrm>
        </p:grpSpPr>
        <p:pic>
          <p:nvPicPr>
            <p:cNvPr id="2820" name="Google Shape;2820;p46"/>
            <p:cNvPicPr preferRelativeResize="0"/>
            <p:nvPr/>
          </p:nvPicPr>
          <p:blipFill rotWithShape="1">
            <a:blip r:embed="rId92">
              <a:alphaModFix/>
            </a:blip>
            <a:srcRect b="0" l="0" r="0" t="0"/>
            <a:stretch/>
          </p:blipFill>
          <p:spPr>
            <a:xfrm>
              <a:off x="5623560" y="7691628"/>
              <a:ext cx="225516" cy="14432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21" name="Google Shape;2821;p46"/>
            <p:cNvSpPr/>
            <p:nvPr/>
          </p:nvSpPr>
          <p:spPr>
            <a:xfrm>
              <a:off x="5623560" y="6371844"/>
              <a:ext cx="226060" cy="1304925"/>
            </a:xfrm>
            <a:custGeom>
              <a:rect b="b" l="l" r="r" t="t"/>
              <a:pathLst>
                <a:path extrusionOk="0" h="1304925" w="226060">
                  <a:moveTo>
                    <a:pt x="24384" y="789432"/>
                  </a:moveTo>
                  <a:lnTo>
                    <a:pt x="21336" y="786384"/>
                  </a:lnTo>
                  <a:lnTo>
                    <a:pt x="18288" y="784860"/>
                  </a:lnTo>
                  <a:lnTo>
                    <a:pt x="16764" y="783336"/>
                  </a:lnTo>
                  <a:lnTo>
                    <a:pt x="9144" y="783336"/>
                  </a:lnTo>
                  <a:lnTo>
                    <a:pt x="6096" y="784860"/>
                  </a:lnTo>
                  <a:lnTo>
                    <a:pt x="1524" y="789432"/>
                  </a:lnTo>
                  <a:lnTo>
                    <a:pt x="0" y="792480"/>
                  </a:lnTo>
                  <a:lnTo>
                    <a:pt x="0" y="798576"/>
                  </a:lnTo>
                  <a:lnTo>
                    <a:pt x="1524" y="801624"/>
                  </a:lnTo>
                  <a:lnTo>
                    <a:pt x="4572" y="803148"/>
                  </a:lnTo>
                  <a:lnTo>
                    <a:pt x="6096" y="806196"/>
                  </a:lnTo>
                  <a:lnTo>
                    <a:pt x="9144" y="807720"/>
                  </a:lnTo>
                  <a:lnTo>
                    <a:pt x="16764" y="807720"/>
                  </a:lnTo>
                  <a:lnTo>
                    <a:pt x="21336" y="803148"/>
                  </a:lnTo>
                  <a:lnTo>
                    <a:pt x="24384" y="801624"/>
                  </a:lnTo>
                  <a:lnTo>
                    <a:pt x="24384" y="789432"/>
                  </a:lnTo>
                  <a:close/>
                </a:path>
                <a:path extrusionOk="0" h="1304925" w="226060">
                  <a:moveTo>
                    <a:pt x="128016" y="1240536"/>
                  </a:moveTo>
                  <a:lnTo>
                    <a:pt x="106667" y="1240536"/>
                  </a:lnTo>
                  <a:lnTo>
                    <a:pt x="106667" y="1304544"/>
                  </a:lnTo>
                  <a:lnTo>
                    <a:pt x="128016" y="1304544"/>
                  </a:lnTo>
                  <a:lnTo>
                    <a:pt x="128016" y="1240536"/>
                  </a:lnTo>
                  <a:close/>
                </a:path>
                <a:path extrusionOk="0" h="1304925" w="226060">
                  <a:moveTo>
                    <a:pt x="128016" y="579120"/>
                  </a:moveTo>
                  <a:lnTo>
                    <a:pt x="106667" y="579120"/>
                  </a:lnTo>
                  <a:lnTo>
                    <a:pt x="106667" y="643128"/>
                  </a:lnTo>
                  <a:lnTo>
                    <a:pt x="128016" y="643128"/>
                  </a:lnTo>
                  <a:lnTo>
                    <a:pt x="128016" y="579120"/>
                  </a:lnTo>
                  <a:close/>
                </a:path>
                <a:path extrusionOk="0" h="1304925" w="226060">
                  <a:moveTo>
                    <a:pt x="172199" y="252984"/>
                  </a:moveTo>
                  <a:lnTo>
                    <a:pt x="169151" y="252984"/>
                  </a:lnTo>
                  <a:lnTo>
                    <a:pt x="169151" y="262128"/>
                  </a:lnTo>
                  <a:lnTo>
                    <a:pt x="161531" y="269748"/>
                  </a:lnTo>
                  <a:lnTo>
                    <a:pt x="158483" y="271272"/>
                  </a:lnTo>
                  <a:lnTo>
                    <a:pt x="153911" y="272796"/>
                  </a:lnTo>
                  <a:lnTo>
                    <a:pt x="92951" y="272796"/>
                  </a:lnTo>
                  <a:lnTo>
                    <a:pt x="85331" y="268224"/>
                  </a:lnTo>
                  <a:lnTo>
                    <a:pt x="74663" y="257556"/>
                  </a:lnTo>
                  <a:lnTo>
                    <a:pt x="74663" y="254508"/>
                  </a:lnTo>
                  <a:lnTo>
                    <a:pt x="76187" y="251460"/>
                  </a:lnTo>
                  <a:lnTo>
                    <a:pt x="79235" y="246888"/>
                  </a:lnTo>
                  <a:lnTo>
                    <a:pt x="82283" y="243840"/>
                  </a:lnTo>
                  <a:lnTo>
                    <a:pt x="82283" y="233172"/>
                  </a:lnTo>
                  <a:lnTo>
                    <a:pt x="79235" y="231648"/>
                  </a:lnTo>
                  <a:lnTo>
                    <a:pt x="77711" y="228600"/>
                  </a:lnTo>
                  <a:lnTo>
                    <a:pt x="68567" y="228600"/>
                  </a:lnTo>
                  <a:lnTo>
                    <a:pt x="65519" y="230124"/>
                  </a:lnTo>
                  <a:lnTo>
                    <a:pt x="62471" y="233172"/>
                  </a:lnTo>
                  <a:lnTo>
                    <a:pt x="59423" y="234696"/>
                  </a:lnTo>
                  <a:lnTo>
                    <a:pt x="57899" y="239268"/>
                  </a:lnTo>
                  <a:lnTo>
                    <a:pt x="57899" y="243840"/>
                  </a:lnTo>
                  <a:lnTo>
                    <a:pt x="59601" y="250939"/>
                  </a:lnTo>
                  <a:lnTo>
                    <a:pt x="64566" y="258318"/>
                  </a:lnTo>
                  <a:lnTo>
                    <a:pt x="72694" y="265709"/>
                  </a:lnTo>
                  <a:lnTo>
                    <a:pt x="83807" y="272796"/>
                  </a:lnTo>
                  <a:lnTo>
                    <a:pt x="57899" y="272796"/>
                  </a:lnTo>
                  <a:lnTo>
                    <a:pt x="57899" y="277368"/>
                  </a:lnTo>
                  <a:lnTo>
                    <a:pt x="70980" y="309372"/>
                  </a:lnTo>
                  <a:lnTo>
                    <a:pt x="68567" y="309372"/>
                  </a:lnTo>
                  <a:lnTo>
                    <a:pt x="65519" y="310896"/>
                  </a:lnTo>
                  <a:lnTo>
                    <a:pt x="59423" y="316992"/>
                  </a:lnTo>
                  <a:lnTo>
                    <a:pt x="57899" y="320040"/>
                  </a:lnTo>
                  <a:lnTo>
                    <a:pt x="57899" y="324612"/>
                  </a:lnTo>
                  <a:lnTo>
                    <a:pt x="59601" y="332359"/>
                  </a:lnTo>
                  <a:lnTo>
                    <a:pt x="64566" y="339661"/>
                  </a:lnTo>
                  <a:lnTo>
                    <a:pt x="72694" y="346697"/>
                  </a:lnTo>
                  <a:lnTo>
                    <a:pt x="83807" y="353568"/>
                  </a:lnTo>
                  <a:lnTo>
                    <a:pt x="57899" y="353568"/>
                  </a:lnTo>
                  <a:lnTo>
                    <a:pt x="57899" y="359664"/>
                  </a:lnTo>
                  <a:lnTo>
                    <a:pt x="71615" y="391668"/>
                  </a:lnTo>
                  <a:lnTo>
                    <a:pt x="74663" y="390144"/>
                  </a:lnTo>
                  <a:lnTo>
                    <a:pt x="74663" y="387096"/>
                  </a:lnTo>
                  <a:lnTo>
                    <a:pt x="73139" y="385572"/>
                  </a:lnTo>
                  <a:lnTo>
                    <a:pt x="73139" y="381000"/>
                  </a:lnTo>
                  <a:lnTo>
                    <a:pt x="74663" y="379476"/>
                  </a:lnTo>
                  <a:lnTo>
                    <a:pt x="74663" y="377952"/>
                  </a:lnTo>
                  <a:lnTo>
                    <a:pt x="77711" y="374904"/>
                  </a:lnTo>
                  <a:lnTo>
                    <a:pt x="80759" y="374904"/>
                  </a:lnTo>
                  <a:lnTo>
                    <a:pt x="83807" y="373380"/>
                  </a:lnTo>
                  <a:lnTo>
                    <a:pt x="158483" y="373380"/>
                  </a:lnTo>
                  <a:lnTo>
                    <a:pt x="160007" y="374904"/>
                  </a:lnTo>
                  <a:lnTo>
                    <a:pt x="163055" y="374904"/>
                  </a:lnTo>
                  <a:lnTo>
                    <a:pt x="166103" y="376428"/>
                  </a:lnTo>
                  <a:lnTo>
                    <a:pt x="167627" y="377952"/>
                  </a:lnTo>
                  <a:lnTo>
                    <a:pt x="169151" y="381000"/>
                  </a:lnTo>
                  <a:lnTo>
                    <a:pt x="169151" y="390144"/>
                  </a:lnTo>
                  <a:lnTo>
                    <a:pt x="172199" y="390144"/>
                  </a:lnTo>
                  <a:lnTo>
                    <a:pt x="172199" y="333756"/>
                  </a:lnTo>
                  <a:lnTo>
                    <a:pt x="169151" y="333756"/>
                  </a:lnTo>
                  <a:lnTo>
                    <a:pt x="169151" y="342900"/>
                  </a:lnTo>
                  <a:lnTo>
                    <a:pt x="167627" y="345948"/>
                  </a:lnTo>
                  <a:lnTo>
                    <a:pt x="161531" y="352044"/>
                  </a:lnTo>
                  <a:lnTo>
                    <a:pt x="158483" y="353568"/>
                  </a:lnTo>
                  <a:lnTo>
                    <a:pt x="92951" y="353568"/>
                  </a:lnTo>
                  <a:lnTo>
                    <a:pt x="85331" y="350520"/>
                  </a:lnTo>
                  <a:lnTo>
                    <a:pt x="77711" y="342900"/>
                  </a:lnTo>
                  <a:lnTo>
                    <a:pt x="76187" y="339852"/>
                  </a:lnTo>
                  <a:lnTo>
                    <a:pt x="74663" y="338328"/>
                  </a:lnTo>
                  <a:lnTo>
                    <a:pt x="74663" y="335280"/>
                  </a:lnTo>
                  <a:lnTo>
                    <a:pt x="76187" y="332232"/>
                  </a:lnTo>
                  <a:lnTo>
                    <a:pt x="82283" y="326136"/>
                  </a:lnTo>
                  <a:lnTo>
                    <a:pt x="82283" y="313944"/>
                  </a:lnTo>
                  <a:lnTo>
                    <a:pt x="79235" y="312420"/>
                  </a:lnTo>
                  <a:lnTo>
                    <a:pt x="77711" y="310896"/>
                  </a:lnTo>
                  <a:lnTo>
                    <a:pt x="74663" y="309372"/>
                  </a:lnTo>
                  <a:lnTo>
                    <a:pt x="74663" y="306324"/>
                  </a:lnTo>
                  <a:lnTo>
                    <a:pt x="73139" y="303276"/>
                  </a:lnTo>
                  <a:lnTo>
                    <a:pt x="73139" y="298704"/>
                  </a:lnTo>
                  <a:lnTo>
                    <a:pt x="74663" y="297180"/>
                  </a:lnTo>
                  <a:lnTo>
                    <a:pt x="74663" y="295656"/>
                  </a:lnTo>
                  <a:lnTo>
                    <a:pt x="77711" y="292608"/>
                  </a:lnTo>
                  <a:lnTo>
                    <a:pt x="160007" y="292608"/>
                  </a:lnTo>
                  <a:lnTo>
                    <a:pt x="163055" y="294132"/>
                  </a:lnTo>
                  <a:lnTo>
                    <a:pt x="166103" y="294132"/>
                  </a:lnTo>
                  <a:lnTo>
                    <a:pt x="167627" y="297180"/>
                  </a:lnTo>
                  <a:lnTo>
                    <a:pt x="169151" y="298704"/>
                  </a:lnTo>
                  <a:lnTo>
                    <a:pt x="169151" y="309372"/>
                  </a:lnTo>
                  <a:lnTo>
                    <a:pt x="172199" y="309372"/>
                  </a:lnTo>
                  <a:lnTo>
                    <a:pt x="172199" y="252984"/>
                  </a:lnTo>
                  <a:close/>
                </a:path>
                <a:path extrusionOk="0" h="1304925" w="226060">
                  <a:moveTo>
                    <a:pt x="172212" y="1097280"/>
                  </a:moveTo>
                  <a:lnTo>
                    <a:pt x="126492" y="1085088"/>
                  </a:lnTo>
                  <a:lnTo>
                    <a:pt x="124968" y="1089660"/>
                  </a:lnTo>
                  <a:lnTo>
                    <a:pt x="132626" y="1093076"/>
                  </a:lnTo>
                  <a:lnTo>
                    <a:pt x="139446" y="1096327"/>
                  </a:lnTo>
                  <a:lnTo>
                    <a:pt x="161544" y="1170432"/>
                  </a:lnTo>
                  <a:lnTo>
                    <a:pt x="160020" y="1173480"/>
                  </a:lnTo>
                  <a:lnTo>
                    <a:pt x="158496" y="1173480"/>
                  </a:lnTo>
                  <a:lnTo>
                    <a:pt x="155448" y="1176528"/>
                  </a:lnTo>
                  <a:lnTo>
                    <a:pt x="22860" y="1176528"/>
                  </a:lnTo>
                  <a:lnTo>
                    <a:pt x="21336" y="1175004"/>
                  </a:lnTo>
                  <a:lnTo>
                    <a:pt x="15240" y="1171956"/>
                  </a:lnTo>
                  <a:lnTo>
                    <a:pt x="13716" y="1167384"/>
                  </a:lnTo>
                  <a:lnTo>
                    <a:pt x="12192" y="1164336"/>
                  </a:lnTo>
                  <a:lnTo>
                    <a:pt x="10668" y="1158240"/>
                  </a:lnTo>
                  <a:lnTo>
                    <a:pt x="10668" y="1149096"/>
                  </a:lnTo>
                  <a:lnTo>
                    <a:pt x="7620" y="1149096"/>
                  </a:lnTo>
                  <a:lnTo>
                    <a:pt x="7620" y="1222248"/>
                  </a:lnTo>
                  <a:lnTo>
                    <a:pt x="10668" y="1222248"/>
                  </a:lnTo>
                  <a:lnTo>
                    <a:pt x="10668" y="1210056"/>
                  </a:lnTo>
                  <a:lnTo>
                    <a:pt x="13716" y="1205484"/>
                  </a:lnTo>
                  <a:lnTo>
                    <a:pt x="16764" y="1202436"/>
                  </a:lnTo>
                  <a:lnTo>
                    <a:pt x="19812" y="1200912"/>
                  </a:lnTo>
                  <a:lnTo>
                    <a:pt x="25908" y="1199388"/>
                  </a:lnTo>
                  <a:lnTo>
                    <a:pt x="153924" y="1199388"/>
                  </a:lnTo>
                  <a:lnTo>
                    <a:pt x="160020" y="1200912"/>
                  </a:lnTo>
                  <a:lnTo>
                    <a:pt x="163068" y="1202436"/>
                  </a:lnTo>
                  <a:lnTo>
                    <a:pt x="167640" y="1205484"/>
                  </a:lnTo>
                  <a:lnTo>
                    <a:pt x="169164" y="1210056"/>
                  </a:lnTo>
                  <a:lnTo>
                    <a:pt x="169164" y="1222248"/>
                  </a:lnTo>
                  <a:lnTo>
                    <a:pt x="172212" y="1222248"/>
                  </a:lnTo>
                  <a:lnTo>
                    <a:pt x="172212" y="1097280"/>
                  </a:lnTo>
                  <a:close/>
                </a:path>
                <a:path extrusionOk="0" h="1304925" w="226060">
                  <a:moveTo>
                    <a:pt x="172212" y="768096"/>
                  </a:moveTo>
                  <a:lnTo>
                    <a:pt x="169164" y="768096"/>
                  </a:lnTo>
                  <a:lnTo>
                    <a:pt x="169164" y="777240"/>
                  </a:lnTo>
                  <a:lnTo>
                    <a:pt x="167640" y="778764"/>
                  </a:lnTo>
                  <a:lnTo>
                    <a:pt x="167640" y="780288"/>
                  </a:lnTo>
                  <a:lnTo>
                    <a:pt x="164592" y="781812"/>
                  </a:lnTo>
                  <a:lnTo>
                    <a:pt x="163068" y="783336"/>
                  </a:lnTo>
                  <a:lnTo>
                    <a:pt x="160020" y="783336"/>
                  </a:lnTo>
                  <a:lnTo>
                    <a:pt x="155448" y="784860"/>
                  </a:lnTo>
                  <a:lnTo>
                    <a:pt x="57912" y="784860"/>
                  </a:lnTo>
                  <a:lnTo>
                    <a:pt x="57912" y="789432"/>
                  </a:lnTo>
                  <a:lnTo>
                    <a:pt x="71628" y="822960"/>
                  </a:lnTo>
                  <a:lnTo>
                    <a:pt x="74676" y="821436"/>
                  </a:lnTo>
                  <a:lnTo>
                    <a:pt x="74676" y="818388"/>
                  </a:lnTo>
                  <a:lnTo>
                    <a:pt x="73152" y="815340"/>
                  </a:lnTo>
                  <a:lnTo>
                    <a:pt x="73152" y="810768"/>
                  </a:lnTo>
                  <a:lnTo>
                    <a:pt x="74676" y="809244"/>
                  </a:lnTo>
                  <a:lnTo>
                    <a:pt x="74676" y="807720"/>
                  </a:lnTo>
                  <a:lnTo>
                    <a:pt x="76200" y="806196"/>
                  </a:lnTo>
                  <a:lnTo>
                    <a:pt x="77724" y="806196"/>
                  </a:lnTo>
                  <a:lnTo>
                    <a:pt x="80772" y="804672"/>
                  </a:lnTo>
                  <a:lnTo>
                    <a:pt x="160020" y="804672"/>
                  </a:lnTo>
                  <a:lnTo>
                    <a:pt x="163068" y="806196"/>
                  </a:lnTo>
                  <a:lnTo>
                    <a:pt x="164592" y="807720"/>
                  </a:lnTo>
                  <a:lnTo>
                    <a:pt x="167640" y="807720"/>
                  </a:lnTo>
                  <a:lnTo>
                    <a:pt x="167640" y="810768"/>
                  </a:lnTo>
                  <a:lnTo>
                    <a:pt x="169164" y="812292"/>
                  </a:lnTo>
                  <a:lnTo>
                    <a:pt x="169164" y="821436"/>
                  </a:lnTo>
                  <a:lnTo>
                    <a:pt x="172212" y="821436"/>
                  </a:lnTo>
                  <a:lnTo>
                    <a:pt x="172212" y="804672"/>
                  </a:lnTo>
                  <a:lnTo>
                    <a:pt x="172212" y="768096"/>
                  </a:lnTo>
                  <a:close/>
                </a:path>
                <a:path extrusionOk="0" h="1304925" w="226060">
                  <a:moveTo>
                    <a:pt x="172212" y="396240"/>
                  </a:moveTo>
                  <a:lnTo>
                    <a:pt x="169164" y="396240"/>
                  </a:lnTo>
                  <a:lnTo>
                    <a:pt x="169164" y="402336"/>
                  </a:lnTo>
                  <a:lnTo>
                    <a:pt x="167640" y="408432"/>
                  </a:lnTo>
                  <a:lnTo>
                    <a:pt x="109728" y="436829"/>
                  </a:lnTo>
                  <a:lnTo>
                    <a:pt x="109728" y="461772"/>
                  </a:lnTo>
                  <a:lnTo>
                    <a:pt x="109728" y="518160"/>
                  </a:lnTo>
                  <a:lnTo>
                    <a:pt x="44196" y="489204"/>
                  </a:lnTo>
                  <a:lnTo>
                    <a:pt x="109728" y="461772"/>
                  </a:lnTo>
                  <a:lnTo>
                    <a:pt x="109728" y="436829"/>
                  </a:lnTo>
                  <a:lnTo>
                    <a:pt x="4572" y="480060"/>
                  </a:lnTo>
                  <a:lnTo>
                    <a:pt x="4572" y="483108"/>
                  </a:lnTo>
                  <a:lnTo>
                    <a:pt x="138684" y="542544"/>
                  </a:lnTo>
                  <a:lnTo>
                    <a:pt x="147866" y="546836"/>
                  </a:lnTo>
                  <a:lnTo>
                    <a:pt x="155067" y="550545"/>
                  </a:lnTo>
                  <a:lnTo>
                    <a:pt x="160540" y="553694"/>
                  </a:lnTo>
                  <a:lnTo>
                    <a:pt x="164592" y="556260"/>
                  </a:lnTo>
                  <a:lnTo>
                    <a:pt x="166116" y="559308"/>
                  </a:lnTo>
                  <a:lnTo>
                    <a:pt x="169164" y="563880"/>
                  </a:lnTo>
                  <a:lnTo>
                    <a:pt x="169164" y="569976"/>
                  </a:lnTo>
                  <a:lnTo>
                    <a:pt x="172212" y="569976"/>
                  </a:lnTo>
                  <a:lnTo>
                    <a:pt x="172212" y="537972"/>
                  </a:lnTo>
                  <a:lnTo>
                    <a:pt x="172212" y="518160"/>
                  </a:lnTo>
                  <a:lnTo>
                    <a:pt x="169164" y="518160"/>
                  </a:lnTo>
                  <a:lnTo>
                    <a:pt x="169164" y="527304"/>
                  </a:lnTo>
                  <a:lnTo>
                    <a:pt x="167640" y="531876"/>
                  </a:lnTo>
                  <a:lnTo>
                    <a:pt x="166116" y="534924"/>
                  </a:lnTo>
                  <a:lnTo>
                    <a:pt x="164592" y="536448"/>
                  </a:lnTo>
                  <a:lnTo>
                    <a:pt x="161544" y="537972"/>
                  </a:lnTo>
                  <a:lnTo>
                    <a:pt x="155448" y="537972"/>
                  </a:lnTo>
                  <a:lnTo>
                    <a:pt x="150876" y="536448"/>
                  </a:lnTo>
                  <a:lnTo>
                    <a:pt x="143256" y="533400"/>
                  </a:lnTo>
                  <a:lnTo>
                    <a:pt x="117348" y="522732"/>
                  </a:lnTo>
                  <a:lnTo>
                    <a:pt x="117348" y="518160"/>
                  </a:lnTo>
                  <a:lnTo>
                    <a:pt x="117348" y="461772"/>
                  </a:lnTo>
                  <a:lnTo>
                    <a:pt x="117348" y="458724"/>
                  </a:lnTo>
                  <a:lnTo>
                    <a:pt x="141732" y="448056"/>
                  </a:lnTo>
                  <a:lnTo>
                    <a:pt x="149352" y="445008"/>
                  </a:lnTo>
                  <a:lnTo>
                    <a:pt x="155448" y="443484"/>
                  </a:lnTo>
                  <a:lnTo>
                    <a:pt x="161544" y="443484"/>
                  </a:lnTo>
                  <a:lnTo>
                    <a:pt x="164592" y="445008"/>
                  </a:lnTo>
                  <a:lnTo>
                    <a:pt x="166116" y="448056"/>
                  </a:lnTo>
                  <a:lnTo>
                    <a:pt x="167640" y="449580"/>
                  </a:lnTo>
                  <a:lnTo>
                    <a:pt x="169164" y="454152"/>
                  </a:lnTo>
                  <a:lnTo>
                    <a:pt x="169164" y="460248"/>
                  </a:lnTo>
                  <a:lnTo>
                    <a:pt x="172212" y="460248"/>
                  </a:lnTo>
                  <a:lnTo>
                    <a:pt x="172212" y="443484"/>
                  </a:lnTo>
                  <a:lnTo>
                    <a:pt x="172212" y="396240"/>
                  </a:lnTo>
                  <a:close/>
                </a:path>
                <a:path extrusionOk="0" h="1304925" w="226060">
                  <a:moveTo>
                    <a:pt x="175247" y="143256"/>
                  </a:moveTo>
                  <a:lnTo>
                    <a:pt x="174129" y="136639"/>
                  </a:lnTo>
                  <a:lnTo>
                    <a:pt x="170865" y="130302"/>
                  </a:lnTo>
                  <a:lnTo>
                    <a:pt x="165608" y="123977"/>
                  </a:lnTo>
                  <a:lnTo>
                    <a:pt x="158483" y="117348"/>
                  </a:lnTo>
                  <a:lnTo>
                    <a:pt x="150863" y="117348"/>
                  </a:lnTo>
                  <a:lnTo>
                    <a:pt x="160007" y="126492"/>
                  </a:lnTo>
                  <a:lnTo>
                    <a:pt x="160007" y="132588"/>
                  </a:lnTo>
                  <a:lnTo>
                    <a:pt x="158483" y="134112"/>
                  </a:lnTo>
                  <a:lnTo>
                    <a:pt x="156959" y="134112"/>
                  </a:lnTo>
                  <a:lnTo>
                    <a:pt x="153911" y="135636"/>
                  </a:lnTo>
                  <a:lnTo>
                    <a:pt x="85331" y="135636"/>
                  </a:lnTo>
                  <a:lnTo>
                    <a:pt x="79235" y="137160"/>
                  </a:lnTo>
                  <a:lnTo>
                    <a:pt x="74663" y="137160"/>
                  </a:lnTo>
                  <a:lnTo>
                    <a:pt x="65519" y="143256"/>
                  </a:lnTo>
                  <a:lnTo>
                    <a:pt x="63995" y="149352"/>
                  </a:lnTo>
                  <a:lnTo>
                    <a:pt x="60947" y="155448"/>
                  </a:lnTo>
                  <a:lnTo>
                    <a:pt x="57899" y="163068"/>
                  </a:lnTo>
                  <a:lnTo>
                    <a:pt x="58000" y="175171"/>
                  </a:lnTo>
                  <a:lnTo>
                    <a:pt x="58064" y="176237"/>
                  </a:lnTo>
                  <a:lnTo>
                    <a:pt x="58140" y="177317"/>
                  </a:lnTo>
                  <a:lnTo>
                    <a:pt x="58204" y="178308"/>
                  </a:lnTo>
                  <a:lnTo>
                    <a:pt x="58470" y="182575"/>
                  </a:lnTo>
                  <a:lnTo>
                    <a:pt x="58547" y="182880"/>
                  </a:lnTo>
                  <a:lnTo>
                    <a:pt x="60185" y="190690"/>
                  </a:lnTo>
                  <a:lnTo>
                    <a:pt x="63042" y="197954"/>
                  </a:lnTo>
                  <a:lnTo>
                    <a:pt x="63157" y="198120"/>
                  </a:lnTo>
                  <a:lnTo>
                    <a:pt x="67043" y="204216"/>
                  </a:lnTo>
                  <a:lnTo>
                    <a:pt x="73139" y="211836"/>
                  </a:lnTo>
                  <a:lnTo>
                    <a:pt x="79235" y="214884"/>
                  </a:lnTo>
                  <a:lnTo>
                    <a:pt x="89903" y="214884"/>
                  </a:lnTo>
                  <a:lnTo>
                    <a:pt x="92951" y="213360"/>
                  </a:lnTo>
                  <a:lnTo>
                    <a:pt x="94475" y="211836"/>
                  </a:lnTo>
                  <a:lnTo>
                    <a:pt x="97523" y="210312"/>
                  </a:lnTo>
                  <a:lnTo>
                    <a:pt x="97523" y="199644"/>
                  </a:lnTo>
                  <a:lnTo>
                    <a:pt x="94475" y="198120"/>
                  </a:lnTo>
                  <a:lnTo>
                    <a:pt x="92951" y="196596"/>
                  </a:lnTo>
                  <a:lnTo>
                    <a:pt x="89903" y="195072"/>
                  </a:lnTo>
                  <a:lnTo>
                    <a:pt x="76187" y="195072"/>
                  </a:lnTo>
                  <a:lnTo>
                    <a:pt x="73139" y="193548"/>
                  </a:lnTo>
                  <a:lnTo>
                    <a:pt x="67043" y="187452"/>
                  </a:lnTo>
                  <a:lnTo>
                    <a:pt x="65519" y="182880"/>
                  </a:lnTo>
                  <a:lnTo>
                    <a:pt x="65519" y="170688"/>
                  </a:lnTo>
                  <a:lnTo>
                    <a:pt x="68567" y="164592"/>
                  </a:lnTo>
                  <a:lnTo>
                    <a:pt x="76187" y="156972"/>
                  </a:lnTo>
                  <a:lnTo>
                    <a:pt x="83807" y="155448"/>
                  </a:lnTo>
                  <a:lnTo>
                    <a:pt x="99047" y="155448"/>
                  </a:lnTo>
                  <a:lnTo>
                    <a:pt x="104482" y="169189"/>
                  </a:lnTo>
                  <a:lnTo>
                    <a:pt x="109334" y="180784"/>
                  </a:lnTo>
                  <a:lnTo>
                    <a:pt x="132575" y="216408"/>
                  </a:lnTo>
                  <a:lnTo>
                    <a:pt x="141719" y="219456"/>
                  </a:lnTo>
                  <a:lnTo>
                    <a:pt x="155435" y="219456"/>
                  </a:lnTo>
                  <a:lnTo>
                    <a:pt x="163055" y="216408"/>
                  </a:lnTo>
                  <a:lnTo>
                    <a:pt x="167627" y="211836"/>
                  </a:lnTo>
                  <a:lnTo>
                    <a:pt x="173723" y="207264"/>
                  </a:lnTo>
                  <a:lnTo>
                    <a:pt x="175247" y="199644"/>
                  </a:lnTo>
                  <a:lnTo>
                    <a:pt x="175247" y="182880"/>
                  </a:lnTo>
                  <a:lnTo>
                    <a:pt x="172199" y="178308"/>
                  </a:lnTo>
                  <a:lnTo>
                    <a:pt x="170472" y="175171"/>
                  </a:lnTo>
                  <a:lnTo>
                    <a:pt x="167436" y="170307"/>
                  </a:lnTo>
                  <a:lnTo>
                    <a:pt x="162991" y="163741"/>
                  </a:lnTo>
                  <a:lnTo>
                    <a:pt x="160007" y="159639"/>
                  </a:lnTo>
                  <a:lnTo>
                    <a:pt x="160007" y="185928"/>
                  </a:lnTo>
                  <a:lnTo>
                    <a:pt x="158534" y="190385"/>
                  </a:lnTo>
                  <a:lnTo>
                    <a:pt x="158292" y="190690"/>
                  </a:lnTo>
                  <a:lnTo>
                    <a:pt x="150863" y="198120"/>
                  </a:lnTo>
                  <a:lnTo>
                    <a:pt x="146291" y="199644"/>
                  </a:lnTo>
                  <a:lnTo>
                    <a:pt x="135623" y="199644"/>
                  </a:lnTo>
                  <a:lnTo>
                    <a:pt x="115887" y="177317"/>
                  </a:lnTo>
                  <a:lnTo>
                    <a:pt x="113715" y="171831"/>
                  </a:lnTo>
                  <a:lnTo>
                    <a:pt x="110680" y="164592"/>
                  </a:lnTo>
                  <a:lnTo>
                    <a:pt x="106667" y="155448"/>
                  </a:lnTo>
                  <a:lnTo>
                    <a:pt x="149339" y="155448"/>
                  </a:lnTo>
                  <a:lnTo>
                    <a:pt x="154178" y="163068"/>
                  </a:lnTo>
                  <a:lnTo>
                    <a:pt x="157530" y="170116"/>
                  </a:lnTo>
                  <a:lnTo>
                    <a:pt x="157594" y="170307"/>
                  </a:lnTo>
                  <a:lnTo>
                    <a:pt x="157708" y="170688"/>
                  </a:lnTo>
                  <a:lnTo>
                    <a:pt x="159423" y="176237"/>
                  </a:lnTo>
                  <a:lnTo>
                    <a:pt x="159537" y="177317"/>
                  </a:lnTo>
                  <a:lnTo>
                    <a:pt x="159664" y="178308"/>
                  </a:lnTo>
                  <a:lnTo>
                    <a:pt x="159943" y="180784"/>
                  </a:lnTo>
                  <a:lnTo>
                    <a:pt x="160007" y="185928"/>
                  </a:lnTo>
                  <a:lnTo>
                    <a:pt x="160007" y="159639"/>
                  </a:lnTo>
                  <a:lnTo>
                    <a:pt x="156959" y="155448"/>
                  </a:lnTo>
                  <a:lnTo>
                    <a:pt x="163055" y="155448"/>
                  </a:lnTo>
                  <a:lnTo>
                    <a:pt x="169151" y="153924"/>
                  </a:lnTo>
                  <a:lnTo>
                    <a:pt x="172199" y="152400"/>
                  </a:lnTo>
                  <a:lnTo>
                    <a:pt x="175247" y="146304"/>
                  </a:lnTo>
                  <a:lnTo>
                    <a:pt x="175247" y="143256"/>
                  </a:lnTo>
                  <a:close/>
                </a:path>
                <a:path extrusionOk="0" h="1304925" w="226060">
                  <a:moveTo>
                    <a:pt x="175260" y="1016508"/>
                  </a:moveTo>
                  <a:lnTo>
                    <a:pt x="175183" y="1014984"/>
                  </a:lnTo>
                  <a:lnTo>
                    <a:pt x="175107" y="1012990"/>
                  </a:lnTo>
                  <a:lnTo>
                    <a:pt x="175056" y="1011936"/>
                  </a:lnTo>
                  <a:lnTo>
                    <a:pt x="167640" y="989126"/>
                  </a:lnTo>
                  <a:lnTo>
                    <a:pt x="167640" y="1004316"/>
                  </a:lnTo>
                  <a:lnTo>
                    <a:pt x="167640" y="1011936"/>
                  </a:lnTo>
                  <a:lnTo>
                    <a:pt x="141414" y="1040320"/>
                  </a:lnTo>
                  <a:lnTo>
                    <a:pt x="108204" y="1045464"/>
                  </a:lnTo>
                  <a:lnTo>
                    <a:pt x="97536" y="1045464"/>
                  </a:lnTo>
                  <a:lnTo>
                    <a:pt x="65532" y="1022604"/>
                  </a:lnTo>
                  <a:lnTo>
                    <a:pt x="65633" y="1018755"/>
                  </a:lnTo>
                  <a:lnTo>
                    <a:pt x="98488" y="987742"/>
                  </a:lnTo>
                  <a:lnTo>
                    <a:pt x="124968" y="984504"/>
                  </a:lnTo>
                  <a:lnTo>
                    <a:pt x="135775" y="985062"/>
                  </a:lnTo>
                  <a:lnTo>
                    <a:pt x="167640" y="1004316"/>
                  </a:lnTo>
                  <a:lnTo>
                    <a:pt x="167640" y="989126"/>
                  </a:lnTo>
                  <a:lnTo>
                    <a:pt x="130302" y="963739"/>
                  </a:lnTo>
                  <a:lnTo>
                    <a:pt x="115824" y="961644"/>
                  </a:lnTo>
                  <a:lnTo>
                    <a:pt x="104940" y="962507"/>
                  </a:lnTo>
                  <a:lnTo>
                    <a:pt x="69481" y="983056"/>
                  </a:lnTo>
                  <a:lnTo>
                    <a:pt x="57912" y="1014984"/>
                  </a:lnTo>
                  <a:lnTo>
                    <a:pt x="58026" y="1016508"/>
                  </a:lnTo>
                  <a:lnTo>
                    <a:pt x="74676" y="1052512"/>
                  </a:lnTo>
                  <a:lnTo>
                    <a:pt x="88392" y="1060704"/>
                  </a:lnTo>
                  <a:lnTo>
                    <a:pt x="95504" y="1064475"/>
                  </a:lnTo>
                  <a:lnTo>
                    <a:pt x="103060" y="1066800"/>
                  </a:lnTo>
                  <a:lnTo>
                    <a:pt x="110883" y="1067993"/>
                  </a:lnTo>
                  <a:lnTo>
                    <a:pt x="118872" y="1068324"/>
                  </a:lnTo>
                  <a:lnTo>
                    <a:pt x="128866" y="1067498"/>
                  </a:lnTo>
                  <a:lnTo>
                    <a:pt x="164325" y="1048448"/>
                  </a:lnTo>
                  <a:lnTo>
                    <a:pt x="166306" y="1045464"/>
                  </a:lnTo>
                  <a:lnTo>
                    <a:pt x="170497" y="1039177"/>
                  </a:lnTo>
                  <a:lnTo>
                    <a:pt x="174091" y="1028496"/>
                  </a:lnTo>
                  <a:lnTo>
                    <a:pt x="175260" y="1016508"/>
                  </a:lnTo>
                  <a:close/>
                </a:path>
                <a:path extrusionOk="0" h="1304925" w="226060">
                  <a:moveTo>
                    <a:pt x="175260" y="707136"/>
                  </a:moveTo>
                  <a:lnTo>
                    <a:pt x="158038" y="672782"/>
                  </a:lnTo>
                  <a:lnTo>
                    <a:pt x="129540" y="661416"/>
                  </a:lnTo>
                  <a:lnTo>
                    <a:pt x="128016" y="664464"/>
                  </a:lnTo>
                  <a:lnTo>
                    <a:pt x="138684" y="669036"/>
                  </a:lnTo>
                  <a:lnTo>
                    <a:pt x="144780" y="672084"/>
                  </a:lnTo>
                  <a:lnTo>
                    <a:pt x="149352" y="676656"/>
                  </a:lnTo>
                  <a:lnTo>
                    <a:pt x="153924" y="682752"/>
                  </a:lnTo>
                  <a:lnTo>
                    <a:pt x="155448" y="690372"/>
                  </a:lnTo>
                  <a:lnTo>
                    <a:pt x="155448" y="697992"/>
                  </a:lnTo>
                  <a:lnTo>
                    <a:pt x="133464" y="729424"/>
                  </a:lnTo>
                  <a:lnTo>
                    <a:pt x="106680" y="734568"/>
                  </a:lnTo>
                  <a:lnTo>
                    <a:pt x="96964" y="733996"/>
                  </a:lnTo>
                  <a:lnTo>
                    <a:pt x="65532" y="713232"/>
                  </a:lnTo>
                  <a:lnTo>
                    <a:pt x="65532" y="701040"/>
                  </a:lnTo>
                  <a:lnTo>
                    <a:pt x="67056" y="697992"/>
                  </a:lnTo>
                  <a:lnTo>
                    <a:pt x="70104" y="694944"/>
                  </a:lnTo>
                  <a:lnTo>
                    <a:pt x="71628" y="691896"/>
                  </a:lnTo>
                  <a:lnTo>
                    <a:pt x="76200" y="690372"/>
                  </a:lnTo>
                  <a:lnTo>
                    <a:pt x="80772" y="690372"/>
                  </a:lnTo>
                  <a:lnTo>
                    <a:pt x="85344" y="688848"/>
                  </a:lnTo>
                  <a:lnTo>
                    <a:pt x="88392" y="688848"/>
                  </a:lnTo>
                  <a:lnTo>
                    <a:pt x="89916" y="685800"/>
                  </a:lnTo>
                  <a:lnTo>
                    <a:pt x="92964" y="684276"/>
                  </a:lnTo>
                  <a:lnTo>
                    <a:pt x="94488" y="681228"/>
                  </a:lnTo>
                  <a:lnTo>
                    <a:pt x="94488" y="670560"/>
                  </a:lnTo>
                  <a:lnTo>
                    <a:pt x="92964" y="669036"/>
                  </a:lnTo>
                  <a:lnTo>
                    <a:pt x="89916" y="667512"/>
                  </a:lnTo>
                  <a:lnTo>
                    <a:pt x="88392" y="665988"/>
                  </a:lnTo>
                  <a:lnTo>
                    <a:pt x="79248" y="665988"/>
                  </a:lnTo>
                  <a:lnTo>
                    <a:pt x="73152" y="669036"/>
                  </a:lnTo>
                  <a:lnTo>
                    <a:pt x="63055" y="681786"/>
                  </a:lnTo>
                  <a:lnTo>
                    <a:pt x="60198" y="687895"/>
                  </a:lnTo>
                  <a:lnTo>
                    <a:pt x="58483" y="694880"/>
                  </a:lnTo>
                  <a:lnTo>
                    <a:pt x="57912" y="702564"/>
                  </a:lnTo>
                  <a:lnTo>
                    <a:pt x="59029" y="712571"/>
                  </a:lnTo>
                  <a:lnTo>
                    <a:pt x="83477" y="746023"/>
                  </a:lnTo>
                  <a:lnTo>
                    <a:pt x="117348" y="754380"/>
                  </a:lnTo>
                  <a:lnTo>
                    <a:pt x="130225" y="753529"/>
                  </a:lnTo>
                  <a:lnTo>
                    <a:pt x="166890" y="733285"/>
                  </a:lnTo>
                  <a:lnTo>
                    <a:pt x="174371" y="716241"/>
                  </a:lnTo>
                  <a:lnTo>
                    <a:pt x="175260" y="707136"/>
                  </a:lnTo>
                  <a:close/>
                </a:path>
                <a:path extrusionOk="0" h="1304925" w="226060">
                  <a:moveTo>
                    <a:pt x="225513" y="898690"/>
                  </a:moveTo>
                  <a:lnTo>
                    <a:pt x="215900" y="858875"/>
                  </a:lnTo>
                  <a:lnTo>
                    <a:pt x="209956" y="850531"/>
                  </a:lnTo>
                  <a:lnTo>
                    <a:pt x="209956" y="876300"/>
                  </a:lnTo>
                  <a:lnTo>
                    <a:pt x="209943" y="899160"/>
                  </a:lnTo>
                  <a:lnTo>
                    <a:pt x="198107" y="931164"/>
                  </a:lnTo>
                  <a:lnTo>
                    <a:pt x="190487" y="931164"/>
                  </a:lnTo>
                  <a:lnTo>
                    <a:pt x="181343" y="926592"/>
                  </a:lnTo>
                  <a:lnTo>
                    <a:pt x="174485" y="922020"/>
                  </a:lnTo>
                  <a:lnTo>
                    <a:pt x="172199" y="920496"/>
                  </a:lnTo>
                  <a:lnTo>
                    <a:pt x="172224" y="920305"/>
                  </a:lnTo>
                  <a:lnTo>
                    <a:pt x="173088" y="911669"/>
                  </a:lnTo>
                  <a:lnTo>
                    <a:pt x="173101" y="911352"/>
                  </a:lnTo>
                  <a:lnTo>
                    <a:pt x="173215" y="908685"/>
                  </a:lnTo>
                  <a:lnTo>
                    <a:pt x="173304" y="906780"/>
                  </a:lnTo>
                  <a:lnTo>
                    <a:pt x="173367" y="905256"/>
                  </a:lnTo>
                  <a:lnTo>
                    <a:pt x="173431" y="903732"/>
                  </a:lnTo>
                  <a:lnTo>
                    <a:pt x="173532" y="901255"/>
                  </a:lnTo>
                  <a:lnTo>
                    <a:pt x="173634" y="894588"/>
                  </a:lnTo>
                  <a:lnTo>
                    <a:pt x="173723" y="876300"/>
                  </a:lnTo>
                  <a:lnTo>
                    <a:pt x="175387" y="859751"/>
                  </a:lnTo>
                  <a:lnTo>
                    <a:pt x="175501" y="858875"/>
                  </a:lnTo>
                  <a:lnTo>
                    <a:pt x="176517" y="853160"/>
                  </a:lnTo>
                  <a:lnTo>
                    <a:pt x="178295" y="848868"/>
                  </a:lnTo>
                  <a:lnTo>
                    <a:pt x="179819" y="844296"/>
                  </a:lnTo>
                  <a:lnTo>
                    <a:pt x="182867" y="842772"/>
                  </a:lnTo>
                  <a:lnTo>
                    <a:pt x="192011" y="842772"/>
                  </a:lnTo>
                  <a:lnTo>
                    <a:pt x="198107" y="845820"/>
                  </a:lnTo>
                  <a:lnTo>
                    <a:pt x="206451" y="859751"/>
                  </a:lnTo>
                  <a:lnTo>
                    <a:pt x="208775" y="867346"/>
                  </a:lnTo>
                  <a:lnTo>
                    <a:pt x="209956" y="876300"/>
                  </a:lnTo>
                  <a:lnTo>
                    <a:pt x="209956" y="850531"/>
                  </a:lnTo>
                  <a:lnTo>
                    <a:pt x="208775" y="848868"/>
                  </a:lnTo>
                  <a:lnTo>
                    <a:pt x="201815" y="842772"/>
                  </a:lnTo>
                  <a:lnTo>
                    <a:pt x="195059" y="838581"/>
                  </a:lnTo>
                  <a:lnTo>
                    <a:pt x="188201" y="836015"/>
                  </a:lnTo>
                  <a:lnTo>
                    <a:pt x="181343" y="835152"/>
                  </a:lnTo>
                  <a:lnTo>
                    <a:pt x="175247" y="835152"/>
                  </a:lnTo>
                  <a:lnTo>
                    <a:pt x="169151" y="838200"/>
                  </a:lnTo>
                  <a:lnTo>
                    <a:pt x="160007" y="847344"/>
                  </a:lnTo>
                  <a:lnTo>
                    <a:pt x="156959" y="853440"/>
                  </a:lnTo>
                  <a:lnTo>
                    <a:pt x="155435" y="861060"/>
                  </a:lnTo>
                  <a:lnTo>
                    <a:pt x="155435" y="909828"/>
                  </a:lnTo>
                  <a:lnTo>
                    <a:pt x="153911" y="911352"/>
                  </a:lnTo>
                  <a:lnTo>
                    <a:pt x="153911" y="915924"/>
                  </a:lnTo>
                  <a:lnTo>
                    <a:pt x="152387" y="918972"/>
                  </a:lnTo>
                  <a:lnTo>
                    <a:pt x="152387" y="920496"/>
                  </a:lnTo>
                  <a:lnTo>
                    <a:pt x="150863" y="922020"/>
                  </a:lnTo>
                  <a:lnTo>
                    <a:pt x="144767" y="922020"/>
                  </a:lnTo>
                  <a:lnTo>
                    <a:pt x="141719" y="920496"/>
                  </a:lnTo>
                  <a:lnTo>
                    <a:pt x="138671" y="917448"/>
                  </a:lnTo>
                  <a:lnTo>
                    <a:pt x="137147" y="915924"/>
                  </a:lnTo>
                  <a:lnTo>
                    <a:pt x="134099" y="911352"/>
                  </a:lnTo>
                  <a:lnTo>
                    <a:pt x="135623" y="906780"/>
                  </a:lnTo>
                  <a:lnTo>
                    <a:pt x="135623" y="894588"/>
                  </a:lnTo>
                  <a:lnTo>
                    <a:pt x="135039" y="885761"/>
                  </a:lnTo>
                  <a:lnTo>
                    <a:pt x="134962" y="885444"/>
                  </a:lnTo>
                  <a:lnTo>
                    <a:pt x="133146" y="877633"/>
                  </a:lnTo>
                  <a:lnTo>
                    <a:pt x="130467" y="871728"/>
                  </a:lnTo>
                  <a:lnTo>
                    <a:pt x="129844" y="870381"/>
                  </a:lnTo>
                  <a:lnTo>
                    <a:pt x="129527" y="869975"/>
                  </a:lnTo>
                  <a:lnTo>
                    <a:pt x="129527" y="900684"/>
                  </a:lnTo>
                  <a:lnTo>
                    <a:pt x="128003" y="905256"/>
                  </a:lnTo>
                  <a:lnTo>
                    <a:pt x="116535" y="913828"/>
                  </a:lnTo>
                  <a:lnTo>
                    <a:pt x="109715" y="916686"/>
                  </a:lnTo>
                  <a:lnTo>
                    <a:pt x="101765" y="918400"/>
                  </a:lnTo>
                  <a:lnTo>
                    <a:pt x="92951" y="918972"/>
                  </a:lnTo>
                  <a:lnTo>
                    <a:pt x="83807" y="918972"/>
                  </a:lnTo>
                  <a:lnTo>
                    <a:pt x="76187" y="917448"/>
                  </a:lnTo>
                  <a:lnTo>
                    <a:pt x="67043" y="908304"/>
                  </a:lnTo>
                  <a:lnTo>
                    <a:pt x="63995" y="903732"/>
                  </a:lnTo>
                  <a:lnTo>
                    <a:pt x="63995" y="890016"/>
                  </a:lnTo>
                  <a:lnTo>
                    <a:pt x="102095" y="871728"/>
                  </a:lnTo>
                  <a:lnTo>
                    <a:pt x="111239" y="871728"/>
                  </a:lnTo>
                  <a:lnTo>
                    <a:pt x="118389" y="873163"/>
                  </a:lnTo>
                  <a:lnTo>
                    <a:pt x="118770" y="873163"/>
                  </a:lnTo>
                  <a:lnTo>
                    <a:pt x="128003" y="882396"/>
                  </a:lnTo>
                  <a:lnTo>
                    <a:pt x="129501" y="886879"/>
                  </a:lnTo>
                  <a:lnTo>
                    <a:pt x="129527" y="900684"/>
                  </a:lnTo>
                  <a:lnTo>
                    <a:pt x="129527" y="869975"/>
                  </a:lnTo>
                  <a:lnTo>
                    <a:pt x="100571" y="851916"/>
                  </a:lnTo>
                  <a:lnTo>
                    <a:pt x="91427" y="851916"/>
                  </a:lnTo>
                  <a:lnTo>
                    <a:pt x="83807" y="853440"/>
                  </a:lnTo>
                  <a:lnTo>
                    <a:pt x="77711" y="858012"/>
                  </a:lnTo>
                  <a:lnTo>
                    <a:pt x="77711" y="836676"/>
                  </a:lnTo>
                  <a:lnTo>
                    <a:pt x="68567" y="836676"/>
                  </a:lnTo>
                  <a:lnTo>
                    <a:pt x="68567" y="838200"/>
                  </a:lnTo>
                  <a:lnTo>
                    <a:pt x="67043" y="839724"/>
                  </a:lnTo>
                  <a:lnTo>
                    <a:pt x="67043" y="867156"/>
                  </a:lnTo>
                  <a:lnTo>
                    <a:pt x="63042" y="873163"/>
                  </a:lnTo>
                  <a:lnTo>
                    <a:pt x="60185" y="879729"/>
                  </a:lnTo>
                  <a:lnTo>
                    <a:pt x="58470" y="886879"/>
                  </a:lnTo>
                  <a:lnTo>
                    <a:pt x="57899" y="894588"/>
                  </a:lnTo>
                  <a:lnTo>
                    <a:pt x="58737" y="904303"/>
                  </a:lnTo>
                  <a:lnTo>
                    <a:pt x="82664" y="935545"/>
                  </a:lnTo>
                  <a:lnTo>
                    <a:pt x="97523" y="938784"/>
                  </a:lnTo>
                  <a:lnTo>
                    <a:pt x="105143" y="938784"/>
                  </a:lnTo>
                  <a:lnTo>
                    <a:pt x="111239" y="937260"/>
                  </a:lnTo>
                  <a:lnTo>
                    <a:pt x="117335" y="932688"/>
                  </a:lnTo>
                  <a:lnTo>
                    <a:pt x="123431" y="929640"/>
                  </a:lnTo>
                  <a:lnTo>
                    <a:pt x="128003" y="925068"/>
                  </a:lnTo>
                  <a:lnTo>
                    <a:pt x="130441" y="918972"/>
                  </a:lnTo>
                  <a:lnTo>
                    <a:pt x="131051" y="917448"/>
                  </a:lnTo>
                  <a:lnTo>
                    <a:pt x="138671" y="926592"/>
                  </a:lnTo>
                  <a:lnTo>
                    <a:pt x="147815" y="935736"/>
                  </a:lnTo>
                  <a:lnTo>
                    <a:pt x="152387" y="937260"/>
                  </a:lnTo>
                  <a:lnTo>
                    <a:pt x="155435" y="938784"/>
                  </a:lnTo>
                  <a:lnTo>
                    <a:pt x="160007" y="938784"/>
                  </a:lnTo>
                  <a:lnTo>
                    <a:pt x="163055" y="937260"/>
                  </a:lnTo>
                  <a:lnTo>
                    <a:pt x="164579" y="935736"/>
                  </a:lnTo>
                  <a:lnTo>
                    <a:pt x="167627" y="934212"/>
                  </a:lnTo>
                  <a:lnTo>
                    <a:pt x="169151" y="931164"/>
                  </a:lnTo>
                  <a:lnTo>
                    <a:pt x="172199" y="926592"/>
                  </a:lnTo>
                  <a:lnTo>
                    <a:pt x="179819" y="934212"/>
                  </a:lnTo>
                  <a:lnTo>
                    <a:pt x="184391" y="937260"/>
                  </a:lnTo>
                  <a:lnTo>
                    <a:pt x="184391" y="938784"/>
                  </a:lnTo>
                  <a:lnTo>
                    <a:pt x="190487" y="941832"/>
                  </a:lnTo>
                  <a:lnTo>
                    <a:pt x="195059" y="944880"/>
                  </a:lnTo>
                  <a:lnTo>
                    <a:pt x="196583" y="946404"/>
                  </a:lnTo>
                  <a:lnTo>
                    <a:pt x="199631" y="947928"/>
                  </a:lnTo>
                  <a:lnTo>
                    <a:pt x="207251" y="947928"/>
                  </a:lnTo>
                  <a:lnTo>
                    <a:pt x="224967" y="910285"/>
                  </a:lnTo>
                  <a:lnTo>
                    <a:pt x="225234" y="905256"/>
                  </a:lnTo>
                  <a:lnTo>
                    <a:pt x="225310" y="903732"/>
                  </a:lnTo>
                  <a:lnTo>
                    <a:pt x="225437" y="901255"/>
                  </a:lnTo>
                  <a:lnTo>
                    <a:pt x="225513" y="898690"/>
                  </a:lnTo>
                  <a:close/>
                </a:path>
                <a:path extrusionOk="0" h="1304925" w="226060">
                  <a:moveTo>
                    <a:pt x="225539" y="91440"/>
                  </a:moveTo>
                  <a:lnTo>
                    <a:pt x="224015" y="83820"/>
                  </a:lnTo>
                  <a:lnTo>
                    <a:pt x="217919" y="77724"/>
                  </a:lnTo>
                  <a:lnTo>
                    <a:pt x="213042" y="72301"/>
                  </a:lnTo>
                  <a:lnTo>
                    <a:pt x="97637" y="21336"/>
                  </a:lnTo>
                  <a:lnTo>
                    <a:pt x="76187" y="13716"/>
                  </a:lnTo>
                  <a:lnTo>
                    <a:pt x="73139" y="12192"/>
                  </a:lnTo>
                  <a:lnTo>
                    <a:pt x="70091" y="9144"/>
                  </a:lnTo>
                  <a:lnTo>
                    <a:pt x="67043" y="7620"/>
                  </a:lnTo>
                  <a:lnTo>
                    <a:pt x="67043" y="6096"/>
                  </a:lnTo>
                  <a:lnTo>
                    <a:pt x="65519" y="4572"/>
                  </a:lnTo>
                  <a:lnTo>
                    <a:pt x="65519" y="1524"/>
                  </a:lnTo>
                  <a:lnTo>
                    <a:pt x="63995" y="0"/>
                  </a:lnTo>
                  <a:lnTo>
                    <a:pt x="60947" y="0"/>
                  </a:lnTo>
                  <a:lnTo>
                    <a:pt x="60947" y="32004"/>
                  </a:lnTo>
                  <a:lnTo>
                    <a:pt x="63995" y="32004"/>
                  </a:lnTo>
                  <a:lnTo>
                    <a:pt x="63995" y="28956"/>
                  </a:lnTo>
                  <a:lnTo>
                    <a:pt x="65519" y="27432"/>
                  </a:lnTo>
                  <a:lnTo>
                    <a:pt x="65519" y="24384"/>
                  </a:lnTo>
                  <a:lnTo>
                    <a:pt x="67043" y="22860"/>
                  </a:lnTo>
                  <a:lnTo>
                    <a:pt x="68567" y="22860"/>
                  </a:lnTo>
                  <a:lnTo>
                    <a:pt x="68567" y="21336"/>
                  </a:lnTo>
                  <a:lnTo>
                    <a:pt x="74663" y="21336"/>
                  </a:lnTo>
                  <a:lnTo>
                    <a:pt x="79235" y="22860"/>
                  </a:lnTo>
                  <a:lnTo>
                    <a:pt x="82283" y="24384"/>
                  </a:lnTo>
                  <a:lnTo>
                    <a:pt x="143243" y="48768"/>
                  </a:lnTo>
                  <a:lnTo>
                    <a:pt x="86855" y="76200"/>
                  </a:lnTo>
                  <a:lnTo>
                    <a:pt x="82283" y="77724"/>
                  </a:lnTo>
                  <a:lnTo>
                    <a:pt x="76187" y="79248"/>
                  </a:lnTo>
                  <a:lnTo>
                    <a:pt x="68567" y="79248"/>
                  </a:lnTo>
                  <a:lnTo>
                    <a:pt x="67043" y="76200"/>
                  </a:lnTo>
                  <a:lnTo>
                    <a:pt x="65519" y="74676"/>
                  </a:lnTo>
                  <a:lnTo>
                    <a:pt x="63995" y="71628"/>
                  </a:lnTo>
                  <a:lnTo>
                    <a:pt x="63995" y="65532"/>
                  </a:lnTo>
                  <a:lnTo>
                    <a:pt x="60947" y="65532"/>
                  </a:lnTo>
                  <a:lnTo>
                    <a:pt x="60947" y="118872"/>
                  </a:lnTo>
                  <a:lnTo>
                    <a:pt x="63995" y="118872"/>
                  </a:lnTo>
                  <a:lnTo>
                    <a:pt x="65519" y="114300"/>
                  </a:lnTo>
                  <a:lnTo>
                    <a:pt x="67043" y="111252"/>
                  </a:lnTo>
                  <a:lnTo>
                    <a:pt x="71615" y="106680"/>
                  </a:lnTo>
                  <a:lnTo>
                    <a:pt x="74663" y="105156"/>
                  </a:lnTo>
                  <a:lnTo>
                    <a:pt x="79235" y="102108"/>
                  </a:lnTo>
                  <a:lnTo>
                    <a:pt x="125691" y="79248"/>
                  </a:lnTo>
                  <a:lnTo>
                    <a:pt x="169151" y="57912"/>
                  </a:lnTo>
                  <a:lnTo>
                    <a:pt x="187439" y="65532"/>
                  </a:lnTo>
                  <a:lnTo>
                    <a:pt x="195059" y="68580"/>
                  </a:lnTo>
                  <a:lnTo>
                    <a:pt x="199631" y="71628"/>
                  </a:lnTo>
                  <a:lnTo>
                    <a:pt x="205727" y="77724"/>
                  </a:lnTo>
                  <a:lnTo>
                    <a:pt x="205727" y="85344"/>
                  </a:lnTo>
                  <a:lnTo>
                    <a:pt x="202679" y="94488"/>
                  </a:lnTo>
                  <a:lnTo>
                    <a:pt x="201155" y="97536"/>
                  </a:lnTo>
                  <a:lnTo>
                    <a:pt x="201155" y="105156"/>
                  </a:lnTo>
                  <a:lnTo>
                    <a:pt x="202679" y="108204"/>
                  </a:lnTo>
                  <a:lnTo>
                    <a:pt x="208775" y="114300"/>
                  </a:lnTo>
                  <a:lnTo>
                    <a:pt x="216395" y="114300"/>
                  </a:lnTo>
                  <a:lnTo>
                    <a:pt x="219443" y="112776"/>
                  </a:lnTo>
                  <a:lnTo>
                    <a:pt x="225539" y="106680"/>
                  </a:lnTo>
                  <a:lnTo>
                    <a:pt x="225539" y="914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22" name="Google Shape;2822;p46"/>
          <p:cNvSpPr/>
          <p:nvPr/>
        </p:nvSpPr>
        <p:spPr>
          <a:xfrm>
            <a:off x="5623547" y="5686044"/>
            <a:ext cx="224154" cy="615950"/>
          </a:xfrm>
          <a:custGeom>
            <a:rect b="b" l="l" r="r" t="t"/>
            <a:pathLst>
              <a:path extrusionOk="0" h="615950" w="224154">
                <a:moveTo>
                  <a:pt x="172224" y="469392"/>
                </a:moveTo>
                <a:lnTo>
                  <a:pt x="169176" y="469392"/>
                </a:lnTo>
                <a:lnTo>
                  <a:pt x="169176" y="481584"/>
                </a:lnTo>
                <a:lnTo>
                  <a:pt x="167652" y="486156"/>
                </a:lnTo>
                <a:lnTo>
                  <a:pt x="164604" y="489204"/>
                </a:lnTo>
                <a:lnTo>
                  <a:pt x="161556" y="490728"/>
                </a:lnTo>
                <a:lnTo>
                  <a:pt x="155460" y="492252"/>
                </a:lnTo>
                <a:lnTo>
                  <a:pt x="94500" y="492252"/>
                </a:lnTo>
                <a:lnTo>
                  <a:pt x="96024" y="486156"/>
                </a:lnTo>
                <a:lnTo>
                  <a:pt x="97548" y="481584"/>
                </a:lnTo>
                <a:lnTo>
                  <a:pt x="97459" y="461772"/>
                </a:lnTo>
                <a:lnTo>
                  <a:pt x="96926" y="452234"/>
                </a:lnTo>
                <a:lnTo>
                  <a:pt x="94881" y="442150"/>
                </a:lnTo>
                <a:lnTo>
                  <a:pt x="94792" y="441960"/>
                </a:lnTo>
                <a:lnTo>
                  <a:pt x="94132" y="440436"/>
                </a:lnTo>
                <a:lnTo>
                  <a:pt x="91109" y="433514"/>
                </a:lnTo>
                <a:lnTo>
                  <a:pt x="89928" y="432130"/>
                </a:lnTo>
                <a:lnTo>
                  <a:pt x="89928" y="463296"/>
                </a:lnTo>
                <a:lnTo>
                  <a:pt x="89928" y="483108"/>
                </a:lnTo>
                <a:lnTo>
                  <a:pt x="88404" y="487680"/>
                </a:lnTo>
                <a:lnTo>
                  <a:pt x="88404" y="492252"/>
                </a:lnTo>
                <a:lnTo>
                  <a:pt x="18300" y="492252"/>
                </a:lnTo>
                <a:lnTo>
                  <a:pt x="16776" y="484632"/>
                </a:lnTo>
                <a:lnTo>
                  <a:pt x="15252" y="480060"/>
                </a:lnTo>
                <a:lnTo>
                  <a:pt x="15252" y="469392"/>
                </a:lnTo>
                <a:lnTo>
                  <a:pt x="16776" y="461772"/>
                </a:lnTo>
                <a:lnTo>
                  <a:pt x="19824" y="457200"/>
                </a:lnTo>
                <a:lnTo>
                  <a:pt x="22872" y="451104"/>
                </a:lnTo>
                <a:lnTo>
                  <a:pt x="41160" y="441960"/>
                </a:lnTo>
                <a:lnTo>
                  <a:pt x="47256" y="440436"/>
                </a:lnTo>
                <a:lnTo>
                  <a:pt x="54876" y="440436"/>
                </a:lnTo>
                <a:lnTo>
                  <a:pt x="89928" y="463296"/>
                </a:lnTo>
                <a:lnTo>
                  <a:pt x="89928" y="432130"/>
                </a:lnTo>
                <a:lnTo>
                  <a:pt x="53352" y="413004"/>
                </a:lnTo>
                <a:lnTo>
                  <a:pt x="46507" y="413562"/>
                </a:lnTo>
                <a:lnTo>
                  <a:pt x="15011" y="436270"/>
                </a:lnTo>
                <a:lnTo>
                  <a:pt x="7848" y="469392"/>
                </a:lnTo>
                <a:lnTo>
                  <a:pt x="7632" y="477012"/>
                </a:lnTo>
                <a:lnTo>
                  <a:pt x="7632" y="537972"/>
                </a:lnTo>
                <a:lnTo>
                  <a:pt x="10680" y="537972"/>
                </a:lnTo>
                <a:lnTo>
                  <a:pt x="10680" y="525780"/>
                </a:lnTo>
                <a:lnTo>
                  <a:pt x="13728" y="521208"/>
                </a:lnTo>
                <a:lnTo>
                  <a:pt x="19824" y="515112"/>
                </a:lnTo>
                <a:lnTo>
                  <a:pt x="160032" y="515112"/>
                </a:lnTo>
                <a:lnTo>
                  <a:pt x="163080" y="516636"/>
                </a:lnTo>
                <a:lnTo>
                  <a:pt x="167652" y="519684"/>
                </a:lnTo>
                <a:lnTo>
                  <a:pt x="169176" y="524256"/>
                </a:lnTo>
                <a:lnTo>
                  <a:pt x="169176" y="537972"/>
                </a:lnTo>
                <a:lnTo>
                  <a:pt x="172224" y="537972"/>
                </a:lnTo>
                <a:lnTo>
                  <a:pt x="172224" y="515112"/>
                </a:lnTo>
                <a:lnTo>
                  <a:pt x="172224" y="492252"/>
                </a:lnTo>
                <a:lnTo>
                  <a:pt x="172224" y="469392"/>
                </a:lnTo>
                <a:close/>
              </a:path>
              <a:path extrusionOk="0" h="615950" w="224154">
                <a:moveTo>
                  <a:pt x="172224" y="271272"/>
                </a:moveTo>
                <a:lnTo>
                  <a:pt x="126504" y="259080"/>
                </a:lnTo>
                <a:lnTo>
                  <a:pt x="124980" y="263652"/>
                </a:lnTo>
                <a:lnTo>
                  <a:pt x="132638" y="266204"/>
                </a:lnTo>
                <a:lnTo>
                  <a:pt x="139458" y="269176"/>
                </a:lnTo>
                <a:lnTo>
                  <a:pt x="145122" y="272440"/>
                </a:lnTo>
                <a:lnTo>
                  <a:pt x="149364" y="275844"/>
                </a:lnTo>
                <a:lnTo>
                  <a:pt x="153936" y="278892"/>
                </a:lnTo>
                <a:lnTo>
                  <a:pt x="160032" y="288036"/>
                </a:lnTo>
                <a:lnTo>
                  <a:pt x="160909" y="292950"/>
                </a:lnTo>
                <a:lnTo>
                  <a:pt x="161366" y="298704"/>
                </a:lnTo>
                <a:lnTo>
                  <a:pt x="161556" y="344424"/>
                </a:lnTo>
                <a:lnTo>
                  <a:pt x="156984" y="348996"/>
                </a:lnTo>
                <a:lnTo>
                  <a:pt x="155460" y="348996"/>
                </a:lnTo>
                <a:lnTo>
                  <a:pt x="150888" y="350520"/>
                </a:lnTo>
                <a:lnTo>
                  <a:pt x="30492" y="350520"/>
                </a:lnTo>
                <a:lnTo>
                  <a:pt x="22872" y="348996"/>
                </a:lnTo>
                <a:lnTo>
                  <a:pt x="21348" y="347472"/>
                </a:lnTo>
                <a:lnTo>
                  <a:pt x="18300" y="347472"/>
                </a:lnTo>
                <a:lnTo>
                  <a:pt x="15252" y="344424"/>
                </a:lnTo>
                <a:lnTo>
                  <a:pt x="13728" y="341376"/>
                </a:lnTo>
                <a:lnTo>
                  <a:pt x="12204" y="336804"/>
                </a:lnTo>
                <a:lnTo>
                  <a:pt x="10680" y="330708"/>
                </a:lnTo>
                <a:lnTo>
                  <a:pt x="10680" y="323088"/>
                </a:lnTo>
                <a:lnTo>
                  <a:pt x="7632" y="323088"/>
                </a:lnTo>
                <a:lnTo>
                  <a:pt x="7632" y="396240"/>
                </a:lnTo>
                <a:lnTo>
                  <a:pt x="10680" y="396240"/>
                </a:lnTo>
                <a:lnTo>
                  <a:pt x="10680" y="384048"/>
                </a:lnTo>
                <a:lnTo>
                  <a:pt x="13728" y="379476"/>
                </a:lnTo>
                <a:lnTo>
                  <a:pt x="19824" y="373380"/>
                </a:lnTo>
                <a:lnTo>
                  <a:pt x="160032" y="373380"/>
                </a:lnTo>
                <a:lnTo>
                  <a:pt x="163080" y="374904"/>
                </a:lnTo>
                <a:lnTo>
                  <a:pt x="167652" y="377952"/>
                </a:lnTo>
                <a:lnTo>
                  <a:pt x="169176" y="382524"/>
                </a:lnTo>
                <a:lnTo>
                  <a:pt x="169176" y="396240"/>
                </a:lnTo>
                <a:lnTo>
                  <a:pt x="172224" y="396240"/>
                </a:lnTo>
                <a:lnTo>
                  <a:pt x="172224" y="271272"/>
                </a:lnTo>
                <a:close/>
              </a:path>
              <a:path extrusionOk="0" h="615950" w="224154">
                <a:moveTo>
                  <a:pt x="172224" y="76200"/>
                </a:moveTo>
                <a:lnTo>
                  <a:pt x="169176" y="76200"/>
                </a:lnTo>
                <a:lnTo>
                  <a:pt x="169176" y="83820"/>
                </a:lnTo>
                <a:lnTo>
                  <a:pt x="167652" y="88392"/>
                </a:lnTo>
                <a:lnTo>
                  <a:pt x="109740" y="117957"/>
                </a:lnTo>
                <a:lnTo>
                  <a:pt x="109740" y="141732"/>
                </a:lnTo>
                <a:lnTo>
                  <a:pt x="109740" y="199644"/>
                </a:lnTo>
                <a:lnTo>
                  <a:pt x="44208" y="169164"/>
                </a:lnTo>
                <a:lnTo>
                  <a:pt x="109740" y="141732"/>
                </a:lnTo>
                <a:lnTo>
                  <a:pt x="109740" y="117957"/>
                </a:lnTo>
                <a:lnTo>
                  <a:pt x="4584" y="160020"/>
                </a:lnTo>
                <a:lnTo>
                  <a:pt x="4584" y="164592"/>
                </a:lnTo>
                <a:lnTo>
                  <a:pt x="138696" y="224028"/>
                </a:lnTo>
                <a:lnTo>
                  <a:pt x="147878" y="227457"/>
                </a:lnTo>
                <a:lnTo>
                  <a:pt x="155079" y="230886"/>
                </a:lnTo>
                <a:lnTo>
                  <a:pt x="160553" y="234315"/>
                </a:lnTo>
                <a:lnTo>
                  <a:pt x="164604" y="237744"/>
                </a:lnTo>
                <a:lnTo>
                  <a:pt x="166128" y="239268"/>
                </a:lnTo>
                <a:lnTo>
                  <a:pt x="169176" y="243840"/>
                </a:lnTo>
                <a:lnTo>
                  <a:pt x="169176" y="251460"/>
                </a:lnTo>
                <a:lnTo>
                  <a:pt x="172224" y="251460"/>
                </a:lnTo>
                <a:lnTo>
                  <a:pt x="172224" y="217932"/>
                </a:lnTo>
                <a:lnTo>
                  <a:pt x="172224" y="199644"/>
                </a:lnTo>
                <a:lnTo>
                  <a:pt x="169176" y="199644"/>
                </a:lnTo>
                <a:lnTo>
                  <a:pt x="169176" y="207264"/>
                </a:lnTo>
                <a:lnTo>
                  <a:pt x="167652" y="211836"/>
                </a:lnTo>
                <a:lnTo>
                  <a:pt x="164604" y="217932"/>
                </a:lnTo>
                <a:lnTo>
                  <a:pt x="155460" y="217932"/>
                </a:lnTo>
                <a:lnTo>
                  <a:pt x="150888" y="216408"/>
                </a:lnTo>
                <a:lnTo>
                  <a:pt x="143268" y="214884"/>
                </a:lnTo>
                <a:lnTo>
                  <a:pt x="117360" y="202692"/>
                </a:lnTo>
                <a:lnTo>
                  <a:pt x="117360" y="199644"/>
                </a:lnTo>
                <a:lnTo>
                  <a:pt x="117360" y="141732"/>
                </a:lnTo>
                <a:lnTo>
                  <a:pt x="117360" y="138684"/>
                </a:lnTo>
                <a:lnTo>
                  <a:pt x="141744" y="129540"/>
                </a:lnTo>
                <a:lnTo>
                  <a:pt x="149364" y="126492"/>
                </a:lnTo>
                <a:lnTo>
                  <a:pt x="155460" y="124968"/>
                </a:lnTo>
                <a:lnTo>
                  <a:pt x="161556" y="124968"/>
                </a:lnTo>
                <a:lnTo>
                  <a:pt x="164604" y="126492"/>
                </a:lnTo>
                <a:lnTo>
                  <a:pt x="166128" y="128016"/>
                </a:lnTo>
                <a:lnTo>
                  <a:pt x="169176" y="134112"/>
                </a:lnTo>
                <a:lnTo>
                  <a:pt x="169176" y="141732"/>
                </a:lnTo>
                <a:lnTo>
                  <a:pt x="172224" y="141732"/>
                </a:lnTo>
                <a:lnTo>
                  <a:pt x="172224" y="124968"/>
                </a:lnTo>
                <a:lnTo>
                  <a:pt x="172224" y="76200"/>
                </a:lnTo>
                <a:close/>
              </a:path>
              <a:path extrusionOk="0" h="615950" w="224154">
                <a:moveTo>
                  <a:pt x="224028" y="548640"/>
                </a:moveTo>
                <a:lnTo>
                  <a:pt x="219456" y="548640"/>
                </a:lnTo>
                <a:lnTo>
                  <a:pt x="215773" y="554316"/>
                </a:lnTo>
                <a:lnTo>
                  <a:pt x="211645" y="559689"/>
                </a:lnTo>
                <a:lnTo>
                  <a:pt x="207251" y="564502"/>
                </a:lnTo>
                <a:lnTo>
                  <a:pt x="202692" y="568452"/>
                </a:lnTo>
                <a:lnTo>
                  <a:pt x="196596" y="574548"/>
                </a:lnTo>
                <a:lnTo>
                  <a:pt x="188976" y="577596"/>
                </a:lnTo>
                <a:lnTo>
                  <a:pt x="182880" y="580644"/>
                </a:lnTo>
                <a:lnTo>
                  <a:pt x="177761" y="582917"/>
                </a:lnTo>
                <a:lnTo>
                  <a:pt x="133921" y="591693"/>
                </a:lnTo>
                <a:lnTo>
                  <a:pt x="109728" y="592836"/>
                </a:lnTo>
                <a:lnTo>
                  <a:pt x="97447" y="592556"/>
                </a:lnTo>
                <a:lnTo>
                  <a:pt x="53149" y="585673"/>
                </a:lnTo>
                <a:lnTo>
                  <a:pt x="14859" y="562546"/>
                </a:lnTo>
                <a:lnTo>
                  <a:pt x="4572" y="548640"/>
                </a:lnTo>
                <a:lnTo>
                  <a:pt x="0" y="548640"/>
                </a:lnTo>
                <a:lnTo>
                  <a:pt x="30226" y="587438"/>
                </a:lnTo>
                <a:lnTo>
                  <a:pt x="77343" y="611124"/>
                </a:lnTo>
                <a:lnTo>
                  <a:pt x="112776" y="615696"/>
                </a:lnTo>
                <a:lnTo>
                  <a:pt x="125336" y="615124"/>
                </a:lnTo>
                <a:lnTo>
                  <a:pt x="173545" y="601408"/>
                </a:lnTo>
                <a:lnTo>
                  <a:pt x="209029" y="572858"/>
                </a:lnTo>
                <a:lnTo>
                  <a:pt x="219417" y="557479"/>
                </a:lnTo>
                <a:lnTo>
                  <a:pt x="224028" y="548640"/>
                </a:lnTo>
                <a:close/>
              </a:path>
              <a:path extrusionOk="0" h="615950" w="224154">
                <a:moveTo>
                  <a:pt x="224028" y="67056"/>
                </a:moveTo>
                <a:lnTo>
                  <a:pt x="195313" y="28270"/>
                </a:lnTo>
                <a:lnTo>
                  <a:pt x="148209" y="4572"/>
                </a:lnTo>
                <a:lnTo>
                  <a:pt x="112776" y="0"/>
                </a:lnTo>
                <a:lnTo>
                  <a:pt x="100203" y="571"/>
                </a:lnTo>
                <a:lnTo>
                  <a:pt x="62484" y="9144"/>
                </a:lnTo>
                <a:lnTo>
                  <a:pt x="21336" y="36576"/>
                </a:lnTo>
                <a:lnTo>
                  <a:pt x="0" y="67056"/>
                </a:lnTo>
                <a:lnTo>
                  <a:pt x="4572" y="67056"/>
                </a:lnTo>
                <a:lnTo>
                  <a:pt x="9144" y="60731"/>
                </a:lnTo>
                <a:lnTo>
                  <a:pt x="13716" y="55245"/>
                </a:lnTo>
                <a:lnTo>
                  <a:pt x="47802" y="31483"/>
                </a:lnTo>
                <a:lnTo>
                  <a:pt x="91630" y="23812"/>
                </a:lnTo>
                <a:lnTo>
                  <a:pt x="115824" y="22860"/>
                </a:lnTo>
                <a:lnTo>
                  <a:pt x="127254" y="23152"/>
                </a:lnTo>
                <a:lnTo>
                  <a:pt x="172199" y="30010"/>
                </a:lnTo>
                <a:lnTo>
                  <a:pt x="210502" y="52959"/>
                </a:lnTo>
                <a:lnTo>
                  <a:pt x="219456" y="67056"/>
                </a:lnTo>
                <a:lnTo>
                  <a:pt x="224028" y="670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23" name="Google Shape;2823;p46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5623560" y="5462015"/>
            <a:ext cx="175259" cy="1447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824" name="Google Shape;2824;p46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5681471" y="5158740"/>
            <a:ext cx="117348" cy="222503"/>
          </a:xfrm>
          <a:prstGeom prst="rect">
            <a:avLst/>
          </a:prstGeom>
          <a:noFill/>
          <a:ln>
            <a:noFill/>
          </a:ln>
        </p:spPr>
      </p:pic>
      <p:pic>
        <p:nvPicPr>
          <p:cNvPr id="2825" name="Google Shape;2825;p46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5623560" y="4267200"/>
            <a:ext cx="225551" cy="818387"/>
          </a:xfrm>
          <a:prstGeom prst="rect">
            <a:avLst/>
          </a:prstGeom>
          <a:noFill/>
          <a:ln>
            <a:noFill/>
          </a:ln>
        </p:spPr>
      </p:pic>
      <p:pic>
        <p:nvPicPr>
          <p:cNvPr id="2826" name="Google Shape;2826;p46"/>
          <p:cNvPicPr preferRelativeResize="0"/>
          <p:nvPr/>
        </p:nvPicPr>
        <p:blipFill rotWithShape="1">
          <a:blip r:embed="rId96">
            <a:alphaModFix/>
          </a:blip>
          <a:srcRect b="0" l="0" r="0" t="0"/>
          <a:stretch/>
        </p:blipFill>
        <p:spPr>
          <a:xfrm>
            <a:off x="5623559" y="3968495"/>
            <a:ext cx="175260" cy="2209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7" name="Google Shape;2827;p46"/>
          <p:cNvGrpSpPr/>
          <p:nvPr/>
        </p:nvGrpSpPr>
        <p:grpSpPr>
          <a:xfrm>
            <a:off x="5623547" y="2183892"/>
            <a:ext cx="175272" cy="1739265"/>
            <a:chOff x="5623547" y="2183892"/>
            <a:chExt cx="175272" cy="1739265"/>
          </a:xfrm>
        </p:grpSpPr>
        <p:sp>
          <p:nvSpPr>
            <p:cNvPr id="2828" name="Google Shape;2828;p46"/>
            <p:cNvSpPr/>
            <p:nvPr/>
          </p:nvSpPr>
          <p:spPr>
            <a:xfrm>
              <a:off x="5623547" y="3525012"/>
              <a:ext cx="175260" cy="398145"/>
            </a:xfrm>
            <a:custGeom>
              <a:rect b="b" l="l" r="r" t="t"/>
              <a:pathLst>
                <a:path extrusionOk="0" h="398145" w="175260">
                  <a:moveTo>
                    <a:pt x="172212" y="330708"/>
                  </a:moveTo>
                  <a:lnTo>
                    <a:pt x="169164" y="330708"/>
                  </a:lnTo>
                  <a:lnTo>
                    <a:pt x="169164" y="345948"/>
                  </a:lnTo>
                  <a:lnTo>
                    <a:pt x="167640" y="350520"/>
                  </a:lnTo>
                  <a:lnTo>
                    <a:pt x="164592" y="353568"/>
                  </a:lnTo>
                  <a:lnTo>
                    <a:pt x="161544" y="355092"/>
                  </a:lnTo>
                  <a:lnTo>
                    <a:pt x="153924" y="356616"/>
                  </a:lnTo>
                  <a:lnTo>
                    <a:pt x="68580" y="356616"/>
                  </a:lnTo>
                  <a:lnTo>
                    <a:pt x="68580" y="327660"/>
                  </a:lnTo>
                  <a:lnTo>
                    <a:pt x="60960" y="327660"/>
                  </a:lnTo>
                  <a:lnTo>
                    <a:pt x="60960" y="356616"/>
                  </a:lnTo>
                  <a:lnTo>
                    <a:pt x="41706" y="356387"/>
                  </a:lnTo>
                  <a:lnTo>
                    <a:pt x="7620" y="342900"/>
                  </a:lnTo>
                  <a:lnTo>
                    <a:pt x="7620" y="336804"/>
                  </a:lnTo>
                  <a:lnTo>
                    <a:pt x="10668" y="330708"/>
                  </a:lnTo>
                  <a:lnTo>
                    <a:pt x="15240" y="326136"/>
                  </a:lnTo>
                  <a:lnTo>
                    <a:pt x="24384" y="320040"/>
                  </a:lnTo>
                  <a:lnTo>
                    <a:pt x="30480" y="313944"/>
                  </a:lnTo>
                  <a:lnTo>
                    <a:pt x="30480" y="304800"/>
                  </a:lnTo>
                  <a:lnTo>
                    <a:pt x="27432" y="303276"/>
                  </a:lnTo>
                  <a:lnTo>
                    <a:pt x="25908" y="301752"/>
                  </a:lnTo>
                  <a:lnTo>
                    <a:pt x="22860" y="300228"/>
                  </a:lnTo>
                  <a:lnTo>
                    <a:pt x="16764" y="300228"/>
                  </a:lnTo>
                  <a:lnTo>
                    <a:pt x="0" y="330708"/>
                  </a:lnTo>
                  <a:lnTo>
                    <a:pt x="558" y="337312"/>
                  </a:lnTo>
                  <a:lnTo>
                    <a:pt x="25908" y="370332"/>
                  </a:lnTo>
                  <a:lnTo>
                    <a:pt x="31940" y="373214"/>
                  </a:lnTo>
                  <a:lnTo>
                    <a:pt x="38671" y="375094"/>
                  </a:lnTo>
                  <a:lnTo>
                    <a:pt x="46278" y="376123"/>
                  </a:lnTo>
                  <a:lnTo>
                    <a:pt x="54864" y="376428"/>
                  </a:lnTo>
                  <a:lnTo>
                    <a:pt x="60960" y="376428"/>
                  </a:lnTo>
                  <a:lnTo>
                    <a:pt x="60960" y="397764"/>
                  </a:lnTo>
                  <a:lnTo>
                    <a:pt x="68580" y="397764"/>
                  </a:lnTo>
                  <a:lnTo>
                    <a:pt x="68580" y="376428"/>
                  </a:lnTo>
                  <a:lnTo>
                    <a:pt x="156972" y="376428"/>
                  </a:lnTo>
                  <a:lnTo>
                    <a:pt x="166116" y="381000"/>
                  </a:lnTo>
                  <a:lnTo>
                    <a:pt x="167640" y="384048"/>
                  </a:lnTo>
                  <a:lnTo>
                    <a:pt x="169164" y="385572"/>
                  </a:lnTo>
                  <a:lnTo>
                    <a:pt x="169164" y="397764"/>
                  </a:lnTo>
                  <a:lnTo>
                    <a:pt x="172212" y="397764"/>
                  </a:lnTo>
                  <a:lnTo>
                    <a:pt x="172212" y="330708"/>
                  </a:lnTo>
                  <a:close/>
                </a:path>
                <a:path extrusionOk="0" h="398145" w="175260">
                  <a:moveTo>
                    <a:pt x="175260" y="231648"/>
                  </a:moveTo>
                  <a:lnTo>
                    <a:pt x="161544" y="199644"/>
                  </a:lnTo>
                  <a:lnTo>
                    <a:pt x="158496" y="201168"/>
                  </a:lnTo>
                  <a:lnTo>
                    <a:pt x="161544" y="207264"/>
                  </a:lnTo>
                  <a:lnTo>
                    <a:pt x="161544" y="210312"/>
                  </a:lnTo>
                  <a:lnTo>
                    <a:pt x="160020" y="211836"/>
                  </a:lnTo>
                  <a:lnTo>
                    <a:pt x="160020" y="213360"/>
                  </a:lnTo>
                  <a:lnTo>
                    <a:pt x="156972" y="216408"/>
                  </a:lnTo>
                  <a:lnTo>
                    <a:pt x="153924" y="216408"/>
                  </a:lnTo>
                  <a:lnTo>
                    <a:pt x="137426" y="217703"/>
                  </a:lnTo>
                  <a:lnTo>
                    <a:pt x="128016" y="217932"/>
                  </a:lnTo>
                  <a:lnTo>
                    <a:pt x="60960" y="217932"/>
                  </a:lnTo>
                  <a:lnTo>
                    <a:pt x="60960" y="254508"/>
                  </a:lnTo>
                  <a:lnTo>
                    <a:pt x="64008" y="254508"/>
                  </a:lnTo>
                  <a:lnTo>
                    <a:pt x="65532" y="246888"/>
                  </a:lnTo>
                  <a:lnTo>
                    <a:pt x="65532" y="242316"/>
                  </a:lnTo>
                  <a:lnTo>
                    <a:pt x="68580" y="240792"/>
                  </a:lnTo>
                  <a:lnTo>
                    <a:pt x="71628" y="237744"/>
                  </a:lnTo>
                  <a:lnTo>
                    <a:pt x="144780" y="237744"/>
                  </a:lnTo>
                  <a:lnTo>
                    <a:pt x="155448" y="248412"/>
                  </a:lnTo>
                  <a:lnTo>
                    <a:pt x="156972" y="252984"/>
                  </a:lnTo>
                  <a:lnTo>
                    <a:pt x="160020" y="257556"/>
                  </a:lnTo>
                  <a:lnTo>
                    <a:pt x="160020" y="271272"/>
                  </a:lnTo>
                  <a:lnTo>
                    <a:pt x="158496" y="275844"/>
                  </a:lnTo>
                  <a:lnTo>
                    <a:pt x="152400" y="281940"/>
                  </a:lnTo>
                  <a:lnTo>
                    <a:pt x="146304" y="284988"/>
                  </a:lnTo>
                  <a:lnTo>
                    <a:pt x="60960" y="284988"/>
                  </a:lnTo>
                  <a:lnTo>
                    <a:pt x="60960" y="323088"/>
                  </a:lnTo>
                  <a:lnTo>
                    <a:pt x="64008" y="323088"/>
                  </a:lnTo>
                  <a:lnTo>
                    <a:pt x="64008" y="316992"/>
                  </a:lnTo>
                  <a:lnTo>
                    <a:pt x="65532" y="312420"/>
                  </a:lnTo>
                  <a:lnTo>
                    <a:pt x="65532" y="310896"/>
                  </a:lnTo>
                  <a:lnTo>
                    <a:pt x="67056" y="307848"/>
                  </a:lnTo>
                  <a:lnTo>
                    <a:pt x="68580" y="306324"/>
                  </a:lnTo>
                  <a:lnTo>
                    <a:pt x="71628" y="306324"/>
                  </a:lnTo>
                  <a:lnTo>
                    <a:pt x="73152" y="304800"/>
                  </a:lnTo>
                  <a:lnTo>
                    <a:pt x="143256" y="304800"/>
                  </a:lnTo>
                  <a:lnTo>
                    <a:pt x="150876" y="303276"/>
                  </a:lnTo>
                  <a:lnTo>
                    <a:pt x="156972" y="301752"/>
                  </a:lnTo>
                  <a:lnTo>
                    <a:pt x="161544" y="300228"/>
                  </a:lnTo>
                  <a:lnTo>
                    <a:pt x="167640" y="297180"/>
                  </a:lnTo>
                  <a:lnTo>
                    <a:pt x="170688" y="291084"/>
                  </a:lnTo>
                  <a:lnTo>
                    <a:pt x="173736" y="286512"/>
                  </a:lnTo>
                  <a:lnTo>
                    <a:pt x="175260" y="281940"/>
                  </a:lnTo>
                  <a:lnTo>
                    <a:pt x="175260" y="263652"/>
                  </a:lnTo>
                  <a:lnTo>
                    <a:pt x="152400" y="237744"/>
                  </a:lnTo>
                  <a:lnTo>
                    <a:pt x="175260" y="237744"/>
                  </a:lnTo>
                  <a:lnTo>
                    <a:pt x="175260" y="231648"/>
                  </a:lnTo>
                  <a:close/>
                </a:path>
                <a:path extrusionOk="0" h="398145" w="175260">
                  <a:moveTo>
                    <a:pt x="175260" y="149352"/>
                  </a:moveTo>
                  <a:lnTo>
                    <a:pt x="155638" y="114490"/>
                  </a:lnTo>
                  <a:lnTo>
                    <a:pt x="141732" y="111252"/>
                  </a:lnTo>
                  <a:lnTo>
                    <a:pt x="132905" y="112928"/>
                  </a:lnTo>
                  <a:lnTo>
                    <a:pt x="102108" y="153924"/>
                  </a:lnTo>
                  <a:lnTo>
                    <a:pt x="99060" y="161544"/>
                  </a:lnTo>
                  <a:lnTo>
                    <a:pt x="94488" y="166116"/>
                  </a:lnTo>
                  <a:lnTo>
                    <a:pt x="91440" y="167640"/>
                  </a:lnTo>
                  <a:lnTo>
                    <a:pt x="88392" y="170688"/>
                  </a:lnTo>
                  <a:lnTo>
                    <a:pt x="76200" y="170688"/>
                  </a:lnTo>
                  <a:lnTo>
                    <a:pt x="73152" y="169164"/>
                  </a:lnTo>
                  <a:lnTo>
                    <a:pt x="67056" y="163068"/>
                  </a:lnTo>
                  <a:lnTo>
                    <a:pt x="65532" y="158496"/>
                  </a:lnTo>
                  <a:lnTo>
                    <a:pt x="65532" y="146304"/>
                  </a:lnTo>
                  <a:lnTo>
                    <a:pt x="96012" y="123444"/>
                  </a:lnTo>
                  <a:lnTo>
                    <a:pt x="96012" y="120396"/>
                  </a:lnTo>
                  <a:lnTo>
                    <a:pt x="57912" y="120396"/>
                  </a:lnTo>
                  <a:lnTo>
                    <a:pt x="57912" y="123444"/>
                  </a:lnTo>
                  <a:lnTo>
                    <a:pt x="60960" y="124968"/>
                  </a:lnTo>
                  <a:lnTo>
                    <a:pt x="60960" y="126492"/>
                  </a:lnTo>
                  <a:lnTo>
                    <a:pt x="62484" y="126492"/>
                  </a:lnTo>
                  <a:lnTo>
                    <a:pt x="62484" y="134112"/>
                  </a:lnTo>
                  <a:lnTo>
                    <a:pt x="60960" y="137160"/>
                  </a:lnTo>
                  <a:lnTo>
                    <a:pt x="57912" y="149352"/>
                  </a:lnTo>
                  <a:lnTo>
                    <a:pt x="57912" y="163068"/>
                  </a:lnTo>
                  <a:lnTo>
                    <a:pt x="60960" y="170688"/>
                  </a:lnTo>
                  <a:lnTo>
                    <a:pt x="73152" y="182880"/>
                  </a:lnTo>
                  <a:lnTo>
                    <a:pt x="80772" y="185928"/>
                  </a:lnTo>
                  <a:lnTo>
                    <a:pt x="96012" y="185928"/>
                  </a:lnTo>
                  <a:lnTo>
                    <a:pt x="121920" y="156972"/>
                  </a:lnTo>
                  <a:lnTo>
                    <a:pt x="126238" y="149567"/>
                  </a:lnTo>
                  <a:lnTo>
                    <a:pt x="130111" y="143446"/>
                  </a:lnTo>
                  <a:lnTo>
                    <a:pt x="133718" y="138760"/>
                  </a:lnTo>
                  <a:lnTo>
                    <a:pt x="137160" y="135636"/>
                  </a:lnTo>
                  <a:lnTo>
                    <a:pt x="140208" y="132588"/>
                  </a:lnTo>
                  <a:lnTo>
                    <a:pt x="144780" y="129540"/>
                  </a:lnTo>
                  <a:lnTo>
                    <a:pt x="155448" y="129540"/>
                  </a:lnTo>
                  <a:lnTo>
                    <a:pt x="160020" y="132588"/>
                  </a:lnTo>
                  <a:lnTo>
                    <a:pt x="166116" y="138684"/>
                  </a:lnTo>
                  <a:lnTo>
                    <a:pt x="167640" y="143256"/>
                  </a:lnTo>
                  <a:lnTo>
                    <a:pt x="167640" y="156972"/>
                  </a:lnTo>
                  <a:lnTo>
                    <a:pt x="166116" y="164592"/>
                  </a:lnTo>
                  <a:lnTo>
                    <a:pt x="160020" y="170688"/>
                  </a:lnTo>
                  <a:lnTo>
                    <a:pt x="156019" y="174955"/>
                  </a:lnTo>
                  <a:lnTo>
                    <a:pt x="150876" y="178498"/>
                  </a:lnTo>
                  <a:lnTo>
                    <a:pt x="144589" y="181190"/>
                  </a:lnTo>
                  <a:lnTo>
                    <a:pt x="137160" y="182880"/>
                  </a:lnTo>
                  <a:lnTo>
                    <a:pt x="137160" y="185928"/>
                  </a:lnTo>
                  <a:lnTo>
                    <a:pt x="175260" y="185928"/>
                  </a:lnTo>
                  <a:lnTo>
                    <a:pt x="175260" y="182880"/>
                  </a:lnTo>
                  <a:lnTo>
                    <a:pt x="172212" y="182880"/>
                  </a:lnTo>
                  <a:lnTo>
                    <a:pt x="170688" y="181356"/>
                  </a:lnTo>
                  <a:lnTo>
                    <a:pt x="170688" y="176784"/>
                  </a:lnTo>
                  <a:lnTo>
                    <a:pt x="172212" y="175260"/>
                  </a:lnTo>
                  <a:lnTo>
                    <a:pt x="172212" y="172212"/>
                  </a:lnTo>
                  <a:lnTo>
                    <a:pt x="175260" y="163068"/>
                  </a:lnTo>
                  <a:lnTo>
                    <a:pt x="175260" y="149352"/>
                  </a:lnTo>
                  <a:close/>
                </a:path>
                <a:path extrusionOk="0" h="398145" w="175260">
                  <a:moveTo>
                    <a:pt x="175260" y="45720"/>
                  </a:moveTo>
                  <a:lnTo>
                    <a:pt x="175158" y="44196"/>
                  </a:lnTo>
                  <a:lnTo>
                    <a:pt x="175056" y="42672"/>
                  </a:lnTo>
                  <a:lnTo>
                    <a:pt x="174650" y="36893"/>
                  </a:lnTo>
                  <a:lnTo>
                    <a:pt x="148399" y="4762"/>
                  </a:lnTo>
                  <a:lnTo>
                    <a:pt x="132588" y="0"/>
                  </a:lnTo>
                  <a:lnTo>
                    <a:pt x="129540" y="3048"/>
                  </a:lnTo>
                  <a:lnTo>
                    <a:pt x="140208" y="6096"/>
                  </a:lnTo>
                  <a:lnTo>
                    <a:pt x="146304" y="10668"/>
                  </a:lnTo>
                  <a:lnTo>
                    <a:pt x="150876" y="16764"/>
                  </a:lnTo>
                  <a:lnTo>
                    <a:pt x="153924" y="21336"/>
                  </a:lnTo>
                  <a:lnTo>
                    <a:pt x="153974" y="21513"/>
                  </a:lnTo>
                  <a:lnTo>
                    <a:pt x="155448" y="27432"/>
                  </a:lnTo>
                  <a:lnTo>
                    <a:pt x="155448" y="35052"/>
                  </a:lnTo>
                  <a:lnTo>
                    <a:pt x="134048" y="68249"/>
                  </a:lnTo>
                  <a:lnTo>
                    <a:pt x="102108" y="74676"/>
                  </a:lnTo>
                  <a:lnTo>
                    <a:pt x="102108" y="24384"/>
                  </a:lnTo>
                  <a:lnTo>
                    <a:pt x="102108" y="0"/>
                  </a:lnTo>
                  <a:lnTo>
                    <a:pt x="94488" y="723"/>
                  </a:lnTo>
                  <a:lnTo>
                    <a:pt x="94488" y="24384"/>
                  </a:lnTo>
                  <a:lnTo>
                    <a:pt x="94488" y="74676"/>
                  </a:lnTo>
                  <a:lnTo>
                    <a:pt x="65532" y="54825"/>
                  </a:lnTo>
                  <a:lnTo>
                    <a:pt x="65532" y="44196"/>
                  </a:lnTo>
                  <a:lnTo>
                    <a:pt x="67056" y="39624"/>
                  </a:lnTo>
                  <a:lnTo>
                    <a:pt x="70104" y="35052"/>
                  </a:lnTo>
                  <a:lnTo>
                    <a:pt x="76200" y="28956"/>
                  </a:lnTo>
                  <a:lnTo>
                    <a:pt x="80772" y="27432"/>
                  </a:lnTo>
                  <a:lnTo>
                    <a:pt x="83820" y="25908"/>
                  </a:lnTo>
                  <a:lnTo>
                    <a:pt x="88392" y="24384"/>
                  </a:lnTo>
                  <a:lnTo>
                    <a:pt x="94488" y="24384"/>
                  </a:lnTo>
                  <a:lnTo>
                    <a:pt x="94488" y="723"/>
                  </a:lnTo>
                  <a:lnTo>
                    <a:pt x="61150" y="25717"/>
                  </a:lnTo>
                  <a:lnTo>
                    <a:pt x="61099" y="25908"/>
                  </a:lnTo>
                  <a:lnTo>
                    <a:pt x="58750" y="33845"/>
                  </a:lnTo>
                  <a:lnTo>
                    <a:pt x="58635" y="35052"/>
                  </a:lnTo>
                  <a:lnTo>
                    <a:pt x="57912" y="42672"/>
                  </a:lnTo>
                  <a:lnTo>
                    <a:pt x="59042" y="52679"/>
                  </a:lnTo>
                  <a:lnTo>
                    <a:pt x="83299" y="85255"/>
                  </a:lnTo>
                  <a:lnTo>
                    <a:pt x="118872" y="92964"/>
                  </a:lnTo>
                  <a:lnTo>
                    <a:pt x="130873" y="92113"/>
                  </a:lnTo>
                  <a:lnTo>
                    <a:pt x="166903" y="71869"/>
                  </a:lnTo>
                  <a:lnTo>
                    <a:pt x="174383" y="54825"/>
                  </a:lnTo>
                  <a:lnTo>
                    <a:pt x="175260" y="45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29" name="Google Shape;2829;p46"/>
            <p:cNvPicPr preferRelativeResize="0"/>
            <p:nvPr/>
          </p:nvPicPr>
          <p:blipFill rotWithShape="1">
            <a:blip r:embed="rId97">
              <a:alphaModFix/>
            </a:blip>
            <a:srcRect b="0" l="0" r="0" t="0"/>
            <a:stretch/>
          </p:blipFill>
          <p:spPr>
            <a:xfrm>
              <a:off x="5623559" y="2183892"/>
              <a:ext cx="175260" cy="132283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830" name="Google Shape;2830;p46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5623559" y="1427988"/>
            <a:ext cx="225551" cy="682751"/>
          </a:xfrm>
          <a:prstGeom prst="rect">
            <a:avLst/>
          </a:prstGeom>
          <a:noFill/>
          <a:ln>
            <a:noFill/>
          </a:ln>
        </p:spPr>
      </p:pic>
      <p:sp>
        <p:nvSpPr>
          <p:cNvPr id="2831" name="Google Shape;2831;p46"/>
          <p:cNvSpPr/>
          <p:nvPr/>
        </p:nvSpPr>
        <p:spPr>
          <a:xfrm>
            <a:off x="5920727" y="8157972"/>
            <a:ext cx="224154" cy="786765"/>
          </a:xfrm>
          <a:custGeom>
            <a:rect b="b" l="l" r="r" t="t"/>
            <a:pathLst>
              <a:path extrusionOk="0" h="786765" w="224154">
                <a:moveTo>
                  <a:pt x="85344" y="9144"/>
                </a:moveTo>
                <a:lnTo>
                  <a:pt x="83820" y="6096"/>
                </a:lnTo>
                <a:lnTo>
                  <a:pt x="79248" y="1524"/>
                </a:lnTo>
                <a:lnTo>
                  <a:pt x="74676" y="0"/>
                </a:lnTo>
                <a:lnTo>
                  <a:pt x="68580" y="0"/>
                </a:lnTo>
                <a:lnTo>
                  <a:pt x="64008" y="1524"/>
                </a:lnTo>
                <a:lnTo>
                  <a:pt x="59436" y="6096"/>
                </a:lnTo>
                <a:lnTo>
                  <a:pt x="57912" y="9144"/>
                </a:lnTo>
                <a:lnTo>
                  <a:pt x="57912" y="16764"/>
                </a:lnTo>
                <a:lnTo>
                  <a:pt x="59436" y="19812"/>
                </a:lnTo>
                <a:lnTo>
                  <a:pt x="62484" y="22860"/>
                </a:lnTo>
                <a:lnTo>
                  <a:pt x="64008" y="25908"/>
                </a:lnTo>
                <a:lnTo>
                  <a:pt x="68580" y="27432"/>
                </a:lnTo>
                <a:lnTo>
                  <a:pt x="74676" y="27432"/>
                </a:lnTo>
                <a:lnTo>
                  <a:pt x="79248" y="25908"/>
                </a:lnTo>
                <a:lnTo>
                  <a:pt x="80772" y="22860"/>
                </a:lnTo>
                <a:lnTo>
                  <a:pt x="83820" y="19812"/>
                </a:lnTo>
                <a:lnTo>
                  <a:pt x="85344" y="16764"/>
                </a:lnTo>
                <a:lnTo>
                  <a:pt x="85344" y="9144"/>
                </a:lnTo>
                <a:close/>
              </a:path>
              <a:path extrusionOk="0" h="786765" w="224154">
                <a:moveTo>
                  <a:pt x="172224" y="245364"/>
                </a:moveTo>
                <a:lnTo>
                  <a:pt x="169176" y="245364"/>
                </a:lnTo>
                <a:lnTo>
                  <a:pt x="169176" y="256032"/>
                </a:lnTo>
                <a:lnTo>
                  <a:pt x="167652" y="260604"/>
                </a:lnTo>
                <a:lnTo>
                  <a:pt x="163080" y="263652"/>
                </a:lnTo>
                <a:lnTo>
                  <a:pt x="161556" y="266700"/>
                </a:lnTo>
                <a:lnTo>
                  <a:pt x="153936" y="268224"/>
                </a:lnTo>
                <a:lnTo>
                  <a:pt x="18300" y="268224"/>
                </a:lnTo>
                <a:lnTo>
                  <a:pt x="18300" y="237744"/>
                </a:lnTo>
                <a:lnTo>
                  <a:pt x="39636" y="214884"/>
                </a:lnTo>
                <a:lnTo>
                  <a:pt x="45732" y="214884"/>
                </a:lnTo>
                <a:lnTo>
                  <a:pt x="45732" y="210312"/>
                </a:lnTo>
                <a:lnTo>
                  <a:pt x="7632" y="211836"/>
                </a:lnTo>
                <a:lnTo>
                  <a:pt x="7632" y="345948"/>
                </a:lnTo>
                <a:lnTo>
                  <a:pt x="45732" y="347472"/>
                </a:lnTo>
                <a:lnTo>
                  <a:pt x="45732" y="342900"/>
                </a:lnTo>
                <a:lnTo>
                  <a:pt x="33540" y="339852"/>
                </a:lnTo>
                <a:lnTo>
                  <a:pt x="24396" y="333756"/>
                </a:lnTo>
                <a:lnTo>
                  <a:pt x="21348" y="330708"/>
                </a:lnTo>
                <a:lnTo>
                  <a:pt x="19824" y="326136"/>
                </a:lnTo>
                <a:lnTo>
                  <a:pt x="18300" y="323088"/>
                </a:lnTo>
                <a:lnTo>
                  <a:pt x="18300" y="291084"/>
                </a:lnTo>
                <a:lnTo>
                  <a:pt x="160032" y="291084"/>
                </a:lnTo>
                <a:lnTo>
                  <a:pt x="163080" y="292608"/>
                </a:lnTo>
                <a:lnTo>
                  <a:pt x="167652" y="295656"/>
                </a:lnTo>
                <a:lnTo>
                  <a:pt x="169176" y="300228"/>
                </a:lnTo>
                <a:lnTo>
                  <a:pt x="169176" y="313944"/>
                </a:lnTo>
                <a:lnTo>
                  <a:pt x="172224" y="313944"/>
                </a:lnTo>
                <a:lnTo>
                  <a:pt x="172224" y="245364"/>
                </a:lnTo>
                <a:close/>
              </a:path>
              <a:path extrusionOk="0" h="786765" w="224154">
                <a:moveTo>
                  <a:pt x="172224" y="70104"/>
                </a:moveTo>
                <a:lnTo>
                  <a:pt x="131076" y="56388"/>
                </a:lnTo>
                <a:lnTo>
                  <a:pt x="131076" y="60960"/>
                </a:lnTo>
                <a:lnTo>
                  <a:pt x="138506" y="64630"/>
                </a:lnTo>
                <a:lnTo>
                  <a:pt x="144792" y="68580"/>
                </a:lnTo>
                <a:lnTo>
                  <a:pt x="149936" y="72542"/>
                </a:lnTo>
                <a:lnTo>
                  <a:pt x="153936" y="76200"/>
                </a:lnTo>
                <a:lnTo>
                  <a:pt x="158508" y="79248"/>
                </a:lnTo>
                <a:lnTo>
                  <a:pt x="161556" y="83820"/>
                </a:lnTo>
                <a:lnTo>
                  <a:pt x="163080" y="88392"/>
                </a:lnTo>
                <a:lnTo>
                  <a:pt x="164604" y="91440"/>
                </a:lnTo>
                <a:lnTo>
                  <a:pt x="164604" y="143256"/>
                </a:lnTo>
                <a:lnTo>
                  <a:pt x="161556" y="146304"/>
                </a:lnTo>
                <a:lnTo>
                  <a:pt x="161556" y="147828"/>
                </a:lnTo>
                <a:lnTo>
                  <a:pt x="160032" y="147828"/>
                </a:lnTo>
                <a:lnTo>
                  <a:pt x="156984" y="149352"/>
                </a:lnTo>
                <a:lnTo>
                  <a:pt x="89928" y="149352"/>
                </a:lnTo>
                <a:lnTo>
                  <a:pt x="89928" y="102108"/>
                </a:lnTo>
                <a:lnTo>
                  <a:pt x="92976" y="96012"/>
                </a:lnTo>
                <a:lnTo>
                  <a:pt x="96024" y="92964"/>
                </a:lnTo>
                <a:lnTo>
                  <a:pt x="99072" y="91440"/>
                </a:lnTo>
                <a:lnTo>
                  <a:pt x="100596" y="89916"/>
                </a:lnTo>
                <a:lnTo>
                  <a:pt x="105168" y="89916"/>
                </a:lnTo>
                <a:lnTo>
                  <a:pt x="112788" y="88392"/>
                </a:lnTo>
                <a:lnTo>
                  <a:pt x="112788" y="85344"/>
                </a:lnTo>
                <a:lnTo>
                  <a:pt x="59448" y="85344"/>
                </a:lnTo>
                <a:lnTo>
                  <a:pt x="59448" y="88392"/>
                </a:lnTo>
                <a:lnTo>
                  <a:pt x="68592" y="88392"/>
                </a:lnTo>
                <a:lnTo>
                  <a:pt x="74688" y="91440"/>
                </a:lnTo>
                <a:lnTo>
                  <a:pt x="77736" y="94488"/>
                </a:lnTo>
                <a:lnTo>
                  <a:pt x="80784" y="99060"/>
                </a:lnTo>
                <a:lnTo>
                  <a:pt x="82308" y="105156"/>
                </a:lnTo>
                <a:lnTo>
                  <a:pt x="82308" y="149352"/>
                </a:lnTo>
                <a:lnTo>
                  <a:pt x="15252" y="149352"/>
                </a:lnTo>
                <a:lnTo>
                  <a:pt x="15252" y="105156"/>
                </a:lnTo>
                <a:lnTo>
                  <a:pt x="15252" y="91440"/>
                </a:lnTo>
                <a:lnTo>
                  <a:pt x="16776" y="86868"/>
                </a:lnTo>
                <a:lnTo>
                  <a:pt x="18300" y="83820"/>
                </a:lnTo>
                <a:lnTo>
                  <a:pt x="21348" y="80772"/>
                </a:lnTo>
                <a:lnTo>
                  <a:pt x="24396" y="79248"/>
                </a:lnTo>
                <a:lnTo>
                  <a:pt x="28968" y="76200"/>
                </a:lnTo>
                <a:lnTo>
                  <a:pt x="35064" y="74676"/>
                </a:lnTo>
                <a:lnTo>
                  <a:pt x="44208" y="73152"/>
                </a:lnTo>
                <a:lnTo>
                  <a:pt x="44208" y="68580"/>
                </a:lnTo>
                <a:lnTo>
                  <a:pt x="7632" y="70104"/>
                </a:lnTo>
                <a:lnTo>
                  <a:pt x="7632" y="195072"/>
                </a:lnTo>
                <a:lnTo>
                  <a:pt x="10680" y="195072"/>
                </a:lnTo>
                <a:lnTo>
                  <a:pt x="10680" y="182880"/>
                </a:lnTo>
                <a:lnTo>
                  <a:pt x="12204" y="178308"/>
                </a:lnTo>
                <a:lnTo>
                  <a:pt x="15252" y="175260"/>
                </a:lnTo>
                <a:lnTo>
                  <a:pt x="18300" y="173736"/>
                </a:lnTo>
                <a:lnTo>
                  <a:pt x="25920" y="172212"/>
                </a:lnTo>
                <a:lnTo>
                  <a:pt x="156984" y="172212"/>
                </a:lnTo>
                <a:lnTo>
                  <a:pt x="160032" y="173736"/>
                </a:lnTo>
                <a:lnTo>
                  <a:pt x="163080" y="173736"/>
                </a:lnTo>
                <a:lnTo>
                  <a:pt x="164604" y="175260"/>
                </a:lnTo>
                <a:lnTo>
                  <a:pt x="167652" y="181356"/>
                </a:lnTo>
                <a:lnTo>
                  <a:pt x="169176" y="185928"/>
                </a:lnTo>
                <a:lnTo>
                  <a:pt x="169176" y="195072"/>
                </a:lnTo>
                <a:lnTo>
                  <a:pt x="172224" y="195072"/>
                </a:lnTo>
                <a:lnTo>
                  <a:pt x="172224" y="70104"/>
                </a:lnTo>
                <a:close/>
              </a:path>
              <a:path extrusionOk="0" h="786765" w="224154">
                <a:moveTo>
                  <a:pt x="175260" y="9144"/>
                </a:moveTo>
                <a:lnTo>
                  <a:pt x="173736" y="6096"/>
                </a:lnTo>
                <a:lnTo>
                  <a:pt x="169164" y="1524"/>
                </a:lnTo>
                <a:lnTo>
                  <a:pt x="166116" y="0"/>
                </a:lnTo>
                <a:lnTo>
                  <a:pt x="158496" y="0"/>
                </a:lnTo>
                <a:lnTo>
                  <a:pt x="153924" y="1524"/>
                </a:lnTo>
                <a:lnTo>
                  <a:pt x="149352" y="6096"/>
                </a:lnTo>
                <a:lnTo>
                  <a:pt x="147828" y="9144"/>
                </a:lnTo>
                <a:lnTo>
                  <a:pt x="147828" y="16764"/>
                </a:lnTo>
                <a:lnTo>
                  <a:pt x="149352" y="19812"/>
                </a:lnTo>
                <a:lnTo>
                  <a:pt x="152400" y="22860"/>
                </a:lnTo>
                <a:lnTo>
                  <a:pt x="153924" y="25908"/>
                </a:lnTo>
                <a:lnTo>
                  <a:pt x="158496" y="27432"/>
                </a:lnTo>
                <a:lnTo>
                  <a:pt x="166116" y="27432"/>
                </a:lnTo>
                <a:lnTo>
                  <a:pt x="169164" y="25908"/>
                </a:lnTo>
                <a:lnTo>
                  <a:pt x="170688" y="22860"/>
                </a:lnTo>
                <a:lnTo>
                  <a:pt x="173736" y="19812"/>
                </a:lnTo>
                <a:lnTo>
                  <a:pt x="175260" y="16764"/>
                </a:lnTo>
                <a:lnTo>
                  <a:pt x="175260" y="9144"/>
                </a:lnTo>
                <a:close/>
              </a:path>
              <a:path extrusionOk="0" h="786765" w="224154">
                <a:moveTo>
                  <a:pt x="175272" y="557784"/>
                </a:moveTo>
                <a:lnTo>
                  <a:pt x="19824" y="557784"/>
                </a:lnTo>
                <a:lnTo>
                  <a:pt x="16776" y="556260"/>
                </a:lnTo>
                <a:lnTo>
                  <a:pt x="12204" y="553212"/>
                </a:lnTo>
                <a:lnTo>
                  <a:pt x="10680" y="548640"/>
                </a:lnTo>
                <a:lnTo>
                  <a:pt x="10680" y="534924"/>
                </a:lnTo>
                <a:lnTo>
                  <a:pt x="7632" y="534924"/>
                </a:lnTo>
                <a:lnTo>
                  <a:pt x="7632" y="591312"/>
                </a:lnTo>
                <a:lnTo>
                  <a:pt x="10680" y="591312"/>
                </a:lnTo>
                <a:lnTo>
                  <a:pt x="10680" y="580644"/>
                </a:lnTo>
                <a:lnTo>
                  <a:pt x="12204" y="576072"/>
                </a:lnTo>
                <a:lnTo>
                  <a:pt x="16776" y="573024"/>
                </a:lnTo>
                <a:lnTo>
                  <a:pt x="18300" y="569976"/>
                </a:lnTo>
                <a:lnTo>
                  <a:pt x="25920" y="568452"/>
                </a:lnTo>
                <a:lnTo>
                  <a:pt x="134124" y="568452"/>
                </a:lnTo>
                <a:lnTo>
                  <a:pt x="7632" y="673608"/>
                </a:lnTo>
                <a:lnTo>
                  <a:pt x="7632" y="716280"/>
                </a:lnTo>
                <a:lnTo>
                  <a:pt x="12204" y="716280"/>
                </a:lnTo>
                <a:lnTo>
                  <a:pt x="12204" y="707136"/>
                </a:lnTo>
                <a:lnTo>
                  <a:pt x="13728" y="705612"/>
                </a:lnTo>
                <a:lnTo>
                  <a:pt x="16776" y="696468"/>
                </a:lnTo>
                <a:lnTo>
                  <a:pt x="30492" y="682752"/>
                </a:lnTo>
                <a:lnTo>
                  <a:pt x="153936" y="682752"/>
                </a:lnTo>
                <a:lnTo>
                  <a:pt x="160032" y="684276"/>
                </a:lnTo>
                <a:lnTo>
                  <a:pt x="163080" y="685800"/>
                </a:lnTo>
                <a:lnTo>
                  <a:pt x="167652" y="688848"/>
                </a:lnTo>
                <a:lnTo>
                  <a:pt x="169176" y="693420"/>
                </a:lnTo>
                <a:lnTo>
                  <a:pt x="169176" y="705612"/>
                </a:lnTo>
                <a:lnTo>
                  <a:pt x="172224" y="705612"/>
                </a:lnTo>
                <a:lnTo>
                  <a:pt x="172224" y="649224"/>
                </a:lnTo>
                <a:lnTo>
                  <a:pt x="169176" y="649224"/>
                </a:lnTo>
                <a:lnTo>
                  <a:pt x="169176" y="661416"/>
                </a:lnTo>
                <a:lnTo>
                  <a:pt x="167652" y="665988"/>
                </a:lnTo>
                <a:lnTo>
                  <a:pt x="163080" y="669036"/>
                </a:lnTo>
                <a:lnTo>
                  <a:pt x="161556" y="672084"/>
                </a:lnTo>
                <a:lnTo>
                  <a:pt x="42684" y="672084"/>
                </a:lnTo>
                <a:lnTo>
                  <a:pt x="175272" y="562356"/>
                </a:lnTo>
                <a:lnTo>
                  <a:pt x="175272" y="557784"/>
                </a:lnTo>
                <a:close/>
              </a:path>
              <a:path extrusionOk="0" h="786765" w="224154">
                <a:moveTo>
                  <a:pt x="175272" y="443484"/>
                </a:moveTo>
                <a:lnTo>
                  <a:pt x="173812" y="427824"/>
                </a:lnTo>
                <a:lnTo>
                  <a:pt x="169367" y="413004"/>
                </a:lnTo>
                <a:lnTo>
                  <a:pt x="167652" y="409930"/>
                </a:lnTo>
                <a:lnTo>
                  <a:pt x="167652" y="443484"/>
                </a:lnTo>
                <a:lnTo>
                  <a:pt x="166522" y="454329"/>
                </a:lnTo>
                <a:lnTo>
                  <a:pt x="163271" y="463867"/>
                </a:lnTo>
                <a:lnTo>
                  <a:pt x="163144" y="464058"/>
                </a:lnTo>
                <a:lnTo>
                  <a:pt x="158000" y="471995"/>
                </a:lnTo>
                <a:lnTo>
                  <a:pt x="124790" y="492252"/>
                </a:lnTo>
                <a:lnTo>
                  <a:pt x="88404" y="496824"/>
                </a:lnTo>
                <a:lnTo>
                  <a:pt x="69723" y="495681"/>
                </a:lnTo>
                <a:lnTo>
                  <a:pt x="69989" y="495681"/>
                </a:lnTo>
                <a:lnTo>
                  <a:pt x="54114" y="492442"/>
                </a:lnTo>
                <a:lnTo>
                  <a:pt x="16586" y="464058"/>
                </a:lnTo>
                <a:lnTo>
                  <a:pt x="12204" y="443484"/>
                </a:lnTo>
                <a:lnTo>
                  <a:pt x="13322" y="432612"/>
                </a:lnTo>
                <a:lnTo>
                  <a:pt x="40652" y="400037"/>
                </a:lnTo>
                <a:lnTo>
                  <a:pt x="72186" y="392531"/>
                </a:lnTo>
                <a:lnTo>
                  <a:pt x="72567" y="392531"/>
                </a:lnTo>
                <a:lnTo>
                  <a:pt x="91452" y="391668"/>
                </a:lnTo>
                <a:lnTo>
                  <a:pt x="138874" y="399338"/>
                </a:lnTo>
                <a:lnTo>
                  <a:pt x="163144" y="422910"/>
                </a:lnTo>
                <a:lnTo>
                  <a:pt x="166509" y="432612"/>
                </a:lnTo>
                <a:lnTo>
                  <a:pt x="167652" y="443484"/>
                </a:lnTo>
                <a:lnTo>
                  <a:pt x="167652" y="409930"/>
                </a:lnTo>
                <a:lnTo>
                  <a:pt x="137693" y="377101"/>
                </a:lnTo>
                <a:lnTo>
                  <a:pt x="88404" y="364236"/>
                </a:lnTo>
                <a:lnTo>
                  <a:pt x="71615" y="365671"/>
                </a:lnTo>
                <a:lnTo>
                  <a:pt x="28968" y="387096"/>
                </a:lnTo>
                <a:lnTo>
                  <a:pt x="6032" y="426529"/>
                </a:lnTo>
                <a:lnTo>
                  <a:pt x="4584" y="441960"/>
                </a:lnTo>
                <a:lnTo>
                  <a:pt x="5981" y="457390"/>
                </a:lnTo>
                <a:lnTo>
                  <a:pt x="25920" y="496824"/>
                </a:lnTo>
                <a:lnTo>
                  <a:pt x="71348" y="522541"/>
                </a:lnTo>
                <a:lnTo>
                  <a:pt x="89928" y="524256"/>
                </a:lnTo>
                <a:lnTo>
                  <a:pt x="107594" y="522808"/>
                </a:lnTo>
                <a:lnTo>
                  <a:pt x="123837" y="518350"/>
                </a:lnTo>
                <a:lnTo>
                  <a:pt x="138353" y="510755"/>
                </a:lnTo>
                <a:lnTo>
                  <a:pt x="150888" y="499872"/>
                </a:lnTo>
                <a:lnTo>
                  <a:pt x="153644" y="496824"/>
                </a:lnTo>
                <a:lnTo>
                  <a:pt x="161759" y="487857"/>
                </a:lnTo>
                <a:lnTo>
                  <a:pt x="169367" y="474535"/>
                </a:lnTo>
                <a:lnTo>
                  <a:pt x="173812" y="459803"/>
                </a:lnTo>
                <a:lnTo>
                  <a:pt x="175272" y="443484"/>
                </a:lnTo>
                <a:close/>
              </a:path>
              <a:path extrusionOk="0" h="786765" w="224154">
                <a:moveTo>
                  <a:pt x="224028" y="719328"/>
                </a:moveTo>
                <a:lnTo>
                  <a:pt x="219456" y="719328"/>
                </a:lnTo>
                <a:lnTo>
                  <a:pt x="210312" y="730377"/>
                </a:lnTo>
                <a:lnTo>
                  <a:pt x="205740" y="735190"/>
                </a:lnTo>
                <a:lnTo>
                  <a:pt x="170307" y="755713"/>
                </a:lnTo>
                <a:lnTo>
                  <a:pt x="121373" y="763244"/>
                </a:lnTo>
                <a:lnTo>
                  <a:pt x="108204" y="763524"/>
                </a:lnTo>
                <a:lnTo>
                  <a:pt x="96774" y="763244"/>
                </a:lnTo>
                <a:lnTo>
                  <a:pt x="52514" y="755510"/>
                </a:lnTo>
                <a:lnTo>
                  <a:pt x="14859" y="732663"/>
                </a:lnTo>
                <a:lnTo>
                  <a:pt x="4572" y="719328"/>
                </a:lnTo>
                <a:lnTo>
                  <a:pt x="0" y="719328"/>
                </a:lnTo>
                <a:lnTo>
                  <a:pt x="29578" y="757478"/>
                </a:lnTo>
                <a:lnTo>
                  <a:pt x="76200" y="781812"/>
                </a:lnTo>
                <a:lnTo>
                  <a:pt x="112776" y="786384"/>
                </a:lnTo>
                <a:lnTo>
                  <a:pt x="125336" y="785812"/>
                </a:lnTo>
                <a:lnTo>
                  <a:pt x="172694" y="771245"/>
                </a:lnTo>
                <a:lnTo>
                  <a:pt x="208394" y="742911"/>
                </a:lnTo>
                <a:lnTo>
                  <a:pt x="219202" y="727951"/>
                </a:lnTo>
                <a:lnTo>
                  <a:pt x="224028" y="7193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32" name="Google Shape;2832;p46"/>
          <p:cNvGrpSpPr/>
          <p:nvPr/>
        </p:nvGrpSpPr>
        <p:grpSpPr>
          <a:xfrm>
            <a:off x="5920727" y="6915911"/>
            <a:ext cx="211848" cy="1160273"/>
            <a:chOff x="5920727" y="6915911"/>
            <a:chExt cx="211848" cy="1160273"/>
          </a:xfrm>
        </p:grpSpPr>
        <p:sp>
          <p:nvSpPr>
            <p:cNvPr id="2833" name="Google Shape;2833;p46"/>
            <p:cNvSpPr/>
            <p:nvPr/>
          </p:nvSpPr>
          <p:spPr>
            <a:xfrm>
              <a:off x="5920727" y="7415784"/>
              <a:ext cx="175895" cy="660400"/>
            </a:xfrm>
            <a:custGeom>
              <a:rect b="b" l="l" r="r" t="t"/>
              <a:pathLst>
                <a:path extrusionOk="0" h="660400" w="175895">
                  <a:moveTo>
                    <a:pt x="126504" y="123444"/>
                  </a:moveTo>
                  <a:lnTo>
                    <a:pt x="105168" y="123444"/>
                  </a:lnTo>
                  <a:lnTo>
                    <a:pt x="105168" y="187452"/>
                  </a:lnTo>
                  <a:lnTo>
                    <a:pt x="126504" y="187452"/>
                  </a:lnTo>
                  <a:lnTo>
                    <a:pt x="126504" y="123444"/>
                  </a:lnTo>
                  <a:close/>
                </a:path>
                <a:path extrusionOk="0" h="660400" w="175895">
                  <a:moveTo>
                    <a:pt x="172224" y="591312"/>
                  </a:moveTo>
                  <a:lnTo>
                    <a:pt x="169176" y="591312"/>
                  </a:lnTo>
                  <a:lnTo>
                    <a:pt x="169176" y="600456"/>
                  </a:lnTo>
                  <a:lnTo>
                    <a:pt x="167652" y="605028"/>
                  </a:lnTo>
                  <a:lnTo>
                    <a:pt x="164604" y="611124"/>
                  </a:lnTo>
                  <a:lnTo>
                    <a:pt x="163080" y="612648"/>
                  </a:lnTo>
                  <a:lnTo>
                    <a:pt x="160032" y="612648"/>
                  </a:lnTo>
                  <a:lnTo>
                    <a:pt x="158508" y="614172"/>
                  </a:lnTo>
                  <a:lnTo>
                    <a:pt x="91452" y="614172"/>
                  </a:lnTo>
                  <a:lnTo>
                    <a:pt x="91452" y="576072"/>
                  </a:lnTo>
                  <a:lnTo>
                    <a:pt x="94500" y="569976"/>
                  </a:lnTo>
                  <a:lnTo>
                    <a:pt x="97548" y="566928"/>
                  </a:lnTo>
                  <a:lnTo>
                    <a:pt x="103644" y="563880"/>
                  </a:lnTo>
                  <a:lnTo>
                    <a:pt x="108216" y="562356"/>
                  </a:lnTo>
                  <a:lnTo>
                    <a:pt x="114312" y="562356"/>
                  </a:lnTo>
                  <a:lnTo>
                    <a:pt x="114312" y="559308"/>
                  </a:lnTo>
                  <a:lnTo>
                    <a:pt x="57924" y="559308"/>
                  </a:lnTo>
                  <a:lnTo>
                    <a:pt x="57924" y="562356"/>
                  </a:lnTo>
                  <a:lnTo>
                    <a:pt x="67068" y="563880"/>
                  </a:lnTo>
                  <a:lnTo>
                    <a:pt x="73164" y="566928"/>
                  </a:lnTo>
                  <a:lnTo>
                    <a:pt x="79260" y="573024"/>
                  </a:lnTo>
                  <a:lnTo>
                    <a:pt x="80784" y="577596"/>
                  </a:lnTo>
                  <a:lnTo>
                    <a:pt x="80784" y="614172"/>
                  </a:lnTo>
                  <a:lnTo>
                    <a:pt x="15252" y="614172"/>
                  </a:lnTo>
                  <a:lnTo>
                    <a:pt x="15252" y="577596"/>
                  </a:lnTo>
                  <a:lnTo>
                    <a:pt x="15252" y="569976"/>
                  </a:lnTo>
                  <a:lnTo>
                    <a:pt x="16776" y="563880"/>
                  </a:lnTo>
                  <a:lnTo>
                    <a:pt x="19824" y="554736"/>
                  </a:lnTo>
                  <a:lnTo>
                    <a:pt x="25920" y="548640"/>
                  </a:lnTo>
                  <a:lnTo>
                    <a:pt x="30492" y="547116"/>
                  </a:lnTo>
                  <a:lnTo>
                    <a:pt x="36588" y="544068"/>
                  </a:lnTo>
                  <a:lnTo>
                    <a:pt x="44208" y="542544"/>
                  </a:lnTo>
                  <a:lnTo>
                    <a:pt x="44208" y="537972"/>
                  </a:lnTo>
                  <a:lnTo>
                    <a:pt x="7632" y="539496"/>
                  </a:lnTo>
                  <a:lnTo>
                    <a:pt x="7632" y="659892"/>
                  </a:lnTo>
                  <a:lnTo>
                    <a:pt x="10680" y="659892"/>
                  </a:lnTo>
                  <a:lnTo>
                    <a:pt x="10680" y="650748"/>
                  </a:lnTo>
                  <a:lnTo>
                    <a:pt x="12204" y="647700"/>
                  </a:lnTo>
                  <a:lnTo>
                    <a:pt x="13728" y="643128"/>
                  </a:lnTo>
                  <a:lnTo>
                    <a:pt x="16776" y="640080"/>
                  </a:lnTo>
                  <a:lnTo>
                    <a:pt x="19824" y="638556"/>
                  </a:lnTo>
                  <a:lnTo>
                    <a:pt x="21348" y="638556"/>
                  </a:lnTo>
                  <a:lnTo>
                    <a:pt x="27444" y="637032"/>
                  </a:lnTo>
                  <a:lnTo>
                    <a:pt x="153936" y="637032"/>
                  </a:lnTo>
                  <a:lnTo>
                    <a:pt x="160032" y="638556"/>
                  </a:lnTo>
                  <a:lnTo>
                    <a:pt x="163080" y="640080"/>
                  </a:lnTo>
                  <a:lnTo>
                    <a:pt x="167652" y="643128"/>
                  </a:lnTo>
                  <a:lnTo>
                    <a:pt x="169176" y="647700"/>
                  </a:lnTo>
                  <a:lnTo>
                    <a:pt x="169176" y="659892"/>
                  </a:lnTo>
                  <a:lnTo>
                    <a:pt x="172224" y="659892"/>
                  </a:lnTo>
                  <a:lnTo>
                    <a:pt x="172224" y="591312"/>
                  </a:lnTo>
                  <a:close/>
                </a:path>
                <a:path extrusionOk="0" h="660400" w="175895">
                  <a:moveTo>
                    <a:pt x="175260" y="352044"/>
                  </a:moveTo>
                  <a:lnTo>
                    <a:pt x="155638" y="317182"/>
                  </a:lnTo>
                  <a:lnTo>
                    <a:pt x="141732" y="313944"/>
                  </a:lnTo>
                  <a:lnTo>
                    <a:pt x="132232" y="315404"/>
                  </a:lnTo>
                  <a:lnTo>
                    <a:pt x="124015" y="319849"/>
                  </a:lnTo>
                  <a:lnTo>
                    <a:pt x="116662" y="327456"/>
                  </a:lnTo>
                  <a:lnTo>
                    <a:pt x="109728" y="338328"/>
                  </a:lnTo>
                  <a:lnTo>
                    <a:pt x="102108" y="355092"/>
                  </a:lnTo>
                  <a:lnTo>
                    <a:pt x="97536" y="362712"/>
                  </a:lnTo>
                  <a:lnTo>
                    <a:pt x="94488" y="368808"/>
                  </a:lnTo>
                  <a:lnTo>
                    <a:pt x="88392" y="371856"/>
                  </a:lnTo>
                  <a:lnTo>
                    <a:pt x="83820" y="373380"/>
                  </a:lnTo>
                  <a:lnTo>
                    <a:pt x="76200" y="373380"/>
                  </a:lnTo>
                  <a:lnTo>
                    <a:pt x="73152" y="371856"/>
                  </a:lnTo>
                  <a:lnTo>
                    <a:pt x="67056" y="365760"/>
                  </a:lnTo>
                  <a:lnTo>
                    <a:pt x="65532" y="361188"/>
                  </a:lnTo>
                  <a:lnTo>
                    <a:pt x="65532" y="347472"/>
                  </a:lnTo>
                  <a:lnTo>
                    <a:pt x="96012" y="326136"/>
                  </a:lnTo>
                  <a:lnTo>
                    <a:pt x="96012" y="323088"/>
                  </a:lnTo>
                  <a:lnTo>
                    <a:pt x="57912" y="323088"/>
                  </a:lnTo>
                  <a:lnTo>
                    <a:pt x="57912" y="326136"/>
                  </a:lnTo>
                  <a:lnTo>
                    <a:pt x="59436" y="327660"/>
                  </a:lnTo>
                  <a:lnTo>
                    <a:pt x="60960" y="327660"/>
                  </a:lnTo>
                  <a:lnTo>
                    <a:pt x="60960" y="329184"/>
                  </a:lnTo>
                  <a:lnTo>
                    <a:pt x="62484" y="329184"/>
                  </a:lnTo>
                  <a:lnTo>
                    <a:pt x="62484" y="335280"/>
                  </a:lnTo>
                  <a:lnTo>
                    <a:pt x="60960" y="339852"/>
                  </a:lnTo>
                  <a:lnTo>
                    <a:pt x="59436" y="345948"/>
                  </a:lnTo>
                  <a:lnTo>
                    <a:pt x="57912" y="350520"/>
                  </a:lnTo>
                  <a:lnTo>
                    <a:pt x="57912" y="355092"/>
                  </a:lnTo>
                  <a:lnTo>
                    <a:pt x="80772" y="388620"/>
                  </a:lnTo>
                  <a:lnTo>
                    <a:pt x="96012" y="388620"/>
                  </a:lnTo>
                  <a:lnTo>
                    <a:pt x="102108" y="387096"/>
                  </a:lnTo>
                  <a:lnTo>
                    <a:pt x="106680" y="382524"/>
                  </a:lnTo>
                  <a:lnTo>
                    <a:pt x="110134" y="379387"/>
                  </a:lnTo>
                  <a:lnTo>
                    <a:pt x="113728" y="374523"/>
                  </a:lnTo>
                  <a:lnTo>
                    <a:pt x="117614" y="367957"/>
                  </a:lnTo>
                  <a:lnTo>
                    <a:pt x="121920" y="359664"/>
                  </a:lnTo>
                  <a:lnTo>
                    <a:pt x="125564" y="352234"/>
                  </a:lnTo>
                  <a:lnTo>
                    <a:pt x="129349" y="345948"/>
                  </a:lnTo>
                  <a:lnTo>
                    <a:pt x="135636" y="336804"/>
                  </a:lnTo>
                  <a:lnTo>
                    <a:pt x="140208" y="333756"/>
                  </a:lnTo>
                  <a:lnTo>
                    <a:pt x="144780" y="332232"/>
                  </a:lnTo>
                  <a:lnTo>
                    <a:pt x="155448" y="332232"/>
                  </a:lnTo>
                  <a:lnTo>
                    <a:pt x="158496" y="333756"/>
                  </a:lnTo>
                  <a:lnTo>
                    <a:pt x="166116" y="341376"/>
                  </a:lnTo>
                  <a:lnTo>
                    <a:pt x="167640" y="345948"/>
                  </a:lnTo>
                  <a:lnTo>
                    <a:pt x="167640" y="359664"/>
                  </a:lnTo>
                  <a:lnTo>
                    <a:pt x="137160" y="385572"/>
                  </a:lnTo>
                  <a:lnTo>
                    <a:pt x="137160" y="388620"/>
                  </a:lnTo>
                  <a:lnTo>
                    <a:pt x="175260" y="388620"/>
                  </a:lnTo>
                  <a:lnTo>
                    <a:pt x="175260" y="385572"/>
                  </a:lnTo>
                  <a:lnTo>
                    <a:pt x="172212" y="384048"/>
                  </a:lnTo>
                  <a:lnTo>
                    <a:pt x="170688" y="382524"/>
                  </a:lnTo>
                  <a:lnTo>
                    <a:pt x="170688" y="377952"/>
                  </a:lnTo>
                  <a:lnTo>
                    <a:pt x="172212" y="374904"/>
                  </a:lnTo>
                  <a:lnTo>
                    <a:pt x="173736" y="365760"/>
                  </a:lnTo>
                  <a:lnTo>
                    <a:pt x="175260" y="358140"/>
                  </a:lnTo>
                  <a:lnTo>
                    <a:pt x="175260" y="352044"/>
                  </a:lnTo>
                  <a:close/>
                </a:path>
                <a:path extrusionOk="0" h="660400" w="175895">
                  <a:moveTo>
                    <a:pt x="175260" y="56388"/>
                  </a:moveTo>
                  <a:lnTo>
                    <a:pt x="174383" y="46367"/>
                  </a:lnTo>
                  <a:lnTo>
                    <a:pt x="171640" y="36766"/>
                  </a:lnTo>
                  <a:lnTo>
                    <a:pt x="167640" y="28905"/>
                  </a:lnTo>
                  <a:lnTo>
                    <a:pt x="167640" y="42672"/>
                  </a:lnTo>
                  <a:lnTo>
                    <a:pt x="167640" y="53340"/>
                  </a:lnTo>
                  <a:lnTo>
                    <a:pt x="163068" y="67056"/>
                  </a:lnTo>
                  <a:lnTo>
                    <a:pt x="160020" y="71628"/>
                  </a:lnTo>
                  <a:lnTo>
                    <a:pt x="155448" y="76200"/>
                  </a:lnTo>
                  <a:lnTo>
                    <a:pt x="88392" y="76200"/>
                  </a:lnTo>
                  <a:lnTo>
                    <a:pt x="79248" y="67056"/>
                  </a:lnTo>
                  <a:lnTo>
                    <a:pt x="77724" y="64008"/>
                  </a:lnTo>
                  <a:lnTo>
                    <a:pt x="74676" y="54864"/>
                  </a:lnTo>
                  <a:lnTo>
                    <a:pt x="74676" y="42672"/>
                  </a:lnTo>
                  <a:lnTo>
                    <a:pt x="109156" y="20383"/>
                  </a:lnTo>
                  <a:lnTo>
                    <a:pt x="118872" y="19812"/>
                  </a:lnTo>
                  <a:lnTo>
                    <a:pt x="130594" y="20383"/>
                  </a:lnTo>
                  <a:lnTo>
                    <a:pt x="167640" y="42672"/>
                  </a:lnTo>
                  <a:lnTo>
                    <a:pt x="167640" y="28905"/>
                  </a:lnTo>
                  <a:lnTo>
                    <a:pt x="126809" y="1143"/>
                  </a:lnTo>
                  <a:lnTo>
                    <a:pt x="112776" y="0"/>
                  </a:lnTo>
                  <a:lnTo>
                    <a:pt x="100799" y="622"/>
                  </a:lnTo>
                  <a:lnTo>
                    <a:pt x="66281" y="18440"/>
                  </a:lnTo>
                  <a:lnTo>
                    <a:pt x="57912" y="41148"/>
                  </a:lnTo>
                  <a:lnTo>
                    <a:pt x="59321" y="50279"/>
                  </a:lnTo>
                  <a:lnTo>
                    <a:pt x="63436" y="59245"/>
                  </a:lnTo>
                  <a:lnTo>
                    <a:pt x="70129" y="67945"/>
                  </a:lnTo>
                  <a:lnTo>
                    <a:pt x="79248" y="76200"/>
                  </a:lnTo>
                  <a:lnTo>
                    <a:pt x="0" y="76200"/>
                  </a:lnTo>
                  <a:lnTo>
                    <a:pt x="0" y="80772"/>
                  </a:lnTo>
                  <a:lnTo>
                    <a:pt x="13716" y="114300"/>
                  </a:lnTo>
                  <a:lnTo>
                    <a:pt x="16764" y="112776"/>
                  </a:lnTo>
                  <a:lnTo>
                    <a:pt x="15240" y="108204"/>
                  </a:lnTo>
                  <a:lnTo>
                    <a:pt x="15240" y="100584"/>
                  </a:lnTo>
                  <a:lnTo>
                    <a:pt x="16764" y="99060"/>
                  </a:lnTo>
                  <a:lnTo>
                    <a:pt x="16764" y="97536"/>
                  </a:lnTo>
                  <a:lnTo>
                    <a:pt x="19812" y="97536"/>
                  </a:lnTo>
                  <a:lnTo>
                    <a:pt x="22860" y="96012"/>
                  </a:lnTo>
                  <a:lnTo>
                    <a:pt x="163068" y="96012"/>
                  </a:lnTo>
                  <a:lnTo>
                    <a:pt x="166116" y="88392"/>
                  </a:lnTo>
                  <a:lnTo>
                    <a:pt x="169164" y="82296"/>
                  </a:lnTo>
                  <a:lnTo>
                    <a:pt x="172212" y="74676"/>
                  </a:lnTo>
                  <a:lnTo>
                    <a:pt x="175260" y="62484"/>
                  </a:lnTo>
                  <a:lnTo>
                    <a:pt x="175260" y="56388"/>
                  </a:lnTo>
                  <a:close/>
                </a:path>
                <a:path extrusionOk="0" h="660400" w="175895">
                  <a:moveTo>
                    <a:pt x="175272" y="435864"/>
                  </a:moveTo>
                  <a:lnTo>
                    <a:pt x="161556" y="403860"/>
                  </a:lnTo>
                  <a:lnTo>
                    <a:pt x="158508" y="405384"/>
                  </a:lnTo>
                  <a:lnTo>
                    <a:pt x="160032" y="408432"/>
                  </a:lnTo>
                  <a:lnTo>
                    <a:pt x="160032" y="417576"/>
                  </a:lnTo>
                  <a:lnTo>
                    <a:pt x="158508" y="417576"/>
                  </a:lnTo>
                  <a:lnTo>
                    <a:pt x="155460" y="420624"/>
                  </a:lnTo>
                  <a:lnTo>
                    <a:pt x="152412" y="420624"/>
                  </a:lnTo>
                  <a:lnTo>
                    <a:pt x="149364" y="422148"/>
                  </a:lnTo>
                  <a:lnTo>
                    <a:pt x="60972" y="422148"/>
                  </a:lnTo>
                  <a:lnTo>
                    <a:pt x="60972" y="458724"/>
                  </a:lnTo>
                  <a:lnTo>
                    <a:pt x="64020" y="458724"/>
                  </a:lnTo>
                  <a:lnTo>
                    <a:pt x="64020" y="451104"/>
                  </a:lnTo>
                  <a:lnTo>
                    <a:pt x="65544" y="446532"/>
                  </a:lnTo>
                  <a:lnTo>
                    <a:pt x="68592" y="445008"/>
                  </a:lnTo>
                  <a:lnTo>
                    <a:pt x="70116" y="443484"/>
                  </a:lnTo>
                  <a:lnTo>
                    <a:pt x="74688" y="441960"/>
                  </a:lnTo>
                  <a:lnTo>
                    <a:pt x="144792" y="441960"/>
                  </a:lnTo>
                  <a:lnTo>
                    <a:pt x="150888" y="448056"/>
                  </a:lnTo>
                  <a:lnTo>
                    <a:pt x="153936" y="454152"/>
                  </a:lnTo>
                  <a:lnTo>
                    <a:pt x="156984" y="458724"/>
                  </a:lnTo>
                  <a:lnTo>
                    <a:pt x="158508" y="461772"/>
                  </a:lnTo>
                  <a:lnTo>
                    <a:pt x="160032" y="466344"/>
                  </a:lnTo>
                  <a:lnTo>
                    <a:pt x="160032" y="475488"/>
                  </a:lnTo>
                  <a:lnTo>
                    <a:pt x="158508" y="480060"/>
                  </a:lnTo>
                  <a:lnTo>
                    <a:pt x="155460" y="483108"/>
                  </a:lnTo>
                  <a:lnTo>
                    <a:pt x="152412" y="487680"/>
                  </a:lnTo>
                  <a:lnTo>
                    <a:pt x="144792" y="489204"/>
                  </a:lnTo>
                  <a:lnTo>
                    <a:pt x="60972" y="489204"/>
                  </a:lnTo>
                  <a:lnTo>
                    <a:pt x="60972" y="527304"/>
                  </a:lnTo>
                  <a:lnTo>
                    <a:pt x="64020" y="527304"/>
                  </a:lnTo>
                  <a:lnTo>
                    <a:pt x="64020" y="518160"/>
                  </a:lnTo>
                  <a:lnTo>
                    <a:pt x="65544" y="515112"/>
                  </a:lnTo>
                  <a:lnTo>
                    <a:pt x="70116" y="510540"/>
                  </a:lnTo>
                  <a:lnTo>
                    <a:pt x="73164" y="509016"/>
                  </a:lnTo>
                  <a:lnTo>
                    <a:pt x="141744" y="509016"/>
                  </a:lnTo>
                  <a:lnTo>
                    <a:pt x="150888" y="507492"/>
                  </a:lnTo>
                  <a:lnTo>
                    <a:pt x="155460" y="505968"/>
                  </a:lnTo>
                  <a:lnTo>
                    <a:pt x="161556" y="504444"/>
                  </a:lnTo>
                  <a:lnTo>
                    <a:pt x="166128" y="501396"/>
                  </a:lnTo>
                  <a:lnTo>
                    <a:pt x="169176" y="496824"/>
                  </a:lnTo>
                  <a:lnTo>
                    <a:pt x="173748" y="492252"/>
                  </a:lnTo>
                  <a:lnTo>
                    <a:pt x="175272" y="486156"/>
                  </a:lnTo>
                  <a:lnTo>
                    <a:pt x="175272" y="473964"/>
                  </a:lnTo>
                  <a:lnTo>
                    <a:pt x="173748" y="469392"/>
                  </a:lnTo>
                  <a:lnTo>
                    <a:pt x="150888" y="441960"/>
                  </a:lnTo>
                  <a:lnTo>
                    <a:pt x="175272" y="441960"/>
                  </a:lnTo>
                  <a:lnTo>
                    <a:pt x="175272" y="435864"/>
                  </a:lnTo>
                  <a:close/>
                </a:path>
                <a:path extrusionOk="0" h="660400" w="175895">
                  <a:moveTo>
                    <a:pt x="175272" y="246888"/>
                  </a:moveTo>
                  <a:lnTo>
                    <a:pt x="155308" y="211264"/>
                  </a:lnTo>
                  <a:lnTo>
                    <a:pt x="132600" y="202692"/>
                  </a:lnTo>
                  <a:lnTo>
                    <a:pt x="129552" y="205740"/>
                  </a:lnTo>
                  <a:lnTo>
                    <a:pt x="140220" y="208788"/>
                  </a:lnTo>
                  <a:lnTo>
                    <a:pt x="146316" y="213360"/>
                  </a:lnTo>
                  <a:lnTo>
                    <a:pt x="149364" y="217932"/>
                  </a:lnTo>
                  <a:lnTo>
                    <a:pt x="153936" y="224028"/>
                  </a:lnTo>
                  <a:lnTo>
                    <a:pt x="155460" y="230124"/>
                  </a:lnTo>
                  <a:lnTo>
                    <a:pt x="133400" y="270306"/>
                  </a:lnTo>
                  <a:lnTo>
                    <a:pt x="102120" y="277368"/>
                  </a:lnTo>
                  <a:lnTo>
                    <a:pt x="102120" y="227076"/>
                  </a:lnTo>
                  <a:lnTo>
                    <a:pt x="102120" y="202692"/>
                  </a:lnTo>
                  <a:lnTo>
                    <a:pt x="94500" y="203187"/>
                  </a:lnTo>
                  <a:lnTo>
                    <a:pt x="94500" y="227076"/>
                  </a:lnTo>
                  <a:lnTo>
                    <a:pt x="94500" y="277368"/>
                  </a:lnTo>
                  <a:lnTo>
                    <a:pt x="65544" y="257556"/>
                  </a:lnTo>
                  <a:lnTo>
                    <a:pt x="65544" y="245364"/>
                  </a:lnTo>
                  <a:lnTo>
                    <a:pt x="67068" y="242316"/>
                  </a:lnTo>
                  <a:lnTo>
                    <a:pt x="68592" y="237744"/>
                  </a:lnTo>
                  <a:lnTo>
                    <a:pt x="74688" y="231648"/>
                  </a:lnTo>
                  <a:lnTo>
                    <a:pt x="79260" y="228600"/>
                  </a:lnTo>
                  <a:lnTo>
                    <a:pt x="82308" y="228600"/>
                  </a:lnTo>
                  <a:lnTo>
                    <a:pt x="86880" y="227076"/>
                  </a:lnTo>
                  <a:lnTo>
                    <a:pt x="94500" y="227076"/>
                  </a:lnTo>
                  <a:lnTo>
                    <a:pt x="94500" y="203187"/>
                  </a:lnTo>
                  <a:lnTo>
                    <a:pt x="61163" y="227647"/>
                  </a:lnTo>
                  <a:lnTo>
                    <a:pt x="57924" y="243840"/>
                  </a:lnTo>
                  <a:lnTo>
                    <a:pt x="58039" y="245364"/>
                  </a:lnTo>
                  <a:lnTo>
                    <a:pt x="58166" y="246888"/>
                  </a:lnTo>
                  <a:lnTo>
                    <a:pt x="58801" y="254698"/>
                  </a:lnTo>
                  <a:lnTo>
                    <a:pt x="81991" y="287299"/>
                  </a:lnTo>
                  <a:lnTo>
                    <a:pt x="117360" y="295656"/>
                  </a:lnTo>
                  <a:lnTo>
                    <a:pt x="130238" y="294779"/>
                  </a:lnTo>
                  <a:lnTo>
                    <a:pt x="141554" y="292036"/>
                  </a:lnTo>
                  <a:lnTo>
                    <a:pt x="151434" y="287299"/>
                  </a:lnTo>
                  <a:lnTo>
                    <a:pt x="160032" y="280416"/>
                  </a:lnTo>
                  <a:lnTo>
                    <a:pt x="162953" y="277368"/>
                  </a:lnTo>
                  <a:lnTo>
                    <a:pt x="166903" y="273253"/>
                  </a:lnTo>
                  <a:lnTo>
                    <a:pt x="171653" y="265366"/>
                  </a:lnTo>
                  <a:lnTo>
                    <a:pt x="171704" y="265176"/>
                  </a:lnTo>
                  <a:lnTo>
                    <a:pt x="174383" y="256628"/>
                  </a:lnTo>
                  <a:lnTo>
                    <a:pt x="175272" y="2468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34" name="Google Shape;2834;p46"/>
            <p:cNvPicPr preferRelativeResize="0"/>
            <p:nvPr/>
          </p:nvPicPr>
          <p:blipFill rotWithShape="1">
            <a:blip r:embed="rId99">
              <a:alphaModFix/>
            </a:blip>
            <a:srcRect b="0" l="0" r="0" t="0"/>
            <a:stretch/>
          </p:blipFill>
          <p:spPr>
            <a:xfrm>
              <a:off x="5978651" y="7098792"/>
              <a:ext cx="117348" cy="2956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35" name="Google Shape;2835;p46"/>
            <p:cNvPicPr preferRelativeResize="0"/>
            <p:nvPr/>
          </p:nvPicPr>
          <p:blipFill rotWithShape="1">
            <a:blip r:embed="rId100">
              <a:alphaModFix/>
            </a:blip>
            <a:srcRect b="0" l="0" r="0" t="0"/>
            <a:stretch/>
          </p:blipFill>
          <p:spPr>
            <a:xfrm>
              <a:off x="5920739" y="6915911"/>
              <a:ext cx="211836" cy="1630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836" name="Google Shape;2836;p46"/>
          <p:cNvPicPr preferRelativeResize="0"/>
          <p:nvPr/>
        </p:nvPicPr>
        <p:blipFill rotWithShape="1">
          <a:blip r:embed="rId101">
            <a:alphaModFix/>
          </a:blip>
          <a:srcRect b="0" l="0" r="0" t="0"/>
          <a:stretch/>
        </p:blipFill>
        <p:spPr>
          <a:xfrm>
            <a:off x="5920739" y="5740907"/>
            <a:ext cx="175260" cy="1104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837" name="Google Shape;2837;p46"/>
          <p:cNvPicPr preferRelativeResize="0"/>
          <p:nvPr/>
        </p:nvPicPr>
        <p:blipFill rotWithShape="1">
          <a:blip r:embed="rId102">
            <a:alphaModFix/>
          </a:blip>
          <a:srcRect b="0" l="0" r="0" t="0"/>
          <a:stretch/>
        </p:blipFill>
        <p:spPr>
          <a:xfrm>
            <a:off x="5920740" y="5320284"/>
            <a:ext cx="175260" cy="348995"/>
          </a:xfrm>
          <a:prstGeom prst="rect">
            <a:avLst/>
          </a:prstGeom>
          <a:noFill/>
          <a:ln>
            <a:noFill/>
          </a:ln>
        </p:spPr>
      </p:pic>
      <p:sp>
        <p:nvSpPr>
          <p:cNvPr id="2838" name="Google Shape;2838;p46"/>
          <p:cNvSpPr/>
          <p:nvPr/>
        </p:nvSpPr>
        <p:spPr>
          <a:xfrm>
            <a:off x="5920727" y="4523232"/>
            <a:ext cx="175895" cy="731520"/>
          </a:xfrm>
          <a:custGeom>
            <a:rect b="b" l="l" r="r" t="t"/>
            <a:pathLst>
              <a:path extrusionOk="0" h="731520" w="175895">
                <a:moveTo>
                  <a:pt x="24384" y="199644"/>
                </a:moveTo>
                <a:lnTo>
                  <a:pt x="22860" y="196596"/>
                </a:lnTo>
                <a:lnTo>
                  <a:pt x="18288" y="192024"/>
                </a:lnTo>
                <a:lnTo>
                  <a:pt x="15240" y="190500"/>
                </a:lnTo>
                <a:lnTo>
                  <a:pt x="9144" y="190500"/>
                </a:lnTo>
                <a:lnTo>
                  <a:pt x="6096" y="192024"/>
                </a:lnTo>
                <a:lnTo>
                  <a:pt x="1524" y="196596"/>
                </a:lnTo>
                <a:lnTo>
                  <a:pt x="0" y="199644"/>
                </a:lnTo>
                <a:lnTo>
                  <a:pt x="0" y="207264"/>
                </a:lnTo>
                <a:lnTo>
                  <a:pt x="1524" y="210312"/>
                </a:lnTo>
                <a:lnTo>
                  <a:pt x="6096" y="214884"/>
                </a:lnTo>
                <a:lnTo>
                  <a:pt x="18288" y="214884"/>
                </a:lnTo>
                <a:lnTo>
                  <a:pt x="22860" y="210312"/>
                </a:lnTo>
                <a:lnTo>
                  <a:pt x="24384" y="207264"/>
                </a:lnTo>
                <a:lnTo>
                  <a:pt x="24384" y="199644"/>
                </a:lnTo>
                <a:close/>
              </a:path>
              <a:path extrusionOk="0" h="731520" w="175895">
                <a:moveTo>
                  <a:pt x="172212" y="423672"/>
                </a:moveTo>
                <a:lnTo>
                  <a:pt x="169164" y="423672"/>
                </a:lnTo>
                <a:lnTo>
                  <a:pt x="169164" y="432816"/>
                </a:lnTo>
                <a:lnTo>
                  <a:pt x="164592" y="437388"/>
                </a:lnTo>
                <a:lnTo>
                  <a:pt x="161544" y="438912"/>
                </a:lnTo>
                <a:lnTo>
                  <a:pt x="160020" y="440436"/>
                </a:lnTo>
                <a:lnTo>
                  <a:pt x="0" y="440436"/>
                </a:lnTo>
                <a:lnTo>
                  <a:pt x="0" y="445008"/>
                </a:lnTo>
                <a:lnTo>
                  <a:pt x="13716" y="477012"/>
                </a:lnTo>
                <a:lnTo>
                  <a:pt x="16764" y="475488"/>
                </a:lnTo>
                <a:lnTo>
                  <a:pt x="15240" y="472440"/>
                </a:lnTo>
                <a:lnTo>
                  <a:pt x="15240" y="464820"/>
                </a:lnTo>
                <a:lnTo>
                  <a:pt x="16764" y="463296"/>
                </a:lnTo>
                <a:lnTo>
                  <a:pt x="16764" y="461772"/>
                </a:lnTo>
                <a:lnTo>
                  <a:pt x="19812" y="461772"/>
                </a:lnTo>
                <a:lnTo>
                  <a:pt x="22860" y="460248"/>
                </a:lnTo>
                <a:lnTo>
                  <a:pt x="160020" y="460248"/>
                </a:lnTo>
                <a:lnTo>
                  <a:pt x="161544" y="461772"/>
                </a:lnTo>
                <a:lnTo>
                  <a:pt x="164592" y="463296"/>
                </a:lnTo>
                <a:lnTo>
                  <a:pt x="169164" y="467868"/>
                </a:lnTo>
                <a:lnTo>
                  <a:pt x="169164" y="477012"/>
                </a:lnTo>
                <a:lnTo>
                  <a:pt x="172212" y="477012"/>
                </a:lnTo>
                <a:lnTo>
                  <a:pt x="172212" y="423672"/>
                </a:lnTo>
                <a:close/>
              </a:path>
              <a:path extrusionOk="0" h="731520" w="175895">
                <a:moveTo>
                  <a:pt x="172212" y="175260"/>
                </a:moveTo>
                <a:lnTo>
                  <a:pt x="169164" y="175260"/>
                </a:lnTo>
                <a:lnTo>
                  <a:pt x="169164" y="184404"/>
                </a:lnTo>
                <a:lnTo>
                  <a:pt x="167640" y="187452"/>
                </a:lnTo>
                <a:lnTo>
                  <a:pt x="164592" y="190500"/>
                </a:lnTo>
                <a:lnTo>
                  <a:pt x="161544" y="192024"/>
                </a:lnTo>
                <a:lnTo>
                  <a:pt x="57912" y="192024"/>
                </a:lnTo>
                <a:lnTo>
                  <a:pt x="57912" y="198120"/>
                </a:lnTo>
                <a:lnTo>
                  <a:pt x="71628" y="230124"/>
                </a:lnTo>
                <a:lnTo>
                  <a:pt x="74676" y="228600"/>
                </a:lnTo>
                <a:lnTo>
                  <a:pt x="73152" y="225552"/>
                </a:lnTo>
                <a:lnTo>
                  <a:pt x="73152" y="217932"/>
                </a:lnTo>
                <a:lnTo>
                  <a:pt x="76200" y="214884"/>
                </a:lnTo>
                <a:lnTo>
                  <a:pt x="77724" y="214884"/>
                </a:lnTo>
                <a:lnTo>
                  <a:pt x="80772" y="213360"/>
                </a:lnTo>
                <a:lnTo>
                  <a:pt x="83820" y="213360"/>
                </a:lnTo>
                <a:lnTo>
                  <a:pt x="92964" y="211836"/>
                </a:lnTo>
                <a:lnTo>
                  <a:pt x="155448" y="211836"/>
                </a:lnTo>
                <a:lnTo>
                  <a:pt x="160020" y="213360"/>
                </a:lnTo>
                <a:lnTo>
                  <a:pt x="161544" y="214884"/>
                </a:lnTo>
                <a:lnTo>
                  <a:pt x="164592" y="214884"/>
                </a:lnTo>
                <a:lnTo>
                  <a:pt x="167640" y="217932"/>
                </a:lnTo>
                <a:lnTo>
                  <a:pt x="169164" y="220980"/>
                </a:lnTo>
                <a:lnTo>
                  <a:pt x="169164" y="228600"/>
                </a:lnTo>
                <a:lnTo>
                  <a:pt x="172212" y="228600"/>
                </a:lnTo>
                <a:lnTo>
                  <a:pt x="172212" y="211836"/>
                </a:lnTo>
                <a:lnTo>
                  <a:pt x="172212" y="175260"/>
                </a:lnTo>
                <a:close/>
              </a:path>
              <a:path extrusionOk="0" h="731520" w="175895">
                <a:moveTo>
                  <a:pt x="172212" y="109728"/>
                </a:moveTo>
                <a:lnTo>
                  <a:pt x="169164" y="109728"/>
                </a:lnTo>
                <a:lnTo>
                  <a:pt x="169164" y="118872"/>
                </a:lnTo>
                <a:lnTo>
                  <a:pt x="164592" y="123444"/>
                </a:lnTo>
                <a:lnTo>
                  <a:pt x="161544" y="124968"/>
                </a:lnTo>
                <a:lnTo>
                  <a:pt x="160020" y="124968"/>
                </a:lnTo>
                <a:lnTo>
                  <a:pt x="155448" y="126492"/>
                </a:lnTo>
                <a:lnTo>
                  <a:pt x="0" y="126492"/>
                </a:lnTo>
                <a:lnTo>
                  <a:pt x="0" y="131064"/>
                </a:lnTo>
                <a:lnTo>
                  <a:pt x="13716" y="163068"/>
                </a:lnTo>
                <a:lnTo>
                  <a:pt x="16764" y="160020"/>
                </a:lnTo>
                <a:lnTo>
                  <a:pt x="15240" y="156972"/>
                </a:lnTo>
                <a:lnTo>
                  <a:pt x="15240" y="150876"/>
                </a:lnTo>
                <a:lnTo>
                  <a:pt x="16764" y="149352"/>
                </a:lnTo>
                <a:lnTo>
                  <a:pt x="16764" y="147828"/>
                </a:lnTo>
                <a:lnTo>
                  <a:pt x="19812" y="146304"/>
                </a:lnTo>
                <a:lnTo>
                  <a:pt x="160020" y="146304"/>
                </a:lnTo>
                <a:lnTo>
                  <a:pt x="161544" y="147828"/>
                </a:lnTo>
                <a:lnTo>
                  <a:pt x="164592" y="147828"/>
                </a:lnTo>
                <a:lnTo>
                  <a:pt x="166116" y="149352"/>
                </a:lnTo>
                <a:lnTo>
                  <a:pt x="167640" y="152400"/>
                </a:lnTo>
                <a:lnTo>
                  <a:pt x="169164" y="153924"/>
                </a:lnTo>
                <a:lnTo>
                  <a:pt x="169164" y="163068"/>
                </a:lnTo>
                <a:lnTo>
                  <a:pt x="172212" y="163068"/>
                </a:lnTo>
                <a:lnTo>
                  <a:pt x="172212" y="146304"/>
                </a:lnTo>
                <a:lnTo>
                  <a:pt x="172212" y="109728"/>
                </a:lnTo>
                <a:close/>
              </a:path>
              <a:path extrusionOk="0" h="731520" w="175895">
                <a:moveTo>
                  <a:pt x="175260" y="548640"/>
                </a:moveTo>
                <a:lnTo>
                  <a:pt x="167640" y="521220"/>
                </a:lnTo>
                <a:lnTo>
                  <a:pt x="167640" y="536448"/>
                </a:lnTo>
                <a:lnTo>
                  <a:pt x="167640" y="544068"/>
                </a:lnTo>
                <a:lnTo>
                  <a:pt x="140576" y="572452"/>
                </a:lnTo>
                <a:lnTo>
                  <a:pt x="108204" y="577596"/>
                </a:lnTo>
                <a:lnTo>
                  <a:pt x="100736" y="577342"/>
                </a:lnTo>
                <a:lnTo>
                  <a:pt x="70104" y="563880"/>
                </a:lnTo>
                <a:lnTo>
                  <a:pt x="67056" y="559308"/>
                </a:lnTo>
                <a:lnTo>
                  <a:pt x="65532" y="554736"/>
                </a:lnTo>
                <a:lnTo>
                  <a:pt x="65646" y="550887"/>
                </a:lnTo>
                <a:lnTo>
                  <a:pt x="66370" y="545122"/>
                </a:lnTo>
                <a:lnTo>
                  <a:pt x="97345" y="519874"/>
                </a:lnTo>
                <a:lnTo>
                  <a:pt x="124968" y="516636"/>
                </a:lnTo>
                <a:lnTo>
                  <a:pt x="135572" y="517194"/>
                </a:lnTo>
                <a:lnTo>
                  <a:pt x="167640" y="536448"/>
                </a:lnTo>
                <a:lnTo>
                  <a:pt x="167640" y="521220"/>
                </a:lnTo>
                <a:lnTo>
                  <a:pt x="137020" y="498284"/>
                </a:lnTo>
                <a:lnTo>
                  <a:pt x="114300" y="493776"/>
                </a:lnTo>
                <a:lnTo>
                  <a:pt x="104305" y="494639"/>
                </a:lnTo>
                <a:lnTo>
                  <a:pt x="68846" y="515188"/>
                </a:lnTo>
                <a:lnTo>
                  <a:pt x="57912" y="547116"/>
                </a:lnTo>
                <a:lnTo>
                  <a:pt x="58039" y="548640"/>
                </a:lnTo>
                <a:lnTo>
                  <a:pt x="58470" y="553961"/>
                </a:lnTo>
                <a:lnTo>
                  <a:pt x="80327" y="589102"/>
                </a:lnTo>
                <a:lnTo>
                  <a:pt x="117348" y="600456"/>
                </a:lnTo>
                <a:lnTo>
                  <a:pt x="127596" y="599630"/>
                </a:lnTo>
                <a:lnTo>
                  <a:pt x="164338" y="580580"/>
                </a:lnTo>
                <a:lnTo>
                  <a:pt x="166319" y="577596"/>
                </a:lnTo>
                <a:lnTo>
                  <a:pt x="170497" y="571309"/>
                </a:lnTo>
                <a:lnTo>
                  <a:pt x="174104" y="560628"/>
                </a:lnTo>
                <a:lnTo>
                  <a:pt x="175260" y="548640"/>
                </a:lnTo>
                <a:close/>
              </a:path>
              <a:path extrusionOk="0" h="731520" w="175895">
                <a:moveTo>
                  <a:pt x="175260" y="262128"/>
                </a:moveTo>
                <a:lnTo>
                  <a:pt x="173736" y="256032"/>
                </a:lnTo>
                <a:lnTo>
                  <a:pt x="164592" y="246888"/>
                </a:lnTo>
                <a:lnTo>
                  <a:pt x="158496" y="242316"/>
                </a:lnTo>
                <a:lnTo>
                  <a:pt x="150876" y="239268"/>
                </a:lnTo>
                <a:lnTo>
                  <a:pt x="150876" y="245364"/>
                </a:lnTo>
                <a:lnTo>
                  <a:pt x="153924" y="246888"/>
                </a:lnTo>
                <a:lnTo>
                  <a:pt x="155448" y="248412"/>
                </a:lnTo>
                <a:lnTo>
                  <a:pt x="156972" y="251460"/>
                </a:lnTo>
                <a:lnTo>
                  <a:pt x="158496" y="252984"/>
                </a:lnTo>
                <a:lnTo>
                  <a:pt x="160020" y="256032"/>
                </a:lnTo>
                <a:lnTo>
                  <a:pt x="160020" y="262128"/>
                </a:lnTo>
                <a:lnTo>
                  <a:pt x="158496" y="265176"/>
                </a:lnTo>
                <a:lnTo>
                  <a:pt x="155448" y="266700"/>
                </a:lnTo>
                <a:lnTo>
                  <a:pt x="153924" y="268224"/>
                </a:lnTo>
                <a:lnTo>
                  <a:pt x="149352" y="269748"/>
                </a:lnTo>
                <a:lnTo>
                  <a:pt x="68580" y="269748"/>
                </a:lnTo>
                <a:lnTo>
                  <a:pt x="68580" y="243840"/>
                </a:lnTo>
                <a:lnTo>
                  <a:pt x="60960" y="243840"/>
                </a:lnTo>
                <a:lnTo>
                  <a:pt x="60960" y="269748"/>
                </a:lnTo>
                <a:lnTo>
                  <a:pt x="24384" y="269748"/>
                </a:lnTo>
                <a:lnTo>
                  <a:pt x="24384" y="272796"/>
                </a:lnTo>
                <a:lnTo>
                  <a:pt x="60960" y="298704"/>
                </a:lnTo>
                <a:lnTo>
                  <a:pt x="65532" y="307848"/>
                </a:lnTo>
                <a:lnTo>
                  <a:pt x="68580" y="307848"/>
                </a:lnTo>
                <a:lnTo>
                  <a:pt x="68580" y="289560"/>
                </a:lnTo>
                <a:lnTo>
                  <a:pt x="152400" y="289560"/>
                </a:lnTo>
                <a:lnTo>
                  <a:pt x="158496" y="288036"/>
                </a:lnTo>
                <a:lnTo>
                  <a:pt x="167640" y="284988"/>
                </a:lnTo>
                <a:lnTo>
                  <a:pt x="170688" y="281940"/>
                </a:lnTo>
                <a:lnTo>
                  <a:pt x="173736" y="275844"/>
                </a:lnTo>
                <a:lnTo>
                  <a:pt x="175260" y="271272"/>
                </a:lnTo>
                <a:lnTo>
                  <a:pt x="175260" y="262128"/>
                </a:lnTo>
                <a:close/>
              </a:path>
              <a:path extrusionOk="0" h="731520" w="175895">
                <a:moveTo>
                  <a:pt x="175272" y="667512"/>
                </a:moveTo>
                <a:lnTo>
                  <a:pt x="80784" y="630936"/>
                </a:lnTo>
                <a:lnTo>
                  <a:pt x="74688" y="627888"/>
                </a:lnTo>
                <a:lnTo>
                  <a:pt x="70116" y="626364"/>
                </a:lnTo>
                <a:lnTo>
                  <a:pt x="65544" y="621792"/>
                </a:lnTo>
                <a:lnTo>
                  <a:pt x="64020" y="618744"/>
                </a:lnTo>
                <a:lnTo>
                  <a:pt x="64020" y="614172"/>
                </a:lnTo>
                <a:lnTo>
                  <a:pt x="60972" y="614172"/>
                </a:lnTo>
                <a:lnTo>
                  <a:pt x="60972" y="649224"/>
                </a:lnTo>
                <a:lnTo>
                  <a:pt x="64020" y="649224"/>
                </a:lnTo>
                <a:lnTo>
                  <a:pt x="64020" y="640080"/>
                </a:lnTo>
                <a:lnTo>
                  <a:pt x="65544" y="640080"/>
                </a:lnTo>
                <a:lnTo>
                  <a:pt x="65544" y="638556"/>
                </a:lnTo>
                <a:lnTo>
                  <a:pt x="67068" y="637032"/>
                </a:lnTo>
                <a:lnTo>
                  <a:pt x="76212" y="637032"/>
                </a:lnTo>
                <a:lnTo>
                  <a:pt x="80784" y="638556"/>
                </a:lnTo>
                <a:lnTo>
                  <a:pt x="143268" y="664464"/>
                </a:lnTo>
                <a:lnTo>
                  <a:pt x="82308" y="688848"/>
                </a:lnTo>
                <a:lnTo>
                  <a:pt x="79260" y="690372"/>
                </a:lnTo>
                <a:lnTo>
                  <a:pt x="74688" y="691896"/>
                </a:lnTo>
                <a:lnTo>
                  <a:pt x="70116" y="691896"/>
                </a:lnTo>
                <a:lnTo>
                  <a:pt x="67068" y="690372"/>
                </a:lnTo>
                <a:lnTo>
                  <a:pt x="64020" y="687324"/>
                </a:lnTo>
                <a:lnTo>
                  <a:pt x="64020" y="679704"/>
                </a:lnTo>
                <a:lnTo>
                  <a:pt x="60972" y="679704"/>
                </a:lnTo>
                <a:lnTo>
                  <a:pt x="60972" y="731520"/>
                </a:lnTo>
                <a:lnTo>
                  <a:pt x="64020" y="731520"/>
                </a:lnTo>
                <a:lnTo>
                  <a:pt x="64020" y="726948"/>
                </a:lnTo>
                <a:lnTo>
                  <a:pt x="67068" y="720852"/>
                </a:lnTo>
                <a:lnTo>
                  <a:pt x="70116" y="719328"/>
                </a:lnTo>
                <a:lnTo>
                  <a:pt x="71640" y="717804"/>
                </a:lnTo>
                <a:lnTo>
                  <a:pt x="73164" y="714756"/>
                </a:lnTo>
                <a:lnTo>
                  <a:pt x="76212" y="713232"/>
                </a:lnTo>
                <a:lnTo>
                  <a:pt x="82308" y="711708"/>
                </a:lnTo>
                <a:lnTo>
                  <a:pt x="175272" y="673608"/>
                </a:lnTo>
                <a:lnTo>
                  <a:pt x="175272" y="667512"/>
                </a:lnTo>
                <a:close/>
              </a:path>
              <a:path extrusionOk="0" h="731520" w="175895">
                <a:moveTo>
                  <a:pt x="175272" y="330708"/>
                </a:moveTo>
                <a:lnTo>
                  <a:pt x="156984" y="304800"/>
                </a:lnTo>
                <a:lnTo>
                  <a:pt x="150888" y="304800"/>
                </a:lnTo>
                <a:lnTo>
                  <a:pt x="155460" y="310896"/>
                </a:lnTo>
                <a:lnTo>
                  <a:pt x="158508" y="313944"/>
                </a:lnTo>
                <a:lnTo>
                  <a:pt x="158508" y="315468"/>
                </a:lnTo>
                <a:lnTo>
                  <a:pt x="160032" y="315468"/>
                </a:lnTo>
                <a:lnTo>
                  <a:pt x="160032" y="320040"/>
                </a:lnTo>
                <a:lnTo>
                  <a:pt x="156984" y="323088"/>
                </a:lnTo>
                <a:lnTo>
                  <a:pt x="85356" y="323088"/>
                </a:lnTo>
                <a:lnTo>
                  <a:pt x="77736" y="324612"/>
                </a:lnTo>
                <a:lnTo>
                  <a:pt x="74688" y="326136"/>
                </a:lnTo>
                <a:lnTo>
                  <a:pt x="70116" y="327660"/>
                </a:lnTo>
                <a:lnTo>
                  <a:pt x="65544" y="332232"/>
                </a:lnTo>
                <a:lnTo>
                  <a:pt x="62496" y="336804"/>
                </a:lnTo>
                <a:lnTo>
                  <a:pt x="59448" y="342900"/>
                </a:lnTo>
                <a:lnTo>
                  <a:pt x="57924" y="352044"/>
                </a:lnTo>
                <a:lnTo>
                  <a:pt x="58000" y="362623"/>
                </a:lnTo>
                <a:lnTo>
                  <a:pt x="58127" y="364769"/>
                </a:lnTo>
                <a:lnTo>
                  <a:pt x="58191" y="365760"/>
                </a:lnTo>
                <a:lnTo>
                  <a:pt x="58496" y="370890"/>
                </a:lnTo>
                <a:lnTo>
                  <a:pt x="79260" y="402336"/>
                </a:lnTo>
                <a:lnTo>
                  <a:pt x="92976" y="402336"/>
                </a:lnTo>
                <a:lnTo>
                  <a:pt x="94500" y="400812"/>
                </a:lnTo>
                <a:lnTo>
                  <a:pt x="96024" y="397764"/>
                </a:lnTo>
                <a:lnTo>
                  <a:pt x="97548" y="396240"/>
                </a:lnTo>
                <a:lnTo>
                  <a:pt x="97548" y="390144"/>
                </a:lnTo>
                <a:lnTo>
                  <a:pt x="96024" y="387096"/>
                </a:lnTo>
                <a:lnTo>
                  <a:pt x="92976" y="384048"/>
                </a:lnTo>
                <a:lnTo>
                  <a:pt x="89928" y="382524"/>
                </a:lnTo>
                <a:lnTo>
                  <a:pt x="85356" y="382524"/>
                </a:lnTo>
                <a:lnTo>
                  <a:pt x="79260" y="384048"/>
                </a:lnTo>
                <a:lnTo>
                  <a:pt x="76212" y="384048"/>
                </a:lnTo>
                <a:lnTo>
                  <a:pt x="71640" y="382524"/>
                </a:lnTo>
                <a:lnTo>
                  <a:pt x="70116" y="377952"/>
                </a:lnTo>
                <a:lnTo>
                  <a:pt x="67068" y="374904"/>
                </a:lnTo>
                <a:lnTo>
                  <a:pt x="65544" y="370332"/>
                </a:lnTo>
                <a:lnTo>
                  <a:pt x="65671" y="357759"/>
                </a:lnTo>
                <a:lnTo>
                  <a:pt x="65735" y="357568"/>
                </a:lnTo>
                <a:lnTo>
                  <a:pt x="67068" y="353568"/>
                </a:lnTo>
                <a:lnTo>
                  <a:pt x="71640" y="348996"/>
                </a:lnTo>
                <a:lnTo>
                  <a:pt x="76212" y="345948"/>
                </a:lnTo>
                <a:lnTo>
                  <a:pt x="83832" y="342900"/>
                </a:lnTo>
                <a:lnTo>
                  <a:pt x="99072" y="342900"/>
                </a:lnTo>
                <a:lnTo>
                  <a:pt x="104279" y="356857"/>
                </a:lnTo>
                <a:lnTo>
                  <a:pt x="108788" y="368808"/>
                </a:lnTo>
                <a:lnTo>
                  <a:pt x="112991" y="378485"/>
                </a:lnTo>
                <a:lnTo>
                  <a:pt x="117360" y="385572"/>
                </a:lnTo>
                <a:lnTo>
                  <a:pt x="121932" y="394716"/>
                </a:lnTo>
                <a:lnTo>
                  <a:pt x="126504" y="400812"/>
                </a:lnTo>
                <a:lnTo>
                  <a:pt x="132600" y="403860"/>
                </a:lnTo>
                <a:lnTo>
                  <a:pt x="135648" y="406908"/>
                </a:lnTo>
                <a:lnTo>
                  <a:pt x="155460" y="406908"/>
                </a:lnTo>
                <a:lnTo>
                  <a:pt x="161556" y="405384"/>
                </a:lnTo>
                <a:lnTo>
                  <a:pt x="172224" y="394716"/>
                </a:lnTo>
                <a:lnTo>
                  <a:pt x="175272" y="388620"/>
                </a:lnTo>
                <a:lnTo>
                  <a:pt x="175272" y="387096"/>
                </a:lnTo>
                <a:lnTo>
                  <a:pt x="175272" y="374904"/>
                </a:lnTo>
                <a:lnTo>
                  <a:pt x="172224" y="365760"/>
                </a:lnTo>
                <a:lnTo>
                  <a:pt x="170243" y="362623"/>
                </a:lnTo>
                <a:lnTo>
                  <a:pt x="166700" y="357759"/>
                </a:lnTo>
                <a:lnTo>
                  <a:pt x="160032" y="348945"/>
                </a:lnTo>
                <a:lnTo>
                  <a:pt x="160032" y="368808"/>
                </a:lnTo>
                <a:lnTo>
                  <a:pt x="160032" y="374904"/>
                </a:lnTo>
                <a:lnTo>
                  <a:pt x="158508" y="377952"/>
                </a:lnTo>
                <a:lnTo>
                  <a:pt x="150888" y="385572"/>
                </a:lnTo>
                <a:lnTo>
                  <a:pt x="146316" y="387096"/>
                </a:lnTo>
                <a:lnTo>
                  <a:pt x="135648" y="387096"/>
                </a:lnTo>
                <a:lnTo>
                  <a:pt x="131076" y="385572"/>
                </a:lnTo>
                <a:lnTo>
                  <a:pt x="128028" y="384048"/>
                </a:lnTo>
                <a:lnTo>
                  <a:pt x="123456" y="381000"/>
                </a:lnTo>
                <a:lnTo>
                  <a:pt x="117360" y="368808"/>
                </a:lnTo>
                <a:lnTo>
                  <a:pt x="115049" y="364769"/>
                </a:lnTo>
                <a:lnTo>
                  <a:pt x="112598" y="359283"/>
                </a:lnTo>
                <a:lnTo>
                  <a:pt x="109842" y="352044"/>
                </a:lnTo>
                <a:lnTo>
                  <a:pt x="106692" y="342900"/>
                </a:lnTo>
                <a:lnTo>
                  <a:pt x="147840" y="342900"/>
                </a:lnTo>
                <a:lnTo>
                  <a:pt x="152958" y="350596"/>
                </a:lnTo>
                <a:lnTo>
                  <a:pt x="156794" y="357568"/>
                </a:lnTo>
                <a:lnTo>
                  <a:pt x="156857" y="357759"/>
                </a:lnTo>
                <a:lnTo>
                  <a:pt x="159194" y="363689"/>
                </a:lnTo>
                <a:lnTo>
                  <a:pt x="160032" y="368808"/>
                </a:lnTo>
                <a:lnTo>
                  <a:pt x="160032" y="348945"/>
                </a:lnTo>
                <a:lnTo>
                  <a:pt x="155460" y="342900"/>
                </a:lnTo>
                <a:lnTo>
                  <a:pt x="167652" y="342900"/>
                </a:lnTo>
                <a:lnTo>
                  <a:pt x="170700" y="339852"/>
                </a:lnTo>
                <a:lnTo>
                  <a:pt x="173748" y="338328"/>
                </a:lnTo>
                <a:lnTo>
                  <a:pt x="175272" y="335280"/>
                </a:lnTo>
                <a:lnTo>
                  <a:pt x="175272" y="330708"/>
                </a:lnTo>
                <a:close/>
              </a:path>
              <a:path extrusionOk="0" h="731520" w="175895">
                <a:moveTo>
                  <a:pt x="175272" y="45720"/>
                </a:moveTo>
                <a:lnTo>
                  <a:pt x="174409" y="36893"/>
                </a:lnTo>
                <a:lnTo>
                  <a:pt x="174307" y="36576"/>
                </a:lnTo>
                <a:lnTo>
                  <a:pt x="171843" y="28765"/>
                </a:lnTo>
                <a:lnTo>
                  <a:pt x="140550" y="1739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49364" y="16764"/>
                </a:lnTo>
                <a:lnTo>
                  <a:pt x="153936" y="21336"/>
                </a:lnTo>
                <a:lnTo>
                  <a:pt x="153974" y="21513"/>
                </a:lnTo>
                <a:lnTo>
                  <a:pt x="155460" y="27432"/>
                </a:lnTo>
                <a:lnTo>
                  <a:pt x="155460" y="35052"/>
                </a:lnTo>
                <a:lnTo>
                  <a:pt x="133400" y="68249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660"/>
                </a:lnTo>
                <a:lnTo>
                  <a:pt x="94500" y="24384"/>
                </a:lnTo>
                <a:lnTo>
                  <a:pt x="94500" y="74676"/>
                </a:lnTo>
                <a:lnTo>
                  <a:pt x="85356" y="74676"/>
                </a:lnTo>
                <a:lnTo>
                  <a:pt x="77736" y="71628"/>
                </a:lnTo>
                <a:lnTo>
                  <a:pt x="73164" y="65532"/>
                </a:lnTo>
                <a:lnTo>
                  <a:pt x="68592" y="60960"/>
                </a:lnTo>
                <a:lnTo>
                  <a:pt x="66344" y="56489"/>
                </a:lnTo>
                <a:lnTo>
                  <a:pt x="65544" y="54825"/>
                </a:lnTo>
                <a:lnTo>
                  <a:pt x="65544" y="44196"/>
                </a:lnTo>
                <a:lnTo>
                  <a:pt x="79260" y="27432"/>
                </a:lnTo>
                <a:lnTo>
                  <a:pt x="82308" y="25908"/>
                </a:lnTo>
                <a:lnTo>
                  <a:pt x="86880" y="24384"/>
                </a:lnTo>
                <a:lnTo>
                  <a:pt x="94500" y="24384"/>
                </a:lnTo>
                <a:lnTo>
                  <a:pt x="94500" y="660"/>
                </a:lnTo>
                <a:lnTo>
                  <a:pt x="61163" y="25717"/>
                </a:lnTo>
                <a:lnTo>
                  <a:pt x="57924" y="42672"/>
                </a:lnTo>
                <a:lnTo>
                  <a:pt x="58801" y="52679"/>
                </a:lnTo>
                <a:lnTo>
                  <a:pt x="81991" y="85255"/>
                </a:lnTo>
                <a:lnTo>
                  <a:pt x="117360" y="92964"/>
                </a:lnTo>
                <a:lnTo>
                  <a:pt x="130238" y="92113"/>
                </a:lnTo>
                <a:lnTo>
                  <a:pt x="141554" y="89535"/>
                </a:lnTo>
                <a:lnTo>
                  <a:pt x="151434" y="85255"/>
                </a:lnTo>
                <a:lnTo>
                  <a:pt x="160032" y="79248"/>
                </a:lnTo>
                <a:lnTo>
                  <a:pt x="164287" y="74676"/>
                </a:lnTo>
                <a:lnTo>
                  <a:pt x="166903" y="71869"/>
                </a:lnTo>
                <a:lnTo>
                  <a:pt x="171653" y="63627"/>
                </a:lnTo>
                <a:lnTo>
                  <a:pt x="174383" y="54825"/>
                </a:lnTo>
                <a:lnTo>
                  <a:pt x="175272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39" name="Google Shape;2839;p46"/>
          <p:cNvPicPr preferRelativeResize="0"/>
          <p:nvPr/>
        </p:nvPicPr>
        <p:blipFill rotWithShape="1">
          <a:blip r:embed="rId103">
            <a:alphaModFix/>
          </a:blip>
          <a:srcRect b="0" l="0" r="0" t="0"/>
          <a:stretch/>
        </p:blipFill>
        <p:spPr>
          <a:xfrm>
            <a:off x="5978652" y="4165091"/>
            <a:ext cx="117348" cy="283463"/>
          </a:xfrm>
          <a:prstGeom prst="rect">
            <a:avLst/>
          </a:prstGeom>
          <a:noFill/>
          <a:ln>
            <a:noFill/>
          </a:ln>
        </p:spPr>
      </p:pic>
      <p:pic>
        <p:nvPicPr>
          <p:cNvPr id="2840" name="Google Shape;2840;p46"/>
          <p:cNvPicPr preferRelativeResize="0"/>
          <p:nvPr/>
        </p:nvPicPr>
        <p:blipFill rotWithShape="1">
          <a:blip r:embed="rId104">
            <a:alphaModFix/>
          </a:blip>
          <a:srcRect b="0" l="0" r="0" t="0"/>
          <a:stretch/>
        </p:blipFill>
        <p:spPr>
          <a:xfrm>
            <a:off x="5920739" y="3607308"/>
            <a:ext cx="175260" cy="4892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41" name="Google Shape;2841;p46"/>
          <p:cNvGrpSpPr/>
          <p:nvPr/>
        </p:nvGrpSpPr>
        <p:grpSpPr>
          <a:xfrm>
            <a:off x="5945123" y="3028188"/>
            <a:ext cx="201168" cy="513587"/>
            <a:chOff x="5945123" y="3028188"/>
            <a:chExt cx="201168" cy="513587"/>
          </a:xfrm>
        </p:grpSpPr>
        <p:pic>
          <p:nvPicPr>
            <p:cNvPr id="2842" name="Google Shape;2842;p46"/>
            <p:cNvPicPr preferRelativeResize="0"/>
            <p:nvPr/>
          </p:nvPicPr>
          <p:blipFill rotWithShape="1">
            <a:blip r:embed="rId105">
              <a:alphaModFix/>
            </a:blip>
            <a:srcRect b="0" l="0" r="0" t="0"/>
            <a:stretch/>
          </p:blipFill>
          <p:spPr>
            <a:xfrm>
              <a:off x="5945123" y="3236975"/>
              <a:ext cx="201168" cy="304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43" name="Google Shape;2843;p46"/>
            <p:cNvPicPr preferRelativeResize="0"/>
            <p:nvPr/>
          </p:nvPicPr>
          <p:blipFill rotWithShape="1">
            <a:blip r:embed="rId106">
              <a:alphaModFix/>
            </a:blip>
            <a:srcRect b="0" l="0" r="0" t="0"/>
            <a:stretch/>
          </p:blipFill>
          <p:spPr>
            <a:xfrm>
              <a:off x="5978651" y="3122675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44" name="Google Shape;2844;p46"/>
            <p:cNvPicPr preferRelativeResize="0"/>
            <p:nvPr/>
          </p:nvPicPr>
          <p:blipFill rotWithShape="1">
            <a:blip r:embed="rId107">
              <a:alphaModFix/>
            </a:blip>
            <a:srcRect b="0" l="0" r="0" t="0"/>
            <a:stretch/>
          </p:blipFill>
          <p:spPr>
            <a:xfrm>
              <a:off x="5978651" y="3028188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845" name="Google Shape;2845;p46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846" name="Google Shape;2846;p46"/>
            <p:cNvPicPr preferRelativeResize="0"/>
            <p:nvPr/>
          </p:nvPicPr>
          <p:blipFill rotWithShape="1">
            <a:blip r:embed="rId10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47" name="Google Shape;2847;p46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848" name="Google Shape;2848;p46"/>
          <p:cNvPicPr preferRelativeResize="0"/>
          <p:nvPr/>
        </p:nvPicPr>
        <p:blipFill rotWithShape="1">
          <a:blip r:embed="rId10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849" name="Google Shape;2849;p46"/>
          <p:cNvPicPr preferRelativeResize="0"/>
          <p:nvPr/>
        </p:nvPicPr>
        <p:blipFill rotWithShape="1">
          <a:blip r:embed="rId11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850" name="Google Shape;2850;p46"/>
          <p:cNvPicPr preferRelativeResize="0"/>
          <p:nvPr/>
        </p:nvPicPr>
        <p:blipFill rotWithShape="1">
          <a:blip r:embed="rId111">
            <a:alphaModFix/>
          </a:blip>
          <a:srcRect b="0" l="0" r="0" t="0"/>
          <a:stretch/>
        </p:blipFill>
        <p:spPr>
          <a:xfrm>
            <a:off x="6655307" y="1757172"/>
            <a:ext cx="117348" cy="1615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54" name="Shape 2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5" name="Google Shape;2855;p47"/>
          <p:cNvGrpSpPr/>
          <p:nvPr/>
        </p:nvGrpSpPr>
        <p:grpSpPr>
          <a:xfrm>
            <a:off x="1431023" y="6739127"/>
            <a:ext cx="448309" cy="1351916"/>
            <a:chOff x="1431023" y="6739127"/>
            <a:chExt cx="448309" cy="1351916"/>
          </a:xfrm>
        </p:grpSpPr>
        <p:sp>
          <p:nvSpPr>
            <p:cNvPr id="2856" name="Google Shape;2856;p47"/>
            <p:cNvSpPr/>
            <p:nvPr/>
          </p:nvSpPr>
          <p:spPr>
            <a:xfrm>
              <a:off x="1431023" y="7082028"/>
              <a:ext cx="448309" cy="1009015"/>
            </a:xfrm>
            <a:custGeom>
              <a:rect b="b" l="l" r="r" t="t"/>
              <a:pathLst>
                <a:path extrusionOk="0" h="1009015" w="448310">
                  <a:moveTo>
                    <a:pt x="48768" y="583692"/>
                  </a:moveTo>
                  <a:lnTo>
                    <a:pt x="47244" y="577596"/>
                  </a:lnTo>
                  <a:lnTo>
                    <a:pt x="38100" y="568452"/>
                  </a:lnTo>
                  <a:lnTo>
                    <a:pt x="32004" y="565404"/>
                  </a:lnTo>
                  <a:lnTo>
                    <a:pt x="18288" y="565404"/>
                  </a:lnTo>
                  <a:lnTo>
                    <a:pt x="12192" y="568452"/>
                  </a:lnTo>
                  <a:lnTo>
                    <a:pt x="3048" y="577596"/>
                  </a:lnTo>
                  <a:lnTo>
                    <a:pt x="0" y="583692"/>
                  </a:lnTo>
                  <a:lnTo>
                    <a:pt x="0" y="597408"/>
                  </a:lnTo>
                  <a:lnTo>
                    <a:pt x="3048" y="601980"/>
                  </a:lnTo>
                  <a:lnTo>
                    <a:pt x="7620" y="606552"/>
                  </a:lnTo>
                  <a:lnTo>
                    <a:pt x="12192" y="612648"/>
                  </a:lnTo>
                  <a:lnTo>
                    <a:pt x="18288" y="614172"/>
                  </a:lnTo>
                  <a:lnTo>
                    <a:pt x="32004" y="614172"/>
                  </a:lnTo>
                  <a:lnTo>
                    <a:pt x="38100" y="612648"/>
                  </a:lnTo>
                  <a:lnTo>
                    <a:pt x="42672" y="606552"/>
                  </a:lnTo>
                  <a:lnTo>
                    <a:pt x="47244" y="601980"/>
                  </a:lnTo>
                  <a:lnTo>
                    <a:pt x="48768" y="595884"/>
                  </a:lnTo>
                  <a:lnTo>
                    <a:pt x="48768" y="583692"/>
                  </a:lnTo>
                  <a:close/>
                </a:path>
                <a:path extrusionOk="0" h="1009015" w="448310">
                  <a:moveTo>
                    <a:pt x="48768" y="198120"/>
                  </a:moveTo>
                  <a:lnTo>
                    <a:pt x="47244" y="192024"/>
                  </a:lnTo>
                  <a:lnTo>
                    <a:pt x="38100" y="182880"/>
                  </a:lnTo>
                  <a:lnTo>
                    <a:pt x="32004" y="179832"/>
                  </a:lnTo>
                  <a:lnTo>
                    <a:pt x="18288" y="179832"/>
                  </a:lnTo>
                  <a:lnTo>
                    <a:pt x="12192" y="182880"/>
                  </a:lnTo>
                  <a:lnTo>
                    <a:pt x="3048" y="192024"/>
                  </a:lnTo>
                  <a:lnTo>
                    <a:pt x="0" y="198120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8288" y="228600"/>
                  </a:lnTo>
                  <a:lnTo>
                    <a:pt x="32004" y="228600"/>
                  </a:lnTo>
                  <a:lnTo>
                    <a:pt x="38100" y="227076"/>
                  </a:lnTo>
                  <a:lnTo>
                    <a:pt x="47244" y="217932"/>
                  </a:lnTo>
                  <a:lnTo>
                    <a:pt x="48768" y="211836"/>
                  </a:lnTo>
                  <a:lnTo>
                    <a:pt x="48768" y="198120"/>
                  </a:lnTo>
                  <a:close/>
                </a:path>
                <a:path extrusionOk="0" h="1009015" w="448310">
                  <a:moveTo>
                    <a:pt x="342900" y="536448"/>
                  </a:moveTo>
                  <a:lnTo>
                    <a:pt x="335280" y="536448"/>
                  </a:lnTo>
                  <a:lnTo>
                    <a:pt x="335280" y="554736"/>
                  </a:lnTo>
                  <a:lnTo>
                    <a:pt x="332232" y="557784"/>
                  </a:lnTo>
                  <a:lnTo>
                    <a:pt x="292608" y="569976"/>
                  </a:lnTo>
                  <a:lnTo>
                    <a:pt x="115824" y="569976"/>
                  </a:lnTo>
                  <a:lnTo>
                    <a:pt x="115824" y="580644"/>
                  </a:lnTo>
                  <a:lnTo>
                    <a:pt x="143256" y="644652"/>
                  </a:lnTo>
                  <a:lnTo>
                    <a:pt x="150876" y="641604"/>
                  </a:lnTo>
                  <a:lnTo>
                    <a:pt x="149352" y="635508"/>
                  </a:lnTo>
                  <a:lnTo>
                    <a:pt x="147828" y="630936"/>
                  </a:lnTo>
                  <a:lnTo>
                    <a:pt x="147828" y="621792"/>
                  </a:lnTo>
                  <a:lnTo>
                    <a:pt x="149352" y="618744"/>
                  </a:lnTo>
                  <a:lnTo>
                    <a:pt x="150876" y="617220"/>
                  </a:lnTo>
                  <a:lnTo>
                    <a:pt x="152400" y="614172"/>
                  </a:lnTo>
                  <a:lnTo>
                    <a:pt x="161544" y="611124"/>
                  </a:lnTo>
                  <a:lnTo>
                    <a:pt x="168719" y="610895"/>
                  </a:lnTo>
                  <a:lnTo>
                    <a:pt x="178879" y="610362"/>
                  </a:lnTo>
                  <a:lnTo>
                    <a:pt x="192201" y="609841"/>
                  </a:lnTo>
                  <a:lnTo>
                    <a:pt x="208788" y="609600"/>
                  </a:lnTo>
                  <a:lnTo>
                    <a:pt x="292608" y="609600"/>
                  </a:lnTo>
                  <a:lnTo>
                    <a:pt x="301993" y="609841"/>
                  </a:lnTo>
                  <a:lnTo>
                    <a:pt x="302641" y="609841"/>
                  </a:lnTo>
                  <a:lnTo>
                    <a:pt x="332232" y="621792"/>
                  </a:lnTo>
                  <a:lnTo>
                    <a:pt x="335280" y="624840"/>
                  </a:lnTo>
                  <a:lnTo>
                    <a:pt x="335280" y="643128"/>
                  </a:lnTo>
                  <a:lnTo>
                    <a:pt x="342900" y="643128"/>
                  </a:lnTo>
                  <a:lnTo>
                    <a:pt x="342900" y="609600"/>
                  </a:lnTo>
                  <a:lnTo>
                    <a:pt x="342900" y="536448"/>
                  </a:lnTo>
                  <a:close/>
                </a:path>
                <a:path extrusionOk="0" h="1009015" w="448310">
                  <a:moveTo>
                    <a:pt x="342900" y="150876"/>
                  </a:moveTo>
                  <a:lnTo>
                    <a:pt x="335280" y="150876"/>
                  </a:lnTo>
                  <a:lnTo>
                    <a:pt x="335280" y="169164"/>
                  </a:lnTo>
                  <a:lnTo>
                    <a:pt x="332232" y="173736"/>
                  </a:lnTo>
                  <a:lnTo>
                    <a:pt x="330708" y="176784"/>
                  </a:lnTo>
                  <a:lnTo>
                    <a:pt x="326136" y="179832"/>
                  </a:lnTo>
                  <a:lnTo>
                    <a:pt x="321564" y="181356"/>
                  </a:lnTo>
                  <a:lnTo>
                    <a:pt x="317258" y="183121"/>
                  </a:lnTo>
                  <a:lnTo>
                    <a:pt x="311086" y="184023"/>
                  </a:lnTo>
                  <a:lnTo>
                    <a:pt x="302920" y="184365"/>
                  </a:lnTo>
                  <a:lnTo>
                    <a:pt x="115824" y="184365"/>
                  </a:lnTo>
                  <a:lnTo>
                    <a:pt x="115824" y="195072"/>
                  </a:lnTo>
                  <a:lnTo>
                    <a:pt x="143256" y="259080"/>
                  </a:lnTo>
                  <a:lnTo>
                    <a:pt x="150876" y="256032"/>
                  </a:lnTo>
                  <a:lnTo>
                    <a:pt x="149352" y="249936"/>
                  </a:lnTo>
                  <a:lnTo>
                    <a:pt x="147828" y="245364"/>
                  </a:lnTo>
                  <a:lnTo>
                    <a:pt x="147828" y="237744"/>
                  </a:lnTo>
                  <a:lnTo>
                    <a:pt x="150876" y="231648"/>
                  </a:lnTo>
                  <a:lnTo>
                    <a:pt x="152400" y="230124"/>
                  </a:lnTo>
                  <a:lnTo>
                    <a:pt x="156972" y="227076"/>
                  </a:lnTo>
                  <a:lnTo>
                    <a:pt x="161544" y="227076"/>
                  </a:lnTo>
                  <a:lnTo>
                    <a:pt x="168719" y="225958"/>
                  </a:lnTo>
                  <a:lnTo>
                    <a:pt x="178879" y="224980"/>
                  </a:lnTo>
                  <a:lnTo>
                    <a:pt x="192201" y="224294"/>
                  </a:lnTo>
                  <a:lnTo>
                    <a:pt x="208788" y="224028"/>
                  </a:lnTo>
                  <a:lnTo>
                    <a:pt x="292608" y="224028"/>
                  </a:lnTo>
                  <a:lnTo>
                    <a:pt x="302069" y="224294"/>
                  </a:lnTo>
                  <a:lnTo>
                    <a:pt x="302704" y="224294"/>
                  </a:lnTo>
                  <a:lnTo>
                    <a:pt x="311086" y="225171"/>
                  </a:lnTo>
                  <a:lnTo>
                    <a:pt x="317258" y="226606"/>
                  </a:lnTo>
                  <a:lnTo>
                    <a:pt x="321564" y="228600"/>
                  </a:lnTo>
                  <a:lnTo>
                    <a:pt x="327660" y="230124"/>
                  </a:lnTo>
                  <a:lnTo>
                    <a:pt x="330708" y="233172"/>
                  </a:lnTo>
                  <a:lnTo>
                    <a:pt x="332232" y="236220"/>
                  </a:lnTo>
                  <a:lnTo>
                    <a:pt x="335280" y="240792"/>
                  </a:lnTo>
                  <a:lnTo>
                    <a:pt x="335280" y="257556"/>
                  </a:lnTo>
                  <a:lnTo>
                    <a:pt x="342900" y="257556"/>
                  </a:lnTo>
                  <a:lnTo>
                    <a:pt x="342900" y="224028"/>
                  </a:lnTo>
                  <a:lnTo>
                    <a:pt x="342900" y="150876"/>
                  </a:lnTo>
                  <a:close/>
                </a:path>
                <a:path extrusionOk="0" h="1009015" w="448310">
                  <a:moveTo>
                    <a:pt x="342912" y="862584"/>
                  </a:moveTo>
                  <a:lnTo>
                    <a:pt x="339763" y="817727"/>
                  </a:lnTo>
                  <a:lnTo>
                    <a:pt x="330339" y="779145"/>
                  </a:lnTo>
                  <a:lnTo>
                    <a:pt x="326148" y="770547"/>
                  </a:lnTo>
                  <a:lnTo>
                    <a:pt x="326148" y="864108"/>
                  </a:lnTo>
                  <a:lnTo>
                    <a:pt x="326059" y="867156"/>
                  </a:lnTo>
                  <a:lnTo>
                    <a:pt x="325831" y="875207"/>
                  </a:lnTo>
                  <a:lnTo>
                    <a:pt x="325742" y="876300"/>
                  </a:lnTo>
                  <a:lnTo>
                    <a:pt x="324815" y="887730"/>
                  </a:lnTo>
                  <a:lnTo>
                    <a:pt x="322922" y="901407"/>
                  </a:lnTo>
                  <a:lnTo>
                    <a:pt x="320052" y="915924"/>
                  </a:lnTo>
                  <a:lnTo>
                    <a:pt x="39636" y="915924"/>
                  </a:lnTo>
                  <a:lnTo>
                    <a:pt x="32562" y="878001"/>
                  </a:lnTo>
                  <a:lnTo>
                    <a:pt x="32423" y="875207"/>
                  </a:lnTo>
                  <a:lnTo>
                    <a:pt x="32016" y="867156"/>
                  </a:lnTo>
                  <a:lnTo>
                    <a:pt x="42113" y="813435"/>
                  </a:lnTo>
                  <a:lnTo>
                    <a:pt x="71640" y="771144"/>
                  </a:lnTo>
                  <a:lnTo>
                    <a:pt x="118313" y="742378"/>
                  </a:lnTo>
                  <a:lnTo>
                    <a:pt x="179844" y="733044"/>
                  </a:lnTo>
                  <a:lnTo>
                    <a:pt x="212153" y="735355"/>
                  </a:lnTo>
                  <a:lnTo>
                    <a:pt x="265353" y="754265"/>
                  </a:lnTo>
                  <a:lnTo>
                    <a:pt x="304279" y="790816"/>
                  </a:lnTo>
                  <a:lnTo>
                    <a:pt x="316725" y="813435"/>
                  </a:lnTo>
                  <a:lnTo>
                    <a:pt x="323811" y="837590"/>
                  </a:lnTo>
                  <a:lnTo>
                    <a:pt x="323926" y="838873"/>
                  </a:lnTo>
                  <a:lnTo>
                    <a:pt x="326148" y="864108"/>
                  </a:lnTo>
                  <a:lnTo>
                    <a:pt x="326148" y="770547"/>
                  </a:lnTo>
                  <a:lnTo>
                    <a:pt x="302933" y="733044"/>
                  </a:lnTo>
                  <a:lnTo>
                    <a:pt x="268325" y="701979"/>
                  </a:lnTo>
                  <a:lnTo>
                    <a:pt x="211175" y="680783"/>
                  </a:lnTo>
                  <a:lnTo>
                    <a:pt x="178320" y="678180"/>
                  </a:lnTo>
                  <a:lnTo>
                    <a:pt x="153758" y="679640"/>
                  </a:lnTo>
                  <a:lnTo>
                    <a:pt x="108661" y="691692"/>
                  </a:lnTo>
                  <a:lnTo>
                    <a:pt x="70370" y="714883"/>
                  </a:lnTo>
                  <a:lnTo>
                    <a:pt x="42316" y="745223"/>
                  </a:lnTo>
                  <a:lnTo>
                    <a:pt x="24892" y="785012"/>
                  </a:lnTo>
                  <a:lnTo>
                    <a:pt x="16370" y="841108"/>
                  </a:lnTo>
                  <a:lnTo>
                    <a:pt x="15252" y="1008888"/>
                  </a:lnTo>
                  <a:lnTo>
                    <a:pt x="22872" y="1008888"/>
                  </a:lnTo>
                  <a:lnTo>
                    <a:pt x="22872" y="996696"/>
                  </a:lnTo>
                  <a:lnTo>
                    <a:pt x="23698" y="988123"/>
                  </a:lnTo>
                  <a:lnTo>
                    <a:pt x="59664" y="962177"/>
                  </a:lnTo>
                  <a:lnTo>
                    <a:pt x="60083" y="962177"/>
                  </a:lnTo>
                  <a:lnTo>
                    <a:pt x="73164" y="961644"/>
                  </a:lnTo>
                  <a:lnTo>
                    <a:pt x="285000" y="961644"/>
                  </a:lnTo>
                  <a:lnTo>
                    <a:pt x="298424" y="962177"/>
                  </a:lnTo>
                  <a:lnTo>
                    <a:pt x="334429" y="987247"/>
                  </a:lnTo>
                  <a:lnTo>
                    <a:pt x="334505" y="988123"/>
                  </a:lnTo>
                  <a:lnTo>
                    <a:pt x="335292" y="996696"/>
                  </a:lnTo>
                  <a:lnTo>
                    <a:pt x="335292" y="1008888"/>
                  </a:lnTo>
                  <a:lnTo>
                    <a:pt x="342912" y="1008888"/>
                  </a:lnTo>
                  <a:lnTo>
                    <a:pt x="342912" y="961644"/>
                  </a:lnTo>
                  <a:lnTo>
                    <a:pt x="342912" y="915924"/>
                  </a:lnTo>
                  <a:lnTo>
                    <a:pt x="342912" y="862584"/>
                  </a:lnTo>
                  <a:close/>
                </a:path>
                <a:path extrusionOk="0" h="1009015" w="448310">
                  <a:moveTo>
                    <a:pt x="345960" y="56388"/>
                  </a:moveTo>
                  <a:lnTo>
                    <a:pt x="327190" y="16941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4812" y="13716"/>
                  </a:lnTo>
                  <a:lnTo>
                    <a:pt x="309384" y="16764"/>
                  </a:lnTo>
                  <a:lnTo>
                    <a:pt x="312432" y="22860"/>
                  </a:lnTo>
                  <a:lnTo>
                    <a:pt x="315480" y="27432"/>
                  </a:lnTo>
                  <a:lnTo>
                    <a:pt x="317004" y="32004"/>
                  </a:lnTo>
                  <a:lnTo>
                    <a:pt x="317004" y="44196"/>
                  </a:lnTo>
                  <a:lnTo>
                    <a:pt x="315480" y="50292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9144"/>
                  </a:lnTo>
                  <a:lnTo>
                    <a:pt x="121932" y="9144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83832" y="82296"/>
                  </a:lnTo>
                  <a:lnTo>
                    <a:pt x="118859" y="115062"/>
                  </a:lnTo>
                  <a:lnTo>
                    <a:pt x="131076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8234" y="100279"/>
                  </a:lnTo>
                  <a:lnTo>
                    <a:pt x="308241" y="99250"/>
                  </a:lnTo>
                  <a:lnTo>
                    <a:pt x="316522" y="97370"/>
                  </a:lnTo>
                  <a:lnTo>
                    <a:pt x="323100" y="94488"/>
                  </a:lnTo>
                  <a:lnTo>
                    <a:pt x="330720" y="91440"/>
                  </a:lnTo>
                  <a:lnTo>
                    <a:pt x="336816" y="86868"/>
                  </a:lnTo>
                  <a:lnTo>
                    <a:pt x="339864" y="79248"/>
                  </a:lnTo>
                  <a:lnTo>
                    <a:pt x="344436" y="71628"/>
                  </a:lnTo>
                  <a:lnTo>
                    <a:pt x="345960" y="64008"/>
                  </a:lnTo>
                  <a:lnTo>
                    <a:pt x="345960" y="56388"/>
                  </a:lnTo>
                  <a:close/>
                </a:path>
                <a:path extrusionOk="0" h="1009015" w="448310">
                  <a:moveTo>
                    <a:pt x="448030" y="413575"/>
                  </a:moveTo>
                  <a:lnTo>
                    <a:pt x="439864" y="357759"/>
                  </a:lnTo>
                  <a:lnTo>
                    <a:pt x="418884" y="319989"/>
                  </a:lnTo>
                  <a:lnTo>
                    <a:pt x="418884" y="395668"/>
                  </a:lnTo>
                  <a:lnTo>
                    <a:pt x="418249" y="411607"/>
                  </a:lnTo>
                  <a:lnTo>
                    <a:pt x="405384" y="460248"/>
                  </a:lnTo>
                  <a:lnTo>
                    <a:pt x="393192" y="473964"/>
                  </a:lnTo>
                  <a:lnTo>
                    <a:pt x="379476" y="473964"/>
                  </a:lnTo>
                  <a:lnTo>
                    <a:pt x="373380" y="472440"/>
                  </a:lnTo>
                  <a:lnTo>
                    <a:pt x="365760" y="469392"/>
                  </a:lnTo>
                  <a:lnTo>
                    <a:pt x="362889" y="467868"/>
                  </a:lnTo>
                  <a:lnTo>
                    <a:pt x="360908" y="466826"/>
                  </a:lnTo>
                  <a:lnTo>
                    <a:pt x="355473" y="463677"/>
                  </a:lnTo>
                  <a:lnTo>
                    <a:pt x="349478" y="459968"/>
                  </a:lnTo>
                  <a:lnTo>
                    <a:pt x="345236" y="457200"/>
                  </a:lnTo>
                  <a:lnTo>
                    <a:pt x="342900" y="455676"/>
                  </a:lnTo>
                  <a:lnTo>
                    <a:pt x="348475" y="395668"/>
                  </a:lnTo>
                  <a:lnTo>
                    <a:pt x="348703" y="383819"/>
                  </a:lnTo>
                  <a:lnTo>
                    <a:pt x="348818" y="377952"/>
                  </a:lnTo>
                  <a:lnTo>
                    <a:pt x="348907" y="373380"/>
                  </a:lnTo>
                  <a:lnTo>
                    <a:pt x="349034" y="368261"/>
                  </a:lnTo>
                  <a:lnTo>
                    <a:pt x="350164" y="351078"/>
                  </a:lnTo>
                  <a:lnTo>
                    <a:pt x="350215" y="350520"/>
                  </a:lnTo>
                  <a:lnTo>
                    <a:pt x="351472" y="336613"/>
                  </a:lnTo>
                  <a:lnTo>
                    <a:pt x="351510" y="336359"/>
                  </a:lnTo>
                  <a:lnTo>
                    <a:pt x="353072" y="325310"/>
                  </a:lnTo>
                  <a:lnTo>
                    <a:pt x="353148" y="324993"/>
                  </a:lnTo>
                  <a:lnTo>
                    <a:pt x="353237" y="324612"/>
                  </a:lnTo>
                  <a:lnTo>
                    <a:pt x="355092" y="316992"/>
                  </a:lnTo>
                  <a:lnTo>
                    <a:pt x="359664" y="307848"/>
                  </a:lnTo>
                  <a:lnTo>
                    <a:pt x="364236" y="303276"/>
                  </a:lnTo>
                  <a:lnTo>
                    <a:pt x="373380" y="303276"/>
                  </a:lnTo>
                  <a:lnTo>
                    <a:pt x="405384" y="324612"/>
                  </a:lnTo>
                  <a:lnTo>
                    <a:pt x="418249" y="368985"/>
                  </a:lnTo>
                  <a:lnTo>
                    <a:pt x="418515" y="375666"/>
                  </a:lnTo>
                  <a:lnTo>
                    <a:pt x="418617" y="377952"/>
                  </a:lnTo>
                  <a:lnTo>
                    <a:pt x="418731" y="380987"/>
                  </a:lnTo>
                  <a:lnTo>
                    <a:pt x="418846" y="383819"/>
                  </a:lnTo>
                  <a:lnTo>
                    <a:pt x="418884" y="395668"/>
                  </a:lnTo>
                  <a:lnTo>
                    <a:pt x="418884" y="319989"/>
                  </a:lnTo>
                  <a:lnTo>
                    <a:pt x="414528" y="313944"/>
                  </a:lnTo>
                  <a:lnTo>
                    <a:pt x="376809" y="289737"/>
                  </a:lnTo>
                  <a:lnTo>
                    <a:pt x="364236" y="288036"/>
                  </a:lnTo>
                  <a:lnTo>
                    <a:pt x="354507" y="288899"/>
                  </a:lnTo>
                  <a:lnTo>
                    <a:pt x="320040" y="317754"/>
                  </a:lnTo>
                  <a:lnTo>
                    <a:pt x="311848" y="362521"/>
                  </a:lnTo>
                  <a:lnTo>
                    <a:pt x="311746" y="365569"/>
                  </a:lnTo>
                  <a:lnTo>
                    <a:pt x="311619" y="368808"/>
                  </a:lnTo>
                  <a:lnTo>
                    <a:pt x="311543" y="370840"/>
                  </a:lnTo>
                  <a:lnTo>
                    <a:pt x="311454" y="373380"/>
                  </a:lnTo>
                  <a:lnTo>
                    <a:pt x="311365" y="375666"/>
                  </a:lnTo>
                  <a:lnTo>
                    <a:pt x="311277" y="377952"/>
                  </a:lnTo>
                  <a:lnTo>
                    <a:pt x="311162" y="380987"/>
                  </a:lnTo>
                  <a:lnTo>
                    <a:pt x="311061" y="390144"/>
                  </a:lnTo>
                  <a:lnTo>
                    <a:pt x="310934" y="401104"/>
                  </a:lnTo>
                  <a:lnTo>
                    <a:pt x="310896" y="403860"/>
                  </a:lnTo>
                  <a:lnTo>
                    <a:pt x="310794" y="405384"/>
                  </a:lnTo>
                  <a:lnTo>
                    <a:pt x="309994" y="416179"/>
                  </a:lnTo>
                  <a:lnTo>
                    <a:pt x="309372" y="425767"/>
                  </a:lnTo>
                  <a:lnTo>
                    <a:pt x="309283" y="426910"/>
                  </a:lnTo>
                  <a:lnTo>
                    <a:pt x="308762" y="432803"/>
                  </a:lnTo>
                  <a:lnTo>
                    <a:pt x="307848" y="437388"/>
                  </a:lnTo>
                  <a:lnTo>
                    <a:pt x="307848" y="446519"/>
                  </a:lnTo>
                  <a:lnTo>
                    <a:pt x="306324" y="451104"/>
                  </a:lnTo>
                  <a:lnTo>
                    <a:pt x="300228" y="457200"/>
                  </a:lnTo>
                  <a:lnTo>
                    <a:pt x="288036" y="457200"/>
                  </a:lnTo>
                  <a:lnTo>
                    <a:pt x="278892" y="451104"/>
                  </a:lnTo>
                  <a:lnTo>
                    <a:pt x="274307" y="446519"/>
                  </a:lnTo>
                  <a:lnTo>
                    <a:pt x="268224" y="438912"/>
                  </a:lnTo>
                  <a:lnTo>
                    <a:pt x="270230" y="430682"/>
                  </a:lnTo>
                  <a:lnTo>
                    <a:pt x="270281" y="430339"/>
                  </a:lnTo>
                  <a:lnTo>
                    <a:pt x="271653" y="422148"/>
                  </a:lnTo>
                  <a:lnTo>
                    <a:pt x="272516" y="413575"/>
                  </a:lnTo>
                  <a:lnTo>
                    <a:pt x="272643" y="409956"/>
                  </a:lnTo>
                  <a:lnTo>
                    <a:pt x="272796" y="405384"/>
                  </a:lnTo>
                  <a:lnTo>
                    <a:pt x="272707" y="403860"/>
                  </a:lnTo>
                  <a:lnTo>
                    <a:pt x="263817" y="361188"/>
                  </a:lnTo>
                  <a:lnTo>
                    <a:pt x="260604" y="354660"/>
                  </a:lnTo>
                  <a:lnTo>
                    <a:pt x="260604" y="403860"/>
                  </a:lnTo>
                  <a:lnTo>
                    <a:pt x="259727" y="413575"/>
                  </a:lnTo>
                  <a:lnTo>
                    <a:pt x="233934" y="443636"/>
                  </a:lnTo>
                  <a:lnTo>
                    <a:pt x="185928" y="452628"/>
                  </a:lnTo>
                  <a:lnTo>
                    <a:pt x="172199" y="452018"/>
                  </a:lnTo>
                  <a:lnTo>
                    <a:pt x="137020" y="434174"/>
                  </a:lnTo>
                  <a:lnTo>
                    <a:pt x="128016" y="409956"/>
                  </a:lnTo>
                  <a:lnTo>
                    <a:pt x="129146" y="401104"/>
                  </a:lnTo>
                  <a:lnTo>
                    <a:pt x="156210" y="370840"/>
                  </a:lnTo>
                  <a:lnTo>
                    <a:pt x="204216" y="361188"/>
                  </a:lnTo>
                  <a:lnTo>
                    <a:pt x="217957" y="362026"/>
                  </a:lnTo>
                  <a:lnTo>
                    <a:pt x="252895" y="380288"/>
                  </a:lnTo>
                  <a:lnTo>
                    <a:pt x="259791" y="395668"/>
                  </a:lnTo>
                  <a:lnTo>
                    <a:pt x="260604" y="403860"/>
                  </a:lnTo>
                  <a:lnTo>
                    <a:pt x="260604" y="354660"/>
                  </a:lnTo>
                  <a:lnTo>
                    <a:pt x="251460" y="342900"/>
                  </a:lnTo>
                  <a:lnTo>
                    <a:pt x="213321" y="320192"/>
                  </a:lnTo>
                  <a:lnTo>
                    <a:pt x="198120" y="318516"/>
                  </a:lnTo>
                  <a:lnTo>
                    <a:pt x="185864" y="319379"/>
                  </a:lnTo>
                  <a:lnTo>
                    <a:pt x="174307" y="321945"/>
                  </a:lnTo>
                  <a:lnTo>
                    <a:pt x="163626" y="326237"/>
                  </a:lnTo>
                  <a:lnTo>
                    <a:pt x="153924" y="332232"/>
                  </a:lnTo>
                  <a:lnTo>
                    <a:pt x="153924" y="289560"/>
                  </a:lnTo>
                  <a:lnTo>
                    <a:pt x="152400" y="289560"/>
                  </a:lnTo>
                  <a:lnTo>
                    <a:pt x="152400" y="288036"/>
                  </a:lnTo>
                  <a:lnTo>
                    <a:pt x="150876" y="288036"/>
                  </a:lnTo>
                  <a:lnTo>
                    <a:pt x="147828" y="286512"/>
                  </a:lnTo>
                  <a:lnTo>
                    <a:pt x="140208" y="286512"/>
                  </a:lnTo>
                  <a:lnTo>
                    <a:pt x="137160" y="288036"/>
                  </a:lnTo>
                  <a:lnTo>
                    <a:pt x="135636" y="288036"/>
                  </a:lnTo>
                  <a:lnTo>
                    <a:pt x="135636" y="289560"/>
                  </a:lnTo>
                  <a:lnTo>
                    <a:pt x="134112" y="289560"/>
                  </a:lnTo>
                  <a:lnTo>
                    <a:pt x="134112" y="292608"/>
                  </a:lnTo>
                  <a:lnTo>
                    <a:pt x="132588" y="295656"/>
                  </a:lnTo>
                  <a:lnTo>
                    <a:pt x="132588" y="350520"/>
                  </a:lnTo>
                  <a:lnTo>
                    <a:pt x="125476" y="362521"/>
                  </a:lnTo>
                  <a:lnTo>
                    <a:pt x="120205" y="375666"/>
                  </a:lnTo>
                  <a:lnTo>
                    <a:pt x="116954" y="389953"/>
                  </a:lnTo>
                  <a:lnTo>
                    <a:pt x="116941" y="390144"/>
                  </a:lnTo>
                  <a:lnTo>
                    <a:pt x="115824" y="405384"/>
                  </a:lnTo>
                  <a:lnTo>
                    <a:pt x="129971" y="454469"/>
                  </a:lnTo>
                  <a:lnTo>
                    <a:pt x="166116" y="486346"/>
                  </a:lnTo>
                  <a:lnTo>
                    <a:pt x="180695" y="490728"/>
                  </a:lnTo>
                  <a:lnTo>
                    <a:pt x="180162" y="490728"/>
                  </a:lnTo>
                  <a:lnTo>
                    <a:pt x="196596" y="492252"/>
                  </a:lnTo>
                  <a:lnTo>
                    <a:pt x="207505" y="491667"/>
                  </a:lnTo>
                  <a:lnTo>
                    <a:pt x="217551" y="489775"/>
                  </a:lnTo>
                  <a:lnTo>
                    <a:pt x="252222" y="469201"/>
                  </a:lnTo>
                  <a:lnTo>
                    <a:pt x="263652" y="451104"/>
                  </a:lnTo>
                  <a:lnTo>
                    <a:pt x="273367" y="462534"/>
                  </a:lnTo>
                  <a:lnTo>
                    <a:pt x="303276" y="487680"/>
                  </a:lnTo>
                  <a:lnTo>
                    <a:pt x="309372" y="489204"/>
                  </a:lnTo>
                  <a:lnTo>
                    <a:pt x="320040" y="489204"/>
                  </a:lnTo>
                  <a:lnTo>
                    <a:pt x="324612" y="487680"/>
                  </a:lnTo>
                  <a:lnTo>
                    <a:pt x="327660" y="484632"/>
                  </a:lnTo>
                  <a:lnTo>
                    <a:pt x="332232" y="481584"/>
                  </a:lnTo>
                  <a:lnTo>
                    <a:pt x="336804" y="475488"/>
                  </a:lnTo>
                  <a:lnTo>
                    <a:pt x="341376" y="467868"/>
                  </a:lnTo>
                  <a:lnTo>
                    <a:pt x="351650" y="477875"/>
                  </a:lnTo>
                  <a:lnTo>
                    <a:pt x="359473" y="485013"/>
                  </a:lnTo>
                  <a:lnTo>
                    <a:pt x="364629" y="489204"/>
                  </a:lnTo>
                  <a:lnTo>
                    <a:pt x="365594" y="489775"/>
                  </a:lnTo>
                  <a:lnTo>
                    <a:pt x="367284" y="490728"/>
                  </a:lnTo>
                  <a:lnTo>
                    <a:pt x="374738" y="496785"/>
                  </a:lnTo>
                  <a:lnTo>
                    <a:pt x="381190" y="501396"/>
                  </a:lnTo>
                  <a:lnTo>
                    <a:pt x="386791" y="504875"/>
                  </a:lnTo>
                  <a:lnTo>
                    <a:pt x="391668" y="507492"/>
                  </a:lnTo>
                  <a:lnTo>
                    <a:pt x="396240" y="509016"/>
                  </a:lnTo>
                  <a:lnTo>
                    <a:pt x="403860" y="509016"/>
                  </a:lnTo>
                  <a:lnTo>
                    <a:pt x="437134" y="474522"/>
                  </a:lnTo>
                  <a:lnTo>
                    <a:pt x="437311" y="473964"/>
                  </a:lnTo>
                  <a:lnTo>
                    <a:pt x="443293" y="455485"/>
                  </a:lnTo>
                  <a:lnTo>
                    <a:pt x="446900" y="435038"/>
                  </a:lnTo>
                  <a:lnTo>
                    <a:pt x="447014" y="432803"/>
                  </a:lnTo>
                  <a:lnTo>
                    <a:pt x="447128" y="430682"/>
                  </a:lnTo>
                  <a:lnTo>
                    <a:pt x="447179" y="429577"/>
                  </a:lnTo>
                  <a:lnTo>
                    <a:pt x="448030" y="41357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57" name="Google Shape;2857;p47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7035" y="6864095"/>
              <a:ext cx="232686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58" name="Google Shape;2858;p47"/>
            <p:cNvSpPr/>
            <p:nvPr/>
          </p:nvSpPr>
          <p:spPr>
            <a:xfrm>
              <a:off x="1431036" y="6739127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4196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918" y="34790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89916"/>
                  </a:lnTo>
                  <a:lnTo>
                    <a:pt x="332232" y="86868"/>
                  </a:lnTo>
                  <a:lnTo>
                    <a:pt x="330708" y="82296"/>
                  </a:lnTo>
                  <a:lnTo>
                    <a:pt x="327660" y="79248"/>
                  </a:lnTo>
                  <a:lnTo>
                    <a:pt x="321563" y="77724"/>
                  </a:lnTo>
                  <a:lnTo>
                    <a:pt x="317253" y="75961"/>
                  </a:lnTo>
                  <a:lnTo>
                    <a:pt x="311086" y="75057"/>
                  </a:lnTo>
                  <a:lnTo>
                    <a:pt x="302918" y="74723"/>
                  </a:lnTo>
                  <a:lnTo>
                    <a:pt x="92964" y="74676"/>
                  </a:lnTo>
                  <a:lnTo>
                    <a:pt x="63246" y="74866"/>
                  </a:lnTo>
                  <a:lnTo>
                    <a:pt x="53530" y="75318"/>
                  </a:lnTo>
                  <a:lnTo>
                    <a:pt x="47244" y="76200"/>
                  </a:lnTo>
                  <a:lnTo>
                    <a:pt x="41148" y="76200"/>
                  </a:lnTo>
                  <a:lnTo>
                    <a:pt x="36576" y="77724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59" name="Google Shape;2859;p47"/>
          <p:cNvSpPr/>
          <p:nvPr/>
        </p:nvSpPr>
        <p:spPr>
          <a:xfrm>
            <a:off x="1438643" y="6128004"/>
            <a:ext cx="342900" cy="463550"/>
          </a:xfrm>
          <a:custGeom>
            <a:rect b="b" l="l" r="r" t="t"/>
            <a:pathLst>
              <a:path extrusionOk="0" h="463550" w="342900">
                <a:moveTo>
                  <a:pt x="335292" y="323088"/>
                </a:moveTo>
                <a:lnTo>
                  <a:pt x="327672" y="323088"/>
                </a:lnTo>
                <a:lnTo>
                  <a:pt x="327672" y="335280"/>
                </a:lnTo>
                <a:lnTo>
                  <a:pt x="327672" y="342900"/>
                </a:lnTo>
                <a:lnTo>
                  <a:pt x="299478" y="369379"/>
                </a:lnTo>
                <a:lnTo>
                  <a:pt x="277380" y="370332"/>
                </a:lnTo>
                <a:lnTo>
                  <a:pt x="65544" y="370332"/>
                </a:lnTo>
                <a:lnTo>
                  <a:pt x="27444" y="364236"/>
                </a:lnTo>
                <a:lnTo>
                  <a:pt x="15252" y="335280"/>
                </a:lnTo>
                <a:lnTo>
                  <a:pt x="15252" y="323088"/>
                </a:lnTo>
                <a:lnTo>
                  <a:pt x="7632" y="323088"/>
                </a:lnTo>
                <a:lnTo>
                  <a:pt x="7632" y="463296"/>
                </a:lnTo>
                <a:lnTo>
                  <a:pt x="15252" y="463296"/>
                </a:lnTo>
                <a:lnTo>
                  <a:pt x="15252" y="443484"/>
                </a:lnTo>
                <a:lnTo>
                  <a:pt x="21348" y="428244"/>
                </a:lnTo>
                <a:lnTo>
                  <a:pt x="65544" y="416052"/>
                </a:lnTo>
                <a:lnTo>
                  <a:pt x="277380" y="416052"/>
                </a:lnTo>
                <a:lnTo>
                  <a:pt x="315480" y="422148"/>
                </a:lnTo>
                <a:lnTo>
                  <a:pt x="327672" y="451104"/>
                </a:lnTo>
                <a:lnTo>
                  <a:pt x="327672" y="463296"/>
                </a:lnTo>
                <a:lnTo>
                  <a:pt x="335292" y="463296"/>
                </a:lnTo>
                <a:lnTo>
                  <a:pt x="335292" y="323088"/>
                </a:lnTo>
                <a:close/>
              </a:path>
              <a:path extrusionOk="0" h="463550" w="342900">
                <a:moveTo>
                  <a:pt x="342900" y="135636"/>
                </a:moveTo>
                <a:lnTo>
                  <a:pt x="338137" y="93345"/>
                </a:lnTo>
                <a:lnTo>
                  <a:pt x="323088" y="57912"/>
                </a:lnTo>
                <a:lnTo>
                  <a:pt x="296608" y="26670"/>
                </a:lnTo>
                <a:lnTo>
                  <a:pt x="257556" y="0"/>
                </a:lnTo>
                <a:lnTo>
                  <a:pt x="254508" y="7620"/>
                </a:lnTo>
                <a:lnTo>
                  <a:pt x="273367" y="21958"/>
                </a:lnTo>
                <a:lnTo>
                  <a:pt x="288798" y="35433"/>
                </a:lnTo>
                <a:lnTo>
                  <a:pt x="314502" y="73850"/>
                </a:lnTo>
                <a:lnTo>
                  <a:pt x="321564" y="117348"/>
                </a:lnTo>
                <a:lnTo>
                  <a:pt x="320662" y="135089"/>
                </a:lnTo>
                <a:lnTo>
                  <a:pt x="304800" y="182880"/>
                </a:lnTo>
                <a:lnTo>
                  <a:pt x="269659" y="216966"/>
                </a:lnTo>
                <a:lnTo>
                  <a:pt x="219075" y="235839"/>
                </a:lnTo>
                <a:lnTo>
                  <a:pt x="176784" y="239268"/>
                </a:lnTo>
                <a:lnTo>
                  <a:pt x="151384" y="238391"/>
                </a:lnTo>
                <a:lnTo>
                  <a:pt x="106286" y="230911"/>
                </a:lnTo>
                <a:lnTo>
                  <a:pt x="69964" y="216319"/>
                </a:lnTo>
                <a:lnTo>
                  <a:pt x="33528" y="182880"/>
                </a:lnTo>
                <a:lnTo>
                  <a:pt x="17894" y="140665"/>
                </a:lnTo>
                <a:lnTo>
                  <a:pt x="16764" y="124968"/>
                </a:lnTo>
                <a:lnTo>
                  <a:pt x="18199" y="106375"/>
                </a:lnTo>
                <a:lnTo>
                  <a:pt x="39624" y="59436"/>
                </a:lnTo>
                <a:lnTo>
                  <a:pt x="69342" y="34671"/>
                </a:lnTo>
                <a:lnTo>
                  <a:pt x="112776" y="16764"/>
                </a:lnTo>
                <a:lnTo>
                  <a:pt x="112776" y="9144"/>
                </a:lnTo>
                <a:lnTo>
                  <a:pt x="0" y="16764"/>
                </a:lnTo>
                <a:lnTo>
                  <a:pt x="0" y="24384"/>
                </a:lnTo>
                <a:lnTo>
                  <a:pt x="9144" y="25908"/>
                </a:lnTo>
                <a:lnTo>
                  <a:pt x="15240" y="28956"/>
                </a:lnTo>
                <a:lnTo>
                  <a:pt x="18288" y="33528"/>
                </a:lnTo>
                <a:lnTo>
                  <a:pt x="21336" y="36576"/>
                </a:lnTo>
                <a:lnTo>
                  <a:pt x="22860" y="39624"/>
                </a:lnTo>
                <a:lnTo>
                  <a:pt x="22860" y="47244"/>
                </a:lnTo>
                <a:lnTo>
                  <a:pt x="21336" y="51816"/>
                </a:lnTo>
                <a:lnTo>
                  <a:pt x="18288" y="59436"/>
                </a:lnTo>
                <a:lnTo>
                  <a:pt x="10287" y="76581"/>
                </a:lnTo>
                <a:lnTo>
                  <a:pt x="4572" y="93726"/>
                </a:lnTo>
                <a:lnTo>
                  <a:pt x="1143" y="110871"/>
                </a:lnTo>
                <a:lnTo>
                  <a:pt x="0" y="128016"/>
                </a:lnTo>
                <a:lnTo>
                  <a:pt x="1435" y="150329"/>
                </a:lnTo>
                <a:lnTo>
                  <a:pt x="12865" y="192100"/>
                </a:lnTo>
                <a:lnTo>
                  <a:pt x="35433" y="230149"/>
                </a:lnTo>
                <a:lnTo>
                  <a:pt x="67437" y="260489"/>
                </a:lnTo>
                <a:lnTo>
                  <a:pt x="108000" y="281927"/>
                </a:lnTo>
                <a:lnTo>
                  <a:pt x="153098" y="292735"/>
                </a:lnTo>
                <a:lnTo>
                  <a:pt x="176784" y="294132"/>
                </a:lnTo>
                <a:lnTo>
                  <a:pt x="206527" y="292112"/>
                </a:lnTo>
                <a:lnTo>
                  <a:pt x="259727" y="275488"/>
                </a:lnTo>
                <a:lnTo>
                  <a:pt x="309473" y="236372"/>
                </a:lnTo>
                <a:lnTo>
                  <a:pt x="339191" y="173596"/>
                </a:lnTo>
                <a:lnTo>
                  <a:pt x="342900" y="135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60" name="Google Shape;2860;p47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431035" y="3733800"/>
            <a:ext cx="348996" cy="22448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61" name="Google Shape;2861;p47"/>
          <p:cNvGrpSpPr/>
          <p:nvPr/>
        </p:nvGrpSpPr>
        <p:grpSpPr>
          <a:xfrm>
            <a:off x="1431036" y="2601467"/>
            <a:ext cx="349248" cy="1002793"/>
            <a:chOff x="1431036" y="2601467"/>
            <a:chExt cx="349248" cy="1002793"/>
          </a:xfrm>
        </p:grpSpPr>
        <p:sp>
          <p:nvSpPr>
            <p:cNvPr id="2862" name="Google Shape;2862;p47"/>
            <p:cNvSpPr/>
            <p:nvPr/>
          </p:nvSpPr>
          <p:spPr>
            <a:xfrm>
              <a:off x="1431036" y="3208020"/>
              <a:ext cx="342900" cy="396240"/>
            </a:xfrm>
            <a:custGeom>
              <a:rect b="b" l="l" r="r" t="t"/>
              <a:pathLst>
                <a:path extrusionOk="0" h="396239" w="342900">
                  <a:moveTo>
                    <a:pt x="342887" y="256032"/>
                  </a:moveTo>
                  <a:lnTo>
                    <a:pt x="335267" y="256032"/>
                  </a:lnTo>
                  <a:lnTo>
                    <a:pt x="335267" y="275844"/>
                  </a:lnTo>
                  <a:lnTo>
                    <a:pt x="333743" y="283464"/>
                  </a:lnTo>
                  <a:lnTo>
                    <a:pt x="297319" y="303022"/>
                  </a:lnTo>
                  <a:lnTo>
                    <a:pt x="284975" y="303276"/>
                  </a:lnTo>
                  <a:lnTo>
                    <a:pt x="181343" y="303276"/>
                  </a:lnTo>
                  <a:lnTo>
                    <a:pt x="181343" y="245364"/>
                  </a:lnTo>
                  <a:lnTo>
                    <a:pt x="181635" y="237032"/>
                  </a:lnTo>
                  <a:lnTo>
                    <a:pt x="205016" y="203746"/>
                  </a:lnTo>
                  <a:lnTo>
                    <a:pt x="228587" y="201168"/>
                  </a:lnTo>
                  <a:lnTo>
                    <a:pt x="228587" y="193548"/>
                  </a:lnTo>
                  <a:lnTo>
                    <a:pt x="114287" y="193548"/>
                  </a:lnTo>
                  <a:lnTo>
                    <a:pt x="114287" y="201168"/>
                  </a:lnTo>
                  <a:lnTo>
                    <a:pt x="127990" y="202869"/>
                  </a:lnTo>
                  <a:lnTo>
                    <a:pt x="139242" y="205549"/>
                  </a:lnTo>
                  <a:lnTo>
                    <a:pt x="161531" y="245364"/>
                  </a:lnTo>
                  <a:lnTo>
                    <a:pt x="161531" y="303276"/>
                  </a:lnTo>
                  <a:lnTo>
                    <a:pt x="33515" y="303276"/>
                  </a:lnTo>
                  <a:lnTo>
                    <a:pt x="33515" y="230124"/>
                  </a:lnTo>
                  <a:lnTo>
                    <a:pt x="33832" y="218414"/>
                  </a:lnTo>
                  <a:lnTo>
                    <a:pt x="34848" y="208407"/>
                  </a:lnTo>
                  <a:lnTo>
                    <a:pt x="36741" y="200126"/>
                  </a:lnTo>
                  <a:lnTo>
                    <a:pt x="39611" y="193548"/>
                  </a:lnTo>
                  <a:lnTo>
                    <a:pt x="42659" y="184404"/>
                  </a:lnTo>
                  <a:lnTo>
                    <a:pt x="47231" y="178308"/>
                  </a:lnTo>
                  <a:lnTo>
                    <a:pt x="54851" y="173736"/>
                  </a:lnTo>
                  <a:lnTo>
                    <a:pt x="60502" y="169456"/>
                  </a:lnTo>
                  <a:lnTo>
                    <a:pt x="67995" y="165735"/>
                  </a:lnTo>
                  <a:lnTo>
                    <a:pt x="76936" y="162598"/>
                  </a:lnTo>
                  <a:lnTo>
                    <a:pt x="86855" y="160020"/>
                  </a:lnTo>
                  <a:lnTo>
                    <a:pt x="86855" y="149352"/>
                  </a:lnTo>
                  <a:lnTo>
                    <a:pt x="15227" y="152400"/>
                  </a:lnTo>
                  <a:lnTo>
                    <a:pt x="15227" y="396240"/>
                  </a:lnTo>
                  <a:lnTo>
                    <a:pt x="22847" y="396240"/>
                  </a:lnTo>
                  <a:lnTo>
                    <a:pt x="22847" y="376428"/>
                  </a:lnTo>
                  <a:lnTo>
                    <a:pt x="25895" y="368808"/>
                  </a:lnTo>
                  <a:lnTo>
                    <a:pt x="61696" y="349262"/>
                  </a:lnTo>
                  <a:lnTo>
                    <a:pt x="73139" y="348996"/>
                  </a:lnTo>
                  <a:lnTo>
                    <a:pt x="284975" y="348996"/>
                  </a:lnTo>
                  <a:lnTo>
                    <a:pt x="323075" y="355092"/>
                  </a:lnTo>
                  <a:lnTo>
                    <a:pt x="335267" y="384048"/>
                  </a:lnTo>
                  <a:lnTo>
                    <a:pt x="335267" y="396240"/>
                  </a:lnTo>
                  <a:lnTo>
                    <a:pt x="342887" y="396240"/>
                  </a:lnTo>
                  <a:lnTo>
                    <a:pt x="342887" y="256032"/>
                  </a:lnTo>
                  <a:close/>
                </a:path>
                <a:path extrusionOk="0" h="396239" w="342900">
                  <a:moveTo>
                    <a:pt x="342900" y="0"/>
                  </a:moveTo>
                  <a:lnTo>
                    <a:pt x="335280" y="0"/>
                  </a:lnTo>
                  <a:lnTo>
                    <a:pt x="335280" y="19812"/>
                  </a:lnTo>
                  <a:lnTo>
                    <a:pt x="332232" y="24384"/>
                  </a:lnTo>
                  <a:lnTo>
                    <a:pt x="292608" y="35052"/>
                  </a:lnTo>
                  <a:lnTo>
                    <a:pt x="0" y="35052"/>
                  </a:lnTo>
                  <a:lnTo>
                    <a:pt x="0" y="45720"/>
                  </a:lnTo>
                  <a:lnTo>
                    <a:pt x="27432" y="109728"/>
                  </a:lnTo>
                  <a:lnTo>
                    <a:pt x="35052" y="106680"/>
                  </a:lnTo>
                  <a:lnTo>
                    <a:pt x="33528" y="100584"/>
                  </a:lnTo>
                  <a:lnTo>
                    <a:pt x="32004" y="96012"/>
                  </a:lnTo>
                  <a:lnTo>
                    <a:pt x="32004" y="88392"/>
                  </a:lnTo>
                  <a:lnTo>
                    <a:pt x="36576" y="79248"/>
                  </a:lnTo>
                  <a:lnTo>
                    <a:pt x="41148" y="77724"/>
                  </a:lnTo>
                  <a:lnTo>
                    <a:pt x="47244" y="77724"/>
                  </a:lnTo>
                  <a:lnTo>
                    <a:pt x="53530" y="76606"/>
                  </a:lnTo>
                  <a:lnTo>
                    <a:pt x="63246" y="75628"/>
                  </a:lnTo>
                  <a:lnTo>
                    <a:pt x="76390" y="74942"/>
                  </a:lnTo>
                  <a:lnTo>
                    <a:pt x="92964" y="74676"/>
                  </a:lnTo>
                  <a:lnTo>
                    <a:pt x="292608" y="74676"/>
                  </a:lnTo>
                  <a:lnTo>
                    <a:pt x="302907" y="74968"/>
                  </a:lnTo>
                  <a:lnTo>
                    <a:pt x="311086" y="75819"/>
                  </a:lnTo>
                  <a:lnTo>
                    <a:pt x="317246" y="77254"/>
                  </a:lnTo>
                  <a:lnTo>
                    <a:pt x="321564" y="79248"/>
                  </a:lnTo>
                  <a:lnTo>
                    <a:pt x="327660" y="80772"/>
                  </a:lnTo>
                  <a:lnTo>
                    <a:pt x="330708" y="83820"/>
                  </a:lnTo>
                  <a:lnTo>
                    <a:pt x="332232" y="86868"/>
                  </a:lnTo>
                  <a:lnTo>
                    <a:pt x="335280" y="91440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63" name="Google Shape;2863;p47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2967227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64" name="Google Shape;2864;p47"/>
            <p:cNvSpPr/>
            <p:nvPr/>
          </p:nvSpPr>
          <p:spPr>
            <a:xfrm>
              <a:off x="1552955" y="2601467"/>
              <a:ext cx="227329" cy="346075"/>
            </a:xfrm>
            <a:custGeom>
              <a:rect b="b" l="l" r="r" t="t"/>
              <a:pathLst>
                <a:path extrusionOk="0" h="346075" w="227330">
                  <a:moveTo>
                    <a:pt x="7619" y="345948"/>
                  </a:moveTo>
                  <a:lnTo>
                    <a:pt x="0" y="345948"/>
                  </a:lnTo>
                  <a:lnTo>
                    <a:pt x="0" y="251460"/>
                  </a:lnTo>
                  <a:lnTo>
                    <a:pt x="7619" y="251460"/>
                  </a:lnTo>
                  <a:lnTo>
                    <a:pt x="9143" y="260604"/>
                  </a:lnTo>
                  <a:lnTo>
                    <a:pt x="10667" y="266700"/>
                  </a:lnTo>
                  <a:lnTo>
                    <a:pt x="15239" y="271272"/>
                  </a:lnTo>
                  <a:lnTo>
                    <a:pt x="18287" y="272796"/>
                  </a:lnTo>
                  <a:lnTo>
                    <a:pt x="28955" y="272796"/>
                  </a:lnTo>
                  <a:lnTo>
                    <a:pt x="35051" y="271272"/>
                  </a:lnTo>
                  <a:lnTo>
                    <a:pt x="41147" y="268224"/>
                  </a:lnTo>
                  <a:lnTo>
                    <a:pt x="164591" y="220980"/>
                  </a:lnTo>
                  <a:lnTo>
                    <a:pt x="65531" y="175260"/>
                  </a:lnTo>
                  <a:lnTo>
                    <a:pt x="26336" y="190261"/>
                  </a:lnTo>
                  <a:lnTo>
                    <a:pt x="20573" y="193929"/>
                  </a:lnTo>
                  <a:lnTo>
                    <a:pt x="7619" y="222504"/>
                  </a:lnTo>
                  <a:lnTo>
                    <a:pt x="0" y="222504"/>
                  </a:lnTo>
                  <a:lnTo>
                    <a:pt x="0" y="117348"/>
                  </a:lnTo>
                  <a:lnTo>
                    <a:pt x="7619" y="117348"/>
                  </a:lnTo>
                  <a:lnTo>
                    <a:pt x="8810" y="125658"/>
                  </a:lnTo>
                  <a:lnTo>
                    <a:pt x="10286" y="132397"/>
                  </a:lnTo>
                  <a:lnTo>
                    <a:pt x="12334" y="137707"/>
                  </a:lnTo>
                  <a:lnTo>
                    <a:pt x="15239" y="141731"/>
                  </a:lnTo>
                  <a:lnTo>
                    <a:pt x="18287" y="144779"/>
                  </a:lnTo>
                  <a:lnTo>
                    <a:pt x="21335" y="146304"/>
                  </a:lnTo>
                  <a:lnTo>
                    <a:pt x="35051" y="146304"/>
                  </a:lnTo>
                  <a:lnTo>
                    <a:pt x="38099" y="144779"/>
                  </a:lnTo>
                  <a:lnTo>
                    <a:pt x="163067" y="94488"/>
                  </a:lnTo>
                  <a:lnTo>
                    <a:pt x="42671" y="48767"/>
                  </a:lnTo>
                  <a:lnTo>
                    <a:pt x="33527" y="45720"/>
                  </a:lnTo>
                  <a:lnTo>
                    <a:pt x="25907" y="44196"/>
                  </a:lnTo>
                  <a:lnTo>
                    <a:pt x="18287" y="44196"/>
                  </a:lnTo>
                  <a:lnTo>
                    <a:pt x="7619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1072" y="9477"/>
                  </a:lnTo>
                  <a:lnTo>
                    <a:pt x="16954" y="17526"/>
                  </a:lnTo>
                  <a:lnTo>
                    <a:pt x="25407" y="24431"/>
                  </a:lnTo>
                  <a:lnTo>
                    <a:pt x="36575" y="30480"/>
                  </a:lnTo>
                  <a:lnTo>
                    <a:pt x="227076" y="103631"/>
                  </a:lnTo>
                  <a:lnTo>
                    <a:pt x="227076" y="111252"/>
                  </a:lnTo>
                  <a:lnTo>
                    <a:pt x="85343" y="167640"/>
                  </a:lnTo>
                  <a:lnTo>
                    <a:pt x="227076" y="233172"/>
                  </a:lnTo>
                  <a:lnTo>
                    <a:pt x="227076" y="239268"/>
                  </a:lnTo>
                  <a:lnTo>
                    <a:pt x="42671" y="310896"/>
                  </a:lnTo>
                  <a:lnTo>
                    <a:pt x="10667" y="335280"/>
                  </a:lnTo>
                  <a:lnTo>
                    <a:pt x="7619" y="3459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5" name="Google Shape;2865;p47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866" name="Google Shape;2866;p47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67" name="Google Shape;2867;p47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868" name="Google Shape;2868;p47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869" name="Google Shape;2869;p47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70" name="Google Shape;2870;p47"/>
          <p:cNvGrpSpPr/>
          <p:nvPr/>
        </p:nvGrpSpPr>
        <p:grpSpPr>
          <a:xfrm>
            <a:off x="6655307" y="1764792"/>
            <a:ext cx="116205" cy="153924"/>
            <a:chOff x="6655307" y="1764792"/>
            <a:chExt cx="116205" cy="153924"/>
          </a:xfrm>
        </p:grpSpPr>
        <p:pic>
          <p:nvPicPr>
            <p:cNvPr id="2871" name="Google Shape;2871;p4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6655307" y="1844040"/>
              <a:ext cx="115824" cy="746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72" name="Google Shape;2872;p47"/>
            <p:cNvSpPr/>
            <p:nvPr/>
          </p:nvSpPr>
          <p:spPr>
            <a:xfrm>
              <a:off x="6655307" y="1764792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1252" y="10667"/>
                  </a:lnTo>
                  <a:lnTo>
                    <a:pt x="112775" y="7619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873" name="Google Shape;2873;p47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036063" y="2125979"/>
            <a:ext cx="3948684" cy="684123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77" name="Shape 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8" name="Google Shape;2878;p48"/>
          <p:cNvGrpSpPr/>
          <p:nvPr/>
        </p:nvGrpSpPr>
        <p:grpSpPr>
          <a:xfrm>
            <a:off x="3080003" y="5516880"/>
            <a:ext cx="433198" cy="2421890"/>
            <a:chOff x="3080003" y="5516880"/>
            <a:chExt cx="433198" cy="2421890"/>
          </a:xfrm>
        </p:grpSpPr>
        <p:sp>
          <p:nvSpPr>
            <p:cNvPr id="2879" name="Google Shape;2879;p48"/>
            <p:cNvSpPr/>
            <p:nvPr/>
          </p:nvSpPr>
          <p:spPr>
            <a:xfrm>
              <a:off x="3080003" y="7642860"/>
              <a:ext cx="327660" cy="295910"/>
            </a:xfrm>
            <a:custGeom>
              <a:rect b="b" l="l" r="r" t="t"/>
              <a:pathLst>
                <a:path extrusionOk="0" h="295909" w="327660">
                  <a:moveTo>
                    <a:pt x="88391" y="295656"/>
                  </a:moveTo>
                  <a:lnTo>
                    <a:pt x="0" y="295656"/>
                  </a:lnTo>
                  <a:lnTo>
                    <a:pt x="0" y="0"/>
                  </a:lnTo>
                  <a:lnTo>
                    <a:pt x="88391" y="0"/>
                  </a:lnTo>
                  <a:lnTo>
                    <a:pt x="88391" y="9144"/>
                  </a:lnTo>
                  <a:lnTo>
                    <a:pt x="74414" y="12834"/>
                  </a:lnTo>
                  <a:lnTo>
                    <a:pt x="62293" y="16954"/>
                  </a:lnTo>
                  <a:lnTo>
                    <a:pt x="27479" y="44124"/>
                  </a:lnTo>
                  <a:lnTo>
                    <a:pt x="18288" y="83820"/>
                  </a:lnTo>
                  <a:lnTo>
                    <a:pt x="18288" y="108204"/>
                  </a:lnTo>
                  <a:lnTo>
                    <a:pt x="271272" y="108204"/>
                  </a:lnTo>
                  <a:lnTo>
                    <a:pt x="282702" y="107942"/>
                  </a:lnTo>
                  <a:lnTo>
                    <a:pt x="313943" y="94488"/>
                  </a:lnTo>
                  <a:lnTo>
                    <a:pt x="316991" y="89916"/>
                  </a:lnTo>
                  <a:lnTo>
                    <a:pt x="318515" y="82296"/>
                  </a:lnTo>
                  <a:lnTo>
                    <a:pt x="318515" y="62484"/>
                  </a:lnTo>
                  <a:lnTo>
                    <a:pt x="327660" y="62484"/>
                  </a:lnTo>
                  <a:lnTo>
                    <a:pt x="327660" y="233172"/>
                  </a:lnTo>
                  <a:lnTo>
                    <a:pt x="318515" y="233172"/>
                  </a:lnTo>
                  <a:lnTo>
                    <a:pt x="318515" y="213360"/>
                  </a:lnTo>
                  <a:lnTo>
                    <a:pt x="316991" y="205740"/>
                  </a:lnTo>
                  <a:lnTo>
                    <a:pt x="313943" y="199644"/>
                  </a:lnTo>
                  <a:lnTo>
                    <a:pt x="312419" y="195072"/>
                  </a:lnTo>
                  <a:lnTo>
                    <a:pt x="307848" y="192024"/>
                  </a:lnTo>
                  <a:lnTo>
                    <a:pt x="301752" y="190500"/>
                  </a:lnTo>
                  <a:lnTo>
                    <a:pt x="298061" y="189380"/>
                  </a:lnTo>
                  <a:lnTo>
                    <a:pt x="291655" y="188404"/>
                  </a:lnTo>
                  <a:lnTo>
                    <a:pt x="282678" y="187713"/>
                  </a:lnTo>
                  <a:lnTo>
                    <a:pt x="271272" y="187452"/>
                  </a:lnTo>
                  <a:lnTo>
                    <a:pt x="18288" y="187452"/>
                  </a:lnTo>
                  <a:lnTo>
                    <a:pt x="18288" y="211836"/>
                  </a:lnTo>
                  <a:lnTo>
                    <a:pt x="19169" y="227599"/>
                  </a:lnTo>
                  <a:lnTo>
                    <a:pt x="43814" y="270009"/>
                  </a:lnTo>
                  <a:lnTo>
                    <a:pt x="88391" y="286512"/>
                  </a:lnTo>
                  <a:lnTo>
                    <a:pt x="88391" y="29565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80" name="Google Shape;2880;p48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3176016" y="7417307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81" name="Google Shape;2881;p4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3176016" y="7200900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82" name="Google Shape;2882;p48"/>
            <p:cNvSpPr/>
            <p:nvPr/>
          </p:nvSpPr>
          <p:spPr>
            <a:xfrm>
              <a:off x="3080003" y="6928104"/>
              <a:ext cx="327660" cy="241300"/>
            </a:xfrm>
            <a:custGeom>
              <a:rect b="b" l="l" r="r" t="t"/>
              <a:pathLst>
                <a:path extrusionOk="0" h="241300" w="327660">
                  <a:moveTo>
                    <a:pt x="327660" y="240792"/>
                  </a:moveTo>
                  <a:lnTo>
                    <a:pt x="318515" y="240792"/>
                  </a:lnTo>
                  <a:lnTo>
                    <a:pt x="318515" y="231648"/>
                  </a:lnTo>
                  <a:lnTo>
                    <a:pt x="315467" y="225552"/>
                  </a:lnTo>
                  <a:lnTo>
                    <a:pt x="278892" y="217932"/>
                  </a:lnTo>
                  <a:lnTo>
                    <a:pt x="48768" y="217932"/>
                  </a:lnTo>
                  <a:lnTo>
                    <a:pt x="10668" y="231648"/>
                  </a:lnTo>
                  <a:lnTo>
                    <a:pt x="9144" y="240792"/>
                  </a:lnTo>
                  <a:lnTo>
                    <a:pt x="0" y="240792"/>
                  </a:lnTo>
                  <a:lnTo>
                    <a:pt x="0" y="150876"/>
                  </a:lnTo>
                  <a:lnTo>
                    <a:pt x="131064" y="150876"/>
                  </a:lnTo>
                  <a:lnTo>
                    <a:pt x="122515" y="141755"/>
                  </a:lnTo>
                  <a:lnTo>
                    <a:pt x="115252" y="132778"/>
                  </a:lnTo>
                  <a:lnTo>
                    <a:pt x="109418" y="124086"/>
                  </a:lnTo>
                  <a:lnTo>
                    <a:pt x="105155" y="115824"/>
                  </a:lnTo>
                  <a:lnTo>
                    <a:pt x="101155" y="108465"/>
                  </a:lnTo>
                  <a:lnTo>
                    <a:pt x="98298" y="100393"/>
                  </a:lnTo>
                  <a:lnTo>
                    <a:pt x="96583" y="92035"/>
                  </a:lnTo>
                  <a:lnTo>
                    <a:pt x="96012" y="83820"/>
                  </a:lnTo>
                  <a:lnTo>
                    <a:pt x="96845" y="73818"/>
                  </a:lnTo>
                  <a:lnTo>
                    <a:pt x="121539" y="35052"/>
                  </a:lnTo>
                  <a:lnTo>
                    <a:pt x="158877" y="24003"/>
                  </a:lnTo>
                  <a:lnTo>
                    <a:pt x="192024" y="22860"/>
                  </a:lnTo>
                  <a:lnTo>
                    <a:pt x="278892" y="22860"/>
                  </a:lnTo>
                  <a:lnTo>
                    <a:pt x="290322" y="22574"/>
                  </a:lnTo>
                  <a:lnTo>
                    <a:pt x="318515" y="9144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12776"/>
                  </a:lnTo>
                  <a:lnTo>
                    <a:pt x="318515" y="112776"/>
                  </a:lnTo>
                  <a:lnTo>
                    <a:pt x="318515" y="103632"/>
                  </a:lnTo>
                  <a:lnTo>
                    <a:pt x="315467" y="97536"/>
                  </a:lnTo>
                  <a:lnTo>
                    <a:pt x="305038" y="92487"/>
                  </a:lnTo>
                  <a:lnTo>
                    <a:pt x="298704" y="91059"/>
                  </a:lnTo>
                  <a:lnTo>
                    <a:pt x="290083" y="90201"/>
                  </a:lnTo>
                  <a:lnTo>
                    <a:pt x="278892" y="89916"/>
                  </a:lnTo>
                  <a:lnTo>
                    <a:pt x="178307" y="89916"/>
                  </a:lnTo>
                  <a:lnTo>
                    <a:pt x="138684" y="92964"/>
                  </a:lnTo>
                  <a:lnTo>
                    <a:pt x="128016" y="106680"/>
                  </a:lnTo>
                  <a:lnTo>
                    <a:pt x="128016" y="117348"/>
                  </a:lnTo>
                  <a:lnTo>
                    <a:pt x="158495" y="150876"/>
                  </a:lnTo>
                  <a:lnTo>
                    <a:pt x="278892" y="150876"/>
                  </a:lnTo>
                  <a:lnTo>
                    <a:pt x="316991" y="137160"/>
                  </a:lnTo>
                  <a:lnTo>
                    <a:pt x="318515" y="128016"/>
                  </a:lnTo>
                  <a:lnTo>
                    <a:pt x="327660" y="128016"/>
                  </a:lnTo>
                  <a:lnTo>
                    <a:pt x="327660" y="24079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83" name="Google Shape;2883;p4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3176015" y="6656831"/>
              <a:ext cx="231647" cy="2407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84" name="Google Shape;2884;p4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3176015" y="6408420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85" name="Google Shape;2885;p48"/>
            <p:cNvSpPr/>
            <p:nvPr/>
          </p:nvSpPr>
          <p:spPr>
            <a:xfrm>
              <a:off x="3080003" y="6257544"/>
              <a:ext cx="327660" cy="121920"/>
            </a:xfrm>
            <a:custGeom>
              <a:rect b="b" l="l" r="r" t="t"/>
              <a:pathLst>
                <a:path extrusionOk="0" h="121920" w="327660">
                  <a:moveTo>
                    <a:pt x="327660" y="121920"/>
                  </a:moveTo>
                  <a:lnTo>
                    <a:pt x="318515" y="121920"/>
                  </a:lnTo>
                  <a:lnTo>
                    <a:pt x="318515" y="112776"/>
                  </a:lnTo>
                  <a:lnTo>
                    <a:pt x="315467" y="105156"/>
                  </a:lnTo>
                  <a:lnTo>
                    <a:pt x="280416" y="94488"/>
                  </a:lnTo>
                  <a:lnTo>
                    <a:pt x="47244" y="94488"/>
                  </a:lnTo>
                  <a:lnTo>
                    <a:pt x="10668" y="111252"/>
                  </a:lnTo>
                  <a:lnTo>
                    <a:pt x="9144" y="121920"/>
                  </a:lnTo>
                  <a:lnTo>
                    <a:pt x="0" y="121920"/>
                  </a:lnTo>
                  <a:lnTo>
                    <a:pt x="0" y="27432"/>
                  </a:lnTo>
                  <a:lnTo>
                    <a:pt x="280416" y="27432"/>
                  </a:lnTo>
                  <a:lnTo>
                    <a:pt x="291607" y="27146"/>
                  </a:lnTo>
                  <a:lnTo>
                    <a:pt x="318515" y="10668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219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86" name="Google Shape;2886;p48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3176015" y="6024372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87" name="Google Shape;2887;p48"/>
            <p:cNvSpPr/>
            <p:nvPr/>
          </p:nvSpPr>
          <p:spPr>
            <a:xfrm>
              <a:off x="3176016" y="5516880"/>
              <a:ext cx="337185" cy="471170"/>
            </a:xfrm>
            <a:custGeom>
              <a:rect b="b" l="l" r="r" t="t"/>
              <a:pathLst>
                <a:path extrusionOk="0" h="471170" w="337185">
                  <a:moveTo>
                    <a:pt x="336397" y="384048"/>
                  </a:moveTo>
                  <a:lnTo>
                    <a:pt x="334327" y="328612"/>
                  </a:lnTo>
                  <a:lnTo>
                    <a:pt x="322389" y="288036"/>
                  </a:lnTo>
                  <a:lnTo>
                    <a:pt x="319468" y="282816"/>
                  </a:lnTo>
                  <a:lnTo>
                    <a:pt x="319468" y="344805"/>
                  </a:lnTo>
                  <a:lnTo>
                    <a:pt x="319468" y="380072"/>
                  </a:lnTo>
                  <a:lnTo>
                    <a:pt x="310896" y="417576"/>
                  </a:lnTo>
                  <a:lnTo>
                    <a:pt x="289560" y="432816"/>
                  </a:lnTo>
                  <a:lnTo>
                    <a:pt x="280416" y="432816"/>
                  </a:lnTo>
                  <a:lnTo>
                    <a:pt x="274320" y="426720"/>
                  </a:lnTo>
                  <a:lnTo>
                    <a:pt x="271272" y="420624"/>
                  </a:lnTo>
                  <a:lnTo>
                    <a:pt x="269748" y="417576"/>
                  </a:lnTo>
                  <a:lnTo>
                    <a:pt x="267741" y="412775"/>
                  </a:lnTo>
                  <a:lnTo>
                    <a:pt x="267677" y="412432"/>
                  </a:lnTo>
                  <a:lnTo>
                    <a:pt x="266319" y="405384"/>
                  </a:lnTo>
                  <a:lnTo>
                    <a:pt x="265607" y="397433"/>
                  </a:lnTo>
                  <a:lnTo>
                    <a:pt x="265696" y="348996"/>
                  </a:lnTo>
                  <a:lnTo>
                    <a:pt x="265798" y="345948"/>
                  </a:lnTo>
                  <a:lnTo>
                    <a:pt x="265912" y="342595"/>
                  </a:lnTo>
                  <a:lnTo>
                    <a:pt x="266014" y="339280"/>
                  </a:lnTo>
                  <a:lnTo>
                    <a:pt x="266128" y="336042"/>
                  </a:lnTo>
                  <a:lnTo>
                    <a:pt x="266242" y="334238"/>
                  </a:lnTo>
                  <a:lnTo>
                    <a:pt x="267093" y="320611"/>
                  </a:lnTo>
                  <a:lnTo>
                    <a:pt x="268224" y="310896"/>
                  </a:lnTo>
                  <a:lnTo>
                    <a:pt x="269748" y="301752"/>
                  </a:lnTo>
                  <a:lnTo>
                    <a:pt x="272796" y="295656"/>
                  </a:lnTo>
                  <a:lnTo>
                    <a:pt x="280416" y="288036"/>
                  </a:lnTo>
                  <a:lnTo>
                    <a:pt x="288036" y="288036"/>
                  </a:lnTo>
                  <a:lnTo>
                    <a:pt x="315531" y="318122"/>
                  </a:lnTo>
                  <a:lnTo>
                    <a:pt x="319468" y="344805"/>
                  </a:lnTo>
                  <a:lnTo>
                    <a:pt x="319468" y="282816"/>
                  </a:lnTo>
                  <a:lnTo>
                    <a:pt x="283273" y="252603"/>
                  </a:lnTo>
                  <a:lnTo>
                    <a:pt x="263652" y="249936"/>
                  </a:lnTo>
                  <a:lnTo>
                    <a:pt x="248793" y="251650"/>
                  </a:lnTo>
                  <a:lnTo>
                    <a:pt x="217932" y="277368"/>
                  </a:lnTo>
                  <a:lnTo>
                    <a:pt x="206565" y="324739"/>
                  </a:lnTo>
                  <a:lnTo>
                    <a:pt x="206463" y="327660"/>
                  </a:lnTo>
                  <a:lnTo>
                    <a:pt x="206362" y="330517"/>
                  </a:lnTo>
                  <a:lnTo>
                    <a:pt x="206235" y="334238"/>
                  </a:lnTo>
                  <a:lnTo>
                    <a:pt x="206273" y="364236"/>
                  </a:lnTo>
                  <a:lnTo>
                    <a:pt x="206387" y="367284"/>
                  </a:lnTo>
                  <a:lnTo>
                    <a:pt x="206502" y="370332"/>
                  </a:lnTo>
                  <a:lnTo>
                    <a:pt x="206603" y="373380"/>
                  </a:lnTo>
                  <a:lnTo>
                    <a:pt x="206730" y="376910"/>
                  </a:lnTo>
                  <a:lnTo>
                    <a:pt x="206844" y="380072"/>
                  </a:lnTo>
                  <a:lnTo>
                    <a:pt x="206946" y="382905"/>
                  </a:lnTo>
                  <a:lnTo>
                    <a:pt x="206984" y="384048"/>
                  </a:lnTo>
                  <a:lnTo>
                    <a:pt x="207137" y="388315"/>
                  </a:lnTo>
                  <a:lnTo>
                    <a:pt x="207264" y="400812"/>
                  </a:lnTo>
                  <a:lnTo>
                    <a:pt x="204216" y="408432"/>
                  </a:lnTo>
                  <a:lnTo>
                    <a:pt x="198120" y="417576"/>
                  </a:lnTo>
                  <a:lnTo>
                    <a:pt x="192024" y="420624"/>
                  </a:lnTo>
                  <a:lnTo>
                    <a:pt x="179832" y="420624"/>
                  </a:lnTo>
                  <a:lnTo>
                    <a:pt x="173736" y="417576"/>
                  </a:lnTo>
                  <a:lnTo>
                    <a:pt x="169164" y="413004"/>
                  </a:lnTo>
                  <a:lnTo>
                    <a:pt x="168021" y="411480"/>
                  </a:lnTo>
                  <a:lnTo>
                    <a:pt x="164592" y="406908"/>
                  </a:lnTo>
                  <a:lnTo>
                    <a:pt x="163830" y="403860"/>
                  </a:lnTo>
                  <a:lnTo>
                    <a:pt x="163068" y="400812"/>
                  </a:lnTo>
                  <a:lnTo>
                    <a:pt x="163017" y="363524"/>
                  </a:lnTo>
                  <a:lnTo>
                    <a:pt x="162928" y="361950"/>
                  </a:lnTo>
                  <a:lnTo>
                    <a:pt x="162877" y="361188"/>
                  </a:lnTo>
                  <a:lnTo>
                    <a:pt x="162788" y="359664"/>
                  </a:lnTo>
                  <a:lnTo>
                    <a:pt x="162496" y="354812"/>
                  </a:lnTo>
                  <a:lnTo>
                    <a:pt x="160782" y="344805"/>
                  </a:lnTo>
                  <a:lnTo>
                    <a:pt x="158610" y="336804"/>
                  </a:lnTo>
                  <a:lnTo>
                    <a:pt x="157924" y="334238"/>
                  </a:lnTo>
                  <a:lnTo>
                    <a:pt x="153924" y="323088"/>
                  </a:lnTo>
                  <a:lnTo>
                    <a:pt x="149352" y="314680"/>
                  </a:lnTo>
                  <a:lnTo>
                    <a:pt x="149352" y="370332"/>
                  </a:lnTo>
                  <a:lnTo>
                    <a:pt x="148513" y="376910"/>
                  </a:lnTo>
                  <a:lnTo>
                    <a:pt x="117919" y="400812"/>
                  </a:lnTo>
                  <a:lnTo>
                    <a:pt x="88392" y="403860"/>
                  </a:lnTo>
                  <a:lnTo>
                    <a:pt x="68402" y="403059"/>
                  </a:lnTo>
                  <a:lnTo>
                    <a:pt x="30480" y="393192"/>
                  </a:lnTo>
                  <a:lnTo>
                    <a:pt x="16764" y="368808"/>
                  </a:lnTo>
                  <a:lnTo>
                    <a:pt x="16764" y="359664"/>
                  </a:lnTo>
                  <a:lnTo>
                    <a:pt x="50482" y="339280"/>
                  </a:lnTo>
                  <a:lnTo>
                    <a:pt x="67094" y="337375"/>
                  </a:lnTo>
                  <a:lnTo>
                    <a:pt x="67678" y="337375"/>
                  </a:lnTo>
                  <a:lnTo>
                    <a:pt x="86868" y="336804"/>
                  </a:lnTo>
                  <a:lnTo>
                    <a:pt x="128866" y="341947"/>
                  </a:lnTo>
                  <a:lnTo>
                    <a:pt x="146177" y="357187"/>
                  </a:lnTo>
                  <a:lnTo>
                    <a:pt x="148513" y="363524"/>
                  </a:lnTo>
                  <a:lnTo>
                    <a:pt x="148602" y="364236"/>
                  </a:lnTo>
                  <a:lnTo>
                    <a:pt x="149352" y="370332"/>
                  </a:lnTo>
                  <a:lnTo>
                    <a:pt x="149352" y="314680"/>
                  </a:lnTo>
                  <a:lnTo>
                    <a:pt x="117030" y="280517"/>
                  </a:lnTo>
                  <a:lnTo>
                    <a:pt x="83820" y="272796"/>
                  </a:lnTo>
                  <a:lnTo>
                    <a:pt x="76962" y="273088"/>
                  </a:lnTo>
                  <a:lnTo>
                    <a:pt x="40741" y="288734"/>
                  </a:lnTo>
                  <a:lnTo>
                    <a:pt x="35052" y="294132"/>
                  </a:lnTo>
                  <a:lnTo>
                    <a:pt x="35052" y="249936"/>
                  </a:lnTo>
                  <a:lnTo>
                    <a:pt x="9144" y="249936"/>
                  </a:lnTo>
                  <a:lnTo>
                    <a:pt x="9144" y="327660"/>
                  </a:lnTo>
                  <a:lnTo>
                    <a:pt x="5143" y="339090"/>
                  </a:lnTo>
                  <a:lnTo>
                    <a:pt x="457" y="364236"/>
                  </a:lnTo>
                  <a:lnTo>
                    <a:pt x="0" y="373380"/>
                  </a:lnTo>
                  <a:lnTo>
                    <a:pt x="6477" y="412432"/>
                  </a:lnTo>
                  <a:lnTo>
                    <a:pt x="37261" y="455485"/>
                  </a:lnTo>
                  <a:lnTo>
                    <a:pt x="80772" y="470916"/>
                  </a:lnTo>
                  <a:lnTo>
                    <a:pt x="93027" y="470039"/>
                  </a:lnTo>
                  <a:lnTo>
                    <a:pt x="134683" y="447700"/>
                  </a:lnTo>
                  <a:lnTo>
                    <a:pt x="156972" y="411480"/>
                  </a:lnTo>
                  <a:lnTo>
                    <a:pt x="162966" y="424319"/>
                  </a:lnTo>
                  <a:lnTo>
                    <a:pt x="192405" y="457111"/>
                  </a:lnTo>
                  <a:lnTo>
                    <a:pt x="216408" y="464820"/>
                  </a:lnTo>
                  <a:lnTo>
                    <a:pt x="229501" y="462826"/>
                  </a:lnTo>
                  <a:lnTo>
                    <a:pt x="241173" y="456819"/>
                  </a:lnTo>
                  <a:lnTo>
                    <a:pt x="251117" y="446824"/>
                  </a:lnTo>
                  <a:lnTo>
                    <a:pt x="259080" y="432816"/>
                  </a:lnTo>
                  <a:lnTo>
                    <a:pt x="262521" y="443128"/>
                  </a:lnTo>
                  <a:lnTo>
                    <a:pt x="266128" y="451294"/>
                  </a:lnTo>
                  <a:lnTo>
                    <a:pt x="270002" y="457466"/>
                  </a:lnTo>
                  <a:lnTo>
                    <a:pt x="280416" y="467868"/>
                  </a:lnTo>
                  <a:lnTo>
                    <a:pt x="286512" y="470916"/>
                  </a:lnTo>
                  <a:lnTo>
                    <a:pt x="301752" y="470916"/>
                  </a:lnTo>
                  <a:lnTo>
                    <a:pt x="328561" y="435292"/>
                  </a:lnTo>
                  <a:lnTo>
                    <a:pt x="335661" y="396621"/>
                  </a:lnTo>
                  <a:lnTo>
                    <a:pt x="335711" y="395668"/>
                  </a:lnTo>
                  <a:lnTo>
                    <a:pt x="335813" y="393979"/>
                  </a:lnTo>
                  <a:lnTo>
                    <a:pt x="335851" y="393192"/>
                  </a:lnTo>
                  <a:lnTo>
                    <a:pt x="335953" y="391668"/>
                  </a:lnTo>
                  <a:lnTo>
                    <a:pt x="336397" y="384048"/>
                  </a:lnTo>
                  <a:close/>
                </a:path>
                <a:path extrusionOk="0" h="471170" w="337185">
                  <a:moveTo>
                    <a:pt x="336804" y="182880"/>
                  </a:moveTo>
                  <a:lnTo>
                    <a:pt x="316992" y="141732"/>
                  </a:lnTo>
                  <a:lnTo>
                    <a:pt x="268770" y="116878"/>
                  </a:lnTo>
                  <a:lnTo>
                    <a:pt x="55245" y="33718"/>
                  </a:lnTo>
                  <a:lnTo>
                    <a:pt x="40386" y="27432"/>
                  </a:lnTo>
                  <a:lnTo>
                    <a:pt x="15240" y="0"/>
                  </a:lnTo>
                  <a:lnTo>
                    <a:pt x="6096" y="0"/>
                  </a:lnTo>
                  <a:lnTo>
                    <a:pt x="6096" y="76200"/>
                  </a:lnTo>
                  <a:lnTo>
                    <a:pt x="15240" y="76200"/>
                  </a:lnTo>
                  <a:lnTo>
                    <a:pt x="16764" y="65532"/>
                  </a:lnTo>
                  <a:lnTo>
                    <a:pt x="18288" y="59436"/>
                  </a:lnTo>
                  <a:lnTo>
                    <a:pt x="21336" y="54864"/>
                  </a:lnTo>
                  <a:lnTo>
                    <a:pt x="24384" y="51816"/>
                  </a:lnTo>
                  <a:lnTo>
                    <a:pt x="28956" y="48768"/>
                  </a:lnTo>
                  <a:lnTo>
                    <a:pt x="35052" y="48768"/>
                  </a:lnTo>
                  <a:lnTo>
                    <a:pt x="44196" y="49872"/>
                  </a:lnTo>
                  <a:lnTo>
                    <a:pt x="55626" y="52959"/>
                  </a:lnTo>
                  <a:lnTo>
                    <a:pt x="69342" y="57772"/>
                  </a:lnTo>
                  <a:lnTo>
                    <a:pt x="152400" y="89916"/>
                  </a:lnTo>
                  <a:lnTo>
                    <a:pt x="65532" y="126492"/>
                  </a:lnTo>
                  <a:lnTo>
                    <a:pt x="53835" y="132257"/>
                  </a:lnTo>
                  <a:lnTo>
                    <a:pt x="44005" y="136017"/>
                  </a:lnTo>
                  <a:lnTo>
                    <a:pt x="36169" y="138074"/>
                  </a:lnTo>
                  <a:lnTo>
                    <a:pt x="30480" y="138684"/>
                  </a:lnTo>
                  <a:lnTo>
                    <a:pt x="25908" y="138684"/>
                  </a:lnTo>
                  <a:lnTo>
                    <a:pt x="15240" y="117348"/>
                  </a:lnTo>
                  <a:lnTo>
                    <a:pt x="6096" y="117348"/>
                  </a:lnTo>
                  <a:lnTo>
                    <a:pt x="6096" y="237744"/>
                  </a:lnTo>
                  <a:lnTo>
                    <a:pt x="15240" y="237744"/>
                  </a:lnTo>
                  <a:lnTo>
                    <a:pt x="18288" y="230124"/>
                  </a:lnTo>
                  <a:lnTo>
                    <a:pt x="21336" y="224028"/>
                  </a:lnTo>
                  <a:lnTo>
                    <a:pt x="33731" y="214579"/>
                  </a:lnTo>
                  <a:lnTo>
                    <a:pt x="43624" y="208978"/>
                  </a:lnTo>
                  <a:lnTo>
                    <a:pt x="57213" y="202526"/>
                  </a:lnTo>
                  <a:lnTo>
                    <a:pt x="74676" y="195072"/>
                  </a:lnTo>
                  <a:lnTo>
                    <a:pt x="239268" y="123444"/>
                  </a:lnTo>
                  <a:lnTo>
                    <a:pt x="259080" y="131064"/>
                  </a:lnTo>
                  <a:lnTo>
                    <a:pt x="275653" y="136766"/>
                  </a:lnTo>
                  <a:lnTo>
                    <a:pt x="288798" y="142303"/>
                  </a:lnTo>
                  <a:lnTo>
                    <a:pt x="298513" y="147574"/>
                  </a:lnTo>
                  <a:lnTo>
                    <a:pt x="304800" y="152400"/>
                  </a:lnTo>
                  <a:lnTo>
                    <a:pt x="309372" y="156972"/>
                  </a:lnTo>
                  <a:lnTo>
                    <a:pt x="310896" y="160020"/>
                  </a:lnTo>
                  <a:lnTo>
                    <a:pt x="310896" y="169164"/>
                  </a:lnTo>
                  <a:lnTo>
                    <a:pt x="309372" y="170688"/>
                  </a:lnTo>
                  <a:lnTo>
                    <a:pt x="307848" y="170688"/>
                  </a:lnTo>
                  <a:lnTo>
                    <a:pt x="303276" y="172212"/>
                  </a:lnTo>
                  <a:lnTo>
                    <a:pt x="286512" y="172212"/>
                  </a:lnTo>
                  <a:lnTo>
                    <a:pt x="278892" y="175260"/>
                  </a:lnTo>
                  <a:lnTo>
                    <a:pt x="269748" y="184404"/>
                  </a:lnTo>
                  <a:lnTo>
                    <a:pt x="266700" y="190500"/>
                  </a:lnTo>
                  <a:lnTo>
                    <a:pt x="266700" y="207264"/>
                  </a:lnTo>
                  <a:lnTo>
                    <a:pt x="269748" y="214884"/>
                  </a:lnTo>
                  <a:lnTo>
                    <a:pt x="275844" y="219456"/>
                  </a:lnTo>
                  <a:lnTo>
                    <a:pt x="281940" y="225552"/>
                  </a:lnTo>
                  <a:lnTo>
                    <a:pt x="289560" y="228600"/>
                  </a:lnTo>
                  <a:lnTo>
                    <a:pt x="298704" y="228600"/>
                  </a:lnTo>
                  <a:lnTo>
                    <a:pt x="334327" y="201358"/>
                  </a:lnTo>
                  <a:lnTo>
                    <a:pt x="336207" y="192620"/>
                  </a:lnTo>
                  <a:lnTo>
                    <a:pt x="336804" y="1828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8" name="Google Shape;2888;p48"/>
          <p:cNvGrpSpPr/>
          <p:nvPr/>
        </p:nvGrpSpPr>
        <p:grpSpPr>
          <a:xfrm>
            <a:off x="3072383" y="3758184"/>
            <a:ext cx="342900" cy="1609597"/>
            <a:chOff x="3072383" y="3758184"/>
            <a:chExt cx="342900" cy="1609597"/>
          </a:xfrm>
        </p:grpSpPr>
        <p:sp>
          <p:nvSpPr>
            <p:cNvPr id="2889" name="Google Shape;2889;p48"/>
            <p:cNvSpPr/>
            <p:nvPr/>
          </p:nvSpPr>
          <p:spPr>
            <a:xfrm>
              <a:off x="3072383" y="5010911"/>
              <a:ext cx="342900" cy="356870"/>
            </a:xfrm>
            <a:custGeom>
              <a:rect b="b" l="l" r="r" t="t"/>
              <a:pathLst>
                <a:path extrusionOk="0" h="356870" w="342900">
                  <a:moveTo>
                    <a:pt x="176783" y="356615"/>
                  </a:moveTo>
                  <a:lnTo>
                    <a:pt x="108013" y="343852"/>
                  </a:lnTo>
                  <a:lnTo>
                    <a:pt x="51816" y="304800"/>
                  </a:lnTo>
                  <a:lnTo>
                    <a:pt x="12763" y="246316"/>
                  </a:lnTo>
                  <a:lnTo>
                    <a:pt x="0" y="175260"/>
                  </a:lnTo>
                  <a:lnTo>
                    <a:pt x="285" y="162996"/>
                  </a:lnTo>
                  <a:lnTo>
                    <a:pt x="6024" y="124729"/>
                  </a:lnTo>
                  <a:lnTo>
                    <a:pt x="15240" y="96012"/>
                  </a:lnTo>
                  <a:lnTo>
                    <a:pt x="20764" y="77724"/>
                  </a:lnTo>
                  <a:lnTo>
                    <a:pt x="22312" y="72009"/>
                  </a:lnTo>
                  <a:lnTo>
                    <a:pt x="22859" y="68580"/>
                  </a:lnTo>
                  <a:lnTo>
                    <a:pt x="22859" y="64008"/>
                  </a:lnTo>
                  <a:lnTo>
                    <a:pt x="21336" y="59436"/>
                  </a:lnTo>
                  <a:lnTo>
                    <a:pt x="18288" y="56388"/>
                  </a:lnTo>
                  <a:lnTo>
                    <a:pt x="15240" y="51816"/>
                  </a:lnTo>
                  <a:lnTo>
                    <a:pt x="9144" y="48768"/>
                  </a:lnTo>
                  <a:lnTo>
                    <a:pt x="0" y="45720"/>
                  </a:lnTo>
                  <a:lnTo>
                    <a:pt x="0" y="36576"/>
                  </a:lnTo>
                  <a:lnTo>
                    <a:pt x="112775" y="36576"/>
                  </a:lnTo>
                  <a:lnTo>
                    <a:pt x="112775" y="45720"/>
                  </a:lnTo>
                  <a:lnTo>
                    <a:pt x="91320" y="54602"/>
                  </a:lnTo>
                  <a:lnTo>
                    <a:pt x="72580" y="65341"/>
                  </a:lnTo>
                  <a:lnTo>
                    <a:pt x="42672" y="92964"/>
                  </a:lnTo>
                  <a:lnTo>
                    <a:pt x="24765" y="127635"/>
                  </a:lnTo>
                  <a:lnTo>
                    <a:pt x="18288" y="164592"/>
                  </a:lnTo>
                  <a:lnTo>
                    <a:pt x="19692" y="182046"/>
                  </a:lnTo>
                  <a:lnTo>
                    <a:pt x="39624" y="225551"/>
                  </a:lnTo>
                  <a:lnTo>
                    <a:pt x="80129" y="253626"/>
                  </a:lnTo>
                  <a:lnTo>
                    <a:pt x="135064" y="267271"/>
                  </a:lnTo>
                  <a:lnTo>
                    <a:pt x="173736" y="269748"/>
                  </a:lnTo>
                  <a:lnTo>
                    <a:pt x="196024" y="269152"/>
                  </a:lnTo>
                  <a:lnTo>
                    <a:pt x="237172" y="263961"/>
                  </a:lnTo>
                  <a:lnTo>
                    <a:pt x="287083" y="244220"/>
                  </a:lnTo>
                  <a:lnTo>
                    <a:pt x="315610" y="210240"/>
                  </a:lnTo>
                  <a:lnTo>
                    <a:pt x="324612" y="164592"/>
                  </a:lnTo>
                  <a:lnTo>
                    <a:pt x="324612" y="149352"/>
                  </a:lnTo>
                  <a:lnTo>
                    <a:pt x="225551" y="115824"/>
                  </a:lnTo>
                  <a:lnTo>
                    <a:pt x="211836" y="129540"/>
                  </a:lnTo>
                  <a:lnTo>
                    <a:pt x="208788" y="134112"/>
                  </a:lnTo>
                  <a:lnTo>
                    <a:pt x="207264" y="141732"/>
                  </a:lnTo>
                  <a:lnTo>
                    <a:pt x="207264" y="158496"/>
                  </a:lnTo>
                  <a:lnTo>
                    <a:pt x="198119" y="158496"/>
                  </a:lnTo>
                  <a:lnTo>
                    <a:pt x="198119" y="0"/>
                  </a:lnTo>
                  <a:lnTo>
                    <a:pt x="207264" y="0"/>
                  </a:lnTo>
                  <a:lnTo>
                    <a:pt x="208788" y="10668"/>
                  </a:lnTo>
                  <a:lnTo>
                    <a:pt x="210311" y="18288"/>
                  </a:lnTo>
                  <a:lnTo>
                    <a:pt x="211836" y="22860"/>
                  </a:lnTo>
                  <a:lnTo>
                    <a:pt x="214883" y="27432"/>
                  </a:lnTo>
                  <a:lnTo>
                    <a:pt x="219456" y="32004"/>
                  </a:lnTo>
                  <a:lnTo>
                    <a:pt x="224028" y="33528"/>
                  </a:lnTo>
                  <a:lnTo>
                    <a:pt x="227076" y="35052"/>
                  </a:lnTo>
                  <a:lnTo>
                    <a:pt x="234695" y="36576"/>
                  </a:lnTo>
                  <a:lnTo>
                    <a:pt x="315467" y="36576"/>
                  </a:lnTo>
                  <a:lnTo>
                    <a:pt x="322016" y="51935"/>
                  </a:lnTo>
                  <a:lnTo>
                    <a:pt x="336804" y="100584"/>
                  </a:lnTo>
                  <a:lnTo>
                    <a:pt x="342590" y="153947"/>
                  </a:lnTo>
                  <a:lnTo>
                    <a:pt x="342900" y="172212"/>
                  </a:lnTo>
                  <a:lnTo>
                    <a:pt x="342280" y="194190"/>
                  </a:lnTo>
                  <a:lnTo>
                    <a:pt x="336470" y="232433"/>
                  </a:lnTo>
                  <a:lnTo>
                    <a:pt x="315658" y="278130"/>
                  </a:lnTo>
                  <a:lnTo>
                    <a:pt x="286607" y="314134"/>
                  </a:lnTo>
                  <a:lnTo>
                    <a:pt x="251459" y="339851"/>
                  </a:lnTo>
                  <a:lnTo>
                    <a:pt x="196810" y="355496"/>
                  </a:lnTo>
                  <a:lnTo>
                    <a:pt x="176783" y="3566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90" name="Google Shape;2890;p48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3176015" y="4794503"/>
              <a:ext cx="231647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91" name="Google Shape;2891;p48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3176015" y="4556759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92" name="Google Shape;2892;p48"/>
            <p:cNvSpPr/>
            <p:nvPr/>
          </p:nvSpPr>
          <p:spPr>
            <a:xfrm>
              <a:off x="3079991" y="3758184"/>
              <a:ext cx="334010" cy="777240"/>
            </a:xfrm>
            <a:custGeom>
              <a:rect b="b" l="l" r="r" t="t"/>
              <a:pathLst>
                <a:path extrusionOk="0" h="777239" w="334010">
                  <a:moveTo>
                    <a:pt x="327660" y="0"/>
                  </a:moveTo>
                  <a:lnTo>
                    <a:pt x="318516" y="0"/>
                  </a:lnTo>
                  <a:lnTo>
                    <a:pt x="318516" y="9144"/>
                  </a:lnTo>
                  <a:lnTo>
                    <a:pt x="315468" y="15240"/>
                  </a:lnTo>
                  <a:lnTo>
                    <a:pt x="278892" y="22860"/>
                  </a:lnTo>
                  <a:lnTo>
                    <a:pt x="192024" y="22860"/>
                  </a:lnTo>
                  <a:lnTo>
                    <a:pt x="174028" y="23152"/>
                  </a:lnTo>
                  <a:lnTo>
                    <a:pt x="129209" y="31203"/>
                  </a:lnTo>
                  <a:lnTo>
                    <a:pt x="99250" y="64770"/>
                  </a:lnTo>
                  <a:lnTo>
                    <a:pt x="96012" y="85344"/>
                  </a:lnTo>
                  <a:lnTo>
                    <a:pt x="96583" y="93345"/>
                  </a:lnTo>
                  <a:lnTo>
                    <a:pt x="115252" y="133540"/>
                  </a:lnTo>
                  <a:lnTo>
                    <a:pt x="131064" y="150876"/>
                  </a:lnTo>
                  <a:lnTo>
                    <a:pt x="0" y="150876"/>
                  </a:lnTo>
                  <a:lnTo>
                    <a:pt x="0" y="240792"/>
                  </a:lnTo>
                  <a:lnTo>
                    <a:pt x="9144" y="240792"/>
                  </a:lnTo>
                  <a:lnTo>
                    <a:pt x="10668" y="231648"/>
                  </a:lnTo>
                  <a:lnTo>
                    <a:pt x="13716" y="225552"/>
                  </a:lnTo>
                  <a:lnTo>
                    <a:pt x="48768" y="217932"/>
                  </a:lnTo>
                  <a:lnTo>
                    <a:pt x="278892" y="217932"/>
                  </a:lnTo>
                  <a:lnTo>
                    <a:pt x="318516" y="231648"/>
                  </a:lnTo>
                  <a:lnTo>
                    <a:pt x="318516" y="240792"/>
                  </a:lnTo>
                  <a:lnTo>
                    <a:pt x="327660" y="240792"/>
                  </a:lnTo>
                  <a:lnTo>
                    <a:pt x="327660" y="128016"/>
                  </a:lnTo>
                  <a:lnTo>
                    <a:pt x="318516" y="128016"/>
                  </a:lnTo>
                  <a:lnTo>
                    <a:pt x="316992" y="137160"/>
                  </a:lnTo>
                  <a:lnTo>
                    <a:pt x="313944" y="144780"/>
                  </a:lnTo>
                  <a:lnTo>
                    <a:pt x="278892" y="150876"/>
                  </a:lnTo>
                  <a:lnTo>
                    <a:pt x="158496" y="150876"/>
                  </a:lnTo>
                  <a:lnTo>
                    <a:pt x="128016" y="118872"/>
                  </a:lnTo>
                  <a:lnTo>
                    <a:pt x="128016" y="106680"/>
                  </a:lnTo>
                  <a:lnTo>
                    <a:pt x="129540" y="103632"/>
                  </a:lnTo>
                  <a:lnTo>
                    <a:pt x="132588" y="100584"/>
                  </a:lnTo>
                  <a:lnTo>
                    <a:pt x="135636" y="96012"/>
                  </a:lnTo>
                  <a:lnTo>
                    <a:pt x="178308" y="89916"/>
                  </a:lnTo>
                  <a:lnTo>
                    <a:pt x="278892" y="89916"/>
                  </a:lnTo>
                  <a:lnTo>
                    <a:pt x="318516" y="105156"/>
                  </a:lnTo>
                  <a:lnTo>
                    <a:pt x="318516" y="112776"/>
                  </a:lnTo>
                  <a:lnTo>
                    <a:pt x="327660" y="112776"/>
                  </a:lnTo>
                  <a:lnTo>
                    <a:pt x="327660" y="0"/>
                  </a:lnTo>
                  <a:close/>
                </a:path>
                <a:path extrusionOk="0" h="777239" w="334010">
                  <a:moveTo>
                    <a:pt x="330720" y="329184"/>
                  </a:moveTo>
                  <a:lnTo>
                    <a:pt x="327875" y="308902"/>
                  </a:lnTo>
                  <a:lnTo>
                    <a:pt x="319481" y="291465"/>
                  </a:lnTo>
                  <a:lnTo>
                    <a:pt x="305638" y="276898"/>
                  </a:lnTo>
                  <a:lnTo>
                    <a:pt x="286524" y="265176"/>
                  </a:lnTo>
                  <a:lnTo>
                    <a:pt x="280428" y="272796"/>
                  </a:lnTo>
                  <a:lnTo>
                    <a:pt x="290423" y="279895"/>
                  </a:lnTo>
                  <a:lnTo>
                    <a:pt x="297573" y="287274"/>
                  </a:lnTo>
                  <a:lnTo>
                    <a:pt x="301853" y="294665"/>
                  </a:lnTo>
                  <a:lnTo>
                    <a:pt x="303288" y="301752"/>
                  </a:lnTo>
                  <a:lnTo>
                    <a:pt x="303288" y="307848"/>
                  </a:lnTo>
                  <a:lnTo>
                    <a:pt x="300240" y="310896"/>
                  </a:lnTo>
                  <a:lnTo>
                    <a:pt x="298716" y="313944"/>
                  </a:lnTo>
                  <a:lnTo>
                    <a:pt x="295668" y="315468"/>
                  </a:lnTo>
                  <a:lnTo>
                    <a:pt x="291096" y="316992"/>
                  </a:lnTo>
                  <a:lnTo>
                    <a:pt x="288048" y="318516"/>
                  </a:lnTo>
                  <a:lnTo>
                    <a:pt x="126504" y="318516"/>
                  </a:lnTo>
                  <a:lnTo>
                    <a:pt x="126504" y="265176"/>
                  </a:lnTo>
                  <a:lnTo>
                    <a:pt x="102120" y="265176"/>
                  </a:lnTo>
                  <a:lnTo>
                    <a:pt x="102120" y="318516"/>
                  </a:lnTo>
                  <a:lnTo>
                    <a:pt x="19824" y="318516"/>
                  </a:lnTo>
                  <a:lnTo>
                    <a:pt x="19824" y="327660"/>
                  </a:lnTo>
                  <a:lnTo>
                    <a:pt x="61175" y="354241"/>
                  </a:lnTo>
                  <a:lnTo>
                    <a:pt x="96024" y="388429"/>
                  </a:lnTo>
                  <a:lnTo>
                    <a:pt x="118884" y="416052"/>
                  </a:lnTo>
                  <a:lnTo>
                    <a:pt x="126504" y="416052"/>
                  </a:lnTo>
                  <a:lnTo>
                    <a:pt x="126504" y="385572"/>
                  </a:lnTo>
                  <a:lnTo>
                    <a:pt x="264756" y="385559"/>
                  </a:lnTo>
                  <a:lnTo>
                    <a:pt x="277380" y="385381"/>
                  </a:lnTo>
                  <a:lnTo>
                    <a:pt x="313194" y="371411"/>
                  </a:lnTo>
                  <a:lnTo>
                    <a:pt x="330123" y="339166"/>
                  </a:lnTo>
                  <a:lnTo>
                    <a:pt x="330720" y="329184"/>
                  </a:lnTo>
                  <a:close/>
                </a:path>
                <a:path extrusionOk="0" h="777239" w="334010">
                  <a:moveTo>
                    <a:pt x="333756" y="527304"/>
                  </a:moveTo>
                  <a:lnTo>
                    <a:pt x="155448" y="463296"/>
                  </a:lnTo>
                  <a:lnTo>
                    <a:pt x="142024" y="458749"/>
                  </a:lnTo>
                  <a:lnTo>
                    <a:pt x="131445" y="454342"/>
                  </a:lnTo>
                  <a:lnTo>
                    <a:pt x="111252" y="428244"/>
                  </a:lnTo>
                  <a:lnTo>
                    <a:pt x="102108" y="428244"/>
                  </a:lnTo>
                  <a:lnTo>
                    <a:pt x="102108" y="496824"/>
                  </a:lnTo>
                  <a:lnTo>
                    <a:pt x="111252" y="496824"/>
                  </a:lnTo>
                  <a:lnTo>
                    <a:pt x="112776" y="487680"/>
                  </a:lnTo>
                  <a:lnTo>
                    <a:pt x="114300" y="481584"/>
                  </a:lnTo>
                  <a:lnTo>
                    <a:pt x="120396" y="475488"/>
                  </a:lnTo>
                  <a:lnTo>
                    <a:pt x="124968" y="473964"/>
                  </a:lnTo>
                  <a:lnTo>
                    <a:pt x="134112" y="473964"/>
                  </a:lnTo>
                  <a:lnTo>
                    <a:pt x="143256" y="477012"/>
                  </a:lnTo>
                  <a:lnTo>
                    <a:pt x="153924" y="480060"/>
                  </a:lnTo>
                  <a:lnTo>
                    <a:pt x="234696" y="509016"/>
                  </a:lnTo>
                  <a:lnTo>
                    <a:pt x="132778" y="546544"/>
                  </a:lnTo>
                  <a:lnTo>
                    <a:pt x="127469" y="548093"/>
                  </a:lnTo>
                  <a:lnTo>
                    <a:pt x="123444" y="548640"/>
                  </a:lnTo>
                  <a:lnTo>
                    <a:pt x="120396" y="548640"/>
                  </a:lnTo>
                  <a:lnTo>
                    <a:pt x="117348" y="547116"/>
                  </a:lnTo>
                  <a:lnTo>
                    <a:pt x="115824" y="544068"/>
                  </a:lnTo>
                  <a:lnTo>
                    <a:pt x="112776" y="542544"/>
                  </a:lnTo>
                  <a:lnTo>
                    <a:pt x="112776" y="536448"/>
                  </a:lnTo>
                  <a:lnTo>
                    <a:pt x="111252" y="527304"/>
                  </a:lnTo>
                  <a:lnTo>
                    <a:pt x="102108" y="527304"/>
                  </a:lnTo>
                  <a:lnTo>
                    <a:pt x="102108" y="643128"/>
                  </a:lnTo>
                  <a:lnTo>
                    <a:pt x="111252" y="643128"/>
                  </a:lnTo>
                  <a:lnTo>
                    <a:pt x="112776" y="635508"/>
                  </a:lnTo>
                  <a:lnTo>
                    <a:pt x="118872" y="626364"/>
                  </a:lnTo>
                  <a:lnTo>
                    <a:pt x="122021" y="623824"/>
                  </a:lnTo>
                  <a:lnTo>
                    <a:pt x="126873" y="620839"/>
                  </a:lnTo>
                  <a:lnTo>
                    <a:pt x="133451" y="617588"/>
                  </a:lnTo>
                  <a:lnTo>
                    <a:pt x="149352" y="611124"/>
                  </a:lnTo>
                  <a:lnTo>
                    <a:pt x="234696" y="641604"/>
                  </a:lnTo>
                  <a:lnTo>
                    <a:pt x="147828" y="675132"/>
                  </a:lnTo>
                  <a:lnTo>
                    <a:pt x="138455" y="678903"/>
                  </a:lnTo>
                  <a:lnTo>
                    <a:pt x="131064" y="681228"/>
                  </a:lnTo>
                  <a:lnTo>
                    <a:pt x="125971" y="682421"/>
                  </a:lnTo>
                  <a:lnTo>
                    <a:pt x="123444" y="682752"/>
                  </a:lnTo>
                  <a:lnTo>
                    <a:pt x="120396" y="682752"/>
                  </a:lnTo>
                  <a:lnTo>
                    <a:pt x="117348" y="681228"/>
                  </a:lnTo>
                  <a:lnTo>
                    <a:pt x="115824" y="678180"/>
                  </a:lnTo>
                  <a:lnTo>
                    <a:pt x="112776" y="676656"/>
                  </a:lnTo>
                  <a:lnTo>
                    <a:pt x="111252" y="670560"/>
                  </a:lnTo>
                  <a:lnTo>
                    <a:pt x="111252" y="662940"/>
                  </a:lnTo>
                  <a:lnTo>
                    <a:pt x="102108" y="662940"/>
                  </a:lnTo>
                  <a:lnTo>
                    <a:pt x="102108" y="777240"/>
                  </a:lnTo>
                  <a:lnTo>
                    <a:pt x="111252" y="777240"/>
                  </a:lnTo>
                  <a:lnTo>
                    <a:pt x="114300" y="769620"/>
                  </a:lnTo>
                  <a:lnTo>
                    <a:pt x="117348" y="763524"/>
                  </a:lnTo>
                  <a:lnTo>
                    <a:pt x="154101" y="742670"/>
                  </a:lnTo>
                  <a:lnTo>
                    <a:pt x="333756" y="675132"/>
                  </a:lnTo>
                  <a:lnTo>
                    <a:pt x="333756" y="662940"/>
                  </a:lnTo>
                  <a:lnTo>
                    <a:pt x="170688" y="603504"/>
                  </a:lnTo>
                  <a:lnTo>
                    <a:pt x="333756" y="544068"/>
                  </a:lnTo>
                  <a:lnTo>
                    <a:pt x="333756" y="5273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3" name="Google Shape;2893;p48"/>
          <p:cNvGrpSpPr/>
          <p:nvPr/>
        </p:nvGrpSpPr>
        <p:grpSpPr>
          <a:xfrm>
            <a:off x="3080003" y="2836164"/>
            <a:ext cx="334010" cy="757427"/>
            <a:chOff x="3080003" y="2836164"/>
            <a:chExt cx="334010" cy="757427"/>
          </a:xfrm>
        </p:grpSpPr>
        <p:pic>
          <p:nvPicPr>
            <p:cNvPr id="2894" name="Google Shape;2894;p48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3176015" y="3378707"/>
              <a:ext cx="234696" cy="2148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95" name="Google Shape;2895;p48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3176015" y="3112007"/>
              <a:ext cx="231647" cy="2407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96" name="Google Shape;2896;p48"/>
            <p:cNvSpPr/>
            <p:nvPr/>
          </p:nvSpPr>
          <p:spPr>
            <a:xfrm>
              <a:off x="3080003" y="2836164"/>
              <a:ext cx="334010" cy="243840"/>
            </a:xfrm>
            <a:custGeom>
              <a:rect b="b" l="l" r="r" t="t"/>
              <a:pathLst>
                <a:path extrusionOk="0" h="243839" w="334010">
                  <a:moveTo>
                    <a:pt x="9144" y="128016"/>
                  </a:moveTo>
                  <a:lnTo>
                    <a:pt x="0" y="128016"/>
                  </a:lnTo>
                  <a:lnTo>
                    <a:pt x="0" y="27432"/>
                  </a:lnTo>
                  <a:lnTo>
                    <a:pt x="259080" y="27432"/>
                  </a:lnTo>
                  <a:lnTo>
                    <a:pt x="271152" y="27193"/>
                  </a:lnTo>
                  <a:lnTo>
                    <a:pt x="280225" y="26670"/>
                  </a:lnTo>
                  <a:lnTo>
                    <a:pt x="286726" y="26146"/>
                  </a:lnTo>
                  <a:lnTo>
                    <a:pt x="291083" y="25908"/>
                  </a:lnTo>
                  <a:lnTo>
                    <a:pt x="295656" y="24384"/>
                  </a:lnTo>
                  <a:lnTo>
                    <a:pt x="300228" y="21336"/>
                  </a:lnTo>
                  <a:lnTo>
                    <a:pt x="301752" y="18288"/>
                  </a:lnTo>
                  <a:lnTo>
                    <a:pt x="304800" y="15240"/>
                  </a:lnTo>
                  <a:lnTo>
                    <a:pt x="306324" y="7620"/>
                  </a:lnTo>
                  <a:lnTo>
                    <a:pt x="306324" y="0"/>
                  </a:lnTo>
                  <a:lnTo>
                    <a:pt x="315467" y="0"/>
                  </a:lnTo>
                  <a:lnTo>
                    <a:pt x="333756" y="94488"/>
                  </a:lnTo>
                  <a:lnTo>
                    <a:pt x="43216" y="94488"/>
                  </a:lnTo>
                  <a:lnTo>
                    <a:pt x="32956" y="94678"/>
                  </a:lnTo>
                  <a:lnTo>
                    <a:pt x="9144" y="115824"/>
                  </a:lnTo>
                  <a:lnTo>
                    <a:pt x="9144" y="128016"/>
                  </a:lnTo>
                  <a:close/>
                </a:path>
                <a:path extrusionOk="0" h="243839" w="334010">
                  <a:moveTo>
                    <a:pt x="219456" y="243840"/>
                  </a:moveTo>
                  <a:lnTo>
                    <a:pt x="169092" y="236124"/>
                  </a:lnTo>
                  <a:lnTo>
                    <a:pt x="129159" y="215646"/>
                  </a:lnTo>
                  <a:lnTo>
                    <a:pt x="105013" y="185142"/>
                  </a:lnTo>
                  <a:lnTo>
                    <a:pt x="100282" y="173736"/>
                  </a:lnTo>
                  <a:lnTo>
                    <a:pt x="100203" y="173545"/>
                  </a:lnTo>
                  <a:lnTo>
                    <a:pt x="97107" y="161663"/>
                  </a:lnTo>
                  <a:lnTo>
                    <a:pt x="96012" y="149352"/>
                  </a:lnTo>
                  <a:lnTo>
                    <a:pt x="96443" y="143256"/>
                  </a:lnTo>
                  <a:lnTo>
                    <a:pt x="111442" y="108013"/>
                  </a:lnTo>
                  <a:lnTo>
                    <a:pt x="124968" y="94488"/>
                  </a:lnTo>
                  <a:lnTo>
                    <a:pt x="153924" y="94488"/>
                  </a:lnTo>
                  <a:lnTo>
                    <a:pt x="139791" y="103893"/>
                  </a:lnTo>
                  <a:lnTo>
                    <a:pt x="138471" y="105156"/>
                  </a:lnTo>
                  <a:lnTo>
                    <a:pt x="129159" y="114300"/>
                  </a:lnTo>
                  <a:lnTo>
                    <a:pt x="122634" y="125777"/>
                  </a:lnTo>
                  <a:lnTo>
                    <a:pt x="120396" y="138684"/>
                  </a:lnTo>
                  <a:lnTo>
                    <a:pt x="120396" y="143256"/>
                  </a:lnTo>
                  <a:lnTo>
                    <a:pt x="152400" y="167640"/>
                  </a:lnTo>
                  <a:lnTo>
                    <a:pt x="191404" y="173212"/>
                  </a:lnTo>
                  <a:lnTo>
                    <a:pt x="208788" y="173736"/>
                  </a:lnTo>
                  <a:lnTo>
                    <a:pt x="331610" y="173736"/>
                  </a:lnTo>
                  <a:lnTo>
                    <a:pt x="331446" y="175140"/>
                  </a:lnTo>
                  <a:lnTo>
                    <a:pt x="312539" y="208811"/>
                  </a:lnTo>
                  <a:lnTo>
                    <a:pt x="279034" y="231624"/>
                  </a:lnTo>
                  <a:lnTo>
                    <a:pt x="241220" y="242435"/>
                  </a:lnTo>
                  <a:lnTo>
                    <a:pt x="219456" y="243840"/>
                  </a:lnTo>
                  <a:close/>
                </a:path>
                <a:path extrusionOk="0" h="243839" w="334010">
                  <a:moveTo>
                    <a:pt x="331610" y="173736"/>
                  </a:moveTo>
                  <a:lnTo>
                    <a:pt x="208788" y="173736"/>
                  </a:lnTo>
                  <a:lnTo>
                    <a:pt x="229076" y="173212"/>
                  </a:lnTo>
                  <a:lnTo>
                    <a:pt x="246507" y="171831"/>
                  </a:lnTo>
                  <a:lnTo>
                    <a:pt x="290131" y="159639"/>
                  </a:lnTo>
                  <a:lnTo>
                    <a:pt x="301752" y="149352"/>
                  </a:lnTo>
                  <a:lnTo>
                    <a:pt x="304800" y="146304"/>
                  </a:lnTo>
                  <a:lnTo>
                    <a:pt x="306324" y="140208"/>
                  </a:lnTo>
                  <a:lnTo>
                    <a:pt x="306324" y="134112"/>
                  </a:lnTo>
                  <a:lnTo>
                    <a:pt x="304299" y="123848"/>
                  </a:lnTo>
                  <a:lnTo>
                    <a:pt x="298132" y="113728"/>
                  </a:lnTo>
                  <a:lnTo>
                    <a:pt x="287678" y="103893"/>
                  </a:lnTo>
                  <a:lnTo>
                    <a:pt x="272795" y="94488"/>
                  </a:lnTo>
                  <a:lnTo>
                    <a:pt x="298704" y="94488"/>
                  </a:lnTo>
                  <a:lnTo>
                    <a:pt x="326136" y="124968"/>
                  </a:lnTo>
                  <a:lnTo>
                    <a:pt x="333342" y="146304"/>
                  </a:lnTo>
                  <a:lnTo>
                    <a:pt x="333422" y="146827"/>
                  </a:lnTo>
                  <a:lnTo>
                    <a:pt x="333520" y="149352"/>
                  </a:lnTo>
                  <a:lnTo>
                    <a:pt x="333638" y="152400"/>
                  </a:lnTo>
                  <a:lnTo>
                    <a:pt x="333756" y="155448"/>
                  </a:lnTo>
                  <a:lnTo>
                    <a:pt x="331672" y="173212"/>
                  </a:lnTo>
                  <a:lnTo>
                    <a:pt x="331610" y="17373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7" name="Google Shape;2897;p48"/>
          <p:cNvGrpSpPr/>
          <p:nvPr/>
        </p:nvGrpSpPr>
        <p:grpSpPr>
          <a:xfrm>
            <a:off x="3665220" y="5280659"/>
            <a:ext cx="341376" cy="1490599"/>
            <a:chOff x="3665220" y="5280659"/>
            <a:chExt cx="341376" cy="1490599"/>
          </a:xfrm>
        </p:grpSpPr>
        <p:sp>
          <p:nvSpPr>
            <p:cNvPr id="2898" name="Google Shape;2898;p48"/>
            <p:cNvSpPr/>
            <p:nvPr/>
          </p:nvSpPr>
          <p:spPr>
            <a:xfrm>
              <a:off x="3672840" y="6326124"/>
              <a:ext cx="327660" cy="445134"/>
            </a:xfrm>
            <a:custGeom>
              <a:rect b="b" l="l" r="r" t="t"/>
              <a:pathLst>
                <a:path extrusionOk="0" h="445134" w="327660">
                  <a:moveTo>
                    <a:pt x="327660" y="445007"/>
                  </a:moveTo>
                  <a:lnTo>
                    <a:pt x="318515" y="445007"/>
                  </a:lnTo>
                  <a:lnTo>
                    <a:pt x="318515" y="441959"/>
                  </a:lnTo>
                  <a:lnTo>
                    <a:pt x="320039" y="434339"/>
                  </a:lnTo>
                  <a:lnTo>
                    <a:pt x="318515" y="428243"/>
                  </a:lnTo>
                  <a:lnTo>
                    <a:pt x="288036" y="400811"/>
                  </a:lnTo>
                  <a:lnTo>
                    <a:pt x="285488" y="399930"/>
                  </a:lnTo>
                  <a:lnTo>
                    <a:pt x="280225" y="399478"/>
                  </a:lnTo>
                  <a:lnTo>
                    <a:pt x="272391" y="399311"/>
                  </a:lnTo>
                  <a:lnTo>
                    <a:pt x="56387" y="399287"/>
                  </a:lnTo>
                  <a:lnTo>
                    <a:pt x="44981" y="399549"/>
                  </a:lnTo>
                  <a:lnTo>
                    <a:pt x="15240" y="413003"/>
                  </a:lnTo>
                  <a:lnTo>
                    <a:pt x="10668" y="419099"/>
                  </a:lnTo>
                  <a:lnTo>
                    <a:pt x="9144" y="425195"/>
                  </a:lnTo>
                  <a:lnTo>
                    <a:pt x="9144" y="445007"/>
                  </a:lnTo>
                  <a:lnTo>
                    <a:pt x="0" y="445007"/>
                  </a:lnTo>
                  <a:lnTo>
                    <a:pt x="0" y="312419"/>
                  </a:lnTo>
                  <a:lnTo>
                    <a:pt x="214883" y="219455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9144" y="0"/>
                  </a:lnTo>
                  <a:lnTo>
                    <a:pt x="9144" y="19811"/>
                  </a:lnTo>
                  <a:lnTo>
                    <a:pt x="12192" y="27431"/>
                  </a:lnTo>
                  <a:lnTo>
                    <a:pt x="45839" y="45458"/>
                  </a:lnTo>
                  <a:lnTo>
                    <a:pt x="56387" y="45719"/>
                  </a:lnTo>
                  <a:lnTo>
                    <a:pt x="271272" y="45719"/>
                  </a:lnTo>
                  <a:lnTo>
                    <a:pt x="313943" y="32003"/>
                  </a:lnTo>
                  <a:lnTo>
                    <a:pt x="318515" y="19811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70687"/>
                  </a:lnTo>
                  <a:lnTo>
                    <a:pt x="318515" y="170687"/>
                  </a:lnTo>
                  <a:lnTo>
                    <a:pt x="318515" y="149351"/>
                  </a:lnTo>
                  <a:lnTo>
                    <a:pt x="316991" y="141731"/>
                  </a:lnTo>
                  <a:lnTo>
                    <a:pt x="313943" y="137159"/>
                  </a:lnTo>
                  <a:lnTo>
                    <a:pt x="312419" y="132587"/>
                  </a:lnTo>
                  <a:lnTo>
                    <a:pt x="307848" y="129539"/>
                  </a:lnTo>
                  <a:lnTo>
                    <a:pt x="28956" y="124967"/>
                  </a:lnTo>
                  <a:lnTo>
                    <a:pt x="327660" y="248411"/>
                  </a:lnTo>
                  <a:lnTo>
                    <a:pt x="327660" y="252983"/>
                  </a:lnTo>
                  <a:lnTo>
                    <a:pt x="32004" y="380999"/>
                  </a:lnTo>
                  <a:lnTo>
                    <a:pt x="262128" y="380999"/>
                  </a:lnTo>
                  <a:lnTo>
                    <a:pt x="300228" y="377951"/>
                  </a:lnTo>
                  <a:lnTo>
                    <a:pt x="318515" y="335279"/>
                  </a:lnTo>
                  <a:lnTo>
                    <a:pt x="327660" y="335279"/>
                  </a:lnTo>
                  <a:lnTo>
                    <a:pt x="327660" y="44500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899" name="Google Shape;2899;p48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3768851" y="6088380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00" name="Google Shape;2900;p48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3768851" y="5841491"/>
              <a:ext cx="237744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01" name="Google Shape;2901;p48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3768852" y="5609844"/>
              <a:ext cx="231648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02" name="Google Shape;2902;p48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3768852" y="5393436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03" name="Google Shape;2903;p48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3665220" y="5280659"/>
              <a:ext cx="160019" cy="7010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904" name="Google Shape;2904;p48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3768852" y="5071871"/>
            <a:ext cx="237743" cy="1554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05" name="Google Shape;2905;p48"/>
          <p:cNvGrpSpPr/>
          <p:nvPr/>
        </p:nvGrpSpPr>
        <p:grpSpPr>
          <a:xfrm>
            <a:off x="3672840" y="4000500"/>
            <a:ext cx="333883" cy="919226"/>
            <a:chOff x="3672840" y="4000500"/>
            <a:chExt cx="333883" cy="919226"/>
          </a:xfrm>
        </p:grpSpPr>
        <p:sp>
          <p:nvSpPr>
            <p:cNvPr id="2906" name="Google Shape;2906;p48"/>
            <p:cNvSpPr/>
            <p:nvPr/>
          </p:nvSpPr>
          <p:spPr>
            <a:xfrm>
              <a:off x="3672840" y="4616196"/>
              <a:ext cx="327660" cy="303530"/>
            </a:xfrm>
            <a:custGeom>
              <a:rect b="b" l="l" r="r" t="t"/>
              <a:pathLst>
                <a:path extrusionOk="0" h="303529" w="327660">
                  <a:moveTo>
                    <a:pt x="327660" y="303275"/>
                  </a:moveTo>
                  <a:lnTo>
                    <a:pt x="318516" y="303275"/>
                  </a:lnTo>
                  <a:lnTo>
                    <a:pt x="318516" y="283463"/>
                  </a:lnTo>
                  <a:lnTo>
                    <a:pt x="316992" y="275843"/>
                  </a:lnTo>
                  <a:lnTo>
                    <a:pt x="313944" y="269748"/>
                  </a:lnTo>
                  <a:lnTo>
                    <a:pt x="312420" y="265175"/>
                  </a:lnTo>
                  <a:lnTo>
                    <a:pt x="307848" y="262127"/>
                  </a:lnTo>
                  <a:lnTo>
                    <a:pt x="301752" y="260603"/>
                  </a:lnTo>
                  <a:lnTo>
                    <a:pt x="298061" y="259484"/>
                  </a:lnTo>
                  <a:lnTo>
                    <a:pt x="291655" y="258508"/>
                  </a:lnTo>
                  <a:lnTo>
                    <a:pt x="282678" y="257817"/>
                  </a:lnTo>
                  <a:lnTo>
                    <a:pt x="271272" y="257555"/>
                  </a:lnTo>
                  <a:lnTo>
                    <a:pt x="56388" y="257555"/>
                  </a:lnTo>
                  <a:lnTo>
                    <a:pt x="18288" y="265175"/>
                  </a:lnTo>
                  <a:lnTo>
                    <a:pt x="9143" y="283463"/>
                  </a:lnTo>
                  <a:lnTo>
                    <a:pt x="9143" y="303275"/>
                  </a:lnTo>
                  <a:lnTo>
                    <a:pt x="0" y="303275"/>
                  </a:lnTo>
                  <a:lnTo>
                    <a:pt x="0" y="128015"/>
                  </a:lnTo>
                  <a:lnTo>
                    <a:pt x="9143" y="128015"/>
                  </a:lnTo>
                  <a:lnTo>
                    <a:pt x="9143" y="152399"/>
                  </a:lnTo>
                  <a:lnTo>
                    <a:pt x="12192" y="160019"/>
                  </a:lnTo>
                  <a:lnTo>
                    <a:pt x="45839" y="178046"/>
                  </a:lnTo>
                  <a:lnTo>
                    <a:pt x="56388" y="178307"/>
                  </a:lnTo>
                  <a:lnTo>
                    <a:pt x="265176" y="178307"/>
                  </a:lnTo>
                  <a:lnTo>
                    <a:pt x="306324" y="169163"/>
                  </a:lnTo>
                  <a:lnTo>
                    <a:pt x="309372" y="108203"/>
                  </a:lnTo>
                  <a:lnTo>
                    <a:pt x="308800" y="95297"/>
                  </a:lnTo>
                  <a:lnTo>
                    <a:pt x="295060" y="56054"/>
                  </a:lnTo>
                  <a:lnTo>
                    <a:pt x="259842" y="28455"/>
                  </a:lnTo>
                  <a:lnTo>
                    <a:pt x="211836" y="10667"/>
                  </a:lnTo>
                  <a:lnTo>
                    <a:pt x="211836" y="0"/>
                  </a:lnTo>
                  <a:lnTo>
                    <a:pt x="327660" y="12191"/>
                  </a:lnTo>
                  <a:lnTo>
                    <a:pt x="327660" y="30327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907" name="Google Shape;2907;p48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3768852" y="4361688"/>
              <a:ext cx="234696" cy="2148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48"/>
            <p:cNvSpPr/>
            <p:nvPr/>
          </p:nvSpPr>
          <p:spPr>
            <a:xfrm>
              <a:off x="3774948" y="4000500"/>
              <a:ext cx="231775" cy="349250"/>
            </a:xfrm>
            <a:custGeom>
              <a:rect b="b" l="l" r="r" t="t"/>
              <a:pathLst>
                <a:path extrusionOk="0" h="349250" w="231775">
                  <a:moveTo>
                    <a:pt x="9143" y="348995"/>
                  </a:moveTo>
                  <a:lnTo>
                    <a:pt x="0" y="348995"/>
                  </a:lnTo>
                  <a:lnTo>
                    <a:pt x="0" y="233171"/>
                  </a:lnTo>
                  <a:lnTo>
                    <a:pt x="9143" y="233171"/>
                  </a:lnTo>
                  <a:lnTo>
                    <a:pt x="9143" y="240791"/>
                  </a:lnTo>
                  <a:lnTo>
                    <a:pt x="10667" y="246887"/>
                  </a:lnTo>
                  <a:lnTo>
                    <a:pt x="13716" y="249935"/>
                  </a:lnTo>
                  <a:lnTo>
                    <a:pt x="15240" y="252983"/>
                  </a:lnTo>
                  <a:lnTo>
                    <a:pt x="18288" y="254507"/>
                  </a:lnTo>
                  <a:lnTo>
                    <a:pt x="21336" y="254507"/>
                  </a:lnTo>
                  <a:lnTo>
                    <a:pt x="23860" y="253960"/>
                  </a:lnTo>
                  <a:lnTo>
                    <a:pt x="28956" y="252412"/>
                  </a:lnTo>
                  <a:lnTo>
                    <a:pt x="45720" y="246887"/>
                  </a:lnTo>
                  <a:lnTo>
                    <a:pt x="132588" y="213359"/>
                  </a:lnTo>
                  <a:lnTo>
                    <a:pt x="47243" y="182879"/>
                  </a:lnTo>
                  <a:lnTo>
                    <a:pt x="13716" y="201167"/>
                  </a:lnTo>
                  <a:lnTo>
                    <a:pt x="9143" y="214883"/>
                  </a:lnTo>
                  <a:lnTo>
                    <a:pt x="0" y="214883"/>
                  </a:lnTo>
                  <a:lnTo>
                    <a:pt x="0" y="99059"/>
                  </a:lnTo>
                  <a:lnTo>
                    <a:pt x="9143" y="99059"/>
                  </a:lnTo>
                  <a:lnTo>
                    <a:pt x="10667" y="106679"/>
                  </a:lnTo>
                  <a:lnTo>
                    <a:pt x="12191" y="112775"/>
                  </a:lnTo>
                  <a:lnTo>
                    <a:pt x="13716" y="115823"/>
                  </a:lnTo>
                  <a:lnTo>
                    <a:pt x="15240" y="117347"/>
                  </a:lnTo>
                  <a:lnTo>
                    <a:pt x="18288" y="118871"/>
                  </a:lnTo>
                  <a:lnTo>
                    <a:pt x="25908" y="118871"/>
                  </a:lnTo>
                  <a:lnTo>
                    <a:pt x="33528" y="117347"/>
                  </a:lnTo>
                  <a:lnTo>
                    <a:pt x="132588" y="80771"/>
                  </a:lnTo>
                  <a:lnTo>
                    <a:pt x="51816" y="51815"/>
                  </a:lnTo>
                  <a:lnTo>
                    <a:pt x="41148" y="47243"/>
                  </a:lnTo>
                  <a:lnTo>
                    <a:pt x="33528" y="45719"/>
                  </a:lnTo>
                  <a:lnTo>
                    <a:pt x="22860" y="45719"/>
                  </a:lnTo>
                  <a:lnTo>
                    <a:pt x="18288" y="47243"/>
                  </a:lnTo>
                  <a:lnTo>
                    <a:pt x="12191" y="53339"/>
                  </a:lnTo>
                  <a:lnTo>
                    <a:pt x="10667" y="59435"/>
                  </a:lnTo>
                  <a:lnTo>
                    <a:pt x="9143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9143" y="0"/>
                  </a:lnTo>
                  <a:lnTo>
                    <a:pt x="10667" y="7619"/>
                  </a:lnTo>
                  <a:lnTo>
                    <a:pt x="13716" y="13715"/>
                  </a:lnTo>
                  <a:lnTo>
                    <a:pt x="18288" y="16763"/>
                  </a:lnTo>
                  <a:lnTo>
                    <a:pt x="22264" y="20478"/>
                  </a:lnTo>
                  <a:lnTo>
                    <a:pt x="29527" y="24764"/>
                  </a:lnTo>
                  <a:lnTo>
                    <a:pt x="39933" y="29622"/>
                  </a:lnTo>
                  <a:lnTo>
                    <a:pt x="53340" y="35051"/>
                  </a:lnTo>
                  <a:lnTo>
                    <a:pt x="231648" y="99059"/>
                  </a:lnTo>
                  <a:lnTo>
                    <a:pt x="231648" y="114299"/>
                  </a:lnTo>
                  <a:lnTo>
                    <a:pt x="68579" y="175259"/>
                  </a:lnTo>
                  <a:lnTo>
                    <a:pt x="231648" y="233171"/>
                  </a:lnTo>
                  <a:lnTo>
                    <a:pt x="231648" y="245363"/>
                  </a:lnTo>
                  <a:lnTo>
                    <a:pt x="68579" y="306323"/>
                  </a:lnTo>
                  <a:lnTo>
                    <a:pt x="28503" y="324969"/>
                  </a:lnTo>
                  <a:lnTo>
                    <a:pt x="21336" y="330707"/>
                  </a:lnTo>
                  <a:lnTo>
                    <a:pt x="15240" y="333755"/>
                  </a:lnTo>
                  <a:lnTo>
                    <a:pt x="12191" y="339852"/>
                  </a:lnTo>
                  <a:lnTo>
                    <a:pt x="9143" y="34899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9" name="Google Shape;2909;p48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2910" name="Google Shape;2910;p48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11" name="Google Shape;2911;p48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912" name="Google Shape;2912;p48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13" name="Google Shape;2913;p48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914" name="Google Shape;2914;p48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6655307" y="1760220"/>
            <a:ext cx="115824" cy="15849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18" name="Shape 2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9" name="Google Shape;2919;p49"/>
          <p:cNvSpPr/>
          <p:nvPr/>
        </p:nvSpPr>
        <p:spPr>
          <a:xfrm>
            <a:off x="1431023" y="7112508"/>
            <a:ext cx="349250" cy="1793875"/>
          </a:xfrm>
          <a:custGeom>
            <a:rect b="b" l="l" r="r" t="t"/>
            <a:pathLst>
              <a:path extrusionOk="0" h="1793875" w="349250">
                <a:moveTo>
                  <a:pt x="48768" y="1368552"/>
                </a:moveTo>
                <a:lnTo>
                  <a:pt x="47244" y="1362456"/>
                </a:lnTo>
                <a:lnTo>
                  <a:pt x="38100" y="1353312"/>
                </a:lnTo>
                <a:lnTo>
                  <a:pt x="32004" y="1350264"/>
                </a:lnTo>
                <a:lnTo>
                  <a:pt x="18288" y="1350264"/>
                </a:lnTo>
                <a:lnTo>
                  <a:pt x="12192" y="1353312"/>
                </a:lnTo>
                <a:lnTo>
                  <a:pt x="3048" y="1362456"/>
                </a:lnTo>
                <a:lnTo>
                  <a:pt x="0" y="1368552"/>
                </a:lnTo>
                <a:lnTo>
                  <a:pt x="0" y="1382268"/>
                </a:lnTo>
                <a:lnTo>
                  <a:pt x="3048" y="1386840"/>
                </a:lnTo>
                <a:lnTo>
                  <a:pt x="7620" y="1392936"/>
                </a:lnTo>
                <a:lnTo>
                  <a:pt x="12192" y="1397508"/>
                </a:lnTo>
                <a:lnTo>
                  <a:pt x="18288" y="1399032"/>
                </a:lnTo>
                <a:lnTo>
                  <a:pt x="32004" y="1399032"/>
                </a:lnTo>
                <a:lnTo>
                  <a:pt x="38100" y="1397508"/>
                </a:lnTo>
                <a:lnTo>
                  <a:pt x="42672" y="1391412"/>
                </a:lnTo>
                <a:lnTo>
                  <a:pt x="47244" y="1386840"/>
                </a:lnTo>
                <a:lnTo>
                  <a:pt x="48768" y="1382268"/>
                </a:lnTo>
                <a:lnTo>
                  <a:pt x="48768" y="1368552"/>
                </a:lnTo>
                <a:close/>
              </a:path>
              <a:path extrusionOk="0" h="1793875" w="349250">
                <a:moveTo>
                  <a:pt x="342900" y="1321308"/>
                </a:moveTo>
                <a:lnTo>
                  <a:pt x="335280" y="1321308"/>
                </a:lnTo>
                <a:lnTo>
                  <a:pt x="335280" y="1339596"/>
                </a:lnTo>
                <a:lnTo>
                  <a:pt x="332232" y="1342644"/>
                </a:lnTo>
                <a:lnTo>
                  <a:pt x="330708" y="1347216"/>
                </a:lnTo>
                <a:lnTo>
                  <a:pt x="326136" y="1350264"/>
                </a:lnTo>
                <a:lnTo>
                  <a:pt x="321564" y="1351788"/>
                </a:lnTo>
                <a:lnTo>
                  <a:pt x="317258" y="1353553"/>
                </a:lnTo>
                <a:lnTo>
                  <a:pt x="311086" y="1354455"/>
                </a:lnTo>
                <a:lnTo>
                  <a:pt x="302920" y="1354797"/>
                </a:lnTo>
                <a:lnTo>
                  <a:pt x="115824" y="1354797"/>
                </a:lnTo>
                <a:lnTo>
                  <a:pt x="115824" y="1365504"/>
                </a:lnTo>
                <a:lnTo>
                  <a:pt x="143256" y="1429512"/>
                </a:lnTo>
                <a:lnTo>
                  <a:pt x="150876" y="1426464"/>
                </a:lnTo>
                <a:lnTo>
                  <a:pt x="149352" y="1420368"/>
                </a:lnTo>
                <a:lnTo>
                  <a:pt x="147828" y="1415796"/>
                </a:lnTo>
                <a:lnTo>
                  <a:pt x="147828" y="1406652"/>
                </a:lnTo>
                <a:lnTo>
                  <a:pt x="149352" y="1403604"/>
                </a:lnTo>
                <a:lnTo>
                  <a:pt x="150876" y="1402080"/>
                </a:lnTo>
                <a:lnTo>
                  <a:pt x="152400" y="1399032"/>
                </a:lnTo>
                <a:lnTo>
                  <a:pt x="156972" y="1397508"/>
                </a:lnTo>
                <a:lnTo>
                  <a:pt x="161544" y="1397508"/>
                </a:lnTo>
                <a:lnTo>
                  <a:pt x="168719" y="1396390"/>
                </a:lnTo>
                <a:lnTo>
                  <a:pt x="178879" y="1395412"/>
                </a:lnTo>
                <a:lnTo>
                  <a:pt x="192201" y="1394726"/>
                </a:lnTo>
                <a:lnTo>
                  <a:pt x="208788" y="1394460"/>
                </a:lnTo>
                <a:lnTo>
                  <a:pt x="292608" y="1394460"/>
                </a:lnTo>
                <a:lnTo>
                  <a:pt x="330708" y="1403604"/>
                </a:lnTo>
                <a:lnTo>
                  <a:pt x="332232" y="1406652"/>
                </a:lnTo>
                <a:lnTo>
                  <a:pt x="335280" y="1409700"/>
                </a:lnTo>
                <a:lnTo>
                  <a:pt x="335280" y="1427988"/>
                </a:lnTo>
                <a:lnTo>
                  <a:pt x="342900" y="1427988"/>
                </a:lnTo>
                <a:lnTo>
                  <a:pt x="342900" y="1394460"/>
                </a:lnTo>
                <a:lnTo>
                  <a:pt x="342900" y="1321308"/>
                </a:lnTo>
                <a:close/>
              </a:path>
              <a:path extrusionOk="0" h="1793875" w="349250">
                <a:moveTo>
                  <a:pt x="342900" y="1155192"/>
                </a:moveTo>
                <a:lnTo>
                  <a:pt x="335280" y="1155192"/>
                </a:lnTo>
                <a:lnTo>
                  <a:pt x="335280" y="1185672"/>
                </a:lnTo>
                <a:lnTo>
                  <a:pt x="332232" y="1193292"/>
                </a:lnTo>
                <a:lnTo>
                  <a:pt x="283464" y="1205484"/>
                </a:lnTo>
                <a:lnTo>
                  <a:pt x="137160" y="1205484"/>
                </a:lnTo>
                <a:lnTo>
                  <a:pt x="137160" y="1147572"/>
                </a:lnTo>
                <a:lnTo>
                  <a:pt x="121920" y="1147572"/>
                </a:lnTo>
                <a:lnTo>
                  <a:pt x="121920" y="1205484"/>
                </a:lnTo>
                <a:lnTo>
                  <a:pt x="82727" y="1205445"/>
                </a:lnTo>
                <a:lnTo>
                  <a:pt x="63627" y="1205103"/>
                </a:lnTo>
                <a:lnTo>
                  <a:pt x="49682" y="1204201"/>
                </a:lnTo>
                <a:lnTo>
                  <a:pt x="41148" y="1202436"/>
                </a:lnTo>
                <a:lnTo>
                  <a:pt x="32004" y="1200912"/>
                </a:lnTo>
                <a:lnTo>
                  <a:pt x="25908" y="1196340"/>
                </a:lnTo>
                <a:lnTo>
                  <a:pt x="21336" y="1191768"/>
                </a:lnTo>
                <a:lnTo>
                  <a:pt x="15240" y="1179576"/>
                </a:lnTo>
                <a:lnTo>
                  <a:pt x="15240" y="1165860"/>
                </a:lnTo>
                <a:lnTo>
                  <a:pt x="16764" y="1161288"/>
                </a:lnTo>
                <a:lnTo>
                  <a:pt x="19812" y="1155192"/>
                </a:lnTo>
                <a:lnTo>
                  <a:pt x="24384" y="1150620"/>
                </a:lnTo>
                <a:lnTo>
                  <a:pt x="28956" y="1144524"/>
                </a:lnTo>
                <a:lnTo>
                  <a:pt x="47244" y="1132332"/>
                </a:lnTo>
                <a:lnTo>
                  <a:pt x="53340" y="1127760"/>
                </a:lnTo>
                <a:lnTo>
                  <a:pt x="56388" y="1123188"/>
                </a:lnTo>
                <a:lnTo>
                  <a:pt x="59436" y="1120140"/>
                </a:lnTo>
                <a:lnTo>
                  <a:pt x="59436" y="1106424"/>
                </a:lnTo>
                <a:lnTo>
                  <a:pt x="57912" y="1101852"/>
                </a:lnTo>
                <a:lnTo>
                  <a:pt x="53340" y="1098804"/>
                </a:lnTo>
                <a:lnTo>
                  <a:pt x="50292" y="1094232"/>
                </a:lnTo>
                <a:lnTo>
                  <a:pt x="45720" y="1091184"/>
                </a:lnTo>
                <a:lnTo>
                  <a:pt x="41148" y="1091184"/>
                </a:lnTo>
                <a:lnTo>
                  <a:pt x="9652" y="1117028"/>
                </a:lnTo>
                <a:lnTo>
                  <a:pt x="0" y="1153668"/>
                </a:lnTo>
                <a:lnTo>
                  <a:pt x="1104" y="1166863"/>
                </a:lnTo>
                <a:lnTo>
                  <a:pt x="15240" y="1202436"/>
                </a:lnTo>
                <a:lnTo>
                  <a:pt x="51816" y="1234440"/>
                </a:lnTo>
                <a:lnTo>
                  <a:pt x="91897" y="1244523"/>
                </a:lnTo>
                <a:lnTo>
                  <a:pt x="108204" y="1245108"/>
                </a:lnTo>
                <a:lnTo>
                  <a:pt x="121920" y="1245108"/>
                </a:lnTo>
                <a:lnTo>
                  <a:pt x="121920" y="1287780"/>
                </a:lnTo>
                <a:lnTo>
                  <a:pt x="137160" y="1287780"/>
                </a:lnTo>
                <a:lnTo>
                  <a:pt x="137160" y="1245108"/>
                </a:lnTo>
                <a:lnTo>
                  <a:pt x="283464" y="1245108"/>
                </a:lnTo>
                <a:lnTo>
                  <a:pt x="294919" y="1245400"/>
                </a:lnTo>
                <a:lnTo>
                  <a:pt x="304228" y="1246251"/>
                </a:lnTo>
                <a:lnTo>
                  <a:pt x="311543" y="1247686"/>
                </a:lnTo>
                <a:lnTo>
                  <a:pt x="316992" y="1249680"/>
                </a:lnTo>
                <a:lnTo>
                  <a:pt x="323088" y="1251204"/>
                </a:lnTo>
                <a:lnTo>
                  <a:pt x="327660" y="1254252"/>
                </a:lnTo>
                <a:lnTo>
                  <a:pt x="333756" y="1266444"/>
                </a:lnTo>
                <a:lnTo>
                  <a:pt x="335280" y="1271016"/>
                </a:lnTo>
                <a:lnTo>
                  <a:pt x="335280" y="1287780"/>
                </a:lnTo>
                <a:lnTo>
                  <a:pt x="342900" y="1287780"/>
                </a:lnTo>
                <a:lnTo>
                  <a:pt x="342900" y="1155192"/>
                </a:lnTo>
                <a:close/>
              </a:path>
              <a:path extrusionOk="0" h="1793875" w="349250">
                <a:moveTo>
                  <a:pt x="342900" y="998220"/>
                </a:moveTo>
                <a:lnTo>
                  <a:pt x="335280" y="998220"/>
                </a:lnTo>
                <a:lnTo>
                  <a:pt x="335280" y="1027176"/>
                </a:lnTo>
                <a:lnTo>
                  <a:pt x="332232" y="1036320"/>
                </a:lnTo>
                <a:lnTo>
                  <a:pt x="283464" y="1048512"/>
                </a:lnTo>
                <a:lnTo>
                  <a:pt x="137160" y="1048512"/>
                </a:lnTo>
                <a:lnTo>
                  <a:pt x="137160" y="990600"/>
                </a:lnTo>
                <a:lnTo>
                  <a:pt x="121920" y="990600"/>
                </a:lnTo>
                <a:lnTo>
                  <a:pt x="121920" y="1048512"/>
                </a:lnTo>
                <a:lnTo>
                  <a:pt x="106680" y="1048512"/>
                </a:lnTo>
                <a:lnTo>
                  <a:pt x="63627" y="1047559"/>
                </a:lnTo>
                <a:lnTo>
                  <a:pt x="25908" y="1039368"/>
                </a:lnTo>
                <a:lnTo>
                  <a:pt x="15240" y="1022604"/>
                </a:lnTo>
                <a:lnTo>
                  <a:pt x="15240" y="1008888"/>
                </a:lnTo>
                <a:lnTo>
                  <a:pt x="47244" y="975360"/>
                </a:lnTo>
                <a:lnTo>
                  <a:pt x="56388" y="966216"/>
                </a:lnTo>
                <a:lnTo>
                  <a:pt x="59436" y="961644"/>
                </a:lnTo>
                <a:lnTo>
                  <a:pt x="59436" y="949452"/>
                </a:lnTo>
                <a:lnTo>
                  <a:pt x="57912" y="944880"/>
                </a:lnTo>
                <a:lnTo>
                  <a:pt x="53340" y="940308"/>
                </a:lnTo>
                <a:lnTo>
                  <a:pt x="50292" y="935736"/>
                </a:lnTo>
                <a:lnTo>
                  <a:pt x="45720" y="934212"/>
                </a:lnTo>
                <a:lnTo>
                  <a:pt x="41148" y="934212"/>
                </a:lnTo>
                <a:lnTo>
                  <a:pt x="9652" y="958748"/>
                </a:lnTo>
                <a:lnTo>
                  <a:pt x="0" y="995172"/>
                </a:lnTo>
                <a:lnTo>
                  <a:pt x="1104" y="1008583"/>
                </a:lnTo>
                <a:lnTo>
                  <a:pt x="22669" y="1054544"/>
                </a:lnTo>
                <a:lnTo>
                  <a:pt x="63842" y="1082357"/>
                </a:lnTo>
                <a:lnTo>
                  <a:pt x="108204" y="1088136"/>
                </a:lnTo>
                <a:lnTo>
                  <a:pt x="121920" y="1088136"/>
                </a:lnTo>
                <a:lnTo>
                  <a:pt x="121920" y="1130808"/>
                </a:lnTo>
                <a:lnTo>
                  <a:pt x="137160" y="1130808"/>
                </a:lnTo>
                <a:lnTo>
                  <a:pt x="137160" y="1088136"/>
                </a:lnTo>
                <a:lnTo>
                  <a:pt x="283464" y="1088136"/>
                </a:lnTo>
                <a:lnTo>
                  <a:pt x="323088" y="1092708"/>
                </a:lnTo>
                <a:lnTo>
                  <a:pt x="335280" y="1114044"/>
                </a:lnTo>
                <a:lnTo>
                  <a:pt x="335280" y="1130808"/>
                </a:lnTo>
                <a:lnTo>
                  <a:pt x="342900" y="1130808"/>
                </a:lnTo>
                <a:lnTo>
                  <a:pt x="342900" y="998220"/>
                </a:lnTo>
                <a:close/>
              </a:path>
              <a:path extrusionOk="0" h="1793875" w="349250">
                <a:moveTo>
                  <a:pt x="342900" y="650748"/>
                </a:moveTo>
                <a:lnTo>
                  <a:pt x="335280" y="650748"/>
                </a:lnTo>
                <a:lnTo>
                  <a:pt x="335280" y="661416"/>
                </a:lnTo>
                <a:lnTo>
                  <a:pt x="333756" y="669036"/>
                </a:lnTo>
                <a:lnTo>
                  <a:pt x="330708" y="675132"/>
                </a:lnTo>
                <a:lnTo>
                  <a:pt x="324612" y="684276"/>
                </a:lnTo>
                <a:lnTo>
                  <a:pt x="320040" y="685800"/>
                </a:lnTo>
                <a:lnTo>
                  <a:pt x="314896" y="687806"/>
                </a:lnTo>
                <a:lnTo>
                  <a:pt x="308610" y="689229"/>
                </a:lnTo>
                <a:lnTo>
                  <a:pt x="301180" y="690092"/>
                </a:lnTo>
                <a:lnTo>
                  <a:pt x="292608" y="690372"/>
                </a:lnTo>
                <a:lnTo>
                  <a:pt x="185928" y="690372"/>
                </a:lnTo>
                <a:lnTo>
                  <a:pt x="152400" y="664464"/>
                </a:lnTo>
                <a:lnTo>
                  <a:pt x="150876" y="661416"/>
                </a:lnTo>
                <a:lnTo>
                  <a:pt x="150876" y="655320"/>
                </a:lnTo>
                <a:lnTo>
                  <a:pt x="153924" y="650748"/>
                </a:lnTo>
                <a:lnTo>
                  <a:pt x="163068" y="635508"/>
                </a:lnTo>
                <a:lnTo>
                  <a:pt x="164592" y="629412"/>
                </a:lnTo>
                <a:lnTo>
                  <a:pt x="164592" y="618744"/>
                </a:lnTo>
                <a:lnTo>
                  <a:pt x="163068" y="612648"/>
                </a:lnTo>
                <a:lnTo>
                  <a:pt x="158496" y="609600"/>
                </a:lnTo>
                <a:lnTo>
                  <a:pt x="153924" y="605028"/>
                </a:lnTo>
                <a:lnTo>
                  <a:pt x="149352" y="601980"/>
                </a:lnTo>
                <a:lnTo>
                  <a:pt x="135636" y="601980"/>
                </a:lnTo>
                <a:lnTo>
                  <a:pt x="129540" y="605028"/>
                </a:lnTo>
                <a:lnTo>
                  <a:pt x="124968" y="611124"/>
                </a:lnTo>
                <a:lnTo>
                  <a:pt x="118872" y="617220"/>
                </a:lnTo>
                <a:lnTo>
                  <a:pt x="115824" y="624840"/>
                </a:lnTo>
                <a:lnTo>
                  <a:pt x="115824" y="633984"/>
                </a:lnTo>
                <a:lnTo>
                  <a:pt x="118973" y="648589"/>
                </a:lnTo>
                <a:lnTo>
                  <a:pt x="128397" y="662749"/>
                </a:lnTo>
                <a:lnTo>
                  <a:pt x="144119" y="676643"/>
                </a:lnTo>
                <a:lnTo>
                  <a:pt x="166116" y="690372"/>
                </a:lnTo>
                <a:lnTo>
                  <a:pt x="115824" y="690372"/>
                </a:lnTo>
                <a:lnTo>
                  <a:pt x="115824" y="701040"/>
                </a:lnTo>
                <a:lnTo>
                  <a:pt x="143256" y="765048"/>
                </a:lnTo>
                <a:lnTo>
                  <a:pt x="150876" y="763524"/>
                </a:lnTo>
                <a:lnTo>
                  <a:pt x="149352" y="757428"/>
                </a:lnTo>
                <a:lnTo>
                  <a:pt x="147828" y="752856"/>
                </a:lnTo>
                <a:lnTo>
                  <a:pt x="147828" y="743712"/>
                </a:lnTo>
                <a:lnTo>
                  <a:pt x="191338" y="730237"/>
                </a:lnTo>
                <a:lnTo>
                  <a:pt x="208788" y="729996"/>
                </a:lnTo>
                <a:lnTo>
                  <a:pt x="306324" y="729996"/>
                </a:lnTo>
                <a:lnTo>
                  <a:pt x="315468" y="731520"/>
                </a:lnTo>
                <a:lnTo>
                  <a:pt x="316992" y="731520"/>
                </a:lnTo>
                <a:lnTo>
                  <a:pt x="323088" y="733044"/>
                </a:lnTo>
                <a:lnTo>
                  <a:pt x="327660" y="736092"/>
                </a:lnTo>
                <a:lnTo>
                  <a:pt x="333756" y="745236"/>
                </a:lnTo>
                <a:lnTo>
                  <a:pt x="335280" y="754380"/>
                </a:lnTo>
                <a:lnTo>
                  <a:pt x="335280" y="765048"/>
                </a:lnTo>
                <a:lnTo>
                  <a:pt x="342900" y="765048"/>
                </a:lnTo>
                <a:lnTo>
                  <a:pt x="342900" y="650748"/>
                </a:lnTo>
                <a:close/>
              </a:path>
              <a:path extrusionOk="0" h="1793875" w="349250">
                <a:moveTo>
                  <a:pt x="342900" y="141732"/>
                </a:moveTo>
                <a:lnTo>
                  <a:pt x="335280" y="141732"/>
                </a:lnTo>
                <a:lnTo>
                  <a:pt x="335280" y="158496"/>
                </a:lnTo>
                <a:lnTo>
                  <a:pt x="332232" y="163068"/>
                </a:lnTo>
                <a:lnTo>
                  <a:pt x="330708" y="167640"/>
                </a:lnTo>
                <a:lnTo>
                  <a:pt x="326136" y="169164"/>
                </a:lnTo>
                <a:lnTo>
                  <a:pt x="323088" y="172212"/>
                </a:lnTo>
                <a:lnTo>
                  <a:pt x="317906" y="173342"/>
                </a:lnTo>
                <a:lnTo>
                  <a:pt x="311277" y="174307"/>
                </a:lnTo>
                <a:lnTo>
                  <a:pt x="302945" y="175006"/>
                </a:lnTo>
                <a:lnTo>
                  <a:pt x="292608" y="175260"/>
                </a:lnTo>
                <a:lnTo>
                  <a:pt x="199644" y="175260"/>
                </a:lnTo>
                <a:lnTo>
                  <a:pt x="185674" y="175552"/>
                </a:lnTo>
                <a:lnTo>
                  <a:pt x="145757" y="184454"/>
                </a:lnTo>
                <a:lnTo>
                  <a:pt x="118110" y="215265"/>
                </a:lnTo>
                <a:lnTo>
                  <a:pt x="115824" y="231648"/>
                </a:lnTo>
                <a:lnTo>
                  <a:pt x="118922" y="249961"/>
                </a:lnTo>
                <a:lnTo>
                  <a:pt x="128016" y="268414"/>
                </a:lnTo>
                <a:lnTo>
                  <a:pt x="142836" y="287159"/>
                </a:lnTo>
                <a:lnTo>
                  <a:pt x="163068" y="306324"/>
                </a:lnTo>
                <a:lnTo>
                  <a:pt x="115824" y="306324"/>
                </a:lnTo>
                <a:lnTo>
                  <a:pt x="115824" y="315468"/>
                </a:lnTo>
                <a:lnTo>
                  <a:pt x="143256" y="381000"/>
                </a:lnTo>
                <a:lnTo>
                  <a:pt x="150876" y="377952"/>
                </a:lnTo>
                <a:lnTo>
                  <a:pt x="147828" y="365760"/>
                </a:lnTo>
                <a:lnTo>
                  <a:pt x="147828" y="358140"/>
                </a:lnTo>
                <a:lnTo>
                  <a:pt x="211836" y="345948"/>
                </a:lnTo>
                <a:lnTo>
                  <a:pt x="292608" y="345948"/>
                </a:lnTo>
                <a:lnTo>
                  <a:pt x="332232" y="355092"/>
                </a:lnTo>
                <a:lnTo>
                  <a:pt x="335280" y="362712"/>
                </a:lnTo>
                <a:lnTo>
                  <a:pt x="335280" y="379476"/>
                </a:lnTo>
                <a:lnTo>
                  <a:pt x="342900" y="379476"/>
                </a:lnTo>
                <a:lnTo>
                  <a:pt x="342900" y="269748"/>
                </a:lnTo>
                <a:lnTo>
                  <a:pt x="335280" y="269748"/>
                </a:lnTo>
                <a:lnTo>
                  <a:pt x="335280" y="289560"/>
                </a:lnTo>
                <a:lnTo>
                  <a:pt x="332232" y="294132"/>
                </a:lnTo>
                <a:lnTo>
                  <a:pt x="292608" y="306324"/>
                </a:lnTo>
                <a:lnTo>
                  <a:pt x="176784" y="306324"/>
                </a:lnTo>
                <a:lnTo>
                  <a:pt x="162788" y="291706"/>
                </a:lnTo>
                <a:lnTo>
                  <a:pt x="152781" y="277368"/>
                </a:lnTo>
                <a:lnTo>
                  <a:pt x="146786" y="263042"/>
                </a:lnTo>
                <a:lnTo>
                  <a:pt x="144780" y="248412"/>
                </a:lnTo>
                <a:lnTo>
                  <a:pt x="145643" y="239864"/>
                </a:lnTo>
                <a:lnTo>
                  <a:pt x="176593" y="216408"/>
                </a:lnTo>
                <a:lnTo>
                  <a:pt x="202692" y="214884"/>
                </a:lnTo>
                <a:lnTo>
                  <a:pt x="316992" y="214884"/>
                </a:lnTo>
                <a:lnTo>
                  <a:pt x="323088" y="216408"/>
                </a:lnTo>
                <a:lnTo>
                  <a:pt x="327660" y="219456"/>
                </a:lnTo>
                <a:lnTo>
                  <a:pt x="333756" y="228600"/>
                </a:lnTo>
                <a:lnTo>
                  <a:pt x="335280" y="234696"/>
                </a:lnTo>
                <a:lnTo>
                  <a:pt x="335280" y="249936"/>
                </a:lnTo>
                <a:lnTo>
                  <a:pt x="342900" y="249936"/>
                </a:lnTo>
                <a:lnTo>
                  <a:pt x="342900" y="141732"/>
                </a:lnTo>
                <a:close/>
              </a:path>
              <a:path extrusionOk="0" h="1793875" w="349250">
                <a:moveTo>
                  <a:pt x="342912" y="1647444"/>
                </a:moveTo>
                <a:lnTo>
                  <a:pt x="339763" y="1602587"/>
                </a:lnTo>
                <a:lnTo>
                  <a:pt x="330339" y="1564005"/>
                </a:lnTo>
                <a:lnTo>
                  <a:pt x="326148" y="1555407"/>
                </a:lnTo>
                <a:lnTo>
                  <a:pt x="326148" y="1648968"/>
                </a:lnTo>
                <a:lnTo>
                  <a:pt x="326059" y="1652016"/>
                </a:lnTo>
                <a:lnTo>
                  <a:pt x="325831" y="1660715"/>
                </a:lnTo>
                <a:lnTo>
                  <a:pt x="325793" y="1661160"/>
                </a:lnTo>
                <a:lnTo>
                  <a:pt x="324815" y="1673161"/>
                </a:lnTo>
                <a:lnTo>
                  <a:pt x="322922" y="1686483"/>
                </a:lnTo>
                <a:lnTo>
                  <a:pt x="320052" y="1700784"/>
                </a:lnTo>
                <a:lnTo>
                  <a:pt x="39636" y="1700784"/>
                </a:lnTo>
                <a:lnTo>
                  <a:pt x="32562" y="1662861"/>
                </a:lnTo>
                <a:lnTo>
                  <a:pt x="32016" y="1652016"/>
                </a:lnTo>
                <a:lnTo>
                  <a:pt x="34556" y="1623733"/>
                </a:lnTo>
                <a:lnTo>
                  <a:pt x="54559" y="1575676"/>
                </a:lnTo>
                <a:lnTo>
                  <a:pt x="93040" y="1539773"/>
                </a:lnTo>
                <a:lnTo>
                  <a:pt x="147281" y="1520431"/>
                </a:lnTo>
                <a:lnTo>
                  <a:pt x="179844" y="1517904"/>
                </a:lnTo>
                <a:lnTo>
                  <a:pt x="212153" y="1520431"/>
                </a:lnTo>
                <a:lnTo>
                  <a:pt x="265353" y="1539773"/>
                </a:lnTo>
                <a:lnTo>
                  <a:pt x="304279" y="1575676"/>
                </a:lnTo>
                <a:lnTo>
                  <a:pt x="316725" y="1598295"/>
                </a:lnTo>
                <a:lnTo>
                  <a:pt x="323811" y="1622450"/>
                </a:lnTo>
                <a:lnTo>
                  <a:pt x="323926" y="1623733"/>
                </a:lnTo>
                <a:lnTo>
                  <a:pt x="326148" y="1648968"/>
                </a:lnTo>
                <a:lnTo>
                  <a:pt x="326148" y="1555407"/>
                </a:lnTo>
                <a:lnTo>
                  <a:pt x="302933" y="1517904"/>
                </a:lnTo>
                <a:lnTo>
                  <a:pt x="268224" y="1487424"/>
                </a:lnTo>
                <a:lnTo>
                  <a:pt x="211175" y="1465859"/>
                </a:lnTo>
                <a:lnTo>
                  <a:pt x="178320" y="1463040"/>
                </a:lnTo>
                <a:lnTo>
                  <a:pt x="153758" y="1464716"/>
                </a:lnTo>
                <a:lnTo>
                  <a:pt x="108661" y="1477187"/>
                </a:lnTo>
                <a:lnTo>
                  <a:pt x="70370" y="1499743"/>
                </a:lnTo>
                <a:lnTo>
                  <a:pt x="42316" y="1530083"/>
                </a:lnTo>
                <a:lnTo>
                  <a:pt x="24892" y="1570088"/>
                </a:lnTo>
                <a:lnTo>
                  <a:pt x="16370" y="1626616"/>
                </a:lnTo>
                <a:lnTo>
                  <a:pt x="15252" y="1793748"/>
                </a:lnTo>
                <a:lnTo>
                  <a:pt x="22872" y="1793748"/>
                </a:lnTo>
                <a:lnTo>
                  <a:pt x="22872" y="1781556"/>
                </a:lnTo>
                <a:lnTo>
                  <a:pt x="23698" y="1772983"/>
                </a:lnTo>
                <a:lnTo>
                  <a:pt x="59664" y="1747037"/>
                </a:lnTo>
                <a:lnTo>
                  <a:pt x="60083" y="1747037"/>
                </a:lnTo>
                <a:lnTo>
                  <a:pt x="73164" y="1746504"/>
                </a:lnTo>
                <a:lnTo>
                  <a:pt x="285000" y="1746504"/>
                </a:lnTo>
                <a:lnTo>
                  <a:pt x="298424" y="1747037"/>
                </a:lnTo>
                <a:lnTo>
                  <a:pt x="334429" y="1772107"/>
                </a:lnTo>
                <a:lnTo>
                  <a:pt x="334505" y="1772983"/>
                </a:lnTo>
                <a:lnTo>
                  <a:pt x="335292" y="1781556"/>
                </a:lnTo>
                <a:lnTo>
                  <a:pt x="335292" y="1793748"/>
                </a:lnTo>
                <a:lnTo>
                  <a:pt x="342912" y="1793748"/>
                </a:lnTo>
                <a:lnTo>
                  <a:pt x="342912" y="1746504"/>
                </a:lnTo>
                <a:lnTo>
                  <a:pt x="342912" y="1700784"/>
                </a:lnTo>
                <a:lnTo>
                  <a:pt x="342912" y="1647444"/>
                </a:lnTo>
                <a:close/>
              </a:path>
              <a:path extrusionOk="0" h="1793875" w="349250">
                <a:moveTo>
                  <a:pt x="345960" y="56388"/>
                </a:moveTo>
                <a:lnTo>
                  <a:pt x="327190" y="16941"/>
                </a:lnTo>
                <a:lnTo>
                  <a:pt x="297192" y="0"/>
                </a:lnTo>
                <a:lnTo>
                  <a:pt x="297192" y="10668"/>
                </a:lnTo>
                <a:lnTo>
                  <a:pt x="304812" y="13716"/>
                </a:lnTo>
                <a:lnTo>
                  <a:pt x="309384" y="16764"/>
                </a:lnTo>
                <a:lnTo>
                  <a:pt x="312432" y="22860"/>
                </a:lnTo>
                <a:lnTo>
                  <a:pt x="315480" y="27432"/>
                </a:lnTo>
                <a:lnTo>
                  <a:pt x="317004" y="32004"/>
                </a:lnTo>
                <a:lnTo>
                  <a:pt x="317004" y="44196"/>
                </a:lnTo>
                <a:lnTo>
                  <a:pt x="315480" y="50292"/>
                </a:lnTo>
                <a:lnTo>
                  <a:pt x="280428" y="60960"/>
                </a:lnTo>
                <a:lnTo>
                  <a:pt x="137172" y="60960"/>
                </a:lnTo>
                <a:lnTo>
                  <a:pt x="137172" y="9144"/>
                </a:lnTo>
                <a:lnTo>
                  <a:pt x="121932" y="9144"/>
                </a:lnTo>
                <a:lnTo>
                  <a:pt x="121932" y="60960"/>
                </a:lnTo>
                <a:lnTo>
                  <a:pt x="48780" y="60960"/>
                </a:lnTo>
                <a:lnTo>
                  <a:pt x="48780" y="67056"/>
                </a:lnTo>
                <a:lnTo>
                  <a:pt x="83832" y="82296"/>
                </a:lnTo>
                <a:lnTo>
                  <a:pt x="118859" y="115062"/>
                </a:lnTo>
                <a:lnTo>
                  <a:pt x="131076" y="135636"/>
                </a:lnTo>
                <a:lnTo>
                  <a:pt x="137172" y="135636"/>
                </a:lnTo>
                <a:lnTo>
                  <a:pt x="137172" y="100584"/>
                </a:lnTo>
                <a:lnTo>
                  <a:pt x="286524" y="100584"/>
                </a:lnTo>
                <a:lnTo>
                  <a:pt x="298234" y="100279"/>
                </a:lnTo>
                <a:lnTo>
                  <a:pt x="308241" y="99250"/>
                </a:lnTo>
                <a:lnTo>
                  <a:pt x="316522" y="97370"/>
                </a:lnTo>
                <a:lnTo>
                  <a:pt x="323100" y="94488"/>
                </a:lnTo>
                <a:lnTo>
                  <a:pt x="330720" y="91440"/>
                </a:lnTo>
                <a:lnTo>
                  <a:pt x="336816" y="86868"/>
                </a:lnTo>
                <a:lnTo>
                  <a:pt x="339864" y="79248"/>
                </a:lnTo>
                <a:lnTo>
                  <a:pt x="344436" y="71628"/>
                </a:lnTo>
                <a:lnTo>
                  <a:pt x="345960" y="64008"/>
                </a:lnTo>
                <a:lnTo>
                  <a:pt x="345960" y="56388"/>
                </a:lnTo>
                <a:close/>
              </a:path>
              <a:path extrusionOk="0" h="1793875" w="349250">
                <a:moveTo>
                  <a:pt x="348996" y="873252"/>
                </a:moveTo>
                <a:lnTo>
                  <a:pt x="334860" y="825461"/>
                </a:lnTo>
                <a:lnTo>
                  <a:pt x="294513" y="793242"/>
                </a:lnTo>
                <a:lnTo>
                  <a:pt x="263652" y="783336"/>
                </a:lnTo>
                <a:lnTo>
                  <a:pt x="257556" y="789432"/>
                </a:lnTo>
                <a:lnTo>
                  <a:pt x="271272" y="795439"/>
                </a:lnTo>
                <a:lnTo>
                  <a:pt x="282702" y="802005"/>
                </a:lnTo>
                <a:lnTo>
                  <a:pt x="291846" y="809155"/>
                </a:lnTo>
                <a:lnTo>
                  <a:pt x="298704" y="816864"/>
                </a:lnTo>
                <a:lnTo>
                  <a:pt x="303593" y="825182"/>
                </a:lnTo>
                <a:lnTo>
                  <a:pt x="303695" y="825461"/>
                </a:lnTo>
                <a:lnTo>
                  <a:pt x="306870" y="834136"/>
                </a:lnTo>
                <a:lnTo>
                  <a:pt x="308787" y="844092"/>
                </a:lnTo>
                <a:lnTo>
                  <a:pt x="308902" y="846201"/>
                </a:lnTo>
                <a:lnTo>
                  <a:pt x="309372" y="854964"/>
                </a:lnTo>
                <a:lnTo>
                  <a:pt x="309283" y="855802"/>
                </a:lnTo>
                <a:lnTo>
                  <a:pt x="309206" y="856488"/>
                </a:lnTo>
                <a:lnTo>
                  <a:pt x="307657" y="870635"/>
                </a:lnTo>
                <a:lnTo>
                  <a:pt x="281940" y="911352"/>
                </a:lnTo>
                <a:lnTo>
                  <a:pt x="229222" y="934288"/>
                </a:lnTo>
                <a:lnTo>
                  <a:pt x="205740" y="935736"/>
                </a:lnTo>
                <a:lnTo>
                  <a:pt x="205740" y="833628"/>
                </a:lnTo>
                <a:lnTo>
                  <a:pt x="205740" y="783336"/>
                </a:lnTo>
                <a:lnTo>
                  <a:pt x="190500" y="784491"/>
                </a:lnTo>
                <a:lnTo>
                  <a:pt x="190500" y="833628"/>
                </a:lnTo>
                <a:lnTo>
                  <a:pt x="190500" y="935736"/>
                </a:lnTo>
                <a:lnTo>
                  <a:pt x="147828" y="917448"/>
                </a:lnTo>
                <a:lnTo>
                  <a:pt x="131064" y="880872"/>
                </a:lnTo>
                <a:lnTo>
                  <a:pt x="131635" y="874928"/>
                </a:lnTo>
                <a:lnTo>
                  <a:pt x="155003" y="841921"/>
                </a:lnTo>
                <a:lnTo>
                  <a:pt x="190500" y="833628"/>
                </a:lnTo>
                <a:lnTo>
                  <a:pt x="190500" y="784491"/>
                </a:lnTo>
                <a:lnTo>
                  <a:pt x="153670" y="796848"/>
                </a:lnTo>
                <a:lnTo>
                  <a:pt x="122301" y="834771"/>
                </a:lnTo>
                <a:lnTo>
                  <a:pt x="115824" y="868680"/>
                </a:lnTo>
                <a:lnTo>
                  <a:pt x="117830" y="889546"/>
                </a:lnTo>
                <a:lnTo>
                  <a:pt x="133832" y="926122"/>
                </a:lnTo>
                <a:lnTo>
                  <a:pt x="165290" y="954722"/>
                </a:lnTo>
                <a:lnTo>
                  <a:pt x="209346" y="969060"/>
                </a:lnTo>
                <a:lnTo>
                  <a:pt x="236220" y="970788"/>
                </a:lnTo>
                <a:lnTo>
                  <a:pt x="261086" y="969060"/>
                </a:lnTo>
                <a:lnTo>
                  <a:pt x="302234" y="954722"/>
                </a:lnTo>
                <a:lnTo>
                  <a:pt x="332282" y="927265"/>
                </a:lnTo>
                <a:lnTo>
                  <a:pt x="347243" y="892975"/>
                </a:lnTo>
                <a:lnTo>
                  <a:pt x="348996" y="873252"/>
                </a:lnTo>
                <a:close/>
              </a:path>
              <a:path extrusionOk="0" h="1793875" w="349250">
                <a:moveTo>
                  <a:pt x="348996" y="489204"/>
                </a:moveTo>
                <a:lnTo>
                  <a:pt x="334860" y="440778"/>
                </a:lnTo>
                <a:lnTo>
                  <a:pt x="294513" y="408432"/>
                </a:lnTo>
                <a:lnTo>
                  <a:pt x="263652" y="397764"/>
                </a:lnTo>
                <a:lnTo>
                  <a:pt x="257556" y="403860"/>
                </a:lnTo>
                <a:lnTo>
                  <a:pt x="271272" y="409867"/>
                </a:lnTo>
                <a:lnTo>
                  <a:pt x="282702" y="416433"/>
                </a:lnTo>
                <a:lnTo>
                  <a:pt x="306895" y="448627"/>
                </a:lnTo>
                <a:lnTo>
                  <a:pt x="309372" y="469392"/>
                </a:lnTo>
                <a:lnTo>
                  <a:pt x="307657" y="485089"/>
                </a:lnTo>
                <a:lnTo>
                  <a:pt x="281940" y="527304"/>
                </a:lnTo>
                <a:lnTo>
                  <a:pt x="229222" y="548741"/>
                </a:lnTo>
                <a:lnTo>
                  <a:pt x="205740" y="550164"/>
                </a:lnTo>
                <a:lnTo>
                  <a:pt x="205740" y="448056"/>
                </a:lnTo>
                <a:lnTo>
                  <a:pt x="205740" y="397764"/>
                </a:lnTo>
                <a:lnTo>
                  <a:pt x="190500" y="399084"/>
                </a:lnTo>
                <a:lnTo>
                  <a:pt x="190500" y="448056"/>
                </a:lnTo>
                <a:lnTo>
                  <a:pt x="190500" y="550164"/>
                </a:lnTo>
                <a:lnTo>
                  <a:pt x="147828" y="531876"/>
                </a:lnTo>
                <a:lnTo>
                  <a:pt x="131064" y="496824"/>
                </a:lnTo>
                <a:lnTo>
                  <a:pt x="131635" y="490207"/>
                </a:lnTo>
                <a:lnTo>
                  <a:pt x="155003" y="456996"/>
                </a:lnTo>
                <a:lnTo>
                  <a:pt x="161544" y="454152"/>
                </a:lnTo>
                <a:lnTo>
                  <a:pt x="166077" y="452132"/>
                </a:lnTo>
                <a:lnTo>
                  <a:pt x="172593" y="450532"/>
                </a:lnTo>
                <a:lnTo>
                  <a:pt x="181038" y="449199"/>
                </a:lnTo>
                <a:lnTo>
                  <a:pt x="190500" y="448056"/>
                </a:lnTo>
                <a:lnTo>
                  <a:pt x="190500" y="399084"/>
                </a:lnTo>
                <a:lnTo>
                  <a:pt x="153670" y="411911"/>
                </a:lnTo>
                <a:lnTo>
                  <a:pt x="122301" y="449199"/>
                </a:lnTo>
                <a:lnTo>
                  <a:pt x="115824" y="483108"/>
                </a:lnTo>
                <a:lnTo>
                  <a:pt x="115900" y="483870"/>
                </a:lnTo>
                <a:lnTo>
                  <a:pt x="116014" y="485089"/>
                </a:lnTo>
                <a:lnTo>
                  <a:pt x="123825" y="523113"/>
                </a:lnTo>
                <a:lnTo>
                  <a:pt x="147828" y="556260"/>
                </a:lnTo>
                <a:lnTo>
                  <a:pt x="185737" y="578167"/>
                </a:lnTo>
                <a:lnTo>
                  <a:pt x="236220" y="585216"/>
                </a:lnTo>
                <a:lnTo>
                  <a:pt x="261429" y="583488"/>
                </a:lnTo>
                <a:lnTo>
                  <a:pt x="261188" y="583488"/>
                </a:lnTo>
                <a:lnTo>
                  <a:pt x="283083" y="578358"/>
                </a:lnTo>
                <a:lnTo>
                  <a:pt x="318516" y="557784"/>
                </a:lnTo>
                <a:lnTo>
                  <a:pt x="341757" y="525780"/>
                </a:lnTo>
                <a:lnTo>
                  <a:pt x="347243" y="508063"/>
                </a:lnTo>
                <a:lnTo>
                  <a:pt x="348996" y="48920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20" name="Google Shape;2920;p49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31035" y="5052060"/>
            <a:ext cx="348996" cy="195833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21" name="Google Shape;2921;p49"/>
          <p:cNvGrpSpPr/>
          <p:nvPr/>
        </p:nvGrpSpPr>
        <p:grpSpPr>
          <a:xfrm>
            <a:off x="1431036" y="4447032"/>
            <a:ext cx="348995" cy="446531"/>
            <a:chOff x="1431036" y="4447032"/>
            <a:chExt cx="348995" cy="446531"/>
          </a:xfrm>
        </p:grpSpPr>
        <p:pic>
          <p:nvPicPr>
            <p:cNvPr id="2922" name="Google Shape;2922;p49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60" y="4680204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23" name="Google Shape;2923;p49"/>
            <p:cNvSpPr/>
            <p:nvPr/>
          </p:nvSpPr>
          <p:spPr>
            <a:xfrm>
              <a:off x="1431036" y="4447032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5"/>
                  </a:moveTo>
                  <a:lnTo>
                    <a:pt x="335279" y="196595"/>
                  </a:lnTo>
                  <a:lnTo>
                    <a:pt x="335279" y="179831"/>
                  </a:lnTo>
                  <a:lnTo>
                    <a:pt x="333755" y="173735"/>
                  </a:lnTo>
                  <a:lnTo>
                    <a:pt x="330708" y="169163"/>
                  </a:lnTo>
                  <a:lnTo>
                    <a:pt x="327659" y="163067"/>
                  </a:lnTo>
                  <a:lnTo>
                    <a:pt x="323088" y="160019"/>
                  </a:lnTo>
                  <a:lnTo>
                    <a:pt x="283463" y="153923"/>
                  </a:lnTo>
                  <a:lnTo>
                    <a:pt x="137159" y="153923"/>
                  </a:lnTo>
                  <a:lnTo>
                    <a:pt x="137159" y="196595"/>
                  </a:lnTo>
                  <a:lnTo>
                    <a:pt x="121919" y="196595"/>
                  </a:lnTo>
                  <a:lnTo>
                    <a:pt x="121919" y="153923"/>
                  </a:lnTo>
                  <a:lnTo>
                    <a:pt x="108203" y="153923"/>
                  </a:lnTo>
                  <a:lnTo>
                    <a:pt x="91892" y="153328"/>
                  </a:lnTo>
                  <a:lnTo>
                    <a:pt x="51815" y="143255"/>
                  </a:lnTo>
                  <a:lnTo>
                    <a:pt x="15239" y="111251"/>
                  </a:lnTo>
                  <a:lnTo>
                    <a:pt x="1095" y="75033"/>
                  </a:lnTo>
                  <a:lnTo>
                    <a:pt x="0" y="60959"/>
                  </a:lnTo>
                  <a:lnTo>
                    <a:pt x="1119" y="48672"/>
                  </a:lnTo>
                  <a:lnTo>
                    <a:pt x="22502" y="9001"/>
                  </a:lnTo>
                  <a:lnTo>
                    <a:pt x="41147" y="0"/>
                  </a:lnTo>
                  <a:lnTo>
                    <a:pt x="45719" y="0"/>
                  </a:lnTo>
                  <a:lnTo>
                    <a:pt x="50291" y="3047"/>
                  </a:lnTo>
                  <a:lnTo>
                    <a:pt x="53339" y="7619"/>
                  </a:lnTo>
                  <a:lnTo>
                    <a:pt x="57911" y="10667"/>
                  </a:lnTo>
                  <a:lnTo>
                    <a:pt x="59435" y="15239"/>
                  </a:lnTo>
                  <a:lnTo>
                    <a:pt x="59435" y="28955"/>
                  </a:lnTo>
                  <a:lnTo>
                    <a:pt x="56387" y="32003"/>
                  </a:lnTo>
                  <a:lnTo>
                    <a:pt x="53339" y="36575"/>
                  </a:lnTo>
                  <a:lnTo>
                    <a:pt x="47243" y="41147"/>
                  </a:lnTo>
                  <a:lnTo>
                    <a:pt x="28955" y="53339"/>
                  </a:lnTo>
                  <a:lnTo>
                    <a:pt x="24383" y="59435"/>
                  </a:lnTo>
                  <a:lnTo>
                    <a:pt x="19811" y="64007"/>
                  </a:lnTo>
                  <a:lnTo>
                    <a:pt x="16763" y="70103"/>
                  </a:lnTo>
                  <a:lnTo>
                    <a:pt x="15239" y="74675"/>
                  </a:lnTo>
                  <a:lnTo>
                    <a:pt x="15239" y="88391"/>
                  </a:lnTo>
                  <a:lnTo>
                    <a:pt x="21335" y="100583"/>
                  </a:lnTo>
                  <a:lnTo>
                    <a:pt x="25907" y="105155"/>
                  </a:lnTo>
                  <a:lnTo>
                    <a:pt x="32003" y="109727"/>
                  </a:lnTo>
                  <a:lnTo>
                    <a:pt x="41147" y="111251"/>
                  </a:lnTo>
                  <a:lnTo>
                    <a:pt x="49672" y="113014"/>
                  </a:lnTo>
                  <a:lnTo>
                    <a:pt x="63626" y="113918"/>
                  </a:lnTo>
                  <a:lnTo>
                    <a:pt x="82724" y="114252"/>
                  </a:lnTo>
                  <a:lnTo>
                    <a:pt x="121919" y="114299"/>
                  </a:lnTo>
                  <a:lnTo>
                    <a:pt x="121919" y="56387"/>
                  </a:lnTo>
                  <a:lnTo>
                    <a:pt x="137159" y="56387"/>
                  </a:lnTo>
                  <a:lnTo>
                    <a:pt x="137159" y="114299"/>
                  </a:lnTo>
                  <a:lnTo>
                    <a:pt x="283463" y="114299"/>
                  </a:lnTo>
                  <a:lnTo>
                    <a:pt x="324611" y="108203"/>
                  </a:lnTo>
                  <a:lnTo>
                    <a:pt x="335279" y="83819"/>
                  </a:lnTo>
                  <a:lnTo>
                    <a:pt x="335279" y="64007"/>
                  </a:lnTo>
                  <a:lnTo>
                    <a:pt x="342900" y="64007"/>
                  </a:lnTo>
                  <a:lnTo>
                    <a:pt x="342900" y="19659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924" name="Google Shape;2924;p49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546859" y="3912108"/>
            <a:ext cx="232613" cy="449580"/>
          </a:xfrm>
          <a:prstGeom prst="rect">
            <a:avLst/>
          </a:prstGeom>
          <a:noFill/>
          <a:ln>
            <a:noFill/>
          </a:ln>
        </p:spPr>
      </p:pic>
      <p:sp>
        <p:nvSpPr>
          <p:cNvPr id="2925" name="Google Shape;2925;p49"/>
          <p:cNvSpPr/>
          <p:nvPr/>
        </p:nvSpPr>
        <p:spPr>
          <a:xfrm>
            <a:off x="1438643" y="3310128"/>
            <a:ext cx="342900" cy="463550"/>
          </a:xfrm>
          <a:custGeom>
            <a:rect b="b" l="l" r="r" t="t"/>
            <a:pathLst>
              <a:path extrusionOk="0" h="463550" w="342900">
                <a:moveTo>
                  <a:pt x="335292" y="323088"/>
                </a:moveTo>
                <a:lnTo>
                  <a:pt x="327672" y="323088"/>
                </a:lnTo>
                <a:lnTo>
                  <a:pt x="327672" y="335280"/>
                </a:lnTo>
                <a:lnTo>
                  <a:pt x="327672" y="342900"/>
                </a:lnTo>
                <a:lnTo>
                  <a:pt x="299478" y="369379"/>
                </a:lnTo>
                <a:lnTo>
                  <a:pt x="277380" y="370332"/>
                </a:lnTo>
                <a:lnTo>
                  <a:pt x="65544" y="370332"/>
                </a:lnTo>
                <a:lnTo>
                  <a:pt x="27444" y="364236"/>
                </a:lnTo>
                <a:lnTo>
                  <a:pt x="15252" y="335280"/>
                </a:lnTo>
                <a:lnTo>
                  <a:pt x="15252" y="323088"/>
                </a:lnTo>
                <a:lnTo>
                  <a:pt x="7632" y="323088"/>
                </a:lnTo>
                <a:lnTo>
                  <a:pt x="7632" y="463296"/>
                </a:lnTo>
                <a:lnTo>
                  <a:pt x="15252" y="463296"/>
                </a:lnTo>
                <a:lnTo>
                  <a:pt x="15252" y="443484"/>
                </a:lnTo>
                <a:lnTo>
                  <a:pt x="21348" y="428244"/>
                </a:lnTo>
                <a:lnTo>
                  <a:pt x="65544" y="416052"/>
                </a:lnTo>
                <a:lnTo>
                  <a:pt x="277380" y="416052"/>
                </a:lnTo>
                <a:lnTo>
                  <a:pt x="315480" y="422148"/>
                </a:lnTo>
                <a:lnTo>
                  <a:pt x="327672" y="451104"/>
                </a:lnTo>
                <a:lnTo>
                  <a:pt x="327672" y="463296"/>
                </a:lnTo>
                <a:lnTo>
                  <a:pt x="335292" y="463296"/>
                </a:lnTo>
                <a:lnTo>
                  <a:pt x="335292" y="323088"/>
                </a:lnTo>
                <a:close/>
              </a:path>
              <a:path extrusionOk="0" h="463550" w="342900">
                <a:moveTo>
                  <a:pt x="342900" y="135636"/>
                </a:moveTo>
                <a:lnTo>
                  <a:pt x="338137" y="93345"/>
                </a:lnTo>
                <a:lnTo>
                  <a:pt x="323088" y="57912"/>
                </a:lnTo>
                <a:lnTo>
                  <a:pt x="296608" y="26670"/>
                </a:lnTo>
                <a:lnTo>
                  <a:pt x="257556" y="0"/>
                </a:lnTo>
                <a:lnTo>
                  <a:pt x="254508" y="7620"/>
                </a:lnTo>
                <a:lnTo>
                  <a:pt x="273367" y="21958"/>
                </a:lnTo>
                <a:lnTo>
                  <a:pt x="288798" y="35433"/>
                </a:lnTo>
                <a:lnTo>
                  <a:pt x="314502" y="73850"/>
                </a:lnTo>
                <a:lnTo>
                  <a:pt x="321564" y="117348"/>
                </a:lnTo>
                <a:lnTo>
                  <a:pt x="320662" y="135089"/>
                </a:lnTo>
                <a:lnTo>
                  <a:pt x="304800" y="182880"/>
                </a:lnTo>
                <a:lnTo>
                  <a:pt x="269659" y="216966"/>
                </a:lnTo>
                <a:lnTo>
                  <a:pt x="219075" y="235839"/>
                </a:lnTo>
                <a:lnTo>
                  <a:pt x="176784" y="239268"/>
                </a:lnTo>
                <a:lnTo>
                  <a:pt x="151384" y="238391"/>
                </a:lnTo>
                <a:lnTo>
                  <a:pt x="106286" y="230911"/>
                </a:lnTo>
                <a:lnTo>
                  <a:pt x="69964" y="216319"/>
                </a:lnTo>
                <a:lnTo>
                  <a:pt x="33528" y="182880"/>
                </a:lnTo>
                <a:lnTo>
                  <a:pt x="17894" y="140665"/>
                </a:lnTo>
                <a:lnTo>
                  <a:pt x="16764" y="124968"/>
                </a:lnTo>
                <a:lnTo>
                  <a:pt x="18199" y="106375"/>
                </a:lnTo>
                <a:lnTo>
                  <a:pt x="39624" y="59436"/>
                </a:lnTo>
                <a:lnTo>
                  <a:pt x="69342" y="34671"/>
                </a:lnTo>
                <a:lnTo>
                  <a:pt x="112776" y="16764"/>
                </a:lnTo>
                <a:lnTo>
                  <a:pt x="112776" y="9144"/>
                </a:lnTo>
                <a:lnTo>
                  <a:pt x="0" y="16764"/>
                </a:lnTo>
                <a:lnTo>
                  <a:pt x="0" y="24384"/>
                </a:lnTo>
                <a:lnTo>
                  <a:pt x="9144" y="25908"/>
                </a:lnTo>
                <a:lnTo>
                  <a:pt x="15240" y="28956"/>
                </a:lnTo>
                <a:lnTo>
                  <a:pt x="18288" y="33528"/>
                </a:lnTo>
                <a:lnTo>
                  <a:pt x="21336" y="36576"/>
                </a:lnTo>
                <a:lnTo>
                  <a:pt x="22860" y="39624"/>
                </a:lnTo>
                <a:lnTo>
                  <a:pt x="22860" y="47244"/>
                </a:lnTo>
                <a:lnTo>
                  <a:pt x="21336" y="51816"/>
                </a:lnTo>
                <a:lnTo>
                  <a:pt x="18288" y="59436"/>
                </a:lnTo>
                <a:lnTo>
                  <a:pt x="10287" y="76581"/>
                </a:lnTo>
                <a:lnTo>
                  <a:pt x="4572" y="93726"/>
                </a:lnTo>
                <a:lnTo>
                  <a:pt x="1143" y="110871"/>
                </a:lnTo>
                <a:lnTo>
                  <a:pt x="0" y="128016"/>
                </a:lnTo>
                <a:lnTo>
                  <a:pt x="1435" y="150329"/>
                </a:lnTo>
                <a:lnTo>
                  <a:pt x="12865" y="192100"/>
                </a:lnTo>
                <a:lnTo>
                  <a:pt x="35433" y="230149"/>
                </a:lnTo>
                <a:lnTo>
                  <a:pt x="67437" y="260489"/>
                </a:lnTo>
                <a:lnTo>
                  <a:pt x="108000" y="281927"/>
                </a:lnTo>
                <a:lnTo>
                  <a:pt x="153098" y="292735"/>
                </a:lnTo>
                <a:lnTo>
                  <a:pt x="176784" y="294132"/>
                </a:lnTo>
                <a:lnTo>
                  <a:pt x="206527" y="292112"/>
                </a:lnTo>
                <a:lnTo>
                  <a:pt x="259727" y="275488"/>
                </a:lnTo>
                <a:lnTo>
                  <a:pt x="309473" y="236372"/>
                </a:lnTo>
                <a:lnTo>
                  <a:pt x="339191" y="173596"/>
                </a:lnTo>
                <a:lnTo>
                  <a:pt x="342900" y="135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26" name="Google Shape;2926;p49"/>
          <p:cNvGrpSpPr/>
          <p:nvPr/>
        </p:nvGrpSpPr>
        <p:grpSpPr>
          <a:xfrm>
            <a:off x="1546859" y="2753867"/>
            <a:ext cx="233171" cy="397763"/>
            <a:chOff x="1546859" y="2753867"/>
            <a:chExt cx="233171" cy="397763"/>
          </a:xfrm>
        </p:grpSpPr>
        <p:pic>
          <p:nvPicPr>
            <p:cNvPr id="2927" name="Google Shape;2927;p4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2938271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28" name="Google Shape;2928;p4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59" y="2753867"/>
              <a:ext cx="227075" cy="16306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929" name="Google Shape;2929;p49"/>
          <p:cNvGrpSpPr/>
          <p:nvPr/>
        </p:nvGrpSpPr>
        <p:grpSpPr>
          <a:xfrm>
            <a:off x="1431023" y="1796796"/>
            <a:ext cx="448309" cy="821436"/>
            <a:chOff x="1431023" y="1796796"/>
            <a:chExt cx="448309" cy="821436"/>
          </a:xfrm>
        </p:grpSpPr>
        <p:pic>
          <p:nvPicPr>
            <p:cNvPr id="2930" name="Google Shape;2930;p4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6859" y="2430780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31" name="Google Shape;2931;p49"/>
            <p:cNvSpPr/>
            <p:nvPr/>
          </p:nvSpPr>
          <p:spPr>
            <a:xfrm>
              <a:off x="1431023" y="1796796"/>
              <a:ext cx="448309" cy="611505"/>
            </a:xfrm>
            <a:custGeom>
              <a:rect b="b" l="l" r="r" t="t"/>
              <a:pathLst>
                <a:path extrusionOk="0" h="611505" w="448310">
                  <a:moveTo>
                    <a:pt x="48768" y="291084"/>
                  </a:moveTo>
                  <a:lnTo>
                    <a:pt x="47244" y="284988"/>
                  </a:lnTo>
                  <a:lnTo>
                    <a:pt x="38100" y="275844"/>
                  </a:lnTo>
                  <a:lnTo>
                    <a:pt x="32004" y="272796"/>
                  </a:lnTo>
                  <a:lnTo>
                    <a:pt x="18288" y="272796"/>
                  </a:lnTo>
                  <a:lnTo>
                    <a:pt x="12192" y="275844"/>
                  </a:lnTo>
                  <a:lnTo>
                    <a:pt x="3048" y="284988"/>
                  </a:lnTo>
                  <a:lnTo>
                    <a:pt x="0" y="291084"/>
                  </a:lnTo>
                  <a:lnTo>
                    <a:pt x="0" y="304800"/>
                  </a:lnTo>
                  <a:lnTo>
                    <a:pt x="3048" y="310896"/>
                  </a:lnTo>
                  <a:lnTo>
                    <a:pt x="12192" y="320040"/>
                  </a:lnTo>
                  <a:lnTo>
                    <a:pt x="18288" y="321564"/>
                  </a:lnTo>
                  <a:lnTo>
                    <a:pt x="32004" y="321564"/>
                  </a:lnTo>
                  <a:lnTo>
                    <a:pt x="38100" y="320040"/>
                  </a:lnTo>
                  <a:lnTo>
                    <a:pt x="47244" y="310896"/>
                  </a:lnTo>
                  <a:lnTo>
                    <a:pt x="48768" y="304800"/>
                  </a:lnTo>
                  <a:lnTo>
                    <a:pt x="48768" y="291084"/>
                  </a:lnTo>
                  <a:close/>
                </a:path>
                <a:path extrusionOk="0" h="611505" w="448310">
                  <a:moveTo>
                    <a:pt x="342900" y="243840"/>
                  </a:moveTo>
                  <a:lnTo>
                    <a:pt x="335280" y="243840"/>
                  </a:lnTo>
                  <a:lnTo>
                    <a:pt x="335280" y="262128"/>
                  </a:lnTo>
                  <a:lnTo>
                    <a:pt x="332232" y="266700"/>
                  </a:lnTo>
                  <a:lnTo>
                    <a:pt x="330708" y="269748"/>
                  </a:lnTo>
                  <a:lnTo>
                    <a:pt x="326136" y="272796"/>
                  </a:lnTo>
                  <a:lnTo>
                    <a:pt x="321564" y="274320"/>
                  </a:lnTo>
                  <a:lnTo>
                    <a:pt x="317258" y="276085"/>
                  </a:lnTo>
                  <a:lnTo>
                    <a:pt x="311086" y="276987"/>
                  </a:lnTo>
                  <a:lnTo>
                    <a:pt x="302920" y="277329"/>
                  </a:lnTo>
                  <a:lnTo>
                    <a:pt x="115824" y="277329"/>
                  </a:lnTo>
                  <a:lnTo>
                    <a:pt x="115824" y="288036"/>
                  </a:lnTo>
                  <a:lnTo>
                    <a:pt x="143256" y="352044"/>
                  </a:lnTo>
                  <a:lnTo>
                    <a:pt x="150876" y="348996"/>
                  </a:lnTo>
                  <a:lnTo>
                    <a:pt x="149352" y="342900"/>
                  </a:lnTo>
                  <a:lnTo>
                    <a:pt x="147828" y="338328"/>
                  </a:lnTo>
                  <a:lnTo>
                    <a:pt x="147828" y="330708"/>
                  </a:lnTo>
                  <a:lnTo>
                    <a:pt x="150876" y="324612"/>
                  </a:lnTo>
                  <a:lnTo>
                    <a:pt x="152400" y="323088"/>
                  </a:lnTo>
                  <a:lnTo>
                    <a:pt x="156972" y="320040"/>
                  </a:lnTo>
                  <a:lnTo>
                    <a:pt x="161544" y="320040"/>
                  </a:lnTo>
                  <a:lnTo>
                    <a:pt x="168719" y="318922"/>
                  </a:lnTo>
                  <a:lnTo>
                    <a:pt x="178879" y="317944"/>
                  </a:lnTo>
                  <a:lnTo>
                    <a:pt x="192201" y="317258"/>
                  </a:lnTo>
                  <a:lnTo>
                    <a:pt x="208788" y="316992"/>
                  </a:lnTo>
                  <a:lnTo>
                    <a:pt x="292608" y="316992"/>
                  </a:lnTo>
                  <a:lnTo>
                    <a:pt x="302069" y="317258"/>
                  </a:lnTo>
                  <a:lnTo>
                    <a:pt x="302704" y="317258"/>
                  </a:lnTo>
                  <a:lnTo>
                    <a:pt x="311086" y="318135"/>
                  </a:lnTo>
                  <a:lnTo>
                    <a:pt x="317258" y="319570"/>
                  </a:lnTo>
                  <a:lnTo>
                    <a:pt x="321564" y="321564"/>
                  </a:lnTo>
                  <a:lnTo>
                    <a:pt x="327660" y="323088"/>
                  </a:lnTo>
                  <a:lnTo>
                    <a:pt x="330708" y="326136"/>
                  </a:lnTo>
                  <a:lnTo>
                    <a:pt x="332232" y="329184"/>
                  </a:lnTo>
                  <a:lnTo>
                    <a:pt x="335280" y="333756"/>
                  </a:lnTo>
                  <a:lnTo>
                    <a:pt x="335280" y="350520"/>
                  </a:lnTo>
                  <a:lnTo>
                    <a:pt x="342900" y="350520"/>
                  </a:lnTo>
                  <a:lnTo>
                    <a:pt x="342900" y="316992"/>
                  </a:lnTo>
                  <a:lnTo>
                    <a:pt x="342900" y="243840"/>
                  </a:lnTo>
                  <a:close/>
                </a:path>
                <a:path extrusionOk="0" h="611505" w="448310">
                  <a:moveTo>
                    <a:pt x="342912" y="371856"/>
                  </a:moveTo>
                  <a:lnTo>
                    <a:pt x="335292" y="371856"/>
                  </a:lnTo>
                  <a:lnTo>
                    <a:pt x="335292" y="390144"/>
                  </a:lnTo>
                  <a:lnTo>
                    <a:pt x="332244" y="394716"/>
                  </a:lnTo>
                  <a:lnTo>
                    <a:pt x="214896" y="405384"/>
                  </a:lnTo>
                  <a:lnTo>
                    <a:pt x="196011" y="405676"/>
                  </a:lnTo>
                  <a:lnTo>
                    <a:pt x="148793" y="413943"/>
                  </a:lnTo>
                  <a:lnTo>
                    <a:pt x="118884" y="445579"/>
                  </a:lnTo>
                  <a:lnTo>
                    <a:pt x="115836" y="463296"/>
                  </a:lnTo>
                  <a:lnTo>
                    <a:pt x="116408" y="471284"/>
                  </a:lnTo>
                  <a:lnTo>
                    <a:pt x="138125" y="512826"/>
                  </a:lnTo>
                  <a:lnTo>
                    <a:pt x="161556" y="536448"/>
                  </a:lnTo>
                  <a:lnTo>
                    <a:pt x="12" y="536448"/>
                  </a:lnTo>
                  <a:lnTo>
                    <a:pt x="12" y="547116"/>
                  </a:lnTo>
                  <a:lnTo>
                    <a:pt x="27444" y="611124"/>
                  </a:lnTo>
                  <a:lnTo>
                    <a:pt x="35064" y="608076"/>
                  </a:lnTo>
                  <a:lnTo>
                    <a:pt x="32016" y="595884"/>
                  </a:lnTo>
                  <a:lnTo>
                    <a:pt x="32016" y="589788"/>
                  </a:lnTo>
                  <a:lnTo>
                    <a:pt x="33540" y="585216"/>
                  </a:lnTo>
                  <a:lnTo>
                    <a:pt x="35064" y="583692"/>
                  </a:lnTo>
                  <a:lnTo>
                    <a:pt x="36588" y="580644"/>
                  </a:lnTo>
                  <a:lnTo>
                    <a:pt x="41160" y="579120"/>
                  </a:lnTo>
                  <a:lnTo>
                    <a:pt x="47256" y="577596"/>
                  </a:lnTo>
                  <a:lnTo>
                    <a:pt x="76403" y="576313"/>
                  </a:lnTo>
                  <a:lnTo>
                    <a:pt x="92976" y="576072"/>
                  </a:lnTo>
                  <a:lnTo>
                    <a:pt x="292620" y="576072"/>
                  </a:lnTo>
                  <a:lnTo>
                    <a:pt x="333768" y="592836"/>
                  </a:lnTo>
                  <a:lnTo>
                    <a:pt x="335292" y="600456"/>
                  </a:lnTo>
                  <a:lnTo>
                    <a:pt x="335292" y="609600"/>
                  </a:lnTo>
                  <a:lnTo>
                    <a:pt x="342912" y="609600"/>
                  </a:lnTo>
                  <a:lnTo>
                    <a:pt x="342912" y="501396"/>
                  </a:lnTo>
                  <a:lnTo>
                    <a:pt x="335292" y="501396"/>
                  </a:lnTo>
                  <a:lnTo>
                    <a:pt x="335292" y="521208"/>
                  </a:lnTo>
                  <a:lnTo>
                    <a:pt x="329196" y="530352"/>
                  </a:lnTo>
                  <a:lnTo>
                    <a:pt x="292620" y="536448"/>
                  </a:lnTo>
                  <a:lnTo>
                    <a:pt x="176796" y="536448"/>
                  </a:lnTo>
                  <a:lnTo>
                    <a:pt x="149288" y="499376"/>
                  </a:lnTo>
                  <a:lnTo>
                    <a:pt x="144792" y="481584"/>
                  </a:lnTo>
                  <a:lnTo>
                    <a:pt x="144792" y="473964"/>
                  </a:lnTo>
                  <a:lnTo>
                    <a:pt x="167652" y="449580"/>
                  </a:lnTo>
                  <a:lnTo>
                    <a:pt x="175031" y="447586"/>
                  </a:lnTo>
                  <a:lnTo>
                    <a:pt x="185559" y="446151"/>
                  </a:lnTo>
                  <a:lnTo>
                    <a:pt x="198932" y="445300"/>
                  </a:lnTo>
                  <a:lnTo>
                    <a:pt x="214896" y="445008"/>
                  </a:lnTo>
                  <a:lnTo>
                    <a:pt x="306336" y="445008"/>
                  </a:lnTo>
                  <a:lnTo>
                    <a:pt x="313956" y="446532"/>
                  </a:lnTo>
                  <a:lnTo>
                    <a:pt x="317004" y="446532"/>
                  </a:lnTo>
                  <a:lnTo>
                    <a:pt x="335292" y="464820"/>
                  </a:lnTo>
                  <a:lnTo>
                    <a:pt x="335292" y="480060"/>
                  </a:lnTo>
                  <a:lnTo>
                    <a:pt x="342912" y="480060"/>
                  </a:lnTo>
                  <a:lnTo>
                    <a:pt x="342912" y="371856"/>
                  </a:lnTo>
                  <a:close/>
                </a:path>
                <a:path extrusionOk="0" h="611505" w="448310">
                  <a:moveTo>
                    <a:pt x="448068" y="118872"/>
                  </a:moveTo>
                  <a:lnTo>
                    <a:pt x="440448" y="118872"/>
                  </a:lnTo>
                  <a:lnTo>
                    <a:pt x="440448" y="137160"/>
                  </a:lnTo>
                  <a:lnTo>
                    <a:pt x="434352" y="146304"/>
                  </a:lnTo>
                  <a:lnTo>
                    <a:pt x="397776" y="153924"/>
                  </a:lnTo>
                  <a:lnTo>
                    <a:pt x="329196" y="153924"/>
                  </a:lnTo>
                  <a:lnTo>
                    <a:pt x="334352" y="147574"/>
                  </a:lnTo>
                  <a:lnTo>
                    <a:pt x="338531" y="141922"/>
                  </a:lnTo>
                  <a:lnTo>
                    <a:pt x="341833" y="136575"/>
                  </a:lnTo>
                  <a:lnTo>
                    <a:pt x="341909" y="136398"/>
                  </a:lnTo>
                  <a:lnTo>
                    <a:pt x="344436" y="131064"/>
                  </a:lnTo>
                  <a:lnTo>
                    <a:pt x="346430" y="124802"/>
                  </a:lnTo>
                  <a:lnTo>
                    <a:pt x="347865" y="117538"/>
                  </a:lnTo>
                  <a:lnTo>
                    <a:pt x="348716" y="109423"/>
                  </a:lnTo>
                  <a:lnTo>
                    <a:pt x="349008" y="100584"/>
                  </a:lnTo>
                  <a:lnTo>
                    <a:pt x="347243" y="80873"/>
                  </a:lnTo>
                  <a:lnTo>
                    <a:pt x="341769" y="62865"/>
                  </a:lnTo>
                  <a:lnTo>
                    <a:pt x="333768" y="49136"/>
                  </a:lnTo>
                  <a:lnTo>
                    <a:pt x="333768" y="100584"/>
                  </a:lnTo>
                  <a:lnTo>
                    <a:pt x="333679" y="102108"/>
                  </a:lnTo>
                  <a:lnTo>
                    <a:pt x="333197" y="110540"/>
                  </a:lnTo>
                  <a:lnTo>
                    <a:pt x="331482" y="119634"/>
                  </a:lnTo>
                  <a:lnTo>
                    <a:pt x="328625" y="127596"/>
                  </a:lnTo>
                  <a:lnTo>
                    <a:pt x="328498" y="127787"/>
                  </a:lnTo>
                  <a:lnTo>
                    <a:pt x="324624" y="134112"/>
                  </a:lnTo>
                  <a:lnTo>
                    <a:pt x="286715" y="152971"/>
                  </a:lnTo>
                  <a:lnTo>
                    <a:pt x="265188" y="153924"/>
                  </a:lnTo>
                  <a:lnTo>
                    <a:pt x="182892" y="153924"/>
                  </a:lnTo>
                  <a:lnTo>
                    <a:pt x="156984" y="124968"/>
                  </a:lnTo>
                  <a:lnTo>
                    <a:pt x="150888" y="109728"/>
                  </a:lnTo>
                  <a:lnTo>
                    <a:pt x="150926" y="101727"/>
                  </a:lnTo>
                  <a:lnTo>
                    <a:pt x="170700" y="64008"/>
                  </a:lnTo>
                  <a:lnTo>
                    <a:pt x="223202" y="44081"/>
                  </a:lnTo>
                  <a:lnTo>
                    <a:pt x="246900" y="42672"/>
                  </a:lnTo>
                  <a:lnTo>
                    <a:pt x="268325" y="43840"/>
                  </a:lnTo>
                  <a:lnTo>
                    <a:pt x="315480" y="62484"/>
                  </a:lnTo>
                  <a:lnTo>
                    <a:pt x="333768" y="100584"/>
                  </a:lnTo>
                  <a:lnTo>
                    <a:pt x="333768" y="49136"/>
                  </a:lnTo>
                  <a:lnTo>
                    <a:pt x="299072" y="18008"/>
                  </a:lnTo>
                  <a:lnTo>
                    <a:pt x="252730" y="2006"/>
                  </a:lnTo>
                  <a:lnTo>
                    <a:pt x="225564" y="0"/>
                  </a:lnTo>
                  <a:lnTo>
                    <a:pt x="200672" y="1714"/>
                  </a:lnTo>
                  <a:lnTo>
                    <a:pt x="158902" y="15430"/>
                  </a:lnTo>
                  <a:lnTo>
                    <a:pt x="122504" y="52006"/>
                  </a:lnTo>
                  <a:lnTo>
                    <a:pt x="115836" y="82296"/>
                  </a:lnTo>
                  <a:lnTo>
                    <a:pt x="116662" y="92303"/>
                  </a:lnTo>
                  <a:lnTo>
                    <a:pt x="134886" y="127787"/>
                  </a:lnTo>
                  <a:lnTo>
                    <a:pt x="169176" y="153924"/>
                  </a:lnTo>
                  <a:lnTo>
                    <a:pt x="115836" y="153924"/>
                  </a:lnTo>
                  <a:lnTo>
                    <a:pt x="115836" y="163068"/>
                  </a:lnTo>
                  <a:lnTo>
                    <a:pt x="143268" y="228600"/>
                  </a:lnTo>
                  <a:lnTo>
                    <a:pt x="150888" y="225552"/>
                  </a:lnTo>
                  <a:lnTo>
                    <a:pt x="149364" y="219456"/>
                  </a:lnTo>
                  <a:lnTo>
                    <a:pt x="147840" y="214884"/>
                  </a:lnTo>
                  <a:lnTo>
                    <a:pt x="147840" y="207264"/>
                  </a:lnTo>
                  <a:lnTo>
                    <a:pt x="149364" y="202692"/>
                  </a:lnTo>
                  <a:lnTo>
                    <a:pt x="150888" y="201168"/>
                  </a:lnTo>
                  <a:lnTo>
                    <a:pt x="152412" y="198120"/>
                  </a:lnTo>
                  <a:lnTo>
                    <a:pt x="176530" y="193573"/>
                  </a:lnTo>
                  <a:lnTo>
                    <a:pt x="406158" y="193573"/>
                  </a:lnTo>
                  <a:lnTo>
                    <a:pt x="415302" y="193738"/>
                  </a:lnTo>
                  <a:lnTo>
                    <a:pt x="422160" y="194195"/>
                  </a:lnTo>
                  <a:lnTo>
                    <a:pt x="426732" y="195072"/>
                  </a:lnTo>
                  <a:lnTo>
                    <a:pt x="431304" y="198120"/>
                  </a:lnTo>
                  <a:lnTo>
                    <a:pt x="434352" y="199644"/>
                  </a:lnTo>
                  <a:lnTo>
                    <a:pt x="435876" y="202692"/>
                  </a:lnTo>
                  <a:lnTo>
                    <a:pt x="438086" y="207797"/>
                  </a:lnTo>
                  <a:lnTo>
                    <a:pt x="439877" y="213741"/>
                  </a:lnTo>
                  <a:lnTo>
                    <a:pt x="440804" y="220268"/>
                  </a:lnTo>
                  <a:lnTo>
                    <a:pt x="440524" y="225552"/>
                  </a:lnTo>
                  <a:lnTo>
                    <a:pt x="440448" y="233172"/>
                  </a:lnTo>
                  <a:lnTo>
                    <a:pt x="448068" y="233172"/>
                  </a:lnTo>
                  <a:lnTo>
                    <a:pt x="448068" y="193573"/>
                  </a:lnTo>
                  <a:lnTo>
                    <a:pt x="448068" y="1188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932" name="Google Shape;2932;p49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490216" y="8464296"/>
            <a:ext cx="167639" cy="332231"/>
          </a:xfrm>
          <a:prstGeom prst="rect">
            <a:avLst/>
          </a:prstGeom>
          <a:noFill/>
          <a:ln>
            <a:noFill/>
          </a:ln>
        </p:spPr>
      </p:pic>
      <p:pic>
        <p:nvPicPr>
          <p:cNvPr id="2933" name="Google Shape;2933;p49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482595" y="8019288"/>
            <a:ext cx="175259" cy="377952"/>
          </a:xfrm>
          <a:prstGeom prst="rect">
            <a:avLst/>
          </a:prstGeom>
          <a:noFill/>
          <a:ln>
            <a:noFill/>
          </a:ln>
        </p:spPr>
      </p:pic>
      <p:sp>
        <p:nvSpPr>
          <p:cNvPr id="2934" name="Google Shape;2934;p49"/>
          <p:cNvSpPr/>
          <p:nvPr/>
        </p:nvSpPr>
        <p:spPr>
          <a:xfrm>
            <a:off x="2482583" y="7295388"/>
            <a:ext cx="226060" cy="657225"/>
          </a:xfrm>
          <a:custGeom>
            <a:rect b="b" l="l" r="r" t="t"/>
            <a:pathLst>
              <a:path extrusionOk="0" h="657225" w="226060">
                <a:moveTo>
                  <a:pt x="24384" y="411480"/>
                </a:moveTo>
                <a:lnTo>
                  <a:pt x="21336" y="405384"/>
                </a:lnTo>
                <a:lnTo>
                  <a:pt x="15240" y="402336"/>
                </a:lnTo>
                <a:lnTo>
                  <a:pt x="9144" y="402336"/>
                </a:lnTo>
                <a:lnTo>
                  <a:pt x="6096" y="403860"/>
                </a:lnTo>
                <a:lnTo>
                  <a:pt x="1524" y="408432"/>
                </a:lnTo>
                <a:lnTo>
                  <a:pt x="0" y="411480"/>
                </a:lnTo>
                <a:lnTo>
                  <a:pt x="0" y="417576"/>
                </a:lnTo>
                <a:lnTo>
                  <a:pt x="1524" y="420624"/>
                </a:lnTo>
                <a:lnTo>
                  <a:pt x="6096" y="425196"/>
                </a:lnTo>
                <a:lnTo>
                  <a:pt x="9144" y="426720"/>
                </a:lnTo>
                <a:lnTo>
                  <a:pt x="15240" y="426720"/>
                </a:lnTo>
                <a:lnTo>
                  <a:pt x="18288" y="425196"/>
                </a:lnTo>
                <a:lnTo>
                  <a:pt x="22860" y="420624"/>
                </a:lnTo>
                <a:lnTo>
                  <a:pt x="24384" y="417576"/>
                </a:lnTo>
                <a:lnTo>
                  <a:pt x="24384" y="411480"/>
                </a:lnTo>
                <a:close/>
              </a:path>
              <a:path extrusionOk="0" h="657225" w="226060">
                <a:moveTo>
                  <a:pt x="172212" y="387096"/>
                </a:moveTo>
                <a:lnTo>
                  <a:pt x="169164" y="387096"/>
                </a:lnTo>
                <a:lnTo>
                  <a:pt x="169164" y="396240"/>
                </a:lnTo>
                <a:lnTo>
                  <a:pt x="163068" y="402336"/>
                </a:lnTo>
                <a:lnTo>
                  <a:pt x="160020" y="403860"/>
                </a:lnTo>
                <a:lnTo>
                  <a:pt x="57912" y="403860"/>
                </a:lnTo>
                <a:lnTo>
                  <a:pt x="57912" y="408432"/>
                </a:lnTo>
                <a:lnTo>
                  <a:pt x="71628" y="441960"/>
                </a:lnTo>
                <a:lnTo>
                  <a:pt x="74676" y="440436"/>
                </a:lnTo>
                <a:lnTo>
                  <a:pt x="73152" y="437388"/>
                </a:lnTo>
                <a:lnTo>
                  <a:pt x="73152" y="428244"/>
                </a:lnTo>
                <a:lnTo>
                  <a:pt x="76200" y="425196"/>
                </a:lnTo>
                <a:lnTo>
                  <a:pt x="80772" y="425196"/>
                </a:lnTo>
                <a:lnTo>
                  <a:pt x="83820" y="423672"/>
                </a:lnTo>
                <a:lnTo>
                  <a:pt x="160020" y="423672"/>
                </a:lnTo>
                <a:lnTo>
                  <a:pt x="163068" y="425196"/>
                </a:lnTo>
                <a:lnTo>
                  <a:pt x="169164" y="431292"/>
                </a:lnTo>
                <a:lnTo>
                  <a:pt x="169164" y="440436"/>
                </a:lnTo>
                <a:lnTo>
                  <a:pt x="172212" y="440436"/>
                </a:lnTo>
                <a:lnTo>
                  <a:pt x="172212" y="423672"/>
                </a:lnTo>
                <a:lnTo>
                  <a:pt x="172212" y="387096"/>
                </a:lnTo>
                <a:close/>
              </a:path>
              <a:path extrusionOk="0" h="657225" w="226060">
                <a:moveTo>
                  <a:pt x="172224" y="475488"/>
                </a:moveTo>
                <a:lnTo>
                  <a:pt x="169176" y="475488"/>
                </a:lnTo>
                <a:lnTo>
                  <a:pt x="169176" y="484632"/>
                </a:lnTo>
                <a:lnTo>
                  <a:pt x="166128" y="487680"/>
                </a:lnTo>
                <a:lnTo>
                  <a:pt x="164604" y="490728"/>
                </a:lnTo>
                <a:lnTo>
                  <a:pt x="163080" y="492252"/>
                </a:lnTo>
                <a:lnTo>
                  <a:pt x="160032" y="493776"/>
                </a:lnTo>
                <a:lnTo>
                  <a:pt x="158508" y="495300"/>
                </a:lnTo>
                <a:lnTo>
                  <a:pt x="92976" y="495300"/>
                </a:lnTo>
                <a:lnTo>
                  <a:pt x="85356" y="490728"/>
                </a:lnTo>
                <a:lnTo>
                  <a:pt x="80784" y="487680"/>
                </a:lnTo>
                <a:lnTo>
                  <a:pt x="77736" y="483108"/>
                </a:lnTo>
                <a:lnTo>
                  <a:pt x="74688" y="480060"/>
                </a:lnTo>
                <a:lnTo>
                  <a:pt x="74688" y="477012"/>
                </a:lnTo>
                <a:lnTo>
                  <a:pt x="76212" y="473964"/>
                </a:lnTo>
                <a:lnTo>
                  <a:pt x="79260" y="470916"/>
                </a:lnTo>
                <a:lnTo>
                  <a:pt x="80784" y="466344"/>
                </a:lnTo>
                <a:lnTo>
                  <a:pt x="82308" y="463296"/>
                </a:lnTo>
                <a:lnTo>
                  <a:pt x="82308" y="458724"/>
                </a:lnTo>
                <a:lnTo>
                  <a:pt x="80784" y="455676"/>
                </a:lnTo>
                <a:lnTo>
                  <a:pt x="77736" y="452628"/>
                </a:lnTo>
                <a:lnTo>
                  <a:pt x="74688" y="451104"/>
                </a:lnTo>
                <a:lnTo>
                  <a:pt x="68592" y="451104"/>
                </a:lnTo>
                <a:lnTo>
                  <a:pt x="65544" y="452628"/>
                </a:lnTo>
                <a:lnTo>
                  <a:pt x="59448" y="458724"/>
                </a:lnTo>
                <a:lnTo>
                  <a:pt x="57924" y="461772"/>
                </a:lnTo>
                <a:lnTo>
                  <a:pt x="57924" y="466344"/>
                </a:lnTo>
                <a:lnTo>
                  <a:pt x="59588" y="474091"/>
                </a:lnTo>
                <a:lnTo>
                  <a:pt x="64401" y="481393"/>
                </a:lnTo>
                <a:lnTo>
                  <a:pt x="72059" y="488429"/>
                </a:lnTo>
                <a:lnTo>
                  <a:pt x="82308" y="495300"/>
                </a:lnTo>
                <a:lnTo>
                  <a:pt x="57924" y="495300"/>
                </a:lnTo>
                <a:lnTo>
                  <a:pt x="57924" y="499872"/>
                </a:lnTo>
                <a:lnTo>
                  <a:pt x="71640" y="533400"/>
                </a:lnTo>
                <a:lnTo>
                  <a:pt x="74688" y="531876"/>
                </a:lnTo>
                <a:lnTo>
                  <a:pt x="73164" y="528828"/>
                </a:lnTo>
                <a:lnTo>
                  <a:pt x="73164" y="519684"/>
                </a:lnTo>
                <a:lnTo>
                  <a:pt x="74688" y="518160"/>
                </a:lnTo>
                <a:lnTo>
                  <a:pt x="76212" y="518160"/>
                </a:lnTo>
                <a:lnTo>
                  <a:pt x="77736" y="516636"/>
                </a:lnTo>
                <a:lnTo>
                  <a:pt x="80784" y="516636"/>
                </a:lnTo>
                <a:lnTo>
                  <a:pt x="83832" y="515112"/>
                </a:lnTo>
                <a:lnTo>
                  <a:pt x="160032" y="515112"/>
                </a:lnTo>
                <a:lnTo>
                  <a:pt x="166128" y="518160"/>
                </a:lnTo>
                <a:lnTo>
                  <a:pt x="166128" y="519684"/>
                </a:lnTo>
                <a:lnTo>
                  <a:pt x="169176" y="522732"/>
                </a:lnTo>
                <a:lnTo>
                  <a:pt x="169176" y="531876"/>
                </a:lnTo>
                <a:lnTo>
                  <a:pt x="172224" y="531876"/>
                </a:lnTo>
                <a:lnTo>
                  <a:pt x="172224" y="475488"/>
                </a:lnTo>
                <a:close/>
              </a:path>
              <a:path extrusionOk="0" h="657225" w="226060">
                <a:moveTo>
                  <a:pt x="172224" y="126492"/>
                </a:moveTo>
                <a:lnTo>
                  <a:pt x="169176" y="126492"/>
                </a:lnTo>
                <a:lnTo>
                  <a:pt x="169176" y="135636"/>
                </a:lnTo>
                <a:lnTo>
                  <a:pt x="167652" y="137160"/>
                </a:lnTo>
                <a:lnTo>
                  <a:pt x="166128" y="140208"/>
                </a:lnTo>
                <a:lnTo>
                  <a:pt x="164604" y="141732"/>
                </a:lnTo>
                <a:lnTo>
                  <a:pt x="163080" y="141732"/>
                </a:lnTo>
                <a:lnTo>
                  <a:pt x="160032" y="143256"/>
                </a:lnTo>
                <a:lnTo>
                  <a:pt x="12" y="143256"/>
                </a:lnTo>
                <a:lnTo>
                  <a:pt x="12" y="149352"/>
                </a:lnTo>
                <a:lnTo>
                  <a:pt x="9385" y="170218"/>
                </a:lnTo>
                <a:lnTo>
                  <a:pt x="5143" y="176428"/>
                </a:lnTo>
                <a:lnTo>
                  <a:pt x="2286" y="182308"/>
                </a:lnTo>
                <a:lnTo>
                  <a:pt x="571" y="188480"/>
                </a:lnTo>
                <a:lnTo>
                  <a:pt x="0" y="195072"/>
                </a:lnTo>
                <a:lnTo>
                  <a:pt x="558" y="201676"/>
                </a:lnTo>
                <a:lnTo>
                  <a:pt x="25908" y="234696"/>
                </a:lnTo>
                <a:lnTo>
                  <a:pt x="31915" y="237578"/>
                </a:lnTo>
                <a:lnTo>
                  <a:pt x="38481" y="239458"/>
                </a:lnTo>
                <a:lnTo>
                  <a:pt x="45631" y="240487"/>
                </a:lnTo>
                <a:lnTo>
                  <a:pt x="53340" y="240792"/>
                </a:lnTo>
                <a:lnTo>
                  <a:pt x="60960" y="240792"/>
                </a:lnTo>
                <a:lnTo>
                  <a:pt x="60960" y="262128"/>
                </a:lnTo>
                <a:lnTo>
                  <a:pt x="68580" y="262128"/>
                </a:lnTo>
                <a:lnTo>
                  <a:pt x="68580" y="240792"/>
                </a:lnTo>
                <a:lnTo>
                  <a:pt x="156972" y="240792"/>
                </a:lnTo>
                <a:lnTo>
                  <a:pt x="163068" y="243840"/>
                </a:lnTo>
                <a:lnTo>
                  <a:pt x="169164" y="249936"/>
                </a:lnTo>
                <a:lnTo>
                  <a:pt x="169164" y="262128"/>
                </a:lnTo>
                <a:lnTo>
                  <a:pt x="172212" y="262128"/>
                </a:lnTo>
                <a:lnTo>
                  <a:pt x="172212" y="195072"/>
                </a:lnTo>
                <a:lnTo>
                  <a:pt x="169164" y="195072"/>
                </a:lnTo>
                <a:lnTo>
                  <a:pt x="169164" y="210312"/>
                </a:lnTo>
                <a:lnTo>
                  <a:pt x="167640" y="214884"/>
                </a:lnTo>
                <a:lnTo>
                  <a:pt x="164592" y="217932"/>
                </a:lnTo>
                <a:lnTo>
                  <a:pt x="161544" y="219456"/>
                </a:lnTo>
                <a:lnTo>
                  <a:pt x="153924" y="220980"/>
                </a:lnTo>
                <a:lnTo>
                  <a:pt x="68580" y="220980"/>
                </a:lnTo>
                <a:lnTo>
                  <a:pt x="68580" y="192024"/>
                </a:lnTo>
                <a:lnTo>
                  <a:pt x="60960" y="192024"/>
                </a:lnTo>
                <a:lnTo>
                  <a:pt x="60960" y="220980"/>
                </a:lnTo>
                <a:lnTo>
                  <a:pt x="41033" y="220967"/>
                </a:lnTo>
                <a:lnTo>
                  <a:pt x="7620" y="207264"/>
                </a:lnTo>
                <a:lnTo>
                  <a:pt x="7620" y="201168"/>
                </a:lnTo>
                <a:lnTo>
                  <a:pt x="9144" y="198120"/>
                </a:lnTo>
                <a:lnTo>
                  <a:pt x="10668" y="196596"/>
                </a:lnTo>
                <a:lnTo>
                  <a:pt x="12192" y="193548"/>
                </a:lnTo>
                <a:lnTo>
                  <a:pt x="15240" y="190500"/>
                </a:lnTo>
                <a:lnTo>
                  <a:pt x="24384" y="184404"/>
                </a:lnTo>
                <a:lnTo>
                  <a:pt x="27432" y="182880"/>
                </a:lnTo>
                <a:lnTo>
                  <a:pt x="28956" y="179832"/>
                </a:lnTo>
                <a:lnTo>
                  <a:pt x="30480" y="178308"/>
                </a:lnTo>
                <a:lnTo>
                  <a:pt x="30480" y="169164"/>
                </a:lnTo>
                <a:lnTo>
                  <a:pt x="27432" y="167640"/>
                </a:lnTo>
                <a:lnTo>
                  <a:pt x="25908" y="166116"/>
                </a:lnTo>
                <a:lnTo>
                  <a:pt x="22860" y="164592"/>
                </a:lnTo>
                <a:lnTo>
                  <a:pt x="25920" y="163068"/>
                </a:lnTo>
                <a:lnTo>
                  <a:pt x="155460" y="163068"/>
                </a:lnTo>
                <a:lnTo>
                  <a:pt x="160032" y="164592"/>
                </a:lnTo>
                <a:lnTo>
                  <a:pt x="163080" y="164592"/>
                </a:lnTo>
                <a:lnTo>
                  <a:pt x="167652" y="169164"/>
                </a:lnTo>
                <a:lnTo>
                  <a:pt x="169176" y="172212"/>
                </a:lnTo>
                <a:lnTo>
                  <a:pt x="169176" y="179832"/>
                </a:lnTo>
                <a:lnTo>
                  <a:pt x="172224" y="179832"/>
                </a:lnTo>
                <a:lnTo>
                  <a:pt x="172224" y="126492"/>
                </a:lnTo>
                <a:close/>
              </a:path>
              <a:path extrusionOk="0" h="657225" w="226060">
                <a:moveTo>
                  <a:pt x="175260" y="324612"/>
                </a:moveTo>
                <a:lnTo>
                  <a:pt x="174434" y="316661"/>
                </a:lnTo>
                <a:lnTo>
                  <a:pt x="172021" y="308991"/>
                </a:lnTo>
                <a:lnTo>
                  <a:pt x="168198" y="301904"/>
                </a:lnTo>
                <a:lnTo>
                  <a:pt x="168071" y="301752"/>
                </a:lnTo>
                <a:lnTo>
                  <a:pt x="163068" y="295656"/>
                </a:lnTo>
                <a:lnTo>
                  <a:pt x="155956" y="289636"/>
                </a:lnTo>
                <a:lnTo>
                  <a:pt x="148399" y="285178"/>
                </a:lnTo>
                <a:lnTo>
                  <a:pt x="140576" y="282155"/>
                </a:lnTo>
                <a:lnTo>
                  <a:pt x="132588" y="280416"/>
                </a:lnTo>
                <a:lnTo>
                  <a:pt x="129540" y="283464"/>
                </a:lnTo>
                <a:lnTo>
                  <a:pt x="140208" y="286512"/>
                </a:lnTo>
                <a:lnTo>
                  <a:pt x="146304" y="291084"/>
                </a:lnTo>
                <a:lnTo>
                  <a:pt x="150876" y="297180"/>
                </a:lnTo>
                <a:lnTo>
                  <a:pt x="153924" y="301752"/>
                </a:lnTo>
                <a:lnTo>
                  <a:pt x="153962" y="301904"/>
                </a:lnTo>
                <a:lnTo>
                  <a:pt x="155448" y="307848"/>
                </a:lnTo>
                <a:lnTo>
                  <a:pt x="155448" y="315468"/>
                </a:lnTo>
                <a:lnTo>
                  <a:pt x="154609" y="323088"/>
                </a:lnTo>
                <a:lnTo>
                  <a:pt x="124777" y="351853"/>
                </a:lnTo>
                <a:lnTo>
                  <a:pt x="102108" y="355092"/>
                </a:lnTo>
                <a:lnTo>
                  <a:pt x="102108" y="304800"/>
                </a:lnTo>
                <a:lnTo>
                  <a:pt x="102108" y="280416"/>
                </a:lnTo>
                <a:lnTo>
                  <a:pt x="94488" y="281076"/>
                </a:lnTo>
                <a:lnTo>
                  <a:pt x="94488" y="304800"/>
                </a:lnTo>
                <a:lnTo>
                  <a:pt x="94488" y="355092"/>
                </a:lnTo>
                <a:lnTo>
                  <a:pt x="65532" y="335280"/>
                </a:lnTo>
                <a:lnTo>
                  <a:pt x="65532" y="324612"/>
                </a:lnTo>
                <a:lnTo>
                  <a:pt x="67056" y="320040"/>
                </a:lnTo>
                <a:lnTo>
                  <a:pt x="70104" y="315468"/>
                </a:lnTo>
                <a:lnTo>
                  <a:pt x="71628" y="312420"/>
                </a:lnTo>
                <a:lnTo>
                  <a:pt x="76200" y="309372"/>
                </a:lnTo>
                <a:lnTo>
                  <a:pt x="80772" y="307848"/>
                </a:lnTo>
                <a:lnTo>
                  <a:pt x="82296" y="306324"/>
                </a:lnTo>
                <a:lnTo>
                  <a:pt x="88392" y="304800"/>
                </a:lnTo>
                <a:lnTo>
                  <a:pt x="94488" y="304800"/>
                </a:lnTo>
                <a:lnTo>
                  <a:pt x="94488" y="281076"/>
                </a:lnTo>
                <a:lnTo>
                  <a:pt x="61150" y="306133"/>
                </a:lnTo>
                <a:lnTo>
                  <a:pt x="61099" y="306324"/>
                </a:lnTo>
                <a:lnTo>
                  <a:pt x="58750" y="314261"/>
                </a:lnTo>
                <a:lnTo>
                  <a:pt x="58635" y="315468"/>
                </a:lnTo>
                <a:lnTo>
                  <a:pt x="58521" y="316661"/>
                </a:lnTo>
                <a:lnTo>
                  <a:pt x="57912" y="323088"/>
                </a:lnTo>
                <a:lnTo>
                  <a:pt x="74676" y="358140"/>
                </a:lnTo>
                <a:lnTo>
                  <a:pt x="118872" y="373380"/>
                </a:lnTo>
                <a:lnTo>
                  <a:pt x="131216" y="372503"/>
                </a:lnTo>
                <a:lnTo>
                  <a:pt x="130975" y="372503"/>
                </a:lnTo>
                <a:lnTo>
                  <a:pt x="141732" y="369951"/>
                </a:lnTo>
                <a:lnTo>
                  <a:pt x="171640" y="343852"/>
                </a:lnTo>
                <a:lnTo>
                  <a:pt x="174383" y="334594"/>
                </a:lnTo>
                <a:lnTo>
                  <a:pt x="175260" y="324612"/>
                </a:lnTo>
                <a:close/>
              </a:path>
              <a:path extrusionOk="0" h="657225" w="226060">
                <a:moveTo>
                  <a:pt x="175272" y="598932"/>
                </a:moveTo>
                <a:lnTo>
                  <a:pt x="174383" y="588937"/>
                </a:lnTo>
                <a:lnTo>
                  <a:pt x="171653" y="579501"/>
                </a:lnTo>
                <a:lnTo>
                  <a:pt x="167652" y="572046"/>
                </a:lnTo>
                <a:lnTo>
                  <a:pt x="167652" y="585216"/>
                </a:lnTo>
                <a:lnTo>
                  <a:pt x="167652" y="601980"/>
                </a:lnTo>
                <a:lnTo>
                  <a:pt x="164604" y="606552"/>
                </a:lnTo>
                <a:lnTo>
                  <a:pt x="163080" y="611124"/>
                </a:lnTo>
                <a:lnTo>
                  <a:pt x="160032" y="615696"/>
                </a:lnTo>
                <a:lnTo>
                  <a:pt x="155460" y="618744"/>
                </a:lnTo>
                <a:lnTo>
                  <a:pt x="88404" y="618744"/>
                </a:lnTo>
                <a:lnTo>
                  <a:pt x="79260" y="609600"/>
                </a:lnTo>
                <a:lnTo>
                  <a:pt x="77736" y="606552"/>
                </a:lnTo>
                <a:lnTo>
                  <a:pt x="76212" y="601980"/>
                </a:lnTo>
                <a:lnTo>
                  <a:pt x="74688" y="598932"/>
                </a:lnTo>
                <a:lnTo>
                  <a:pt x="74688" y="585216"/>
                </a:lnTo>
                <a:lnTo>
                  <a:pt x="79260" y="579120"/>
                </a:lnTo>
                <a:lnTo>
                  <a:pt x="120396" y="562368"/>
                </a:lnTo>
                <a:lnTo>
                  <a:pt x="131241" y="562952"/>
                </a:lnTo>
                <a:lnTo>
                  <a:pt x="140792" y="564832"/>
                </a:lnTo>
                <a:lnTo>
                  <a:pt x="148907" y="568147"/>
                </a:lnTo>
                <a:lnTo>
                  <a:pt x="155460" y="573024"/>
                </a:lnTo>
                <a:lnTo>
                  <a:pt x="164604" y="579120"/>
                </a:lnTo>
                <a:lnTo>
                  <a:pt x="167652" y="585216"/>
                </a:lnTo>
                <a:lnTo>
                  <a:pt x="167652" y="572046"/>
                </a:lnTo>
                <a:lnTo>
                  <a:pt x="166903" y="570649"/>
                </a:lnTo>
                <a:lnTo>
                  <a:pt x="159969" y="562292"/>
                </a:lnTo>
                <a:lnTo>
                  <a:pt x="150291" y="554126"/>
                </a:lnTo>
                <a:lnTo>
                  <a:pt x="139268" y="547878"/>
                </a:lnTo>
                <a:lnTo>
                  <a:pt x="126809" y="543928"/>
                </a:lnTo>
                <a:lnTo>
                  <a:pt x="112788" y="542544"/>
                </a:lnTo>
                <a:lnTo>
                  <a:pt x="100799" y="543407"/>
                </a:lnTo>
                <a:lnTo>
                  <a:pt x="66281" y="562292"/>
                </a:lnTo>
                <a:lnTo>
                  <a:pt x="57924" y="585216"/>
                </a:lnTo>
                <a:lnTo>
                  <a:pt x="59347" y="594106"/>
                </a:lnTo>
                <a:lnTo>
                  <a:pt x="63639" y="602551"/>
                </a:lnTo>
                <a:lnTo>
                  <a:pt x="70777" y="610730"/>
                </a:lnTo>
                <a:lnTo>
                  <a:pt x="80784" y="618744"/>
                </a:lnTo>
                <a:lnTo>
                  <a:pt x="12" y="618744"/>
                </a:lnTo>
                <a:lnTo>
                  <a:pt x="12" y="624840"/>
                </a:lnTo>
                <a:lnTo>
                  <a:pt x="13728" y="656844"/>
                </a:lnTo>
                <a:lnTo>
                  <a:pt x="16776" y="655320"/>
                </a:lnTo>
                <a:lnTo>
                  <a:pt x="15252" y="652272"/>
                </a:lnTo>
                <a:lnTo>
                  <a:pt x="15252" y="644652"/>
                </a:lnTo>
                <a:lnTo>
                  <a:pt x="19824" y="640080"/>
                </a:lnTo>
                <a:lnTo>
                  <a:pt x="22872" y="640080"/>
                </a:lnTo>
                <a:lnTo>
                  <a:pt x="25920" y="638556"/>
                </a:lnTo>
                <a:lnTo>
                  <a:pt x="163080" y="638556"/>
                </a:lnTo>
                <a:lnTo>
                  <a:pt x="167652" y="632460"/>
                </a:lnTo>
                <a:lnTo>
                  <a:pt x="170700" y="624840"/>
                </a:lnTo>
                <a:lnTo>
                  <a:pt x="175272" y="606552"/>
                </a:lnTo>
                <a:lnTo>
                  <a:pt x="175272" y="598932"/>
                </a:lnTo>
                <a:close/>
              </a:path>
              <a:path extrusionOk="0" h="657225" w="226060">
                <a:moveTo>
                  <a:pt x="225552" y="91440"/>
                </a:moveTo>
                <a:lnTo>
                  <a:pt x="193548" y="60960"/>
                </a:lnTo>
                <a:lnTo>
                  <a:pt x="186131" y="57912"/>
                </a:lnTo>
                <a:lnTo>
                  <a:pt x="97129" y="21336"/>
                </a:lnTo>
                <a:lnTo>
                  <a:pt x="82296" y="15240"/>
                </a:lnTo>
                <a:lnTo>
                  <a:pt x="76200" y="13716"/>
                </a:lnTo>
                <a:lnTo>
                  <a:pt x="73152" y="12192"/>
                </a:lnTo>
                <a:lnTo>
                  <a:pt x="71628" y="12192"/>
                </a:lnTo>
                <a:lnTo>
                  <a:pt x="67056" y="7620"/>
                </a:lnTo>
                <a:lnTo>
                  <a:pt x="67056" y="6096"/>
                </a:lnTo>
                <a:lnTo>
                  <a:pt x="64008" y="3048"/>
                </a:lnTo>
                <a:lnTo>
                  <a:pt x="64008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08" y="33528"/>
                </a:lnTo>
                <a:lnTo>
                  <a:pt x="64008" y="27432"/>
                </a:lnTo>
                <a:lnTo>
                  <a:pt x="65532" y="25908"/>
                </a:lnTo>
                <a:lnTo>
                  <a:pt x="65532" y="24384"/>
                </a:lnTo>
                <a:lnTo>
                  <a:pt x="67056" y="22860"/>
                </a:lnTo>
                <a:lnTo>
                  <a:pt x="68580" y="22860"/>
                </a:lnTo>
                <a:lnTo>
                  <a:pt x="70104" y="21336"/>
                </a:lnTo>
                <a:lnTo>
                  <a:pt x="74676" y="21336"/>
                </a:lnTo>
                <a:lnTo>
                  <a:pt x="77724" y="22860"/>
                </a:lnTo>
                <a:lnTo>
                  <a:pt x="82296" y="24384"/>
                </a:lnTo>
                <a:lnTo>
                  <a:pt x="143256" y="48768"/>
                </a:lnTo>
                <a:lnTo>
                  <a:pt x="86868" y="76200"/>
                </a:lnTo>
                <a:lnTo>
                  <a:pt x="80772" y="79248"/>
                </a:lnTo>
                <a:lnTo>
                  <a:pt x="68580" y="79248"/>
                </a:lnTo>
                <a:lnTo>
                  <a:pt x="67056" y="77724"/>
                </a:lnTo>
                <a:lnTo>
                  <a:pt x="65532" y="74676"/>
                </a:lnTo>
                <a:lnTo>
                  <a:pt x="64008" y="73152"/>
                </a:lnTo>
                <a:lnTo>
                  <a:pt x="64008" y="67056"/>
                </a:lnTo>
                <a:lnTo>
                  <a:pt x="60960" y="67056"/>
                </a:lnTo>
                <a:lnTo>
                  <a:pt x="60960" y="118872"/>
                </a:lnTo>
                <a:lnTo>
                  <a:pt x="64008" y="118872"/>
                </a:lnTo>
                <a:lnTo>
                  <a:pt x="65532" y="114300"/>
                </a:lnTo>
                <a:lnTo>
                  <a:pt x="67056" y="111252"/>
                </a:lnTo>
                <a:lnTo>
                  <a:pt x="68580" y="109728"/>
                </a:lnTo>
                <a:lnTo>
                  <a:pt x="68580" y="108204"/>
                </a:lnTo>
                <a:lnTo>
                  <a:pt x="74676" y="105156"/>
                </a:lnTo>
                <a:lnTo>
                  <a:pt x="77724" y="102108"/>
                </a:lnTo>
                <a:lnTo>
                  <a:pt x="82296" y="100584"/>
                </a:lnTo>
                <a:lnTo>
                  <a:pt x="83820" y="99060"/>
                </a:lnTo>
                <a:lnTo>
                  <a:pt x="124180" y="79248"/>
                </a:lnTo>
                <a:lnTo>
                  <a:pt x="167640" y="57912"/>
                </a:lnTo>
                <a:lnTo>
                  <a:pt x="187452" y="67056"/>
                </a:lnTo>
                <a:lnTo>
                  <a:pt x="195072" y="70104"/>
                </a:lnTo>
                <a:lnTo>
                  <a:pt x="199644" y="71628"/>
                </a:lnTo>
                <a:lnTo>
                  <a:pt x="202692" y="74676"/>
                </a:lnTo>
                <a:lnTo>
                  <a:pt x="205740" y="80772"/>
                </a:lnTo>
                <a:lnTo>
                  <a:pt x="205740" y="86868"/>
                </a:lnTo>
                <a:lnTo>
                  <a:pt x="204216" y="89916"/>
                </a:lnTo>
                <a:lnTo>
                  <a:pt x="202692" y="94488"/>
                </a:lnTo>
                <a:lnTo>
                  <a:pt x="201168" y="97536"/>
                </a:lnTo>
                <a:lnTo>
                  <a:pt x="201168" y="105156"/>
                </a:lnTo>
                <a:lnTo>
                  <a:pt x="204216" y="111252"/>
                </a:lnTo>
                <a:lnTo>
                  <a:pt x="207264" y="112776"/>
                </a:lnTo>
                <a:lnTo>
                  <a:pt x="208788" y="114300"/>
                </a:lnTo>
                <a:lnTo>
                  <a:pt x="216408" y="114300"/>
                </a:lnTo>
                <a:lnTo>
                  <a:pt x="219456" y="112776"/>
                </a:lnTo>
                <a:lnTo>
                  <a:pt x="222504" y="109728"/>
                </a:lnTo>
                <a:lnTo>
                  <a:pt x="224028" y="106680"/>
                </a:lnTo>
                <a:lnTo>
                  <a:pt x="225552" y="102108"/>
                </a:lnTo>
                <a:lnTo>
                  <a:pt x="22555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35" name="Google Shape;2935;p49"/>
          <p:cNvGrpSpPr/>
          <p:nvPr/>
        </p:nvGrpSpPr>
        <p:grpSpPr>
          <a:xfrm>
            <a:off x="2482595" y="6528815"/>
            <a:ext cx="175261" cy="696467"/>
            <a:chOff x="2482595" y="6528815"/>
            <a:chExt cx="175261" cy="696467"/>
          </a:xfrm>
        </p:grpSpPr>
        <p:pic>
          <p:nvPicPr>
            <p:cNvPr id="2936" name="Google Shape;2936;p49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482595" y="7048499"/>
              <a:ext cx="175260" cy="1767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37" name="Google Shape;2937;p49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40507" y="6624827"/>
              <a:ext cx="117348" cy="4038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38" name="Google Shape;2938;p49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40508" y="6528815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939" name="Google Shape;2939;p49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482596" y="6167628"/>
            <a:ext cx="175259" cy="2926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40" name="Google Shape;2940;p49"/>
          <p:cNvGrpSpPr/>
          <p:nvPr/>
        </p:nvGrpSpPr>
        <p:grpSpPr>
          <a:xfrm>
            <a:off x="2487167" y="5556504"/>
            <a:ext cx="170689" cy="537970"/>
            <a:chOff x="2487167" y="5556504"/>
            <a:chExt cx="170689" cy="537970"/>
          </a:xfrm>
        </p:grpSpPr>
        <p:pic>
          <p:nvPicPr>
            <p:cNvPr id="2941" name="Google Shape;2941;p4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490216" y="5774435"/>
              <a:ext cx="167640" cy="3200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42" name="Google Shape;2942;p49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487167" y="5644895"/>
              <a:ext cx="170687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43" name="Google Shape;2943;p49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490215" y="5556504"/>
              <a:ext cx="164591" cy="685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944" name="Google Shape;2944;p49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482595" y="4158996"/>
            <a:ext cx="225552" cy="1327403"/>
          </a:xfrm>
          <a:prstGeom prst="rect">
            <a:avLst/>
          </a:prstGeom>
          <a:noFill/>
          <a:ln>
            <a:noFill/>
          </a:ln>
        </p:spPr>
      </p:pic>
      <p:pic>
        <p:nvPicPr>
          <p:cNvPr id="2945" name="Google Shape;2945;p49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482596" y="2772155"/>
            <a:ext cx="225551" cy="1316735"/>
          </a:xfrm>
          <a:prstGeom prst="rect">
            <a:avLst/>
          </a:prstGeom>
          <a:noFill/>
          <a:ln>
            <a:noFill/>
          </a:ln>
        </p:spPr>
      </p:pic>
      <p:pic>
        <p:nvPicPr>
          <p:cNvPr id="2946" name="Google Shape;2946;p49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540507" y="2465831"/>
            <a:ext cx="117348" cy="2362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47" name="Google Shape;2947;p49"/>
          <p:cNvGrpSpPr/>
          <p:nvPr/>
        </p:nvGrpSpPr>
        <p:grpSpPr>
          <a:xfrm>
            <a:off x="2482596" y="1901951"/>
            <a:ext cx="175259" cy="499871"/>
            <a:chOff x="2482596" y="1901951"/>
            <a:chExt cx="175259" cy="499871"/>
          </a:xfrm>
        </p:grpSpPr>
        <p:pic>
          <p:nvPicPr>
            <p:cNvPr id="2948" name="Google Shape;2948;p49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482596" y="2107691"/>
              <a:ext cx="175259" cy="2941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49" name="Google Shape;2949;p49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540507" y="1901951"/>
              <a:ext cx="117348" cy="18592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950" name="Google Shape;2950;p49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779775" y="4707636"/>
            <a:ext cx="175260" cy="955548"/>
          </a:xfrm>
          <a:prstGeom prst="rect">
            <a:avLst/>
          </a:prstGeom>
          <a:noFill/>
          <a:ln>
            <a:noFill/>
          </a:ln>
        </p:spPr>
      </p:pic>
      <p:sp>
        <p:nvSpPr>
          <p:cNvPr id="2951" name="Google Shape;2951;p49"/>
          <p:cNvSpPr/>
          <p:nvPr/>
        </p:nvSpPr>
        <p:spPr>
          <a:xfrm>
            <a:off x="3195828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52" name="Google Shape;2952;p49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134868" y="7885176"/>
            <a:ext cx="175260" cy="996696"/>
          </a:xfrm>
          <a:prstGeom prst="rect">
            <a:avLst/>
          </a:prstGeom>
          <a:noFill/>
          <a:ln>
            <a:noFill/>
          </a:ln>
        </p:spPr>
      </p:pic>
      <p:sp>
        <p:nvSpPr>
          <p:cNvPr id="2953" name="Google Shape;2953;p49"/>
          <p:cNvSpPr/>
          <p:nvPr/>
        </p:nvSpPr>
        <p:spPr>
          <a:xfrm>
            <a:off x="3159239" y="7275576"/>
            <a:ext cx="151130" cy="542925"/>
          </a:xfrm>
          <a:custGeom>
            <a:rect b="b" l="l" r="r" t="t"/>
            <a:pathLst>
              <a:path extrusionOk="0" h="542925" w="151129">
                <a:moveTo>
                  <a:pt x="147840" y="70104"/>
                </a:moveTo>
                <a:lnTo>
                  <a:pt x="144792" y="70104"/>
                </a:lnTo>
                <a:lnTo>
                  <a:pt x="144792" y="79248"/>
                </a:lnTo>
                <a:lnTo>
                  <a:pt x="143268" y="80772"/>
                </a:lnTo>
                <a:lnTo>
                  <a:pt x="141744" y="83820"/>
                </a:lnTo>
                <a:lnTo>
                  <a:pt x="140220" y="85344"/>
                </a:lnTo>
                <a:lnTo>
                  <a:pt x="138696" y="85344"/>
                </a:lnTo>
                <a:lnTo>
                  <a:pt x="135648" y="86868"/>
                </a:lnTo>
                <a:lnTo>
                  <a:pt x="65544" y="86868"/>
                </a:lnTo>
                <a:lnTo>
                  <a:pt x="57924" y="88392"/>
                </a:lnTo>
                <a:lnTo>
                  <a:pt x="53352" y="89916"/>
                </a:lnTo>
                <a:lnTo>
                  <a:pt x="41160" y="96012"/>
                </a:lnTo>
                <a:lnTo>
                  <a:pt x="35064" y="105156"/>
                </a:lnTo>
                <a:lnTo>
                  <a:pt x="33540" y="109728"/>
                </a:lnTo>
                <a:lnTo>
                  <a:pt x="33540" y="115824"/>
                </a:lnTo>
                <a:lnTo>
                  <a:pt x="34988" y="125209"/>
                </a:lnTo>
                <a:lnTo>
                  <a:pt x="39446" y="134874"/>
                </a:lnTo>
                <a:lnTo>
                  <a:pt x="47040" y="144551"/>
                </a:lnTo>
                <a:lnTo>
                  <a:pt x="57924" y="153924"/>
                </a:lnTo>
                <a:lnTo>
                  <a:pt x="33540" y="153924"/>
                </a:lnTo>
                <a:lnTo>
                  <a:pt x="33540" y="160020"/>
                </a:lnTo>
                <a:lnTo>
                  <a:pt x="47256" y="192024"/>
                </a:lnTo>
                <a:lnTo>
                  <a:pt x="50304" y="190500"/>
                </a:lnTo>
                <a:lnTo>
                  <a:pt x="48780" y="187452"/>
                </a:lnTo>
                <a:lnTo>
                  <a:pt x="48780" y="178308"/>
                </a:lnTo>
                <a:lnTo>
                  <a:pt x="50304" y="178308"/>
                </a:lnTo>
                <a:lnTo>
                  <a:pt x="53352" y="175260"/>
                </a:lnTo>
                <a:lnTo>
                  <a:pt x="56400" y="175260"/>
                </a:lnTo>
                <a:lnTo>
                  <a:pt x="59448" y="173736"/>
                </a:lnTo>
                <a:lnTo>
                  <a:pt x="132600" y="173736"/>
                </a:lnTo>
                <a:lnTo>
                  <a:pt x="137172" y="175260"/>
                </a:lnTo>
                <a:lnTo>
                  <a:pt x="143268" y="178308"/>
                </a:lnTo>
                <a:lnTo>
                  <a:pt x="144792" y="182880"/>
                </a:lnTo>
                <a:lnTo>
                  <a:pt x="144792" y="190500"/>
                </a:lnTo>
                <a:lnTo>
                  <a:pt x="147840" y="190500"/>
                </a:lnTo>
                <a:lnTo>
                  <a:pt x="147840" y="137160"/>
                </a:lnTo>
                <a:lnTo>
                  <a:pt x="144792" y="137160"/>
                </a:lnTo>
                <a:lnTo>
                  <a:pt x="144792" y="146304"/>
                </a:lnTo>
                <a:lnTo>
                  <a:pt x="143268" y="149352"/>
                </a:lnTo>
                <a:lnTo>
                  <a:pt x="140220" y="152400"/>
                </a:lnTo>
                <a:lnTo>
                  <a:pt x="138696" y="152400"/>
                </a:lnTo>
                <a:lnTo>
                  <a:pt x="135648" y="153924"/>
                </a:lnTo>
                <a:lnTo>
                  <a:pt x="65544" y="153924"/>
                </a:lnTo>
                <a:lnTo>
                  <a:pt x="58420" y="146837"/>
                </a:lnTo>
                <a:lnTo>
                  <a:pt x="53162" y="139446"/>
                </a:lnTo>
                <a:lnTo>
                  <a:pt x="49898" y="132067"/>
                </a:lnTo>
                <a:lnTo>
                  <a:pt x="48780" y="124968"/>
                </a:lnTo>
                <a:lnTo>
                  <a:pt x="48780" y="118872"/>
                </a:lnTo>
                <a:lnTo>
                  <a:pt x="51828" y="114300"/>
                </a:lnTo>
                <a:lnTo>
                  <a:pt x="60972" y="108204"/>
                </a:lnTo>
                <a:lnTo>
                  <a:pt x="68592" y="106680"/>
                </a:lnTo>
                <a:lnTo>
                  <a:pt x="134124" y="106680"/>
                </a:lnTo>
                <a:lnTo>
                  <a:pt x="135648" y="108204"/>
                </a:lnTo>
                <a:lnTo>
                  <a:pt x="138696" y="108204"/>
                </a:lnTo>
                <a:lnTo>
                  <a:pt x="141744" y="109728"/>
                </a:lnTo>
                <a:lnTo>
                  <a:pt x="144792" y="112776"/>
                </a:lnTo>
                <a:lnTo>
                  <a:pt x="144792" y="123444"/>
                </a:lnTo>
                <a:lnTo>
                  <a:pt x="147840" y="123444"/>
                </a:lnTo>
                <a:lnTo>
                  <a:pt x="147840" y="70104"/>
                </a:lnTo>
                <a:close/>
              </a:path>
              <a:path extrusionOk="0" h="542925" w="151129">
                <a:moveTo>
                  <a:pt x="150876" y="495300"/>
                </a:moveTo>
                <a:lnTo>
                  <a:pt x="133667" y="460946"/>
                </a:lnTo>
                <a:lnTo>
                  <a:pt x="105156" y="449580"/>
                </a:lnTo>
                <a:lnTo>
                  <a:pt x="103632" y="452628"/>
                </a:lnTo>
                <a:lnTo>
                  <a:pt x="114300" y="457200"/>
                </a:lnTo>
                <a:lnTo>
                  <a:pt x="120396" y="460248"/>
                </a:lnTo>
                <a:lnTo>
                  <a:pt x="124968" y="464820"/>
                </a:lnTo>
                <a:lnTo>
                  <a:pt x="129540" y="470916"/>
                </a:lnTo>
                <a:lnTo>
                  <a:pt x="131064" y="478536"/>
                </a:lnTo>
                <a:lnTo>
                  <a:pt x="131064" y="486156"/>
                </a:lnTo>
                <a:lnTo>
                  <a:pt x="108419" y="516953"/>
                </a:lnTo>
                <a:lnTo>
                  <a:pt x="80772" y="522732"/>
                </a:lnTo>
                <a:lnTo>
                  <a:pt x="71945" y="522160"/>
                </a:lnTo>
                <a:lnTo>
                  <a:pt x="41148" y="501396"/>
                </a:lnTo>
                <a:lnTo>
                  <a:pt x="41148" y="489204"/>
                </a:lnTo>
                <a:lnTo>
                  <a:pt x="42672" y="484632"/>
                </a:lnTo>
                <a:lnTo>
                  <a:pt x="45720" y="483108"/>
                </a:lnTo>
                <a:lnTo>
                  <a:pt x="47244" y="480060"/>
                </a:lnTo>
                <a:lnTo>
                  <a:pt x="51816" y="478536"/>
                </a:lnTo>
                <a:lnTo>
                  <a:pt x="56388" y="478536"/>
                </a:lnTo>
                <a:lnTo>
                  <a:pt x="60960" y="477012"/>
                </a:lnTo>
                <a:lnTo>
                  <a:pt x="64008" y="477012"/>
                </a:lnTo>
                <a:lnTo>
                  <a:pt x="65532" y="473964"/>
                </a:lnTo>
                <a:lnTo>
                  <a:pt x="68580" y="472440"/>
                </a:lnTo>
                <a:lnTo>
                  <a:pt x="70104" y="469392"/>
                </a:lnTo>
                <a:lnTo>
                  <a:pt x="70104" y="458724"/>
                </a:lnTo>
                <a:lnTo>
                  <a:pt x="67056" y="457200"/>
                </a:lnTo>
                <a:lnTo>
                  <a:pt x="65532" y="454152"/>
                </a:lnTo>
                <a:lnTo>
                  <a:pt x="53340" y="454152"/>
                </a:lnTo>
                <a:lnTo>
                  <a:pt x="48768" y="457200"/>
                </a:lnTo>
                <a:lnTo>
                  <a:pt x="38671" y="469950"/>
                </a:lnTo>
                <a:lnTo>
                  <a:pt x="35814" y="476059"/>
                </a:lnTo>
                <a:lnTo>
                  <a:pt x="34099" y="483044"/>
                </a:lnTo>
                <a:lnTo>
                  <a:pt x="33528" y="490728"/>
                </a:lnTo>
                <a:lnTo>
                  <a:pt x="34658" y="500735"/>
                </a:lnTo>
                <a:lnTo>
                  <a:pt x="58889" y="533552"/>
                </a:lnTo>
                <a:lnTo>
                  <a:pt x="92964" y="542544"/>
                </a:lnTo>
                <a:lnTo>
                  <a:pt x="105854" y="541693"/>
                </a:lnTo>
                <a:lnTo>
                  <a:pt x="142519" y="521449"/>
                </a:lnTo>
                <a:lnTo>
                  <a:pt x="149999" y="504405"/>
                </a:lnTo>
                <a:lnTo>
                  <a:pt x="150876" y="495300"/>
                </a:lnTo>
                <a:close/>
              </a:path>
              <a:path extrusionOk="0" h="542925" w="151129">
                <a:moveTo>
                  <a:pt x="150876" y="228600"/>
                </a:moveTo>
                <a:lnTo>
                  <a:pt x="137160" y="195072"/>
                </a:lnTo>
                <a:lnTo>
                  <a:pt x="134112" y="196596"/>
                </a:lnTo>
                <a:lnTo>
                  <a:pt x="137160" y="202692"/>
                </a:lnTo>
                <a:lnTo>
                  <a:pt x="137160" y="207264"/>
                </a:lnTo>
                <a:lnTo>
                  <a:pt x="134112" y="210312"/>
                </a:lnTo>
                <a:lnTo>
                  <a:pt x="134112" y="211836"/>
                </a:lnTo>
                <a:lnTo>
                  <a:pt x="131064" y="211836"/>
                </a:lnTo>
                <a:lnTo>
                  <a:pt x="128016" y="213360"/>
                </a:lnTo>
                <a:lnTo>
                  <a:pt x="36576" y="213360"/>
                </a:lnTo>
                <a:lnTo>
                  <a:pt x="36576" y="249936"/>
                </a:lnTo>
                <a:lnTo>
                  <a:pt x="39624" y="249936"/>
                </a:lnTo>
                <a:lnTo>
                  <a:pt x="39624" y="243840"/>
                </a:lnTo>
                <a:lnTo>
                  <a:pt x="41148" y="239268"/>
                </a:lnTo>
                <a:lnTo>
                  <a:pt x="45720" y="234696"/>
                </a:lnTo>
                <a:lnTo>
                  <a:pt x="51816" y="233172"/>
                </a:lnTo>
                <a:lnTo>
                  <a:pt x="120396" y="233172"/>
                </a:lnTo>
                <a:lnTo>
                  <a:pt x="126492" y="239268"/>
                </a:lnTo>
                <a:lnTo>
                  <a:pt x="131064" y="245364"/>
                </a:lnTo>
                <a:lnTo>
                  <a:pt x="132588" y="249936"/>
                </a:lnTo>
                <a:lnTo>
                  <a:pt x="135636" y="254508"/>
                </a:lnTo>
                <a:lnTo>
                  <a:pt x="135636" y="266700"/>
                </a:lnTo>
                <a:lnTo>
                  <a:pt x="134112" y="271272"/>
                </a:lnTo>
                <a:lnTo>
                  <a:pt x="131064" y="274320"/>
                </a:lnTo>
                <a:lnTo>
                  <a:pt x="128016" y="278892"/>
                </a:lnTo>
                <a:lnTo>
                  <a:pt x="121920" y="280416"/>
                </a:lnTo>
                <a:lnTo>
                  <a:pt x="36576" y="280416"/>
                </a:lnTo>
                <a:lnTo>
                  <a:pt x="36576" y="318516"/>
                </a:lnTo>
                <a:lnTo>
                  <a:pt x="39624" y="318516"/>
                </a:lnTo>
                <a:lnTo>
                  <a:pt x="39624" y="312420"/>
                </a:lnTo>
                <a:lnTo>
                  <a:pt x="41148" y="309372"/>
                </a:lnTo>
                <a:lnTo>
                  <a:pt x="41148" y="306324"/>
                </a:lnTo>
                <a:lnTo>
                  <a:pt x="44196" y="303276"/>
                </a:lnTo>
                <a:lnTo>
                  <a:pt x="47244" y="301752"/>
                </a:lnTo>
                <a:lnTo>
                  <a:pt x="48768" y="300228"/>
                </a:lnTo>
                <a:lnTo>
                  <a:pt x="126492" y="300228"/>
                </a:lnTo>
                <a:lnTo>
                  <a:pt x="132588" y="297180"/>
                </a:lnTo>
                <a:lnTo>
                  <a:pt x="137160" y="295656"/>
                </a:lnTo>
                <a:lnTo>
                  <a:pt x="141732" y="292608"/>
                </a:lnTo>
                <a:lnTo>
                  <a:pt x="146304" y="288036"/>
                </a:lnTo>
                <a:lnTo>
                  <a:pt x="149352" y="283464"/>
                </a:lnTo>
                <a:lnTo>
                  <a:pt x="150876" y="277368"/>
                </a:lnTo>
                <a:lnTo>
                  <a:pt x="150876" y="265176"/>
                </a:lnTo>
                <a:lnTo>
                  <a:pt x="128016" y="233172"/>
                </a:lnTo>
                <a:lnTo>
                  <a:pt x="150876" y="233172"/>
                </a:lnTo>
                <a:lnTo>
                  <a:pt x="150876" y="228600"/>
                </a:lnTo>
                <a:close/>
              </a:path>
              <a:path extrusionOk="0" h="542925" w="151129">
                <a:moveTo>
                  <a:pt x="150876" y="22860"/>
                </a:moveTo>
                <a:lnTo>
                  <a:pt x="149352" y="18288"/>
                </a:lnTo>
                <a:lnTo>
                  <a:pt x="144780" y="12192"/>
                </a:lnTo>
                <a:lnTo>
                  <a:pt x="141732" y="7620"/>
                </a:lnTo>
                <a:lnTo>
                  <a:pt x="135636" y="3048"/>
                </a:lnTo>
                <a:lnTo>
                  <a:pt x="126492" y="0"/>
                </a:lnTo>
                <a:lnTo>
                  <a:pt x="126492" y="6096"/>
                </a:lnTo>
                <a:lnTo>
                  <a:pt x="132588" y="9144"/>
                </a:lnTo>
                <a:lnTo>
                  <a:pt x="134112" y="12192"/>
                </a:lnTo>
                <a:lnTo>
                  <a:pt x="135636" y="13716"/>
                </a:lnTo>
                <a:lnTo>
                  <a:pt x="135636" y="22860"/>
                </a:lnTo>
                <a:lnTo>
                  <a:pt x="134112" y="25908"/>
                </a:lnTo>
                <a:lnTo>
                  <a:pt x="132588" y="27432"/>
                </a:lnTo>
                <a:lnTo>
                  <a:pt x="129540" y="28956"/>
                </a:lnTo>
                <a:lnTo>
                  <a:pt x="124968" y="30480"/>
                </a:lnTo>
                <a:lnTo>
                  <a:pt x="44196" y="30480"/>
                </a:lnTo>
                <a:lnTo>
                  <a:pt x="44196" y="4572"/>
                </a:lnTo>
                <a:lnTo>
                  <a:pt x="36576" y="4572"/>
                </a:lnTo>
                <a:lnTo>
                  <a:pt x="36576" y="30480"/>
                </a:lnTo>
                <a:lnTo>
                  <a:pt x="0" y="30480"/>
                </a:lnTo>
                <a:lnTo>
                  <a:pt x="0" y="33528"/>
                </a:lnTo>
                <a:lnTo>
                  <a:pt x="9144" y="36576"/>
                </a:lnTo>
                <a:lnTo>
                  <a:pt x="13716" y="39624"/>
                </a:lnTo>
                <a:lnTo>
                  <a:pt x="16764" y="41148"/>
                </a:lnTo>
                <a:lnTo>
                  <a:pt x="22860" y="45720"/>
                </a:lnTo>
                <a:lnTo>
                  <a:pt x="36576" y="59436"/>
                </a:lnTo>
                <a:lnTo>
                  <a:pt x="39624" y="64008"/>
                </a:lnTo>
                <a:lnTo>
                  <a:pt x="41148" y="68580"/>
                </a:lnTo>
                <a:lnTo>
                  <a:pt x="44196" y="68580"/>
                </a:lnTo>
                <a:lnTo>
                  <a:pt x="44196" y="50292"/>
                </a:lnTo>
                <a:lnTo>
                  <a:pt x="129540" y="50292"/>
                </a:lnTo>
                <a:lnTo>
                  <a:pt x="135636" y="48768"/>
                </a:lnTo>
                <a:lnTo>
                  <a:pt x="138684" y="47244"/>
                </a:lnTo>
                <a:lnTo>
                  <a:pt x="143256" y="45720"/>
                </a:lnTo>
                <a:lnTo>
                  <a:pt x="146304" y="42672"/>
                </a:lnTo>
                <a:lnTo>
                  <a:pt x="147828" y="39624"/>
                </a:lnTo>
                <a:lnTo>
                  <a:pt x="150876" y="36576"/>
                </a:lnTo>
                <a:lnTo>
                  <a:pt x="150876" y="22860"/>
                </a:lnTo>
                <a:close/>
              </a:path>
              <a:path extrusionOk="0" h="542925" w="151129">
                <a:moveTo>
                  <a:pt x="150888" y="381000"/>
                </a:moveTo>
                <a:lnTo>
                  <a:pt x="150812" y="379476"/>
                </a:lnTo>
                <a:lnTo>
                  <a:pt x="150545" y="373291"/>
                </a:lnTo>
                <a:lnTo>
                  <a:pt x="149364" y="366141"/>
                </a:lnTo>
                <a:lnTo>
                  <a:pt x="147027" y="359575"/>
                </a:lnTo>
                <a:lnTo>
                  <a:pt x="143268" y="353593"/>
                </a:lnTo>
                <a:lnTo>
                  <a:pt x="143268" y="368808"/>
                </a:lnTo>
                <a:lnTo>
                  <a:pt x="143268" y="376428"/>
                </a:lnTo>
                <a:lnTo>
                  <a:pt x="117043" y="404812"/>
                </a:lnTo>
                <a:lnTo>
                  <a:pt x="83832" y="409956"/>
                </a:lnTo>
                <a:lnTo>
                  <a:pt x="73164" y="409956"/>
                </a:lnTo>
                <a:lnTo>
                  <a:pt x="45732" y="396240"/>
                </a:lnTo>
                <a:lnTo>
                  <a:pt x="42684" y="391668"/>
                </a:lnTo>
                <a:lnTo>
                  <a:pt x="41160" y="387096"/>
                </a:lnTo>
                <a:lnTo>
                  <a:pt x="41160" y="374904"/>
                </a:lnTo>
                <a:lnTo>
                  <a:pt x="45732" y="367284"/>
                </a:lnTo>
                <a:lnTo>
                  <a:pt x="53352" y="362712"/>
                </a:lnTo>
                <a:lnTo>
                  <a:pt x="58115" y="359575"/>
                </a:lnTo>
                <a:lnTo>
                  <a:pt x="62687" y="356616"/>
                </a:lnTo>
                <a:lnTo>
                  <a:pt x="73545" y="352425"/>
                </a:lnTo>
                <a:lnTo>
                  <a:pt x="86347" y="349859"/>
                </a:lnTo>
                <a:lnTo>
                  <a:pt x="100596" y="348996"/>
                </a:lnTo>
                <a:lnTo>
                  <a:pt x="111404" y="349554"/>
                </a:lnTo>
                <a:lnTo>
                  <a:pt x="143268" y="368808"/>
                </a:lnTo>
                <a:lnTo>
                  <a:pt x="143268" y="353593"/>
                </a:lnTo>
                <a:lnTo>
                  <a:pt x="140360" y="348996"/>
                </a:lnTo>
                <a:lnTo>
                  <a:pt x="139268" y="347268"/>
                </a:lnTo>
                <a:lnTo>
                  <a:pt x="105168" y="328231"/>
                </a:lnTo>
                <a:lnTo>
                  <a:pt x="89928" y="326136"/>
                </a:lnTo>
                <a:lnTo>
                  <a:pt x="79921" y="326999"/>
                </a:lnTo>
                <a:lnTo>
                  <a:pt x="44462" y="347548"/>
                </a:lnTo>
                <a:lnTo>
                  <a:pt x="33528" y="379476"/>
                </a:lnTo>
                <a:lnTo>
                  <a:pt x="33655" y="381000"/>
                </a:lnTo>
                <a:lnTo>
                  <a:pt x="34086" y="386321"/>
                </a:lnTo>
                <a:lnTo>
                  <a:pt x="56591" y="421462"/>
                </a:lnTo>
                <a:lnTo>
                  <a:pt x="64020" y="425196"/>
                </a:lnTo>
                <a:lnTo>
                  <a:pt x="71107" y="428967"/>
                </a:lnTo>
                <a:lnTo>
                  <a:pt x="78498" y="431292"/>
                </a:lnTo>
                <a:lnTo>
                  <a:pt x="85877" y="432485"/>
                </a:lnTo>
                <a:lnTo>
                  <a:pt x="92976" y="432816"/>
                </a:lnTo>
                <a:lnTo>
                  <a:pt x="103847" y="432206"/>
                </a:lnTo>
                <a:lnTo>
                  <a:pt x="139954" y="412940"/>
                </a:lnTo>
                <a:lnTo>
                  <a:pt x="141935" y="409956"/>
                </a:lnTo>
                <a:lnTo>
                  <a:pt x="146126" y="403669"/>
                </a:lnTo>
                <a:lnTo>
                  <a:pt x="149720" y="392988"/>
                </a:lnTo>
                <a:lnTo>
                  <a:pt x="150888" y="3810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54" name="Google Shape;2954;p49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134868" y="6987540"/>
            <a:ext cx="175259" cy="220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955" name="Google Shape;2955;p49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192977" y="6839711"/>
            <a:ext cx="117150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56" name="Google Shape;2956;p49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134867" y="6362700"/>
            <a:ext cx="225551" cy="408432"/>
          </a:xfrm>
          <a:prstGeom prst="rect">
            <a:avLst/>
          </a:prstGeom>
          <a:noFill/>
          <a:ln>
            <a:noFill/>
          </a:ln>
        </p:spPr>
      </p:pic>
      <p:sp>
        <p:nvSpPr>
          <p:cNvPr id="2957" name="Google Shape;2957;p49"/>
          <p:cNvSpPr/>
          <p:nvPr/>
        </p:nvSpPr>
        <p:spPr>
          <a:xfrm>
            <a:off x="3552444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9144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58" name="Google Shape;2958;p49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491484" y="7903464"/>
            <a:ext cx="225551" cy="976883"/>
          </a:xfrm>
          <a:prstGeom prst="rect">
            <a:avLst/>
          </a:prstGeom>
          <a:noFill/>
          <a:ln>
            <a:noFill/>
          </a:ln>
        </p:spPr>
      </p:pic>
      <p:pic>
        <p:nvPicPr>
          <p:cNvPr id="2959" name="Google Shape;2959;p49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491484" y="6851904"/>
            <a:ext cx="225552" cy="9814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60" name="Google Shape;2960;p49"/>
          <p:cNvGrpSpPr/>
          <p:nvPr/>
        </p:nvGrpSpPr>
        <p:grpSpPr>
          <a:xfrm>
            <a:off x="3491484" y="6412992"/>
            <a:ext cx="175260" cy="370332"/>
            <a:chOff x="3491484" y="6412992"/>
            <a:chExt cx="175260" cy="370332"/>
          </a:xfrm>
        </p:grpSpPr>
        <p:pic>
          <p:nvPicPr>
            <p:cNvPr id="2961" name="Google Shape;2961;p49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549396" y="6676644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62" name="Google Shape;2962;p49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491484" y="6559296"/>
              <a:ext cx="172212" cy="975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63" name="Google Shape;2963;p49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549396" y="6412992"/>
              <a:ext cx="117348" cy="10210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964" name="Google Shape;2964;p49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491484" y="5937504"/>
            <a:ext cx="225551" cy="406908"/>
          </a:xfrm>
          <a:prstGeom prst="rect">
            <a:avLst/>
          </a:prstGeom>
          <a:noFill/>
          <a:ln>
            <a:noFill/>
          </a:ln>
        </p:spPr>
      </p:pic>
      <p:sp>
        <p:nvSpPr>
          <p:cNvPr id="2965" name="Google Shape;2965;p49"/>
          <p:cNvSpPr/>
          <p:nvPr/>
        </p:nvSpPr>
        <p:spPr>
          <a:xfrm>
            <a:off x="3907536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66" name="Google Shape;2966;p49"/>
          <p:cNvGrpSpPr/>
          <p:nvPr/>
        </p:nvGrpSpPr>
        <p:grpSpPr>
          <a:xfrm>
            <a:off x="3854195" y="8253984"/>
            <a:ext cx="167640" cy="632460"/>
            <a:chOff x="3854195" y="8253984"/>
            <a:chExt cx="167640" cy="632460"/>
          </a:xfrm>
        </p:grpSpPr>
        <p:pic>
          <p:nvPicPr>
            <p:cNvPr id="2967" name="Google Shape;2967;p49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854195" y="8761476"/>
              <a:ext cx="164592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68" name="Google Shape;2968;p49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904487" y="8253984"/>
              <a:ext cx="117348" cy="4876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969" name="Google Shape;2969;p49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846576" y="6917435"/>
            <a:ext cx="225551" cy="12694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70" name="Google Shape;2970;p49"/>
          <p:cNvGrpSpPr/>
          <p:nvPr/>
        </p:nvGrpSpPr>
        <p:grpSpPr>
          <a:xfrm>
            <a:off x="3846576" y="6483095"/>
            <a:ext cx="175259" cy="367284"/>
            <a:chOff x="3846576" y="6483095"/>
            <a:chExt cx="175259" cy="367284"/>
          </a:xfrm>
        </p:grpSpPr>
        <p:pic>
          <p:nvPicPr>
            <p:cNvPr id="2971" name="Google Shape;2971;p49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846576" y="6627875"/>
              <a:ext cx="175259" cy="2225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72" name="Google Shape;2972;p49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904685" y="6483095"/>
              <a:ext cx="117150" cy="10210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973" name="Google Shape;2973;p49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846576" y="6004559"/>
            <a:ext cx="225551" cy="406908"/>
          </a:xfrm>
          <a:prstGeom prst="rect">
            <a:avLst/>
          </a:prstGeom>
          <a:noFill/>
          <a:ln>
            <a:noFill/>
          </a:ln>
        </p:spPr>
      </p:pic>
      <p:sp>
        <p:nvSpPr>
          <p:cNvPr id="2974" name="Google Shape;2974;p49"/>
          <p:cNvSpPr/>
          <p:nvPr/>
        </p:nvSpPr>
        <p:spPr>
          <a:xfrm>
            <a:off x="4264152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7620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7620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75" name="Google Shape;2975;p49"/>
          <p:cNvGrpSpPr/>
          <p:nvPr/>
        </p:nvGrpSpPr>
        <p:grpSpPr>
          <a:xfrm>
            <a:off x="4210811" y="8253984"/>
            <a:ext cx="167640" cy="632460"/>
            <a:chOff x="4210811" y="8253984"/>
            <a:chExt cx="167640" cy="632460"/>
          </a:xfrm>
        </p:grpSpPr>
        <p:pic>
          <p:nvPicPr>
            <p:cNvPr id="2976" name="Google Shape;2976;p49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4210811" y="8761476"/>
              <a:ext cx="164592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77" name="Google Shape;2977;p49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4261103" y="8253984"/>
              <a:ext cx="117348" cy="48767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78" name="Google Shape;2978;p49"/>
          <p:cNvSpPr/>
          <p:nvPr/>
        </p:nvSpPr>
        <p:spPr>
          <a:xfrm>
            <a:off x="4203179" y="7484364"/>
            <a:ext cx="226060" cy="702945"/>
          </a:xfrm>
          <a:custGeom>
            <a:rect b="b" l="l" r="r" t="t"/>
            <a:pathLst>
              <a:path extrusionOk="0" h="702945" w="226060">
                <a:moveTo>
                  <a:pt x="24396" y="217932"/>
                </a:moveTo>
                <a:lnTo>
                  <a:pt x="22872" y="214884"/>
                </a:lnTo>
                <a:lnTo>
                  <a:pt x="18300" y="210312"/>
                </a:lnTo>
                <a:lnTo>
                  <a:pt x="15252" y="208788"/>
                </a:lnTo>
                <a:lnTo>
                  <a:pt x="7632" y="208788"/>
                </a:lnTo>
                <a:lnTo>
                  <a:pt x="6108" y="210312"/>
                </a:lnTo>
                <a:lnTo>
                  <a:pt x="3060" y="211836"/>
                </a:lnTo>
                <a:lnTo>
                  <a:pt x="12" y="214884"/>
                </a:lnTo>
                <a:lnTo>
                  <a:pt x="12" y="227076"/>
                </a:lnTo>
                <a:lnTo>
                  <a:pt x="3060" y="230124"/>
                </a:lnTo>
                <a:lnTo>
                  <a:pt x="6108" y="231648"/>
                </a:lnTo>
                <a:lnTo>
                  <a:pt x="7632" y="233172"/>
                </a:lnTo>
                <a:lnTo>
                  <a:pt x="15252" y="233172"/>
                </a:lnTo>
                <a:lnTo>
                  <a:pt x="18300" y="231648"/>
                </a:lnTo>
                <a:lnTo>
                  <a:pt x="22872" y="227076"/>
                </a:lnTo>
                <a:lnTo>
                  <a:pt x="24396" y="224028"/>
                </a:lnTo>
                <a:lnTo>
                  <a:pt x="24396" y="217932"/>
                </a:lnTo>
                <a:close/>
              </a:path>
              <a:path extrusionOk="0" h="702945" w="226060">
                <a:moveTo>
                  <a:pt x="172212" y="355092"/>
                </a:moveTo>
                <a:lnTo>
                  <a:pt x="169164" y="355092"/>
                </a:lnTo>
                <a:lnTo>
                  <a:pt x="169164" y="359664"/>
                </a:lnTo>
                <a:lnTo>
                  <a:pt x="166116" y="365760"/>
                </a:lnTo>
                <a:lnTo>
                  <a:pt x="166116" y="367284"/>
                </a:lnTo>
                <a:lnTo>
                  <a:pt x="164592" y="368808"/>
                </a:lnTo>
                <a:lnTo>
                  <a:pt x="161544" y="368808"/>
                </a:lnTo>
                <a:lnTo>
                  <a:pt x="160020" y="370332"/>
                </a:lnTo>
                <a:lnTo>
                  <a:pt x="153924" y="371856"/>
                </a:lnTo>
                <a:lnTo>
                  <a:pt x="82296" y="371856"/>
                </a:lnTo>
                <a:lnTo>
                  <a:pt x="77724" y="373380"/>
                </a:lnTo>
                <a:lnTo>
                  <a:pt x="70104" y="376428"/>
                </a:lnTo>
                <a:lnTo>
                  <a:pt x="65532" y="379476"/>
                </a:lnTo>
                <a:lnTo>
                  <a:pt x="59436" y="388620"/>
                </a:lnTo>
                <a:lnTo>
                  <a:pt x="57912" y="394716"/>
                </a:lnTo>
                <a:lnTo>
                  <a:pt x="57912" y="400812"/>
                </a:lnTo>
                <a:lnTo>
                  <a:pt x="59347" y="409981"/>
                </a:lnTo>
                <a:lnTo>
                  <a:pt x="63627" y="419290"/>
                </a:lnTo>
                <a:lnTo>
                  <a:pt x="70777" y="428891"/>
                </a:lnTo>
                <a:lnTo>
                  <a:pt x="80772" y="438912"/>
                </a:lnTo>
                <a:lnTo>
                  <a:pt x="57912" y="438912"/>
                </a:lnTo>
                <a:lnTo>
                  <a:pt x="57912" y="443484"/>
                </a:lnTo>
                <a:lnTo>
                  <a:pt x="71628" y="477012"/>
                </a:lnTo>
                <a:lnTo>
                  <a:pt x="74676" y="473964"/>
                </a:lnTo>
                <a:lnTo>
                  <a:pt x="73152" y="470916"/>
                </a:lnTo>
                <a:lnTo>
                  <a:pt x="71628" y="469392"/>
                </a:lnTo>
                <a:lnTo>
                  <a:pt x="71628" y="464820"/>
                </a:lnTo>
                <a:lnTo>
                  <a:pt x="73152" y="463296"/>
                </a:lnTo>
                <a:lnTo>
                  <a:pt x="73152" y="461772"/>
                </a:lnTo>
                <a:lnTo>
                  <a:pt x="74676" y="460248"/>
                </a:lnTo>
                <a:lnTo>
                  <a:pt x="76200" y="460248"/>
                </a:lnTo>
                <a:lnTo>
                  <a:pt x="79248" y="458724"/>
                </a:lnTo>
                <a:lnTo>
                  <a:pt x="161544" y="458724"/>
                </a:lnTo>
                <a:lnTo>
                  <a:pt x="164592" y="460248"/>
                </a:lnTo>
                <a:lnTo>
                  <a:pt x="167640" y="463296"/>
                </a:lnTo>
                <a:lnTo>
                  <a:pt x="169164" y="466344"/>
                </a:lnTo>
                <a:lnTo>
                  <a:pt x="169164" y="475488"/>
                </a:lnTo>
                <a:lnTo>
                  <a:pt x="172212" y="475488"/>
                </a:lnTo>
                <a:lnTo>
                  <a:pt x="172212" y="422148"/>
                </a:lnTo>
                <a:lnTo>
                  <a:pt x="169164" y="422148"/>
                </a:lnTo>
                <a:lnTo>
                  <a:pt x="169164" y="426720"/>
                </a:lnTo>
                <a:lnTo>
                  <a:pt x="167640" y="431292"/>
                </a:lnTo>
                <a:lnTo>
                  <a:pt x="167640" y="432816"/>
                </a:lnTo>
                <a:lnTo>
                  <a:pt x="164592" y="435864"/>
                </a:lnTo>
                <a:lnTo>
                  <a:pt x="161544" y="437388"/>
                </a:lnTo>
                <a:lnTo>
                  <a:pt x="160020" y="437388"/>
                </a:lnTo>
                <a:lnTo>
                  <a:pt x="155448" y="438912"/>
                </a:lnTo>
                <a:lnTo>
                  <a:pt x="88392" y="438912"/>
                </a:lnTo>
                <a:lnTo>
                  <a:pt x="81521" y="431152"/>
                </a:lnTo>
                <a:lnTo>
                  <a:pt x="76771" y="423672"/>
                </a:lnTo>
                <a:lnTo>
                  <a:pt x="74041" y="416204"/>
                </a:lnTo>
                <a:lnTo>
                  <a:pt x="73152" y="408432"/>
                </a:lnTo>
                <a:lnTo>
                  <a:pt x="73152" y="402336"/>
                </a:lnTo>
                <a:lnTo>
                  <a:pt x="74676" y="397764"/>
                </a:lnTo>
                <a:lnTo>
                  <a:pt x="83820" y="391668"/>
                </a:lnTo>
                <a:lnTo>
                  <a:pt x="161544" y="391668"/>
                </a:lnTo>
                <a:lnTo>
                  <a:pt x="164592" y="393192"/>
                </a:lnTo>
                <a:lnTo>
                  <a:pt x="166116" y="394716"/>
                </a:lnTo>
                <a:lnTo>
                  <a:pt x="169164" y="400812"/>
                </a:lnTo>
                <a:lnTo>
                  <a:pt x="169164" y="408432"/>
                </a:lnTo>
                <a:lnTo>
                  <a:pt x="172212" y="408432"/>
                </a:lnTo>
                <a:lnTo>
                  <a:pt x="172212" y="355092"/>
                </a:lnTo>
                <a:close/>
              </a:path>
              <a:path extrusionOk="0" h="702945" w="226060">
                <a:moveTo>
                  <a:pt x="172224" y="193548"/>
                </a:moveTo>
                <a:lnTo>
                  <a:pt x="169176" y="193548"/>
                </a:lnTo>
                <a:lnTo>
                  <a:pt x="169176" y="198120"/>
                </a:lnTo>
                <a:lnTo>
                  <a:pt x="167652" y="202692"/>
                </a:lnTo>
                <a:lnTo>
                  <a:pt x="166128" y="204216"/>
                </a:lnTo>
                <a:lnTo>
                  <a:pt x="166128" y="205740"/>
                </a:lnTo>
                <a:lnTo>
                  <a:pt x="164604" y="207264"/>
                </a:lnTo>
                <a:lnTo>
                  <a:pt x="158508" y="210312"/>
                </a:lnTo>
                <a:lnTo>
                  <a:pt x="57924" y="210312"/>
                </a:lnTo>
                <a:lnTo>
                  <a:pt x="57924" y="214884"/>
                </a:lnTo>
                <a:lnTo>
                  <a:pt x="71640" y="248412"/>
                </a:lnTo>
                <a:lnTo>
                  <a:pt x="74688" y="246888"/>
                </a:lnTo>
                <a:lnTo>
                  <a:pt x="71640" y="240792"/>
                </a:lnTo>
                <a:lnTo>
                  <a:pt x="71640" y="236220"/>
                </a:lnTo>
                <a:lnTo>
                  <a:pt x="73164" y="234696"/>
                </a:lnTo>
                <a:lnTo>
                  <a:pt x="73164" y="233172"/>
                </a:lnTo>
                <a:lnTo>
                  <a:pt x="74688" y="233172"/>
                </a:lnTo>
                <a:lnTo>
                  <a:pt x="76212" y="231648"/>
                </a:lnTo>
                <a:lnTo>
                  <a:pt x="79260" y="231648"/>
                </a:lnTo>
                <a:lnTo>
                  <a:pt x="83299" y="230771"/>
                </a:lnTo>
                <a:lnTo>
                  <a:pt x="88785" y="230314"/>
                </a:lnTo>
                <a:lnTo>
                  <a:pt x="97002" y="230124"/>
                </a:lnTo>
                <a:lnTo>
                  <a:pt x="158508" y="230124"/>
                </a:lnTo>
                <a:lnTo>
                  <a:pt x="164604" y="233172"/>
                </a:lnTo>
                <a:lnTo>
                  <a:pt x="167652" y="236220"/>
                </a:lnTo>
                <a:lnTo>
                  <a:pt x="167652" y="237744"/>
                </a:lnTo>
                <a:lnTo>
                  <a:pt x="169176" y="240792"/>
                </a:lnTo>
                <a:lnTo>
                  <a:pt x="169176" y="246888"/>
                </a:lnTo>
                <a:lnTo>
                  <a:pt x="172224" y="246888"/>
                </a:lnTo>
                <a:lnTo>
                  <a:pt x="172224" y="230124"/>
                </a:lnTo>
                <a:lnTo>
                  <a:pt x="172224" y="193548"/>
                </a:lnTo>
                <a:close/>
              </a:path>
              <a:path extrusionOk="0" h="702945" w="226060">
                <a:moveTo>
                  <a:pt x="175260" y="620268"/>
                </a:moveTo>
                <a:lnTo>
                  <a:pt x="161544" y="589788"/>
                </a:lnTo>
                <a:lnTo>
                  <a:pt x="158496" y="591312"/>
                </a:lnTo>
                <a:lnTo>
                  <a:pt x="160020" y="594360"/>
                </a:lnTo>
                <a:lnTo>
                  <a:pt x="160020" y="601980"/>
                </a:lnTo>
                <a:lnTo>
                  <a:pt x="158496" y="603504"/>
                </a:lnTo>
                <a:lnTo>
                  <a:pt x="156972" y="603504"/>
                </a:lnTo>
                <a:lnTo>
                  <a:pt x="155448" y="605028"/>
                </a:lnTo>
                <a:lnTo>
                  <a:pt x="152400" y="605028"/>
                </a:lnTo>
                <a:lnTo>
                  <a:pt x="149352" y="606552"/>
                </a:lnTo>
                <a:lnTo>
                  <a:pt x="0" y="606552"/>
                </a:lnTo>
                <a:lnTo>
                  <a:pt x="0" y="611124"/>
                </a:lnTo>
                <a:lnTo>
                  <a:pt x="13716" y="643128"/>
                </a:lnTo>
                <a:lnTo>
                  <a:pt x="16764" y="641604"/>
                </a:lnTo>
                <a:lnTo>
                  <a:pt x="13716" y="635508"/>
                </a:lnTo>
                <a:lnTo>
                  <a:pt x="13716" y="632460"/>
                </a:lnTo>
                <a:lnTo>
                  <a:pt x="15240" y="630936"/>
                </a:lnTo>
                <a:lnTo>
                  <a:pt x="15240" y="629412"/>
                </a:lnTo>
                <a:lnTo>
                  <a:pt x="16764" y="627888"/>
                </a:lnTo>
                <a:lnTo>
                  <a:pt x="18288" y="627888"/>
                </a:lnTo>
                <a:lnTo>
                  <a:pt x="21336" y="626364"/>
                </a:lnTo>
                <a:lnTo>
                  <a:pt x="67056" y="626364"/>
                </a:lnTo>
                <a:lnTo>
                  <a:pt x="60960" y="632460"/>
                </a:lnTo>
                <a:lnTo>
                  <a:pt x="57912" y="640080"/>
                </a:lnTo>
                <a:lnTo>
                  <a:pt x="57912" y="649224"/>
                </a:lnTo>
                <a:lnTo>
                  <a:pt x="77724" y="687324"/>
                </a:lnTo>
                <a:lnTo>
                  <a:pt x="120396" y="702564"/>
                </a:lnTo>
                <a:lnTo>
                  <a:pt x="132486" y="701687"/>
                </a:lnTo>
                <a:lnTo>
                  <a:pt x="132257" y="701687"/>
                </a:lnTo>
                <a:lnTo>
                  <a:pt x="142494" y="699135"/>
                </a:lnTo>
                <a:lnTo>
                  <a:pt x="151688" y="694855"/>
                </a:lnTo>
                <a:lnTo>
                  <a:pt x="160020" y="688848"/>
                </a:lnTo>
                <a:lnTo>
                  <a:pt x="166268" y="681951"/>
                </a:lnTo>
                <a:lnTo>
                  <a:pt x="167767" y="679704"/>
                </a:lnTo>
                <a:lnTo>
                  <a:pt x="171069" y="674751"/>
                </a:lnTo>
                <a:lnTo>
                  <a:pt x="174167" y="666991"/>
                </a:lnTo>
                <a:lnTo>
                  <a:pt x="175221" y="658749"/>
                </a:lnTo>
                <a:lnTo>
                  <a:pt x="175260" y="652272"/>
                </a:lnTo>
                <a:lnTo>
                  <a:pt x="173736" y="646176"/>
                </a:lnTo>
                <a:lnTo>
                  <a:pt x="167640" y="637032"/>
                </a:lnTo>
                <a:lnTo>
                  <a:pt x="163068" y="630936"/>
                </a:lnTo>
                <a:lnTo>
                  <a:pt x="160020" y="629107"/>
                </a:lnTo>
                <a:lnTo>
                  <a:pt x="160020" y="640080"/>
                </a:lnTo>
                <a:lnTo>
                  <a:pt x="160020" y="646176"/>
                </a:lnTo>
                <a:lnTo>
                  <a:pt x="131445" y="677227"/>
                </a:lnTo>
                <a:lnTo>
                  <a:pt x="109728" y="679704"/>
                </a:lnTo>
                <a:lnTo>
                  <a:pt x="98894" y="679119"/>
                </a:lnTo>
                <a:lnTo>
                  <a:pt x="65532" y="656844"/>
                </a:lnTo>
                <a:lnTo>
                  <a:pt x="65532" y="643128"/>
                </a:lnTo>
                <a:lnTo>
                  <a:pt x="68580" y="640080"/>
                </a:lnTo>
                <a:lnTo>
                  <a:pt x="70104" y="635508"/>
                </a:lnTo>
                <a:lnTo>
                  <a:pt x="73152" y="632460"/>
                </a:lnTo>
                <a:lnTo>
                  <a:pt x="77724" y="630936"/>
                </a:lnTo>
                <a:lnTo>
                  <a:pt x="82296" y="627888"/>
                </a:lnTo>
                <a:lnTo>
                  <a:pt x="88392" y="626364"/>
                </a:lnTo>
                <a:lnTo>
                  <a:pt x="147828" y="626364"/>
                </a:lnTo>
                <a:lnTo>
                  <a:pt x="155448" y="632460"/>
                </a:lnTo>
                <a:lnTo>
                  <a:pt x="160020" y="640080"/>
                </a:lnTo>
                <a:lnTo>
                  <a:pt x="160020" y="629107"/>
                </a:lnTo>
                <a:lnTo>
                  <a:pt x="155448" y="626364"/>
                </a:lnTo>
                <a:lnTo>
                  <a:pt x="175260" y="626364"/>
                </a:lnTo>
                <a:lnTo>
                  <a:pt x="175260" y="620268"/>
                </a:lnTo>
                <a:close/>
              </a:path>
              <a:path extrusionOk="0" h="702945" w="226060">
                <a:moveTo>
                  <a:pt x="175260" y="303276"/>
                </a:moveTo>
                <a:lnTo>
                  <a:pt x="155067" y="268414"/>
                </a:lnTo>
                <a:lnTo>
                  <a:pt x="141732" y="265176"/>
                </a:lnTo>
                <a:lnTo>
                  <a:pt x="132016" y="266852"/>
                </a:lnTo>
                <a:lnTo>
                  <a:pt x="123444" y="271653"/>
                </a:lnTo>
                <a:lnTo>
                  <a:pt x="116014" y="279323"/>
                </a:lnTo>
                <a:lnTo>
                  <a:pt x="109728" y="289560"/>
                </a:lnTo>
                <a:lnTo>
                  <a:pt x="109639" y="289750"/>
                </a:lnTo>
                <a:lnTo>
                  <a:pt x="100584" y="307848"/>
                </a:lnTo>
                <a:lnTo>
                  <a:pt x="97536" y="315468"/>
                </a:lnTo>
                <a:lnTo>
                  <a:pt x="94488" y="320040"/>
                </a:lnTo>
                <a:lnTo>
                  <a:pt x="91440" y="321564"/>
                </a:lnTo>
                <a:lnTo>
                  <a:pt x="86868" y="324612"/>
                </a:lnTo>
                <a:lnTo>
                  <a:pt x="76200" y="324612"/>
                </a:lnTo>
                <a:lnTo>
                  <a:pt x="71628" y="323088"/>
                </a:lnTo>
                <a:lnTo>
                  <a:pt x="70104" y="320040"/>
                </a:lnTo>
                <a:lnTo>
                  <a:pt x="67056" y="316992"/>
                </a:lnTo>
                <a:lnTo>
                  <a:pt x="65532" y="312420"/>
                </a:lnTo>
                <a:lnTo>
                  <a:pt x="65532" y="300228"/>
                </a:lnTo>
                <a:lnTo>
                  <a:pt x="96012" y="277368"/>
                </a:lnTo>
                <a:lnTo>
                  <a:pt x="96012" y="274320"/>
                </a:lnTo>
                <a:lnTo>
                  <a:pt x="57912" y="274320"/>
                </a:lnTo>
                <a:lnTo>
                  <a:pt x="57912" y="277368"/>
                </a:lnTo>
                <a:lnTo>
                  <a:pt x="59436" y="278892"/>
                </a:lnTo>
                <a:lnTo>
                  <a:pt x="60960" y="278892"/>
                </a:lnTo>
                <a:lnTo>
                  <a:pt x="60960" y="280416"/>
                </a:lnTo>
                <a:lnTo>
                  <a:pt x="62484" y="281940"/>
                </a:lnTo>
                <a:lnTo>
                  <a:pt x="62484" y="284988"/>
                </a:lnTo>
                <a:lnTo>
                  <a:pt x="59436" y="291084"/>
                </a:lnTo>
                <a:lnTo>
                  <a:pt x="57912" y="297180"/>
                </a:lnTo>
                <a:lnTo>
                  <a:pt x="58039" y="307848"/>
                </a:lnTo>
                <a:lnTo>
                  <a:pt x="58153" y="309372"/>
                </a:lnTo>
                <a:lnTo>
                  <a:pt x="58267" y="310896"/>
                </a:lnTo>
                <a:lnTo>
                  <a:pt x="58381" y="312420"/>
                </a:lnTo>
                <a:lnTo>
                  <a:pt x="58483" y="313778"/>
                </a:lnTo>
                <a:lnTo>
                  <a:pt x="60198" y="320230"/>
                </a:lnTo>
                <a:lnTo>
                  <a:pt x="63055" y="325831"/>
                </a:lnTo>
                <a:lnTo>
                  <a:pt x="67056" y="330708"/>
                </a:lnTo>
                <a:lnTo>
                  <a:pt x="71628" y="336804"/>
                </a:lnTo>
                <a:lnTo>
                  <a:pt x="79248" y="339852"/>
                </a:lnTo>
                <a:lnTo>
                  <a:pt x="96012" y="339852"/>
                </a:lnTo>
                <a:lnTo>
                  <a:pt x="113563" y="324612"/>
                </a:lnTo>
                <a:lnTo>
                  <a:pt x="116738" y="319214"/>
                </a:lnTo>
                <a:lnTo>
                  <a:pt x="135636" y="289560"/>
                </a:lnTo>
                <a:lnTo>
                  <a:pt x="138684" y="284988"/>
                </a:lnTo>
                <a:lnTo>
                  <a:pt x="145262" y="283349"/>
                </a:lnTo>
                <a:lnTo>
                  <a:pt x="153568" y="283349"/>
                </a:lnTo>
                <a:lnTo>
                  <a:pt x="158496" y="284988"/>
                </a:lnTo>
                <a:lnTo>
                  <a:pt x="161544" y="289560"/>
                </a:lnTo>
                <a:lnTo>
                  <a:pt x="166116" y="292608"/>
                </a:lnTo>
                <a:lnTo>
                  <a:pt x="167640" y="297180"/>
                </a:lnTo>
                <a:lnTo>
                  <a:pt x="167640" y="310896"/>
                </a:lnTo>
                <a:lnTo>
                  <a:pt x="137160" y="336804"/>
                </a:lnTo>
                <a:lnTo>
                  <a:pt x="137160" y="339852"/>
                </a:lnTo>
                <a:lnTo>
                  <a:pt x="175260" y="339852"/>
                </a:lnTo>
                <a:lnTo>
                  <a:pt x="175260" y="336804"/>
                </a:lnTo>
                <a:lnTo>
                  <a:pt x="172212" y="336804"/>
                </a:lnTo>
                <a:lnTo>
                  <a:pt x="170688" y="335280"/>
                </a:lnTo>
                <a:lnTo>
                  <a:pt x="170802" y="325831"/>
                </a:lnTo>
                <a:lnTo>
                  <a:pt x="173736" y="316992"/>
                </a:lnTo>
                <a:lnTo>
                  <a:pt x="175260" y="309372"/>
                </a:lnTo>
                <a:lnTo>
                  <a:pt x="175260" y="303276"/>
                </a:lnTo>
                <a:close/>
              </a:path>
              <a:path extrusionOk="0" h="702945" w="226060">
                <a:moveTo>
                  <a:pt x="175260" y="141732"/>
                </a:moveTo>
                <a:lnTo>
                  <a:pt x="169164" y="129540"/>
                </a:lnTo>
                <a:lnTo>
                  <a:pt x="164592" y="124968"/>
                </a:lnTo>
                <a:lnTo>
                  <a:pt x="158496" y="120396"/>
                </a:lnTo>
                <a:lnTo>
                  <a:pt x="150876" y="117348"/>
                </a:lnTo>
                <a:lnTo>
                  <a:pt x="150876" y="123444"/>
                </a:lnTo>
                <a:lnTo>
                  <a:pt x="153924" y="124968"/>
                </a:lnTo>
                <a:lnTo>
                  <a:pt x="155448" y="128016"/>
                </a:lnTo>
                <a:lnTo>
                  <a:pt x="156972" y="129540"/>
                </a:lnTo>
                <a:lnTo>
                  <a:pt x="160020" y="135636"/>
                </a:lnTo>
                <a:lnTo>
                  <a:pt x="160020" y="140208"/>
                </a:lnTo>
                <a:lnTo>
                  <a:pt x="158496" y="143256"/>
                </a:lnTo>
                <a:lnTo>
                  <a:pt x="155448" y="144780"/>
                </a:lnTo>
                <a:lnTo>
                  <a:pt x="152400" y="147828"/>
                </a:lnTo>
                <a:lnTo>
                  <a:pt x="68580" y="147828"/>
                </a:lnTo>
                <a:lnTo>
                  <a:pt x="68580" y="123444"/>
                </a:lnTo>
                <a:lnTo>
                  <a:pt x="60960" y="123444"/>
                </a:lnTo>
                <a:lnTo>
                  <a:pt x="60960" y="147828"/>
                </a:lnTo>
                <a:lnTo>
                  <a:pt x="24384" y="147828"/>
                </a:lnTo>
                <a:lnTo>
                  <a:pt x="24384" y="150876"/>
                </a:lnTo>
                <a:lnTo>
                  <a:pt x="32004" y="155448"/>
                </a:lnTo>
                <a:lnTo>
                  <a:pt x="38100" y="156972"/>
                </a:lnTo>
                <a:lnTo>
                  <a:pt x="41148" y="160020"/>
                </a:lnTo>
                <a:lnTo>
                  <a:pt x="47244" y="163068"/>
                </a:lnTo>
                <a:lnTo>
                  <a:pt x="51816" y="167640"/>
                </a:lnTo>
                <a:lnTo>
                  <a:pt x="54864" y="172212"/>
                </a:lnTo>
                <a:lnTo>
                  <a:pt x="59436" y="176784"/>
                </a:lnTo>
                <a:lnTo>
                  <a:pt x="62484" y="181356"/>
                </a:lnTo>
                <a:lnTo>
                  <a:pt x="64008" y="185928"/>
                </a:lnTo>
                <a:lnTo>
                  <a:pt x="68580" y="185928"/>
                </a:lnTo>
                <a:lnTo>
                  <a:pt x="68580" y="167640"/>
                </a:lnTo>
                <a:lnTo>
                  <a:pt x="158496" y="167640"/>
                </a:lnTo>
                <a:lnTo>
                  <a:pt x="163068" y="166116"/>
                </a:lnTo>
                <a:lnTo>
                  <a:pt x="166116" y="164592"/>
                </a:lnTo>
                <a:lnTo>
                  <a:pt x="169164" y="161544"/>
                </a:lnTo>
                <a:lnTo>
                  <a:pt x="172212" y="156972"/>
                </a:lnTo>
                <a:lnTo>
                  <a:pt x="175260" y="150876"/>
                </a:lnTo>
                <a:lnTo>
                  <a:pt x="175260" y="141732"/>
                </a:lnTo>
                <a:close/>
              </a:path>
              <a:path extrusionOk="0" h="702945" w="226060">
                <a:moveTo>
                  <a:pt x="175272" y="530352"/>
                </a:moveTo>
                <a:lnTo>
                  <a:pt x="154647" y="494728"/>
                </a:lnTo>
                <a:lnTo>
                  <a:pt x="131076" y="486156"/>
                </a:lnTo>
                <a:lnTo>
                  <a:pt x="129552" y="489204"/>
                </a:lnTo>
                <a:lnTo>
                  <a:pt x="138696" y="492252"/>
                </a:lnTo>
                <a:lnTo>
                  <a:pt x="146316" y="496824"/>
                </a:lnTo>
                <a:lnTo>
                  <a:pt x="149364" y="501396"/>
                </a:lnTo>
                <a:lnTo>
                  <a:pt x="155460" y="513588"/>
                </a:lnTo>
                <a:lnTo>
                  <a:pt x="155397" y="521741"/>
                </a:lnTo>
                <a:lnTo>
                  <a:pt x="132765" y="553770"/>
                </a:lnTo>
                <a:lnTo>
                  <a:pt x="102120" y="560832"/>
                </a:lnTo>
                <a:lnTo>
                  <a:pt x="102120" y="510540"/>
                </a:lnTo>
                <a:lnTo>
                  <a:pt x="102120" y="486156"/>
                </a:lnTo>
                <a:lnTo>
                  <a:pt x="94488" y="486625"/>
                </a:lnTo>
                <a:lnTo>
                  <a:pt x="94488" y="510540"/>
                </a:lnTo>
                <a:lnTo>
                  <a:pt x="94488" y="560832"/>
                </a:lnTo>
                <a:lnTo>
                  <a:pt x="85344" y="559308"/>
                </a:lnTo>
                <a:lnTo>
                  <a:pt x="77724" y="556260"/>
                </a:lnTo>
                <a:lnTo>
                  <a:pt x="67056" y="545592"/>
                </a:lnTo>
                <a:lnTo>
                  <a:pt x="65532" y="539496"/>
                </a:lnTo>
                <a:lnTo>
                  <a:pt x="65532" y="525780"/>
                </a:lnTo>
                <a:lnTo>
                  <a:pt x="71628" y="516636"/>
                </a:lnTo>
                <a:lnTo>
                  <a:pt x="74676" y="515112"/>
                </a:lnTo>
                <a:lnTo>
                  <a:pt x="79248" y="512064"/>
                </a:lnTo>
                <a:lnTo>
                  <a:pt x="82296" y="510540"/>
                </a:lnTo>
                <a:lnTo>
                  <a:pt x="94488" y="510540"/>
                </a:lnTo>
                <a:lnTo>
                  <a:pt x="94488" y="486625"/>
                </a:lnTo>
                <a:lnTo>
                  <a:pt x="60579" y="510921"/>
                </a:lnTo>
                <a:lnTo>
                  <a:pt x="58026" y="525780"/>
                </a:lnTo>
                <a:lnTo>
                  <a:pt x="58051" y="528929"/>
                </a:lnTo>
                <a:lnTo>
                  <a:pt x="81991" y="570128"/>
                </a:lnTo>
                <a:lnTo>
                  <a:pt x="117360" y="579120"/>
                </a:lnTo>
                <a:lnTo>
                  <a:pt x="130213" y="578243"/>
                </a:lnTo>
                <a:lnTo>
                  <a:pt x="141363" y="575500"/>
                </a:lnTo>
                <a:lnTo>
                  <a:pt x="150787" y="570763"/>
                </a:lnTo>
                <a:lnTo>
                  <a:pt x="158508" y="563880"/>
                </a:lnTo>
                <a:lnTo>
                  <a:pt x="161531" y="560832"/>
                </a:lnTo>
                <a:lnTo>
                  <a:pt x="165620" y="556717"/>
                </a:lnTo>
                <a:lnTo>
                  <a:pt x="170891" y="548830"/>
                </a:lnTo>
                <a:lnTo>
                  <a:pt x="170954" y="548640"/>
                </a:lnTo>
                <a:lnTo>
                  <a:pt x="174142" y="540092"/>
                </a:lnTo>
                <a:lnTo>
                  <a:pt x="174218" y="539496"/>
                </a:lnTo>
                <a:lnTo>
                  <a:pt x="175272" y="530352"/>
                </a:lnTo>
                <a:close/>
              </a:path>
              <a:path extrusionOk="0" h="702945" w="226060">
                <a:moveTo>
                  <a:pt x="225552" y="91440"/>
                </a:moveTo>
                <a:lnTo>
                  <a:pt x="222504" y="83820"/>
                </a:lnTo>
                <a:lnTo>
                  <a:pt x="216420" y="77724"/>
                </a:lnTo>
                <a:lnTo>
                  <a:pt x="212178" y="72301"/>
                </a:lnTo>
                <a:lnTo>
                  <a:pt x="206514" y="67437"/>
                </a:lnTo>
                <a:lnTo>
                  <a:pt x="199694" y="63157"/>
                </a:lnTo>
                <a:lnTo>
                  <a:pt x="192036" y="59436"/>
                </a:lnTo>
                <a:lnTo>
                  <a:pt x="188188" y="57912"/>
                </a:lnTo>
                <a:lnTo>
                  <a:pt x="96126" y="21336"/>
                </a:lnTo>
                <a:lnTo>
                  <a:pt x="80784" y="15240"/>
                </a:lnTo>
                <a:lnTo>
                  <a:pt x="74688" y="13716"/>
                </a:lnTo>
                <a:lnTo>
                  <a:pt x="71640" y="12192"/>
                </a:lnTo>
                <a:lnTo>
                  <a:pt x="64020" y="4572"/>
                </a:lnTo>
                <a:lnTo>
                  <a:pt x="64020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20" y="33528"/>
                </a:lnTo>
                <a:lnTo>
                  <a:pt x="64020" y="25908"/>
                </a:lnTo>
                <a:lnTo>
                  <a:pt x="65544" y="24384"/>
                </a:lnTo>
                <a:lnTo>
                  <a:pt x="65544" y="22860"/>
                </a:lnTo>
                <a:lnTo>
                  <a:pt x="67068" y="22860"/>
                </a:lnTo>
                <a:lnTo>
                  <a:pt x="67068" y="21336"/>
                </a:lnTo>
                <a:lnTo>
                  <a:pt x="73164" y="21336"/>
                </a:lnTo>
                <a:lnTo>
                  <a:pt x="77736" y="22860"/>
                </a:lnTo>
                <a:lnTo>
                  <a:pt x="80784" y="24384"/>
                </a:lnTo>
                <a:lnTo>
                  <a:pt x="143268" y="48768"/>
                </a:lnTo>
                <a:lnTo>
                  <a:pt x="86880" y="76200"/>
                </a:lnTo>
                <a:lnTo>
                  <a:pt x="80784" y="77724"/>
                </a:lnTo>
                <a:lnTo>
                  <a:pt x="76212" y="79248"/>
                </a:lnTo>
                <a:lnTo>
                  <a:pt x="67068" y="79248"/>
                </a:lnTo>
                <a:lnTo>
                  <a:pt x="65544" y="76200"/>
                </a:lnTo>
                <a:lnTo>
                  <a:pt x="64020" y="74676"/>
                </a:lnTo>
                <a:lnTo>
                  <a:pt x="64020" y="65532"/>
                </a:lnTo>
                <a:lnTo>
                  <a:pt x="60960" y="65532"/>
                </a:lnTo>
                <a:lnTo>
                  <a:pt x="60960" y="118872"/>
                </a:lnTo>
                <a:lnTo>
                  <a:pt x="64020" y="118872"/>
                </a:lnTo>
                <a:lnTo>
                  <a:pt x="64020" y="114300"/>
                </a:lnTo>
                <a:lnTo>
                  <a:pt x="65544" y="111252"/>
                </a:lnTo>
                <a:lnTo>
                  <a:pt x="70116" y="106680"/>
                </a:lnTo>
                <a:lnTo>
                  <a:pt x="73164" y="105156"/>
                </a:lnTo>
                <a:lnTo>
                  <a:pt x="77736" y="102108"/>
                </a:lnTo>
                <a:lnTo>
                  <a:pt x="124180" y="79248"/>
                </a:lnTo>
                <a:lnTo>
                  <a:pt x="167652" y="57912"/>
                </a:lnTo>
                <a:lnTo>
                  <a:pt x="187464" y="65532"/>
                </a:lnTo>
                <a:lnTo>
                  <a:pt x="193560" y="68580"/>
                </a:lnTo>
                <a:lnTo>
                  <a:pt x="198132" y="71628"/>
                </a:lnTo>
                <a:lnTo>
                  <a:pt x="204228" y="77724"/>
                </a:lnTo>
                <a:lnTo>
                  <a:pt x="205752" y="80772"/>
                </a:lnTo>
                <a:lnTo>
                  <a:pt x="205752" y="83820"/>
                </a:lnTo>
                <a:lnTo>
                  <a:pt x="204228" y="85344"/>
                </a:lnTo>
                <a:lnTo>
                  <a:pt x="201180" y="94488"/>
                </a:lnTo>
                <a:lnTo>
                  <a:pt x="201180" y="108204"/>
                </a:lnTo>
                <a:lnTo>
                  <a:pt x="204228" y="109728"/>
                </a:lnTo>
                <a:lnTo>
                  <a:pt x="205752" y="112776"/>
                </a:lnTo>
                <a:lnTo>
                  <a:pt x="208800" y="114300"/>
                </a:lnTo>
                <a:lnTo>
                  <a:pt x="214896" y="114300"/>
                </a:lnTo>
                <a:lnTo>
                  <a:pt x="217944" y="112776"/>
                </a:lnTo>
                <a:lnTo>
                  <a:pt x="224028" y="106680"/>
                </a:lnTo>
                <a:lnTo>
                  <a:pt x="225552" y="102108"/>
                </a:lnTo>
                <a:lnTo>
                  <a:pt x="22555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79" name="Google Shape;2979;p49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4203191" y="7232903"/>
            <a:ext cx="172212" cy="179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980" name="Google Shape;2980;p49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4261104" y="7059167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81" name="Google Shape;2981;p49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4203191" y="6580631"/>
            <a:ext cx="225551" cy="408432"/>
          </a:xfrm>
          <a:prstGeom prst="rect">
            <a:avLst/>
          </a:prstGeom>
          <a:noFill/>
          <a:ln>
            <a:noFill/>
          </a:ln>
        </p:spPr>
      </p:pic>
      <p:sp>
        <p:nvSpPr>
          <p:cNvPr id="2982" name="Google Shape;2982;p49"/>
          <p:cNvSpPr/>
          <p:nvPr/>
        </p:nvSpPr>
        <p:spPr>
          <a:xfrm>
            <a:off x="4619244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83" name="Google Shape;2983;p49"/>
          <p:cNvGrpSpPr/>
          <p:nvPr/>
        </p:nvGrpSpPr>
        <p:grpSpPr>
          <a:xfrm>
            <a:off x="4558284" y="8471916"/>
            <a:ext cx="175259" cy="402335"/>
            <a:chOff x="4558284" y="8471916"/>
            <a:chExt cx="175259" cy="402335"/>
          </a:xfrm>
        </p:grpSpPr>
        <p:pic>
          <p:nvPicPr>
            <p:cNvPr id="2984" name="Google Shape;2984;p49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4562856" y="8767572"/>
              <a:ext cx="170687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85" name="Google Shape;2985;p49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4558284" y="8471916"/>
              <a:ext cx="175259" cy="2712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986" name="Google Shape;2986;p49"/>
          <p:cNvGrpSpPr/>
          <p:nvPr/>
        </p:nvGrpSpPr>
        <p:grpSpPr>
          <a:xfrm>
            <a:off x="4558284" y="8025383"/>
            <a:ext cx="175260" cy="368809"/>
            <a:chOff x="4558284" y="8025383"/>
            <a:chExt cx="175260" cy="368809"/>
          </a:xfrm>
        </p:grpSpPr>
        <p:pic>
          <p:nvPicPr>
            <p:cNvPr id="2987" name="Google Shape;2987;p49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4616196" y="8287512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88" name="Google Shape;2988;p49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4558284" y="8170164"/>
              <a:ext cx="172212" cy="975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89" name="Google Shape;2989;p49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4616393" y="8025383"/>
              <a:ext cx="117150" cy="10210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90" name="Google Shape;2990;p49"/>
          <p:cNvSpPr/>
          <p:nvPr/>
        </p:nvSpPr>
        <p:spPr>
          <a:xfrm>
            <a:off x="4558271" y="7325868"/>
            <a:ext cx="175895" cy="628015"/>
          </a:xfrm>
          <a:custGeom>
            <a:rect b="b" l="l" r="r" t="t"/>
            <a:pathLst>
              <a:path extrusionOk="0" h="628015" w="175895">
                <a:moveTo>
                  <a:pt x="24396" y="242316"/>
                </a:moveTo>
                <a:lnTo>
                  <a:pt x="22872" y="239268"/>
                </a:lnTo>
                <a:lnTo>
                  <a:pt x="18300" y="234696"/>
                </a:lnTo>
                <a:lnTo>
                  <a:pt x="15252" y="233172"/>
                </a:lnTo>
                <a:lnTo>
                  <a:pt x="9156" y="233172"/>
                </a:lnTo>
                <a:lnTo>
                  <a:pt x="6108" y="234696"/>
                </a:lnTo>
                <a:lnTo>
                  <a:pt x="1536" y="239268"/>
                </a:lnTo>
                <a:lnTo>
                  <a:pt x="12" y="242316"/>
                </a:lnTo>
                <a:lnTo>
                  <a:pt x="12" y="248412"/>
                </a:lnTo>
                <a:lnTo>
                  <a:pt x="3060" y="254508"/>
                </a:lnTo>
                <a:lnTo>
                  <a:pt x="9156" y="257556"/>
                </a:lnTo>
                <a:lnTo>
                  <a:pt x="15252" y="257556"/>
                </a:lnTo>
                <a:lnTo>
                  <a:pt x="21348" y="254508"/>
                </a:lnTo>
                <a:lnTo>
                  <a:pt x="24396" y="248412"/>
                </a:lnTo>
                <a:lnTo>
                  <a:pt x="24396" y="242316"/>
                </a:lnTo>
                <a:close/>
              </a:path>
              <a:path extrusionOk="0" h="628015" w="175895">
                <a:moveTo>
                  <a:pt x="172224" y="217932"/>
                </a:moveTo>
                <a:lnTo>
                  <a:pt x="169176" y="217932"/>
                </a:lnTo>
                <a:lnTo>
                  <a:pt x="169176" y="227076"/>
                </a:lnTo>
                <a:lnTo>
                  <a:pt x="167652" y="228600"/>
                </a:lnTo>
                <a:lnTo>
                  <a:pt x="166128" y="231648"/>
                </a:lnTo>
                <a:lnTo>
                  <a:pt x="164604" y="233172"/>
                </a:lnTo>
                <a:lnTo>
                  <a:pt x="161556" y="233172"/>
                </a:lnTo>
                <a:lnTo>
                  <a:pt x="160032" y="234696"/>
                </a:lnTo>
                <a:lnTo>
                  <a:pt x="57924" y="234696"/>
                </a:lnTo>
                <a:lnTo>
                  <a:pt x="57924" y="240792"/>
                </a:lnTo>
                <a:lnTo>
                  <a:pt x="71640" y="272796"/>
                </a:lnTo>
                <a:lnTo>
                  <a:pt x="74688" y="271272"/>
                </a:lnTo>
                <a:lnTo>
                  <a:pt x="73164" y="268224"/>
                </a:lnTo>
                <a:lnTo>
                  <a:pt x="73164" y="259080"/>
                </a:lnTo>
                <a:lnTo>
                  <a:pt x="74688" y="259080"/>
                </a:lnTo>
                <a:lnTo>
                  <a:pt x="77736" y="256032"/>
                </a:lnTo>
                <a:lnTo>
                  <a:pt x="80784" y="256032"/>
                </a:lnTo>
                <a:lnTo>
                  <a:pt x="83832" y="254508"/>
                </a:lnTo>
                <a:lnTo>
                  <a:pt x="155460" y="254508"/>
                </a:lnTo>
                <a:lnTo>
                  <a:pt x="160032" y="256032"/>
                </a:lnTo>
                <a:lnTo>
                  <a:pt x="161556" y="256032"/>
                </a:lnTo>
                <a:lnTo>
                  <a:pt x="164604" y="257556"/>
                </a:lnTo>
                <a:lnTo>
                  <a:pt x="169176" y="262128"/>
                </a:lnTo>
                <a:lnTo>
                  <a:pt x="169176" y="271272"/>
                </a:lnTo>
                <a:lnTo>
                  <a:pt x="172224" y="271272"/>
                </a:lnTo>
                <a:lnTo>
                  <a:pt x="172224" y="254508"/>
                </a:lnTo>
                <a:lnTo>
                  <a:pt x="172224" y="217932"/>
                </a:lnTo>
                <a:close/>
              </a:path>
              <a:path extrusionOk="0" h="628015" w="175895">
                <a:moveTo>
                  <a:pt x="175260" y="547116"/>
                </a:moveTo>
                <a:lnTo>
                  <a:pt x="161544" y="515112"/>
                </a:lnTo>
                <a:lnTo>
                  <a:pt x="158496" y="516636"/>
                </a:lnTo>
                <a:lnTo>
                  <a:pt x="160020" y="519684"/>
                </a:lnTo>
                <a:lnTo>
                  <a:pt x="160020" y="527304"/>
                </a:lnTo>
                <a:lnTo>
                  <a:pt x="158496" y="528828"/>
                </a:lnTo>
                <a:lnTo>
                  <a:pt x="158496" y="530352"/>
                </a:lnTo>
                <a:lnTo>
                  <a:pt x="155448" y="530352"/>
                </a:lnTo>
                <a:lnTo>
                  <a:pt x="152400" y="531876"/>
                </a:lnTo>
                <a:lnTo>
                  <a:pt x="0" y="531876"/>
                </a:lnTo>
                <a:lnTo>
                  <a:pt x="0" y="537972"/>
                </a:lnTo>
                <a:lnTo>
                  <a:pt x="13716" y="568452"/>
                </a:lnTo>
                <a:lnTo>
                  <a:pt x="16764" y="566928"/>
                </a:lnTo>
                <a:lnTo>
                  <a:pt x="15240" y="563880"/>
                </a:lnTo>
                <a:lnTo>
                  <a:pt x="15240" y="556260"/>
                </a:lnTo>
                <a:lnTo>
                  <a:pt x="16764" y="554736"/>
                </a:lnTo>
                <a:lnTo>
                  <a:pt x="18288" y="554736"/>
                </a:lnTo>
                <a:lnTo>
                  <a:pt x="19812" y="553212"/>
                </a:lnTo>
                <a:lnTo>
                  <a:pt x="22860" y="553212"/>
                </a:lnTo>
                <a:lnTo>
                  <a:pt x="25908" y="551688"/>
                </a:lnTo>
                <a:lnTo>
                  <a:pt x="68580" y="551688"/>
                </a:lnTo>
                <a:lnTo>
                  <a:pt x="63703" y="556577"/>
                </a:lnTo>
                <a:lnTo>
                  <a:pt x="60388" y="562165"/>
                </a:lnTo>
                <a:lnTo>
                  <a:pt x="60337" y="562356"/>
                </a:lnTo>
                <a:lnTo>
                  <a:pt x="58508" y="568629"/>
                </a:lnTo>
                <a:lnTo>
                  <a:pt x="68846" y="605866"/>
                </a:lnTo>
                <a:lnTo>
                  <a:pt x="109880" y="627037"/>
                </a:lnTo>
                <a:lnTo>
                  <a:pt x="121920" y="627888"/>
                </a:lnTo>
                <a:lnTo>
                  <a:pt x="132803" y="627037"/>
                </a:lnTo>
                <a:lnTo>
                  <a:pt x="166903" y="607910"/>
                </a:lnTo>
                <a:lnTo>
                  <a:pt x="168783" y="605028"/>
                </a:lnTo>
                <a:lnTo>
                  <a:pt x="171640" y="600646"/>
                </a:lnTo>
                <a:lnTo>
                  <a:pt x="174383" y="592531"/>
                </a:lnTo>
                <a:lnTo>
                  <a:pt x="175260" y="583692"/>
                </a:lnTo>
                <a:lnTo>
                  <a:pt x="175260" y="577596"/>
                </a:lnTo>
                <a:lnTo>
                  <a:pt x="173736" y="573024"/>
                </a:lnTo>
                <a:lnTo>
                  <a:pt x="170688" y="566928"/>
                </a:lnTo>
                <a:lnTo>
                  <a:pt x="169164" y="562356"/>
                </a:lnTo>
                <a:lnTo>
                  <a:pt x="163068" y="557784"/>
                </a:lnTo>
                <a:lnTo>
                  <a:pt x="160020" y="554736"/>
                </a:lnTo>
                <a:lnTo>
                  <a:pt x="160020" y="565404"/>
                </a:lnTo>
                <a:lnTo>
                  <a:pt x="160020" y="580644"/>
                </a:lnTo>
                <a:lnTo>
                  <a:pt x="155448" y="588264"/>
                </a:lnTo>
                <a:lnTo>
                  <a:pt x="111252" y="605028"/>
                </a:lnTo>
                <a:lnTo>
                  <a:pt x="99758" y="604443"/>
                </a:lnTo>
                <a:lnTo>
                  <a:pt x="65532" y="583692"/>
                </a:lnTo>
                <a:lnTo>
                  <a:pt x="65532" y="573024"/>
                </a:lnTo>
                <a:lnTo>
                  <a:pt x="79248" y="556260"/>
                </a:lnTo>
                <a:lnTo>
                  <a:pt x="83820" y="553212"/>
                </a:lnTo>
                <a:lnTo>
                  <a:pt x="88392" y="551688"/>
                </a:lnTo>
                <a:lnTo>
                  <a:pt x="149352" y="551688"/>
                </a:lnTo>
                <a:lnTo>
                  <a:pt x="156972" y="557784"/>
                </a:lnTo>
                <a:lnTo>
                  <a:pt x="160020" y="565404"/>
                </a:lnTo>
                <a:lnTo>
                  <a:pt x="160020" y="554736"/>
                </a:lnTo>
                <a:lnTo>
                  <a:pt x="156972" y="551688"/>
                </a:lnTo>
                <a:lnTo>
                  <a:pt x="175260" y="551688"/>
                </a:lnTo>
                <a:lnTo>
                  <a:pt x="175260" y="547116"/>
                </a:lnTo>
                <a:close/>
              </a:path>
              <a:path extrusionOk="0" h="628015" w="175895">
                <a:moveTo>
                  <a:pt x="175260" y="455676"/>
                </a:moveTo>
                <a:lnTo>
                  <a:pt x="155308" y="420700"/>
                </a:lnTo>
                <a:lnTo>
                  <a:pt x="132588" y="411480"/>
                </a:lnTo>
                <a:lnTo>
                  <a:pt x="129540" y="414528"/>
                </a:lnTo>
                <a:lnTo>
                  <a:pt x="140208" y="417576"/>
                </a:lnTo>
                <a:lnTo>
                  <a:pt x="146304" y="422148"/>
                </a:lnTo>
                <a:lnTo>
                  <a:pt x="149352" y="428244"/>
                </a:lnTo>
                <a:lnTo>
                  <a:pt x="153860" y="432752"/>
                </a:lnTo>
                <a:lnTo>
                  <a:pt x="154686" y="435864"/>
                </a:lnTo>
                <a:lnTo>
                  <a:pt x="155448" y="438912"/>
                </a:lnTo>
                <a:lnTo>
                  <a:pt x="155397" y="447090"/>
                </a:lnTo>
                <a:lnTo>
                  <a:pt x="154609" y="454152"/>
                </a:lnTo>
                <a:lnTo>
                  <a:pt x="124777" y="482917"/>
                </a:lnTo>
                <a:lnTo>
                  <a:pt x="102108" y="486156"/>
                </a:lnTo>
                <a:lnTo>
                  <a:pt x="102108" y="435864"/>
                </a:lnTo>
                <a:lnTo>
                  <a:pt x="102108" y="411480"/>
                </a:lnTo>
                <a:lnTo>
                  <a:pt x="94488" y="412140"/>
                </a:lnTo>
                <a:lnTo>
                  <a:pt x="94488" y="435864"/>
                </a:lnTo>
                <a:lnTo>
                  <a:pt x="94488" y="486156"/>
                </a:lnTo>
                <a:lnTo>
                  <a:pt x="85344" y="484632"/>
                </a:lnTo>
                <a:lnTo>
                  <a:pt x="77724" y="481584"/>
                </a:lnTo>
                <a:lnTo>
                  <a:pt x="68580" y="472440"/>
                </a:lnTo>
                <a:lnTo>
                  <a:pt x="65532" y="466344"/>
                </a:lnTo>
                <a:lnTo>
                  <a:pt x="65532" y="455676"/>
                </a:lnTo>
                <a:lnTo>
                  <a:pt x="67056" y="451104"/>
                </a:lnTo>
                <a:lnTo>
                  <a:pt x="70104" y="446532"/>
                </a:lnTo>
                <a:lnTo>
                  <a:pt x="71628" y="443484"/>
                </a:lnTo>
                <a:lnTo>
                  <a:pt x="74676" y="440436"/>
                </a:lnTo>
                <a:lnTo>
                  <a:pt x="79248" y="438912"/>
                </a:lnTo>
                <a:lnTo>
                  <a:pt x="82296" y="437388"/>
                </a:lnTo>
                <a:lnTo>
                  <a:pt x="86868" y="435864"/>
                </a:lnTo>
                <a:lnTo>
                  <a:pt x="94488" y="435864"/>
                </a:lnTo>
                <a:lnTo>
                  <a:pt x="94488" y="412140"/>
                </a:lnTo>
                <a:lnTo>
                  <a:pt x="61150" y="437197"/>
                </a:lnTo>
                <a:lnTo>
                  <a:pt x="61099" y="437388"/>
                </a:lnTo>
                <a:lnTo>
                  <a:pt x="58750" y="445325"/>
                </a:lnTo>
                <a:lnTo>
                  <a:pt x="58635" y="446532"/>
                </a:lnTo>
                <a:lnTo>
                  <a:pt x="58585" y="447090"/>
                </a:lnTo>
                <a:lnTo>
                  <a:pt x="57912" y="454152"/>
                </a:lnTo>
                <a:lnTo>
                  <a:pt x="73152" y="489204"/>
                </a:lnTo>
                <a:lnTo>
                  <a:pt x="118872" y="504444"/>
                </a:lnTo>
                <a:lnTo>
                  <a:pt x="131216" y="503567"/>
                </a:lnTo>
                <a:lnTo>
                  <a:pt x="130975" y="503567"/>
                </a:lnTo>
                <a:lnTo>
                  <a:pt x="141732" y="501015"/>
                </a:lnTo>
                <a:lnTo>
                  <a:pt x="171640" y="474916"/>
                </a:lnTo>
                <a:lnTo>
                  <a:pt x="174383" y="465658"/>
                </a:lnTo>
                <a:lnTo>
                  <a:pt x="175260" y="455676"/>
                </a:lnTo>
                <a:close/>
              </a:path>
              <a:path extrusionOk="0" h="628015" w="175895">
                <a:moveTo>
                  <a:pt x="175260" y="338328"/>
                </a:moveTo>
                <a:lnTo>
                  <a:pt x="80772" y="301752"/>
                </a:lnTo>
                <a:lnTo>
                  <a:pt x="74676" y="298704"/>
                </a:lnTo>
                <a:lnTo>
                  <a:pt x="70104" y="297180"/>
                </a:lnTo>
                <a:lnTo>
                  <a:pt x="65532" y="292608"/>
                </a:lnTo>
                <a:lnTo>
                  <a:pt x="64008" y="289560"/>
                </a:lnTo>
                <a:lnTo>
                  <a:pt x="64008" y="284988"/>
                </a:lnTo>
                <a:lnTo>
                  <a:pt x="60960" y="284988"/>
                </a:lnTo>
                <a:lnTo>
                  <a:pt x="60960" y="320040"/>
                </a:lnTo>
                <a:lnTo>
                  <a:pt x="64008" y="320040"/>
                </a:lnTo>
                <a:lnTo>
                  <a:pt x="64008" y="310896"/>
                </a:lnTo>
                <a:lnTo>
                  <a:pt x="65532" y="310896"/>
                </a:lnTo>
                <a:lnTo>
                  <a:pt x="65532" y="309372"/>
                </a:lnTo>
                <a:lnTo>
                  <a:pt x="67056" y="307848"/>
                </a:lnTo>
                <a:lnTo>
                  <a:pt x="76200" y="307848"/>
                </a:lnTo>
                <a:lnTo>
                  <a:pt x="80772" y="309372"/>
                </a:lnTo>
                <a:lnTo>
                  <a:pt x="143256" y="335280"/>
                </a:lnTo>
                <a:lnTo>
                  <a:pt x="82296" y="359664"/>
                </a:lnTo>
                <a:lnTo>
                  <a:pt x="79248" y="361188"/>
                </a:lnTo>
                <a:lnTo>
                  <a:pt x="74676" y="362712"/>
                </a:lnTo>
                <a:lnTo>
                  <a:pt x="70104" y="362712"/>
                </a:lnTo>
                <a:lnTo>
                  <a:pt x="64008" y="356616"/>
                </a:lnTo>
                <a:lnTo>
                  <a:pt x="64008" y="350520"/>
                </a:lnTo>
                <a:lnTo>
                  <a:pt x="60960" y="350520"/>
                </a:lnTo>
                <a:lnTo>
                  <a:pt x="60960" y="402336"/>
                </a:lnTo>
                <a:lnTo>
                  <a:pt x="64008" y="402336"/>
                </a:lnTo>
                <a:lnTo>
                  <a:pt x="65532" y="397764"/>
                </a:lnTo>
                <a:lnTo>
                  <a:pt x="65532" y="396240"/>
                </a:lnTo>
                <a:lnTo>
                  <a:pt x="67056" y="394716"/>
                </a:lnTo>
                <a:lnTo>
                  <a:pt x="67056" y="391668"/>
                </a:lnTo>
                <a:lnTo>
                  <a:pt x="70104" y="390144"/>
                </a:lnTo>
                <a:lnTo>
                  <a:pt x="73152" y="387096"/>
                </a:lnTo>
                <a:lnTo>
                  <a:pt x="77724" y="384048"/>
                </a:lnTo>
                <a:lnTo>
                  <a:pt x="82296" y="382524"/>
                </a:lnTo>
                <a:lnTo>
                  <a:pt x="175260" y="344424"/>
                </a:lnTo>
                <a:lnTo>
                  <a:pt x="175260" y="338328"/>
                </a:lnTo>
                <a:close/>
              </a:path>
              <a:path extrusionOk="0" h="628015" w="175895">
                <a:moveTo>
                  <a:pt x="175260" y="45720"/>
                </a:moveTo>
                <a:lnTo>
                  <a:pt x="174409" y="36893"/>
                </a:lnTo>
                <a:lnTo>
                  <a:pt x="174307" y="36576"/>
                </a:lnTo>
                <a:lnTo>
                  <a:pt x="171831" y="28765"/>
                </a:lnTo>
                <a:lnTo>
                  <a:pt x="140550" y="1955"/>
                </a:lnTo>
                <a:lnTo>
                  <a:pt x="132588" y="0"/>
                </a:lnTo>
                <a:lnTo>
                  <a:pt x="129540" y="3048"/>
                </a:lnTo>
                <a:lnTo>
                  <a:pt x="140208" y="7620"/>
                </a:lnTo>
                <a:lnTo>
                  <a:pt x="146304" y="12192"/>
                </a:lnTo>
                <a:lnTo>
                  <a:pt x="149352" y="16764"/>
                </a:lnTo>
                <a:lnTo>
                  <a:pt x="153924" y="21336"/>
                </a:lnTo>
                <a:lnTo>
                  <a:pt x="153974" y="21513"/>
                </a:lnTo>
                <a:lnTo>
                  <a:pt x="155448" y="27432"/>
                </a:lnTo>
                <a:lnTo>
                  <a:pt x="155448" y="35052"/>
                </a:lnTo>
                <a:lnTo>
                  <a:pt x="134048" y="68897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85344" y="74676"/>
                </a:lnTo>
                <a:lnTo>
                  <a:pt x="77724" y="71628"/>
                </a:lnTo>
                <a:lnTo>
                  <a:pt x="73152" y="65532"/>
                </a:lnTo>
                <a:lnTo>
                  <a:pt x="68580" y="60960"/>
                </a:lnTo>
                <a:lnTo>
                  <a:pt x="66675" y="57137"/>
                </a:lnTo>
                <a:lnTo>
                  <a:pt x="65532" y="54825"/>
                </a:lnTo>
                <a:lnTo>
                  <a:pt x="65532" y="44196"/>
                </a:lnTo>
                <a:lnTo>
                  <a:pt x="67056" y="39624"/>
                </a:lnTo>
                <a:lnTo>
                  <a:pt x="70104" y="36576"/>
                </a:lnTo>
                <a:lnTo>
                  <a:pt x="71628" y="32004"/>
                </a:lnTo>
                <a:lnTo>
                  <a:pt x="74676" y="28956"/>
                </a:lnTo>
                <a:lnTo>
                  <a:pt x="79248" y="27432"/>
                </a:lnTo>
                <a:lnTo>
                  <a:pt x="82296" y="25908"/>
                </a:lnTo>
                <a:lnTo>
                  <a:pt x="86868" y="25908"/>
                </a:lnTo>
                <a:lnTo>
                  <a:pt x="94488" y="24384"/>
                </a:lnTo>
                <a:lnTo>
                  <a:pt x="94488" y="660"/>
                </a:lnTo>
                <a:lnTo>
                  <a:pt x="92392" y="838"/>
                </a:lnTo>
                <a:lnTo>
                  <a:pt x="61150" y="25717"/>
                </a:lnTo>
                <a:lnTo>
                  <a:pt x="61099" y="25908"/>
                </a:lnTo>
                <a:lnTo>
                  <a:pt x="58750" y="33845"/>
                </a:lnTo>
                <a:lnTo>
                  <a:pt x="58635" y="35052"/>
                </a:lnTo>
                <a:lnTo>
                  <a:pt x="57912" y="42672"/>
                </a:lnTo>
                <a:lnTo>
                  <a:pt x="59016" y="53327"/>
                </a:lnTo>
                <a:lnTo>
                  <a:pt x="82016" y="85255"/>
                </a:lnTo>
                <a:lnTo>
                  <a:pt x="118872" y="92964"/>
                </a:lnTo>
                <a:lnTo>
                  <a:pt x="130873" y="92113"/>
                </a:lnTo>
                <a:lnTo>
                  <a:pt x="166903" y="71869"/>
                </a:lnTo>
                <a:lnTo>
                  <a:pt x="174383" y="54825"/>
                </a:lnTo>
                <a:lnTo>
                  <a:pt x="175260" y="45720"/>
                </a:lnTo>
                <a:close/>
              </a:path>
              <a:path extrusionOk="0" h="628015" w="175895">
                <a:moveTo>
                  <a:pt x="175272" y="155448"/>
                </a:moveTo>
                <a:lnTo>
                  <a:pt x="158051" y="121094"/>
                </a:lnTo>
                <a:lnTo>
                  <a:pt x="129552" y="109728"/>
                </a:lnTo>
                <a:lnTo>
                  <a:pt x="128028" y="112776"/>
                </a:lnTo>
                <a:lnTo>
                  <a:pt x="138696" y="115824"/>
                </a:lnTo>
                <a:lnTo>
                  <a:pt x="144792" y="120396"/>
                </a:lnTo>
                <a:lnTo>
                  <a:pt x="147840" y="124968"/>
                </a:lnTo>
                <a:lnTo>
                  <a:pt x="153936" y="131064"/>
                </a:lnTo>
                <a:lnTo>
                  <a:pt x="155460" y="138684"/>
                </a:lnTo>
                <a:lnTo>
                  <a:pt x="155460" y="146304"/>
                </a:lnTo>
                <a:lnTo>
                  <a:pt x="154571" y="154000"/>
                </a:lnTo>
                <a:lnTo>
                  <a:pt x="124409" y="180403"/>
                </a:lnTo>
                <a:lnTo>
                  <a:pt x="105168" y="182880"/>
                </a:lnTo>
                <a:lnTo>
                  <a:pt x="96329" y="182308"/>
                </a:lnTo>
                <a:lnTo>
                  <a:pt x="65544" y="161544"/>
                </a:lnTo>
                <a:lnTo>
                  <a:pt x="65544" y="149352"/>
                </a:lnTo>
                <a:lnTo>
                  <a:pt x="67068" y="144780"/>
                </a:lnTo>
                <a:lnTo>
                  <a:pt x="71640" y="140208"/>
                </a:lnTo>
                <a:lnTo>
                  <a:pt x="76212" y="138684"/>
                </a:lnTo>
                <a:lnTo>
                  <a:pt x="80784" y="138684"/>
                </a:lnTo>
                <a:lnTo>
                  <a:pt x="85356" y="137160"/>
                </a:lnTo>
                <a:lnTo>
                  <a:pt x="88404" y="135636"/>
                </a:lnTo>
                <a:lnTo>
                  <a:pt x="89928" y="134112"/>
                </a:lnTo>
                <a:lnTo>
                  <a:pt x="92976" y="132588"/>
                </a:lnTo>
                <a:lnTo>
                  <a:pt x="94500" y="129540"/>
                </a:lnTo>
                <a:lnTo>
                  <a:pt x="94500" y="121920"/>
                </a:lnTo>
                <a:lnTo>
                  <a:pt x="92976" y="118872"/>
                </a:lnTo>
                <a:lnTo>
                  <a:pt x="91452" y="117348"/>
                </a:lnTo>
                <a:lnTo>
                  <a:pt x="89928" y="114300"/>
                </a:lnTo>
                <a:lnTo>
                  <a:pt x="77736" y="114300"/>
                </a:lnTo>
                <a:lnTo>
                  <a:pt x="71640" y="117348"/>
                </a:lnTo>
                <a:lnTo>
                  <a:pt x="67068" y="124968"/>
                </a:lnTo>
                <a:lnTo>
                  <a:pt x="63068" y="130098"/>
                </a:lnTo>
                <a:lnTo>
                  <a:pt x="60210" y="136207"/>
                </a:lnTo>
                <a:lnTo>
                  <a:pt x="58496" y="143192"/>
                </a:lnTo>
                <a:lnTo>
                  <a:pt x="57924" y="150876"/>
                </a:lnTo>
                <a:lnTo>
                  <a:pt x="59042" y="160883"/>
                </a:lnTo>
                <a:lnTo>
                  <a:pt x="83273" y="193700"/>
                </a:lnTo>
                <a:lnTo>
                  <a:pt x="117360" y="202692"/>
                </a:lnTo>
                <a:lnTo>
                  <a:pt x="129590" y="201841"/>
                </a:lnTo>
                <a:lnTo>
                  <a:pt x="166903" y="180962"/>
                </a:lnTo>
                <a:lnTo>
                  <a:pt x="174383" y="164338"/>
                </a:lnTo>
                <a:lnTo>
                  <a:pt x="175272" y="1554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91" name="Google Shape;2991;p49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4558283" y="6806184"/>
            <a:ext cx="175260" cy="451103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2" name="Google Shape;2992;p49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4558284" y="6553200"/>
            <a:ext cx="172212" cy="1844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3" name="Google Shape;2993;p49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558284" y="6073140"/>
            <a:ext cx="225551" cy="408431"/>
          </a:xfrm>
          <a:prstGeom prst="rect">
            <a:avLst/>
          </a:prstGeom>
          <a:noFill/>
          <a:ln>
            <a:noFill/>
          </a:ln>
        </p:spPr>
      </p:pic>
      <p:sp>
        <p:nvSpPr>
          <p:cNvPr id="2994" name="Google Shape;2994;p49"/>
          <p:cNvSpPr/>
          <p:nvPr/>
        </p:nvSpPr>
        <p:spPr>
          <a:xfrm>
            <a:off x="5274551" y="6466332"/>
            <a:ext cx="170815" cy="715010"/>
          </a:xfrm>
          <a:custGeom>
            <a:rect b="b" l="l" r="r" t="t"/>
            <a:pathLst>
              <a:path extrusionOk="0" h="715009" w="170814">
                <a:moveTo>
                  <a:pt x="80784" y="9144"/>
                </a:moveTo>
                <a:lnTo>
                  <a:pt x="79260" y="6096"/>
                </a:lnTo>
                <a:lnTo>
                  <a:pt x="76212" y="3048"/>
                </a:lnTo>
                <a:lnTo>
                  <a:pt x="74688" y="0"/>
                </a:lnTo>
                <a:lnTo>
                  <a:pt x="59448" y="0"/>
                </a:lnTo>
                <a:lnTo>
                  <a:pt x="57924" y="3048"/>
                </a:lnTo>
                <a:lnTo>
                  <a:pt x="54876" y="6096"/>
                </a:lnTo>
                <a:lnTo>
                  <a:pt x="53352" y="9144"/>
                </a:lnTo>
                <a:lnTo>
                  <a:pt x="53352" y="16764"/>
                </a:lnTo>
                <a:lnTo>
                  <a:pt x="54876" y="19812"/>
                </a:lnTo>
                <a:lnTo>
                  <a:pt x="57924" y="22860"/>
                </a:lnTo>
                <a:lnTo>
                  <a:pt x="59448" y="25908"/>
                </a:lnTo>
                <a:lnTo>
                  <a:pt x="62496" y="27432"/>
                </a:lnTo>
                <a:lnTo>
                  <a:pt x="70116" y="27432"/>
                </a:lnTo>
                <a:lnTo>
                  <a:pt x="74688" y="25908"/>
                </a:lnTo>
                <a:lnTo>
                  <a:pt x="76212" y="22860"/>
                </a:lnTo>
                <a:lnTo>
                  <a:pt x="79260" y="19812"/>
                </a:lnTo>
                <a:lnTo>
                  <a:pt x="80784" y="16764"/>
                </a:lnTo>
                <a:lnTo>
                  <a:pt x="80784" y="9144"/>
                </a:lnTo>
                <a:close/>
              </a:path>
              <a:path extrusionOk="0" h="715009" w="170814">
                <a:moveTo>
                  <a:pt x="167652" y="242316"/>
                </a:moveTo>
                <a:lnTo>
                  <a:pt x="164604" y="242316"/>
                </a:lnTo>
                <a:lnTo>
                  <a:pt x="164604" y="254508"/>
                </a:lnTo>
                <a:lnTo>
                  <a:pt x="163080" y="259080"/>
                </a:lnTo>
                <a:lnTo>
                  <a:pt x="158508" y="262128"/>
                </a:lnTo>
                <a:lnTo>
                  <a:pt x="156984" y="263652"/>
                </a:lnTo>
                <a:lnTo>
                  <a:pt x="149364" y="265176"/>
                </a:lnTo>
                <a:lnTo>
                  <a:pt x="13728" y="265176"/>
                </a:lnTo>
                <a:lnTo>
                  <a:pt x="13728" y="234696"/>
                </a:lnTo>
                <a:lnTo>
                  <a:pt x="35064" y="211836"/>
                </a:lnTo>
                <a:lnTo>
                  <a:pt x="41160" y="211836"/>
                </a:lnTo>
                <a:lnTo>
                  <a:pt x="41160" y="207264"/>
                </a:lnTo>
                <a:lnTo>
                  <a:pt x="3060" y="208788"/>
                </a:lnTo>
                <a:lnTo>
                  <a:pt x="3060" y="342900"/>
                </a:lnTo>
                <a:lnTo>
                  <a:pt x="41160" y="344424"/>
                </a:lnTo>
                <a:lnTo>
                  <a:pt x="41160" y="339852"/>
                </a:lnTo>
                <a:lnTo>
                  <a:pt x="28968" y="336804"/>
                </a:lnTo>
                <a:lnTo>
                  <a:pt x="19824" y="330708"/>
                </a:lnTo>
                <a:lnTo>
                  <a:pt x="16776" y="327660"/>
                </a:lnTo>
                <a:lnTo>
                  <a:pt x="15252" y="323088"/>
                </a:lnTo>
                <a:lnTo>
                  <a:pt x="13728" y="320040"/>
                </a:lnTo>
                <a:lnTo>
                  <a:pt x="13728" y="288036"/>
                </a:lnTo>
                <a:lnTo>
                  <a:pt x="155460" y="288036"/>
                </a:lnTo>
                <a:lnTo>
                  <a:pt x="156984" y="291084"/>
                </a:lnTo>
                <a:lnTo>
                  <a:pt x="161556" y="292608"/>
                </a:lnTo>
                <a:lnTo>
                  <a:pt x="164604" y="298704"/>
                </a:lnTo>
                <a:lnTo>
                  <a:pt x="164604" y="310896"/>
                </a:lnTo>
                <a:lnTo>
                  <a:pt x="167652" y="310896"/>
                </a:lnTo>
                <a:lnTo>
                  <a:pt x="167652" y="242316"/>
                </a:lnTo>
                <a:close/>
              </a:path>
              <a:path extrusionOk="0" h="715009" w="170814">
                <a:moveTo>
                  <a:pt x="167652" y="70104"/>
                </a:moveTo>
                <a:lnTo>
                  <a:pt x="126504" y="56388"/>
                </a:lnTo>
                <a:lnTo>
                  <a:pt x="126504" y="60960"/>
                </a:lnTo>
                <a:lnTo>
                  <a:pt x="133934" y="64414"/>
                </a:lnTo>
                <a:lnTo>
                  <a:pt x="140220" y="68008"/>
                </a:lnTo>
                <a:lnTo>
                  <a:pt x="145364" y="71894"/>
                </a:lnTo>
                <a:lnTo>
                  <a:pt x="149364" y="76200"/>
                </a:lnTo>
                <a:lnTo>
                  <a:pt x="153936" y="79248"/>
                </a:lnTo>
                <a:lnTo>
                  <a:pt x="156984" y="83820"/>
                </a:lnTo>
                <a:lnTo>
                  <a:pt x="158508" y="88392"/>
                </a:lnTo>
                <a:lnTo>
                  <a:pt x="158508" y="91440"/>
                </a:lnTo>
                <a:lnTo>
                  <a:pt x="160032" y="99060"/>
                </a:lnTo>
                <a:lnTo>
                  <a:pt x="160032" y="143256"/>
                </a:lnTo>
                <a:lnTo>
                  <a:pt x="156984" y="146304"/>
                </a:lnTo>
                <a:lnTo>
                  <a:pt x="156984" y="147828"/>
                </a:lnTo>
                <a:lnTo>
                  <a:pt x="152412" y="147828"/>
                </a:lnTo>
                <a:lnTo>
                  <a:pt x="147840" y="149352"/>
                </a:lnTo>
                <a:lnTo>
                  <a:pt x="85356" y="149352"/>
                </a:lnTo>
                <a:lnTo>
                  <a:pt x="85356" y="102108"/>
                </a:lnTo>
                <a:lnTo>
                  <a:pt x="86880" y="99060"/>
                </a:lnTo>
                <a:lnTo>
                  <a:pt x="88404" y="94488"/>
                </a:lnTo>
                <a:lnTo>
                  <a:pt x="91452" y="92964"/>
                </a:lnTo>
                <a:lnTo>
                  <a:pt x="92976" y="91440"/>
                </a:lnTo>
                <a:lnTo>
                  <a:pt x="96024" y="89916"/>
                </a:lnTo>
                <a:lnTo>
                  <a:pt x="100596" y="88392"/>
                </a:lnTo>
                <a:lnTo>
                  <a:pt x="108216" y="88392"/>
                </a:lnTo>
                <a:lnTo>
                  <a:pt x="108216" y="85344"/>
                </a:lnTo>
                <a:lnTo>
                  <a:pt x="54876" y="85344"/>
                </a:lnTo>
                <a:lnTo>
                  <a:pt x="54876" y="88392"/>
                </a:lnTo>
                <a:lnTo>
                  <a:pt x="64020" y="88392"/>
                </a:lnTo>
                <a:lnTo>
                  <a:pt x="70116" y="91440"/>
                </a:lnTo>
                <a:lnTo>
                  <a:pt x="76212" y="97536"/>
                </a:lnTo>
                <a:lnTo>
                  <a:pt x="77736" y="105156"/>
                </a:lnTo>
                <a:lnTo>
                  <a:pt x="77736" y="149352"/>
                </a:lnTo>
                <a:lnTo>
                  <a:pt x="10680" y="149352"/>
                </a:lnTo>
                <a:lnTo>
                  <a:pt x="10680" y="103632"/>
                </a:lnTo>
                <a:lnTo>
                  <a:pt x="10680" y="89916"/>
                </a:lnTo>
                <a:lnTo>
                  <a:pt x="39636" y="73152"/>
                </a:lnTo>
                <a:lnTo>
                  <a:pt x="39636" y="68580"/>
                </a:lnTo>
                <a:lnTo>
                  <a:pt x="3060" y="70104"/>
                </a:lnTo>
                <a:lnTo>
                  <a:pt x="3060" y="195072"/>
                </a:lnTo>
                <a:lnTo>
                  <a:pt x="6108" y="195072"/>
                </a:lnTo>
                <a:lnTo>
                  <a:pt x="6108" y="182880"/>
                </a:lnTo>
                <a:lnTo>
                  <a:pt x="7632" y="178308"/>
                </a:lnTo>
                <a:lnTo>
                  <a:pt x="13728" y="172212"/>
                </a:lnTo>
                <a:lnTo>
                  <a:pt x="152412" y="172212"/>
                </a:lnTo>
                <a:lnTo>
                  <a:pt x="155460" y="173736"/>
                </a:lnTo>
                <a:lnTo>
                  <a:pt x="158508" y="173736"/>
                </a:lnTo>
                <a:lnTo>
                  <a:pt x="160032" y="175260"/>
                </a:lnTo>
                <a:lnTo>
                  <a:pt x="163080" y="181356"/>
                </a:lnTo>
                <a:lnTo>
                  <a:pt x="164604" y="185928"/>
                </a:lnTo>
                <a:lnTo>
                  <a:pt x="164604" y="195072"/>
                </a:lnTo>
                <a:lnTo>
                  <a:pt x="167652" y="195072"/>
                </a:lnTo>
                <a:lnTo>
                  <a:pt x="167652" y="70104"/>
                </a:lnTo>
                <a:close/>
              </a:path>
              <a:path extrusionOk="0" h="715009" w="170814">
                <a:moveTo>
                  <a:pt x="170688" y="557784"/>
                </a:moveTo>
                <a:lnTo>
                  <a:pt x="15240" y="557784"/>
                </a:lnTo>
                <a:lnTo>
                  <a:pt x="12192" y="556260"/>
                </a:lnTo>
                <a:lnTo>
                  <a:pt x="7620" y="553212"/>
                </a:lnTo>
                <a:lnTo>
                  <a:pt x="6096" y="548640"/>
                </a:lnTo>
                <a:lnTo>
                  <a:pt x="6096" y="534924"/>
                </a:lnTo>
                <a:lnTo>
                  <a:pt x="3048" y="534924"/>
                </a:lnTo>
                <a:lnTo>
                  <a:pt x="3048" y="591312"/>
                </a:lnTo>
                <a:lnTo>
                  <a:pt x="6096" y="591312"/>
                </a:lnTo>
                <a:lnTo>
                  <a:pt x="6096" y="580644"/>
                </a:lnTo>
                <a:lnTo>
                  <a:pt x="7620" y="574548"/>
                </a:lnTo>
                <a:lnTo>
                  <a:pt x="12192" y="573024"/>
                </a:lnTo>
                <a:lnTo>
                  <a:pt x="13716" y="569976"/>
                </a:lnTo>
                <a:lnTo>
                  <a:pt x="21336" y="568452"/>
                </a:lnTo>
                <a:lnTo>
                  <a:pt x="129540" y="568452"/>
                </a:lnTo>
                <a:lnTo>
                  <a:pt x="3048" y="673608"/>
                </a:lnTo>
                <a:lnTo>
                  <a:pt x="3048" y="714756"/>
                </a:lnTo>
                <a:lnTo>
                  <a:pt x="7620" y="714756"/>
                </a:lnTo>
                <a:lnTo>
                  <a:pt x="7620" y="707136"/>
                </a:lnTo>
                <a:lnTo>
                  <a:pt x="9144" y="705612"/>
                </a:lnTo>
                <a:lnTo>
                  <a:pt x="10668" y="699516"/>
                </a:lnTo>
                <a:lnTo>
                  <a:pt x="13716" y="693420"/>
                </a:lnTo>
                <a:lnTo>
                  <a:pt x="19812" y="687324"/>
                </a:lnTo>
                <a:lnTo>
                  <a:pt x="25908" y="682752"/>
                </a:lnTo>
                <a:lnTo>
                  <a:pt x="147828" y="682752"/>
                </a:lnTo>
                <a:lnTo>
                  <a:pt x="155448" y="684276"/>
                </a:lnTo>
                <a:lnTo>
                  <a:pt x="156972" y="685800"/>
                </a:lnTo>
                <a:lnTo>
                  <a:pt x="161544" y="688848"/>
                </a:lnTo>
                <a:lnTo>
                  <a:pt x="164592" y="693420"/>
                </a:lnTo>
                <a:lnTo>
                  <a:pt x="164592" y="705612"/>
                </a:lnTo>
                <a:lnTo>
                  <a:pt x="167640" y="705612"/>
                </a:lnTo>
                <a:lnTo>
                  <a:pt x="167640" y="649224"/>
                </a:lnTo>
                <a:lnTo>
                  <a:pt x="164592" y="649224"/>
                </a:lnTo>
                <a:lnTo>
                  <a:pt x="164592" y="661416"/>
                </a:lnTo>
                <a:lnTo>
                  <a:pt x="163068" y="665988"/>
                </a:lnTo>
                <a:lnTo>
                  <a:pt x="158496" y="669036"/>
                </a:lnTo>
                <a:lnTo>
                  <a:pt x="156972" y="672084"/>
                </a:lnTo>
                <a:lnTo>
                  <a:pt x="38100" y="672084"/>
                </a:lnTo>
                <a:lnTo>
                  <a:pt x="170688" y="562356"/>
                </a:lnTo>
                <a:lnTo>
                  <a:pt x="170688" y="557784"/>
                </a:lnTo>
                <a:close/>
              </a:path>
              <a:path extrusionOk="0" h="715009" w="170814">
                <a:moveTo>
                  <a:pt x="170700" y="443484"/>
                </a:moveTo>
                <a:lnTo>
                  <a:pt x="169240" y="427824"/>
                </a:lnTo>
                <a:lnTo>
                  <a:pt x="164795" y="413004"/>
                </a:lnTo>
                <a:lnTo>
                  <a:pt x="163080" y="409930"/>
                </a:lnTo>
                <a:lnTo>
                  <a:pt x="163080" y="443484"/>
                </a:lnTo>
                <a:lnTo>
                  <a:pt x="161950" y="454113"/>
                </a:lnTo>
                <a:lnTo>
                  <a:pt x="133972" y="486308"/>
                </a:lnTo>
                <a:lnTo>
                  <a:pt x="83832" y="495300"/>
                </a:lnTo>
                <a:lnTo>
                  <a:pt x="65049" y="494398"/>
                </a:lnTo>
                <a:lnTo>
                  <a:pt x="65405" y="494398"/>
                </a:lnTo>
                <a:lnTo>
                  <a:pt x="49542" y="491680"/>
                </a:lnTo>
                <a:lnTo>
                  <a:pt x="12001" y="464058"/>
                </a:lnTo>
                <a:lnTo>
                  <a:pt x="7620" y="443484"/>
                </a:lnTo>
                <a:lnTo>
                  <a:pt x="8750" y="432612"/>
                </a:lnTo>
                <a:lnTo>
                  <a:pt x="12001" y="422910"/>
                </a:lnTo>
                <a:lnTo>
                  <a:pt x="12128" y="422719"/>
                </a:lnTo>
                <a:lnTo>
                  <a:pt x="17272" y="414337"/>
                </a:lnTo>
                <a:lnTo>
                  <a:pt x="24396" y="406908"/>
                </a:lnTo>
                <a:lnTo>
                  <a:pt x="36080" y="399796"/>
                </a:lnTo>
                <a:lnTo>
                  <a:pt x="50495" y="394525"/>
                </a:lnTo>
                <a:lnTo>
                  <a:pt x="67589" y="391248"/>
                </a:lnTo>
                <a:lnTo>
                  <a:pt x="67881" y="391248"/>
                </a:lnTo>
                <a:lnTo>
                  <a:pt x="86880" y="390144"/>
                </a:lnTo>
                <a:lnTo>
                  <a:pt x="134327" y="399097"/>
                </a:lnTo>
                <a:lnTo>
                  <a:pt x="158572" y="422910"/>
                </a:lnTo>
                <a:lnTo>
                  <a:pt x="161937" y="432612"/>
                </a:lnTo>
                <a:lnTo>
                  <a:pt x="163080" y="443484"/>
                </a:lnTo>
                <a:lnTo>
                  <a:pt x="163080" y="409930"/>
                </a:lnTo>
                <a:lnTo>
                  <a:pt x="157187" y="399338"/>
                </a:lnTo>
                <a:lnTo>
                  <a:pt x="149021" y="390144"/>
                </a:lnTo>
                <a:lnTo>
                  <a:pt x="146316" y="387096"/>
                </a:lnTo>
                <a:lnTo>
                  <a:pt x="133121" y="376859"/>
                </a:lnTo>
                <a:lnTo>
                  <a:pt x="118503" y="369189"/>
                </a:lnTo>
                <a:lnTo>
                  <a:pt x="102158" y="364388"/>
                </a:lnTo>
                <a:lnTo>
                  <a:pt x="83832" y="362712"/>
                </a:lnTo>
                <a:lnTo>
                  <a:pt x="67043" y="364172"/>
                </a:lnTo>
                <a:lnTo>
                  <a:pt x="24396" y="387096"/>
                </a:lnTo>
                <a:lnTo>
                  <a:pt x="1460" y="426529"/>
                </a:lnTo>
                <a:lnTo>
                  <a:pt x="0" y="441960"/>
                </a:lnTo>
                <a:lnTo>
                  <a:pt x="1409" y="457390"/>
                </a:lnTo>
                <a:lnTo>
                  <a:pt x="21348" y="496824"/>
                </a:lnTo>
                <a:lnTo>
                  <a:pt x="66776" y="521258"/>
                </a:lnTo>
                <a:lnTo>
                  <a:pt x="85356" y="522732"/>
                </a:lnTo>
                <a:lnTo>
                  <a:pt x="103606" y="521258"/>
                </a:lnTo>
                <a:lnTo>
                  <a:pt x="103200" y="521258"/>
                </a:lnTo>
                <a:lnTo>
                  <a:pt x="119265" y="517017"/>
                </a:lnTo>
                <a:lnTo>
                  <a:pt x="133781" y="509879"/>
                </a:lnTo>
                <a:lnTo>
                  <a:pt x="146316" y="499872"/>
                </a:lnTo>
                <a:lnTo>
                  <a:pt x="150444" y="495300"/>
                </a:lnTo>
                <a:lnTo>
                  <a:pt x="157187" y="487857"/>
                </a:lnTo>
                <a:lnTo>
                  <a:pt x="164795" y="474535"/>
                </a:lnTo>
                <a:lnTo>
                  <a:pt x="169240" y="459803"/>
                </a:lnTo>
                <a:lnTo>
                  <a:pt x="170700" y="443484"/>
                </a:lnTo>
                <a:close/>
              </a:path>
              <a:path extrusionOk="0" h="715009" w="170814">
                <a:moveTo>
                  <a:pt x="170700" y="9144"/>
                </a:moveTo>
                <a:lnTo>
                  <a:pt x="169176" y="6096"/>
                </a:lnTo>
                <a:lnTo>
                  <a:pt x="166128" y="3048"/>
                </a:lnTo>
                <a:lnTo>
                  <a:pt x="164604" y="0"/>
                </a:lnTo>
                <a:lnTo>
                  <a:pt x="149364" y="0"/>
                </a:lnTo>
                <a:lnTo>
                  <a:pt x="147840" y="3048"/>
                </a:lnTo>
                <a:lnTo>
                  <a:pt x="144792" y="6096"/>
                </a:lnTo>
                <a:lnTo>
                  <a:pt x="143268" y="9144"/>
                </a:lnTo>
                <a:lnTo>
                  <a:pt x="143268" y="16764"/>
                </a:lnTo>
                <a:lnTo>
                  <a:pt x="144792" y="19812"/>
                </a:lnTo>
                <a:lnTo>
                  <a:pt x="147840" y="22860"/>
                </a:lnTo>
                <a:lnTo>
                  <a:pt x="149364" y="25908"/>
                </a:lnTo>
                <a:lnTo>
                  <a:pt x="153936" y="27432"/>
                </a:lnTo>
                <a:lnTo>
                  <a:pt x="160032" y="27432"/>
                </a:lnTo>
                <a:lnTo>
                  <a:pt x="164604" y="25908"/>
                </a:lnTo>
                <a:lnTo>
                  <a:pt x="166128" y="22860"/>
                </a:lnTo>
                <a:lnTo>
                  <a:pt x="169176" y="19812"/>
                </a:lnTo>
                <a:lnTo>
                  <a:pt x="170700" y="16764"/>
                </a:lnTo>
                <a:lnTo>
                  <a:pt x="170700" y="91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95" name="Google Shape;2995;p49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5269991" y="5916168"/>
            <a:ext cx="225552" cy="461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6" name="Google Shape;2996;p49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5269991" y="5689091"/>
            <a:ext cx="175260" cy="147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7" name="Google Shape;2997;p49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5269991" y="4773167"/>
            <a:ext cx="175260" cy="839724"/>
          </a:xfrm>
          <a:prstGeom prst="rect">
            <a:avLst/>
          </a:prstGeom>
          <a:noFill/>
          <a:ln>
            <a:noFill/>
          </a:ln>
        </p:spPr>
      </p:pic>
      <p:sp>
        <p:nvSpPr>
          <p:cNvPr id="2998" name="Google Shape;2998;p49"/>
          <p:cNvSpPr/>
          <p:nvPr/>
        </p:nvSpPr>
        <p:spPr>
          <a:xfrm>
            <a:off x="5327891" y="4183380"/>
            <a:ext cx="117475" cy="525780"/>
          </a:xfrm>
          <a:custGeom>
            <a:rect b="b" l="l" r="r" t="t"/>
            <a:pathLst>
              <a:path extrusionOk="0" h="525779" w="117475">
                <a:moveTo>
                  <a:pt x="114300" y="403860"/>
                </a:moveTo>
                <a:lnTo>
                  <a:pt x="111252" y="403860"/>
                </a:lnTo>
                <a:lnTo>
                  <a:pt x="111252" y="413004"/>
                </a:lnTo>
                <a:lnTo>
                  <a:pt x="105156" y="419100"/>
                </a:lnTo>
                <a:lnTo>
                  <a:pt x="102108" y="419100"/>
                </a:lnTo>
                <a:lnTo>
                  <a:pt x="97536" y="420624"/>
                </a:lnTo>
                <a:lnTo>
                  <a:pt x="24384" y="420624"/>
                </a:lnTo>
                <a:lnTo>
                  <a:pt x="19812" y="423672"/>
                </a:lnTo>
                <a:lnTo>
                  <a:pt x="12192" y="425196"/>
                </a:lnTo>
                <a:lnTo>
                  <a:pt x="4572" y="432816"/>
                </a:lnTo>
                <a:lnTo>
                  <a:pt x="1524" y="437388"/>
                </a:lnTo>
                <a:lnTo>
                  <a:pt x="0" y="443484"/>
                </a:lnTo>
                <a:lnTo>
                  <a:pt x="0" y="449580"/>
                </a:lnTo>
                <a:lnTo>
                  <a:pt x="1460" y="458749"/>
                </a:lnTo>
                <a:lnTo>
                  <a:pt x="5905" y="468058"/>
                </a:lnTo>
                <a:lnTo>
                  <a:pt x="13512" y="477659"/>
                </a:lnTo>
                <a:lnTo>
                  <a:pt x="24384" y="487680"/>
                </a:lnTo>
                <a:lnTo>
                  <a:pt x="0" y="487680"/>
                </a:lnTo>
                <a:lnTo>
                  <a:pt x="0" y="492252"/>
                </a:lnTo>
                <a:lnTo>
                  <a:pt x="13716" y="525780"/>
                </a:lnTo>
                <a:lnTo>
                  <a:pt x="16764" y="524256"/>
                </a:lnTo>
                <a:lnTo>
                  <a:pt x="15240" y="521208"/>
                </a:lnTo>
                <a:lnTo>
                  <a:pt x="15240" y="512064"/>
                </a:lnTo>
                <a:lnTo>
                  <a:pt x="16764" y="510540"/>
                </a:lnTo>
                <a:lnTo>
                  <a:pt x="16764" y="509016"/>
                </a:lnTo>
                <a:lnTo>
                  <a:pt x="19812" y="509016"/>
                </a:lnTo>
                <a:lnTo>
                  <a:pt x="22860" y="507492"/>
                </a:lnTo>
                <a:lnTo>
                  <a:pt x="103632" y="507492"/>
                </a:lnTo>
                <a:lnTo>
                  <a:pt x="106680" y="510540"/>
                </a:lnTo>
                <a:lnTo>
                  <a:pt x="109728" y="512064"/>
                </a:lnTo>
                <a:lnTo>
                  <a:pt x="111252" y="515112"/>
                </a:lnTo>
                <a:lnTo>
                  <a:pt x="111252" y="524256"/>
                </a:lnTo>
                <a:lnTo>
                  <a:pt x="114300" y="524256"/>
                </a:lnTo>
                <a:lnTo>
                  <a:pt x="114300" y="470916"/>
                </a:lnTo>
                <a:lnTo>
                  <a:pt x="111252" y="470916"/>
                </a:lnTo>
                <a:lnTo>
                  <a:pt x="111252" y="480060"/>
                </a:lnTo>
                <a:lnTo>
                  <a:pt x="106680" y="484632"/>
                </a:lnTo>
                <a:lnTo>
                  <a:pt x="103632" y="486156"/>
                </a:lnTo>
                <a:lnTo>
                  <a:pt x="102108" y="486156"/>
                </a:lnTo>
                <a:lnTo>
                  <a:pt x="97536" y="487680"/>
                </a:lnTo>
                <a:lnTo>
                  <a:pt x="30480" y="487680"/>
                </a:lnTo>
                <a:lnTo>
                  <a:pt x="23609" y="479920"/>
                </a:lnTo>
                <a:lnTo>
                  <a:pt x="18859" y="472440"/>
                </a:lnTo>
                <a:lnTo>
                  <a:pt x="16129" y="464972"/>
                </a:lnTo>
                <a:lnTo>
                  <a:pt x="15240" y="457200"/>
                </a:lnTo>
                <a:lnTo>
                  <a:pt x="15240" y="451104"/>
                </a:lnTo>
                <a:lnTo>
                  <a:pt x="16764" y="446532"/>
                </a:lnTo>
                <a:lnTo>
                  <a:pt x="21336" y="443484"/>
                </a:lnTo>
                <a:lnTo>
                  <a:pt x="25908" y="441960"/>
                </a:lnTo>
                <a:lnTo>
                  <a:pt x="33528" y="440436"/>
                </a:lnTo>
                <a:lnTo>
                  <a:pt x="102108" y="440436"/>
                </a:lnTo>
                <a:lnTo>
                  <a:pt x="105156" y="441960"/>
                </a:lnTo>
                <a:lnTo>
                  <a:pt x="106680" y="441960"/>
                </a:lnTo>
                <a:lnTo>
                  <a:pt x="108204" y="445008"/>
                </a:lnTo>
                <a:lnTo>
                  <a:pt x="109728" y="446532"/>
                </a:lnTo>
                <a:lnTo>
                  <a:pt x="111252" y="449580"/>
                </a:lnTo>
                <a:lnTo>
                  <a:pt x="111252" y="457200"/>
                </a:lnTo>
                <a:lnTo>
                  <a:pt x="114300" y="457200"/>
                </a:lnTo>
                <a:lnTo>
                  <a:pt x="114300" y="403860"/>
                </a:lnTo>
                <a:close/>
              </a:path>
              <a:path extrusionOk="0" h="525779" w="117475">
                <a:moveTo>
                  <a:pt x="114300" y="103632"/>
                </a:moveTo>
                <a:lnTo>
                  <a:pt x="111252" y="103632"/>
                </a:lnTo>
                <a:lnTo>
                  <a:pt x="111252" y="112776"/>
                </a:lnTo>
                <a:lnTo>
                  <a:pt x="109728" y="114300"/>
                </a:lnTo>
                <a:lnTo>
                  <a:pt x="108204" y="117348"/>
                </a:lnTo>
                <a:lnTo>
                  <a:pt x="106680" y="118872"/>
                </a:lnTo>
                <a:lnTo>
                  <a:pt x="105156" y="118872"/>
                </a:lnTo>
                <a:lnTo>
                  <a:pt x="102108" y="120396"/>
                </a:lnTo>
                <a:lnTo>
                  <a:pt x="32004" y="120396"/>
                </a:lnTo>
                <a:lnTo>
                  <a:pt x="24384" y="121920"/>
                </a:lnTo>
                <a:lnTo>
                  <a:pt x="0" y="143256"/>
                </a:lnTo>
                <a:lnTo>
                  <a:pt x="0" y="155448"/>
                </a:lnTo>
                <a:lnTo>
                  <a:pt x="1524" y="161544"/>
                </a:lnTo>
                <a:lnTo>
                  <a:pt x="4572" y="166116"/>
                </a:lnTo>
                <a:lnTo>
                  <a:pt x="7454" y="170954"/>
                </a:lnTo>
                <a:lnTo>
                  <a:pt x="11620" y="176212"/>
                </a:lnTo>
                <a:lnTo>
                  <a:pt x="17221" y="181762"/>
                </a:lnTo>
                <a:lnTo>
                  <a:pt x="24384" y="187452"/>
                </a:lnTo>
                <a:lnTo>
                  <a:pt x="16764" y="188976"/>
                </a:lnTo>
                <a:lnTo>
                  <a:pt x="10668" y="192024"/>
                </a:lnTo>
                <a:lnTo>
                  <a:pt x="1524" y="201168"/>
                </a:lnTo>
                <a:lnTo>
                  <a:pt x="0" y="207264"/>
                </a:lnTo>
                <a:lnTo>
                  <a:pt x="0" y="217932"/>
                </a:lnTo>
                <a:lnTo>
                  <a:pt x="3048" y="227076"/>
                </a:lnTo>
                <a:lnTo>
                  <a:pt x="4572" y="230124"/>
                </a:lnTo>
                <a:lnTo>
                  <a:pt x="6096" y="234696"/>
                </a:lnTo>
                <a:lnTo>
                  <a:pt x="15240" y="243840"/>
                </a:lnTo>
                <a:lnTo>
                  <a:pt x="24384" y="251460"/>
                </a:lnTo>
                <a:lnTo>
                  <a:pt x="0" y="251460"/>
                </a:lnTo>
                <a:lnTo>
                  <a:pt x="0" y="257556"/>
                </a:lnTo>
                <a:lnTo>
                  <a:pt x="13716" y="289560"/>
                </a:lnTo>
                <a:lnTo>
                  <a:pt x="16764" y="288036"/>
                </a:lnTo>
                <a:lnTo>
                  <a:pt x="15240" y="284988"/>
                </a:lnTo>
                <a:lnTo>
                  <a:pt x="15240" y="277368"/>
                </a:lnTo>
                <a:lnTo>
                  <a:pt x="16764" y="275844"/>
                </a:lnTo>
                <a:lnTo>
                  <a:pt x="16764" y="274320"/>
                </a:lnTo>
                <a:lnTo>
                  <a:pt x="19812" y="272796"/>
                </a:lnTo>
                <a:lnTo>
                  <a:pt x="25908" y="272796"/>
                </a:lnTo>
                <a:lnTo>
                  <a:pt x="33528" y="271272"/>
                </a:lnTo>
                <a:lnTo>
                  <a:pt x="97536" y="271272"/>
                </a:lnTo>
                <a:lnTo>
                  <a:pt x="102108" y="272796"/>
                </a:lnTo>
                <a:lnTo>
                  <a:pt x="103632" y="272796"/>
                </a:lnTo>
                <a:lnTo>
                  <a:pt x="106680" y="274320"/>
                </a:lnTo>
                <a:lnTo>
                  <a:pt x="109728" y="277368"/>
                </a:lnTo>
                <a:lnTo>
                  <a:pt x="111252" y="280416"/>
                </a:lnTo>
                <a:lnTo>
                  <a:pt x="111252" y="288036"/>
                </a:lnTo>
                <a:lnTo>
                  <a:pt x="114300" y="288036"/>
                </a:lnTo>
                <a:lnTo>
                  <a:pt x="114300" y="234696"/>
                </a:lnTo>
                <a:lnTo>
                  <a:pt x="111252" y="234696"/>
                </a:lnTo>
                <a:lnTo>
                  <a:pt x="111252" y="245364"/>
                </a:lnTo>
                <a:lnTo>
                  <a:pt x="106680" y="249936"/>
                </a:lnTo>
                <a:lnTo>
                  <a:pt x="105156" y="249936"/>
                </a:lnTo>
                <a:lnTo>
                  <a:pt x="102108" y="251460"/>
                </a:lnTo>
                <a:lnTo>
                  <a:pt x="30480" y="251460"/>
                </a:lnTo>
                <a:lnTo>
                  <a:pt x="25908" y="248412"/>
                </a:lnTo>
                <a:lnTo>
                  <a:pt x="21336" y="243840"/>
                </a:lnTo>
                <a:lnTo>
                  <a:pt x="18288" y="237744"/>
                </a:lnTo>
                <a:lnTo>
                  <a:pt x="15240" y="228600"/>
                </a:lnTo>
                <a:lnTo>
                  <a:pt x="15240" y="217932"/>
                </a:lnTo>
                <a:lnTo>
                  <a:pt x="18288" y="213360"/>
                </a:lnTo>
                <a:lnTo>
                  <a:pt x="22860" y="210312"/>
                </a:lnTo>
                <a:lnTo>
                  <a:pt x="25908" y="207264"/>
                </a:lnTo>
                <a:lnTo>
                  <a:pt x="33528" y="205740"/>
                </a:lnTo>
                <a:lnTo>
                  <a:pt x="96012" y="205740"/>
                </a:lnTo>
                <a:lnTo>
                  <a:pt x="100584" y="207264"/>
                </a:lnTo>
                <a:lnTo>
                  <a:pt x="105156" y="207264"/>
                </a:lnTo>
                <a:lnTo>
                  <a:pt x="106680" y="208788"/>
                </a:lnTo>
                <a:lnTo>
                  <a:pt x="108204" y="211836"/>
                </a:lnTo>
                <a:lnTo>
                  <a:pt x="109728" y="213360"/>
                </a:lnTo>
                <a:lnTo>
                  <a:pt x="111252" y="217932"/>
                </a:lnTo>
                <a:lnTo>
                  <a:pt x="111252" y="222504"/>
                </a:lnTo>
                <a:lnTo>
                  <a:pt x="114300" y="222504"/>
                </a:lnTo>
                <a:lnTo>
                  <a:pt x="114300" y="169164"/>
                </a:lnTo>
                <a:lnTo>
                  <a:pt x="111252" y="169164"/>
                </a:lnTo>
                <a:lnTo>
                  <a:pt x="111252" y="178308"/>
                </a:lnTo>
                <a:lnTo>
                  <a:pt x="109728" y="181356"/>
                </a:lnTo>
                <a:lnTo>
                  <a:pt x="105156" y="185928"/>
                </a:lnTo>
                <a:lnTo>
                  <a:pt x="30480" y="185928"/>
                </a:lnTo>
                <a:lnTo>
                  <a:pt x="19812" y="175260"/>
                </a:lnTo>
                <a:lnTo>
                  <a:pt x="18288" y="170688"/>
                </a:lnTo>
                <a:lnTo>
                  <a:pt x="16764" y="167640"/>
                </a:lnTo>
                <a:lnTo>
                  <a:pt x="15240" y="163068"/>
                </a:lnTo>
                <a:lnTo>
                  <a:pt x="15240" y="152400"/>
                </a:lnTo>
                <a:lnTo>
                  <a:pt x="18288" y="146304"/>
                </a:lnTo>
                <a:lnTo>
                  <a:pt x="22860" y="143256"/>
                </a:lnTo>
                <a:lnTo>
                  <a:pt x="25908" y="141732"/>
                </a:lnTo>
                <a:lnTo>
                  <a:pt x="33528" y="140208"/>
                </a:lnTo>
                <a:lnTo>
                  <a:pt x="96012" y="140208"/>
                </a:lnTo>
                <a:lnTo>
                  <a:pt x="100584" y="141732"/>
                </a:lnTo>
                <a:lnTo>
                  <a:pt x="105156" y="141732"/>
                </a:lnTo>
                <a:lnTo>
                  <a:pt x="108204" y="144780"/>
                </a:lnTo>
                <a:lnTo>
                  <a:pt x="111252" y="150876"/>
                </a:lnTo>
                <a:lnTo>
                  <a:pt x="111252" y="156972"/>
                </a:lnTo>
                <a:lnTo>
                  <a:pt x="114300" y="156972"/>
                </a:lnTo>
                <a:lnTo>
                  <a:pt x="114300" y="103632"/>
                </a:lnTo>
                <a:close/>
              </a:path>
              <a:path extrusionOk="0" h="525779" w="117475">
                <a:moveTo>
                  <a:pt x="117360" y="315468"/>
                </a:moveTo>
                <a:lnTo>
                  <a:pt x="116217" y="309524"/>
                </a:lnTo>
                <a:lnTo>
                  <a:pt x="116128" y="309372"/>
                </a:lnTo>
                <a:lnTo>
                  <a:pt x="112788" y="303276"/>
                </a:lnTo>
                <a:lnTo>
                  <a:pt x="107073" y="297040"/>
                </a:lnTo>
                <a:lnTo>
                  <a:pt x="99072" y="291084"/>
                </a:lnTo>
                <a:lnTo>
                  <a:pt x="92976" y="291084"/>
                </a:lnTo>
                <a:lnTo>
                  <a:pt x="100596" y="298704"/>
                </a:lnTo>
                <a:lnTo>
                  <a:pt x="100596" y="300228"/>
                </a:lnTo>
                <a:lnTo>
                  <a:pt x="102120" y="300228"/>
                </a:lnTo>
                <a:lnTo>
                  <a:pt x="102120" y="304800"/>
                </a:lnTo>
                <a:lnTo>
                  <a:pt x="99072" y="307848"/>
                </a:lnTo>
                <a:lnTo>
                  <a:pt x="92976" y="307848"/>
                </a:lnTo>
                <a:lnTo>
                  <a:pt x="86880" y="309372"/>
                </a:lnTo>
                <a:lnTo>
                  <a:pt x="19824" y="309372"/>
                </a:lnTo>
                <a:lnTo>
                  <a:pt x="16776" y="310896"/>
                </a:lnTo>
                <a:lnTo>
                  <a:pt x="10680" y="312420"/>
                </a:lnTo>
                <a:lnTo>
                  <a:pt x="4584" y="321564"/>
                </a:lnTo>
                <a:lnTo>
                  <a:pt x="1536" y="327660"/>
                </a:lnTo>
                <a:lnTo>
                  <a:pt x="38" y="336600"/>
                </a:lnTo>
                <a:lnTo>
                  <a:pt x="165" y="348691"/>
                </a:lnTo>
                <a:lnTo>
                  <a:pt x="279" y="350520"/>
                </a:lnTo>
                <a:lnTo>
                  <a:pt x="584" y="355650"/>
                </a:lnTo>
                <a:lnTo>
                  <a:pt x="2298" y="364045"/>
                </a:lnTo>
                <a:lnTo>
                  <a:pt x="5156" y="371030"/>
                </a:lnTo>
                <a:lnTo>
                  <a:pt x="9156" y="376428"/>
                </a:lnTo>
                <a:lnTo>
                  <a:pt x="13728" y="384048"/>
                </a:lnTo>
                <a:lnTo>
                  <a:pt x="21348" y="388620"/>
                </a:lnTo>
                <a:lnTo>
                  <a:pt x="32016" y="388620"/>
                </a:lnTo>
                <a:lnTo>
                  <a:pt x="33540" y="387096"/>
                </a:lnTo>
                <a:lnTo>
                  <a:pt x="36588" y="385572"/>
                </a:lnTo>
                <a:lnTo>
                  <a:pt x="38112" y="384048"/>
                </a:lnTo>
                <a:lnTo>
                  <a:pt x="39636" y="381000"/>
                </a:lnTo>
                <a:lnTo>
                  <a:pt x="39636" y="374904"/>
                </a:lnTo>
                <a:lnTo>
                  <a:pt x="38112" y="373380"/>
                </a:lnTo>
                <a:lnTo>
                  <a:pt x="36588" y="370332"/>
                </a:lnTo>
                <a:lnTo>
                  <a:pt x="35064" y="368808"/>
                </a:lnTo>
                <a:lnTo>
                  <a:pt x="16776" y="368808"/>
                </a:lnTo>
                <a:lnTo>
                  <a:pt x="13728" y="367284"/>
                </a:lnTo>
                <a:lnTo>
                  <a:pt x="12204" y="362712"/>
                </a:lnTo>
                <a:lnTo>
                  <a:pt x="9156" y="359664"/>
                </a:lnTo>
                <a:lnTo>
                  <a:pt x="7632" y="356616"/>
                </a:lnTo>
                <a:lnTo>
                  <a:pt x="25920" y="329184"/>
                </a:lnTo>
                <a:lnTo>
                  <a:pt x="41160" y="329184"/>
                </a:lnTo>
                <a:lnTo>
                  <a:pt x="46367" y="342265"/>
                </a:lnTo>
                <a:lnTo>
                  <a:pt x="50876" y="353758"/>
                </a:lnTo>
                <a:lnTo>
                  <a:pt x="55079" y="363270"/>
                </a:lnTo>
                <a:lnTo>
                  <a:pt x="59448" y="370332"/>
                </a:lnTo>
                <a:lnTo>
                  <a:pt x="64020" y="379476"/>
                </a:lnTo>
                <a:lnTo>
                  <a:pt x="68592" y="385572"/>
                </a:lnTo>
                <a:lnTo>
                  <a:pt x="74688" y="388620"/>
                </a:lnTo>
                <a:lnTo>
                  <a:pt x="77736" y="391668"/>
                </a:lnTo>
                <a:lnTo>
                  <a:pt x="83832" y="393192"/>
                </a:lnTo>
                <a:lnTo>
                  <a:pt x="97548" y="393192"/>
                </a:lnTo>
                <a:lnTo>
                  <a:pt x="103644" y="390144"/>
                </a:lnTo>
                <a:lnTo>
                  <a:pt x="114312" y="379476"/>
                </a:lnTo>
                <a:lnTo>
                  <a:pt x="117360" y="373380"/>
                </a:lnTo>
                <a:lnTo>
                  <a:pt x="117360" y="359664"/>
                </a:lnTo>
                <a:lnTo>
                  <a:pt x="102120" y="334606"/>
                </a:lnTo>
                <a:lnTo>
                  <a:pt x="102120" y="353568"/>
                </a:lnTo>
                <a:lnTo>
                  <a:pt x="102120" y="359664"/>
                </a:lnTo>
                <a:lnTo>
                  <a:pt x="100596" y="362712"/>
                </a:lnTo>
                <a:lnTo>
                  <a:pt x="92976" y="370332"/>
                </a:lnTo>
                <a:lnTo>
                  <a:pt x="88404" y="373380"/>
                </a:lnTo>
                <a:lnTo>
                  <a:pt x="77736" y="373380"/>
                </a:lnTo>
                <a:lnTo>
                  <a:pt x="73164" y="371856"/>
                </a:lnTo>
                <a:lnTo>
                  <a:pt x="70116" y="368808"/>
                </a:lnTo>
                <a:lnTo>
                  <a:pt x="65544" y="365760"/>
                </a:lnTo>
                <a:lnTo>
                  <a:pt x="62496" y="361188"/>
                </a:lnTo>
                <a:lnTo>
                  <a:pt x="59448" y="353568"/>
                </a:lnTo>
                <a:lnTo>
                  <a:pt x="57137" y="350189"/>
                </a:lnTo>
                <a:lnTo>
                  <a:pt x="54686" y="344805"/>
                </a:lnTo>
                <a:lnTo>
                  <a:pt x="51943" y="337718"/>
                </a:lnTo>
                <a:lnTo>
                  <a:pt x="48780" y="329184"/>
                </a:lnTo>
                <a:lnTo>
                  <a:pt x="89928" y="329184"/>
                </a:lnTo>
                <a:lnTo>
                  <a:pt x="95008" y="336600"/>
                </a:lnTo>
                <a:lnTo>
                  <a:pt x="98882" y="343090"/>
                </a:lnTo>
                <a:lnTo>
                  <a:pt x="101282" y="348691"/>
                </a:lnTo>
                <a:lnTo>
                  <a:pt x="102120" y="353568"/>
                </a:lnTo>
                <a:lnTo>
                  <a:pt x="102120" y="334606"/>
                </a:lnTo>
                <a:lnTo>
                  <a:pt x="97548" y="329184"/>
                </a:lnTo>
                <a:lnTo>
                  <a:pt x="105168" y="327660"/>
                </a:lnTo>
                <a:lnTo>
                  <a:pt x="109740" y="327660"/>
                </a:lnTo>
                <a:lnTo>
                  <a:pt x="112788" y="324612"/>
                </a:lnTo>
                <a:lnTo>
                  <a:pt x="115836" y="323088"/>
                </a:lnTo>
                <a:lnTo>
                  <a:pt x="117360" y="320040"/>
                </a:lnTo>
                <a:lnTo>
                  <a:pt x="117360" y="315468"/>
                </a:lnTo>
                <a:close/>
              </a:path>
              <a:path extrusionOk="0" h="525779" w="117475">
                <a:moveTo>
                  <a:pt x="117360" y="44196"/>
                </a:moveTo>
                <a:lnTo>
                  <a:pt x="97370" y="9220"/>
                </a:lnTo>
                <a:lnTo>
                  <a:pt x="73164" y="0"/>
                </a:lnTo>
                <a:lnTo>
                  <a:pt x="71640" y="3048"/>
                </a:lnTo>
                <a:lnTo>
                  <a:pt x="80784" y="6096"/>
                </a:lnTo>
                <a:lnTo>
                  <a:pt x="88404" y="10668"/>
                </a:lnTo>
                <a:lnTo>
                  <a:pt x="91452" y="16764"/>
                </a:lnTo>
                <a:lnTo>
                  <a:pt x="95948" y="21272"/>
                </a:lnTo>
                <a:lnTo>
                  <a:pt x="96786" y="24384"/>
                </a:lnTo>
                <a:lnTo>
                  <a:pt x="97548" y="27432"/>
                </a:lnTo>
                <a:lnTo>
                  <a:pt x="97485" y="35610"/>
                </a:lnTo>
                <a:lnTo>
                  <a:pt x="96697" y="42672"/>
                </a:lnTo>
                <a:lnTo>
                  <a:pt x="66306" y="71437"/>
                </a:lnTo>
                <a:lnTo>
                  <a:pt x="44208" y="74676"/>
                </a:lnTo>
                <a:lnTo>
                  <a:pt x="44208" y="24384"/>
                </a:lnTo>
                <a:lnTo>
                  <a:pt x="44208" y="0"/>
                </a:lnTo>
                <a:lnTo>
                  <a:pt x="36576" y="660"/>
                </a:lnTo>
                <a:lnTo>
                  <a:pt x="36576" y="24384"/>
                </a:lnTo>
                <a:lnTo>
                  <a:pt x="36576" y="74676"/>
                </a:lnTo>
                <a:lnTo>
                  <a:pt x="27432" y="73152"/>
                </a:lnTo>
                <a:lnTo>
                  <a:pt x="19812" y="70104"/>
                </a:lnTo>
                <a:lnTo>
                  <a:pt x="10668" y="60960"/>
                </a:lnTo>
                <a:lnTo>
                  <a:pt x="7620" y="54864"/>
                </a:lnTo>
                <a:lnTo>
                  <a:pt x="7620" y="44196"/>
                </a:lnTo>
                <a:lnTo>
                  <a:pt x="10668" y="35052"/>
                </a:lnTo>
                <a:lnTo>
                  <a:pt x="16764" y="28956"/>
                </a:lnTo>
                <a:lnTo>
                  <a:pt x="21336" y="27432"/>
                </a:lnTo>
                <a:lnTo>
                  <a:pt x="24384" y="25908"/>
                </a:lnTo>
                <a:lnTo>
                  <a:pt x="28956" y="24384"/>
                </a:lnTo>
                <a:lnTo>
                  <a:pt x="36576" y="24384"/>
                </a:lnTo>
                <a:lnTo>
                  <a:pt x="36576" y="660"/>
                </a:lnTo>
                <a:lnTo>
                  <a:pt x="3238" y="25717"/>
                </a:lnTo>
                <a:lnTo>
                  <a:pt x="3187" y="25908"/>
                </a:lnTo>
                <a:lnTo>
                  <a:pt x="838" y="33845"/>
                </a:lnTo>
                <a:lnTo>
                  <a:pt x="723" y="35052"/>
                </a:lnTo>
                <a:lnTo>
                  <a:pt x="673" y="35610"/>
                </a:lnTo>
                <a:lnTo>
                  <a:pt x="0" y="42672"/>
                </a:lnTo>
                <a:lnTo>
                  <a:pt x="15240" y="77724"/>
                </a:lnTo>
                <a:lnTo>
                  <a:pt x="59448" y="92964"/>
                </a:lnTo>
                <a:lnTo>
                  <a:pt x="72682" y="92087"/>
                </a:lnTo>
                <a:lnTo>
                  <a:pt x="72428" y="92087"/>
                </a:lnTo>
                <a:lnTo>
                  <a:pt x="83642" y="89535"/>
                </a:lnTo>
                <a:lnTo>
                  <a:pt x="93522" y="85255"/>
                </a:lnTo>
                <a:lnTo>
                  <a:pt x="102120" y="79248"/>
                </a:lnTo>
                <a:lnTo>
                  <a:pt x="106362" y="74676"/>
                </a:lnTo>
                <a:lnTo>
                  <a:pt x="108991" y="71843"/>
                </a:lnTo>
                <a:lnTo>
                  <a:pt x="113741" y="63436"/>
                </a:lnTo>
                <a:lnTo>
                  <a:pt x="116471" y="54178"/>
                </a:lnTo>
                <a:lnTo>
                  <a:pt x="117360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99" name="Google Shape;2999;p49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5269991" y="3822191"/>
            <a:ext cx="175259" cy="28041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0" name="Google Shape;3000;p49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5274564" y="3526535"/>
            <a:ext cx="170687" cy="2331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01" name="Google Shape;3001;p49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002" name="Google Shape;3002;p49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03" name="Google Shape;3003;p49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004" name="Google Shape;3004;p49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5" name="Google Shape;3005;p49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6" name="Google Shape;3006;p49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6655307" y="1760219"/>
            <a:ext cx="117348" cy="1584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10" name="Shape 3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1" name="Google Shape;3011;p50"/>
          <p:cNvGrpSpPr/>
          <p:nvPr/>
        </p:nvGrpSpPr>
        <p:grpSpPr>
          <a:xfrm>
            <a:off x="1446276" y="5366003"/>
            <a:ext cx="333755" cy="1298576"/>
            <a:chOff x="1446276" y="5366003"/>
            <a:chExt cx="333755" cy="1298576"/>
          </a:xfrm>
        </p:grpSpPr>
        <p:sp>
          <p:nvSpPr>
            <p:cNvPr id="3012" name="Google Shape;3012;p50"/>
            <p:cNvSpPr/>
            <p:nvPr/>
          </p:nvSpPr>
          <p:spPr>
            <a:xfrm>
              <a:off x="1446276" y="6242304"/>
              <a:ext cx="327660" cy="422275"/>
            </a:xfrm>
            <a:custGeom>
              <a:rect b="b" l="l" r="r" t="t"/>
              <a:pathLst>
                <a:path extrusionOk="0" h="422275" w="327660">
                  <a:moveTo>
                    <a:pt x="327660" y="422148"/>
                  </a:moveTo>
                  <a:lnTo>
                    <a:pt x="320040" y="422148"/>
                  </a:lnTo>
                  <a:lnTo>
                    <a:pt x="320040" y="409956"/>
                  </a:lnTo>
                  <a:lnTo>
                    <a:pt x="319420" y="400264"/>
                  </a:lnTo>
                  <a:lnTo>
                    <a:pt x="283202" y="375189"/>
                  </a:lnTo>
                  <a:lnTo>
                    <a:pt x="269748" y="374904"/>
                  </a:lnTo>
                  <a:lnTo>
                    <a:pt x="57912" y="374904"/>
                  </a:lnTo>
                  <a:lnTo>
                    <a:pt x="16764" y="385572"/>
                  </a:lnTo>
                  <a:lnTo>
                    <a:pt x="7620" y="422148"/>
                  </a:lnTo>
                  <a:lnTo>
                    <a:pt x="0" y="422148"/>
                  </a:lnTo>
                  <a:lnTo>
                    <a:pt x="0" y="326136"/>
                  </a:lnTo>
                  <a:lnTo>
                    <a:pt x="256032" y="208788"/>
                  </a:lnTo>
                  <a:lnTo>
                    <a:pt x="0" y="91440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0668"/>
                  </a:lnTo>
                  <a:lnTo>
                    <a:pt x="8477" y="21002"/>
                  </a:lnTo>
                  <a:lnTo>
                    <a:pt x="45339" y="46720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9372" y="39624"/>
                  </a:lnTo>
                  <a:lnTo>
                    <a:pt x="320040" y="10668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8"/>
                  </a:lnTo>
                  <a:lnTo>
                    <a:pt x="320040" y="140208"/>
                  </a:lnTo>
                  <a:lnTo>
                    <a:pt x="320040" y="128016"/>
                  </a:lnTo>
                  <a:lnTo>
                    <a:pt x="319420" y="118324"/>
                  </a:lnTo>
                  <a:lnTo>
                    <a:pt x="283202" y="93249"/>
                  </a:lnTo>
                  <a:lnTo>
                    <a:pt x="269748" y="92964"/>
                  </a:lnTo>
                  <a:lnTo>
                    <a:pt x="53340" y="92964"/>
                  </a:lnTo>
                  <a:lnTo>
                    <a:pt x="327660" y="219456"/>
                  </a:lnTo>
                  <a:lnTo>
                    <a:pt x="327660" y="227076"/>
                  </a:lnTo>
                  <a:lnTo>
                    <a:pt x="53340" y="353568"/>
                  </a:lnTo>
                  <a:lnTo>
                    <a:pt x="269748" y="353568"/>
                  </a:lnTo>
                  <a:lnTo>
                    <a:pt x="309372" y="345948"/>
                  </a:lnTo>
                  <a:lnTo>
                    <a:pt x="320040" y="306324"/>
                  </a:lnTo>
                  <a:lnTo>
                    <a:pt x="327660" y="306324"/>
                  </a:lnTo>
                  <a:lnTo>
                    <a:pt x="327660" y="4221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013" name="Google Shape;3013;p5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60" y="6001511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14" name="Google Shape;3014;p5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60" y="5754623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15" name="Google Shape;3015;p5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5366003"/>
              <a:ext cx="233172" cy="3672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016" name="Google Shape;3016;p50"/>
          <p:cNvGrpSpPr/>
          <p:nvPr/>
        </p:nvGrpSpPr>
        <p:grpSpPr>
          <a:xfrm>
            <a:off x="1438656" y="5039867"/>
            <a:ext cx="341374" cy="266700"/>
            <a:chOff x="1438656" y="5039867"/>
            <a:chExt cx="341374" cy="266700"/>
          </a:xfrm>
        </p:grpSpPr>
        <p:pic>
          <p:nvPicPr>
            <p:cNvPr id="3017" name="Google Shape;3017;p5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438656" y="5233415"/>
              <a:ext cx="124968" cy="73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18" name="Google Shape;3018;p50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59" y="5039867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019" name="Google Shape;3019;p50"/>
          <p:cNvGrpSpPr/>
          <p:nvPr/>
        </p:nvGrpSpPr>
        <p:grpSpPr>
          <a:xfrm>
            <a:off x="1446276" y="4026408"/>
            <a:ext cx="334009" cy="864361"/>
            <a:chOff x="1446276" y="4026408"/>
            <a:chExt cx="334009" cy="864361"/>
          </a:xfrm>
        </p:grpSpPr>
        <p:sp>
          <p:nvSpPr>
            <p:cNvPr id="3020" name="Google Shape;3020;p50"/>
            <p:cNvSpPr/>
            <p:nvPr/>
          </p:nvSpPr>
          <p:spPr>
            <a:xfrm>
              <a:off x="1446276" y="4610099"/>
              <a:ext cx="327660" cy="280670"/>
            </a:xfrm>
            <a:custGeom>
              <a:rect b="b" l="l" r="r" t="t"/>
              <a:pathLst>
                <a:path extrusionOk="0" h="280670" w="327660">
                  <a:moveTo>
                    <a:pt x="327660" y="280415"/>
                  </a:moveTo>
                  <a:lnTo>
                    <a:pt x="320040" y="280415"/>
                  </a:lnTo>
                  <a:lnTo>
                    <a:pt x="320040" y="268223"/>
                  </a:lnTo>
                  <a:lnTo>
                    <a:pt x="319182" y="258532"/>
                  </a:lnTo>
                  <a:lnTo>
                    <a:pt x="283178" y="233457"/>
                  </a:lnTo>
                  <a:lnTo>
                    <a:pt x="269748" y="233172"/>
                  </a:lnTo>
                  <a:lnTo>
                    <a:pt x="57912" y="233172"/>
                  </a:lnTo>
                  <a:lnTo>
                    <a:pt x="19812" y="239267"/>
                  </a:lnTo>
                  <a:lnTo>
                    <a:pt x="7620" y="268223"/>
                  </a:lnTo>
                  <a:lnTo>
                    <a:pt x="7620" y="280415"/>
                  </a:lnTo>
                  <a:lnTo>
                    <a:pt x="0" y="280415"/>
                  </a:lnTo>
                  <a:lnTo>
                    <a:pt x="0" y="134111"/>
                  </a:lnTo>
                  <a:lnTo>
                    <a:pt x="7620" y="134111"/>
                  </a:lnTo>
                  <a:lnTo>
                    <a:pt x="7929" y="145803"/>
                  </a:lnTo>
                  <a:lnTo>
                    <a:pt x="8953" y="155638"/>
                  </a:lnTo>
                  <a:lnTo>
                    <a:pt x="10834" y="163472"/>
                  </a:lnTo>
                  <a:lnTo>
                    <a:pt x="13716" y="169163"/>
                  </a:lnTo>
                  <a:lnTo>
                    <a:pt x="16764" y="176783"/>
                  </a:lnTo>
                  <a:lnTo>
                    <a:pt x="21335" y="181355"/>
                  </a:lnTo>
                  <a:lnTo>
                    <a:pt x="25908" y="182879"/>
                  </a:lnTo>
                  <a:lnTo>
                    <a:pt x="30980" y="184880"/>
                  </a:lnTo>
                  <a:lnTo>
                    <a:pt x="39052" y="186308"/>
                  </a:lnTo>
                  <a:lnTo>
                    <a:pt x="49696" y="187166"/>
                  </a:lnTo>
                  <a:lnTo>
                    <a:pt x="62483" y="187451"/>
                  </a:lnTo>
                  <a:lnTo>
                    <a:pt x="269748" y="187451"/>
                  </a:lnTo>
                  <a:lnTo>
                    <a:pt x="305681" y="169735"/>
                  </a:lnTo>
                  <a:lnTo>
                    <a:pt x="306324" y="112775"/>
                  </a:lnTo>
                  <a:lnTo>
                    <a:pt x="306038" y="95654"/>
                  </a:lnTo>
                  <a:lnTo>
                    <a:pt x="298013" y="52577"/>
                  </a:lnTo>
                  <a:lnTo>
                    <a:pt x="263652" y="19811"/>
                  </a:lnTo>
                  <a:lnTo>
                    <a:pt x="236220" y="7619"/>
                  </a:lnTo>
                  <a:lnTo>
                    <a:pt x="239268" y="0"/>
                  </a:lnTo>
                  <a:lnTo>
                    <a:pt x="327660" y="27431"/>
                  </a:lnTo>
                  <a:lnTo>
                    <a:pt x="327660" y="2804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021" name="Google Shape;3021;p50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7024" y="4379976"/>
              <a:ext cx="232697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22" name="Google Shape;3022;p50"/>
            <p:cNvSpPr/>
            <p:nvPr/>
          </p:nvSpPr>
          <p:spPr>
            <a:xfrm>
              <a:off x="1552956" y="4026408"/>
              <a:ext cx="227329" cy="346075"/>
            </a:xfrm>
            <a:custGeom>
              <a:rect b="b" l="l" r="r" t="t"/>
              <a:pathLst>
                <a:path extrusionOk="0" h="346075" w="227330">
                  <a:moveTo>
                    <a:pt x="7619" y="345948"/>
                  </a:moveTo>
                  <a:lnTo>
                    <a:pt x="0" y="345948"/>
                  </a:lnTo>
                  <a:lnTo>
                    <a:pt x="0" y="252984"/>
                  </a:lnTo>
                  <a:lnTo>
                    <a:pt x="7619" y="252984"/>
                  </a:lnTo>
                  <a:lnTo>
                    <a:pt x="9143" y="262128"/>
                  </a:lnTo>
                  <a:lnTo>
                    <a:pt x="10667" y="266700"/>
                  </a:lnTo>
                  <a:lnTo>
                    <a:pt x="12191" y="269748"/>
                  </a:lnTo>
                  <a:lnTo>
                    <a:pt x="15239" y="272796"/>
                  </a:lnTo>
                  <a:lnTo>
                    <a:pt x="18287" y="274320"/>
                  </a:lnTo>
                  <a:lnTo>
                    <a:pt x="28955" y="274320"/>
                  </a:lnTo>
                  <a:lnTo>
                    <a:pt x="35051" y="272796"/>
                  </a:lnTo>
                  <a:lnTo>
                    <a:pt x="41147" y="269748"/>
                  </a:lnTo>
                  <a:lnTo>
                    <a:pt x="164591" y="222504"/>
                  </a:lnTo>
                  <a:lnTo>
                    <a:pt x="65531" y="175260"/>
                  </a:lnTo>
                  <a:lnTo>
                    <a:pt x="33527" y="187452"/>
                  </a:lnTo>
                  <a:lnTo>
                    <a:pt x="26336" y="190904"/>
                  </a:lnTo>
                  <a:lnTo>
                    <a:pt x="7619" y="222504"/>
                  </a:lnTo>
                  <a:lnTo>
                    <a:pt x="0" y="222504"/>
                  </a:lnTo>
                  <a:lnTo>
                    <a:pt x="0" y="118872"/>
                  </a:lnTo>
                  <a:lnTo>
                    <a:pt x="7619" y="118872"/>
                  </a:lnTo>
                  <a:lnTo>
                    <a:pt x="8810" y="126539"/>
                  </a:lnTo>
                  <a:lnTo>
                    <a:pt x="10286" y="133350"/>
                  </a:lnTo>
                  <a:lnTo>
                    <a:pt x="12334" y="139017"/>
                  </a:lnTo>
                  <a:lnTo>
                    <a:pt x="15239" y="143255"/>
                  </a:lnTo>
                  <a:lnTo>
                    <a:pt x="18287" y="146304"/>
                  </a:lnTo>
                  <a:lnTo>
                    <a:pt x="21335" y="147828"/>
                  </a:lnTo>
                  <a:lnTo>
                    <a:pt x="35051" y="147828"/>
                  </a:lnTo>
                  <a:lnTo>
                    <a:pt x="38099" y="146304"/>
                  </a:lnTo>
                  <a:lnTo>
                    <a:pt x="163067" y="94488"/>
                  </a:lnTo>
                  <a:lnTo>
                    <a:pt x="42671" y="48767"/>
                  </a:lnTo>
                  <a:lnTo>
                    <a:pt x="33527" y="45720"/>
                  </a:lnTo>
                  <a:lnTo>
                    <a:pt x="25907" y="44196"/>
                  </a:lnTo>
                  <a:lnTo>
                    <a:pt x="18287" y="44196"/>
                  </a:lnTo>
                  <a:lnTo>
                    <a:pt x="7619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1072" y="9691"/>
                  </a:lnTo>
                  <a:lnTo>
                    <a:pt x="16954" y="18097"/>
                  </a:lnTo>
                  <a:lnTo>
                    <a:pt x="25407" y="25074"/>
                  </a:lnTo>
                  <a:lnTo>
                    <a:pt x="36575" y="30480"/>
                  </a:lnTo>
                  <a:lnTo>
                    <a:pt x="227076" y="103631"/>
                  </a:lnTo>
                  <a:lnTo>
                    <a:pt x="227076" y="111252"/>
                  </a:lnTo>
                  <a:lnTo>
                    <a:pt x="85343" y="167640"/>
                  </a:lnTo>
                  <a:lnTo>
                    <a:pt x="227076" y="234696"/>
                  </a:lnTo>
                  <a:lnTo>
                    <a:pt x="227076" y="239268"/>
                  </a:lnTo>
                  <a:lnTo>
                    <a:pt x="42671" y="310896"/>
                  </a:lnTo>
                  <a:lnTo>
                    <a:pt x="10667" y="336804"/>
                  </a:lnTo>
                  <a:lnTo>
                    <a:pt x="7619" y="3459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23" name="Google Shape;3023;p50"/>
          <p:cNvSpPr/>
          <p:nvPr/>
        </p:nvSpPr>
        <p:spPr>
          <a:xfrm>
            <a:off x="2543555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24" name="Google Shape;3024;p50"/>
          <p:cNvGrpSpPr/>
          <p:nvPr/>
        </p:nvGrpSpPr>
        <p:grpSpPr>
          <a:xfrm>
            <a:off x="2487167" y="8330183"/>
            <a:ext cx="170815" cy="542544"/>
            <a:chOff x="2487167" y="8330183"/>
            <a:chExt cx="170815" cy="542544"/>
          </a:xfrm>
        </p:grpSpPr>
        <p:pic>
          <p:nvPicPr>
            <p:cNvPr id="3025" name="Google Shape;3025;p50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487167" y="8784335"/>
              <a:ext cx="167639" cy="883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26" name="Google Shape;3026;p50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487168" y="8651747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27" name="Google Shape;3027;p50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487168" y="8400288"/>
              <a:ext cx="170687" cy="23164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28" name="Google Shape;3028;p50"/>
            <p:cNvSpPr/>
            <p:nvPr/>
          </p:nvSpPr>
          <p:spPr>
            <a:xfrm>
              <a:off x="2540507" y="8330183"/>
              <a:ext cx="117475" cy="40005"/>
            </a:xfrm>
            <a:custGeom>
              <a:rect b="b" l="l" r="r" t="t"/>
              <a:pathLst>
                <a:path extrusionOk="0" h="40004" w="117475">
                  <a:moveTo>
                    <a:pt x="25908" y="39624"/>
                  </a:moveTo>
                  <a:lnTo>
                    <a:pt x="15240" y="39624"/>
                  </a:lnTo>
                  <a:lnTo>
                    <a:pt x="10668" y="38100"/>
                  </a:lnTo>
                  <a:lnTo>
                    <a:pt x="6096" y="35052"/>
                  </a:lnTo>
                  <a:lnTo>
                    <a:pt x="1524" y="30480"/>
                  </a:lnTo>
                  <a:lnTo>
                    <a:pt x="0" y="25908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6096" y="6096"/>
                  </a:lnTo>
                  <a:lnTo>
                    <a:pt x="15240" y="0"/>
                  </a:lnTo>
                  <a:lnTo>
                    <a:pt x="25908" y="0"/>
                  </a:lnTo>
                  <a:lnTo>
                    <a:pt x="30480" y="3048"/>
                  </a:lnTo>
                  <a:lnTo>
                    <a:pt x="38100" y="10668"/>
                  </a:lnTo>
                  <a:lnTo>
                    <a:pt x="39624" y="15240"/>
                  </a:lnTo>
                  <a:lnTo>
                    <a:pt x="39624" y="25908"/>
                  </a:lnTo>
                  <a:lnTo>
                    <a:pt x="38100" y="30480"/>
                  </a:lnTo>
                  <a:lnTo>
                    <a:pt x="30480" y="38100"/>
                  </a:lnTo>
                  <a:lnTo>
                    <a:pt x="25908" y="39624"/>
                  </a:lnTo>
                  <a:close/>
                </a:path>
                <a:path extrusionOk="0" h="40004" w="117475">
                  <a:moveTo>
                    <a:pt x="103632" y="39624"/>
                  </a:moveTo>
                  <a:lnTo>
                    <a:pt x="92964" y="39624"/>
                  </a:lnTo>
                  <a:lnTo>
                    <a:pt x="88392" y="38100"/>
                  </a:lnTo>
                  <a:lnTo>
                    <a:pt x="83820" y="35052"/>
                  </a:lnTo>
                  <a:lnTo>
                    <a:pt x="79248" y="30480"/>
                  </a:lnTo>
                  <a:lnTo>
                    <a:pt x="77724" y="25908"/>
                  </a:lnTo>
                  <a:lnTo>
                    <a:pt x="77724" y="15240"/>
                  </a:lnTo>
                  <a:lnTo>
                    <a:pt x="79248" y="10668"/>
                  </a:lnTo>
                  <a:lnTo>
                    <a:pt x="83820" y="6096"/>
                  </a:lnTo>
                  <a:lnTo>
                    <a:pt x="92964" y="0"/>
                  </a:lnTo>
                  <a:lnTo>
                    <a:pt x="103632" y="0"/>
                  </a:lnTo>
                  <a:lnTo>
                    <a:pt x="108204" y="3048"/>
                  </a:lnTo>
                  <a:lnTo>
                    <a:pt x="115824" y="10668"/>
                  </a:lnTo>
                  <a:lnTo>
                    <a:pt x="117348" y="15240"/>
                  </a:lnTo>
                  <a:lnTo>
                    <a:pt x="117348" y="25908"/>
                  </a:lnTo>
                  <a:lnTo>
                    <a:pt x="115824" y="30480"/>
                  </a:lnTo>
                  <a:lnTo>
                    <a:pt x="108204" y="38100"/>
                  </a:lnTo>
                  <a:lnTo>
                    <a:pt x="103632" y="396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9" name="Google Shape;3029;p50"/>
          <p:cNvGrpSpPr/>
          <p:nvPr/>
        </p:nvGrpSpPr>
        <p:grpSpPr>
          <a:xfrm>
            <a:off x="2487167" y="7435596"/>
            <a:ext cx="170689" cy="807720"/>
            <a:chOff x="2487167" y="7435596"/>
            <a:chExt cx="170689" cy="807720"/>
          </a:xfrm>
        </p:grpSpPr>
        <p:pic>
          <p:nvPicPr>
            <p:cNvPr id="3030" name="Google Shape;3030;p50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487167" y="7946136"/>
              <a:ext cx="170688" cy="2971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31" name="Google Shape;3031;p50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490216" y="7435596"/>
              <a:ext cx="167640" cy="489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032" name="Google Shape;3032;p50"/>
          <p:cNvSpPr/>
          <p:nvPr/>
        </p:nvSpPr>
        <p:spPr>
          <a:xfrm>
            <a:off x="2490216" y="6672072"/>
            <a:ext cx="167640" cy="690880"/>
          </a:xfrm>
          <a:custGeom>
            <a:rect b="b" l="l" r="r" t="t"/>
            <a:pathLst>
              <a:path extrusionOk="0" h="690879" w="167639">
                <a:moveTo>
                  <a:pt x="164592" y="467868"/>
                </a:moveTo>
                <a:lnTo>
                  <a:pt x="160020" y="467868"/>
                </a:lnTo>
                <a:lnTo>
                  <a:pt x="160020" y="481584"/>
                </a:lnTo>
                <a:lnTo>
                  <a:pt x="158496" y="483108"/>
                </a:lnTo>
                <a:lnTo>
                  <a:pt x="156972" y="486156"/>
                </a:lnTo>
                <a:lnTo>
                  <a:pt x="155448" y="487680"/>
                </a:lnTo>
                <a:lnTo>
                  <a:pt x="152400" y="489204"/>
                </a:lnTo>
                <a:lnTo>
                  <a:pt x="150876" y="490728"/>
                </a:lnTo>
                <a:lnTo>
                  <a:pt x="15240" y="490728"/>
                </a:lnTo>
                <a:lnTo>
                  <a:pt x="12192" y="489204"/>
                </a:lnTo>
                <a:lnTo>
                  <a:pt x="7620" y="484632"/>
                </a:lnTo>
                <a:lnTo>
                  <a:pt x="6096" y="481584"/>
                </a:lnTo>
                <a:lnTo>
                  <a:pt x="4572" y="477012"/>
                </a:lnTo>
                <a:lnTo>
                  <a:pt x="4572" y="467868"/>
                </a:lnTo>
                <a:lnTo>
                  <a:pt x="0" y="467868"/>
                </a:lnTo>
                <a:lnTo>
                  <a:pt x="0" y="534924"/>
                </a:lnTo>
                <a:lnTo>
                  <a:pt x="106680" y="579120"/>
                </a:lnTo>
                <a:lnTo>
                  <a:pt x="0" y="623316"/>
                </a:lnTo>
                <a:lnTo>
                  <a:pt x="0" y="690372"/>
                </a:lnTo>
                <a:lnTo>
                  <a:pt x="4572" y="690372"/>
                </a:lnTo>
                <a:lnTo>
                  <a:pt x="4572" y="679704"/>
                </a:lnTo>
                <a:lnTo>
                  <a:pt x="9144" y="670560"/>
                </a:lnTo>
                <a:lnTo>
                  <a:pt x="12192" y="667512"/>
                </a:lnTo>
                <a:lnTo>
                  <a:pt x="149352" y="667512"/>
                </a:lnTo>
                <a:lnTo>
                  <a:pt x="150876" y="669036"/>
                </a:lnTo>
                <a:lnTo>
                  <a:pt x="153924" y="670560"/>
                </a:lnTo>
                <a:lnTo>
                  <a:pt x="155448" y="672084"/>
                </a:lnTo>
                <a:lnTo>
                  <a:pt x="160020" y="681228"/>
                </a:lnTo>
                <a:lnTo>
                  <a:pt x="160020" y="690372"/>
                </a:lnTo>
                <a:lnTo>
                  <a:pt x="164592" y="690372"/>
                </a:lnTo>
                <a:lnTo>
                  <a:pt x="164592" y="633984"/>
                </a:lnTo>
                <a:lnTo>
                  <a:pt x="160020" y="633984"/>
                </a:lnTo>
                <a:lnTo>
                  <a:pt x="160020" y="640080"/>
                </a:lnTo>
                <a:lnTo>
                  <a:pt x="158496" y="646176"/>
                </a:lnTo>
                <a:lnTo>
                  <a:pt x="156972" y="649224"/>
                </a:lnTo>
                <a:lnTo>
                  <a:pt x="150876" y="655320"/>
                </a:lnTo>
                <a:lnTo>
                  <a:pt x="144780" y="655320"/>
                </a:lnTo>
                <a:lnTo>
                  <a:pt x="140208" y="656844"/>
                </a:lnTo>
                <a:lnTo>
                  <a:pt x="18288" y="656844"/>
                </a:lnTo>
                <a:lnTo>
                  <a:pt x="164592" y="592836"/>
                </a:lnTo>
                <a:lnTo>
                  <a:pt x="164592" y="589788"/>
                </a:lnTo>
                <a:lnTo>
                  <a:pt x="16764" y="530352"/>
                </a:lnTo>
                <a:lnTo>
                  <a:pt x="150876" y="530352"/>
                </a:lnTo>
                <a:lnTo>
                  <a:pt x="152400" y="531876"/>
                </a:lnTo>
                <a:lnTo>
                  <a:pt x="155448" y="531876"/>
                </a:lnTo>
                <a:lnTo>
                  <a:pt x="156972" y="533400"/>
                </a:lnTo>
                <a:lnTo>
                  <a:pt x="160020" y="539496"/>
                </a:lnTo>
                <a:lnTo>
                  <a:pt x="160020" y="553212"/>
                </a:lnTo>
                <a:lnTo>
                  <a:pt x="164592" y="553212"/>
                </a:lnTo>
                <a:lnTo>
                  <a:pt x="164592" y="467868"/>
                </a:lnTo>
                <a:close/>
              </a:path>
              <a:path extrusionOk="0" h="690879" w="167639">
                <a:moveTo>
                  <a:pt x="164592" y="141732"/>
                </a:moveTo>
                <a:lnTo>
                  <a:pt x="160020" y="141732"/>
                </a:lnTo>
                <a:lnTo>
                  <a:pt x="160020" y="149352"/>
                </a:lnTo>
                <a:lnTo>
                  <a:pt x="155448" y="153924"/>
                </a:lnTo>
                <a:lnTo>
                  <a:pt x="153924" y="153924"/>
                </a:lnTo>
                <a:lnTo>
                  <a:pt x="152400" y="155448"/>
                </a:lnTo>
                <a:lnTo>
                  <a:pt x="112776" y="155448"/>
                </a:lnTo>
                <a:lnTo>
                  <a:pt x="76200" y="143256"/>
                </a:lnTo>
                <a:lnTo>
                  <a:pt x="73152" y="140208"/>
                </a:lnTo>
                <a:lnTo>
                  <a:pt x="73152" y="135636"/>
                </a:lnTo>
                <a:lnTo>
                  <a:pt x="80772" y="128016"/>
                </a:lnTo>
                <a:lnTo>
                  <a:pt x="82296" y="123444"/>
                </a:lnTo>
                <a:lnTo>
                  <a:pt x="82296" y="115824"/>
                </a:lnTo>
                <a:lnTo>
                  <a:pt x="80772" y="112776"/>
                </a:lnTo>
                <a:lnTo>
                  <a:pt x="74676" y="106680"/>
                </a:lnTo>
                <a:lnTo>
                  <a:pt x="71628" y="105156"/>
                </a:lnTo>
                <a:lnTo>
                  <a:pt x="60960" y="105156"/>
                </a:lnTo>
                <a:lnTo>
                  <a:pt x="57912" y="106680"/>
                </a:lnTo>
                <a:lnTo>
                  <a:pt x="51816" y="112776"/>
                </a:lnTo>
                <a:lnTo>
                  <a:pt x="50292" y="115824"/>
                </a:lnTo>
                <a:lnTo>
                  <a:pt x="50292" y="124968"/>
                </a:lnTo>
                <a:lnTo>
                  <a:pt x="51816" y="131064"/>
                </a:lnTo>
                <a:lnTo>
                  <a:pt x="56388" y="135636"/>
                </a:lnTo>
                <a:lnTo>
                  <a:pt x="59512" y="140208"/>
                </a:lnTo>
                <a:lnTo>
                  <a:pt x="64389" y="144970"/>
                </a:lnTo>
                <a:lnTo>
                  <a:pt x="70954" y="149999"/>
                </a:lnTo>
                <a:lnTo>
                  <a:pt x="79248" y="155448"/>
                </a:lnTo>
                <a:lnTo>
                  <a:pt x="53340" y="155448"/>
                </a:lnTo>
                <a:lnTo>
                  <a:pt x="53340" y="202692"/>
                </a:lnTo>
                <a:lnTo>
                  <a:pt x="57912" y="202692"/>
                </a:lnTo>
                <a:lnTo>
                  <a:pt x="57912" y="198120"/>
                </a:lnTo>
                <a:lnTo>
                  <a:pt x="59436" y="195072"/>
                </a:lnTo>
                <a:lnTo>
                  <a:pt x="60960" y="193548"/>
                </a:lnTo>
                <a:lnTo>
                  <a:pt x="60960" y="192024"/>
                </a:lnTo>
                <a:lnTo>
                  <a:pt x="62484" y="190500"/>
                </a:lnTo>
                <a:lnTo>
                  <a:pt x="65532" y="190500"/>
                </a:lnTo>
                <a:lnTo>
                  <a:pt x="67056" y="188976"/>
                </a:lnTo>
                <a:lnTo>
                  <a:pt x="147828" y="188976"/>
                </a:lnTo>
                <a:lnTo>
                  <a:pt x="153924" y="190500"/>
                </a:lnTo>
                <a:lnTo>
                  <a:pt x="156972" y="192024"/>
                </a:lnTo>
                <a:lnTo>
                  <a:pt x="158496" y="193548"/>
                </a:lnTo>
                <a:lnTo>
                  <a:pt x="160020" y="196596"/>
                </a:lnTo>
                <a:lnTo>
                  <a:pt x="160020" y="202692"/>
                </a:lnTo>
                <a:lnTo>
                  <a:pt x="164592" y="202692"/>
                </a:lnTo>
                <a:lnTo>
                  <a:pt x="164592" y="188976"/>
                </a:lnTo>
                <a:lnTo>
                  <a:pt x="164592" y="141732"/>
                </a:lnTo>
                <a:close/>
              </a:path>
              <a:path extrusionOk="0" h="690879" w="167639">
                <a:moveTo>
                  <a:pt x="167640" y="397764"/>
                </a:moveTo>
                <a:lnTo>
                  <a:pt x="166497" y="385762"/>
                </a:lnTo>
                <a:lnTo>
                  <a:pt x="166433" y="385572"/>
                </a:lnTo>
                <a:lnTo>
                  <a:pt x="164503" y="379476"/>
                </a:lnTo>
                <a:lnTo>
                  <a:pt x="163068" y="374904"/>
                </a:lnTo>
                <a:lnTo>
                  <a:pt x="160020" y="369722"/>
                </a:lnTo>
                <a:lnTo>
                  <a:pt x="160020" y="391668"/>
                </a:lnTo>
                <a:lnTo>
                  <a:pt x="160020" y="402336"/>
                </a:lnTo>
                <a:lnTo>
                  <a:pt x="158496" y="405384"/>
                </a:lnTo>
                <a:lnTo>
                  <a:pt x="152400" y="411480"/>
                </a:lnTo>
                <a:lnTo>
                  <a:pt x="149352" y="413004"/>
                </a:lnTo>
                <a:lnTo>
                  <a:pt x="143256" y="413004"/>
                </a:lnTo>
                <a:lnTo>
                  <a:pt x="135636" y="414528"/>
                </a:lnTo>
                <a:lnTo>
                  <a:pt x="80772" y="414528"/>
                </a:lnTo>
                <a:lnTo>
                  <a:pt x="71628" y="413004"/>
                </a:lnTo>
                <a:lnTo>
                  <a:pt x="65532" y="411480"/>
                </a:lnTo>
                <a:lnTo>
                  <a:pt x="59436" y="405384"/>
                </a:lnTo>
                <a:lnTo>
                  <a:pt x="57912" y="402336"/>
                </a:lnTo>
                <a:lnTo>
                  <a:pt x="57912" y="394716"/>
                </a:lnTo>
                <a:lnTo>
                  <a:pt x="100584" y="379476"/>
                </a:lnTo>
                <a:lnTo>
                  <a:pt x="116293" y="379742"/>
                </a:lnTo>
                <a:lnTo>
                  <a:pt x="160020" y="391668"/>
                </a:lnTo>
                <a:lnTo>
                  <a:pt x="160020" y="369722"/>
                </a:lnTo>
                <a:lnTo>
                  <a:pt x="120840" y="345262"/>
                </a:lnTo>
                <a:lnTo>
                  <a:pt x="109728" y="344424"/>
                </a:lnTo>
                <a:lnTo>
                  <a:pt x="101739" y="344982"/>
                </a:lnTo>
                <a:lnTo>
                  <a:pt x="61887" y="364909"/>
                </a:lnTo>
                <a:lnTo>
                  <a:pt x="50292" y="397764"/>
                </a:lnTo>
                <a:lnTo>
                  <a:pt x="51435" y="409511"/>
                </a:lnTo>
                <a:lnTo>
                  <a:pt x="78003" y="441871"/>
                </a:lnTo>
                <a:lnTo>
                  <a:pt x="109728" y="449580"/>
                </a:lnTo>
                <a:lnTo>
                  <a:pt x="120865" y="448729"/>
                </a:lnTo>
                <a:lnTo>
                  <a:pt x="157988" y="429056"/>
                </a:lnTo>
                <a:lnTo>
                  <a:pt x="165023" y="414528"/>
                </a:lnTo>
                <a:lnTo>
                  <a:pt x="166509" y="409727"/>
                </a:lnTo>
                <a:lnTo>
                  <a:pt x="166535" y="409511"/>
                </a:lnTo>
                <a:lnTo>
                  <a:pt x="167640" y="397764"/>
                </a:lnTo>
                <a:close/>
              </a:path>
              <a:path extrusionOk="0" h="690879" w="167639">
                <a:moveTo>
                  <a:pt x="167640" y="274320"/>
                </a:moveTo>
                <a:lnTo>
                  <a:pt x="166497" y="261683"/>
                </a:lnTo>
                <a:lnTo>
                  <a:pt x="164693" y="256032"/>
                </a:lnTo>
                <a:lnTo>
                  <a:pt x="163068" y="250888"/>
                </a:lnTo>
                <a:lnTo>
                  <a:pt x="160020" y="245910"/>
                </a:lnTo>
                <a:lnTo>
                  <a:pt x="160020" y="268224"/>
                </a:lnTo>
                <a:lnTo>
                  <a:pt x="160020" y="277368"/>
                </a:lnTo>
                <a:lnTo>
                  <a:pt x="158496" y="281940"/>
                </a:lnTo>
                <a:lnTo>
                  <a:pt x="155448" y="283464"/>
                </a:lnTo>
                <a:lnTo>
                  <a:pt x="149352" y="289560"/>
                </a:lnTo>
                <a:lnTo>
                  <a:pt x="143256" y="289560"/>
                </a:lnTo>
                <a:lnTo>
                  <a:pt x="135750" y="291071"/>
                </a:lnTo>
                <a:lnTo>
                  <a:pt x="107124" y="291071"/>
                </a:lnTo>
                <a:lnTo>
                  <a:pt x="96964" y="290893"/>
                </a:lnTo>
                <a:lnTo>
                  <a:pt x="88214" y="290449"/>
                </a:lnTo>
                <a:lnTo>
                  <a:pt x="80772" y="289560"/>
                </a:lnTo>
                <a:lnTo>
                  <a:pt x="71628" y="289560"/>
                </a:lnTo>
                <a:lnTo>
                  <a:pt x="62484" y="284988"/>
                </a:lnTo>
                <a:lnTo>
                  <a:pt x="59436" y="281940"/>
                </a:lnTo>
                <a:lnTo>
                  <a:pt x="57912" y="277368"/>
                </a:lnTo>
                <a:lnTo>
                  <a:pt x="57912" y="269748"/>
                </a:lnTo>
                <a:lnTo>
                  <a:pt x="59436" y="268224"/>
                </a:lnTo>
                <a:lnTo>
                  <a:pt x="62484" y="262128"/>
                </a:lnTo>
                <a:lnTo>
                  <a:pt x="100584" y="256032"/>
                </a:lnTo>
                <a:lnTo>
                  <a:pt x="116293" y="256298"/>
                </a:lnTo>
                <a:lnTo>
                  <a:pt x="160020" y="268224"/>
                </a:lnTo>
                <a:lnTo>
                  <a:pt x="160020" y="245910"/>
                </a:lnTo>
                <a:lnTo>
                  <a:pt x="120840" y="221818"/>
                </a:lnTo>
                <a:lnTo>
                  <a:pt x="109728" y="220980"/>
                </a:lnTo>
                <a:lnTo>
                  <a:pt x="101739" y="221538"/>
                </a:lnTo>
                <a:lnTo>
                  <a:pt x="61887" y="241249"/>
                </a:lnTo>
                <a:lnTo>
                  <a:pt x="50774" y="268224"/>
                </a:lnTo>
                <a:lnTo>
                  <a:pt x="50647" y="269748"/>
                </a:lnTo>
                <a:lnTo>
                  <a:pt x="68580" y="312420"/>
                </a:lnTo>
                <a:lnTo>
                  <a:pt x="109728" y="326136"/>
                </a:lnTo>
                <a:lnTo>
                  <a:pt x="120865" y="325285"/>
                </a:lnTo>
                <a:lnTo>
                  <a:pt x="157988" y="304977"/>
                </a:lnTo>
                <a:lnTo>
                  <a:pt x="164960" y="290893"/>
                </a:lnTo>
                <a:lnTo>
                  <a:pt x="166509" y="286067"/>
                </a:lnTo>
                <a:lnTo>
                  <a:pt x="166611" y="284988"/>
                </a:lnTo>
                <a:lnTo>
                  <a:pt x="167640" y="274320"/>
                </a:lnTo>
                <a:close/>
              </a:path>
              <a:path extrusionOk="0" h="690879" w="167639">
                <a:moveTo>
                  <a:pt x="167640" y="45720"/>
                </a:moveTo>
                <a:lnTo>
                  <a:pt x="167525" y="44196"/>
                </a:lnTo>
                <a:lnTo>
                  <a:pt x="167411" y="42672"/>
                </a:lnTo>
                <a:lnTo>
                  <a:pt x="167081" y="38252"/>
                </a:lnTo>
                <a:lnTo>
                  <a:pt x="141795" y="4597"/>
                </a:lnTo>
                <a:lnTo>
                  <a:pt x="132588" y="0"/>
                </a:lnTo>
                <a:lnTo>
                  <a:pt x="129540" y="3048"/>
                </a:lnTo>
                <a:lnTo>
                  <a:pt x="137160" y="7620"/>
                </a:lnTo>
                <a:lnTo>
                  <a:pt x="141732" y="12192"/>
                </a:lnTo>
                <a:lnTo>
                  <a:pt x="144780" y="16764"/>
                </a:lnTo>
                <a:lnTo>
                  <a:pt x="146304" y="19812"/>
                </a:lnTo>
                <a:lnTo>
                  <a:pt x="147828" y="24384"/>
                </a:lnTo>
                <a:lnTo>
                  <a:pt x="147751" y="38252"/>
                </a:lnTo>
                <a:lnTo>
                  <a:pt x="144780" y="44196"/>
                </a:lnTo>
                <a:lnTo>
                  <a:pt x="138684" y="50292"/>
                </a:lnTo>
                <a:lnTo>
                  <a:pt x="132156" y="54559"/>
                </a:lnTo>
                <a:lnTo>
                  <a:pt x="124472" y="57988"/>
                </a:lnTo>
                <a:lnTo>
                  <a:pt x="124599" y="57988"/>
                </a:lnTo>
                <a:lnTo>
                  <a:pt x="115100" y="60794"/>
                </a:lnTo>
                <a:lnTo>
                  <a:pt x="105156" y="62484"/>
                </a:lnTo>
                <a:lnTo>
                  <a:pt x="105156" y="30480"/>
                </a:lnTo>
                <a:lnTo>
                  <a:pt x="105156" y="0"/>
                </a:lnTo>
                <a:lnTo>
                  <a:pt x="97536" y="508"/>
                </a:lnTo>
                <a:lnTo>
                  <a:pt x="97536" y="30480"/>
                </a:lnTo>
                <a:lnTo>
                  <a:pt x="97536" y="62484"/>
                </a:lnTo>
                <a:lnTo>
                  <a:pt x="92964" y="62484"/>
                </a:lnTo>
                <a:lnTo>
                  <a:pt x="84366" y="61937"/>
                </a:lnTo>
                <a:lnTo>
                  <a:pt x="76771" y="60388"/>
                </a:lnTo>
                <a:lnTo>
                  <a:pt x="70027" y="57988"/>
                </a:lnTo>
                <a:lnTo>
                  <a:pt x="64008" y="54864"/>
                </a:lnTo>
                <a:lnTo>
                  <a:pt x="57912" y="48768"/>
                </a:lnTo>
                <a:lnTo>
                  <a:pt x="57912" y="42672"/>
                </a:lnTo>
                <a:lnTo>
                  <a:pt x="59436" y="39624"/>
                </a:lnTo>
                <a:lnTo>
                  <a:pt x="60960" y="38100"/>
                </a:lnTo>
                <a:lnTo>
                  <a:pt x="62484" y="35052"/>
                </a:lnTo>
                <a:lnTo>
                  <a:pt x="71628" y="32004"/>
                </a:lnTo>
                <a:lnTo>
                  <a:pt x="75882" y="31127"/>
                </a:lnTo>
                <a:lnTo>
                  <a:pt x="81724" y="30670"/>
                </a:lnTo>
                <a:lnTo>
                  <a:pt x="90017" y="30480"/>
                </a:lnTo>
                <a:lnTo>
                  <a:pt x="97536" y="30480"/>
                </a:lnTo>
                <a:lnTo>
                  <a:pt x="97536" y="508"/>
                </a:lnTo>
                <a:lnTo>
                  <a:pt x="58000" y="19316"/>
                </a:lnTo>
                <a:lnTo>
                  <a:pt x="50292" y="42672"/>
                </a:lnTo>
                <a:lnTo>
                  <a:pt x="51409" y="52679"/>
                </a:lnTo>
                <a:lnTo>
                  <a:pt x="75882" y="85496"/>
                </a:lnTo>
                <a:lnTo>
                  <a:pt x="111252" y="94488"/>
                </a:lnTo>
                <a:lnTo>
                  <a:pt x="122123" y="93687"/>
                </a:lnTo>
                <a:lnTo>
                  <a:pt x="157353" y="76377"/>
                </a:lnTo>
                <a:lnTo>
                  <a:pt x="164795" y="62484"/>
                </a:lnTo>
                <a:lnTo>
                  <a:pt x="166497" y="57467"/>
                </a:lnTo>
                <a:lnTo>
                  <a:pt x="167640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3" name="Google Shape;3033;p50"/>
          <p:cNvSpPr/>
          <p:nvPr/>
        </p:nvSpPr>
        <p:spPr>
          <a:xfrm>
            <a:off x="2490216" y="5865876"/>
            <a:ext cx="218440" cy="731520"/>
          </a:xfrm>
          <a:custGeom>
            <a:rect b="b" l="l" r="r" t="t"/>
            <a:pathLst>
              <a:path extrusionOk="0" h="731520" w="218439">
                <a:moveTo>
                  <a:pt x="164592" y="534924"/>
                </a:moveTo>
                <a:lnTo>
                  <a:pt x="160020" y="534924"/>
                </a:lnTo>
                <a:lnTo>
                  <a:pt x="160020" y="541020"/>
                </a:lnTo>
                <a:lnTo>
                  <a:pt x="158496" y="544068"/>
                </a:lnTo>
                <a:lnTo>
                  <a:pt x="156972" y="545592"/>
                </a:lnTo>
                <a:lnTo>
                  <a:pt x="153924" y="547116"/>
                </a:lnTo>
                <a:lnTo>
                  <a:pt x="149352" y="548640"/>
                </a:lnTo>
                <a:lnTo>
                  <a:pt x="0" y="548640"/>
                </a:lnTo>
                <a:lnTo>
                  <a:pt x="0" y="595884"/>
                </a:lnTo>
                <a:lnTo>
                  <a:pt x="4572" y="595884"/>
                </a:lnTo>
                <a:lnTo>
                  <a:pt x="4572" y="591312"/>
                </a:lnTo>
                <a:lnTo>
                  <a:pt x="6096" y="586740"/>
                </a:lnTo>
                <a:lnTo>
                  <a:pt x="9144" y="585216"/>
                </a:lnTo>
                <a:lnTo>
                  <a:pt x="10668" y="583692"/>
                </a:lnTo>
                <a:lnTo>
                  <a:pt x="16764" y="582168"/>
                </a:lnTo>
                <a:lnTo>
                  <a:pt x="149352" y="582168"/>
                </a:lnTo>
                <a:lnTo>
                  <a:pt x="153924" y="583692"/>
                </a:lnTo>
                <a:lnTo>
                  <a:pt x="155448" y="585216"/>
                </a:lnTo>
                <a:lnTo>
                  <a:pt x="158496" y="586740"/>
                </a:lnTo>
                <a:lnTo>
                  <a:pt x="160020" y="591312"/>
                </a:lnTo>
                <a:lnTo>
                  <a:pt x="160020" y="595884"/>
                </a:lnTo>
                <a:lnTo>
                  <a:pt x="164592" y="595884"/>
                </a:lnTo>
                <a:lnTo>
                  <a:pt x="164592" y="534924"/>
                </a:lnTo>
                <a:close/>
              </a:path>
              <a:path extrusionOk="0" h="731520" w="218439">
                <a:moveTo>
                  <a:pt x="167640" y="470916"/>
                </a:moveTo>
                <a:lnTo>
                  <a:pt x="166497" y="458939"/>
                </a:lnTo>
                <a:lnTo>
                  <a:pt x="166420" y="458724"/>
                </a:lnTo>
                <a:lnTo>
                  <a:pt x="164960" y="454177"/>
                </a:lnTo>
                <a:lnTo>
                  <a:pt x="163068" y="448246"/>
                </a:lnTo>
                <a:lnTo>
                  <a:pt x="160020" y="443318"/>
                </a:lnTo>
                <a:lnTo>
                  <a:pt x="160020" y="464820"/>
                </a:lnTo>
                <a:lnTo>
                  <a:pt x="160020" y="475488"/>
                </a:lnTo>
                <a:lnTo>
                  <a:pt x="158496" y="478536"/>
                </a:lnTo>
                <a:lnTo>
                  <a:pt x="152400" y="484632"/>
                </a:lnTo>
                <a:lnTo>
                  <a:pt x="149352" y="486156"/>
                </a:lnTo>
                <a:lnTo>
                  <a:pt x="143256" y="487680"/>
                </a:lnTo>
                <a:lnTo>
                  <a:pt x="135636" y="487680"/>
                </a:lnTo>
                <a:lnTo>
                  <a:pt x="128016" y="489204"/>
                </a:lnTo>
                <a:lnTo>
                  <a:pt x="118872" y="489204"/>
                </a:lnTo>
                <a:lnTo>
                  <a:pt x="107124" y="488975"/>
                </a:lnTo>
                <a:lnTo>
                  <a:pt x="88214" y="487921"/>
                </a:lnTo>
                <a:lnTo>
                  <a:pt x="80772" y="487680"/>
                </a:lnTo>
                <a:lnTo>
                  <a:pt x="71628" y="486156"/>
                </a:lnTo>
                <a:lnTo>
                  <a:pt x="65532" y="484632"/>
                </a:lnTo>
                <a:lnTo>
                  <a:pt x="59436" y="478536"/>
                </a:lnTo>
                <a:lnTo>
                  <a:pt x="57912" y="475488"/>
                </a:lnTo>
                <a:lnTo>
                  <a:pt x="57912" y="467868"/>
                </a:lnTo>
                <a:lnTo>
                  <a:pt x="59436" y="464820"/>
                </a:lnTo>
                <a:lnTo>
                  <a:pt x="60960" y="463296"/>
                </a:lnTo>
                <a:lnTo>
                  <a:pt x="62484" y="460248"/>
                </a:lnTo>
                <a:lnTo>
                  <a:pt x="90906" y="454177"/>
                </a:lnTo>
                <a:lnTo>
                  <a:pt x="116293" y="454177"/>
                </a:lnTo>
                <a:lnTo>
                  <a:pt x="160020" y="464820"/>
                </a:lnTo>
                <a:lnTo>
                  <a:pt x="160020" y="443318"/>
                </a:lnTo>
                <a:lnTo>
                  <a:pt x="120840" y="419722"/>
                </a:lnTo>
                <a:lnTo>
                  <a:pt x="109728" y="419100"/>
                </a:lnTo>
                <a:lnTo>
                  <a:pt x="101739" y="419417"/>
                </a:lnTo>
                <a:lnTo>
                  <a:pt x="61887" y="438061"/>
                </a:lnTo>
                <a:lnTo>
                  <a:pt x="50292" y="470916"/>
                </a:lnTo>
                <a:lnTo>
                  <a:pt x="51435" y="482663"/>
                </a:lnTo>
                <a:lnTo>
                  <a:pt x="78003" y="515899"/>
                </a:lnTo>
                <a:lnTo>
                  <a:pt x="109728" y="524256"/>
                </a:lnTo>
                <a:lnTo>
                  <a:pt x="121170" y="523379"/>
                </a:lnTo>
                <a:lnTo>
                  <a:pt x="120967" y="523379"/>
                </a:lnTo>
                <a:lnTo>
                  <a:pt x="131445" y="520827"/>
                </a:lnTo>
                <a:lnTo>
                  <a:pt x="163258" y="493585"/>
                </a:lnTo>
                <a:lnTo>
                  <a:pt x="164655" y="488975"/>
                </a:lnTo>
                <a:lnTo>
                  <a:pt x="166509" y="482904"/>
                </a:lnTo>
                <a:lnTo>
                  <a:pt x="166535" y="482663"/>
                </a:lnTo>
                <a:lnTo>
                  <a:pt x="167640" y="470916"/>
                </a:lnTo>
                <a:close/>
              </a:path>
              <a:path extrusionOk="0" h="731520" w="218439">
                <a:moveTo>
                  <a:pt x="167640" y="361188"/>
                </a:moveTo>
                <a:lnTo>
                  <a:pt x="166230" y="351497"/>
                </a:lnTo>
                <a:lnTo>
                  <a:pt x="162115" y="343090"/>
                </a:lnTo>
                <a:lnTo>
                  <a:pt x="155422" y="336118"/>
                </a:lnTo>
                <a:lnTo>
                  <a:pt x="146304" y="330708"/>
                </a:lnTo>
                <a:lnTo>
                  <a:pt x="143256" y="335280"/>
                </a:lnTo>
                <a:lnTo>
                  <a:pt x="150876" y="339852"/>
                </a:lnTo>
                <a:lnTo>
                  <a:pt x="153924" y="342900"/>
                </a:lnTo>
                <a:lnTo>
                  <a:pt x="153924" y="350520"/>
                </a:lnTo>
                <a:lnTo>
                  <a:pt x="149352" y="355092"/>
                </a:lnTo>
                <a:lnTo>
                  <a:pt x="65532" y="355092"/>
                </a:lnTo>
                <a:lnTo>
                  <a:pt x="65532" y="330708"/>
                </a:lnTo>
                <a:lnTo>
                  <a:pt x="53340" y="330708"/>
                </a:lnTo>
                <a:lnTo>
                  <a:pt x="53340" y="355092"/>
                </a:lnTo>
                <a:lnTo>
                  <a:pt x="12192" y="355092"/>
                </a:lnTo>
                <a:lnTo>
                  <a:pt x="12192" y="359664"/>
                </a:lnTo>
                <a:lnTo>
                  <a:pt x="45313" y="383933"/>
                </a:lnTo>
                <a:lnTo>
                  <a:pt x="60960" y="403860"/>
                </a:lnTo>
                <a:lnTo>
                  <a:pt x="65532" y="403860"/>
                </a:lnTo>
                <a:lnTo>
                  <a:pt x="65532" y="388620"/>
                </a:lnTo>
                <a:lnTo>
                  <a:pt x="149352" y="388620"/>
                </a:lnTo>
                <a:lnTo>
                  <a:pt x="153924" y="387096"/>
                </a:lnTo>
                <a:lnTo>
                  <a:pt x="158496" y="384048"/>
                </a:lnTo>
                <a:lnTo>
                  <a:pt x="161544" y="379476"/>
                </a:lnTo>
                <a:lnTo>
                  <a:pt x="166116" y="374904"/>
                </a:lnTo>
                <a:lnTo>
                  <a:pt x="167640" y="368808"/>
                </a:lnTo>
                <a:lnTo>
                  <a:pt x="167640" y="361188"/>
                </a:lnTo>
                <a:close/>
              </a:path>
              <a:path extrusionOk="0" h="731520" w="218439">
                <a:moveTo>
                  <a:pt x="167640" y="277368"/>
                </a:moveTo>
                <a:lnTo>
                  <a:pt x="166230" y="267677"/>
                </a:lnTo>
                <a:lnTo>
                  <a:pt x="162115" y="259270"/>
                </a:lnTo>
                <a:lnTo>
                  <a:pt x="155422" y="252298"/>
                </a:lnTo>
                <a:lnTo>
                  <a:pt x="146304" y="246888"/>
                </a:lnTo>
                <a:lnTo>
                  <a:pt x="143256" y="251460"/>
                </a:lnTo>
                <a:lnTo>
                  <a:pt x="150876" y="254508"/>
                </a:lnTo>
                <a:lnTo>
                  <a:pt x="153924" y="259080"/>
                </a:lnTo>
                <a:lnTo>
                  <a:pt x="153924" y="266700"/>
                </a:lnTo>
                <a:lnTo>
                  <a:pt x="150876" y="269748"/>
                </a:lnTo>
                <a:lnTo>
                  <a:pt x="149352" y="269748"/>
                </a:lnTo>
                <a:lnTo>
                  <a:pt x="147828" y="271272"/>
                </a:lnTo>
                <a:lnTo>
                  <a:pt x="65532" y="271272"/>
                </a:lnTo>
                <a:lnTo>
                  <a:pt x="65532" y="246888"/>
                </a:lnTo>
                <a:lnTo>
                  <a:pt x="53340" y="246888"/>
                </a:lnTo>
                <a:lnTo>
                  <a:pt x="53340" y="271272"/>
                </a:lnTo>
                <a:lnTo>
                  <a:pt x="12192" y="271272"/>
                </a:lnTo>
                <a:lnTo>
                  <a:pt x="12192" y="275844"/>
                </a:lnTo>
                <a:lnTo>
                  <a:pt x="45313" y="299897"/>
                </a:lnTo>
                <a:lnTo>
                  <a:pt x="60960" y="320040"/>
                </a:lnTo>
                <a:lnTo>
                  <a:pt x="65532" y="320040"/>
                </a:lnTo>
                <a:lnTo>
                  <a:pt x="65532" y="304800"/>
                </a:lnTo>
                <a:lnTo>
                  <a:pt x="146304" y="304800"/>
                </a:lnTo>
                <a:lnTo>
                  <a:pt x="149352" y="303276"/>
                </a:lnTo>
                <a:lnTo>
                  <a:pt x="153924" y="303276"/>
                </a:lnTo>
                <a:lnTo>
                  <a:pt x="158496" y="300228"/>
                </a:lnTo>
                <a:lnTo>
                  <a:pt x="161544" y="294132"/>
                </a:lnTo>
                <a:lnTo>
                  <a:pt x="166116" y="289560"/>
                </a:lnTo>
                <a:lnTo>
                  <a:pt x="167640" y="284988"/>
                </a:lnTo>
                <a:lnTo>
                  <a:pt x="167640" y="277368"/>
                </a:lnTo>
                <a:close/>
              </a:path>
              <a:path extrusionOk="0" h="731520" w="218439">
                <a:moveTo>
                  <a:pt x="167640" y="185928"/>
                </a:moveTo>
                <a:lnTo>
                  <a:pt x="167525" y="184404"/>
                </a:lnTo>
                <a:lnTo>
                  <a:pt x="167411" y="182880"/>
                </a:lnTo>
                <a:lnTo>
                  <a:pt x="167081" y="178460"/>
                </a:lnTo>
                <a:lnTo>
                  <a:pt x="141795" y="144805"/>
                </a:lnTo>
                <a:lnTo>
                  <a:pt x="132588" y="140208"/>
                </a:lnTo>
                <a:lnTo>
                  <a:pt x="129540" y="143256"/>
                </a:lnTo>
                <a:lnTo>
                  <a:pt x="137160" y="147828"/>
                </a:lnTo>
                <a:lnTo>
                  <a:pt x="141732" y="152400"/>
                </a:lnTo>
                <a:lnTo>
                  <a:pt x="144780" y="156972"/>
                </a:lnTo>
                <a:lnTo>
                  <a:pt x="146304" y="160020"/>
                </a:lnTo>
                <a:lnTo>
                  <a:pt x="147828" y="164592"/>
                </a:lnTo>
                <a:lnTo>
                  <a:pt x="147751" y="178460"/>
                </a:lnTo>
                <a:lnTo>
                  <a:pt x="144780" y="184404"/>
                </a:lnTo>
                <a:lnTo>
                  <a:pt x="138684" y="190500"/>
                </a:lnTo>
                <a:lnTo>
                  <a:pt x="132156" y="194767"/>
                </a:lnTo>
                <a:lnTo>
                  <a:pt x="124472" y="198196"/>
                </a:lnTo>
                <a:lnTo>
                  <a:pt x="124599" y="198196"/>
                </a:lnTo>
                <a:lnTo>
                  <a:pt x="115100" y="201002"/>
                </a:lnTo>
                <a:lnTo>
                  <a:pt x="105156" y="202692"/>
                </a:lnTo>
                <a:lnTo>
                  <a:pt x="105156" y="170688"/>
                </a:lnTo>
                <a:lnTo>
                  <a:pt x="105156" y="140208"/>
                </a:lnTo>
                <a:lnTo>
                  <a:pt x="97536" y="140716"/>
                </a:lnTo>
                <a:lnTo>
                  <a:pt x="97536" y="170688"/>
                </a:lnTo>
                <a:lnTo>
                  <a:pt x="97536" y="202692"/>
                </a:lnTo>
                <a:lnTo>
                  <a:pt x="92964" y="202692"/>
                </a:lnTo>
                <a:lnTo>
                  <a:pt x="84366" y="202145"/>
                </a:lnTo>
                <a:lnTo>
                  <a:pt x="76771" y="200596"/>
                </a:lnTo>
                <a:lnTo>
                  <a:pt x="70027" y="198196"/>
                </a:lnTo>
                <a:lnTo>
                  <a:pt x="64008" y="195072"/>
                </a:lnTo>
                <a:lnTo>
                  <a:pt x="57912" y="188976"/>
                </a:lnTo>
                <a:lnTo>
                  <a:pt x="57912" y="182880"/>
                </a:lnTo>
                <a:lnTo>
                  <a:pt x="59436" y="179832"/>
                </a:lnTo>
                <a:lnTo>
                  <a:pt x="60960" y="178308"/>
                </a:lnTo>
                <a:lnTo>
                  <a:pt x="62484" y="175260"/>
                </a:lnTo>
                <a:lnTo>
                  <a:pt x="71628" y="172212"/>
                </a:lnTo>
                <a:lnTo>
                  <a:pt x="75882" y="171335"/>
                </a:lnTo>
                <a:lnTo>
                  <a:pt x="81724" y="170878"/>
                </a:lnTo>
                <a:lnTo>
                  <a:pt x="90017" y="170688"/>
                </a:lnTo>
                <a:lnTo>
                  <a:pt x="97536" y="170688"/>
                </a:lnTo>
                <a:lnTo>
                  <a:pt x="97536" y="140716"/>
                </a:lnTo>
                <a:lnTo>
                  <a:pt x="58000" y="159524"/>
                </a:lnTo>
                <a:lnTo>
                  <a:pt x="50292" y="182880"/>
                </a:lnTo>
                <a:lnTo>
                  <a:pt x="51409" y="192887"/>
                </a:lnTo>
                <a:lnTo>
                  <a:pt x="75882" y="225704"/>
                </a:lnTo>
                <a:lnTo>
                  <a:pt x="111252" y="234696"/>
                </a:lnTo>
                <a:lnTo>
                  <a:pt x="122123" y="233895"/>
                </a:lnTo>
                <a:lnTo>
                  <a:pt x="157353" y="216585"/>
                </a:lnTo>
                <a:lnTo>
                  <a:pt x="164795" y="202692"/>
                </a:lnTo>
                <a:lnTo>
                  <a:pt x="166497" y="197675"/>
                </a:lnTo>
                <a:lnTo>
                  <a:pt x="167640" y="185928"/>
                </a:lnTo>
                <a:close/>
              </a:path>
              <a:path extrusionOk="0" h="731520" w="218439">
                <a:moveTo>
                  <a:pt x="167640" y="47244"/>
                </a:moveTo>
                <a:lnTo>
                  <a:pt x="158496" y="0"/>
                </a:lnTo>
                <a:lnTo>
                  <a:pt x="153924" y="0"/>
                </a:lnTo>
                <a:lnTo>
                  <a:pt x="153924" y="7620"/>
                </a:lnTo>
                <a:lnTo>
                  <a:pt x="152400" y="10668"/>
                </a:lnTo>
                <a:lnTo>
                  <a:pt x="149352" y="13716"/>
                </a:lnTo>
                <a:lnTo>
                  <a:pt x="0" y="13716"/>
                </a:lnTo>
                <a:lnTo>
                  <a:pt x="0" y="64008"/>
                </a:lnTo>
                <a:lnTo>
                  <a:pt x="4572" y="64008"/>
                </a:lnTo>
                <a:lnTo>
                  <a:pt x="4572" y="59436"/>
                </a:lnTo>
                <a:lnTo>
                  <a:pt x="6096" y="54864"/>
                </a:lnTo>
                <a:lnTo>
                  <a:pt x="6096" y="53340"/>
                </a:lnTo>
                <a:lnTo>
                  <a:pt x="10668" y="48768"/>
                </a:lnTo>
                <a:lnTo>
                  <a:pt x="13716" y="48768"/>
                </a:lnTo>
                <a:lnTo>
                  <a:pt x="18288" y="47244"/>
                </a:lnTo>
                <a:lnTo>
                  <a:pt x="65532" y="47244"/>
                </a:lnTo>
                <a:lnTo>
                  <a:pt x="59436" y="53340"/>
                </a:lnTo>
                <a:lnTo>
                  <a:pt x="56388" y="57912"/>
                </a:lnTo>
                <a:lnTo>
                  <a:pt x="53340" y="60960"/>
                </a:lnTo>
                <a:lnTo>
                  <a:pt x="50292" y="70104"/>
                </a:lnTo>
                <a:lnTo>
                  <a:pt x="50292" y="83820"/>
                </a:lnTo>
                <a:lnTo>
                  <a:pt x="79248" y="115824"/>
                </a:lnTo>
                <a:lnTo>
                  <a:pt x="111252" y="121920"/>
                </a:lnTo>
                <a:lnTo>
                  <a:pt x="122123" y="121348"/>
                </a:lnTo>
                <a:lnTo>
                  <a:pt x="157353" y="105587"/>
                </a:lnTo>
                <a:lnTo>
                  <a:pt x="166649" y="86829"/>
                </a:lnTo>
                <a:lnTo>
                  <a:pt x="166687" y="86487"/>
                </a:lnTo>
                <a:lnTo>
                  <a:pt x="166814" y="85344"/>
                </a:lnTo>
                <a:lnTo>
                  <a:pt x="167640" y="77724"/>
                </a:lnTo>
                <a:lnTo>
                  <a:pt x="167640" y="73152"/>
                </a:lnTo>
                <a:lnTo>
                  <a:pt x="166116" y="67056"/>
                </a:lnTo>
                <a:lnTo>
                  <a:pt x="164592" y="62484"/>
                </a:lnTo>
                <a:lnTo>
                  <a:pt x="161544" y="59436"/>
                </a:lnTo>
                <a:lnTo>
                  <a:pt x="156972" y="53340"/>
                </a:lnTo>
                <a:lnTo>
                  <a:pt x="153924" y="50901"/>
                </a:lnTo>
                <a:lnTo>
                  <a:pt x="153924" y="68580"/>
                </a:lnTo>
                <a:lnTo>
                  <a:pt x="153924" y="74676"/>
                </a:lnTo>
                <a:lnTo>
                  <a:pt x="149352" y="79248"/>
                </a:lnTo>
                <a:lnTo>
                  <a:pt x="144780" y="82296"/>
                </a:lnTo>
                <a:lnTo>
                  <a:pt x="137160" y="83820"/>
                </a:lnTo>
                <a:lnTo>
                  <a:pt x="131749" y="85585"/>
                </a:lnTo>
                <a:lnTo>
                  <a:pt x="124777" y="86487"/>
                </a:lnTo>
                <a:lnTo>
                  <a:pt x="116370" y="86829"/>
                </a:lnTo>
                <a:lnTo>
                  <a:pt x="96088" y="86829"/>
                </a:lnTo>
                <a:lnTo>
                  <a:pt x="89344" y="86677"/>
                </a:lnTo>
                <a:lnTo>
                  <a:pt x="82880" y="86233"/>
                </a:lnTo>
                <a:lnTo>
                  <a:pt x="77724" y="85344"/>
                </a:lnTo>
                <a:lnTo>
                  <a:pt x="71628" y="82296"/>
                </a:lnTo>
                <a:lnTo>
                  <a:pt x="67056" y="80772"/>
                </a:lnTo>
                <a:lnTo>
                  <a:pt x="64008" y="74676"/>
                </a:lnTo>
                <a:lnTo>
                  <a:pt x="62484" y="73152"/>
                </a:lnTo>
                <a:lnTo>
                  <a:pt x="62484" y="70104"/>
                </a:lnTo>
                <a:lnTo>
                  <a:pt x="63627" y="63538"/>
                </a:lnTo>
                <a:lnTo>
                  <a:pt x="67056" y="57531"/>
                </a:lnTo>
                <a:lnTo>
                  <a:pt x="72771" y="52108"/>
                </a:lnTo>
                <a:lnTo>
                  <a:pt x="80772" y="47244"/>
                </a:lnTo>
                <a:lnTo>
                  <a:pt x="138684" y="47244"/>
                </a:lnTo>
                <a:lnTo>
                  <a:pt x="153924" y="68580"/>
                </a:lnTo>
                <a:lnTo>
                  <a:pt x="153924" y="50901"/>
                </a:lnTo>
                <a:lnTo>
                  <a:pt x="149352" y="47244"/>
                </a:lnTo>
                <a:lnTo>
                  <a:pt x="167640" y="47244"/>
                </a:lnTo>
                <a:close/>
              </a:path>
              <a:path extrusionOk="0" h="731520" w="218439">
                <a:moveTo>
                  <a:pt x="217932" y="667512"/>
                </a:moveTo>
                <a:lnTo>
                  <a:pt x="213360" y="667512"/>
                </a:lnTo>
                <a:lnTo>
                  <a:pt x="213360" y="678180"/>
                </a:lnTo>
                <a:lnTo>
                  <a:pt x="211836" y="679704"/>
                </a:lnTo>
                <a:lnTo>
                  <a:pt x="211836" y="681228"/>
                </a:lnTo>
                <a:lnTo>
                  <a:pt x="210312" y="682752"/>
                </a:lnTo>
                <a:lnTo>
                  <a:pt x="207264" y="684276"/>
                </a:lnTo>
                <a:lnTo>
                  <a:pt x="152400" y="684276"/>
                </a:lnTo>
                <a:lnTo>
                  <a:pt x="158496" y="681228"/>
                </a:lnTo>
                <a:lnTo>
                  <a:pt x="164592" y="672084"/>
                </a:lnTo>
                <a:lnTo>
                  <a:pt x="166116" y="667512"/>
                </a:lnTo>
                <a:lnTo>
                  <a:pt x="167640" y="661416"/>
                </a:lnTo>
                <a:lnTo>
                  <a:pt x="167551" y="653796"/>
                </a:lnTo>
                <a:lnTo>
                  <a:pt x="167474" y="652272"/>
                </a:lnTo>
                <a:lnTo>
                  <a:pt x="167297" y="648728"/>
                </a:lnTo>
                <a:lnTo>
                  <a:pt x="166509" y="644652"/>
                </a:lnTo>
                <a:lnTo>
                  <a:pt x="166116" y="642556"/>
                </a:lnTo>
                <a:lnTo>
                  <a:pt x="163779" y="636676"/>
                </a:lnTo>
                <a:lnTo>
                  <a:pt x="160020" y="630936"/>
                </a:lnTo>
                <a:lnTo>
                  <a:pt x="155448" y="624840"/>
                </a:lnTo>
                <a:lnTo>
                  <a:pt x="155448" y="658368"/>
                </a:lnTo>
                <a:lnTo>
                  <a:pt x="155448" y="670560"/>
                </a:lnTo>
                <a:lnTo>
                  <a:pt x="150876" y="678180"/>
                </a:lnTo>
                <a:lnTo>
                  <a:pt x="141732" y="684276"/>
                </a:lnTo>
                <a:lnTo>
                  <a:pt x="82296" y="684276"/>
                </a:lnTo>
                <a:lnTo>
                  <a:pt x="64008" y="664464"/>
                </a:lnTo>
                <a:lnTo>
                  <a:pt x="64008" y="659892"/>
                </a:lnTo>
                <a:lnTo>
                  <a:pt x="111252" y="644652"/>
                </a:lnTo>
                <a:lnTo>
                  <a:pt x="123837" y="645210"/>
                </a:lnTo>
                <a:lnTo>
                  <a:pt x="134302" y="646747"/>
                </a:lnTo>
                <a:lnTo>
                  <a:pt x="142748" y="649160"/>
                </a:lnTo>
                <a:lnTo>
                  <a:pt x="149352" y="652272"/>
                </a:lnTo>
                <a:lnTo>
                  <a:pt x="153924" y="653796"/>
                </a:lnTo>
                <a:lnTo>
                  <a:pt x="155448" y="658368"/>
                </a:lnTo>
                <a:lnTo>
                  <a:pt x="155448" y="624840"/>
                </a:lnTo>
                <a:lnTo>
                  <a:pt x="116840" y="610133"/>
                </a:lnTo>
                <a:lnTo>
                  <a:pt x="108204" y="609600"/>
                </a:lnTo>
                <a:lnTo>
                  <a:pt x="101104" y="610133"/>
                </a:lnTo>
                <a:lnTo>
                  <a:pt x="62522" y="626414"/>
                </a:lnTo>
                <a:lnTo>
                  <a:pt x="50292" y="646176"/>
                </a:lnTo>
                <a:lnTo>
                  <a:pt x="50292" y="659892"/>
                </a:lnTo>
                <a:lnTo>
                  <a:pt x="51816" y="667512"/>
                </a:lnTo>
                <a:lnTo>
                  <a:pt x="56388" y="673608"/>
                </a:lnTo>
                <a:lnTo>
                  <a:pt x="57912" y="676656"/>
                </a:lnTo>
                <a:lnTo>
                  <a:pt x="62484" y="681228"/>
                </a:lnTo>
                <a:lnTo>
                  <a:pt x="68580" y="684276"/>
                </a:lnTo>
                <a:lnTo>
                  <a:pt x="53340" y="684276"/>
                </a:lnTo>
                <a:lnTo>
                  <a:pt x="53340" y="731520"/>
                </a:lnTo>
                <a:lnTo>
                  <a:pt x="57912" y="731520"/>
                </a:lnTo>
                <a:lnTo>
                  <a:pt x="57912" y="726948"/>
                </a:lnTo>
                <a:lnTo>
                  <a:pt x="59436" y="723900"/>
                </a:lnTo>
                <a:lnTo>
                  <a:pt x="64008" y="719328"/>
                </a:lnTo>
                <a:lnTo>
                  <a:pt x="70104" y="717804"/>
                </a:lnTo>
                <a:lnTo>
                  <a:pt x="202692" y="717804"/>
                </a:lnTo>
                <a:lnTo>
                  <a:pt x="207264" y="719328"/>
                </a:lnTo>
                <a:lnTo>
                  <a:pt x="211836" y="723900"/>
                </a:lnTo>
                <a:lnTo>
                  <a:pt x="213360" y="726948"/>
                </a:lnTo>
                <a:lnTo>
                  <a:pt x="213360" y="731520"/>
                </a:lnTo>
                <a:lnTo>
                  <a:pt x="217932" y="731520"/>
                </a:lnTo>
                <a:lnTo>
                  <a:pt x="217932" y="717804"/>
                </a:lnTo>
                <a:lnTo>
                  <a:pt x="217932" y="6675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34" name="Google Shape;3034;p50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487168" y="4774691"/>
            <a:ext cx="170688" cy="10256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35" name="Google Shape;3035;p50"/>
          <p:cNvGrpSpPr/>
          <p:nvPr/>
        </p:nvGrpSpPr>
        <p:grpSpPr>
          <a:xfrm>
            <a:off x="2540508" y="4462271"/>
            <a:ext cx="117348" cy="243841"/>
            <a:chOff x="2540508" y="4462271"/>
            <a:chExt cx="117348" cy="243841"/>
          </a:xfrm>
        </p:grpSpPr>
        <p:pic>
          <p:nvPicPr>
            <p:cNvPr id="3036" name="Google Shape;3036;p50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40508" y="4600956"/>
              <a:ext cx="117348" cy="105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37" name="Google Shape;3037;p50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540508" y="4462271"/>
              <a:ext cx="114300" cy="11734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038" name="Google Shape;3038;p50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490216" y="3922776"/>
            <a:ext cx="167640" cy="461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9" name="Google Shape;3039;p50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487168" y="3406140"/>
            <a:ext cx="220979" cy="435864"/>
          </a:xfrm>
          <a:prstGeom prst="rect">
            <a:avLst/>
          </a:prstGeom>
          <a:noFill/>
          <a:ln>
            <a:noFill/>
          </a:ln>
        </p:spPr>
      </p:pic>
      <p:sp>
        <p:nvSpPr>
          <p:cNvPr id="3040" name="Google Shape;3040;p50"/>
          <p:cNvSpPr/>
          <p:nvPr/>
        </p:nvSpPr>
        <p:spPr>
          <a:xfrm>
            <a:off x="2945892" y="8910828"/>
            <a:ext cx="10795" cy="129539"/>
          </a:xfrm>
          <a:custGeom>
            <a:rect b="b" l="l" r="r" t="t"/>
            <a:pathLst>
              <a:path extrusionOk="0" h="129540" w="10794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41" name="Google Shape;3041;p50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839211" y="7848600"/>
            <a:ext cx="175260" cy="995172"/>
          </a:xfrm>
          <a:prstGeom prst="rect">
            <a:avLst/>
          </a:prstGeom>
          <a:noFill/>
          <a:ln>
            <a:noFill/>
          </a:ln>
        </p:spPr>
      </p:pic>
      <p:sp>
        <p:nvSpPr>
          <p:cNvPr id="3042" name="Google Shape;3042;p50"/>
          <p:cNvSpPr/>
          <p:nvPr/>
        </p:nvSpPr>
        <p:spPr>
          <a:xfrm>
            <a:off x="2863596" y="7153656"/>
            <a:ext cx="151130" cy="626745"/>
          </a:xfrm>
          <a:custGeom>
            <a:rect b="b" l="l" r="r" t="t"/>
            <a:pathLst>
              <a:path extrusionOk="0" h="626745" w="151130">
                <a:moveTo>
                  <a:pt x="147828" y="155448"/>
                </a:moveTo>
                <a:lnTo>
                  <a:pt x="144780" y="155448"/>
                </a:lnTo>
                <a:lnTo>
                  <a:pt x="144780" y="160020"/>
                </a:lnTo>
                <a:lnTo>
                  <a:pt x="143256" y="164592"/>
                </a:lnTo>
                <a:lnTo>
                  <a:pt x="141732" y="166116"/>
                </a:lnTo>
                <a:lnTo>
                  <a:pt x="141732" y="167640"/>
                </a:lnTo>
                <a:lnTo>
                  <a:pt x="140208" y="169164"/>
                </a:lnTo>
                <a:lnTo>
                  <a:pt x="137160" y="170688"/>
                </a:lnTo>
                <a:lnTo>
                  <a:pt x="135636" y="172212"/>
                </a:lnTo>
                <a:lnTo>
                  <a:pt x="57912" y="172212"/>
                </a:lnTo>
                <a:lnTo>
                  <a:pt x="53340" y="175260"/>
                </a:lnTo>
                <a:lnTo>
                  <a:pt x="45720" y="176784"/>
                </a:lnTo>
                <a:lnTo>
                  <a:pt x="41148" y="181356"/>
                </a:lnTo>
                <a:lnTo>
                  <a:pt x="35052" y="190500"/>
                </a:lnTo>
                <a:lnTo>
                  <a:pt x="33528" y="195072"/>
                </a:lnTo>
                <a:lnTo>
                  <a:pt x="33528" y="201168"/>
                </a:lnTo>
                <a:lnTo>
                  <a:pt x="34950" y="210337"/>
                </a:lnTo>
                <a:lnTo>
                  <a:pt x="39243" y="219646"/>
                </a:lnTo>
                <a:lnTo>
                  <a:pt x="46380" y="229247"/>
                </a:lnTo>
                <a:lnTo>
                  <a:pt x="56388" y="239268"/>
                </a:lnTo>
                <a:lnTo>
                  <a:pt x="33528" y="239268"/>
                </a:lnTo>
                <a:lnTo>
                  <a:pt x="33528" y="243840"/>
                </a:lnTo>
                <a:lnTo>
                  <a:pt x="47244" y="277368"/>
                </a:lnTo>
                <a:lnTo>
                  <a:pt x="50292" y="275844"/>
                </a:lnTo>
                <a:lnTo>
                  <a:pt x="47244" y="269748"/>
                </a:lnTo>
                <a:lnTo>
                  <a:pt x="47244" y="265176"/>
                </a:lnTo>
                <a:lnTo>
                  <a:pt x="48768" y="263652"/>
                </a:lnTo>
                <a:lnTo>
                  <a:pt x="48768" y="262128"/>
                </a:lnTo>
                <a:lnTo>
                  <a:pt x="50292" y="260604"/>
                </a:lnTo>
                <a:lnTo>
                  <a:pt x="51816" y="260604"/>
                </a:lnTo>
                <a:lnTo>
                  <a:pt x="54864" y="259080"/>
                </a:lnTo>
                <a:lnTo>
                  <a:pt x="131064" y="259080"/>
                </a:lnTo>
                <a:lnTo>
                  <a:pt x="137160" y="260604"/>
                </a:lnTo>
                <a:lnTo>
                  <a:pt x="143256" y="263652"/>
                </a:lnTo>
                <a:lnTo>
                  <a:pt x="144780" y="268224"/>
                </a:lnTo>
                <a:lnTo>
                  <a:pt x="144780" y="275844"/>
                </a:lnTo>
                <a:lnTo>
                  <a:pt x="147828" y="275844"/>
                </a:lnTo>
                <a:lnTo>
                  <a:pt x="147828" y="259080"/>
                </a:lnTo>
                <a:lnTo>
                  <a:pt x="147828" y="222504"/>
                </a:lnTo>
                <a:lnTo>
                  <a:pt x="144780" y="222504"/>
                </a:lnTo>
                <a:lnTo>
                  <a:pt x="144780" y="228600"/>
                </a:lnTo>
                <a:lnTo>
                  <a:pt x="143319" y="231508"/>
                </a:lnTo>
                <a:lnTo>
                  <a:pt x="143256" y="233172"/>
                </a:lnTo>
                <a:lnTo>
                  <a:pt x="140208" y="236220"/>
                </a:lnTo>
                <a:lnTo>
                  <a:pt x="137160" y="237744"/>
                </a:lnTo>
                <a:lnTo>
                  <a:pt x="135636" y="239268"/>
                </a:lnTo>
                <a:lnTo>
                  <a:pt x="64008" y="239268"/>
                </a:lnTo>
                <a:lnTo>
                  <a:pt x="57124" y="231508"/>
                </a:lnTo>
                <a:lnTo>
                  <a:pt x="52387" y="224028"/>
                </a:lnTo>
                <a:lnTo>
                  <a:pt x="49644" y="216560"/>
                </a:lnTo>
                <a:lnTo>
                  <a:pt x="48768" y="208788"/>
                </a:lnTo>
                <a:lnTo>
                  <a:pt x="48768" y="202692"/>
                </a:lnTo>
                <a:lnTo>
                  <a:pt x="50292" y="198120"/>
                </a:lnTo>
                <a:lnTo>
                  <a:pt x="54864" y="196596"/>
                </a:lnTo>
                <a:lnTo>
                  <a:pt x="59436" y="193548"/>
                </a:lnTo>
                <a:lnTo>
                  <a:pt x="67056" y="192024"/>
                </a:lnTo>
                <a:lnTo>
                  <a:pt x="134112" y="192024"/>
                </a:lnTo>
                <a:lnTo>
                  <a:pt x="140208" y="195072"/>
                </a:lnTo>
                <a:lnTo>
                  <a:pt x="143256" y="198120"/>
                </a:lnTo>
                <a:lnTo>
                  <a:pt x="144780" y="201168"/>
                </a:lnTo>
                <a:lnTo>
                  <a:pt x="144780" y="208788"/>
                </a:lnTo>
                <a:lnTo>
                  <a:pt x="147828" y="208788"/>
                </a:lnTo>
                <a:lnTo>
                  <a:pt x="147828" y="192024"/>
                </a:lnTo>
                <a:lnTo>
                  <a:pt x="147828" y="155448"/>
                </a:lnTo>
                <a:close/>
              </a:path>
              <a:path extrusionOk="0" h="626745" w="151130">
                <a:moveTo>
                  <a:pt x="150863" y="580644"/>
                </a:moveTo>
                <a:lnTo>
                  <a:pt x="132372" y="545401"/>
                </a:lnTo>
                <a:lnTo>
                  <a:pt x="105143" y="533400"/>
                </a:lnTo>
                <a:lnTo>
                  <a:pt x="103619" y="536448"/>
                </a:lnTo>
                <a:lnTo>
                  <a:pt x="112763" y="541020"/>
                </a:lnTo>
                <a:lnTo>
                  <a:pt x="120383" y="545592"/>
                </a:lnTo>
                <a:lnTo>
                  <a:pt x="123431" y="550164"/>
                </a:lnTo>
                <a:lnTo>
                  <a:pt x="128003" y="556260"/>
                </a:lnTo>
                <a:lnTo>
                  <a:pt x="131051" y="563880"/>
                </a:lnTo>
                <a:lnTo>
                  <a:pt x="131051" y="571500"/>
                </a:lnTo>
                <a:lnTo>
                  <a:pt x="129959" y="579196"/>
                </a:lnTo>
                <a:lnTo>
                  <a:pt x="99428" y="604266"/>
                </a:lnTo>
                <a:lnTo>
                  <a:pt x="80759" y="606552"/>
                </a:lnTo>
                <a:lnTo>
                  <a:pt x="71259" y="605980"/>
                </a:lnTo>
                <a:lnTo>
                  <a:pt x="41135" y="586740"/>
                </a:lnTo>
                <a:lnTo>
                  <a:pt x="41135" y="569976"/>
                </a:lnTo>
                <a:lnTo>
                  <a:pt x="44183" y="566928"/>
                </a:lnTo>
                <a:lnTo>
                  <a:pt x="47231" y="565404"/>
                </a:lnTo>
                <a:lnTo>
                  <a:pt x="50279" y="562356"/>
                </a:lnTo>
                <a:lnTo>
                  <a:pt x="59423" y="562356"/>
                </a:lnTo>
                <a:lnTo>
                  <a:pt x="68567" y="557784"/>
                </a:lnTo>
                <a:lnTo>
                  <a:pt x="70091" y="554736"/>
                </a:lnTo>
                <a:lnTo>
                  <a:pt x="70091" y="545592"/>
                </a:lnTo>
                <a:lnTo>
                  <a:pt x="68567" y="544068"/>
                </a:lnTo>
                <a:lnTo>
                  <a:pt x="67043" y="541020"/>
                </a:lnTo>
                <a:lnTo>
                  <a:pt x="65519" y="539496"/>
                </a:lnTo>
                <a:lnTo>
                  <a:pt x="62471" y="537972"/>
                </a:lnTo>
                <a:lnTo>
                  <a:pt x="53327" y="537972"/>
                </a:lnTo>
                <a:lnTo>
                  <a:pt x="33515" y="574548"/>
                </a:lnTo>
                <a:lnTo>
                  <a:pt x="34404" y="585406"/>
                </a:lnTo>
                <a:lnTo>
                  <a:pt x="57569" y="618007"/>
                </a:lnTo>
                <a:lnTo>
                  <a:pt x="91427" y="626364"/>
                </a:lnTo>
                <a:lnTo>
                  <a:pt x="104317" y="625513"/>
                </a:lnTo>
                <a:lnTo>
                  <a:pt x="141224" y="605510"/>
                </a:lnTo>
                <a:lnTo>
                  <a:pt x="149745" y="589508"/>
                </a:lnTo>
                <a:lnTo>
                  <a:pt x="150863" y="580644"/>
                </a:lnTo>
                <a:close/>
              </a:path>
              <a:path extrusionOk="0" h="626745" w="151130">
                <a:moveTo>
                  <a:pt x="150863" y="466344"/>
                </a:moveTo>
                <a:lnTo>
                  <a:pt x="143243" y="437388"/>
                </a:lnTo>
                <a:lnTo>
                  <a:pt x="143243" y="452628"/>
                </a:lnTo>
                <a:lnTo>
                  <a:pt x="143243" y="460248"/>
                </a:lnTo>
                <a:lnTo>
                  <a:pt x="115506" y="490156"/>
                </a:lnTo>
                <a:lnTo>
                  <a:pt x="82283" y="495300"/>
                </a:lnTo>
                <a:lnTo>
                  <a:pt x="73139" y="495300"/>
                </a:lnTo>
                <a:lnTo>
                  <a:pt x="63995" y="493776"/>
                </a:lnTo>
                <a:lnTo>
                  <a:pt x="57899" y="490728"/>
                </a:lnTo>
                <a:lnTo>
                  <a:pt x="51803" y="489204"/>
                </a:lnTo>
                <a:lnTo>
                  <a:pt x="44183" y="481584"/>
                </a:lnTo>
                <a:lnTo>
                  <a:pt x="41135" y="477012"/>
                </a:lnTo>
                <a:lnTo>
                  <a:pt x="41135" y="460248"/>
                </a:lnTo>
                <a:lnTo>
                  <a:pt x="72567" y="437578"/>
                </a:lnTo>
                <a:lnTo>
                  <a:pt x="99047" y="434340"/>
                </a:lnTo>
                <a:lnTo>
                  <a:pt x="110502" y="434898"/>
                </a:lnTo>
                <a:lnTo>
                  <a:pt x="143243" y="452628"/>
                </a:lnTo>
                <a:lnTo>
                  <a:pt x="143243" y="437388"/>
                </a:lnTo>
                <a:lnTo>
                  <a:pt x="104381" y="413575"/>
                </a:lnTo>
                <a:lnTo>
                  <a:pt x="89903" y="411480"/>
                </a:lnTo>
                <a:lnTo>
                  <a:pt x="79032" y="412318"/>
                </a:lnTo>
                <a:lnTo>
                  <a:pt x="43802" y="432244"/>
                </a:lnTo>
                <a:lnTo>
                  <a:pt x="33515" y="464820"/>
                </a:lnTo>
                <a:lnTo>
                  <a:pt x="33591" y="466344"/>
                </a:lnTo>
                <a:lnTo>
                  <a:pt x="33667" y="467944"/>
                </a:lnTo>
                <a:lnTo>
                  <a:pt x="55257" y="506590"/>
                </a:lnTo>
                <a:lnTo>
                  <a:pt x="92951" y="518160"/>
                </a:lnTo>
                <a:lnTo>
                  <a:pt x="102984" y="517334"/>
                </a:lnTo>
                <a:lnTo>
                  <a:pt x="139293" y="497636"/>
                </a:lnTo>
                <a:lnTo>
                  <a:pt x="149491" y="478116"/>
                </a:lnTo>
                <a:lnTo>
                  <a:pt x="150863" y="466344"/>
                </a:lnTo>
                <a:close/>
              </a:path>
              <a:path extrusionOk="0" h="626745" w="151130">
                <a:moveTo>
                  <a:pt x="150876" y="312420"/>
                </a:moveTo>
                <a:lnTo>
                  <a:pt x="137160" y="280416"/>
                </a:lnTo>
                <a:lnTo>
                  <a:pt x="134112" y="281940"/>
                </a:lnTo>
                <a:lnTo>
                  <a:pt x="135636" y="284988"/>
                </a:lnTo>
                <a:lnTo>
                  <a:pt x="135636" y="292608"/>
                </a:lnTo>
                <a:lnTo>
                  <a:pt x="131064" y="297180"/>
                </a:lnTo>
                <a:lnTo>
                  <a:pt x="128016" y="297180"/>
                </a:lnTo>
                <a:lnTo>
                  <a:pt x="124968" y="298704"/>
                </a:lnTo>
                <a:lnTo>
                  <a:pt x="36576" y="298704"/>
                </a:lnTo>
                <a:lnTo>
                  <a:pt x="36576" y="335280"/>
                </a:lnTo>
                <a:lnTo>
                  <a:pt x="39624" y="335280"/>
                </a:lnTo>
                <a:lnTo>
                  <a:pt x="39624" y="327660"/>
                </a:lnTo>
                <a:lnTo>
                  <a:pt x="41148" y="323088"/>
                </a:lnTo>
                <a:lnTo>
                  <a:pt x="45720" y="318516"/>
                </a:lnTo>
                <a:lnTo>
                  <a:pt x="118872" y="318516"/>
                </a:lnTo>
                <a:lnTo>
                  <a:pt x="129540" y="329184"/>
                </a:lnTo>
                <a:lnTo>
                  <a:pt x="131064" y="333756"/>
                </a:lnTo>
                <a:lnTo>
                  <a:pt x="134112" y="338328"/>
                </a:lnTo>
                <a:lnTo>
                  <a:pt x="135636" y="342900"/>
                </a:lnTo>
                <a:lnTo>
                  <a:pt x="135636" y="352044"/>
                </a:lnTo>
                <a:lnTo>
                  <a:pt x="134112" y="356616"/>
                </a:lnTo>
                <a:lnTo>
                  <a:pt x="129540" y="359664"/>
                </a:lnTo>
                <a:lnTo>
                  <a:pt x="126492" y="364236"/>
                </a:lnTo>
                <a:lnTo>
                  <a:pt x="120396" y="365760"/>
                </a:lnTo>
                <a:lnTo>
                  <a:pt x="36576" y="365760"/>
                </a:lnTo>
                <a:lnTo>
                  <a:pt x="36576" y="403860"/>
                </a:lnTo>
                <a:lnTo>
                  <a:pt x="39624" y="403860"/>
                </a:lnTo>
                <a:lnTo>
                  <a:pt x="39624" y="393192"/>
                </a:lnTo>
                <a:lnTo>
                  <a:pt x="41148" y="391668"/>
                </a:lnTo>
                <a:lnTo>
                  <a:pt x="41148" y="390144"/>
                </a:lnTo>
                <a:lnTo>
                  <a:pt x="44196" y="388620"/>
                </a:lnTo>
                <a:lnTo>
                  <a:pt x="47244" y="385572"/>
                </a:lnTo>
                <a:lnTo>
                  <a:pt x="117348" y="385572"/>
                </a:lnTo>
                <a:lnTo>
                  <a:pt x="124968" y="384048"/>
                </a:lnTo>
                <a:lnTo>
                  <a:pt x="137160" y="381000"/>
                </a:lnTo>
                <a:lnTo>
                  <a:pt x="141732" y="377952"/>
                </a:lnTo>
                <a:lnTo>
                  <a:pt x="147828" y="368808"/>
                </a:lnTo>
                <a:lnTo>
                  <a:pt x="150876" y="362712"/>
                </a:lnTo>
                <a:lnTo>
                  <a:pt x="150876" y="350520"/>
                </a:lnTo>
                <a:lnTo>
                  <a:pt x="126492" y="318516"/>
                </a:lnTo>
                <a:lnTo>
                  <a:pt x="150876" y="318516"/>
                </a:lnTo>
                <a:lnTo>
                  <a:pt x="150876" y="312420"/>
                </a:lnTo>
                <a:close/>
              </a:path>
              <a:path extrusionOk="0" h="626745" w="151130">
                <a:moveTo>
                  <a:pt x="150876" y="108204"/>
                </a:moveTo>
                <a:lnTo>
                  <a:pt x="126492" y="85344"/>
                </a:lnTo>
                <a:lnTo>
                  <a:pt x="126492" y="91440"/>
                </a:lnTo>
                <a:lnTo>
                  <a:pt x="129540" y="92964"/>
                </a:lnTo>
                <a:lnTo>
                  <a:pt x="132588" y="96012"/>
                </a:lnTo>
                <a:lnTo>
                  <a:pt x="135636" y="102108"/>
                </a:lnTo>
                <a:lnTo>
                  <a:pt x="135636" y="108204"/>
                </a:lnTo>
                <a:lnTo>
                  <a:pt x="131064" y="112776"/>
                </a:lnTo>
                <a:lnTo>
                  <a:pt x="128016" y="114300"/>
                </a:lnTo>
                <a:lnTo>
                  <a:pt x="123444" y="115824"/>
                </a:lnTo>
                <a:lnTo>
                  <a:pt x="44196" y="115824"/>
                </a:lnTo>
                <a:lnTo>
                  <a:pt x="44196" y="89916"/>
                </a:lnTo>
                <a:lnTo>
                  <a:pt x="36576" y="89916"/>
                </a:lnTo>
                <a:lnTo>
                  <a:pt x="36576" y="115824"/>
                </a:lnTo>
                <a:lnTo>
                  <a:pt x="0" y="115824"/>
                </a:lnTo>
                <a:lnTo>
                  <a:pt x="0" y="118872"/>
                </a:lnTo>
                <a:lnTo>
                  <a:pt x="7620" y="121920"/>
                </a:lnTo>
                <a:lnTo>
                  <a:pt x="22860" y="129540"/>
                </a:lnTo>
                <a:lnTo>
                  <a:pt x="32004" y="138684"/>
                </a:lnTo>
                <a:lnTo>
                  <a:pt x="35052" y="144780"/>
                </a:lnTo>
                <a:lnTo>
                  <a:pt x="38100" y="149352"/>
                </a:lnTo>
                <a:lnTo>
                  <a:pt x="39624" y="153924"/>
                </a:lnTo>
                <a:lnTo>
                  <a:pt x="44196" y="153924"/>
                </a:lnTo>
                <a:lnTo>
                  <a:pt x="44196" y="135636"/>
                </a:lnTo>
                <a:lnTo>
                  <a:pt x="128016" y="135636"/>
                </a:lnTo>
                <a:lnTo>
                  <a:pt x="149352" y="120396"/>
                </a:lnTo>
                <a:lnTo>
                  <a:pt x="150876" y="117348"/>
                </a:lnTo>
                <a:lnTo>
                  <a:pt x="150876" y="108204"/>
                </a:lnTo>
                <a:close/>
              </a:path>
              <a:path extrusionOk="0" h="626745" w="151130">
                <a:moveTo>
                  <a:pt x="150876" y="36576"/>
                </a:moveTo>
                <a:lnTo>
                  <a:pt x="150304" y="29743"/>
                </a:lnTo>
                <a:lnTo>
                  <a:pt x="148590" y="23050"/>
                </a:lnTo>
                <a:lnTo>
                  <a:pt x="148501" y="22860"/>
                </a:lnTo>
                <a:lnTo>
                  <a:pt x="146456" y="18288"/>
                </a:lnTo>
                <a:lnTo>
                  <a:pt x="117348" y="0"/>
                </a:lnTo>
                <a:lnTo>
                  <a:pt x="107632" y="1460"/>
                </a:lnTo>
                <a:lnTo>
                  <a:pt x="76200" y="41148"/>
                </a:lnTo>
                <a:lnTo>
                  <a:pt x="73152" y="48768"/>
                </a:lnTo>
                <a:lnTo>
                  <a:pt x="70104" y="53340"/>
                </a:lnTo>
                <a:lnTo>
                  <a:pt x="67056" y="56388"/>
                </a:lnTo>
                <a:lnTo>
                  <a:pt x="62484" y="57912"/>
                </a:lnTo>
                <a:lnTo>
                  <a:pt x="59436" y="59436"/>
                </a:lnTo>
                <a:lnTo>
                  <a:pt x="51816" y="59436"/>
                </a:lnTo>
                <a:lnTo>
                  <a:pt x="47244" y="57912"/>
                </a:lnTo>
                <a:lnTo>
                  <a:pt x="45720" y="54864"/>
                </a:lnTo>
                <a:lnTo>
                  <a:pt x="42672" y="50292"/>
                </a:lnTo>
                <a:lnTo>
                  <a:pt x="41148" y="45720"/>
                </a:lnTo>
                <a:lnTo>
                  <a:pt x="41148" y="33528"/>
                </a:lnTo>
                <a:lnTo>
                  <a:pt x="71628" y="12192"/>
                </a:lnTo>
                <a:lnTo>
                  <a:pt x="71628" y="9144"/>
                </a:lnTo>
                <a:lnTo>
                  <a:pt x="33528" y="9144"/>
                </a:lnTo>
                <a:lnTo>
                  <a:pt x="33528" y="12192"/>
                </a:lnTo>
                <a:lnTo>
                  <a:pt x="35052" y="12192"/>
                </a:lnTo>
                <a:lnTo>
                  <a:pt x="36576" y="13716"/>
                </a:lnTo>
                <a:lnTo>
                  <a:pt x="36576" y="15240"/>
                </a:lnTo>
                <a:lnTo>
                  <a:pt x="37973" y="16649"/>
                </a:lnTo>
                <a:lnTo>
                  <a:pt x="38100" y="18288"/>
                </a:lnTo>
                <a:lnTo>
                  <a:pt x="36576" y="21336"/>
                </a:lnTo>
                <a:lnTo>
                  <a:pt x="35052" y="25908"/>
                </a:lnTo>
                <a:lnTo>
                  <a:pt x="33528" y="32004"/>
                </a:lnTo>
                <a:lnTo>
                  <a:pt x="33528" y="41148"/>
                </a:lnTo>
                <a:lnTo>
                  <a:pt x="42595" y="65443"/>
                </a:lnTo>
                <a:lnTo>
                  <a:pt x="47244" y="71628"/>
                </a:lnTo>
                <a:lnTo>
                  <a:pt x="54864" y="74676"/>
                </a:lnTo>
                <a:lnTo>
                  <a:pt x="71628" y="74676"/>
                </a:lnTo>
                <a:lnTo>
                  <a:pt x="76200" y="73152"/>
                </a:lnTo>
                <a:lnTo>
                  <a:pt x="80772" y="68580"/>
                </a:lnTo>
                <a:lnTo>
                  <a:pt x="84429" y="65443"/>
                </a:lnTo>
                <a:lnTo>
                  <a:pt x="88392" y="60579"/>
                </a:lnTo>
                <a:lnTo>
                  <a:pt x="88468" y="60439"/>
                </a:lnTo>
                <a:lnTo>
                  <a:pt x="89077" y="59436"/>
                </a:lnTo>
                <a:lnTo>
                  <a:pt x="92341" y="54013"/>
                </a:lnTo>
                <a:lnTo>
                  <a:pt x="96012" y="45720"/>
                </a:lnTo>
                <a:lnTo>
                  <a:pt x="100317" y="37439"/>
                </a:lnTo>
                <a:lnTo>
                  <a:pt x="104203" y="30861"/>
                </a:lnTo>
                <a:lnTo>
                  <a:pt x="106730" y="27432"/>
                </a:lnTo>
                <a:lnTo>
                  <a:pt x="107899" y="25908"/>
                </a:lnTo>
                <a:lnTo>
                  <a:pt x="111252" y="22860"/>
                </a:lnTo>
                <a:lnTo>
                  <a:pt x="114414" y="19697"/>
                </a:lnTo>
                <a:lnTo>
                  <a:pt x="114769" y="19697"/>
                </a:lnTo>
                <a:lnTo>
                  <a:pt x="120396" y="18288"/>
                </a:lnTo>
                <a:lnTo>
                  <a:pt x="129540" y="18288"/>
                </a:lnTo>
                <a:lnTo>
                  <a:pt x="133743" y="19697"/>
                </a:lnTo>
                <a:lnTo>
                  <a:pt x="133985" y="19697"/>
                </a:lnTo>
                <a:lnTo>
                  <a:pt x="141732" y="27432"/>
                </a:lnTo>
                <a:lnTo>
                  <a:pt x="143256" y="32004"/>
                </a:lnTo>
                <a:lnTo>
                  <a:pt x="143256" y="44196"/>
                </a:lnTo>
                <a:lnTo>
                  <a:pt x="112776" y="71628"/>
                </a:lnTo>
                <a:lnTo>
                  <a:pt x="112776" y="74676"/>
                </a:lnTo>
                <a:lnTo>
                  <a:pt x="150876" y="74676"/>
                </a:lnTo>
                <a:lnTo>
                  <a:pt x="150876" y="71628"/>
                </a:lnTo>
                <a:lnTo>
                  <a:pt x="147828" y="70104"/>
                </a:lnTo>
                <a:lnTo>
                  <a:pt x="146304" y="68580"/>
                </a:lnTo>
                <a:lnTo>
                  <a:pt x="146431" y="60579"/>
                </a:lnTo>
                <a:lnTo>
                  <a:pt x="146469" y="60439"/>
                </a:lnTo>
                <a:lnTo>
                  <a:pt x="149352" y="51816"/>
                </a:lnTo>
                <a:lnTo>
                  <a:pt x="150876" y="44196"/>
                </a:lnTo>
                <a:lnTo>
                  <a:pt x="150876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43" name="Google Shape;3043;p50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839211" y="6623303"/>
            <a:ext cx="175260" cy="460248"/>
          </a:xfrm>
          <a:prstGeom prst="rect">
            <a:avLst/>
          </a:prstGeom>
          <a:noFill/>
          <a:ln>
            <a:noFill/>
          </a:ln>
        </p:spPr>
      </p:pic>
      <p:sp>
        <p:nvSpPr>
          <p:cNvPr id="3044" name="Google Shape;3044;p50"/>
          <p:cNvSpPr/>
          <p:nvPr/>
        </p:nvSpPr>
        <p:spPr>
          <a:xfrm>
            <a:off x="2839199" y="5759196"/>
            <a:ext cx="175895" cy="788035"/>
          </a:xfrm>
          <a:custGeom>
            <a:rect b="b" l="l" r="r" t="t"/>
            <a:pathLst>
              <a:path extrusionOk="0" h="788034" w="175894">
                <a:moveTo>
                  <a:pt x="172212" y="237744"/>
                </a:moveTo>
                <a:lnTo>
                  <a:pt x="169164" y="237744"/>
                </a:lnTo>
                <a:lnTo>
                  <a:pt x="169164" y="242316"/>
                </a:lnTo>
                <a:lnTo>
                  <a:pt x="167640" y="246888"/>
                </a:lnTo>
                <a:lnTo>
                  <a:pt x="166116" y="248412"/>
                </a:lnTo>
                <a:lnTo>
                  <a:pt x="166116" y="249936"/>
                </a:lnTo>
                <a:lnTo>
                  <a:pt x="164592" y="251460"/>
                </a:lnTo>
                <a:lnTo>
                  <a:pt x="158496" y="254508"/>
                </a:lnTo>
                <a:lnTo>
                  <a:pt x="0" y="254508"/>
                </a:lnTo>
                <a:lnTo>
                  <a:pt x="0" y="259080"/>
                </a:lnTo>
                <a:lnTo>
                  <a:pt x="13716" y="291084"/>
                </a:lnTo>
                <a:lnTo>
                  <a:pt x="16764" y="289560"/>
                </a:lnTo>
                <a:lnTo>
                  <a:pt x="13716" y="283464"/>
                </a:lnTo>
                <a:lnTo>
                  <a:pt x="13716" y="280416"/>
                </a:lnTo>
                <a:lnTo>
                  <a:pt x="15240" y="278892"/>
                </a:lnTo>
                <a:lnTo>
                  <a:pt x="15240" y="277368"/>
                </a:lnTo>
                <a:lnTo>
                  <a:pt x="16764" y="275844"/>
                </a:lnTo>
                <a:lnTo>
                  <a:pt x="18288" y="275844"/>
                </a:lnTo>
                <a:lnTo>
                  <a:pt x="21336" y="274320"/>
                </a:lnTo>
                <a:lnTo>
                  <a:pt x="158496" y="274320"/>
                </a:lnTo>
                <a:lnTo>
                  <a:pt x="164592" y="277368"/>
                </a:lnTo>
                <a:lnTo>
                  <a:pt x="167640" y="280416"/>
                </a:lnTo>
                <a:lnTo>
                  <a:pt x="167640" y="281940"/>
                </a:lnTo>
                <a:lnTo>
                  <a:pt x="169164" y="284988"/>
                </a:lnTo>
                <a:lnTo>
                  <a:pt x="169164" y="291084"/>
                </a:lnTo>
                <a:lnTo>
                  <a:pt x="172212" y="291084"/>
                </a:lnTo>
                <a:lnTo>
                  <a:pt x="172212" y="237744"/>
                </a:lnTo>
                <a:close/>
              </a:path>
              <a:path extrusionOk="0" h="788034" w="175894">
                <a:moveTo>
                  <a:pt x="175260" y="612648"/>
                </a:moveTo>
                <a:lnTo>
                  <a:pt x="167640" y="585254"/>
                </a:lnTo>
                <a:lnTo>
                  <a:pt x="167640" y="600456"/>
                </a:lnTo>
                <a:lnTo>
                  <a:pt x="167640" y="608076"/>
                </a:lnTo>
                <a:lnTo>
                  <a:pt x="139903" y="636460"/>
                </a:lnTo>
                <a:lnTo>
                  <a:pt x="106680" y="641604"/>
                </a:lnTo>
                <a:lnTo>
                  <a:pt x="97536" y="641604"/>
                </a:lnTo>
                <a:lnTo>
                  <a:pt x="65532" y="623316"/>
                </a:lnTo>
                <a:lnTo>
                  <a:pt x="65532" y="606552"/>
                </a:lnTo>
                <a:lnTo>
                  <a:pt x="96964" y="583882"/>
                </a:lnTo>
                <a:lnTo>
                  <a:pt x="123444" y="580644"/>
                </a:lnTo>
                <a:lnTo>
                  <a:pt x="134899" y="581202"/>
                </a:lnTo>
                <a:lnTo>
                  <a:pt x="167640" y="600456"/>
                </a:lnTo>
                <a:lnTo>
                  <a:pt x="167640" y="585254"/>
                </a:lnTo>
                <a:lnTo>
                  <a:pt x="136169" y="562292"/>
                </a:lnTo>
                <a:lnTo>
                  <a:pt x="114300" y="557784"/>
                </a:lnTo>
                <a:lnTo>
                  <a:pt x="103428" y="558647"/>
                </a:lnTo>
                <a:lnTo>
                  <a:pt x="68199" y="579196"/>
                </a:lnTo>
                <a:lnTo>
                  <a:pt x="58940" y="600456"/>
                </a:lnTo>
                <a:lnTo>
                  <a:pt x="57912" y="611124"/>
                </a:lnTo>
                <a:lnTo>
                  <a:pt x="57988" y="612648"/>
                </a:lnTo>
                <a:lnTo>
                  <a:pt x="58089" y="614895"/>
                </a:lnTo>
                <a:lnTo>
                  <a:pt x="58229" y="617969"/>
                </a:lnTo>
                <a:lnTo>
                  <a:pt x="79654" y="653110"/>
                </a:lnTo>
                <a:lnTo>
                  <a:pt x="117348" y="664464"/>
                </a:lnTo>
                <a:lnTo>
                  <a:pt x="127381" y="663638"/>
                </a:lnTo>
                <a:lnTo>
                  <a:pt x="163690" y="644588"/>
                </a:lnTo>
                <a:lnTo>
                  <a:pt x="165696" y="641604"/>
                </a:lnTo>
                <a:lnTo>
                  <a:pt x="169926" y="635317"/>
                </a:lnTo>
                <a:lnTo>
                  <a:pt x="173888" y="624636"/>
                </a:lnTo>
                <a:lnTo>
                  <a:pt x="175260" y="612648"/>
                </a:lnTo>
                <a:close/>
              </a:path>
              <a:path extrusionOk="0" h="788034" w="175894">
                <a:moveTo>
                  <a:pt x="175260" y="365760"/>
                </a:moveTo>
                <a:lnTo>
                  <a:pt x="174142" y="355765"/>
                </a:lnTo>
                <a:lnTo>
                  <a:pt x="170878" y="346329"/>
                </a:lnTo>
                <a:lnTo>
                  <a:pt x="167640" y="340880"/>
                </a:lnTo>
                <a:lnTo>
                  <a:pt x="167640" y="352044"/>
                </a:lnTo>
                <a:lnTo>
                  <a:pt x="167640" y="364236"/>
                </a:lnTo>
                <a:lnTo>
                  <a:pt x="164592" y="373380"/>
                </a:lnTo>
                <a:lnTo>
                  <a:pt x="161544" y="377952"/>
                </a:lnTo>
                <a:lnTo>
                  <a:pt x="153924" y="385572"/>
                </a:lnTo>
                <a:lnTo>
                  <a:pt x="86868" y="385572"/>
                </a:lnTo>
                <a:lnTo>
                  <a:pt x="82296" y="381000"/>
                </a:lnTo>
                <a:lnTo>
                  <a:pt x="79248" y="376428"/>
                </a:lnTo>
                <a:lnTo>
                  <a:pt x="77724" y="373380"/>
                </a:lnTo>
                <a:lnTo>
                  <a:pt x="74676" y="368808"/>
                </a:lnTo>
                <a:lnTo>
                  <a:pt x="74676" y="352044"/>
                </a:lnTo>
                <a:lnTo>
                  <a:pt x="77724" y="345948"/>
                </a:lnTo>
                <a:lnTo>
                  <a:pt x="118872" y="329184"/>
                </a:lnTo>
                <a:lnTo>
                  <a:pt x="129730" y="329755"/>
                </a:lnTo>
                <a:lnTo>
                  <a:pt x="167640" y="352044"/>
                </a:lnTo>
                <a:lnTo>
                  <a:pt x="167640" y="340880"/>
                </a:lnTo>
                <a:lnTo>
                  <a:pt x="138303" y="314134"/>
                </a:lnTo>
                <a:lnTo>
                  <a:pt x="111252" y="309372"/>
                </a:lnTo>
                <a:lnTo>
                  <a:pt x="99491" y="310210"/>
                </a:lnTo>
                <a:lnTo>
                  <a:pt x="65633" y="328472"/>
                </a:lnTo>
                <a:lnTo>
                  <a:pt x="57912" y="352044"/>
                </a:lnTo>
                <a:lnTo>
                  <a:pt x="59105" y="360934"/>
                </a:lnTo>
                <a:lnTo>
                  <a:pt x="62865" y="369379"/>
                </a:lnTo>
                <a:lnTo>
                  <a:pt x="69494" y="377558"/>
                </a:lnTo>
                <a:lnTo>
                  <a:pt x="79248" y="385572"/>
                </a:lnTo>
                <a:lnTo>
                  <a:pt x="0" y="385572"/>
                </a:lnTo>
                <a:lnTo>
                  <a:pt x="0" y="391668"/>
                </a:lnTo>
                <a:lnTo>
                  <a:pt x="13716" y="423672"/>
                </a:lnTo>
                <a:lnTo>
                  <a:pt x="16764" y="422148"/>
                </a:lnTo>
                <a:lnTo>
                  <a:pt x="13716" y="416052"/>
                </a:lnTo>
                <a:lnTo>
                  <a:pt x="13716" y="411480"/>
                </a:lnTo>
                <a:lnTo>
                  <a:pt x="18288" y="406908"/>
                </a:lnTo>
                <a:lnTo>
                  <a:pt x="21336" y="406908"/>
                </a:lnTo>
                <a:lnTo>
                  <a:pt x="25387" y="406031"/>
                </a:lnTo>
                <a:lnTo>
                  <a:pt x="30861" y="405574"/>
                </a:lnTo>
                <a:lnTo>
                  <a:pt x="39090" y="405384"/>
                </a:lnTo>
                <a:lnTo>
                  <a:pt x="161544" y="405384"/>
                </a:lnTo>
                <a:lnTo>
                  <a:pt x="166116" y="399288"/>
                </a:lnTo>
                <a:lnTo>
                  <a:pt x="169164" y="391668"/>
                </a:lnTo>
                <a:lnTo>
                  <a:pt x="172212" y="385572"/>
                </a:lnTo>
                <a:lnTo>
                  <a:pt x="173736" y="379476"/>
                </a:lnTo>
                <a:lnTo>
                  <a:pt x="175260" y="371856"/>
                </a:lnTo>
                <a:lnTo>
                  <a:pt x="175260" y="365760"/>
                </a:lnTo>
                <a:close/>
              </a:path>
              <a:path extrusionOk="0" h="788034" w="175894">
                <a:moveTo>
                  <a:pt x="175260" y="173736"/>
                </a:moveTo>
                <a:lnTo>
                  <a:pt x="174409" y="164909"/>
                </a:lnTo>
                <a:lnTo>
                  <a:pt x="174307" y="164592"/>
                </a:lnTo>
                <a:lnTo>
                  <a:pt x="171831" y="156781"/>
                </a:lnTo>
                <a:lnTo>
                  <a:pt x="139687" y="130619"/>
                </a:lnTo>
                <a:lnTo>
                  <a:pt x="131064" y="128016"/>
                </a:lnTo>
                <a:lnTo>
                  <a:pt x="129540" y="131064"/>
                </a:lnTo>
                <a:lnTo>
                  <a:pt x="138684" y="135636"/>
                </a:lnTo>
                <a:lnTo>
                  <a:pt x="146304" y="140208"/>
                </a:lnTo>
                <a:lnTo>
                  <a:pt x="149352" y="144780"/>
                </a:lnTo>
                <a:lnTo>
                  <a:pt x="155359" y="156781"/>
                </a:lnTo>
                <a:lnTo>
                  <a:pt x="155244" y="164909"/>
                </a:lnTo>
                <a:lnTo>
                  <a:pt x="132765" y="196913"/>
                </a:lnTo>
                <a:lnTo>
                  <a:pt x="124333" y="200101"/>
                </a:lnTo>
                <a:lnTo>
                  <a:pt x="124663" y="200101"/>
                </a:lnTo>
                <a:lnTo>
                  <a:pt x="113855" y="202107"/>
                </a:lnTo>
                <a:lnTo>
                  <a:pt x="102108" y="202692"/>
                </a:lnTo>
                <a:lnTo>
                  <a:pt x="102108" y="152400"/>
                </a:lnTo>
                <a:lnTo>
                  <a:pt x="102108" y="128016"/>
                </a:lnTo>
                <a:lnTo>
                  <a:pt x="94488" y="128676"/>
                </a:lnTo>
                <a:lnTo>
                  <a:pt x="94488" y="152400"/>
                </a:lnTo>
                <a:lnTo>
                  <a:pt x="94488" y="202692"/>
                </a:lnTo>
                <a:lnTo>
                  <a:pt x="85344" y="202692"/>
                </a:lnTo>
                <a:lnTo>
                  <a:pt x="77724" y="199644"/>
                </a:lnTo>
                <a:lnTo>
                  <a:pt x="73152" y="193548"/>
                </a:lnTo>
                <a:lnTo>
                  <a:pt x="67056" y="188976"/>
                </a:lnTo>
                <a:lnTo>
                  <a:pt x="65532" y="182880"/>
                </a:lnTo>
                <a:lnTo>
                  <a:pt x="65532" y="167640"/>
                </a:lnTo>
                <a:lnTo>
                  <a:pt x="68580" y="164592"/>
                </a:lnTo>
                <a:lnTo>
                  <a:pt x="71628" y="160020"/>
                </a:lnTo>
                <a:lnTo>
                  <a:pt x="74676" y="156972"/>
                </a:lnTo>
                <a:lnTo>
                  <a:pt x="79248" y="155448"/>
                </a:lnTo>
                <a:lnTo>
                  <a:pt x="82296" y="153924"/>
                </a:lnTo>
                <a:lnTo>
                  <a:pt x="86868" y="153924"/>
                </a:lnTo>
                <a:lnTo>
                  <a:pt x="94488" y="152400"/>
                </a:lnTo>
                <a:lnTo>
                  <a:pt x="94488" y="128676"/>
                </a:lnTo>
                <a:lnTo>
                  <a:pt x="92392" y="128854"/>
                </a:lnTo>
                <a:lnTo>
                  <a:pt x="60579" y="153733"/>
                </a:lnTo>
                <a:lnTo>
                  <a:pt x="60540" y="153924"/>
                </a:lnTo>
                <a:lnTo>
                  <a:pt x="58534" y="161861"/>
                </a:lnTo>
                <a:lnTo>
                  <a:pt x="58458" y="163068"/>
                </a:lnTo>
                <a:lnTo>
                  <a:pt x="58343" y="164592"/>
                </a:lnTo>
                <a:lnTo>
                  <a:pt x="58318" y="164909"/>
                </a:lnTo>
                <a:lnTo>
                  <a:pt x="57912" y="170688"/>
                </a:lnTo>
                <a:lnTo>
                  <a:pt x="57950" y="171030"/>
                </a:lnTo>
                <a:lnTo>
                  <a:pt x="58801" y="181546"/>
                </a:lnTo>
                <a:lnTo>
                  <a:pt x="61531" y="191262"/>
                </a:lnTo>
                <a:lnTo>
                  <a:pt x="92392" y="217551"/>
                </a:lnTo>
                <a:lnTo>
                  <a:pt x="117348" y="220980"/>
                </a:lnTo>
                <a:lnTo>
                  <a:pt x="130213" y="220129"/>
                </a:lnTo>
                <a:lnTo>
                  <a:pt x="141351" y="217551"/>
                </a:lnTo>
                <a:lnTo>
                  <a:pt x="150787" y="213271"/>
                </a:lnTo>
                <a:lnTo>
                  <a:pt x="158496" y="207264"/>
                </a:lnTo>
                <a:lnTo>
                  <a:pt x="163042" y="202692"/>
                </a:lnTo>
                <a:lnTo>
                  <a:pt x="165620" y="200101"/>
                </a:lnTo>
                <a:lnTo>
                  <a:pt x="170878" y="192214"/>
                </a:lnTo>
                <a:lnTo>
                  <a:pt x="170954" y="192024"/>
                </a:lnTo>
                <a:lnTo>
                  <a:pt x="174142" y="183476"/>
                </a:lnTo>
                <a:lnTo>
                  <a:pt x="174218" y="182880"/>
                </a:lnTo>
                <a:lnTo>
                  <a:pt x="175260" y="173736"/>
                </a:lnTo>
                <a:close/>
              </a:path>
              <a:path extrusionOk="0" h="788034" w="175894">
                <a:moveTo>
                  <a:pt x="175272" y="707136"/>
                </a:moveTo>
                <a:lnTo>
                  <a:pt x="161556" y="675132"/>
                </a:lnTo>
                <a:lnTo>
                  <a:pt x="158508" y="676656"/>
                </a:lnTo>
                <a:lnTo>
                  <a:pt x="160032" y="679704"/>
                </a:lnTo>
                <a:lnTo>
                  <a:pt x="160032" y="687324"/>
                </a:lnTo>
                <a:lnTo>
                  <a:pt x="155460" y="691896"/>
                </a:lnTo>
                <a:lnTo>
                  <a:pt x="12" y="691896"/>
                </a:lnTo>
                <a:lnTo>
                  <a:pt x="12" y="697992"/>
                </a:lnTo>
                <a:lnTo>
                  <a:pt x="13728" y="728472"/>
                </a:lnTo>
                <a:lnTo>
                  <a:pt x="16776" y="728472"/>
                </a:lnTo>
                <a:lnTo>
                  <a:pt x="15252" y="723900"/>
                </a:lnTo>
                <a:lnTo>
                  <a:pt x="13728" y="722376"/>
                </a:lnTo>
                <a:lnTo>
                  <a:pt x="13728" y="717804"/>
                </a:lnTo>
                <a:lnTo>
                  <a:pt x="18300" y="713232"/>
                </a:lnTo>
                <a:lnTo>
                  <a:pt x="21348" y="713232"/>
                </a:lnTo>
                <a:lnTo>
                  <a:pt x="24752" y="713003"/>
                </a:lnTo>
                <a:lnTo>
                  <a:pt x="30302" y="712470"/>
                </a:lnTo>
                <a:lnTo>
                  <a:pt x="37846" y="711949"/>
                </a:lnTo>
                <a:lnTo>
                  <a:pt x="47256" y="711708"/>
                </a:lnTo>
                <a:lnTo>
                  <a:pt x="67068" y="711708"/>
                </a:lnTo>
                <a:lnTo>
                  <a:pt x="63068" y="717448"/>
                </a:lnTo>
                <a:lnTo>
                  <a:pt x="60210" y="723328"/>
                </a:lnTo>
                <a:lnTo>
                  <a:pt x="58496" y="729500"/>
                </a:lnTo>
                <a:lnTo>
                  <a:pt x="58445" y="729996"/>
                </a:lnTo>
                <a:lnTo>
                  <a:pt x="57924" y="736092"/>
                </a:lnTo>
                <a:lnTo>
                  <a:pt x="59080" y="746975"/>
                </a:lnTo>
                <a:lnTo>
                  <a:pt x="87401" y="780199"/>
                </a:lnTo>
                <a:lnTo>
                  <a:pt x="120408" y="787908"/>
                </a:lnTo>
                <a:lnTo>
                  <a:pt x="132168" y="787298"/>
                </a:lnTo>
                <a:lnTo>
                  <a:pt x="166268" y="768578"/>
                </a:lnTo>
                <a:lnTo>
                  <a:pt x="168465" y="765048"/>
                </a:lnTo>
                <a:lnTo>
                  <a:pt x="171081" y="760857"/>
                </a:lnTo>
                <a:lnTo>
                  <a:pt x="174167" y="752576"/>
                </a:lnTo>
                <a:lnTo>
                  <a:pt x="175171" y="744474"/>
                </a:lnTo>
                <a:lnTo>
                  <a:pt x="175171" y="738759"/>
                </a:lnTo>
                <a:lnTo>
                  <a:pt x="173748" y="733044"/>
                </a:lnTo>
                <a:lnTo>
                  <a:pt x="170700" y="728472"/>
                </a:lnTo>
                <a:lnTo>
                  <a:pt x="167652" y="722376"/>
                </a:lnTo>
                <a:lnTo>
                  <a:pt x="160032" y="714756"/>
                </a:lnTo>
                <a:lnTo>
                  <a:pt x="160032" y="725424"/>
                </a:lnTo>
                <a:lnTo>
                  <a:pt x="160032" y="733044"/>
                </a:lnTo>
                <a:lnTo>
                  <a:pt x="131457" y="762762"/>
                </a:lnTo>
                <a:lnTo>
                  <a:pt x="109740" y="765048"/>
                </a:lnTo>
                <a:lnTo>
                  <a:pt x="98894" y="764476"/>
                </a:lnTo>
                <a:lnTo>
                  <a:pt x="65544" y="743712"/>
                </a:lnTo>
                <a:lnTo>
                  <a:pt x="65544" y="729996"/>
                </a:lnTo>
                <a:lnTo>
                  <a:pt x="68592" y="725424"/>
                </a:lnTo>
                <a:lnTo>
                  <a:pt x="70116" y="722376"/>
                </a:lnTo>
                <a:lnTo>
                  <a:pt x="74688" y="719328"/>
                </a:lnTo>
                <a:lnTo>
                  <a:pt x="77736" y="716280"/>
                </a:lnTo>
                <a:lnTo>
                  <a:pt x="82308" y="714756"/>
                </a:lnTo>
                <a:lnTo>
                  <a:pt x="94500" y="711708"/>
                </a:lnTo>
                <a:lnTo>
                  <a:pt x="147840" y="711708"/>
                </a:lnTo>
                <a:lnTo>
                  <a:pt x="155460" y="719328"/>
                </a:lnTo>
                <a:lnTo>
                  <a:pt x="160032" y="725424"/>
                </a:lnTo>
                <a:lnTo>
                  <a:pt x="160032" y="714756"/>
                </a:lnTo>
                <a:lnTo>
                  <a:pt x="156984" y="711708"/>
                </a:lnTo>
                <a:lnTo>
                  <a:pt x="175272" y="711708"/>
                </a:lnTo>
                <a:lnTo>
                  <a:pt x="175272" y="707136"/>
                </a:lnTo>
                <a:close/>
              </a:path>
              <a:path extrusionOk="0" h="788034" w="175894">
                <a:moveTo>
                  <a:pt x="175272" y="458724"/>
                </a:moveTo>
                <a:lnTo>
                  <a:pt x="161556" y="426720"/>
                </a:lnTo>
                <a:lnTo>
                  <a:pt x="158508" y="428244"/>
                </a:lnTo>
                <a:lnTo>
                  <a:pt x="160032" y="431292"/>
                </a:lnTo>
                <a:lnTo>
                  <a:pt x="160032" y="440436"/>
                </a:lnTo>
                <a:lnTo>
                  <a:pt x="158508" y="441960"/>
                </a:lnTo>
                <a:lnTo>
                  <a:pt x="156984" y="441960"/>
                </a:lnTo>
                <a:lnTo>
                  <a:pt x="155460" y="443484"/>
                </a:lnTo>
                <a:lnTo>
                  <a:pt x="152412" y="443484"/>
                </a:lnTo>
                <a:lnTo>
                  <a:pt x="149364" y="445008"/>
                </a:lnTo>
                <a:lnTo>
                  <a:pt x="60972" y="445008"/>
                </a:lnTo>
                <a:lnTo>
                  <a:pt x="60972" y="481584"/>
                </a:lnTo>
                <a:lnTo>
                  <a:pt x="64020" y="481584"/>
                </a:lnTo>
                <a:lnTo>
                  <a:pt x="64020" y="475488"/>
                </a:lnTo>
                <a:lnTo>
                  <a:pt x="65544" y="470916"/>
                </a:lnTo>
                <a:lnTo>
                  <a:pt x="67068" y="467868"/>
                </a:lnTo>
                <a:lnTo>
                  <a:pt x="70116" y="466344"/>
                </a:lnTo>
                <a:lnTo>
                  <a:pt x="74688" y="464820"/>
                </a:lnTo>
                <a:lnTo>
                  <a:pt x="143268" y="464820"/>
                </a:lnTo>
                <a:lnTo>
                  <a:pt x="149364" y="470916"/>
                </a:lnTo>
                <a:lnTo>
                  <a:pt x="153936" y="477012"/>
                </a:lnTo>
                <a:lnTo>
                  <a:pt x="155460" y="481584"/>
                </a:lnTo>
                <a:lnTo>
                  <a:pt x="158508" y="486156"/>
                </a:lnTo>
                <a:lnTo>
                  <a:pt x="160032" y="489204"/>
                </a:lnTo>
                <a:lnTo>
                  <a:pt x="160032" y="498348"/>
                </a:lnTo>
                <a:lnTo>
                  <a:pt x="158508" y="502920"/>
                </a:lnTo>
                <a:lnTo>
                  <a:pt x="153936" y="505968"/>
                </a:lnTo>
                <a:lnTo>
                  <a:pt x="150888" y="510540"/>
                </a:lnTo>
                <a:lnTo>
                  <a:pt x="144792" y="512064"/>
                </a:lnTo>
                <a:lnTo>
                  <a:pt x="60972" y="512064"/>
                </a:lnTo>
                <a:lnTo>
                  <a:pt x="60972" y="550164"/>
                </a:lnTo>
                <a:lnTo>
                  <a:pt x="64020" y="550164"/>
                </a:lnTo>
                <a:lnTo>
                  <a:pt x="64020" y="541020"/>
                </a:lnTo>
                <a:lnTo>
                  <a:pt x="65544" y="537972"/>
                </a:lnTo>
                <a:lnTo>
                  <a:pt x="65544" y="536448"/>
                </a:lnTo>
                <a:lnTo>
                  <a:pt x="68592" y="534924"/>
                </a:lnTo>
                <a:lnTo>
                  <a:pt x="71640" y="531876"/>
                </a:lnTo>
                <a:lnTo>
                  <a:pt x="141744" y="531876"/>
                </a:lnTo>
                <a:lnTo>
                  <a:pt x="149364" y="530352"/>
                </a:lnTo>
                <a:lnTo>
                  <a:pt x="161556" y="527304"/>
                </a:lnTo>
                <a:lnTo>
                  <a:pt x="166128" y="524256"/>
                </a:lnTo>
                <a:lnTo>
                  <a:pt x="172224" y="515112"/>
                </a:lnTo>
                <a:lnTo>
                  <a:pt x="175272" y="509016"/>
                </a:lnTo>
                <a:lnTo>
                  <a:pt x="175272" y="496824"/>
                </a:lnTo>
                <a:lnTo>
                  <a:pt x="173748" y="492252"/>
                </a:lnTo>
                <a:lnTo>
                  <a:pt x="170700" y="487680"/>
                </a:lnTo>
                <a:lnTo>
                  <a:pt x="167817" y="482828"/>
                </a:lnTo>
                <a:lnTo>
                  <a:pt x="163652" y="477393"/>
                </a:lnTo>
                <a:lnTo>
                  <a:pt x="158051" y="471398"/>
                </a:lnTo>
                <a:lnTo>
                  <a:pt x="150888" y="464820"/>
                </a:lnTo>
                <a:lnTo>
                  <a:pt x="175272" y="464820"/>
                </a:lnTo>
                <a:lnTo>
                  <a:pt x="175272" y="458724"/>
                </a:lnTo>
                <a:close/>
              </a:path>
              <a:path extrusionOk="0" h="788034" w="175894">
                <a:moveTo>
                  <a:pt x="175272" y="30480"/>
                </a:moveTo>
                <a:lnTo>
                  <a:pt x="161556" y="0"/>
                </a:lnTo>
                <a:lnTo>
                  <a:pt x="158508" y="1524"/>
                </a:lnTo>
                <a:lnTo>
                  <a:pt x="160032" y="4572"/>
                </a:lnTo>
                <a:lnTo>
                  <a:pt x="160032" y="12192"/>
                </a:lnTo>
                <a:lnTo>
                  <a:pt x="158508" y="13716"/>
                </a:lnTo>
                <a:lnTo>
                  <a:pt x="156984" y="13716"/>
                </a:lnTo>
                <a:lnTo>
                  <a:pt x="155460" y="15240"/>
                </a:lnTo>
                <a:lnTo>
                  <a:pt x="152412" y="15240"/>
                </a:lnTo>
                <a:lnTo>
                  <a:pt x="149364" y="16764"/>
                </a:lnTo>
                <a:lnTo>
                  <a:pt x="12" y="16764"/>
                </a:lnTo>
                <a:lnTo>
                  <a:pt x="12" y="21336"/>
                </a:lnTo>
                <a:lnTo>
                  <a:pt x="13728" y="53340"/>
                </a:lnTo>
                <a:lnTo>
                  <a:pt x="16776" y="51816"/>
                </a:lnTo>
                <a:lnTo>
                  <a:pt x="13728" y="45720"/>
                </a:lnTo>
                <a:lnTo>
                  <a:pt x="13728" y="42672"/>
                </a:lnTo>
                <a:lnTo>
                  <a:pt x="15252" y="41148"/>
                </a:lnTo>
                <a:lnTo>
                  <a:pt x="15252" y="39624"/>
                </a:lnTo>
                <a:lnTo>
                  <a:pt x="16776" y="38100"/>
                </a:lnTo>
                <a:lnTo>
                  <a:pt x="21348" y="38100"/>
                </a:lnTo>
                <a:lnTo>
                  <a:pt x="24752" y="37223"/>
                </a:lnTo>
                <a:lnTo>
                  <a:pt x="30302" y="36766"/>
                </a:lnTo>
                <a:lnTo>
                  <a:pt x="38925" y="36576"/>
                </a:lnTo>
                <a:lnTo>
                  <a:pt x="67068" y="36576"/>
                </a:lnTo>
                <a:lnTo>
                  <a:pt x="63068" y="41465"/>
                </a:lnTo>
                <a:lnTo>
                  <a:pt x="60210" y="47053"/>
                </a:lnTo>
                <a:lnTo>
                  <a:pt x="60159" y="47244"/>
                </a:lnTo>
                <a:lnTo>
                  <a:pt x="58496" y="53517"/>
                </a:lnTo>
                <a:lnTo>
                  <a:pt x="57924" y="60960"/>
                </a:lnTo>
                <a:lnTo>
                  <a:pt x="59080" y="71818"/>
                </a:lnTo>
                <a:lnTo>
                  <a:pt x="87401" y="104419"/>
                </a:lnTo>
                <a:lnTo>
                  <a:pt x="120408" y="112776"/>
                </a:lnTo>
                <a:lnTo>
                  <a:pt x="132486" y="111899"/>
                </a:lnTo>
                <a:lnTo>
                  <a:pt x="132257" y="111899"/>
                </a:lnTo>
                <a:lnTo>
                  <a:pt x="142506" y="109347"/>
                </a:lnTo>
                <a:lnTo>
                  <a:pt x="151688" y="105067"/>
                </a:lnTo>
                <a:lnTo>
                  <a:pt x="160032" y="99060"/>
                </a:lnTo>
                <a:lnTo>
                  <a:pt x="166268" y="92163"/>
                </a:lnTo>
                <a:lnTo>
                  <a:pt x="167767" y="89916"/>
                </a:lnTo>
                <a:lnTo>
                  <a:pt x="171081" y="84963"/>
                </a:lnTo>
                <a:lnTo>
                  <a:pt x="174167" y="77203"/>
                </a:lnTo>
                <a:lnTo>
                  <a:pt x="175221" y="68961"/>
                </a:lnTo>
                <a:lnTo>
                  <a:pt x="175272" y="62484"/>
                </a:lnTo>
                <a:lnTo>
                  <a:pt x="173748" y="56388"/>
                </a:lnTo>
                <a:lnTo>
                  <a:pt x="167652" y="47244"/>
                </a:lnTo>
                <a:lnTo>
                  <a:pt x="163080" y="41148"/>
                </a:lnTo>
                <a:lnTo>
                  <a:pt x="160032" y="38862"/>
                </a:lnTo>
                <a:lnTo>
                  <a:pt x="160032" y="50292"/>
                </a:lnTo>
                <a:lnTo>
                  <a:pt x="160032" y="56388"/>
                </a:lnTo>
                <a:lnTo>
                  <a:pt x="131457" y="87439"/>
                </a:lnTo>
                <a:lnTo>
                  <a:pt x="109740" y="89916"/>
                </a:lnTo>
                <a:lnTo>
                  <a:pt x="98894" y="89331"/>
                </a:lnTo>
                <a:lnTo>
                  <a:pt x="89357" y="87439"/>
                </a:lnTo>
                <a:lnTo>
                  <a:pt x="81229" y="84137"/>
                </a:lnTo>
                <a:lnTo>
                  <a:pt x="68592" y="74676"/>
                </a:lnTo>
                <a:lnTo>
                  <a:pt x="65544" y="68580"/>
                </a:lnTo>
                <a:lnTo>
                  <a:pt x="65544" y="53340"/>
                </a:lnTo>
                <a:lnTo>
                  <a:pt x="68592" y="50292"/>
                </a:lnTo>
                <a:lnTo>
                  <a:pt x="70116" y="45720"/>
                </a:lnTo>
                <a:lnTo>
                  <a:pt x="74688" y="42672"/>
                </a:lnTo>
                <a:lnTo>
                  <a:pt x="77736" y="41148"/>
                </a:lnTo>
                <a:lnTo>
                  <a:pt x="82308" y="38100"/>
                </a:lnTo>
                <a:lnTo>
                  <a:pt x="88404" y="36576"/>
                </a:lnTo>
                <a:lnTo>
                  <a:pt x="147840" y="36576"/>
                </a:lnTo>
                <a:lnTo>
                  <a:pt x="155460" y="42672"/>
                </a:lnTo>
                <a:lnTo>
                  <a:pt x="160032" y="50292"/>
                </a:lnTo>
                <a:lnTo>
                  <a:pt x="160032" y="38862"/>
                </a:lnTo>
                <a:lnTo>
                  <a:pt x="156984" y="36576"/>
                </a:lnTo>
                <a:lnTo>
                  <a:pt x="175272" y="36576"/>
                </a:lnTo>
                <a:lnTo>
                  <a:pt x="175272" y="304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5" name="Google Shape;3045;p50"/>
          <p:cNvSpPr/>
          <p:nvPr/>
        </p:nvSpPr>
        <p:spPr>
          <a:xfrm>
            <a:off x="2897111" y="5154168"/>
            <a:ext cx="167640" cy="536575"/>
          </a:xfrm>
          <a:custGeom>
            <a:rect b="b" l="l" r="r" t="t"/>
            <a:pathLst>
              <a:path extrusionOk="0" h="536575" w="167639">
                <a:moveTo>
                  <a:pt x="114312" y="144780"/>
                </a:moveTo>
                <a:lnTo>
                  <a:pt x="111264" y="144780"/>
                </a:lnTo>
                <a:lnTo>
                  <a:pt x="111264" y="149352"/>
                </a:lnTo>
                <a:lnTo>
                  <a:pt x="109740" y="153924"/>
                </a:lnTo>
                <a:lnTo>
                  <a:pt x="108216" y="155448"/>
                </a:lnTo>
                <a:lnTo>
                  <a:pt x="106692" y="158496"/>
                </a:lnTo>
                <a:lnTo>
                  <a:pt x="103644" y="160020"/>
                </a:lnTo>
                <a:lnTo>
                  <a:pt x="102120" y="161544"/>
                </a:lnTo>
                <a:lnTo>
                  <a:pt x="99072" y="163068"/>
                </a:lnTo>
                <a:lnTo>
                  <a:pt x="94500" y="164592"/>
                </a:lnTo>
                <a:lnTo>
                  <a:pt x="33540" y="164592"/>
                </a:lnTo>
                <a:lnTo>
                  <a:pt x="21348" y="155448"/>
                </a:lnTo>
                <a:lnTo>
                  <a:pt x="16776" y="150876"/>
                </a:lnTo>
                <a:lnTo>
                  <a:pt x="16776" y="143256"/>
                </a:lnTo>
                <a:lnTo>
                  <a:pt x="19824" y="138684"/>
                </a:lnTo>
                <a:lnTo>
                  <a:pt x="22872" y="135636"/>
                </a:lnTo>
                <a:lnTo>
                  <a:pt x="24396" y="132588"/>
                </a:lnTo>
                <a:lnTo>
                  <a:pt x="24396" y="126492"/>
                </a:lnTo>
                <a:lnTo>
                  <a:pt x="22872" y="124968"/>
                </a:lnTo>
                <a:lnTo>
                  <a:pt x="21348" y="121920"/>
                </a:lnTo>
                <a:lnTo>
                  <a:pt x="18300" y="120396"/>
                </a:lnTo>
                <a:lnTo>
                  <a:pt x="9156" y="120396"/>
                </a:lnTo>
                <a:lnTo>
                  <a:pt x="3060" y="123444"/>
                </a:lnTo>
                <a:lnTo>
                  <a:pt x="1536" y="126492"/>
                </a:lnTo>
                <a:lnTo>
                  <a:pt x="12" y="131064"/>
                </a:lnTo>
                <a:lnTo>
                  <a:pt x="12" y="135636"/>
                </a:lnTo>
                <a:lnTo>
                  <a:pt x="1460" y="142519"/>
                </a:lnTo>
                <a:lnTo>
                  <a:pt x="5918" y="149542"/>
                </a:lnTo>
                <a:lnTo>
                  <a:pt x="13512" y="156857"/>
                </a:lnTo>
                <a:lnTo>
                  <a:pt x="24396" y="164592"/>
                </a:lnTo>
                <a:lnTo>
                  <a:pt x="12" y="164592"/>
                </a:lnTo>
                <a:lnTo>
                  <a:pt x="12" y="169164"/>
                </a:lnTo>
                <a:lnTo>
                  <a:pt x="13728" y="202692"/>
                </a:lnTo>
                <a:lnTo>
                  <a:pt x="16776" y="201168"/>
                </a:lnTo>
                <a:lnTo>
                  <a:pt x="13728" y="195072"/>
                </a:lnTo>
                <a:lnTo>
                  <a:pt x="13728" y="190500"/>
                </a:lnTo>
                <a:lnTo>
                  <a:pt x="16776" y="187452"/>
                </a:lnTo>
                <a:lnTo>
                  <a:pt x="16776" y="185928"/>
                </a:lnTo>
                <a:lnTo>
                  <a:pt x="19824" y="184404"/>
                </a:lnTo>
                <a:lnTo>
                  <a:pt x="105168" y="184404"/>
                </a:lnTo>
                <a:lnTo>
                  <a:pt x="106692" y="185928"/>
                </a:lnTo>
                <a:lnTo>
                  <a:pt x="108216" y="188976"/>
                </a:lnTo>
                <a:lnTo>
                  <a:pt x="109740" y="190500"/>
                </a:lnTo>
                <a:lnTo>
                  <a:pt x="111264" y="195072"/>
                </a:lnTo>
                <a:lnTo>
                  <a:pt x="111264" y="201168"/>
                </a:lnTo>
                <a:lnTo>
                  <a:pt x="114312" y="201168"/>
                </a:lnTo>
                <a:lnTo>
                  <a:pt x="114312" y="144780"/>
                </a:lnTo>
                <a:close/>
              </a:path>
              <a:path extrusionOk="0" h="536575" w="167639">
                <a:moveTo>
                  <a:pt x="117348" y="489204"/>
                </a:moveTo>
                <a:lnTo>
                  <a:pt x="116497" y="480377"/>
                </a:lnTo>
                <a:lnTo>
                  <a:pt x="116395" y="480060"/>
                </a:lnTo>
                <a:lnTo>
                  <a:pt x="113919" y="472249"/>
                </a:lnTo>
                <a:lnTo>
                  <a:pt x="81775" y="445439"/>
                </a:lnTo>
                <a:lnTo>
                  <a:pt x="73152" y="443484"/>
                </a:lnTo>
                <a:lnTo>
                  <a:pt x="71628" y="446532"/>
                </a:lnTo>
                <a:lnTo>
                  <a:pt x="80772" y="451104"/>
                </a:lnTo>
                <a:lnTo>
                  <a:pt x="88392" y="455676"/>
                </a:lnTo>
                <a:lnTo>
                  <a:pt x="91440" y="460248"/>
                </a:lnTo>
                <a:lnTo>
                  <a:pt x="97447" y="472249"/>
                </a:lnTo>
                <a:lnTo>
                  <a:pt x="97332" y="480377"/>
                </a:lnTo>
                <a:lnTo>
                  <a:pt x="74853" y="512381"/>
                </a:lnTo>
                <a:lnTo>
                  <a:pt x="66421" y="515569"/>
                </a:lnTo>
                <a:lnTo>
                  <a:pt x="66751" y="515569"/>
                </a:lnTo>
                <a:lnTo>
                  <a:pt x="55943" y="517575"/>
                </a:lnTo>
                <a:lnTo>
                  <a:pt x="44196" y="518160"/>
                </a:lnTo>
                <a:lnTo>
                  <a:pt x="44196" y="467868"/>
                </a:lnTo>
                <a:lnTo>
                  <a:pt x="44196" y="443484"/>
                </a:lnTo>
                <a:lnTo>
                  <a:pt x="36576" y="444144"/>
                </a:lnTo>
                <a:lnTo>
                  <a:pt x="36576" y="467868"/>
                </a:lnTo>
                <a:lnTo>
                  <a:pt x="36576" y="518160"/>
                </a:lnTo>
                <a:lnTo>
                  <a:pt x="27432" y="518160"/>
                </a:lnTo>
                <a:lnTo>
                  <a:pt x="19812" y="515112"/>
                </a:lnTo>
                <a:lnTo>
                  <a:pt x="15240" y="509016"/>
                </a:lnTo>
                <a:lnTo>
                  <a:pt x="9144" y="504444"/>
                </a:lnTo>
                <a:lnTo>
                  <a:pt x="7620" y="498348"/>
                </a:lnTo>
                <a:lnTo>
                  <a:pt x="7620" y="483108"/>
                </a:lnTo>
                <a:lnTo>
                  <a:pt x="10668" y="480060"/>
                </a:lnTo>
                <a:lnTo>
                  <a:pt x="13716" y="475488"/>
                </a:lnTo>
                <a:lnTo>
                  <a:pt x="16764" y="472440"/>
                </a:lnTo>
                <a:lnTo>
                  <a:pt x="21336" y="470916"/>
                </a:lnTo>
                <a:lnTo>
                  <a:pt x="24384" y="469392"/>
                </a:lnTo>
                <a:lnTo>
                  <a:pt x="28956" y="469392"/>
                </a:lnTo>
                <a:lnTo>
                  <a:pt x="36576" y="467868"/>
                </a:lnTo>
                <a:lnTo>
                  <a:pt x="36576" y="444144"/>
                </a:lnTo>
                <a:lnTo>
                  <a:pt x="34480" y="444322"/>
                </a:lnTo>
                <a:lnTo>
                  <a:pt x="2667" y="469201"/>
                </a:lnTo>
                <a:lnTo>
                  <a:pt x="2628" y="469392"/>
                </a:lnTo>
                <a:lnTo>
                  <a:pt x="622" y="477329"/>
                </a:lnTo>
                <a:lnTo>
                  <a:pt x="546" y="478536"/>
                </a:lnTo>
                <a:lnTo>
                  <a:pt x="431" y="480060"/>
                </a:lnTo>
                <a:lnTo>
                  <a:pt x="406" y="480377"/>
                </a:lnTo>
                <a:lnTo>
                  <a:pt x="0" y="486156"/>
                </a:lnTo>
                <a:lnTo>
                  <a:pt x="15240" y="522732"/>
                </a:lnTo>
                <a:lnTo>
                  <a:pt x="59436" y="536448"/>
                </a:lnTo>
                <a:lnTo>
                  <a:pt x="72301" y="535597"/>
                </a:lnTo>
                <a:lnTo>
                  <a:pt x="83439" y="533019"/>
                </a:lnTo>
                <a:lnTo>
                  <a:pt x="92875" y="528739"/>
                </a:lnTo>
                <a:lnTo>
                  <a:pt x="100584" y="522732"/>
                </a:lnTo>
                <a:lnTo>
                  <a:pt x="105130" y="518160"/>
                </a:lnTo>
                <a:lnTo>
                  <a:pt x="107708" y="515569"/>
                </a:lnTo>
                <a:lnTo>
                  <a:pt x="112966" y="507682"/>
                </a:lnTo>
                <a:lnTo>
                  <a:pt x="113042" y="507492"/>
                </a:lnTo>
                <a:lnTo>
                  <a:pt x="116230" y="498944"/>
                </a:lnTo>
                <a:lnTo>
                  <a:pt x="116306" y="498348"/>
                </a:lnTo>
                <a:lnTo>
                  <a:pt x="117348" y="489204"/>
                </a:lnTo>
                <a:close/>
              </a:path>
              <a:path extrusionOk="0" h="536575" w="167639">
                <a:moveTo>
                  <a:pt x="117348" y="371856"/>
                </a:moveTo>
                <a:lnTo>
                  <a:pt x="22860" y="333756"/>
                </a:lnTo>
                <a:lnTo>
                  <a:pt x="15240" y="332232"/>
                </a:lnTo>
                <a:lnTo>
                  <a:pt x="10668" y="329184"/>
                </a:lnTo>
                <a:lnTo>
                  <a:pt x="9144" y="326136"/>
                </a:lnTo>
                <a:lnTo>
                  <a:pt x="7620" y="324612"/>
                </a:lnTo>
                <a:lnTo>
                  <a:pt x="6096" y="321564"/>
                </a:lnTo>
                <a:lnTo>
                  <a:pt x="6096" y="316992"/>
                </a:lnTo>
                <a:lnTo>
                  <a:pt x="3048" y="316992"/>
                </a:lnTo>
                <a:lnTo>
                  <a:pt x="3048" y="352044"/>
                </a:lnTo>
                <a:lnTo>
                  <a:pt x="6096" y="352044"/>
                </a:lnTo>
                <a:lnTo>
                  <a:pt x="6096" y="342900"/>
                </a:lnTo>
                <a:lnTo>
                  <a:pt x="7620" y="341376"/>
                </a:lnTo>
                <a:lnTo>
                  <a:pt x="9144" y="341376"/>
                </a:lnTo>
                <a:lnTo>
                  <a:pt x="9144" y="339852"/>
                </a:lnTo>
                <a:lnTo>
                  <a:pt x="13716" y="339852"/>
                </a:lnTo>
                <a:lnTo>
                  <a:pt x="16764" y="341376"/>
                </a:lnTo>
                <a:lnTo>
                  <a:pt x="21336" y="342900"/>
                </a:lnTo>
                <a:lnTo>
                  <a:pt x="85344" y="367284"/>
                </a:lnTo>
                <a:lnTo>
                  <a:pt x="24384" y="393192"/>
                </a:lnTo>
                <a:lnTo>
                  <a:pt x="19812" y="394716"/>
                </a:lnTo>
                <a:lnTo>
                  <a:pt x="9144" y="394716"/>
                </a:lnTo>
                <a:lnTo>
                  <a:pt x="6096" y="391668"/>
                </a:lnTo>
                <a:lnTo>
                  <a:pt x="6096" y="382524"/>
                </a:lnTo>
                <a:lnTo>
                  <a:pt x="3048" y="382524"/>
                </a:lnTo>
                <a:lnTo>
                  <a:pt x="3048" y="434340"/>
                </a:lnTo>
                <a:lnTo>
                  <a:pt x="6096" y="434340"/>
                </a:lnTo>
                <a:lnTo>
                  <a:pt x="6096" y="431292"/>
                </a:lnTo>
                <a:lnTo>
                  <a:pt x="7620" y="428244"/>
                </a:lnTo>
                <a:lnTo>
                  <a:pt x="7620" y="426720"/>
                </a:lnTo>
                <a:lnTo>
                  <a:pt x="9144" y="423672"/>
                </a:lnTo>
                <a:lnTo>
                  <a:pt x="10668" y="422148"/>
                </a:lnTo>
                <a:lnTo>
                  <a:pt x="13716" y="420624"/>
                </a:lnTo>
                <a:lnTo>
                  <a:pt x="15240" y="419100"/>
                </a:lnTo>
                <a:lnTo>
                  <a:pt x="18288" y="417576"/>
                </a:lnTo>
                <a:lnTo>
                  <a:pt x="22860" y="416052"/>
                </a:lnTo>
                <a:lnTo>
                  <a:pt x="117348" y="376428"/>
                </a:lnTo>
                <a:lnTo>
                  <a:pt x="117348" y="371856"/>
                </a:lnTo>
                <a:close/>
              </a:path>
              <a:path extrusionOk="0" h="536575" w="167639">
                <a:moveTo>
                  <a:pt x="117348" y="254508"/>
                </a:moveTo>
                <a:lnTo>
                  <a:pt x="96735" y="218008"/>
                </a:lnTo>
                <a:lnTo>
                  <a:pt x="73152" y="208788"/>
                </a:lnTo>
                <a:lnTo>
                  <a:pt x="71628" y="211836"/>
                </a:lnTo>
                <a:lnTo>
                  <a:pt x="80772" y="214884"/>
                </a:lnTo>
                <a:lnTo>
                  <a:pt x="88392" y="219456"/>
                </a:lnTo>
                <a:lnTo>
                  <a:pt x="91440" y="225552"/>
                </a:lnTo>
                <a:lnTo>
                  <a:pt x="94488" y="230124"/>
                </a:lnTo>
                <a:lnTo>
                  <a:pt x="94576" y="230301"/>
                </a:lnTo>
                <a:lnTo>
                  <a:pt x="97536" y="236220"/>
                </a:lnTo>
                <a:lnTo>
                  <a:pt x="97536" y="243840"/>
                </a:lnTo>
                <a:lnTo>
                  <a:pt x="74853" y="277037"/>
                </a:lnTo>
                <a:lnTo>
                  <a:pt x="44196" y="283464"/>
                </a:lnTo>
                <a:lnTo>
                  <a:pt x="44196" y="233172"/>
                </a:lnTo>
                <a:lnTo>
                  <a:pt x="44196" y="208788"/>
                </a:lnTo>
                <a:lnTo>
                  <a:pt x="36576" y="209448"/>
                </a:lnTo>
                <a:lnTo>
                  <a:pt x="36576" y="233172"/>
                </a:lnTo>
                <a:lnTo>
                  <a:pt x="36576" y="283464"/>
                </a:lnTo>
                <a:lnTo>
                  <a:pt x="27432" y="281940"/>
                </a:lnTo>
                <a:lnTo>
                  <a:pt x="19812" y="280416"/>
                </a:lnTo>
                <a:lnTo>
                  <a:pt x="15240" y="274320"/>
                </a:lnTo>
                <a:lnTo>
                  <a:pt x="9144" y="269748"/>
                </a:lnTo>
                <a:lnTo>
                  <a:pt x="7620" y="263613"/>
                </a:lnTo>
                <a:lnTo>
                  <a:pt x="7620" y="248412"/>
                </a:lnTo>
                <a:lnTo>
                  <a:pt x="10668" y="243840"/>
                </a:lnTo>
                <a:lnTo>
                  <a:pt x="16764" y="237744"/>
                </a:lnTo>
                <a:lnTo>
                  <a:pt x="21336" y="236220"/>
                </a:lnTo>
                <a:lnTo>
                  <a:pt x="24384" y="234696"/>
                </a:lnTo>
                <a:lnTo>
                  <a:pt x="28956" y="233172"/>
                </a:lnTo>
                <a:lnTo>
                  <a:pt x="36576" y="233172"/>
                </a:lnTo>
                <a:lnTo>
                  <a:pt x="36576" y="209448"/>
                </a:lnTo>
                <a:lnTo>
                  <a:pt x="2667" y="234505"/>
                </a:lnTo>
                <a:lnTo>
                  <a:pt x="2628" y="234696"/>
                </a:lnTo>
                <a:lnTo>
                  <a:pt x="622" y="242633"/>
                </a:lnTo>
                <a:lnTo>
                  <a:pt x="546" y="243840"/>
                </a:lnTo>
                <a:lnTo>
                  <a:pt x="0" y="251460"/>
                </a:lnTo>
                <a:lnTo>
                  <a:pt x="889" y="261467"/>
                </a:lnTo>
                <a:lnTo>
                  <a:pt x="24079" y="294043"/>
                </a:lnTo>
                <a:lnTo>
                  <a:pt x="59436" y="301752"/>
                </a:lnTo>
                <a:lnTo>
                  <a:pt x="72301" y="300901"/>
                </a:lnTo>
                <a:lnTo>
                  <a:pt x="107708" y="280657"/>
                </a:lnTo>
                <a:lnTo>
                  <a:pt x="116230" y="263613"/>
                </a:lnTo>
                <a:lnTo>
                  <a:pt x="117348" y="254508"/>
                </a:lnTo>
                <a:close/>
              </a:path>
              <a:path extrusionOk="0" h="536575" w="167639">
                <a:moveTo>
                  <a:pt x="167640" y="91440"/>
                </a:moveTo>
                <a:lnTo>
                  <a:pt x="134112" y="60960"/>
                </a:lnTo>
                <a:lnTo>
                  <a:pt x="38214" y="22860"/>
                </a:lnTo>
                <a:lnTo>
                  <a:pt x="22860" y="16764"/>
                </a:lnTo>
                <a:lnTo>
                  <a:pt x="18288" y="13716"/>
                </a:lnTo>
                <a:lnTo>
                  <a:pt x="13716" y="12192"/>
                </a:lnTo>
                <a:lnTo>
                  <a:pt x="10668" y="10668"/>
                </a:lnTo>
                <a:lnTo>
                  <a:pt x="9144" y="7620"/>
                </a:lnTo>
                <a:lnTo>
                  <a:pt x="6096" y="4572"/>
                </a:lnTo>
                <a:lnTo>
                  <a:pt x="6096" y="0"/>
                </a:lnTo>
                <a:lnTo>
                  <a:pt x="3048" y="0"/>
                </a:lnTo>
                <a:lnTo>
                  <a:pt x="3048" y="33528"/>
                </a:lnTo>
                <a:lnTo>
                  <a:pt x="6096" y="33528"/>
                </a:lnTo>
                <a:lnTo>
                  <a:pt x="6096" y="25908"/>
                </a:lnTo>
                <a:lnTo>
                  <a:pt x="9144" y="22860"/>
                </a:lnTo>
                <a:lnTo>
                  <a:pt x="19812" y="22860"/>
                </a:lnTo>
                <a:lnTo>
                  <a:pt x="22860" y="24384"/>
                </a:lnTo>
                <a:lnTo>
                  <a:pt x="85344" y="48768"/>
                </a:lnTo>
                <a:lnTo>
                  <a:pt x="28956" y="76200"/>
                </a:lnTo>
                <a:lnTo>
                  <a:pt x="22860" y="79248"/>
                </a:lnTo>
                <a:lnTo>
                  <a:pt x="18288" y="80772"/>
                </a:lnTo>
                <a:lnTo>
                  <a:pt x="12192" y="80772"/>
                </a:lnTo>
                <a:lnTo>
                  <a:pt x="9144" y="79248"/>
                </a:lnTo>
                <a:lnTo>
                  <a:pt x="6096" y="76200"/>
                </a:lnTo>
                <a:lnTo>
                  <a:pt x="6096" y="67056"/>
                </a:lnTo>
                <a:lnTo>
                  <a:pt x="3048" y="67056"/>
                </a:lnTo>
                <a:lnTo>
                  <a:pt x="3048" y="118872"/>
                </a:lnTo>
                <a:lnTo>
                  <a:pt x="6096" y="118872"/>
                </a:lnTo>
                <a:lnTo>
                  <a:pt x="6096" y="114300"/>
                </a:lnTo>
                <a:lnTo>
                  <a:pt x="7620" y="111252"/>
                </a:lnTo>
                <a:lnTo>
                  <a:pt x="12192" y="106680"/>
                </a:lnTo>
                <a:lnTo>
                  <a:pt x="15240" y="105156"/>
                </a:lnTo>
                <a:lnTo>
                  <a:pt x="19812" y="102108"/>
                </a:lnTo>
                <a:lnTo>
                  <a:pt x="25908" y="99060"/>
                </a:lnTo>
                <a:lnTo>
                  <a:pt x="64604" y="80772"/>
                </a:lnTo>
                <a:lnTo>
                  <a:pt x="109728" y="59436"/>
                </a:lnTo>
                <a:lnTo>
                  <a:pt x="129540" y="67056"/>
                </a:lnTo>
                <a:lnTo>
                  <a:pt x="135636" y="70104"/>
                </a:lnTo>
                <a:lnTo>
                  <a:pt x="140208" y="73152"/>
                </a:lnTo>
                <a:lnTo>
                  <a:pt x="143256" y="76200"/>
                </a:lnTo>
                <a:lnTo>
                  <a:pt x="146304" y="77724"/>
                </a:lnTo>
                <a:lnTo>
                  <a:pt x="147828" y="80772"/>
                </a:lnTo>
                <a:lnTo>
                  <a:pt x="147828" y="83820"/>
                </a:lnTo>
                <a:lnTo>
                  <a:pt x="144780" y="89916"/>
                </a:lnTo>
                <a:lnTo>
                  <a:pt x="143256" y="94488"/>
                </a:lnTo>
                <a:lnTo>
                  <a:pt x="143256" y="108204"/>
                </a:lnTo>
                <a:lnTo>
                  <a:pt x="147828" y="112776"/>
                </a:lnTo>
                <a:lnTo>
                  <a:pt x="150876" y="114300"/>
                </a:lnTo>
                <a:lnTo>
                  <a:pt x="156972" y="114300"/>
                </a:lnTo>
                <a:lnTo>
                  <a:pt x="160020" y="112776"/>
                </a:lnTo>
                <a:lnTo>
                  <a:pt x="166116" y="106680"/>
                </a:lnTo>
                <a:lnTo>
                  <a:pt x="167640" y="102108"/>
                </a:lnTo>
                <a:lnTo>
                  <a:pt x="167640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46" name="Google Shape;3046;p50"/>
          <p:cNvGrpSpPr/>
          <p:nvPr/>
        </p:nvGrpSpPr>
        <p:grpSpPr>
          <a:xfrm>
            <a:off x="2843783" y="4852415"/>
            <a:ext cx="170689" cy="231648"/>
            <a:chOff x="2843783" y="4852415"/>
            <a:chExt cx="170689" cy="231648"/>
          </a:xfrm>
        </p:grpSpPr>
        <p:pic>
          <p:nvPicPr>
            <p:cNvPr id="3047" name="Google Shape;3047;p50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843783" y="4975859"/>
              <a:ext cx="167640" cy="1082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48" name="Google Shape;3048;p50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843784" y="4852415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049" name="Google Shape;3049;p50"/>
          <p:cNvSpPr/>
          <p:nvPr/>
        </p:nvSpPr>
        <p:spPr>
          <a:xfrm>
            <a:off x="2839199" y="4062984"/>
            <a:ext cx="175895" cy="719455"/>
          </a:xfrm>
          <a:custGeom>
            <a:rect b="b" l="l" r="r" t="t"/>
            <a:pathLst>
              <a:path extrusionOk="0" h="719454" w="175894">
                <a:moveTo>
                  <a:pt x="172212" y="89916"/>
                </a:moveTo>
                <a:lnTo>
                  <a:pt x="169164" y="89916"/>
                </a:lnTo>
                <a:lnTo>
                  <a:pt x="169164" y="94488"/>
                </a:lnTo>
                <a:lnTo>
                  <a:pt x="167640" y="99060"/>
                </a:lnTo>
                <a:lnTo>
                  <a:pt x="166116" y="100584"/>
                </a:lnTo>
                <a:lnTo>
                  <a:pt x="166116" y="102108"/>
                </a:lnTo>
                <a:lnTo>
                  <a:pt x="164592" y="103632"/>
                </a:lnTo>
                <a:lnTo>
                  <a:pt x="161544" y="105156"/>
                </a:lnTo>
                <a:lnTo>
                  <a:pt x="160020" y="105156"/>
                </a:lnTo>
                <a:lnTo>
                  <a:pt x="153924" y="106680"/>
                </a:lnTo>
                <a:lnTo>
                  <a:pt x="98539" y="106705"/>
                </a:lnTo>
                <a:lnTo>
                  <a:pt x="59436" y="123444"/>
                </a:lnTo>
                <a:lnTo>
                  <a:pt x="57912" y="129540"/>
                </a:lnTo>
                <a:lnTo>
                  <a:pt x="57912" y="140208"/>
                </a:lnTo>
                <a:lnTo>
                  <a:pt x="80772" y="173736"/>
                </a:lnTo>
                <a:lnTo>
                  <a:pt x="0" y="173736"/>
                </a:lnTo>
                <a:lnTo>
                  <a:pt x="0" y="178308"/>
                </a:lnTo>
                <a:lnTo>
                  <a:pt x="13716" y="211836"/>
                </a:lnTo>
                <a:lnTo>
                  <a:pt x="16764" y="210312"/>
                </a:lnTo>
                <a:lnTo>
                  <a:pt x="15240" y="205740"/>
                </a:lnTo>
                <a:lnTo>
                  <a:pt x="13716" y="202692"/>
                </a:lnTo>
                <a:lnTo>
                  <a:pt x="13716" y="199644"/>
                </a:lnTo>
                <a:lnTo>
                  <a:pt x="15240" y="198120"/>
                </a:lnTo>
                <a:lnTo>
                  <a:pt x="15240" y="196596"/>
                </a:lnTo>
                <a:lnTo>
                  <a:pt x="16764" y="195072"/>
                </a:lnTo>
                <a:lnTo>
                  <a:pt x="18288" y="195072"/>
                </a:lnTo>
                <a:lnTo>
                  <a:pt x="21336" y="193548"/>
                </a:lnTo>
                <a:lnTo>
                  <a:pt x="158496" y="193548"/>
                </a:lnTo>
                <a:lnTo>
                  <a:pt x="161544" y="195072"/>
                </a:lnTo>
                <a:lnTo>
                  <a:pt x="164592" y="195072"/>
                </a:lnTo>
                <a:lnTo>
                  <a:pt x="166116" y="196596"/>
                </a:lnTo>
                <a:lnTo>
                  <a:pt x="166116" y="198120"/>
                </a:lnTo>
                <a:lnTo>
                  <a:pt x="169164" y="204216"/>
                </a:lnTo>
                <a:lnTo>
                  <a:pt x="169164" y="210312"/>
                </a:lnTo>
                <a:lnTo>
                  <a:pt x="172212" y="210312"/>
                </a:lnTo>
                <a:lnTo>
                  <a:pt x="172212" y="156972"/>
                </a:lnTo>
                <a:lnTo>
                  <a:pt x="169164" y="156972"/>
                </a:lnTo>
                <a:lnTo>
                  <a:pt x="169164" y="161544"/>
                </a:lnTo>
                <a:lnTo>
                  <a:pt x="167640" y="166116"/>
                </a:lnTo>
                <a:lnTo>
                  <a:pt x="166116" y="167640"/>
                </a:lnTo>
                <a:lnTo>
                  <a:pt x="166116" y="169164"/>
                </a:lnTo>
                <a:lnTo>
                  <a:pt x="163068" y="170688"/>
                </a:lnTo>
                <a:lnTo>
                  <a:pt x="161544" y="172212"/>
                </a:lnTo>
                <a:lnTo>
                  <a:pt x="160020" y="172212"/>
                </a:lnTo>
                <a:lnTo>
                  <a:pt x="155448" y="173736"/>
                </a:lnTo>
                <a:lnTo>
                  <a:pt x="88392" y="173736"/>
                </a:lnTo>
                <a:lnTo>
                  <a:pt x="82296" y="167640"/>
                </a:lnTo>
                <a:lnTo>
                  <a:pt x="77724" y="161544"/>
                </a:lnTo>
                <a:lnTo>
                  <a:pt x="76200" y="156972"/>
                </a:lnTo>
                <a:lnTo>
                  <a:pt x="73152" y="152400"/>
                </a:lnTo>
                <a:lnTo>
                  <a:pt x="73152" y="137160"/>
                </a:lnTo>
                <a:lnTo>
                  <a:pt x="76200" y="134112"/>
                </a:lnTo>
                <a:lnTo>
                  <a:pt x="77724" y="131064"/>
                </a:lnTo>
                <a:lnTo>
                  <a:pt x="83820" y="128016"/>
                </a:lnTo>
                <a:lnTo>
                  <a:pt x="88392" y="126492"/>
                </a:lnTo>
                <a:lnTo>
                  <a:pt x="161544" y="126492"/>
                </a:lnTo>
                <a:lnTo>
                  <a:pt x="164592" y="128016"/>
                </a:lnTo>
                <a:lnTo>
                  <a:pt x="166116" y="131064"/>
                </a:lnTo>
                <a:lnTo>
                  <a:pt x="167640" y="132588"/>
                </a:lnTo>
                <a:lnTo>
                  <a:pt x="169164" y="135636"/>
                </a:lnTo>
                <a:lnTo>
                  <a:pt x="169164" y="143256"/>
                </a:lnTo>
                <a:lnTo>
                  <a:pt x="172212" y="143256"/>
                </a:lnTo>
                <a:lnTo>
                  <a:pt x="172212" y="89916"/>
                </a:lnTo>
                <a:close/>
              </a:path>
              <a:path extrusionOk="0" h="719454" w="175894">
                <a:moveTo>
                  <a:pt x="172224" y="533400"/>
                </a:moveTo>
                <a:lnTo>
                  <a:pt x="169176" y="533400"/>
                </a:lnTo>
                <a:lnTo>
                  <a:pt x="169176" y="537972"/>
                </a:lnTo>
                <a:lnTo>
                  <a:pt x="166128" y="544068"/>
                </a:lnTo>
                <a:lnTo>
                  <a:pt x="166128" y="545592"/>
                </a:lnTo>
                <a:lnTo>
                  <a:pt x="164604" y="547116"/>
                </a:lnTo>
                <a:lnTo>
                  <a:pt x="161556" y="548640"/>
                </a:lnTo>
                <a:lnTo>
                  <a:pt x="160032" y="548640"/>
                </a:lnTo>
                <a:lnTo>
                  <a:pt x="153936" y="550164"/>
                </a:lnTo>
                <a:lnTo>
                  <a:pt x="82308" y="550164"/>
                </a:lnTo>
                <a:lnTo>
                  <a:pt x="76212" y="551688"/>
                </a:lnTo>
                <a:lnTo>
                  <a:pt x="70116" y="554736"/>
                </a:lnTo>
                <a:lnTo>
                  <a:pt x="65544" y="557784"/>
                </a:lnTo>
                <a:lnTo>
                  <a:pt x="59448" y="566928"/>
                </a:lnTo>
                <a:lnTo>
                  <a:pt x="57924" y="573024"/>
                </a:lnTo>
                <a:lnTo>
                  <a:pt x="57924" y="583692"/>
                </a:lnTo>
                <a:lnTo>
                  <a:pt x="82308" y="615696"/>
                </a:lnTo>
                <a:lnTo>
                  <a:pt x="73164" y="617220"/>
                </a:lnTo>
                <a:lnTo>
                  <a:pt x="67068" y="620268"/>
                </a:lnTo>
                <a:lnTo>
                  <a:pt x="64020" y="626364"/>
                </a:lnTo>
                <a:lnTo>
                  <a:pt x="59448" y="630936"/>
                </a:lnTo>
                <a:lnTo>
                  <a:pt x="57924" y="637032"/>
                </a:lnTo>
                <a:lnTo>
                  <a:pt x="57924" y="650748"/>
                </a:lnTo>
                <a:lnTo>
                  <a:pt x="60972" y="659892"/>
                </a:lnTo>
                <a:lnTo>
                  <a:pt x="64020" y="662940"/>
                </a:lnTo>
                <a:lnTo>
                  <a:pt x="67068" y="667512"/>
                </a:lnTo>
                <a:lnTo>
                  <a:pt x="68592" y="667512"/>
                </a:lnTo>
                <a:lnTo>
                  <a:pt x="73164" y="673608"/>
                </a:lnTo>
                <a:lnTo>
                  <a:pt x="82308" y="681228"/>
                </a:lnTo>
                <a:lnTo>
                  <a:pt x="57924" y="681228"/>
                </a:lnTo>
                <a:lnTo>
                  <a:pt x="57924" y="685800"/>
                </a:lnTo>
                <a:lnTo>
                  <a:pt x="71640" y="719328"/>
                </a:lnTo>
                <a:lnTo>
                  <a:pt x="74688" y="717804"/>
                </a:lnTo>
                <a:lnTo>
                  <a:pt x="71640" y="711708"/>
                </a:lnTo>
                <a:lnTo>
                  <a:pt x="71640" y="707136"/>
                </a:lnTo>
                <a:lnTo>
                  <a:pt x="73164" y="705612"/>
                </a:lnTo>
                <a:lnTo>
                  <a:pt x="73164" y="704088"/>
                </a:lnTo>
                <a:lnTo>
                  <a:pt x="74688" y="702564"/>
                </a:lnTo>
                <a:lnTo>
                  <a:pt x="76212" y="702564"/>
                </a:lnTo>
                <a:lnTo>
                  <a:pt x="79260" y="701040"/>
                </a:lnTo>
                <a:lnTo>
                  <a:pt x="158508" y="701040"/>
                </a:lnTo>
                <a:lnTo>
                  <a:pt x="161556" y="702564"/>
                </a:lnTo>
                <a:lnTo>
                  <a:pt x="164604" y="702564"/>
                </a:lnTo>
                <a:lnTo>
                  <a:pt x="166128" y="704088"/>
                </a:lnTo>
                <a:lnTo>
                  <a:pt x="167652" y="707136"/>
                </a:lnTo>
                <a:lnTo>
                  <a:pt x="167652" y="708660"/>
                </a:lnTo>
                <a:lnTo>
                  <a:pt x="169176" y="711708"/>
                </a:lnTo>
                <a:lnTo>
                  <a:pt x="169176" y="717804"/>
                </a:lnTo>
                <a:lnTo>
                  <a:pt x="172224" y="717804"/>
                </a:lnTo>
                <a:lnTo>
                  <a:pt x="172224" y="701040"/>
                </a:lnTo>
                <a:lnTo>
                  <a:pt x="172224" y="664464"/>
                </a:lnTo>
                <a:lnTo>
                  <a:pt x="169176" y="664464"/>
                </a:lnTo>
                <a:lnTo>
                  <a:pt x="169176" y="669036"/>
                </a:lnTo>
                <a:lnTo>
                  <a:pt x="167652" y="673608"/>
                </a:lnTo>
                <a:lnTo>
                  <a:pt x="167652" y="675132"/>
                </a:lnTo>
                <a:lnTo>
                  <a:pt x="164604" y="678180"/>
                </a:lnTo>
                <a:lnTo>
                  <a:pt x="161556" y="679704"/>
                </a:lnTo>
                <a:lnTo>
                  <a:pt x="160032" y="679704"/>
                </a:lnTo>
                <a:lnTo>
                  <a:pt x="155460" y="681228"/>
                </a:lnTo>
                <a:lnTo>
                  <a:pt x="88404" y="681228"/>
                </a:lnTo>
                <a:lnTo>
                  <a:pt x="79260" y="672084"/>
                </a:lnTo>
                <a:lnTo>
                  <a:pt x="76212" y="665988"/>
                </a:lnTo>
                <a:lnTo>
                  <a:pt x="73164" y="661416"/>
                </a:lnTo>
                <a:lnTo>
                  <a:pt x="73164" y="647700"/>
                </a:lnTo>
                <a:lnTo>
                  <a:pt x="74688" y="641604"/>
                </a:lnTo>
                <a:lnTo>
                  <a:pt x="83832" y="637032"/>
                </a:lnTo>
                <a:lnTo>
                  <a:pt x="89928" y="635508"/>
                </a:lnTo>
                <a:lnTo>
                  <a:pt x="160032" y="635508"/>
                </a:lnTo>
                <a:lnTo>
                  <a:pt x="163080" y="637032"/>
                </a:lnTo>
                <a:lnTo>
                  <a:pt x="167652" y="641604"/>
                </a:lnTo>
                <a:lnTo>
                  <a:pt x="169176" y="646176"/>
                </a:lnTo>
                <a:lnTo>
                  <a:pt x="169176" y="652272"/>
                </a:lnTo>
                <a:lnTo>
                  <a:pt x="172224" y="652272"/>
                </a:lnTo>
                <a:lnTo>
                  <a:pt x="172224" y="635508"/>
                </a:lnTo>
                <a:lnTo>
                  <a:pt x="172224" y="615696"/>
                </a:lnTo>
                <a:lnTo>
                  <a:pt x="172224" y="598932"/>
                </a:lnTo>
                <a:lnTo>
                  <a:pt x="169176" y="598932"/>
                </a:lnTo>
                <a:lnTo>
                  <a:pt x="169176" y="603504"/>
                </a:lnTo>
                <a:lnTo>
                  <a:pt x="167652" y="608076"/>
                </a:lnTo>
                <a:lnTo>
                  <a:pt x="166128" y="609600"/>
                </a:lnTo>
                <a:lnTo>
                  <a:pt x="166128" y="611124"/>
                </a:lnTo>
                <a:lnTo>
                  <a:pt x="163080" y="612648"/>
                </a:lnTo>
                <a:lnTo>
                  <a:pt x="161556" y="614172"/>
                </a:lnTo>
                <a:lnTo>
                  <a:pt x="160032" y="614172"/>
                </a:lnTo>
                <a:lnTo>
                  <a:pt x="155460" y="615696"/>
                </a:lnTo>
                <a:lnTo>
                  <a:pt x="88404" y="615696"/>
                </a:lnTo>
                <a:lnTo>
                  <a:pt x="82308" y="609600"/>
                </a:lnTo>
                <a:lnTo>
                  <a:pt x="77736" y="603504"/>
                </a:lnTo>
                <a:lnTo>
                  <a:pt x="76212" y="600456"/>
                </a:lnTo>
                <a:lnTo>
                  <a:pt x="73164" y="595884"/>
                </a:lnTo>
                <a:lnTo>
                  <a:pt x="73164" y="580644"/>
                </a:lnTo>
                <a:lnTo>
                  <a:pt x="74688" y="576072"/>
                </a:lnTo>
                <a:lnTo>
                  <a:pt x="80784" y="573024"/>
                </a:lnTo>
                <a:lnTo>
                  <a:pt x="83832" y="569976"/>
                </a:lnTo>
                <a:lnTo>
                  <a:pt x="161556" y="569976"/>
                </a:lnTo>
                <a:lnTo>
                  <a:pt x="164604" y="571500"/>
                </a:lnTo>
                <a:lnTo>
                  <a:pt x="166128" y="573024"/>
                </a:lnTo>
                <a:lnTo>
                  <a:pt x="169176" y="579120"/>
                </a:lnTo>
                <a:lnTo>
                  <a:pt x="169176" y="586740"/>
                </a:lnTo>
                <a:lnTo>
                  <a:pt x="172224" y="586740"/>
                </a:lnTo>
                <a:lnTo>
                  <a:pt x="172224" y="569976"/>
                </a:lnTo>
                <a:lnTo>
                  <a:pt x="172224" y="533400"/>
                </a:lnTo>
                <a:close/>
              </a:path>
              <a:path extrusionOk="0" h="719454" w="175894">
                <a:moveTo>
                  <a:pt x="172224" y="281940"/>
                </a:moveTo>
                <a:lnTo>
                  <a:pt x="169176" y="281940"/>
                </a:lnTo>
                <a:lnTo>
                  <a:pt x="169176" y="288036"/>
                </a:lnTo>
                <a:lnTo>
                  <a:pt x="167652" y="291084"/>
                </a:lnTo>
                <a:lnTo>
                  <a:pt x="166128" y="292608"/>
                </a:lnTo>
                <a:lnTo>
                  <a:pt x="166128" y="295656"/>
                </a:lnTo>
                <a:lnTo>
                  <a:pt x="164604" y="297180"/>
                </a:lnTo>
                <a:lnTo>
                  <a:pt x="161556" y="297180"/>
                </a:lnTo>
                <a:lnTo>
                  <a:pt x="160032" y="298704"/>
                </a:lnTo>
                <a:lnTo>
                  <a:pt x="89928" y="298704"/>
                </a:lnTo>
                <a:lnTo>
                  <a:pt x="57924" y="323088"/>
                </a:lnTo>
                <a:lnTo>
                  <a:pt x="57924" y="329184"/>
                </a:lnTo>
                <a:lnTo>
                  <a:pt x="59347" y="337693"/>
                </a:lnTo>
                <a:lnTo>
                  <a:pt x="63639" y="346900"/>
                </a:lnTo>
                <a:lnTo>
                  <a:pt x="70777" y="356412"/>
                </a:lnTo>
                <a:lnTo>
                  <a:pt x="80784" y="365760"/>
                </a:lnTo>
                <a:lnTo>
                  <a:pt x="57924" y="365760"/>
                </a:lnTo>
                <a:lnTo>
                  <a:pt x="57924" y="371856"/>
                </a:lnTo>
                <a:lnTo>
                  <a:pt x="71640" y="403860"/>
                </a:lnTo>
                <a:lnTo>
                  <a:pt x="74688" y="402336"/>
                </a:lnTo>
                <a:lnTo>
                  <a:pt x="71640" y="396240"/>
                </a:lnTo>
                <a:lnTo>
                  <a:pt x="71640" y="393192"/>
                </a:lnTo>
                <a:lnTo>
                  <a:pt x="73164" y="391668"/>
                </a:lnTo>
                <a:lnTo>
                  <a:pt x="73164" y="390144"/>
                </a:lnTo>
                <a:lnTo>
                  <a:pt x="76212" y="387096"/>
                </a:lnTo>
                <a:lnTo>
                  <a:pt x="79260" y="387096"/>
                </a:lnTo>
                <a:lnTo>
                  <a:pt x="95758" y="385813"/>
                </a:lnTo>
                <a:lnTo>
                  <a:pt x="105168" y="385572"/>
                </a:lnTo>
                <a:lnTo>
                  <a:pt x="155460" y="385572"/>
                </a:lnTo>
                <a:lnTo>
                  <a:pt x="161556" y="387096"/>
                </a:lnTo>
                <a:lnTo>
                  <a:pt x="164604" y="388620"/>
                </a:lnTo>
                <a:lnTo>
                  <a:pt x="167652" y="391668"/>
                </a:lnTo>
                <a:lnTo>
                  <a:pt x="169176" y="394716"/>
                </a:lnTo>
                <a:lnTo>
                  <a:pt x="169176" y="402336"/>
                </a:lnTo>
                <a:lnTo>
                  <a:pt x="172224" y="402336"/>
                </a:lnTo>
                <a:lnTo>
                  <a:pt x="172224" y="348996"/>
                </a:lnTo>
                <a:lnTo>
                  <a:pt x="169176" y="348996"/>
                </a:lnTo>
                <a:lnTo>
                  <a:pt x="169176" y="355092"/>
                </a:lnTo>
                <a:lnTo>
                  <a:pt x="167652" y="359664"/>
                </a:lnTo>
                <a:lnTo>
                  <a:pt x="167652" y="361188"/>
                </a:lnTo>
                <a:lnTo>
                  <a:pt x="164604" y="364236"/>
                </a:lnTo>
                <a:lnTo>
                  <a:pt x="161556" y="365760"/>
                </a:lnTo>
                <a:lnTo>
                  <a:pt x="88404" y="365760"/>
                </a:lnTo>
                <a:lnTo>
                  <a:pt x="81521" y="358673"/>
                </a:lnTo>
                <a:lnTo>
                  <a:pt x="76784" y="351282"/>
                </a:lnTo>
                <a:lnTo>
                  <a:pt x="74041" y="343903"/>
                </a:lnTo>
                <a:lnTo>
                  <a:pt x="73164" y="336804"/>
                </a:lnTo>
                <a:lnTo>
                  <a:pt x="73164" y="330708"/>
                </a:lnTo>
                <a:lnTo>
                  <a:pt x="74688" y="326136"/>
                </a:lnTo>
                <a:lnTo>
                  <a:pt x="83832" y="320040"/>
                </a:lnTo>
                <a:lnTo>
                  <a:pt x="91452" y="318516"/>
                </a:lnTo>
                <a:lnTo>
                  <a:pt x="158508" y="318516"/>
                </a:lnTo>
                <a:lnTo>
                  <a:pt x="158508" y="320040"/>
                </a:lnTo>
                <a:lnTo>
                  <a:pt x="161556" y="320040"/>
                </a:lnTo>
                <a:lnTo>
                  <a:pt x="164604" y="321564"/>
                </a:lnTo>
                <a:lnTo>
                  <a:pt x="166128" y="323088"/>
                </a:lnTo>
                <a:lnTo>
                  <a:pt x="169176" y="329184"/>
                </a:lnTo>
                <a:lnTo>
                  <a:pt x="169176" y="335280"/>
                </a:lnTo>
                <a:lnTo>
                  <a:pt x="172224" y="335280"/>
                </a:lnTo>
                <a:lnTo>
                  <a:pt x="172224" y="281940"/>
                </a:lnTo>
                <a:close/>
              </a:path>
              <a:path extrusionOk="0" h="719454" w="175894">
                <a:moveTo>
                  <a:pt x="175260" y="466344"/>
                </a:moveTo>
                <a:lnTo>
                  <a:pt x="174713" y="459486"/>
                </a:lnTo>
                <a:lnTo>
                  <a:pt x="173164" y="452628"/>
                </a:lnTo>
                <a:lnTo>
                  <a:pt x="170764" y="445770"/>
                </a:lnTo>
                <a:lnTo>
                  <a:pt x="167640" y="438912"/>
                </a:lnTo>
                <a:lnTo>
                  <a:pt x="167640" y="454152"/>
                </a:lnTo>
                <a:lnTo>
                  <a:pt x="167640" y="461772"/>
                </a:lnTo>
                <a:lnTo>
                  <a:pt x="139903" y="491045"/>
                </a:lnTo>
                <a:lnTo>
                  <a:pt x="106680" y="496824"/>
                </a:lnTo>
                <a:lnTo>
                  <a:pt x="97536" y="496824"/>
                </a:lnTo>
                <a:lnTo>
                  <a:pt x="88392" y="495300"/>
                </a:lnTo>
                <a:lnTo>
                  <a:pt x="76200" y="489204"/>
                </a:lnTo>
                <a:lnTo>
                  <a:pt x="71628" y="486156"/>
                </a:lnTo>
                <a:lnTo>
                  <a:pt x="68580" y="481584"/>
                </a:lnTo>
                <a:lnTo>
                  <a:pt x="65532" y="478536"/>
                </a:lnTo>
                <a:lnTo>
                  <a:pt x="65532" y="460248"/>
                </a:lnTo>
                <a:lnTo>
                  <a:pt x="68580" y="454152"/>
                </a:lnTo>
                <a:lnTo>
                  <a:pt x="109423" y="436486"/>
                </a:lnTo>
                <a:lnTo>
                  <a:pt x="123444" y="435864"/>
                </a:lnTo>
                <a:lnTo>
                  <a:pt x="134899" y="436206"/>
                </a:lnTo>
                <a:lnTo>
                  <a:pt x="167640" y="454152"/>
                </a:lnTo>
                <a:lnTo>
                  <a:pt x="167640" y="438912"/>
                </a:lnTo>
                <a:lnTo>
                  <a:pt x="136169" y="416229"/>
                </a:lnTo>
                <a:lnTo>
                  <a:pt x="114300" y="413004"/>
                </a:lnTo>
                <a:lnTo>
                  <a:pt x="103428" y="413626"/>
                </a:lnTo>
                <a:lnTo>
                  <a:pt x="68199" y="433768"/>
                </a:lnTo>
                <a:lnTo>
                  <a:pt x="57912" y="466344"/>
                </a:lnTo>
                <a:lnTo>
                  <a:pt x="58229" y="472973"/>
                </a:lnTo>
                <a:lnTo>
                  <a:pt x="79654" y="507479"/>
                </a:lnTo>
                <a:lnTo>
                  <a:pt x="117348" y="519684"/>
                </a:lnTo>
                <a:lnTo>
                  <a:pt x="127381" y="518833"/>
                </a:lnTo>
                <a:lnTo>
                  <a:pt x="163690" y="498284"/>
                </a:lnTo>
                <a:lnTo>
                  <a:pt x="164668" y="496824"/>
                </a:lnTo>
                <a:lnTo>
                  <a:pt x="169926" y="489013"/>
                </a:lnTo>
                <a:lnTo>
                  <a:pt x="173888" y="478332"/>
                </a:lnTo>
                <a:lnTo>
                  <a:pt x="175260" y="466344"/>
                </a:lnTo>
                <a:close/>
              </a:path>
              <a:path extrusionOk="0" h="719454" w="175894">
                <a:moveTo>
                  <a:pt x="175272" y="234696"/>
                </a:moveTo>
                <a:lnTo>
                  <a:pt x="172224" y="230124"/>
                </a:lnTo>
                <a:lnTo>
                  <a:pt x="169176" y="224028"/>
                </a:lnTo>
                <a:lnTo>
                  <a:pt x="164604" y="219456"/>
                </a:lnTo>
                <a:lnTo>
                  <a:pt x="158508" y="214884"/>
                </a:lnTo>
                <a:lnTo>
                  <a:pt x="150888" y="211836"/>
                </a:lnTo>
                <a:lnTo>
                  <a:pt x="150888" y="217932"/>
                </a:lnTo>
                <a:lnTo>
                  <a:pt x="153936" y="219456"/>
                </a:lnTo>
                <a:lnTo>
                  <a:pt x="155460" y="220980"/>
                </a:lnTo>
                <a:lnTo>
                  <a:pt x="158508" y="227076"/>
                </a:lnTo>
                <a:lnTo>
                  <a:pt x="160032" y="228600"/>
                </a:lnTo>
                <a:lnTo>
                  <a:pt x="160032" y="234696"/>
                </a:lnTo>
                <a:lnTo>
                  <a:pt x="158508" y="237744"/>
                </a:lnTo>
                <a:lnTo>
                  <a:pt x="155460" y="239268"/>
                </a:lnTo>
                <a:lnTo>
                  <a:pt x="152412" y="242316"/>
                </a:lnTo>
                <a:lnTo>
                  <a:pt x="68592" y="242316"/>
                </a:lnTo>
                <a:lnTo>
                  <a:pt x="68592" y="216408"/>
                </a:lnTo>
                <a:lnTo>
                  <a:pt x="60972" y="216408"/>
                </a:lnTo>
                <a:lnTo>
                  <a:pt x="60972" y="242316"/>
                </a:lnTo>
                <a:lnTo>
                  <a:pt x="24396" y="242316"/>
                </a:lnTo>
                <a:lnTo>
                  <a:pt x="24396" y="245364"/>
                </a:lnTo>
                <a:lnTo>
                  <a:pt x="56400" y="266700"/>
                </a:lnTo>
                <a:lnTo>
                  <a:pt x="64020" y="280416"/>
                </a:lnTo>
                <a:lnTo>
                  <a:pt x="68592" y="280416"/>
                </a:lnTo>
                <a:lnTo>
                  <a:pt x="68592" y="262128"/>
                </a:lnTo>
                <a:lnTo>
                  <a:pt x="158508" y="262128"/>
                </a:lnTo>
                <a:lnTo>
                  <a:pt x="163080" y="259080"/>
                </a:lnTo>
                <a:lnTo>
                  <a:pt x="169176" y="256032"/>
                </a:lnTo>
                <a:lnTo>
                  <a:pt x="172224" y="251460"/>
                </a:lnTo>
                <a:lnTo>
                  <a:pt x="173748" y="248412"/>
                </a:lnTo>
                <a:lnTo>
                  <a:pt x="175272" y="243840"/>
                </a:lnTo>
                <a:lnTo>
                  <a:pt x="175272" y="234696"/>
                </a:lnTo>
                <a:close/>
              </a:path>
              <a:path extrusionOk="0" h="719454" w="175894">
                <a:moveTo>
                  <a:pt x="175272" y="38100"/>
                </a:moveTo>
                <a:lnTo>
                  <a:pt x="174701" y="31267"/>
                </a:lnTo>
                <a:lnTo>
                  <a:pt x="172986" y="24574"/>
                </a:lnTo>
                <a:lnTo>
                  <a:pt x="172897" y="24384"/>
                </a:lnTo>
                <a:lnTo>
                  <a:pt x="170129" y="18173"/>
                </a:lnTo>
                <a:lnTo>
                  <a:pt x="141744" y="0"/>
                </a:lnTo>
                <a:lnTo>
                  <a:pt x="132029" y="1676"/>
                </a:lnTo>
                <a:lnTo>
                  <a:pt x="100596" y="42672"/>
                </a:lnTo>
                <a:lnTo>
                  <a:pt x="97548" y="50292"/>
                </a:lnTo>
                <a:lnTo>
                  <a:pt x="94500" y="54864"/>
                </a:lnTo>
                <a:lnTo>
                  <a:pt x="91452" y="56388"/>
                </a:lnTo>
                <a:lnTo>
                  <a:pt x="86880" y="59436"/>
                </a:lnTo>
                <a:lnTo>
                  <a:pt x="76212" y="59436"/>
                </a:lnTo>
                <a:lnTo>
                  <a:pt x="71640" y="57912"/>
                </a:lnTo>
                <a:lnTo>
                  <a:pt x="70116" y="54864"/>
                </a:lnTo>
                <a:lnTo>
                  <a:pt x="67068" y="51816"/>
                </a:lnTo>
                <a:lnTo>
                  <a:pt x="65544" y="47244"/>
                </a:lnTo>
                <a:lnTo>
                  <a:pt x="65544" y="35052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60972" y="15240"/>
                </a:lnTo>
                <a:lnTo>
                  <a:pt x="60972" y="16764"/>
                </a:lnTo>
                <a:lnTo>
                  <a:pt x="62496" y="16764"/>
                </a:lnTo>
                <a:lnTo>
                  <a:pt x="62496" y="19812"/>
                </a:lnTo>
                <a:lnTo>
                  <a:pt x="59448" y="25908"/>
                </a:lnTo>
                <a:lnTo>
                  <a:pt x="57924" y="32004"/>
                </a:lnTo>
                <a:lnTo>
                  <a:pt x="57924" y="51816"/>
                </a:lnTo>
                <a:lnTo>
                  <a:pt x="60972" y="59436"/>
                </a:lnTo>
                <a:lnTo>
                  <a:pt x="67068" y="65532"/>
                </a:lnTo>
                <a:lnTo>
                  <a:pt x="71640" y="71628"/>
                </a:lnTo>
                <a:lnTo>
                  <a:pt x="79260" y="74676"/>
                </a:lnTo>
                <a:lnTo>
                  <a:pt x="96024" y="74676"/>
                </a:lnTo>
                <a:lnTo>
                  <a:pt x="113741" y="59436"/>
                </a:lnTo>
                <a:lnTo>
                  <a:pt x="116738" y="54673"/>
                </a:lnTo>
                <a:lnTo>
                  <a:pt x="135648" y="24384"/>
                </a:lnTo>
                <a:lnTo>
                  <a:pt x="138696" y="21336"/>
                </a:lnTo>
                <a:lnTo>
                  <a:pt x="145021" y="18173"/>
                </a:lnTo>
                <a:lnTo>
                  <a:pt x="153746" y="18173"/>
                </a:lnTo>
                <a:lnTo>
                  <a:pt x="158508" y="21336"/>
                </a:lnTo>
                <a:lnTo>
                  <a:pt x="161556" y="24384"/>
                </a:lnTo>
                <a:lnTo>
                  <a:pt x="166128" y="27432"/>
                </a:lnTo>
                <a:lnTo>
                  <a:pt x="167652" y="32004"/>
                </a:lnTo>
                <a:lnTo>
                  <a:pt x="167652" y="45720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1628"/>
                </a:lnTo>
                <a:lnTo>
                  <a:pt x="170700" y="70104"/>
                </a:lnTo>
                <a:lnTo>
                  <a:pt x="170700" y="60960"/>
                </a:lnTo>
                <a:lnTo>
                  <a:pt x="173748" y="53340"/>
                </a:lnTo>
                <a:lnTo>
                  <a:pt x="175272" y="44196"/>
                </a:lnTo>
                <a:lnTo>
                  <a:pt x="175272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0" name="Google Shape;3050;p50"/>
          <p:cNvSpPr/>
          <p:nvPr/>
        </p:nvSpPr>
        <p:spPr>
          <a:xfrm>
            <a:off x="3255264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1" name="Google Shape;3051;p50"/>
          <p:cNvSpPr/>
          <p:nvPr/>
        </p:nvSpPr>
        <p:spPr>
          <a:xfrm>
            <a:off x="3201924" y="8270748"/>
            <a:ext cx="218440" cy="614680"/>
          </a:xfrm>
          <a:custGeom>
            <a:rect b="b" l="l" r="r" t="t"/>
            <a:pathLst>
              <a:path extrusionOk="0" h="614679" w="218439">
                <a:moveTo>
                  <a:pt x="164592" y="391668"/>
                </a:moveTo>
                <a:lnTo>
                  <a:pt x="160020" y="391668"/>
                </a:lnTo>
                <a:lnTo>
                  <a:pt x="160020" y="405384"/>
                </a:lnTo>
                <a:lnTo>
                  <a:pt x="158496" y="406908"/>
                </a:lnTo>
                <a:lnTo>
                  <a:pt x="156972" y="409956"/>
                </a:lnTo>
                <a:lnTo>
                  <a:pt x="153924" y="411480"/>
                </a:lnTo>
                <a:lnTo>
                  <a:pt x="150876" y="414528"/>
                </a:lnTo>
                <a:lnTo>
                  <a:pt x="15240" y="414528"/>
                </a:lnTo>
                <a:lnTo>
                  <a:pt x="12192" y="413004"/>
                </a:lnTo>
                <a:lnTo>
                  <a:pt x="10668" y="411480"/>
                </a:lnTo>
                <a:lnTo>
                  <a:pt x="7620" y="409956"/>
                </a:lnTo>
                <a:lnTo>
                  <a:pt x="7620" y="408432"/>
                </a:lnTo>
                <a:lnTo>
                  <a:pt x="6096" y="405384"/>
                </a:lnTo>
                <a:lnTo>
                  <a:pt x="4572" y="400812"/>
                </a:lnTo>
                <a:lnTo>
                  <a:pt x="4572" y="391668"/>
                </a:lnTo>
                <a:lnTo>
                  <a:pt x="0" y="391668"/>
                </a:lnTo>
                <a:lnTo>
                  <a:pt x="0" y="458724"/>
                </a:lnTo>
                <a:lnTo>
                  <a:pt x="106680" y="502920"/>
                </a:lnTo>
                <a:lnTo>
                  <a:pt x="0" y="547116"/>
                </a:lnTo>
                <a:lnTo>
                  <a:pt x="0" y="614172"/>
                </a:lnTo>
                <a:lnTo>
                  <a:pt x="4572" y="614172"/>
                </a:lnTo>
                <a:lnTo>
                  <a:pt x="4572" y="603504"/>
                </a:lnTo>
                <a:lnTo>
                  <a:pt x="9144" y="594360"/>
                </a:lnTo>
                <a:lnTo>
                  <a:pt x="10668" y="592836"/>
                </a:lnTo>
                <a:lnTo>
                  <a:pt x="12192" y="592836"/>
                </a:lnTo>
                <a:lnTo>
                  <a:pt x="13716" y="591312"/>
                </a:lnTo>
                <a:lnTo>
                  <a:pt x="147828" y="591312"/>
                </a:lnTo>
                <a:lnTo>
                  <a:pt x="153924" y="594360"/>
                </a:lnTo>
                <a:lnTo>
                  <a:pt x="155448" y="595884"/>
                </a:lnTo>
                <a:lnTo>
                  <a:pt x="160020" y="605028"/>
                </a:lnTo>
                <a:lnTo>
                  <a:pt x="160020" y="614172"/>
                </a:lnTo>
                <a:lnTo>
                  <a:pt x="164592" y="614172"/>
                </a:lnTo>
                <a:lnTo>
                  <a:pt x="164592" y="557784"/>
                </a:lnTo>
                <a:lnTo>
                  <a:pt x="160020" y="557784"/>
                </a:lnTo>
                <a:lnTo>
                  <a:pt x="160020" y="563880"/>
                </a:lnTo>
                <a:lnTo>
                  <a:pt x="158496" y="569976"/>
                </a:lnTo>
                <a:lnTo>
                  <a:pt x="156972" y="573024"/>
                </a:lnTo>
                <a:lnTo>
                  <a:pt x="150876" y="579120"/>
                </a:lnTo>
                <a:lnTo>
                  <a:pt x="146304" y="579120"/>
                </a:lnTo>
                <a:lnTo>
                  <a:pt x="144780" y="580644"/>
                </a:lnTo>
                <a:lnTo>
                  <a:pt x="18288" y="580644"/>
                </a:lnTo>
                <a:lnTo>
                  <a:pt x="164592" y="516636"/>
                </a:lnTo>
                <a:lnTo>
                  <a:pt x="164592" y="513588"/>
                </a:lnTo>
                <a:lnTo>
                  <a:pt x="16764" y="454152"/>
                </a:lnTo>
                <a:lnTo>
                  <a:pt x="150876" y="454152"/>
                </a:lnTo>
                <a:lnTo>
                  <a:pt x="152400" y="455676"/>
                </a:lnTo>
                <a:lnTo>
                  <a:pt x="155448" y="455676"/>
                </a:lnTo>
                <a:lnTo>
                  <a:pt x="156972" y="458724"/>
                </a:lnTo>
                <a:lnTo>
                  <a:pt x="156972" y="460248"/>
                </a:lnTo>
                <a:lnTo>
                  <a:pt x="160020" y="463296"/>
                </a:lnTo>
                <a:lnTo>
                  <a:pt x="160020" y="477012"/>
                </a:lnTo>
                <a:lnTo>
                  <a:pt x="164592" y="477012"/>
                </a:lnTo>
                <a:lnTo>
                  <a:pt x="164592" y="391668"/>
                </a:lnTo>
                <a:close/>
              </a:path>
              <a:path extrusionOk="0" h="614679" w="218439">
                <a:moveTo>
                  <a:pt x="164592" y="132588"/>
                </a:moveTo>
                <a:lnTo>
                  <a:pt x="160020" y="132588"/>
                </a:lnTo>
                <a:lnTo>
                  <a:pt x="160020" y="137160"/>
                </a:lnTo>
                <a:lnTo>
                  <a:pt x="158496" y="140208"/>
                </a:lnTo>
                <a:lnTo>
                  <a:pt x="155448" y="141732"/>
                </a:lnTo>
                <a:lnTo>
                  <a:pt x="153924" y="143256"/>
                </a:lnTo>
                <a:lnTo>
                  <a:pt x="97536" y="143256"/>
                </a:lnTo>
                <a:lnTo>
                  <a:pt x="51816" y="160020"/>
                </a:lnTo>
                <a:lnTo>
                  <a:pt x="50292" y="166116"/>
                </a:lnTo>
                <a:lnTo>
                  <a:pt x="50292" y="178308"/>
                </a:lnTo>
                <a:lnTo>
                  <a:pt x="68580" y="205740"/>
                </a:lnTo>
                <a:lnTo>
                  <a:pt x="53340" y="205740"/>
                </a:lnTo>
                <a:lnTo>
                  <a:pt x="53340" y="249936"/>
                </a:lnTo>
                <a:lnTo>
                  <a:pt x="57912" y="249936"/>
                </a:lnTo>
                <a:lnTo>
                  <a:pt x="57912" y="245364"/>
                </a:lnTo>
                <a:lnTo>
                  <a:pt x="59436" y="243840"/>
                </a:lnTo>
                <a:lnTo>
                  <a:pt x="62484" y="242316"/>
                </a:lnTo>
                <a:lnTo>
                  <a:pt x="64008" y="240792"/>
                </a:lnTo>
                <a:lnTo>
                  <a:pt x="70104" y="239268"/>
                </a:lnTo>
                <a:lnTo>
                  <a:pt x="149352" y="239268"/>
                </a:lnTo>
                <a:lnTo>
                  <a:pt x="153924" y="240792"/>
                </a:lnTo>
                <a:lnTo>
                  <a:pt x="155448" y="240792"/>
                </a:lnTo>
                <a:lnTo>
                  <a:pt x="158496" y="243840"/>
                </a:lnTo>
                <a:lnTo>
                  <a:pt x="160020" y="246888"/>
                </a:lnTo>
                <a:lnTo>
                  <a:pt x="160020" y="249936"/>
                </a:lnTo>
                <a:lnTo>
                  <a:pt x="164592" y="249936"/>
                </a:lnTo>
                <a:lnTo>
                  <a:pt x="164592" y="195072"/>
                </a:lnTo>
                <a:lnTo>
                  <a:pt x="160020" y="195072"/>
                </a:lnTo>
                <a:lnTo>
                  <a:pt x="160020" y="199644"/>
                </a:lnTo>
                <a:lnTo>
                  <a:pt x="158496" y="202692"/>
                </a:lnTo>
                <a:lnTo>
                  <a:pt x="155448" y="204216"/>
                </a:lnTo>
                <a:lnTo>
                  <a:pt x="153924" y="205740"/>
                </a:lnTo>
                <a:lnTo>
                  <a:pt x="83820" y="205740"/>
                </a:lnTo>
                <a:lnTo>
                  <a:pt x="73152" y="201168"/>
                </a:lnTo>
                <a:lnTo>
                  <a:pt x="67056" y="193548"/>
                </a:lnTo>
                <a:lnTo>
                  <a:pt x="67056" y="182880"/>
                </a:lnTo>
                <a:lnTo>
                  <a:pt x="71628" y="178308"/>
                </a:lnTo>
                <a:lnTo>
                  <a:pt x="76200" y="178308"/>
                </a:lnTo>
                <a:lnTo>
                  <a:pt x="82296" y="176784"/>
                </a:lnTo>
                <a:lnTo>
                  <a:pt x="147828" y="176784"/>
                </a:lnTo>
                <a:lnTo>
                  <a:pt x="152400" y="178308"/>
                </a:lnTo>
                <a:lnTo>
                  <a:pt x="158496" y="181356"/>
                </a:lnTo>
                <a:lnTo>
                  <a:pt x="160020" y="184404"/>
                </a:lnTo>
                <a:lnTo>
                  <a:pt x="160020" y="187452"/>
                </a:lnTo>
                <a:lnTo>
                  <a:pt x="164592" y="187452"/>
                </a:lnTo>
                <a:lnTo>
                  <a:pt x="164592" y="132588"/>
                </a:lnTo>
                <a:close/>
              </a:path>
              <a:path extrusionOk="0" h="614679" w="218439">
                <a:moveTo>
                  <a:pt x="167627" y="288036"/>
                </a:moveTo>
                <a:lnTo>
                  <a:pt x="166103" y="283464"/>
                </a:lnTo>
                <a:lnTo>
                  <a:pt x="156959" y="269748"/>
                </a:lnTo>
                <a:lnTo>
                  <a:pt x="149339" y="266700"/>
                </a:lnTo>
                <a:lnTo>
                  <a:pt x="147815" y="269748"/>
                </a:lnTo>
                <a:lnTo>
                  <a:pt x="150863" y="272796"/>
                </a:lnTo>
                <a:lnTo>
                  <a:pt x="150863" y="277368"/>
                </a:lnTo>
                <a:lnTo>
                  <a:pt x="149339" y="277368"/>
                </a:lnTo>
                <a:lnTo>
                  <a:pt x="149339" y="278892"/>
                </a:lnTo>
                <a:lnTo>
                  <a:pt x="147815" y="278892"/>
                </a:lnTo>
                <a:lnTo>
                  <a:pt x="147815" y="324612"/>
                </a:lnTo>
                <a:lnTo>
                  <a:pt x="147815" y="333756"/>
                </a:lnTo>
                <a:lnTo>
                  <a:pt x="146291" y="335280"/>
                </a:lnTo>
                <a:lnTo>
                  <a:pt x="144767" y="338328"/>
                </a:lnTo>
                <a:lnTo>
                  <a:pt x="141719" y="341376"/>
                </a:lnTo>
                <a:lnTo>
                  <a:pt x="138671" y="342900"/>
                </a:lnTo>
                <a:lnTo>
                  <a:pt x="131051" y="342900"/>
                </a:lnTo>
                <a:lnTo>
                  <a:pt x="103619" y="315468"/>
                </a:lnTo>
                <a:lnTo>
                  <a:pt x="141719" y="315468"/>
                </a:lnTo>
                <a:lnTo>
                  <a:pt x="146291" y="320040"/>
                </a:lnTo>
                <a:lnTo>
                  <a:pt x="147815" y="324612"/>
                </a:lnTo>
                <a:lnTo>
                  <a:pt x="147815" y="278892"/>
                </a:lnTo>
                <a:lnTo>
                  <a:pt x="146291" y="278892"/>
                </a:lnTo>
                <a:lnTo>
                  <a:pt x="143243" y="280416"/>
                </a:lnTo>
                <a:lnTo>
                  <a:pt x="74663" y="280416"/>
                </a:lnTo>
                <a:lnTo>
                  <a:pt x="71615" y="281940"/>
                </a:lnTo>
                <a:lnTo>
                  <a:pt x="67043" y="283464"/>
                </a:lnTo>
                <a:lnTo>
                  <a:pt x="60947" y="288036"/>
                </a:lnTo>
                <a:lnTo>
                  <a:pt x="56375" y="294132"/>
                </a:lnTo>
                <a:lnTo>
                  <a:pt x="53327" y="300228"/>
                </a:lnTo>
                <a:lnTo>
                  <a:pt x="50279" y="307848"/>
                </a:lnTo>
                <a:lnTo>
                  <a:pt x="50355" y="320040"/>
                </a:lnTo>
                <a:lnTo>
                  <a:pt x="50431" y="322021"/>
                </a:lnTo>
                <a:lnTo>
                  <a:pt x="50546" y="324612"/>
                </a:lnTo>
                <a:lnTo>
                  <a:pt x="50571" y="325361"/>
                </a:lnTo>
                <a:lnTo>
                  <a:pt x="50673" y="326136"/>
                </a:lnTo>
                <a:lnTo>
                  <a:pt x="51422" y="332041"/>
                </a:lnTo>
                <a:lnTo>
                  <a:pt x="52832" y="338328"/>
                </a:lnTo>
                <a:lnTo>
                  <a:pt x="57899" y="353568"/>
                </a:lnTo>
                <a:lnTo>
                  <a:pt x="60947" y="359664"/>
                </a:lnTo>
                <a:lnTo>
                  <a:pt x="67043" y="364236"/>
                </a:lnTo>
                <a:lnTo>
                  <a:pt x="71615" y="368808"/>
                </a:lnTo>
                <a:lnTo>
                  <a:pt x="77711" y="371856"/>
                </a:lnTo>
                <a:lnTo>
                  <a:pt x="88379" y="371856"/>
                </a:lnTo>
                <a:lnTo>
                  <a:pt x="97523" y="362712"/>
                </a:lnTo>
                <a:lnTo>
                  <a:pt x="99047" y="358140"/>
                </a:lnTo>
                <a:lnTo>
                  <a:pt x="99047" y="348996"/>
                </a:lnTo>
                <a:lnTo>
                  <a:pt x="98031" y="345948"/>
                </a:lnTo>
                <a:lnTo>
                  <a:pt x="97523" y="344424"/>
                </a:lnTo>
                <a:lnTo>
                  <a:pt x="91427" y="338328"/>
                </a:lnTo>
                <a:lnTo>
                  <a:pt x="88379" y="336804"/>
                </a:lnTo>
                <a:lnTo>
                  <a:pt x="80759" y="336804"/>
                </a:lnTo>
                <a:lnTo>
                  <a:pt x="77711" y="338328"/>
                </a:lnTo>
                <a:lnTo>
                  <a:pt x="73139" y="341376"/>
                </a:lnTo>
                <a:lnTo>
                  <a:pt x="71615" y="344424"/>
                </a:lnTo>
                <a:lnTo>
                  <a:pt x="68567" y="345948"/>
                </a:lnTo>
                <a:lnTo>
                  <a:pt x="65519" y="345948"/>
                </a:lnTo>
                <a:lnTo>
                  <a:pt x="62471" y="344424"/>
                </a:lnTo>
                <a:lnTo>
                  <a:pt x="60947" y="342900"/>
                </a:lnTo>
                <a:lnTo>
                  <a:pt x="59423" y="338328"/>
                </a:lnTo>
                <a:lnTo>
                  <a:pt x="57899" y="335280"/>
                </a:lnTo>
                <a:lnTo>
                  <a:pt x="57899" y="326136"/>
                </a:lnTo>
                <a:lnTo>
                  <a:pt x="59423" y="323088"/>
                </a:lnTo>
                <a:lnTo>
                  <a:pt x="60947" y="321564"/>
                </a:lnTo>
                <a:lnTo>
                  <a:pt x="62471" y="318516"/>
                </a:lnTo>
                <a:lnTo>
                  <a:pt x="63995" y="316992"/>
                </a:lnTo>
                <a:lnTo>
                  <a:pt x="67043" y="315468"/>
                </a:lnTo>
                <a:lnTo>
                  <a:pt x="95999" y="315468"/>
                </a:lnTo>
                <a:lnTo>
                  <a:pt x="104355" y="332041"/>
                </a:lnTo>
                <a:lnTo>
                  <a:pt x="111429" y="345376"/>
                </a:lnTo>
                <a:lnTo>
                  <a:pt x="139725" y="374078"/>
                </a:lnTo>
                <a:lnTo>
                  <a:pt x="146291" y="374904"/>
                </a:lnTo>
                <a:lnTo>
                  <a:pt x="152387" y="374904"/>
                </a:lnTo>
                <a:lnTo>
                  <a:pt x="156959" y="371856"/>
                </a:lnTo>
                <a:lnTo>
                  <a:pt x="161531" y="367284"/>
                </a:lnTo>
                <a:lnTo>
                  <a:pt x="166103" y="364236"/>
                </a:lnTo>
                <a:lnTo>
                  <a:pt x="167627" y="358140"/>
                </a:lnTo>
                <a:lnTo>
                  <a:pt x="167627" y="352044"/>
                </a:lnTo>
                <a:lnTo>
                  <a:pt x="149339" y="315468"/>
                </a:lnTo>
                <a:lnTo>
                  <a:pt x="155435" y="313944"/>
                </a:lnTo>
                <a:lnTo>
                  <a:pt x="160007" y="312420"/>
                </a:lnTo>
                <a:lnTo>
                  <a:pt x="163055" y="307848"/>
                </a:lnTo>
                <a:lnTo>
                  <a:pt x="166103" y="304800"/>
                </a:lnTo>
                <a:lnTo>
                  <a:pt x="167627" y="300228"/>
                </a:lnTo>
                <a:lnTo>
                  <a:pt x="167627" y="288036"/>
                </a:lnTo>
                <a:close/>
              </a:path>
              <a:path extrusionOk="0" h="614679" w="218439">
                <a:moveTo>
                  <a:pt x="217932" y="83820"/>
                </a:moveTo>
                <a:lnTo>
                  <a:pt x="187388" y="60960"/>
                </a:lnTo>
                <a:lnTo>
                  <a:pt x="167640" y="53340"/>
                </a:lnTo>
                <a:lnTo>
                  <a:pt x="94551" y="24384"/>
                </a:lnTo>
                <a:lnTo>
                  <a:pt x="57912" y="4572"/>
                </a:lnTo>
                <a:lnTo>
                  <a:pt x="57912" y="0"/>
                </a:lnTo>
                <a:lnTo>
                  <a:pt x="53340" y="0"/>
                </a:lnTo>
                <a:lnTo>
                  <a:pt x="53340" y="38100"/>
                </a:lnTo>
                <a:lnTo>
                  <a:pt x="57912" y="38100"/>
                </a:lnTo>
                <a:lnTo>
                  <a:pt x="57912" y="32004"/>
                </a:lnTo>
                <a:lnTo>
                  <a:pt x="59436" y="28956"/>
                </a:lnTo>
                <a:lnTo>
                  <a:pt x="62484" y="25908"/>
                </a:lnTo>
                <a:lnTo>
                  <a:pt x="65532" y="24384"/>
                </a:lnTo>
                <a:lnTo>
                  <a:pt x="67056" y="24384"/>
                </a:lnTo>
                <a:lnTo>
                  <a:pt x="71310" y="24726"/>
                </a:lnTo>
                <a:lnTo>
                  <a:pt x="77152" y="25908"/>
                </a:lnTo>
                <a:lnTo>
                  <a:pt x="84404" y="28244"/>
                </a:lnTo>
                <a:lnTo>
                  <a:pt x="92964" y="32004"/>
                </a:lnTo>
                <a:lnTo>
                  <a:pt x="124968" y="44196"/>
                </a:lnTo>
                <a:lnTo>
                  <a:pt x="82296" y="64008"/>
                </a:lnTo>
                <a:lnTo>
                  <a:pt x="73152" y="68580"/>
                </a:lnTo>
                <a:lnTo>
                  <a:pt x="68580" y="70104"/>
                </a:lnTo>
                <a:lnTo>
                  <a:pt x="62484" y="70104"/>
                </a:lnTo>
                <a:lnTo>
                  <a:pt x="60960" y="68580"/>
                </a:lnTo>
                <a:lnTo>
                  <a:pt x="60960" y="67056"/>
                </a:lnTo>
                <a:lnTo>
                  <a:pt x="59436" y="65532"/>
                </a:lnTo>
                <a:lnTo>
                  <a:pt x="57912" y="62484"/>
                </a:lnTo>
                <a:lnTo>
                  <a:pt x="57912" y="59436"/>
                </a:lnTo>
                <a:lnTo>
                  <a:pt x="53340" y="59436"/>
                </a:lnTo>
                <a:lnTo>
                  <a:pt x="53340" y="120396"/>
                </a:lnTo>
                <a:lnTo>
                  <a:pt x="57912" y="120396"/>
                </a:lnTo>
                <a:lnTo>
                  <a:pt x="59436" y="115824"/>
                </a:lnTo>
                <a:lnTo>
                  <a:pt x="60960" y="112776"/>
                </a:lnTo>
                <a:lnTo>
                  <a:pt x="64008" y="111252"/>
                </a:lnTo>
                <a:lnTo>
                  <a:pt x="67144" y="108712"/>
                </a:lnTo>
                <a:lnTo>
                  <a:pt x="72009" y="105727"/>
                </a:lnTo>
                <a:lnTo>
                  <a:pt x="78574" y="102476"/>
                </a:lnTo>
                <a:lnTo>
                  <a:pt x="86868" y="99060"/>
                </a:lnTo>
                <a:lnTo>
                  <a:pt x="148247" y="70104"/>
                </a:lnTo>
                <a:lnTo>
                  <a:pt x="167640" y="60960"/>
                </a:lnTo>
                <a:lnTo>
                  <a:pt x="178308" y="65532"/>
                </a:lnTo>
                <a:lnTo>
                  <a:pt x="190500" y="70104"/>
                </a:lnTo>
                <a:lnTo>
                  <a:pt x="198120" y="73152"/>
                </a:lnTo>
                <a:lnTo>
                  <a:pt x="201168" y="76200"/>
                </a:lnTo>
                <a:lnTo>
                  <a:pt x="202692" y="79248"/>
                </a:lnTo>
                <a:lnTo>
                  <a:pt x="204216" y="80772"/>
                </a:lnTo>
                <a:lnTo>
                  <a:pt x="204216" y="85344"/>
                </a:lnTo>
                <a:lnTo>
                  <a:pt x="202692" y="86868"/>
                </a:lnTo>
                <a:lnTo>
                  <a:pt x="192024" y="86868"/>
                </a:lnTo>
                <a:lnTo>
                  <a:pt x="185928" y="89916"/>
                </a:lnTo>
                <a:lnTo>
                  <a:pt x="182880" y="96012"/>
                </a:lnTo>
                <a:lnTo>
                  <a:pt x="182880" y="105156"/>
                </a:lnTo>
                <a:lnTo>
                  <a:pt x="184404" y="108204"/>
                </a:lnTo>
                <a:lnTo>
                  <a:pt x="190500" y="114300"/>
                </a:lnTo>
                <a:lnTo>
                  <a:pt x="193548" y="115824"/>
                </a:lnTo>
                <a:lnTo>
                  <a:pt x="204216" y="115824"/>
                </a:lnTo>
                <a:lnTo>
                  <a:pt x="208788" y="114300"/>
                </a:lnTo>
                <a:lnTo>
                  <a:pt x="211836" y="109728"/>
                </a:lnTo>
                <a:lnTo>
                  <a:pt x="216408" y="105156"/>
                </a:lnTo>
                <a:lnTo>
                  <a:pt x="217932" y="99060"/>
                </a:lnTo>
                <a:lnTo>
                  <a:pt x="217932" y="838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52" name="Google Shape;3052;p50"/>
          <p:cNvGrpSpPr/>
          <p:nvPr/>
        </p:nvGrpSpPr>
        <p:grpSpPr>
          <a:xfrm>
            <a:off x="3201924" y="7648956"/>
            <a:ext cx="167640" cy="553211"/>
            <a:chOff x="3201924" y="7648956"/>
            <a:chExt cx="167640" cy="553211"/>
          </a:xfrm>
        </p:grpSpPr>
        <p:pic>
          <p:nvPicPr>
            <p:cNvPr id="3053" name="Google Shape;3053;p50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3201924" y="7876032"/>
              <a:ext cx="167639" cy="3261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54" name="Google Shape;3054;p50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3252216" y="7648956"/>
              <a:ext cx="117348" cy="20573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055" name="Google Shape;3055;p50"/>
          <p:cNvSpPr/>
          <p:nvPr/>
        </p:nvSpPr>
        <p:spPr>
          <a:xfrm>
            <a:off x="3198876" y="6864096"/>
            <a:ext cx="170815" cy="715010"/>
          </a:xfrm>
          <a:custGeom>
            <a:rect b="b" l="l" r="r" t="t"/>
            <a:pathLst>
              <a:path extrusionOk="0" h="715009" w="170814">
                <a:moveTo>
                  <a:pt x="167640" y="647700"/>
                </a:moveTo>
                <a:lnTo>
                  <a:pt x="163068" y="647700"/>
                </a:lnTo>
                <a:lnTo>
                  <a:pt x="163068" y="655320"/>
                </a:lnTo>
                <a:lnTo>
                  <a:pt x="161544" y="659892"/>
                </a:lnTo>
                <a:lnTo>
                  <a:pt x="156972" y="664464"/>
                </a:lnTo>
                <a:lnTo>
                  <a:pt x="68580" y="664464"/>
                </a:lnTo>
                <a:lnTo>
                  <a:pt x="68580" y="647700"/>
                </a:lnTo>
                <a:lnTo>
                  <a:pt x="56388" y="647700"/>
                </a:lnTo>
                <a:lnTo>
                  <a:pt x="56388" y="664464"/>
                </a:lnTo>
                <a:lnTo>
                  <a:pt x="10668" y="664464"/>
                </a:lnTo>
                <a:lnTo>
                  <a:pt x="6096" y="659892"/>
                </a:lnTo>
                <a:lnTo>
                  <a:pt x="6096" y="653796"/>
                </a:lnTo>
                <a:lnTo>
                  <a:pt x="7620" y="652272"/>
                </a:lnTo>
                <a:lnTo>
                  <a:pt x="9144" y="652272"/>
                </a:lnTo>
                <a:lnTo>
                  <a:pt x="10668" y="650748"/>
                </a:lnTo>
                <a:lnTo>
                  <a:pt x="25908" y="650748"/>
                </a:lnTo>
                <a:lnTo>
                  <a:pt x="28956" y="647700"/>
                </a:lnTo>
                <a:lnTo>
                  <a:pt x="32004" y="641604"/>
                </a:lnTo>
                <a:lnTo>
                  <a:pt x="32004" y="632460"/>
                </a:lnTo>
                <a:lnTo>
                  <a:pt x="30480" y="629412"/>
                </a:lnTo>
                <a:lnTo>
                  <a:pt x="27432" y="626364"/>
                </a:lnTo>
                <a:lnTo>
                  <a:pt x="25908" y="623316"/>
                </a:lnTo>
                <a:lnTo>
                  <a:pt x="22860" y="621792"/>
                </a:lnTo>
                <a:lnTo>
                  <a:pt x="13716" y="621792"/>
                </a:lnTo>
                <a:lnTo>
                  <a:pt x="9144" y="623316"/>
                </a:lnTo>
                <a:lnTo>
                  <a:pt x="6096" y="629412"/>
                </a:lnTo>
                <a:lnTo>
                  <a:pt x="1524" y="633984"/>
                </a:lnTo>
                <a:lnTo>
                  <a:pt x="0" y="641604"/>
                </a:lnTo>
                <a:lnTo>
                  <a:pt x="0" y="650748"/>
                </a:lnTo>
                <a:lnTo>
                  <a:pt x="18453" y="691565"/>
                </a:lnTo>
                <a:lnTo>
                  <a:pt x="42672" y="697992"/>
                </a:lnTo>
                <a:lnTo>
                  <a:pt x="56388" y="697992"/>
                </a:lnTo>
                <a:lnTo>
                  <a:pt x="56388" y="714756"/>
                </a:lnTo>
                <a:lnTo>
                  <a:pt x="68580" y="714756"/>
                </a:lnTo>
                <a:lnTo>
                  <a:pt x="68580" y="697992"/>
                </a:lnTo>
                <a:lnTo>
                  <a:pt x="149352" y="697992"/>
                </a:lnTo>
                <a:lnTo>
                  <a:pt x="153924" y="699516"/>
                </a:lnTo>
                <a:lnTo>
                  <a:pt x="156972" y="699516"/>
                </a:lnTo>
                <a:lnTo>
                  <a:pt x="161544" y="704088"/>
                </a:lnTo>
                <a:lnTo>
                  <a:pt x="163068" y="707136"/>
                </a:lnTo>
                <a:lnTo>
                  <a:pt x="163068" y="714756"/>
                </a:lnTo>
                <a:lnTo>
                  <a:pt x="167640" y="714756"/>
                </a:lnTo>
                <a:lnTo>
                  <a:pt x="167640" y="647700"/>
                </a:lnTo>
                <a:close/>
              </a:path>
              <a:path extrusionOk="0" h="715009" w="170814">
                <a:moveTo>
                  <a:pt x="167640" y="128016"/>
                </a:moveTo>
                <a:lnTo>
                  <a:pt x="163068" y="128016"/>
                </a:lnTo>
                <a:lnTo>
                  <a:pt x="163068" y="135636"/>
                </a:lnTo>
                <a:lnTo>
                  <a:pt x="158496" y="140208"/>
                </a:lnTo>
                <a:lnTo>
                  <a:pt x="156972" y="140208"/>
                </a:lnTo>
                <a:lnTo>
                  <a:pt x="155448" y="141732"/>
                </a:lnTo>
                <a:lnTo>
                  <a:pt x="115824" y="141732"/>
                </a:lnTo>
                <a:lnTo>
                  <a:pt x="79248" y="129540"/>
                </a:lnTo>
                <a:lnTo>
                  <a:pt x="76200" y="126492"/>
                </a:lnTo>
                <a:lnTo>
                  <a:pt x="76200" y="121920"/>
                </a:lnTo>
                <a:lnTo>
                  <a:pt x="79248" y="118872"/>
                </a:lnTo>
                <a:lnTo>
                  <a:pt x="80772" y="115824"/>
                </a:lnTo>
                <a:lnTo>
                  <a:pt x="83820" y="112776"/>
                </a:lnTo>
                <a:lnTo>
                  <a:pt x="85344" y="109728"/>
                </a:lnTo>
                <a:lnTo>
                  <a:pt x="85344" y="102108"/>
                </a:lnTo>
                <a:lnTo>
                  <a:pt x="83820" y="99060"/>
                </a:lnTo>
                <a:lnTo>
                  <a:pt x="77724" y="92964"/>
                </a:lnTo>
                <a:lnTo>
                  <a:pt x="74676" y="91440"/>
                </a:lnTo>
                <a:lnTo>
                  <a:pt x="64008" y="91440"/>
                </a:lnTo>
                <a:lnTo>
                  <a:pt x="60960" y="92964"/>
                </a:lnTo>
                <a:lnTo>
                  <a:pt x="54864" y="99060"/>
                </a:lnTo>
                <a:lnTo>
                  <a:pt x="53340" y="102108"/>
                </a:lnTo>
                <a:lnTo>
                  <a:pt x="53340" y="111252"/>
                </a:lnTo>
                <a:lnTo>
                  <a:pt x="54864" y="117348"/>
                </a:lnTo>
                <a:lnTo>
                  <a:pt x="59436" y="121920"/>
                </a:lnTo>
                <a:lnTo>
                  <a:pt x="62560" y="126492"/>
                </a:lnTo>
                <a:lnTo>
                  <a:pt x="67437" y="131254"/>
                </a:lnTo>
                <a:lnTo>
                  <a:pt x="74002" y="136283"/>
                </a:lnTo>
                <a:lnTo>
                  <a:pt x="82296" y="141732"/>
                </a:lnTo>
                <a:lnTo>
                  <a:pt x="56388" y="141732"/>
                </a:lnTo>
                <a:lnTo>
                  <a:pt x="56388" y="188976"/>
                </a:lnTo>
                <a:lnTo>
                  <a:pt x="60960" y="188976"/>
                </a:lnTo>
                <a:lnTo>
                  <a:pt x="60960" y="184404"/>
                </a:lnTo>
                <a:lnTo>
                  <a:pt x="62484" y="181356"/>
                </a:lnTo>
                <a:lnTo>
                  <a:pt x="64008" y="179832"/>
                </a:lnTo>
                <a:lnTo>
                  <a:pt x="64008" y="178308"/>
                </a:lnTo>
                <a:lnTo>
                  <a:pt x="65532" y="176784"/>
                </a:lnTo>
                <a:lnTo>
                  <a:pt x="68580" y="176784"/>
                </a:lnTo>
                <a:lnTo>
                  <a:pt x="70104" y="175260"/>
                </a:lnTo>
                <a:lnTo>
                  <a:pt x="150876" y="175260"/>
                </a:lnTo>
                <a:lnTo>
                  <a:pt x="156972" y="176784"/>
                </a:lnTo>
                <a:lnTo>
                  <a:pt x="160020" y="178308"/>
                </a:lnTo>
                <a:lnTo>
                  <a:pt x="161544" y="179832"/>
                </a:lnTo>
                <a:lnTo>
                  <a:pt x="163068" y="182880"/>
                </a:lnTo>
                <a:lnTo>
                  <a:pt x="163068" y="188976"/>
                </a:lnTo>
                <a:lnTo>
                  <a:pt x="167640" y="188976"/>
                </a:lnTo>
                <a:lnTo>
                  <a:pt x="167640" y="175260"/>
                </a:lnTo>
                <a:lnTo>
                  <a:pt x="167640" y="128016"/>
                </a:lnTo>
                <a:close/>
              </a:path>
              <a:path extrusionOk="0" h="715009" w="170814">
                <a:moveTo>
                  <a:pt x="170675" y="542544"/>
                </a:moveTo>
                <a:lnTo>
                  <a:pt x="169151" y="537972"/>
                </a:lnTo>
                <a:lnTo>
                  <a:pt x="166103" y="533400"/>
                </a:lnTo>
                <a:lnTo>
                  <a:pt x="163055" y="530352"/>
                </a:lnTo>
                <a:lnTo>
                  <a:pt x="160007" y="525780"/>
                </a:lnTo>
                <a:lnTo>
                  <a:pt x="152387" y="521208"/>
                </a:lnTo>
                <a:lnTo>
                  <a:pt x="150863" y="525780"/>
                </a:lnTo>
                <a:lnTo>
                  <a:pt x="153911" y="528828"/>
                </a:lnTo>
                <a:lnTo>
                  <a:pt x="153911" y="531876"/>
                </a:lnTo>
                <a:lnTo>
                  <a:pt x="150863" y="534924"/>
                </a:lnTo>
                <a:lnTo>
                  <a:pt x="150863" y="580644"/>
                </a:lnTo>
                <a:lnTo>
                  <a:pt x="150863" y="588264"/>
                </a:lnTo>
                <a:lnTo>
                  <a:pt x="149339" y="591312"/>
                </a:lnTo>
                <a:lnTo>
                  <a:pt x="144767" y="595884"/>
                </a:lnTo>
                <a:lnTo>
                  <a:pt x="141719" y="597408"/>
                </a:lnTo>
                <a:lnTo>
                  <a:pt x="134099" y="597408"/>
                </a:lnTo>
                <a:lnTo>
                  <a:pt x="106667" y="569976"/>
                </a:lnTo>
                <a:lnTo>
                  <a:pt x="144767" y="569976"/>
                </a:lnTo>
                <a:lnTo>
                  <a:pt x="149339" y="576072"/>
                </a:lnTo>
                <a:lnTo>
                  <a:pt x="150863" y="580644"/>
                </a:lnTo>
                <a:lnTo>
                  <a:pt x="150863" y="534924"/>
                </a:lnTo>
                <a:lnTo>
                  <a:pt x="85331" y="534924"/>
                </a:lnTo>
                <a:lnTo>
                  <a:pt x="77711" y="536448"/>
                </a:lnTo>
                <a:lnTo>
                  <a:pt x="74663" y="536448"/>
                </a:lnTo>
                <a:lnTo>
                  <a:pt x="53644" y="569976"/>
                </a:lnTo>
                <a:lnTo>
                  <a:pt x="53721" y="582168"/>
                </a:lnTo>
                <a:lnTo>
                  <a:pt x="54470" y="588073"/>
                </a:lnTo>
                <a:lnTo>
                  <a:pt x="54521" y="588264"/>
                </a:lnTo>
                <a:lnTo>
                  <a:pt x="55880" y="594360"/>
                </a:lnTo>
                <a:lnTo>
                  <a:pt x="57975" y="600646"/>
                </a:lnTo>
                <a:lnTo>
                  <a:pt x="63995" y="615696"/>
                </a:lnTo>
                <a:lnTo>
                  <a:pt x="70091" y="620268"/>
                </a:lnTo>
                <a:lnTo>
                  <a:pt x="74663" y="624840"/>
                </a:lnTo>
                <a:lnTo>
                  <a:pt x="80759" y="626364"/>
                </a:lnTo>
                <a:lnTo>
                  <a:pt x="91427" y="626364"/>
                </a:lnTo>
                <a:lnTo>
                  <a:pt x="94475" y="624840"/>
                </a:lnTo>
                <a:lnTo>
                  <a:pt x="100571" y="618744"/>
                </a:lnTo>
                <a:lnTo>
                  <a:pt x="102095" y="614172"/>
                </a:lnTo>
                <a:lnTo>
                  <a:pt x="102095" y="603504"/>
                </a:lnTo>
                <a:lnTo>
                  <a:pt x="100571" y="600456"/>
                </a:lnTo>
                <a:lnTo>
                  <a:pt x="94475" y="594360"/>
                </a:lnTo>
                <a:lnTo>
                  <a:pt x="91427" y="592836"/>
                </a:lnTo>
                <a:lnTo>
                  <a:pt x="83807" y="592836"/>
                </a:lnTo>
                <a:lnTo>
                  <a:pt x="80759" y="594360"/>
                </a:lnTo>
                <a:lnTo>
                  <a:pt x="76187" y="597408"/>
                </a:lnTo>
                <a:lnTo>
                  <a:pt x="74663" y="598932"/>
                </a:lnTo>
                <a:lnTo>
                  <a:pt x="71615" y="600456"/>
                </a:lnTo>
                <a:lnTo>
                  <a:pt x="65519" y="600456"/>
                </a:lnTo>
                <a:lnTo>
                  <a:pt x="62471" y="594360"/>
                </a:lnTo>
                <a:lnTo>
                  <a:pt x="60947" y="589788"/>
                </a:lnTo>
                <a:lnTo>
                  <a:pt x="60947" y="582168"/>
                </a:lnTo>
                <a:lnTo>
                  <a:pt x="63995" y="576072"/>
                </a:lnTo>
                <a:lnTo>
                  <a:pt x="67043" y="573024"/>
                </a:lnTo>
                <a:lnTo>
                  <a:pt x="70091" y="571500"/>
                </a:lnTo>
                <a:lnTo>
                  <a:pt x="71615" y="569976"/>
                </a:lnTo>
                <a:lnTo>
                  <a:pt x="99047" y="569976"/>
                </a:lnTo>
                <a:lnTo>
                  <a:pt x="107416" y="586816"/>
                </a:lnTo>
                <a:lnTo>
                  <a:pt x="114477" y="600646"/>
                </a:lnTo>
                <a:lnTo>
                  <a:pt x="120700" y="611339"/>
                </a:lnTo>
                <a:lnTo>
                  <a:pt x="126479" y="618744"/>
                </a:lnTo>
                <a:lnTo>
                  <a:pt x="132575" y="626364"/>
                </a:lnTo>
                <a:lnTo>
                  <a:pt x="140195" y="629412"/>
                </a:lnTo>
                <a:lnTo>
                  <a:pt x="155435" y="629412"/>
                </a:lnTo>
                <a:lnTo>
                  <a:pt x="160007" y="627888"/>
                </a:lnTo>
                <a:lnTo>
                  <a:pt x="169151" y="618744"/>
                </a:lnTo>
                <a:lnTo>
                  <a:pt x="170675" y="614172"/>
                </a:lnTo>
                <a:lnTo>
                  <a:pt x="170675" y="606552"/>
                </a:lnTo>
                <a:lnTo>
                  <a:pt x="152387" y="569976"/>
                </a:lnTo>
                <a:lnTo>
                  <a:pt x="158483" y="569976"/>
                </a:lnTo>
                <a:lnTo>
                  <a:pt x="163131" y="566864"/>
                </a:lnTo>
                <a:lnTo>
                  <a:pt x="166103" y="563880"/>
                </a:lnTo>
                <a:lnTo>
                  <a:pt x="169151" y="559308"/>
                </a:lnTo>
                <a:lnTo>
                  <a:pt x="170675" y="554736"/>
                </a:lnTo>
                <a:lnTo>
                  <a:pt x="170675" y="542544"/>
                </a:lnTo>
                <a:close/>
              </a:path>
              <a:path extrusionOk="0" h="715009" w="170814">
                <a:moveTo>
                  <a:pt x="170675" y="455676"/>
                </a:moveTo>
                <a:lnTo>
                  <a:pt x="154101" y="420243"/>
                </a:lnTo>
                <a:lnTo>
                  <a:pt x="141719" y="411480"/>
                </a:lnTo>
                <a:lnTo>
                  <a:pt x="138671" y="414528"/>
                </a:lnTo>
                <a:lnTo>
                  <a:pt x="143243" y="420624"/>
                </a:lnTo>
                <a:lnTo>
                  <a:pt x="146291" y="423672"/>
                </a:lnTo>
                <a:lnTo>
                  <a:pt x="147815" y="428244"/>
                </a:lnTo>
                <a:lnTo>
                  <a:pt x="150863" y="431292"/>
                </a:lnTo>
                <a:lnTo>
                  <a:pt x="150863" y="445008"/>
                </a:lnTo>
                <a:lnTo>
                  <a:pt x="117843" y="471398"/>
                </a:lnTo>
                <a:lnTo>
                  <a:pt x="94475" y="473964"/>
                </a:lnTo>
                <a:lnTo>
                  <a:pt x="85902" y="473659"/>
                </a:lnTo>
                <a:lnTo>
                  <a:pt x="60947" y="461772"/>
                </a:lnTo>
                <a:lnTo>
                  <a:pt x="60947" y="455676"/>
                </a:lnTo>
                <a:lnTo>
                  <a:pt x="62471" y="452628"/>
                </a:lnTo>
                <a:lnTo>
                  <a:pt x="63995" y="451104"/>
                </a:lnTo>
                <a:lnTo>
                  <a:pt x="70091" y="448056"/>
                </a:lnTo>
                <a:lnTo>
                  <a:pt x="74663" y="448056"/>
                </a:lnTo>
                <a:lnTo>
                  <a:pt x="83807" y="446532"/>
                </a:lnTo>
                <a:lnTo>
                  <a:pt x="89903" y="445008"/>
                </a:lnTo>
                <a:lnTo>
                  <a:pt x="95999" y="438912"/>
                </a:lnTo>
                <a:lnTo>
                  <a:pt x="97523" y="434340"/>
                </a:lnTo>
                <a:lnTo>
                  <a:pt x="97523" y="425196"/>
                </a:lnTo>
                <a:lnTo>
                  <a:pt x="95999" y="422148"/>
                </a:lnTo>
                <a:lnTo>
                  <a:pt x="92951" y="419100"/>
                </a:lnTo>
                <a:lnTo>
                  <a:pt x="91427" y="416052"/>
                </a:lnTo>
                <a:lnTo>
                  <a:pt x="86855" y="414528"/>
                </a:lnTo>
                <a:lnTo>
                  <a:pt x="74663" y="414528"/>
                </a:lnTo>
                <a:lnTo>
                  <a:pt x="53327" y="452628"/>
                </a:lnTo>
                <a:lnTo>
                  <a:pt x="54737" y="464629"/>
                </a:lnTo>
                <a:lnTo>
                  <a:pt x="83223" y="498906"/>
                </a:lnTo>
                <a:lnTo>
                  <a:pt x="114287" y="505968"/>
                </a:lnTo>
                <a:lnTo>
                  <a:pt x="125412" y="505117"/>
                </a:lnTo>
                <a:lnTo>
                  <a:pt x="161036" y="484822"/>
                </a:lnTo>
                <a:lnTo>
                  <a:pt x="169557" y="466534"/>
                </a:lnTo>
                <a:lnTo>
                  <a:pt x="170675" y="455676"/>
                </a:lnTo>
                <a:close/>
              </a:path>
              <a:path extrusionOk="0" h="715009" w="170814">
                <a:moveTo>
                  <a:pt x="170675" y="260604"/>
                </a:moveTo>
                <a:lnTo>
                  <a:pt x="169519" y="247967"/>
                </a:lnTo>
                <a:lnTo>
                  <a:pt x="167627" y="242316"/>
                </a:lnTo>
                <a:lnTo>
                  <a:pt x="165912" y="237172"/>
                </a:lnTo>
                <a:lnTo>
                  <a:pt x="163055" y="232841"/>
                </a:lnTo>
                <a:lnTo>
                  <a:pt x="163055" y="256032"/>
                </a:lnTo>
                <a:lnTo>
                  <a:pt x="163055" y="263652"/>
                </a:lnTo>
                <a:lnTo>
                  <a:pt x="161531" y="266700"/>
                </a:lnTo>
                <a:lnTo>
                  <a:pt x="155435" y="272796"/>
                </a:lnTo>
                <a:lnTo>
                  <a:pt x="150863" y="275844"/>
                </a:lnTo>
                <a:lnTo>
                  <a:pt x="146291" y="275844"/>
                </a:lnTo>
                <a:lnTo>
                  <a:pt x="138798" y="277355"/>
                </a:lnTo>
                <a:lnTo>
                  <a:pt x="110172" y="277355"/>
                </a:lnTo>
                <a:lnTo>
                  <a:pt x="99999" y="277177"/>
                </a:lnTo>
                <a:lnTo>
                  <a:pt x="91262" y="276733"/>
                </a:lnTo>
                <a:lnTo>
                  <a:pt x="83807" y="275844"/>
                </a:lnTo>
                <a:lnTo>
                  <a:pt x="74663" y="275844"/>
                </a:lnTo>
                <a:lnTo>
                  <a:pt x="68567" y="272796"/>
                </a:lnTo>
                <a:lnTo>
                  <a:pt x="65519" y="269748"/>
                </a:lnTo>
                <a:lnTo>
                  <a:pt x="62471" y="268224"/>
                </a:lnTo>
                <a:lnTo>
                  <a:pt x="60947" y="263652"/>
                </a:lnTo>
                <a:lnTo>
                  <a:pt x="60947" y="256032"/>
                </a:lnTo>
                <a:lnTo>
                  <a:pt x="62471" y="254508"/>
                </a:lnTo>
                <a:lnTo>
                  <a:pt x="65519" y="248412"/>
                </a:lnTo>
                <a:lnTo>
                  <a:pt x="102095" y="242316"/>
                </a:lnTo>
                <a:lnTo>
                  <a:pt x="118694" y="242582"/>
                </a:lnTo>
                <a:lnTo>
                  <a:pt x="132003" y="243268"/>
                </a:lnTo>
                <a:lnTo>
                  <a:pt x="142176" y="244246"/>
                </a:lnTo>
                <a:lnTo>
                  <a:pt x="149339" y="245364"/>
                </a:lnTo>
                <a:lnTo>
                  <a:pt x="153911" y="245364"/>
                </a:lnTo>
                <a:lnTo>
                  <a:pt x="160007" y="251460"/>
                </a:lnTo>
                <a:lnTo>
                  <a:pt x="161531" y="254508"/>
                </a:lnTo>
                <a:lnTo>
                  <a:pt x="163055" y="256032"/>
                </a:lnTo>
                <a:lnTo>
                  <a:pt x="163055" y="232841"/>
                </a:lnTo>
                <a:lnTo>
                  <a:pt x="159753" y="227825"/>
                </a:lnTo>
                <a:lnTo>
                  <a:pt x="123863" y="208102"/>
                </a:lnTo>
                <a:lnTo>
                  <a:pt x="112763" y="207264"/>
                </a:lnTo>
                <a:lnTo>
                  <a:pt x="104152" y="207822"/>
                </a:lnTo>
                <a:lnTo>
                  <a:pt x="64935" y="227533"/>
                </a:lnTo>
                <a:lnTo>
                  <a:pt x="53822" y="254508"/>
                </a:lnTo>
                <a:lnTo>
                  <a:pt x="53695" y="256032"/>
                </a:lnTo>
                <a:lnTo>
                  <a:pt x="71615" y="298704"/>
                </a:lnTo>
                <a:lnTo>
                  <a:pt x="112763" y="312420"/>
                </a:lnTo>
                <a:lnTo>
                  <a:pt x="123913" y="311569"/>
                </a:lnTo>
                <a:lnTo>
                  <a:pt x="161036" y="291261"/>
                </a:lnTo>
                <a:lnTo>
                  <a:pt x="168008" y="277177"/>
                </a:lnTo>
                <a:lnTo>
                  <a:pt x="169557" y="272351"/>
                </a:lnTo>
                <a:lnTo>
                  <a:pt x="170675" y="260604"/>
                </a:lnTo>
                <a:close/>
              </a:path>
              <a:path extrusionOk="0" h="715009" w="170814">
                <a:moveTo>
                  <a:pt x="170688" y="358140"/>
                </a:moveTo>
                <a:lnTo>
                  <a:pt x="169278" y="348665"/>
                </a:lnTo>
                <a:lnTo>
                  <a:pt x="165163" y="340614"/>
                </a:lnTo>
                <a:lnTo>
                  <a:pt x="158470" y="333717"/>
                </a:lnTo>
                <a:lnTo>
                  <a:pt x="149352" y="327660"/>
                </a:lnTo>
                <a:lnTo>
                  <a:pt x="146304" y="332232"/>
                </a:lnTo>
                <a:lnTo>
                  <a:pt x="153924" y="336804"/>
                </a:lnTo>
                <a:lnTo>
                  <a:pt x="156972" y="339852"/>
                </a:lnTo>
                <a:lnTo>
                  <a:pt x="156972" y="347472"/>
                </a:lnTo>
                <a:lnTo>
                  <a:pt x="152400" y="352044"/>
                </a:lnTo>
                <a:lnTo>
                  <a:pt x="68580" y="352044"/>
                </a:lnTo>
                <a:lnTo>
                  <a:pt x="68580" y="327660"/>
                </a:lnTo>
                <a:lnTo>
                  <a:pt x="56388" y="327660"/>
                </a:lnTo>
                <a:lnTo>
                  <a:pt x="56388" y="352044"/>
                </a:lnTo>
                <a:lnTo>
                  <a:pt x="15240" y="352044"/>
                </a:lnTo>
                <a:lnTo>
                  <a:pt x="15240" y="356616"/>
                </a:lnTo>
                <a:lnTo>
                  <a:pt x="47713" y="380885"/>
                </a:lnTo>
                <a:lnTo>
                  <a:pt x="64008" y="400812"/>
                </a:lnTo>
                <a:lnTo>
                  <a:pt x="68580" y="400812"/>
                </a:lnTo>
                <a:lnTo>
                  <a:pt x="68580" y="385572"/>
                </a:lnTo>
                <a:lnTo>
                  <a:pt x="150876" y="385572"/>
                </a:lnTo>
                <a:lnTo>
                  <a:pt x="156972" y="384048"/>
                </a:lnTo>
                <a:lnTo>
                  <a:pt x="161544" y="381000"/>
                </a:lnTo>
                <a:lnTo>
                  <a:pt x="164592" y="376428"/>
                </a:lnTo>
                <a:lnTo>
                  <a:pt x="169164" y="371856"/>
                </a:lnTo>
                <a:lnTo>
                  <a:pt x="170688" y="365760"/>
                </a:lnTo>
                <a:lnTo>
                  <a:pt x="170688" y="358140"/>
                </a:lnTo>
                <a:close/>
              </a:path>
              <a:path extrusionOk="0" h="715009" w="170814">
                <a:moveTo>
                  <a:pt x="170688" y="30480"/>
                </a:moveTo>
                <a:lnTo>
                  <a:pt x="140208" y="0"/>
                </a:lnTo>
                <a:lnTo>
                  <a:pt x="126492" y="0"/>
                </a:lnTo>
                <a:lnTo>
                  <a:pt x="120396" y="1524"/>
                </a:lnTo>
                <a:lnTo>
                  <a:pt x="115824" y="6096"/>
                </a:lnTo>
                <a:lnTo>
                  <a:pt x="111201" y="9486"/>
                </a:lnTo>
                <a:lnTo>
                  <a:pt x="106299" y="14859"/>
                </a:lnTo>
                <a:lnTo>
                  <a:pt x="94488" y="30480"/>
                </a:lnTo>
                <a:lnTo>
                  <a:pt x="89077" y="38531"/>
                </a:lnTo>
                <a:lnTo>
                  <a:pt x="84391" y="44577"/>
                </a:lnTo>
                <a:lnTo>
                  <a:pt x="80556" y="48920"/>
                </a:lnTo>
                <a:lnTo>
                  <a:pt x="74676" y="54864"/>
                </a:lnTo>
                <a:lnTo>
                  <a:pt x="68580" y="54864"/>
                </a:lnTo>
                <a:lnTo>
                  <a:pt x="67056" y="53340"/>
                </a:lnTo>
                <a:lnTo>
                  <a:pt x="64008" y="51816"/>
                </a:lnTo>
                <a:lnTo>
                  <a:pt x="60960" y="45720"/>
                </a:lnTo>
                <a:lnTo>
                  <a:pt x="60960" y="38100"/>
                </a:lnTo>
                <a:lnTo>
                  <a:pt x="64008" y="32004"/>
                </a:lnTo>
                <a:lnTo>
                  <a:pt x="68580" y="27432"/>
                </a:lnTo>
                <a:lnTo>
                  <a:pt x="71958" y="23126"/>
                </a:lnTo>
                <a:lnTo>
                  <a:pt x="77343" y="19240"/>
                </a:lnTo>
                <a:lnTo>
                  <a:pt x="84429" y="15646"/>
                </a:lnTo>
                <a:lnTo>
                  <a:pt x="92964" y="12192"/>
                </a:lnTo>
                <a:lnTo>
                  <a:pt x="92964" y="7620"/>
                </a:lnTo>
                <a:lnTo>
                  <a:pt x="53340" y="7620"/>
                </a:lnTo>
                <a:lnTo>
                  <a:pt x="53340" y="12192"/>
                </a:lnTo>
                <a:lnTo>
                  <a:pt x="56388" y="13716"/>
                </a:lnTo>
                <a:lnTo>
                  <a:pt x="57912" y="15240"/>
                </a:lnTo>
                <a:lnTo>
                  <a:pt x="57912" y="16764"/>
                </a:lnTo>
                <a:lnTo>
                  <a:pt x="59436" y="16764"/>
                </a:lnTo>
                <a:lnTo>
                  <a:pt x="59436" y="22860"/>
                </a:lnTo>
                <a:lnTo>
                  <a:pt x="57912" y="24384"/>
                </a:lnTo>
                <a:lnTo>
                  <a:pt x="54864" y="30480"/>
                </a:lnTo>
                <a:lnTo>
                  <a:pt x="53340" y="36576"/>
                </a:lnTo>
                <a:lnTo>
                  <a:pt x="53340" y="42672"/>
                </a:lnTo>
                <a:lnTo>
                  <a:pt x="79248" y="77724"/>
                </a:lnTo>
                <a:lnTo>
                  <a:pt x="96012" y="77724"/>
                </a:lnTo>
                <a:lnTo>
                  <a:pt x="102108" y="74676"/>
                </a:lnTo>
                <a:lnTo>
                  <a:pt x="109728" y="70104"/>
                </a:lnTo>
                <a:lnTo>
                  <a:pt x="112788" y="66090"/>
                </a:lnTo>
                <a:lnTo>
                  <a:pt x="117157" y="60769"/>
                </a:lnTo>
                <a:lnTo>
                  <a:pt x="122364" y="54038"/>
                </a:lnTo>
                <a:lnTo>
                  <a:pt x="134112" y="36576"/>
                </a:lnTo>
                <a:lnTo>
                  <a:pt x="143256" y="27432"/>
                </a:lnTo>
                <a:lnTo>
                  <a:pt x="147828" y="25908"/>
                </a:lnTo>
                <a:lnTo>
                  <a:pt x="153924" y="25908"/>
                </a:lnTo>
                <a:lnTo>
                  <a:pt x="160020" y="28956"/>
                </a:lnTo>
                <a:lnTo>
                  <a:pt x="163068" y="35052"/>
                </a:lnTo>
                <a:lnTo>
                  <a:pt x="163068" y="45720"/>
                </a:lnTo>
                <a:lnTo>
                  <a:pt x="131064" y="73152"/>
                </a:lnTo>
                <a:lnTo>
                  <a:pt x="131064" y="77724"/>
                </a:lnTo>
                <a:lnTo>
                  <a:pt x="170688" y="77724"/>
                </a:lnTo>
                <a:lnTo>
                  <a:pt x="170688" y="73152"/>
                </a:lnTo>
                <a:lnTo>
                  <a:pt x="166116" y="71628"/>
                </a:lnTo>
                <a:lnTo>
                  <a:pt x="164592" y="68580"/>
                </a:lnTo>
                <a:lnTo>
                  <a:pt x="164592" y="64008"/>
                </a:lnTo>
                <a:lnTo>
                  <a:pt x="166116" y="60960"/>
                </a:lnTo>
                <a:lnTo>
                  <a:pt x="169164" y="51816"/>
                </a:lnTo>
                <a:lnTo>
                  <a:pt x="170688" y="44196"/>
                </a:lnTo>
                <a:lnTo>
                  <a:pt x="170688" y="304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6" name="Google Shape;3056;p50"/>
          <p:cNvSpPr/>
          <p:nvPr/>
        </p:nvSpPr>
        <p:spPr>
          <a:xfrm>
            <a:off x="3252203" y="6266688"/>
            <a:ext cx="167640" cy="524510"/>
          </a:xfrm>
          <a:custGeom>
            <a:rect b="b" l="l" r="r" t="t"/>
            <a:pathLst>
              <a:path extrusionOk="0" h="524509" w="167639">
                <a:moveTo>
                  <a:pt x="114312" y="336804"/>
                </a:moveTo>
                <a:lnTo>
                  <a:pt x="109740" y="336804"/>
                </a:lnTo>
                <a:lnTo>
                  <a:pt x="109740" y="344424"/>
                </a:lnTo>
                <a:lnTo>
                  <a:pt x="105168" y="348996"/>
                </a:lnTo>
                <a:lnTo>
                  <a:pt x="103644" y="348996"/>
                </a:lnTo>
                <a:lnTo>
                  <a:pt x="102120" y="350520"/>
                </a:lnTo>
                <a:lnTo>
                  <a:pt x="62496" y="350520"/>
                </a:lnTo>
                <a:lnTo>
                  <a:pt x="25920" y="338328"/>
                </a:lnTo>
                <a:lnTo>
                  <a:pt x="24396" y="336804"/>
                </a:lnTo>
                <a:lnTo>
                  <a:pt x="22872" y="333756"/>
                </a:lnTo>
                <a:lnTo>
                  <a:pt x="22872" y="330708"/>
                </a:lnTo>
                <a:lnTo>
                  <a:pt x="25920" y="327660"/>
                </a:lnTo>
                <a:lnTo>
                  <a:pt x="27444" y="324612"/>
                </a:lnTo>
                <a:lnTo>
                  <a:pt x="30492" y="321564"/>
                </a:lnTo>
                <a:lnTo>
                  <a:pt x="32016" y="318516"/>
                </a:lnTo>
                <a:lnTo>
                  <a:pt x="32016" y="310896"/>
                </a:lnTo>
                <a:lnTo>
                  <a:pt x="30492" y="307848"/>
                </a:lnTo>
                <a:lnTo>
                  <a:pt x="24396" y="301752"/>
                </a:lnTo>
                <a:lnTo>
                  <a:pt x="21348" y="300228"/>
                </a:lnTo>
                <a:lnTo>
                  <a:pt x="10680" y="300228"/>
                </a:lnTo>
                <a:lnTo>
                  <a:pt x="7632" y="301752"/>
                </a:lnTo>
                <a:lnTo>
                  <a:pt x="4584" y="304800"/>
                </a:lnTo>
                <a:lnTo>
                  <a:pt x="1536" y="306324"/>
                </a:lnTo>
                <a:lnTo>
                  <a:pt x="12" y="310896"/>
                </a:lnTo>
                <a:lnTo>
                  <a:pt x="12" y="320040"/>
                </a:lnTo>
                <a:lnTo>
                  <a:pt x="1536" y="326136"/>
                </a:lnTo>
                <a:lnTo>
                  <a:pt x="6108" y="330708"/>
                </a:lnTo>
                <a:lnTo>
                  <a:pt x="9245" y="335305"/>
                </a:lnTo>
                <a:lnTo>
                  <a:pt x="14109" y="340042"/>
                </a:lnTo>
                <a:lnTo>
                  <a:pt x="20675" y="345071"/>
                </a:lnTo>
                <a:lnTo>
                  <a:pt x="28968" y="350520"/>
                </a:lnTo>
                <a:lnTo>
                  <a:pt x="3060" y="350520"/>
                </a:lnTo>
                <a:lnTo>
                  <a:pt x="3060" y="397764"/>
                </a:lnTo>
                <a:lnTo>
                  <a:pt x="7632" y="397764"/>
                </a:lnTo>
                <a:lnTo>
                  <a:pt x="7632" y="393192"/>
                </a:lnTo>
                <a:lnTo>
                  <a:pt x="9156" y="390144"/>
                </a:lnTo>
                <a:lnTo>
                  <a:pt x="10680" y="388620"/>
                </a:lnTo>
                <a:lnTo>
                  <a:pt x="10680" y="387096"/>
                </a:lnTo>
                <a:lnTo>
                  <a:pt x="12204" y="385572"/>
                </a:lnTo>
                <a:lnTo>
                  <a:pt x="15252" y="385572"/>
                </a:lnTo>
                <a:lnTo>
                  <a:pt x="16776" y="384048"/>
                </a:lnTo>
                <a:lnTo>
                  <a:pt x="97548" y="384048"/>
                </a:lnTo>
                <a:lnTo>
                  <a:pt x="103644" y="385572"/>
                </a:lnTo>
                <a:lnTo>
                  <a:pt x="106692" y="387096"/>
                </a:lnTo>
                <a:lnTo>
                  <a:pt x="108216" y="388620"/>
                </a:lnTo>
                <a:lnTo>
                  <a:pt x="109740" y="391668"/>
                </a:lnTo>
                <a:lnTo>
                  <a:pt x="109740" y="397764"/>
                </a:lnTo>
                <a:lnTo>
                  <a:pt x="114312" y="397764"/>
                </a:lnTo>
                <a:lnTo>
                  <a:pt x="114312" y="384048"/>
                </a:lnTo>
                <a:lnTo>
                  <a:pt x="114312" y="336804"/>
                </a:lnTo>
                <a:close/>
              </a:path>
              <a:path extrusionOk="0" h="524509" w="167639">
                <a:moveTo>
                  <a:pt x="117348" y="236220"/>
                </a:moveTo>
                <a:lnTo>
                  <a:pt x="116192" y="224218"/>
                </a:lnTo>
                <a:lnTo>
                  <a:pt x="116128" y="224028"/>
                </a:lnTo>
                <a:lnTo>
                  <a:pt x="114109" y="217932"/>
                </a:lnTo>
                <a:lnTo>
                  <a:pt x="112585" y="213360"/>
                </a:lnTo>
                <a:lnTo>
                  <a:pt x="109728" y="208864"/>
                </a:lnTo>
                <a:lnTo>
                  <a:pt x="109728" y="233172"/>
                </a:lnTo>
                <a:lnTo>
                  <a:pt x="109728" y="240792"/>
                </a:lnTo>
                <a:lnTo>
                  <a:pt x="108204" y="243840"/>
                </a:lnTo>
                <a:lnTo>
                  <a:pt x="102108" y="249936"/>
                </a:lnTo>
                <a:lnTo>
                  <a:pt x="97536" y="251460"/>
                </a:lnTo>
                <a:lnTo>
                  <a:pt x="92964" y="251460"/>
                </a:lnTo>
                <a:lnTo>
                  <a:pt x="85344" y="252984"/>
                </a:lnTo>
                <a:lnTo>
                  <a:pt x="30480" y="252984"/>
                </a:lnTo>
                <a:lnTo>
                  <a:pt x="21336" y="251460"/>
                </a:lnTo>
                <a:lnTo>
                  <a:pt x="15240" y="249936"/>
                </a:lnTo>
                <a:lnTo>
                  <a:pt x="9144" y="243840"/>
                </a:lnTo>
                <a:lnTo>
                  <a:pt x="7620" y="240792"/>
                </a:lnTo>
                <a:lnTo>
                  <a:pt x="7620" y="233172"/>
                </a:lnTo>
                <a:lnTo>
                  <a:pt x="48768" y="217932"/>
                </a:lnTo>
                <a:lnTo>
                  <a:pt x="65366" y="218198"/>
                </a:lnTo>
                <a:lnTo>
                  <a:pt x="103632" y="224028"/>
                </a:lnTo>
                <a:lnTo>
                  <a:pt x="109728" y="233172"/>
                </a:lnTo>
                <a:lnTo>
                  <a:pt x="109728" y="208864"/>
                </a:lnTo>
                <a:lnTo>
                  <a:pt x="70535" y="183718"/>
                </a:lnTo>
                <a:lnTo>
                  <a:pt x="59436" y="182880"/>
                </a:lnTo>
                <a:lnTo>
                  <a:pt x="50825" y="183438"/>
                </a:lnTo>
                <a:lnTo>
                  <a:pt x="11607" y="203365"/>
                </a:lnTo>
                <a:lnTo>
                  <a:pt x="0" y="236220"/>
                </a:lnTo>
                <a:lnTo>
                  <a:pt x="1143" y="247967"/>
                </a:lnTo>
                <a:lnTo>
                  <a:pt x="1219" y="248183"/>
                </a:lnTo>
                <a:lnTo>
                  <a:pt x="4572" y="258127"/>
                </a:lnTo>
                <a:lnTo>
                  <a:pt x="37147" y="284607"/>
                </a:lnTo>
                <a:lnTo>
                  <a:pt x="59436" y="288036"/>
                </a:lnTo>
                <a:lnTo>
                  <a:pt x="70586" y="287185"/>
                </a:lnTo>
                <a:lnTo>
                  <a:pt x="107708" y="267512"/>
                </a:lnTo>
                <a:lnTo>
                  <a:pt x="116255" y="247967"/>
                </a:lnTo>
                <a:lnTo>
                  <a:pt x="117348" y="236220"/>
                </a:lnTo>
                <a:close/>
              </a:path>
              <a:path extrusionOk="0" h="524509" w="167639">
                <a:moveTo>
                  <a:pt x="117360" y="50292"/>
                </a:moveTo>
                <a:lnTo>
                  <a:pt x="41021" y="21336"/>
                </a:lnTo>
                <a:lnTo>
                  <a:pt x="28968" y="16764"/>
                </a:lnTo>
                <a:lnTo>
                  <a:pt x="19824" y="13716"/>
                </a:lnTo>
                <a:lnTo>
                  <a:pt x="13728" y="10668"/>
                </a:lnTo>
                <a:lnTo>
                  <a:pt x="9156" y="6096"/>
                </a:lnTo>
                <a:lnTo>
                  <a:pt x="7632" y="3048"/>
                </a:lnTo>
                <a:lnTo>
                  <a:pt x="7632" y="0"/>
                </a:lnTo>
                <a:lnTo>
                  <a:pt x="3060" y="0"/>
                </a:lnTo>
                <a:lnTo>
                  <a:pt x="3060" y="33528"/>
                </a:lnTo>
                <a:lnTo>
                  <a:pt x="7632" y="33528"/>
                </a:lnTo>
                <a:lnTo>
                  <a:pt x="7632" y="28956"/>
                </a:lnTo>
                <a:lnTo>
                  <a:pt x="9156" y="25908"/>
                </a:lnTo>
                <a:lnTo>
                  <a:pt x="13728" y="21336"/>
                </a:lnTo>
                <a:lnTo>
                  <a:pt x="19824" y="21336"/>
                </a:lnTo>
                <a:lnTo>
                  <a:pt x="22872" y="22860"/>
                </a:lnTo>
                <a:lnTo>
                  <a:pt x="28968" y="24384"/>
                </a:lnTo>
                <a:lnTo>
                  <a:pt x="68592" y="39624"/>
                </a:lnTo>
                <a:lnTo>
                  <a:pt x="24396" y="54864"/>
                </a:lnTo>
                <a:lnTo>
                  <a:pt x="19824" y="57912"/>
                </a:lnTo>
                <a:lnTo>
                  <a:pt x="15252" y="59436"/>
                </a:lnTo>
                <a:lnTo>
                  <a:pt x="12204" y="59436"/>
                </a:lnTo>
                <a:lnTo>
                  <a:pt x="9156" y="56388"/>
                </a:lnTo>
                <a:lnTo>
                  <a:pt x="7632" y="53340"/>
                </a:lnTo>
                <a:lnTo>
                  <a:pt x="7632" y="48768"/>
                </a:lnTo>
                <a:lnTo>
                  <a:pt x="3060" y="48768"/>
                </a:lnTo>
                <a:lnTo>
                  <a:pt x="3060" y="106680"/>
                </a:lnTo>
                <a:lnTo>
                  <a:pt x="7632" y="106680"/>
                </a:lnTo>
                <a:lnTo>
                  <a:pt x="7632" y="102108"/>
                </a:lnTo>
                <a:lnTo>
                  <a:pt x="9156" y="99060"/>
                </a:lnTo>
                <a:lnTo>
                  <a:pt x="12204" y="96012"/>
                </a:lnTo>
                <a:lnTo>
                  <a:pt x="16776" y="94488"/>
                </a:lnTo>
                <a:lnTo>
                  <a:pt x="22872" y="91440"/>
                </a:lnTo>
                <a:lnTo>
                  <a:pt x="27444" y="89916"/>
                </a:lnTo>
                <a:lnTo>
                  <a:pt x="68592" y="105156"/>
                </a:lnTo>
                <a:lnTo>
                  <a:pt x="24396" y="121920"/>
                </a:lnTo>
                <a:lnTo>
                  <a:pt x="18300" y="123444"/>
                </a:lnTo>
                <a:lnTo>
                  <a:pt x="13728" y="124968"/>
                </a:lnTo>
                <a:lnTo>
                  <a:pt x="10680" y="124968"/>
                </a:lnTo>
                <a:lnTo>
                  <a:pt x="7632" y="121920"/>
                </a:lnTo>
                <a:lnTo>
                  <a:pt x="7632" y="115824"/>
                </a:lnTo>
                <a:lnTo>
                  <a:pt x="3060" y="115824"/>
                </a:lnTo>
                <a:lnTo>
                  <a:pt x="3060" y="173736"/>
                </a:lnTo>
                <a:lnTo>
                  <a:pt x="7632" y="173736"/>
                </a:lnTo>
                <a:lnTo>
                  <a:pt x="9156" y="169164"/>
                </a:lnTo>
                <a:lnTo>
                  <a:pt x="10680" y="166116"/>
                </a:lnTo>
                <a:lnTo>
                  <a:pt x="13728" y="164592"/>
                </a:lnTo>
                <a:lnTo>
                  <a:pt x="16891" y="161404"/>
                </a:lnTo>
                <a:lnTo>
                  <a:pt x="21920" y="158496"/>
                </a:lnTo>
                <a:lnTo>
                  <a:pt x="28943" y="155600"/>
                </a:lnTo>
                <a:lnTo>
                  <a:pt x="38112" y="152400"/>
                </a:lnTo>
                <a:lnTo>
                  <a:pt x="109435" y="124968"/>
                </a:lnTo>
                <a:lnTo>
                  <a:pt x="117360" y="121920"/>
                </a:lnTo>
                <a:lnTo>
                  <a:pt x="117360" y="114300"/>
                </a:lnTo>
                <a:lnTo>
                  <a:pt x="46913" y="89916"/>
                </a:lnTo>
                <a:lnTo>
                  <a:pt x="38112" y="86868"/>
                </a:lnTo>
                <a:lnTo>
                  <a:pt x="113182" y="59436"/>
                </a:lnTo>
                <a:lnTo>
                  <a:pt x="117360" y="57912"/>
                </a:lnTo>
                <a:lnTo>
                  <a:pt x="117360" y="50292"/>
                </a:lnTo>
                <a:close/>
              </a:path>
              <a:path extrusionOk="0" h="524509" w="167639">
                <a:moveTo>
                  <a:pt x="167386" y="480161"/>
                </a:moveTo>
                <a:lnTo>
                  <a:pt x="167335" y="462686"/>
                </a:lnTo>
                <a:lnTo>
                  <a:pt x="167220" y="461708"/>
                </a:lnTo>
                <a:lnTo>
                  <a:pt x="166319" y="453771"/>
                </a:lnTo>
                <a:lnTo>
                  <a:pt x="164426" y="445439"/>
                </a:lnTo>
                <a:lnTo>
                  <a:pt x="161556" y="437388"/>
                </a:lnTo>
                <a:lnTo>
                  <a:pt x="160947" y="434340"/>
                </a:lnTo>
                <a:lnTo>
                  <a:pt x="160858" y="433946"/>
                </a:lnTo>
                <a:lnTo>
                  <a:pt x="160032" y="429768"/>
                </a:lnTo>
                <a:lnTo>
                  <a:pt x="159740" y="429475"/>
                </a:lnTo>
                <a:lnTo>
                  <a:pt x="159740" y="461708"/>
                </a:lnTo>
                <a:lnTo>
                  <a:pt x="159740" y="478828"/>
                </a:lnTo>
                <a:lnTo>
                  <a:pt x="158889" y="486537"/>
                </a:lnTo>
                <a:lnTo>
                  <a:pt x="157454" y="492544"/>
                </a:lnTo>
                <a:lnTo>
                  <a:pt x="155460" y="496824"/>
                </a:lnTo>
                <a:lnTo>
                  <a:pt x="147840" y="504444"/>
                </a:lnTo>
                <a:lnTo>
                  <a:pt x="138696" y="504444"/>
                </a:lnTo>
                <a:lnTo>
                  <a:pt x="135648" y="501396"/>
                </a:lnTo>
                <a:lnTo>
                  <a:pt x="135521" y="501205"/>
                </a:lnTo>
                <a:lnTo>
                  <a:pt x="133616" y="498348"/>
                </a:lnTo>
                <a:lnTo>
                  <a:pt x="132600" y="496824"/>
                </a:lnTo>
                <a:lnTo>
                  <a:pt x="132600" y="495300"/>
                </a:lnTo>
                <a:lnTo>
                  <a:pt x="131076" y="489204"/>
                </a:lnTo>
                <a:lnTo>
                  <a:pt x="131711" y="449872"/>
                </a:lnTo>
                <a:lnTo>
                  <a:pt x="134124" y="441960"/>
                </a:lnTo>
                <a:lnTo>
                  <a:pt x="134188" y="441769"/>
                </a:lnTo>
                <a:lnTo>
                  <a:pt x="135648" y="437388"/>
                </a:lnTo>
                <a:lnTo>
                  <a:pt x="138696" y="434340"/>
                </a:lnTo>
                <a:lnTo>
                  <a:pt x="147840" y="434340"/>
                </a:lnTo>
                <a:lnTo>
                  <a:pt x="159740" y="461708"/>
                </a:lnTo>
                <a:lnTo>
                  <a:pt x="159740" y="429475"/>
                </a:lnTo>
                <a:lnTo>
                  <a:pt x="155460" y="425196"/>
                </a:lnTo>
                <a:lnTo>
                  <a:pt x="149364" y="420624"/>
                </a:lnTo>
                <a:lnTo>
                  <a:pt x="144792" y="416052"/>
                </a:lnTo>
                <a:lnTo>
                  <a:pt x="138696" y="414528"/>
                </a:lnTo>
                <a:lnTo>
                  <a:pt x="131076" y="414528"/>
                </a:lnTo>
                <a:lnTo>
                  <a:pt x="103454" y="441769"/>
                </a:lnTo>
                <a:lnTo>
                  <a:pt x="102247" y="458343"/>
                </a:lnTo>
                <a:lnTo>
                  <a:pt x="102133" y="462686"/>
                </a:lnTo>
                <a:lnTo>
                  <a:pt x="102120" y="492252"/>
                </a:lnTo>
                <a:lnTo>
                  <a:pt x="96024" y="498348"/>
                </a:lnTo>
                <a:lnTo>
                  <a:pt x="88404" y="498348"/>
                </a:lnTo>
                <a:lnTo>
                  <a:pt x="83832" y="493776"/>
                </a:lnTo>
                <a:lnTo>
                  <a:pt x="80784" y="492252"/>
                </a:lnTo>
                <a:lnTo>
                  <a:pt x="80784" y="489204"/>
                </a:lnTo>
                <a:lnTo>
                  <a:pt x="80784" y="464820"/>
                </a:lnTo>
                <a:lnTo>
                  <a:pt x="79260" y="457200"/>
                </a:lnTo>
                <a:lnTo>
                  <a:pt x="73164" y="441960"/>
                </a:lnTo>
                <a:lnTo>
                  <a:pt x="73164" y="467868"/>
                </a:lnTo>
                <a:lnTo>
                  <a:pt x="73164" y="477012"/>
                </a:lnTo>
                <a:lnTo>
                  <a:pt x="71640" y="481584"/>
                </a:lnTo>
                <a:lnTo>
                  <a:pt x="62496" y="487680"/>
                </a:lnTo>
                <a:lnTo>
                  <a:pt x="54876" y="489204"/>
                </a:lnTo>
                <a:lnTo>
                  <a:pt x="42684" y="489204"/>
                </a:lnTo>
                <a:lnTo>
                  <a:pt x="33248" y="488924"/>
                </a:lnTo>
                <a:lnTo>
                  <a:pt x="25539" y="488061"/>
                </a:lnTo>
                <a:lnTo>
                  <a:pt x="19138" y="486537"/>
                </a:lnTo>
                <a:lnTo>
                  <a:pt x="19329" y="486537"/>
                </a:lnTo>
                <a:lnTo>
                  <a:pt x="15252" y="484632"/>
                </a:lnTo>
                <a:lnTo>
                  <a:pt x="10680" y="481584"/>
                </a:lnTo>
                <a:lnTo>
                  <a:pt x="7632" y="477012"/>
                </a:lnTo>
                <a:lnTo>
                  <a:pt x="7632" y="467868"/>
                </a:lnTo>
                <a:lnTo>
                  <a:pt x="41160" y="457200"/>
                </a:lnTo>
                <a:lnTo>
                  <a:pt x="50342" y="457492"/>
                </a:lnTo>
                <a:lnTo>
                  <a:pt x="73164" y="467868"/>
                </a:lnTo>
                <a:lnTo>
                  <a:pt x="73164" y="441960"/>
                </a:lnTo>
                <a:lnTo>
                  <a:pt x="68592" y="435864"/>
                </a:lnTo>
                <a:lnTo>
                  <a:pt x="56400" y="426720"/>
                </a:lnTo>
                <a:lnTo>
                  <a:pt x="48780" y="425196"/>
                </a:lnTo>
                <a:lnTo>
                  <a:pt x="32016" y="425196"/>
                </a:lnTo>
                <a:lnTo>
                  <a:pt x="27444" y="428244"/>
                </a:lnTo>
                <a:lnTo>
                  <a:pt x="21348" y="431292"/>
                </a:lnTo>
                <a:lnTo>
                  <a:pt x="16776" y="435864"/>
                </a:lnTo>
                <a:lnTo>
                  <a:pt x="16776" y="414528"/>
                </a:lnTo>
                <a:lnTo>
                  <a:pt x="3060" y="414528"/>
                </a:lnTo>
                <a:lnTo>
                  <a:pt x="3060" y="452628"/>
                </a:lnTo>
                <a:lnTo>
                  <a:pt x="12" y="467868"/>
                </a:lnTo>
                <a:lnTo>
                  <a:pt x="12" y="475488"/>
                </a:lnTo>
                <a:lnTo>
                  <a:pt x="18199" y="516547"/>
                </a:lnTo>
                <a:lnTo>
                  <a:pt x="39636" y="524256"/>
                </a:lnTo>
                <a:lnTo>
                  <a:pt x="48780" y="524256"/>
                </a:lnTo>
                <a:lnTo>
                  <a:pt x="77736" y="493776"/>
                </a:lnTo>
                <a:lnTo>
                  <a:pt x="80784" y="502920"/>
                </a:lnTo>
                <a:lnTo>
                  <a:pt x="85356" y="510540"/>
                </a:lnTo>
                <a:lnTo>
                  <a:pt x="91452" y="515112"/>
                </a:lnTo>
                <a:lnTo>
                  <a:pt x="96024" y="518160"/>
                </a:lnTo>
                <a:lnTo>
                  <a:pt x="102120" y="521208"/>
                </a:lnTo>
                <a:lnTo>
                  <a:pt x="106692" y="521208"/>
                </a:lnTo>
                <a:lnTo>
                  <a:pt x="113233" y="520090"/>
                </a:lnTo>
                <a:lnTo>
                  <a:pt x="119075" y="516826"/>
                </a:lnTo>
                <a:lnTo>
                  <a:pt x="124040" y="511568"/>
                </a:lnTo>
                <a:lnTo>
                  <a:pt x="128028" y="504444"/>
                </a:lnTo>
                <a:lnTo>
                  <a:pt x="131076" y="512064"/>
                </a:lnTo>
                <a:lnTo>
                  <a:pt x="132562" y="516547"/>
                </a:lnTo>
                <a:lnTo>
                  <a:pt x="132791" y="516826"/>
                </a:lnTo>
                <a:lnTo>
                  <a:pt x="138696" y="522732"/>
                </a:lnTo>
                <a:lnTo>
                  <a:pt x="141744" y="524256"/>
                </a:lnTo>
                <a:lnTo>
                  <a:pt x="149364" y="524256"/>
                </a:lnTo>
                <a:lnTo>
                  <a:pt x="152412" y="522732"/>
                </a:lnTo>
                <a:lnTo>
                  <a:pt x="160032" y="515112"/>
                </a:lnTo>
                <a:lnTo>
                  <a:pt x="163080" y="509016"/>
                </a:lnTo>
                <a:lnTo>
                  <a:pt x="164604" y="499872"/>
                </a:lnTo>
                <a:lnTo>
                  <a:pt x="165735" y="493776"/>
                </a:lnTo>
                <a:lnTo>
                  <a:pt x="166700" y="487299"/>
                </a:lnTo>
                <a:lnTo>
                  <a:pt x="166763" y="486537"/>
                </a:lnTo>
                <a:lnTo>
                  <a:pt x="166865" y="485470"/>
                </a:lnTo>
                <a:lnTo>
                  <a:pt x="166954" y="484632"/>
                </a:lnTo>
                <a:lnTo>
                  <a:pt x="167386" y="4801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57" name="Google Shape;3057;p50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198876" y="4786884"/>
            <a:ext cx="220979" cy="1405127"/>
          </a:xfrm>
          <a:prstGeom prst="rect">
            <a:avLst/>
          </a:prstGeom>
          <a:noFill/>
          <a:ln>
            <a:noFill/>
          </a:ln>
        </p:spPr>
      </p:pic>
      <p:sp>
        <p:nvSpPr>
          <p:cNvPr id="3058" name="Google Shape;3058;p50"/>
          <p:cNvSpPr/>
          <p:nvPr/>
        </p:nvSpPr>
        <p:spPr>
          <a:xfrm>
            <a:off x="3657600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9" name="Google Shape;3059;p50"/>
          <p:cNvSpPr/>
          <p:nvPr/>
        </p:nvSpPr>
        <p:spPr>
          <a:xfrm>
            <a:off x="3550907" y="8317992"/>
            <a:ext cx="175260" cy="524510"/>
          </a:xfrm>
          <a:custGeom>
            <a:rect b="b" l="l" r="r" t="t"/>
            <a:pathLst>
              <a:path extrusionOk="0" h="524509" w="175260">
                <a:moveTo>
                  <a:pt x="172212" y="362712"/>
                </a:moveTo>
                <a:lnTo>
                  <a:pt x="169164" y="362712"/>
                </a:lnTo>
                <a:lnTo>
                  <a:pt x="169164" y="367284"/>
                </a:lnTo>
                <a:lnTo>
                  <a:pt x="167640" y="371856"/>
                </a:lnTo>
                <a:lnTo>
                  <a:pt x="166116" y="373380"/>
                </a:lnTo>
                <a:lnTo>
                  <a:pt x="166116" y="374904"/>
                </a:lnTo>
                <a:lnTo>
                  <a:pt x="163068" y="376428"/>
                </a:lnTo>
                <a:lnTo>
                  <a:pt x="161544" y="377952"/>
                </a:lnTo>
                <a:lnTo>
                  <a:pt x="158496" y="379476"/>
                </a:lnTo>
                <a:lnTo>
                  <a:pt x="0" y="379476"/>
                </a:lnTo>
                <a:lnTo>
                  <a:pt x="0" y="384048"/>
                </a:lnTo>
                <a:lnTo>
                  <a:pt x="13716" y="416052"/>
                </a:lnTo>
                <a:lnTo>
                  <a:pt x="16764" y="414528"/>
                </a:lnTo>
                <a:lnTo>
                  <a:pt x="13716" y="408432"/>
                </a:lnTo>
                <a:lnTo>
                  <a:pt x="13716" y="405384"/>
                </a:lnTo>
                <a:lnTo>
                  <a:pt x="15240" y="403860"/>
                </a:lnTo>
                <a:lnTo>
                  <a:pt x="15240" y="402336"/>
                </a:lnTo>
                <a:lnTo>
                  <a:pt x="16764" y="400812"/>
                </a:lnTo>
                <a:lnTo>
                  <a:pt x="18288" y="400812"/>
                </a:lnTo>
                <a:lnTo>
                  <a:pt x="21336" y="399288"/>
                </a:lnTo>
                <a:lnTo>
                  <a:pt x="158496" y="399288"/>
                </a:lnTo>
                <a:lnTo>
                  <a:pt x="164592" y="402336"/>
                </a:lnTo>
                <a:lnTo>
                  <a:pt x="167640" y="405384"/>
                </a:lnTo>
                <a:lnTo>
                  <a:pt x="167640" y="406908"/>
                </a:lnTo>
                <a:lnTo>
                  <a:pt x="169164" y="409956"/>
                </a:lnTo>
                <a:lnTo>
                  <a:pt x="169164" y="416052"/>
                </a:lnTo>
                <a:lnTo>
                  <a:pt x="172212" y="416052"/>
                </a:lnTo>
                <a:lnTo>
                  <a:pt x="172212" y="362712"/>
                </a:lnTo>
                <a:close/>
              </a:path>
              <a:path extrusionOk="0" h="524509" w="175260">
                <a:moveTo>
                  <a:pt x="172212" y="68580"/>
                </a:moveTo>
                <a:lnTo>
                  <a:pt x="169164" y="68580"/>
                </a:lnTo>
                <a:lnTo>
                  <a:pt x="169164" y="73152"/>
                </a:lnTo>
                <a:lnTo>
                  <a:pt x="167640" y="77724"/>
                </a:lnTo>
                <a:lnTo>
                  <a:pt x="167640" y="79248"/>
                </a:lnTo>
                <a:lnTo>
                  <a:pt x="164592" y="82296"/>
                </a:lnTo>
                <a:lnTo>
                  <a:pt x="161544" y="83820"/>
                </a:lnTo>
                <a:lnTo>
                  <a:pt x="160020" y="83820"/>
                </a:lnTo>
                <a:lnTo>
                  <a:pt x="153924" y="85344"/>
                </a:lnTo>
                <a:lnTo>
                  <a:pt x="109728" y="85344"/>
                </a:lnTo>
                <a:lnTo>
                  <a:pt x="0" y="85344"/>
                </a:lnTo>
                <a:lnTo>
                  <a:pt x="0" y="89916"/>
                </a:lnTo>
                <a:lnTo>
                  <a:pt x="13716" y="121920"/>
                </a:lnTo>
                <a:lnTo>
                  <a:pt x="16764" y="118872"/>
                </a:lnTo>
                <a:lnTo>
                  <a:pt x="15240" y="115824"/>
                </a:lnTo>
                <a:lnTo>
                  <a:pt x="13716" y="114300"/>
                </a:lnTo>
                <a:lnTo>
                  <a:pt x="13716" y="111252"/>
                </a:lnTo>
                <a:lnTo>
                  <a:pt x="15240" y="109728"/>
                </a:lnTo>
                <a:lnTo>
                  <a:pt x="15240" y="108204"/>
                </a:lnTo>
                <a:lnTo>
                  <a:pt x="16764" y="106680"/>
                </a:lnTo>
                <a:lnTo>
                  <a:pt x="18288" y="106680"/>
                </a:lnTo>
                <a:lnTo>
                  <a:pt x="21336" y="105156"/>
                </a:lnTo>
                <a:lnTo>
                  <a:pt x="158496" y="105156"/>
                </a:lnTo>
                <a:lnTo>
                  <a:pt x="161544" y="106680"/>
                </a:lnTo>
                <a:lnTo>
                  <a:pt x="164592" y="106680"/>
                </a:lnTo>
                <a:lnTo>
                  <a:pt x="166116" y="108204"/>
                </a:lnTo>
                <a:lnTo>
                  <a:pt x="166116" y="109728"/>
                </a:lnTo>
                <a:lnTo>
                  <a:pt x="169164" y="115824"/>
                </a:lnTo>
                <a:lnTo>
                  <a:pt x="169164" y="121920"/>
                </a:lnTo>
                <a:lnTo>
                  <a:pt x="172212" y="121920"/>
                </a:lnTo>
                <a:lnTo>
                  <a:pt x="172212" y="105156"/>
                </a:lnTo>
                <a:lnTo>
                  <a:pt x="172212" y="68580"/>
                </a:lnTo>
                <a:close/>
              </a:path>
              <a:path extrusionOk="0" h="524509" w="175260">
                <a:moveTo>
                  <a:pt x="172212" y="0"/>
                </a:moveTo>
                <a:lnTo>
                  <a:pt x="166116" y="0"/>
                </a:lnTo>
                <a:lnTo>
                  <a:pt x="166116" y="4572"/>
                </a:lnTo>
                <a:lnTo>
                  <a:pt x="164592" y="7620"/>
                </a:lnTo>
                <a:lnTo>
                  <a:pt x="164592" y="9144"/>
                </a:lnTo>
                <a:lnTo>
                  <a:pt x="161544" y="15240"/>
                </a:lnTo>
                <a:lnTo>
                  <a:pt x="155448" y="21336"/>
                </a:lnTo>
                <a:lnTo>
                  <a:pt x="149352" y="25908"/>
                </a:lnTo>
                <a:lnTo>
                  <a:pt x="140208" y="35052"/>
                </a:lnTo>
                <a:lnTo>
                  <a:pt x="102108" y="65532"/>
                </a:lnTo>
                <a:lnTo>
                  <a:pt x="82677" y="42672"/>
                </a:lnTo>
                <a:lnTo>
                  <a:pt x="76200" y="35052"/>
                </a:lnTo>
                <a:lnTo>
                  <a:pt x="71628" y="30480"/>
                </a:lnTo>
                <a:lnTo>
                  <a:pt x="68580" y="24384"/>
                </a:lnTo>
                <a:lnTo>
                  <a:pt x="67056" y="19812"/>
                </a:lnTo>
                <a:lnTo>
                  <a:pt x="64008" y="16764"/>
                </a:lnTo>
                <a:lnTo>
                  <a:pt x="64008" y="4572"/>
                </a:lnTo>
                <a:lnTo>
                  <a:pt x="60960" y="4572"/>
                </a:lnTo>
                <a:lnTo>
                  <a:pt x="60960" y="51816"/>
                </a:lnTo>
                <a:lnTo>
                  <a:pt x="64008" y="51816"/>
                </a:lnTo>
                <a:lnTo>
                  <a:pt x="64008" y="45720"/>
                </a:lnTo>
                <a:lnTo>
                  <a:pt x="65532" y="45720"/>
                </a:lnTo>
                <a:lnTo>
                  <a:pt x="68580" y="42672"/>
                </a:lnTo>
                <a:lnTo>
                  <a:pt x="71628" y="42672"/>
                </a:lnTo>
                <a:lnTo>
                  <a:pt x="71628" y="44196"/>
                </a:lnTo>
                <a:lnTo>
                  <a:pt x="73152" y="44196"/>
                </a:lnTo>
                <a:lnTo>
                  <a:pt x="83820" y="54864"/>
                </a:lnTo>
                <a:lnTo>
                  <a:pt x="109728" y="85344"/>
                </a:lnTo>
                <a:lnTo>
                  <a:pt x="133667" y="65532"/>
                </a:lnTo>
                <a:lnTo>
                  <a:pt x="153924" y="48768"/>
                </a:lnTo>
                <a:lnTo>
                  <a:pt x="158496" y="45720"/>
                </a:lnTo>
                <a:lnTo>
                  <a:pt x="161544" y="44196"/>
                </a:lnTo>
                <a:lnTo>
                  <a:pt x="166116" y="44196"/>
                </a:lnTo>
                <a:lnTo>
                  <a:pt x="167640" y="45720"/>
                </a:lnTo>
                <a:lnTo>
                  <a:pt x="167640" y="47244"/>
                </a:lnTo>
                <a:lnTo>
                  <a:pt x="169164" y="48768"/>
                </a:lnTo>
                <a:lnTo>
                  <a:pt x="169164" y="51816"/>
                </a:lnTo>
                <a:lnTo>
                  <a:pt x="172212" y="51816"/>
                </a:lnTo>
                <a:lnTo>
                  <a:pt x="172212" y="44196"/>
                </a:lnTo>
                <a:lnTo>
                  <a:pt x="172212" y="0"/>
                </a:lnTo>
                <a:close/>
              </a:path>
              <a:path extrusionOk="0" h="524509" w="175260">
                <a:moveTo>
                  <a:pt x="175260" y="478536"/>
                </a:moveTo>
                <a:lnTo>
                  <a:pt x="156768" y="443293"/>
                </a:lnTo>
                <a:lnTo>
                  <a:pt x="129540" y="431292"/>
                </a:lnTo>
                <a:lnTo>
                  <a:pt x="128016" y="434340"/>
                </a:lnTo>
                <a:lnTo>
                  <a:pt x="137160" y="438912"/>
                </a:lnTo>
                <a:lnTo>
                  <a:pt x="144780" y="443484"/>
                </a:lnTo>
                <a:lnTo>
                  <a:pt x="147828" y="448056"/>
                </a:lnTo>
                <a:lnTo>
                  <a:pt x="152400" y="454152"/>
                </a:lnTo>
                <a:lnTo>
                  <a:pt x="155448" y="461772"/>
                </a:lnTo>
                <a:lnTo>
                  <a:pt x="155448" y="469392"/>
                </a:lnTo>
                <a:lnTo>
                  <a:pt x="154355" y="477088"/>
                </a:lnTo>
                <a:lnTo>
                  <a:pt x="123253" y="502158"/>
                </a:lnTo>
                <a:lnTo>
                  <a:pt x="105156" y="504444"/>
                </a:lnTo>
                <a:lnTo>
                  <a:pt x="95656" y="503872"/>
                </a:lnTo>
                <a:lnTo>
                  <a:pt x="65532" y="484632"/>
                </a:lnTo>
                <a:lnTo>
                  <a:pt x="65532" y="467868"/>
                </a:lnTo>
                <a:lnTo>
                  <a:pt x="71628" y="461772"/>
                </a:lnTo>
                <a:lnTo>
                  <a:pt x="74676" y="460248"/>
                </a:lnTo>
                <a:lnTo>
                  <a:pt x="83820" y="460248"/>
                </a:lnTo>
                <a:lnTo>
                  <a:pt x="92964" y="455676"/>
                </a:lnTo>
                <a:lnTo>
                  <a:pt x="86868" y="435864"/>
                </a:lnTo>
                <a:lnTo>
                  <a:pt x="77724" y="435864"/>
                </a:lnTo>
                <a:lnTo>
                  <a:pt x="57912" y="472440"/>
                </a:lnTo>
                <a:lnTo>
                  <a:pt x="58801" y="483298"/>
                </a:lnTo>
                <a:lnTo>
                  <a:pt x="81965" y="515899"/>
                </a:lnTo>
                <a:lnTo>
                  <a:pt x="115824" y="524256"/>
                </a:lnTo>
                <a:lnTo>
                  <a:pt x="128714" y="523405"/>
                </a:lnTo>
                <a:lnTo>
                  <a:pt x="165620" y="503402"/>
                </a:lnTo>
                <a:lnTo>
                  <a:pt x="174142" y="487400"/>
                </a:lnTo>
                <a:lnTo>
                  <a:pt x="175260" y="478536"/>
                </a:lnTo>
                <a:close/>
              </a:path>
              <a:path extrusionOk="0" h="524509" w="175260">
                <a:moveTo>
                  <a:pt x="175260" y="294132"/>
                </a:moveTo>
                <a:lnTo>
                  <a:pt x="167640" y="266738"/>
                </a:lnTo>
                <a:lnTo>
                  <a:pt x="167640" y="281940"/>
                </a:lnTo>
                <a:lnTo>
                  <a:pt x="167640" y="289560"/>
                </a:lnTo>
                <a:lnTo>
                  <a:pt x="139903" y="317944"/>
                </a:lnTo>
                <a:lnTo>
                  <a:pt x="106680" y="323088"/>
                </a:lnTo>
                <a:lnTo>
                  <a:pt x="88392" y="323088"/>
                </a:lnTo>
                <a:lnTo>
                  <a:pt x="76200" y="316992"/>
                </a:lnTo>
                <a:lnTo>
                  <a:pt x="71628" y="313944"/>
                </a:lnTo>
                <a:lnTo>
                  <a:pt x="65532" y="304800"/>
                </a:lnTo>
                <a:lnTo>
                  <a:pt x="65532" y="288036"/>
                </a:lnTo>
                <a:lnTo>
                  <a:pt x="68580" y="280416"/>
                </a:lnTo>
                <a:lnTo>
                  <a:pt x="76200" y="275844"/>
                </a:lnTo>
                <a:lnTo>
                  <a:pt x="81305" y="272707"/>
                </a:lnTo>
                <a:lnTo>
                  <a:pt x="86194" y="269748"/>
                </a:lnTo>
                <a:lnTo>
                  <a:pt x="96964" y="265557"/>
                </a:lnTo>
                <a:lnTo>
                  <a:pt x="109423" y="262991"/>
                </a:lnTo>
                <a:lnTo>
                  <a:pt x="123444" y="262128"/>
                </a:lnTo>
                <a:lnTo>
                  <a:pt x="134899" y="262686"/>
                </a:lnTo>
                <a:lnTo>
                  <a:pt x="167640" y="281940"/>
                </a:lnTo>
                <a:lnTo>
                  <a:pt x="167640" y="266738"/>
                </a:lnTo>
                <a:lnTo>
                  <a:pt x="136169" y="243776"/>
                </a:lnTo>
                <a:lnTo>
                  <a:pt x="114300" y="239268"/>
                </a:lnTo>
                <a:lnTo>
                  <a:pt x="103428" y="240131"/>
                </a:lnTo>
                <a:lnTo>
                  <a:pt x="68199" y="260680"/>
                </a:lnTo>
                <a:lnTo>
                  <a:pt x="58940" y="281940"/>
                </a:lnTo>
                <a:lnTo>
                  <a:pt x="57912" y="292608"/>
                </a:lnTo>
                <a:lnTo>
                  <a:pt x="57988" y="294132"/>
                </a:lnTo>
                <a:lnTo>
                  <a:pt x="58229" y="299453"/>
                </a:lnTo>
                <a:lnTo>
                  <a:pt x="59245" y="306120"/>
                </a:lnTo>
                <a:lnTo>
                  <a:pt x="86868" y="338328"/>
                </a:lnTo>
                <a:lnTo>
                  <a:pt x="117348" y="345948"/>
                </a:lnTo>
                <a:lnTo>
                  <a:pt x="127381" y="345338"/>
                </a:lnTo>
                <a:lnTo>
                  <a:pt x="163690" y="326072"/>
                </a:lnTo>
                <a:lnTo>
                  <a:pt x="165696" y="323088"/>
                </a:lnTo>
                <a:lnTo>
                  <a:pt x="169926" y="316801"/>
                </a:lnTo>
                <a:lnTo>
                  <a:pt x="173888" y="306120"/>
                </a:lnTo>
                <a:lnTo>
                  <a:pt x="175260" y="294132"/>
                </a:lnTo>
                <a:close/>
              </a:path>
              <a:path extrusionOk="0" h="524509" w="175260">
                <a:moveTo>
                  <a:pt x="175260" y="175260"/>
                </a:moveTo>
                <a:lnTo>
                  <a:pt x="156768" y="141541"/>
                </a:lnTo>
                <a:lnTo>
                  <a:pt x="129540" y="129540"/>
                </a:lnTo>
                <a:lnTo>
                  <a:pt x="128016" y="132588"/>
                </a:lnTo>
                <a:lnTo>
                  <a:pt x="137160" y="137160"/>
                </a:lnTo>
                <a:lnTo>
                  <a:pt x="144780" y="141732"/>
                </a:lnTo>
                <a:lnTo>
                  <a:pt x="147828" y="146304"/>
                </a:lnTo>
                <a:lnTo>
                  <a:pt x="152400" y="152400"/>
                </a:lnTo>
                <a:lnTo>
                  <a:pt x="155448" y="158496"/>
                </a:lnTo>
                <a:lnTo>
                  <a:pt x="155448" y="167640"/>
                </a:lnTo>
                <a:lnTo>
                  <a:pt x="154355" y="175336"/>
                </a:lnTo>
                <a:lnTo>
                  <a:pt x="123253" y="200406"/>
                </a:lnTo>
                <a:lnTo>
                  <a:pt x="105156" y="202692"/>
                </a:lnTo>
                <a:lnTo>
                  <a:pt x="95656" y="202120"/>
                </a:lnTo>
                <a:lnTo>
                  <a:pt x="65532" y="182880"/>
                </a:lnTo>
                <a:lnTo>
                  <a:pt x="65532" y="166116"/>
                </a:lnTo>
                <a:lnTo>
                  <a:pt x="71628" y="160020"/>
                </a:lnTo>
                <a:lnTo>
                  <a:pt x="74676" y="158496"/>
                </a:lnTo>
                <a:lnTo>
                  <a:pt x="83820" y="158496"/>
                </a:lnTo>
                <a:lnTo>
                  <a:pt x="89916" y="155448"/>
                </a:lnTo>
                <a:lnTo>
                  <a:pt x="86868" y="134112"/>
                </a:lnTo>
                <a:lnTo>
                  <a:pt x="77724" y="134112"/>
                </a:lnTo>
                <a:lnTo>
                  <a:pt x="57912" y="170688"/>
                </a:lnTo>
                <a:lnTo>
                  <a:pt x="58801" y="181546"/>
                </a:lnTo>
                <a:lnTo>
                  <a:pt x="81965" y="214147"/>
                </a:lnTo>
                <a:lnTo>
                  <a:pt x="115824" y="222504"/>
                </a:lnTo>
                <a:lnTo>
                  <a:pt x="128714" y="221653"/>
                </a:lnTo>
                <a:lnTo>
                  <a:pt x="165620" y="201625"/>
                </a:lnTo>
                <a:lnTo>
                  <a:pt x="174142" y="185000"/>
                </a:lnTo>
                <a:lnTo>
                  <a:pt x="175260" y="1752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60" name="Google Shape;3060;p50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550920" y="7267956"/>
            <a:ext cx="225552" cy="9784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1" name="Google Shape;3061;p50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906011" y="6603492"/>
            <a:ext cx="225552" cy="24368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62" name="Google Shape;3062;p50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063" name="Google Shape;3063;p50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64" name="Google Shape;3064;p50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065" name="Google Shape;3065;p50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6" name="Google Shape;3066;p50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7" name="Google Shape;3067;p50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6655307" y="1757172"/>
            <a:ext cx="115824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71" name="Shape 3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" name="Google Shape;3072;p51"/>
          <p:cNvSpPr/>
          <p:nvPr/>
        </p:nvSpPr>
        <p:spPr>
          <a:xfrm>
            <a:off x="1331963" y="5490972"/>
            <a:ext cx="343535" cy="1080770"/>
          </a:xfrm>
          <a:custGeom>
            <a:rect b="b" l="l" r="r" t="t"/>
            <a:pathLst>
              <a:path extrusionOk="0" h="1080770" w="343535">
                <a:moveTo>
                  <a:pt x="335292" y="467868"/>
                </a:moveTo>
                <a:lnTo>
                  <a:pt x="245376" y="440436"/>
                </a:lnTo>
                <a:lnTo>
                  <a:pt x="243852" y="448056"/>
                </a:lnTo>
                <a:lnTo>
                  <a:pt x="258711" y="454685"/>
                </a:lnTo>
                <a:lnTo>
                  <a:pt x="271284" y="461010"/>
                </a:lnTo>
                <a:lnTo>
                  <a:pt x="301193" y="486537"/>
                </a:lnTo>
                <a:lnTo>
                  <a:pt x="313664" y="536117"/>
                </a:lnTo>
                <a:lnTo>
                  <a:pt x="313956" y="553212"/>
                </a:lnTo>
                <a:lnTo>
                  <a:pt x="313931" y="591908"/>
                </a:lnTo>
                <a:lnTo>
                  <a:pt x="294525" y="626935"/>
                </a:lnTo>
                <a:lnTo>
                  <a:pt x="277380" y="627888"/>
                </a:lnTo>
                <a:lnTo>
                  <a:pt x="70116" y="627888"/>
                </a:lnTo>
                <a:lnTo>
                  <a:pt x="28968" y="621792"/>
                </a:lnTo>
                <a:lnTo>
                  <a:pt x="21348" y="609600"/>
                </a:lnTo>
                <a:lnTo>
                  <a:pt x="18465" y="603910"/>
                </a:lnTo>
                <a:lnTo>
                  <a:pt x="16586" y="596074"/>
                </a:lnTo>
                <a:lnTo>
                  <a:pt x="15557" y="586244"/>
                </a:lnTo>
                <a:lnTo>
                  <a:pt x="15252" y="574548"/>
                </a:lnTo>
                <a:lnTo>
                  <a:pt x="7632" y="574548"/>
                </a:lnTo>
                <a:lnTo>
                  <a:pt x="7632" y="720852"/>
                </a:lnTo>
                <a:lnTo>
                  <a:pt x="15252" y="720852"/>
                </a:lnTo>
                <a:lnTo>
                  <a:pt x="15252" y="708660"/>
                </a:lnTo>
                <a:lnTo>
                  <a:pt x="16078" y="700087"/>
                </a:lnTo>
                <a:lnTo>
                  <a:pt x="51866" y="674166"/>
                </a:lnTo>
                <a:lnTo>
                  <a:pt x="65544" y="673608"/>
                </a:lnTo>
                <a:lnTo>
                  <a:pt x="277380" y="673608"/>
                </a:lnTo>
                <a:lnTo>
                  <a:pt x="319951" y="683590"/>
                </a:lnTo>
                <a:lnTo>
                  <a:pt x="327672" y="708660"/>
                </a:lnTo>
                <a:lnTo>
                  <a:pt x="327672" y="720852"/>
                </a:lnTo>
                <a:lnTo>
                  <a:pt x="335292" y="720852"/>
                </a:lnTo>
                <a:lnTo>
                  <a:pt x="335292" y="467868"/>
                </a:lnTo>
                <a:close/>
              </a:path>
              <a:path extrusionOk="0" h="1080770" w="343535">
                <a:moveTo>
                  <a:pt x="335292" y="0"/>
                </a:moveTo>
                <a:lnTo>
                  <a:pt x="327672" y="0"/>
                </a:lnTo>
                <a:lnTo>
                  <a:pt x="327672" y="12192"/>
                </a:lnTo>
                <a:lnTo>
                  <a:pt x="327672" y="19812"/>
                </a:lnTo>
                <a:lnTo>
                  <a:pt x="326148" y="27432"/>
                </a:lnTo>
                <a:lnTo>
                  <a:pt x="321576" y="33528"/>
                </a:lnTo>
                <a:lnTo>
                  <a:pt x="320052" y="39624"/>
                </a:lnTo>
                <a:lnTo>
                  <a:pt x="277380" y="47244"/>
                </a:lnTo>
                <a:lnTo>
                  <a:pt x="65544" y="47244"/>
                </a:lnTo>
                <a:lnTo>
                  <a:pt x="27444" y="41148"/>
                </a:lnTo>
                <a:lnTo>
                  <a:pt x="15252" y="12192"/>
                </a:lnTo>
                <a:lnTo>
                  <a:pt x="15252" y="0"/>
                </a:lnTo>
                <a:lnTo>
                  <a:pt x="7632" y="0"/>
                </a:lnTo>
                <a:lnTo>
                  <a:pt x="7632" y="140208"/>
                </a:lnTo>
                <a:lnTo>
                  <a:pt x="15252" y="140208"/>
                </a:lnTo>
                <a:lnTo>
                  <a:pt x="15252" y="120396"/>
                </a:lnTo>
                <a:lnTo>
                  <a:pt x="18300" y="112776"/>
                </a:lnTo>
                <a:lnTo>
                  <a:pt x="54089" y="93230"/>
                </a:lnTo>
                <a:lnTo>
                  <a:pt x="65544" y="92964"/>
                </a:lnTo>
                <a:lnTo>
                  <a:pt x="277380" y="92964"/>
                </a:lnTo>
                <a:lnTo>
                  <a:pt x="315480" y="99060"/>
                </a:lnTo>
                <a:lnTo>
                  <a:pt x="327672" y="128016"/>
                </a:lnTo>
                <a:lnTo>
                  <a:pt x="327672" y="140208"/>
                </a:lnTo>
                <a:lnTo>
                  <a:pt x="335292" y="140208"/>
                </a:lnTo>
                <a:lnTo>
                  <a:pt x="335292" y="0"/>
                </a:lnTo>
                <a:close/>
              </a:path>
              <a:path extrusionOk="0" h="1080770" w="343535">
                <a:moveTo>
                  <a:pt x="342900" y="284988"/>
                </a:moveTo>
                <a:lnTo>
                  <a:pt x="336804" y="243840"/>
                </a:lnTo>
                <a:lnTo>
                  <a:pt x="302704" y="198958"/>
                </a:lnTo>
                <a:lnTo>
                  <a:pt x="252984" y="182880"/>
                </a:lnTo>
                <a:lnTo>
                  <a:pt x="242989" y="183222"/>
                </a:lnTo>
                <a:lnTo>
                  <a:pt x="199263" y="201739"/>
                </a:lnTo>
                <a:lnTo>
                  <a:pt x="168783" y="240792"/>
                </a:lnTo>
                <a:lnTo>
                  <a:pt x="146304" y="278892"/>
                </a:lnTo>
                <a:lnTo>
                  <a:pt x="132283" y="304660"/>
                </a:lnTo>
                <a:lnTo>
                  <a:pt x="119824" y="324993"/>
                </a:lnTo>
                <a:lnTo>
                  <a:pt x="92202" y="354761"/>
                </a:lnTo>
                <a:lnTo>
                  <a:pt x="71628" y="361188"/>
                </a:lnTo>
                <a:lnTo>
                  <a:pt x="61633" y="360070"/>
                </a:lnTo>
                <a:lnTo>
                  <a:pt x="28816" y="334975"/>
                </a:lnTo>
                <a:lnTo>
                  <a:pt x="19812" y="301752"/>
                </a:lnTo>
                <a:lnTo>
                  <a:pt x="20650" y="291236"/>
                </a:lnTo>
                <a:lnTo>
                  <a:pt x="38061" y="249364"/>
                </a:lnTo>
                <a:lnTo>
                  <a:pt x="72491" y="221703"/>
                </a:lnTo>
                <a:lnTo>
                  <a:pt x="112776" y="211836"/>
                </a:lnTo>
                <a:lnTo>
                  <a:pt x="112776" y="204216"/>
                </a:lnTo>
                <a:lnTo>
                  <a:pt x="0" y="204216"/>
                </a:lnTo>
                <a:lnTo>
                  <a:pt x="0" y="211836"/>
                </a:lnTo>
                <a:lnTo>
                  <a:pt x="7620" y="213360"/>
                </a:lnTo>
                <a:lnTo>
                  <a:pt x="12192" y="214884"/>
                </a:lnTo>
                <a:lnTo>
                  <a:pt x="18288" y="220980"/>
                </a:lnTo>
                <a:lnTo>
                  <a:pt x="18288" y="231648"/>
                </a:lnTo>
                <a:lnTo>
                  <a:pt x="16764" y="237744"/>
                </a:lnTo>
                <a:lnTo>
                  <a:pt x="13716" y="246888"/>
                </a:lnTo>
                <a:lnTo>
                  <a:pt x="7721" y="261467"/>
                </a:lnTo>
                <a:lnTo>
                  <a:pt x="3429" y="275463"/>
                </a:lnTo>
                <a:lnTo>
                  <a:pt x="863" y="288899"/>
                </a:lnTo>
                <a:lnTo>
                  <a:pt x="0" y="301752"/>
                </a:lnTo>
                <a:lnTo>
                  <a:pt x="1701" y="322351"/>
                </a:lnTo>
                <a:lnTo>
                  <a:pt x="25908" y="371856"/>
                </a:lnTo>
                <a:lnTo>
                  <a:pt x="70065" y="397573"/>
                </a:lnTo>
                <a:lnTo>
                  <a:pt x="86868" y="399288"/>
                </a:lnTo>
                <a:lnTo>
                  <a:pt x="96901" y="398716"/>
                </a:lnTo>
                <a:lnTo>
                  <a:pt x="132956" y="385000"/>
                </a:lnTo>
                <a:lnTo>
                  <a:pt x="163766" y="352145"/>
                </a:lnTo>
                <a:lnTo>
                  <a:pt x="204101" y="284467"/>
                </a:lnTo>
                <a:lnTo>
                  <a:pt x="212788" y="269367"/>
                </a:lnTo>
                <a:lnTo>
                  <a:pt x="241820" y="235394"/>
                </a:lnTo>
                <a:lnTo>
                  <a:pt x="248412" y="231648"/>
                </a:lnTo>
                <a:lnTo>
                  <a:pt x="256032" y="227076"/>
                </a:lnTo>
                <a:lnTo>
                  <a:pt x="263652" y="225552"/>
                </a:lnTo>
                <a:lnTo>
                  <a:pt x="272796" y="225552"/>
                </a:lnTo>
                <a:lnTo>
                  <a:pt x="310896" y="242316"/>
                </a:lnTo>
                <a:lnTo>
                  <a:pt x="326136" y="289560"/>
                </a:lnTo>
                <a:lnTo>
                  <a:pt x="325551" y="302755"/>
                </a:lnTo>
                <a:lnTo>
                  <a:pt x="308571" y="348907"/>
                </a:lnTo>
                <a:lnTo>
                  <a:pt x="274701" y="375767"/>
                </a:lnTo>
                <a:lnTo>
                  <a:pt x="230124" y="388620"/>
                </a:lnTo>
                <a:lnTo>
                  <a:pt x="230124" y="396240"/>
                </a:lnTo>
                <a:lnTo>
                  <a:pt x="342900" y="396240"/>
                </a:lnTo>
                <a:lnTo>
                  <a:pt x="342900" y="388620"/>
                </a:lnTo>
                <a:lnTo>
                  <a:pt x="335280" y="387096"/>
                </a:lnTo>
                <a:lnTo>
                  <a:pt x="330708" y="385572"/>
                </a:lnTo>
                <a:lnTo>
                  <a:pt x="329184" y="382524"/>
                </a:lnTo>
                <a:lnTo>
                  <a:pt x="326136" y="381000"/>
                </a:lnTo>
                <a:lnTo>
                  <a:pt x="324612" y="377952"/>
                </a:lnTo>
                <a:lnTo>
                  <a:pt x="324612" y="373380"/>
                </a:lnTo>
                <a:lnTo>
                  <a:pt x="325170" y="369049"/>
                </a:lnTo>
                <a:lnTo>
                  <a:pt x="326707" y="362712"/>
                </a:lnTo>
                <a:lnTo>
                  <a:pt x="332232" y="342900"/>
                </a:lnTo>
                <a:lnTo>
                  <a:pt x="336029" y="332359"/>
                </a:lnTo>
                <a:lnTo>
                  <a:pt x="338518" y="323659"/>
                </a:lnTo>
                <a:lnTo>
                  <a:pt x="341376" y="312420"/>
                </a:lnTo>
                <a:lnTo>
                  <a:pt x="342265" y="305777"/>
                </a:lnTo>
                <a:lnTo>
                  <a:pt x="342709" y="299275"/>
                </a:lnTo>
                <a:lnTo>
                  <a:pt x="342900" y="284988"/>
                </a:lnTo>
                <a:close/>
              </a:path>
              <a:path extrusionOk="0" h="1080770" w="343535">
                <a:moveTo>
                  <a:pt x="342912" y="897636"/>
                </a:moveTo>
                <a:lnTo>
                  <a:pt x="109918" y="801624"/>
                </a:lnTo>
                <a:lnTo>
                  <a:pt x="53581" y="778510"/>
                </a:lnTo>
                <a:lnTo>
                  <a:pt x="43053" y="773239"/>
                </a:lnTo>
                <a:lnTo>
                  <a:pt x="17576" y="743140"/>
                </a:lnTo>
                <a:lnTo>
                  <a:pt x="15240" y="734568"/>
                </a:lnTo>
                <a:lnTo>
                  <a:pt x="7620" y="734568"/>
                </a:lnTo>
                <a:lnTo>
                  <a:pt x="7620" y="836676"/>
                </a:lnTo>
                <a:lnTo>
                  <a:pt x="15240" y="836676"/>
                </a:lnTo>
                <a:lnTo>
                  <a:pt x="16764" y="833628"/>
                </a:lnTo>
                <a:lnTo>
                  <a:pt x="16764" y="832104"/>
                </a:lnTo>
                <a:lnTo>
                  <a:pt x="18288" y="821436"/>
                </a:lnTo>
                <a:lnTo>
                  <a:pt x="21336" y="813816"/>
                </a:lnTo>
                <a:lnTo>
                  <a:pt x="25908" y="809244"/>
                </a:lnTo>
                <a:lnTo>
                  <a:pt x="30480" y="803148"/>
                </a:lnTo>
                <a:lnTo>
                  <a:pt x="33528" y="801624"/>
                </a:lnTo>
                <a:lnTo>
                  <a:pt x="39624" y="801624"/>
                </a:lnTo>
                <a:lnTo>
                  <a:pt x="77724" y="812292"/>
                </a:lnTo>
                <a:lnTo>
                  <a:pt x="266712" y="890016"/>
                </a:lnTo>
                <a:lnTo>
                  <a:pt x="62966" y="977442"/>
                </a:lnTo>
                <a:lnTo>
                  <a:pt x="52959" y="981265"/>
                </a:lnTo>
                <a:lnTo>
                  <a:pt x="44678" y="983678"/>
                </a:lnTo>
                <a:lnTo>
                  <a:pt x="38100" y="984504"/>
                </a:lnTo>
                <a:lnTo>
                  <a:pt x="32004" y="984504"/>
                </a:lnTo>
                <a:lnTo>
                  <a:pt x="27432" y="981456"/>
                </a:lnTo>
                <a:lnTo>
                  <a:pt x="22860" y="976884"/>
                </a:lnTo>
                <a:lnTo>
                  <a:pt x="20599" y="972578"/>
                </a:lnTo>
                <a:lnTo>
                  <a:pt x="20510" y="972312"/>
                </a:lnTo>
                <a:lnTo>
                  <a:pt x="18478" y="966406"/>
                </a:lnTo>
                <a:lnTo>
                  <a:pt x="16649" y="958240"/>
                </a:lnTo>
                <a:lnTo>
                  <a:pt x="15240" y="947928"/>
                </a:lnTo>
                <a:lnTo>
                  <a:pt x="7620" y="947928"/>
                </a:lnTo>
                <a:lnTo>
                  <a:pt x="7620" y="1080516"/>
                </a:lnTo>
                <a:lnTo>
                  <a:pt x="15240" y="1080516"/>
                </a:lnTo>
                <a:lnTo>
                  <a:pt x="16764" y="1071372"/>
                </a:lnTo>
                <a:lnTo>
                  <a:pt x="18288" y="1063752"/>
                </a:lnTo>
                <a:lnTo>
                  <a:pt x="50673" y="1033640"/>
                </a:lnTo>
                <a:lnTo>
                  <a:pt x="60960" y="1028700"/>
                </a:lnTo>
                <a:lnTo>
                  <a:pt x="163169" y="984504"/>
                </a:lnTo>
                <a:lnTo>
                  <a:pt x="342912" y="906780"/>
                </a:lnTo>
                <a:lnTo>
                  <a:pt x="342912" y="897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73" name="Google Shape;3073;p51"/>
          <p:cNvGrpSpPr/>
          <p:nvPr/>
        </p:nvGrpSpPr>
        <p:grpSpPr>
          <a:xfrm>
            <a:off x="1324355" y="4203191"/>
            <a:ext cx="349250" cy="1143001"/>
            <a:chOff x="1324355" y="4203191"/>
            <a:chExt cx="349250" cy="1143001"/>
          </a:xfrm>
        </p:grpSpPr>
        <p:sp>
          <p:nvSpPr>
            <p:cNvPr id="3074" name="Google Shape;3074;p51"/>
            <p:cNvSpPr/>
            <p:nvPr/>
          </p:nvSpPr>
          <p:spPr>
            <a:xfrm>
              <a:off x="1339595" y="5071872"/>
              <a:ext cx="327660" cy="274320"/>
            </a:xfrm>
            <a:custGeom>
              <a:rect b="b" l="l" r="r" t="t"/>
              <a:pathLst>
                <a:path extrusionOk="0" h="274320" w="327660">
                  <a:moveTo>
                    <a:pt x="76200" y="274320"/>
                  </a:moveTo>
                  <a:lnTo>
                    <a:pt x="0" y="271272"/>
                  </a:lnTo>
                  <a:lnTo>
                    <a:pt x="0" y="3048"/>
                  </a:lnTo>
                  <a:lnTo>
                    <a:pt x="76200" y="0"/>
                  </a:lnTo>
                  <a:lnTo>
                    <a:pt x="76200" y="10667"/>
                  </a:lnTo>
                  <a:lnTo>
                    <a:pt x="66746" y="11834"/>
                  </a:lnTo>
                  <a:lnTo>
                    <a:pt x="58864" y="13144"/>
                  </a:lnTo>
                  <a:lnTo>
                    <a:pt x="27432" y="36576"/>
                  </a:lnTo>
                  <a:lnTo>
                    <a:pt x="19812" y="70103"/>
                  </a:lnTo>
                  <a:lnTo>
                    <a:pt x="19812" y="115824"/>
                  </a:lnTo>
                  <a:lnTo>
                    <a:pt x="269748" y="115824"/>
                  </a:lnTo>
                  <a:lnTo>
                    <a:pt x="284297" y="115514"/>
                  </a:lnTo>
                  <a:lnTo>
                    <a:pt x="319444" y="90225"/>
                  </a:lnTo>
                  <a:lnTo>
                    <a:pt x="320039" y="80772"/>
                  </a:lnTo>
                  <a:lnTo>
                    <a:pt x="320039" y="68579"/>
                  </a:lnTo>
                  <a:lnTo>
                    <a:pt x="327660" y="68579"/>
                  </a:lnTo>
                  <a:lnTo>
                    <a:pt x="327660" y="208788"/>
                  </a:lnTo>
                  <a:lnTo>
                    <a:pt x="320039" y="208788"/>
                  </a:lnTo>
                  <a:lnTo>
                    <a:pt x="320039" y="198120"/>
                  </a:lnTo>
                  <a:lnTo>
                    <a:pt x="319206" y="187785"/>
                  </a:lnTo>
                  <a:lnTo>
                    <a:pt x="283202" y="162067"/>
                  </a:lnTo>
                  <a:lnTo>
                    <a:pt x="269748" y="161544"/>
                  </a:lnTo>
                  <a:lnTo>
                    <a:pt x="19812" y="161544"/>
                  </a:lnTo>
                  <a:lnTo>
                    <a:pt x="19812" y="201168"/>
                  </a:lnTo>
                  <a:lnTo>
                    <a:pt x="20097" y="211740"/>
                  </a:lnTo>
                  <a:lnTo>
                    <a:pt x="35099" y="251174"/>
                  </a:lnTo>
                  <a:lnTo>
                    <a:pt x="76200" y="265176"/>
                  </a:lnTo>
                  <a:lnTo>
                    <a:pt x="76200" y="2743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075" name="Google Shape;3075;p5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440179" y="4713731"/>
              <a:ext cx="233172" cy="3627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76" name="Google Shape;3076;p5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440179" y="4451604"/>
              <a:ext cx="227076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77" name="Google Shape;3077;p51"/>
            <p:cNvSpPr/>
            <p:nvPr/>
          </p:nvSpPr>
          <p:spPr>
            <a:xfrm>
              <a:off x="1324355" y="4203191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92964" y="74676"/>
                  </a:lnTo>
                  <a:lnTo>
                    <a:pt x="76176" y="74914"/>
                  </a:lnTo>
                  <a:lnTo>
                    <a:pt x="62674" y="75438"/>
                  </a:lnTo>
                  <a:lnTo>
                    <a:pt x="52887" y="75961"/>
                  </a:lnTo>
                  <a:lnTo>
                    <a:pt x="49501" y="76104"/>
                  </a:lnTo>
                  <a:lnTo>
                    <a:pt x="47624" y="76104"/>
                  </a:lnTo>
                  <a:lnTo>
                    <a:pt x="41147" y="77724"/>
                  </a:lnTo>
                  <a:lnTo>
                    <a:pt x="36576" y="79248"/>
                  </a:lnTo>
                  <a:lnTo>
                    <a:pt x="32004" y="88392"/>
                  </a:lnTo>
                  <a:lnTo>
                    <a:pt x="32004" y="96012"/>
                  </a:lnTo>
                  <a:lnTo>
                    <a:pt x="33528" y="100584"/>
                  </a:lnTo>
                  <a:lnTo>
                    <a:pt x="34926" y="106179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1551"/>
                  </a:lnTo>
                  <a:lnTo>
                    <a:pt x="155447" y="199644"/>
                  </a:lnTo>
                  <a:lnTo>
                    <a:pt x="125920" y="165544"/>
                  </a:lnTo>
                  <a:lnTo>
                    <a:pt x="116000" y="124968"/>
                  </a:lnTo>
                  <a:lnTo>
                    <a:pt x="115898" y="122682"/>
                  </a:lnTo>
                  <a:lnTo>
                    <a:pt x="117172" y="109728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6104"/>
                  </a:lnTo>
                  <a:lnTo>
                    <a:pt x="173164" y="78105"/>
                  </a:lnTo>
                  <a:lnTo>
                    <a:pt x="138683" y="102108"/>
                  </a:lnTo>
                  <a:lnTo>
                    <a:pt x="131064" y="118872"/>
                  </a:lnTo>
                  <a:lnTo>
                    <a:pt x="131064" y="124968"/>
                  </a:lnTo>
                  <a:lnTo>
                    <a:pt x="150876" y="163068"/>
                  </a:lnTo>
                  <a:lnTo>
                    <a:pt x="201453" y="182999"/>
                  </a:lnTo>
                  <a:lnTo>
                    <a:pt x="224027" y="184404"/>
                  </a:lnTo>
                  <a:lnTo>
                    <a:pt x="335262" y="184404"/>
                  </a:lnTo>
                  <a:lnTo>
                    <a:pt x="332922" y="188404"/>
                  </a:lnTo>
                  <a:lnTo>
                    <a:pt x="320040" y="202692"/>
                  </a:lnTo>
                  <a:lnTo>
                    <a:pt x="303395" y="213812"/>
                  </a:lnTo>
                  <a:lnTo>
                    <a:pt x="285178" y="221932"/>
                  </a:lnTo>
                  <a:lnTo>
                    <a:pt x="265155" y="226861"/>
                  </a:lnTo>
                  <a:lnTo>
                    <a:pt x="265599" y="226861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5262" y="184404"/>
                  </a:moveTo>
                  <a:lnTo>
                    <a:pt x="224027" y="184404"/>
                  </a:lnTo>
                  <a:lnTo>
                    <a:pt x="246602" y="183213"/>
                  </a:lnTo>
                  <a:lnTo>
                    <a:pt x="266318" y="179451"/>
                  </a:lnTo>
                  <a:lnTo>
                    <a:pt x="308943" y="152495"/>
                  </a:lnTo>
                  <a:lnTo>
                    <a:pt x="323088" y="117348"/>
                  </a:lnTo>
                  <a:lnTo>
                    <a:pt x="321745" y="106680"/>
                  </a:lnTo>
                  <a:lnTo>
                    <a:pt x="321683" y="106179"/>
                  </a:lnTo>
                  <a:lnTo>
                    <a:pt x="317563" y="95440"/>
                  </a:lnTo>
                  <a:lnTo>
                    <a:pt x="310872" y="84986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6680"/>
                  </a:lnTo>
                  <a:lnTo>
                    <a:pt x="348996" y="138684"/>
                  </a:lnTo>
                  <a:lnTo>
                    <a:pt x="347257" y="156400"/>
                  </a:lnTo>
                  <a:lnTo>
                    <a:pt x="341993" y="172831"/>
                  </a:lnTo>
                  <a:lnTo>
                    <a:pt x="341947" y="172974"/>
                  </a:lnTo>
                  <a:lnTo>
                    <a:pt x="335262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8" name="Google Shape;3078;p51"/>
          <p:cNvGrpSpPr/>
          <p:nvPr/>
        </p:nvGrpSpPr>
        <p:grpSpPr>
          <a:xfrm>
            <a:off x="2161032" y="2906268"/>
            <a:ext cx="204597" cy="679703"/>
            <a:chOff x="2161032" y="2906268"/>
            <a:chExt cx="204597" cy="679703"/>
          </a:xfrm>
        </p:grpSpPr>
        <p:pic>
          <p:nvPicPr>
            <p:cNvPr id="3079" name="Google Shape;3079;p5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161032" y="3461003"/>
              <a:ext cx="164592" cy="1249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80" name="Google Shape;3080;p51"/>
            <p:cNvSpPr/>
            <p:nvPr/>
          </p:nvSpPr>
          <p:spPr>
            <a:xfrm>
              <a:off x="2211324" y="2906268"/>
              <a:ext cx="154305" cy="535305"/>
            </a:xfrm>
            <a:custGeom>
              <a:rect b="b" l="l" r="r" t="t"/>
              <a:pathLst>
                <a:path extrusionOk="0" h="535304" w="154305">
                  <a:moveTo>
                    <a:pt x="114300" y="73152"/>
                  </a:moveTo>
                  <a:lnTo>
                    <a:pt x="111252" y="73152"/>
                  </a:lnTo>
                  <a:lnTo>
                    <a:pt x="111252" y="82296"/>
                  </a:lnTo>
                  <a:lnTo>
                    <a:pt x="108204" y="85344"/>
                  </a:lnTo>
                  <a:lnTo>
                    <a:pt x="106680" y="88392"/>
                  </a:lnTo>
                  <a:lnTo>
                    <a:pt x="105156" y="89916"/>
                  </a:lnTo>
                  <a:lnTo>
                    <a:pt x="103632" y="89916"/>
                  </a:lnTo>
                  <a:lnTo>
                    <a:pt x="100584" y="91440"/>
                  </a:lnTo>
                  <a:lnTo>
                    <a:pt x="96012" y="92964"/>
                  </a:lnTo>
                  <a:lnTo>
                    <a:pt x="35052" y="92964"/>
                  </a:lnTo>
                  <a:lnTo>
                    <a:pt x="27432" y="88392"/>
                  </a:lnTo>
                  <a:lnTo>
                    <a:pt x="22860" y="85344"/>
                  </a:lnTo>
                  <a:lnTo>
                    <a:pt x="19812" y="80772"/>
                  </a:lnTo>
                  <a:lnTo>
                    <a:pt x="16764" y="77724"/>
                  </a:lnTo>
                  <a:lnTo>
                    <a:pt x="16764" y="74676"/>
                  </a:lnTo>
                  <a:lnTo>
                    <a:pt x="18288" y="71628"/>
                  </a:lnTo>
                  <a:lnTo>
                    <a:pt x="21336" y="68580"/>
                  </a:lnTo>
                  <a:lnTo>
                    <a:pt x="22860" y="64008"/>
                  </a:lnTo>
                  <a:lnTo>
                    <a:pt x="24384" y="60960"/>
                  </a:lnTo>
                  <a:lnTo>
                    <a:pt x="24384" y="53340"/>
                  </a:lnTo>
                  <a:lnTo>
                    <a:pt x="21336" y="51816"/>
                  </a:lnTo>
                  <a:lnTo>
                    <a:pt x="19812" y="50292"/>
                  </a:lnTo>
                  <a:lnTo>
                    <a:pt x="16764" y="48768"/>
                  </a:lnTo>
                  <a:lnTo>
                    <a:pt x="10668" y="48768"/>
                  </a:lnTo>
                  <a:lnTo>
                    <a:pt x="7620" y="50292"/>
                  </a:lnTo>
                  <a:lnTo>
                    <a:pt x="1524" y="56388"/>
                  </a:lnTo>
                  <a:lnTo>
                    <a:pt x="0" y="59436"/>
                  </a:lnTo>
                  <a:lnTo>
                    <a:pt x="0" y="64008"/>
                  </a:lnTo>
                  <a:lnTo>
                    <a:pt x="1663" y="71755"/>
                  </a:lnTo>
                  <a:lnTo>
                    <a:pt x="6477" y="79057"/>
                  </a:lnTo>
                  <a:lnTo>
                    <a:pt x="14135" y="86093"/>
                  </a:lnTo>
                  <a:lnTo>
                    <a:pt x="24384" y="92964"/>
                  </a:lnTo>
                  <a:lnTo>
                    <a:pt x="0" y="92964"/>
                  </a:lnTo>
                  <a:lnTo>
                    <a:pt x="0" y="97536"/>
                  </a:lnTo>
                  <a:lnTo>
                    <a:pt x="13716" y="131064"/>
                  </a:lnTo>
                  <a:lnTo>
                    <a:pt x="16764" y="129540"/>
                  </a:lnTo>
                  <a:lnTo>
                    <a:pt x="15240" y="126492"/>
                  </a:lnTo>
                  <a:lnTo>
                    <a:pt x="15240" y="117348"/>
                  </a:lnTo>
                  <a:lnTo>
                    <a:pt x="18288" y="114300"/>
                  </a:lnTo>
                  <a:lnTo>
                    <a:pt x="22860" y="114300"/>
                  </a:lnTo>
                  <a:lnTo>
                    <a:pt x="25908" y="112776"/>
                  </a:lnTo>
                  <a:lnTo>
                    <a:pt x="102108" y="112776"/>
                  </a:lnTo>
                  <a:lnTo>
                    <a:pt x="108204" y="115824"/>
                  </a:lnTo>
                  <a:lnTo>
                    <a:pt x="108204" y="117348"/>
                  </a:lnTo>
                  <a:lnTo>
                    <a:pt x="111252" y="120396"/>
                  </a:lnTo>
                  <a:lnTo>
                    <a:pt x="111252" y="129540"/>
                  </a:lnTo>
                  <a:lnTo>
                    <a:pt x="114300" y="129540"/>
                  </a:lnTo>
                  <a:lnTo>
                    <a:pt x="114300" y="73152"/>
                  </a:lnTo>
                  <a:close/>
                </a:path>
                <a:path extrusionOk="0" h="535304" w="154305">
                  <a:moveTo>
                    <a:pt x="117348" y="483108"/>
                  </a:moveTo>
                  <a:lnTo>
                    <a:pt x="117271" y="481584"/>
                  </a:lnTo>
                  <a:lnTo>
                    <a:pt x="117005" y="475399"/>
                  </a:lnTo>
                  <a:lnTo>
                    <a:pt x="115824" y="468249"/>
                  </a:lnTo>
                  <a:lnTo>
                    <a:pt x="113487" y="461683"/>
                  </a:lnTo>
                  <a:lnTo>
                    <a:pt x="109728" y="455701"/>
                  </a:lnTo>
                  <a:lnTo>
                    <a:pt x="109728" y="470916"/>
                  </a:lnTo>
                  <a:lnTo>
                    <a:pt x="109728" y="478536"/>
                  </a:lnTo>
                  <a:lnTo>
                    <a:pt x="83502" y="506920"/>
                  </a:lnTo>
                  <a:lnTo>
                    <a:pt x="50292" y="512064"/>
                  </a:lnTo>
                  <a:lnTo>
                    <a:pt x="39624" y="512064"/>
                  </a:lnTo>
                  <a:lnTo>
                    <a:pt x="12192" y="498348"/>
                  </a:lnTo>
                  <a:lnTo>
                    <a:pt x="9144" y="493776"/>
                  </a:lnTo>
                  <a:lnTo>
                    <a:pt x="7620" y="489204"/>
                  </a:lnTo>
                  <a:lnTo>
                    <a:pt x="7620" y="477012"/>
                  </a:lnTo>
                  <a:lnTo>
                    <a:pt x="12192" y="469392"/>
                  </a:lnTo>
                  <a:lnTo>
                    <a:pt x="19812" y="464820"/>
                  </a:lnTo>
                  <a:lnTo>
                    <a:pt x="24574" y="461683"/>
                  </a:lnTo>
                  <a:lnTo>
                    <a:pt x="29146" y="458724"/>
                  </a:lnTo>
                  <a:lnTo>
                    <a:pt x="40005" y="454533"/>
                  </a:lnTo>
                  <a:lnTo>
                    <a:pt x="52806" y="451967"/>
                  </a:lnTo>
                  <a:lnTo>
                    <a:pt x="67056" y="451104"/>
                  </a:lnTo>
                  <a:lnTo>
                    <a:pt x="77863" y="451662"/>
                  </a:lnTo>
                  <a:lnTo>
                    <a:pt x="109728" y="470916"/>
                  </a:lnTo>
                  <a:lnTo>
                    <a:pt x="109728" y="455701"/>
                  </a:lnTo>
                  <a:lnTo>
                    <a:pt x="106819" y="451104"/>
                  </a:lnTo>
                  <a:lnTo>
                    <a:pt x="105727" y="449376"/>
                  </a:lnTo>
                  <a:lnTo>
                    <a:pt x="71628" y="430339"/>
                  </a:lnTo>
                  <a:lnTo>
                    <a:pt x="56388" y="428244"/>
                  </a:lnTo>
                  <a:lnTo>
                    <a:pt x="46380" y="429107"/>
                  </a:lnTo>
                  <a:lnTo>
                    <a:pt x="10922" y="449656"/>
                  </a:lnTo>
                  <a:lnTo>
                    <a:pt x="0" y="481584"/>
                  </a:lnTo>
                  <a:lnTo>
                    <a:pt x="114" y="483108"/>
                  </a:lnTo>
                  <a:lnTo>
                    <a:pt x="16764" y="519112"/>
                  </a:lnTo>
                  <a:lnTo>
                    <a:pt x="30480" y="527304"/>
                  </a:lnTo>
                  <a:lnTo>
                    <a:pt x="37566" y="531075"/>
                  </a:lnTo>
                  <a:lnTo>
                    <a:pt x="44958" y="533400"/>
                  </a:lnTo>
                  <a:lnTo>
                    <a:pt x="52336" y="534593"/>
                  </a:lnTo>
                  <a:lnTo>
                    <a:pt x="59436" y="534924"/>
                  </a:lnTo>
                  <a:lnTo>
                    <a:pt x="70307" y="534314"/>
                  </a:lnTo>
                  <a:lnTo>
                    <a:pt x="106413" y="515048"/>
                  </a:lnTo>
                  <a:lnTo>
                    <a:pt x="108394" y="512064"/>
                  </a:lnTo>
                  <a:lnTo>
                    <a:pt x="112585" y="505777"/>
                  </a:lnTo>
                  <a:lnTo>
                    <a:pt x="116179" y="495096"/>
                  </a:lnTo>
                  <a:lnTo>
                    <a:pt x="117348" y="483108"/>
                  </a:lnTo>
                  <a:close/>
                </a:path>
                <a:path extrusionOk="0" h="535304" w="154305">
                  <a:moveTo>
                    <a:pt x="117348" y="292608"/>
                  </a:moveTo>
                  <a:lnTo>
                    <a:pt x="21336" y="257556"/>
                  </a:lnTo>
                  <a:lnTo>
                    <a:pt x="12192" y="254508"/>
                  </a:lnTo>
                  <a:lnTo>
                    <a:pt x="7620" y="249936"/>
                  </a:lnTo>
                  <a:lnTo>
                    <a:pt x="6096" y="242316"/>
                  </a:lnTo>
                  <a:lnTo>
                    <a:pt x="3048" y="242316"/>
                  </a:lnTo>
                  <a:lnTo>
                    <a:pt x="3048" y="275844"/>
                  </a:lnTo>
                  <a:lnTo>
                    <a:pt x="6096" y="275844"/>
                  </a:lnTo>
                  <a:lnTo>
                    <a:pt x="6096" y="271272"/>
                  </a:lnTo>
                  <a:lnTo>
                    <a:pt x="7620" y="266700"/>
                  </a:lnTo>
                  <a:lnTo>
                    <a:pt x="12192" y="262128"/>
                  </a:lnTo>
                  <a:lnTo>
                    <a:pt x="15240" y="262128"/>
                  </a:lnTo>
                  <a:lnTo>
                    <a:pt x="19812" y="263652"/>
                  </a:lnTo>
                  <a:lnTo>
                    <a:pt x="24384" y="266700"/>
                  </a:lnTo>
                  <a:lnTo>
                    <a:pt x="86868" y="289560"/>
                  </a:lnTo>
                  <a:lnTo>
                    <a:pt x="22860" y="316992"/>
                  </a:lnTo>
                  <a:lnTo>
                    <a:pt x="21336" y="316992"/>
                  </a:lnTo>
                  <a:lnTo>
                    <a:pt x="19812" y="318516"/>
                  </a:lnTo>
                  <a:lnTo>
                    <a:pt x="13716" y="318516"/>
                  </a:lnTo>
                  <a:lnTo>
                    <a:pt x="10668" y="315468"/>
                  </a:lnTo>
                  <a:lnTo>
                    <a:pt x="7620" y="313944"/>
                  </a:lnTo>
                  <a:lnTo>
                    <a:pt x="6096" y="310896"/>
                  </a:lnTo>
                  <a:lnTo>
                    <a:pt x="6096" y="304800"/>
                  </a:lnTo>
                  <a:lnTo>
                    <a:pt x="3048" y="304800"/>
                  </a:lnTo>
                  <a:lnTo>
                    <a:pt x="3048" y="356616"/>
                  </a:lnTo>
                  <a:lnTo>
                    <a:pt x="6096" y="356616"/>
                  </a:lnTo>
                  <a:lnTo>
                    <a:pt x="6096" y="350520"/>
                  </a:lnTo>
                  <a:lnTo>
                    <a:pt x="7620" y="347472"/>
                  </a:lnTo>
                  <a:lnTo>
                    <a:pt x="9144" y="345948"/>
                  </a:lnTo>
                  <a:lnTo>
                    <a:pt x="10668" y="342900"/>
                  </a:lnTo>
                  <a:lnTo>
                    <a:pt x="15240" y="339852"/>
                  </a:lnTo>
                  <a:lnTo>
                    <a:pt x="19812" y="338328"/>
                  </a:lnTo>
                  <a:lnTo>
                    <a:pt x="35052" y="332232"/>
                  </a:lnTo>
                  <a:lnTo>
                    <a:pt x="86868" y="356616"/>
                  </a:lnTo>
                  <a:lnTo>
                    <a:pt x="24384" y="381000"/>
                  </a:lnTo>
                  <a:lnTo>
                    <a:pt x="19812" y="382524"/>
                  </a:lnTo>
                  <a:lnTo>
                    <a:pt x="16764" y="384048"/>
                  </a:lnTo>
                  <a:lnTo>
                    <a:pt x="12192" y="384048"/>
                  </a:lnTo>
                  <a:lnTo>
                    <a:pt x="6096" y="377952"/>
                  </a:lnTo>
                  <a:lnTo>
                    <a:pt x="6096" y="373380"/>
                  </a:lnTo>
                  <a:lnTo>
                    <a:pt x="3048" y="373380"/>
                  </a:lnTo>
                  <a:lnTo>
                    <a:pt x="3048" y="420624"/>
                  </a:lnTo>
                  <a:lnTo>
                    <a:pt x="6096" y="420624"/>
                  </a:lnTo>
                  <a:lnTo>
                    <a:pt x="7620" y="414528"/>
                  </a:lnTo>
                  <a:lnTo>
                    <a:pt x="9144" y="411480"/>
                  </a:lnTo>
                  <a:lnTo>
                    <a:pt x="12192" y="409956"/>
                  </a:lnTo>
                  <a:lnTo>
                    <a:pt x="13716" y="406908"/>
                  </a:lnTo>
                  <a:lnTo>
                    <a:pt x="18288" y="405384"/>
                  </a:lnTo>
                  <a:lnTo>
                    <a:pt x="24384" y="402336"/>
                  </a:lnTo>
                  <a:lnTo>
                    <a:pt x="117348" y="365760"/>
                  </a:lnTo>
                  <a:lnTo>
                    <a:pt x="117348" y="362712"/>
                  </a:lnTo>
                  <a:lnTo>
                    <a:pt x="44196" y="327660"/>
                  </a:lnTo>
                  <a:lnTo>
                    <a:pt x="117348" y="297180"/>
                  </a:lnTo>
                  <a:lnTo>
                    <a:pt x="117348" y="292608"/>
                  </a:lnTo>
                  <a:close/>
                </a:path>
                <a:path extrusionOk="0" h="535304" w="154305">
                  <a:moveTo>
                    <a:pt x="117348" y="185928"/>
                  </a:moveTo>
                  <a:lnTo>
                    <a:pt x="98031" y="149428"/>
                  </a:lnTo>
                  <a:lnTo>
                    <a:pt x="74676" y="140208"/>
                  </a:lnTo>
                  <a:lnTo>
                    <a:pt x="71628" y="143256"/>
                  </a:lnTo>
                  <a:lnTo>
                    <a:pt x="82296" y="146304"/>
                  </a:lnTo>
                  <a:lnTo>
                    <a:pt x="88392" y="150876"/>
                  </a:lnTo>
                  <a:lnTo>
                    <a:pt x="92964" y="156972"/>
                  </a:lnTo>
                  <a:lnTo>
                    <a:pt x="96012" y="161544"/>
                  </a:lnTo>
                  <a:lnTo>
                    <a:pt x="96050" y="161721"/>
                  </a:lnTo>
                  <a:lnTo>
                    <a:pt x="97536" y="167640"/>
                  </a:lnTo>
                  <a:lnTo>
                    <a:pt x="97536" y="175260"/>
                  </a:lnTo>
                  <a:lnTo>
                    <a:pt x="96685" y="182880"/>
                  </a:lnTo>
                  <a:lnTo>
                    <a:pt x="66865" y="212217"/>
                  </a:lnTo>
                  <a:lnTo>
                    <a:pt x="44196" y="214884"/>
                  </a:lnTo>
                  <a:lnTo>
                    <a:pt x="44196" y="164592"/>
                  </a:lnTo>
                  <a:lnTo>
                    <a:pt x="44196" y="140208"/>
                  </a:lnTo>
                  <a:lnTo>
                    <a:pt x="36576" y="140868"/>
                  </a:lnTo>
                  <a:lnTo>
                    <a:pt x="36576" y="164592"/>
                  </a:lnTo>
                  <a:lnTo>
                    <a:pt x="36576" y="214884"/>
                  </a:lnTo>
                  <a:lnTo>
                    <a:pt x="27432" y="214884"/>
                  </a:lnTo>
                  <a:lnTo>
                    <a:pt x="21336" y="211836"/>
                  </a:lnTo>
                  <a:lnTo>
                    <a:pt x="10668" y="201168"/>
                  </a:lnTo>
                  <a:lnTo>
                    <a:pt x="8420" y="196697"/>
                  </a:lnTo>
                  <a:lnTo>
                    <a:pt x="7620" y="195033"/>
                  </a:lnTo>
                  <a:lnTo>
                    <a:pt x="7620" y="184404"/>
                  </a:lnTo>
                  <a:lnTo>
                    <a:pt x="9144" y="179832"/>
                  </a:lnTo>
                  <a:lnTo>
                    <a:pt x="12192" y="176784"/>
                  </a:lnTo>
                  <a:lnTo>
                    <a:pt x="13716" y="172212"/>
                  </a:lnTo>
                  <a:lnTo>
                    <a:pt x="18288" y="169164"/>
                  </a:lnTo>
                  <a:lnTo>
                    <a:pt x="22860" y="167640"/>
                  </a:lnTo>
                  <a:lnTo>
                    <a:pt x="24384" y="166116"/>
                  </a:lnTo>
                  <a:lnTo>
                    <a:pt x="30480" y="164592"/>
                  </a:lnTo>
                  <a:lnTo>
                    <a:pt x="36576" y="164592"/>
                  </a:lnTo>
                  <a:lnTo>
                    <a:pt x="36576" y="140868"/>
                  </a:lnTo>
                  <a:lnTo>
                    <a:pt x="3238" y="165925"/>
                  </a:lnTo>
                  <a:lnTo>
                    <a:pt x="0" y="182880"/>
                  </a:lnTo>
                  <a:lnTo>
                    <a:pt x="1117" y="192887"/>
                  </a:lnTo>
                  <a:lnTo>
                    <a:pt x="25374" y="225463"/>
                  </a:lnTo>
                  <a:lnTo>
                    <a:pt x="60960" y="233172"/>
                  </a:lnTo>
                  <a:lnTo>
                    <a:pt x="72961" y="232321"/>
                  </a:lnTo>
                  <a:lnTo>
                    <a:pt x="83820" y="229743"/>
                  </a:lnTo>
                  <a:lnTo>
                    <a:pt x="93535" y="225463"/>
                  </a:lnTo>
                  <a:lnTo>
                    <a:pt x="102108" y="219456"/>
                  </a:lnTo>
                  <a:lnTo>
                    <a:pt x="106362" y="214884"/>
                  </a:lnTo>
                  <a:lnTo>
                    <a:pt x="108978" y="212077"/>
                  </a:lnTo>
                  <a:lnTo>
                    <a:pt x="113728" y="203835"/>
                  </a:lnTo>
                  <a:lnTo>
                    <a:pt x="116459" y="195033"/>
                  </a:lnTo>
                  <a:lnTo>
                    <a:pt x="117348" y="185928"/>
                  </a:lnTo>
                  <a:close/>
                </a:path>
                <a:path extrusionOk="0" h="535304" w="154305">
                  <a:moveTo>
                    <a:pt x="153911" y="36576"/>
                  </a:moveTo>
                  <a:lnTo>
                    <a:pt x="137147" y="9144"/>
                  </a:lnTo>
                  <a:lnTo>
                    <a:pt x="131051" y="3048"/>
                  </a:lnTo>
                  <a:lnTo>
                    <a:pt x="123431" y="0"/>
                  </a:lnTo>
                  <a:lnTo>
                    <a:pt x="108191" y="0"/>
                  </a:lnTo>
                  <a:lnTo>
                    <a:pt x="102095" y="3048"/>
                  </a:lnTo>
                  <a:lnTo>
                    <a:pt x="97523" y="7620"/>
                  </a:lnTo>
                  <a:lnTo>
                    <a:pt x="92951" y="10668"/>
                  </a:lnTo>
                  <a:lnTo>
                    <a:pt x="89903" y="15240"/>
                  </a:lnTo>
                  <a:lnTo>
                    <a:pt x="89903" y="25908"/>
                  </a:lnTo>
                  <a:lnTo>
                    <a:pt x="91427" y="28956"/>
                  </a:lnTo>
                  <a:lnTo>
                    <a:pt x="97523" y="35052"/>
                  </a:lnTo>
                  <a:lnTo>
                    <a:pt x="100571" y="36576"/>
                  </a:lnTo>
                  <a:lnTo>
                    <a:pt x="111239" y="36576"/>
                  </a:lnTo>
                  <a:lnTo>
                    <a:pt x="115811" y="32004"/>
                  </a:lnTo>
                  <a:lnTo>
                    <a:pt x="117335" y="28956"/>
                  </a:lnTo>
                  <a:lnTo>
                    <a:pt x="117335" y="21336"/>
                  </a:lnTo>
                  <a:lnTo>
                    <a:pt x="115811" y="19812"/>
                  </a:lnTo>
                  <a:lnTo>
                    <a:pt x="114287" y="16764"/>
                  </a:lnTo>
                  <a:lnTo>
                    <a:pt x="114287" y="12192"/>
                  </a:lnTo>
                  <a:lnTo>
                    <a:pt x="115811" y="12192"/>
                  </a:lnTo>
                  <a:lnTo>
                    <a:pt x="117335" y="10668"/>
                  </a:lnTo>
                  <a:lnTo>
                    <a:pt x="124955" y="10668"/>
                  </a:lnTo>
                  <a:lnTo>
                    <a:pt x="131051" y="13716"/>
                  </a:lnTo>
                  <a:lnTo>
                    <a:pt x="137147" y="18288"/>
                  </a:lnTo>
                  <a:lnTo>
                    <a:pt x="141719" y="22860"/>
                  </a:lnTo>
                  <a:lnTo>
                    <a:pt x="146291" y="28956"/>
                  </a:lnTo>
                  <a:lnTo>
                    <a:pt x="149339" y="36576"/>
                  </a:lnTo>
                  <a:lnTo>
                    <a:pt x="153911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081" name="Google Shape;3081;p51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510027" y="2604516"/>
            <a:ext cx="225552" cy="975359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2" name="Google Shape;3082;p51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865120" y="2549652"/>
            <a:ext cx="225552" cy="1030223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3" name="Google Shape;3083;p51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865120" y="2122932"/>
            <a:ext cx="175260" cy="348996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4" name="Google Shape;3084;p51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3221735" y="2417063"/>
            <a:ext cx="225552" cy="116433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5" name="Google Shape;3085;p51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3576827" y="3128772"/>
            <a:ext cx="175260" cy="460247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6" name="Google Shape;3086;p51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3933444" y="2609088"/>
            <a:ext cx="175260" cy="9723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87" name="Google Shape;3087;p51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088" name="Google Shape;3088;p51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89" name="Google Shape;3089;p51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090" name="Google Shape;3090;p51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1" name="Google Shape;3091;p51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2" name="Google Shape;3092;p51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6655307" y="1757172"/>
            <a:ext cx="117348" cy="161543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3" name="Google Shape;3093;p51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761744" y="4376928"/>
            <a:ext cx="2641091" cy="5003291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4" name="Google Shape;3094;p51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4538472" y="2586227"/>
            <a:ext cx="1542288" cy="672693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98" name="Shape 3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9" name="Google Shape;3099;p52"/>
          <p:cNvGrpSpPr/>
          <p:nvPr/>
        </p:nvGrpSpPr>
        <p:grpSpPr>
          <a:xfrm>
            <a:off x="1431036" y="5622036"/>
            <a:ext cx="448551" cy="2313430"/>
            <a:chOff x="1431036" y="5622036"/>
            <a:chExt cx="448551" cy="2313430"/>
          </a:xfrm>
        </p:grpSpPr>
        <p:pic>
          <p:nvPicPr>
            <p:cNvPr id="3100" name="Google Shape;3100;p5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431036" y="6135623"/>
              <a:ext cx="348995" cy="17998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01" name="Google Shape;3101;p52"/>
            <p:cNvSpPr/>
            <p:nvPr/>
          </p:nvSpPr>
          <p:spPr>
            <a:xfrm>
              <a:off x="1546847" y="5622036"/>
              <a:ext cx="332740" cy="483234"/>
            </a:xfrm>
            <a:custGeom>
              <a:rect b="b" l="l" r="r" t="t"/>
              <a:pathLst>
                <a:path extrusionOk="0" h="483235" w="332739">
                  <a:moveTo>
                    <a:pt x="332206" y="387667"/>
                  </a:moveTo>
                  <a:lnTo>
                    <a:pt x="324040" y="331851"/>
                  </a:lnTo>
                  <a:lnTo>
                    <a:pt x="303085" y="294119"/>
                  </a:lnTo>
                  <a:lnTo>
                    <a:pt x="303085" y="369125"/>
                  </a:lnTo>
                  <a:lnTo>
                    <a:pt x="302425" y="385699"/>
                  </a:lnTo>
                  <a:lnTo>
                    <a:pt x="289560" y="434340"/>
                  </a:lnTo>
                  <a:lnTo>
                    <a:pt x="277495" y="447967"/>
                  </a:lnTo>
                  <a:lnTo>
                    <a:pt x="263271" y="447967"/>
                  </a:lnTo>
                  <a:lnTo>
                    <a:pt x="257556" y="446532"/>
                  </a:lnTo>
                  <a:lnTo>
                    <a:pt x="249936" y="443484"/>
                  </a:lnTo>
                  <a:lnTo>
                    <a:pt x="247065" y="441960"/>
                  </a:lnTo>
                  <a:lnTo>
                    <a:pt x="245084" y="440918"/>
                  </a:lnTo>
                  <a:lnTo>
                    <a:pt x="239649" y="437769"/>
                  </a:lnTo>
                  <a:lnTo>
                    <a:pt x="233654" y="434060"/>
                  </a:lnTo>
                  <a:lnTo>
                    <a:pt x="229412" y="431292"/>
                  </a:lnTo>
                  <a:lnTo>
                    <a:pt x="227076" y="429768"/>
                  </a:lnTo>
                  <a:lnTo>
                    <a:pt x="227126" y="429387"/>
                  </a:lnTo>
                  <a:lnTo>
                    <a:pt x="227241" y="428536"/>
                  </a:lnTo>
                  <a:lnTo>
                    <a:pt x="227279" y="428244"/>
                  </a:lnTo>
                  <a:lnTo>
                    <a:pt x="229323" y="412343"/>
                  </a:lnTo>
                  <a:lnTo>
                    <a:pt x="229400" y="411480"/>
                  </a:lnTo>
                  <a:lnTo>
                    <a:pt x="231267" y="392049"/>
                  </a:lnTo>
                  <a:lnTo>
                    <a:pt x="232930" y="355079"/>
                  </a:lnTo>
                  <a:lnTo>
                    <a:pt x="233045" y="349567"/>
                  </a:lnTo>
                  <a:lnTo>
                    <a:pt x="235648" y="310134"/>
                  </a:lnTo>
                  <a:lnTo>
                    <a:pt x="237312" y="298513"/>
                  </a:lnTo>
                  <a:lnTo>
                    <a:pt x="239268" y="291084"/>
                  </a:lnTo>
                  <a:lnTo>
                    <a:pt x="243840" y="281940"/>
                  </a:lnTo>
                  <a:lnTo>
                    <a:pt x="248412" y="277368"/>
                  </a:lnTo>
                  <a:lnTo>
                    <a:pt x="257556" y="277368"/>
                  </a:lnTo>
                  <a:lnTo>
                    <a:pt x="289560" y="298704"/>
                  </a:lnTo>
                  <a:lnTo>
                    <a:pt x="302425" y="343077"/>
                  </a:lnTo>
                  <a:lnTo>
                    <a:pt x="302602" y="347472"/>
                  </a:lnTo>
                  <a:lnTo>
                    <a:pt x="302691" y="349567"/>
                  </a:lnTo>
                  <a:lnTo>
                    <a:pt x="302793" y="352044"/>
                  </a:lnTo>
                  <a:lnTo>
                    <a:pt x="302907" y="355079"/>
                  </a:lnTo>
                  <a:lnTo>
                    <a:pt x="303022" y="357911"/>
                  </a:lnTo>
                  <a:lnTo>
                    <a:pt x="303085" y="369125"/>
                  </a:lnTo>
                  <a:lnTo>
                    <a:pt x="303085" y="294119"/>
                  </a:lnTo>
                  <a:lnTo>
                    <a:pt x="273558" y="268795"/>
                  </a:lnTo>
                  <a:lnTo>
                    <a:pt x="248412" y="262128"/>
                  </a:lnTo>
                  <a:lnTo>
                    <a:pt x="238683" y="262991"/>
                  </a:lnTo>
                  <a:lnTo>
                    <a:pt x="204216" y="291846"/>
                  </a:lnTo>
                  <a:lnTo>
                    <a:pt x="196037" y="336600"/>
                  </a:lnTo>
                  <a:lnTo>
                    <a:pt x="195922" y="339661"/>
                  </a:lnTo>
                  <a:lnTo>
                    <a:pt x="195795" y="342900"/>
                  </a:lnTo>
                  <a:lnTo>
                    <a:pt x="195719" y="344932"/>
                  </a:lnTo>
                  <a:lnTo>
                    <a:pt x="195630" y="347472"/>
                  </a:lnTo>
                  <a:lnTo>
                    <a:pt x="195541" y="349567"/>
                  </a:lnTo>
                  <a:lnTo>
                    <a:pt x="195453" y="352044"/>
                  </a:lnTo>
                  <a:lnTo>
                    <a:pt x="195338" y="355079"/>
                  </a:lnTo>
                  <a:lnTo>
                    <a:pt x="195237" y="364236"/>
                  </a:lnTo>
                  <a:lnTo>
                    <a:pt x="195110" y="375196"/>
                  </a:lnTo>
                  <a:lnTo>
                    <a:pt x="195072" y="377952"/>
                  </a:lnTo>
                  <a:lnTo>
                    <a:pt x="194970" y="379476"/>
                  </a:lnTo>
                  <a:lnTo>
                    <a:pt x="194360" y="387667"/>
                  </a:lnTo>
                  <a:lnTo>
                    <a:pt x="194005" y="392887"/>
                  </a:lnTo>
                  <a:lnTo>
                    <a:pt x="193548" y="399859"/>
                  </a:lnTo>
                  <a:lnTo>
                    <a:pt x="193459" y="401002"/>
                  </a:lnTo>
                  <a:lnTo>
                    <a:pt x="192938" y="406895"/>
                  </a:lnTo>
                  <a:lnTo>
                    <a:pt x="192024" y="411480"/>
                  </a:lnTo>
                  <a:lnTo>
                    <a:pt x="192024" y="419100"/>
                  </a:lnTo>
                  <a:lnTo>
                    <a:pt x="190500" y="425196"/>
                  </a:lnTo>
                  <a:lnTo>
                    <a:pt x="187452" y="428244"/>
                  </a:lnTo>
                  <a:lnTo>
                    <a:pt x="184404" y="429768"/>
                  </a:lnTo>
                  <a:lnTo>
                    <a:pt x="182880" y="431292"/>
                  </a:lnTo>
                  <a:lnTo>
                    <a:pt x="176784" y="431292"/>
                  </a:lnTo>
                  <a:lnTo>
                    <a:pt x="167640" y="428244"/>
                  </a:lnTo>
                  <a:lnTo>
                    <a:pt x="163068" y="425196"/>
                  </a:lnTo>
                  <a:lnTo>
                    <a:pt x="158483" y="420611"/>
                  </a:lnTo>
                  <a:lnTo>
                    <a:pt x="152400" y="413004"/>
                  </a:lnTo>
                  <a:lnTo>
                    <a:pt x="154406" y="404774"/>
                  </a:lnTo>
                  <a:lnTo>
                    <a:pt x="154457" y="404431"/>
                  </a:lnTo>
                  <a:lnTo>
                    <a:pt x="155829" y="396240"/>
                  </a:lnTo>
                  <a:lnTo>
                    <a:pt x="156692" y="387667"/>
                  </a:lnTo>
                  <a:lnTo>
                    <a:pt x="156819" y="384048"/>
                  </a:lnTo>
                  <a:lnTo>
                    <a:pt x="156972" y="379476"/>
                  </a:lnTo>
                  <a:lnTo>
                    <a:pt x="156883" y="377952"/>
                  </a:lnTo>
                  <a:lnTo>
                    <a:pt x="147993" y="335280"/>
                  </a:lnTo>
                  <a:lnTo>
                    <a:pt x="144780" y="328752"/>
                  </a:lnTo>
                  <a:lnTo>
                    <a:pt x="144780" y="377952"/>
                  </a:lnTo>
                  <a:lnTo>
                    <a:pt x="143903" y="387667"/>
                  </a:lnTo>
                  <a:lnTo>
                    <a:pt x="118110" y="417728"/>
                  </a:lnTo>
                  <a:lnTo>
                    <a:pt x="70104" y="426720"/>
                  </a:lnTo>
                  <a:lnTo>
                    <a:pt x="56375" y="426110"/>
                  </a:lnTo>
                  <a:lnTo>
                    <a:pt x="21196" y="408266"/>
                  </a:lnTo>
                  <a:lnTo>
                    <a:pt x="13195" y="392049"/>
                  </a:lnTo>
                  <a:lnTo>
                    <a:pt x="12192" y="384048"/>
                  </a:lnTo>
                  <a:lnTo>
                    <a:pt x="40386" y="344932"/>
                  </a:lnTo>
                  <a:lnTo>
                    <a:pt x="88392" y="335280"/>
                  </a:lnTo>
                  <a:lnTo>
                    <a:pt x="102133" y="336118"/>
                  </a:lnTo>
                  <a:lnTo>
                    <a:pt x="137071" y="353745"/>
                  </a:lnTo>
                  <a:lnTo>
                    <a:pt x="144780" y="377952"/>
                  </a:lnTo>
                  <a:lnTo>
                    <a:pt x="144780" y="328752"/>
                  </a:lnTo>
                  <a:lnTo>
                    <a:pt x="111252" y="298513"/>
                  </a:lnTo>
                  <a:lnTo>
                    <a:pt x="82296" y="292608"/>
                  </a:lnTo>
                  <a:lnTo>
                    <a:pt x="70040" y="293471"/>
                  </a:lnTo>
                  <a:lnTo>
                    <a:pt x="58483" y="296037"/>
                  </a:lnTo>
                  <a:lnTo>
                    <a:pt x="47802" y="300329"/>
                  </a:lnTo>
                  <a:lnTo>
                    <a:pt x="38100" y="306324"/>
                  </a:lnTo>
                  <a:lnTo>
                    <a:pt x="38100" y="263652"/>
                  </a:lnTo>
                  <a:lnTo>
                    <a:pt x="36576" y="262128"/>
                  </a:lnTo>
                  <a:lnTo>
                    <a:pt x="35052" y="262128"/>
                  </a:lnTo>
                  <a:lnTo>
                    <a:pt x="32004" y="260604"/>
                  </a:lnTo>
                  <a:lnTo>
                    <a:pt x="24384" y="260604"/>
                  </a:lnTo>
                  <a:lnTo>
                    <a:pt x="21336" y="262128"/>
                  </a:lnTo>
                  <a:lnTo>
                    <a:pt x="19812" y="262128"/>
                  </a:lnTo>
                  <a:lnTo>
                    <a:pt x="19812" y="263652"/>
                  </a:lnTo>
                  <a:lnTo>
                    <a:pt x="18288" y="263652"/>
                  </a:lnTo>
                  <a:lnTo>
                    <a:pt x="18288" y="266700"/>
                  </a:lnTo>
                  <a:lnTo>
                    <a:pt x="16764" y="269748"/>
                  </a:lnTo>
                  <a:lnTo>
                    <a:pt x="16764" y="324612"/>
                  </a:lnTo>
                  <a:lnTo>
                    <a:pt x="9652" y="336600"/>
                  </a:lnTo>
                  <a:lnTo>
                    <a:pt x="4381" y="349567"/>
                  </a:lnTo>
                  <a:lnTo>
                    <a:pt x="1130" y="363410"/>
                  </a:lnTo>
                  <a:lnTo>
                    <a:pt x="1066" y="364236"/>
                  </a:lnTo>
                  <a:lnTo>
                    <a:pt x="0" y="377952"/>
                  </a:lnTo>
                  <a:lnTo>
                    <a:pt x="14147" y="428536"/>
                  </a:lnTo>
                  <a:lnTo>
                    <a:pt x="50292" y="460438"/>
                  </a:lnTo>
                  <a:lnTo>
                    <a:pt x="64871" y="464820"/>
                  </a:lnTo>
                  <a:lnTo>
                    <a:pt x="64338" y="464820"/>
                  </a:lnTo>
                  <a:lnTo>
                    <a:pt x="80772" y="466344"/>
                  </a:lnTo>
                  <a:lnTo>
                    <a:pt x="91681" y="465759"/>
                  </a:lnTo>
                  <a:lnTo>
                    <a:pt x="101727" y="463867"/>
                  </a:lnTo>
                  <a:lnTo>
                    <a:pt x="136398" y="442722"/>
                  </a:lnTo>
                  <a:lnTo>
                    <a:pt x="147828" y="425196"/>
                  </a:lnTo>
                  <a:lnTo>
                    <a:pt x="157543" y="436626"/>
                  </a:lnTo>
                  <a:lnTo>
                    <a:pt x="187452" y="461772"/>
                  </a:lnTo>
                  <a:lnTo>
                    <a:pt x="193078" y="463181"/>
                  </a:lnTo>
                  <a:lnTo>
                    <a:pt x="204584" y="463181"/>
                  </a:lnTo>
                  <a:lnTo>
                    <a:pt x="208788" y="461772"/>
                  </a:lnTo>
                  <a:lnTo>
                    <a:pt x="211836" y="458724"/>
                  </a:lnTo>
                  <a:lnTo>
                    <a:pt x="216408" y="455676"/>
                  </a:lnTo>
                  <a:lnTo>
                    <a:pt x="220980" y="449580"/>
                  </a:lnTo>
                  <a:lnTo>
                    <a:pt x="225552" y="441960"/>
                  </a:lnTo>
                  <a:lnTo>
                    <a:pt x="243649" y="458533"/>
                  </a:lnTo>
                  <a:lnTo>
                    <a:pt x="248920" y="463181"/>
                  </a:lnTo>
                  <a:lnTo>
                    <a:pt x="251460" y="464820"/>
                  </a:lnTo>
                  <a:lnTo>
                    <a:pt x="258914" y="470877"/>
                  </a:lnTo>
                  <a:lnTo>
                    <a:pt x="265366" y="475488"/>
                  </a:lnTo>
                  <a:lnTo>
                    <a:pt x="270967" y="478967"/>
                  </a:lnTo>
                  <a:lnTo>
                    <a:pt x="275844" y="481584"/>
                  </a:lnTo>
                  <a:lnTo>
                    <a:pt x="280416" y="483108"/>
                  </a:lnTo>
                  <a:lnTo>
                    <a:pt x="288036" y="483108"/>
                  </a:lnTo>
                  <a:lnTo>
                    <a:pt x="321310" y="447967"/>
                  </a:lnTo>
                  <a:lnTo>
                    <a:pt x="331076" y="409105"/>
                  </a:lnTo>
                  <a:lnTo>
                    <a:pt x="331190" y="406895"/>
                  </a:lnTo>
                  <a:lnTo>
                    <a:pt x="331304" y="404774"/>
                  </a:lnTo>
                  <a:lnTo>
                    <a:pt x="331355" y="403669"/>
                  </a:lnTo>
                  <a:lnTo>
                    <a:pt x="332206" y="387667"/>
                  </a:lnTo>
                  <a:close/>
                </a:path>
                <a:path extrusionOk="0" h="483235" w="332739">
                  <a:moveTo>
                    <a:pt x="332232" y="198120"/>
                  </a:moveTo>
                  <a:lnTo>
                    <a:pt x="316992" y="156972"/>
                  </a:lnTo>
                  <a:lnTo>
                    <a:pt x="283349" y="129120"/>
                  </a:lnTo>
                  <a:lnTo>
                    <a:pt x="48768" y="32004"/>
                  </a:lnTo>
                  <a:lnTo>
                    <a:pt x="38100" y="27432"/>
                  </a:lnTo>
                  <a:lnTo>
                    <a:pt x="28956" y="22860"/>
                  </a:lnTo>
                  <a:lnTo>
                    <a:pt x="19812" y="16764"/>
                  </a:lnTo>
                  <a:lnTo>
                    <a:pt x="18288" y="13716"/>
                  </a:lnTo>
                  <a:lnTo>
                    <a:pt x="13716" y="0"/>
                  </a:lnTo>
                  <a:lnTo>
                    <a:pt x="6096" y="0"/>
                  </a:lnTo>
                  <a:lnTo>
                    <a:pt x="6096" y="70104"/>
                  </a:lnTo>
                  <a:lnTo>
                    <a:pt x="13716" y="70104"/>
                  </a:lnTo>
                  <a:lnTo>
                    <a:pt x="13716" y="62484"/>
                  </a:lnTo>
                  <a:lnTo>
                    <a:pt x="15240" y="57912"/>
                  </a:lnTo>
                  <a:lnTo>
                    <a:pt x="15240" y="54864"/>
                  </a:lnTo>
                  <a:lnTo>
                    <a:pt x="16764" y="53340"/>
                  </a:lnTo>
                  <a:lnTo>
                    <a:pt x="18288" y="50292"/>
                  </a:lnTo>
                  <a:lnTo>
                    <a:pt x="19812" y="50292"/>
                  </a:lnTo>
                  <a:lnTo>
                    <a:pt x="21336" y="48768"/>
                  </a:lnTo>
                  <a:lnTo>
                    <a:pt x="24384" y="47244"/>
                  </a:lnTo>
                  <a:lnTo>
                    <a:pt x="33528" y="47244"/>
                  </a:lnTo>
                  <a:lnTo>
                    <a:pt x="41148" y="48768"/>
                  </a:lnTo>
                  <a:lnTo>
                    <a:pt x="47244" y="51816"/>
                  </a:lnTo>
                  <a:lnTo>
                    <a:pt x="169164" y="102108"/>
                  </a:lnTo>
                  <a:lnTo>
                    <a:pt x="50203" y="160743"/>
                  </a:lnTo>
                  <a:lnTo>
                    <a:pt x="43053" y="163068"/>
                  </a:lnTo>
                  <a:lnTo>
                    <a:pt x="36487" y="164261"/>
                  </a:lnTo>
                  <a:lnTo>
                    <a:pt x="30480" y="164592"/>
                  </a:lnTo>
                  <a:lnTo>
                    <a:pt x="25908" y="164592"/>
                  </a:lnTo>
                  <a:lnTo>
                    <a:pt x="22860" y="163068"/>
                  </a:lnTo>
                  <a:lnTo>
                    <a:pt x="15240" y="155448"/>
                  </a:lnTo>
                  <a:lnTo>
                    <a:pt x="13716" y="150876"/>
                  </a:lnTo>
                  <a:lnTo>
                    <a:pt x="13716" y="138684"/>
                  </a:lnTo>
                  <a:lnTo>
                    <a:pt x="6096" y="138684"/>
                  </a:lnTo>
                  <a:lnTo>
                    <a:pt x="6096" y="242316"/>
                  </a:lnTo>
                  <a:lnTo>
                    <a:pt x="13716" y="242316"/>
                  </a:lnTo>
                  <a:lnTo>
                    <a:pt x="16764" y="234696"/>
                  </a:lnTo>
                  <a:lnTo>
                    <a:pt x="18288" y="228600"/>
                  </a:lnTo>
                  <a:lnTo>
                    <a:pt x="21336" y="225552"/>
                  </a:lnTo>
                  <a:lnTo>
                    <a:pt x="22860" y="222504"/>
                  </a:lnTo>
                  <a:lnTo>
                    <a:pt x="27432" y="219456"/>
                  </a:lnTo>
                  <a:lnTo>
                    <a:pt x="33528" y="214884"/>
                  </a:lnTo>
                  <a:lnTo>
                    <a:pt x="41148" y="210312"/>
                  </a:lnTo>
                  <a:lnTo>
                    <a:pt x="47244" y="205740"/>
                  </a:lnTo>
                  <a:lnTo>
                    <a:pt x="53340" y="204216"/>
                  </a:lnTo>
                  <a:lnTo>
                    <a:pt x="217932" y="121920"/>
                  </a:lnTo>
                  <a:lnTo>
                    <a:pt x="256032" y="138684"/>
                  </a:lnTo>
                  <a:lnTo>
                    <a:pt x="266344" y="142379"/>
                  </a:lnTo>
                  <a:lnTo>
                    <a:pt x="274510" y="146494"/>
                  </a:lnTo>
                  <a:lnTo>
                    <a:pt x="280682" y="150901"/>
                  </a:lnTo>
                  <a:lnTo>
                    <a:pt x="284988" y="155448"/>
                  </a:lnTo>
                  <a:lnTo>
                    <a:pt x="291084" y="161544"/>
                  </a:lnTo>
                  <a:lnTo>
                    <a:pt x="292608" y="166116"/>
                  </a:lnTo>
                  <a:lnTo>
                    <a:pt x="292608" y="176784"/>
                  </a:lnTo>
                  <a:lnTo>
                    <a:pt x="289560" y="182880"/>
                  </a:lnTo>
                  <a:lnTo>
                    <a:pt x="286512" y="192024"/>
                  </a:lnTo>
                  <a:lnTo>
                    <a:pt x="283464" y="199644"/>
                  </a:lnTo>
                  <a:lnTo>
                    <a:pt x="283464" y="213360"/>
                  </a:lnTo>
                  <a:lnTo>
                    <a:pt x="286512" y="219456"/>
                  </a:lnTo>
                  <a:lnTo>
                    <a:pt x="289560" y="224028"/>
                  </a:lnTo>
                  <a:lnTo>
                    <a:pt x="294132" y="228600"/>
                  </a:lnTo>
                  <a:lnTo>
                    <a:pt x="300228" y="230124"/>
                  </a:lnTo>
                  <a:lnTo>
                    <a:pt x="313944" y="230124"/>
                  </a:lnTo>
                  <a:lnTo>
                    <a:pt x="320040" y="227076"/>
                  </a:lnTo>
                  <a:lnTo>
                    <a:pt x="324612" y="220980"/>
                  </a:lnTo>
                  <a:lnTo>
                    <a:pt x="330708" y="214884"/>
                  </a:lnTo>
                  <a:lnTo>
                    <a:pt x="332232" y="207264"/>
                  </a:lnTo>
                  <a:lnTo>
                    <a:pt x="332232" y="1981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102" name="Google Shape;3102;p52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431035" y="4026407"/>
            <a:ext cx="448025" cy="14447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03" name="Google Shape;3103;p52"/>
          <p:cNvGrpSpPr/>
          <p:nvPr/>
        </p:nvGrpSpPr>
        <p:grpSpPr>
          <a:xfrm>
            <a:off x="1431036" y="2744723"/>
            <a:ext cx="349250" cy="1147572"/>
            <a:chOff x="1431036" y="2744723"/>
            <a:chExt cx="349250" cy="1147572"/>
          </a:xfrm>
        </p:grpSpPr>
        <p:sp>
          <p:nvSpPr>
            <p:cNvPr id="3104" name="Google Shape;3104;p52"/>
            <p:cNvSpPr/>
            <p:nvPr/>
          </p:nvSpPr>
          <p:spPr>
            <a:xfrm>
              <a:off x="1446275" y="3617975"/>
              <a:ext cx="327660" cy="274320"/>
            </a:xfrm>
            <a:custGeom>
              <a:rect b="b" l="l" r="r" t="t"/>
              <a:pathLst>
                <a:path extrusionOk="0" h="274320" w="327660">
                  <a:moveTo>
                    <a:pt x="76200" y="274320"/>
                  </a:moveTo>
                  <a:lnTo>
                    <a:pt x="0" y="271272"/>
                  </a:lnTo>
                  <a:lnTo>
                    <a:pt x="0" y="3048"/>
                  </a:lnTo>
                  <a:lnTo>
                    <a:pt x="76200" y="0"/>
                  </a:lnTo>
                  <a:lnTo>
                    <a:pt x="76200" y="9144"/>
                  </a:lnTo>
                  <a:lnTo>
                    <a:pt x="66746" y="10548"/>
                  </a:lnTo>
                  <a:lnTo>
                    <a:pt x="58864" y="12382"/>
                  </a:lnTo>
                  <a:lnTo>
                    <a:pt x="27432" y="36576"/>
                  </a:lnTo>
                  <a:lnTo>
                    <a:pt x="19812" y="70103"/>
                  </a:lnTo>
                  <a:lnTo>
                    <a:pt x="19812" y="115824"/>
                  </a:lnTo>
                  <a:lnTo>
                    <a:pt x="269748" y="115824"/>
                  </a:lnTo>
                  <a:lnTo>
                    <a:pt x="284297" y="115514"/>
                  </a:lnTo>
                  <a:lnTo>
                    <a:pt x="319444" y="89582"/>
                  </a:lnTo>
                  <a:lnTo>
                    <a:pt x="320039" y="80772"/>
                  </a:lnTo>
                  <a:lnTo>
                    <a:pt x="320039" y="68579"/>
                  </a:lnTo>
                  <a:lnTo>
                    <a:pt x="327660" y="68579"/>
                  </a:lnTo>
                  <a:lnTo>
                    <a:pt x="327660" y="208788"/>
                  </a:lnTo>
                  <a:lnTo>
                    <a:pt x="320039" y="208788"/>
                  </a:lnTo>
                  <a:lnTo>
                    <a:pt x="320039" y="196596"/>
                  </a:lnTo>
                  <a:lnTo>
                    <a:pt x="319420" y="187142"/>
                  </a:lnTo>
                  <a:lnTo>
                    <a:pt x="283202" y="161853"/>
                  </a:lnTo>
                  <a:lnTo>
                    <a:pt x="269748" y="161544"/>
                  </a:lnTo>
                  <a:lnTo>
                    <a:pt x="19812" y="161544"/>
                  </a:lnTo>
                  <a:lnTo>
                    <a:pt x="19812" y="201168"/>
                  </a:lnTo>
                  <a:lnTo>
                    <a:pt x="20097" y="211740"/>
                  </a:lnTo>
                  <a:lnTo>
                    <a:pt x="35099" y="249888"/>
                  </a:lnTo>
                  <a:lnTo>
                    <a:pt x="76200" y="265176"/>
                  </a:lnTo>
                  <a:lnTo>
                    <a:pt x="76200" y="2743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105" name="Google Shape;3105;p52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3253740"/>
              <a:ext cx="233172" cy="3627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06" name="Google Shape;3106;p52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2993135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07" name="Google Shape;3107;p52"/>
            <p:cNvSpPr/>
            <p:nvPr/>
          </p:nvSpPr>
          <p:spPr>
            <a:xfrm>
              <a:off x="1431036" y="2744723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813"/>
                  </a:lnTo>
                  <a:lnTo>
                    <a:pt x="287083" y="34290"/>
                  </a:lnTo>
                  <a:lnTo>
                    <a:pt x="296965" y="33766"/>
                  </a:lnTo>
                  <a:lnTo>
                    <a:pt x="303275" y="33528"/>
                  </a:lnTo>
                  <a:lnTo>
                    <a:pt x="309371" y="32004"/>
                  </a:lnTo>
                  <a:lnTo>
                    <a:pt x="312419" y="30480"/>
                  </a:lnTo>
                  <a:lnTo>
                    <a:pt x="315467" y="27432"/>
                  </a:lnTo>
                  <a:lnTo>
                    <a:pt x="318515" y="21336"/>
                  </a:lnTo>
                  <a:lnTo>
                    <a:pt x="318515" y="13716"/>
                  </a:lnTo>
                  <a:lnTo>
                    <a:pt x="316991" y="9144"/>
                  </a:lnTo>
                  <a:lnTo>
                    <a:pt x="313943" y="1524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8268" y="74676"/>
                  </a:lnTo>
                  <a:lnTo>
                    <a:pt x="63245" y="74866"/>
                  </a:lnTo>
                  <a:lnTo>
                    <a:pt x="55575" y="75223"/>
                  </a:lnTo>
                  <a:lnTo>
                    <a:pt x="54210" y="75223"/>
                  </a:lnTo>
                  <a:lnTo>
                    <a:pt x="47243" y="76200"/>
                  </a:lnTo>
                  <a:lnTo>
                    <a:pt x="41147" y="77724"/>
                  </a:lnTo>
                  <a:lnTo>
                    <a:pt x="36790" y="79176"/>
                  </a:lnTo>
                  <a:lnTo>
                    <a:pt x="36647" y="79176"/>
                  </a:lnTo>
                  <a:lnTo>
                    <a:pt x="35052" y="80772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0789"/>
                  </a:lnTo>
                  <a:lnTo>
                    <a:pt x="155447" y="198120"/>
                  </a:lnTo>
                  <a:lnTo>
                    <a:pt x="125920" y="164020"/>
                  </a:lnTo>
                  <a:lnTo>
                    <a:pt x="115823" y="121920"/>
                  </a:lnTo>
                  <a:lnTo>
                    <a:pt x="117205" y="107894"/>
                  </a:lnTo>
                  <a:lnTo>
                    <a:pt x="121157" y="95440"/>
                  </a:lnTo>
                  <a:lnTo>
                    <a:pt x="127396" y="84415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5223"/>
                  </a:lnTo>
                  <a:lnTo>
                    <a:pt x="173164" y="76771"/>
                  </a:lnTo>
                  <a:lnTo>
                    <a:pt x="138683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50876" y="161544"/>
                  </a:lnTo>
                  <a:lnTo>
                    <a:pt x="201453" y="182975"/>
                  </a:lnTo>
                  <a:lnTo>
                    <a:pt x="224027" y="184404"/>
                  </a:lnTo>
                  <a:lnTo>
                    <a:pt x="334566" y="184404"/>
                  </a:lnTo>
                  <a:lnTo>
                    <a:pt x="332922" y="187118"/>
                  </a:lnTo>
                  <a:lnTo>
                    <a:pt x="320040" y="201168"/>
                  </a:lnTo>
                  <a:lnTo>
                    <a:pt x="303395" y="213169"/>
                  </a:lnTo>
                  <a:lnTo>
                    <a:pt x="285178" y="221742"/>
                  </a:lnTo>
                  <a:lnTo>
                    <a:pt x="264961" y="226885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4566" y="184404"/>
                  </a:moveTo>
                  <a:lnTo>
                    <a:pt x="224027" y="184404"/>
                  </a:lnTo>
                  <a:lnTo>
                    <a:pt x="246984" y="182975"/>
                  </a:lnTo>
                  <a:lnTo>
                    <a:pt x="246716" y="182975"/>
                  </a:lnTo>
                  <a:lnTo>
                    <a:pt x="297179" y="163068"/>
                  </a:lnTo>
                  <a:lnTo>
                    <a:pt x="321611" y="128349"/>
                  </a:lnTo>
                  <a:lnTo>
                    <a:pt x="323088" y="115824"/>
                  </a:lnTo>
                  <a:lnTo>
                    <a:pt x="321683" y="105537"/>
                  </a:lnTo>
                  <a:lnTo>
                    <a:pt x="317639" y="95440"/>
                  </a:lnTo>
                  <a:lnTo>
                    <a:pt x="317563" y="95250"/>
                  </a:lnTo>
                  <a:lnTo>
                    <a:pt x="310872" y="84963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5156"/>
                  </a:lnTo>
                  <a:lnTo>
                    <a:pt x="348996" y="138684"/>
                  </a:lnTo>
                  <a:lnTo>
                    <a:pt x="347257" y="156162"/>
                  </a:lnTo>
                  <a:lnTo>
                    <a:pt x="341955" y="172188"/>
                  </a:lnTo>
                  <a:lnTo>
                    <a:pt x="334566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8" name="Google Shape;3108;p52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109" name="Google Shape;3109;p5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10" name="Google Shape;3110;p52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111" name="Google Shape;3111;p52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2" name="Google Shape;3112;p52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3" name="Google Shape;3113;p52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655307" y="1757172"/>
            <a:ext cx="117348" cy="161544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4" name="Google Shape;3114;p52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177795" y="2554224"/>
            <a:ext cx="3985259" cy="55778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18" name="Shape 3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19" name="Google Shape;3119;p5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324355" y="5830823"/>
            <a:ext cx="348996" cy="19370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20" name="Google Shape;3120;p53"/>
          <p:cNvGrpSpPr/>
          <p:nvPr/>
        </p:nvGrpSpPr>
        <p:grpSpPr>
          <a:xfrm>
            <a:off x="1324355" y="5321808"/>
            <a:ext cx="342900" cy="366141"/>
            <a:chOff x="1324355" y="5321808"/>
            <a:chExt cx="342900" cy="366141"/>
          </a:xfrm>
        </p:grpSpPr>
        <p:sp>
          <p:nvSpPr>
            <p:cNvPr id="3121" name="Google Shape;3121;p53"/>
            <p:cNvSpPr/>
            <p:nvPr/>
          </p:nvSpPr>
          <p:spPr>
            <a:xfrm>
              <a:off x="1324355" y="5579364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41148"/>
                  </a:lnTo>
                  <a:lnTo>
                    <a:pt x="7620" y="36576"/>
                  </a:lnTo>
                  <a:lnTo>
                    <a:pt x="12192" y="30480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6576" y="30480"/>
                  </a:lnTo>
                  <a:lnTo>
                    <a:pt x="47244" y="41148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42672" y="70104"/>
                  </a:lnTo>
                  <a:lnTo>
                    <a:pt x="36576" y="74676"/>
                  </a:lnTo>
                  <a:lnTo>
                    <a:pt x="32004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918" y="33266"/>
                  </a:lnTo>
                  <a:lnTo>
                    <a:pt x="332232" y="21336"/>
                  </a:lnTo>
                  <a:lnTo>
                    <a:pt x="335280" y="16764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52"/>
                  </a:lnTo>
                  <a:lnTo>
                    <a:pt x="194092" y="73152"/>
                  </a:lnTo>
                  <a:lnTo>
                    <a:pt x="178879" y="73342"/>
                  </a:lnTo>
                  <a:lnTo>
                    <a:pt x="147828" y="85344"/>
                  </a:lnTo>
                  <a:lnTo>
                    <a:pt x="147828" y="92964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8392"/>
                  </a:lnTo>
                  <a:lnTo>
                    <a:pt x="332232" y="85344"/>
                  </a:lnTo>
                  <a:lnTo>
                    <a:pt x="302073" y="73342"/>
                  </a:lnTo>
                  <a:lnTo>
                    <a:pt x="300106" y="73342"/>
                  </a:lnTo>
                  <a:lnTo>
                    <a:pt x="292608" y="73152"/>
                  </a:lnTo>
                  <a:lnTo>
                    <a:pt x="342900" y="73152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122" name="Google Shape;3122;p53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440179" y="5321808"/>
              <a:ext cx="227076" cy="2392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123" name="Google Shape;3123;p53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324355" y="2860548"/>
            <a:ext cx="448056" cy="23164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24" name="Google Shape;3124;p53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125" name="Google Shape;3125;p5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26" name="Google Shape;3126;p53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127" name="Google Shape;3127;p53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8" name="Google Shape;3128;p53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9" name="Google Shape;3129;p5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655307" y="1754123"/>
            <a:ext cx="115824" cy="164592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0" name="Google Shape;3130;p53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761744" y="3099816"/>
            <a:ext cx="4402835" cy="46161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34" name="Shape 3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5" name="Google Shape;3135;p54"/>
          <p:cNvSpPr/>
          <p:nvPr/>
        </p:nvSpPr>
        <p:spPr>
          <a:xfrm>
            <a:off x="1431036" y="5783580"/>
            <a:ext cx="448309" cy="951230"/>
          </a:xfrm>
          <a:custGeom>
            <a:rect b="b" l="l" r="r" t="t"/>
            <a:pathLst>
              <a:path extrusionOk="0" h="951229" w="448310">
                <a:moveTo>
                  <a:pt x="342900" y="249936"/>
                </a:moveTo>
                <a:lnTo>
                  <a:pt x="335280" y="249936"/>
                </a:lnTo>
                <a:lnTo>
                  <a:pt x="335280" y="268224"/>
                </a:lnTo>
                <a:lnTo>
                  <a:pt x="332232" y="271272"/>
                </a:lnTo>
                <a:lnTo>
                  <a:pt x="292608" y="283464"/>
                </a:lnTo>
                <a:lnTo>
                  <a:pt x="214884" y="283464"/>
                </a:lnTo>
                <a:lnTo>
                  <a:pt x="195999" y="283756"/>
                </a:lnTo>
                <a:lnTo>
                  <a:pt x="148780" y="291782"/>
                </a:lnTo>
                <a:lnTo>
                  <a:pt x="118872" y="322707"/>
                </a:lnTo>
                <a:lnTo>
                  <a:pt x="115824" y="339852"/>
                </a:lnTo>
                <a:lnTo>
                  <a:pt x="116395" y="347853"/>
                </a:lnTo>
                <a:lnTo>
                  <a:pt x="138112" y="390334"/>
                </a:lnTo>
                <a:lnTo>
                  <a:pt x="161544" y="414528"/>
                </a:lnTo>
                <a:lnTo>
                  <a:pt x="0" y="414528"/>
                </a:lnTo>
                <a:lnTo>
                  <a:pt x="0" y="425196"/>
                </a:lnTo>
                <a:lnTo>
                  <a:pt x="27432" y="489204"/>
                </a:lnTo>
                <a:lnTo>
                  <a:pt x="35052" y="486156"/>
                </a:lnTo>
                <a:lnTo>
                  <a:pt x="33528" y="478536"/>
                </a:lnTo>
                <a:lnTo>
                  <a:pt x="32004" y="473964"/>
                </a:lnTo>
                <a:lnTo>
                  <a:pt x="32004" y="466344"/>
                </a:lnTo>
                <a:lnTo>
                  <a:pt x="92964" y="454152"/>
                </a:lnTo>
                <a:lnTo>
                  <a:pt x="292608" y="454152"/>
                </a:lnTo>
                <a:lnTo>
                  <a:pt x="330708" y="464820"/>
                </a:lnTo>
                <a:lnTo>
                  <a:pt x="333756" y="469392"/>
                </a:lnTo>
                <a:lnTo>
                  <a:pt x="335280" y="478536"/>
                </a:lnTo>
                <a:lnTo>
                  <a:pt x="335280" y="487680"/>
                </a:lnTo>
                <a:lnTo>
                  <a:pt x="342900" y="487680"/>
                </a:lnTo>
                <a:lnTo>
                  <a:pt x="342900" y="379476"/>
                </a:lnTo>
                <a:lnTo>
                  <a:pt x="335280" y="379476"/>
                </a:lnTo>
                <a:lnTo>
                  <a:pt x="335280" y="397764"/>
                </a:lnTo>
                <a:lnTo>
                  <a:pt x="329184" y="406908"/>
                </a:lnTo>
                <a:lnTo>
                  <a:pt x="292608" y="414528"/>
                </a:lnTo>
                <a:lnTo>
                  <a:pt x="176784" y="414528"/>
                </a:lnTo>
                <a:lnTo>
                  <a:pt x="152400" y="384048"/>
                </a:lnTo>
                <a:lnTo>
                  <a:pt x="144780" y="358140"/>
                </a:lnTo>
                <a:lnTo>
                  <a:pt x="144780" y="350520"/>
                </a:lnTo>
                <a:lnTo>
                  <a:pt x="175018" y="325018"/>
                </a:lnTo>
                <a:lnTo>
                  <a:pt x="214884" y="323088"/>
                </a:lnTo>
                <a:lnTo>
                  <a:pt x="316992" y="323088"/>
                </a:lnTo>
                <a:lnTo>
                  <a:pt x="323088" y="324612"/>
                </a:lnTo>
                <a:lnTo>
                  <a:pt x="327660" y="327660"/>
                </a:lnTo>
                <a:lnTo>
                  <a:pt x="330708" y="332232"/>
                </a:lnTo>
                <a:lnTo>
                  <a:pt x="333756" y="335280"/>
                </a:lnTo>
                <a:lnTo>
                  <a:pt x="335280" y="342900"/>
                </a:lnTo>
                <a:lnTo>
                  <a:pt x="335280" y="358140"/>
                </a:lnTo>
                <a:lnTo>
                  <a:pt x="342900" y="358140"/>
                </a:lnTo>
                <a:lnTo>
                  <a:pt x="342900" y="249936"/>
                </a:lnTo>
                <a:close/>
              </a:path>
              <a:path extrusionOk="0" h="951229" w="448310">
                <a:moveTo>
                  <a:pt x="350507" y="635508"/>
                </a:moveTo>
                <a:lnTo>
                  <a:pt x="85331" y="545592"/>
                </a:lnTo>
                <a:lnTo>
                  <a:pt x="70789" y="541286"/>
                </a:lnTo>
                <a:lnTo>
                  <a:pt x="59232" y="537400"/>
                </a:lnTo>
                <a:lnTo>
                  <a:pt x="50838" y="533806"/>
                </a:lnTo>
                <a:lnTo>
                  <a:pt x="45707" y="530352"/>
                </a:lnTo>
                <a:lnTo>
                  <a:pt x="36563" y="525780"/>
                </a:lnTo>
                <a:lnTo>
                  <a:pt x="30467" y="521208"/>
                </a:lnTo>
                <a:lnTo>
                  <a:pt x="27419" y="515112"/>
                </a:lnTo>
                <a:lnTo>
                  <a:pt x="24371" y="510540"/>
                </a:lnTo>
                <a:lnTo>
                  <a:pt x="22847" y="502920"/>
                </a:lnTo>
                <a:lnTo>
                  <a:pt x="22847" y="495300"/>
                </a:lnTo>
                <a:lnTo>
                  <a:pt x="15227" y="495300"/>
                </a:lnTo>
                <a:lnTo>
                  <a:pt x="15227" y="594360"/>
                </a:lnTo>
                <a:lnTo>
                  <a:pt x="22847" y="594360"/>
                </a:lnTo>
                <a:lnTo>
                  <a:pt x="22847" y="583692"/>
                </a:lnTo>
                <a:lnTo>
                  <a:pt x="24371" y="576072"/>
                </a:lnTo>
                <a:lnTo>
                  <a:pt x="30467" y="563880"/>
                </a:lnTo>
                <a:lnTo>
                  <a:pt x="33515" y="560832"/>
                </a:lnTo>
                <a:lnTo>
                  <a:pt x="36563" y="559308"/>
                </a:lnTo>
                <a:lnTo>
                  <a:pt x="41135" y="557784"/>
                </a:lnTo>
                <a:lnTo>
                  <a:pt x="44183" y="557784"/>
                </a:lnTo>
                <a:lnTo>
                  <a:pt x="51282" y="558380"/>
                </a:lnTo>
                <a:lnTo>
                  <a:pt x="60947" y="560260"/>
                </a:lnTo>
                <a:lnTo>
                  <a:pt x="72910" y="563575"/>
                </a:lnTo>
                <a:lnTo>
                  <a:pt x="86855" y="568452"/>
                </a:lnTo>
                <a:lnTo>
                  <a:pt x="268211" y="629412"/>
                </a:lnTo>
                <a:lnTo>
                  <a:pt x="89903" y="691896"/>
                </a:lnTo>
                <a:lnTo>
                  <a:pt x="52832" y="701979"/>
                </a:lnTo>
                <a:lnTo>
                  <a:pt x="45707" y="702564"/>
                </a:lnTo>
                <a:lnTo>
                  <a:pt x="38087" y="702564"/>
                </a:lnTo>
                <a:lnTo>
                  <a:pt x="33515" y="701040"/>
                </a:lnTo>
                <a:lnTo>
                  <a:pt x="28943" y="696468"/>
                </a:lnTo>
                <a:lnTo>
                  <a:pt x="25895" y="691896"/>
                </a:lnTo>
                <a:lnTo>
                  <a:pt x="22847" y="685800"/>
                </a:lnTo>
                <a:lnTo>
                  <a:pt x="22847" y="669036"/>
                </a:lnTo>
                <a:lnTo>
                  <a:pt x="15227" y="669036"/>
                </a:lnTo>
                <a:lnTo>
                  <a:pt x="15227" y="795528"/>
                </a:lnTo>
                <a:lnTo>
                  <a:pt x="22847" y="795528"/>
                </a:lnTo>
                <a:lnTo>
                  <a:pt x="22847" y="789432"/>
                </a:lnTo>
                <a:lnTo>
                  <a:pt x="24371" y="784860"/>
                </a:lnTo>
                <a:lnTo>
                  <a:pt x="24371" y="781812"/>
                </a:lnTo>
                <a:lnTo>
                  <a:pt x="25895" y="777240"/>
                </a:lnTo>
                <a:lnTo>
                  <a:pt x="28943" y="772668"/>
                </a:lnTo>
                <a:lnTo>
                  <a:pt x="31991" y="769620"/>
                </a:lnTo>
                <a:lnTo>
                  <a:pt x="33515" y="766572"/>
                </a:lnTo>
                <a:lnTo>
                  <a:pt x="36563" y="763524"/>
                </a:lnTo>
                <a:lnTo>
                  <a:pt x="39611" y="762000"/>
                </a:lnTo>
                <a:lnTo>
                  <a:pt x="45707" y="757428"/>
                </a:lnTo>
                <a:lnTo>
                  <a:pt x="53327" y="754380"/>
                </a:lnTo>
                <a:lnTo>
                  <a:pt x="60947" y="749808"/>
                </a:lnTo>
                <a:lnTo>
                  <a:pt x="83807" y="742188"/>
                </a:lnTo>
                <a:lnTo>
                  <a:pt x="112763" y="733044"/>
                </a:lnTo>
                <a:lnTo>
                  <a:pt x="268211" y="784860"/>
                </a:lnTo>
                <a:lnTo>
                  <a:pt x="69481" y="853757"/>
                </a:lnTo>
                <a:lnTo>
                  <a:pt x="58280" y="857059"/>
                </a:lnTo>
                <a:lnTo>
                  <a:pt x="49949" y="858951"/>
                </a:lnTo>
                <a:lnTo>
                  <a:pt x="44183" y="859536"/>
                </a:lnTo>
                <a:lnTo>
                  <a:pt x="38087" y="859536"/>
                </a:lnTo>
                <a:lnTo>
                  <a:pt x="33515" y="858012"/>
                </a:lnTo>
                <a:lnTo>
                  <a:pt x="28943" y="853440"/>
                </a:lnTo>
                <a:lnTo>
                  <a:pt x="25895" y="848868"/>
                </a:lnTo>
                <a:lnTo>
                  <a:pt x="22847" y="842772"/>
                </a:lnTo>
                <a:lnTo>
                  <a:pt x="22847" y="827532"/>
                </a:lnTo>
                <a:lnTo>
                  <a:pt x="15227" y="827532"/>
                </a:lnTo>
                <a:lnTo>
                  <a:pt x="15227" y="950976"/>
                </a:lnTo>
                <a:lnTo>
                  <a:pt x="22847" y="950976"/>
                </a:lnTo>
                <a:lnTo>
                  <a:pt x="22847" y="940308"/>
                </a:lnTo>
                <a:lnTo>
                  <a:pt x="24371" y="934212"/>
                </a:lnTo>
                <a:lnTo>
                  <a:pt x="64947" y="905827"/>
                </a:lnTo>
                <a:lnTo>
                  <a:pt x="350507" y="803148"/>
                </a:lnTo>
                <a:lnTo>
                  <a:pt x="350507" y="789432"/>
                </a:lnTo>
                <a:lnTo>
                  <a:pt x="144767" y="720852"/>
                </a:lnTo>
                <a:lnTo>
                  <a:pt x="350507" y="649224"/>
                </a:lnTo>
                <a:lnTo>
                  <a:pt x="350507" y="635508"/>
                </a:lnTo>
                <a:close/>
              </a:path>
              <a:path extrusionOk="0" h="951229" w="448310">
                <a:moveTo>
                  <a:pt x="448043" y="198120"/>
                </a:moveTo>
                <a:lnTo>
                  <a:pt x="432803" y="158496"/>
                </a:lnTo>
                <a:lnTo>
                  <a:pt x="399161" y="130644"/>
                </a:lnTo>
                <a:lnTo>
                  <a:pt x="164579" y="33528"/>
                </a:lnTo>
                <a:lnTo>
                  <a:pt x="153911" y="28956"/>
                </a:lnTo>
                <a:lnTo>
                  <a:pt x="129527" y="0"/>
                </a:lnTo>
                <a:lnTo>
                  <a:pt x="121907" y="0"/>
                </a:lnTo>
                <a:lnTo>
                  <a:pt x="121907" y="71628"/>
                </a:lnTo>
                <a:lnTo>
                  <a:pt x="129527" y="71628"/>
                </a:lnTo>
                <a:lnTo>
                  <a:pt x="129527" y="64008"/>
                </a:lnTo>
                <a:lnTo>
                  <a:pt x="131051" y="59436"/>
                </a:lnTo>
                <a:lnTo>
                  <a:pt x="131051" y="56388"/>
                </a:lnTo>
                <a:lnTo>
                  <a:pt x="132575" y="54864"/>
                </a:lnTo>
                <a:lnTo>
                  <a:pt x="134099" y="51816"/>
                </a:lnTo>
                <a:lnTo>
                  <a:pt x="135623" y="50292"/>
                </a:lnTo>
                <a:lnTo>
                  <a:pt x="137147" y="50292"/>
                </a:lnTo>
                <a:lnTo>
                  <a:pt x="140195" y="48768"/>
                </a:lnTo>
                <a:lnTo>
                  <a:pt x="149339" y="48768"/>
                </a:lnTo>
                <a:lnTo>
                  <a:pt x="156959" y="50292"/>
                </a:lnTo>
                <a:lnTo>
                  <a:pt x="163055" y="53340"/>
                </a:lnTo>
                <a:lnTo>
                  <a:pt x="284975" y="103632"/>
                </a:lnTo>
                <a:lnTo>
                  <a:pt x="173723" y="158496"/>
                </a:lnTo>
                <a:lnTo>
                  <a:pt x="146291" y="166116"/>
                </a:lnTo>
                <a:lnTo>
                  <a:pt x="141719" y="166116"/>
                </a:lnTo>
                <a:lnTo>
                  <a:pt x="138671" y="164592"/>
                </a:lnTo>
                <a:lnTo>
                  <a:pt x="131051" y="156972"/>
                </a:lnTo>
                <a:lnTo>
                  <a:pt x="129527" y="152400"/>
                </a:lnTo>
                <a:lnTo>
                  <a:pt x="129527" y="140208"/>
                </a:lnTo>
                <a:lnTo>
                  <a:pt x="121907" y="140208"/>
                </a:lnTo>
                <a:lnTo>
                  <a:pt x="121907" y="243840"/>
                </a:lnTo>
                <a:lnTo>
                  <a:pt x="129527" y="243840"/>
                </a:lnTo>
                <a:lnTo>
                  <a:pt x="132575" y="236220"/>
                </a:lnTo>
                <a:lnTo>
                  <a:pt x="134099" y="230124"/>
                </a:lnTo>
                <a:lnTo>
                  <a:pt x="137147" y="227076"/>
                </a:lnTo>
                <a:lnTo>
                  <a:pt x="138671" y="224028"/>
                </a:lnTo>
                <a:lnTo>
                  <a:pt x="143243" y="220980"/>
                </a:lnTo>
                <a:lnTo>
                  <a:pt x="149339" y="216408"/>
                </a:lnTo>
                <a:lnTo>
                  <a:pt x="156959" y="211836"/>
                </a:lnTo>
                <a:lnTo>
                  <a:pt x="163055" y="207264"/>
                </a:lnTo>
                <a:lnTo>
                  <a:pt x="169151" y="205740"/>
                </a:lnTo>
                <a:lnTo>
                  <a:pt x="333743" y="123444"/>
                </a:lnTo>
                <a:lnTo>
                  <a:pt x="371843" y="138684"/>
                </a:lnTo>
                <a:lnTo>
                  <a:pt x="382155" y="143256"/>
                </a:lnTo>
                <a:lnTo>
                  <a:pt x="390321" y="147828"/>
                </a:lnTo>
                <a:lnTo>
                  <a:pt x="396494" y="152400"/>
                </a:lnTo>
                <a:lnTo>
                  <a:pt x="400799" y="156972"/>
                </a:lnTo>
                <a:lnTo>
                  <a:pt x="406895" y="163068"/>
                </a:lnTo>
                <a:lnTo>
                  <a:pt x="408419" y="167640"/>
                </a:lnTo>
                <a:lnTo>
                  <a:pt x="408419" y="178308"/>
                </a:lnTo>
                <a:lnTo>
                  <a:pt x="405371" y="184404"/>
                </a:lnTo>
                <a:lnTo>
                  <a:pt x="402323" y="193548"/>
                </a:lnTo>
                <a:lnTo>
                  <a:pt x="399275" y="201168"/>
                </a:lnTo>
                <a:lnTo>
                  <a:pt x="399275" y="214884"/>
                </a:lnTo>
                <a:lnTo>
                  <a:pt x="402323" y="220980"/>
                </a:lnTo>
                <a:lnTo>
                  <a:pt x="405371" y="225552"/>
                </a:lnTo>
                <a:lnTo>
                  <a:pt x="409943" y="228600"/>
                </a:lnTo>
                <a:lnTo>
                  <a:pt x="416039" y="231648"/>
                </a:lnTo>
                <a:lnTo>
                  <a:pt x="429755" y="231648"/>
                </a:lnTo>
                <a:lnTo>
                  <a:pt x="435851" y="228600"/>
                </a:lnTo>
                <a:lnTo>
                  <a:pt x="444195" y="217627"/>
                </a:lnTo>
                <a:lnTo>
                  <a:pt x="446519" y="212026"/>
                </a:lnTo>
                <a:lnTo>
                  <a:pt x="447713" y="205574"/>
                </a:lnTo>
                <a:lnTo>
                  <a:pt x="448043" y="19812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36" name="Google Shape;3136;p5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31035" y="3974592"/>
            <a:ext cx="447947" cy="1650491"/>
          </a:xfrm>
          <a:prstGeom prst="rect">
            <a:avLst/>
          </a:prstGeom>
          <a:noFill/>
          <a:ln>
            <a:noFill/>
          </a:ln>
        </p:spPr>
      </p:pic>
      <p:sp>
        <p:nvSpPr>
          <p:cNvPr id="3137" name="Google Shape;3137;p54"/>
          <p:cNvSpPr/>
          <p:nvPr/>
        </p:nvSpPr>
        <p:spPr>
          <a:xfrm>
            <a:off x="2543555" y="8903207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3716"/>
                </a:lnTo>
                <a:lnTo>
                  <a:pt x="9143" y="762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1815" y="7620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38" name="Google Shape;3138;p54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2482596" y="7647431"/>
            <a:ext cx="225551" cy="1171956"/>
          </a:xfrm>
          <a:prstGeom prst="rect">
            <a:avLst/>
          </a:prstGeom>
          <a:noFill/>
          <a:ln>
            <a:noFill/>
          </a:ln>
        </p:spPr>
      </p:pic>
      <p:sp>
        <p:nvSpPr>
          <p:cNvPr id="3139" name="Google Shape;3139;p54"/>
          <p:cNvSpPr/>
          <p:nvPr/>
        </p:nvSpPr>
        <p:spPr>
          <a:xfrm>
            <a:off x="2482583" y="6877812"/>
            <a:ext cx="175895" cy="696595"/>
          </a:xfrm>
          <a:custGeom>
            <a:rect b="b" l="l" r="r" t="t"/>
            <a:pathLst>
              <a:path extrusionOk="0" h="696595" w="175894">
                <a:moveTo>
                  <a:pt x="24384" y="365760"/>
                </a:moveTo>
                <a:lnTo>
                  <a:pt x="22860" y="362712"/>
                </a:lnTo>
                <a:lnTo>
                  <a:pt x="18288" y="358140"/>
                </a:lnTo>
                <a:lnTo>
                  <a:pt x="15240" y="356616"/>
                </a:lnTo>
                <a:lnTo>
                  <a:pt x="9144" y="356616"/>
                </a:lnTo>
                <a:lnTo>
                  <a:pt x="6096" y="358140"/>
                </a:lnTo>
                <a:lnTo>
                  <a:pt x="4572" y="361188"/>
                </a:lnTo>
                <a:lnTo>
                  <a:pt x="1524" y="362712"/>
                </a:lnTo>
                <a:lnTo>
                  <a:pt x="0" y="365760"/>
                </a:lnTo>
                <a:lnTo>
                  <a:pt x="0" y="373380"/>
                </a:lnTo>
                <a:lnTo>
                  <a:pt x="1524" y="376428"/>
                </a:lnTo>
                <a:lnTo>
                  <a:pt x="4572" y="377952"/>
                </a:lnTo>
                <a:lnTo>
                  <a:pt x="6096" y="381000"/>
                </a:lnTo>
                <a:lnTo>
                  <a:pt x="18288" y="381000"/>
                </a:lnTo>
                <a:lnTo>
                  <a:pt x="21336" y="377952"/>
                </a:lnTo>
                <a:lnTo>
                  <a:pt x="22860" y="374904"/>
                </a:lnTo>
                <a:lnTo>
                  <a:pt x="24384" y="373380"/>
                </a:lnTo>
                <a:lnTo>
                  <a:pt x="24384" y="365760"/>
                </a:lnTo>
                <a:close/>
              </a:path>
              <a:path extrusionOk="0" h="696595" w="175894">
                <a:moveTo>
                  <a:pt x="172212" y="341376"/>
                </a:moveTo>
                <a:lnTo>
                  <a:pt x="169164" y="341376"/>
                </a:lnTo>
                <a:lnTo>
                  <a:pt x="169164" y="350520"/>
                </a:lnTo>
                <a:lnTo>
                  <a:pt x="167640" y="352044"/>
                </a:lnTo>
                <a:lnTo>
                  <a:pt x="166116" y="355092"/>
                </a:lnTo>
                <a:lnTo>
                  <a:pt x="164592" y="356616"/>
                </a:lnTo>
                <a:lnTo>
                  <a:pt x="163068" y="356616"/>
                </a:lnTo>
                <a:lnTo>
                  <a:pt x="160020" y="358140"/>
                </a:lnTo>
                <a:lnTo>
                  <a:pt x="57912" y="358140"/>
                </a:lnTo>
                <a:lnTo>
                  <a:pt x="57912" y="364236"/>
                </a:lnTo>
                <a:lnTo>
                  <a:pt x="71628" y="396240"/>
                </a:lnTo>
                <a:lnTo>
                  <a:pt x="74676" y="394716"/>
                </a:lnTo>
                <a:lnTo>
                  <a:pt x="73152" y="391668"/>
                </a:lnTo>
                <a:lnTo>
                  <a:pt x="73152" y="384048"/>
                </a:lnTo>
                <a:lnTo>
                  <a:pt x="77724" y="379476"/>
                </a:lnTo>
                <a:lnTo>
                  <a:pt x="83820" y="379476"/>
                </a:lnTo>
                <a:lnTo>
                  <a:pt x="92964" y="377952"/>
                </a:lnTo>
                <a:lnTo>
                  <a:pt x="155448" y="377952"/>
                </a:lnTo>
                <a:lnTo>
                  <a:pt x="160020" y="379476"/>
                </a:lnTo>
                <a:lnTo>
                  <a:pt x="163068" y="379476"/>
                </a:lnTo>
                <a:lnTo>
                  <a:pt x="167640" y="384048"/>
                </a:lnTo>
                <a:lnTo>
                  <a:pt x="169164" y="387096"/>
                </a:lnTo>
                <a:lnTo>
                  <a:pt x="169164" y="394716"/>
                </a:lnTo>
                <a:lnTo>
                  <a:pt x="172212" y="394716"/>
                </a:lnTo>
                <a:lnTo>
                  <a:pt x="172212" y="377952"/>
                </a:lnTo>
                <a:lnTo>
                  <a:pt x="172212" y="341376"/>
                </a:lnTo>
                <a:close/>
              </a:path>
              <a:path extrusionOk="0" h="696595" w="175894">
                <a:moveTo>
                  <a:pt x="172224" y="490728"/>
                </a:moveTo>
                <a:lnTo>
                  <a:pt x="169176" y="490728"/>
                </a:lnTo>
                <a:lnTo>
                  <a:pt x="169176" y="499872"/>
                </a:lnTo>
                <a:lnTo>
                  <a:pt x="163080" y="505968"/>
                </a:lnTo>
                <a:lnTo>
                  <a:pt x="160032" y="505968"/>
                </a:lnTo>
                <a:lnTo>
                  <a:pt x="155460" y="507492"/>
                </a:lnTo>
                <a:lnTo>
                  <a:pt x="98755" y="507517"/>
                </a:lnTo>
                <a:lnTo>
                  <a:pt x="64020" y="519684"/>
                </a:lnTo>
                <a:lnTo>
                  <a:pt x="59448" y="524256"/>
                </a:lnTo>
                <a:lnTo>
                  <a:pt x="57924" y="530352"/>
                </a:lnTo>
                <a:lnTo>
                  <a:pt x="57924" y="542544"/>
                </a:lnTo>
                <a:lnTo>
                  <a:pt x="82308" y="574548"/>
                </a:lnTo>
                <a:lnTo>
                  <a:pt x="12" y="574548"/>
                </a:lnTo>
                <a:lnTo>
                  <a:pt x="12" y="579120"/>
                </a:lnTo>
                <a:lnTo>
                  <a:pt x="13728" y="612648"/>
                </a:lnTo>
                <a:lnTo>
                  <a:pt x="16776" y="611124"/>
                </a:lnTo>
                <a:lnTo>
                  <a:pt x="15252" y="606552"/>
                </a:lnTo>
                <a:lnTo>
                  <a:pt x="15252" y="598932"/>
                </a:lnTo>
                <a:lnTo>
                  <a:pt x="18300" y="595884"/>
                </a:lnTo>
                <a:lnTo>
                  <a:pt x="19824" y="595884"/>
                </a:lnTo>
                <a:lnTo>
                  <a:pt x="22872" y="594360"/>
                </a:lnTo>
                <a:lnTo>
                  <a:pt x="160032" y="594360"/>
                </a:lnTo>
                <a:lnTo>
                  <a:pt x="163080" y="595884"/>
                </a:lnTo>
                <a:lnTo>
                  <a:pt x="164604" y="595884"/>
                </a:lnTo>
                <a:lnTo>
                  <a:pt x="167652" y="598932"/>
                </a:lnTo>
                <a:lnTo>
                  <a:pt x="169176" y="601980"/>
                </a:lnTo>
                <a:lnTo>
                  <a:pt x="169176" y="611124"/>
                </a:lnTo>
                <a:lnTo>
                  <a:pt x="172224" y="611124"/>
                </a:lnTo>
                <a:lnTo>
                  <a:pt x="172224" y="557784"/>
                </a:lnTo>
                <a:lnTo>
                  <a:pt x="169176" y="557784"/>
                </a:lnTo>
                <a:lnTo>
                  <a:pt x="169176" y="566928"/>
                </a:lnTo>
                <a:lnTo>
                  <a:pt x="167652" y="568452"/>
                </a:lnTo>
                <a:lnTo>
                  <a:pt x="166128" y="571500"/>
                </a:lnTo>
                <a:lnTo>
                  <a:pt x="164604" y="573024"/>
                </a:lnTo>
                <a:lnTo>
                  <a:pt x="163080" y="573024"/>
                </a:lnTo>
                <a:lnTo>
                  <a:pt x="161556" y="574548"/>
                </a:lnTo>
                <a:lnTo>
                  <a:pt x="89928" y="574548"/>
                </a:lnTo>
                <a:lnTo>
                  <a:pt x="82308" y="568452"/>
                </a:lnTo>
                <a:lnTo>
                  <a:pt x="79260" y="562356"/>
                </a:lnTo>
                <a:lnTo>
                  <a:pt x="76212" y="557784"/>
                </a:lnTo>
                <a:lnTo>
                  <a:pt x="74688" y="553212"/>
                </a:lnTo>
                <a:lnTo>
                  <a:pt x="73164" y="550164"/>
                </a:lnTo>
                <a:lnTo>
                  <a:pt x="73164" y="541020"/>
                </a:lnTo>
                <a:lnTo>
                  <a:pt x="77736" y="531876"/>
                </a:lnTo>
                <a:lnTo>
                  <a:pt x="80784" y="530352"/>
                </a:lnTo>
                <a:lnTo>
                  <a:pt x="85356" y="528828"/>
                </a:lnTo>
                <a:lnTo>
                  <a:pt x="88404" y="527304"/>
                </a:lnTo>
                <a:lnTo>
                  <a:pt x="160032" y="527304"/>
                </a:lnTo>
                <a:lnTo>
                  <a:pt x="163080" y="528828"/>
                </a:lnTo>
                <a:lnTo>
                  <a:pt x="166128" y="528828"/>
                </a:lnTo>
                <a:lnTo>
                  <a:pt x="167652" y="531876"/>
                </a:lnTo>
                <a:lnTo>
                  <a:pt x="169176" y="533400"/>
                </a:lnTo>
                <a:lnTo>
                  <a:pt x="169176" y="544068"/>
                </a:lnTo>
                <a:lnTo>
                  <a:pt x="172224" y="544068"/>
                </a:lnTo>
                <a:lnTo>
                  <a:pt x="172224" y="490728"/>
                </a:lnTo>
                <a:close/>
              </a:path>
              <a:path extrusionOk="0" h="696595" w="175894">
                <a:moveTo>
                  <a:pt x="172224" y="431292"/>
                </a:moveTo>
                <a:lnTo>
                  <a:pt x="169176" y="431292"/>
                </a:lnTo>
                <a:lnTo>
                  <a:pt x="169176" y="440436"/>
                </a:lnTo>
                <a:lnTo>
                  <a:pt x="166128" y="441960"/>
                </a:lnTo>
                <a:lnTo>
                  <a:pt x="164604" y="445008"/>
                </a:lnTo>
                <a:lnTo>
                  <a:pt x="163080" y="446532"/>
                </a:lnTo>
                <a:lnTo>
                  <a:pt x="160032" y="448056"/>
                </a:lnTo>
                <a:lnTo>
                  <a:pt x="158508" y="449580"/>
                </a:lnTo>
                <a:lnTo>
                  <a:pt x="153936" y="451104"/>
                </a:lnTo>
                <a:lnTo>
                  <a:pt x="92976" y="451104"/>
                </a:lnTo>
                <a:lnTo>
                  <a:pt x="85356" y="446532"/>
                </a:lnTo>
                <a:lnTo>
                  <a:pt x="74688" y="435864"/>
                </a:lnTo>
                <a:lnTo>
                  <a:pt x="74688" y="432816"/>
                </a:lnTo>
                <a:lnTo>
                  <a:pt x="76212" y="429768"/>
                </a:lnTo>
                <a:lnTo>
                  <a:pt x="79260" y="425196"/>
                </a:lnTo>
                <a:lnTo>
                  <a:pt x="82308" y="419100"/>
                </a:lnTo>
                <a:lnTo>
                  <a:pt x="82308" y="413004"/>
                </a:lnTo>
                <a:lnTo>
                  <a:pt x="79260" y="409956"/>
                </a:lnTo>
                <a:lnTo>
                  <a:pt x="77736" y="406908"/>
                </a:lnTo>
                <a:lnTo>
                  <a:pt x="68592" y="406908"/>
                </a:lnTo>
                <a:lnTo>
                  <a:pt x="65544" y="408432"/>
                </a:lnTo>
                <a:lnTo>
                  <a:pt x="62496" y="411480"/>
                </a:lnTo>
                <a:lnTo>
                  <a:pt x="59448" y="413004"/>
                </a:lnTo>
                <a:lnTo>
                  <a:pt x="57924" y="417576"/>
                </a:lnTo>
                <a:lnTo>
                  <a:pt x="57924" y="422148"/>
                </a:lnTo>
                <a:lnTo>
                  <a:pt x="59588" y="429247"/>
                </a:lnTo>
                <a:lnTo>
                  <a:pt x="64401" y="436626"/>
                </a:lnTo>
                <a:lnTo>
                  <a:pt x="72059" y="444017"/>
                </a:lnTo>
                <a:lnTo>
                  <a:pt x="82308" y="451104"/>
                </a:lnTo>
                <a:lnTo>
                  <a:pt x="57924" y="451104"/>
                </a:lnTo>
                <a:lnTo>
                  <a:pt x="57924" y="455676"/>
                </a:lnTo>
                <a:lnTo>
                  <a:pt x="71640" y="489204"/>
                </a:lnTo>
                <a:lnTo>
                  <a:pt x="74688" y="487680"/>
                </a:lnTo>
                <a:lnTo>
                  <a:pt x="73164" y="484632"/>
                </a:lnTo>
                <a:lnTo>
                  <a:pt x="73164" y="475488"/>
                </a:lnTo>
                <a:lnTo>
                  <a:pt x="76212" y="472440"/>
                </a:lnTo>
                <a:lnTo>
                  <a:pt x="77736" y="472440"/>
                </a:lnTo>
                <a:lnTo>
                  <a:pt x="80784" y="470916"/>
                </a:lnTo>
                <a:lnTo>
                  <a:pt x="160032" y="470916"/>
                </a:lnTo>
                <a:lnTo>
                  <a:pt x="163080" y="472440"/>
                </a:lnTo>
                <a:lnTo>
                  <a:pt x="166128" y="472440"/>
                </a:lnTo>
                <a:lnTo>
                  <a:pt x="166128" y="475488"/>
                </a:lnTo>
                <a:lnTo>
                  <a:pt x="169176" y="477012"/>
                </a:lnTo>
                <a:lnTo>
                  <a:pt x="169176" y="487680"/>
                </a:lnTo>
                <a:lnTo>
                  <a:pt x="172224" y="487680"/>
                </a:lnTo>
                <a:lnTo>
                  <a:pt x="172224" y="431292"/>
                </a:lnTo>
                <a:close/>
              </a:path>
              <a:path extrusionOk="0" h="696595" w="175894">
                <a:moveTo>
                  <a:pt x="172224" y="213360"/>
                </a:moveTo>
                <a:lnTo>
                  <a:pt x="169176" y="213360"/>
                </a:lnTo>
                <a:lnTo>
                  <a:pt x="169176" y="222504"/>
                </a:lnTo>
                <a:lnTo>
                  <a:pt x="163080" y="228600"/>
                </a:lnTo>
                <a:lnTo>
                  <a:pt x="160032" y="230124"/>
                </a:lnTo>
                <a:lnTo>
                  <a:pt x="89928" y="230124"/>
                </a:lnTo>
                <a:lnTo>
                  <a:pt x="82308" y="231648"/>
                </a:lnTo>
                <a:lnTo>
                  <a:pt x="77736" y="233172"/>
                </a:lnTo>
                <a:lnTo>
                  <a:pt x="71640" y="234696"/>
                </a:lnTo>
                <a:lnTo>
                  <a:pt x="65544" y="239268"/>
                </a:lnTo>
                <a:lnTo>
                  <a:pt x="59448" y="248412"/>
                </a:lnTo>
                <a:lnTo>
                  <a:pt x="57924" y="252984"/>
                </a:lnTo>
                <a:lnTo>
                  <a:pt x="57924" y="259080"/>
                </a:lnTo>
                <a:lnTo>
                  <a:pt x="59372" y="268224"/>
                </a:lnTo>
                <a:lnTo>
                  <a:pt x="63830" y="277558"/>
                </a:lnTo>
                <a:lnTo>
                  <a:pt x="71424" y="287159"/>
                </a:lnTo>
                <a:lnTo>
                  <a:pt x="82308" y="297180"/>
                </a:lnTo>
                <a:lnTo>
                  <a:pt x="57924" y="297180"/>
                </a:lnTo>
                <a:lnTo>
                  <a:pt x="57924" y="301752"/>
                </a:lnTo>
                <a:lnTo>
                  <a:pt x="71640" y="335280"/>
                </a:lnTo>
                <a:lnTo>
                  <a:pt x="74688" y="333756"/>
                </a:lnTo>
                <a:lnTo>
                  <a:pt x="73164" y="330708"/>
                </a:lnTo>
                <a:lnTo>
                  <a:pt x="73164" y="321564"/>
                </a:lnTo>
                <a:lnTo>
                  <a:pt x="74688" y="320040"/>
                </a:lnTo>
                <a:lnTo>
                  <a:pt x="76212" y="320040"/>
                </a:lnTo>
                <a:lnTo>
                  <a:pt x="77736" y="318516"/>
                </a:lnTo>
                <a:lnTo>
                  <a:pt x="80784" y="318516"/>
                </a:lnTo>
                <a:lnTo>
                  <a:pt x="83832" y="316992"/>
                </a:lnTo>
                <a:lnTo>
                  <a:pt x="156984" y="316992"/>
                </a:lnTo>
                <a:lnTo>
                  <a:pt x="161556" y="318516"/>
                </a:lnTo>
                <a:lnTo>
                  <a:pt x="167652" y="321564"/>
                </a:lnTo>
                <a:lnTo>
                  <a:pt x="169176" y="326136"/>
                </a:lnTo>
                <a:lnTo>
                  <a:pt x="169176" y="333756"/>
                </a:lnTo>
                <a:lnTo>
                  <a:pt x="172224" y="333756"/>
                </a:lnTo>
                <a:lnTo>
                  <a:pt x="172224" y="316992"/>
                </a:lnTo>
                <a:lnTo>
                  <a:pt x="172224" y="280416"/>
                </a:lnTo>
                <a:lnTo>
                  <a:pt x="169176" y="280416"/>
                </a:lnTo>
                <a:lnTo>
                  <a:pt x="169176" y="289445"/>
                </a:lnTo>
                <a:lnTo>
                  <a:pt x="163080" y="295656"/>
                </a:lnTo>
                <a:lnTo>
                  <a:pt x="160032" y="297180"/>
                </a:lnTo>
                <a:lnTo>
                  <a:pt x="89928" y="297180"/>
                </a:lnTo>
                <a:lnTo>
                  <a:pt x="82804" y="289445"/>
                </a:lnTo>
                <a:lnTo>
                  <a:pt x="77546" y="282130"/>
                </a:lnTo>
                <a:lnTo>
                  <a:pt x="74282" y="275107"/>
                </a:lnTo>
                <a:lnTo>
                  <a:pt x="73164" y="268224"/>
                </a:lnTo>
                <a:lnTo>
                  <a:pt x="73164" y="260604"/>
                </a:lnTo>
                <a:lnTo>
                  <a:pt x="76212" y="256032"/>
                </a:lnTo>
                <a:lnTo>
                  <a:pt x="80784" y="254508"/>
                </a:lnTo>
                <a:lnTo>
                  <a:pt x="85356" y="251460"/>
                </a:lnTo>
                <a:lnTo>
                  <a:pt x="92976" y="249936"/>
                </a:lnTo>
                <a:lnTo>
                  <a:pt x="160032" y="249936"/>
                </a:lnTo>
                <a:lnTo>
                  <a:pt x="166128" y="252984"/>
                </a:lnTo>
                <a:lnTo>
                  <a:pt x="169176" y="256032"/>
                </a:lnTo>
                <a:lnTo>
                  <a:pt x="169176" y="266700"/>
                </a:lnTo>
                <a:lnTo>
                  <a:pt x="172224" y="266700"/>
                </a:lnTo>
                <a:lnTo>
                  <a:pt x="172224" y="249936"/>
                </a:lnTo>
                <a:lnTo>
                  <a:pt x="172224" y="213360"/>
                </a:lnTo>
                <a:close/>
              </a:path>
              <a:path extrusionOk="0" h="696595" w="175894">
                <a:moveTo>
                  <a:pt x="172224" y="156972"/>
                </a:moveTo>
                <a:lnTo>
                  <a:pt x="169176" y="156972"/>
                </a:lnTo>
                <a:lnTo>
                  <a:pt x="169176" y="166116"/>
                </a:lnTo>
                <a:lnTo>
                  <a:pt x="163080" y="172212"/>
                </a:lnTo>
                <a:lnTo>
                  <a:pt x="160032" y="172212"/>
                </a:lnTo>
                <a:lnTo>
                  <a:pt x="155460" y="173736"/>
                </a:lnTo>
                <a:lnTo>
                  <a:pt x="111264" y="173736"/>
                </a:lnTo>
                <a:lnTo>
                  <a:pt x="12" y="173736"/>
                </a:lnTo>
                <a:lnTo>
                  <a:pt x="12" y="178308"/>
                </a:lnTo>
                <a:lnTo>
                  <a:pt x="13728" y="210312"/>
                </a:lnTo>
                <a:lnTo>
                  <a:pt x="16776" y="207264"/>
                </a:lnTo>
                <a:lnTo>
                  <a:pt x="15252" y="204216"/>
                </a:lnTo>
                <a:lnTo>
                  <a:pt x="15252" y="198120"/>
                </a:lnTo>
                <a:lnTo>
                  <a:pt x="18300" y="195072"/>
                </a:lnTo>
                <a:lnTo>
                  <a:pt x="19824" y="195072"/>
                </a:lnTo>
                <a:lnTo>
                  <a:pt x="22872" y="193548"/>
                </a:lnTo>
                <a:lnTo>
                  <a:pt x="160032" y="193548"/>
                </a:lnTo>
                <a:lnTo>
                  <a:pt x="163080" y="195072"/>
                </a:lnTo>
                <a:lnTo>
                  <a:pt x="164604" y="195072"/>
                </a:lnTo>
                <a:lnTo>
                  <a:pt x="167652" y="198120"/>
                </a:lnTo>
                <a:lnTo>
                  <a:pt x="169176" y="201168"/>
                </a:lnTo>
                <a:lnTo>
                  <a:pt x="169176" y="210312"/>
                </a:lnTo>
                <a:lnTo>
                  <a:pt x="172224" y="210312"/>
                </a:lnTo>
                <a:lnTo>
                  <a:pt x="172224" y="193548"/>
                </a:lnTo>
                <a:lnTo>
                  <a:pt x="172224" y="156972"/>
                </a:lnTo>
                <a:close/>
              </a:path>
              <a:path extrusionOk="0" h="696595" w="175894">
                <a:moveTo>
                  <a:pt x="172224" y="88392"/>
                </a:moveTo>
                <a:lnTo>
                  <a:pt x="166128" y="88392"/>
                </a:lnTo>
                <a:lnTo>
                  <a:pt x="166128" y="97536"/>
                </a:lnTo>
                <a:lnTo>
                  <a:pt x="163080" y="103632"/>
                </a:lnTo>
                <a:lnTo>
                  <a:pt x="160032" y="106680"/>
                </a:lnTo>
                <a:lnTo>
                  <a:pt x="157149" y="109308"/>
                </a:lnTo>
                <a:lnTo>
                  <a:pt x="147383" y="117398"/>
                </a:lnTo>
                <a:lnTo>
                  <a:pt x="140220" y="123444"/>
                </a:lnTo>
                <a:lnTo>
                  <a:pt x="103644" y="153924"/>
                </a:lnTo>
                <a:lnTo>
                  <a:pt x="84213" y="131064"/>
                </a:lnTo>
                <a:lnTo>
                  <a:pt x="77736" y="123444"/>
                </a:lnTo>
                <a:lnTo>
                  <a:pt x="73164" y="118872"/>
                </a:lnTo>
                <a:lnTo>
                  <a:pt x="70116" y="112776"/>
                </a:lnTo>
                <a:lnTo>
                  <a:pt x="67068" y="109728"/>
                </a:lnTo>
                <a:lnTo>
                  <a:pt x="65544" y="105156"/>
                </a:lnTo>
                <a:lnTo>
                  <a:pt x="64020" y="99060"/>
                </a:lnTo>
                <a:lnTo>
                  <a:pt x="64020" y="92964"/>
                </a:lnTo>
                <a:lnTo>
                  <a:pt x="60972" y="92964"/>
                </a:lnTo>
                <a:lnTo>
                  <a:pt x="60972" y="140208"/>
                </a:lnTo>
                <a:lnTo>
                  <a:pt x="64020" y="140208"/>
                </a:lnTo>
                <a:lnTo>
                  <a:pt x="64020" y="137160"/>
                </a:lnTo>
                <a:lnTo>
                  <a:pt x="67068" y="134112"/>
                </a:lnTo>
                <a:lnTo>
                  <a:pt x="67068" y="132588"/>
                </a:lnTo>
                <a:lnTo>
                  <a:pt x="68592" y="131064"/>
                </a:lnTo>
                <a:lnTo>
                  <a:pt x="71640" y="131064"/>
                </a:lnTo>
                <a:lnTo>
                  <a:pt x="74688" y="134112"/>
                </a:lnTo>
                <a:lnTo>
                  <a:pt x="79260" y="137160"/>
                </a:lnTo>
                <a:lnTo>
                  <a:pt x="85356" y="143256"/>
                </a:lnTo>
                <a:lnTo>
                  <a:pt x="111264" y="173736"/>
                </a:lnTo>
                <a:lnTo>
                  <a:pt x="134378" y="153924"/>
                </a:lnTo>
                <a:lnTo>
                  <a:pt x="153936" y="137160"/>
                </a:lnTo>
                <a:lnTo>
                  <a:pt x="158508" y="134112"/>
                </a:lnTo>
                <a:lnTo>
                  <a:pt x="161556" y="132588"/>
                </a:lnTo>
                <a:lnTo>
                  <a:pt x="167652" y="132588"/>
                </a:lnTo>
                <a:lnTo>
                  <a:pt x="167652" y="134112"/>
                </a:lnTo>
                <a:lnTo>
                  <a:pt x="169176" y="135636"/>
                </a:lnTo>
                <a:lnTo>
                  <a:pt x="169176" y="140208"/>
                </a:lnTo>
                <a:lnTo>
                  <a:pt x="172224" y="140208"/>
                </a:lnTo>
                <a:lnTo>
                  <a:pt x="172224" y="132588"/>
                </a:lnTo>
                <a:lnTo>
                  <a:pt x="172224" y="88392"/>
                </a:lnTo>
                <a:close/>
              </a:path>
              <a:path extrusionOk="0" h="696595" w="175894">
                <a:moveTo>
                  <a:pt x="175272" y="659892"/>
                </a:moveTo>
                <a:lnTo>
                  <a:pt x="174701" y="652424"/>
                </a:lnTo>
                <a:lnTo>
                  <a:pt x="172986" y="645795"/>
                </a:lnTo>
                <a:lnTo>
                  <a:pt x="170281" y="640080"/>
                </a:lnTo>
                <a:lnTo>
                  <a:pt x="170129" y="639749"/>
                </a:lnTo>
                <a:lnTo>
                  <a:pt x="141744" y="621792"/>
                </a:lnTo>
                <a:lnTo>
                  <a:pt x="132880" y="623468"/>
                </a:lnTo>
                <a:lnTo>
                  <a:pt x="102120" y="664464"/>
                </a:lnTo>
                <a:lnTo>
                  <a:pt x="99072" y="672084"/>
                </a:lnTo>
                <a:lnTo>
                  <a:pt x="94500" y="676656"/>
                </a:lnTo>
                <a:lnTo>
                  <a:pt x="91452" y="678180"/>
                </a:lnTo>
                <a:lnTo>
                  <a:pt x="88404" y="681228"/>
                </a:lnTo>
                <a:lnTo>
                  <a:pt x="76212" y="681228"/>
                </a:lnTo>
                <a:lnTo>
                  <a:pt x="73164" y="679704"/>
                </a:lnTo>
                <a:lnTo>
                  <a:pt x="67068" y="673608"/>
                </a:lnTo>
                <a:lnTo>
                  <a:pt x="65544" y="669036"/>
                </a:lnTo>
                <a:lnTo>
                  <a:pt x="65544" y="656844"/>
                </a:lnTo>
                <a:lnTo>
                  <a:pt x="96024" y="633984"/>
                </a:lnTo>
                <a:lnTo>
                  <a:pt x="96024" y="630936"/>
                </a:lnTo>
                <a:lnTo>
                  <a:pt x="57924" y="630936"/>
                </a:lnTo>
                <a:lnTo>
                  <a:pt x="57924" y="633984"/>
                </a:lnTo>
                <a:lnTo>
                  <a:pt x="59448" y="635508"/>
                </a:lnTo>
                <a:lnTo>
                  <a:pt x="60972" y="635508"/>
                </a:lnTo>
                <a:lnTo>
                  <a:pt x="62496" y="637032"/>
                </a:lnTo>
                <a:lnTo>
                  <a:pt x="62496" y="644652"/>
                </a:lnTo>
                <a:lnTo>
                  <a:pt x="60972" y="647700"/>
                </a:lnTo>
                <a:lnTo>
                  <a:pt x="57924" y="659892"/>
                </a:lnTo>
                <a:lnTo>
                  <a:pt x="58039" y="664464"/>
                </a:lnTo>
                <a:lnTo>
                  <a:pt x="58153" y="665988"/>
                </a:lnTo>
                <a:lnTo>
                  <a:pt x="58267" y="667512"/>
                </a:lnTo>
                <a:lnTo>
                  <a:pt x="80784" y="696468"/>
                </a:lnTo>
                <a:lnTo>
                  <a:pt x="96024" y="696468"/>
                </a:lnTo>
                <a:lnTo>
                  <a:pt x="102120" y="694944"/>
                </a:lnTo>
                <a:lnTo>
                  <a:pt x="106692" y="690372"/>
                </a:lnTo>
                <a:lnTo>
                  <a:pt x="110134" y="687235"/>
                </a:lnTo>
                <a:lnTo>
                  <a:pt x="113741" y="682371"/>
                </a:lnTo>
                <a:lnTo>
                  <a:pt x="114414" y="681228"/>
                </a:lnTo>
                <a:lnTo>
                  <a:pt x="117614" y="675805"/>
                </a:lnTo>
                <a:lnTo>
                  <a:pt x="140220" y="641604"/>
                </a:lnTo>
                <a:lnTo>
                  <a:pt x="144792" y="640080"/>
                </a:lnTo>
                <a:lnTo>
                  <a:pt x="155460" y="640080"/>
                </a:lnTo>
                <a:lnTo>
                  <a:pt x="160032" y="641604"/>
                </a:lnTo>
                <a:lnTo>
                  <a:pt x="163080" y="646176"/>
                </a:lnTo>
                <a:lnTo>
                  <a:pt x="166128" y="649224"/>
                </a:lnTo>
                <a:lnTo>
                  <a:pt x="167652" y="653796"/>
                </a:lnTo>
                <a:lnTo>
                  <a:pt x="167652" y="667512"/>
                </a:lnTo>
                <a:lnTo>
                  <a:pt x="166128" y="675132"/>
                </a:lnTo>
                <a:lnTo>
                  <a:pt x="160032" y="681228"/>
                </a:lnTo>
                <a:lnTo>
                  <a:pt x="156032" y="685495"/>
                </a:lnTo>
                <a:lnTo>
                  <a:pt x="150888" y="689038"/>
                </a:lnTo>
                <a:lnTo>
                  <a:pt x="144602" y="691730"/>
                </a:lnTo>
                <a:lnTo>
                  <a:pt x="137172" y="693420"/>
                </a:lnTo>
                <a:lnTo>
                  <a:pt x="137172" y="696468"/>
                </a:lnTo>
                <a:lnTo>
                  <a:pt x="175272" y="696468"/>
                </a:lnTo>
                <a:lnTo>
                  <a:pt x="175272" y="693420"/>
                </a:lnTo>
                <a:lnTo>
                  <a:pt x="172224" y="693420"/>
                </a:lnTo>
                <a:lnTo>
                  <a:pt x="170700" y="691896"/>
                </a:lnTo>
                <a:lnTo>
                  <a:pt x="170700" y="685800"/>
                </a:lnTo>
                <a:lnTo>
                  <a:pt x="172224" y="682752"/>
                </a:lnTo>
                <a:lnTo>
                  <a:pt x="172288" y="682371"/>
                </a:lnTo>
                <a:lnTo>
                  <a:pt x="173748" y="673608"/>
                </a:lnTo>
                <a:lnTo>
                  <a:pt x="175272" y="665988"/>
                </a:lnTo>
                <a:lnTo>
                  <a:pt x="175272" y="659892"/>
                </a:lnTo>
                <a:close/>
              </a:path>
              <a:path extrusionOk="0" h="696595" w="175894">
                <a:moveTo>
                  <a:pt x="175272" y="38100"/>
                </a:moveTo>
                <a:lnTo>
                  <a:pt x="155651" y="3238"/>
                </a:lnTo>
                <a:lnTo>
                  <a:pt x="141744" y="0"/>
                </a:lnTo>
                <a:lnTo>
                  <a:pt x="132880" y="1676"/>
                </a:lnTo>
                <a:lnTo>
                  <a:pt x="124599" y="6477"/>
                </a:lnTo>
                <a:lnTo>
                  <a:pt x="116878" y="14147"/>
                </a:lnTo>
                <a:lnTo>
                  <a:pt x="109740" y="24384"/>
                </a:lnTo>
                <a:lnTo>
                  <a:pt x="99072" y="50292"/>
                </a:lnTo>
                <a:lnTo>
                  <a:pt x="94500" y="54864"/>
                </a:lnTo>
                <a:lnTo>
                  <a:pt x="91452" y="56388"/>
                </a:lnTo>
                <a:lnTo>
                  <a:pt x="88404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67068" y="51816"/>
                </a:lnTo>
                <a:lnTo>
                  <a:pt x="65544" y="47244"/>
                </a:lnTo>
                <a:lnTo>
                  <a:pt x="65544" y="35052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60972" y="15240"/>
                </a:lnTo>
                <a:lnTo>
                  <a:pt x="62496" y="15240"/>
                </a:lnTo>
                <a:lnTo>
                  <a:pt x="62496" y="22860"/>
                </a:lnTo>
                <a:lnTo>
                  <a:pt x="60972" y="25908"/>
                </a:lnTo>
                <a:lnTo>
                  <a:pt x="57924" y="38100"/>
                </a:lnTo>
                <a:lnTo>
                  <a:pt x="57924" y="51816"/>
                </a:lnTo>
                <a:lnTo>
                  <a:pt x="60972" y="59436"/>
                </a:lnTo>
                <a:lnTo>
                  <a:pt x="73164" y="71628"/>
                </a:lnTo>
                <a:lnTo>
                  <a:pt x="80784" y="74676"/>
                </a:lnTo>
                <a:lnTo>
                  <a:pt x="96024" y="74676"/>
                </a:lnTo>
                <a:lnTo>
                  <a:pt x="126212" y="38963"/>
                </a:lnTo>
                <a:lnTo>
                  <a:pt x="129933" y="32385"/>
                </a:lnTo>
                <a:lnTo>
                  <a:pt x="133070" y="27533"/>
                </a:lnTo>
                <a:lnTo>
                  <a:pt x="135648" y="24384"/>
                </a:lnTo>
                <a:lnTo>
                  <a:pt x="144792" y="18288"/>
                </a:lnTo>
                <a:lnTo>
                  <a:pt x="155460" y="18288"/>
                </a:lnTo>
                <a:lnTo>
                  <a:pt x="160032" y="21336"/>
                </a:lnTo>
                <a:lnTo>
                  <a:pt x="166128" y="27432"/>
                </a:lnTo>
                <a:lnTo>
                  <a:pt x="167652" y="32004"/>
                </a:lnTo>
                <a:lnTo>
                  <a:pt x="167652" y="45720"/>
                </a:lnTo>
                <a:lnTo>
                  <a:pt x="166128" y="53340"/>
                </a:lnTo>
                <a:lnTo>
                  <a:pt x="160032" y="59436"/>
                </a:lnTo>
                <a:lnTo>
                  <a:pt x="156032" y="63703"/>
                </a:lnTo>
                <a:lnTo>
                  <a:pt x="150888" y="67246"/>
                </a:lnTo>
                <a:lnTo>
                  <a:pt x="144602" y="69938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1628"/>
                </a:lnTo>
                <a:lnTo>
                  <a:pt x="170700" y="70104"/>
                </a:lnTo>
                <a:lnTo>
                  <a:pt x="170700" y="64008"/>
                </a:lnTo>
                <a:lnTo>
                  <a:pt x="172224" y="60960"/>
                </a:lnTo>
                <a:lnTo>
                  <a:pt x="173748" y="53340"/>
                </a:lnTo>
                <a:lnTo>
                  <a:pt x="175272" y="44196"/>
                </a:lnTo>
                <a:lnTo>
                  <a:pt x="175272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40" name="Google Shape;3140;p54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2482596" y="6566916"/>
            <a:ext cx="225551" cy="245363"/>
          </a:xfrm>
          <a:prstGeom prst="rect">
            <a:avLst/>
          </a:prstGeom>
          <a:noFill/>
          <a:ln>
            <a:noFill/>
          </a:ln>
        </p:spPr>
      </p:pic>
      <p:pic>
        <p:nvPicPr>
          <p:cNvPr id="3141" name="Google Shape;3141;p54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482595" y="5082540"/>
            <a:ext cx="225516" cy="1412747"/>
          </a:xfrm>
          <a:prstGeom prst="rect">
            <a:avLst/>
          </a:prstGeom>
          <a:noFill/>
          <a:ln>
            <a:noFill/>
          </a:ln>
        </p:spPr>
      </p:pic>
      <p:sp>
        <p:nvSpPr>
          <p:cNvPr id="3142" name="Google Shape;3142;p54"/>
          <p:cNvSpPr/>
          <p:nvPr/>
        </p:nvSpPr>
        <p:spPr>
          <a:xfrm>
            <a:off x="2900172" y="8903207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3715" y="57912"/>
                </a:lnTo>
                <a:lnTo>
                  <a:pt x="7619" y="51816"/>
                </a:lnTo>
                <a:lnTo>
                  <a:pt x="3047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7" y="13716"/>
                </a:lnTo>
                <a:lnTo>
                  <a:pt x="7619" y="7620"/>
                </a:lnTo>
                <a:lnTo>
                  <a:pt x="13715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1815" y="7620"/>
                </a:lnTo>
                <a:lnTo>
                  <a:pt x="57911" y="13716"/>
                </a:lnTo>
                <a:lnTo>
                  <a:pt x="60959" y="21336"/>
                </a:lnTo>
                <a:lnTo>
                  <a:pt x="60959" y="38100"/>
                </a:lnTo>
                <a:lnTo>
                  <a:pt x="57911" y="4572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43" name="Google Shape;3143;p54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839211" y="8333232"/>
            <a:ext cx="175260" cy="489204"/>
          </a:xfrm>
          <a:prstGeom prst="rect">
            <a:avLst/>
          </a:prstGeom>
          <a:noFill/>
          <a:ln>
            <a:noFill/>
          </a:ln>
        </p:spPr>
      </p:pic>
      <p:sp>
        <p:nvSpPr>
          <p:cNvPr id="3144" name="Google Shape;3144;p54"/>
          <p:cNvSpPr/>
          <p:nvPr/>
        </p:nvSpPr>
        <p:spPr>
          <a:xfrm>
            <a:off x="2897111" y="7726680"/>
            <a:ext cx="167640" cy="536575"/>
          </a:xfrm>
          <a:custGeom>
            <a:rect b="b" l="l" r="r" t="t"/>
            <a:pathLst>
              <a:path extrusionOk="0" h="536575" w="167639">
                <a:moveTo>
                  <a:pt x="114312" y="143256"/>
                </a:moveTo>
                <a:lnTo>
                  <a:pt x="111264" y="143256"/>
                </a:lnTo>
                <a:lnTo>
                  <a:pt x="111264" y="149352"/>
                </a:lnTo>
                <a:lnTo>
                  <a:pt x="106692" y="158496"/>
                </a:lnTo>
                <a:lnTo>
                  <a:pt x="103644" y="160020"/>
                </a:lnTo>
                <a:lnTo>
                  <a:pt x="102120" y="161544"/>
                </a:lnTo>
                <a:lnTo>
                  <a:pt x="99072" y="163068"/>
                </a:lnTo>
                <a:lnTo>
                  <a:pt x="33540" y="163068"/>
                </a:lnTo>
                <a:lnTo>
                  <a:pt x="27444" y="160020"/>
                </a:lnTo>
                <a:lnTo>
                  <a:pt x="21348" y="155448"/>
                </a:lnTo>
                <a:lnTo>
                  <a:pt x="16776" y="150876"/>
                </a:lnTo>
                <a:lnTo>
                  <a:pt x="16776" y="143256"/>
                </a:lnTo>
                <a:lnTo>
                  <a:pt x="19824" y="138684"/>
                </a:lnTo>
                <a:lnTo>
                  <a:pt x="22872" y="135636"/>
                </a:lnTo>
                <a:lnTo>
                  <a:pt x="24396" y="132588"/>
                </a:lnTo>
                <a:lnTo>
                  <a:pt x="24396" y="126492"/>
                </a:lnTo>
                <a:lnTo>
                  <a:pt x="22872" y="124968"/>
                </a:lnTo>
                <a:lnTo>
                  <a:pt x="21348" y="121920"/>
                </a:lnTo>
                <a:lnTo>
                  <a:pt x="15252" y="118872"/>
                </a:lnTo>
                <a:lnTo>
                  <a:pt x="9156" y="118872"/>
                </a:lnTo>
                <a:lnTo>
                  <a:pt x="6108" y="120396"/>
                </a:lnTo>
                <a:lnTo>
                  <a:pt x="3060" y="123444"/>
                </a:lnTo>
                <a:lnTo>
                  <a:pt x="1536" y="126492"/>
                </a:lnTo>
                <a:lnTo>
                  <a:pt x="12" y="131064"/>
                </a:lnTo>
                <a:lnTo>
                  <a:pt x="12" y="135636"/>
                </a:lnTo>
                <a:lnTo>
                  <a:pt x="1460" y="142494"/>
                </a:lnTo>
                <a:lnTo>
                  <a:pt x="5918" y="149352"/>
                </a:lnTo>
                <a:lnTo>
                  <a:pt x="13512" y="156210"/>
                </a:lnTo>
                <a:lnTo>
                  <a:pt x="24396" y="163068"/>
                </a:lnTo>
                <a:lnTo>
                  <a:pt x="12" y="163068"/>
                </a:lnTo>
                <a:lnTo>
                  <a:pt x="12" y="169164"/>
                </a:lnTo>
                <a:lnTo>
                  <a:pt x="13728" y="201168"/>
                </a:lnTo>
                <a:lnTo>
                  <a:pt x="16776" y="201168"/>
                </a:lnTo>
                <a:lnTo>
                  <a:pt x="13728" y="195072"/>
                </a:lnTo>
                <a:lnTo>
                  <a:pt x="13728" y="190500"/>
                </a:lnTo>
                <a:lnTo>
                  <a:pt x="16776" y="187452"/>
                </a:lnTo>
                <a:lnTo>
                  <a:pt x="16776" y="185928"/>
                </a:lnTo>
                <a:lnTo>
                  <a:pt x="19824" y="184404"/>
                </a:lnTo>
                <a:lnTo>
                  <a:pt x="24752" y="184175"/>
                </a:lnTo>
                <a:lnTo>
                  <a:pt x="37846" y="183121"/>
                </a:lnTo>
                <a:lnTo>
                  <a:pt x="47256" y="182880"/>
                </a:lnTo>
                <a:lnTo>
                  <a:pt x="96024" y="182880"/>
                </a:lnTo>
                <a:lnTo>
                  <a:pt x="100596" y="184404"/>
                </a:lnTo>
                <a:lnTo>
                  <a:pt x="105168" y="184404"/>
                </a:lnTo>
                <a:lnTo>
                  <a:pt x="108216" y="187452"/>
                </a:lnTo>
                <a:lnTo>
                  <a:pt x="109740" y="190500"/>
                </a:lnTo>
                <a:lnTo>
                  <a:pt x="111264" y="195072"/>
                </a:lnTo>
                <a:lnTo>
                  <a:pt x="111264" y="199644"/>
                </a:lnTo>
                <a:lnTo>
                  <a:pt x="114312" y="199644"/>
                </a:lnTo>
                <a:lnTo>
                  <a:pt x="114312" y="143256"/>
                </a:lnTo>
                <a:close/>
              </a:path>
              <a:path extrusionOk="0" h="536575" w="167639">
                <a:moveTo>
                  <a:pt x="117348" y="489204"/>
                </a:moveTo>
                <a:lnTo>
                  <a:pt x="116497" y="480377"/>
                </a:lnTo>
                <a:lnTo>
                  <a:pt x="116395" y="480060"/>
                </a:lnTo>
                <a:lnTo>
                  <a:pt x="113919" y="472249"/>
                </a:lnTo>
                <a:lnTo>
                  <a:pt x="81775" y="445439"/>
                </a:lnTo>
                <a:lnTo>
                  <a:pt x="73152" y="443484"/>
                </a:lnTo>
                <a:lnTo>
                  <a:pt x="71628" y="446532"/>
                </a:lnTo>
                <a:lnTo>
                  <a:pt x="80772" y="451104"/>
                </a:lnTo>
                <a:lnTo>
                  <a:pt x="88392" y="454152"/>
                </a:lnTo>
                <a:lnTo>
                  <a:pt x="91440" y="460248"/>
                </a:lnTo>
                <a:lnTo>
                  <a:pt x="94488" y="464820"/>
                </a:lnTo>
                <a:lnTo>
                  <a:pt x="94576" y="464997"/>
                </a:lnTo>
                <a:lnTo>
                  <a:pt x="97536" y="470916"/>
                </a:lnTo>
                <a:lnTo>
                  <a:pt x="97536" y="478536"/>
                </a:lnTo>
                <a:lnTo>
                  <a:pt x="96672" y="486156"/>
                </a:lnTo>
                <a:lnTo>
                  <a:pt x="66103" y="515493"/>
                </a:lnTo>
                <a:lnTo>
                  <a:pt x="44196" y="518160"/>
                </a:lnTo>
                <a:lnTo>
                  <a:pt x="44196" y="467868"/>
                </a:lnTo>
                <a:lnTo>
                  <a:pt x="44196" y="443484"/>
                </a:lnTo>
                <a:lnTo>
                  <a:pt x="36576" y="444144"/>
                </a:lnTo>
                <a:lnTo>
                  <a:pt x="36576" y="467868"/>
                </a:lnTo>
                <a:lnTo>
                  <a:pt x="36576" y="518160"/>
                </a:lnTo>
                <a:lnTo>
                  <a:pt x="27432" y="518160"/>
                </a:lnTo>
                <a:lnTo>
                  <a:pt x="19812" y="515112"/>
                </a:lnTo>
                <a:lnTo>
                  <a:pt x="15240" y="509016"/>
                </a:lnTo>
                <a:lnTo>
                  <a:pt x="9144" y="504444"/>
                </a:lnTo>
                <a:lnTo>
                  <a:pt x="7620" y="498309"/>
                </a:lnTo>
                <a:lnTo>
                  <a:pt x="7620" y="483108"/>
                </a:lnTo>
                <a:lnTo>
                  <a:pt x="10668" y="480060"/>
                </a:lnTo>
                <a:lnTo>
                  <a:pt x="13716" y="475488"/>
                </a:lnTo>
                <a:lnTo>
                  <a:pt x="16764" y="472440"/>
                </a:lnTo>
                <a:lnTo>
                  <a:pt x="21336" y="470916"/>
                </a:lnTo>
                <a:lnTo>
                  <a:pt x="24384" y="469392"/>
                </a:lnTo>
                <a:lnTo>
                  <a:pt x="28956" y="467868"/>
                </a:lnTo>
                <a:lnTo>
                  <a:pt x="36576" y="467868"/>
                </a:lnTo>
                <a:lnTo>
                  <a:pt x="36576" y="444144"/>
                </a:lnTo>
                <a:lnTo>
                  <a:pt x="2667" y="469201"/>
                </a:lnTo>
                <a:lnTo>
                  <a:pt x="2628" y="469392"/>
                </a:lnTo>
                <a:lnTo>
                  <a:pt x="622" y="477329"/>
                </a:lnTo>
                <a:lnTo>
                  <a:pt x="546" y="478536"/>
                </a:lnTo>
                <a:lnTo>
                  <a:pt x="431" y="480060"/>
                </a:lnTo>
                <a:lnTo>
                  <a:pt x="406" y="480377"/>
                </a:lnTo>
                <a:lnTo>
                  <a:pt x="0" y="486156"/>
                </a:lnTo>
                <a:lnTo>
                  <a:pt x="15240" y="522732"/>
                </a:lnTo>
                <a:lnTo>
                  <a:pt x="59436" y="536448"/>
                </a:lnTo>
                <a:lnTo>
                  <a:pt x="72301" y="535597"/>
                </a:lnTo>
                <a:lnTo>
                  <a:pt x="107708" y="515353"/>
                </a:lnTo>
                <a:lnTo>
                  <a:pt x="116230" y="498309"/>
                </a:lnTo>
                <a:lnTo>
                  <a:pt x="117348" y="489204"/>
                </a:lnTo>
                <a:close/>
              </a:path>
              <a:path extrusionOk="0" h="536575" w="167639">
                <a:moveTo>
                  <a:pt x="117348" y="371856"/>
                </a:moveTo>
                <a:lnTo>
                  <a:pt x="22860" y="333756"/>
                </a:lnTo>
                <a:lnTo>
                  <a:pt x="15240" y="332232"/>
                </a:lnTo>
                <a:lnTo>
                  <a:pt x="10668" y="329184"/>
                </a:lnTo>
                <a:lnTo>
                  <a:pt x="9144" y="326136"/>
                </a:lnTo>
                <a:lnTo>
                  <a:pt x="7620" y="324612"/>
                </a:lnTo>
                <a:lnTo>
                  <a:pt x="6096" y="321564"/>
                </a:lnTo>
                <a:lnTo>
                  <a:pt x="6096" y="316992"/>
                </a:lnTo>
                <a:lnTo>
                  <a:pt x="3048" y="316992"/>
                </a:lnTo>
                <a:lnTo>
                  <a:pt x="3048" y="352044"/>
                </a:lnTo>
                <a:lnTo>
                  <a:pt x="6096" y="352044"/>
                </a:lnTo>
                <a:lnTo>
                  <a:pt x="6096" y="342900"/>
                </a:lnTo>
                <a:lnTo>
                  <a:pt x="7620" y="341376"/>
                </a:lnTo>
                <a:lnTo>
                  <a:pt x="9144" y="341376"/>
                </a:lnTo>
                <a:lnTo>
                  <a:pt x="9144" y="339852"/>
                </a:lnTo>
                <a:lnTo>
                  <a:pt x="13716" y="339852"/>
                </a:lnTo>
                <a:lnTo>
                  <a:pt x="16764" y="341376"/>
                </a:lnTo>
                <a:lnTo>
                  <a:pt x="21336" y="342900"/>
                </a:lnTo>
                <a:lnTo>
                  <a:pt x="85344" y="367284"/>
                </a:lnTo>
                <a:lnTo>
                  <a:pt x="24384" y="393192"/>
                </a:lnTo>
                <a:lnTo>
                  <a:pt x="19812" y="394716"/>
                </a:lnTo>
                <a:lnTo>
                  <a:pt x="9144" y="394716"/>
                </a:lnTo>
                <a:lnTo>
                  <a:pt x="6096" y="391668"/>
                </a:lnTo>
                <a:lnTo>
                  <a:pt x="6096" y="382524"/>
                </a:lnTo>
                <a:lnTo>
                  <a:pt x="3048" y="382524"/>
                </a:lnTo>
                <a:lnTo>
                  <a:pt x="3048" y="434340"/>
                </a:lnTo>
                <a:lnTo>
                  <a:pt x="6096" y="434340"/>
                </a:lnTo>
                <a:lnTo>
                  <a:pt x="6096" y="431292"/>
                </a:lnTo>
                <a:lnTo>
                  <a:pt x="7620" y="428244"/>
                </a:lnTo>
                <a:lnTo>
                  <a:pt x="7620" y="426720"/>
                </a:lnTo>
                <a:lnTo>
                  <a:pt x="9144" y="423672"/>
                </a:lnTo>
                <a:lnTo>
                  <a:pt x="10668" y="422148"/>
                </a:lnTo>
                <a:lnTo>
                  <a:pt x="13716" y="420624"/>
                </a:lnTo>
                <a:lnTo>
                  <a:pt x="15240" y="419100"/>
                </a:lnTo>
                <a:lnTo>
                  <a:pt x="18288" y="417576"/>
                </a:lnTo>
                <a:lnTo>
                  <a:pt x="22860" y="416052"/>
                </a:lnTo>
                <a:lnTo>
                  <a:pt x="117348" y="376428"/>
                </a:lnTo>
                <a:lnTo>
                  <a:pt x="117348" y="371856"/>
                </a:lnTo>
                <a:close/>
              </a:path>
              <a:path extrusionOk="0" h="536575" w="167639">
                <a:moveTo>
                  <a:pt x="117348" y="252984"/>
                </a:moveTo>
                <a:lnTo>
                  <a:pt x="96735" y="217360"/>
                </a:lnTo>
                <a:lnTo>
                  <a:pt x="73152" y="208788"/>
                </a:lnTo>
                <a:lnTo>
                  <a:pt x="71628" y="211836"/>
                </a:lnTo>
                <a:lnTo>
                  <a:pt x="80772" y="214884"/>
                </a:lnTo>
                <a:lnTo>
                  <a:pt x="88392" y="219456"/>
                </a:lnTo>
                <a:lnTo>
                  <a:pt x="91440" y="225552"/>
                </a:lnTo>
                <a:lnTo>
                  <a:pt x="94488" y="230124"/>
                </a:lnTo>
                <a:lnTo>
                  <a:pt x="97536" y="236220"/>
                </a:lnTo>
                <a:lnTo>
                  <a:pt x="82296" y="271272"/>
                </a:lnTo>
                <a:lnTo>
                  <a:pt x="44196" y="283464"/>
                </a:lnTo>
                <a:lnTo>
                  <a:pt x="44196" y="233172"/>
                </a:lnTo>
                <a:lnTo>
                  <a:pt x="44196" y="208788"/>
                </a:lnTo>
                <a:lnTo>
                  <a:pt x="36576" y="209283"/>
                </a:lnTo>
                <a:lnTo>
                  <a:pt x="36576" y="233172"/>
                </a:lnTo>
                <a:lnTo>
                  <a:pt x="36576" y="283464"/>
                </a:lnTo>
                <a:lnTo>
                  <a:pt x="27432" y="281940"/>
                </a:lnTo>
                <a:lnTo>
                  <a:pt x="19812" y="278892"/>
                </a:lnTo>
                <a:lnTo>
                  <a:pt x="15240" y="274320"/>
                </a:lnTo>
                <a:lnTo>
                  <a:pt x="9144" y="269748"/>
                </a:lnTo>
                <a:lnTo>
                  <a:pt x="7620" y="263652"/>
                </a:lnTo>
                <a:lnTo>
                  <a:pt x="7620" y="248412"/>
                </a:lnTo>
                <a:lnTo>
                  <a:pt x="10668" y="243840"/>
                </a:lnTo>
                <a:lnTo>
                  <a:pt x="16764" y="237744"/>
                </a:lnTo>
                <a:lnTo>
                  <a:pt x="21336" y="236220"/>
                </a:lnTo>
                <a:lnTo>
                  <a:pt x="24384" y="234696"/>
                </a:lnTo>
                <a:lnTo>
                  <a:pt x="28956" y="233172"/>
                </a:lnTo>
                <a:lnTo>
                  <a:pt x="36576" y="233172"/>
                </a:lnTo>
                <a:lnTo>
                  <a:pt x="36576" y="209283"/>
                </a:lnTo>
                <a:lnTo>
                  <a:pt x="2667" y="234505"/>
                </a:lnTo>
                <a:lnTo>
                  <a:pt x="2628" y="234696"/>
                </a:lnTo>
                <a:lnTo>
                  <a:pt x="622" y="242633"/>
                </a:lnTo>
                <a:lnTo>
                  <a:pt x="508" y="244373"/>
                </a:lnTo>
                <a:lnTo>
                  <a:pt x="0" y="251460"/>
                </a:lnTo>
                <a:lnTo>
                  <a:pt x="889" y="261442"/>
                </a:lnTo>
                <a:lnTo>
                  <a:pt x="24079" y="293395"/>
                </a:lnTo>
                <a:lnTo>
                  <a:pt x="59436" y="301752"/>
                </a:lnTo>
                <a:lnTo>
                  <a:pt x="72656" y="300875"/>
                </a:lnTo>
                <a:lnTo>
                  <a:pt x="72402" y="300875"/>
                </a:lnTo>
                <a:lnTo>
                  <a:pt x="83439" y="298323"/>
                </a:lnTo>
                <a:lnTo>
                  <a:pt x="92875" y="294043"/>
                </a:lnTo>
                <a:lnTo>
                  <a:pt x="100584" y="288036"/>
                </a:lnTo>
                <a:lnTo>
                  <a:pt x="104635" y="283464"/>
                </a:lnTo>
                <a:lnTo>
                  <a:pt x="107708" y="279996"/>
                </a:lnTo>
                <a:lnTo>
                  <a:pt x="112966" y="271653"/>
                </a:lnTo>
                <a:lnTo>
                  <a:pt x="116230" y="262750"/>
                </a:lnTo>
                <a:lnTo>
                  <a:pt x="117348" y="252984"/>
                </a:lnTo>
                <a:close/>
              </a:path>
              <a:path extrusionOk="0" h="536575" w="167639">
                <a:moveTo>
                  <a:pt x="167640" y="91440"/>
                </a:moveTo>
                <a:lnTo>
                  <a:pt x="164592" y="83820"/>
                </a:lnTo>
                <a:lnTo>
                  <a:pt x="158496" y="77724"/>
                </a:lnTo>
                <a:lnTo>
                  <a:pt x="154266" y="72542"/>
                </a:lnTo>
                <a:lnTo>
                  <a:pt x="148590" y="68199"/>
                </a:lnTo>
                <a:lnTo>
                  <a:pt x="141782" y="64439"/>
                </a:lnTo>
                <a:lnTo>
                  <a:pt x="134112" y="60960"/>
                </a:lnTo>
                <a:lnTo>
                  <a:pt x="130403" y="59436"/>
                </a:lnTo>
                <a:lnTo>
                  <a:pt x="37693" y="21336"/>
                </a:lnTo>
                <a:lnTo>
                  <a:pt x="22860" y="15240"/>
                </a:lnTo>
                <a:lnTo>
                  <a:pt x="13716" y="12192"/>
                </a:lnTo>
                <a:lnTo>
                  <a:pt x="6096" y="4572"/>
                </a:lnTo>
                <a:lnTo>
                  <a:pt x="6096" y="0"/>
                </a:lnTo>
                <a:lnTo>
                  <a:pt x="3048" y="0"/>
                </a:lnTo>
                <a:lnTo>
                  <a:pt x="3048" y="33528"/>
                </a:lnTo>
                <a:lnTo>
                  <a:pt x="6096" y="33528"/>
                </a:lnTo>
                <a:lnTo>
                  <a:pt x="6096" y="25908"/>
                </a:lnTo>
                <a:lnTo>
                  <a:pt x="7620" y="24384"/>
                </a:lnTo>
                <a:lnTo>
                  <a:pt x="7620" y="22860"/>
                </a:lnTo>
                <a:lnTo>
                  <a:pt x="9144" y="22860"/>
                </a:lnTo>
                <a:lnTo>
                  <a:pt x="10668" y="21336"/>
                </a:lnTo>
                <a:lnTo>
                  <a:pt x="15240" y="21336"/>
                </a:lnTo>
                <a:lnTo>
                  <a:pt x="19812" y="22860"/>
                </a:lnTo>
                <a:lnTo>
                  <a:pt x="22860" y="24384"/>
                </a:lnTo>
                <a:lnTo>
                  <a:pt x="85344" y="48768"/>
                </a:lnTo>
                <a:lnTo>
                  <a:pt x="28956" y="76200"/>
                </a:lnTo>
                <a:lnTo>
                  <a:pt x="22860" y="79248"/>
                </a:lnTo>
                <a:lnTo>
                  <a:pt x="9144" y="79248"/>
                </a:lnTo>
                <a:lnTo>
                  <a:pt x="7620" y="77724"/>
                </a:lnTo>
                <a:lnTo>
                  <a:pt x="6096" y="74676"/>
                </a:lnTo>
                <a:lnTo>
                  <a:pt x="6096" y="67056"/>
                </a:lnTo>
                <a:lnTo>
                  <a:pt x="3048" y="67056"/>
                </a:lnTo>
                <a:lnTo>
                  <a:pt x="3048" y="118872"/>
                </a:lnTo>
                <a:lnTo>
                  <a:pt x="6096" y="118872"/>
                </a:lnTo>
                <a:lnTo>
                  <a:pt x="6096" y="114300"/>
                </a:lnTo>
                <a:lnTo>
                  <a:pt x="7620" y="111252"/>
                </a:lnTo>
                <a:lnTo>
                  <a:pt x="12192" y="106680"/>
                </a:lnTo>
                <a:lnTo>
                  <a:pt x="15240" y="105156"/>
                </a:lnTo>
                <a:lnTo>
                  <a:pt x="19812" y="102108"/>
                </a:lnTo>
                <a:lnTo>
                  <a:pt x="25908" y="99060"/>
                </a:lnTo>
                <a:lnTo>
                  <a:pt x="67818" y="79248"/>
                </a:lnTo>
                <a:lnTo>
                  <a:pt x="109728" y="59436"/>
                </a:lnTo>
                <a:lnTo>
                  <a:pt x="129540" y="67056"/>
                </a:lnTo>
                <a:lnTo>
                  <a:pt x="135636" y="70104"/>
                </a:lnTo>
                <a:lnTo>
                  <a:pt x="140208" y="71628"/>
                </a:lnTo>
                <a:lnTo>
                  <a:pt x="146304" y="77724"/>
                </a:lnTo>
                <a:lnTo>
                  <a:pt x="147828" y="80772"/>
                </a:lnTo>
                <a:lnTo>
                  <a:pt x="147828" y="83820"/>
                </a:lnTo>
                <a:lnTo>
                  <a:pt x="144780" y="89916"/>
                </a:lnTo>
                <a:lnTo>
                  <a:pt x="143256" y="94488"/>
                </a:lnTo>
                <a:lnTo>
                  <a:pt x="143256" y="108204"/>
                </a:lnTo>
                <a:lnTo>
                  <a:pt x="147828" y="112776"/>
                </a:lnTo>
                <a:lnTo>
                  <a:pt x="150876" y="114300"/>
                </a:lnTo>
                <a:lnTo>
                  <a:pt x="156972" y="114300"/>
                </a:lnTo>
                <a:lnTo>
                  <a:pt x="160020" y="112776"/>
                </a:lnTo>
                <a:lnTo>
                  <a:pt x="166116" y="106680"/>
                </a:lnTo>
                <a:lnTo>
                  <a:pt x="167640" y="102108"/>
                </a:lnTo>
                <a:lnTo>
                  <a:pt x="167640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45" name="Google Shape;3145;p54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839211" y="6618731"/>
            <a:ext cx="225552" cy="103936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46" name="Google Shape;3146;p54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897123" y="6219444"/>
            <a:ext cx="117348" cy="330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147" name="Google Shape;3147;p54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839211" y="5298947"/>
            <a:ext cx="225552" cy="84886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48" name="Google Shape;3148;p54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843783" y="4988051"/>
            <a:ext cx="167640" cy="23926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49" name="Google Shape;3149;p54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897123" y="4424172"/>
            <a:ext cx="117348" cy="498347"/>
          </a:xfrm>
          <a:prstGeom prst="rect">
            <a:avLst/>
          </a:prstGeom>
          <a:noFill/>
          <a:ln>
            <a:noFill/>
          </a:ln>
        </p:spPr>
      </p:pic>
      <p:pic>
        <p:nvPicPr>
          <p:cNvPr id="3150" name="Google Shape;3150;p54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839211" y="3442715"/>
            <a:ext cx="175260" cy="903731"/>
          </a:xfrm>
          <a:prstGeom prst="rect">
            <a:avLst/>
          </a:prstGeom>
          <a:noFill/>
          <a:ln>
            <a:noFill/>
          </a:ln>
        </p:spPr>
      </p:pic>
      <p:pic>
        <p:nvPicPr>
          <p:cNvPr id="3151" name="Google Shape;3151;p54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897124" y="3060191"/>
            <a:ext cx="167640" cy="3169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52" name="Google Shape;3152;p54"/>
          <p:cNvGrpSpPr/>
          <p:nvPr/>
        </p:nvGrpSpPr>
        <p:grpSpPr>
          <a:xfrm>
            <a:off x="2839211" y="2520695"/>
            <a:ext cx="225552" cy="469393"/>
            <a:chOff x="2839211" y="2520695"/>
            <a:chExt cx="225552" cy="469393"/>
          </a:xfrm>
        </p:grpSpPr>
        <p:pic>
          <p:nvPicPr>
            <p:cNvPr id="3153" name="Google Shape;3153;p54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839211" y="2583180"/>
              <a:ext cx="225552" cy="4069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54" name="Google Shape;3154;p54"/>
            <p:cNvSpPr/>
            <p:nvPr/>
          </p:nvSpPr>
          <p:spPr>
            <a:xfrm>
              <a:off x="2897124" y="2520695"/>
              <a:ext cx="154305" cy="36830"/>
            </a:xfrm>
            <a:custGeom>
              <a:rect b="b" l="l" r="r" t="t"/>
              <a:pathLst>
                <a:path extrusionOk="0" h="36830" w="154305">
                  <a:moveTo>
                    <a:pt x="16764" y="33528"/>
                  </a:moveTo>
                  <a:lnTo>
                    <a:pt x="9144" y="33528"/>
                  </a:lnTo>
                  <a:lnTo>
                    <a:pt x="6096" y="32004"/>
                  </a:lnTo>
                  <a:lnTo>
                    <a:pt x="3048" y="28956"/>
                  </a:lnTo>
                  <a:lnTo>
                    <a:pt x="0" y="22860"/>
                  </a:lnTo>
                  <a:lnTo>
                    <a:pt x="0" y="15240"/>
                  </a:lnTo>
                  <a:lnTo>
                    <a:pt x="3048" y="9144"/>
                  </a:lnTo>
                  <a:lnTo>
                    <a:pt x="9144" y="6096"/>
                  </a:lnTo>
                  <a:lnTo>
                    <a:pt x="16764" y="6096"/>
                  </a:lnTo>
                  <a:lnTo>
                    <a:pt x="22860" y="9144"/>
                  </a:lnTo>
                  <a:lnTo>
                    <a:pt x="25908" y="12192"/>
                  </a:lnTo>
                  <a:lnTo>
                    <a:pt x="27432" y="15240"/>
                  </a:lnTo>
                  <a:lnTo>
                    <a:pt x="27432" y="22860"/>
                  </a:lnTo>
                  <a:lnTo>
                    <a:pt x="25908" y="25908"/>
                  </a:lnTo>
                  <a:lnTo>
                    <a:pt x="19812" y="32004"/>
                  </a:lnTo>
                  <a:lnTo>
                    <a:pt x="16764" y="33528"/>
                  </a:lnTo>
                  <a:close/>
                </a:path>
                <a:path extrusionOk="0" h="36830" w="154305">
                  <a:moveTo>
                    <a:pt x="108204" y="36576"/>
                  </a:moveTo>
                  <a:lnTo>
                    <a:pt x="99060" y="36576"/>
                  </a:lnTo>
                  <a:lnTo>
                    <a:pt x="96012" y="35052"/>
                  </a:lnTo>
                  <a:lnTo>
                    <a:pt x="92964" y="32004"/>
                  </a:lnTo>
                  <a:lnTo>
                    <a:pt x="91440" y="28956"/>
                  </a:lnTo>
                  <a:lnTo>
                    <a:pt x="89916" y="24384"/>
                  </a:lnTo>
                  <a:lnTo>
                    <a:pt x="89916" y="15240"/>
                  </a:lnTo>
                  <a:lnTo>
                    <a:pt x="91440" y="10668"/>
                  </a:lnTo>
                  <a:lnTo>
                    <a:pt x="100584" y="1524"/>
                  </a:lnTo>
                  <a:lnTo>
                    <a:pt x="106680" y="0"/>
                  </a:lnTo>
                  <a:lnTo>
                    <a:pt x="121920" y="0"/>
                  </a:lnTo>
                  <a:lnTo>
                    <a:pt x="129540" y="3048"/>
                  </a:lnTo>
                  <a:lnTo>
                    <a:pt x="137160" y="7620"/>
                  </a:lnTo>
                  <a:lnTo>
                    <a:pt x="139842" y="10668"/>
                  </a:lnTo>
                  <a:lnTo>
                    <a:pt x="112776" y="10668"/>
                  </a:lnTo>
                  <a:lnTo>
                    <a:pt x="112776" y="15240"/>
                  </a:lnTo>
                  <a:lnTo>
                    <a:pt x="115824" y="18288"/>
                  </a:lnTo>
                  <a:lnTo>
                    <a:pt x="115824" y="19812"/>
                  </a:lnTo>
                  <a:lnTo>
                    <a:pt x="117348" y="21336"/>
                  </a:lnTo>
                  <a:lnTo>
                    <a:pt x="117348" y="27432"/>
                  </a:lnTo>
                  <a:lnTo>
                    <a:pt x="115824" y="30480"/>
                  </a:lnTo>
                  <a:lnTo>
                    <a:pt x="112776" y="32004"/>
                  </a:lnTo>
                  <a:lnTo>
                    <a:pt x="111252" y="35052"/>
                  </a:lnTo>
                  <a:lnTo>
                    <a:pt x="108204" y="36576"/>
                  </a:lnTo>
                  <a:close/>
                </a:path>
                <a:path extrusionOk="0" h="36830" w="154305">
                  <a:moveTo>
                    <a:pt x="153924" y="36576"/>
                  </a:moveTo>
                  <a:lnTo>
                    <a:pt x="147828" y="36576"/>
                  </a:lnTo>
                  <a:lnTo>
                    <a:pt x="144780" y="27432"/>
                  </a:lnTo>
                  <a:lnTo>
                    <a:pt x="141732" y="21336"/>
                  </a:lnTo>
                  <a:lnTo>
                    <a:pt x="129540" y="12192"/>
                  </a:lnTo>
                  <a:lnTo>
                    <a:pt x="123444" y="10668"/>
                  </a:lnTo>
                  <a:lnTo>
                    <a:pt x="139842" y="10668"/>
                  </a:lnTo>
                  <a:lnTo>
                    <a:pt x="141708" y="12787"/>
                  </a:lnTo>
                  <a:lnTo>
                    <a:pt x="146113" y="19240"/>
                  </a:lnTo>
                  <a:lnTo>
                    <a:pt x="150233" y="27122"/>
                  </a:lnTo>
                  <a:lnTo>
                    <a:pt x="153924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155" name="Google Shape;3155;p54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839211" y="2028444"/>
            <a:ext cx="225552" cy="4069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56" name="Google Shape;3156;p54"/>
          <p:cNvGrpSpPr/>
          <p:nvPr/>
        </p:nvGrpSpPr>
        <p:grpSpPr>
          <a:xfrm>
            <a:off x="3159251" y="8305800"/>
            <a:ext cx="150876" cy="390143"/>
            <a:chOff x="3159251" y="8305800"/>
            <a:chExt cx="150876" cy="390143"/>
          </a:xfrm>
        </p:grpSpPr>
        <p:pic>
          <p:nvPicPr>
            <p:cNvPr id="3157" name="Google Shape;3157;p54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3192779" y="8481059"/>
              <a:ext cx="117348" cy="2148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58" name="Google Shape;3158;p54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3159251" y="8305800"/>
              <a:ext cx="150876" cy="1523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59" name="Google Shape;3159;p54"/>
          <p:cNvGrpSpPr/>
          <p:nvPr/>
        </p:nvGrpSpPr>
        <p:grpSpPr>
          <a:xfrm>
            <a:off x="3134867" y="7801356"/>
            <a:ext cx="175261" cy="437388"/>
            <a:chOff x="3134867" y="7801356"/>
            <a:chExt cx="175261" cy="437388"/>
          </a:xfrm>
        </p:grpSpPr>
        <p:pic>
          <p:nvPicPr>
            <p:cNvPr id="3160" name="Google Shape;3160;p54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3134867" y="8008620"/>
              <a:ext cx="175260" cy="2301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61" name="Google Shape;3161;p54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3192780" y="7895844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62" name="Google Shape;3162;p54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3192780" y="7801356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163" name="Google Shape;3163;p54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159251" y="7415783"/>
            <a:ext cx="150876" cy="316992"/>
          </a:xfrm>
          <a:prstGeom prst="rect">
            <a:avLst/>
          </a:prstGeom>
          <a:noFill/>
          <a:ln>
            <a:noFill/>
          </a:ln>
        </p:spPr>
      </p:pic>
      <p:pic>
        <p:nvPicPr>
          <p:cNvPr id="3164" name="Google Shape;3164;p54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134868" y="6553200"/>
            <a:ext cx="175260" cy="795527"/>
          </a:xfrm>
          <a:prstGeom prst="rect">
            <a:avLst/>
          </a:prstGeom>
          <a:noFill/>
          <a:ln>
            <a:noFill/>
          </a:ln>
        </p:spPr>
      </p:pic>
      <p:pic>
        <p:nvPicPr>
          <p:cNvPr id="3165" name="Google Shape;3165;p54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134867" y="5253228"/>
            <a:ext cx="225552" cy="1222248"/>
          </a:xfrm>
          <a:prstGeom prst="rect">
            <a:avLst/>
          </a:prstGeom>
          <a:noFill/>
          <a:ln>
            <a:noFill/>
          </a:ln>
        </p:spPr>
      </p:pic>
      <p:sp>
        <p:nvSpPr>
          <p:cNvPr id="3166" name="Google Shape;3166;p54"/>
          <p:cNvSpPr/>
          <p:nvPr/>
        </p:nvSpPr>
        <p:spPr>
          <a:xfrm>
            <a:off x="3552444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9144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7" name="Google Shape;3167;p54"/>
          <p:cNvGrpSpPr/>
          <p:nvPr/>
        </p:nvGrpSpPr>
        <p:grpSpPr>
          <a:xfrm>
            <a:off x="3496055" y="8433816"/>
            <a:ext cx="170688" cy="446532"/>
            <a:chOff x="3496055" y="8433816"/>
            <a:chExt cx="170688" cy="446532"/>
          </a:xfrm>
        </p:grpSpPr>
        <p:pic>
          <p:nvPicPr>
            <p:cNvPr id="3168" name="Google Shape;3168;p54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496055" y="8609076"/>
              <a:ext cx="170687" cy="2712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69" name="Google Shape;3169;p54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515867" y="8433816"/>
              <a:ext cx="150876" cy="15392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70" name="Google Shape;3170;p54"/>
          <p:cNvGrpSpPr/>
          <p:nvPr/>
        </p:nvGrpSpPr>
        <p:grpSpPr>
          <a:xfrm>
            <a:off x="3491484" y="7997952"/>
            <a:ext cx="175260" cy="367284"/>
            <a:chOff x="3491484" y="7997952"/>
            <a:chExt cx="175260" cy="367284"/>
          </a:xfrm>
        </p:grpSpPr>
        <p:pic>
          <p:nvPicPr>
            <p:cNvPr id="3171" name="Google Shape;3171;p54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491484" y="8144256"/>
              <a:ext cx="175259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72" name="Google Shape;3172;p54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549396" y="7997952"/>
              <a:ext cx="117348" cy="10210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173" name="Google Shape;3173;p54"/>
          <p:cNvSpPr/>
          <p:nvPr/>
        </p:nvSpPr>
        <p:spPr>
          <a:xfrm>
            <a:off x="3491484" y="7110984"/>
            <a:ext cx="175260" cy="815340"/>
          </a:xfrm>
          <a:custGeom>
            <a:rect b="b" l="l" r="r" t="t"/>
            <a:pathLst>
              <a:path extrusionOk="0" h="815340" w="175260">
                <a:moveTo>
                  <a:pt x="24384" y="275844"/>
                </a:moveTo>
                <a:lnTo>
                  <a:pt x="19812" y="271272"/>
                </a:lnTo>
                <a:lnTo>
                  <a:pt x="18288" y="268224"/>
                </a:lnTo>
                <a:lnTo>
                  <a:pt x="6096" y="268224"/>
                </a:lnTo>
                <a:lnTo>
                  <a:pt x="0" y="274320"/>
                </a:lnTo>
                <a:lnTo>
                  <a:pt x="0" y="286512"/>
                </a:lnTo>
                <a:lnTo>
                  <a:pt x="3048" y="288036"/>
                </a:lnTo>
                <a:lnTo>
                  <a:pt x="7620" y="292608"/>
                </a:lnTo>
                <a:lnTo>
                  <a:pt x="15240" y="292608"/>
                </a:lnTo>
                <a:lnTo>
                  <a:pt x="18288" y="291084"/>
                </a:lnTo>
                <a:lnTo>
                  <a:pt x="19812" y="288036"/>
                </a:lnTo>
                <a:lnTo>
                  <a:pt x="22860" y="286512"/>
                </a:lnTo>
                <a:lnTo>
                  <a:pt x="24384" y="283464"/>
                </a:lnTo>
                <a:lnTo>
                  <a:pt x="24384" y="275844"/>
                </a:lnTo>
                <a:close/>
              </a:path>
              <a:path extrusionOk="0" h="815340" w="175260">
                <a:moveTo>
                  <a:pt x="172212" y="748284"/>
                </a:moveTo>
                <a:lnTo>
                  <a:pt x="169164" y="748284"/>
                </a:lnTo>
                <a:lnTo>
                  <a:pt x="169164" y="763524"/>
                </a:lnTo>
                <a:lnTo>
                  <a:pt x="166116" y="768096"/>
                </a:lnTo>
                <a:lnTo>
                  <a:pt x="160020" y="774192"/>
                </a:lnTo>
                <a:lnTo>
                  <a:pt x="68580" y="774192"/>
                </a:lnTo>
                <a:lnTo>
                  <a:pt x="68580" y="745236"/>
                </a:lnTo>
                <a:lnTo>
                  <a:pt x="60960" y="745236"/>
                </a:lnTo>
                <a:lnTo>
                  <a:pt x="60960" y="774192"/>
                </a:lnTo>
                <a:lnTo>
                  <a:pt x="40386" y="774179"/>
                </a:lnTo>
                <a:lnTo>
                  <a:pt x="7620" y="765048"/>
                </a:lnTo>
                <a:lnTo>
                  <a:pt x="7620" y="752856"/>
                </a:lnTo>
                <a:lnTo>
                  <a:pt x="10668" y="746760"/>
                </a:lnTo>
                <a:lnTo>
                  <a:pt x="13716" y="743712"/>
                </a:lnTo>
                <a:lnTo>
                  <a:pt x="18288" y="742188"/>
                </a:lnTo>
                <a:lnTo>
                  <a:pt x="22860" y="739140"/>
                </a:lnTo>
                <a:lnTo>
                  <a:pt x="27432" y="734568"/>
                </a:lnTo>
                <a:lnTo>
                  <a:pt x="28956" y="731520"/>
                </a:lnTo>
                <a:lnTo>
                  <a:pt x="30480" y="729996"/>
                </a:lnTo>
                <a:lnTo>
                  <a:pt x="30480" y="725424"/>
                </a:lnTo>
                <a:lnTo>
                  <a:pt x="28956" y="723900"/>
                </a:lnTo>
                <a:lnTo>
                  <a:pt x="27432" y="720852"/>
                </a:lnTo>
                <a:lnTo>
                  <a:pt x="24384" y="719328"/>
                </a:lnTo>
                <a:lnTo>
                  <a:pt x="22860" y="717804"/>
                </a:lnTo>
                <a:lnTo>
                  <a:pt x="15240" y="717804"/>
                </a:lnTo>
                <a:lnTo>
                  <a:pt x="10668" y="720852"/>
                </a:lnTo>
                <a:lnTo>
                  <a:pt x="7620" y="725424"/>
                </a:lnTo>
                <a:lnTo>
                  <a:pt x="1524" y="731520"/>
                </a:lnTo>
                <a:lnTo>
                  <a:pt x="0" y="740664"/>
                </a:lnTo>
                <a:lnTo>
                  <a:pt x="0" y="757428"/>
                </a:lnTo>
                <a:lnTo>
                  <a:pt x="24384" y="789432"/>
                </a:lnTo>
                <a:lnTo>
                  <a:pt x="53340" y="794004"/>
                </a:lnTo>
                <a:lnTo>
                  <a:pt x="60960" y="794004"/>
                </a:lnTo>
                <a:lnTo>
                  <a:pt x="60960" y="815340"/>
                </a:lnTo>
                <a:lnTo>
                  <a:pt x="68580" y="815340"/>
                </a:lnTo>
                <a:lnTo>
                  <a:pt x="68580" y="794004"/>
                </a:lnTo>
                <a:lnTo>
                  <a:pt x="150876" y="794004"/>
                </a:lnTo>
                <a:lnTo>
                  <a:pt x="156972" y="795528"/>
                </a:lnTo>
                <a:lnTo>
                  <a:pt x="160020" y="795528"/>
                </a:lnTo>
                <a:lnTo>
                  <a:pt x="161544" y="797052"/>
                </a:lnTo>
                <a:lnTo>
                  <a:pt x="164592" y="798576"/>
                </a:lnTo>
                <a:lnTo>
                  <a:pt x="169164" y="807720"/>
                </a:lnTo>
                <a:lnTo>
                  <a:pt x="169164" y="815340"/>
                </a:lnTo>
                <a:lnTo>
                  <a:pt x="172212" y="815340"/>
                </a:lnTo>
                <a:lnTo>
                  <a:pt x="172212" y="748284"/>
                </a:lnTo>
                <a:close/>
              </a:path>
              <a:path extrusionOk="0" h="815340" w="175260">
                <a:moveTo>
                  <a:pt x="172212" y="495300"/>
                </a:moveTo>
                <a:lnTo>
                  <a:pt x="169164" y="495300"/>
                </a:lnTo>
                <a:lnTo>
                  <a:pt x="169164" y="499872"/>
                </a:lnTo>
                <a:lnTo>
                  <a:pt x="167640" y="504444"/>
                </a:lnTo>
                <a:lnTo>
                  <a:pt x="166116" y="505968"/>
                </a:lnTo>
                <a:lnTo>
                  <a:pt x="166116" y="507492"/>
                </a:lnTo>
                <a:lnTo>
                  <a:pt x="164592" y="509016"/>
                </a:lnTo>
                <a:lnTo>
                  <a:pt x="161544" y="510540"/>
                </a:lnTo>
                <a:lnTo>
                  <a:pt x="160020" y="510540"/>
                </a:lnTo>
                <a:lnTo>
                  <a:pt x="153924" y="512064"/>
                </a:lnTo>
                <a:lnTo>
                  <a:pt x="82296" y="512064"/>
                </a:lnTo>
                <a:lnTo>
                  <a:pt x="77724" y="515112"/>
                </a:lnTo>
                <a:lnTo>
                  <a:pt x="70104" y="516636"/>
                </a:lnTo>
                <a:lnTo>
                  <a:pt x="65532" y="521208"/>
                </a:lnTo>
                <a:lnTo>
                  <a:pt x="62484" y="525780"/>
                </a:lnTo>
                <a:lnTo>
                  <a:pt x="59436" y="528828"/>
                </a:lnTo>
                <a:lnTo>
                  <a:pt x="57912" y="534924"/>
                </a:lnTo>
                <a:lnTo>
                  <a:pt x="57912" y="541020"/>
                </a:lnTo>
                <a:lnTo>
                  <a:pt x="59334" y="550189"/>
                </a:lnTo>
                <a:lnTo>
                  <a:pt x="63627" y="559498"/>
                </a:lnTo>
                <a:lnTo>
                  <a:pt x="70764" y="569099"/>
                </a:lnTo>
                <a:lnTo>
                  <a:pt x="80772" y="579120"/>
                </a:lnTo>
                <a:lnTo>
                  <a:pt x="57912" y="579120"/>
                </a:lnTo>
                <a:lnTo>
                  <a:pt x="57912" y="583692"/>
                </a:lnTo>
                <a:lnTo>
                  <a:pt x="71628" y="617220"/>
                </a:lnTo>
                <a:lnTo>
                  <a:pt x="74676" y="615696"/>
                </a:lnTo>
                <a:lnTo>
                  <a:pt x="71628" y="609600"/>
                </a:lnTo>
                <a:lnTo>
                  <a:pt x="71628" y="605028"/>
                </a:lnTo>
                <a:lnTo>
                  <a:pt x="73152" y="603504"/>
                </a:lnTo>
                <a:lnTo>
                  <a:pt x="73152" y="601980"/>
                </a:lnTo>
                <a:lnTo>
                  <a:pt x="74676" y="600456"/>
                </a:lnTo>
                <a:lnTo>
                  <a:pt x="77724" y="600456"/>
                </a:lnTo>
                <a:lnTo>
                  <a:pt x="79248" y="598932"/>
                </a:lnTo>
                <a:lnTo>
                  <a:pt x="161544" y="598932"/>
                </a:lnTo>
                <a:lnTo>
                  <a:pt x="164592" y="601980"/>
                </a:lnTo>
                <a:lnTo>
                  <a:pt x="167640" y="603504"/>
                </a:lnTo>
                <a:lnTo>
                  <a:pt x="169164" y="608076"/>
                </a:lnTo>
                <a:lnTo>
                  <a:pt x="169164" y="615696"/>
                </a:lnTo>
                <a:lnTo>
                  <a:pt x="172212" y="615696"/>
                </a:lnTo>
                <a:lnTo>
                  <a:pt x="172212" y="598932"/>
                </a:lnTo>
                <a:lnTo>
                  <a:pt x="172212" y="562356"/>
                </a:lnTo>
                <a:lnTo>
                  <a:pt x="169164" y="562356"/>
                </a:lnTo>
                <a:lnTo>
                  <a:pt x="169164" y="568452"/>
                </a:lnTo>
                <a:lnTo>
                  <a:pt x="167703" y="571360"/>
                </a:lnTo>
                <a:lnTo>
                  <a:pt x="167640" y="573024"/>
                </a:lnTo>
                <a:lnTo>
                  <a:pt x="164592" y="576072"/>
                </a:lnTo>
                <a:lnTo>
                  <a:pt x="161544" y="577596"/>
                </a:lnTo>
                <a:lnTo>
                  <a:pt x="160020" y="579120"/>
                </a:lnTo>
                <a:lnTo>
                  <a:pt x="88392" y="579120"/>
                </a:lnTo>
                <a:lnTo>
                  <a:pt x="81508" y="571360"/>
                </a:lnTo>
                <a:lnTo>
                  <a:pt x="76771" y="563880"/>
                </a:lnTo>
                <a:lnTo>
                  <a:pt x="74028" y="556412"/>
                </a:lnTo>
                <a:lnTo>
                  <a:pt x="73152" y="548640"/>
                </a:lnTo>
                <a:lnTo>
                  <a:pt x="73152" y="542544"/>
                </a:lnTo>
                <a:lnTo>
                  <a:pt x="74676" y="537972"/>
                </a:lnTo>
                <a:lnTo>
                  <a:pt x="79248" y="534924"/>
                </a:lnTo>
                <a:lnTo>
                  <a:pt x="83820" y="533400"/>
                </a:lnTo>
                <a:lnTo>
                  <a:pt x="91440" y="531876"/>
                </a:lnTo>
                <a:lnTo>
                  <a:pt x="158496" y="531876"/>
                </a:lnTo>
                <a:lnTo>
                  <a:pt x="164592" y="534924"/>
                </a:lnTo>
                <a:lnTo>
                  <a:pt x="167640" y="537972"/>
                </a:lnTo>
                <a:lnTo>
                  <a:pt x="169164" y="541020"/>
                </a:lnTo>
                <a:lnTo>
                  <a:pt x="169164" y="548640"/>
                </a:lnTo>
                <a:lnTo>
                  <a:pt x="172212" y="548640"/>
                </a:lnTo>
                <a:lnTo>
                  <a:pt x="172212" y="531876"/>
                </a:lnTo>
                <a:lnTo>
                  <a:pt x="172212" y="495300"/>
                </a:lnTo>
                <a:close/>
              </a:path>
              <a:path extrusionOk="0" h="815340" w="175260">
                <a:moveTo>
                  <a:pt x="172212" y="252984"/>
                </a:moveTo>
                <a:lnTo>
                  <a:pt x="169164" y="252984"/>
                </a:lnTo>
                <a:lnTo>
                  <a:pt x="169164" y="257556"/>
                </a:lnTo>
                <a:lnTo>
                  <a:pt x="166116" y="263652"/>
                </a:lnTo>
                <a:lnTo>
                  <a:pt x="166116" y="265176"/>
                </a:lnTo>
                <a:lnTo>
                  <a:pt x="164592" y="266700"/>
                </a:lnTo>
                <a:lnTo>
                  <a:pt x="161544" y="268224"/>
                </a:lnTo>
                <a:lnTo>
                  <a:pt x="158496" y="268224"/>
                </a:lnTo>
                <a:lnTo>
                  <a:pt x="153924" y="269748"/>
                </a:lnTo>
                <a:lnTo>
                  <a:pt x="57912" y="269748"/>
                </a:lnTo>
                <a:lnTo>
                  <a:pt x="57912" y="274320"/>
                </a:lnTo>
                <a:lnTo>
                  <a:pt x="71628" y="307848"/>
                </a:lnTo>
                <a:lnTo>
                  <a:pt x="74676" y="306324"/>
                </a:lnTo>
                <a:lnTo>
                  <a:pt x="73152" y="301752"/>
                </a:lnTo>
                <a:lnTo>
                  <a:pt x="71628" y="300228"/>
                </a:lnTo>
                <a:lnTo>
                  <a:pt x="71628" y="295656"/>
                </a:lnTo>
                <a:lnTo>
                  <a:pt x="73152" y="294132"/>
                </a:lnTo>
                <a:lnTo>
                  <a:pt x="73152" y="292608"/>
                </a:lnTo>
                <a:lnTo>
                  <a:pt x="74676" y="291084"/>
                </a:lnTo>
                <a:lnTo>
                  <a:pt x="76200" y="291084"/>
                </a:lnTo>
                <a:lnTo>
                  <a:pt x="79248" y="289560"/>
                </a:lnTo>
                <a:lnTo>
                  <a:pt x="158496" y="289560"/>
                </a:lnTo>
                <a:lnTo>
                  <a:pt x="161544" y="291084"/>
                </a:lnTo>
                <a:lnTo>
                  <a:pt x="164592" y="291084"/>
                </a:lnTo>
                <a:lnTo>
                  <a:pt x="166116" y="292608"/>
                </a:lnTo>
                <a:lnTo>
                  <a:pt x="167640" y="295656"/>
                </a:lnTo>
                <a:lnTo>
                  <a:pt x="167640" y="297180"/>
                </a:lnTo>
                <a:lnTo>
                  <a:pt x="169164" y="300228"/>
                </a:lnTo>
                <a:lnTo>
                  <a:pt x="169164" y="306324"/>
                </a:lnTo>
                <a:lnTo>
                  <a:pt x="172212" y="306324"/>
                </a:lnTo>
                <a:lnTo>
                  <a:pt x="172212" y="289560"/>
                </a:lnTo>
                <a:lnTo>
                  <a:pt x="172212" y="252984"/>
                </a:lnTo>
                <a:close/>
              </a:path>
              <a:path extrusionOk="0" h="815340" w="175260">
                <a:moveTo>
                  <a:pt x="172212" y="0"/>
                </a:moveTo>
                <a:lnTo>
                  <a:pt x="169164" y="0"/>
                </a:lnTo>
                <a:lnTo>
                  <a:pt x="169164" y="4572"/>
                </a:lnTo>
                <a:lnTo>
                  <a:pt x="167640" y="9144"/>
                </a:lnTo>
                <a:lnTo>
                  <a:pt x="166116" y="10668"/>
                </a:lnTo>
                <a:lnTo>
                  <a:pt x="166116" y="12192"/>
                </a:lnTo>
                <a:lnTo>
                  <a:pt x="164592" y="13716"/>
                </a:lnTo>
                <a:lnTo>
                  <a:pt x="161544" y="15240"/>
                </a:lnTo>
                <a:lnTo>
                  <a:pt x="160020" y="16764"/>
                </a:lnTo>
                <a:lnTo>
                  <a:pt x="89916" y="16764"/>
                </a:lnTo>
                <a:lnTo>
                  <a:pt x="82296" y="18288"/>
                </a:lnTo>
                <a:lnTo>
                  <a:pt x="77724" y="19812"/>
                </a:lnTo>
                <a:lnTo>
                  <a:pt x="70104" y="21336"/>
                </a:lnTo>
                <a:lnTo>
                  <a:pt x="65532" y="25908"/>
                </a:lnTo>
                <a:lnTo>
                  <a:pt x="59436" y="35052"/>
                </a:lnTo>
                <a:lnTo>
                  <a:pt x="57912" y="39624"/>
                </a:lnTo>
                <a:lnTo>
                  <a:pt x="57912" y="45720"/>
                </a:lnTo>
                <a:lnTo>
                  <a:pt x="59334" y="54864"/>
                </a:lnTo>
                <a:lnTo>
                  <a:pt x="63627" y="64198"/>
                </a:lnTo>
                <a:lnTo>
                  <a:pt x="70764" y="73799"/>
                </a:lnTo>
                <a:lnTo>
                  <a:pt x="80772" y="83820"/>
                </a:lnTo>
                <a:lnTo>
                  <a:pt x="57912" y="83820"/>
                </a:lnTo>
                <a:lnTo>
                  <a:pt x="57912" y="88392"/>
                </a:lnTo>
                <a:lnTo>
                  <a:pt x="71628" y="121920"/>
                </a:lnTo>
                <a:lnTo>
                  <a:pt x="74676" y="120396"/>
                </a:lnTo>
                <a:lnTo>
                  <a:pt x="71628" y="114300"/>
                </a:lnTo>
                <a:lnTo>
                  <a:pt x="71628" y="109728"/>
                </a:lnTo>
                <a:lnTo>
                  <a:pt x="73152" y="108204"/>
                </a:lnTo>
                <a:lnTo>
                  <a:pt x="73152" y="106680"/>
                </a:lnTo>
                <a:lnTo>
                  <a:pt x="74676" y="106680"/>
                </a:lnTo>
                <a:lnTo>
                  <a:pt x="77724" y="105156"/>
                </a:lnTo>
                <a:lnTo>
                  <a:pt x="79248" y="105156"/>
                </a:lnTo>
                <a:lnTo>
                  <a:pt x="82651" y="104279"/>
                </a:lnTo>
                <a:lnTo>
                  <a:pt x="88201" y="103822"/>
                </a:lnTo>
                <a:lnTo>
                  <a:pt x="96824" y="103632"/>
                </a:lnTo>
                <a:lnTo>
                  <a:pt x="155448" y="103632"/>
                </a:lnTo>
                <a:lnTo>
                  <a:pt x="161544" y="105156"/>
                </a:lnTo>
                <a:lnTo>
                  <a:pt x="167640" y="108204"/>
                </a:lnTo>
                <a:lnTo>
                  <a:pt x="169164" y="112776"/>
                </a:lnTo>
                <a:lnTo>
                  <a:pt x="169164" y="120396"/>
                </a:lnTo>
                <a:lnTo>
                  <a:pt x="172212" y="120396"/>
                </a:lnTo>
                <a:lnTo>
                  <a:pt x="172212" y="103632"/>
                </a:lnTo>
                <a:lnTo>
                  <a:pt x="172212" y="67056"/>
                </a:lnTo>
                <a:lnTo>
                  <a:pt x="169164" y="67056"/>
                </a:lnTo>
                <a:lnTo>
                  <a:pt x="169164" y="73152"/>
                </a:lnTo>
                <a:lnTo>
                  <a:pt x="167690" y="76085"/>
                </a:lnTo>
                <a:lnTo>
                  <a:pt x="167640" y="77724"/>
                </a:lnTo>
                <a:lnTo>
                  <a:pt x="164592" y="80772"/>
                </a:lnTo>
                <a:lnTo>
                  <a:pt x="161544" y="82296"/>
                </a:lnTo>
                <a:lnTo>
                  <a:pt x="160020" y="83820"/>
                </a:lnTo>
                <a:lnTo>
                  <a:pt x="88392" y="83820"/>
                </a:lnTo>
                <a:lnTo>
                  <a:pt x="81508" y="76085"/>
                </a:lnTo>
                <a:lnTo>
                  <a:pt x="76771" y="68770"/>
                </a:lnTo>
                <a:lnTo>
                  <a:pt x="74028" y="61747"/>
                </a:lnTo>
                <a:lnTo>
                  <a:pt x="73152" y="54864"/>
                </a:lnTo>
                <a:lnTo>
                  <a:pt x="73152" y="47244"/>
                </a:lnTo>
                <a:lnTo>
                  <a:pt x="74676" y="42672"/>
                </a:lnTo>
                <a:lnTo>
                  <a:pt x="79248" y="41148"/>
                </a:lnTo>
                <a:lnTo>
                  <a:pt x="83820" y="38100"/>
                </a:lnTo>
                <a:lnTo>
                  <a:pt x="91440" y="36576"/>
                </a:lnTo>
                <a:lnTo>
                  <a:pt x="158496" y="36576"/>
                </a:lnTo>
                <a:lnTo>
                  <a:pt x="164592" y="39624"/>
                </a:lnTo>
                <a:lnTo>
                  <a:pt x="167640" y="42672"/>
                </a:lnTo>
                <a:lnTo>
                  <a:pt x="169164" y="45720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36576"/>
                </a:lnTo>
                <a:lnTo>
                  <a:pt x="172212" y="0"/>
                </a:lnTo>
                <a:close/>
              </a:path>
              <a:path extrusionOk="0" h="815340" w="175260">
                <a:moveTo>
                  <a:pt x="175247" y="652272"/>
                </a:moveTo>
                <a:lnTo>
                  <a:pt x="161531" y="620268"/>
                </a:lnTo>
                <a:lnTo>
                  <a:pt x="158483" y="621792"/>
                </a:lnTo>
                <a:lnTo>
                  <a:pt x="160007" y="624840"/>
                </a:lnTo>
                <a:lnTo>
                  <a:pt x="160007" y="632460"/>
                </a:lnTo>
                <a:lnTo>
                  <a:pt x="155435" y="637032"/>
                </a:lnTo>
                <a:lnTo>
                  <a:pt x="149339" y="637032"/>
                </a:lnTo>
                <a:lnTo>
                  <a:pt x="140195" y="638556"/>
                </a:lnTo>
                <a:lnTo>
                  <a:pt x="60947" y="638556"/>
                </a:lnTo>
                <a:lnTo>
                  <a:pt x="60947" y="675132"/>
                </a:lnTo>
                <a:lnTo>
                  <a:pt x="63995" y="675132"/>
                </a:lnTo>
                <a:lnTo>
                  <a:pt x="63995" y="667512"/>
                </a:lnTo>
                <a:lnTo>
                  <a:pt x="65519" y="662940"/>
                </a:lnTo>
                <a:lnTo>
                  <a:pt x="70091" y="658368"/>
                </a:lnTo>
                <a:lnTo>
                  <a:pt x="143243" y="658368"/>
                </a:lnTo>
                <a:lnTo>
                  <a:pt x="153911" y="669036"/>
                </a:lnTo>
                <a:lnTo>
                  <a:pt x="156959" y="673608"/>
                </a:lnTo>
                <a:lnTo>
                  <a:pt x="160007" y="682752"/>
                </a:lnTo>
                <a:lnTo>
                  <a:pt x="160007" y="691896"/>
                </a:lnTo>
                <a:lnTo>
                  <a:pt x="158483" y="696468"/>
                </a:lnTo>
                <a:lnTo>
                  <a:pt x="153911" y="699516"/>
                </a:lnTo>
                <a:lnTo>
                  <a:pt x="150863" y="702564"/>
                </a:lnTo>
                <a:lnTo>
                  <a:pt x="144767" y="705612"/>
                </a:lnTo>
                <a:lnTo>
                  <a:pt x="60947" y="705612"/>
                </a:lnTo>
                <a:lnTo>
                  <a:pt x="60947" y="743712"/>
                </a:lnTo>
                <a:lnTo>
                  <a:pt x="63995" y="743712"/>
                </a:lnTo>
                <a:lnTo>
                  <a:pt x="63995" y="733044"/>
                </a:lnTo>
                <a:lnTo>
                  <a:pt x="65519" y="731520"/>
                </a:lnTo>
                <a:lnTo>
                  <a:pt x="65519" y="729996"/>
                </a:lnTo>
                <a:lnTo>
                  <a:pt x="68567" y="726948"/>
                </a:lnTo>
                <a:lnTo>
                  <a:pt x="70091" y="726948"/>
                </a:lnTo>
                <a:lnTo>
                  <a:pt x="71615" y="725424"/>
                </a:lnTo>
                <a:lnTo>
                  <a:pt x="141719" y="725424"/>
                </a:lnTo>
                <a:lnTo>
                  <a:pt x="149339" y="723900"/>
                </a:lnTo>
                <a:lnTo>
                  <a:pt x="161531" y="720852"/>
                </a:lnTo>
                <a:lnTo>
                  <a:pt x="166103" y="717804"/>
                </a:lnTo>
                <a:lnTo>
                  <a:pt x="172199" y="708660"/>
                </a:lnTo>
                <a:lnTo>
                  <a:pt x="175247" y="702564"/>
                </a:lnTo>
                <a:lnTo>
                  <a:pt x="175247" y="690372"/>
                </a:lnTo>
                <a:lnTo>
                  <a:pt x="150863" y="658368"/>
                </a:lnTo>
                <a:lnTo>
                  <a:pt x="175247" y="658368"/>
                </a:lnTo>
                <a:lnTo>
                  <a:pt x="175247" y="652272"/>
                </a:lnTo>
                <a:close/>
              </a:path>
              <a:path extrusionOk="0" h="815340" w="175260">
                <a:moveTo>
                  <a:pt x="175247" y="338328"/>
                </a:moveTo>
                <a:lnTo>
                  <a:pt x="172199" y="333756"/>
                </a:lnTo>
                <a:lnTo>
                  <a:pt x="169151" y="327660"/>
                </a:lnTo>
                <a:lnTo>
                  <a:pt x="164579" y="323088"/>
                </a:lnTo>
                <a:lnTo>
                  <a:pt x="158483" y="318516"/>
                </a:lnTo>
                <a:lnTo>
                  <a:pt x="150863" y="315468"/>
                </a:lnTo>
                <a:lnTo>
                  <a:pt x="150863" y="321564"/>
                </a:lnTo>
                <a:lnTo>
                  <a:pt x="153911" y="323088"/>
                </a:lnTo>
                <a:lnTo>
                  <a:pt x="155435" y="324612"/>
                </a:lnTo>
                <a:lnTo>
                  <a:pt x="158483" y="330708"/>
                </a:lnTo>
                <a:lnTo>
                  <a:pt x="160007" y="332232"/>
                </a:lnTo>
                <a:lnTo>
                  <a:pt x="160007" y="338328"/>
                </a:lnTo>
                <a:lnTo>
                  <a:pt x="158483" y="341376"/>
                </a:lnTo>
                <a:lnTo>
                  <a:pt x="152387" y="344424"/>
                </a:lnTo>
                <a:lnTo>
                  <a:pt x="147815" y="345948"/>
                </a:lnTo>
                <a:lnTo>
                  <a:pt x="68567" y="345948"/>
                </a:lnTo>
                <a:lnTo>
                  <a:pt x="68567" y="320040"/>
                </a:lnTo>
                <a:lnTo>
                  <a:pt x="60947" y="320040"/>
                </a:lnTo>
                <a:lnTo>
                  <a:pt x="60947" y="345948"/>
                </a:lnTo>
                <a:lnTo>
                  <a:pt x="24371" y="345948"/>
                </a:lnTo>
                <a:lnTo>
                  <a:pt x="24371" y="348996"/>
                </a:lnTo>
                <a:lnTo>
                  <a:pt x="56375" y="370332"/>
                </a:lnTo>
                <a:lnTo>
                  <a:pt x="63995" y="384048"/>
                </a:lnTo>
                <a:lnTo>
                  <a:pt x="68567" y="384048"/>
                </a:lnTo>
                <a:lnTo>
                  <a:pt x="68567" y="365760"/>
                </a:lnTo>
                <a:lnTo>
                  <a:pt x="158483" y="365760"/>
                </a:lnTo>
                <a:lnTo>
                  <a:pt x="163055" y="362712"/>
                </a:lnTo>
                <a:lnTo>
                  <a:pt x="169151" y="359664"/>
                </a:lnTo>
                <a:lnTo>
                  <a:pt x="172199" y="355092"/>
                </a:lnTo>
                <a:lnTo>
                  <a:pt x="173723" y="352044"/>
                </a:lnTo>
                <a:lnTo>
                  <a:pt x="175247" y="347472"/>
                </a:lnTo>
                <a:lnTo>
                  <a:pt x="175247" y="338328"/>
                </a:lnTo>
                <a:close/>
              </a:path>
              <a:path extrusionOk="0" h="815340" w="175260">
                <a:moveTo>
                  <a:pt x="175247" y="187452"/>
                </a:moveTo>
                <a:lnTo>
                  <a:pt x="167627" y="158496"/>
                </a:lnTo>
                <a:lnTo>
                  <a:pt x="167627" y="173736"/>
                </a:lnTo>
                <a:lnTo>
                  <a:pt x="167627" y="181356"/>
                </a:lnTo>
                <a:lnTo>
                  <a:pt x="139890" y="211264"/>
                </a:lnTo>
                <a:lnTo>
                  <a:pt x="106667" y="216408"/>
                </a:lnTo>
                <a:lnTo>
                  <a:pt x="97523" y="216408"/>
                </a:lnTo>
                <a:lnTo>
                  <a:pt x="88379" y="214884"/>
                </a:lnTo>
                <a:lnTo>
                  <a:pt x="76187" y="208788"/>
                </a:lnTo>
                <a:lnTo>
                  <a:pt x="71615" y="205740"/>
                </a:lnTo>
                <a:lnTo>
                  <a:pt x="68567" y="201168"/>
                </a:lnTo>
                <a:lnTo>
                  <a:pt x="65519" y="198120"/>
                </a:lnTo>
                <a:lnTo>
                  <a:pt x="85928" y="162521"/>
                </a:lnTo>
                <a:lnTo>
                  <a:pt x="123431" y="155448"/>
                </a:lnTo>
                <a:lnTo>
                  <a:pt x="134886" y="155790"/>
                </a:lnTo>
                <a:lnTo>
                  <a:pt x="144195" y="156972"/>
                </a:lnTo>
                <a:lnTo>
                  <a:pt x="151511" y="159308"/>
                </a:lnTo>
                <a:lnTo>
                  <a:pt x="156959" y="163068"/>
                </a:lnTo>
                <a:lnTo>
                  <a:pt x="164579" y="167640"/>
                </a:lnTo>
                <a:lnTo>
                  <a:pt x="167627" y="173736"/>
                </a:lnTo>
                <a:lnTo>
                  <a:pt x="167627" y="158496"/>
                </a:lnTo>
                <a:lnTo>
                  <a:pt x="136156" y="135813"/>
                </a:lnTo>
                <a:lnTo>
                  <a:pt x="114287" y="132588"/>
                </a:lnTo>
                <a:lnTo>
                  <a:pt x="104051" y="133426"/>
                </a:lnTo>
                <a:lnTo>
                  <a:pt x="68186" y="153352"/>
                </a:lnTo>
                <a:lnTo>
                  <a:pt x="57899" y="185928"/>
                </a:lnTo>
                <a:lnTo>
                  <a:pt x="57975" y="187452"/>
                </a:lnTo>
                <a:lnTo>
                  <a:pt x="58039" y="188836"/>
                </a:lnTo>
                <a:lnTo>
                  <a:pt x="79641" y="227698"/>
                </a:lnTo>
                <a:lnTo>
                  <a:pt x="117335" y="239268"/>
                </a:lnTo>
                <a:lnTo>
                  <a:pt x="127368" y="238442"/>
                </a:lnTo>
                <a:lnTo>
                  <a:pt x="163677" y="218744"/>
                </a:lnTo>
                <a:lnTo>
                  <a:pt x="173913" y="198882"/>
                </a:lnTo>
                <a:lnTo>
                  <a:pt x="174002" y="198120"/>
                </a:lnTo>
                <a:lnTo>
                  <a:pt x="175247" y="187452"/>
                </a:lnTo>
                <a:close/>
              </a:path>
              <a:path extrusionOk="0" h="815340" w="175260">
                <a:moveTo>
                  <a:pt x="175260" y="437388"/>
                </a:moveTo>
                <a:lnTo>
                  <a:pt x="156756" y="402386"/>
                </a:lnTo>
                <a:lnTo>
                  <a:pt x="129540" y="391668"/>
                </a:lnTo>
                <a:lnTo>
                  <a:pt x="128016" y="394716"/>
                </a:lnTo>
                <a:lnTo>
                  <a:pt x="137160" y="397764"/>
                </a:lnTo>
                <a:lnTo>
                  <a:pt x="144780" y="402336"/>
                </a:lnTo>
                <a:lnTo>
                  <a:pt x="147828" y="406908"/>
                </a:lnTo>
                <a:lnTo>
                  <a:pt x="152400" y="413004"/>
                </a:lnTo>
                <a:lnTo>
                  <a:pt x="155448" y="420624"/>
                </a:lnTo>
                <a:lnTo>
                  <a:pt x="155448" y="428244"/>
                </a:lnTo>
                <a:lnTo>
                  <a:pt x="154343" y="435940"/>
                </a:lnTo>
                <a:lnTo>
                  <a:pt x="123825" y="461772"/>
                </a:lnTo>
                <a:lnTo>
                  <a:pt x="105156" y="464820"/>
                </a:lnTo>
                <a:lnTo>
                  <a:pt x="95643" y="464235"/>
                </a:lnTo>
                <a:lnTo>
                  <a:pt x="65532" y="443484"/>
                </a:lnTo>
                <a:lnTo>
                  <a:pt x="65532" y="426720"/>
                </a:lnTo>
                <a:lnTo>
                  <a:pt x="68580" y="423672"/>
                </a:lnTo>
                <a:lnTo>
                  <a:pt x="74676" y="420624"/>
                </a:lnTo>
                <a:lnTo>
                  <a:pt x="79248" y="419100"/>
                </a:lnTo>
                <a:lnTo>
                  <a:pt x="83820" y="419100"/>
                </a:lnTo>
                <a:lnTo>
                  <a:pt x="88392" y="417576"/>
                </a:lnTo>
                <a:lnTo>
                  <a:pt x="89916" y="416052"/>
                </a:lnTo>
                <a:lnTo>
                  <a:pt x="92964" y="414528"/>
                </a:lnTo>
                <a:lnTo>
                  <a:pt x="94488" y="411480"/>
                </a:lnTo>
                <a:lnTo>
                  <a:pt x="94488" y="403860"/>
                </a:lnTo>
                <a:lnTo>
                  <a:pt x="91440" y="397764"/>
                </a:lnTo>
                <a:lnTo>
                  <a:pt x="89916" y="396240"/>
                </a:lnTo>
                <a:lnTo>
                  <a:pt x="77724" y="396240"/>
                </a:lnTo>
                <a:lnTo>
                  <a:pt x="57912" y="432816"/>
                </a:lnTo>
                <a:lnTo>
                  <a:pt x="58788" y="442823"/>
                </a:lnTo>
                <a:lnTo>
                  <a:pt x="81953" y="475640"/>
                </a:lnTo>
                <a:lnTo>
                  <a:pt x="115824" y="484632"/>
                </a:lnTo>
                <a:lnTo>
                  <a:pt x="128701" y="483755"/>
                </a:lnTo>
                <a:lnTo>
                  <a:pt x="165608" y="462254"/>
                </a:lnTo>
                <a:lnTo>
                  <a:pt x="174129" y="446252"/>
                </a:lnTo>
                <a:lnTo>
                  <a:pt x="175260" y="4373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74" name="Google Shape;3174;p54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491483" y="6114288"/>
            <a:ext cx="175260" cy="928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5" name="Google Shape;3175;p54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491484" y="5800344"/>
            <a:ext cx="225552" cy="24688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6" name="Google Shape;3176;p54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496055" y="5494020"/>
            <a:ext cx="167639" cy="239267"/>
          </a:xfrm>
          <a:prstGeom prst="rect">
            <a:avLst/>
          </a:prstGeom>
          <a:noFill/>
          <a:ln>
            <a:noFill/>
          </a:ln>
        </p:spPr>
      </p:pic>
      <p:sp>
        <p:nvSpPr>
          <p:cNvPr id="3177" name="Google Shape;3177;p54"/>
          <p:cNvSpPr/>
          <p:nvPr/>
        </p:nvSpPr>
        <p:spPr>
          <a:xfrm>
            <a:off x="3907536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78" name="Google Shape;3178;p54"/>
          <p:cNvGrpSpPr/>
          <p:nvPr/>
        </p:nvGrpSpPr>
        <p:grpSpPr>
          <a:xfrm>
            <a:off x="3854195" y="8313419"/>
            <a:ext cx="168148" cy="573025"/>
            <a:chOff x="3854195" y="8313419"/>
            <a:chExt cx="168148" cy="573025"/>
          </a:xfrm>
        </p:grpSpPr>
        <p:pic>
          <p:nvPicPr>
            <p:cNvPr id="3179" name="Google Shape;3179;p54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854195" y="8531352"/>
              <a:ext cx="167640" cy="3550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80" name="Google Shape;3180;p54"/>
            <p:cNvSpPr/>
            <p:nvPr/>
          </p:nvSpPr>
          <p:spPr>
            <a:xfrm>
              <a:off x="3994403" y="8313419"/>
              <a:ext cx="27940" cy="192405"/>
            </a:xfrm>
            <a:custGeom>
              <a:rect b="b" l="l" r="r" t="t"/>
              <a:pathLst>
                <a:path extrusionOk="0" h="192404" w="27939">
                  <a:moveTo>
                    <a:pt x="18288" y="192024"/>
                  </a:moveTo>
                  <a:lnTo>
                    <a:pt x="10668" y="192024"/>
                  </a:lnTo>
                  <a:lnTo>
                    <a:pt x="6096" y="190500"/>
                  </a:lnTo>
                  <a:lnTo>
                    <a:pt x="4572" y="187452"/>
                  </a:lnTo>
                  <a:lnTo>
                    <a:pt x="1524" y="184404"/>
                  </a:lnTo>
                  <a:lnTo>
                    <a:pt x="0" y="181356"/>
                  </a:lnTo>
                  <a:lnTo>
                    <a:pt x="0" y="173736"/>
                  </a:lnTo>
                  <a:lnTo>
                    <a:pt x="1524" y="170688"/>
                  </a:lnTo>
                  <a:lnTo>
                    <a:pt x="6096" y="166116"/>
                  </a:lnTo>
                  <a:lnTo>
                    <a:pt x="10668" y="164592"/>
                  </a:lnTo>
                  <a:lnTo>
                    <a:pt x="18288" y="164592"/>
                  </a:lnTo>
                  <a:lnTo>
                    <a:pt x="21336" y="166116"/>
                  </a:lnTo>
                  <a:lnTo>
                    <a:pt x="25908" y="170688"/>
                  </a:lnTo>
                  <a:lnTo>
                    <a:pt x="27432" y="173736"/>
                  </a:lnTo>
                  <a:lnTo>
                    <a:pt x="27432" y="181356"/>
                  </a:lnTo>
                  <a:lnTo>
                    <a:pt x="25908" y="184404"/>
                  </a:lnTo>
                  <a:lnTo>
                    <a:pt x="22860" y="187452"/>
                  </a:lnTo>
                  <a:lnTo>
                    <a:pt x="21336" y="190500"/>
                  </a:lnTo>
                  <a:lnTo>
                    <a:pt x="18288" y="192024"/>
                  </a:lnTo>
                  <a:close/>
                </a:path>
                <a:path extrusionOk="0" h="192404" w="27939">
                  <a:moveTo>
                    <a:pt x="18288" y="109728"/>
                  </a:moveTo>
                  <a:lnTo>
                    <a:pt x="10668" y="109728"/>
                  </a:lnTo>
                  <a:lnTo>
                    <a:pt x="6096" y="108204"/>
                  </a:lnTo>
                  <a:lnTo>
                    <a:pt x="4572" y="105156"/>
                  </a:lnTo>
                  <a:lnTo>
                    <a:pt x="1524" y="102108"/>
                  </a:lnTo>
                  <a:lnTo>
                    <a:pt x="0" y="99060"/>
                  </a:lnTo>
                  <a:lnTo>
                    <a:pt x="0" y="91440"/>
                  </a:lnTo>
                  <a:lnTo>
                    <a:pt x="1524" y="88392"/>
                  </a:lnTo>
                  <a:lnTo>
                    <a:pt x="6096" y="83820"/>
                  </a:lnTo>
                  <a:lnTo>
                    <a:pt x="10668" y="82296"/>
                  </a:lnTo>
                  <a:lnTo>
                    <a:pt x="18288" y="82296"/>
                  </a:lnTo>
                  <a:lnTo>
                    <a:pt x="21336" y="83820"/>
                  </a:lnTo>
                  <a:lnTo>
                    <a:pt x="25908" y="88392"/>
                  </a:lnTo>
                  <a:lnTo>
                    <a:pt x="27432" y="91440"/>
                  </a:lnTo>
                  <a:lnTo>
                    <a:pt x="27432" y="99060"/>
                  </a:lnTo>
                  <a:lnTo>
                    <a:pt x="25908" y="102108"/>
                  </a:lnTo>
                  <a:lnTo>
                    <a:pt x="22860" y="105156"/>
                  </a:lnTo>
                  <a:lnTo>
                    <a:pt x="21336" y="108204"/>
                  </a:lnTo>
                  <a:lnTo>
                    <a:pt x="18288" y="109728"/>
                  </a:lnTo>
                  <a:close/>
                </a:path>
                <a:path extrusionOk="0" h="192404" w="27939">
                  <a:moveTo>
                    <a:pt x="18288" y="27432"/>
                  </a:moveTo>
                  <a:lnTo>
                    <a:pt x="10668" y="27432"/>
                  </a:lnTo>
                  <a:lnTo>
                    <a:pt x="6096" y="25908"/>
                  </a:lnTo>
                  <a:lnTo>
                    <a:pt x="4572" y="22859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5"/>
                  </a:lnTo>
                  <a:lnTo>
                    <a:pt x="6096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5908" y="6095"/>
                  </a:lnTo>
                  <a:lnTo>
                    <a:pt x="27432" y="9144"/>
                  </a:lnTo>
                  <a:lnTo>
                    <a:pt x="27432" y="16764"/>
                  </a:lnTo>
                  <a:lnTo>
                    <a:pt x="25908" y="19812"/>
                  </a:lnTo>
                  <a:lnTo>
                    <a:pt x="22860" y="22859"/>
                  </a:lnTo>
                  <a:lnTo>
                    <a:pt x="21336" y="25908"/>
                  </a:lnTo>
                  <a:lnTo>
                    <a:pt x="1828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81" name="Google Shape;3181;p54"/>
          <p:cNvSpPr/>
          <p:nvPr/>
        </p:nvSpPr>
        <p:spPr>
          <a:xfrm>
            <a:off x="4309872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82" name="Google Shape;3182;p54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4210811" y="8368284"/>
            <a:ext cx="167640" cy="48005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83" name="Google Shape;3183;p54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4227576" y="8124444"/>
            <a:ext cx="150876" cy="18287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84" name="Google Shape;3184;p54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4203191" y="7409688"/>
            <a:ext cx="225552" cy="6385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85" name="Google Shape;3185;p54"/>
          <p:cNvGrpSpPr/>
          <p:nvPr/>
        </p:nvGrpSpPr>
        <p:grpSpPr>
          <a:xfrm>
            <a:off x="4203191" y="6836664"/>
            <a:ext cx="225551" cy="502920"/>
            <a:chOff x="4203191" y="6836664"/>
            <a:chExt cx="225551" cy="502920"/>
          </a:xfrm>
        </p:grpSpPr>
        <p:pic>
          <p:nvPicPr>
            <p:cNvPr id="3186" name="Google Shape;3186;p54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4203191" y="6932676"/>
              <a:ext cx="225551" cy="4069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87" name="Google Shape;3187;p54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4261103" y="6836664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188" name="Google Shape;3188;p54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4203191" y="6330696"/>
            <a:ext cx="175260" cy="435864"/>
          </a:xfrm>
          <a:prstGeom prst="rect">
            <a:avLst/>
          </a:prstGeom>
          <a:noFill/>
          <a:ln>
            <a:noFill/>
          </a:ln>
        </p:spPr>
      </p:pic>
      <p:pic>
        <p:nvPicPr>
          <p:cNvPr id="3189" name="Google Shape;3189;p54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4261103" y="5766815"/>
            <a:ext cx="117348" cy="499871"/>
          </a:xfrm>
          <a:prstGeom prst="rect">
            <a:avLst/>
          </a:prstGeom>
          <a:noFill/>
          <a:ln>
            <a:noFill/>
          </a:ln>
        </p:spPr>
      </p:pic>
      <p:pic>
        <p:nvPicPr>
          <p:cNvPr id="3190" name="Google Shape;3190;p54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4203191" y="4780788"/>
            <a:ext cx="175260" cy="908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3191" name="Google Shape;3191;p54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203191" y="3689603"/>
            <a:ext cx="175259" cy="1013460"/>
          </a:xfrm>
          <a:prstGeom prst="rect">
            <a:avLst/>
          </a:prstGeom>
          <a:noFill/>
          <a:ln>
            <a:noFill/>
          </a:ln>
        </p:spPr>
      </p:pic>
      <p:sp>
        <p:nvSpPr>
          <p:cNvPr id="3192" name="Google Shape;3192;p54"/>
          <p:cNvSpPr/>
          <p:nvPr/>
        </p:nvSpPr>
        <p:spPr>
          <a:xfrm>
            <a:off x="4666488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93" name="Google Shape;3193;p54"/>
          <p:cNvGrpSpPr/>
          <p:nvPr/>
        </p:nvGrpSpPr>
        <p:grpSpPr>
          <a:xfrm>
            <a:off x="4558284" y="8153400"/>
            <a:ext cx="225515" cy="694944"/>
            <a:chOff x="4558284" y="8153400"/>
            <a:chExt cx="225515" cy="694944"/>
          </a:xfrm>
        </p:grpSpPr>
        <p:pic>
          <p:nvPicPr>
            <p:cNvPr id="3194" name="Google Shape;3194;p54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4565904" y="8570976"/>
              <a:ext cx="167639" cy="2773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95" name="Google Shape;3195;p54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4558284" y="8153400"/>
              <a:ext cx="225515" cy="3962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196" name="Google Shape;3196;p54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4558284" y="5806440"/>
            <a:ext cx="225551" cy="22738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97" name="Google Shape;3197;p54"/>
          <p:cNvGrpSpPr/>
          <p:nvPr/>
        </p:nvGrpSpPr>
        <p:grpSpPr>
          <a:xfrm>
            <a:off x="4558283" y="5301995"/>
            <a:ext cx="175261" cy="435864"/>
            <a:chOff x="4558283" y="5301995"/>
            <a:chExt cx="175261" cy="435864"/>
          </a:xfrm>
        </p:grpSpPr>
        <p:pic>
          <p:nvPicPr>
            <p:cNvPr id="3198" name="Google Shape;3198;p54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4558283" y="5398007"/>
              <a:ext cx="175260" cy="339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99" name="Google Shape;3199;p54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4616196" y="5301995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200" name="Google Shape;3200;p54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4582667" y="4916423"/>
            <a:ext cx="150876" cy="315468"/>
          </a:xfrm>
          <a:prstGeom prst="rect">
            <a:avLst/>
          </a:prstGeom>
          <a:noFill/>
          <a:ln>
            <a:noFill/>
          </a:ln>
        </p:spPr>
      </p:pic>
      <p:sp>
        <p:nvSpPr>
          <p:cNvPr id="3201" name="Google Shape;3201;p54"/>
          <p:cNvSpPr/>
          <p:nvPr/>
        </p:nvSpPr>
        <p:spPr>
          <a:xfrm>
            <a:off x="4558271" y="4189476"/>
            <a:ext cx="175895" cy="657225"/>
          </a:xfrm>
          <a:custGeom>
            <a:rect b="b" l="l" r="r" t="t"/>
            <a:pathLst>
              <a:path extrusionOk="0" h="657225" w="175895">
                <a:moveTo>
                  <a:pt x="172212" y="106680"/>
                </a:moveTo>
                <a:lnTo>
                  <a:pt x="169164" y="106680"/>
                </a:lnTo>
                <a:lnTo>
                  <a:pt x="169164" y="115824"/>
                </a:lnTo>
                <a:lnTo>
                  <a:pt x="164592" y="120396"/>
                </a:lnTo>
                <a:lnTo>
                  <a:pt x="161544" y="121920"/>
                </a:lnTo>
                <a:lnTo>
                  <a:pt x="160020" y="123444"/>
                </a:lnTo>
                <a:lnTo>
                  <a:pt x="0" y="123444"/>
                </a:lnTo>
                <a:lnTo>
                  <a:pt x="0" y="128016"/>
                </a:lnTo>
                <a:lnTo>
                  <a:pt x="13716" y="160020"/>
                </a:lnTo>
                <a:lnTo>
                  <a:pt x="16764" y="158496"/>
                </a:lnTo>
                <a:lnTo>
                  <a:pt x="15240" y="155448"/>
                </a:lnTo>
                <a:lnTo>
                  <a:pt x="15240" y="147828"/>
                </a:lnTo>
                <a:lnTo>
                  <a:pt x="18288" y="144780"/>
                </a:lnTo>
                <a:lnTo>
                  <a:pt x="19812" y="144780"/>
                </a:lnTo>
                <a:lnTo>
                  <a:pt x="22860" y="143256"/>
                </a:lnTo>
                <a:lnTo>
                  <a:pt x="160020" y="143256"/>
                </a:lnTo>
                <a:lnTo>
                  <a:pt x="161544" y="144780"/>
                </a:lnTo>
                <a:lnTo>
                  <a:pt x="164592" y="146304"/>
                </a:lnTo>
                <a:lnTo>
                  <a:pt x="169164" y="150876"/>
                </a:lnTo>
                <a:lnTo>
                  <a:pt x="169164" y="160020"/>
                </a:lnTo>
                <a:lnTo>
                  <a:pt x="172212" y="160020"/>
                </a:lnTo>
                <a:lnTo>
                  <a:pt x="172212" y="106680"/>
                </a:lnTo>
                <a:close/>
              </a:path>
              <a:path extrusionOk="0" h="657225" w="175895">
                <a:moveTo>
                  <a:pt x="175260" y="576072"/>
                </a:moveTo>
                <a:lnTo>
                  <a:pt x="161544" y="544068"/>
                </a:lnTo>
                <a:lnTo>
                  <a:pt x="158496" y="545592"/>
                </a:lnTo>
                <a:lnTo>
                  <a:pt x="160020" y="548640"/>
                </a:lnTo>
                <a:lnTo>
                  <a:pt x="160020" y="556260"/>
                </a:lnTo>
                <a:lnTo>
                  <a:pt x="158496" y="557784"/>
                </a:lnTo>
                <a:lnTo>
                  <a:pt x="158496" y="559308"/>
                </a:lnTo>
                <a:lnTo>
                  <a:pt x="155448" y="560832"/>
                </a:lnTo>
                <a:lnTo>
                  <a:pt x="0" y="560832"/>
                </a:lnTo>
                <a:lnTo>
                  <a:pt x="0" y="566928"/>
                </a:lnTo>
                <a:lnTo>
                  <a:pt x="13716" y="597408"/>
                </a:lnTo>
                <a:lnTo>
                  <a:pt x="16764" y="595884"/>
                </a:lnTo>
                <a:lnTo>
                  <a:pt x="15240" y="592836"/>
                </a:lnTo>
                <a:lnTo>
                  <a:pt x="15240" y="585216"/>
                </a:lnTo>
                <a:lnTo>
                  <a:pt x="16764" y="585216"/>
                </a:lnTo>
                <a:lnTo>
                  <a:pt x="19812" y="582168"/>
                </a:lnTo>
                <a:lnTo>
                  <a:pt x="25908" y="582168"/>
                </a:lnTo>
                <a:lnTo>
                  <a:pt x="33528" y="580644"/>
                </a:lnTo>
                <a:lnTo>
                  <a:pt x="68580" y="580644"/>
                </a:lnTo>
                <a:lnTo>
                  <a:pt x="63703" y="586384"/>
                </a:lnTo>
                <a:lnTo>
                  <a:pt x="60388" y="592264"/>
                </a:lnTo>
                <a:lnTo>
                  <a:pt x="58508" y="598436"/>
                </a:lnTo>
                <a:lnTo>
                  <a:pt x="58470" y="598932"/>
                </a:lnTo>
                <a:lnTo>
                  <a:pt x="57912" y="605028"/>
                </a:lnTo>
                <a:lnTo>
                  <a:pt x="77724" y="643128"/>
                </a:lnTo>
                <a:lnTo>
                  <a:pt x="121920" y="656844"/>
                </a:lnTo>
                <a:lnTo>
                  <a:pt x="132803" y="656234"/>
                </a:lnTo>
                <a:lnTo>
                  <a:pt x="166903" y="637514"/>
                </a:lnTo>
                <a:lnTo>
                  <a:pt x="175196" y="613410"/>
                </a:lnTo>
                <a:lnTo>
                  <a:pt x="175171" y="607695"/>
                </a:lnTo>
                <a:lnTo>
                  <a:pt x="173736" y="601980"/>
                </a:lnTo>
                <a:lnTo>
                  <a:pt x="170688" y="597408"/>
                </a:lnTo>
                <a:lnTo>
                  <a:pt x="169164" y="591312"/>
                </a:lnTo>
                <a:lnTo>
                  <a:pt x="163068" y="586740"/>
                </a:lnTo>
                <a:lnTo>
                  <a:pt x="160020" y="583692"/>
                </a:lnTo>
                <a:lnTo>
                  <a:pt x="160020" y="594360"/>
                </a:lnTo>
                <a:lnTo>
                  <a:pt x="160020" y="601980"/>
                </a:lnTo>
                <a:lnTo>
                  <a:pt x="159194" y="607695"/>
                </a:lnTo>
                <a:lnTo>
                  <a:pt x="122110" y="633412"/>
                </a:lnTo>
                <a:lnTo>
                  <a:pt x="111252" y="633984"/>
                </a:lnTo>
                <a:lnTo>
                  <a:pt x="99758" y="633412"/>
                </a:lnTo>
                <a:lnTo>
                  <a:pt x="65532" y="612648"/>
                </a:lnTo>
                <a:lnTo>
                  <a:pt x="65532" y="601980"/>
                </a:lnTo>
                <a:lnTo>
                  <a:pt x="67056" y="598932"/>
                </a:lnTo>
                <a:lnTo>
                  <a:pt x="68580" y="594360"/>
                </a:lnTo>
                <a:lnTo>
                  <a:pt x="74676" y="588264"/>
                </a:lnTo>
                <a:lnTo>
                  <a:pt x="79248" y="585216"/>
                </a:lnTo>
                <a:lnTo>
                  <a:pt x="88392" y="582168"/>
                </a:lnTo>
                <a:lnTo>
                  <a:pt x="94488" y="580644"/>
                </a:lnTo>
                <a:lnTo>
                  <a:pt x="149352" y="580644"/>
                </a:lnTo>
                <a:lnTo>
                  <a:pt x="156972" y="588264"/>
                </a:lnTo>
                <a:lnTo>
                  <a:pt x="160020" y="594360"/>
                </a:lnTo>
                <a:lnTo>
                  <a:pt x="160020" y="583692"/>
                </a:lnTo>
                <a:lnTo>
                  <a:pt x="156972" y="580644"/>
                </a:lnTo>
                <a:lnTo>
                  <a:pt x="175260" y="580644"/>
                </a:lnTo>
                <a:lnTo>
                  <a:pt x="175260" y="576072"/>
                </a:lnTo>
                <a:close/>
              </a:path>
              <a:path extrusionOk="0" h="657225" w="175895">
                <a:moveTo>
                  <a:pt x="175260" y="327660"/>
                </a:moveTo>
                <a:lnTo>
                  <a:pt x="161544" y="295656"/>
                </a:lnTo>
                <a:lnTo>
                  <a:pt x="158496" y="297180"/>
                </a:lnTo>
                <a:lnTo>
                  <a:pt x="160020" y="300228"/>
                </a:lnTo>
                <a:lnTo>
                  <a:pt x="160020" y="309372"/>
                </a:lnTo>
                <a:lnTo>
                  <a:pt x="158496" y="310896"/>
                </a:lnTo>
                <a:lnTo>
                  <a:pt x="155448" y="312420"/>
                </a:lnTo>
                <a:lnTo>
                  <a:pt x="152400" y="312420"/>
                </a:lnTo>
                <a:lnTo>
                  <a:pt x="149352" y="313944"/>
                </a:lnTo>
                <a:lnTo>
                  <a:pt x="60960" y="313944"/>
                </a:lnTo>
                <a:lnTo>
                  <a:pt x="60960" y="350520"/>
                </a:lnTo>
                <a:lnTo>
                  <a:pt x="64008" y="350520"/>
                </a:lnTo>
                <a:lnTo>
                  <a:pt x="64008" y="342900"/>
                </a:lnTo>
                <a:lnTo>
                  <a:pt x="65532" y="339852"/>
                </a:lnTo>
                <a:lnTo>
                  <a:pt x="70104" y="335280"/>
                </a:lnTo>
                <a:lnTo>
                  <a:pt x="74676" y="333756"/>
                </a:lnTo>
                <a:lnTo>
                  <a:pt x="144780" y="333756"/>
                </a:lnTo>
                <a:lnTo>
                  <a:pt x="150876" y="339852"/>
                </a:lnTo>
                <a:lnTo>
                  <a:pt x="153924" y="345948"/>
                </a:lnTo>
                <a:lnTo>
                  <a:pt x="156972" y="350520"/>
                </a:lnTo>
                <a:lnTo>
                  <a:pt x="158496" y="355092"/>
                </a:lnTo>
                <a:lnTo>
                  <a:pt x="160020" y="358140"/>
                </a:lnTo>
                <a:lnTo>
                  <a:pt x="160020" y="367284"/>
                </a:lnTo>
                <a:lnTo>
                  <a:pt x="158496" y="371856"/>
                </a:lnTo>
                <a:lnTo>
                  <a:pt x="155448" y="374904"/>
                </a:lnTo>
                <a:lnTo>
                  <a:pt x="152400" y="379476"/>
                </a:lnTo>
                <a:lnTo>
                  <a:pt x="144780" y="381000"/>
                </a:lnTo>
                <a:lnTo>
                  <a:pt x="60960" y="381000"/>
                </a:lnTo>
                <a:lnTo>
                  <a:pt x="60960" y="419100"/>
                </a:lnTo>
                <a:lnTo>
                  <a:pt x="64008" y="419100"/>
                </a:lnTo>
                <a:lnTo>
                  <a:pt x="64008" y="409956"/>
                </a:lnTo>
                <a:lnTo>
                  <a:pt x="65532" y="406908"/>
                </a:lnTo>
                <a:lnTo>
                  <a:pt x="70104" y="402336"/>
                </a:lnTo>
                <a:lnTo>
                  <a:pt x="73152" y="400812"/>
                </a:lnTo>
                <a:lnTo>
                  <a:pt x="141732" y="400812"/>
                </a:lnTo>
                <a:lnTo>
                  <a:pt x="150876" y="399288"/>
                </a:lnTo>
                <a:lnTo>
                  <a:pt x="155448" y="397764"/>
                </a:lnTo>
                <a:lnTo>
                  <a:pt x="161544" y="396240"/>
                </a:lnTo>
                <a:lnTo>
                  <a:pt x="166116" y="393192"/>
                </a:lnTo>
                <a:lnTo>
                  <a:pt x="170688" y="388620"/>
                </a:lnTo>
                <a:lnTo>
                  <a:pt x="173736" y="384048"/>
                </a:lnTo>
                <a:lnTo>
                  <a:pt x="175260" y="377952"/>
                </a:lnTo>
                <a:lnTo>
                  <a:pt x="175260" y="365760"/>
                </a:lnTo>
                <a:lnTo>
                  <a:pt x="173736" y="361188"/>
                </a:lnTo>
                <a:lnTo>
                  <a:pt x="170688" y="356616"/>
                </a:lnTo>
                <a:lnTo>
                  <a:pt x="168452" y="351764"/>
                </a:lnTo>
                <a:lnTo>
                  <a:pt x="164211" y="346329"/>
                </a:lnTo>
                <a:lnTo>
                  <a:pt x="158267" y="340334"/>
                </a:lnTo>
                <a:lnTo>
                  <a:pt x="150876" y="333756"/>
                </a:lnTo>
                <a:lnTo>
                  <a:pt x="175260" y="333756"/>
                </a:lnTo>
                <a:lnTo>
                  <a:pt x="175260" y="327660"/>
                </a:lnTo>
                <a:close/>
              </a:path>
              <a:path extrusionOk="0" h="657225" w="175895">
                <a:moveTo>
                  <a:pt x="175260" y="234696"/>
                </a:moveTo>
                <a:lnTo>
                  <a:pt x="174383" y="224701"/>
                </a:lnTo>
                <a:lnTo>
                  <a:pt x="171640" y="215265"/>
                </a:lnTo>
                <a:lnTo>
                  <a:pt x="167640" y="207797"/>
                </a:lnTo>
                <a:lnTo>
                  <a:pt x="167640" y="220980"/>
                </a:lnTo>
                <a:lnTo>
                  <a:pt x="167640" y="233172"/>
                </a:lnTo>
                <a:lnTo>
                  <a:pt x="163068" y="246888"/>
                </a:lnTo>
                <a:lnTo>
                  <a:pt x="155448" y="254508"/>
                </a:lnTo>
                <a:lnTo>
                  <a:pt x="88392" y="254508"/>
                </a:lnTo>
                <a:lnTo>
                  <a:pt x="82296" y="249936"/>
                </a:lnTo>
                <a:lnTo>
                  <a:pt x="79248" y="245364"/>
                </a:lnTo>
                <a:lnTo>
                  <a:pt x="77724" y="242316"/>
                </a:lnTo>
                <a:lnTo>
                  <a:pt x="74676" y="233172"/>
                </a:lnTo>
                <a:lnTo>
                  <a:pt x="74714" y="229870"/>
                </a:lnTo>
                <a:lnTo>
                  <a:pt x="100774" y="200406"/>
                </a:lnTo>
                <a:lnTo>
                  <a:pt x="120396" y="198120"/>
                </a:lnTo>
                <a:lnTo>
                  <a:pt x="131241" y="198691"/>
                </a:lnTo>
                <a:lnTo>
                  <a:pt x="167640" y="220980"/>
                </a:lnTo>
                <a:lnTo>
                  <a:pt x="167640" y="207797"/>
                </a:lnTo>
                <a:lnTo>
                  <a:pt x="126809" y="179476"/>
                </a:lnTo>
                <a:lnTo>
                  <a:pt x="112776" y="178308"/>
                </a:lnTo>
                <a:lnTo>
                  <a:pt x="100799" y="179146"/>
                </a:lnTo>
                <a:lnTo>
                  <a:pt x="66281" y="197408"/>
                </a:lnTo>
                <a:lnTo>
                  <a:pt x="58762" y="212775"/>
                </a:lnTo>
                <a:lnTo>
                  <a:pt x="57912" y="220980"/>
                </a:lnTo>
                <a:lnTo>
                  <a:pt x="59347" y="229870"/>
                </a:lnTo>
                <a:lnTo>
                  <a:pt x="63627" y="238315"/>
                </a:lnTo>
                <a:lnTo>
                  <a:pt x="70777" y="246494"/>
                </a:lnTo>
                <a:lnTo>
                  <a:pt x="80772" y="254508"/>
                </a:lnTo>
                <a:lnTo>
                  <a:pt x="0" y="254508"/>
                </a:lnTo>
                <a:lnTo>
                  <a:pt x="0" y="260604"/>
                </a:lnTo>
                <a:lnTo>
                  <a:pt x="13716" y="292608"/>
                </a:lnTo>
                <a:lnTo>
                  <a:pt x="16764" y="291084"/>
                </a:lnTo>
                <a:lnTo>
                  <a:pt x="15240" y="288036"/>
                </a:lnTo>
                <a:lnTo>
                  <a:pt x="15240" y="278892"/>
                </a:lnTo>
                <a:lnTo>
                  <a:pt x="16764" y="278892"/>
                </a:lnTo>
                <a:lnTo>
                  <a:pt x="19812" y="275844"/>
                </a:lnTo>
                <a:lnTo>
                  <a:pt x="22860" y="275844"/>
                </a:lnTo>
                <a:lnTo>
                  <a:pt x="25908" y="274320"/>
                </a:lnTo>
                <a:lnTo>
                  <a:pt x="163068" y="274320"/>
                </a:lnTo>
                <a:lnTo>
                  <a:pt x="166116" y="268224"/>
                </a:lnTo>
                <a:lnTo>
                  <a:pt x="170688" y="260604"/>
                </a:lnTo>
                <a:lnTo>
                  <a:pt x="173736" y="248412"/>
                </a:lnTo>
                <a:lnTo>
                  <a:pt x="175260" y="240792"/>
                </a:lnTo>
                <a:lnTo>
                  <a:pt x="175260" y="234696"/>
                </a:lnTo>
                <a:close/>
              </a:path>
              <a:path extrusionOk="0" h="657225" w="175895">
                <a:moveTo>
                  <a:pt x="175260" y="45720"/>
                </a:moveTo>
                <a:lnTo>
                  <a:pt x="155308" y="9220"/>
                </a:lnTo>
                <a:lnTo>
                  <a:pt x="132588" y="0"/>
                </a:lnTo>
                <a:lnTo>
                  <a:pt x="129540" y="3048"/>
                </a:lnTo>
                <a:lnTo>
                  <a:pt x="140208" y="6096"/>
                </a:lnTo>
                <a:lnTo>
                  <a:pt x="146304" y="10668"/>
                </a:lnTo>
                <a:lnTo>
                  <a:pt x="149352" y="16764"/>
                </a:lnTo>
                <a:lnTo>
                  <a:pt x="153924" y="21336"/>
                </a:lnTo>
                <a:lnTo>
                  <a:pt x="153974" y="21513"/>
                </a:lnTo>
                <a:lnTo>
                  <a:pt x="155448" y="27432"/>
                </a:lnTo>
                <a:lnTo>
                  <a:pt x="155448" y="35052"/>
                </a:lnTo>
                <a:lnTo>
                  <a:pt x="134048" y="68249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65532" y="54825"/>
                </a:lnTo>
                <a:lnTo>
                  <a:pt x="65532" y="44196"/>
                </a:lnTo>
                <a:lnTo>
                  <a:pt x="67056" y="39624"/>
                </a:lnTo>
                <a:lnTo>
                  <a:pt x="70104" y="35052"/>
                </a:lnTo>
                <a:lnTo>
                  <a:pt x="71628" y="32004"/>
                </a:lnTo>
                <a:lnTo>
                  <a:pt x="74676" y="28956"/>
                </a:lnTo>
                <a:lnTo>
                  <a:pt x="79248" y="27432"/>
                </a:lnTo>
                <a:lnTo>
                  <a:pt x="82296" y="25908"/>
                </a:lnTo>
                <a:lnTo>
                  <a:pt x="86868" y="24384"/>
                </a:lnTo>
                <a:lnTo>
                  <a:pt x="94488" y="24384"/>
                </a:lnTo>
                <a:lnTo>
                  <a:pt x="94488" y="660"/>
                </a:lnTo>
                <a:lnTo>
                  <a:pt x="61150" y="25717"/>
                </a:lnTo>
                <a:lnTo>
                  <a:pt x="61099" y="25908"/>
                </a:lnTo>
                <a:lnTo>
                  <a:pt x="58750" y="33845"/>
                </a:lnTo>
                <a:lnTo>
                  <a:pt x="58635" y="35052"/>
                </a:lnTo>
                <a:lnTo>
                  <a:pt x="57912" y="42672"/>
                </a:lnTo>
                <a:lnTo>
                  <a:pt x="59016" y="52679"/>
                </a:lnTo>
                <a:lnTo>
                  <a:pt x="82016" y="85255"/>
                </a:lnTo>
                <a:lnTo>
                  <a:pt x="118872" y="92964"/>
                </a:lnTo>
                <a:lnTo>
                  <a:pt x="130873" y="92113"/>
                </a:lnTo>
                <a:lnTo>
                  <a:pt x="166903" y="71869"/>
                </a:lnTo>
                <a:lnTo>
                  <a:pt x="174383" y="54825"/>
                </a:lnTo>
                <a:lnTo>
                  <a:pt x="175260" y="45720"/>
                </a:lnTo>
                <a:close/>
              </a:path>
              <a:path extrusionOk="0" h="657225" w="175895">
                <a:moveTo>
                  <a:pt x="175272" y="481584"/>
                </a:moveTo>
                <a:lnTo>
                  <a:pt x="175158" y="480060"/>
                </a:lnTo>
                <a:lnTo>
                  <a:pt x="174713" y="473875"/>
                </a:lnTo>
                <a:lnTo>
                  <a:pt x="173139" y="466636"/>
                </a:lnTo>
                <a:lnTo>
                  <a:pt x="170764" y="460159"/>
                </a:lnTo>
                <a:lnTo>
                  <a:pt x="167652" y="454190"/>
                </a:lnTo>
                <a:lnTo>
                  <a:pt x="167652" y="469392"/>
                </a:lnTo>
                <a:lnTo>
                  <a:pt x="167652" y="477012"/>
                </a:lnTo>
                <a:lnTo>
                  <a:pt x="140576" y="505396"/>
                </a:lnTo>
                <a:lnTo>
                  <a:pt x="108216" y="510540"/>
                </a:lnTo>
                <a:lnTo>
                  <a:pt x="100736" y="510286"/>
                </a:lnTo>
                <a:lnTo>
                  <a:pt x="70116" y="496824"/>
                </a:lnTo>
                <a:lnTo>
                  <a:pt x="67068" y="492252"/>
                </a:lnTo>
                <a:lnTo>
                  <a:pt x="65544" y="487680"/>
                </a:lnTo>
                <a:lnTo>
                  <a:pt x="65646" y="483831"/>
                </a:lnTo>
                <a:lnTo>
                  <a:pt x="66370" y="478066"/>
                </a:lnTo>
                <a:lnTo>
                  <a:pt x="97929" y="452818"/>
                </a:lnTo>
                <a:lnTo>
                  <a:pt x="124980" y="449580"/>
                </a:lnTo>
                <a:lnTo>
                  <a:pt x="135572" y="450138"/>
                </a:lnTo>
                <a:lnTo>
                  <a:pt x="167652" y="469392"/>
                </a:lnTo>
                <a:lnTo>
                  <a:pt x="167652" y="454190"/>
                </a:lnTo>
                <a:lnTo>
                  <a:pt x="164744" y="449580"/>
                </a:lnTo>
                <a:lnTo>
                  <a:pt x="163652" y="447852"/>
                </a:lnTo>
                <a:lnTo>
                  <a:pt x="129552" y="428815"/>
                </a:lnTo>
                <a:lnTo>
                  <a:pt x="114312" y="426720"/>
                </a:lnTo>
                <a:lnTo>
                  <a:pt x="104305" y="427583"/>
                </a:lnTo>
                <a:lnTo>
                  <a:pt x="68846" y="448132"/>
                </a:lnTo>
                <a:lnTo>
                  <a:pt x="57924" y="480060"/>
                </a:lnTo>
                <a:lnTo>
                  <a:pt x="58039" y="481584"/>
                </a:lnTo>
                <a:lnTo>
                  <a:pt x="74498" y="517588"/>
                </a:lnTo>
                <a:lnTo>
                  <a:pt x="110236" y="533069"/>
                </a:lnTo>
                <a:lnTo>
                  <a:pt x="117360" y="533400"/>
                </a:lnTo>
                <a:lnTo>
                  <a:pt x="127596" y="532574"/>
                </a:lnTo>
                <a:lnTo>
                  <a:pt x="164338" y="513524"/>
                </a:lnTo>
                <a:lnTo>
                  <a:pt x="166319" y="510540"/>
                </a:lnTo>
                <a:lnTo>
                  <a:pt x="170510" y="504253"/>
                </a:lnTo>
                <a:lnTo>
                  <a:pt x="174104" y="493572"/>
                </a:lnTo>
                <a:lnTo>
                  <a:pt x="175272" y="4815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2" name="Google Shape;3202;p54"/>
          <p:cNvSpPr/>
          <p:nvPr/>
        </p:nvSpPr>
        <p:spPr>
          <a:xfrm>
            <a:off x="4616183" y="3575304"/>
            <a:ext cx="167640" cy="539750"/>
          </a:xfrm>
          <a:custGeom>
            <a:rect b="b" l="l" r="r" t="t"/>
            <a:pathLst>
              <a:path extrusionOk="0" h="539750" w="167639">
                <a:moveTo>
                  <a:pt x="114312" y="146304"/>
                </a:moveTo>
                <a:lnTo>
                  <a:pt x="111264" y="146304"/>
                </a:lnTo>
                <a:lnTo>
                  <a:pt x="111264" y="150876"/>
                </a:lnTo>
                <a:lnTo>
                  <a:pt x="109740" y="155448"/>
                </a:lnTo>
                <a:lnTo>
                  <a:pt x="108216" y="158496"/>
                </a:lnTo>
                <a:lnTo>
                  <a:pt x="106692" y="160020"/>
                </a:lnTo>
                <a:lnTo>
                  <a:pt x="105168" y="163068"/>
                </a:lnTo>
                <a:lnTo>
                  <a:pt x="102120" y="163068"/>
                </a:lnTo>
                <a:lnTo>
                  <a:pt x="96024" y="166116"/>
                </a:lnTo>
                <a:lnTo>
                  <a:pt x="35064" y="166116"/>
                </a:lnTo>
                <a:lnTo>
                  <a:pt x="27444" y="161544"/>
                </a:lnTo>
                <a:lnTo>
                  <a:pt x="22872" y="158496"/>
                </a:lnTo>
                <a:lnTo>
                  <a:pt x="19824" y="153924"/>
                </a:lnTo>
                <a:lnTo>
                  <a:pt x="16776" y="150876"/>
                </a:lnTo>
                <a:lnTo>
                  <a:pt x="16776" y="147828"/>
                </a:lnTo>
                <a:lnTo>
                  <a:pt x="18300" y="144780"/>
                </a:lnTo>
                <a:lnTo>
                  <a:pt x="21348" y="141732"/>
                </a:lnTo>
                <a:lnTo>
                  <a:pt x="22872" y="137160"/>
                </a:lnTo>
                <a:lnTo>
                  <a:pt x="24396" y="134112"/>
                </a:lnTo>
                <a:lnTo>
                  <a:pt x="24396" y="129540"/>
                </a:lnTo>
                <a:lnTo>
                  <a:pt x="22872" y="126492"/>
                </a:lnTo>
                <a:lnTo>
                  <a:pt x="21348" y="124968"/>
                </a:lnTo>
                <a:lnTo>
                  <a:pt x="19824" y="121920"/>
                </a:lnTo>
                <a:lnTo>
                  <a:pt x="9156" y="121920"/>
                </a:lnTo>
                <a:lnTo>
                  <a:pt x="6108" y="123444"/>
                </a:lnTo>
                <a:lnTo>
                  <a:pt x="4584" y="126492"/>
                </a:lnTo>
                <a:lnTo>
                  <a:pt x="1536" y="129540"/>
                </a:lnTo>
                <a:lnTo>
                  <a:pt x="12" y="132588"/>
                </a:lnTo>
                <a:lnTo>
                  <a:pt x="12" y="137160"/>
                </a:lnTo>
                <a:lnTo>
                  <a:pt x="1460" y="144259"/>
                </a:lnTo>
                <a:lnTo>
                  <a:pt x="5918" y="151638"/>
                </a:lnTo>
                <a:lnTo>
                  <a:pt x="13512" y="159029"/>
                </a:lnTo>
                <a:lnTo>
                  <a:pt x="24396" y="166116"/>
                </a:lnTo>
                <a:lnTo>
                  <a:pt x="12" y="166116"/>
                </a:lnTo>
                <a:lnTo>
                  <a:pt x="12" y="170688"/>
                </a:lnTo>
                <a:lnTo>
                  <a:pt x="13728" y="204216"/>
                </a:lnTo>
                <a:lnTo>
                  <a:pt x="16776" y="202692"/>
                </a:lnTo>
                <a:lnTo>
                  <a:pt x="15252" y="199644"/>
                </a:lnTo>
                <a:lnTo>
                  <a:pt x="15252" y="190500"/>
                </a:lnTo>
                <a:lnTo>
                  <a:pt x="18300" y="187452"/>
                </a:lnTo>
                <a:lnTo>
                  <a:pt x="19824" y="187452"/>
                </a:lnTo>
                <a:lnTo>
                  <a:pt x="22872" y="185928"/>
                </a:lnTo>
                <a:lnTo>
                  <a:pt x="102120" y="185928"/>
                </a:lnTo>
                <a:lnTo>
                  <a:pt x="105168" y="187452"/>
                </a:lnTo>
                <a:lnTo>
                  <a:pt x="108216" y="190500"/>
                </a:lnTo>
                <a:lnTo>
                  <a:pt x="111264" y="196596"/>
                </a:lnTo>
                <a:lnTo>
                  <a:pt x="111264" y="202692"/>
                </a:lnTo>
                <a:lnTo>
                  <a:pt x="114312" y="202692"/>
                </a:lnTo>
                <a:lnTo>
                  <a:pt x="114312" y="146304"/>
                </a:lnTo>
                <a:close/>
              </a:path>
              <a:path extrusionOk="0" h="539750" w="167639">
                <a:moveTo>
                  <a:pt x="117348" y="490728"/>
                </a:moveTo>
                <a:lnTo>
                  <a:pt x="116497" y="481901"/>
                </a:lnTo>
                <a:lnTo>
                  <a:pt x="116395" y="481584"/>
                </a:lnTo>
                <a:lnTo>
                  <a:pt x="113919" y="473773"/>
                </a:lnTo>
                <a:lnTo>
                  <a:pt x="82638" y="448246"/>
                </a:lnTo>
                <a:lnTo>
                  <a:pt x="74676" y="446532"/>
                </a:lnTo>
                <a:lnTo>
                  <a:pt x="71628" y="449580"/>
                </a:lnTo>
                <a:lnTo>
                  <a:pt x="82296" y="452628"/>
                </a:lnTo>
                <a:lnTo>
                  <a:pt x="88392" y="457200"/>
                </a:lnTo>
                <a:lnTo>
                  <a:pt x="91440" y="461772"/>
                </a:lnTo>
                <a:lnTo>
                  <a:pt x="96012" y="467868"/>
                </a:lnTo>
                <a:lnTo>
                  <a:pt x="97497" y="473773"/>
                </a:lnTo>
                <a:lnTo>
                  <a:pt x="76136" y="514146"/>
                </a:lnTo>
                <a:lnTo>
                  <a:pt x="44196" y="521208"/>
                </a:lnTo>
                <a:lnTo>
                  <a:pt x="44196" y="470916"/>
                </a:lnTo>
                <a:lnTo>
                  <a:pt x="44196" y="446532"/>
                </a:lnTo>
                <a:lnTo>
                  <a:pt x="36576" y="447001"/>
                </a:lnTo>
                <a:lnTo>
                  <a:pt x="36576" y="470916"/>
                </a:lnTo>
                <a:lnTo>
                  <a:pt x="36576" y="521208"/>
                </a:lnTo>
                <a:lnTo>
                  <a:pt x="7620" y="499872"/>
                </a:lnTo>
                <a:lnTo>
                  <a:pt x="7620" y="489204"/>
                </a:lnTo>
                <a:lnTo>
                  <a:pt x="9144" y="486156"/>
                </a:lnTo>
                <a:lnTo>
                  <a:pt x="12192" y="481584"/>
                </a:lnTo>
                <a:lnTo>
                  <a:pt x="13716" y="477012"/>
                </a:lnTo>
                <a:lnTo>
                  <a:pt x="16764" y="475488"/>
                </a:lnTo>
                <a:lnTo>
                  <a:pt x="21336" y="472440"/>
                </a:lnTo>
                <a:lnTo>
                  <a:pt x="24384" y="470916"/>
                </a:lnTo>
                <a:lnTo>
                  <a:pt x="36576" y="470916"/>
                </a:lnTo>
                <a:lnTo>
                  <a:pt x="36576" y="447001"/>
                </a:lnTo>
                <a:lnTo>
                  <a:pt x="34480" y="447128"/>
                </a:lnTo>
                <a:lnTo>
                  <a:pt x="3238" y="471297"/>
                </a:lnTo>
                <a:lnTo>
                  <a:pt x="0" y="487680"/>
                </a:lnTo>
                <a:lnTo>
                  <a:pt x="1104" y="498538"/>
                </a:lnTo>
                <a:lnTo>
                  <a:pt x="24104" y="530504"/>
                </a:lnTo>
                <a:lnTo>
                  <a:pt x="60960" y="539496"/>
                </a:lnTo>
                <a:lnTo>
                  <a:pt x="72961" y="538619"/>
                </a:lnTo>
                <a:lnTo>
                  <a:pt x="108991" y="517093"/>
                </a:lnTo>
                <a:lnTo>
                  <a:pt x="116522" y="499872"/>
                </a:lnTo>
                <a:lnTo>
                  <a:pt x="116649" y="498538"/>
                </a:lnTo>
                <a:lnTo>
                  <a:pt x="117348" y="490728"/>
                </a:lnTo>
                <a:close/>
              </a:path>
              <a:path extrusionOk="0" h="539750" w="167639">
                <a:moveTo>
                  <a:pt x="117348" y="373380"/>
                </a:moveTo>
                <a:lnTo>
                  <a:pt x="37985" y="341376"/>
                </a:lnTo>
                <a:lnTo>
                  <a:pt x="22860" y="335280"/>
                </a:lnTo>
                <a:lnTo>
                  <a:pt x="16764" y="333756"/>
                </a:lnTo>
                <a:lnTo>
                  <a:pt x="12192" y="330708"/>
                </a:lnTo>
                <a:lnTo>
                  <a:pt x="7620" y="326136"/>
                </a:lnTo>
                <a:lnTo>
                  <a:pt x="6096" y="323088"/>
                </a:lnTo>
                <a:lnTo>
                  <a:pt x="6096" y="320040"/>
                </a:lnTo>
                <a:lnTo>
                  <a:pt x="3048" y="320040"/>
                </a:lnTo>
                <a:lnTo>
                  <a:pt x="3048" y="355092"/>
                </a:lnTo>
                <a:lnTo>
                  <a:pt x="6096" y="355092"/>
                </a:lnTo>
                <a:lnTo>
                  <a:pt x="6096" y="345948"/>
                </a:lnTo>
                <a:lnTo>
                  <a:pt x="7620" y="344424"/>
                </a:lnTo>
                <a:lnTo>
                  <a:pt x="7620" y="342900"/>
                </a:lnTo>
                <a:lnTo>
                  <a:pt x="9144" y="342900"/>
                </a:lnTo>
                <a:lnTo>
                  <a:pt x="10668" y="341376"/>
                </a:lnTo>
                <a:lnTo>
                  <a:pt x="13716" y="341376"/>
                </a:lnTo>
                <a:lnTo>
                  <a:pt x="22860" y="344424"/>
                </a:lnTo>
                <a:lnTo>
                  <a:pt x="85344" y="370332"/>
                </a:lnTo>
                <a:lnTo>
                  <a:pt x="24384" y="394716"/>
                </a:lnTo>
                <a:lnTo>
                  <a:pt x="21336" y="396240"/>
                </a:lnTo>
                <a:lnTo>
                  <a:pt x="16764" y="397764"/>
                </a:lnTo>
                <a:lnTo>
                  <a:pt x="12192" y="397764"/>
                </a:lnTo>
                <a:lnTo>
                  <a:pt x="6096" y="391668"/>
                </a:lnTo>
                <a:lnTo>
                  <a:pt x="6096" y="384048"/>
                </a:lnTo>
                <a:lnTo>
                  <a:pt x="3048" y="384048"/>
                </a:lnTo>
                <a:lnTo>
                  <a:pt x="3048" y="437388"/>
                </a:lnTo>
                <a:lnTo>
                  <a:pt x="6096" y="437388"/>
                </a:lnTo>
                <a:lnTo>
                  <a:pt x="7620" y="432816"/>
                </a:lnTo>
                <a:lnTo>
                  <a:pt x="7620" y="429768"/>
                </a:lnTo>
                <a:lnTo>
                  <a:pt x="9144" y="428244"/>
                </a:lnTo>
                <a:lnTo>
                  <a:pt x="9144" y="426720"/>
                </a:lnTo>
                <a:lnTo>
                  <a:pt x="15240" y="420624"/>
                </a:lnTo>
                <a:lnTo>
                  <a:pt x="24384" y="417576"/>
                </a:lnTo>
                <a:lnTo>
                  <a:pt x="72732" y="397764"/>
                </a:lnTo>
                <a:lnTo>
                  <a:pt x="117348" y="379476"/>
                </a:lnTo>
                <a:lnTo>
                  <a:pt x="117348" y="373380"/>
                </a:lnTo>
                <a:close/>
              </a:path>
              <a:path extrusionOk="0" h="539750" w="167639">
                <a:moveTo>
                  <a:pt x="117348" y="256032"/>
                </a:moveTo>
                <a:lnTo>
                  <a:pt x="116497" y="247205"/>
                </a:lnTo>
                <a:lnTo>
                  <a:pt x="116395" y="246888"/>
                </a:lnTo>
                <a:lnTo>
                  <a:pt x="113919" y="239077"/>
                </a:lnTo>
                <a:lnTo>
                  <a:pt x="82638" y="212267"/>
                </a:lnTo>
                <a:lnTo>
                  <a:pt x="74676" y="210312"/>
                </a:lnTo>
                <a:lnTo>
                  <a:pt x="71628" y="213360"/>
                </a:lnTo>
                <a:lnTo>
                  <a:pt x="82296" y="217932"/>
                </a:lnTo>
                <a:lnTo>
                  <a:pt x="88392" y="222504"/>
                </a:lnTo>
                <a:lnTo>
                  <a:pt x="91440" y="227076"/>
                </a:lnTo>
                <a:lnTo>
                  <a:pt x="96012" y="231648"/>
                </a:lnTo>
                <a:lnTo>
                  <a:pt x="96062" y="231825"/>
                </a:lnTo>
                <a:lnTo>
                  <a:pt x="97536" y="237744"/>
                </a:lnTo>
                <a:lnTo>
                  <a:pt x="97536" y="245364"/>
                </a:lnTo>
                <a:lnTo>
                  <a:pt x="76136" y="279209"/>
                </a:lnTo>
                <a:lnTo>
                  <a:pt x="44196" y="284988"/>
                </a:lnTo>
                <a:lnTo>
                  <a:pt x="44196" y="234696"/>
                </a:lnTo>
                <a:lnTo>
                  <a:pt x="44196" y="210312"/>
                </a:lnTo>
                <a:lnTo>
                  <a:pt x="36576" y="210972"/>
                </a:lnTo>
                <a:lnTo>
                  <a:pt x="36576" y="234696"/>
                </a:lnTo>
                <a:lnTo>
                  <a:pt x="36576" y="284988"/>
                </a:lnTo>
                <a:lnTo>
                  <a:pt x="27432" y="284988"/>
                </a:lnTo>
                <a:lnTo>
                  <a:pt x="19812" y="281940"/>
                </a:lnTo>
                <a:lnTo>
                  <a:pt x="15240" y="275844"/>
                </a:lnTo>
                <a:lnTo>
                  <a:pt x="10668" y="271272"/>
                </a:lnTo>
                <a:lnTo>
                  <a:pt x="8763" y="267449"/>
                </a:lnTo>
                <a:lnTo>
                  <a:pt x="7620" y="265137"/>
                </a:lnTo>
                <a:lnTo>
                  <a:pt x="7620" y="254508"/>
                </a:lnTo>
                <a:lnTo>
                  <a:pt x="9144" y="249936"/>
                </a:lnTo>
                <a:lnTo>
                  <a:pt x="12192" y="246888"/>
                </a:lnTo>
                <a:lnTo>
                  <a:pt x="13716" y="242316"/>
                </a:lnTo>
                <a:lnTo>
                  <a:pt x="16764" y="239268"/>
                </a:lnTo>
                <a:lnTo>
                  <a:pt x="21336" y="237744"/>
                </a:lnTo>
                <a:lnTo>
                  <a:pt x="24384" y="236220"/>
                </a:lnTo>
                <a:lnTo>
                  <a:pt x="28956" y="236220"/>
                </a:lnTo>
                <a:lnTo>
                  <a:pt x="36576" y="234696"/>
                </a:lnTo>
                <a:lnTo>
                  <a:pt x="36576" y="210972"/>
                </a:lnTo>
                <a:lnTo>
                  <a:pt x="34480" y="211150"/>
                </a:lnTo>
                <a:lnTo>
                  <a:pt x="3238" y="236029"/>
                </a:lnTo>
                <a:lnTo>
                  <a:pt x="3187" y="236220"/>
                </a:lnTo>
                <a:lnTo>
                  <a:pt x="838" y="244157"/>
                </a:lnTo>
                <a:lnTo>
                  <a:pt x="723" y="245364"/>
                </a:lnTo>
                <a:lnTo>
                  <a:pt x="0" y="252984"/>
                </a:lnTo>
                <a:lnTo>
                  <a:pt x="1104" y="263639"/>
                </a:lnTo>
                <a:lnTo>
                  <a:pt x="24104" y="295567"/>
                </a:lnTo>
                <a:lnTo>
                  <a:pt x="60960" y="303276"/>
                </a:lnTo>
                <a:lnTo>
                  <a:pt x="72961" y="302425"/>
                </a:lnTo>
                <a:lnTo>
                  <a:pt x="108991" y="282181"/>
                </a:lnTo>
                <a:lnTo>
                  <a:pt x="116471" y="265137"/>
                </a:lnTo>
                <a:lnTo>
                  <a:pt x="117348" y="256032"/>
                </a:lnTo>
                <a:close/>
              </a:path>
              <a:path extrusionOk="0" h="539750" w="167639">
                <a:moveTo>
                  <a:pt x="167640" y="91440"/>
                </a:moveTo>
                <a:lnTo>
                  <a:pt x="134112" y="59436"/>
                </a:lnTo>
                <a:lnTo>
                  <a:pt x="38214" y="21336"/>
                </a:lnTo>
                <a:lnTo>
                  <a:pt x="18288" y="13716"/>
                </a:lnTo>
                <a:lnTo>
                  <a:pt x="15240" y="12192"/>
                </a:lnTo>
                <a:lnTo>
                  <a:pt x="13716" y="10668"/>
                </a:lnTo>
                <a:lnTo>
                  <a:pt x="10668" y="9144"/>
                </a:lnTo>
                <a:lnTo>
                  <a:pt x="7620" y="6096"/>
                </a:lnTo>
                <a:lnTo>
                  <a:pt x="7620" y="4572"/>
                </a:lnTo>
                <a:lnTo>
                  <a:pt x="6096" y="1524"/>
                </a:lnTo>
                <a:lnTo>
                  <a:pt x="6096" y="0"/>
                </a:lnTo>
                <a:lnTo>
                  <a:pt x="3048" y="0"/>
                </a:lnTo>
                <a:lnTo>
                  <a:pt x="3048" y="32004"/>
                </a:lnTo>
                <a:lnTo>
                  <a:pt x="6096" y="32004"/>
                </a:lnTo>
                <a:lnTo>
                  <a:pt x="6096" y="27432"/>
                </a:lnTo>
                <a:lnTo>
                  <a:pt x="7620" y="25908"/>
                </a:lnTo>
                <a:lnTo>
                  <a:pt x="7620" y="24384"/>
                </a:lnTo>
                <a:lnTo>
                  <a:pt x="10668" y="21336"/>
                </a:lnTo>
                <a:lnTo>
                  <a:pt x="16764" y="21336"/>
                </a:lnTo>
                <a:lnTo>
                  <a:pt x="19812" y="22860"/>
                </a:lnTo>
                <a:lnTo>
                  <a:pt x="24384" y="24384"/>
                </a:lnTo>
                <a:lnTo>
                  <a:pt x="85344" y="48768"/>
                </a:lnTo>
                <a:lnTo>
                  <a:pt x="28956" y="76200"/>
                </a:lnTo>
                <a:lnTo>
                  <a:pt x="22860" y="77724"/>
                </a:lnTo>
                <a:lnTo>
                  <a:pt x="18288" y="79248"/>
                </a:lnTo>
                <a:lnTo>
                  <a:pt x="10668" y="79248"/>
                </a:lnTo>
                <a:lnTo>
                  <a:pt x="9144" y="76200"/>
                </a:lnTo>
                <a:lnTo>
                  <a:pt x="7620" y="74676"/>
                </a:lnTo>
                <a:lnTo>
                  <a:pt x="6096" y="71628"/>
                </a:lnTo>
                <a:lnTo>
                  <a:pt x="6096" y="65532"/>
                </a:lnTo>
                <a:lnTo>
                  <a:pt x="3048" y="65532"/>
                </a:lnTo>
                <a:lnTo>
                  <a:pt x="3048" y="118872"/>
                </a:lnTo>
                <a:lnTo>
                  <a:pt x="6096" y="118872"/>
                </a:lnTo>
                <a:lnTo>
                  <a:pt x="7620" y="114300"/>
                </a:lnTo>
                <a:lnTo>
                  <a:pt x="9144" y="111252"/>
                </a:lnTo>
                <a:lnTo>
                  <a:pt x="9144" y="109728"/>
                </a:lnTo>
                <a:lnTo>
                  <a:pt x="10668" y="108204"/>
                </a:lnTo>
                <a:lnTo>
                  <a:pt x="16764" y="105156"/>
                </a:lnTo>
                <a:lnTo>
                  <a:pt x="19812" y="102108"/>
                </a:lnTo>
                <a:lnTo>
                  <a:pt x="66268" y="79248"/>
                </a:lnTo>
                <a:lnTo>
                  <a:pt x="109728" y="57912"/>
                </a:lnTo>
                <a:lnTo>
                  <a:pt x="129540" y="65532"/>
                </a:lnTo>
                <a:lnTo>
                  <a:pt x="137160" y="68580"/>
                </a:lnTo>
                <a:lnTo>
                  <a:pt x="141732" y="71628"/>
                </a:lnTo>
                <a:lnTo>
                  <a:pt x="144780" y="74676"/>
                </a:lnTo>
                <a:lnTo>
                  <a:pt x="147828" y="80772"/>
                </a:lnTo>
                <a:lnTo>
                  <a:pt x="147828" y="85344"/>
                </a:lnTo>
                <a:lnTo>
                  <a:pt x="144780" y="94488"/>
                </a:lnTo>
                <a:lnTo>
                  <a:pt x="143256" y="97536"/>
                </a:lnTo>
                <a:lnTo>
                  <a:pt x="143256" y="105156"/>
                </a:lnTo>
                <a:lnTo>
                  <a:pt x="144780" y="108204"/>
                </a:lnTo>
                <a:lnTo>
                  <a:pt x="146304" y="109728"/>
                </a:lnTo>
                <a:lnTo>
                  <a:pt x="147828" y="112776"/>
                </a:lnTo>
                <a:lnTo>
                  <a:pt x="150876" y="114300"/>
                </a:lnTo>
                <a:lnTo>
                  <a:pt x="158496" y="114300"/>
                </a:lnTo>
                <a:lnTo>
                  <a:pt x="161544" y="112776"/>
                </a:lnTo>
                <a:lnTo>
                  <a:pt x="163068" y="109728"/>
                </a:lnTo>
                <a:lnTo>
                  <a:pt x="166116" y="106680"/>
                </a:lnTo>
                <a:lnTo>
                  <a:pt x="167640" y="102108"/>
                </a:lnTo>
                <a:lnTo>
                  <a:pt x="167640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03" name="Google Shape;3203;p54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4582667" y="3151632"/>
            <a:ext cx="150876" cy="362711"/>
          </a:xfrm>
          <a:prstGeom prst="rect">
            <a:avLst/>
          </a:prstGeom>
          <a:noFill/>
          <a:ln>
            <a:noFill/>
          </a:ln>
        </p:spPr>
      </p:pic>
      <p:sp>
        <p:nvSpPr>
          <p:cNvPr id="3204" name="Google Shape;3204;p54"/>
          <p:cNvSpPr/>
          <p:nvPr/>
        </p:nvSpPr>
        <p:spPr>
          <a:xfrm>
            <a:off x="4971275" y="8295132"/>
            <a:ext cx="167640" cy="741045"/>
          </a:xfrm>
          <a:custGeom>
            <a:rect b="b" l="l" r="r" t="t"/>
            <a:pathLst>
              <a:path extrusionOk="0" h="741045" w="167639">
                <a:moveTo>
                  <a:pt x="114300" y="342900"/>
                </a:moveTo>
                <a:lnTo>
                  <a:pt x="111252" y="342900"/>
                </a:lnTo>
                <a:lnTo>
                  <a:pt x="111252" y="352044"/>
                </a:lnTo>
                <a:lnTo>
                  <a:pt x="109728" y="355092"/>
                </a:lnTo>
                <a:lnTo>
                  <a:pt x="105156" y="359664"/>
                </a:lnTo>
                <a:lnTo>
                  <a:pt x="103632" y="359664"/>
                </a:lnTo>
                <a:lnTo>
                  <a:pt x="100584" y="361188"/>
                </a:lnTo>
                <a:lnTo>
                  <a:pt x="96012" y="362712"/>
                </a:lnTo>
                <a:lnTo>
                  <a:pt x="35052" y="362712"/>
                </a:lnTo>
                <a:lnTo>
                  <a:pt x="28956" y="358140"/>
                </a:lnTo>
                <a:lnTo>
                  <a:pt x="22860" y="355092"/>
                </a:lnTo>
                <a:lnTo>
                  <a:pt x="19812" y="350520"/>
                </a:lnTo>
                <a:lnTo>
                  <a:pt x="16764" y="347472"/>
                </a:lnTo>
                <a:lnTo>
                  <a:pt x="16764" y="344424"/>
                </a:lnTo>
                <a:lnTo>
                  <a:pt x="18288" y="341376"/>
                </a:lnTo>
                <a:lnTo>
                  <a:pt x="21336" y="338328"/>
                </a:lnTo>
                <a:lnTo>
                  <a:pt x="24384" y="333756"/>
                </a:lnTo>
                <a:lnTo>
                  <a:pt x="24384" y="323088"/>
                </a:lnTo>
                <a:lnTo>
                  <a:pt x="21336" y="321564"/>
                </a:lnTo>
                <a:lnTo>
                  <a:pt x="19812" y="320040"/>
                </a:lnTo>
                <a:lnTo>
                  <a:pt x="16764" y="318516"/>
                </a:lnTo>
                <a:lnTo>
                  <a:pt x="10668" y="318516"/>
                </a:lnTo>
                <a:lnTo>
                  <a:pt x="7620" y="320040"/>
                </a:lnTo>
                <a:lnTo>
                  <a:pt x="1524" y="326136"/>
                </a:lnTo>
                <a:lnTo>
                  <a:pt x="0" y="329184"/>
                </a:lnTo>
                <a:lnTo>
                  <a:pt x="0" y="333756"/>
                </a:lnTo>
                <a:lnTo>
                  <a:pt x="25908" y="362712"/>
                </a:lnTo>
                <a:lnTo>
                  <a:pt x="0" y="362712"/>
                </a:lnTo>
                <a:lnTo>
                  <a:pt x="0" y="367284"/>
                </a:lnTo>
                <a:lnTo>
                  <a:pt x="13716" y="400812"/>
                </a:lnTo>
                <a:lnTo>
                  <a:pt x="16764" y="399288"/>
                </a:lnTo>
                <a:lnTo>
                  <a:pt x="16764" y="396240"/>
                </a:lnTo>
                <a:lnTo>
                  <a:pt x="15240" y="393192"/>
                </a:lnTo>
                <a:lnTo>
                  <a:pt x="15240" y="388620"/>
                </a:lnTo>
                <a:lnTo>
                  <a:pt x="16764" y="387096"/>
                </a:lnTo>
                <a:lnTo>
                  <a:pt x="16764" y="385572"/>
                </a:lnTo>
                <a:lnTo>
                  <a:pt x="18288" y="384048"/>
                </a:lnTo>
                <a:lnTo>
                  <a:pt x="22860" y="384048"/>
                </a:lnTo>
                <a:lnTo>
                  <a:pt x="25908" y="382524"/>
                </a:lnTo>
                <a:lnTo>
                  <a:pt x="102108" y="382524"/>
                </a:lnTo>
                <a:lnTo>
                  <a:pt x="108204" y="385572"/>
                </a:lnTo>
                <a:lnTo>
                  <a:pt x="109728" y="387096"/>
                </a:lnTo>
                <a:lnTo>
                  <a:pt x="111252" y="390144"/>
                </a:lnTo>
                <a:lnTo>
                  <a:pt x="111252" y="399288"/>
                </a:lnTo>
                <a:lnTo>
                  <a:pt x="114300" y="399288"/>
                </a:lnTo>
                <a:lnTo>
                  <a:pt x="114300" y="382524"/>
                </a:lnTo>
                <a:lnTo>
                  <a:pt x="114300" y="342900"/>
                </a:lnTo>
                <a:close/>
              </a:path>
              <a:path extrusionOk="0" h="741045" w="167639">
                <a:moveTo>
                  <a:pt x="117348" y="560832"/>
                </a:moveTo>
                <a:lnTo>
                  <a:pt x="98259" y="525856"/>
                </a:lnTo>
                <a:lnTo>
                  <a:pt x="74676" y="516636"/>
                </a:lnTo>
                <a:lnTo>
                  <a:pt x="71628" y="519684"/>
                </a:lnTo>
                <a:lnTo>
                  <a:pt x="82296" y="522732"/>
                </a:lnTo>
                <a:lnTo>
                  <a:pt x="89916" y="527304"/>
                </a:lnTo>
                <a:lnTo>
                  <a:pt x="92964" y="533400"/>
                </a:lnTo>
                <a:lnTo>
                  <a:pt x="95973" y="537908"/>
                </a:lnTo>
                <a:lnTo>
                  <a:pt x="96774" y="541020"/>
                </a:lnTo>
                <a:lnTo>
                  <a:pt x="97536" y="544068"/>
                </a:lnTo>
                <a:lnTo>
                  <a:pt x="97485" y="552246"/>
                </a:lnTo>
                <a:lnTo>
                  <a:pt x="96697" y="559308"/>
                </a:lnTo>
                <a:lnTo>
                  <a:pt x="66865" y="588073"/>
                </a:lnTo>
                <a:lnTo>
                  <a:pt x="44196" y="591312"/>
                </a:lnTo>
                <a:lnTo>
                  <a:pt x="44196" y="541020"/>
                </a:lnTo>
                <a:lnTo>
                  <a:pt x="44196" y="516636"/>
                </a:lnTo>
                <a:lnTo>
                  <a:pt x="36576" y="517359"/>
                </a:lnTo>
                <a:lnTo>
                  <a:pt x="36576" y="541020"/>
                </a:lnTo>
                <a:lnTo>
                  <a:pt x="36576" y="591312"/>
                </a:lnTo>
                <a:lnTo>
                  <a:pt x="28956" y="589788"/>
                </a:lnTo>
                <a:lnTo>
                  <a:pt x="21336" y="586740"/>
                </a:lnTo>
                <a:lnTo>
                  <a:pt x="16764" y="582168"/>
                </a:lnTo>
                <a:lnTo>
                  <a:pt x="10668" y="577596"/>
                </a:lnTo>
                <a:lnTo>
                  <a:pt x="7620" y="571500"/>
                </a:lnTo>
                <a:lnTo>
                  <a:pt x="7620" y="560832"/>
                </a:lnTo>
                <a:lnTo>
                  <a:pt x="9144" y="556260"/>
                </a:lnTo>
                <a:lnTo>
                  <a:pt x="12192" y="551688"/>
                </a:lnTo>
                <a:lnTo>
                  <a:pt x="18288" y="545592"/>
                </a:lnTo>
                <a:lnTo>
                  <a:pt x="22860" y="544068"/>
                </a:lnTo>
                <a:lnTo>
                  <a:pt x="25908" y="542544"/>
                </a:lnTo>
                <a:lnTo>
                  <a:pt x="30480" y="541020"/>
                </a:lnTo>
                <a:lnTo>
                  <a:pt x="36576" y="541020"/>
                </a:lnTo>
                <a:lnTo>
                  <a:pt x="36576" y="517359"/>
                </a:lnTo>
                <a:lnTo>
                  <a:pt x="3238" y="542353"/>
                </a:lnTo>
                <a:lnTo>
                  <a:pt x="3187" y="542544"/>
                </a:lnTo>
                <a:lnTo>
                  <a:pt x="838" y="550481"/>
                </a:lnTo>
                <a:lnTo>
                  <a:pt x="723" y="551688"/>
                </a:lnTo>
                <a:lnTo>
                  <a:pt x="673" y="552246"/>
                </a:lnTo>
                <a:lnTo>
                  <a:pt x="0" y="559308"/>
                </a:lnTo>
                <a:lnTo>
                  <a:pt x="16764" y="594360"/>
                </a:lnTo>
                <a:lnTo>
                  <a:pt x="60960" y="609600"/>
                </a:lnTo>
                <a:lnTo>
                  <a:pt x="73520" y="608723"/>
                </a:lnTo>
                <a:lnTo>
                  <a:pt x="73291" y="608723"/>
                </a:lnTo>
                <a:lnTo>
                  <a:pt x="84391" y="606171"/>
                </a:lnTo>
                <a:lnTo>
                  <a:pt x="113728" y="580072"/>
                </a:lnTo>
                <a:lnTo>
                  <a:pt x="116471" y="570814"/>
                </a:lnTo>
                <a:lnTo>
                  <a:pt x="117348" y="560832"/>
                </a:lnTo>
                <a:close/>
              </a:path>
              <a:path extrusionOk="0" h="741045" w="167639">
                <a:moveTo>
                  <a:pt x="117348" y="423672"/>
                </a:moveTo>
                <a:lnTo>
                  <a:pt x="100584" y="397764"/>
                </a:lnTo>
                <a:lnTo>
                  <a:pt x="92964" y="397764"/>
                </a:lnTo>
                <a:lnTo>
                  <a:pt x="97536" y="403860"/>
                </a:lnTo>
                <a:lnTo>
                  <a:pt x="102108" y="408432"/>
                </a:lnTo>
                <a:lnTo>
                  <a:pt x="102108" y="414528"/>
                </a:lnTo>
                <a:lnTo>
                  <a:pt x="100584" y="414528"/>
                </a:lnTo>
                <a:lnTo>
                  <a:pt x="99060" y="416052"/>
                </a:lnTo>
                <a:lnTo>
                  <a:pt x="28956" y="416052"/>
                </a:lnTo>
                <a:lnTo>
                  <a:pt x="21336" y="417576"/>
                </a:lnTo>
                <a:lnTo>
                  <a:pt x="18288" y="419100"/>
                </a:lnTo>
                <a:lnTo>
                  <a:pt x="12192" y="420624"/>
                </a:lnTo>
                <a:lnTo>
                  <a:pt x="7620" y="425196"/>
                </a:lnTo>
                <a:lnTo>
                  <a:pt x="6096" y="429768"/>
                </a:lnTo>
                <a:lnTo>
                  <a:pt x="3048" y="435864"/>
                </a:lnTo>
                <a:lnTo>
                  <a:pt x="0" y="445008"/>
                </a:lnTo>
                <a:lnTo>
                  <a:pt x="88" y="455587"/>
                </a:lnTo>
                <a:lnTo>
                  <a:pt x="152" y="456653"/>
                </a:lnTo>
                <a:lnTo>
                  <a:pt x="279" y="458724"/>
                </a:lnTo>
                <a:lnTo>
                  <a:pt x="571" y="463854"/>
                </a:lnTo>
                <a:lnTo>
                  <a:pt x="21336" y="495300"/>
                </a:lnTo>
                <a:lnTo>
                  <a:pt x="35052" y="495300"/>
                </a:lnTo>
                <a:lnTo>
                  <a:pt x="39624" y="490728"/>
                </a:lnTo>
                <a:lnTo>
                  <a:pt x="39624" y="480060"/>
                </a:lnTo>
                <a:lnTo>
                  <a:pt x="38100" y="478536"/>
                </a:lnTo>
                <a:lnTo>
                  <a:pt x="35052" y="477012"/>
                </a:lnTo>
                <a:lnTo>
                  <a:pt x="32004" y="475488"/>
                </a:lnTo>
                <a:lnTo>
                  <a:pt x="28956" y="475488"/>
                </a:lnTo>
                <a:lnTo>
                  <a:pt x="21336" y="477012"/>
                </a:lnTo>
                <a:lnTo>
                  <a:pt x="18288" y="477012"/>
                </a:lnTo>
                <a:lnTo>
                  <a:pt x="15240" y="475488"/>
                </a:lnTo>
                <a:lnTo>
                  <a:pt x="12192" y="470916"/>
                </a:lnTo>
                <a:lnTo>
                  <a:pt x="9144" y="467868"/>
                </a:lnTo>
                <a:lnTo>
                  <a:pt x="7620" y="463296"/>
                </a:lnTo>
                <a:lnTo>
                  <a:pt x="7620" y="451104"/>
                </a:lnTo>
                <a:lnTo>
                  <a:pt x="10668" y="446532"/>
                </a:lnTo>
                <a:lnTo>
                  <a:pt x="18288" y="438912"/>
                </a:lnTo>
                <a:lnTo>
                  <a:pt x="25908" y="435864"/>
                </a:lnTo>
                <a:lnTo>
                  <a:pt x="41148" y="435864"/>
                </a:lnTo>
                <a:lnTo>
                  <a:pt x="46583" y="449821"/>
                </a:lnTo>
                <a:lnTo>
                  <a:pt x="51435" y="461772"/>
                </a:lnTo>
                <a:lnTo>
                  <a:pt x="55727" y="471449"/>
                </a:lnTo>
                <a:lnTo>
                  <a:pt x="59436" y="478536"/>
                </a:lnTo>
                <a:lnTo>
                  <a:pt x="64008" y="487680"/>
                </a:lnTo>
                <a:lnTo>
                  <a:pt x="70104" y="493776"/>
                </a:lnTo>
                <a:lnTo>
                  <a:pt x="79248" y="499872"/>
                </a:lnTo>
                <a:lnTo>
                  <a:pt x="97536" y="499872"/>
                </a:lnTo>
                <a:lnTo>
                  <a:pt x="105156" y="498348"/>
                </a:lnTo>
                <a:lnTo>
                  <a:pt x="109728" y="492252"/>
                </a:lnTo>
                <a:lnTo>
                  <a:pt x="115824" y="487680"/>
                </a:lnTo>
                <a:lnTo>
                  <a:pt x="117348" y="481584"/>
                </a:lnTo>
                <a:lnTo>
                  <a:pt x="117348" y="480060"/>
                </a:lnTo>
                <a:lnTo>
                  <a:pt x="117348" y="463296"/>
                </a:lnTo>
                <a:lnTo>
                  <a:pt x="114300" y="458724"/>
                </a:lnTo>
                <a:lnTo>
                  <a:pt x="112572" y="455587"/>
                </a:lnTo>
                <a:lnTo>
                  <a:pt x="109537" y="450723"/>
                </a:lnTo>
                <a:lnTo>
                  <a:pt x="105092" y="444157"/>
                </a:lnTo>
                <a:lnTo>
                  <a:pt x="102108" y="440055"/>
                </a:lnTo>
                <a:lnTo>
                  <a:pt x="102108" y="461772"/>
                </a:lnTo>
                <a:lnTo>
                  <a:pt x="102108" y="467868"/>
                </a:lnTo>
                <a:lnTo>
                  <a:pt x="100584" y="470916"/>
                </a:lnTo>
                <a:lnTo>
                  <a:pt x="97536" y="475488"/>
                </a:lnTo>
                <a:lnTo>
                  <a:pt x="92964" y="478536"/>
                </a:lnTo>
                <a:lnTo>
                  <a:pt x="88392" y="480060"/>
                </a:lnTo>
                <a:lnTo>
                  <a:pt x="74676" y="480060"/>
                </a:lnTo>
                <a:lnTo>
                  <a:pt x="55816" y="452818"/>
                </a:lnTo>
                <a:lnTo>
                  <a:pt x="52692" y="445008"/>
                </a:lnTo>
                <a:lnTo>
                  <a:pt x="48768" y="435864"/>
                </a:lnTo>
                <a:lnTo>
                  <a:pt x="91440" y="435864"/>
                </a:lnTo>
                <a:lnTo>
                  <a:pt x="96329" y="443560"/>
                </a:lnTo>
                <a:lnTo>
                  <a:pt x="99631" y="450532"/>
                </a:lnTo>
                <a:lnTo>
                  <a:pt x="99695" y="450723"/>
                </a:lnTo>
                <a:lnTo>
                  <a:pt x="99809" y="451104"/>
                </a:lnTo>
                <a:lnTo>
                  <a:pt x="101523" y="456653"/>
                </a:lnTo>
                <a:lnTo>
                  <a:pt x="102108" y="461772"/>
                </a:lnTo>
                <a:lnTo>
                  <a:pt x="102108" y="440055"/>
                </a:lnTo>
                <a:lnTo>
                  <a:pt x="99060" y="435864"/>
                </a:lnTo>
                <a:lnTo>
                  <a:pt x="111252" y="435864"/>
                </a:lnTo>
                <a:lnTo>
                  <a:pt x="114300" y="432816"/>
                </a:lnTo>
                <a:lnTo>
                  <a:pt x="117348" y="431292"/>
                </a:lnTo>
                <a:lnTo>
                  <a:pt x="117348" y="423672"/>
                </a:lnTo>
                <a:close/>
              </a:path>
              <a:path extrusionOk="0" h="741045" w="167639">
                <a:moveTo>
                  <a:pt x="117348" y="266700"/>
                </a:moveTo>
                <a:lnTo>
                  <a:pt x="97726" y="232600"/>
                </a:lnTo>
                <a:lnTo>
                  <a:pt x="83820" y="230124"/>
                </a:lnTo>
                <a:lnTo>
                  <a:pt x="74993" y="231584"/>
                </a:lnTo>
                <a:lnTo>
                  <a:pt x="44196" y="271272"/>
                </a:lnTo>
                <a:lnTo>
                  <a:pt x="41148" y="278892"/>
                </a:lnTo>
                <a:lnTo>
                  <a:pt x="38100" y="283464"/>
                </a:lnTo>
                <a:lnTo>
                  <a:pt x="33528" y="286512"/>
                </a:lnTo>
                <a:lnTo>
                  <a:pt x="27432" y="289560"/>
                </a:lnTo>
                <a:lnTo>
                  <a:pt x="18288" y="289560"/>
                </a:lnTo>
                <a:lnTo>
                  <a:pt x="15240" y="288036"/>
                </a:lnTo>
                <a:lnTo>
                  <a:pt x="12192" y="283464"/>
                </a:lnTo>
                <a:lnTo>
                  <a:pt x="9144" y="280416"/>
                </a:lnTo>
                <a:lnTo>
                  <a:pt x="7620" y="275844"/>
                </a:lnTo>
                <a:lnTo>
                  <a:pt x="7620" y="263652"/>
                </a:lnTo>
                <a:lnTo>
                  <a:pt x="10668" y="257556"/>
                </a:lnTo>
                <a:lnTo>
                  <a:pt x="15240" y="252984"/>
                </a:lnTo>
                <a:lnTo>
                  <a:pt x="18288" y="248412"/>
                </a:lnTo>
                <a:lnTo>
                  <a:pt x="27432" y="245364"/>
                </a:lnTo>
                <a:lnTo>
                  <a:pt x="38100" y="242316"/>
                </a:lnTo>
                <a:lnTo>
                  <a:pt x="38100" y="239268"/>
                </a:lnTo>
                <a:lnTo>
                  <a:pt x="0" y="239268"/>
                </a:lnTo>
                <a:lnTo>
                  <a:pt x="0" y="242316"/>
                </a:lnTo>
                <a:lnTo>
                  <a:pt x="3048" y="242316"/>
                </a:lnTo>
                <a:lnTo>
                  <a:pt x="4572" y="243840"/>
                </a:lnTo>
                <a:lnTo>
                  <a:pt x="4572" y="251460"/>
                </a:lnTo>
                <a:lnTo>
                  <a:pt x="3048" y="256032"/>
                </a:lnTo>
                <a:lnTo>
                  <a:pt x="1524" y="262128"/>
                </a:lnTo>
                <a:lnTo>
                  <a:pt x="0" y="266700"/>
                </a:lnTo>
                <a:lnTo>
                  <a:pt x="0" y="271272"/>
                </a:lnTo>
                <a:lnTo>
                  <a:pt x="22860" y="304800"/>
                </a:lnTo>
                <a:lnTo>
                  <a:pt x="39624" y="304800"/>
                </a:lnTo>
                <a:lnTo>
                  <a:pt x="44196" y="303276"/>
                </a:lnTo>
                <a:lnTo>
                  <a:pt x="48768" y="298704"/>
                </a:lnTo>
                <a:lnTo>
                  <a:pt x="52438" y="295351"/>
                </a:lnTo>
                <a:lnTo>
                  <a:pt x="56388" y="290131"/>
                </a:lnTo>
                <a:lnTo>
                  <a:pt x="56730" y="289560"/>
                </a:lnTo>
                <a:lnTo>
                  <a:pt x="60363" y="283464"/>
                </a:lnTo>
                <a:lnTo>
                  <a:pt x="64008" y="275844"/>
                </a:lnTo>
                <a:lnTo>
                  <a:pt x="68326" y="267563"/>
                </a:lnTo>
                <a:lnTo>
                  <a:pt x="72199" y="260985"/>
                </a:lnTo>
                <a:lnTo>
                  <a:pt x="74739" y="257556"/>
                </a:lnTo>
                <a:lnTo>
                  <a:pt x="75907" y="256032"/>
                </a:lnTo>
                <a:lnTo>
                  <a:pt x="79248" y="252984"/>
                </a:lnTo>
                <a:lnTo>
                  <a:pt x="82296" y="249936"/>
                </a:lnTo>
                <a:lnTo>
                  <a:pt x="86868" y="248412"/>
                </a:lnTo>
                <a:lnTo>
                  <a:pt x="97536" y="248412"/>
                </a:lnTo>
                <a:lnTo>
                  <a:pt x="102108" y="249936"/>
                </a:lnTo>
                <a:lnTo>
                  <a:pt x="105156" y="252984"/>
                </a:lnTo>
                <a:lnTo>
                  <a:pt x="105283" y="253174"/>
                </a:lnTo>
                <a:lnTo>
                  <a:pt x="108204" y="257556"/>
                </a:lnTo>
                <a:lnTo>
                  <a:pt x="109728" y="262128"/>
                </a:lnTo>
                <a:lnTo>
                  <a:pt x="109728" y="274320"/>
                </a:lnTo>
                <a:lnTo>
                  <a:pt x="108204" y="281940"/>
                </a:lnTo>
                <a:lnTo>
                  <a:pt x="102108" y="288036"/>
                </a:lnTo>
                <a:lnTo>
                  <a:pt x="98107" y="292328"/>
                </a:lnTo>
                <a:lnTo>
                  <a:pt x="92964" y="296037"/>
                </a:lnTo>
                <a:lnTo>
                  <a:pt x="86677" y="299186"/>
                </a:lnTo>
                <a:lnTo>
                  <a:pt x="79248" y="301752"/>
                </a:lnTo>
                <a:lnTo>
                  <a:pt x="79248" y="304800"/>
                </a:lnTo>
                <a:lnTo>
                  <a:pt x="117348" y="304800"/>
                </a:lnTo>
                <a:lnTo>
                  <a:pt x="117348" y="301752"/>
                </a:lnTo>
                <a:lnTo>
                  <a:pt x="114300" y="300228"/>
                </a:lnTo>
                <a:lnTo>
                  <a:pt x="112776" y="298704"/>
                </a:lnTo>
                <a:lnTo>
                  <a:pt x="112776" y="295656"/>
                </a:lnTo>
                <a:lnTo>
                  <a:pt x="114300" y="292608"/>
                </a:lnTo>
                <a:lnTo>
                  <a:pt x="114300" y="291084"/>
                </a:lnTo>
                <a:lnTo>
                  <a:pt x="117348" y="281940"/>
                </a:lnTo>
                <a:lnTo>
                  <a:pt x="117348" y="266700"/>
                </a:lnTo>
                <a:close/>
              </a:path>
              <a:path extrusionOk="0" h="741045" w="167639">
                <a:moveTo>
                  <a:pt x="117360" y="172212"/>
                </a:moveTo>
                <a:lnTo>
                  <a:pt x="111264" y="166116"/>
                </a:lnTo>
                <a:lnTo>
                  <a:pt x="108216" y="164592"/>
                </a:lnTo>
                <a:lnTo>
                  <a:pt x="100596" y="164592"/>
                </a:lnTo>
                <a:lnTo>
                  <a:pt x="97548" y="166116"/>
                </a:lnTo>
                <a:lnTo>
                  <a:pt x="91452" y="172212"/>
                </a:lnTo>
                <a:lnTo>
                  <a:pt x="89928" y="175260"/>
                </a:lnTo>
                <a:lnTo>
                  <a:pt x="89928" y="182880"/>
                </a:lnTo>
                <a:lnTo>
                  <a:pt x="91452" y="185928"/>
                </a:lnTo>
                <a:lnTo>
                  <a:pt x="97548" y="192024"/>
                </a:lnTo>
                <a:lnTo>
                  <a:pt x="111264" y="192024"/>
                </a:lnTo>
                <a:lnTo>
                  <a:pt x="117360" y="185928"/>
                </a:lnTo>
                <a:lnTo>
                  <a:pt x="117360" y="172212"/>
                </a:lnTo>
                <a:close/>
              </a:path>
              <a:path extrusionOk="0" h="741045" w="167639">
                <a:moveTo>
                  <a:pt x="117360" y="89916"/>
                </a:moveTo>
                <a:lnTo>
                  <a:pt x="111264" y="83820"/>
                </a:lnTo>
                <a:lnTo>
                  <a:pt x="108216" y="82296"/>
                </a:lnTo>
                <a:lnTo>
                  <a:pt x="100596" y="82296"/>
                </a:lnTo>
                <a:lnTo>
                  <a:pt x="97548" y="83820"/>
                </a:lnTo>
                <a:lnTo>
                  <a:pt x="91452" y="89916"/>
                </a:lnTo>
                <a:lnTo>
                  <a:pt x="89928" y="92964"/>
                </a:lnTo>
                <a:lnTo>
                  <a:pt x="89928" y="100584"/>
                </a:lnTo>
                <a:lnTo>
                  <a:pt x="91452" y="103632"/>
                </a:lnTo>
                <a:lnTo>
                  <a:pt x="97548" y="109728"/>
                </a:lnTo>
                <a:lnTo>
                  <a:pt x="111264" y="109728"/>
                </a:lnTo>
                <a:lnTo>
                  <a:pt x="117360" y="103632"/>
                </a:lnTo>
                <a:lnTo>
                  <a:pt x="117360" y="89916"/>
                </a:lnTo>
                <a:close/>
              </a:path>
              <a:path extrusionOk="0" h="741045" w="167639">
                <a:moveTo>
                  <a:pt x="117360" y="7620"/>
                </a:moveTo>
                <a:lnTo>
                  <a:pt x="111264" y="1524"/>
                </a:lnTo>
                <a:lnTo>
                  <a:pt x="108216" y="0"/>
                </a:lnTo>
                <a:lnTo>
                  <a:pt x="100596" y="0"/>
                </a:lnTo>
                <a:lnTo>
                  <a:pt x="97548" y="1524"/>
                </a:lnTo>
                <a:lnTo>
                  <a:pt x="91452" y="7620"/>
                </a:lnTo>
                <a:lnTo>
                  <a:pt x="89928" y="10668"/>
                </a:lnTo>
                <a:lnTo>
                  <a:pt x="89928" y="18288"/>
                </a:lnTo>
                <a:lnTo>
                  <a:pt x="91452" y="21336"/>
                </a:lnTo>
                <a:lnTo>
                  <a:pt x="97548" y="27432"/>
                </a:lnTo>
                <a:lnTo>
                  <a:pt x="111264" y="27432"/>
                </a:lnTo>
                <a:lnTo>
                  <a:pt x="117360" y="21336"/>
                </a:lnTo>
                <a:lnTo>
                  <a:pt x="117360" y="7620"/>
                </a:lnTo>
                <a:close/>
              </a:path>
              <a:path extrusionOk="0" h="741045" w="167639">
                <a:moveTo>
                  <a:pt x="167640" y="713232"/>
                </a:moveTo>
                <a:lnTo>
                  <a:pt x="135636" y="682752"/>
                </a:lnTo>
                <a:lnTo>
                  <a:pt x="39738" y="644652"/>
                </a:lnTo>
                <a:lnTo>
                  <a:pt x="24384" y="638556"/>
                </a:lnTo>
                <a:lnTo>
                  <a:pt x="18288" y="635508"/>
                </a:lnTo>
                <a:lnTo>
                  <a:pt x="15240" y="635508"/>
                </a:lnTo>
                <a:lnTo>
                  <a:pt x="12192" y="632460"/>
                </a:lnTo>
                <a:lnTo>
                  <a:pt x="9144" y="630936"/>
                </a:lnTo>
                <a:lnTo>
                  <a:pt x="9144" y="629412"/>
                </a:lnTo>
                <a:lnTo>
                  <a:pt x="7620" y="627888"/>
                </a:lnTo>
                <a:lnTo>
                  <a:pt x="7620" y="624840"/>
                </a:lnTo>
                <a:lnTo>
                  <a:pt x="6096" y="621792"/>
                </a:lnTo>
                <a:lnTo>
                  <a:pt x="3048" y="621792"/>
                </a:lnTo>
                <a:lnTo>
                  <a:pt x="3048" y="655320"/>
                </a:lnTo>
                <a:lnTo>
                  <a:pt x="6096" y="655320"/>
                </a:lnTo>
                <a:lnTo>
                  <a:pt x="6096" y="652272"/>
                </a:lnTo>
                <a:lnTo>
                  <a:pt x="7620" y="649224"/>
                </a:lnTo>
                <a:lnTo>
                  <a:pt x="7620" y="646176"/>
                </a:lnTo>
                <a:lnTo>
                  <a:pt x="9144" y="646176"/>
                </a:lnTo>
                <a:lnTo>
                  <a:pt x="10668" y="644652"/>
                </a:lnTo>
                <a:lnTo>
                  <a:pt x="21336" y="644652"/>
                </a:lnTo>
                <a:lnTo>
                  <a:pt x="24384" y="646176"/>
                </a:lnTo>
                <a:lnTo>
                  <a:pt x="85344" y="670560"/>
                </a:lnTo>
                <a:lnTo>
                  <a:pt x="28956" y="697992"/>
                </a:lnTo>
                <a:lnTo>
                  <a:pt x="24384" y="701040"/>
                </a:lnTo>
                <a:lnTo>
                  <a:pt x="19812" y="702564"/>
                </a:lnTo>
                <a:lnTo>
                  <a:pt x="13716" y="702564"/>
                </a:lnTo>
                <a:lnTo>
                  <a:pt x="10668" y="701040"/>
                </a:lnTo>
                <a:lnTo>
                  <a:pt x="7620" y="697992"/>
                </a:lnTo>
                <a:lnTo>
                  <a:pt x="6096" y="694944"/>
                </a:lnTo>
                <a:lnTo>
                  <a:pt x="6096" y="688848"/>
                </a:lnTo>
                <a:lnTo>
                  <a:pt x="3048" y="688848"/>
                </a:lnTo>
                <a:lnTo>
                  <a:pt x="3048" y="740664"/>
                </a:lnTo>
                <a:lnTo>
                  <a:pt x="6096" y="740664"/>
                </a:lnTo>
                <a:lnTo>
                  <a:pt x="10668" y="731520"/>
                </a:lnTo>
                <a:lnTo>
                  <a:pt x="12192" y="731520"/>
                </a:lnTo>
                <a:lnTo>
                  <a:pt x="13716" y="728472"/>
                </a:lnTo>
                <a:lnTo>
                  <a:pt x="16764" y="726948"/>
                </a:lnTo>
                <a:lnTo>
                  <a:pt x="21336" y="723900"/>
                </a:lnTo>
                <a:lnTo>
                  <a:pt x="27432" y="720852"/>
                </a:lnTo>
                <a:lnTo>
                  <a:pt x="66128" y="702564"/>
                </a:lnTo>
                <a:lnTo>
                  <a:pt x="111252" y="681228"/>
                </a:lnTo>
                <a:lnTo>
                  <a:pt x="129540" y="688848"/>
                </a:lnTo>
                <a:lnTo>
                  <a:pt x="137160" y="691896"/>
                </a:lnTo>
                <a:lnTo>
                  <a:pt x="141732" y="694944"/>
                </a:lnTo>
                <a:lnTo>
                  <a:pt x="147828" y="701040"/>
                </a:lnTo>
                <a:lnTo>
                  <a:pt x="147828" y="708660"/>
                </a:lnTo>
                <a:lnTo>
                  <a:pt x="146304" y="711708"/>
                </a:lnTo>
                <a:lnTo>
                  <a:pt x="143256" y="720852"/>
                </a:lnTo>
                <a:lnTo>
                  <a:pt x="143256" y="726948"/>
                </a:lnTo>
                <a:lnTo>
                  <a:pt x="146304" y="733044"/>
                </a:lnTo>
                <a:lnTo>
                  <a:pt x="152400" y="736092"/>
                </a:lnTo>
                <a:lnTo>
                  <a:pt x="158496" y="736092"/>
                </a:lnTo>
                <a:lnTo>
                  <a:pt x="161544" y="734568"/>
                </a:lnTo>
                <a:lnTo>
                  <a:pt x="167640" y="728472"/>
                </a:lnTo>
                <a:lnTo>
                  <a:pt x="167640" y="7132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" name="Google Shape;3205;p54"/>
          <p:cNvSpPr/>
          <p:nvPr/>
        </p:nvSpPr>
        <p:spPr>
          <a:xfrm>
            <a:off x="5330952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6" name="Google Shape;3206;p54"/>
          <p:cNvSpPr/>
          <p:nvPr/>
        </p:nvSpPr>
        <p:spPr>
          <a:xfrm>
            <a:off x="5277599" y="8206740"/>
            <a:ext cx="204470" cy="680085"/>
          </a:xfrm>
          <a:custGeom>
            <a:rect b="b" l="l" r="r" t="t"/>
            <a:pathLst>
              <a:path extrusionOk="0" h="680084" w="204470">
                <a:moveTo>
                  <a:pt x="164592" y="510540"/>
                </a:moveTo>
                <a:lnTo>
                  <a:pt x="161544" y="510540"/>
                </a:lnTo>
                <a:lnTo>
                  <a:pt x="161544" y="519684"/>
                </a:lnTo>
                <a:lnTo>
                  <a:pt x="160020" y="522732"/>
                </a:lnTo>
                <a:lnTo>
                  <a:pt x="158496" y="527304"/>
                </a:lnTo>
                <a:lnTo>
                  <a:pt x="155448" y="530352"/>
                </a:lnTo>
                <a:lnTo>
                  <a:pt x="152400" y="531876"/>
                </a:lnTo>
                <a:lnTo>
                  <a:pt x="149352" y="531876"/>
                </a:lnTo>
                <a:lnTo>
                  <a:pt x="144780" y="533400"/>
                </a:lnTo>
                <a:lnTo>
                  <a:pt x="19812" y="533400"/>
                </a:lnTo>
                <a:lnTo>
                  <a:pt x="15240" y="531876"/>
                </a:lnTo>
                <a:lnTo>
                  <a:pt x="12192" y="531876"/>
                </a:lnTo>
                <a:lnTo>
                  <a:pt x="9144" y="530352"/>
                </a:lnTo>
                <a:lnTo>
                  <a:pt x="7620" y="528828"/>
                </a:lnTo>
                <a:lnTo>
                  <a:pt x="3048" y="519684"/>
                </a:lnTo>
                <a:lnTo>
                  <a:pt x="3048" y="510540"/>
                </a:lnTo>
                <a:lnTo>
                  <a:pt x="0" y="510540"/>
                </a:lnTo>
                <a:lnTo>
                  <a:pt x="0" y="579120"/>
                </a:lnTo>
                <a:lnTo>
                  <a:pt x="3048" y="579120"/>
                </a:lnTo>
                <a:lnTo>
                  <a:pt x="3048" y="569976"/>
                </a:lnTo>
                <a:lnTo>
                  <a:pt x="4572" y="565404"/>
                </a:lnTo>
                <a:lnTo>
                  <a:pt x="7620" y="559308"/>
                </a:lnTo>
                <a:lnTo>
                  <a:pt x="9144" y="557784"/>
                </a:lnTo>
                <a:lnTo>
                  <a:pt x="12192" y="557784"/>
                </a:lnTo>
                <a:lnTo>
                  <a:pt x="13716" y="556260"/>
                </a:lnTo>
                <a:lnTo>
                  <a:pt x="77724" y="556260"/>
                </a:lnTo>
                <a:lnTo>
                  <a:pt x="77724" y="633984"/>
                </a:lnTo>
                <a:lnTo>
                  <a:pt x="28956" y="633984"/>
                </a:lnTo>
                <a:lnTo>
                  <a:pt x="19812" y="633984"/>
                </a:lnTo>
                <a:lnTo>
                  <a:pt x="15240" y="632460"/>
                </a:lnTo>
                <a:lnTo>
                  <a:pt x="12192" y="632460"/>
                </a:lnTo>
                <a:lnTo>
                  <a:pt x="9144" y="630936"/>
                </a:lnTo>
                <a:lnTo>
                  <a:pt x="7620" y="629412"/>
                </a:lnTo>
                <a:lnTo>
                  <a:pt x="3048" y="620268"/>
                </a:lnTo>
                <a:lnTo>
                  <a:pt x="3048" y="611124"/>
                </a:lnTo>
                <a:lnTo>
                  <a:pt x="0" y="611124"/>
                </a:lnTo>
                <a:lnTo>
                  <a:pt x="0" y="679704"/>
                </a:lnTo>
                <a:lnTo>
                  <a:pt x="3048" y="679704"/>
                </a:lnTo>
                <a:lnTo>
                  <a:pt x="3048" y="670560"/>
                </a:lnTo>
                <a:lnTo>
                  <a:pt x="4572" y="665988"/>
                </a:lnTo>
                <a:lnTo>
                  <a:pt x="7620" y="659892"/>
                </a:lnTo>
                <a:lnTo>
                  <a:pt x="9144" y="658368"/>
                </a:lnTo>
                <a:lnTo>
                  <a:pt x="12192" y="658368"/>
                </a:lnTo>
                <a:lnTo>
                  <a:pt x="13716" y="656844"/>
                </a:lnTo>
                <a:lnTo>
                  <a:pt x="152400" y="656844"/>
                </a:lnTo>
                <a:lnTo>
                  <a:pt x="155448" y="659892"/>
                </a:lnTo>
                <a:lnTo>
                  <a:pt x="160020" y="662940"/>
                </a:lnTo>
                <a:lnTo>
                  <a:pt x="161544" y="667512"/>
                </a:lnTo>
                <a:lnTo>
                  <a:pt x="161544" y="679704"/>
                </a:lnTo>
                <a:lnTo>
                  <a:pt x="164592" y="679704"/>
                </a:lnTo>
                <a:lnTo>
                  <a:pt x="164592" y="611124"/>
                </a:lnTo>
                <a:lnTo>
                  <a:pt x="161544" y="611124"/>
                </a:lnTo>
                <a:lnTo>
                  <a:pt x="161544" y="620268"/>
                </a:lnTo>
                <a:lnTo>
                  <a:pt x="156972" y="629412"/>
                </a:lnTo>
                <a:lnTo>
                  <a:pt x="155448" y="630936"/>
                </a:lnTo>
                <a:lnTo>
                  <a:pt x="152400" y="632460"/>
                </a:lnTo>
                <a:lnTo>
                  <a:pt x="149352" y="632460"/>
                </a:lnTo>
                <a:lnTo>
                  <a:pt x="144780" y="633984"/>
                </a:lnTo>
                <a:lnTo>
                  <a:pt x="85344" y="633984"/>
                </a:lnTo>
                <a:lnTo>
                  <a:pt x="85344" y="556260"/>
                </a:lnTo>
                <a:lnTo>
                  <a:pt x="152400" y="556260"/>
                </a:lnTo>
                <a:lnTo>
                  <a:pt x="155448" y="559308"/>
                </a:lnTo>
                <a:lnTo>
                  <a:pt x="160020" y="562356"/>
                </a:lnTo>
                <a:lnTo>
                  <a:pt x="161544" y="566928"/>
                </a:lnTo>
                <a:lnTo>
                  <a:pt x="161544" y="579120"/>
                </a:lnTo>
                <a:lnTo>
                  <a:pt x="164592" y="579120"/>
                </a:lnTo>
                <a:lnTo>
                  <a:pt x="164592" y="510540"/>
                </a:lnTo>
                <a:close/>
              </a:path>
              <a:path extrusionOk="0" h="680084" w="204470">
                <a:moveTo>
                  <a:pt x="164592" y="271272"/>
                </a:moveTo>
                <a:lnTo>
                  <a:pt x="161544" y="271272"/>
                </a:lnTo>
                <a:lnTo>
                  <a:pt x="161544" y="278892"/>
                </a:lnTo>
                <a:lnTo>
                  <a:pt x="160020" y="281940"/>
                </a:lnTo>
                <a:lnTo>
                  <a:pt x="155448" y="286512"/>
                </a:lnTo>
                <a:lnTo>
                  <a:pt x="152400" y="286512"/>
                </a:lnTo>
                <a:lnTo>
                  <a:pt x="147828" y="288036"/>
                </a:lnTo>
                <a:lnTo>
                  <a:pt x="74676" y="288036"/>
                </a:lnTo>
                <a:lnTo>
                  <a:pt x="70104" y="289560"/>
                </a:lnTo>
                <a:lnTo>
                  <a:pt x="62484" y="292608"/>
                </a:lnTo>
                <a:lnTo>
                  <a:pt x="57912" y="295656"/>
                </a:lnTo>
                <a:lnTo>
                  <a:pt x="51816" y="304800"/>
                </a:lnTo>
                <a:lnTo>
                  <a:pt x="50292" y="310896"/>
                </a:lnTo>
                <a:lnTo>
                  <a:pt x="50292" y="316992"/>
                </a:lnTo>
                <a:lnTo>
                  <a:pt x="51752" y="326161"/>
                </a:lnTo>
                <a:lnTo>
                  <a:pt x="56197" y="335470"/>
                </a:lnTo>
                <a:lnTo>
                  <a:pt x="63804" y="345071"/>
                </a:lnTo>
                <a:lnTo>
                  <a:pt x="74676" y="355092"/>
                </a:lnTo>
                <a:lnTo>
                  <a:pt x="50292" y="355092"/>
                </a:lnTo>
                <a:lnTo>
                  <a:pt x="50292" y="359664"/>
                </a:lnTo>
                <a:lnTo>
                  <a:pt x="64008" y="393192"/>
                </a:lnTo>
                <a:lnTo>
                  <a:pt x="67056" y="390144"/>
                </a:lnTo>
                <a:lnTo>
                  <a:pt x="65532" y="387096"/>
                </a:lnTo>
                <a:lnTo>
                  <a:pt x="65532" y="379476"/>
                </a:lnTo>
                <a:lnTo>
                  <a:pt x="67056" y="377952"/>
                </a:lnTo>
                <a:lnTo>
                  <a:pt x="67056" y="376428"/>
                </a:lnTo>
                <a:lnTo>
                  <a:pt x="70104" y="376428"/>
                </a:lnTo>
                <a:lnTo>
                  <a:pt x="73152" y="374904"/>
                </a:lnTo>
                <a:lnTo>
                  <a:pt x="153924" y="374904"/>
                </a:lnTo>
                <a:lnTo>
                  <a:pt x="156972" y="377952"/>
                </a:lnTo>
                <a:lnTo>
                  <a:pt x="160020" y="379476"/>
                </a:lnTo>
                <a:lnTo>
                  <a:pt x="161544" y="382524"/>
                </a:lnTo>
                <a:lnTo>
                  <a:pt x="161544" y="391668"/>
                </a:lnTo>
                <a:lnTo>
                  <a:pt x="164592" y="391668"/>
                </a:lnTo>
                <a:lnTo>
                  <a:pt x="164592" y="338328"/>
                </a:lnTo>
                <a:lnTo>
                  <a:pt x="161544" y="338328"/>
                </a:lnTo>
                <a:lnTo>
                  <a:pt x="161544" y="347472"/>
                </a:lnTo>
                <a:lnTo>
                  <a:pt x="156972" y="352044"/>
                </a:lnTo>
                <a:lnTo>
                  <a:pt x="153924" y="353568"/>
                </a:lnTo>
                <a:lnTo>
                  <a:pt x="152400" y="353568"/>
                </a:lnTo>
                <a:lnTo>
                  <a:pt x="147828" y="355092"/>
                </a:lnTo>
                <a:lnTo>
                  <a:pt x="80772" y="355092"/>
                </a:lnTo>
                <a:lnTo>
                  <a:pt x="73901" y="347332"/>
                </a:lnTo>
                <a:lnTo>
                  <a:pt x="69151" y="339852"/>
                </a:lnTo>
                <a:lnTo>
                  <a:pt x="66421" y="332384"/>
                </a:lnTo>
                <a:lnTo>
                  <a:pt x="65532" y="324612"/>
                </a:lnTo>
                <a:lnTo>
                  <a:pt x="65532" y="318516"/>
                </a:lnTo>
                <a:lnTo>
                  <a:pt x="67056" y="313944"/>
                </a:lnTo>
                <a:lnTo>
                  <a:pt x="71628" y="310896"/>
                </a:lnTo>
                <a:lnTo>
                  <a:pt x="76200" y="309372"/>
                </a:lnTo>
                <a:lnTo>
                  <a:pt x="83820" y="307848"/>
                </a:lnTo>
                <a:lnTo>
                  <a:pt x="155448" y="307848"/>
                </a:lnTo>
                <a:lnTo>
                  <a:pt x="156972" y="309372"/>
                </a:lnTo>
                <a:lnTo>
                  <a:pt x="158496" y="312420"/>
                </a:lnTo>
                <a:lnTo>
                  <a:pt x="160020" y="313944"/>
                </a:lnTo>
                <a:lnTo>
                  <a:pt x="161544" y="316992"/>
                </a:lnTo>
                <a:lnTo>
                  <a:pt x="161544" y="324612"/>
                </a:lnTo>
                <a:lnTo>
                  <a:pt x="164592" y="324612"/>
                </a:lnTo>
                <a:lnTo>
                  <a:pt x="164592" y="271272"/>
                </a:lnTo>
                <a:close/>
              </a:path>
              <a:path extrusionOk="0" h="680084" w="204470">
                <a:moveTo>
                  <a:pt x="167640" y="213360"/>
                </a:moveTo>
                <a:lnTo>
                  <a:pt x="149148" y="178117"/>
                </a:lnTo>
                <a:lnTo>
                  <a:pt x="121920" y="166116"/>
                </a:lnTo>
                <a:lnTo>
                  <a:pt x="120396" y="169164"/>
                </a:lnTo>
                <a:lnTo>
                  <a:pt x="129540" y="173736"/>
                </a:lnTo>
                <a:lnTo>
                  <a:pt x="137160" y="178308"/>
                </a:lnTo>
                <a:lnTo>
                  <a:pt x="140208" y="182880"/>
                </a:lnTo>
                <a:lnTo>
                  <a:pt x="144780" y="188976"/>
                </a:lnTo>
                <a:lnTo>
                  <a:pt x="147828" y="196596"/>
                </a:lnTo>
                <a:lnTo>
                  <a:pt x="147828" y="204216"/>
                </a:lnTo>
                <a:lnTo>
                  <a:pt x="146951" y="211912"/>
                </a:lnTo>
                <a:lnTo>
                  <a:pt x="116205" y="236982"/>
                </a:lnTo>
                <a:lnTo>
                  <a:pt x="97536" y="239268"/>
                </a:lnTo>
                <a:lnTo>
                  <a:pt x="88709" y="238696"/>
                </a:lnTo>
                <a:lnTo>
                  <a:pt x="57912" y="219456"/>
                </a:lnTo>
                <a:lnTo>
                  <a:pt x="57912" y="207264"/>
                </a:lnTo>
                <a:lnTo>
                  <a:pt x="59436" y="202692"/>
                </a:lnTo>
                <a:lnTo>
                  <a:pt x="60960" y="199644"/>
                </a:lnTo>
                <a:lnTo>
                  <a:pt x="64008" y="198120"/>
                </a:lnTo>
                <a:lnTo>
                  <a:pt x="67056" y="195072"/>
                </a:lnTo>
                <a:lnTo>
                  <a:pt x="77724" y="195072"/>
                </a:lnTo>
                <a:lnTo>
                  <a:pt x="80772" y="193548"/>
                </a:lnTo>
                <a:lnTo>
                  <a:pt x="82296" y="192024"/>
                </a:lnTo>
                <a:lnTo>
                  <a:pt x="85344" y="190500"/>
                </a:lnTo>
                <a:lnTo>
                  <a:pt x="86868" y="187452"/>
                </a:lnTo>
                <a:lnTo>
                  <a:pt x="86868" y="178308"/>
                </a:lnTo>
                <a:lnTo>
                  <a:pt x="85344" y="176784"/>
                </a:lnTo>
                <a:lnTo>
                  <a:pt x="83820" y="173736"/>
                </a:lnTo>
                <a:lnTo>
                  <a:pt x="82296" y="172212"/>
                </a:lnTo>
                <a:lnTo>
                  <a:pt x="79248" y="170688"/>
                </a:lnTo>
                <a:lnTo>
                  <a:pt x="70104" y="170688"/>
                </a:lnTo>
                <a:lnTo>
                  <a:pt x="50292" y="207264"/>
                </a:lnTo>
                <a:lnTo>
                  <a:pt x="51422" y="218122"/>
                </a:lnTo>
                <a:lnTo>
                  <a:pt x="75628" y="250723"/>
                </a:lnTo>
                <a:lnTo>
                  <a:pt x="108204" y="259080"/>
                </a:lnTo>
                <a:lnTo>
                  <a:pt x="121335" y="258229"/>
                </a:lnTo>
                <a:lnTo>
                  <a:pt x="158648" y="238226"/>
                </a:lnTo>
                <a:lnTo>
                  <a:pt x="166547" y="222224"/>
                </a:lnTo>
                <a:lnTo>
                  <a:pt x="167640" y="213360"/>
                </a:lnTo>
                <a:close/>
              </a:path>
              <a:path extrusionOk="0" h="680084" w="204470">
                <a:moveTo>
                  <a:pt x="167652" y="446532"/>
                </a:moveTo>
                <a:lnTo>
                  <a:pt x="147662" y="410908"/>
                </a:lnTo>
                <a:lnTo>
                  <a:pt x="123456" y="402336"/>
                </a:lnTo>
                <a:lnTo>
                  <a:pt x="121932" y="405384"/>
                </a:lnTo>
                <a:lnTo>
                  <a:pt x="131076" y="408432"/>
                </a:lnTo>
                <a:lnTo>
                  <a:pt x="138696" y="413004"/>
                </a:lnTo>
                <a:lnTo>
                  <a:pt x="141744" y="417576"/>
                </a:lnTo>
                <a:lnTo>
                  <a:pt x="146316" y="423672"/>
                </a:lnTo>
                <a:lnTo>
                  <a:pt x="147840" y="429768"/>
                </a:lnTo>
                <a:lnTo>
                  <a:pt x="125780" y="469950"/>
                </a:lnTo>
                <a:lnTo>
                  <a:pt x="94500" y="477012"/>
                </a:lnTo>
                <a:lnTo>
                  <a:pt x="94500" y="426720"/>
                </a:lnTo>
                <a:lnTo>
                  <a:pt x="94500" y="402336"/>
                </a:lnTo>
                <a:lnTo>
                  <a:pt x="86868" y="402831"/>
                </a:lnTo>
                <a:lnTo>
                  <a:pt x="86868" y="426720"/>
                </a:lnTo>
                <a:lnTo>
                  <a:pt x="86868" y="477012"/>
                </a:lnTo>
                <a:lnTo>
                  <a:pt x="57912" y="457200"/>
                </a:lnTo>
                <a:lnTo>
                  <a:pt x="57912" y="445008"/>
                </a:lnTo>
                <a:lnTo>
                  <a:pt x="59436" y="441960"/>
                </a:lnTo>
                <a:lnTo>
                  <a:pt x="60960" y="437388"/>
                </a:lnTo>
                <a:lnTo>
                  <a:pt x="67056" y="431292"/>
                </a:lnTo>
                <a:lnTo>
                  <a:pt x="71628" y="428244"/>
                </a:lnTo>
                <a:lnTo>
                  <a:pt x="74676" y="428244"/>
                </a:lnTo>
                <a:lnTo>
                  <a:pt x="79248" y="426720"/>
                </a:lnTo>
                <a:lnTo>
                  <a:pt x="86868" y="426720"/>
                </a:lnTo>
                <a:lnTo>
                  <a:pt x="86868" y="402831"/>
                </a:lnTo>
                <a:lnTo>
                  <a:pt x="53530" y="427291"/>
                </a:lnTo>
                <a:lnTo>
                  <a:pt x="50292" y="443484"/>
                </a:lnTo>
                <a:lnTo>
                  <a:pt x="50419" y="445008"/>
                </a:lnTo>
                <a:lnTo>
                  <a:pt x="50546" y="446532"/>
                </a:lnTo>
                <a:lnTo>
                  <a:pt x="74371" y="486943"/>
                </a:lnTo>
                <a:lnTo>
                  <a:pt x="109740" y="495300"/>
                </a:lnTo>
                <a:lnTo>
                  <a:pt x="122618" y="494423"/>
                </a:lnTo>
                <a:lnTo>
                  <a:pt x="133934" y="491680"/>
                </a:lnTo>
                <a:lnTo>
                  <a:pt x="143814" y="486943"/>
                </a:lnTo>
                <a:lnTo>
                  <a:pt x="152412" y="480060"/>
                </a:lnTo>
                <a:lnTo>
                  <a:pt x="155333" y="477012"/>
                </a:lnTo>
                <a:lnTo>
                  <a:pt x="159283" y="472897"/>
                </a:lnTo>
                <a:lnTo>
                  <a:pt x="164033" y="465010"/>
                </a:lnTo>
                <a:lnTo>
                  <a:pt x="164084" y="464820"/>
                </a:lnTo>
                <a:lnTo>
                  <a:pt x="166763" y="456272"/>
                </a:lnTo>
                <a:lnTo>
                  <a:pt x="167652" y="446532"/>
                </a:lnTo>
                <a:close/>
              </a:path>
              <a:path extrusionOk="0" h="680084" w="204470">
                <a:moveTo>
                  <a:pt x="167652" y="102108"/>
                </a:moveTo>
                <a:lnTo>
                  <a:pt x="147662" y="67132"/>
                </a:lnTo>
                <a:lnTo>
                  <a:pt x="123456" y="57912"/>
                </a:lnTo>
                <a:lnTo>
                  <a:pt x="121932" y="60960"/>
                </a:lnTo>
                <a:lnTo>
                  <a:pt x="131076" y="64008"/>
                </a:lnTo>
                <a:lnTo>
                  <a:pt x="138696" y="68580"/>
                </a:lnTo>
                <a:lnTo>
                  <a:pt x="141744" y="74676"/>
                </a:lnTo>
                <a:lnTo>
                  <a:pt x="146240" y="79184"/>
                </a:lnTo>
                <a:lnTo>
                  <a:pt x="147078" y="82296"/>
                </a:lnTo>
                <a:lnTo>
                  <a:pt x="147840" y="85344"/>
                </a:lnTo>
                <a:lnTo>
                  <a:pt x="147777" y="93522"/>
                </a:lnTo>
                <a:lnTo>
                  <a:pt x="146989" y="100584"/>
                </a:lnTo>
                <a:lnTo>
                  <a:pt x="116598" y="129349"/>
                </a:lnTo>
                <a:lnTo>
                  <a:pt x="94500" y="132588"/>
                </a:lnTo>
                <a:lnTo>
                  <a:pt x="94500" y="82296"/>
                </a:lnTo>
                <a:lnTo>
                  <a:pt x="94500" y="57912"/>
                </a:lnTo>
                <a:lnTo>
                  <a:pt x="86868" y="58572"/>
                </a:lnTo>
                <a:lnTo>
                  <a:pt x="86868" y="82296"/>
                </a:lnTo>
                <a:lnTo>
                  <a:pt x="86868" y="132588"/>
                </a:lnTo>
                <a:lnTo>
                  <a:pt x="77724" y="131064"/>
                </a:lnTo>
                <a:lnTo>
                  <a:pt x="70104" y="128016"/>
                </a:lnTo>
                <a:lnTo>
                  <a:pt x="60960" y="118872"/>
                </a:lnTo>
                <a:lnTo>
                  <a:pt x="57912" y="112776"/>
                </a:lnTo>
                <a:lnTo>
                  <a:pt x="57912" y="102108"/>
                </a:lnTo>
                <a:lnTo>
                  <a:pt x="60960" y="92964"/>
                </a:lnTo>
                <a:lnTo>
                  <a:pt x="67056" y="86868"/>
                </a:lnTo>
                <a:lnTo>
                  <a:pt x="71628" y="85344"/>
                </a:lnTo>
                <a:lnTo>
                  <a:pt x="74676" y="83820"/>
                </a:lnTo>
                <a:lnTo>
                  <a:pt x="79248" y="82296"/>
                </a:lnTo>
                <a:lnTo>
                  <a:pt x="86868" y="82296"/>
                </a:lnTo>
                <a:lnTo>
                  <a:pt x="86868" y="58572"/>
                </a:lnTo>
                <a:lnTo>
                  <a:pt x="53530" y="83629"/>
                </a:lnTo>
                <a:lnTo>
                  <a:pt x="53479" y="83820"/>
                </a:lnTo>
                <a:lnTo>
                  <a:pt x="51130" y="91757"/>
                </a:lnTo>
                <a:lnTo>
                  <a:pt x="51015" y="92964"/>
                </a:lnTo>
                <a:lnTo>
                  <a:pt x="50965" y="93522"/>
                </a:lnTo>
                <a:lnTo>
                  <a:pt x="50292" y="100584"/>
                </a:lnTo>
                <a:lnTo>
                  <a:pt x="65532" y="135636"/>
                </a:lnTo>
                <a:lnTo>
                  <a:pt x="109740" y="150876"/>
                </a:lnTo>
                <a:lnTo>
                  <a:pt x="122974" y="149999"/>
                </a:lnTo>
                <a:lnTo>
                  <a:pt x="122720" y="149999"/>
                </a:lnTo>
                <a:lnTo>
                  <a:pt x="133934" y="147447"/>
                </a:lnTo>
                <a:lnTo>
                  <a:pt x="143814" y="143167"/>
                </a:lnTo>
                <a:lnTo>
                  <a:pt x="152412" y="137160"/>
                </a:lnTo>
                <a:lnTo>
                  <a:pt x="156654" y="132588"/>
                </a:lnTo>
                <a:lnTo>
                  <a:pt x="159283" y="129755"/>
                </a:lnTo>
                <a:lnTo>
                  <a:pt x="164033" y="121348"/>
                </a:lnTo>
                <a:lnTo>
                  <a:pt x="166763" y="112090"/>
                </a:lnTo>
                <a:lnTo>
                  <a:pt x="167652" y="102108"/>
                </a:lnTo>
                <a:close/>
              </a:path>
              <a:path extrusionOk="0" h="680084" w="204470">
                <a:moveTo>
                  <a:pt x="204228" y="36576"/>
                </a:moveTo>
                <a:lnTo>
                  <a:pt x="187464" y="9144"/>
                </a:lnTo>
                <a:lnTo>
                  <a:pt x="181368" y="3048"/>
                </a:lnTo>
                <a:lnTo>
                  <a:pt x="173748" y="0"/>
                </a:lnTo>
                <a:lnTo>
                  <a:pt x="156984" y="0"/>
                </a:lnTo>
                <a:lnTo>
                  <a:pt x="150888" y="1524"/>
                </a:lnTo>
                <a:lnTo>
                  <a:pt x="141744" y="10668"/>
                </a:lnTo>
                <a:lnTo>
                  <a:pt x="140220" y="15240"/>
                </a:lnTo>
                <a:lnTo>
                  <a:pt x="140220" y="24384"/>
                </a:lnTo>
                <a:lnTo>
                  <a:pt x="141744" y="28956"/>
                </a:lnTo>
                <a:lnTo>
                  <a:pt x="147840" y="35052"/>
                </a:lnTo>
                <a:lnTo>
                  <a:pt x="150888" y="36576"/>
                </a:lnTo>
                <a:lnTo>
                  <a:pt x="158508" y="36576"/>
                </a:lnTo>
                <a:lnTo>
                  <a:pt x="164604" y="33528"/>
                </a:lnTo>
                <a:lnTo>
                  <a:pt x="167652" y="27432"/>
                </a:lnTo>
                <a:lnTo>
                  <a:pt x="167652" y="19812"/>
                </a:lnTo>
                <a:lnTo>
                  <a:pt x="166128" y="18288"/>
                </a:lnTo>
                <a:lnTo>
                  <a:pt x="164604" y="15240"/>
                </a:lnTo>
                <a:lnTo>
                  <a:pt x="164604" y="12192"/>
                </a:lnTo>
                <a:lnTo>
                  <a:pt x="166128" y="10668"/>
                </a:lnTo>
                <a:lnTo>
                  <a:pt x="175272" y="10668"/>
                </a:lnTo>
                <a:lnTo>
                  <a:pt x="181368" y="12192"/>
                </a:lnTo>
                <a:lnTo>
                  <a:pt x="185940" y="16764"/>
                </a:lnTo>
                <a:lnTo>
                  <a:pt x="192036" y="21336"/>
                </a:lnTo>
                <a:lnTo>
                  <a:pt x="196608" y="27432"/>
                </a:lnTo>
                <a:lnTo>
                  <a:pt x="196723" y="27800"/>
                </a:lnTo>
                <a:lnTo>
                  <a:pt x="199656" y="36576"/>
                </a:lnTo>
                <a:lnTo>
                  <a:pt x="204228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07" name="Google Shape;3207;p54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5327904" y="8022335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8" name="Google Shape;3208;p54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5269991" y="7496556"/>
            <a:ext cx="175260" cy="46634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9" name="Google Shape;3209;p54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5269991" y="6586728"/>
            <a:ext cx="175260" cy="83972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10" name="Google Shape;3210;p54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5269991" y="5693664"/>
            <a:ext cx="175260" cy="813815"/>
          </a:xfrm>
          <a:prstGeom prst="rect">
            <a:avLst/>
          </a:prstGeom>
          <a:noFill/>
          <a:ln>
            <a:noFill/>
          </a:ln>
        </p:spPr>
      </p:pic>
      <p:pic>
        <p:nvPicPr>
          <p:cNvPr id="3211" name="Google Shape;3211;p54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5269991" y="4101083"/>
            <a:ext cx="225552" cy="1525523"/>
          </a:xfrm>
          <a:prstGeom prst="rect">
            <a:avLst/>
          </a:prstGeom>
          <a:noFill/>
          <a:ln>
            <a:noFill/>
          </a:ln>
        </p:spPr>
      </p:pic>
      <p:sp>
        <p:nvSpPr>
          <p:cNvPr id="3212" name="Google Shape;3212;p54"/>
          <p:cNvSpPr/>
          <p:nvPr/>
        </p:nvSpPr>
        <p:spPr>
          <a:xfrm>
            <a:off x="5733288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3" name="Google Shape;3213;p54"/>
          <p:cNvGrpSpPr/>
          <p:nvPr/>
        </p:nvGrpSpPr>
        <p:grpSpPr>
          <a:xfrm>
            <a:off x="5625083" y="8122919"/>
            <a:ext cx="225552" cy="722376"/>
            <a:chOff x="5625083" y="8122919"/>
            <a:chExt cx="225552" cy="722376"/>
          </a:xfrm>
        </p:grpSpPr>
        <p:pic>
          <p:nvPicPr>
            <p:cNvPr id="3214" name="Google Shape;3214;p54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5632703" y="8462771"/>
              <a:ext cx="217932" cy="3825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15" name="Google Shape;3215;p54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5625083" y="8122919"/>
              <a:ext cx="175260" cy="31851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216" name="Google Shape;3216;p54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5625083" y="7211568"/>
            <a:ext cx="175260" cy="844295"/>
          </a:xfrm>
          <a:prstGeom prst="rect">
            <a:avLst/>
          </a:prstGeom>
          <a:noFill/>
          <a:ln>
            <a:noFill/>
          </a:ln>
        </p:spPr>
      </p:pic>
      <p:sp>
        <p:nvSpPr>
          <p:cNvPr id="3217" name="Google Shape;3217;p54"/>
          <p:cNvSpPr/>
          <p:nvPr/>
        </p:nvSpPr>
        <p:spPr>
          <a:xfrm>
            <a:off x="5625071" y="6588252"/>
            <a:ext cx="175895" cy="559435"/>
          </a:xfrm>
          <a:custGeom>
            <a:rect b="b" l="l" r="r" t="t"/>
            <a:pathLst>
              <a:path extrusionOk="0" h="559434" w="175895">
                <a:moveTo>
                  <a:pt x="172212" y="505968"/>
                </a:moveTo>
                <a:lnTo>
                  <a:pt x="169164" y="505968"/>
                </a:lnTo>
                <a:lnTo>
                  <a:pt x="169164" y="515112"/>
                </a:lnTo>
                <a:lnTo>
                  <a:pt x="163068" y="521208"/>
                </a:lnTo>
                <a:lnTo>
                  <a:pt x="160020" y="521208"/>
                </a:lnTo>
                <a:lnTo>
                  <a:pt x="155448" y="522732"/>
                </a:lnTo>
                <a:lnTo>
                  <a:pt x="0" y="522732"/>
                </a:lnTo>
                <a:lnTo>
                  <a:pt x="0" y="527304"/>
                </a:lnTo>
                <a:lnTo>
                  <a:pt x="13716" y="559308"/>
                </a:lnTo>
                <a:lnTo>
                  <a:pt x="16764" y="556260"/>
                </a:lnTo>
                <a:lnTo>
                  <a:pt x="16764" y="553212"/>
                </a:lnTo>
                <a:lnTo>
                  <a:pt x="15240" y="551688"/>
                </a:lnTo>
                <a:lnTo>
                  <a:pt x="15240" y="545592"/>
                </a:lnTo>
                <a:lnTo>
                  <a:pt x="16764" y="545592"/>
                </a:lnTo>
                <a:lnTo>
                  <a:pt x="19812" y="542544"/>
                </a:lnTo>
                <a:lnTo>
                  <a:pt x="160020" y="542544"/>
                </a:lnTo>
                <a:lnTo>
                  <a:pt x="163068" y="544068"/>
                </a:lnTo>
                <a:lnTo>
                  <a:pt x="164592" y="544068"/>
                </a:lnTo>
                <a:lnTo>
                  <a:pt x="167640" y="545592"/>
                </a:lnTo>
                <a:lnTo>
                  <a:pt x="167640" y="548640"/>
                </a:lnTo>
                <a:lnTo>
                  <a:pt x="169164" y="550164"/>
                </a:lnTo>
                <a:lnTo>
                  <a:pt x="169164" y="559308"/>
                </a:lnTo>
                <a:lnTo>
                  <a:pt x="172212" y="559308"/>
                </a:lnTo>
                <a:lnTo>
                  <a:pt x="172212" y="505968"/>
                </a:lnTo>
                <a:close/>
              </a:path>
              <a:path extrusionOk="0" h="559434" w="175895">
                <a:moveTo>
                  <a:pt x="172212" y="91440"/>
                </a:moveTo>
                <a:lnTo>
                  <a:pt x="169164" y="91440"/>
                </a:lnTo>
                <a:lnTo>
                  <a:pt x="169164" y="100584"/>
                </a:lnTo>
                <a:lnTo>
                  <a:pt x="167640" y="103632"/>
                </a:lnTo>
                <a:lnTo>
                  <a:pt x="164592" y="106680"/>
                </a:lnTo>
                <a:lnTo>
                  <a:pt x="163068" y="106680"/>
                </a:lnTo>
                <a:lnTo>
                  <a:pt x="160020" y="108204"/>
                </a:lnTo>
                <a:lnTo>
                  <a:pt x="0" y="108204"/>
                </a:lnTo>
                <a:lnTo>
                  <a:pt x="0" y="114300"/>
                </a:lnTo>
                <a:lnTo>
                  <a:pt x="13716" y="144780"/>
                </a:lnTo>
                <a:lnTo>
                  <a:pt x="16764" y="143256"/>
                </a:lnTo>
                <a:lnTo>
                  <a:pt x="16764" y="140208"/>
                </a:lnTo>
                <a:lnTo>
                  <a:pt x="15240" y="138684"/>
                </a:lnTo>
                <a:lnTo>
                  <a:pt x="15240" y="132588"/>
                </a:lnTo>
                <a:lnTo>
                  <a:pt x="16764" y="131064"/>
                </a:lnTo>
                <a:lnTo>
                  <a:pt x="18288" y="131064"/>
                </a:lnTo>
                <a:lnTo>
                  <a:pt x="19812" y="129540"/>
                </a:lnTo>
                <a:lnTo>
                  <a:pt x="22860" y="129540"/>
                </a:lnTo>
                <a:lnTo>
                  <a:pt x="25908" y="128016"/>
                </a:lnTo>
                <a:lnTo>
                  <a:pt x="155448" y="128016"/>
                </a:lnTo>
                <a:lnTo>
                  <a:pt x="160020" y="129540"/>
                </a:lnTo>
                <a:lnTo>
                  <a:pt x="163068" y="129540"/>
                </a:lnTo>
                <a:lnTo>
                  <a:pt x="164592" y="131064"/>
                </a:lnTo>
                <a:lnTo>
                  <a:pt x="167640" y="132588"/>
                </a:lnTo>
                <a:lnTo>
                  <a:pt x="167640" y="134112"/>
                </a:lnTo>
                <a:lnTo>
                  <a:pt x="169164" y="137160"/>
                </a:lnTo>
                <a:lnTo>
                  <a:pt x="169164" y="144780"/>
                </a:lnTo>
                <a:lnTo>
                  <a:pt x="172212" y="144780"/>
                </a:lnTo>
                <a:lnTo>
                  <a:pt x="172212" y="91440"/>
                </a:lnTo>
                <a:close/>
              </a:path>
              <a:path extrusionOk="0" h="559434" w="175895">
                <a:moveTo>
                  <a:pt x="175272" y="441960"/>
                </a:moveTo>
                <a:lnTo>
                  <a:pt x="175158" y="440436"/>
                </a:lnTo>
                <a:lnTo>
                  <a:pt x="175056" y="438912"/>
                </a:lnTo>
                <a:lnTo>
                  <a:pt x="174650" y="433133"/>
                </a:lnTo>
                <a:lnTo>
                  <a:pt x="148412" y="401002"/>
                </a:lnTo>
                <a:lnTo>
                  <a:pt x="132600" y="396240"/>
                </a:lnTo>
                <a:lnTo>
                  <a:pt x="129552" y="399288"/>
                </a:lnTo>
                <a:lnTo>
                  <a:pt x="140220" y="402336"/>
                </a:lnTo>
                <a:lnTo>
                  <a:pt x="146316" y="406908"/>
                </a:lnTo>
                <a:lnTo>
                  <a:pt x="150888" y="413004"/>
                </a:lnTo>
                <a:lnTo>
                  <a:pt x="153936" y="417576"/>
                </a:lnTo>
                <a:lnTo>
                  <a:pt x="153974" y="417753"/>
                </a:lnTo>
                <a:lnTo>
                  <a:pt x="155460" y="423672"/>
                </a:lnTo>
                <a:lnTo>
                  <a:pt x="155460" y="431292"/>
                </a:lnTo>
                <a:lnTo>
                  <a:pt x="154609" y="438912"/>
                </a:lnTo>
                <a:lnTo>
                  <a:pt x="124790" y="468249"/>
                </a:lnTo>
                <a:lnTo>
                  <a:pt x="102120" y="470916"/>
                </a:lnTo>
                <a:lnTo>
                  <a:pt x="102120" y="420624"/>
                </a:lnTo>
                <a:lnTo>
                  <a:pt x="102120" y="396240"/>
                </a:lnTo>
                <a:lnTo>
                  <a:pt x="94500" y="396963"/>
                </a:lnTo>
                <a:lnTo>
                  <a:pt x="94500" y="420624"/>
                </a:lnTo>
                <a:lnTo>
                  <a:pt x="94500" y="470916"/>
                </a:lnTo>
                <a:lnTo>
                  <a:pt x="85356" y="470916"/>
                </a:lnTo>
                <a:lnTo>
                  <a:pt x="79260" y="467868"/>
                </a:lnTo>
                <a:lnTo>
                  <a:pt x="68592" y="457200"/>
                </a:lnTo>
                <a:lnTo>
                  <a:pt x="66344" y="452729"/>
                </a:lnTo>
                <a:lnTo>
                  <a:pt x="65544" y="451065"/>
                </a:lnTo>
                <a:lnTo>
                  <a:pt x="65544" y="440436"/>
                </a:lnTo>
                <a:lnTo>
                  <a:pt x="67068" y="435864"/>
                </a:lnTo>
                <a:lnTo>
                  <a:pt x="70116" y="432816"/>
                </a:lnTo>
                <a:lnTo>
                  <a:pt x="73164" y="428244"/>
                </a:lnTo>
                <a:lnTo>
                  <a:pt x="76212" y="425196"/>
                </a:lnTo>
                <a:lnTo>
                  <a:pt x="80784" y="423672"/>
                </a:lnTo>
                <a:lnTo>
                  <a:pt x="83832" y="422148"/>
                </a:lnTo>
                <a:lnTo>
                  <a:pt x="88404" y="420624"/>
                </a:lnTo>
                <a:lnTo>
                  <a:pt x="94500" y="420624"/>
                </a:lnTo>
                <a:lnTo>
                  <a:pt x="94500" y="396963"/>
                </a:lnTo>
                <a:lnTo>
                  <a:pt x="61163" y="421957"/>
                </a:lnTo>
                <a:lnTo>
                  <a:pt x="57924" y="438912"/>
                </a:lnTo>
                <a:lnTo>
                  <a:pt x="59042" y="448919"/>
                </a:lnTo>
                <a:lnTo>
                  <a:pt x="83299" y="481495"/>
                </a:lnTo>
                <a:lnTo>
                  <a:pt x="118884" y="489204"/>
                </a:lnTo>
                <a:lnTo>
                  <a:pt x="130886" y="488353"/>
                </a:lnTo>
                <a:lnTo>
                  <a:pt x="141744" y="485775"/>
                </a:lnTo>
                <a:lnTo>
                  <a:pt x="151460" y="481495"/>
                </a:lnTo>
                <a:lnTo>
                  <a:pt x="160032" y="475488"/>
                </a:lnTo>
                <a:lnTo>
                  <a:pt x="164287" y="470916"/>
                </a:lnTo>
                <a:lnTo>
                  <a:pt x="166903" y="468109"/>
                </a:lnTo>
                <a:lnTo>
                  <a:pt x="171653" y="459867"/>
                </a:lnTo>
                <a:lnTo>
                  <a:pt x="174383" y="451065"/>
                </a:lnTo>
                <a:lnTo>
                  <a:pt x="175272" y="441960"/>
                </a:lnTo>
                <a:close/>
              </a:path>
              <a:path extrusionOk="0" h="559434" w="175895">
                <a:moveTo>
                  <a:pt x="175272" y="324612"/>
                </a:moveTo>
                <a:lnTo>
                  <a:pt x="80784" y="286512"/>
                </a:lnTo>
                <a:lnTo>
                  <a:pt x="74688" y="283464"/>
                </a:lnTo>
                <a:lnTo>
                  <a:pt x="70116" y="281940"/>
                </a:lnTo>
                <a:lnTo>
                  <a:pt x="65544" y="277368"/>
                </a:lnTo>
                <a:lnTo>
                  <a:pt x="65544" y="274320"/>
                </a:lnTo>
                <a:lnTo>
                  <a:pt x="64020" y="269748"/>
                </a:lnTo>
                <a:lnTo>
                  <a:pt x="60972" y="269748"/>
                </a:lnTo>
                <a:lnTo>
                  <a:pt x="60972" y="304800"/>
                </a:lnTo>
                <a:lnTo>
                  <a:pt x="64020" y="304800"/>
                </a:lnTo>
                <a:lnTo>
                  <a:pt x="64020" y="300228"/>
                </a:lnTo>
                <a:lnTo>
                  <a:pt x="65544" y="298704"/>
                </a:lnTo>
                <a:lnTo>
                  <a:pt x="65544" y="295656"/>
                </a:lnTo>
                <a:lnTo>
                  <a:pt x="67068" y="294132"/>
                </a:lnTo>
                <a:lnTo>
                  <a:pt x="67068" y="292608"/>
                </a:lnTo>
                <a:lnTo>
                  <a:pt x="76212" y="292608"/>
                </a:lnTo>
                <a:lnTo>
                  <a:pt x="80784" y="295656"/>
                </a:lnTo>
                <a:lnTo>
                  <a:pt x="143268" y="320040"/>
                </a:lnTo>
                <a:lnTo>
                  <a:pt x="82308" y="345948"/>
                </a:lnTo>
                <a:lnTo>
                  <a:pt x="79260" y="347472"/>
                </a:lnTo>
                <a:lnTo>
                  <a:pt x="68592" y="347472"/>
                </a:lnTo>
                <a:lnTo>
                  <a:pt x="65544" y="344424"/>
                </a:lnTo>
                <a:lnTo>
                  <a:pt x="64020" y="341376"/>
                </a:lnTo>
                <a:lnTo>
                  <a:pt x="64020" y="335280"/>
                </a:lnTo>
                <a:lnTo>
                  <a:pt x="60972" y="335280"/>
                </a:lnTo>
                <a:lnTo>
                  <a:pt x="60972" y="387096"/>
                </a:lnTo>
                <a:lnTo>
                  <a:pt x="64020" y="387096"/>
                </a:lnTo>
                <a:lnTo>
                  <a:pt x="65544" y="382524"/>
                </a:lnTo>
                <a:lnTo>
                  <a:pt x="65544" y="381000"/>
                </a:lnTo>
                <a:lnTo>
                  <a:pt x="67068" y="379476"/>
                </a:lnTo>
                <a:lnTo>
                  <a:pt x="68592" y="376428"/>
                </a:lnTo>
                <a:lnTo>
                  <a:pt x="71640" y="373380"/>
                </a:lnTo>
                <a:lnTo>
                  <a:pt x="77736" y="370332"/>
                </a:lnTo>
                <a:lnTo>
                  <a:pt x="82308" y="367284"/>
                </a:lnTo>
                <a:lnTo>
                  <a:pt x="175272" y="329184"/>
                </a:lnTo>
                <a:lnTo>
                  <a:pt x="175272" y="324612"/>
                </a:lnTo>
                <a:close/>
              </a:path>
              <a:path extrusionOk="0" h="559434" w="175895">
                <a:moveTo>
                  <a:pt x="175272" y="205740"/>
                </a:moveTo>
                <a:lnTo>
                  <a:pt x="175158" y="204216"/>
                </a:lnTo>
                <a:lnTo>
                  <a:pt x="175044" y="202692"/>
                </a:lnTo>
                <a:lnTo>
                  <a:pt x="174942" y="201168"/>
                </a:lnTo>
                <a:lnTo>
                  <a:pt x="148412" y="166116"/>
                </a:lnTo>
                <a:lnTo>
                  <a:pt x="132600" y="161544"/>
                </a:lnTo>
                <a:lnTo>
                  <a:pt x="129552" y="164592"/>
                </a:lnTo>
                <a:lnTo>
                  <a:pt x="140220" y="167640"/>
                </a:lnTo>
                <a:lnTo>
                  <a:pt x="146316" y="172212"/>
                </a:lnTo>
                <a:lnTo>
                  <a:pt x="150888" y="176784"/>
                </a:lnTo>
                <a:lnTo>
                  <a:pt x="153936" y="182880"/>
                </a:lnTo>
                <a:lnTo>
                  <a:pt x="155460" y="188976"/>
                </a:lnTo>
                <a:lnTo>
                  <a:pt x="155397" y="197129"/>
                </a:lnTo>
                <a:lnTo>
                  <a:pt x="134048" y="229158"/>
                </a:lnTo>
                <a:lnTo>
                  <a:pt x="102120" y="236220"/>
                </a:lnTo>
                <a:lnTo>
                  <a:pt x="102120" y="185928"/>
                </a:lnTo>
                <a:lnTo>
                  <a:pt x="102120" y="161544"/>
                </a:lnTo>
                <a:lnTo>
                  <a:pt x="94500" y="162090"/>
                </a:lnTo>
                <a:lnTo>
                  <a:pt x="94500" y="185928"/>
                </a:lnTo>
                <a:lnTo>
                  <a:pt x="94500" y="236220"/>
                </a:lnTo>
                <a:lnTo>
                  <a:pt x="65544" y="216408"/>
                </a:lnTo>
                <a:lnTo>
                  <a:pt x="65544" y="204216"/>
                </a:lnTo>
                <a:lnTo>
                  <a:pt x="67068" y="201168"/>
                </a:lnTo>
                <a:lnTo>
                  <a:pt x="70116" y="196596"/>
                </a:lnTo>
                <a:lnTo>
                  <a:pt x="76212" y="190500"/>
                </a:lnTo>
                <a:lnTo>
                  <a:pt x="80784" y="187452"/>
                </a:lnTo>
                <a:lnTo>
                  <a:pt x="83832" y="187452"/>
                </a:lnTo>
                <a:lnTo>
                  <a:pt x="88404" y="185928"/>
                </a:lnTo>
                <a:lnTo>
                  <a:pt x="94500" y="185928"/>
                </a:lnTo>
                <a:lnTo>
                  <a:pt x="94500" y="162090"/>
                </a:lnTo>
                <a:lnTo>
                  <a:pt x="93256" y="162166"/>
                </a:lnTo>
                <a:lnTo>
                  <a:pt x="61163" y="186499"/>
                </a:lnTo>
                <a:lnTo>
                  <a:pt x="57924" y="202692"/>
                </a:lnTo>
                <a:lnTo>
                  <a:pt x="59042" y="213550"/>
                </a:lnTo>
                <a:lnTo>
                  <a:pt x="83299" y="246151"/>
                </a:lnTo>
                <a:lnTo>
                  <a:pt x="118884" y="254508"/>
                </a:lnTo>
                <a:lnTo>
                  <a:pt x="131216" y="253631"/>
                </a:lnTo>
                <a:lnTo>
                  <a:pt x="130975" y="253631"/>
                </a:lnTo>
                <a:lnTo>
                  <a:pt x="141744" y="251079"/>
                </a:lnTo>
                <a:lnTo>
                  <a:pt x="151460" y="246799"/>
                </a:lnTo>
                <a:lnTo>
                  <a:pt x="160032" y="240792"/>
                </a:lnTo>
                <a:lnTo>
                  <a:pt x="163931" y="236220"/>
                </a:lnTo>
                <a:lnTo>
                  <a:pt x="166903" y="232752"/>
                </a:lnTo>
                <a:lnTo>
                  <a:pt x="171653" y="224409"/>
                </a:lnTo>
                <a:lnTo>
                  <a:pt x="171767" y="224028"/>
                </a:lnTo>
                <a:lnTo>
                  <a:pt x="174383" y="215506"/>
                </a:lnTo>
                <a:lnTo>
                  <a:pt x="175272" y="205740"/>
                </a:lnTo>
                <a:close/>
              </a:path>
              <a:path extrusionOk="0" h="559434" w="175895">
                <a:moveTo>
                  <a:pt x="175272" y="38100"/>
                </a:moveTo>
                <a:lnTo>
                  <a:pt x="155651" y="3238"/>
                </a:lnTo>
                <a:lnTo>
                  <a:pt x="141744" y="0"/>
                </a:lnTo>
                <a:lnTo>
                  <a:pt x="132905" y="1676"/>
                </a:lnTo>
                <a:lnTo>
                  <a:pt x="102120" y="42672"/>
                </a:lnTo>
                <a:lnTo>
                  <a:pt x="99072" y="50292"/>
                </a:lnTo>
                <a:lnTo>
                  <a:pt x="94500" y="54864"/>
                </a:lnTo>
                <a:lnTo>
                  <a:pt x="91452" y="56388"/>
                </a:lnTo>
                <a:lnTo>
                  <a:pt x="88404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67068" y="51816"/>
                </a:lnTo>
                <a:lnTo>
                  <a:pt x="65544" y="47244"/>
                </a:lnTo>
                <a:lnTo>
                  <a:pt x="65544" y="35052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60972" y="13716"/>
                </a:lnTo>
                <a:lnTo>
                  <a:pt x="60972" y="15240"/>
                </a:lnTo>
                <a:lnTo>
                  <a:pt x="62496" y="15240"/>
                </a:lnTo>
                <a:lnTo>
                  <a:pt x="62496" y="22860"/>
                </a:lnTo>
                <a:lnTo>
                  <a:pt x="60972" y="25908"/>
                </a:lnTo>
                <a:lnTo>
                  <a:pt x="57924" y="38100"/>
                </a:lnTo>
                <a:lnTo>
                  <a:pt x="57924" y="51816"/>
                </a:lnTo>
                <a:lnTo>
                  <a:pt x="60972" y="59436"/>
                </a:lnTo>
                <a:lnTo>
                  <a:pt x="73164" y="71628"/>
                </a:lnTo>
                <a:lnTo>
                  <a:pt x="80784" y="74676"/>
                </a:lnTo>
                <a:lnTo>
                  <a:pt x="96024" y="74676"/>
                </a:lnTo>
                <a:lnTo>
                  <a:pt x="126238" y="38963"/>
                </a:lnTo>
                <a:lnTo>
                  <a:pt x="130124" y="32385"/>
                </a:lnTo>
                <a:lnTo>
                  <a:pt x="133718" y="27533"/>
                </a:lnTo>
                <a:lnTo>
                  <a:pt x="137172" y="24384"/>
                </a:lnTo>
                <a:lnTo>
                  <a:pt x="140220" y="21336"/>
                </a:lnTo>
                <a:lnTo>
                  <a:pt x="144792" y="18288"/>
                </a:lnTo>
                <a:lnTo>
                  <a:pt x="155460" y="18288"/>
                </a:lnTo>
                <a:lnTo>
                  <a:pt x="160032" y="21336"/>
                </a:lnTo>
                <a:lnTo>
                  <a:pt x="166128" y="27432"/>
                </a:lnTo>
                <a:lnTo>
                  <a:pt x="167652" y="32004"/>
                </a:lnTo>
                <a:lnTo>
                  <a:pt x="167652" y="45720"/>
                </a:lnTo>
                <a:lnTo>
                  <a:pt x="166128" y="53340"/>
                </a:lnTo>
                <a:lnTo>
                  <a:pt x="160032" y="59436"/>
                </a:lnTo>
                <a:lnTo>
                  <a:pt x="156032" y="63703"/>
                </a:lnTo>
                <a:lnTo>
                  <a:pt x="150888" y="67246"/>
                </a:lnTo>
                <a:lnTo>
                  <a:pt x="144602" y="69938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1628"/>
                </a:lnTo>
                <a:lnTo>
                  <a:pt x="170700" y="70104"/>
                </a:lnTo>
                <a:lnTo>
                  <a:pt x="170700" y="65532"/>
                </a:lnTo>
                <a:lnTo>
                  <a:pt x="172224" y="64008"/>
                </a:lnTo>
                <a:lnTo>
                  <a:pt x="172224" y="60960"/>
                </a:lnTo>
                <a:lnTo>
                  <a:pt x="175272" y="51816"/>
                </a:lnTo>
                <a:lnTo>
                  <a:pt x="175272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18" name="Google Shape;3218;p54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5625083" y="5167883"/>
            <a:ext cx="175260" cy="13426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19" name="Google Shape;3219;p54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220" name="Google Shape;3220;p54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21" name="Google Shape;3221;p54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222" name="Google Shape;3222;p54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223" name="Google Shape;3223;p54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224" name="Google Shape;3224;p54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6655307" y="1757172"/>
            <a:ext cx="117348" cy="1615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28" name="Shape 3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9" name="Google Shape;3229;p5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46276" y="6512052"/>
            <a:ext cx="333755" cy="16200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30" name="Google Shape;3230;p55"/>
          <p:cNvGrpSpPr/>
          <p:nvPr/>
        </p:nvGrpSpPr>
        <p:grpSpPr>
          <a:xfrm>
            <a:off x="1431035" y="5989320"/>
            <a:ext cx="342900" cy="366141"/>
            <a:chOff x="1431035" y="5989320"/>
            <a:chExt cx="342900" cy="366141"/>
          </a:xfrm>
        </p:grpSpPr>
        <p:sp>
          <p:nvSpPr>
            <p:cNvPr id="3231" name="Google Shape;3231;p55"/>
            <p:cNvSpPr/>
            <p:nvPr/>
          </p:nvSpPr>
          <p:spPr>
            <a:xfrm>
              <a:off x="1431035" y="6246876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39624"/>
                  </a:lnTo>
                  <a:lnTo>
                    <a:pt x="12192" y="30480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8100" y="30480"/>
                  </a:lnTo>
                  <a:lnTo>
                    <a:pt x="47244" y="39624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38100" y="74676"/>
                  </a:lnTo>
                  <a:lnTo>
                    <a:pt x="32004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2672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918" y="33266"/>
                  </a:lnTo>
                  <a:lnTo>
                    <a:pt x="332232" y="21336"/>
                  </a:lnTo>
                  <a:lnTo>
                    <a:pt x="335280" y="16764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75"/>
                  </a:lnTo>
                  <a:lnTo>
                    <a:pt x="192190" y="73175"/>
                  </a:lnTo>
                  <a:lnTo>
                    <a:pt x="178879" y="73342"/>
                  </a:lnTo>
                  <a:lnTo>
                    <a:pt x="147828" y="85344"/>
                  </a:lnTo>
                  <a:lnTo>
                    <a:pt x="147828" y="92964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8392"/>
                  </a:lnTo>
                  <a:lnTo>
                    <a:pt x="332232" y="85344"/>
                  </a:lnTo>
                  <a:lnTo>
                    <a:pt x="330707" y="80772"/>
                  </a:lnTo>
                  <a:lnTo>
                    <a:pt x="327659" y="77724"/>
                  </a:lnTo>
                  <a:lnTo>
                    <a:pt x="321564" y="76200"/>
                  </a:lnTo>
                  <a:lnTo>
                    <a:pt x="317253" y="74437"/>
                  </a:lnTo>
                  <a:lnTo>
                    <a:pt x="311086" y="73533"/>
                  </a:lnTo>
                  <a:lnTo>
                    <a:pt x="302335" y="73175"/>
                  </a:lnTo>
                  <a:lnTo>
                    <a:pt x="342900" y="73175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32" name="Google Shape;3232;p5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5989320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233" name="Google Shape;3233;p55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431035" y="3883151"/>
            <a:ext cx="348996" cy="19751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34" name="Google Shape;3234;p55"/>
          <p:cNvGrpSpPr/>
          <p:nvPr/>
        </p:nvGrpSpPr>
        <p:grpSpPr>
          <a:xfrm>
            <a:off x="1438655" y="2549651"/>
            <a:ext cx="342900" cy="1192277"/>
            <a:chOff x="1438655" y="2549651"/>
            <a:chExt cx="342900" cy="1192277"/>
          </a:xfrm>
        </p:grpSpPr>
        <p:sp>
          <p:nvSpPr>
            <p:cNvPr id="3235" name="Google Shape;3235;p55"/>
            <p:cNvSpPr/>
            <p:nvPr/>
          </p:nvSpPr>
          <p:spPr>
            <a:xfrm>
              <a:off x="1438655" y="3447288"/>
              <a:ext cx="342900" cy="294640"/>
            </a:xfrm>
            <a:custGeom>
              <a:rect b="b" l="l" r="r" t="t"/>
              <a:pathLst>
                <a:path extrusionOk="0" h="294639" w="342900">
                  <a:moveTo>
                    <a:pt x="176783" y="294131"/>
                  </a:moveTo>
                  <a:lnTo>
                    <a:pt x="130111" y="288607"/>
                  </a:lnTo>
                  <a:lnTo>
                    <a:pt x="86868" y="272795"/>
                  </a:lnTo>
                  <a:lnTo>
                    <a:pt x="50292" y="246316"/>
                  </a:lnTo>
                  <a:lnTo>
                    <a:pt x="22859" y="211835"/>
                  </a:lnTo>
                  <a:lnTo>
                    <a:pt x="5715" y="172212"/>
                  </a:lnTo>
                  <a:lnTo>
                    <a:pt x="0" y="128015"/>
                  </a:lnTo>
                  <a:lnTo>
                    <a:pt x="1142" y="110870"/>
                  </a:lnTo>
                  <a:lnTo>
                    <a:pt x="4571" y="93725"/>
                  </a:lnTo>
                  <a:lnTo>
                    <a:pt x="10286" y="76580"/>
                  </a:lnTo>
                  <a:lnTo>
                    <a:pt x="18288" y="59435"/>
                  </a:lnTo>
                  <a:lnTo>
                    <a:pt x="21336" y="51815"/>
                  </a:lnTo>
                  <a:lnTo>
                    <a:pt x="22859" y="47243"/>
                  </a:lnTo>
                  <a:lnTo>
                    <a:pt x="22859" y="41147"/>
                  </a:lnTo>
                  <a:lnTo>
                    <a:pt x="21336" y="36575"/>
                  </a:lnTo>
                  <a:lnTo>
                    <a:pt x="18288" y="33527"/>
                  </a:lnTo>
                  <a:lnTo>
                    <a:pt x="15240" y="28955"/>
                  </a:lnTo>
                  <a:lnTo>
                    <a:pt x="9144" y="25907"/>
                  </a:lnTo>
                  <a:lnTo>
                    <a:pt x="0" y="24383"/>
                  </a:lnTo>
                  <a:lnTo>
                    <a:pt x="0" y="16763"/>
                  </a:lnTo>
                  <a:lnTo>
                    <a:pt x="112775" y="9143"/>
                  </a:lnTo>
                  <a:lnTo>
                    <a:pt x="112775" y="16763"/>
                  </a:lnTo>
                  <a:lnTo>
                    <a:pt x="89344" y="25360"/>
                  </a:lnTo>
                  <a:lnTo>
                    <a:pt x="69342" y="35242"/>
                  </a:lnTo>
                  <a:lnTo>
                    <a:pt x="39624" y="59435"/>
                  </a:lnTo>
                  <a:lnTo>
                    <a:pt x="18192" y="106370"/>
                  </a:lnTo>
                  <a:lnTo>
                    <a:pt x="16764" y="124967"/>
                  </a:lnTo>
                  <a:lnTo>
                    <a:pt x="17883" y="140660"/>
                  </a:lnTo>
                  <a:lnTo>
                    <a:pt x="33528" y="182879"/>
                  </a:lnTo>
                  <a:lnTo>
                    <a:pt x="69961" y="216312"/>
                  </a:lnTo>
                  <a:lnTo>
                    <a:pt x="106275" y="230909"/>
                  </a:lnTo>
                  <a:lnTo>
                    <a:pt x="151376" y="238386"/>
                  </a:lnTo>
                  <a:lnTo>
                    <a:pt x="176783" y="239267"/>
                  </a:lnTo>
                  <a:lnTo>
                    <a:pt x="198786" y="238410"/>
                  </a:lnTo>
                  <a:lnTo>
                    <a:pt x="237648" y="231552"/>
                  </a:lnTo>
                  <a:lnTo>
                    <a:pt x="283082" y="207644"/>
                  </a:lnTo>
                  <a:lnTo>
                    <a:pt x="312562" y="167711"/>
                  </a:lnTo>
                  <a:lnTo>
                    <a:pt x="321563" y="117347"/>
                  </a:lnTo>
                  <a:lnTo>
                    <a:pt x="320730" y="101893"/>
                  </a:lnTo>
                  <a:lnTo>
                    <a:pt x="309372" y="60959"/>
                  </a:lnTo>
                  <a:lnTo>
                    <a:pt x="273367" y="22169"/>
                  </a:lnTo>
                  <a:lnTo>
                    <a:pt x="254507" y="7619"/>
                  </a:lnTo>
                  <a:lnTo>
                    <a:pt x="257556" y="0"/>
                  </a:lnTo>
                  <a:lnTo>
                    <a:pt x="296608" y="26669"/>
                  </a:lnTo>
                  <a:lnTo>
                    <a:pt x="323087" y="57911"/>
                  </a:lnTo>
                  <a:lnTo>
                    <a:pt x="338137" y="93344"/>
                  </a:lnTo>
                  <a:lnTo>
                    <a:pt x="342900" y="135635"/>
                  </a:lnTo>
                  <a:lnTo>
                    <a:pt x="339185" y="173593"/>
                  </a:lnTo>
                  <a:lnTo>
                    <a:pt x="309467" y="236362"/>
                  </a:lnTo>
                  <a:lnTo>
                    <a:pt x="259722" y="275486"/>
                  </a:lnTo>
                  <a:lnTo>
                    <a:pt x="206525" y="292107"/>
                  </a:lnTo>
                  <a:lnTo>
                    <a:pt x="176783" y="294131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36" name="Google Shape;3236;p55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3203447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37" name="Google Shape;3237;p55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59" y="2691383"/>
              <a:ext cx="233171" cy="4922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38" name="Google Shape;3238;p55"/>
            <p:cNvSpPr/>
            <p:nvPr/>
          </p:nvSpPr>
          <p:spPr>
            <a:xfrm>
              <a:off x="1479803" y="2549651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0604" y="18287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3151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9" name="Google Shape;3239;p55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240" name="Google Shape;3240;p55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41" name="Google Shape;3241;p55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242" name="Google Shape;3242;p55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243" name="Google Shape;3243;p5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244" name="Google Shape;3244;p55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655307" y="1757172"/>
            <a:ext cx="117348" cy="16154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45" name="Google Shape;3245;p55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084832" y="2020824"/>
            <a:ext cx="3892295" cy="631697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49" name="Shape 3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50" name="Google Shape;3250;p5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46276" y="6949440"/>
            <a:ext cx="333755" cy="16200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51" name="Google Shape;3251;p56"/>
          <p:cNvGrpSpPr/>
          <p:nvPr/>
        </p:nvGrpSpPr>
        <p:grpSpPr>
          <a:xfrm>
            <a:off x="1431035" y="6426708"/>
            <a:ext cx="342900" cy="366141"/>
            <a:chOff x="1431035" y="6426708"/>
            <a:chExt cx="342900" cy="366141"/>
          </a:xfrm>
        </p:grpSpPr>
        <p:sp>
          <p:nvSpPr>
            <p:cNvPr id="3252" name="Google Shape;3252;p56"/>
            <p:cNvSpPr/>
            <p:nvPr/>
          </p:nvSpPr>
          <p:spPr>
            <a:xfrm>
              <a:off x="1431035" y="6684264"/>
              <a:ext cx="342900" cy="108585"/>
            </a:xfrm>
            <a:custGeom>
              <a:rect b="b" l="l" r="r" t="t"/>
              <a:pathLst>
                <a:path extrusionOk="0" h="108584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39624"/>
                  </a:lnTo>
                  <a:lnTo>
                    <a:pt x="12192" y="30480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8100" y="30480"/>
                  </a:lnTo>
                  <a:lnTo>
                    <a:pt x="47244" y="39624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38100" y="74676"/>
                  </a:lnTo>
                  <a:lnTo>
                    <a:pt x="32004" y="77724"/>
                  </a:lnTo>
                  <a:close/>
                </a:path>
                <a:path extrusionOk="0" h="108584" w="342900">
                  <a:moveTo>
                    <a:pt x="143256" y="108204"/>
                  </a:moveTo>
                  <a:lnTo>
                    <a:pt x="115824" y="42672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918" y="33266"/>
                  </a:lnTo>
                  <a:lnTo>
                    <a:pt x="332232" y="21336"/>
                  </a:lnTo>
                  <a:lnTo>
                    <a:pt x="335280" y="16764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75"/>
                  </a:lnTo>
                  <a:lnTo>
                    <a:pt x="192190" y="73175"/>
                  </a:lnTo>
                  <a:lnTo>
                    <a:pt x="178879" y="73342"/>
                  </a:lnTo>
                  <a:lnTo>
                    <a:pt x="147828" y="85344"/>
                  </a:lnTo>
                  <a:lnTo>
                    <a:pt x="147828" y="92964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4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8392"/>
                  </a:lnTo>
                  <a:lnTo>
                    <a:pt x="332232" y="83820"/>
                  </a:lnTo>
                  <a:lnTo>
                    <a:pt x="330707" y="80772"/>
                  </a:lnTo>
                  <a:lnTo>
                    <a:pt x="327659" y="77724"/>
                  </a:lnTo>
                  <a:lnTo>
                    <a:pt x="321564" y="76200"/>
                  </a:lnTo>
                  <a:lnTo>
                    <a:pt x="317253" y="74437"/>
                  </a:lnTo>
                  <a:lnTo>
                    <a:pt x="311086" y="73533"/>
                  </a:lnTo>
                  <a:lnTo>
                    <a:pt x="302335" y="73175"/>
                  </a:lnTo>
                  <a:lnTo>
                    <a:pt x="342900" y="73175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53" name="Google Shape;3253;p5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6426708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254" name="Google Shape;3254;p56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431035" y="4335779"/>
            <a:ext cx="448056" cy="19461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55" name="Google Shape;3255;p56"/>
          <p:cNvGrpSpPr/>
          <p:nvPr/>
        </p:nvGrpSpPr>
        <p:grpSpPr>
          <a:xfrm>
            <a:off x="1446275" y="2113788"/>
            <a:ext cx="433324" cy="2080387"/>
            <a:chOff x="1446275" y="2113788"/>
            <a:chExt cx="433324" cy="2080387"/>
          </a:xfrm>
        </p:grpSpPr>
        <p:sp>
          <p:nvSpPr>
            <p:cNvPr id="3256" name="Google Shape;3256;p56"/>
            <p:cNvSpPr/>
            <p:nvPr/>
          </p:nvSpPr>
          <p:spPr>
            <a:xfrm>
              <a:off x="1446275" y="3947160"/>
              <a:ext cx="327660" cy="247015"/>
            </a:xfrm>
            <a:custGeom>
              <a:rect b="b" l="l" r="r" t="t"/>
              <a:pathLst>
                <a:path extrusionOk="0" h="247014" w="327660">
                  <a:moveTo>
                    <a:pt x="327659" y="246888"/>
                  </a:moveTo>
                  <a:lnTo>
                    <a:pt x="320039" y="246888"/>
                  </a:lnTo>
                  <a:lnTo>
                    <a:pt x="320039" y="236220"/>
                  </a:lnTo>
                  <a:lnTo>
                    <a:pt x="319420" y="226528"/>
                  </a:lnTo>
                  <a:lnTo>
                    <a:pt x="284059" y="200167"/>
                  </a:lnTo>
                  <a:lnTo>
                    <a:pt x="269747" y="199644"/>
                  </a:lnTo>
                  <a:lnTo>
                    <a:pt x="57911" y="199644"/>
                  </a:lnTo>
                  <a:lnTo>
                    <a:pt x="16763" y="208788"/>
                  </a:lnTo>
                  <a:lnTo>
                    <a:pt x="10667" y="220980"/>
                  </a:lnTo>
                  <a:lnTo>
                    <a:pt x="7619" y="227076"/>
                  </a:lnTo>
                  <a:lnTo>
                    <a:pt x="7619" y="246888"/>
                  </a:lnTo>
                  <a:lnTo>
                    <a:pt x="0" y="246888"/>
                  </a:lnTo>
                  <a:lnTo>
                    <a:pt x="0" y="3048"/>
                  </a:lnTo>
                  <a:lnTo>
                    <a:pt x="71627" y="0"/>
                  </a:lnTo>
                  <a:lnTo>
                    <a:pt x="71627" y="10668"/>
                  </a:lnTo>
                  <a:lnTo>
                    <a:pt x="61698" y="14097"/>
                  </a:lnTo>
                  <a:lnTo>
                    <a:pt x="52768" y="17526"/>
                  </a:lnTo>
                  <a:lnTo>
                    <a:pt x="21502" y="51006"/>
                  </a:lnTo>
                  <a:lnTo>
                    <a:pt x="18287" y="82296"/>
                  </a:lnTo>
                  <a:lnTo>
                    <a:pt x="18287" y="153924"/>
                  </a:lnTo>
                  <a:lnTo>
                    <a:pt x="146303" y="153924"/>
                  </a:lnTo>
                  <a:lnTo>
                    <a:pt x="146303" y="96012"/>
                  </a:lnTo>
                  <a:lnTo>
                    <a:pt x="124015" y="57531"/>
                  </a:lnTo>
                  <a:lnTo>
                    <a:pt x="99059" y="51816"/>
                  </a:lnTo>
                  <a:lnTo>
                    <a:pt x="99059" y="44196"/>
                  </a:lnTo>
                  <a:lnTo>
                    <a:pt x="213359" y="44196"/>
                  </a:lnTo>
                  <a:lnTo>
                    <a:pt x="213359" y="51816"/>
                  </a:lnTo>
                  <a:lnTo>
                    <a:pt x="204549" y="52339"/>
                  </a:lnTo>
                  <a:lnTo>
                    <a:pt x="196596" y="53721"/>
                  </a:lnTo>
                  <a:lnTo>
                    <a:pt x="170687" y="71628"/>
                  </a:lnTo>
                  <a:lnTo>
                    <a:pt x="167639" y="76200"/>
                  </a:lnTo>
                  <a:lnTo>
                    <a:pt x="166115" y="85344"/>
                  </a:lnTo>
                  <a:lnTo>
                    <a:pt x="166115" y="153924"/>
                  </a:lnTo>
                  <a:lnTo>
                    <a:pt x="282082" y="153876"/>
                  </a:lnTo>
                  <a:lnTo>
                    <a:pt x="318516" y="134112"/>
                  </a:lnTo>
                  <a:lnTo>
                    <a:pt x="320039" y="126492"/>
                  </a:lnTo>
                  <a:lnTo>
                    <a:pt x="320039" y="106680"/>
                  </a:lnTo>
                  <a:lnTo>
                    <a:pt x="327659" y="106680"/>
                  </a:lnTo>
                  <a:lnTo>
                    <a:pt x="327659" y="2468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57" name="Google Shape;3257;p56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3558540"/>
              <a:ext cx="233172" cy="36271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58" name="Google Shape;3258;p56"/>
            <p:cNvSpPr/>
            <p:nvPr/>
          </p:nvSpPr>
          <p:spPr>
            <a:xfrm>
              <a:off x="1546859" y="3300984"/>
              <a:ext cx="332740" cy="228600"/>
            </a:xfrm>
            <a:custGeom>
              <a:rect b="b" l="l" r="r" t="t"/>
              <a:pathLst>
                <a:path extrusionOk="0" h="228600" w="332739">
                  <a:moveTo>
                    <a:pt x="126492" y="228600"/>
                  </a:moveTo>
                  <a:lnTo>
                    <a:pt x="76200" y="219837"/>
                  </a:lnTo>
                  <a:lnTo>
                    <a:pt x="35052" y="195072"/>
                  </a:lnTo>
                  <a:lnTo>
                    <a:pt x="8953" y="158305"/>
                  </a:lnTo>
                  <a:lnTo>
                    <a:pt x="0" y="115824"/>
                  </a:lnTo>
                  <a:lnTo>
                    <a:pt x="254" y="109728"/>
                  </a:lnTo>
                  <a:lnTo>
                    <a:pt x="362" y="108394"/>
                  </a:lnTo>
                  <a:lnTo>
                    <a:pt x="1143" y="102298"/>
                  </a:lnTo>
                  <a:lnTo>
                    <a:pt x="2571" y="95892"/>
                  </a:lnTo>
                  <a:lnTo>
                    <a:pt x="4572" y="89916"/>
                  </a:lnTo>
                  <a:lnTo>
                    <a:pt x="6096" y="82296"/>
                  </a:lnTo>
                  <a:lnTo>
                    <a:pt x="10553" y="74866"/>
                  </a:lnTo>
                  <a:lnTo>
                    <a:pt x="10668" y="74676"/>
                  </a:lnTo>
                  <a:lnTo>
                    <a:pt x="15240" y="70104"/>
                  </a:lnTo>
                  <a:lnTo>
                    <a:pt x="11787" y="62603"/>
                  </a:lnTo>
                  <a:lnTo>
                    <a:pt x="8191" y="55816"/>
                  </a:lnTo>
                  <a:lnTo>
                    <a:pt x="4310" y="49315"/>
                  </a:lnTo>
                  <a:lnTo>
                    <a:pt x="0" y="42672"/>
                  </a:lnTo>
                  <a:lnTo>
                    <a:pt x="0" y="35052"/>
                  </a:lnTo>
                  <a:lnTo>
                    <a:pt x="281940" y="35052"/>
                  </a:lnTo>
                  <a:lnTo>
                    <a:pt x="292465" y="34790"/>
                  </a:lnTo>
                  <a:lnTo>
                    <a:pt x="324612" y="18288"/>
                  </a:lnTo>
                  <a:lnTo>
                    <a:pt x="324612" y="0"/>
                  </a:lnTo>
                  <a:lnTo>
                    <a:pt x="332232" y="0"/>
                  </a:lnTo>
                  <a:lnTo>
                    <a:pt x="332232" y="74676"/>
                  </a:lnTo>
                  <a:lnTo>
                    <a:pt x="68580" y="74676"/>
                  </a:lnTo>
                  <a:lnTo>
                    <a:pt x="62865" y="74866"/>
                  </a:lnTo>
                  <a:lnTo>
                    <a:pt x="60833" y="74866"/>
                  </a:lnTo>
                  <a:lnTo>
                    <a:pt x="52578" y="75819"/>
                  </a:lnTo>
                  <a:lnTo>
                    <a:pt x="22919" y="95892"/>
                  </a:lnTo>
                  <a:lnTo>
                    <a:pt x="19852" y="101774"/>
                  </a:lnTo>
                  <a:lnTo>
                    <a:pt x="19740" y="101988"/>
                  </a:lnTo>
                  <a:lnTo>
                    <a:pt x="17335" y="108394"/>
                  </a:lnTo>
                  <a:lnTo>
                    <a:pt x="15787" y="115085"/>
                  </a:lnTo>
                  <a:lnTo>
                    <a:pt x="15329" y="120800"/>
                  </a:lnTo>
                  <a:lnTo>
                    <a:pt x="15240" y="121920"/>
                  </a:lnTo>
                  <a:lnTo>
                    <a:pt x="28098" y="158567"/>
                  </a:lnTo>
                  <a:lnTo>
                    <a:pt x="67437" y="183642"/>
                  </a:lnTo>
                  <a:lnTo>
                    <a:pt x="108204" y="188976"/>
                  </a:lnTo>
                  <a:lnTo>
                    <a:pt x="217651" y="188976"/>
                  </a:lnTo>
                  <a:lnTo>
                    <a:pt x="217098" y="189809"/>
                  </a:lnTo>
                  <a:lnTo>
                    <a:pt x="204216" y="202691"/>
                  </a:lnTo>
                  <a:lnTo>
                    <a:pt x="189071" y="213812"/>
                  </a:lnTo>
                  <a:lnTo>
                    <a:pt x="171069" y="221932"/>
                  </a:lnTo>
                  <a:lnTo>
                    <a:pt x="150209" y="226909"/>
                  </a:lnTo>
                  <a:lnTo>
                    <a:pt x="126492" y="228600"/>
                  </a:lnTo>
                  <a:close/>
                </a:path>
                <a:path extrusionOk="0" h="228600" w="332739">
                  <a:moveTo>
                    <a:pt x="217651" y="188976"/>
                  </a:moveTo>
                  <a:lnTo>
                    <a:pt x="108204" y="188976"/>
                  </a:lnTo>
                  <a:lnTo>
                    <a:pt x="128754" y="187594"/>
                  </a:lnTo>
                  <a:lnTo>
                    <a:pt x="146875" y="183642"/>
                  </a:lnTo>
                  <a:lnTo>
                    <a:pt x="185261" y="158567"/>
                  </a:lnTo>
                  <a:lnTo>
                    <a:pt x="198119" y="121920"/>
                  </a:lnTo>
                  <a:lnTo>
                    <a:pt x="197867" y="115824"/>
                  </a:lnTo>
                  <a:lnTo>
                    <a:pt x="197810" y="114442"/>
                  </a:lnTo>
                  <a:lnTo>
                    <a:pt x="197081" y="109728"/>
                  </a:lnTo>
                  <a:lnTo>
                    <a:pt x="196966" y="108989"/>
                  </a:lnTo>
                  <a:lnTo>
                    <a:pt x="196874" y="108394"/>
                  </a:lnTo>
                  <a:lnTo>
                    <a:pt x="196786" y="107823"/>
                  </a:lnTo>
                  <a:lnTo>
                    <a:pt x="195068" y="102298"/>
                  </a:lnTo>
                  <a:lnTo>
                    <a:pt x="194971" y="101988"/>
                  </a:lnTo>
                  <a:lnTo>
                    <a:pt x="172212" y="74676"/>
                  </a:lnTo>
                  <a:lnTo>
                    <a:pt x="187452" y="74676"/>
                  </a:lnTo>
                  <a:lnTo>
                    <a:pt x="218313" y="103608"/>
                  </a:lnTo>
                  <a:lnTo>
                    <a:pt x="233172" y="146304"/>
                  </a:lnTo>
                  <a:lnTo>
                    <a:pt x="231433" y="161758"/>
                  </a:lnTo>
                  <a:lnTo>
                    <a:pt x="226123" y="176212"/>
                  </a:lnTo>
                  <a:lnTo>
                    <a:pt x="217651" y="188976"/>
                  </a:lnTo>
                  <a:close/>
                </a:path>
                <a:path extrusionOk="0" h="228600" w="332739">
                  <a:moveTo>
                    <a:pt x="332232" y="109728"/>
                  </a:moveTo>
                  <a:lnTo>
                    <a:pt x="324612" y="109728"/>
                  </a:lnTo>
                  <a:lnTo>
                    <a:pt x="324612" y="88392"/>
                  </a:lnTo>
                  <a:lnTo>
                    <a:pt x="321563" y="83820"/>
                  </a:lnTo>
                  <a:lnTo>
                    <a:pt x="318515" y="80772"/>
                  </a:lnTo>
                  <a:lnTo>
                    <a:pt x="315467" y="79248"/>
                  </a:lnTo>
                  <a:lnTo>
                    <a:pt x="310895" y="76200"/>
                  </a:lnTo>
                  <a:lnTo>
                    <a:pt x="306585" y="75318"/>
                  </a:lnTo>
                  <a:lnTo>
                    <a:pt x="300418" y="74866"/>
                  </a:lnTo>
                  <a:lnTo>
                    <a:pt x="291084" y="74676"/>
                  </a:lnTo>
                  <a:lnTo>
                    <a:pt x="332232" y="74676"/>
                  </a:lnTo>
                  <a:lnTo>
                    <a:pt x="3322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59" name="Google Shape;3259;p56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52955" y="3049523"/>
              <a:ext cx="227075" cy="2407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60" name="Google Shape;3260;p56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46859" y="2586227"/>
              <a:ext cx="233172" cy="4434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61" name="Google Shape;3261;p56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46859" y="2378963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62" name="Google Shape;3262;p56"/>
            <p:cNvSpPr/>
            <p:nvPr/>
          </p:nvSpPr>
          <p:spPr>
            <a:xfrm>
              <a:off x="1552955" y="2113788"/>
              <a:ext cx="326390" cy="243840"/>
            </a:xfrm>
            <a:custGeom>
              <a:rect b="b" l="l" r="r" t="t"/>
              <a:pathLst>
                <a:path extrusionOk="0" h="243839" w="326389">
                  <a:moveTo>
                    <a:pt x="7619" y="243840"/>
                  </a:moveTo>
                  <a:lnTo>
                    <a:pt x="0" y="243840"/>
                  </a:lnTo>
                  <a:lnTo>
                    <a:pt x="0" y="140208"/>
                  </a:lnTo>
                  <a:lnTo>
                    <a:pt x="7619" y="140208"/>
                  </a:lnTo>
                  <a:lnTo>
                    <a:pt x="7619" y="152400"/>
                  </a:lnTo>
                  <a:lnTo>
                    <a:pt x="9143" y="156972"/>
                  </a:lnTo>
                  <a:lnTo>
                    <a:pt x="16763" y="164592"/>
                  </a:lnTo>
                  <a:lnTo>
                    <a:pt x="19811" y="166116"/>
                  </a:lnTo>
                  <a:lnTo>
                    <a:pt x="24383" y="166116"/>
                  </a:lnTo>
                  <a:lnTo>
                    <a:pt x="30384" y="165782"/>
                  </a:lnTo>
                  <a:lnTo>
                    <a:pt x="36956" y="164592"/>
                  </a:lnTo>
                  <a:lnTo>
                    <a:pt x="44100" y="162258"/>
                  </a:lnTo>
                  <a:lnTo>
                    <a:pt x="163067" y="103632"/>
                  </a:lnTo>
                  <a:lnTo>
                    <a:pt x="41147" y="53340"/>
                  </a:lnTo>
                  <a:lnTo>
                    <a:pt x="35051" y="50292"/>
                  </a:lnTo>
                  <a:lnTo>
                    <a:pt x="27431" y="48768"/>
                  </a:lnTo>
                  <a:lnTo>
                    <a:pt x="18287" y="48768"/>
                  </a:lnTo>
                  <a:lnTo>
                    <a:pt x="15239" y="50292"/>
                  </a:lnTo>
                  <a:lnTo>
                    <a:pt x="13715" y="51816"/>
                  </a:lnTo>
                  <a:lnTo>
                    <a:pt x="12191" y="51816"/>
                  </a:lnTo>
                  <a:lnTo>
                    <a:pt x="10667" y="54864"/>
                  </a:lnTo>
                  <a:lnTo>
                    <a:pt x="9143" y="56388"/>
                  </a:lnTo>
                  <a:lnTo>
                    <a:pt x="9143" y="59435"/>
                  </a:lnTo>
                  <a:lnTo>
                    <a:pt x="7619" y="64008"/>
                  </a:lnTo>
                  <a:lnTo>
                    <a:pt x="7619" y="71628"/>
                  </a:lnTo>
                  <a:lnTo>
                    <a:pt x="0" y="71628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9143" y="6096"/>
                  </a:lnTo>
                  <a:lnTo>
                    <a:pt x="12191" y="15240"/>
                  </a:lnTo>
                  <a:lnTo>
                    <a:pt x="262127" y="123444"/>
                  </a:lnTo>
                  <a:lnTo>
                    <a:pt x="277248" y="130635"/>
                  </a:lnTo>
                  <a:lnTo>
                    <a:pt x="310895" y="158496"/>
                  </a:lnTo>
                  <a:lnTo>
                    <a:pt x="326135" y="199644"/>
                  </a:lnTo>
                  <a:lnTo>
                    <a:pt x="326135" y="208788"/>
                  </a:lnTo>
                  <a:lnTo>
                    <a:pt x="324611" y="216408"/>
                  </a:lnTo>
                  <a:lnTo>
                    <a:pt x="318515" y="222504"/>
                  </a:lnTo>
                  <a:lnTo>
                    <a:pt x="313943" y="228600"/>
                  </a:lnTo>
                  <a:lnTo>
                    <a:pt x="307847" y="231648"/>
                  </a:lnTo>
                  <a:lnTo>
                    <a:pt x="294131" y="231648"/>
                  </a:lnTo>
                  <a:lnTo>
                    <a:pt x="288036" y="230124"/>
                  </a:lnTo>
                  <a:lnTo>
                    <a:pt x="283463" y="225552"/>
                  </a:lnTo>
                  <a:lnTo>
                    <a:pt x="280415" y="220980"/>
                  </a:lnTo>
                  <a:lnTo>
                    <a:pt x="277367" y="214884"/>
                  </a:lnTo>
                  <a:lnTo>
                    <a:pt x="277367" y="201168"/>
                  </a:lnTo>
                  <a:lnTo>
                    <a:pt x="280415" y="193548"/>
                  </a:lnTo>
                  <a:lnTo>
                    <a:pt x="283463" y="184404"/>
                  </a:lnTo>
                  <a:lnTo>
                    <a:pt x="286512" y="178308"/>
                  </a:lnTo>
                  <a:lnTo>
                    <a:pt x="286512" y="167640"/>
                  </a:lnTo>
                  <a:lnTo>
                    <a:pt x="284988" y="163068"/>
                  </a:lnTo>
                  <a:lnTo>
                    <a:pt x="278891" y="156972"/>
                  </a:lnTo>
                  <a:lnTo>
                    <a:pt x="274581" y="152423"/>
                  </a:lnTo>
                  <a:lnTo>
                    <a:pt x="268414" y="148018"/>
                  </a:lnTo>
                  <a:lnTo>
                    <a:pt x="260246" y="143898"/>
                  </a:lnTo>
                  <a:lnTo>
                    <a:pt x="249936" y="140208"/>
                  </a:lnTo>
                  <a:lnTo>
                    <a:pt x="211836" y="123444"/>
                  </a:lnTo>
                  <a:lnTo>
                    <a:pt x="47243" y="205740"/>
                  </a:lnTo>
                  <a:lnTo>
                    <a:pt x="41147" y="207264"/>
                  </a:lnTo>
                  <a:lnTo>
                    <a:pt x="35051" y="211836"/>
                  </a:lnTo>
                  <a:lnTo>
                    <a:pt x="27431" y="216408"/>
                  </a:lnTo>
                  <a:lnTo>
                    <a:pt x="21335" y="220980"/>
                  </a:lnTo>
                  <a:lnTo>
                    <a:pt x="16763" y="224028"/>
                  </a:lnTo>
                  <a:lnTo>
                    <a:pt x="15239" y="227076"/>
                  </a:lnTo>
                  <a:lnTo>
                    <a:pt x="12191" y="230124"/>
                  </a:lnTo>
                  <a:lnTo>
                    <a:pt x="10667" y="236220"/>
                  </a:lnTo>
                  <a:lnTo>
                    <a:pt x="7619" y="24384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3" name="Google Shape;3263;p56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264" name="Google Shape;3264;p56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65" name="Google Shape;3265;p56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266" name="Google Shape;3266;p56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267" name="Google Shape;3267;p56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268" name="Google Shape;3268;p56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655308" y="1757172"/>
            <a:ext cx="117348" cy="161544"/>
          </a:xfrm>
          <a:prstGeom prst="rect">
            <a:avLst/>
          </a:prstGeom>
          <a:noFill/>
          <a:ln>
            <a:noFill/>
          </a:ln>
        </p:spPr>
      </p:pic>
      <p:pic>
        <p:nvPicPr>
          <p:cNvPr id="3269" name="Google Shape;3269;p5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109216" y="2087879"/>
            <a:ext cx="4160519" cy="646328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73" name="Shape 3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4" name="Google Shape;3274;p57"/>
          <p:cNvGrpSpPr/>
          <p:nvPr/>
        </p:nvGrpSpPr>
        <p:grpSpPr>
          <a:xfrm>
            <a:off x="1271016" y="7124700"/>
            <a:ext cx="334008" cy="1256283"/>
            <a:chOff x="1271016" y="7124700"/>
            <a:chExt cx="334008" cy="1256283"/>
          </a:xfrm>
        </p:grpSpPr>
        <p:sp>
          <p:nvSpPr>
            <p:cNvPr id="3275" name="Google Shape;3275;p57"/>
            <p:cNvSpPr/>
            <p:nvPr/>
          </p:nvSpPr>
          <p:spPr>
            <a:xfrm>
              <a:off x="1271016" y="8132063"/>
              <a:ext cx="327660" cy="248920"/>
            </a:xfrm>
            <a:custGeom>
              <a:rect b="b" l="l" r="r" t="t"/>
              <a:pathLst>
                <a:path extrusionOk="0" h="248920" w="327659">
                  <a:moveTo>
                    <a:pt x="7619" y="248412"/>
                  </a:moveTo>
                  <a:lnTo>
                    <a:pt x="0" y="248412"/>
                  </a:lnTo>
                  <a:lnTo>
                    <a:pt x="83" y="126492"/>
                  </a:lnTo>
                  <a:lnTo>
                    <a:pt x="167" y="123444"/>
                  </a:lnTo>
                  <a:lnTo>
                    <a:pt x="251" y="120396"/>
                  </a:lnTo>
                  <a:lnTo>
                    <a:pt x="376" y="115824"/>
                  </a:lnTo>
                  <a:lnTo>
                    <a:pt x="455" y="112966"/>
                  </a:lnTo>
                  <a:lnTo>
                    <a:pt x="571" y="108727"/>
                  </a:lnTo>
                  <a:lnTo>
                    <a:pt x="9143" y="59436"/>
                  </a:lnTo>
                  <a:lnTo>
                    <a:pt x="29289" y="26217"/>
                  </a:lnTo>
                  <a:lnTo>
                    <a:pt x="62483" y="4381"/>
                  </a:lnTo>
                  <a:lnTo>
                    <a:pt x="89915" y="0"/>
                  </a:lnTo>
                  <a:lnTo>
                    <a:pt x="109370" y="1690"/>
                  </a:lnTo>
                  <a:lnTo>
                    <a:pt x="155447" y="25908"/>
                  </a:lnTo>
                  <a:lnTo>
                    <a:pt x="173169" y="54864"/>
                  </a:lnTo>
                  <a:lnTo>
                    <a:pt x="94487" y="54864"/>
                  </a:lnTo>
                  <a:lnTo>
                    <a:pt x="84224" y="55435"/>
                  </a:lnTo>
                  <a:lnTo>
                    <a:pt x="46315" y="68889"/>
                  </a:lnTo>
                  <a:lnTo>
                    <a:pt x="22097" y="105346"/>
                  </a:lnTo>
                  <a:lnTo>
                    <a:pt x="20049" y="119657"/>
                  </a:lnTo>
                  <a:lnTo>
                    <a:pt x="20097" y="130587"/>
                  </a:lnTo>
                  <a:lnTo>
                    <a:pt x="20891" y="137731"/>
                  </a:lnTo>
                  <a:lnTo>
                    <a:pt x="20954" y="138303"/>
                  </a:lnTo>
                  <a:lnTo>
                    <a:pt x="22383" y="146589"/>
                  </a:lnTo>
                  <a:lnTo>
                    <a:pt x="24314" y="155138"/>
                  </a:lnTo>
                  <a:lnTo>
                    <a:pt x="24383" y="155448"/>
                  </a:lnTo>
                  <a:lnTo>
                    <a:pt x="327660" y="155448"/>
                  </a:lnTo>
                  <a:lnTo>
                    <a:pt x="327660" y="201168"/>
                  </a:lnTo>
                  <a:lnTo>
                    <a:pt x="57911" y="201168"/>
                  </a:lnTo>
                  <a:lnTo>
                    <a:pt x="43362" y="201691"/>
                  </a:lnTo>
                  <a:lnTo>
                    <a:pt x="8215" y="227623"/>
                  </a:lnTo>
                  <a:lnTo>
                    <a:pt x="7619" y="236220"/>
                  </a:lnTo>
                  <a:lnTo>
                    <a:pt x="7619" y="248412"/>
                  </a:lnTo>
                  <a:close/>
                </a:path>
                <a:path extrusionOk="0" h="248920" w="327659">
                  <a:moveTo>
                    <a:pt x="173735" y="155448"/>
                  </a:moveTo>
                  <a:lnTo>
                    <a:pt x="158495" y="155448"/>
                  </a:lnTo>
                  <a:lnTo>
                    <a:pt x="160934" y="149352"/>
                  </a:lnTo>
                  <a:lnTo>
                    <a:pt x="161543" y="147708"/>
                  </a:lnTo>
                  <a:lnTo>
                    <a:pt x="161543" y="140208"/>
                  </a:lnTo>
                  <a:lnTo>
                    <a:pt x="163067" y="132588"/>
                  </a:lnTo>
                  <a:lnTo>
                    <a:pt x="163067" y="126492"/>
                  </a:lnTo>
                  <a:lnTo>
                    <a:pt x="164591" y="120396"/>
                  </a:lnTo>
                  <a:lnTo>
                    <a:pt x="164591" y="115824"/>
                  </a:lnTo>
                  <a:lnTo>
                    <a:pt x="144779" y="73152"/>
                  </a:lnTo>
                  <a:lnTo>
                    <a:pt x="109632" y="56007"/>
                  </a:lnTo>
                  <a:lnTo>
                    <a:pt x="94487" y="54864"/>
                  </a:lnTo>
                  <a:lnTo>
                    <a:pt x="173169" y="54864"/>
                  </a:lnTo>
                  <a:lnTo>
                    <a:pt x="174688" y="58102"/>
                  </a:lnTo>
                  <a:lnTo>
                    <a:pt x="179665" y="77985"/>
                  </a:lnTo>
                  <a:lnTo>
                    <a:pt x="181355" y="100584"/>
                  </a:lnTo>
                  <a:lnTo>
                    <a:pt x="181215" y="103798"/>
                  </a:lnTo>
                  <a:lnTo>
                    <a:pt x="181094" y="106560"/>
                  </a:lnTo>
                  <a:lnTo>
                    <a:pt x="180403" y="112966"/>
                  </a:lnTo>
                  <a:lnTo>
                    <a:pt x="179427" y="119657"/>
                  </a:lnTo>
                  <a:lnTo>
                    <a:pt x="178307" y="126492"/>
                  </a:lnTo>
                  <a:lnTo>
                    <a:pt x="177865" y="132588"/>
                  </a:lnTo>
                  <a:lnTo>
                    <a:pt x="177807" y="133373"/>
                  </a:lnTo>
                  <a:lnTo>
                    <a:pt x="176626" y="140208"/>
                  </a:lnTo>
                  <a:lnTo>
                    <a:pt x="175093" y="147708"/>
                  </a:lnTo>
                  <a:lnTo>
                    <a:pt x="173790" y="155138"/>
                  </a:lnTo>
                  <a:lnTo>
                    <a:pt x="173735" y="155448"/>
                  </a:lnTo>
                  <a:close/>
                </a:path>
                <a:path extrusionOk="0" h="248920" w="327659">
                  <a:moveTo>
                    <a:pt x="327660" y="155448"/>
                  </a:moveTo>
                  <a:lnTo>
                    <a:pt x="269747" y="155448"/>
                  </a:lnTo>
                  <a:lnTo>
                    <a:pt x="284059" y="155138"/>
                  </a:lnTo>
                  <a:lnTo>
                    <a:pt x="295084" y="154114"/>
                  </a:lnTo>
                  <a:lnTo>
                    <a:pt x="320040" y="120396"/>
                  </a:lnTo>
                  <a:lnTo>
                    <a:pt x="320040" y="108204"/>
                  </a:lnTo>
                  <a:lnTo>
                    <a:pt x="327660" y="108204"/>
                  </a:lnTo>
                  <a:lnTo>
                    <a:pt x="327660" y="155448"/>
                  </a:lnTo>
                  <a:close/>
                </a:path>
                <a:path extrusionOk="0" h="248920" w="327659">
                  <a:moveTo>
                    <a:pt x="327660" y="248412"/>
                  </a:moveTo>
                  <a:lnTo>
                    <a:pt x="320040" y="248412"/>
                  </a:lnTo>
                  <a:lnTo>
                    <a:pt x="320040" y="236220"/>
                  </a:lnTo>
                  <a:lnTo>
                    <a:pt x="319279" y="227623"/>
                  </a:lnTo>
                  <a:lnTo>
                    <a:pt x="282320" y="201453"/>
                  </a:lnTo>
                  <a:lnTo>
                    <a:pt x="269747" y="201168"/>
                  </a:lnTo>
                  <a:lnTo>
                    <a:pt x="327660" y="201168"/>
                  </a:lnTo>
                  <a:lnTo>
                    <a:pt x="327660" y="2484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76" name="Google Shape;3276;p57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371600" y="7882127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77" name="Google Shape;3277;p57"/>
            <p:cNvSpPr/>
            <p:nvPr/>
          </p:nvSpPr>
          <p:spPr>
            <a:xfrm>
              <a:off x="1377695" y="7514844"/>
              <a:ext cx="227329" cy="347980"/>
            </a:xfrm>
            <a:custGeom>
              <a:rect b="b" l="l" r="r" t="t"/>
              <a:pathLst>
                <a:path extrusionOk="0" h="347979" w="227330">
                  <a:moveTo>
                    <a:pt x="7619" y="347472"/>
                  </a:moveTo>
                  <a:lnTo>
                    <a:pt x="0" y="347472"/>
                  </a:lnTo>
                  <a:lnTo>
                    <a:pt x="0" y="252984"/>
                  </a:lnTo>
                  <a:lnTo>
                    <a:pt x="7619" y="252984"/>
                  </a:lnTo>
                  <a:lnTo>
                    <a:pt x="7619" y="262128"/>
                  </a:lnTo>
                  <a:lnTo>
                    <a:pt x="9143" y="268224"/>
                  </a:lnTo>
                  <a:lnTo>
                    <a:pt x="12191" y="269748"/>
                  </a:lnTo>
                  <a:lnTo>
                    <a:pt x="13715" y="272796"/>
                  </a:lnTo>
                  <a:lnTo>
                    <a:pt x="18287" y="274320"/>
                  </a:lnTo>
                  <a:lnTo>
                    <a:pt x="27431" y="274320"/>
                  </a:lnTo>
                  <a:lnTo>
                    <a:pt x="33527" y="272796"/>
                  </a:lnTo>
                  <a:lnTo>
                    <a:pt x="163067" y="222504"/>
                  </a:lnTo>
                  <a:lnTo>
                    <a:pt x="64007" y="176784"/>
                  </a:lnTo>
                  <a:lnTo>
                    <a:pt x="25455" y="191785"/>
                  </a:lnTo>
                  <a:lnTo>
                    <a:pt x="7619" y="213360"/>
                  </a:lnTo>
                  <a:lnTo>
                    <a:pt x="7619" y="224028"/>
                  </a:lnTo>
                  <a:lnTo>
                    <a:pt x="0" y="224028"/>
                  </a:lnTo>
                  <a:lnTo>
                    <a:pt x="0" y="118872"/>
                  </a:lnTo>
                  <a:lnTo>
                    <a:pt x="7619" y="118872"/>
                  </a:lnTo>
                  <a:lnTo>
                    <a:pt x="7619" y="131064"/>
                  </a:lnTo>
                  <a:lnTo>
                    <a:pt x="9143" y="138684"/>
                  </a:lnTo>
                  <a:lnTo>
                    <a:pt x="16763" y="146303"/>
                  </a:lnTo>
                  <a:lnTo>
                    <a:pt x="21335" y="147828"/>
                  </a:lnTo>
                  <a:lnTo>
                    <a:pt x="33527" y="147828"/>
                  </a:lnTo>
                  <a:lnTo>
                    <a:pt x="36575" y="146303"/>
                  </a:lnTo>
                  <a:lnTo>
                    <a:pt x="161543" y="96012"/>
                  </a:lnTo>
                  <a:lnTo>
                    <a:pt x="41147" y="50291"/>
                  </a:lnTo>
                  <a:lnTo>
                    <a:pt x="32003" y="47244"/>
                  </a:lnTo>
                  <a:lnTo>
                    <a:pt x="25907" y="45720"/>
                  </a:lnTo>
                  <a:lnTo>
                    <a:pt x="16763" y="45720"/>
                  </a:lnTo>
                  <a:lnTo>
                    <a:pt x="13715" y="47244"/>
                  </a:lnTo>
                  <a:lnTo>
                    <a:pt x="10667" y="50291"/>
                  </a:lnTo>
                  <a:lnTo>
                    <a:pt x="9143" y="53340"/>
                  </a:lnTo>
                  <a:lnTo>
                    <a:pt x="7619" y="59436"/>
                  </a:lnTo>
                  <a:lnTo>
                    <a:pt x="7619" y="68579"/>
                  </a:lnTo>
                  <a:lnTo>
                    <a:pt x="0" y="68579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0191" y="10358"/>
                  </a:lnTo>
                  <a:lnTo>
                    <a:pt x="15620" y="18859"/>
                  </a:lnTo>
                  <a:lnTo>
                    <a:pt x="23907" y="25931"/>
                  </a:lnTo>
                  <a:lnTo>
                    <a:pt x="35051" y="32004"/>
                  </a:lnTo>
                  <a:lnTo>
                    <a:pt x="227076" y="103632"/>
                  </a:lnTo>
                  <a:lnTo>
                    <a:pt x="227076" y="112776"/>
                  </a:lnTo>
                  <a:lnTo>
                    <a:pt x="83819" y="169164"/>
                  </a:lnTo>
                  <a:lnTo>
                    <a:pt x="227076" y="234696"/>
                  </a:lnTo>
                  <a:lnTo>
                    <a:pt x="227076" y="240792"/>
                  </a:lnTo>
                  <a:lnTo>
                    <a:pt x="41147" y="312420"/>
                  </a:lnTo>
                  <a:lnTo>
                    <a:pt x="9143" y="336804"/>
                  </a:lnTo>
                  <a:lnTo>
                    <a:pt x="7619" y="3474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78" name="Google Shape;3278;p5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371599" y="7124700"/>
              <a:ext cx="233172" cy="368807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279" name="Google Shape;3279;p57"/>
          <p:cNvSpPr/>
          <p:nvPr/>
        </p:nvSpPr>
        <p:spPr>
          <a:xfrm>
            <a:off x="1255763" y="6242304"/>
            <a:ext cx="349250" cy="756285"/>
          </a:xfrm>
          <a:custGeom>
            <a:rect b="b" l="l" r="r" t="t"/>
            <a:pathLst>
              <a:path extrusionOk="0" h="756284" w="349250">
                <a:moveTo>
                  <a:pt x="48768" y="324612"/>
                </a:moveTo>
                <a:lnTo>
                  <a:pt x="45720" y="318516"/>
                </a:lnTo>
                <a:lnTo>
                  <a:pt x="36576" y="309372"/>
                </a:lnTo>
                <a:lnTo>
                  <a:pt x="30480" y="307848"/>
                </a:lnTo>
                <a:lnTo>
                  <a:pt x="16764" y="307848"/>
                </a:lnTo>
                <a:lnTo>
                  <a:pt x="10668" y="309372"/>
                </a:lnTo>
                <a:lnTo>
                  <a:pt x="1524" y="318516"/>
                </a:lnTo>
                <a:lnTo>
                  <a:pt x="0" y="324612"/>
                </a:lnTo>
                <a:lnTo>
                  <a:pt x="0" y="338328"/>
                </a:lnTo>
                <a:lnTo>
                  <a:pt x="1524" y="344424"/>
                </a:lnTo>
                <a:lnTo>
                  <a:pt x="10668" y="353568"/>
                </a:lnTo>
                <a:lnTo>
                  <a:pt x="16764" y="356616"/>
                </a:lnTo>
                <a:lnTo>
                  <a:pt x="30480" y="356616"/>
                </a:lnTo>
                <a:lnTo>
                  <a:pt x="36576" y="353568"/>
                </a:lnTo>
                <a:lnTo>
                  <a:pt x="45720" y="344424"/>
                </a:lnTo>
                <a:lnTo>
                  <a:pt x="48768" y="338328"/>
                </a:lnTo>
                <a:lnTo>
                  <a:pt x="48768" y="324612"/>
                </a:lnTo>
                <a:close/>
              </a:path>
              <a:path extrusionOk="0" h="756284" w="349250">
                <a:moveTo>
                  <a:pt x="342900" y="278892"/>
                </a:moveTo>
                <a:lnTo>
                  <a:pt x="335280" y="278892"/>
                </a:lnTo>
                <a:lnTo>
                  <a:pt x="335280" y="289560"/>
                </a:lnTo>
                <a:lnTo>
                  <a:pt x="333756" y="295656"/>
                </a:lnTo>
                <a:lnTo>
                  <a:pt x="330708" y="300228"/>
                </a:lnTo>
                <a:lnTo>
                  <a:pt x="329184" y="303276"/>
                </a:lnTo>
                <a:lnTo>
                  <a:pt x="326136" y="306324"/>
                </a:lnTo>
                <a:lnTo>
                  <a:pt x="292608" y="312420"/>
                </a:lnTo>
                <a:lnTo>
                  <a:pt x="115824" y="312420"/>
                </a:lnTo>
                <a:lnTo>
                  <a:pt x="115824" y="321564"/>
                </a:lnTo>
                <a:lnTo>
                  <a:pt x="143256" y="387096"/>
                </a:lnTo>
                <a:lnTo>
                  <a:pt x="150876" y="384048"/>
                </a:lnTo>
                <a:lnTo>
                  <a:pt x="147828" y="377952"/>
                </a:lnTo>
                <a:lnTo>
                  <a:pt x="146304" y="371856"/>
                </a:lnTo>
                <a:lnTo>
                  <a:pt x="146304" y="364236"/>
                </a:lnTo>
                <a:lnTo>
                  <a:pt x="149352" y="358140"/>
                </a:lnTo>
                <a:lnTo>
                  <a:pt x="191960" y="352069"/>
                </a:lnTo>
                <a:lnTo>
                  <a:pt x="301498" y="352069"/>
                </a:lnTo>
                <a:lnTo>
                  <a:pt x="309753" y="352425"/>
                </a:lnTo>
                <a:lnTo>
                  <a:pt x="315760" y="353339"/>
                </a:lnTo>
                <a:lnTo>
                  <a:pt x="320040" y="355092"/>
                </a:lnTo>
                <a:lnTo>
                  <a:pt x="326136" y="356616"/>
                </a:lnTo>
                <a:lnTo>
                  <a:pt x="329184" y="359664"/>
                </a:lnTo>
                <a:lnTo>
                  <a:pt x="332232" y="364236"/>
                </a:lnTo>
                <a:lnTo>
                  <a:pt x="333756" y="367284"/>
                </a:lnTo>
                <a:lnTo>
                  <a:pt x="335280" y="374904"/>
                </a:lnTo>
                <a:lnTo>
                  <a:pt x="335280" y="385572"/>
                </a:lnTo>
                <a:lnTo>
                  <a:pt x="342900" y="385572"/>
                </a:lnTo>
                <a:lnTo>
                  <a:pt x="342900" y="352069"/>
                </a:lnTo>
                <a:lnTo>
                  <a:pt x="342900" y="278892"/>
                </a:lnTo>
                <a:close/>
              </a:path>
              <a:path extrusionOk="0" h="756284" w="349250">
                <a:moveTo>
                  <a:pt x="342900" y="138684"/>
                </a:moveTo>
                <a:lnTo>
                  <a:pt x="335280" y="138684"/>
                </a:lnTo>
                <a:lnTo>
                  <a:pt x="335280" y="149352"/>
                </a:lnTo>
                <a:lnTo>
                  <a:pt x="333756" y="156972"/>
                </a:lnTo>
                <a:lnTo>
                  <a:pt x="330708" y="161544"/>
                </a:lnTo>
                <a:lnTo>
                  <a:pt x="329184" y="166116"/>
                </a:lnTo>
                <a:lnTo>
                  <a:pt x="324612" y="169164"/>
                </a:lnTo>
                <a:lnTo>
                  <a:pt x="292608" y="173736"/>
                </a:lnTo>
                <a:lnTo>
                  <a:pt x="0" y="173736"/>
                </a:lnTo>
                <a:lnTo>
                  <a:pt x="0" y="184404"/>
                </a:lnTo>
                <a:lnTo>
                  <a:pt x="27432" y="248412"/>
                </a:lnTo>
                <a:lnTo>
                  <a:pt x="35052" y="243840"/>
                </a:lnTo>
                <a:lnTo>
                  <a:pt x="32004" y="237744"/>
                </a:lnTo>
                <a:lnTo>
                  <a:pt x="30480" y="233172"/>
                </a:lnTo>
                <a:lnTo>
                  <a:pt x="30480" y="225552"/>
                </a:lnTo>
                <a:lnTo>
                  <a:pt x="33528" y="219456"/>
                </a:lnTo>
                <a:lnTo>
                  <a:pt x="92964" y="213360"/>
                </a:lnTo>
                <a:lnTo>
                  <a:pt x="292608" y="213360"/>
                </a:lnTo>
                <a:lnTo>
                  <a:pt x="332232" y="225552"/>
                </a:lnTo>
                <a:lnTo>
                  <a:pt x="335280" y="236220"/>
                </a:lnTo>
                <a:lnTo>
                  <a:pt x="335280" y="246888"/>
                </a:lnTo>
                <a:lnTo>
                  <a:pt x="342900" y="246888"/>
                </a:lnTo>
                <a:lnTo>
                  <a:pt x="342900" y="138684"/>
                </a:lnTo>
                <a:close/>
              </a:path>
              <a:path extrusionOk="0" h="756284" w="349250">
                <a:moveTo>
                  <a:pt x="342900" y="0"/>
                </a:moveTo>
                <a:lnTo>
                  <a:pt x="335280" y="0"/>
                </a:lnTo>
                <a:lnTo>
                  <a:pt x="335280" y="12192"/>
                </a:lnTo>
                <a:lnTo>
                  <a:pt x="333756" y="19812"/>
                </a:lnTo>
                <a:lnTo>
                  <a:pt x="330708" y="22860"/>
                </a:lnTo>
                <a:lnTo>
                  <a:pt x="329184" y="27432"/>
                </a:lnTo>
                <a:lnTo>
                  <a:pt x="324612" y="30480"/>
                </a:lnTo>
                <a:lnTo>
                  <a:pt x="320040" y="32004"/>
                </a:lnTo>
                <a:lnTo>
                  <a:pt x="315760" y="33769"/>
                </a:lnTo>
                <a:lnTo>
                  <a:pt x="309753" y="34671"/>
                </a:lnTo>
                <a:lnTo>
                  <a:pt x="302044" y="35013"/>
                </a:lnTo>
                <a:lnTo>
                  <a:pt x="0" y="35052"/>
                </a:lnTo>
                <a:lnTo>
                  <a:pt x="0" y="45720"/>
                </a:lnTo>
                <a:lnTo>
                  <a:pt x="27432" y="109728"/>
                </a:lnTo>
                <a:lnTo>
                  <a:pt x="35052" y="106680"/>
                </a:lnTo>
                <a:lnTo>
                  <a:pt x="32004" y="100584"/>
                </a:lnTo>
                <a:lnTo>
                  <a:pt x="30480" y="94488"/>
                </a:lnTo>
                <a:lnTo>
                  <a:pt x="30480" y="86868"/>
                </a:lnTo>
                <a:lnTo>
                  <a:pt x="32004" y="83820"/>
                </a:lnTo>
                <a:lnTo>
                  <a:pt x="75514" y="74917"/>
                </a:lnTo>
                <a:lnTo>
                  <a:pt x="92964" y="74676"/>
                </a:lnTo>
                <a:lnTo>
                  <a:pt x="292608" y="74676"/>
                </a:lnTo>
                <a:lnTo>
                  <a:pt x="332232" y="86868"/>
                </a:lnTo>
                <a:lnTo>
                  <a:pt x="335280" y="97536"/>
                </a:lnTo>
                <a:lnTo>
                  <a:pt x="335280" y="108204"/>
                </a:lnTo>
                <a:lnTo>
                  <a:pt x="342900" y="108204"/>
                </a:lnTo>
                <a:lnTo>
                  <a:pt x="342900" y="0"/>
                </a:lnTo>
                <a:close/>
              </a:path>
              <a:path extrusionOk="0" h="756284" w="349250">
                <a:moveTo>
                  <a:pt x="349008" y="513588"/>
                </a:moveTo>
                <a:lnTo>
                  <a:pt x="156984" y="440436"/>
                </a:lnTo>
                <a:lnTo>
                  <a:pt x="129552" y="409956"/>
                </a:lnTo>
                <a:lnTo>
                  <a:pt x="121932" y="409956"/>
                </a:lnTo>
                <a:lnTo>
                  <a:pt x="121932" y="477012"/>
                </a:lnTo>
                <a:lnTo>
                  <a:pt x="129552" y="477012"/>
                </a:lnTo>
                <a:lnTo>
                  <a:pt x="129552" y="467868"/>
                </a:lnTo>
                <a:lnTo>
                  <a:pt x="131076" y="461772"/>
                </a:lnTo>
                <a:lnTo>
                  <a:pt x="132600" y="458724"/>
                </a:lnTo>
                <a:lnTo>
                  <a:pt x="135648" y="455676"/>
                </a:lnTo>
                <a:lnTo>
                  <a:pt x="138696" y="454152"/>
                </a:lnTo>
                <a:lnTo>
                  <a:pt x="147840" y="454152"/>
                </a:lnTo>
                <a:lnTo>
                  <a:pt x="153936" y="455676"/>
                </a:lnTo>
                <a:lnTo>
                  <a:pt x="163080" y="458724"/>
                </a:lnTo>
                <a:lnTo>
                  <a:pt x="283476" y="504444"/>
                </a:lnTo>
                <a:lnTo>
                  <a:pt x="158508" y="554736"/>
                </a:lnTo>
                <a:lnTo>
                  <a:pt x="152412" y="557784"/>
                </a:lnTo>
                <a:lnTo>
                  <a:pt x="143268" y="557784"/>
                </a:lnTo>
                <a:lnTo>
                  <a:pt x="138696" y="554736"/>
                </a:lnTo>
                <a:lnTo>
                  <a:pt x="131076" y="547116"/>
                </a:lnTo>
                <a:lnTo>
                  <a:pt x="129552" y="539496"/>
                </a:lnTo>
                <a:lnTo>
                  <a:pt x="129552" y="527304"/>
                </a:lnTo>
                <a:lnTo>
                  <a:pt x="121932" y="527304"/>
                </a:lnTo>
                <a:lnTo>
                  <a:pt x="121932" y="632460"/>
                </a:lnTo>
                <a:lnTo>
                  <a:pt x="129552" y="632460"/>
                </a:lnTo>
                <a:lnTo>
                  <a:pt x="129552" y="623316"/>
                </a:lnTo>
                <a:lnTo>
                  <a:pt x="131076" y="615696"/>
                </a:lnTo>
                <a:lnTo>
                  <a:pt x="185940" y="585216"/>
                </a:lnTo>
                <a:lnTo>
                  <a:pt x="285000" y="630936"/>
                </a:lnTo>
                <a:lnTo>
                  <a:pt x="155460" y="681228"/>
                </a:lnTo>
                <a:lnTo>
                  <a:pt x="149364" y="682752"/>
                </a:lnTo>
                <a:lnTo>
                  <a:pt x="140220" y="682752"/>
                </a:lnTo>
                <a:lnTo>
                  <a:pt x="135648" y="681228"/>
                </a:lnTo>
                <a:lnTo>
                  <a:pt x="134124" y="678180"/>
                </a:lnTo>
                <a:lnTo>
                  <a:pt x="131076" y="676656"/>
                </a:lnTo>
                <a:lnTo>
                  <a:pt x="129552" y="670560"/>
                </a:lnTo>
                <a:lnTo>
                  <a:pt x="129552" y="661416"/>
                </a:lnTo>
                <a:lnTo>
                  <a:pt x="121932" y="661416"/>
                </a:lnTo>
                <a:lnTo>
                  <a:pt x="121932" y="755904"/>
                </a:lnTo>
                <a:lnTo>
                  <a:pt x="129552" y="755904"/>
                </a:lnTo>
                <a:lnTo>
                  <a:pt x="131076" y="746760"/>
                </a:lnTo>
                <a:lnTo>
                  <a:pt x="134124" y="739140"/>
                </a:lnTo>
                <a:lnTo>
                  <a:pt x="349008" y="649224"/>
                </a:lnTo>
                <a:lnTo>
                  <a:pt x="349008" y="643128"/>
                </a:lnTo>
                <a:lnTo>
                  <a:pt x="205752" y="577596"/>
                </a:lnTo>
                <a:lnTo>
                  <a:pt x="349008" y="521208"/>
                </a:lnTo>
                <a:lnTo>
                  <a:pt x="349008" y="5135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80" name="Google Shape;3280;p57"/>
          <p:cNvGrpSpPr/>
          <p:nvPr/>
        </p:nvGrpSpPr>
        <p:grpSpPr>
          <a:xfrm>
            <a:off x="1255775" y="5657088"/>
            <a:ext cx="349250" cy="448056"/>
            <a:chOff x="1255775" y="5657088"/>
            <a:chExt cx="349250" cy="448056"/>
          </a:xfrm>
        </p:grpSpPr>
        <p:sp>
          <p:nvSpPr>
            <p:cNvPr id="3281" name="Google Shape;3281;p57"/>
            <p:cNvSpPr/>
            <p:nvPr/>
          </p:nvSpPr>
          <p:spPr>
            <a:xfrm>
              <a:off x="1255775" y="5876544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176783" y="153924"/>
                  </a:moveTo>
                  <a:lnTo>
                    <a:pt x="160019" y="153924"/>
                  </a:lnTo>
                  <a:lnTo>
                    <a:pt x="140898" y="137398"/>
                  </a:lnTo>
                  <a:lnTo>
                    <a:pt x="127063" y="120015"/>
                  </a:lnTo>
                  <a:lnTo>
                    <a:pt x="118657" y="102060"/>
                  </a:lnTo>
                  <a:lnTo>
                    <a:pt x="115824" y="83820"/>
                  </a:lnTo>
                  <a:lnTo>
                    <a:pt x="117459" y="68222"/>
                  </a:lnTo>
                  <a:lnTo>
                    <a:pt x="117562" y="67246"/>
                  </a:lnTo>
                  <a:lnTo>
                    <a:pt x="144780" y="24384"/>
                  </a:lnTo>
                  <a:lnTo>
                    <a:pt x="178689" y="5905"/>
                  </a:lnTo>
                  <a:lnTo>
                    <a:pt x="224028" y="0"/>
                  </a:lnTo>
                  <a:lnTo>
                    <a:pt x="251412" y="2309"/>
                  </a:lnTo>
                  <a:lnTo>
                    <a:pt x="276225" y="9334"/>
                  </a:lnTo>
                  <a:lnTo>
                    <a:pt x="298180" y="21216"/>
                  </a:lnTo>
                  <a:lnTo>
                    <a:pt x="316991" y="38100"/>
                  </a:lnTo>
                  <a:lnTo>
                    <a:pt x="318214" y="39624"/>
                  </a:lnTo>
                  <a:lnTo>
                    <a:pt x="239268" y="39624"/>
                  </a:lnTo>
                  <a:lnTo>
                    <a:pt x="218955" y="40767"/>
                  </a:lnTo>
                  <a:lnTo>
                    <a:pt x="173736" y="57912"/>
                  </a:lnTo>
                  <a:lnTo>
                    <a:pt x="152304" y="90058"/>
                  </a:lnTo>
                  <a:lnTo>
                    <a:pt x="150881" y="102060"/>
                  </a:lnTo>
                  <a:lnTo>
                    <a:pt x="151125" y="107442"/>
                  </a:lnTo>
                  <a:lnTo>
                    <a:pt x="151185" y="108727"/>
                  </a:lnTo>
                  <a:lnTo>
                    <a:pt x="152086" y="114300"/>
                  </a:lnTo>
                  <a:lnTo>
                    <a:pt x="152209" y="115062"/>
                  </a:lnTo>
                  <a:lnTo>
                    <a:pt x="154019" y="121158"/>
                  </a:lnTo>
                  <a:lnTo>
                    <a:pt x="154090" y="121396"/>
                  </a:lnTo>
                  <a:lnTo>
                    <a:pt x="156972" y="128016"/>
                  </a:lnTo>
                  <a:lnTo>
                    <a:pt x="159853" y="133135"/>
                  </a:lnTo>
                  <a:lnTo>
                    <a:pt x="164020" y="139255"/>
                  </a:lnTo>
                  <a:lnTo>
                    <a:pt x="169616" y="146232"/>
                  </a:lnTo>
                  <a:lnTo>
                    <a:pt x="176783" y="153924"/>
                  </a:lnTo>
                  <a:close/>
                </a:path>
                <a:path extrusionOk="0" h="228600" w="349250">
                  <a:moveTo>
                    <a:pt x="27432" y="228600"/>
                  </a:moveTo>
                  <a:lnTo>
                    <a:pt x="0" y="163068"/>
                  </a:lnTo>
                  <a:lnTo>
                    <a:pt x="0" y="153924"/>
                  </a:lnTo>
                  <a:lnTo>
                    <a:pt x="309372" y="153924"/>
                  </a:lnTo>
                  <a:lnTo>
                    <a:pt x="314801" y="147089"/>
                  </a:lnTo>
                  <a:lnTo>
                    <a:pt x="333232" y="107442"/>
                  </a:lnTo>
                  <a:lnTo>
                    <a:pt x="333643" y="102060"/>
                  </a:lnTo>
                  <a:lnTo>
                    <a:pt x="333756" y="100584"/>
                  </a:lnTo>
                  <a:lnTo>
                    <a:pt x="309372" y="57912"/>
                  </a:lnTo>
                  <a:lnTo>
                    <a:pt x="260723" y="40767"/>
                  </a:lnTo>
                  <a:lnTo>
                    <a:pt x="239268" y="39624"/>
                  </a:lnTo>
                  <a:lnTo>
                    <a:pt x="318214" y="39624"/>
                  </a:lnTo>
                  <a:lnTo>
                    <a:pt x="330993" y="55554"/>
                  </a:lnTo>
                  <a:lnTo>
                    <a:pt x="340995" y="73723"/>
                  </a:lnTo>
                  <a:lnTo>
                    <a:pt x="346995" y="92749"/>
                  </a:lnTo>
                  <a:lnTo>
                    <a:pt x="348996" y="112776"/>
                  </a:lnTo>
                  <a:lnTo>
                    <a:pt x="348601" y="120015"/>
                  </a:lnTo>
                  <a:lnTo>
                    <a:pt x="348526" y="121396"/>
                  </a:lnTo>
                  <a:lnTo>
                    <a:pt x="348448" y="122824"/>
                  </a:lnTo>
                  <a:lnTo>
                    <a:pt x="346900" y="132588"/>
                  </a:lnTo>
                  <a:lnTo>
                    <a:pt x="344495" y="142351"/>
                  </a:lnTo>
                  <a:lnTo>
                    <a:pt x="341376" y="152400"/>
                  </a:lnTo>
                  <a:lnTo>
                    <a:pt x="338304" y="162687"/>
                  </a:lnTo>
                  <a:lnTo>
                    <a:pt x="333946" y="172974"/>
                  </a:lnTo>
                  <a:lnTo>
                    <a:pt x="328731" y="183261"/>
                  </a:lnTo>
                  <a:lnTo>
                    <a:pt x="323087" y="193548"/>
                  </a:lnTo>
                  <a:lnTo>
                    <a:pt x="77451" y="193548"/>
                  </a:lnTo>
                  <a:lnTo>
                    <a:pt x="61912" y="193738"/>
                  </a:lnTo>
                  <a:lnTo>
                    <a:pt x="52030" y="194190"/>
                  </a:lnTo>
                  <a:lnTo>
                    <a:pt x="45720" y="195072"/>
                  </a:lnTo>
                  <a:lnTo>
                    <a:pt x="39624" y="195072"/>
                  </a:lnTo>
                  <a:lnTo>
                    <a:pt x="36576" y="198120"/>
                  </a:lnTo>
                  <a:lnTo>
                    <a:pt x="33528" y="199644"/>
                  </a:lnTo>
                  <a:lnTo>
                    <a:pt x="30480" y="205740"/>
                  </a:lnTo>
                  <a:lnTo>
                    <a:pt x="30480" y="213360"/>
                  </a:lnTo>
                  <a:lnTo>
                    <a:pt x="32004" y="217932"/>
                  </a:lnTo>
                  <a:lnTo>
                    <a:pt x="35052" y="225552"/>
                  </a:lnTo>
                  <a:lnTo>
                    <a:pt x="27432" y="22860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82" name="Google Shape;3282;p57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371645" y="5657088"/>
              <a:ext cx="233126" cy="18745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283" name="Google Shape;3283;p57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371980" y="5301996"/>
            <a:ext cx="232791" cy="201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84" name="Google Shape;3284;p57"/>
          <p:cNvGrpSpPr/>
          <p:nvPr/>
        </p:nvGrpSpPr>
        <p:grpSpPr>
          <a:xfrm>
            <a:off x="1255775" y="4475988"/>
            <a:ext cx="448309" cy="691895"/>
            <a:chOff x="1255775" y="4475988"/>
            <a:chExt cx="448309" cy="691895"/>
          </a:xfrm>
        </p:grpSpPr>
        <p:sp>
          <p:nvSpPr>
            <p:cNvPr id="3285" name="Google Shape;3285;p57"/>
            <p:cNvSpPr/>
            <p:nvPr/>
          </p:nvSpPr>
          <p:spPr>
            <a:xfrm>
              <a:off x="1371600" y="4794503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9372"/>
                  </a:lnTo>
                  <a:lnTo>
                    <a:pt x="0" y="298704"/>
                  </a:lnTo>
                  <a:lnTo>
                    <a:pt x="45719" y="298704"/>
                  </a:lnTo>
                  <a:lnTo>
                    <a:pt x="18288" y="271272"/>
                  </a:lnTo>
                  <a:lnTo>
                    <a:pt x="1143" y="235458"/>
                  </a:lnTo>
                  <a:lnTo>
                    <a:pt x="0" y="222504"/>
                  </a:lnTo>
                  <a:lnTo>
                    <a:pt x="619" y="212740"/>
                  </a:lnTo>
                  <a:lnTo>
                    <a:pt x="26098" y="175260"/>
                  </a:lnTo>
                  <a:lnTo>
                    <a:pt x="45719" y="167640"/>
                  </a:lnTo>
                  <a:lnTo>
                    <a:pt x="33147" y="155638"/>
                  </a:lnTo>
                  <a:lnTo>
                    <a:pt x="5143" y="118229"/>
                  </a:lnTo>
                  <a:lnTo>
                    <a:pt x="0" y="91440"/>
                  </a:lnTo>
                  <a:lnTo>
                    <a:pt x="571" y="82819"/>
                  </a:lnTo>
                  <a:lnTo>
                    <a:pt x="20764" y="48577"/>
                  </a:lnTo>
                  <a:lnTo>
                    <a:pt x="68318" y="34051"/>
                  </a:lnTo>
                  <a:lnTo>
                    <a:pt x="186237" y="33480"/>
                  </a:lnTo>
                  <a:lnTo>
                    <a:pt x="194119" y="33147"/>
                  </a:lnTo>
                  <a:lnTo>
                    <a:pt x="214883" y="21336"/>
                  </a:lnTo>
                  <a:lnTo>
                    <a:pt x="217931" y="18288"/>
                  </a:lnTo>
                  <a:lnTo>
                    <a:pt x="219456" y="10668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3359" y="82296"/>
                  </a:lnTo>
                  <a:lnTo>
                    <a:pt x="210311" y="79248"/>
                  </a:lnTo>
                  <a:lnTo>
                    <a:pt x="205740" y="76200"/>
                  </a:lnTo>
                  <a:lnTo>
                    <a:pt x="201168" y="74676"/>
                  </a:lnTo>
                  <a:lnTo>
                    <a:pt x="198119" y="74676"/>
                  </a:lnTo>
                  <a:lnTo>
                    <a:pt x="188976" y="73152"/>
                  </a:lnTo>
                  <a:lnTo>
                    <a:pt x="82296" y="73152"/>
                  </a:lnTo>
                  <a:lnTo>
                    <a:pt x="69699" y="73699"/>
                  </a:lnTo>
                  <a:lnTo>
                    <a:pt x="32575" y="92392"/>
                  </a:lnTo>
                  <a:lnTo>
                    <a:pt x="28956" y="109728"/>
                  </a:lnTo>
                  <a:lnTo>
                    <a:pt x="29265" y="116347"/>
                  </a:lnTo>
                  <a:lnTo>
                    <a:pt x="50482" y="157281"/>
                  </a:lnTo>
                  <a:lnTo>
                    <a:pt x="57912" y="166116"/>
                  </a:lnTo>
                  <a:lnTo>
                    <a:pt x="60960" y="166116"/>
                  </a:lnTo>
                  <a:lnTo>
                    <a:pt x="71628" y="164592"/>
                  </a:lnTo>
                  <a:lnTo>
                    <a:pt x="176783" y="164592"/>
                  </a:lnTo>
                  <a:lnTo>
                    <a:pt x="217931" y="149352"/>
                  </a:lnTo>
                  <a:lnTo>
                    <a:pt x="219456" y="141732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8600"/>
                  </a:lnTo>
                  <a:lnTo>
                    <a:pt x="217931" y="219456"/>
                  </a:lnTo>
                  <a:lnTo>
                    <a:pt x="211836" y="210312"/>
                  </a:lnTo>
                  <a:lnTo>
                    <a:pt x="207264" y="207264"/>
                  </a:lnTo>
                  <a:lnTo>
                    <a:pt x="201168" y="205740"/>
                  </a:lnTo>
                  <a:lnTo>
                    <a:pt x="198119" y="205740"/>
                  </a:lnTo>
                  <a:lnTo>
                    <a:pt x="190500" y="204216"/>
                  </a:lnTo>
                  <a:lnTo>
                    <a:pt x="82296" y="204216"/>
                  </a:lnTo>
                  <a:lnTo>
                    <a:pt x="69675" y="204787"/>
                  </a:lnTo>
                  <a:lnTo>
                    <a:pt x="32385" y="225552"/>
                  </a:lnTo>
                  <a:lnTo>
                    <a:pt x="28956" y="242316"/>
                  </a:lnTo>
                  <a:lnTo>
                    <a:pt x="29265" y="249150"/>
                  </a:lnTo>
                  <a:lnTo>
                    <a:pt x="46482" y="286321"/>
                  </a:lnTo>
                  <a:lnTo>
                    <a:pt x="57912" y="298704"/>
                  </a:lnTo>
                  <a:lnTo>
                    <a:pt x="186451" y="298656"/>
                  </a:lnTo>
                  <a:lnTo>
                    <a:pt x="194691" y="298323"/>
                  </a:lnTo>
                  <a:lnTo>
                    <a:pt x="201215" y="297418"/>
                  </a:lnTo>
                  <a:lnTo>
                    <a:pt x="205740" y="295656"/>
                  </a:lnTo>
                  <a:lnTo>
                    <a:pt x="210311" y="294132"/>
                  </a:lnTo>
                  <a:lnTo>
                    <a:pt x="213359" y="291084"/>
                  </a:lnTo>
                  <a:lnTo>
                    <a:pt x="214883" y="288036"/>
                  </a:lnTo>
                  <a:lnTo>
                    <a:pt x="217931" y="283464"/>
                  </a:lnTo>
                  <a:lnTo>
                    <a:pt x="219456" y="27584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62712"/>
                  </a:lnTo>
                  <a:lnTo>
                    <a:pt x="217931" y="355092"/>
                  </a:lnTo>
                  <a:lnTo>
                    <a:pt x="214883" y="350520"/>
                  </a:lnTo>
                  <a:lnTo>
                    <a:pt x="213359" y="347472"/>
                  </a:lnTo>
                  <a:lnTo>
                    <a:pt x="210311" y="344424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76152" y="338589"/>
                  </a:lnTo>
                  <a:lnTo>
                    <a:pt x="62484" y="339280"/>
                  </a:lnTo>
                  <a:lnTo>
                    <a:pt x="52244" y="340256"/>
                  </a:lnTo>
                  <a:lnTo>
                    <a:pt x="45719" y="341376"/>
                  </a:lnTo>
                  <a:lnTo>
                    <a:pt x="39624" y="341376"/>
                  </a:lnTo>
                  <a:lnTo>
                    <a:pt x="36576" y="344424"/>
                  </a:lnTo>
                  <a:lnTo>
                    <a:pt x="33528" y="345948"/>
                  </a:lnTo>
                  <a:lnTo>
                    <a:pt x="30480" y="352044"/>
                  </a:lnTo>
                  <a:lnTo>
                    <a:pt x="30480" y="359664"/>
                  </a:lnTo>
                  <a:lnTo>
                    <a:pt x="32004" y="364236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286" name="Google Shape;3286;p57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371883" y="4571999"/>
              <a:ext cx="232888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87" name="Google Shape;3287;p57"/>
            <p:cNvSpPr/>
            <p:nvPr/>
          </p:nvSpPr>
          <p:spPr>
            <a:xfrm>
              <a:off x="1255775" y="4475988"/>
              <a:ext cx="448309" cy="134620"/>
            </a:xfrm>
            <a:custGeom>
              <a:rect b="b" l="l" r="r" t="t"/>
              <a:pathLst>
                <a:path extrusionOk="0" h="134620" w="448310">
                  <a:moveTo>
                    <a:pt x="30480" y="48768"/>
                  </a:moveTo>
                  <a:lnTo>
                    <a:pt x="16764" y="48768"/>
                  </a:lnTo>
                  <a:lnTo>
                    <a:pt x="10668" y="47244"/>
                  </a:lnTo>
                  <a:lnTo>
                    <a:pt x="6096" y="42672"/>
                  </a:lnTo>
                  <a:lnTo>
                    <a:pt x="1524" y="36576"/>
                  </a:lnTo>
                  <a:lnTo>
                    <a:pt x="0" y="32004"/>
                  </a:lnTo>
                  <a:lnTo>
                    <a:pt x="0" y="18288"/>
                  </a:lnTo>
                  <a:lnTo>
                    <a:pt x="1524" y="12192"/>
                  </a:lnTo>
                  <a:lnTo>
                    <a:pt x="10668" y="3048"/>
                  </a:lnTo>
                  <a:lnTo>
                    <a:pt x="16764" y="0"/>
                  </a:lnTo>
                  <a:lnTo>
                    <a:pt x="30480" y="0"/>
                  </a:lnTo>
                  <a:lnTo>
                    <a:pt x="36576" y="3048"/>
                  </a:lnTo>
                  <a:lnTo>
                    <a:pt x="45720" y="12192"/>
                  </a:lnTo>
                  <a:lnTo>
                    <a:pt x="48768" y="18288"/>
                  </a:lnTo>
                  <a:lnTo>
                    <a:pt x="48768" y="32004"/>
                  </a:lnTo>
                  <a:lnTo>
                    <a:pt x="45720" y="36576"/>
                  </a:lnTo>
                  <a:lnTo>
                    <a:pt x="41148" y="42672"/>
                  </a:lnTo>
                  <a:lnTo>
                    <a:pt x="36576" y="47244"/>
                  </a:lnTo>
                  <a:lnTo>
                    <a:pt x="30480" y="48768"/>
                  </a:lnTo>
                  <a:close/>
                </a:path>
                <a:path extrusionOk="0" h="134620" w="448310">
                  <a:moveTo>
                    <a:pt x="143256" y="79248"/>
                  </a:moveTo>
                  <a:lnTo>
                    <a:pt x="115824" y="15240"/>
                  </a:lnTo>
                  <a:lnTo>
                    <a:pt x="115824" y="4572"/>
                  </a:lnTo>
                  <a:lnTo>
                    <a:pt x="336804" y="4572"/>
                  </a:lnTo>
                  <a:lnTo>
                    <a:pt x="362759" y="6024"/>
                  </a:lnTo>
                  <a:lnTo>
                    <a:pt x="404955" y="18073"/>
                  </a:lnTo>
                  <a:lnTo>
                    <a:pt x="433826" y="44196"/>
                  </a:lnTo>
                  <a:lnTo>
                    <a:pt x="208788" y="44196"/>
                  </a:lnTo>
                  <a:lnTo>
                    <a:pt x="191976" y="44457"/>
                  </a:lnTo>
                  <a:lnTo>
                    <a:pt x="178307" y="45148"/>
                  </a:lnTo>
                  <a:lnTo>
                    <a:pt x="168068" y="46124"/>
                  </a:lnTo>
                  <a:lnTo>
                    <a:pt x="161544" y="47244"/>
                  </a:lnTo>
                  <a:lnTo>
                    <a:pt x="155448" y="47244"/>
                  </a:lnTo>
                  <a:lnTo>
                    <a:pt x="152400" y="48768"/>
                  </a:lnTo>
                  <a:lnTo>
                    <a:pt x="147828" y="53340"/>
                  </a:lnTo>
                  <a:lnTo>
                    <a:pt x="146304" y="56388"/>
                  </a:lnTo>
                  <a:lnTo>
                    <a:pt x="146304" y="65532"/>
                  </a:lnTo>
                  <a:lnTo>
                    <a:pt x="147828" y="70104"/>
                  </a:lnTo>
                  <a:lnTo>
                    <a:pt x="150876" y="76200"/>
                  </a:lnTo>
                  <a:lnTo>
                    <a:pt x="143256" y="79248"/>
                  </a:lnTo>
                  <a:close/>
                </a:path>
                <a:path extrusionOk="0" h="134620" w="448310">
                  <a:moveTo>
                    <a:pt x="428244" y="134112"/>
                  </a:moveTo>
                  <a:lnTo>
                    <a:pt x="417576" y="134112"/>
                  </a:lnTo>
                  <a:lnTo>
                    <a:pt x="411480" y="132588"/>
                  </a:lnTo>
                  <a:lnTo>
                    <a:pt x="408432" y="128016"/>
                  </a:lnTo>
                  <a:lnTo>
                    <a:pt x="403859" y="124968"/>
                  </a:lnTo>
                  <a:lnTo>
                    <a:pt x="402335" y="120396"/>
                  </a:lnTo>
                  <a:lnTo>
                    <a:pt x="402335" y="106680"/>
                  </a:lnTo>
                  <a:lnTo>
                    <a:pt x="405383" y="102012"/>
                  </a:lnTo>
                  <a:lnTo>
                    <a:pt x="405383" y="99060"/>
                  </a:lnTo>
                  <a:lnTo>
                    <a:pt x="409956" y="92964"/>
                  </a:lnTo>
                  <a:lnTo>
                    <a:pt x="417576" y="85344"/>
                  </a:lnTo>
                  <a:lnTo>
                    <a:pt x="423672" y="77724"/>
                  </a:lnTo>
                  <a:lnTo>
                    <a:pt x="428244" y="71628"/>
                  </a:lnTo>
                  <a:lnTo>
                    <a:pt x="428244" y="62484"/>
                  </a:lnTo>
                  <a:lnTo>
                    <a:pt x="392620" y="45148"/>
                  </a:lnTo>
                  <a:lnTo>
                    <a:pt x="364235" y="44196"/>
                  </a:lnTo>
                  <a:lnTo>
                    <a:pt x="433826" y="44196"/>
                  </a:lnTo>
                  <a:lnTo>
                    <a:pt x="441198" y="56769"/>
                  </a:lnTo>
                  <a:lnTo>
                    <a:pt x="446341" y="73104"/>
                  </a:lnTo>
                  <a:lnTo>
                    <a:pt x="448056" y="91440"/>
                  </a:lnTo>
                  <a:lnTo>
                    <a:pt x="447484" y="102012"/>
                  </a:lnTo>
                  <a:lnTo>
                    <a:pt x="445770" y="110871"/>
                  </a:lnTo>
                  <a:lnTo>
                    <a:pt x="442912" y="118014"/>
                  </a:lnTo>
                  <a:lnTo>
                    <a:pt x="438912" y="123444"/>
                  </a:lnTo>
                  <a:lnTo>
                    <a:pt x="434340" y="131064"/>
                  </a:lnTo>
                  <a:lnTo>
                    <a:pt x="428244" y="1341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8" name="Google Shape;3288;p57"/>
          <p:cNvGrpSpPr/>
          <p:nvPr/>
        </p:nvGrpSpPr>
        <p:grpSpPr>
          <a:xfrm>
            <a:off x="1371600" y="4020311"/>
            <a:ext cx="233172" cy="397763"/>
            <a:chOff x="1371600" y="4020311"/>
            <a:chExt cx="233172" cy="397763"/>
          </a:xfrm>
        </p:grpSpPr>
        <p:pic>
          <p:nvPicPr>
            <p:cNvPr id="3289" name="Google Shape;3289;p57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371600" y="4204715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90" name="Google Shape;3290;p5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371600" y="4020311"/>
              <a:ext cx="227075" cy="16306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291" name="Google Shape;3291;p57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255775" y="2257044"/>
            <a:ext cx="448055" cy="16459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92" name="Google Shape;3292;p57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293" name="Google Shape;3293;p57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94" name="Google Shape;3294;p57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295" name="Google Shape;3295;p57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6" name="Google Shape;3296;p57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97" name="Google Shape;3297;p57"/>
          <p:cNvGrpSpPr/>
          <p:nvPr/>
        </p:nvGrpSpPr>
        <p:grpSpPr>
          <a:xfrm>
            <a:off x="6655307" y="1764792"/>
            <a:ext cx="117348" cy="153923"/>
            <a:chOff x="6655307" y="1764792"/>
            <a:chExt cx="117348" cy="153923"/>
          </a:xfrm>
        </p:grpSpPr>
        <p:pic>
          <p:nvPicPr>
            <p:cNvPr id="3298" name="Google Shape;3298;p57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6656832" y="1844040"/>
              <a:ext cx="115823" cy="746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299" name="Google Shape;3299;p57"/>
            <p:cNvSpPr/>
            <p:nvPr/>
          </p:nvSpPr>
          <p:spPr>
            <a:xfrm>
              <a:off x="6655307" y="1764792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4384" y="41147"/>
                  </a:lnTo>
                  <a:lnTo>
                    <a:pt x="22859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1252" y="10667"/>
                  </a:lnTo>
                  <a:lnTo>
                    <a:pt x="112775" y="7619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300" name="Google Shape;3300;p57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1761744" y="2566416"/>
            <a:ext cx="4425695" cy="59847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04" name="Shape 3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05" name="Google Shape;3305;p58"/>
          <p:cNvGrpSpPr/>
          <p:nvPr/>
        </p:nvGrpSpPr>
        <p:grpSpPr>
          <a:xfrm>
            <a:off x="1446276" y="5492496"/>
            <a:ext cx="334009" cy="1256284"/>
            <a:chOff x="1446276" y="5492496"/>
            <a:chExt cx="334009" cy="1256284"/>
          </a:xfrm>
        </p:grpSpPr>
        <p:sp>
          <p:nvSpPr>
            <p:cNvPr id="3306" name="Google Shape;3306;p58"/>
            <p:cNvSpPr/>
            <p:nvPr/>
          </p:nvSpPr>
          <p:spPr>
            <a:xfrm>
              <a:off x="1446276" y="6499860"/>
              <a:ext cx="327660" cy="248920"/>
            </a:xfrm>
            <a:custGeom>
              <a:rect b="b" l="l" r="r" t="t"/>
              <a:pathLst>
                <a:path extrusionOk="0" h="248920" w="327660">
                  <a:moveTo>
                    <a:pt x="7619" y="248412"/>
                  </a:moveTo>
                  <a:lnTo>
                    <a:pt x="0" y="248412"/>
                  </a:lnTo>
                  <a:lnTo>
                    <a:pt x="81" y="126492"/>
                  </a:lnTo>
                  <a:lnTo>
                    <a:pt x="5150" y="73152"/>
                  </a:lnTo>
                  <a:lnTo>
                    <a:pt x="21526" y="36385"/>
                  </a:lnTo>
                  <a:lnTo>
                    <a:pt x="51363" y="9644"/>
                  </a:lnTo>
                  <a:lnTo>
                    <a:pt x="91439" y="0"/>
                  </a:lnTo>
                  <a:lnTo>
                    <a:pt x="110894" y="1690"/>
                  </a:lnTo>
                  <a:lnTo>
                    <a:pt x="156971" y="25908"/>
                  </a:lnTo>
                  <a:lnTo>
                    <a:pt x="174029" y="54864"/>
                  </a:lnTo>
                  <a:lnTo>
                    <a:pt x="96011" y="54864"/>
                  </a:lnTo>
                  <a:lnTo>
                    <a:pt x="85748" y="55435"/>
                  </a:lnTo>
                  <a:lnTo>
                    <a:pt x="47815" y="68246"/>
                  </a:lnTo>
                  <a:lnTo>
                    <a:pt x="22097" y="105346"/>
                  </a:lnTo>
                  <a:lnTo>
                    <a:pt x="20049" y="119657"/>
                  </a:lnTo>
                  <a:lnTo>
                    <a:pt x="20097" y="130587"/>
                  </a:lnTo>
                  <a:lnTo>
                    <a:pt x="20827" y="137160"/>
                  </a:lnTo>
                  <a:lnTo>
                    <a:pt x="20954" y="138303"/>
                  </a:lnTo>
                  <a:lnTo>
                    <a:pt x="22334" y="146304"/>
                  </a:lnTo>
                  <a:lnTo>
                    <a:pt x="22383" y="146589"/>
                  </a:lnTo>
                  <a:lnTo>
                    <a:pt x="24314" y="155138"/>
                  </a:lnTo>
                  <a:lnTo>
                    <a:pt x="24383" y="155448"/>
                  </a:lnTo>
                  <a:lnTo>
                    <a:pt x="327660" y="155448"/>
                  </a:lnTo>
                  <a:lnTo>
                    <a:pt x="327660" y="201168"/>
                  </a:lnTo>
                  <a:lnTo>
                    <a:pt x="57911" y="201168"/>
                  </a:lnTo>
                  <a:lnTo>
                    <a:pt x="45295" y="201453"/>
                  </a:lnTo>
                  <a:lnTo>
                    <a:pt x="44501" y="201453"/>
                  </a:lnTo>
                  <a:lnTo>
                    <a:pt x="33146" y="202501"/>
                  </a:lnTo>
                  <a:lnTo>
                    <a:pt x="7619" y="236220"/>
                  </a:lnTo>
                  <a:lnTo>
                    <a:pt x="7619" y="248412"/>
                  </a:lnTo>
                  <a:close/>
                </a:path>
                <a:path extrusionOk="0" h="248920" w="327660">
                  <a:moveTo>
                    <a:pt x="175259" y="155448"/>
                  </a:moveTo>
                  <a:lnTo>
                    <a:pt x="160019" y="155448"/>
                  </a:lnTo>
                  <a:lnTo>
                    <a:pt x="161496" y="146589"/>
                  </a:lnTo>
                  <a:lnTo>
                    <a:pt x="161543" y="146304"/>
                  </a:lnTo>
                  <a:lnTo>
                    <a:pt x="163020" y="140398"/>
                  </a:lnTo>
                  <a:lnTo>
                    <a:pt x="164591" y="132588"/>
                  </a:lnTo>
                  <a:lnTo>
                    <a:pt x="164591" y="115824"/>
                  </a:lnTo>
                  <a:lnTo>
                    <a:pt x="163448" y="103798"/>
                  </a:lnTo>
                  <a:lnTo>
                    <a:pt x="135445" y="65151"/>
                  </a:lnTo>
                  <a:lnTo>
                    <a:pt x="96011" y="54864"/>
                  </a:lnTo>
                  <a:lnTo>
                    <a:pt x="174029" y="54864"/>
                  </a:lnTo>
                  <a:lnTo>
                    <a:pt x="175450" y="58102"/>
                  </a:lnTo>
                  <a:lnTo>
                    <a:pt x="179903" y="77985"/>
                  </a:lnTo>
                  <a:lnTo>
                    <a:pt x="181355" y="100584"/>
                  </a:lnTo>
                  <a:lnTo>
                    <a:pt x="181292" y="108084"/>
                  </a:lnTo>
                  <a:lnTo>
                    <a:pt x="181165" y="112966"/>
                  </a:lnTo>
                  <a:lnTo>
                    <a:pt x="180713" y="119657"/>
                  </a:lnTo>
                  <a:lnTo>
                    <a:pt x="179831" y="126492"/>
                  </a:lnTo>
                  <a:lnTo>
                    <a:pt x="177577" y="140208"/>
                  </a:lnTo>
                  <a:lnTo>
                    <a:pt x="176402" y="147708"/>
                  </a:lnTo>
                  <a:lnTo>
                    <a:pt x="175305" y="155138"/>
                  </a:lnTo>
                  <a:lnTo>
                    <a:pt x="175259" y="155448"/>
                  </a:lnTo>
                  <a:close/>
                </a:path>
                <a:path extrusionOk="0" h="248920" w="327660">
                  <a:moveTo>
                    <a:pt x="327660" y="155448"/>
                  </a:moveTo>
                  <a:lnTo>
                    <a:pt x="269747" y="155448"/>
                  </a:lnTo>
                  <a:lnTo>
                    <a:pt x="284297" y="155138"/>
                  </a:lnTo>
                  <a:lnTo>
                    <a:pt x="295846" y="154114"/>
                  </a:lnTo>
                  <a:lnTo>
                    <a:pt x="319365" y="129540"/>
                  </a:lnTo>
                  <a:lnTo>
                    <a:pt x="319444" y="129206"/>
                  </a:lnTo>
                  <a:lnTo>
                    <a:pt x="320040" y="120396"/>
                  </a:lnTo>
                  <a:lnTo>
                    <a:pt x="320040" y="108084"/>
                  </a:lnTo>
                  <a:lnTo>
                    <a:pt x="327660" y="108084"/>
                  </a:lnTo>
                  <a:lnTo>
                    <a:pt x="327660" y="155448"/>
                  </a:lnTo>
                  <a:close/>
                </a:path>
                <a:path extrusionOk="0" h="248920" w="327660">
                  <a:moveTo>
                    <a:pt x="327660" y="248412"/>
                  </a:moveTo>
                  <a:lnTo>
                    <a:pt x="320040" y="248412"/>
                  </a:lnTo>
                  <a:lnTo>
                    <a:pt x="320040" y="236220"/>
                  </a:lnTo>
                  <a:lnTo>
                    <a:pt x="319260" y="227409"/>
                  </a:lnTo>
                  <a:lnTo>
                    <a:pt x="283178" y="201453"/>
                  </a:lnTo>
                  <a:lnTo>
                    <a:pt x="269747" y="201168"/>
                  </a:lnTo>
                  <a:lnTo>
                    <a:pt x="327660" y="201168"/>
                  </a:lnTo>
                  <a:lnTo>
                    <a:pt x="327660" y="2484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07" name="Google Shape;3307;p58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60" y="6249923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08" name="Google Shape;3308;p58"/>
            <p:cNvSpPr/>
            <p:nvPr/>
          </p:nvSpPr>
          <p:spPr>
            <a:xfrm>
              <a:off x="1552956" y="5882640"/>
              <a:ext cx="227329" cy="347980"/>
            </a:xfrm>
            <a:custGeom>
              <a:rect b="b" l="l" r="r" t="t"/>
              <a:pathLst>
                <a:path extrusionOk="0" h="347979" w="227330">
                  <a:moveTo>
                    <a:pt x="7619" y="347472"/>
                  </a:moveTo>
                  <a:lnTo>
                    <a:pt x="0" y="347472"/>
                  </a:lnTo>
                  <a:lnTo>
                    <a:pt x="0" y="252984"/>
                  </a:lnTo>
                  <a:lnTo>
                    <a:pt x="7619" y="252984"/>
                  </a:lnTo>
                  <a:lnTo>
                    <a:pt x="9143" y="262128"/>
                  </a:lnTo>
                  <a:lnTo>
                    <a:pt x="10667" y="266700"/>
                  </a:lnTo>
                  <a:lnTo>
                    <a:pt x="12191" y="269748"/>
                  </a:lnTo>
                  <a:lnTo>
                    <a:pt x="15239" y="272796"/>
                  </a:lnTo>
                  <a:lnTo>
                    <a:pt x="18287" y="274320"/>
                  </a:lnTo>
                  <a:lnTo>
                    <a:pt x="28955" y="274320"/>
                  </a:lnTo>
                  <a:lnTo>
                    <a:pt x="35051" y="272796"/>
                  </a:lnTo>
                  <a:lnTo>
                    <a:pt x="41147" y="269748"/>
                  </a:lnTo>
                  <a:lnTo>
                    <a:pt x="164591" y="222504"/>
                  </a:lnTo>
                  <a:lnTo>
                    <a:pt x="65531" y="175260"/>
                  </a:lnTo>
                  <a:lnTo>
                    <a:pt x="33527" y="188976"/>
                  </a:lnTo>
                  <a:lnTo>
                    <a:pt x="26336" y="191785"/>
                  </a:lnTo>
                  <a:lnTo>
                    <a:pt x="7619" y="224028"/>
                  </a:lnTo>
                  <a:lnTo>
                    <a:pt x="0" y="224028"/>
                  </a:lnTo>
                  <a:lnTo>
                    <a:pt x="0" y="118872"/>
                  </a:lnTo>
                  <a:lnTo>
                    <a:pt x="7619" y="118872"/>
                  </a:lnTo>
                  <a:lnTo>
                    <a:pt x="8810" y="126539"/>
                  </a:lnTo>
                  <a:lnTo>
                    <a:pt x="10286" y="133350"/>
                  </a:lnTo>
                  <a:lnTo>
                    <a:pt x="12334" y="139017"/>
                  </a:lnTo>
                  <a:lnTo>
                    <a:pt x="15239" y="143255"/>
                  </a:lnTo>
                  <a:lnTo>
                    <a:pt x="18287" y="146303"/>
                  </a:lnTo>
                  <a:lnTo>
                    <a:pt x="21335" y="147828"/>
                  </a:lnTo>
                  <a:lnTo>
                    <a:pt x="35051" y="147828"/>
                  </a:lnTo>
                  <a:lnTo>
                    <a:pt x="38099" y="146303"/>
                  </a:lnTo>
                  <a:lnTo>
                    <a:pt x="163067" y="96012"/>
                  </a:lnTo>
                  <a:lnTo>
                    <a:pt x="42671" y="50291"/>
                  </a:lnTo>
                  <a:lnTo>
                    <a:pt x="33527" y="47244"/>
                  </a:lnTo>
                  <a:lnTo>
                    <a:pt x="25907" y="45720"/>
                  </a:lnTo>
                  <a:lnTo>
                    <a:pt x="18287" y="45720"/>
                  </a:lnTo>
                  <a:lnTo>
                    <a:pt x="7619" y="68579"/>
                  </a:lnTo>
                  <a:lnTo>
                    <a:pt x="0" y="68579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1072" y="10358"/>
                  </a:lnTo>
                  <a:lnTo>
                    <a:pt x="16954" y="18859"/>
                  </a:lnTo>
                  <a:lnTo>
                    <a:pt x="25407" y="25931"/>
                  </a:lnTo>
                  <a:lnTo>
                    <a:pt x="36575" y="32004"/>
                  </a:lnTo>
                  <a:lnTo>
                    <a:pt x="227076" y="103632"/>
                  </a:lnTo>
                  <a:lnTo>
                    <a:pt x="227076" y="112776"/>
                  </a:lnTo>
                  <a:lnTo>
                    <a:pt x="85343" y="167640"/>
                  </a:lnTo>
                  <a:lnTo>
                    <a:pt x="227076" y="234696"/>
                  </a:lnTo>
                  <a:lnTo>
                    <a:pt x="227076" y="240792"/>
                  </a:lnTo>
                  <a:lnTo>
                    <a:pt x="42671" y="312420"/>
                  </a:lnTo>
                  <a:lnTo>
                    <a:pt x="10667" y="336804"/>
                  </a:lnTo>
                  <a:lnTo>
                    <a:pt x="7619" y="3474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09" name="Google Shape;3309;p5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5492496"/>
              <a:ext cx="233172" cy="3672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310" name="Google Shape;3310;p58"/>
          <p:cNvGrpSpPr/>
          <p:nvPr/>
        </p:nvGrpSpPr>
        <p:grpSpPr>
          <a:xfrm>
            <a:off x="1431023" y="3942588"/>
            <a:ext cx="448309" cy="1409700"/>
            <a:chOff x="1431023" y="3942588"/>
            <a:chExt cx="448309" cy="1409700"/>
          </a:xfrm>
        </p:grpSpPr>
        <p:sp>
          <p:nvSpPr>
            <p:cNvPr id="3311" name="Google Shape;3311;p58"/>
            <p:cNvSpPr/>
            <p:nvPr/>
          </p:nvSpPr>
          <p:spPr>
            <a:xfrm>
              <a:off x="1431036" y="5123688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813"/>
                  </a:lnTo>
                  <a:lnTo>
                    <a:pt x="287083" y="34290"/>
                  </a:lnTo>
                  <a:lnTo>
                    <a:pt x="296965" y="33766"/>
                  </a:lnTo>
                  <a:lnTo>
                    <a:pt x="303275" y="33528"/>
                  </a:lnTo>
                  <a:lnTo>
                    <a:pt x="309371" y="32004"/>
                  </a:lnTo>
                  <a:lnTo>
                    <a:pt x="312419" y="30480"/>
                  </a:lnTo>
                  <a:lnTo>
                    <a:pt x="315467" y="27432"/>
                  </a:lnTo>
                  <a:lnTo>
                    <a:pt x="318515" y="21336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1524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8268" y="74676"/>
                  </a:lnTo>
                  <a:lnTo>
                    <a:pt x="63245" y="74866"/>
                  </a:lnTo>
                  <a:lnTo>
                    <a:pt x="55575" y="75223"/>
                  </a:lnTo>
                  <a:lnTo>
                    <a:pt x="54210" y="75223"/>
                  </a:lnTo>
                  <a:lnTo>
                    <a:pt x="47243" y="76200"/>
                  </a:lnTo>
                  <a:lnTo>
                    <a:pt x="41147" y="77724"/>
                  </a:lnTo>
                  <a:lnTo>
                    <a:pt x="36790" y="79176"/>
                  </a:lnTo>
                  <a:lnTo>
                    <a:pt x="36647" y="79176"/>
                  </a:lnTo>
                  <a:lnTo>
                    <a:pt x="35052" y="80772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0789"/>
                  </a:lnTo>
                  <a:lnTo>
                    <a:pt x="155447" y="198120"/>
                  </a:lnTo>
                  <a:lnTo>
                    <a:pt x="125920" y="164592"/>
                  </a:lnTo>
                  <a:lnTo>
                    <a:pt x="115823" y="121920"/>
                  </a:lnTo>
                  <a:lnTo>
                    <a:pt x="117082" y="109728"/>
                  </a:lnTo>
                  <a:lnTo>
                    <a:pt x="117205" y="108537"/>
                  </a:lnTo>
                  <a:lnTo>
                    <a:pt x="121157" y="96012"/>
                  </a:lnTo>
                  <a:lnTo>
                    <a:pt x="127396" y="84629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5223"/>
                  </a:lnTo>
                  <a:lnTo>
                    <a:pt x="173164" y="76771"/>
                  </a:lnTo>
                  <a:lnTo>
                    <a:pt x="138683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50876" y="163068"/>
                  </a:lnTo>
                  <a:lnTo>
                    <a:pt x="201453" y="182999"/>
                  </a:lnTo>
                  <a:lnTo>
                    <a:pt x="224027" y="184404"/>
                  </a:lnTo>
                  <a:lnTo>
                    <a:pt x="334566" y="184404"/>
                  </a:lnTo>
                  <a:lnTo>
                    <a:pt x="332922" y="187118"/>
                  </a:lnTo>
                  <a:lnTo>
                    <a:pt x="320040" y="201168"/>
                  </a:lnTo>
                  <a:lnTo>
                    <a:pt x="303395" y="213169"/>
                  </a:lnTo>
                  <a:lnTo>
                    <a:pt x="285178" y="221742"/>
                  </a:lnTo>
                  <a:lnTo>
                    <a:pt x="264961" y="226885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4566" y="184404"/>
                  </a:moveTo>
                  <a:lnTo>
                    <a:pt x="224027" y="184404"/>
                  </a:lnTo>
                  <a:lnTo>
                    <a:pt x="246602" y="182999"/>
                  </a:lnTo>
                  <a:lnTo>
                    <a:pt x="266318" y="178879"/>
                  </a:lnTo>
                  <a:lnTo>
                    <a:pt x="308943" y="152471"/>
                  </a:lnTo>
                  <a:lnTo>
                    <a:pt x="323088" y="115824"/>
                  </a:lnTo>
                  <a:lnTo>
                    <a:pt x="321683" y="105537"/>
                  </a:lnTo>
                  <a:lnTo>
                    <a:pt x="317563" y="95250"/>
                  </a:lnTo>
                  <a:lnTo>
                    <a:pt x="310872" y="84963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5156"/>
                  </a:lnTo>
                  <a:lnTo>
                    <a:pt x="348996" y="138684"/>
                  </a:lnTo>
                  <a:lnTo>
                    <a:pt x="347257" y="156162"/>
                  </a:lnTo>
                  <a:lnTo>
                    <a:pt x="341955" y="172188"/>
                  </a:lnTo>
                  <a:lnTo>
                    <a:pt x="334566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12" name="Google Shape;3312;p5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4660392"/>
              <a:ext cx="233172" cy="4450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13" name="Google Shape;3313;p5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4482084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14" name="Google Shape;3314;p58"/>
            <p:cNvSpPr/>
            <p:nvPr/>
          </p:nvSpPr>
          <p:spPr>
            <a:xfrm>
              <a:off x="1431023" y="3942588"/>
              <a:ext cx="448309" cy="501650"/>
            </a:xfrm>
            <a:custGeom>
              <a:rect b="b" l="l" r="r" t="t"/>
              <a:pathLst>
                <a:path extrusionOk="0" h="501650" w="448310">
                  <a:moveTo>
                    <a:pt x="48768" y="438912"/>
                  </a:moveTo>
                  <a:lnTo>
                    <a:pt x="47244" y="434340"/>
                  </a:lnTo>
                  <a:lnTo>
                    <a:pt x="42672" y="428244"/>
                  </a:lnTo>
                  <a:lnTo>
                    <a:pt x="38100" y="423672"/>
                  </a:lnTo>
                  <a:lnTo>
                    <a:pt x="32004" y="422148"/>
                  </a:lnTo>
                  <a:lnTo>
                    <a:pt x="18288" y="422148"/>
                  </a:lnTo>
                  <a:lnTo>
                    <a:pt x="12192" y="423672"/>
                  </a:lnTo>
                  <a:lnTo>
                    <a:pt x="7620" y="428244"/>
                  </a:lnTo>
                  <a:lnTo>
                    <a:pt x="3048" y="434340"/>
                  </a:lnTo>
                  <a:lnTo>
                    <a:pt x="0" y="438912"/>
                  </a:lnTo>
                  <a:lnTo>
                    <a:pt x="0" y="452628"/>
                  </a:lnTo>
                  <a:lnTo>
                    <a:pt x="3048" y="458724"/>
                  </a:lnTo>
                  <a:lnTo>
                    <a:pt x="12192" y="467868"/>
                  </a:lnTo>
                  <a:lnTo>
                    <a:pt x="18288" y="470916"/>
                  </a:lnTo>
                  <a:lnTo>
                    <a:pt x="32004" y="470916"/>
                  </a:lnTo>
                  <a:lnTo>
                    <a:pt x="38100" y="467868"/>
                  </a:lnTo>
                  <a:lnTo>
                    <a:pt x="47244" y="458724"/>
                  </a:lnTo>
                  <a:lnTo>
                    <a:pt x="48768" y="452628"/>
                  </a:lnTo>
                  <a:lnTo>
                    <a:pt x="48768" y="438912"/>
                  </a:lnTo>
                  <a:close/>
                </a:path>
                <a:path extrusionOk="0" h="501650" w="448310">
                  <a:moveTo>
                    <a:pt x="342900" y="393192"/>
                  </a:moveTo>
                  <a:lnTo>
                    <a:pt x="335280" y="393192"/>
                  </a:lnTo>
                  <a:lnTo>
                    <a:pt x="335280" y="409956"/>
                  </a:lnTo>
                  <a:lnTo>
                    <a:pt x="332232" y="414528"/>
                  </a:lnTo>
                  <a:lnTo>
                    <a:pt x="292608" y="426720"/>
                  </a:lnTo>
                  <a:lnTo>
                    <a:pt x="115824" y="426720"/>
                  </a:lnTo>
                  <a:lnTo>
                    <a:pt x="115824" y="437388"/>
                  </a:lnTo>
                  <a:lnTo>
                    <a:pt x="143256" y="501396"/>
                  </a:lnTo>
                  <a:lnTo>
                    <a:pt x="150876" y="498348"/>
                  </a:lnTo>
                  <a:lnTo>
                    <a:pt x="147828" y="486156"/>
                  </a:lnTo>
                  <a:lnTo>
                    <a:pt x="147828" y="478536"/>
                  </a:lnTo>
                  <a:lnTo>
                    <a:pt x="194094" y="466344"/>
                  </a:lnTo>
                  <a:lnTo>
                    <a:pt x="292608" y="466344"/>
                  </a:lnTo>
                  <a:lnTo>
                    <a:pt x="300113" y="466534"/>
                  </a:lnTo>
                  <a:lnTo>
                    <a:pt x="302082" y="466534"/>
                  </a:lnTo>
                  <a:lnTo>
                    <a:pt x="332232" y="478536"/>
                  </a:lnTo>
                  <a:lnTo>
                    <a:pt x="335280" y="481584"/>
                  </a:lnTo>
                  <a:lnTo>
                    <a:pt x="335280" y="499872"/>
                  </a:lnTo>
                  <a:lnTo>
                    <a:pt x="342900" y="499872"/>
                  </a:lnTo>
                  <a:lnTo>
                    <a:pt x="342900" y="466344"/>
                  </a:lnTo>
                  <a:lnTo>
                    <a:pt x="342900" y="393192"/>
                  </a:lnTo>
                  <a:close/>
                </a:path>
                <a:path extrusionOk="0" h="501650" w="448310">
                  <a:moveTo>
                    <a:pt x="345960" y="303276"/>
                  </a:moveTo>
                  <a:lnTo>
                    <a:pt x="327190" y="262305"/>
                  </a:lnTo>
                  <a:lnTo>
                    <a:pt x="297192" y="245364"/>
                  </a:lnTo>
                  <a:lnTo>
                    <a:pt x="297192" y="256032"/>
                  </a:lnTo>
                  <a:lnTo>
                    <a:pt x="304812" y="259080"/>
                  </a:lnTo>
                  <a:lnTo>
                    <a:pt x="309384" y="263652"/>
                  </a:lnTo>
                  <a:lnTo>
                    <a:pt x="312432" y="268224"/>
                  </a:lnTo>
                  <a:lnTo>
                    <a:pt x="315480" y="274320"/>
                  </a:lnTo>
                  <a:lnTo>
                    <a:pt x="317004" y="278892"/>
                  </a:lnTo>
                  <a:lnTo>
                    <a:pt x="317004" y="291084"/>
                  </a:lnTo>
                  <a:lnTo>
                    <a:pt x="280428" y="306324"/>
                  </a:lnTo>
                  <a:lnTo>
                    <a:pt x="137172" y="306324"/>
                  </a:lnTo>
                  <a:lnTo>
                    <a:pt x="137172" y="254508"/>
                  </a:lnTo>
                  <a:lnTo>
                    <a:pt x="121932" y="254508"/>
                  </a:lnTo>
                  <a:lnTo>
                    <a:pt x="121932" y="306324"/>
                  </a:lnTo>
                  <a:lnTo>
                    <a:pt x="48780" y="306324"/>
                  </a:lnTo>
                  <a:lnTo>
                    <a:pt x="48780" y="312420"/>
                  </a:lnTo>
                  <a:lnTo>
                    <a:pt x="83832" y="329184"/>
                  </a:lnTo>
                  <a:lnTo>
                    <a:pt x="118859" y="361073"/>
                  </a:lnTo>
                  <a:lnTo>
                    <a:pt x="131076" y="381000"/>
                  </a:lnTo>
                  <a:lnTo>
                    <a:pt x="137172" y="381000"/>
                  </a:lnTo>
                  <a:lnTo>
                    <a:pt x="137172" y="345948"/>
                  </a:lnTo>
                  <a:lnTo>
                    <a:pt x="286524" y="345948"/>
                  </a:lnTo>
                  <a:lnTo>
                    <a:pt x="298234" y="345668"/>
                  </a:lnTo>
                  <a:lnTo>
                    <a:pt x="336816" y="332232"/>
                  </a:lnTo>
                  <a:lnTo>
                    <a:pt x="339864" y="324612"/>
                  </a:lnTo>
                  <a:lnTo>
                    <a:pt x="344436" y="318516"/>
                  </a:lnTo>
                  <a:lnTo>
                    <a:pt x="345960" y="310896"/>
                  </a:lnTo>
                  <a:lnTo>
                    <a:pt x="345960" y="303276"/>
                  </a:lnTo>
                  <a:close/>
                </a:path>
                <a:path extrusionOk="0" h="501650" w="448310">
                  <a:moveTo>
                    <a:pt x="448056" y="198120"/>
                  </a:moveTo>
                  <a:lnTo>
                    <a:pt x="432816" y="156972"/>
                  </a:lnTo>
                  <a:lnTo>
                    <a:pt x="399173" y="130619"/>
                  </a:lnTo>
                  <a:lnTo>
                    <a:pt x="164592" y="32004"/>
                  </a:lnTo>
                  <a:lnTo>
                    <a:pt x="153924" y="28956"/>
                  </a:lnTo>
                  <a:lnTo>
                    <a:pt x="144780" y="24384"/>
                  </a:lnTo>
                  <a:lnTo>
                    <a:pt x="140208" y="19812"/>
                  </a:lnTo>
                  <a:lnTo>
                    <a:pt x="135636" y="16764"/>
                  </a:lnTo>
                  <a:lnTo>
                    <a:pt x="132588" y="10668"/>
                  </a:lnTo>
                  <a:lnTo>
                    <a:pt x="131064" y="6096"/>
                  </a:lnTo>
                  <a:lnTo>
                    <a:pt x="129540" y="0"/>
                  </a:lnTo>
                  <a:lnTo>
                    <a:pt x="121920" y="0"/>
                  </a:lnTo>
                  <a:lnTo>
                    <a:pt x="121920" y="70104"/>
                  </a:lnTo>
                  <a:lnTo>
                    <a:pt x="129540" y="70104"/>
                  </a:lnTo>
                  <a:lnTo>
                    <a:pt x="129540" y="64008"/>
                  </a:lnTo>
                  <a:lnTo>
                    <a:pt x="131064" y="59436"/>
                  </a:lnTo>
                  <a:lnTo>
                    <a:pt x="131064" y="56388"/>
                  </a:lnTo>
                  <a:lnTo>
                    <a:pt x="132588" y="53340"/>
                  </a:lnTo>
                  <a:lnTo>
                    <a:pt x="137160" y="48768"/>
                  </a:lnTo>
                  <a:lnTo>
                    <a:pt x="149352" y="48768"/>
                  </a:lnTo>
                  <a:lnTo>
                    <a:pt x="156972" y="50292"/>
                  </a:lnTo>
                  <a:lnTo>
                    <a:pt x="163068" y="53340"/>
                  </a:lnTo>
                  <a:lnTo>
                    <a:pt x="284988" y="103632"/>
                  </a:lnTo>
                  <a:lnTo>
                    <a:pt x="173736" y="158496"/>
                  </a:lnTo>
                  <a:lnTo>
                    <a:pt x="146304" y="166116"/>
                  </a:lnTo>
                  <a:lnTo>
                    <a:pt x="141732" y="166116"/>
                  </a:lnTo>
                  <a:lnTo>
                    <a:pt x="138684" y="164592"/>
                  </a:lnTo>
                  <a:lnTo>
                    <a:pt x="135636" y="160020"/>
                  </a:lnTo>
                  <a:lnTo>
                    <a:pt x="131064" y="156972"/>
                  </a:lnTo>
                  <a:lnTo>
                    <a:pt x="129540" y="150876"/>
                  </a:lnTo>
                  <a:lnTo>
                    <a:pt x="129540" y="138684"/>
                  </a:lnTo>
                  <a:lnTo>
                    <a:pt x="121920" y="138684"/>
                  </a:lnTo>
                  <a:lnTo>
                    <a:pt x="121920" y="243840"/>
                  </a:lnTo>
                  <a:lnTo>
                    <a:pt x="129540" y="243840"/>
                  </a:lnTo>
                  <a:lnTo>
                    <a:pt x="132588" y="236220"/>
                  </a:lnTo>
                  <a:lnTo>
                    <a:pt x="134112" y="230124"/>
                  </a:lnTo>
                  <a:lnTo>
                    <a:pt x="137160" y="225552"/>
                  </a:lnTo>
                  <a:lnTo>
                    <a:pt x="143256" y="219456"/>
                  </a:lnTo>
                  <a:lnTo>
                    <a:pt x="149352" y="216408"/>
                  </a:lnTo>
                  <a:lnTo>
                    <a:pt x="156972" y="210312"/>
                  </a:lnTo>
                  <a:lnTo>
                    <a:pt x="333756" y="123444"/>
                  </a:lnTo>
                  <a:lnTo>
                    <a:pt x="371856" y="138684"/>
                  </a:lnTo>
                  <a:lnTo>
                    <a:pt x="382168" y="143256"/>
                  </a:lnTo>
                  <a:lnTo>
                    <a:pt x="390334" y="147828"/>
                  </a:lnTo>
                  <a:lnTo>
                    <a:pt x="396506" y="152400"/>
                  </a:lnTo>
                  <a:lnTo>
                    <a:pt x="400812" y="156972"/>
                  </a:lnTo>
                  <a:lnTo>
                    <a:pt x="406908" y="161544"/>
                  </a:lnTo>
                  <a:lnTo>
                    <a:pt x="408432" y="167640"/>
                  </a:lnTo>
                  <a:lnTo>
                    <a:pt x="408432" y="178308"/>
                  </a:lnTo>
                  <a:lnTo>
                    <a:pt x="405384" y="184404"/>
                  </a:lnTo>
                  <a:lnTo>
                    <a:pt x="402336" y="193548"/>
                  </a:lnTo>
                  <a:lnTo>
                    <a:pt x="399288" y="201168"/>
                  </a:lnTo>
                  <a:lnTo>
                    <a:pt x="399288" y="213360"/>
                  </a:lnTo>
                  <a:lnTo>
                    <a:pt x="402336" y="219456"/>
                  </a:lnTo>
                  <a:lnTo>
                    <a:pt x="405384" y="224028"/>
                  </a:lnTo>
                  <a:lnTo>
                    <a:pt x="409956" y="228600"/>
                  </a:lnTo>
                  <a:lnTo>
                    <a:pt x="416052" y="231648"/>
                  </a:lnTo>
                  <a:lnTo>
                    <a:pt x="429768" y="231648"/>
                  </a:lnTo>
                  <a:lnTo>
                    <a:pt x="435864" y="228600"/>
                  </a:lnTo>
                  <a:lnTo>
                    <a:pt x="444207" y="217411"/>
                  </a:lnTo>
                  <a:lnTo>
                    <a:pt x="446532" y="211455"/>
                  </a:lnTo>
                  <a:lnTo>
                    <a:pt x="447725" y="204939"/>
                  </a:lnTo>
                  <a:lnTo>
                    <a:pt x="448056" y="1981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5" name="Google Shape;3315;p58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316" name="Google Shape;3316;p58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17" name="Google Shape;3317;p58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318" name="Google Shape;3318;p58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319" name="Google Shape;3319;p58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320" name="Google Shape;3320;p58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655307" y="1760220"/>
            <a:ext cx="117348" cy="158495"/>
          </a:xfrm>
          <a:prstGeom prst="rect">
            <a:avLst/>
          </a:prstGeom>
          <a:noFill/>
          <a:ln>
            <a:noFill/>
          </a:ln>
        </p:spPr>
      </p:pic>
      <p:pic>
        <p:nvPicPr>
          <p:cNvPr id="3321" name="Google Shape;3321;p58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1898904" y="2493264"/>
            <a:ext cx="4181856" cy="570737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25" name="Shape 3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6" name="Google Shape;3326;p59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31036" y="6030467"/>
            <a:ext cx="447947" cy="21610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327" name="Google Shape;3327;p59"/>
          <p:cNvGrpSpPr/>
          <p:nvPr/>
        </p:nvGrpSpPr>
        <p:grpSpPr>
          <a:xfrm>
            <a:off x="1431035" y="5507736"/>
            <a:ext cx="342900" cy="366141"/>
            <a:chOff x="1431035" y="5507736"/>
            <a:chExt cx="342900" cy="366141"/>
          </a:xfrm>
        </p:grpSpPr>
        <p:sp>
          <p:nvSpPr>
            <p:cNvPr id="3328" name="Google Shape;3328;p59"/>
            <p:cNvSpPr/>
            <p:nvPr/>
          </p:nvSpPr>
          <p:spPr>
            <a:xfrm>
              <a:off x="1431035" y="5765292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41148"/>
                  </a:lnTo>
                  <a:lnTo>
                    <a:pt x="12192" y="32004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8100" y="32004"/>
                  </a:lnTo>
                  <a:lnTo>
                    <a:pt x="47244" y="41148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38100" y="74676"/>
                  </a:lnTo>
                  <a:lnTo>
                    <a:pt x="32004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918" y="33266"/>
                  </a:lnTo>
                  <a:lnTo>
                    <a:pt x="332232" y="21336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52"/>
                  </a:lnTo>
                  <a:lnTo>
                    <a:pt x="194092" y="73152"/>
                  </a:lnTo>
                  <a:lnTo>
                    <a:pt x="178879" y="73342"/>
                  </a:lnTo>
                  <a:lnTo>
                    <a:pt x="168711" y="73794"/>
                  </a:lnTo>
                  <a:lnTo>
                    <a:pt x="161544" y="74676"/>
                  </a:lnTo>
                  <a:lnTo>
                    <a:pt x="152400" y="77724"/>
                  </a:lnTo>
                  <a:lnTo>
                    <a:pt x="150876" y="80772"/>
                  </a:lnTo>
                  <a:lnTo>
                    <a:pt x="149352" y="82296"/>
                  </a:lnTo>
                  <a:lnTo>
                    <a:pt x="147828" y="85344"/>
                  </a:lnTo>
                  <a:lnTo>
                    <a:pt x="147828" y="94488"/>
                  </a:lnTo>
                  <a:lnTo>
                    <a:pt x="149352" y="99060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8392"/>
                  </a:lnTo>
                  <a:lnTo>
                    <a:pt x="332232" y="85344"/>
                  </a:lnTo>
                  <a:lnTo>
                    <a:pt x="302073" y="73342"/>
                  </a:lnTo>
                  <a:lnTo>
                    <a:pt x="300106" y="73342"/>
                  </a:lnTo>
                  <a:lnTo>
                    <a:pt x="292608" y="73152"/>
                  </a:lnTo>
                  <a:lnTo>
                    <a:pt x="342900" y="73152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29" name="Google Shape;3329;p59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5507736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330" name="Google Shape;3330;p59"/>
          <p:cNvGrpSpPr/>
          <p:nvPr/>
        </p:nvGrpSpPr>
        <p:grpSpPr>
          <a:xfrm>
            <a:off x="1431023" y="4021835"/>
            <a:ext cx="448309" cy="1351916"/>
            <a:chOff x="1431023" y="4021835"/>
            <a:chExt cx="448309" cy="1351916"/>
          </a:xfrm>
        </p:grpSpPr>
        <p:sp>
          <p:nvSpPr>
            <p:cNvPr id="3331" name="Google Shape;3331;p59"/>
            <p:cNvSpPr/>
            <p:nvPr/>
          </p:nvSpPr>
          <p:spPr>
            <a:xfrm>
              <a:off x="1431023" y="4364736"/>
              <a:ext cx="448309" cy="1009015"/>
            </a:xfrm>
            <a:custGeom>
              <a:rect b="b" l="l" r="r" t="t"/>
              <a:pathLst>
                <a:path extrusionOk="0" h="1009014" w="448310">
                  <a:moveTo>
                    <a:pt x="48768" y="583692"/>
                  </a:moveTo>
                  <a:lnTo>
                    <a:pt x="47244" y="577596"/>
                  </a:lnTo>
                  <a:lnTo>
                    <a:pt x="38100" y="568452"/>
                  </a:lnTo>
                  <a:lnTo>
                    <a:pt x="32004" y="565404"/>
                  </a:lnTo>
                  <a:lnTo>
                    <a:pt x="18288" y="565404"/>
                  </a:lnTo>
                  <a:lnTo>
                    <a:pt x="12192" y="568452"/>
                  </a:lnTo>
                  <a:lnTo>
                    <a:pt x="3048" y="577596"/>
                  </a:lnTo>
                  <a:lnTo>
                    <a:pt x="0" y="583692"/>
                  </a:lnTo>
                  <a:lnTo>
                    <a:pt x="0" y="597408"/>
                  </a:lnTo>
                  <a:lnTo>
                    <a:pt x="3048" y="601980"/>
                  </a:lnTo>
                  <a:lnTo>
                    <a:pt x="7620" y="606552"/>
                  </a:lnTo>
                  <a:lnTo>
                    <a:pt x="12192" y="612648"/>
                  </a:lnTo>
                  <a:lnTo>
                    <a:pt x="18288" y="614172"/>
                  </a:lnTo>
                  <a:lnTo>
                    <a:pt x="32004" y="614172"/>
                  </a:lnTo>
                  <a:lnTo>
                    <a:pt x="38100" y="612648"/>
                  </a:lnTo>
                  <a:lnTo>
                    <a:pt x="42672" y="606552"/>
                  </a:lnTo>
                  <a:lnTo>
                    <a:pt x="47244" y="601980"/>
                  </a:lnTo>
                  <a:lnTo>
                    <a:pt x="48768" y="595884"/>
                  </a:lnTo>
                  <a:lnTo>
                    <a:pt x="48768" y="583692"/>
                  </a:lnTo>
                  <a:close/>
                </a:path>
                <a:path extrusionOk="0" h="1009014" w="448310">
                  <a:moveTo>
                    <a:pt x="48768" y="198120"/>
                  </a:moveTo>
                  <a:lnTo>
                    <a:pt x="47244" y="192024"/>
                  </a:lnTo>
                  <a:lnTo>
                    <a:pt x="38100" y="182880"/>
                  </a:lnTo>
                  <a:lnTo>
                    <a:pt x="32004" y="179832"/>
                  </a:lnTo>
                  <a:lnTo>
                    <a:pt x="18288" y="179832"/>
                  </a:lnTo>
                  <a:lnTo>
                    <a:pt x="12192" y="182880"/>
                  </a:lnTo>
                  <a:lnTo>
                    <a:pt x="3048" y="192024"/>
                  </a:lnTo>
                  <a:lnTo>
                    <a:pt x="0" y="198120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8288" y="228600"/>
                  </a:lnTo>
                  <a:lnTo>
                    <a:pt x="32004" y="228600"/>
                  </a:lnTo>
                  <a:lnTo>
                    <a:pt x="38100" y="227076"/>
                  </a:lnTo>
                  <a:lnTo>
                    <a:pt x="47244" y="217932"/>
                  </a:lnTo>
                  <a:lnTo>
                    <a:pt x="48768" y="211836"/>
                  </a:lnTo>
                  <a:lnTo>
                    <a:pt x="48768" y="198120"/>
                  </a:lnTo>
                  <a:close/>
                </a:path>
                <a:path extrusionOk="0" h="1009014" w="448310">
                  <a:moveTo>
                    <a:pt x="342900" y="536448"/>
                  </a:moveTo>
                  <a:lnTo>
                    <a:pt x="335280" y="536448"/>
                  </a:lnTo>
                  <a:lnTo>
                    <a:pt x="335280" y="554736"/>
                  </a:lnTo>
                  <a:lnTo>
                    <a:pt x="332232" y="557784"/>
                  </a:lnTo>
                  <a:lnTo>
                    <a:pt x="292608" y="569976"/>
                  </a:lnTo>
                  <a:lnTo>
                    <a:pt x="115824" y="569976"/>
                  </a:lnTo>
                  <a:lnTo>
                    <a:pt x="115824" y="580644"/>
                  </a:lnTo>
                  <a:lnTo>
                    <a:pt x="143256" y="644652"/>
                  </a:lnTo>
                  <a:lnTo>
                    <a:pt x="150876" y="641604"/>
                  </a:lnTo>
                  <a:lnTo>
                    <a:pt x="149352" y="635508"/>
                  </a:lnTo>
                  <a:lnTo>
                    <a:pt x="147828" y="630936"/>
                  </a:lnTo>
                  <a:lnTo>
                    <a:pt x="147828" y="621792"/>
                  </a:lnTo>
                  <a:lnTo>
                    <a:pt x="149352" y="618744"/>
                  </a:lnTo>
                  <a:lnTo>
                    <a:pt x="150876" y="617220"/>
                  </a:lnTo>
                  <a:lnTo>
                    <a:pt x="152400" y="614172"/>
                  </a:lnTo>
                  <a:lnTo>
                    <a:pt x="161544" y="611124"/>
                  </a:lnTo>
                  <a:lnTo>
                    <a:pt x="168719" y="610895"/>
                  </a:lnTo>
                  <a:lnTo>
                    <a:pt x="178879" y="610362"/>
                  </a:lnTo>
                  <a:lnTo>
                    <a:pt x="192201" y="609841"/>
                  </a:lnTo>
                  <a:lnTo>
                    <a:pt x="208788" y="609600"/>
                  </a:lnTo>
                  <a:lnTo>
                    <a:pt x="292608" y="609600"/>
                  </a:lnTo>
                  <a:lnTo>
                    <a:pt x="301993" y="609841"/>
                  </a:lnTo>
                  <a:lnTo>
                    <a:pt x="302641" y="609841"/>
                  </a:lnTo>
                  <a:lnTo>
                    <a:pt x="332232" y="621792"/>
                  </a:lnTo>
                  <a:lnTo>
                    <a:pt x="335280" y="624840"/>
                  </a:lnTo>
                  <a:lnTo>
                    <a:pt x="335280" y="643128"/>
                  </a:lnTo>
                  <a:lnTo>
                    <a:pt x="342900" y="643128"/>
                  </a:lnTo>
                  <a:lnTo>
                    <a:pt x="342900" y="609600"/>
                  </a:lnTo>
                  <a:lnTo>
                    <a:pt x="342900" y="536448"/>
                  </a:lnTo>
                  <a:close/>
                </a:path>
                <a:path extrusionOk="0" h="1009014" w="448310">
                  <a:moveTo>
                    <a:pt x="342900" y="150876"/>
                  </a:moveTo>
                  <a:lnTo>
                    <a:pt x="335280" y="150876"/>
                  </a:lnTo>
                  <a:lnTo>
                    <a:pt x="335280" y="169164"/>
                  </a:lnTo>
                  <a:lnTo>
                    <a:pt x="332232" y="173736"/>
                  </a:lnTo>
                  <a:lnTo>
                    <a:pt x="330708" y="176784"/>
                  </a:lnTo>
                  <a:lnTo>
                    <a:pt x="326136" y="179832"/>
                  </a:lnTo>
                  <a:lnTo>
                    <a:pt x="321564" y="181356"/>
                  </a:lnTo>
                  <a:lnTo>
                    <a:pt x="317258" y="183121"/>
                  </a:lnTo>
                  <a:lnTo>
                    <a:pt x="311086" y="184023"/>
                  </a:lnTo>
                  <a:lnTo>
                    <a:pt x="302920" y="184365"/>
                  </a:lnTo>
                  <a:lnTo>
                    <a:pt x="115824" y="184365"/>
                  </a:lnTo>
                  <a:lnTo>
                    <a:pt x="115824" y="195072"/>
                  </a:lnTo>
                  <a:lnTo>
                    <a:pt x="143256" y="259080"/>
                  </a:lnTo>
                  <a:lnTo>
                    <a:pt x="150876" y="256032"/>
                  </a:lnTo>
                  <a:lnTo>
                    <a:pt x="149352" y="249936"/>
                  </a:lnTo>
                  <a:lnTo>
                    <a:pt x="147828" y="245364"/>
                  </a:lnTo>
                  <a:lnTo>
                    <a:pt x="147828" y="237744"/>
                  </a:lnTo>
                  <a:lnTo>
                    <a:pt x="150876" y="231648"/>
                  </a:lnTo>
                  <a:lnTo>
                    <a:pt x="152400" y="230124"/>
                  </a:lnTo>
                  <a:lnTo>
                    <a:pt x="156972" y="227076"/>
                  </a:lnTo>
                  <a:lnTo>
                    <a:pt x="161544" y="227076"/>
                  </a:lnTo>
                  <a:lnTo>
                    <a:pt x="168719" y="225958"/>
                  </a:lnTo>
                  <a:lnTo>
                    <a:pt x="178879" y="224980"/>
                  </a:lnTo>
                  <a:lnTo>
                    <a:pt x="192201" y="224294"/>
                  </a:lnTo>
                  <a:lnTo>
                    <a:pt x="208788" y="224028"/>
                  </a:lnTo>
                  <a:lnTo>
                    <a:pt x="292608" y="224028"/>
                  </a:lnTo>
                  <a:lnTo>
                    <a:pt x="302069" y="224294"/>
                  </a:lnTo>
                  <a:lnTo>
                    <a:pt x="302704" y="224294"/>
                  </a:lnTo>
                  <a:lnTo>
                    <a:pt x="311086" y="225171"/>
                  </a:lnTo>
                  <a:lnTo>
                    <a:pt x="317258" y="226606"/>
                  </a:lnTo>
                  <a:lnTo>
                    <a:pt x="321564" y="228600"/>
                  </a:lnTo>
                  <a:lnTo>
                    <a:pt x="327660" y="230124"/>
                  </a:lnTo>
                  <a:lnTo>
                    <a:pt x="330708" y="233172"/>
                  </a:lnTo>
                  <a:lnTo>
                    <a:pt x="332232" y="236220"/>
                  </a:lnTo>
                  <a:lnTo>
                    <a:pt x="335280" y="240792"/>
                  </a:lnTo>
                  <a:lnTo>
                    <a:pt x="335280" y="257556"/>
                  </a:lnTo>
                  <a:lnTo>
                    <a:pt x="342900" y="257556"/>
                  </a:lnTo>
                  <a:lnTo>
                    <a:pt x="342900" y="224028"/>
                  </a:lnTo>
                  <a:lnTo>
                    <a:pt x="342900" y="150876"/>
                  </a:lnTo>
                  <a:close/>
                </a:path>
                <a:path extrusionOk="0" h="1009014" w="448310">
                  <a:moveTo>
                    <a:pt x="342912" y="862584"/>
                  </a:moveTo>
                  <a:lnTo>
                    <a:pt x="339763" y="817727"/>
                  </a:lnTo>
                  <a:lnTo>
                    <a:pt x="330339" y="779145"/>
                  </a:lnTo>
                  <a:lnTo>
                    <a:pt x="326148" y="770547"/>
                  </a:lnTo>
                  <a:lnTo>
                    <a:pt x="326148" y="864108"/>
                  </a:lnTo>
                  <a:lnTo>
                    <a:pt x="326059" y="867156"/>
                  </a:lnTo>
                  <a:lnTo>
                    <a:pt x="325831" y="875207"/>
                  </a:lnTo>
                  <a:lnTo>
                    <a:pt x="325742" y="876300"/>
                  </a:lnTo>
                  <a:lnTo>
                    <a:pt x="324815" y="887730"/>
                  </a:lnTo>
                  <a:lnTo>
                    <a:pt x="322922" y="901407"/>
                  </a:lnTo>
                  <a:lnTo>
                    <a:pt x="320052" y="915924"/>
                  </a:lnTo>
                  <a:lnTo>
                    <a:pt x="39636" y="915924"/>
                  </a:lnTo>
                  <a:lnTo>
                    <a:pt x="32562" y="878001"/>
                  </a:lnTo>
                  <a:lnTo>
                    <a:pt x="32423" y="875207"/>
                  </a:lnTo>
                  <a:lnTo>
                    <a:pt x="32016" y="867156"/>
                  </a:lnTo>
                  <a:lnTo>
                    <a:pt x="42113" y="813435"/>
                  </a:lnTo>
                  <a:lnTo>
                    <a:pt x="71640" y="771144"/>
                  </a:lnTo>
                  <a:lnTo>
                    <a:pt x="118313" y="742378"/>
                  </a:lnTo>
                  <a:lnTo>
                    <a:pt x="179844" y="733044"/>
                  </a:lnTo>
                  <a:lnTo>
                    <a:pt x="212153" y="735355"/>
                  </a:lnTo>
                  <a:lnTo>
                    <a:pt x="265353" y="754265"/>
                  </a:lnTo>
                  <a:lnTo>
                    <a:pt x="304279" y="790816"/>
                  </a:lnTo>
                  <a:lnTo>
                    <a:pt x="316725" y="813435"/>
                  </a:lnTo>
                  <a:lnTo>
                    <a:pt x="323811" y="837590"/>
                  </a:lnTo>
                  <a:lnTo>
                    <a:pt x="323926" y="838873"/>
                  </a:lnTo>
                  <a:lnTo>
                    <a:pt x="326148" y="864108"/>
                  </a:lnTo>
                  <a:lnTo>
                    <a:pt x="326148" y="770547"/>
                  </a:lnTo>
                  <a:lnTo>
                    <a:pt x="302933" y="733044"/>
                  </a:lnTo>
                  <a:lnTo>
                    <a:pt x="268325" y="701979"/>
                  </a:lnTo>
                  <a:lnTo>
                    <a:pt x="211175" y="680783"/>
                  </a:lnTo>
                  <a:lnTo>
                    <a:pt x="178320" y="678180"/>
                  </a:lnTo>
                  <a:lnTo>
                    <a:pt x="153758" y="679640"/>
                  </a:lnTo>
                  <a:lnTo>
                    <a:pt x="108661" y="691692"/>
                  </a:lnTo>
                  <a:lnTo>
                    <a:pt x="70370" y="714883"/>
                  </a:lnTo>
                  <a:lnTo>
                    <a:pt x="42316" y="745223"/>
                  </a:lnTo>
                  <a:lnTo>
                    <a:pt x="24892" y="785012"/>
                  </a:lnTo>
                  <a:lnTo>
                    <a:pt x="16370" y="841108"/>
                  </a:lnTo>
                  <a:lnTo>
                    <a:pt x="15252" y="1008888"/>
                  </a:lnTo>
                  <a:lnTo>
                    <a:pt x="22872" y="1008888"/>
                  </a:lnTo>
                  <a:lnTo>
                    <a:pt x="22872" y="996696"/>
                  </a:lnTo>
                  <a:lnTo>
                    <a:pt x="23698" y="988123"/>
                  </a:lnTo>
                  <a:lnTo>
                    <a:pt x="59486" y="962202"/>
                  </a:lnTo>
                  <a:lnTo>
                    <a:pt x="73164" y="961644"/>
                  </a:lnTo>
                  <a:lnTo>
                    <a:pt x="285000" y="961644"/>
                  </a:lnTo>
                  <a:lnTo>
                    <a:pt x="327571" y="972908"/>
                  </a:lnTo>
                  <a:lnTo>
                    <a:pt x="334505" y="988123"/>
                  </a:lnTo>
                  <a:lnTo>
                    <a:pt x="335292" y="996696"/>
                  </a:lnTo>
                  <a:lnTo>
                    <a:pt x="335292" y="1008888"/>
                  </a:lnTo>
                  <a:lnTo>
                    <a:pt x="342912" y="1008888"/>
                  </a:lnTo>
                  <a:lnTo>
                    <a:pt x="342912" y="961644"/>
                  </a:lnTo>
                  <a:lnTo>
                    <a:pt x="342912" y="915924"/>
                  </a:lnTo>
                  <a:lnTo>
                    <a:pt x="342912" y="862584"/>
                  </a:lnTo>
                  <a:close/>
                </a:path>
                <a:path extrusionOk="0" h="1009014" w="448310">
                  <a:moveTo>
                    <a:pt x="345960" y="56388"/>
                  </a:moveTo>
                  <a:lnTo>
                    <a:pt x="327190" y="16941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4812" y="13716"/>
                  </a:lnTo>
                  <a:lnTo>
                    <a:pt x="309384" y="16764"/>
                  </a:lnTo>
                  <a:lnTo>
                    <a:pt x="312432" y="22860"/>
                  </a:lnTo>
                  <a:lnTo>
                    <a:pt x="315480" y="27432"/>
                  </a:lnTo>
                  <a:lnTo>
                    <a:pt x="317004" y="32004"/>
                  </a:lnTo>
                  <a:lnTo>
                    <a:pt x="317004" y="44196"/>
                  </a:lnTo>
                  <a:lnTo>
                    <a:pt x="315480" y="50292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9144"/>
                  </a:lnTo>
                  <a:lnTo>
                    <a:pt x="121932" y="9144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83832" y="82296"/>
                  </a:lnTo>
                  <a:lnTo>
                    <a:pt x="118859" y="115062"/>
                  </a:lnTo>
                  <a:lnTo>
                    <a:pt x="131076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8234" y="100279"/>
                  </a:lnTo>
                  <a:lnTo>
                    <a:pt x="308241" y="99250"/>
                  </a:lnTo>
                  <a:lnTo>
                    <a:pt x="316522" y="97370"/>
                  </a:lnTo>
                  <a:lnTo>
                    <a:pt x="323100" y="94488"/>
                  </a:lnTo>
                  <a:lnTo>
                    <a:pt x="330720" y="91440"/>
                  </a:lnTo>
                  <a:lnTo>
                    <a:pt x="336816" y="86868"/>
                  </a:lnTo>
                  <a:lnTo>
                    <a:pt x="339864" y="79248"/>
                  </a:lnTo>
                  <a:lnTo>
                    <a:pt x="344436" y="71628"/>
                  </a:lnTo>
                  <a:lnTo>
                    <a:pt x="345960" y="64008"/>
                  </a:lnTo>
                  <a:lnTo>
                    <a:pt x="345960" y="56388"/>
                  </a:lnTo>
                  <a:close/>
                </a:path>
                <a:path extrusionOk="0" h="1009014" w="448310">
                  <a:moveTo>
                    <a:pt x="448030" y="413575"/>
                  </a:moveTo>
                  <a:lnTo>
                    <a:pt x="439864" y="357759"/>
                  </a:lnTo>
                  <a:lnTo>
                    <a:pt x="418884" y="319989"/>
                  </a:lnTo>
                  <a:lnTo>
                    <a:pt x="418884" y="395668"/>
                  </a:lnTo>
                  <a:lnTo>
                    <a:pt x="418249" y="411607"/>
                  </a:lnTo>
                  <a:lnTo>
                    <a:pt x="405384" y="460248"/>
                  </a:lnTo>
                  <a:lnTo>
                    <a:pt x="393192" y="473964"/>
                  </a:lnTo>
                  <a:lnTo>
                    <a:pt x="379476" y="473964"/>
                  </a:lnTo>
                  <a:lnTo>
                    <a:pt x="373380" y="472440"/>
                  </a:lnTo>
                  <a:lnTo>
                    <a:pt x="365760" y="469392"/>
                  </a:lnTo>
                  <a:lnTo>
                    <a:pt x="362889" y="467868"/>
                  </a:lnTo>
                  <a:lnTo>
                    <a:pt x="360908" y="466826"/>
                  </a:lnTo>
                  <a:lnTo>
                    <a:pt x="355473" y="463677"/>
                  </a:lnTo>
                  <a:lnTo>
                    <a:pt x="349478" y="459968"/>
                  </a:lnTo>
                  <a:lnTo>
                    <a:pt x="345236" y="457200"/>
                  </a:lnTo>
                  <a:lnTo>
                    <a:pt x="342900" y="455676"/>
                  </a:lnTo>
                  <a:lnTo>
                    <a:pt x="348475" y="395668"/>
                  </a:lnTo>
                  <a:lnTo>
                    <a:pt x="348703" y="383819"/>
                  </a:lnTo>
                  <a:lnTo>
                    <a:pt x="348818" y="377952"/>
                  </a:lnTo>
                  <a:lnTo>
                    <a:pt x="348907" y="373380"/>
                  </a:lnTo>
                  <a:lnTo>
                    <a:pt x="349034" y="368261"/>
                  </a:lnTo>
                  <a:lnTo>
                    <a:pt x="350164" y="351078"/>
                  </a:lnTo>
                  <a:lnTo>
                    <a:pt x="350215" y="350520"/>
                  </a:lnTo>
                  <a:lnTo>
                    <a:pt x="351472" y="336613"/>
                  </a:lnTo>
                  <a:lnTo>
                    <a:pt x="351510" y="336359"/>
                  </a:lnTo>
                  <a:lnTo>
                    <a:pt x="353072" y="325310"/>
                  </a:lnTo>
                  <a:lnTo>
                    <a:pt x="353148" y="324993"/>
                  </a:lnTo>
                  <a:lnTo>
                    <a:pt x="353237" y="324612"/>
                  </a:lnTo>
                  <a:lnTo>
                    <a:pt x="355092" y="316992"/>
                  </a:lnTo>
                  <a:lnTo>
                    <a:pt x="359664" y="307848"/>
                  </a:lnTo>
                  <a:lnTo>
                    <a:pt x="364236" y="303276"/>
                  </a:lnTo>
                  <a:lnTo>
                    <a:pt x="373380" y="303276"/>
                  </a:lnTo>
                  <a:lnTo>
                    <a:pt x="405384" y="324612"/>
                  </a:lnTo>
                  <a:lnTo>
                    <a:pt x="418249" y="368985"/>
                  </a:lnTo>
                  <a:lnTo>
                    <a:pt x="418515" y="375666"/>
                  </a:lnTo>
                  <a:lnTo>
                    <a:pt x="418617" y="377952"/>
                  </a:lnTo>
                  <a:lnTo>
                    <a:pt x="418731" y="380987"/>
                  </a:lnTo>
                  <a:lnTo>
                    <a:pt x="418846" y="383819"/>
                  </a:lnTo>
                  <a:lnTo>
                    <a:pt x="418884" y="395668"/>
                  </a:lnTo>
                  <a:lnTo>
                    <a:pt x="418884" y="319989"/>
                  </a:lnTo>
                  <a:lnTo>
                    <a:pt x="414528" y="313944"/>
                  </a:lnTo>
                  <a:lnTo>
                    <a:pt x="376809" y="289737"/>
                  </a:lnTo>
                  <a:lnTo>
                    <a:pt x="364236" y="288036"/>
                  </a:lnTo>
                  <a:lnTo>
                    <a:pt x="354507" y="288899"/>
                  </a:lnTo>
                  <a:lnTo>
                    <a:pt x="320040" y="317754"/>
                  </a:lnTo>
                  <a:lnTo>
                    <a:pt x="311848" y="362521"/>
                  </a:lnTo>
                  <a:lnTo>
                    <a:pt x="311746" y="365569"/>
                  </a:lnTo>
                  <a:lnTo>
                    <a:pt x="311619" y="368808"/>
                  </a:lnTo>
                  <a:lnTo>
                    <a:pt x="311543" y="370840"/>
                  </a:lnTo>
                  <a:lnTo>
                    <a:pt x="311454" y="373380"/>
                  </a:lnTo>
                  <a:lnTo>
                    <a:pt x="311365" y="375666"/>
                  </a:lnTo>
                  <a:lnTo>
                    <a:pt x="311277" y="377952"/>
                  </a:lnTo>
                  <a:lnTo>
                    <a:pt x="311162" y="380987"/>
                  </a:lnTo>
                  <a:lnTo>
                    <a:pt x="311061" y="390144"/>
                  </a:lnTo>
                  <a:lnTo>
                    <a:pt x="310934" y="401104"/>
                  </a:lnTo>
                  <a:lnTo>
                    <a:pt x="310896" y="403860"/>
                  </a:lnTo>
                  <a:lnTo>
                    <a:pt x="310794" y="405384"/>
                  </a:lnTo>
                  <a:lnTo>
                    <a:pt x="309994" y="416179"/>
                  </a:lnTo>
                  <a:lnTo>
                    <a:pt x="309372" y="425767"/>
                  </a:lnTo>
                  <a:lnTo>
                    <a:pt x="309283" y="426910"/>
                  </a:lnTo>
                  <a:lnTo>
                    <a:pt x="308762" y="432803"/>
                  </a:lnTo>
                  <a:lnTo>
                    <a:pt x="307848" y="437388"/>
                  </a:lnTo>
                  <a:lnTo>
                    <a:pt x="307848" y="446519"/>
                  </a:lnTo>
                  <a:lnTo>
                    <a:pt x="306324" y="451104"/>
                  </a:lnTo>
                  <a:lnTo>
                    <a:pt x="300228" y="457200"/>
                  </a:lnTo>
                  <a:lnTo>
                    <a:pt x="288036" y="457200"/>
                  </a:lnTo>
                  <a:lnTo>
                    <a:pt x="278892" y="451104"/>
                  </a:lnTo>
                  <a:lnTo>
                    <a:pt x="274307" y="446519"/>
                  </a:lnTo>
                  <a:lnTo>
                    <a:pt x="268224" y="438912"/>
                  </a:lnTo>
                  <a:lnTo>
                    <a:pt x="270230" y="430682"/>
                  </a:lnTo>
                  <a:lnTo>
                    <a:pt x="270281" y="430339"/>
                  </a:lnTo>
                  <a:lnTo>
                    <a:pt x="271653" y="422148"/>
                  </a:lnTo>
                  <a:lnTo>
                    <a:pt x="272516" y="413575"/>
                  </a:lnTo>
                  <a:lnTo>
                    <a:pt x="272643" y="409956"/>
                  </a:lnTo>
                  <a:lnTo>
                    <a:pt x="272796" y="405384"/>
                  </a:lnTo>
                  <a:lnTo>
                    <a:pt x="272707" y="403860"/>
                  </a:lnTo>
                  <a:lnTo>
                    <a:pt x="263817" y="361188"/>
                  </a:lnTo>
                  <a:lnTo>
                    <a:pt x="260604" y="354660"/>
                  </a:lnTo>
                  <a:lnTo>
                    <a:pt x="260604" y="403860"/>
                  </a:lnTo>
                  <a:lnTo>
                    <a:pt x="259727" y="413575"/>
                  </a:lnTo>
                  <a:lnTo>
                    <a:pt x="233934" y="443636"/>
                  </a:lnTo>
                  <a:lnTo>
                    <a:pt x="185928" y="452628"/>
                  </a:lnTo>
                  <a:lnTo>
                    <a:pt x="172199" y="452018"/>
                  </a:lnTo>
                  <a:lnTo>
                    <a:pt x="137020" y="434174"/>
                  </a:lnTo>
                  <a:lnTo>
                    <a:pt x="128016" y="409956"/>
                  </a:lnTo>
                  <a:lnTo>
                    <a:pt x="129146" y="401104"/>
                  </a:lnTo>
                  <a:lnTo>
                    <a:pt x="156210" y="370840"/>
                  </a:lnTo>
                  <a:lnTo>
                    <a:pt x="204216" y="361188"/>
                  </a:lnTo>
                  <a:lnTo>
                    <a:pt x="217957" y="362026"/>
                  </a:lnTo>
                  <a:lnTo>
                    <a:pt x="252895" y="380288"/>
                  </a:lnTo>
                  <a:lnTo>
                    <a:pt x="259791" y="395668"/>
                  </a:lnTo>
                  <a:lnTo>
                    <a:pt x="260604" y="403860"/>
                  </a:lnTo>
                  <a:lnTo>
                    <a:pt x="260604" y="354660"/>
                  </a:lnTo>
                  <a:lnTo>
                    <a:pt x="251460" y="342900"/>
                  </a:lnTo>
                  <a:lnTo>
                    <a:pt x="213321" y="320192"/>
                  </a:lnTo>
                  <a:lnTo>
                    <a:pt x="198120" y="318516"/>
                  </a:lnTo>
                  <a:lnTo>
                    <a:pt x="185864" y="319379"/>
                  </a:lnTo>
                  <a:lnTo>
                    <a:pt x="174307" y="321945"/>
                  </a:lnTo>
                  <a:lnTo>
                    <a:pt x="163626" y="326237"/>
                  </a:lnTo>
                  <a:lnTo>
                    <a:pt x="153924" y="332232"/>
                  </a:lnTo>
                  <a:lnTo>
                    <a:pt x="153924" y="289560"/>
                  </a:lnTo>
                  <a:lnTo>
                    <a:pt x="152400" y="289560"/>
                  </a:lnTo>
                  <a:lnTo>
                    <a:pt x="152400" y="288036"/>
                  </a:lnTo>
                  <a:lnTo>
                    <a:pt x="150876" y="288036"/>
                  </a:lnTo>
                  <a:lnTo>
                    <a:pt x="147828" y="286512"/>
                  </a:lnTo>
                  <a:lnTo>
                    <a:pt x="140208" y="286512"/>
                  </a:lnTo>
                  <a:lnTo>
                    <a:pt x="137160" y="288036"/>
                  </a:lnTo>
                  <a:lnTo>
                    <a:pt x="135636" y="288036"/>
                  </a:lnTo>
                  <a:lnTo>
                    <a:pt x="135636" y="289560"/>
                  </a:lnTo>
                  <a:lnTo>
                    <a:pt x="134112" y="289560"/>
                  </a:lnTo>
                  <a:lnTo>
                    <a:pt x="134112" y="292608"/>
                  </a:lnTo>
                  <a:lnTo>
                    <a:pt x="132588" y="295656"/>
                  </a:lnTo>
                  <a:lnTo>
                    <a:pt x="132588" y="350520"/>
                  </a:lnTo>
                  <a:lnTo>
                    <a:pt x="125476" y="362521"/>
                  </a:lnTo>
                  <a:lnTo>
                    <a:pt x="120205" y="375666"/>
                  </a:lnTo>
                  <a:lnTo>
                    <a:pt x="116954" y="389953"/>
                  </a:lnTo>
                  <a:lnTo>
                    <a:pt x="116941" y="390144"/>
                  </a:lnTo>
                  <a:lnTo>
                    <a:pt x="115824" y="405384"/>
                  </a:lnTo>
                  <a:lnTo>
                    <a:pt x="129971" y="454469"/>
                  </a:lnTo>
                  <a:lnTo>
                    <a:pt x="166116" y="486346"/>
                  </a:lnTo>
                  <a:lnTo>
                    <a:pt x="180695" y="490728"/>
                  </a:lnTo>
                  <a:lnTo>
                    <a:pt x="180162" y="490728"/>
                  </a:lnTo>
                  <a:lnTo>
                    <a:pt x="196596" y="492252"/>
                  </a:lnTo>
                  <a:lnTo>
                    <a:pt x="207505" y="491667"/>
                  </a:lnTo>
                  <a:lnTo>
                    <a:pt x="217551" y="489775"/>
                  </a:lnTo>
                  <a:lnTo>
                    <a:pt x="252222" y="469201"/>
                  </a:lnTo>
                  <a:lnTo>
                    <a:pt x="263652" y="451104"/>
                  </a:lnTo>
                  <a:lnTo>
                    <a:pt x="273367" y="462534"/>
                  </a:lnTo>
                  <a:lnTo>
                    <a:pt x="303276" y="487680"/>
                  </a:lnTo>
                  <a:lnTo>
                    <a:pt x="309372" y="489204"/>
                  </a:lnTo>
                  <a:lnTo>
                    <a:pt x="320040" y="489204"/>
                  </a:lnTo>
                  <a:lnTo>
                    <a:pt x="324612" y="487680"/>
                  </a:lnTo>
                  <a:lnTo>
                    <a:pt x="327660" y="484632"/>
                  </a:lnTo>
                  <a:lnTo>
                    <a:pt x="332232" y="481584"/>
                  </a:lnTo>
                  <a:lnTo>
                    <a:pt x="336804" y="475488"/>
                  </a:lnTo>
                  <a:lnTo>
                    <a:pt x="341376" y="467868"/>
                  </a:lnTo>
                  <a:lnTo>
                    <a:pt x="351650" y="477875"/>
                  </a:lnTo>
                  <a:lnTo>
                    <a:pt x="359473" y="485013"/>
                  </a:lnTo>
                  <a:lnTo>
                    <a:pt x="364629" y="489204"/>
                  </a:lnTo>
                  <a:lnTo>
                    <a:pt x="365594" y="489775"/>
                  </a:lnTo>
                  <a:lnTo>
                    <a:pt x="367284" y="490728"/>
                  </a:lnTo>
                  <a:lnTo>
                    <a:pt x="374738" y="496785"/>
                  </a:lnTo>
                  <a:lnTo>
                    <a:pt x="381190" y="501396"/>
                  </a:lnTo>
                  <a:lnTo>
                    <a:pt x="386791" y="504875"/>
                  </a:lnTo>
                  <a:lnTo>
                    <a:pt x="391668" y="507492"/>
                  </a:lnTo>
                  <a:lnTo>
                    <a:pt x="396240" y="509016"/>
                  </a:lnTo>
                  <a:lnTo>
                    <a:pt x="403860" y="509016"/>
                  </a:lnTo>
                  <a:lnTo>
                    <a:pt x="437134" y="474522"/>
                  </a:lnTo>
                  <a:lnTo>
                    <a:pt x="437311" y="473964"/>
                  </a:lnTo>
                  <a:lnTo>
                    <a:pt x="443293" y="455485"/>
                  </a:lnTo>
                  <a:lnTo>
                    <a:pt x="446900" y="435038"/>
                  </a:lnTo>
                  <a:lnTo>
                    <a:pt x="447014" y="432803"/>
                  </a:lnTo>
                  <a:lnTo>
                    <a:pt x="447128" y="430682"/>
                  </a:lnTo>
                  <a:lnTo>
                    <a:pt x="447179" y="429577"/>
                  </a:lnTo>
                  <a:lnTo>
                    <a:pt x="448030" y="41357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32" name="Google Shape;3332;p5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7035" y="4146803"/>
              <a:ext cx="232686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33" name="Google Shape;3333;p59"/>
            <p:cNvSpPr/>
            <p:nvPr/>
          </p:nvSpPr>
          <p:spPr>
            <a:xfrm>
              <a:off x="1431036" y="4021835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4196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918" y="34790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89916"/>
                  </a:lnTo>
                  <a:lnTo>
                    <a:pt x="332232" y="85344"/>
                  </a:lnTo>
                  <a:lnTo>
                    <a:pt x="330708" y="82296"/>
                  </a:lnTo>
                  <a:lnTo>
                    <a:pt x="327660" y="79248"/>
                  </a:lnTo>
                  <a:lnTo>
                    <a:pt x="321563" y="77724"/>
                  </a:lnTo>
                  <a:lnTo>
                    <a:pt x="317253" y="75961"/>
                  </a:lnTo>
                  <a:lnTo>
                    <a:pt x="311086" y="75057"/>
                  </a:lnTo>
                  <a:lnTo>
                    <a:pt x="302918" y="74723"/>
                  </a:lnTo>
                  <a:lnTo>
                    <a:pt x="92964" y="74676"/>
                  </a:lnTo>
                  <a:lnTo>
                    <a:pt x="63246" y="74866"/>
                  </a:lnTo>
                  <a:lnTo>
                    <a:pt x="53530" y="75318"/>
                  </a:lnTo>
                  <a:lnTo>
                    <a:pt x="47244" y="76200"/>
                  </a:lnTo>
                  <a:lnTo>
                    <a:pt x="41148" y="76200"/>
                  </a:lnTo>
                  <a:lnTo>
                    <a:pt x="36576" y="77724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334" name="Google Shape;3334;p59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31035" y="2487167"/>
            <a:ext cx="447949" cy="13914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335" name="Google Shape;3335;p59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336" name="Google Shape;3336;p5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37" name="Google Shape;3337;p59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338" name="Google Shape;3338;p59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339" name="Google Shape;3339;p59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340" name="Google Shape;3340;p59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655308" y="1760219"/>
            <a:ext cx="117348" cy="158496"/>
          </a:xfrm>
          <a:prstGeom prst="rect">
            <a:avLst/>
          </a:prstGeom>
          <a:noFill/>
          <a:ln>
            <a:noFill/>
          </a:ln>
        </p:spPr>
      </p:pic>
      <p:pic>
        <p:nvPicPr>
          <p:cNvPr id="3341" name="Google Shape;3341;p59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314955" y="1327404"/>
            <a:ext cx="3366515" cy="819759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45" name="Shape 3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46" name="Google Shape;3346;p60"/>
          <p:cNvGrpSpPr/>
          <p:nvPr/>
        </p:nvGrpSpPr>
        <p:grpSpPr>
          <a:xfrm>
            <a:off x="1431023" y="4856988"/>
            <a:ext cx="448309" cy="2440432"/>
            <a:chOff x="1431023" y="4856988"/>
            <a:chExt cx="448309" cy="2440432"/>
          </a:xfrm>
        </p:grpSpPr>
        <p:sp>
          <p:nvSpPr>
            <p:cNvPr id="3347" name="Google Shape;3347;p60"/>
            <p:cNvSpPr/>
            <p:nvPr/>
          </p:nvSpPr>
          <p:spPr>
            <a:xfrm>
              <a:off x="1446275" y="7048500"/>
              <a:ext cx="327660" cy="248920"/>
            </a:xfrm>
            <a:custGeom>
              <a:rect b="b" l="l" r="r" t="t"/>
              <a:pathLst>
                <a:path extrusionOk="0" h="248920" w="327660">
                  <a:moveTo>
                    <a:pt x="7619" y="248412"/>
                  </a:moveTo>
                  <a:lnTo>
                    <a:pt x="0" y="248412"/>
                  </a:lnTo>
                  <a:lnTo>
                    <a:pt x="81" y="126492"/>
                  </a:lnTo>
                  <a:lnTo>
                    <a:pt x="5150" y="73152"/>
                  </a:lnTo>
                  <a:lnTo>
                    <a:pt x="21526" y="36385"/>
                  </a:lnTo>
                  <a:lnTo>
                    <a:pt x="51363" y="9644"/>
                  </a:lnTo>
                  <a:lnTo>
                    <a:pt x="91439" y="0"/>
                  </a:lnTo>
                  <a:lnTo>
                    <a:pt x="110894" y="1690"/>
                  </a:lnTo>
                  <a:lnTo>
                    <a:pt x="156971" y="25908"/>
                  </a:lnTo>
                  <a:lnTo>
                    <a:pt x="174029" y="54864"/>
                  </a:lnTo>
                  <a:lnTo>
                    <a:pt x="96011" y="54864"/>
                  </a:lnTo>
                  <a:lnTo>
                    <a:pt x="85748" y="55435"/>
                  </a:lnTo>
                  <a:lnTo>
                    <a:pt x="47815" y="68246"/>
                  </a:lnTo>
                  <a:lnTo>
                    <a:pt x="22097" y="105346"/>
                  </a:lnTo>
                  <a:lnTo>
                    <a:pt x="20049" y="119657"/>
                  </a:lnTo>
                  <a:lnTo>
                    <a:pt x="20097" y="130587"/>
                  </a:lnTo>
                  <a:lnTo>
                    <a:pt x="20827" y="137160"/>
                  </a:lnTo>
                  <a:lnTo>
                    <a:pt x="20954" y="138303"/>
                  </a:lnTo>
                  <a:lnTo>
                    <a:pt x="22334" y="146304"/>
                  </a:lnTo>
                  <a:lnTo>
                    <a:pt x="22383" y="146589"/>
                  </a:lnTo>
                  <a:lnTo>
                    <a:pt x="24314" y="155138"/>
                  </a:lnTo>
                  <a:lnTo>
                    <a:pt x="24383" y="155448"/>
                  </a:lnTo>
                  <a:lnTo>
                    <a:pt x="327660" y="155448"/>
                  </a:lnTo>
                  <a:lnTo>
                    <a:pt x="327660" y="201168"/>
                  </a:lnTo>
                  <a:lnTo>
                    <a:pt x="57911" y="201168"/>
                  </a:lnTo>
                  <a:lnTo>
                    <a:pt x="45295" y="201453"/>
                  </a:lnTo>
                  <a:lnTo>
                    <a:pt x="44501" y="201453"/>
                  </a:lnTo>
                  <a:lnTo>
                    <a:pt x="33146" y="202501"/>
                  </a:lnTo>
                  <a:lnTo>
                    <a:pt x="7619" y="236220"/>
                  </a:lnTo>
                  <a:lnTo>
                    <a:pt x="7619" y="248412"/>
                  </a:lnTo>
                  <a:close/>
                </a:path>
                <a:path extrusionOk="0" h="248920" w="327660">
                  <a:moveTo>
                    <a:pt x="175259" y="155448"/>
                  </a:moveTo>
                  <a:lnTo>
                    <a:pt x="160019" y="155448"/>
                  </a:lnTo>
                  <a:lnTo>
                    <a:pt x="161496" y="146589"/>
                  </a:lnTo>
                  <a:lnTo>
                    <a:pt x="161543" y="146304"/>
                  </a:lnTo>
                  <a:lnTo>
                    <a:pt x="163020" y="140398"/>
                  </a:lnTo>
                  <a:lnTo>
                    <a:pt x="164591" y="132588"/>
                  </a:lnTo>
                  <a:lnTo>
                    <a:pt x="164591" y="115824"/>
                  </a:lnTo>
                  <a:lnTo>
                    <a:pt x="163448" y="103798"/>
                  </a:lnTo>
                  <a:lnTo>
                    <a:pt x="135445" y="65151"/>
                  </a:lnTo>
                  <a:lnTo>
                    <a:pt x="96011" y="54864"/>
                  </a:lnTo>
                  <a:lnTo>
                    <a:pt x="174029" y="54864"/>
                  </a:lnTo>
                  <a:lnTo>
                    <a:pt x="175450" y="58102"/>
                  </a:lnTo>
                  <a:lnTo>
                    <a:pt x="179903" y="77985"/>
                  </a:lnTo>
                  <a:lnTo>
                    <a:pt x="181355" y="100584"/>
                  </a:lnTo>
                  <a:lnTo>
                    <a:pt x="181292" y="108084"/>
                  </a:lnTo>
                  <a:lnTo>
                    <a:pt x="181165" y="112966"/>
                  </a:lnTo>
                  <a:lnTo>
                    <a:pt x="180713" y="119657"/>
                  </a:lnTo>
                  <a:lnTo>
                    <a:pt x="179831" y="126492"/>
                  </a:lnTo>
                  <a:lnTo>
                    <a:pt x="177577" y="140208"/>
                  </a:lnTo>
                  <a:lnTo>
                    <a:pt x="176402" y="147708"/>
                  </a:lnTo>
                  <a:lnTo>
                    <a:pt x="175305" y="155138"/>
                  </a:lnTo>
                  <a:lnTo>
                    <a:pt x="175259" y="155448"/>
                  </a:lnTo>
                  <a:close/>
                </a:path>
                <a:path extrusionOk="0" h="248920" w="327660">
                  <a:moveTo>
                    <a:pt x="327660" y="155448"/>
                  </a:moveTo>
                  <a:lnTo>
                    <a:pt x="269747" y="155448"/>
                  </a:lnTo>
                  <a:lnTo>
                    <a:pt x="284297" y="155138"/>
                  </a:lnTo>
                  <a:lnTo>
                    <a:pt x="295846" y="154114"/>
                  </a:lnTo>
                  <a:lnTo>
                    <a:pt x="319365" y="129540"/>
                  </a:lnTo>
                  <a:lnTo>
                    <a:pt x="319444" y="129206"/>
                  </a:lnTo>
                  <a:lnTo>
                    <a:pt x="320040" y="120396"/>
                  </a:lnTo>
                  <a:lnTo>
                    <a:pt x="320040" y="108084"/>
                  </a:lnTo>
                  <a:lnTo>
                    <a:pt x="327660" y="108084"/>
                  </a:lnTo>
                  <a:lnTo>
                    <a:pt x="327660" y="155448"/>
                  </a:lnTo>
                  <a:close/>
                </a:path>
                <a:path extrusionOk="0" h="248920" w="327660">
                  <a:moveTo>
                    <a:pt x="327660" y="248412"/>
                  </a:moveTo>
                  <a:lnTo>
                    <a:pt x="320040" y="248412"/>
                  </a:lnTo>
                  <a:lnTo>
                    <a:pt x="320040" y="236220"/>
                  </a:lnTo>
                  <a:lnTo>
                    <a:pt x="319260" y="227409"/>
                  </a:lnTo>
                  <a:lnTo>
                    <a:pt x="283178" y="201453"/>
                  </a:lnTo>
                  <a:lnTo>
                    <a:pt x="269747" y="201168"/>
                  </a:lnTo>
                  <a:lnTo>
                    <a:pt x="327660" y="201168"/>
                  </a:lnTo>
                  <a:lnTo>
                    <a:pt x="327660" y="2484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48" name="Google Shape;3348;p6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46859" y="6635496"/>
              <a:ext cx="233172" cy="3886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49" name="Google Shape;3349;p60"/>
            <p:cNvSpPr/>
            <p:nvPr/>
          </p:nvSpPr>
          <p:spPr>
            <a:xfrm>
              <a:off x="1431036" y="6373368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813"/>
                  </a:lnTo>
                  <a:lnTo>
                    <a:pt x="287083" y="34290"/>
                  </a:lnTo>
                  <a:lnTo>
                    <a:pt x="296965" y="33766"/>
                  </a:lnTo>
                  <a:lnTo>
                    <a:pt x="303275" y="33528"/>
                  </a:lnTo>
                  <a:lnTo>
                    <a:pt x="309371" y="32004"/>
                  </a:lnTo>
                  <a:lnTo>
                    <a:pt x="312419" y="30480"/>
                  </a:lnTo>
                  <a:lnTo>
                    <a:pt x="315467" y="27432"/>
                  </a:lnTo>
                  <a:lnTo>
                    <a:pt x="318515" y="21336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1524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8268" y="74676"/>
                  </a:lnTo>
                  <a:lnTo>
                    <a:pt x="63245" y="74866"/>
                  </a:lnTo>
                  <a:lnTo>
                    <a:pt x="55575" y="75223"/>
                  </a:lnTo>
                  <a:lnTo>
                    <a:pt x="54210" y="75223"/>
                  </a:lnTo>
                  <a:lnTo>
                    <a:pt x="47243" y="76200"/>
                  </a:lnTo>
                  <a:lnTo>
                    <a:pt x="41147" y="77724"/>
                  </a:lnTo>
                  <a:lnTo>
                    <a:pt x="36790" y="79176"/>
                  </a:lnTo>
                  <a:lnTo>
                    <a:pt x="36647" y="79176"/>
                  </a:lnTo>
                  <a:lnTo>
                    <a:pt x="35052" y="80772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0789"/>
                  </a:lnTo>
                  <a:lnTo>
                    <a:pt x="155447" y="198120"/>
                  </a:lnTo>
                  <a:lnTo>
                    <a:pt x="125920" y="164592"/>
                  </a:lnTo>
                  <a:lnTo>
                    <a:pt x="115823" y="121920"/>
                  </a:lnTo>
                  <a:lnTo>
                    <a:pt x="117082" y="109728"/>
                  </a:lnTo>
                  <a:lnTo>
                    <a:pt x="117205" y="108537"/>
                  </a:lnTo>
                  <a:lnTo>
                    <a:pt x="121157" y="96012"/>
                  </a:lnTo>
                  <a:lnTo>
                    <a:pt x="127396" y="84629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5223"/>
                  </a:lnTo>
                  <a:lnTo>
                    <a:pt x="173164" y="76771"/>
                  </a:lnTo>
                  <a:lnTo>
                    <a:pt x="138683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50876" y="163068"/>
                  </a:lnTo>
                  <a:lnTo>
                    <a:pt x="201453" y="182999"/>
                  </a:lnTo>
                  <a:lnTo>
                    <a:pt x="224027" y="184404"/>
                  </a:lnTo>
                  <a:lnTo>
                    <a:pt x="334566" y="184404"/>
                  </a:lnTo>
                  <a:lnTo>
                    <a:pt x="332922" y="187118"/>
                  </a:lnTo>
                  <a:lnTo>
                    <a:pt x="320040" y="201168"/>
                  </a:lnTo>
                  <a:lnTo>
                    <a:pt x="303395" y="213169"/>
                  </a:lnTo>
                  <a:lnTo>
                    <a:pt x="285178" y="221742"/>
                  </a:lnTo>
                  <a:lnTo>
                    <a:pt x="264961" y="226885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4566" y="184404"/>
                  </a:moveTo>
                  <a:lnTo>
                    <a:pt x="224027" y="184404"/>
                  </a:lnTo>
                  <a:lnTo>
                    <a:pt x="246602" y="182999"/>
                  </a:lnTo>
                  <a:lnTo>
                    <a:pt x="266318" y="178879"/>
                  </a:lnTo>
                  <a:lnTo>
                    <a:pt x="308943" y="152471"/>
                  </a:lnTo>
                  <a:lnTo>
                    <a:pt x="323088" y="115824"/>
                  </a:lnTo>
                  <a:lnTo>
                    <a:pt x="321683" y="105537"/>
                  </a:lnTo>
                  <a:lnTo>
                    <a:pt x="317563" y="95250"/>
                  </a:lnTo>
                  <a:lnTo>
                    <a:pt x="310872" y="84963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5156"/>
                  </a:lnTo>
                  <a:lnTo>
                    <a:pt x="348996" y="138684"/>
                  </a:lnTo>
                  <a:lnTo>
                    <a:pt x="347257" y="156162"/>
                  </a:lnTo>
                  <a:lnTo>
                    <a:pt x="341955" y="172188"/>
                  </a:lnTo>
                  <a:lnTo>
                    <a:pt x="334566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50" name="Google Shape;3350;p6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52955" y="6128003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51" name="Google Shape;3351;p6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592073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52" name="Google Shape;3352;p60"/>
            <p:cNvSpPr/>
            <p:nvPr/>
          </p:nvSpPr>
          <p:spPr>
            <a:xfrm>
              <a:off x="1431023" y="5638800"/>
              <a:ext cx="346075" cy="260985"/>
            </a:xfrm>
            <a:custGeom>
              <a:rect b="b" l="l" r="r" t="t"/>
              <a:pathLst>
                <a:path extrusionOk="0" h="260985" w="346075">
                  <a:moveTo>
                    <a:pt x="48768" y="47244"/>
                  </a:moveTo>
                  <a:lnTo>
                    <a:pt x="47244" y="41148"/>
                  </a:lnTo>
                  <a:lnTo>
                    <a:pt x="38100" y="32004"/>
                  </a:lnTo>
                  <a:lnTo>
                    <a:pt x="32004" y="28956"/>
                  </a:lnTo>
                  <a:lnTo>
                    <a:pt x="18288" y="28956"/>
                  </a:lnTo>
                  <a:lnTo>
                    <a:pt x="12192" y="32004"/>
                  </a:lnTo>
                  <a:lnTo>
                    <a:pt x="3048" y="41148"/>
                  </a:lnTo>
                  <a:lnTo>
                    <a:pt x="0" y="47244"/>
                  </a:lnTo>
                  <a:lnTo>
                    <a:pt x="0" y="60960"/>
                  </a:lnTo>
                  <a:lnTo>
                    <a:pt x="3048" y="67056"/>
                  </a:lnTo>
                  <a:lnTo>
                    <a:pt x="12192" y="76200"/>
                  </a:lnTo>
                  <a:lnTo>
                    <a:pt x="18288" y="77724"/>
                  </a:lnTo>
                  <a:lnTo>
                    <a:pt x="32004" y="77724"/>
                  </a:lnTo>
                  <a:lnTo>
                    <a:pt x="38100" y="76200"/>
                  </a:lnTo>
                  <a:lnTo>
                    <a:pt x="47244" y="67056"/>
                  </a:lnTo>
                  <a:lnTo>
                    <a:pt x="48768" y="60960"/>
                  </a:lnTo>
                  <a:lnTo>
                    <a:pt x="48768" y="47244"/>
                  </a:lnTo>
                  <a:close/>
                </a:path>
                <a:path extrusionOk="0" h="260985" w="346075">
                  <a:moveTo>
                    <a:pt x="342900" y="0"/>
                  </a:moveTo>
                  <a:lnTo>
                    <a:pt x="335280" y="0"/>
                  </a:lnTo>
                  <a:lnTo>
                    <a:pt x="335280" y="18288"/>
                  </a:lnTo>
                  <a:lnTo>
                    <a:pt x="332232" y="22860"/>
                  </a:lnTo>
                  <a:lnTo>
                    <a:pt x="330708" y="25908"/>
                  </a:lnTo>
                  <a:lnTo>
                    <a:pt x="326136" y="28956"/>
                  </a:lnTo>
                  <a:lnTo>
                    <a:pt x="321564" y="30480"/>
                  </a:lnTo>
                  <a:lnTo>
                    <a:pt x="317258" y="32245"/>
                  </a:lnTo>
                  <a:lnTo>
                    <a:pt x="311086" y="33147"/>
                  </a:lnTo>
                  <a:lnTo>
                    <a:pt x="302920" y="33489"/>
                  </a:lnTo>
                  <a:lnTo>
                    <a:pt x="115824" y="33489"/>
                  </a:lnTo>
                  <a:lnTo>
                    <a:pt x="115824" y="44196"/>
                  </a:lnTo>
                  <a:lnTo>
                    <a:pt x="143256" y="108204"/>
                  </a:lnTo>
                  <a:lnTo>
                    <a:pt x="150876" y="105156"/>
                  </a:lnTo>
                  <a:lnTo>
                    <a:pt x="149352" y="99060"/>
                  </a:lnTo>
                  <a:lnTo>
                    <a:pt x="147828" y="94488"/>
                  </a:lnTo>
                  <a:lnTo>
                    <a:pt x="147828" y="86868"/>
                  </a:lnTo>
                  <a:lnTo>
                    <a:pt x="150876" y="80772"/>
                  </a:lnTo>
                  <a:lnTo>
                    <a:pt x="152400" y="79248"/>
                  </a:lnTo>
                  <a:lnTo>
                    <a:pt x="156972" y="76200"/>
                  </a:lnTo>
                  <a:lnTo>
                    <a:pt x="161544" y="76200"/>
                  </a:lnTo>
                  <a:lnTo>
                    <a:pt x="168719" y="75082"/>
                  </a:lnTo>
                  <a:lnTo>
                    <a:pt x="178879" y="74104"/>
                  </a:lnTo>
                  <a:lnTo>
                    <a:pt x="192201" y="73418"/>
                  </a:lnTo>
                  <a:lnTo>
                    <a:pt x="208788" y="73152"/>
                  </a:lnTo>
                  <a:lnTo>
                    <a:pt x="292608" y="73152"/>
                  </a:lnTo>
                  <a:lnTo>
                    <a:pt x="302069" y="73418"/>
                  </a:lnTo>
                  <a:lnTo>
                    <a:pt x="302704" y="73418"/>
                  </a:lnTo>
                  <a:lnTo>
                    <a:pt x="311086" y="74295"/>
                  </a:lnTo>
                  <a:lnTo>
                    <a:pt x="317258" y="75730"/>
                  </a:lnTo>
                  <a:lnTo>
                    <a:pt x="321564" y="77724"/>
                  </a:lnTo>
                  <a:lnTo>
                    <a:pt x="327660" y="79248"/>
                  </a:lnTo>
                  <a:lnTo>
                    <a:pt x="330708" y="82296"/>
                  </a:lnTo>
                  <a:lnTo>
                    <a:pt x="332232" y="85344"/>
                  </a:lnTo>
                  <a:lnTo>
                    <a:pt x="335280" y="89916"/>
                  </a:lnTo>
                  <a:lnTo>
                    <a:pt x="335280" y="106680"/>
                  </a:lnTo>
                  <a:lnTo>
                    <a:pt x="342900" y="106680"/>
                  </a:lnTo>
                  <a:lnTo>
                    <a:pt x="342900" y="73152"/>
                  </a:lnTo>
                  <a:lnTo>
                    <a:pt x="342900" y="0"/>
                  </a:lnTo>
                  <a:close/>
                </a:path>
                <a:path extrusionOk="0" h="260985" w="346075">
                  <a:moveTo>
                    <a:pt x="345960" y="182880"/>
                  </a:moveTo>
                  <a:lnTo>
                    <a:pt x="327190" y="141909"/>
                  </a:lnTo>
                  <a:lnTo>
                    <a:pt x="297192" y="124968"/>
                  </a:lnTo>
                  <a:lnTo>
                    <a:pt x="297192" y="135636"/>
                  </a:lnTo>
                  <a:lnTo>
                    <a:pt x="304812" y="138684"/>
                  </a:lnTo>
                  <a:lnTo>
                    <a:pt x="309384" y="143256"/>
                  </a:lnTo>
                  <a:lnTo>
                    <a:pt x="315480" y="152400"/>
                  </a:lnTo>
                  <a:lnTo>
                    <a:pt x="317004" y="158496"/>
                  </a:lnTo>
                  <a:lnTo>
                    <a:pt x="317004" y="170688"/>
                  </a:lnTo>
                  <a:lnTo>
                    <a:pt x="280428" y="185928"/>
                  </a:lnTo>
                  <a:lnTo>
                    <a:pt x="137172" y="185928"/>
                  </a:lnTo>
                  <a:lnTo>
                    <a:pt x="137172" y="134112"/>
                  </a:lnTo>
                  <a:lnTo>
                    <a:pt x="121932" y="134112"/>
                  </a:lnTo>
                  <a:lnTo>
                    <a:pt x="121932" y="185928"/>
                  </a:lnTo>
                  <a:lnTo>
                    <a:pt x="48780" y="185928"/>
                  </a:lnTo>
                  <a:lnTo>
                    <a:pt x="48780" y="192024"/>
                  </a:lnTo>
                  <a:lnTo>
                    <a:pt x="83832" y="208788"/>
                  </a:lnTo>
                  <a:lnTo>
                    <a:pt x="118859" y="240030"/>
                  </a:lnTo>
                  <a:lnTo>
                    <a:pt x="131076" y="260604"/>
                  </a:lnTo>
                  <a:lnTo>
                    <a:pt x="137172" y="260604"/>
                  </a:lnTo>
                  <a:lnTo>
                    <a:pt x="137172" y="225552"/>
                  </a:lnTo>
                  <a:lnTo>
                    <a:pt x="286524" y="225552"/>
                  </a:lnTo>
                  <a:lnTo>
                    <a:pt x="298234" y="225272"/>
                  </a:lnTo>
                  <a:lnTo>
                    <a:pt x="336816" y="211836"/>
                  </a:lnTo>
                  <a:lnTo>
                    <a:pt x="339864" y="204216"/>
                  </a:lnTo>
                  <a:lnTo>
                    <a:pt x="344436" y="196596"/>
                  </a:lnTo>
                  <a:lnTo>
                    <a:pt x="345960" y="190500"/>
                  </a:lnTo>
                  <a:lnTo>
                    <a:pt x="345960" y="1828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53" name="Google Shape;3353;p6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52955" y="5387339"/>
              <a:ext cx="227076" cy="2346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54" name="Google Shape;3354;p60"/>
            <p:cNvSpPr/>
            <p:nvPr/>
          </p:nvSpPr>
          <p:spPr>
            <a:xfrm>
              <a:off x="1431023" y="4856988"/>
              <a:ext cx="448309" cy="506095"/>
            </a:xfrm>
            <a:custGeom>
              <a:rect b="b" l="l" r="r" t="t"/>
              <a:pathLst>
                <a:path extrusionOk="0" h="506095" w="448310">
                  <a:moveTo>
                    <a:pt x="48768" y="443484"/>
                  </a:moveTo>
                  <a:lnTo>
                    <a:pt x="47244" y="437388"/>
                  </a:lnTo>
                  <a:lnTo>
                    <a:pt x="38100" y="428244"/>
                  </a:lnTo>
                  <a:lnTo>
                    <a:pt x="32004" y="426720"/>
                  </a:lnTo>
                  <a:lnTo>
                    <a:pt x="18288" y="426720"/>
                  </a:lnTo>
                  <a:lnTo>
                    <a:pt x="12192" y="428244"/>
                  </a:lnTo>
                  <a:lnTo>
                    <a:pt x="3048" y="437388"/>
                  </a:lnTo>
                  <a:lnTo>
                    <a:pt x="0" y="443484"/>
                  </a:lnTo>
                  <a:lnTo>
                    <a:pt x="0" y="457200"/>
                  </a:lnTo>
                  <a:lnTo>
                    <a:pt x="3048" y="463296"/>
                  </a:lnTo>
                  <a:lnTo>
                    <a:pt x="12192" y="472440"/>
                  </a:lnTo>
                  <a:lnTo>
                    <a:pt x="18288" y="475488"/>
                  </a:lnTo>
                  <a:lnTo>
                    <a:pt x="32004" y="475488"/>
                  </a:lnTo>
                  <a:lnTo>
                    <a:pt x="38100" y="472440"/>
                  </a:lnTo>
                  <a:lnTo>
                    <a:pt x="47244" y="463296"/>
                  </a:lnTo>
                  <a:lnTo>
                    <a:pt x="48768" y="457200"/>
                  </a:lnTo>
                  <a:lnTo>
                    <a:pt x="48768" y="443484"/>
                  </a:lnTo>
                  <a:close/>
                </a:path>
                <a:path extrusionOk="0" h="506095" w="448310">
                  <a:moveTo>
                    <a:pt x="342900" y="397764"/>
                  </a:moveTo>
                  <a:lnTo>
                    <a:pt x="335280" y="397764"/>
                  </a:lnTo>
                  <a:lnTo>
                    <a:pt x="335280" y="414528"/>
                  </a:lnTo>
                  <a:lnTo>
                    <a:pt x="332232" y="419100"/>
                  </a:lnTo>
                  <a:lnTo>
                    <a:pt x="292608" y="431292"/>
                  </a:lnTo>
                  <a:lnTo>
                    <a:pt x="115824" y="431292"/>
                  </a:lnTo>
                  <a:lnTo>
                    <a:pt x="115824" y="440436"/>
                  </a:lnTo>
                  <a:lnTo>
                    <a:pt x="143256" y="505968"/>
                  </a:lnTo>
                  <a:lnTo>
                    <a:pt x="150876" y="502920"/>
                  </a:lnTo>
                  <a:lnTo>
                    <a:pt x="147828" y="490728"/>
                  </a:lnTo>
                  <a:lnTo>
                    <a:pt x="147828" y="483108"/>
                  </a:lnTo>
                  <a:lnTo>
                    <a:pt x="192201" y="470941"/>
                  </a:lnTo>
                  <a:lnTo>
                    <a:pt x="302336" y="470941"/>
                  </a:lnTo>
                  <a:lnTo>
                    <a:pt x="311086" y="471297"/>
                  </a:lnTo>
                  <a:lnTo>
                    <a:pt x="317258" y="472211"/>
                  </a:lnTo>
                  <a:lnTo>
                    <a:pt x="321564" y="473964"/>
                  </a:lnTo>
                  <a:lnTo>
                    <a:pt x="327660" y="475488"/>
                  </a:lnTo>
                  <a:lnTo>
                    <a:pt x="330708" y="478536"/>
                  </a:lnTo>
                  <a:lnTo>
                    <a:pt x="332232" y="483108"/>
                  </a:lnTo>
                  <a:lnTo>
                    <a:pt x="335280" y="486156"/>
                  </a:lnTo>
                  <a:lnTo>
                    <a:pt x="335280" y="504444"/>
                  </a:lnTo>
                  <a:lnTo>
                    <a:pt x="342900" y="504444"/>
                  </a:lnTo>
                  <a:lnTo>
                    <a:pt x="342900" y="470941"/>
                  </a:lnTo>
                  <a:lnTo>
                    <a:pt x="342900" y="397764"/>
                  </a:lnTo>
                  <a:close/>
                </a:path>
                <a:path extrusionOk="0" h="506095" w="448310">
                  <a:moveTo>
                    <a:pt x="345960" y="301752"/>
                  </a:moveTo>
                  <a:lnTo>
                    <a:pt x="327190" y="262305"/>
                  </a:lnTo>
                  <a:lnTo>
                    <a:pt x="297192" y="245364"/>
                  </a:lnTo>
                  <a:lnTo>
                    <a:pt x="297192" y="256032"/>
                  </a:lnTo>
                  <a:lnTo>
                    <a:pt x="304812" y="259080"/>
                  </a:lnTo>
                  <a:lnTo>
                    <a:pt x="309384" y="262128"/>
                  </a:lnTo>
                  <a:lnTo>
                    <a:pt x="312432" y="268224"/>
                  </a:lnTo>
                  <a:lnTo>
                    <a:pt x="315480" y="272796"/>
                  </a:lnTo>
                  <a:lnTo>
                    <a:pt x="317004" y="278892"/>
                  </a:lnTo>
                  <a:lnTo>
                    <a:pt x="317004" y="291084"/>
                  </a:lnTo>
                  <a:lnTo>
                    <a:pt x="315480" y="295656"/>
                  </a:lnTo>
                  <a:lnTo>
                    <a:pt x="280428" y="306324"/>
                  </a:lnTo>
                  <a:lnTo>
                    <a:pt x="137172" y="306324"/>
                  </a:lnTo>
                  <a:lnTo>
                    <a:pt x="137172" y="254508"/>
                  </a:lnTo>
                  <a:lnTo>
                    <a:pt x="121932" y="254508"/>
                  </a:lnTo>
                  <a:lnTo>
                    <a:pt x="121932" y="306324"/>
                  </a:lnTo>
                  <a:lnTo>
                    <a:pt x="48780" y="306324"/>
                  </a:lnTo>
                  <a:lnTo>
                    <a:pt x="48780" y="312420"/>
                  </a:lnTo>
                  <a:lnTo>
                    <a:pt x="91782" y="334289"/>
                  </a:lnTo>
                  <a:lnTo>
                    <a:pt x="123647" y="367284"/>
                  </a:lnTo>
                  <a:lnTo>
                    <a:pt x="131076" y="381000"/>
                  </a:lnTo>
                  <a:lnTo>
                    <a:pt x="137172" y="381000"/>
                  </a:lnTo>
                  <a:lnTo>
                    <a:pt x="137172" y="345948"/>
                  </a:lnTo>
                  <a:lnTo>
                    <a:pt x="286524" y="345948"/>
                  </a:lnTo>
                  <a:lnTo>
                    <a:pt x="298234" y="345668"/>
                  </a:lnTo>
                  <a:lnTo>
                    <a:pt x="336816" y="332232"/>
                  </a:lnTo>
                  <a:lnTo>
                    <a:pt x="339864" y="324612"/>
                  </a:lnTo>
                  <a:lnTo>
                    <a:pt x="344436" y="316992"/>
                  </a:lnTo>
                  <a:lnTo>
                    <a:pt x="345960" y="309372"/>
                  </a:lnTo>
                  <a:lnTo>
                    <a:pt x="345960" y="301752"/>
                  </a:lnTo>
                  <a:close/>
                </a:path>
                <a:path extrusionOk="0" h="506095" w="448310">
                  <a:moveTo>
                    <a:pt x="448056" y="198120"/>
                  </a:moveTo>
                  <a:lnTo>
                    <a:pt x="432816" y="156972"/>
                  </a:lnTo>
                  <a:lnTo>
                    <a:pt x="399173" y="129336"/>
                  </a:lnTo>
                  <a:lnTo>
                    <a:pt x="164592" y="32004"/>
                  </a:lnTo>
                  <a:lnTo>
                    <a:pt x="153924" y="27432"/>
                  </a:lnTo>
                  <a:lnTo>
                    <a:pt x="147828" y="25908"/>
                  </a:lnTo>
                  <a:lnTo>
                    <a:pt x="144780" y="24384"/>
                  </a:lnTo>
                  <a:lnTo>
                    <a:pt x="140208" y="19812"/>
                  </a:lnTo>
                  <a:lnTo>
                    <a:pt x="135636" y="16764"/>
                  </a:lnTo>
                  <a:lnTo>
                    <a:pt x="132588" y="10668"/>
                  </a:lnTo>
                  <a:lnTo>
                    <a:pt x="131064" y="6096"/>
                  </a:lnTo>
                  <a:lnTo>
                    <a:pt x="129540" y="0"/>
                  </a:lnTo>
                  <a:lnTo>
                    <a:pt x="121920" y="0"/>
                  </a:lnTo>
                  <a:lnTo>
                    <a:pt x="121920" y="70104"/>
                  </a:lnTo>
                  <a:lnTo>
                    <a:pt x="129540" y="70104"/>
                  </a:lnTo>
                  <a:lnTo>
                    <a:pt x="129540" y="64008"/>
                  </a:lnTo>
                  <a:lnTo>
                    <a:pt x="131064" y="57912"/>
                  </a:lnTo>
                  <a:lnTo>
                    <a:pt x="131064" y="56388"/>
                  </a:lnTo>
                  <a:lnTo>
                    <a:pt x="132588" y="53340"/>
                  </a:lnTo>
                  <a:lnTo>
                    <a:pt x="137160" y="48768"/>
                  </a:lnTo>
                  <a:lnTo>
                    <a:pt x="149352" y="48768"/>
                  </a:lnTo>
                  <a:lnTo>
                    <a:pt x="156972" y="50292"/>
                  </a:lnTo>
                  <a:lnTo>
                    <a:pt x="163068" y="51816"/>
                  </a:lnTo>
                  <a:lnTo>
                    <a:pt x="284988" y="102108"/>
                  </a:lnTo>
                  <a:lnTo>
                    <a:pt x="173736" y="156972"/>
                  </a:lnTo>
                  <a:lnTo>
                    <a:pt x="166027" y="160972"/>
                  </a:lnTo>
                  <a:lnTo>
                    <a:pt x="158877" y="163830"/>
                  </a:lnTo>
                  <a:lnTo>
                    <a:pt x="152311" y="165544"/>
                  </a:lnTo>
                  <a:lnTo>
                    <a:pt x="146304" y="166116"/>
                  </a:lnTo>
                  <a:lnTo>
                    <a:pt x="141732" y="166116"/>
                  </a:lnTo>
                  <a:lnTo>
                    <a:pt x="135636" y="160020"/>
                  </a:lnTo>
                  <a:lnTo>
                    <a:pt x="131064" y="156972"/>
                  </a:lnTo>
                  <a:lnTo>
                    <a:pt x="129540" y="150876"/>
                  </a:lnTo>
                  <a:lnTo>
                    <a:pt x="129540" y="138684"/>
                  </a:lnTo>
                  <a:lnTo>
                    <a:pt x="121920" y="138684"/>
                  </a:lnTo>
                  <a:lnTo>
                    <a:pt x="121920" y="243840"/>
                  </a:lnTo>
                  <a:lnTo>
                    <a:pt x="129540" y="243840"/>
                  </a:lnTo>
                  <a:lnTo>
                    <a:pt x="132588" y="234696"/>
                  </a:lnTo>
                  <a:lnTo>
                    <a:pt x="134112" y="228600"/>
                  </a:lnTo>
                  <a:lnTo>
                    <a:pt x="137160" y="225552"/>
                  </a:lnTo>
                  <a:lnTo>
                    <a:pt x="138684" y="222504"/>
                  </a:lnTo>
                  <a:lnTo>
                    <a:pt x="143256" y="219456"/>
                  </a:lnTo>
                  <a:lnTo>
                    <a:pt x="149352" y="216408"/>
                  </a:lnTo>
                  <a:lnTo>
                    <a:pt x="156972" y="210312"/>
                  </a:lnTo>
                  <a:lnTo>
                    <a:pt x="333756" y="121920"/>
                  </a:lnTo>
                  <a:lnTo>
                    <a:pt x="371856" y="138684"/>
                  </a:lnTo>
                  <a:lnTo>
                    <a:pt x="382168" y="143027"/>
                  </a:lnTo>
                  <a:lnTo>
                    <a:pt x="390334" y="147066"/>
                  </a:lnTo>
                  <a:lnTo>
                    <a:pt x="396506" y="151117"/>
                  </a:lnTo>
                  <a:lnTo>
                    <a:pt x="406908" y="161544"/>
                  </a:lnTo>
                  <a:lnTo>
                    <a:pt x="408432" y="166116"/>
                  </a:lnTo>
                  <a:lnTo>
                    <a:pt x="408432" y="176784"/>
                  </a:lnTo>
                  <a:lnTo>
                    <a:pt x="405384" y="184404"/>
                  </a:lnTo>
                  <a:lnTo>
                    <a:pt x="402336" y="193548"/>
                  </a:lnTo>
                  <a:lnTo>
                    <a:pt x="399288" y="199644"/>
                  </a:lnTo>
                  <a:lnTo>
                    <a:pt x="399288" y="213360"/>
                  </a:lnTo>
                  <a:lnTo>
                    <a:pt x="402336" y="219456"/>
                  </a:lnTo>
                  <a:lnTo>
                    <a:pt x="405384" y="224028"/>
                  </a:lnTo>
                  <a:lnTo>
                    <a:pt x="409956" y="228600"/>
                  </a:lnTo>
                  <a:lnTo>
                    <a:pt x="416052" y="230124"/>
                  </a:lnTo>
                  <a:lnTo>
                    <a:pt x="429768" y="230124"/>
                  </a:lnTo>
                  <a:lnTo>
                    <a:pt x="435864" y="227076"/>
                  </a:lnTo>
                  <a:lnTo>
                    <a:pt x="440436" y="220980"/>
                  </a:lnTo>
                  <a:lnTo>
                    <a:pt x="446532" y="214884"/>
                  </a:lnTo>
                  <a:lnTo>
                    <a:pt x="448056" y="207264"/>
                  </a:lnTo>
                  <a:lnTo>
                    <a:pt x="448056" y="1981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5" name="Google Shape;3355;p60"/>
          <p:cNvGrpSpPr/>
          <p:nvPr/>
        </p:nvGrpSpPr>
        <p:grpSpPr>
          <a:xfrm>
            <a:off x="1431036" y="3407664"/>
            <a:ext cx="349250" cy="1324864"/>
            <a:chOff x="1431036" y="3407664"/>
            <a:chExt cx="349250" cy="1324864"/>
          </a:xfrm>
        </p:grpSpPr>
        <p:sp>
          <p:nvSpPr>
            <p:cNvPr id="3356" name="Google Shape;3356;p60"/>
            <p:cNvSpPr/>
            <p:nvPr/>
          </p:nvSpPr>
          <p:spPr>
            <a:xfrm>
              <a:off x="1431036" y="3584448"/>
              <a:ext cx="349250" cy="1148080"/>
            </a:xfrm>
            <a:custGeom>
              <a:rect b="b" l="l" r="r" t="t"/>
              <a:pathLst>
                <a:path extrusionOk="0" h="1148079" w="349250">
                  <a:moveTo>
                    <a:pt x="342887" y="941832"/>
                  </a:moveTo>
                  <a:lnTo>
                    <a:pt x="335267" y="941832"/>
                  </a:lnTo>
                  <a:lnTo>
                    <a:pt x="335267" y="954024"/>
                  </a:lnTo>
                  <a:lnTo>
                    <a:pt x="334683" y="962837"/>
                  </a:lnTo>
                  <a:lnTo>
                    <a:pt x="299529" y="988771"/>
                  </a:lnTo>
                  <a:lnTo>
                    <a:pt x="284975" y="989076"/>
                  </a:lnTo>
                  <a:lnTo>
                    <a:pt x="35039" y="989076"/>
                  </a:lnTo>
                  <a:lnTo>
                    <a:pt x="35039" y="943356"/>
                  </a:lnTo>
                  <a:lnTo>
                    <a:pt x="35598" y="933627"/>
                  </a:lnTo>
                  <a:lnTo>
                    <a:pt x="56172" y="893978"/>
                  </a:lnTo>
                  <a:lnTo>
                    <a:pt x="91427" y="882396"/>
                  </a:lnTo>
                  <a:lnTo>
                    <a:pt x="91427" y="873252"/>
                  </a:lnTo>
                  <a:lnTo>
                    <a:pt x="15227" y="876300"/>
                  </a:lnTo>
                  <a:lnTo>
                    <a:pt x="15227" y="1144524"/>
                  </a:lnTo>
                  <a:lnTo>
                    <a:pt x="91427" y="1147572"/>
                  </a:lnTo>
                  <a:lnTo>
                    <a:pt x="91427" y="1138428"/>
                  </a:lnTo>
                  <a:lnTo>
                    <a:pt x="81457" y="1136980"/>
                  </a:lnTo>
                  <a:lnTo>
                    <a:pt x="72186" y="1134808"/>
                  </a:lnTo>
                  <a:lnTo>
                    <a:pt x="39611" y="1106424"/>
                  </a:lnTo>
                  <a:lnTo>
                    <a:pt x="35039" y="1074420"/>
                  </a:lnTo>
                  <a:lnTo>
                    <a:pt x="35039" y="1034796"/>
                  </a:lnTo>
                  <a:lnTo>
                    <a:pt x="284975" y="1034796"/>
                  </a:lnTo>
                  <a:lnTo>
                    <a:pt x="298437" y="1035113"/>
                  </a:lnTo>
                  <a:lnTo>
                    <a:pt x="332600" y="1052512"/>
                  </a:lnTo>
                  <a:lnTo>
                    <a:pt x="335267" y="1069848"/>
                  </a:lnTo>
                  <a:lnTo>
                    <a:pt x="335267" y="1082040"/>
                  </a:lnTo>
                  <a:lnTo>
                    <a:pt x="342887" y="1082040"/>
                  </a:lnTo>
                  <a:lnTo>
                    <a:pt x="342887" y="941832"/>
                  </a:lnTo>
                  <a:close/>
                </a:path>
                <a:path extrusionOk="0" h="1148079" w="349250">
                  <a:moveTo>
                    <a:pt x="342887" y="757428"/>
                  </a:moveTo>
                  <a:lnTo>
                    <a:pt x="335267" y="757428"/>
                  </a:lnTo>
                  <a:lnTo>
                    <a:pt x="335267" y="768096"/>
                  </a:lnTo>
                  <a:lnTo>
                    <a:pt x="333743" y="775716"/>
                  </a:lnTo>
                  <a:lnTo>
                    <a:pt x="330695" y="781812"/>
                  </a:lnTo>
                  <a:lnTo>
                    <a:pt x="324599" y="790956"/>
                  </a:lnTo>
                  <a:lnTo>
                    <a:pt x="320027" y="792480"/>
                  </a:lnTo>
                  <a:lnTo>
                    <a:pt x="314883" y="794486"/>
                  </a:lnTo>
                  <a:lnTo>
                    <a:pt x="308597" y="795909"/>
                  </a:lnTo>
                  <a:lnTo>
                    <a:pt x="301167" y="796772"/>
                  </a:lnTo>
                  <a:lnTo>
                    <a:pt x="292595" y="797052"/>
                  </a:lnTo>
                  <a:lnTo>
                    <a:pt x="185915" y="797052"/>
                  </a:lnTo>
                  <a:lnTo>
                    <a:pt x="152387" y="771144"/>
                  </a:lnTo>
                  <a:lnTo>
                    <a:pt x="150863" y="768096"/>
                  </a:lnTo>
                  <a:lnTo>
                    <a:pt x="150863" y="762000"/>
                  </a:lnTo>
                  <a:lnTo>
                    <a:pt x="153911" y="755904"/>
                  </a:lnTo>
                  <a:lnTo>
                    <a:pt x="158483" y="749808"/>
                  </a:lnTo>
                  <a:lnTo>
                    <a:pt x="163055" y="742188"/>
                  </a:lnTo>
                  <a:lnTo>
                    <a:pt x="164579" y="736092"/>
                  </a:lnTo>
                  <a:lnTo>
                    <a:pt x="164579" y="723900"/>
                  </a:lnTo>
                  <a:lnTo>
                    <a:pt x="163055" y="719328"/>
                  </a:lnTo>
                  <a:lnTo>
                    <a:pt x="158483" y="714756"/>
                  </a:lnTo>
                  <a:lnTo>
                    <a:pt x="149339" y="708660"/>
                  </a:lnTo>
                  <a:lnTo>
                    <a:pt x="135623" y="708660"/>
                  </a:lnTo>
                  <a:lnTo>
                    <a:pt x="129527" y="711708"/>
                  </a:lnTo>
                  <a:lnTo>
                    <a:pt x="124955" y="717804"/>
                  </a:lnTo>
                  <a:lnTo>
                    <a:pt x="118859" y="723900"/>
                  </a:lnTo>
                  <a:lnTo>
                    <a:pt x="115811" y="731520"/>
                  </a:lnTo>
                  <a:lnTo>
                    <a:pt x="115811" y="740664"/>
                  </a:lnTo>
                  <a:lnTo>
                    <a:pt x="118960" y="754621"/>
                  </a:lnTo>
                  <a:lnTo>
                    <a:pt x="128384" y="768858"/>
                  </a:lnTo>
                  <a:lnTo>
                    <a:pt x="144106" y="783107"/>
                  </a:lnTo>
                  <a:lnTo>
                    <a:pt x="166103" y="797052"/>
                  </a:lnTo>
                  <a:lnTo>
                    <a:pt x="115811" y="797052"/>
                  </a:lnTo>
                  <a:lnTo>
                    <a:pt x="115811" y="807720"/>
                  </a:lnTo>
                  <a:lnTo>
                    <a:pt x="143243" y="871728"/>
                  </a:lnTo>
                  <a:lnTo>
                    <a:pt x="150863" y="870204"/>
                  </a:lnTo>
                  <a:lnTo>
                    <a:pt x="147815" y="858012"/>
                  </a:lnTo>
                  <a:lnTo>
                    <a:pt x="147815" y="850392"/>
                  </a:lnTo>
                  <a:lnTo>
                    <a:pt x="191325" y="836917"/>
                  </a:lnTo>
                  <a:lnTo>
                    <a:pt x="208775" y="836676"/>
                  </a:lnTo>
                  <a:lnTo>
                    <a:pt x="315455" y="836676"/>
                  </a:lnTo>
                  <a:lnTo>
                    <a:pt x="316979" y="838200"/>
                  </a:lnTo>
                  <a:lnTo>
                    <a:pt x="323075" y="839724"/>
                  </a:lnTo>
                  <a:lnTo>
                    <a:pt x="327647" y="842772"/>
                  </a:lnTo>
                  <a:lnTo>
                    <a:pt x="333743" y="851916"/>
                  </a:lnTo>
                  <a:lnTo>
                    <a:pt x="335267" y="861060"/>
                  </a:lnTo>
                  <a:lnTo>
                    <a:pt x="335267" y="871728"/>
                  </a:lnTo>
                  <a:lnTo>
                    <a:pt x="342887" y="871728"/>
                  </a:lnTo>
                  <a:lnTo>
                    <a:pt x="342887" y="757428"/>
                  </a:lnTo>
                  <a:close/>
                </a:path>
                <a:path extrusionOk="0" h="1148079" w="349250">
                  <a:moveTo>
                    <a:pt x="342887" y="252984"/>
                  </a:moveTo>
                  <a:lnTo>
                    <a:pt x="335267" y="252984"/>
                  </a:lnTo>
                  <a:lnTo>
                    <a:pt x="335267" y="269748"/>
                  </a:lnTo>
                  <a:lnTo>
                    <a:pt x="332219" y="274320"/>
                  </a:lnTo>
                  <a:lnTo>
                    <a:pt x="330695" y="278892"/>
                  </a:lnTo>
                  <a:lnTo>
                    <a:pt x="326123" y="280416"/>
                  </a:lnTo>
                  <a:lnTo>
                    <a:pt x="323075" y="283464"/>
                  </a:lnTo>
                  <a:lnTo>
                    <a:pt x="317893" y="284594"/>
                  </a:lnTo>
                  <a:lnTo>
                    <a:pt x="311264" y="285559"/>
                  </a:lnTo>
                  <a:lnTo>
                    <a:pt x="302933" y="286258"/>
                  </a:lnTo>
                  <a:lnTo>
                    <a:pt x="292595" y="286512"/>
                  </a:lnTo>
                  <a:lnTo>
                    <a:pt x="199631" y="286512"/>
                  </a:lnTo>
                  <a:lnTo>
                    <a:pt x="185661" y="286804"/>
                  </a:lnTo>
                  <a:lnTo>
                    <a:pt x="145745" y="295706"/>
                  </a:lnTo>
                  <a:lnTo>
                    <a:pt x="118097" y="326517"/>
                  </a:lnTo>
                  <a:lnTo>
                    <a:pt x="115811" y="342900"/>
                  </a:lnTo>
                  <a:lnTo>
                    <a:pt x="118910" y="361213"/>
                  </a:lnTo>
                  <a:lnTo>
                    <a:pt x="128003" y="379666"/>
                  </a:lnTo>
                  <a:lnTo>
                    <a:pt x="142824" y="398411"/>
                  </a:lnTo>
                  <a:lnTo>
                    <a:pt x="163055" y="417576"/>
                  </a:lnTo>
                  <a:lnTo>
                    <a:pt x="115811" y="417576"/>
                  </a:lnTo>
                  <a:lnTo>
                    <a:pt x="115811" y="426720"/>
                  </a:lnTo>
                  <a:lnTo>
                    <a:pt x="143243" y="492252"/>
                  </a:lnTo>
                  <a:lnTo>
                    <a:pt x="150863" y="489204"/>
                  </a:lnTo>
                  <a:lnTo>
                    <a:pt x="147815" y="477012"/>
                  </a:lnTo>
                  <a:lnTo>
                    <a:pt x="147815" y="469392"/>
                  </a:lnTo>
                  <a:lnTo>
                    <a:pt x="211823" y="457200"/>
                  </a:lnTo>
                  <a:lnTo>
                    <a:pt x="292595" y="457200"/>
                  </a:lnTo>
                  <a:lnTo>
                    <a:pt x="332219" y="466344"/>
                  </a:lnTo>
                  <a:lnTo>
                    <a:pt x="335267" y="473964"/>
                  </a:lnTo>
                  <a:lnTo>
                    <a:pt x="335267" y="490728"/>
                  </a:lnTo>
                  <a:lnTo>
                    <a:pt x="342887" y="490728"/>
                  </a:lnTo>
                  <a:lnTo>
                    <a:pt x="342887" y="381000"/>
                  </a:lnTo>
                  <a:lnTo>
                    <a:pt x="335267" y="381000"/>
                  </a:lnTo>
                  <a:lnTo>
                    <a:pt x="335267" y="400812"/>
                  </a:lnTo>
                  <a:lnTo>
                    <a:pt x="332219" y="405384"/>
                  </a:lnTo>
                  <a:lnTo>
                    <a:pt x="292595" y="417576"/>
                  </a:lnTo>
                  <a:lnTo>
                    <a:pt x="176771" y="417576"/>
                  </a:lnTo>
                  <a:lnTo>
                    <a:pt x="162775" y="402958"/>
                  </a:lnTo>
                  <a:lnTo>
                    <a:pt x="152768" y="388620"/>
                  </a:lnTo>
                  <a:lnTo>
                    <a:pt x="146773" y="374294"/>
                  </a:lnTo>
                  <a:lnTo>
                    <a:pt x="144767" y="359664"/>
                  </a:lnTo>
                  <a:lnTo>
                    <a:pt x="145630" y="351116"/>
                  </a:lnTo>
                  <a:lnTo>
                    <a:pt x="176580" y="328231"/>
                  </a:lnTo>
                  <a:lnTo>
                    <a:pt x="202679" y="326136"/>
                  </a:lnTo>
                  <a:lnTo>
                    <a:pt x="316979" y="326136"/>
                  </a:lnTo>
                  <a:lnTo>
                    <a:pt x="323075" y="327660"/>
                  </a:lnTo>
                  <a:lnTo>
                    <a:pt x="327647" y="330708"/>
                  </a:lnTo>
                  <a:lnTo>
                    <a:pt x="333743" y="339852"/>
                  </a:lnTo>
                  <a:lnTo>
                    <a:pt x="335267" y="345948"/>
                  </a:lnTo>
                  <a:lnTo>
                    <a:pt x="335267" y="361188"/>
                  </a:lnTo>
                  <a:lnTo>
                    <a:pt x="342887" y="361188"/>
                  </a:lnTo>
                  <a:lnTo>
                    <a:pt x="342887" y="252984"/>
                  </a:lnTo>
                  <a:close/>
                </a:path>
                <a:path extrusionOk="0" h="1148079" w="349250">
                  <a:moveTo>
                    <a:pt x="348983" y="600456"/>
                  </a:moveTo>
                  <a:lnTo>
                    <a:pt x="334848" y="552030"/>
                  </a:lnTo>
                  <a:lnTo>
                    <a:pt x="294500" y="519684"/>
                  </a:lnTo>
                  <a:lnTo>
                    <a:pt x="263639" y="509016"/>
                  </a:lnTo>
                  <a:lnTo>
                    <a:pt x="257543" y="515112"/>
                  </a:lnTo>
                  <a:lnTo>
                    <a:pt x="271259" y="521119"/>
                  </a:lnTo>
                  <a:lnTo>
                    <a:pt x="282689" y="527685"/>
                  </a:lnTo>
                  <a:lnTo>
                    <a:pt x="306882" y="559879"/>
                  </a:lnTo>
                  <a:lnTo>
                    <a:pt x="306997" y="560476"/>
                  </a:lnTo>
                  <a:lnTo>
                    <a:pt x="307111" y="561022"/>
                  </a:lnTo>
                  <a:lnTo>
                    <a:pt x="308775" y="569772"/>
                  </a:lnTo>
                  <a:lnTo>
                    <a:pt x="308902" y="572071"/>
                  </a:lnTo>
                  <a:lnTo>
                    <a:pt x="309359" y="580644"/>
                  </a:lnTo>
                  <a:lnTo>
                    <a:pt x="307644" y="596341"/>
                  </a:lnTo>
                  <a:lnTo>
                    <a:pt x="281927" y="638556"/>
                  </a:lnTo>
                  <a:lnTo>
                    <a:pt x="229209" y="659993"/>
                  </a:lnTo>
                  <a:lnTo>
                    <a:pt x="205727" y="661416"/>
                  </a:lnTo>
                  <a:lnTo>
                    <a:pt x="205727" y="559308"/>
                  </a:lnTo>
                  <a:lnTo>
                    <a:pt x="205727" y="509016"/>
                  </a:lnTo>
                  <a:lnTo>
                    <a:pt x="190487" y="510336"/>
                  </a:lnTo>
                  <a:lnTo>
                    <a:pt x="190487" y="559308"/>
                  </a:lnTo>
                  <a:lnTo>
                    <a:pt x="190487" y="661416"/>
                  </a:lnTo>
                  <a:lnTo>
                    <a:pt x="147815" y="643128"/>
                  </a:lnTo>
                  <a:lnTo>
                    <a:pt x="131051" y="608076"/>
                  </a:lnTo>
                  <a:lnTo>
                    <a:pt x="131622" y="601459"/>
                  </a:lnTo>
                  <a:lnTo>
                    <a:pt x="154990" y="568248"/>
                  </a:lnTo>
                  <a:lnTo>
                    <a:pt x="161531" y="565404"/>
                  </a:lnTo>
                  <a:lnTo>
                    <a:pt x="166065" y="563384"/>
                  </a:lnTo>
                  <a:lnTo>
                    <a:pt x="172580" y="561784"/>
                  </a:lnTo>
                  <a:lnTo>
                    <a:pt x="180822" y="560476"/>
                  </a:lnTo>
                  <a:lnTo>
                    <a:pt x="190487" y="559308"/>
                  </a:lnTo>
                  <a:lnTo>
                    <a:pt x="190487" y="510336"/>
                  </a:lnTo>
                  <a:lnTo>
                    <a:pt x="153657" y="523163"/>
                  </a:lnTo>
                  <a:lnTo>
                    <a:pt x="122288" y="561022"/>
                  </a:lnTo>
                  <a:lnTo>
                    <a:pt x="115811" y="594360"/>
                  </a:lnTo>
                  <a:lnTo>
                    <a:pt x="115887" y="595122"/>
                  </a:lnTo>
                  <a:lnTo>
                    <a:pt x="116001" y="596341"/>
                  </a:lnTo>
                  <a:lnTo>
                    <a:pt x="123812" y="634365"/>
                  </a:lnTo>
                  <a:lnTo>
                    <a:pt x="147815" y="667512"/>
                  </a:lnTo>
                  <a:lnTo>
                    <a:pt x="185724" y="689419"/>
                  </a:lnTo>
                  <a:lnTo>
                    <a:pt x="236207" y="696468"/>
                  </a:lnTo>
                  <a:lnTo>
                    <a:pt x="261416" y="694740"/>
                  </a:lnTo>
                  <a:lnTo>
                    <a:pt x="261175" y="694740"/>
                  </a:lnTo>
                  <a:lnTo>
                    <a:pt x="283070" y="689610"/>
                  </a:lnTo>
                  <a:lnTo>
                    <a:pt x="318503" y="669036"/>
                  </a:lnTo>
                  <a:lnTo>
                    <a:pt x="341744" y="637032"/>
                  </a:lnTo>
                  <a:lnTo>
                    <a:pt x="347230" y="619315"/>
                  </a:lnTo>
                  <a:lnTo>
                    <a:pt x="348983" y="600456"/>
                  </a:lnTo>
                  <a:close/>
                </a:path>
                <a:path extrusionOk="0" h="1148079" w="349250">
                  <a:moveTo>
                    <a:pt x="348996" y="64008"/>
                  </a:moveTo>
                  <a:lnTo>
                    <a:pt x="321564" y="0"/>
                  </a:lnTo>
                  <a:lnTo>
                    <a:pt x="313944" y="1524"/>
                  </a:lnTo>
                  <a:lnTo>
                    <a:pt x="316992" y="9144"/>
                  </a:lnTo>
                  <a:lnTo>
                    <a:pt x="318516" y="13716"/>
                  </a:lnTo>
                  <a:lnTo>
                    <a:pt x="318516" y="21336"/>
                  </a:lnTo>
                  <a:lnTo>
                    <a:pt x="315468" y="27432"/>
                  </a:lnTo>
                  <a:lnTo>
                    <a:pt x="312420" y="30480"/>
                  </a:lnTo>
                  <a:lnTo>
                    <a:pt x="309372" y="32004"/>
                  </a:lnTo>
                  <a:lnTo>
                    <a:pt x="303276" y="32004"/>
                  </a:lnTo>
                  <a:lnTo>
                    <a:pt x="296964" y="33134"/>
                  </a:lnTo>
                  <a:lnTo>
                    <a:pt x="287083" y="34099"/>
                  </a:lnTo>
                  <a:lnTo>
                    <a:pt x="273481" y="34798"/>
                  </a:lnTo>
                  <a:lnTo>
                    <a:pt x="256032" y="35052"/>
                  </a:lnTo>
                  <a:lnTo>
                    <a:pt x="0" y="35052"/>
                  </a:lnTo>
                  <a:lnTo>
                    <a:pt x="0" y="45720"/>
                  </a:lnTo>
                  <a:lnTo>
                    <a:pt x="27432" y="109728"/>
                  </a:lnTo>
                  <a:lnTo>
                    <a:pt x="35052" y="106680"/>
                  </a:lnTo>
                  <a:lnTo>
                    <a:pt x="33528" y="99060"/>
                  </a:lnTo>
                  <a:lnTo>
                    <a:pt x="32067" y="94678"/>
                  </a:lnTo>
                  <a:lnTo>
                    <a:pt x="32004" y="86868"/>
                  </a:lnTo>
                  <a:lnTo>
                    <a:pt x="35052" y="80772"/>
                  </a:lnTo>
                  <a:lnTo>
                    <a:pt x="36677" y="79184"/>
                  </a:lnTo>
                  <a:lnTo>
                    <a:pt x="41148" y="76200"/>
                  </a:lnTo>
                  <a:lnTo>
                    <a:pt x="47244" y="76200"/>
                  </a:lnTo>
                  <a:lnTo>
                    <a:pt x="54203" y="75234"/>
                  </a:lnTo>
                  <a:lnTo>
                    <a:pt x="55575" y="75234"/>
                  </a:lnTo>
                  <a:lnTo>
                    <a:pt x="63246" y="74866"/>
                  </a:lnTo>
                  <a:lnTo>
                    <a:pt x="78257" y="74676"/>
                  </a:lnTo>
                  <a:lnTo>
                    <a:pt x="135636" y="74676"/>
                  </a:lnTo>
                  <a:lnTo>
                    <a:pt x="127469" y="84328"/>
                  </a:lnTo>
                  <a:lnTo>
                    <a:pt x="126352" y="86258"/>
                  </a:lnTo>
                  <a:lnTo>
                    <a:pt x="121158" y="95440"/>
                  </a:lnTo>
                  <a:lnTo>
                    <a:pt x="117195" y="107899"/>
                  </a:lnTo>
                  <a:lnTo>
                    <a:pt x="115824" y="121920"/>
                  </a:lnTo>
                  <a:lnTo>
                    <a:pt x="118364" y="143903"/>
                  </a:lnTo>
                  <a:lnTo>
                    <a:pt x="138315" y="182143"/>
                  </a:lnTo>
                  <a:lnTo>
                    <a:pt x="175450" y="211251"/>
                  </a:lnTo>
                  <a:lnTo>
                    <a:pt x="218884" y="226631"/>
                  </a:lnTo>
                  <a:lnTo>
                    <a:pt x="242316" y="228600"/>
                  </a:lnTo>
                  <a:lnTo>
                    <a:pt x="264960" y="226885"/>
                  </a:lnTo>
                  <a:lnTo>
                    <a:pt x="303390" y="213169"/>
                  </a:lnTo>
                  <a:lnTo>
                    <a:pt x="332917" y="187121"/>
                  </a:lnTo>
                  <a:lnTo>
                    <a:pt x="334556" y="184404"/>
                  </a:lnTo>
                  <a:lnTo>
                    <a:pt x="341947" y="172199"/>
                  </a:lnTo>
                  <a:lnTo>
                    <a:pt x="347256" y="156171"/>
                  </a:lnTo>
                  <a:lnTo>
                    <a:pt x="348996" y="138684"/>
                  </a:lnTo>
                  <a:lnTo>
                    <a:pt x="348678" y="129806"/>
                  </a:lnTo>
                  <a:lnTo>
                    <a:pt x="332994" y="89916"/>
                  </a:lnTo>
                  <a:lnTo>
                    <a:pt x="323088" y="79324"/>
                  </a:lnTo>
                  <a:lnTo>
                    <a:pt x="323088" y="115824"/>
                  </a:lnTo>
                  <a:lnTo>
                    <a:pt x="321602" y="128358"/>
                  </a:lnTo>
                  <a:lnTo>
                    <a:pt x="297180" y="163068"/>
                  </a:lnTo>
                  <a:lnTo>
                    <a:pt x="246710" y="182981"/>
                  </a:lnTo>
                  <a:lnTo>
                    <a:pt x="246976" y="182981"/>
                  </a:lnTo>
                  <a:lnTo>
                    <a:pt x="224028" y="184404"/>
                  </a:lnTo>
                  <a:lnTo>
                    <a:pt x="201447" y="182981"/>
                  </a:lnTo>
                  <a:lnTo>
                    <a:pt x="181737" y="178689"/>
                  </a:lnTo>
                  <a:lnTo>
                    <a:pt x="142633" y="153263"/>
                  </a:lnTo>
                  <a:lnTo>
                    <a:pt x="131064" y="124968"/>
                  </a:lnTo>
                  <a:lnTo>
                    <a:pt x="131064" y="117348"/>
                  </a:lnTo>
                  <a:lnTo>
                    <a:pt x="158496" y="82296"/>
                  </a:lnTo>
                  <a:lnTo>
                    <a:pt x="188976" y="74676"/>
                  </a:lnTo>
                  <a:lnTo>
                    <a:pt x="301752" y="74676"/>
                  </a:lnTo>
                  <a:lnTo>
                    <a:pt x="310870" y="84328"/>
                  </a:lnTo>
                  <a:lnTo>
                    <a:pt x="317563" y="94678"/>
                  </a:lnTo>
                  <a:lnTo>
                    <a:pt x="321678" y="105333"/>
                  </a:lnTo>
                  <a:lnTo>
                    <a:pt x="323088" y="115824"/>
                  </a:lnTo>
                  <a:lnTo>
                    <a:pt x="323088" y="79324"/>
                  </a:lnTo>
                  <a:lnTo>
                    <a:pt x="318516" y="74676"/>
                  </a:lnTo>
                  <a:lnTo>
                    <a:pt x="348996" y="74676"/>
                  </a:lnTo>
                  <a:lnTo>
                    <a:pt x="348996" y="640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57" name="Google Shape;3357;p60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59" y="3407664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358" name="Google Shape;3358;p60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359" name="Google Shape;3359;p60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60" name="Google Shape;3360;p60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361" name="Google Shape;3361;p60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362" name="Google Shape;3362;p60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363" name="Google Shape;3363;p60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655307" y="1757172"/>
            <a:ext cx="117348" cy="16154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64" name="Google Shape;3364;p60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036063" y="1982724"/>
            <a:ext cx="4072128" cy="677417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68" name="Shape 3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9" name="Google Shape;3369;p61"/>
          <p:cNvSpPr/>
          <p:nvPr/>
        </p:nvSpPr>
        <p:spPr>
          <a:xfrm>
            <a:off x="1199387" y="9177528"/>
            <a:ext cx="257810" cy="53340"/>
          </a:xfrm>
          <a:custGeom>
            <a:rect b="b" l="l" r="r" t="t"/>
            <a:pathLst>
              <a:path extrusionOk="0" h="53340" w="257809">
                <a:moveTo>
                  <a:pt x="257556" y="53339"/>
                </a:moveTo>
                <a:lnTo>
                  <a:pt x="0" y="53339"/>
                </a:lnTo>
                <a:lnTo>
                  <a:pt x="0" y="0"/>
                </a:lnTo>
                <a:lnTo>
                  <a:pt x="257556" y="0"/>
                </a:lnTo>
                <a:lnTo>
                  <a:pt x="257556" y="533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0" name="Google Shape;3370;p61"/>
          <p:cNvSpPr/>
          <p:nvPr/>
        </p:nvSpPr>
        <p:spPr>
          <a:xfrm>
            <a:off x="1194816" y="8455152"/>
            <a:ext cx="265430" cy="690880"/>
          </a:xfrm>
          <a:custGeom>
            <a:rect b="b" l="l" r="r" t="t"/>
            <a:pathLst>
              <a:path extrusionOk="0" h="690879" w="265430">
                <a:moveTo>
                  <a:pt x="260604" y="562356"/>
                </a:moveTo>
                <a:lnTo>
                  <a:pt x="47244" y="562356"/>
                </a:lnTo>
                <a:lnTo>
                  <a:pt x="47244" y="486156"/>
                </a:lnTo>
                <a:lnTo>
                  <a:pt x="4572" y="486156"/>
                </a:lnTo>
                <a:lnTo>
                  <a:pt x="4572" y="562356"/>
                </a:lnTo>
                <a:lnTo>
                  <a:pt x="4572" y="614426"/>
                </a:lnTo>
                <a:lnTo>
                  <a:pt x="4572" y="690626"/>
                </a:lnTo>
                <a:lnTo>
                  <a:pt x="47244" y="690626"/>
                </a:lnTo>
                <a:lnTo>
                  <a:pt x="47244" y="614426"/>
                </a:lnTo>
                <a:lnTo>
                  <a:pt x="260604" y="614426"/>
                </a:lnTo>
                <a:lnTo>
                  <a:pt x="260604" y="562356"/>
                </a:lnTo>
                <a:close/>
              </a:path>
              <a:path extrusionOk="0" h="690879" w="265430">
                <a:moveTo>
                  <a:pt x="260604" y="222504"/>
                </a:moveTo>
                <a:lnTo>
                  <a:pt x="210312" y="252984"/>
                </a:lnTo>
                <a:lnTo>
                  <a:pt x="176022" y="276567"/>
                </a:lnTo>
                <a:lnTo>
                  <a:pt x="147828" y="309372"/>
                </a:lnTo>
                <a:lnTo>
                  <a:pt x="147739" y="308991"/>
                </a:lnTo>
                <a:lnTo>
                  <a:pt x="133248" y="269735"/>
                </a:lnTo>
                <a:lnTo>
                  <a:pt x="112776" y="252145"/>
                </a:lnTo>
                <a:lnTo>
                  <a:pt x="112776" y="402336"/>
                </a:lnTo>
                <a:lnTo>
                  <a:pt x="47244" y="402336"/>
                </a:lnTo>
                <a:lnTo>
                  <a:pt x="47307" y="343839"/>
                </a:lnTo>
                <a:lnTo>
                  <a:pt x="57912" y="303276"/>
                </a:lnTo>
                <a:lnTo>
                  <a:pt x="71628" y="297180"/>
                </a:lnTo>
                <a:lnTo>
                  <a:pt x="86868" y="297180"/>
                </a:lnTo>
                <a:lnTo>
                  <a:pt x="111823" y="332994"/>
                </a:lnTo>
                <a:lnTo>
                  <a:pt x="112547" y="348996"/>
                </a:lnTo>
                <a:lnTo>
                  <a:pt x="112699" y="358140"/>
                </a:lnTo>
                <a:lnTo>
                  <a:pt x="112776" y="402336"/>
                </a:lnTo>
                <a:lnTo>
                  <a:pt x="112776" y="252145"/>
                </a:lnTo>
                <a:lnTo>
                  <a:pt x="76200" y="243840"/>
                </a:lnTo>
                <a:lnTo>
                  <a:pt x="65290" y="244436"/>
                </a:lnTo>
                <a:lnTo>
                  <a:pt x="28257" y="260781"/>
                </a:lnTo>
                <a:lnTo>
                  <a:pt x="9067" y="295567"/>
                </a:lnTo>
                <a:lnTo>
                  <a:pt x="4762" y="337375"/>
                </a:lnTo>
                <a:lnTo>
                  <a:pt x="4572" y="454152"/>
                </a:lnTo>
                <a:lnTo>
                  <a:pt x="260604" y="454152"/>
                </a:lnTo>
                <a:lnTo>
                  <a:pt x="260604" y="402336"/>
                </a:lnTo>
                <a:lnTo>
                  <a:pt x="153924" y="402336"/>
                </a:lnTo>
                <a:lnTo>
                  <a:pt x="153924" y="391668"/>
                </a:lnTo>
                <a:lnTo>
                  <a:pt x="167640" y="348996"/>
                </a:lnTo>
                <a:lnTo>
                  <a:pt x="172491" y="343839"/>
                </a:lnTo>
                <a:lnTo>
                  <a:pt x="180213" y="337375"/>
                </a:lnTo>
                <a:lnTo>
                  <a:pt x="190779" y="329501"/>
                </a:lnTo>
                <a:lnTo>
                  <a:pt x="204216" y="320040"/>
                </a:lnTo>
                <a:lnTo>
                  <a:pt x="220662" y="309372"/>
                </a:lnTo>
                <a:lnTo>
                  <a:pt x="260604" y="283464"/>
                </a:lnTo>
                <a:lnTo>
                  <a:pt x="260604" y="222504"/>
                </a:lnTo>
                <a:close/>
              </a:path>
              <a:path extrusionOk="0" h="690879" w="265430">
                <a:moveTo>
                  <a:pt x="265176" y="103632"/>
                </a:moveTo>
                <a:lnTo>
                  <a:pt x="260032" y="59270"/>
                </a:lnTo>
                <a:lnTo>
                  <a:pt x="236524" y="19392"/>
                </a:lnTo>
                <a:lnTo>
                  <a:pt x="197065" y="838"/>
                </a:lnTo>
                <a:lnTo>
                  <a:pt x="185928" y="0"/>
                </a:lnTo>
                <a:lnTo>
                  <a:pt x="174802" y="596"/>
                </a:lnTo>
                <a:lnTo>
                  <a:pt x="138607" y="16052"/>
                </a:lnTo>
                <a:lnTo>
                  <a:pt x="115824" y="49936"/>
                </a:lnTo>
                <a:lnTo>
                  <a:pt x="102108" y="96012"/>
                </a:lnTo>
                <a:lnTo>
                  <a:pt x="97548" y="112826"/>
                </a:lnTo>
                <a:lnTo>
                  <a:pt x="80772" y="149352"/>
                </a:lnTo>
                <a:lnTo>
                  <a:pt x="74676" y="150876"/>
                </a:lnTo>
                <a:lnTo>
                  <a:pt x="62484" y="150876"/>
                </a:lnTo>
                <a:lnTo>
                  <a:pt x="44196" y="106680"/>
                </a:lnTo>
                <a:lnTo>
                  <a:pt x="44767" y="96761"/>
                </a:lnTo>
                <a:lnTo>
                  <a:pt x="72199" y="62039"/>
                </a:lnTo>
                <a:lnTo>
                  <a:pt x="80772" y="59436"/>
                </a:lnTo>
                <a:lnTo>
                  <a:pt x="79248" y="7620"/>
                </a:lnTo>
                <a:lnTo>
                  <a:pt x="33375" y="22631"/>
                </a:lnTo>
                <a:lnTo>
                  <a:pt x="5524" y="64389"/>
                </a:lnTo>
                <a:lnTo>
                  <a:pt x="0" y="106680"/>
                </a:lnTo>
                <a:lnTo>
                  <a:pt x="571" y="120967"/>
                </a:lnTo>
                <a:lnTo>
                  <a:pt x="14262" y="166687"/>
                </a:lnTo>
                <a:lnTo>
                  <a:pt x="44196" y="193865"/>
                </a:lnTo>
                <a:lnTo>
                  <a:pt x="71628" y="199644"/>
                </a:lnTo>
                <a:lnTo>
                  <a:pt x="86791" y="198221"/>
                </a:lnTo>
                <a:lnTo>
                  <a:pt x="123444" y="176784"/>
                </a:lnTo>
                <a:lnTo>
                  <a:pt x="143586" y="137998"/>
                </a:lnTo>
                <a:lnTo>
                  <a:pt x="152730" y="104305"/>
                </a:lnTo>
                <a:lnTo>
                  <a:pt x="155829" y="92583"/>
                </a:lnTo>
                <a:lnTo>
                  <a:pt x="160020" y="77724"/>
                </a:lnTo>
                <a:lnTo>
                  <a:pt x="163068" y="68580"/>
                </a:lnTo>
                <a:lnTo>
                  <a:pt x="166116" y="62484"/>
                </a:lnTo>
                <a:lnTo>
                  <a:pt x="170688" y="59436"/>
                </a:lnTo>
                <a:lnTo>
                  <a:pt x="175260" y="54864"/>
                </a:lnTo>
                <a:lnTo>
                  <a:pt x="179832" y="53340"/>
                </a:lnTo>
                <a:lnTo>
                  <a:pt x="185928" y="53340"/>
                </a:lnTo>
                <a:lnTo>
                  <a:pt x="218503" y="81915"/>
                </a:lnTo>
                <a:lnTo>
                  <a:pt x="220980" y="103632"/>
                </a:lnTo>
                <a:lnTo>
                  <a:pt x="220357" y="115379"/>
                </a:lnTo>
                <a:lnTo>
                  <a:pt x="193929" y="153162"/>
                </a:lnTo>
                <a:lnTo>
                  <a:pt x="172212" y="160020"/>
                </a:lnTo>
                <a:lnTo>
                  <a:pt x="176784" y="208788"/>
                </a:lnTo>
                <a:lnTo>
                  <a:pt x="214693" y="198691"/>
                </a:lnTo>
                <a:lnTo>
                  <a:pt x="252310" y="163436"/>
                </a:lnTo>
                <a:lnTo>
                  <a:pt x="263740" y="126238"/>
                </a:lnTo>
                <a:lnTo>
                  <a:pt x="265176" y="1036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1" name="Google Shape;3371;p61"/>
          <p:cNvSpPr/>
          <p:nvPr/>
        </p:nvSpPr>
        <p:spPr>
          <a:xfrm>
            <a:off x="1338072" y="8223504"/>
            <a:ext cx="50800" cy="97790"/>
          </a:xfrm>
          <a:custGeom>
            <a:rect b="b" l="l" r="r" t="t"/>
            <a:pathLst>
              <a:path extrusionOk="0" h="97790" w="50800">
                <a:moveTo>
                  <a:pt x="50291" y="97535"/>
                </a:moveTo>
                <a:lnTo>
                  <a:pt x="0" y="97535"/>
                </a:lnTo>
                <a:lnTo>
                  <a:pt x="0" y="0"/>
                </a:lnTo>
                <a:lnTo>
                  <a:pt x="50291" y="0"/>
                </a:lnTo>
                <a:lnTo>
                  <a:pt x="50291" y="975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2" name="Google Shape;3372;p61"/>
          <p:cNvSpPr/>
          <p:nvPr/>
        </p:nvSpPr>
        <p:spPr>
          <a:xfrm>
            <a:off x="1199388" y="8043671"/>
            <a:ext cx="257810" cy="53340"/>
          </a:xfrm>
          <a:custGeom>
            <a:rect b="b" l="l" r="r" t="t"/>
            <a:pathLst>
              <a:path extrusionOk="0" h="53340" w="257809">
                <a:moveTo>
                  <a:pt x="257556" y="53340"/>
                </a:moveTo>
                <a:lnTo>
                  <a:pt x="0" y="53340"/>
                </a:lnTo>
                <a:lnTo>
                  <a:pt x="0" y="0"/>
                </a:lnTo>
                <a:lnTo>
                  <a:pt x="257556" y="0"/>
                </a:lnTo>
                <a:lnTo>
                  <a:pt x="257556" y="533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3" name="Google Shape;3373;p61"/>
          <p:cNvGrpSpPr/>
          <p:nvPr/>
        </p:nvGrpSpPr>
        <p:grpSpPr>
          <a:xfrm>
            <a:off x="1203945" y="7496556"/>
            <a:ext cx="256540" cy="498347"/>
            <a:chOff x="1203945" y="7496556"/>
            <a:chExt cx="256540" cy="498347"/>
          </a:xfrm>
        </p:grpSpPr>
        <p:pic>
          <p:nvPicPr>
            <p:cNvPr id="3374" name="Google Shape;3374;p6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64920" y="7824216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75" name="Google Shape;3375;p61"/>
            <p:cNvSpPr/>
            <p:nvPr/>
          </p:nvSpPr>
          <p:spPr>
            <a:xfrm>
              <a:off x="1203945" y="7687056"/>
              <a:ext cx="256540" cy="108585"/>
            </a:xfrm>
            <a:custGeom>
              <a:rect b="b" l="l" r="r" t="t"/>
              <a:pathLst>
                <a:path extrusionOk="0" h="108584" w="256540">
                  <a:moveTo>
                    <a:pt x="185942" y="85344"/>
                  </a:moveTo>
                  <a:lnTo>
                    <a:pt x="28970" y="85344"/>
                  </a:lnTo>
                  <a:lnTo>
                    <a:pt x="0" y="36552"/>
                  </a:lnTo>
                  <a:lnTo>
                    <a:pt x="190109" y="36552"/>
                  </a:lnTo>
                  <a:lnTo>
                    <a:pt x="197943" y="36385"/>
                  </a:lnTo>
                  <a:lnTo>
                    <a:pt x="203206" y="35933"/>
                  </a:lnTo>
                  <a:lnTo>
                    <a:pt x="205754" y="35052"/>
                  </a:lnTo>
                  <a:lnTo>
                    <a:pt x="208802" y="35052"/>
                  </a:lnTo>
                  <a:lnTo>
                    <a:pt x="214898" y="28956"/>
                  </a:lnTo>
                  <a:lnTo>
                    <a:pt x="214802" y="17907"/>
                  </a:lnTo>
                  <a:lnTo>
                    <a:pt x="213374" y="12192"/>
                  </a:lnTo>
                  <a:lnTo>
                    <a:pt x="210326" y="3048"/>
                  </a:lnTo>
                  <a:lnTo>
                    <a:pt x="248426" y="0"/>
                  </a:lnTo>
                  <a:lnTo>
                    <a:pt x="256046" y="47244"/>
                  </a:lnTo>
                  <a:lnTo>
                    <a:pt x="254522" y="54864"/>
                  </a:lnTo>
                  <a:lnTo>
                    <a:pt x="251474" y="60960"/>
                  </a:lnTo>
                  <a:lnTo>
                    <a:pt x="248426" y="68580"/>
                  </a:lnTo>
                  <a:lnTo>
                    <a:pt x="215302" y="84058"/>
                  </a:lnTo>
                  <a:lnTo>
                    <a:pt x="207468" y="84582"/>
                  </a:lnTo>
                  <a:lnTo>
                    <a:pt x="197634" y="85105"/>
                  </a:lnTo>
                  <a:lnTo>
                    <a:pt x="185942" y="85344"/>
                  </a:lnTo>
                  <a:close/>
                </a:path>
                <a:path extrusionOk="0" h="108584" w="256540">
                  <a:moveTo>
                    <a:pt x="103646" y="36552"/>
                  </a:moveTo>
                  <a:lnTo>
                    <a:pt x="65546" y="36552"/>
                  </a:lnTo>
                  <a:lnTo>
                    <a:pt x="65546" y="3048"/>
                  </a:lnTo>
                  <a:lnTo>
                    <a:pt x="103646" y="3048"/>
                  </a:lnTo>
                  <a:lnTo>
                    <a:pt x="103646" y="36552"/>
                  </a:lnTo>
                  <a:close/>
                </a:path>
                <a:path extrusionOk="0" h="108584" w="256540">
                  <a:moveTo>
                    <a:pt x="103646" y="108204"/>
                  </a:moveTo>
                  <a:lnTo>
                    <a:pt x="65546" y="108204"/>
                  </a:lnTo>
                  <a:lnTo>
                    <a:pt x="65546" y="85344"/>
                  </a:lnTo>
                  <a:lnTo>
                    <a:pt x="103646" y="85344"/>
                  </a:lnTo>
                  <a:lnTo>
                    <a:pt x="103646" y="108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76" name="Google Shape;3376;p6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64920" y="7496556"/>
              <a:ext cx="195072" cy="17526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377" name="Google Shape;3377;p61"/>
          <p:cNvGrpSpPr/>
          <p:nvPr/>
        </p:nvGrpSpPr>
        <p:grpSpPr>
          <a:xfrm>
            <a:off x="1199387" y="5993892"/>
            <a:ext cx="260986" cy="1463039"/>
            <a:chOff x="1199387" y="5993892"/>
            <a:chExt cx="260986" cy="1463039"/>
          </a:xfrm>
        </p:grpSpPr>
        <p:pic>
          <p:nvPicPr>
            <p:cNvPr id="3378" name="Google Shape;3378;p6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64919" y="7146035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79" name="Google Shape;3379;p6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64919" y="7338060"/>
              <a:ext cx="190500" cy="1188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80" name="Google Shape;3380;p61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65080" y="6937247"/>
              <a:ext cx="194911" cy="1752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81" name="Google Shape;3381;p61"/>
            <p:cNvSpPr/>
            <p:nvPr/>
          </p:nvSpPr>
          <p:spPr>
            <a:xfrm>
              <a:off x="1199388" y="6729984"/>
              <a:ext cx="260985" cy="186055"/>
            </a:xfrm>
            <a:custGeom>
              <a:rect b="b" l="l" r="r" t="t"/>
              <a:pathLst>
                <a:path extrusionOk="0" h="186054" w="260984">
                  <a:moveTo>
                    <a:pt x="45720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45720" y="48768"/>
                  </a:lnTo>
                  <a:lnTo>
                    <a:pt x="45720" y="0"/>
                  </a:lnTo>
                  <a:close/>
                </a:path>
                <a:path extrusionOk="0" h="186054" w="260984">
                  <a:moveTo>
                    <a:pt x="256032" y="0"/>
                  </a:moveTo>
                  <a:lnTo>
                    <a:pt x="70104" y="0"/>
                  </a:lnTo>
                  <a:lnTo>
                    <a:pt x="70104" y="48768"/>
                  </a:lnTo>
                  <a:lnTo>
                    <a:pt x="256032" y="48768"/>
                  </a:lnTo>
                  <a:lnTo>
                    <a:pt x="256032" y="0"/>
                  </a:lnTo>
                  <a:close/>
                </a:path>
                <a:path extrusionOk="0" h="186054" w="260984">
                  <a:moveTo>
                    <a:pt x="260591" y="115824"/>
                  </a:moveTo>
                  <a:lnTo>
                    <a:pt x="260261" y="105587"/>
                  </a:lnTo>
                  <a:lnTo>
                    <a:pt x="259067" y="95631"/>
                  </a:lnTo>
                  <a:lnTo>
                    <a:pt x="256743" y="86258"/>
                  </a:lnTo>
                  <a:lnTo>
                    <a:pt x="252984" y="77724"/>
                  </a:lnTo>
                  <a:lnTo>
                    <a:pt x="214871" y="82296"/>
                  </a:lnTo>
                  <a:lnTo>
                    <a:pt x="217919" y="89916"/>
                  </a:lnTo>
                  <a:lnTo>
                    <a:pt x="219443" y="96012"/>
                  </a:lnTo>
                  <a:lnTo>
                    <a:pt x="219443" y="106680"/>
                  </a:lnTo>
                  <a:lnTo>
                    <a:pt x="217919" y="109728"/>
                  </a:lnTo>
                  <a:lnTo>
                    <a:pt x="214871" y="111252"/>
                  </a:lnTo>
                  <a:lnTo>
                    <a:pt x="213347" y="112776"/>
                  </a:lnTo>
                  <a:lnTo>
                    <a:pt x="210299" y="112776"/>
                  </a:lnTo>
                  <a:lnTo>
                    <a:pt x="207759" y="113665"/>
                  </a:lnTo>
                  <a:lnTo>
                    <a:pt x="202488" y="114109"/>
                  </a:lnTo>
                  <a:lnTo>
                    <a:pt x="184391" y="114300"/>
                  </a:lnTo>
                  <a:lnTo>
                    <a:pt x="108191" y="114300"/>
                  </a:lnTo>
                  <a:lnTo>
                    <a:pt x="108191" y="80772"/>
                  </a:lnTo>
                  <a:lnTo>
                    <a:pt x="70091" y="80772"/>
                  </a:lnTo>
                  <a:lnTo>
                    <a:pt x="70091" y="114300"/>
                  </a:lnTo>
                  <a:lnTo>
                    <a:pt x="4559" y="114300"/>
                  </a:lnTo>
                  <a:lnTo>
                    <a:pt x="33515" y="163068"/>
                  </a:lnTo>
                  <a:lnTo>
                    <a:pt x="70091" y="163068"/>
                  </a:lnTo>
                  <a:lnTo>
                    <a:pt x="70091" y="185928"/>
                  </a:lnTo>
                  <a:lnTo>
                    <a:pt x="108191" y="185928"/>
                  </a:lnTo>
                  <a:lnTo>
                    <a:pt x="108191" y="163068"/>
                  </a:lnTo>
                  <a:lnTo>
                    <a:pt x="202184" y="163055"/>
                  </a:lnTo>
                  <a:lnTo>
                    <a:pt x="212013" y="162877"/>
                  </a:lnTo>
                  <a:lnTo>
                    <a:pt x="249923" y="150876"/>
                  </a:lnTo>
                  <a:lnTo>
                    <a:pt x="260591" y="124968"/>
                  </a:lnTo>
                  <a:lnTo>
                    <a:pt x="260591" y="1158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82" name="Google Shape;3382;p61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64919" y="6496811"/>
              <a:ext cx="195072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83" name="Google Shape;3383;p61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64919" y="6289548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84" name="Google Shape;3384;p61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265148" y="6079235"/>
              <a:ext cx="194843" cy="1752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85" name="Google Shape;3385;p61"/>
            <p:cNvSpPr/>
            <p:nvPr/>
          </p:nvSpPr>
          <p:spPr>
            <a:xfrm>
              <a:off x="1199387" y="5993892"/>
              <a:ext cx="257810" cy="50800"/>
            </a:xfrm>
            <a:custGeom>
              <a:rect b="b" l="l" r="r" t="t"/>
              <a:pathLst>
                <a:path extrusionOk="0" h="50800" w="257809">
                  <a:moveTo>
                    <a:pt x="257556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257556" y="0"/>
                  </a:lnTo>
                  <a:lnTo>
                    <a:pt x="257556" y="502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6" name="Google Shape;3386;p61"/>
          <p:cNvGrpSpPr/>
          <p:nvPr/>
        </p:nvGrpSpPr>
        <p:grpSpPr>
          <a:xfrm>
            <a:off x="1199387" y="5087111"/>
            <a:ext cx="260604" cy="780543"/>
            <a:chOff x="1199387" y="5087111"/>
            <a:chExt cx="260604" cy="780543"/>
          </a:xfrm>
        </p:grpSpPr>
        <p:sp>
          <p:nvSpPr>
            <p:cNvPr id="3387" name="Google Shape;3387;p61"/>
            <p:cNvSpPr/>
            <p:nvPr/>
          </p:nvSpPr>
          <p:spPr>
            <a:xfrm>
              <a:off x="1199388" y="5663184"/>
              <a:ext cx="256540" cy="204470"/>
            </a:xfrm>
            <a:custGeom>
              <a:rect b="b" l="l" r="r" t="t"/>
              <a:pathLst>
                <a:path extrusionOk="0" h="204470" w="256540">
                  <a:moveTo>
                    <a:pt x="256032" y="76200"/>
                  </a:moveTo>
                  <a:lnTo>
                    <a:pt x="42672" y="76200"/>
                  </a:lnTo>
                  <a:lnTo>
                    <a:pt x="42672" y="0"/>
                  </a:lnTo>
                  <a:lnTo>
                    <a:pt x="0" y="0"/>
                  </a:lnTo>
                  <a:lnTo>
                    <a:pt x="0" y="76200"/>
                  </a:lnTo>
                  <a:lnTo>
                    <a:pt x="0" y="128270"/>
                  </a:lnTo>
                  <a:lnTo>
                    <a:pt x="0" y="204470"/>
                  </a:lnTo>
                  <a:lnTo>
                    <a:pt x="42672" y="204470"/>
                  </a:lnTo>
                  <a:lnTo>
                    <a:pt x="42672" y="128270"/>
                  </a:lnTo>
                  <a:lnTo>
                    <a:pt x="256032" y="128270"/>
                  </a:lnTo>
                  <a:lnTo>
                    <a:pt x="256032" y="76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88" name="Google Shape;3388;p61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264919" y="5495543"/>
              <a:ext cx="195072" cy="1752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89" name="Google Shape;3389;p61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264919" y="5289803"/>
              <a:ext cx="195071" cy="1767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90" name="Google Shape;3390;p61"/>
            <p:cNvSpPr/>
            <p:nvPr/>
          </p:nvSpPr>
          <p:spPr>
            <a:xfrm>
              <a:off x="1199387" y="5087111"/>
              <a:ext cx="256540" cy="170815"/>
            </a:xfrm>
            <a:custGeom>
              <a:rect b="b" l="l" r="r" t="t"/>
              <a:pathLst>
                <a:path extrusionOk="0" h="170814" w="256540">
                  <a:moveTo>
                    <a:pt x="256031" y="170687"/>
                  </a:moveTo>
                  <a:lnTo>
                    <a:pt x="0" y="170687"/>
                  </a:lnTo>
                  <a:lnTo>
                    <a:pt x="0" y="121919"/>
                  </a:lnTo>
                  <a:lnTo>
                    <a:pt x="96012" y="121919"/>
                  </a:lnTo>
                  <a:lnTo>
                    <a:pt x="82891" y="109656"/>
                  </a:lnTo>
                  <a:lnTo>
                    <a:pt x="73342" y="95821"/>
                  </a:lnTo>
                  <a:lnTo>
                    <a:pt x="67508" y="80557"/>
                  </a:lnTo>
                  <a:lnTo>
                    <a:pt x="65532" y="64007"/>
                  </a:lnTo>
                  <a:lnTo>
                    <a:pt x="66055" y="56030"/>
                  </a:lnTo>
                  <a:lnTo>
                    <a:pt x="83843" y="16168"/>
                  </a:lnTo>
                  <a:lnTo>
                    <a:pt x="125158" y="952"/>
                  </a:lnTo>
                  <a:lnTo>
                    <a:pt x="146304" y="0"/>
                  </a:lnTo>
                  <a:lnTo>
                    <a:pt x="256031" y="0"/>
                  </a:lnTo>
                  <a:lnTo>
                    <a:pt x="256031" y="48767"/>
                  </a:lnTo>
                  <a:lnTo>
                    <a:pt x="158495" y="48767"/>
                  </a:lnTo>
                  <a:lnTo>
                    <a:pt x="145041" y="49029"/>
                  </a:lnTo>
                  <a:lnTo>
                    <a:pt x="105155" y="67055"/>
                  </a:lnTo>
                  <a:lnTo>
                    <a:pt x="103632" y="73151"/>
                  </a:lnTo>
                  <a:lnTo>
                    <a:pt x="103632" y="88391"/>
                  </a:lnTo>
                  <a:lnTo>
                    <a:pt x="134564" y="119348"/>
                  </a:lnTo>
                  <a:lnTo>
                    <a:pt x="163068" y="121919"/>
                  </a:lnTo>
                  <a:lnTo>
                    <a:pt x="256031" y="121919"/>
                  </a:lnTo>
                  <a:lnTo>
                    <a:pt x="256031" y="1706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1" name="Google Shape;3391;p61"/>
          <p:cNvGrpSpPr/>
          <p:nvPr/>
        </p:nvGrpSpPr>
        <p:grpSpPr>
          <a:xfrm>
            <a:off x="1199387" y="3895344"/>
            <a:ext cx="332233" cy="1139951"/>
            <a:chOff x="1199387" y="3895344"/>
            <a:chExt cx="332233" cy="1139951"/>
          </a:xfrm>
        </p:grpSpPr>
        <p:pic>
          <p:nvPicPr>
            <p:cNvPr id="3392" name="Google Shape;3392;p61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264919" y="4864608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93" name="Google Shape;3393;p61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264919" y="4636008"/>
              <a:ext cx="195072" cy="1920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94" name="Google Shape;3394;p61"/>
            <p:cNvSpPr/>
            <p:nvPr/>
          </p:nvSpPr>
          <p:spPr>
            <a:xfrm>
              <a:off x="1199387" y="4549140"/>
              <a:ext cx="257810" cy="50800"/>
            </a:xfrm>
            <a:custGeom>
              <a:rect b="b" l="l" r="r" t="t"/>
              <a:pathLst>
                <a:path extrusionOk="0" h="50800" w="257809">
                  <a:moveTo>
                    <a:pt x="257556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257556" y="0"/>
                  </a:lnTo>
                  <a:lnTo>
                    <a:pt x="257556" y="502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395" name="Google Shape;3395;p61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264919" y="4315968"/>
              <a:ext cx="195072" cy="1920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396" name="Google Shape;3396;p61"/>
            <p:cNvSpPr/>
            <p:nvPr/>
          </p:nvSpPr>
          <p:spPr>
            <a:xfrm>
              <a:off x="1264920" y="3895344"/>
              <a:ext cx="266700" cy="394970"/>
            </a:xfrm>
            <a:custGeom>
              <a:rect b="b" l="l" r="r" t="t"/>
              <a:pathLst>
                <a:path extrusionOk="0" h="394970" w="266700">
                  <a:moveTo>
                    <a:pt x="266560" y="304800"/>
                  </a:moveTo>
                  <a:lnTo>
                    <a:pt x="262763" y="262128"/>
                  </a:lnTo>
                  <a:lnTo>
                    <a:pt x="262128" y="259080"/>
                  </a:lnTo>
                  <a:lnTo>
                    <a:pt x="235648" y="224980"/>
                  </a:lnTo>
                  <a:lnTo>
                    <a:pt x="187325" y="213652"/>
                  </a:lnTo>
                  <a:lnTo>
                    <a:pt x="172212" y="213360"/>
                  </a:lnTo>
                  <a:lnTo>
                    <a:pt x="150876" y="213360"/>
                  </a:lnTo>
                  <a:lnTo>
                    <a:pt x="150876" y="304800"/>
                  </a:lnTo>
                  <a:lnTo>
                    <a:pt x="150012" y="313397"/>
                  </a:lnTo>
                  <a:lnTo>
                    <a:pt x="119824" y="342709"/>
                  </a:lnTo>
                  <a:lnTo>
                    <a:pt x="94488" y="345948"/>
                  </a:lnTo>
                  <a:lnTo>
                    <a:pt x="80746" y="345122"/>
                  </a:lnTo>
                  <a:lnTo>
                    <a:pt x="45808" y="327520"/>
                  </a:lnTo>
                  <a:lnTo>
                    <a:pt x="38100" y="304800"/>
                  </a:lnTo>
                  <a:lnTo>
                    <a:pt x="38950" y="295973"/>
                  </a:lnTo>
                  <a:lnTo>
                    <a:pt x="70485" y="264795"/>
                  </a:lnTo>
                  <a:lnTo>
                    <a:pt x="96012" y="262128"/>
                  </a:lnTo>
                  <a:lnTo>
                    <a:pt x="108864" y="262750"/>
                  </a:lnTo>
                  <a:lnTo>
                    <a:pt x="143154" y="280593"/>
                  </a:lnTo>
                  <a:lnTo>
                    <a:pt x="147497" y="288036"/>
                  </a:lnTo>
                  <a:lnTo>
                    <a:pt x="150012" y="295973"/>
                  </a:lnTo>
                  <a:lnTo>
                    <a:pt x="150876" y="304800"/>
                  </a:lnTo>
                  <a:lnTo>
                    <a:pt x="150876" y="213360"/>
                  </a:lnTo>
                  <a:lnTo>
                    <a:pt x="4559" y="213360"/>
                  </a:lnTo>
                  <a:lnTo>
                    <a:pt x="4559" y="260604"/>
                  </a:lnTo>
                  <a:lnTo>
                    <a:pt x="30480" y="260604"/>
                  </a:lnTo>
                  <a:lnTo>
                    <a:pt x="17348" y="271995"/>
                  </a:lnTo>
                  <a:lnTo>
                    <a:pt x="7810" y="285369"/>
                  </a:lnTo>
                  <a:lnTo>
                    <a:pt x="7734" y="285559"/>
                  </a:lnTo>
                  <a:lnTo>
                    <a:pt x="1968" y="300469"/>
                  </a:lnTo>
                  <a:lnTo>
                    <a:pt x="0" y="316992"/>
                  </a:lnTo>
                  <a:lnTo>
                    <a:pt x="1663" y="332422"/>
                  </a:lnTo>
                  <a:lnTo>
                    <a:pt x="24371" y="371856"/>
                  </a:lnTo>
                  <a:lnTo>
                    <a:pt x="74307" y="393293"/>
                  </a:lnTo>
                  <a:lnTo>
                    <a:pt x="96012" y="394716"/>
                  </a:lnTo>
                  <a:lnTo>
                    <a:pt x="114338" y="393598"/>
                  </a:lnTo>
                  <a:lnTo>
                    <a:pt x="158496" y="377952"/>
                  </a:lnTo>
                  <a:lnTo>
                    <a:pt x="184670" y="345948"/>
                  </a:lnTo>
                  <a:lnTo>
                    <a:pt x="188493" y="335953"/>
                  </a:lnTo>
                  <a:lnTo>
                    <a:pt x="190500" y="318516"/>
                  </a:lnTo>
                  <a:lnTo>
                    <a:pt x="188493" y="302856"/>
                  </a:lnTo>
                  <a:lnTo>
                    <a:pt x="182499" y="288036"/>
                  </a:lnTo>
                  <a:lnTo>
                    <a:pt x="172440" y="274320"/>
                  </a:lnTo>
                  <a:lnTo>
                    <a:pt x="158496" y="262128"/>
                  </a:lnTo>
                  <a:lnTo>
                    <a:pt x="205740" y="262128"/>
                  </a:lnTo>
                  <a:lnTo>
                    <a:pt x="228282" y="293166"/>
                  </a:lnTo>
                  <a:lnTo>
                    <a:pt x="228384" y="295973"/>
                  </a:lnTo>
                  <a:lnTo>
                    <a:pt x="228549" y="300469"/>
                  </a:lnTo>
                  <a:lnTo>
                    <a:pt x="208788" y="330708"/>
                  </a:lnTo>
                  <a:lnTo>
                    <a:pt x="202692" y="388620"/>
                  </a:lnTo>
                  <a:lnTo>
                    <a:pt x="208788" y="388620"/>
                  </a:lnTo>
                  <a:lnTo>
                    <a:pt x="220789" y="387248"/>
                  </a:lnTo>
                  <a:lnTo>
                    <a:pt x="257695" y="356831"/>
                  </a:lnTo>
                  <a:lnTo>
                    <a:pt x="265874" y="320992"/>
                  </a:lnTo>
                  <a:lnTo>
                    <a:pt x="265988" y="318516"/>
                  </a:lnTo>
                  <a:lnTo>
                    <a:pt x="266052" y="316992"/>
                  </a:lnTo>
                  <a:lnTo>
                    <a:pt x="266560" y="304800"/>
                  </a:lnTo>
                  <a:close/>
                </a:path>
                <a:path extrusionOk="0" h="394970" w="266700">
                  <a:moveTo>
                    <a:pt x="266700" y="128016"/>
                  </a:moveTo>
                  <a:lnTo>
                    <a:pt x="263652" y="120396"/>
                  </a:lnTo>
                  <a:lnTo>
                    <a:pt x="262128" y="112776"/>
                  </a:lnTo>
                  <a:lnTo>
                    <a:pt x="259080" y="106680"/>
                  </a:lnTo>
                  <a:lnTo>
                    <a:pt x="224066" y="79616"/>
                  </a:lnTo>
                  <a:lnTo>
                    <a:pt x="182880" y="64008"/>
                  </a:lnTo>
                  <a:lnTo>
                    <a:pt x="4572" y="0"/>
                  </a:lnTo>
                  <a:lnTo>
                    <a:pt x="4572" y="51816"/>
                  </a:lnTo>
                  <a:lnTo>
                    <a:pt x="137160" y="94488"/>
                  </a:lnTo>
                  <a:lnTo>
                    <a:pt x="4572" y="135636"/>
                  </a:lnTo>
                  <a:lnTo>
                    <a:pt x="4572" y="187452"/>
                  </a:lnTo>
                  <a:lnTo>
                    <a:pt x="190500" y="118872"/>
                  </a:lnTo>
                  <a:lnTo>
                    <a:pt x="198183" y="121424"/>
                  </a:lnTo>
                  <a:lnTo>
                    <a:pt x="226479" y="147789"/>
                  </a:lnTo>
                  <a:lnTo>
                    <a:pt x="227076" y="155448"/>
                  </a:lnTo>
                  <a:lnTo>
                    <a:pt x="227076" y="167640"/>
                  </a:lnTo>
                  <a:lnTo>
                    <a:pt x="225552" y="175260"/>
                  </a:lnTo>
                  <a:lnTo>
                    <a:pt x="263652" y="172212"/>
                  </a:lnTo>
                  <a:lnTo>
                    <a:pt x="265404" y="165354"/>
                  </a:lnTo>
                  <a:lnTo>
                    <a:pt x="266319" y="158496"/>
                  </a:lnTo>
                  <a:lnTo>
                    <a:pt x="266649" y="151638"/>
                  </a:lnTo>
                  <a:lnTo>
                    <a:pt x="266700" y="1280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397" name="Google Shape;3397;p61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199387" y="2167127"/>
            <a:ext cx="327660" cy="15971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398" name="Google Shape;3398;p61"/>
          <p:cNvGrpSpPr/>
          <p:nvPr/>
        </p:nvGrpSpPr>
        <p:grpSpPr>
          <a:xfrm>
            <a:off x="1194816" y="1572767"/>
            <a:ext cx="265175" cy="478917"/>
            <a:chOff x="1194816" y="1572767"/>
            <a:chExt cx="265175" cy="478917"/>
          </a:xfrm>
        </p:grpSpPr>
        <p:sp>
          <p:nvSpPr>
            <p:cNvPr id="3399" name="Google Shape;3399;p61"/>
            <p:cNvSpPr/>
            <p:nvPr/>
          </p:nvSpPr>
          <p:spPr>
            <a:xfrm>
              <a:off x="1194816" y="1927859"/>
              <a:ext cx="260985" cy="123825"/>
            </a:xfrm>
            <a:custGeom>
              <a:rect b="b" l="l" r="r" t="t"/>
              <a:pathLst>
                <a:path extrusionOk="0" h="123825" w="260984">
                  <a:moveTo>
                    <a:pt x="112775" y="123444"/>
                  </a:moveTo>
                  <a:lnTo>
                    <a:pt x="74675" y="123444"/>
                  </a:lnTo>
                  <a:lnTo>
                    <a:pt x="74675" y="97536"/>
                  </a:lnTo>
                  <a:lnTo>
                    <a:pt x="60959" y="97536"/>
                  </a:lnTo>
                  <a:lnTo>
                    <a:pt x="20478" y="90106"/>
                  </a:lnTo>
                  <a:lnTo>
                    <a:pt x="547" y="50887"/>
                  </a:lnTo>
                  <a:lnTo>
                    <a:pt x="0" y="41148"/>
                  </a:lnTo>
                  <a:lnTo>
                    <a:pt x="523" y="30861"/>
                  </a:lnTo>
                  <a:lnTo>
                    <a:pt x="1904" y="20574"/>
                  </a:lnTo>
                  <a:lnTo>
                    <a:pt x="3857" y="10287"/>
                  </a:lnTo>
                  <a:lnTo>
                    <a:pt x="6095" y="0"/>
                  </a:lnTo>
                  <a:lnTo>
                    <a:pt x="41147" y="7620"/>
                  </a:lnTo>
                  <a:lnTo>
                    <a:pt x="39623" y="15240"/>
                  </a:lnTo>
                  <a:lnTo>
                    <a:pt x="38099" y="21336"/>
                  </a:lnTo>
                  <a:lnTo>
                    <a:pt x="38099" y="36576"/>
                  </a:lnTo>
                  <a:lnTo>
                    <a:pt x="39623" y="41148"/>
                  </a:lnTo>
                  <a:lnTo>
                    <a:pt x="42671" y="44196"/>
                  </a:lnTo>
                  <a:lnTo>
                    <a:pt x="47243" y="47244"/>
                  </a:lnTo>
                  <a:lnTo>
                    <a:pt x="53339" y="48768"/>
                  </a:lnTo>
                  <a:lnTo>
                    <a:pt x="74675" y="48768"/>
                  </a:lnTo>
                  <a:lnTo>
                    <a:pt x="74675" y="12192"/>
                  </a:lnTo>
                  <a:lnTo>
                    <a:pt x="112775" y="12192"/>
                  </a:lnTo>
                  <a:lnTo>
                    <a:pt x="112775" y="48768"/>
                  </a:lnTo>
                  <a:lnTo>
                    <a:pt x="260603" y="48768"/>
                  </a:lnTo>
                  <a:lnTo>
                    <a:pt x="260603" y="97536"/>
                  </a:lnTo>
                  <a:lnTo>
                    <a:pt x="112775" y="97536"/>
                  </a:lnTo>
                  <a:lnTo>
                    <a:pt x="112775" y="1234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00" name="Google Shape;3400;p61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264919" y="1729739"/>
              <a:ext cx="195072" cy="19202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01" name="Google Shape;3401;p6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64920" y="1572767"/>
              <a:ext cx="190500" cy="1188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402" name="Google Shape;3402;p61"/>
          <p:cNvGrpSpPr/>
          <p:nvPr/>
        </p:nvGrpSpPr>
        <p:grpSpPr>
          <a:xfrm>
            <a:off x="1624584" y="6095999"/>
            <a:ext cx="265430" cy="713360"/>
            <a:chOff x="1624584" y="6095999"/>
            <a:chExt cx="265430" cy="713360"/>
          </a:xfrm>
        </p:grpSpPr>
        <p:sp>
          <p:nvSpPr>
            <p:cNvPr id="3403" name="Google Shape;3403;p61"/>
            <p:cNvSpPr/>
            <p:nvPr/>
          </p:nvSpPr>
          <p:spPr>
            <a:xfrm>
              <a:off x="1624584" y="6600444"/>
              <a:ext cx="265430" cy="208915"/>
            </a:xfrm>
            <a:custGeom>
              <a:rect b="b" l="l" r="r" t="t"/>
              <a:pathLst>
                <a:path extrusionOk="0" h="208915" w="265430">
                  <a:moveTo>
                    <a:pt x="176784" y="208787"/>
                  </a:moveTo>
                  <a:lnTo>
                    <a:pt x="172212" y="160019"/>
                  </a:lnTo>
                  <a:lnTo>
                    <a:pt x="183951" y="157162"/>
                  </a:lnTo>
                  <a:lnTo>
                    <a:pt x="194119" y="153161"/>
                  </a:lnTo>
                  <a:lnTo>
                    <a:pt x="220384" y="114728"/>
                  </a:lnTo>
                  <a:lnTo>
                    <a:pt x="220980" y="103631"/>
                  </a:lnTo>
                  <a:lnTo>
                    <a:pt x="220384" y="91892"/>
                  </a:lnTo>
                  <a:lnTo>
                    <a:pt x="199834" y="56578"/>
                  </a:lnTo>
                  <a:lnTo>
                    <a:pt x="185928" y="53339"/>
                  </a:lnTo>
                  <a:lnTo>
                    <a:pt x="179832" y="53339"/>
                  </a:lnTo>
                  <a:lnTo>
                    <a:pt x="175260" y="54863"/>
                  </a:lnTo>
                  <a:lnTo>
                    <a:pt x="170688" y="57911"/>
                  </a:lnTo>
                  <a:lnTo>
                    <a:pt x="167640" y="62483"/>
                  </a:lnTo>
                  <a:lnTo>
                    <a:pt x="163068" y="68579"/>
                  </a:lnTo>
                  <a:lnTo>
                    <a:pt x="160020" y="76199"/>
                  </a:lnTo>
                  <a:lnTo>
                    <a:pt x="155829" y="91058"/>
                  </a:lnTo>
                  <a:lnTo>
                    <a:pt x="152733" y="102774"/>
                  </a:lnTo>
                  <a:lnTo>
                    <a:pt x="149352" y="117347"/>
                  </a:lnTo>
                  <a:lnTo>
                    <a:pt x="143589" y="137112"/>
                  </a:lnTo>
                  <a:lnTo>
                    <a:pt x="123444" y="175259"/>
                  </a:lnTo>
                  <a:lnTo>
                    <a:pt x="86796" y="198191"/>
                  </a:lnTo>
                  <a:lnTo>
                    <a:pt x="71628" y="199643"/>
                  </a:lnTo>
                  <a:lnTo>
                    <a:pt x="62483" y="198834"/>
                  </a:lnTo>
                  <a:lnTo>
                    <a:pt x="27360" y="182689"/>
                  </a:lnTo>
                  <a:lnTo>
                    <a:pt x="5143" y="145232"/>
                  </a:lnTo>
                  <a:lnTo>
                    <a:pt x="0" y="105155"/>
                  </a:lnTo>
                  <a:lnTo>
                    <a:pt x="1428" y="82605"/>
                  </a:lnTo>
                  <a:lnTo>
                    <a:pt x="22859" y="33527"/>
                  </a:lnTo>
                  <a:lnTo>
                    <a:pt x="62722" y="9310"/>
                  </a:lnTo>
                  <a:lnTo>
                    <a:pt x="79247" y="7619"/>
                  </a:lnTo>
                  <a:lnTo>
                    <a:pt x="80771" y="59435"/>
                  </a:lnTo>
                  <a:lnTo>
                    <a:pt x="72199" y="61150"/>
                  </a:lnTo>
                  <a:lnTo>
                    <a:pt x="64769" y="64007"/>
                  </a:lnTo>
                  <a:lnTo>
                    <a:pt x="44196" y="106679"/>
                  </a:lnTo>
                  <a:lnTo>
                    <a:pt x="44767" y="117514"/>
                  </a:lnTo>
                  <a:lnTo>
                    <a:pt x="62483" y="150875"/>
                  </a:lnTo>
                  <a:lnTo>
                    <a:pt x="76200" y="150875"/>
                  </a:lnTo>
                  <a:lnTo>
                    <a:pt x="97559" y="111966"/>
                  </a:lnTo>
                  <a:lnTo>
                    <a:pt x="106680" y="77104"/>
                  </a:lnTo>
                  <a:lnTo>
                    <a:pt x="111252" y="61721"/>
                  </a:lnTo>
                  <a:lnTo>
                    <a:pt x="131635" y="22097"/>
                  </a:lnTo>
                  <a:lnTo>
                    <a:pt x="164592" y="2476"/>
                  </a:lnTo>
                  <a:lnTo>
                    <a:pt x="187452" y="0"/>
                  </a:lnTo>
                  <a:lnTo>
                    <a:pt x="197739" y="833"/>
                  </a:lnTo>
                  <a:lnTo>
                    <a:pt x="237172" y="18740"/>
                  </a:lnTo>
                  <a:lnTo>
                    <a:pt x="260032" y="58602"/>
                  </a:lnTo>
                  <a:lnTo>
                    <a:pt x="265176" y="102107"/>
                  </a:lnTo>
                  <a:lnTo>
                    <a:pt x="263771" y="125563"/>
                  </a:lnTo>
                  <a:lnTo>
                    <a:pt x="252960" y="162758"/>
                  </a:lnTo>
                  <a:lnTo>
                    <a:pt x="215455" y="198500"/>
                  </a:lnTo>
                  <a:lnTo>
                    <a:pt x="197334" y="205073"/>
                  </a:lnTo>
                  <a:lnTo>
                    <a:pt x="176784" y="2087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04" name="Google Shape;3404;p61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694687" y="6394704"/>
              <a:ext cx="195072" cy="1752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05" name="Google Shape;3405;p61"/>
            <p:cNvSpPr/>
            <p:nvPr/>
          </p:nvSpPr>
          <p:spPr>
            <a:xfrm>
              <a:off x="1694688" y="6095999"/>
              <a:ext cx="190500" cy="268605"/>
            </a:xfrm>
            <a:custGeom>
              <a:rect b="b" l="l" r="r" t="t"/>
              <a:pathLst>
                <a:path extrusionOk="0" h="268604" w="190500">
                  <a:moveTo>
                    <a:pt x="190500" y="268224"/>
                  </a:moveTo>
                  <a:lnTo>
                    <a:pt x="4571" y="268224"/>
                  </a:lnTo>
                  <a:lnTo>
                    <a:pt x="4571" y="222504"/>
                  </a:lnTo>
                  <a:lnTo>
                    <a:pt x="30480" y="222504"/>
                  </a:lnTo>
                  <a:lnTo>
                    <a:pt x="17359" y="209621"/>
                  </a:lnTo>
                  <a:lnTo>
                    <a:pt x="7810" y="196024"/>
                  </a:lnTo>
                  <a:lnTo>
                    <a:pt x="1976" y="181570"/>
                  </a:lnTo>
                  <a:lnTo>
                    <a:pt x="0" y="166116"/>
                  </a:lnTo>
                  <a:lnTo>
                    <a:pt x="547" y="157495"/>
                  </a:lnTo>
                  <a:lnTo>
                    <a:pt x="23264" y="119133"/>
                  </a:lnTo>
                  <a:lnTo>
                    <a:pt x="30480" y="114300"/>
                  </a:lnTo>
                  <a:lnTo>
                    <a:pt x="23264" y="108537"/>
                  </a:lnTo>
                  <a:lnTo>
                    <a:pt x="2095" y="74485"/>
                  </a:lnTo>
                  <a:lnTo>
                    <a:pt x="0" y="59436"/>
                  </a:lnTo>
                  <a:lnTo>
                    <a:pt x="571" y="49696"/>
                  </a:lnTo>
                  <a:lnTo>
                    <a:pt x="19050" y="12953"/>
                  </a:lnTo>
                  <a:lnTo>
                    <a:pt x="59674" y="285"/>
                  </a:lnTo>
                  <a:lnTo>
                    <a:pt x="71628" y="0"/>
                  </a:lnTo>
                  <a:lnTo>
                    <a:pt x="190500" y="0"/>
                  </a:lnTo>
                  <a:lnTo>
                    <a:pt x="190500" y="48767"/>
                  </a:lnTo>
                  <a:lnTo>
                    <a:pt x="85344" y="48767"/>
                  </a:lnTo>
                  <a:lnTo>
                    <a:pt x="72770" y="49053"/>
                  </a:lnTo>
                  <a:lnTo>
                    <a:pt x="38100" y="64007"/>
                  </a:lnTo>
                  <a:lnTo>
                    <a:pt x="38100" y="80772"/>
                  </a:lnTo>
                  <a:lnTo>
                    <a:pt x="70604" y="107156"/>
                  </a:lnTo>
                  <a:lnTo>
                    <a:pt x="102108" y="109728"/>
                  </a:lnTo>
                  <a:lnTo>
                    <a:pt x="190500" y="109728"/>
                  </a:lnTo>
                  <a:lnTo>
                    <a:pt x="190500" y="158496"/>
                  </a:lnTo>
                  <a:lnTo>
                    <a:pt x="89916" y="158496"/>
                  </a:lnTo>
                  <a:lnTo>
                    <a:pt x="67246" y="158686"/>
                  </a:lnTo>
                  <a:lnTo>
                    <a:pt x="38100" y="176784"/>
                  </a:lnTo>
                  <a:lnTo>
                    <a:pt x="38100" y="190500"/>
                  </a:lnTo>
                  <a:lnTo>
                    <a:pt x="44196" y="202692"/>
                  </a:lnTo>
                  <a:lnTo>
                    <a:pt x="48768" y="208788"/>
                  </a:lnTo>
                  <a:lnTo>
                    <a:pt x="54864" y="213360"/>
                  </a:lnTo>
                  <a:lnTo>
                    <a:pt x="62484" y="214884"/>
                  </a:lnTo>
                  <a:lnTo>
                    <a:pt x="69080" y="216884"/>
                  </a:lnTo>
                  <a:lnTo>
                    <a:pt x="77533" y="218313"/>
                  </a:lnTo>
                  <a:lnTo>
                    <a:pt x="87987" y="219170"/>
                  </a:lnTo>
                  <a:lnTo>
                    <a:pt x="100584" y="219456"/>
                  </a:lnTo>
                  <a:lnTo>
                    <a:pt x="190500" y="219456"/>
                  </a:lnTo>
                  <a:lnTo>
                    <a:pt x="190500" y="2682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406" name="Google Shape;3406;p61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1629155" y="4026408"/>
            <a:ext cx="260604" cy="2013204"/>
          </a:xfrm>
          <a:prstGeom prst="rect">
            <a:avLst/>
          </a:prstGeom>
          <a:noFill/>
          <a:ln>
            <a:noFill/>
          </a:ln>
        </p:spPr>
      </p:pic>
      <p:pic>
        <p:nvPicPr>
          <p:cNvPr id="3407" name="Google Shape;3407;p61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092451" y="3075432"/>
            <a:ext cx="3282695" cy="447598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08" name="Google Shape;3408;p61"/>
          <p:cNvGrpSpPr/>
          <p:nvPr/>
        </p:nvGrpSpPr>
        <p:grpSpPr>
          <a:xfrm>
            <a:off x="5504688" y="7295388"/>
            <a:ext cx="198120" cy="1313688"/>
            <a:chOff x="5504688" y="7295388"/>
            <a:chExt cx="198120" cy="1313688"/>
          </a:xfrm>
        </p:grpSpPr>
        <p:pic>
          <p:nvPicPr>
            <p:cNvPr id="3409" name="Google Shape;3409;p61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5504688" y="8462772"/>
              <a:ext cx="195072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10" name="Google Shape;3410;p61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5554979" y="8218932"/>
              <a:ext cx="147828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11" name="Google Shape;3411;p61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5504688" y="8075676"/>
              <a:ext cx="198120" cy="1219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12" name="Google Shape;3412;p61"/>
            <p:cNvSpPr/>
            <p:nvPr/>
          </p:nvSpPr>
          <p:spPr>
            <a:xfrm>
              <a:off x="5504688" y="8014716"/>
              <a:ext cx="195580" cy="24765"/>
            </a:xfrm>
            <a:custGeom>
              <a:rect b="b" l="l" r="r" t="t"/>
              <a:pathLst>
                <a:path extrusionOk="0" h="24765" w="195579">
                  <a:moveTo>
                    <a:pt x="25908" y="0"/>
                  </a:moveTo>
                  <a:lnTo>
                    <a:pt x="0" y="0"/>
                  </a:lnTo>
                  <a:lnTo>
                    <a:pt x="0" y="24384"/>
                  </a:lnTo>
                  <a:lnTo>
                    <a:pt x="25908" y="24384"/>
                  </a:lnTo>
                  <a:lnTo>
                    <a:pt x="25908" y="0"/>
                  </a:lnTo>
                  <a:close/>
                </a:path>
                <a:path extrusionOk="0" h="24765" w="195579">
                  <a:moveTo>
                    <a:pt x="195072" y="0"/>
                  </a:moveTo>
                  <a:lnTo>
                    <a:pt x="53340" y="0"/>
                  </a:lnTo>
                  <a:lnTo>
                    <a:pt x="53340" y="24384"/>
                  </a:lnTo>
                  <a:lnTo>
                    <a:pt x="195072" y="24384"/>
                  </a:lnTo>
                  <a:lnTo>
                    <a:pt x="195072" y="0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13" name="Google Shape;3413;p61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5509259" y="7786116"/>
              <a:ext cx="193548" cy="1981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14" name="Google Shape;3414;p61"/>
            <p:cNvSpPr/>
            <p:nvPr/>
          </p:nvSpPr>
          <p:spPr>
            <a:xfrm>
              <a:off x="5504688" y="7740396"/>
              <a:ext cx="195580" cy="24765"/>
            </a:xfrm>
            <a:custGeom>
              <a:rect b="b" l="l" r="r" t="t"/>
              <a:pathLst>
                <a:path extrusionOk="0" h="24765" w="195579">
                  <a:moveTo>
                    <a:pt x="25908" y="0"/>
                  </a:moveTo>
                  <a:lnTo>
                    <a:pt x="0" y="0"/>
                  </a:lnTo>
                  <a:lnTo>
                    <a:pt x="0" y="24384"/>
                  </a:lnTo>
                  <a:lnTo>
                    <a:pt x="25908" y="24384"/>
                  </a:lnTo>
                  <a:lnTo>
                    <a:pt x="25908" y="0"/>
                  </a:lnTo>
                  <a:close/>
                </a:path>
                <a:path extrusionOk="0" h="24765" w="195579">
                  <a:moveTo>
                    <a:pt x="195072" y="0"/>
                  </a:moveTo>
                  <a:lnTo>
                    <a:pt x="53340" y="0"/>
                  </a:lnTo>
                  <a:lnTo>
                    <a:pt x="53340" y="24384"/>
                  </a:lnTo>
                  <a:lnTo>
                    <a:pt x="195072" y="24384"/>
                  </a:lnTo>
                  <a:lnTo>
                    <a:pt x="195072" y="0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15" name="Google Shape;3415;p61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5554979" y="7583424"/>
              <a:ext cx="147828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16" name="Google Shape;3416;p61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5554980" y="7438644"/>
              <a:ext cx="144779" cy="1142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17" name="Google Shape;3417;p61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5554979" y="7295388"/>
              <a:ext cx="147827" cy="1158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418" name="Google Shape;3418;p61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5501640" y="6973823"/>
            <a:ext cx="201167" cy="2270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19" name="Google Shape;3419;p61"/>
          <p:cNvGrpSpPr/>
          <p:nvPr/>
        </p:nvGrpSpPr>
        <p:grpSpPr>
          <a:xfrm>
            <a:off x="5504688" y="6539483"/>
            <a:ext cx="198120" cy="364236"/>
            <a:chOff x="5504688" y="6539483"/>
            <a:chExt cx="198120" cy="364236"/>
          </a:xfrm>
        </p:grpSpPr>
        <p:pic>
          <p:nvPicPr>
            <p:cNvPr id="3420" name="Google Shape;3420;p61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5509260" y="6833616"/>
              <a:ext cx="193548" cy="701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21" name="Google Shape;3421;p61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5504688" y="6697980"/>
              <a:ext cx="195072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22" name="Google Shape;3422;p61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5554980" y="6539483"/>
              <a:ext cx="147828" cy="13106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423" name="Google Shape;3423;p61"/>
          <p:cNvGrpSpPr/>
          <p:nvPr/>
        </p:nvGrpSpPr>
        <p:grpSpPr>
          <a:xfrm>
            <a:off x="5504675" y="5414771"/>
            <a:ext cx="198133" cy="1034796"/>
            <a:chOff x="5504675" y="5414771"/>
            <a:chExt cx="198133" cy="1034796"/>
          </a:xfrm>
        </p:grpSpPr>
        <p:pic>
          <p:nvPicPr>
            <p:cNvPr id="3424" name="Google Shape;3424;p61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5554980" y="6115812"/>
              <a:ext cx="147828" cy="33375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25" name="Google Shape;3425;p61"/>
            <p:cNvSpPr/>
            <p:nvPr/>
          </p:nvSpPr>
          <p:spPr>
            <a:xfrm>
              <a:off x="5504675" y="5971032"/>
              <a:ext cx="196850" cy="114300"/>
            </a:xfrm>
            <a:custGeom>
              <a:rect b="b" l="l" r="r" t="t"/>
              <a:pathLst>
                <a:path extrusionOk="0" h="114300" w="196850">
                  <a:moveTo>
                    <a:pt x="195084" y="89916"/>
                  </a:moveTo>
                  <a:lnTo>
                    <a:pt x="120408" y="89916"/>
                  </a:lnTo>
                  <a:lnTo>
                    <a:pt x="112661" y="89662"/>
                  </a:lnTo>
                  <a:lnTo>
                    <a:pt x="77736" y="77724"/>
                  </a:lnTo>
                  <a:lnTo>
                    <a:pt x="74688" y="74676"/>
                  </a:lnTo>
                  <a:lnTo>
                    <a:pt x="73164" y="70104"/>
                  </a:lnTo>
                  <a:lnTo>
                    <a:pt x="73164" y="59436"/>
                  </a:lnTo>
                  <a:lnTo>
                    <a:pt x="76212" y="53340"/>
                  </a:lnTo>
                  <a:lnTo>
                    <a:pt x="79260" y="48768"/>
                  </a:lnTo>
                  <a:lnTo>
                    <a:pt x="57924" y="39624"/>
                  </a:lnTo>
                  <a:lnTo>
                    <a:pt x="54800" y="46228"/>
                  </a:lnTo>
                  <a:lnTo>
                    <a:pt x="52400" y="52387"/>
                  </a:lnTo>
                  <a:lnTo>
                    <a:pt x="50850" y="58280"/>
                  </a:lnTo>
                  <a:lnTo>
                    <a:pt x="50304" y="64008"/>
                  </a:lnTo>
                  <a:lnTo>
                    <a:pt x="50304" y="68580"/>
                  </a:lnTo>
                  <a:lnTo>
                    <a:pt x="51828" y="74676"/>
                  </a:lnTo>
                  <a:lnTo>
                    <a:pt x="57924" y="83820"/>
                  </a:lnTo>
                  <a:lnTo>
                    <a:pt x="64020" y="88392"/>
                  </a:lnTo>
                  <a:lnTo>
                    <a:pt x="73164" y="92964"/>
                  </a:lnTo>
                  <a:lnTo>
                    <a:pt x="53352" y="92964"/>
                  </a:lnTo>
                  <a:lnTo>
                    <a:pt x="53352" y="114300"/>
                  </a:lnTo>
                  <a:lnTo>
                    <a:pt x="195084" y="114300"/>
                  </a:lnTo>
                  <a:lnTo>
                    <a:pt x="195084" y="89916"/>
                  </a:lnTo>
                  <a:close/>
                </a:path>
                <a:path extrusionOk="0" h="114300" w="196850">
                  <a:moveTo>
                    <a:pt x="196596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196596" y="25908"/>
                  </a:lnTo>
                  <a:lnTo>
                    <a:pt x="196596" y="0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26" name="Google Shape;3426;p61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5504688" y="5823203"/>
              <a:ext cx="198120" cy="1219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27" name="Google Shape;3427;p61"/>
            <p:cNvSpPr/>
            <p:nvPr/>
          </p:nvSpPr>
          <p:spPr>
            <a:xfrm>
              <a:off x="5504688" y="5565648"/>
              <a:ext cx="195580" cy="234950"/>
            </a:xfrm>
            <a:custGeom>
              <a:rect b="b" l="l" r="r" t="t"/>
              <a:pathLst>
                <a:path extrusionOk="0" h="234950" w="195579">
                  <a:moveTo>
                    <a:pt x="25908" y="0"/>
                  </a:moveTo>
                  <a:lnTo>
                    <a:pt x="0" y="0"/>
                  </a:lnTo>
                  <a:lnTo>
                    <a:pt x="0" y="24384"/>
                  </a:lnTo>
                  <a:lnTo>
                    <a:pt x="25908" y="24384"/>
                  </a:lnTo>
                  <a:lnTo>
                    <a:pt x="25908" y="0"/>
                  </a:lnTo>
                  <a:close/>
                </a:path>
                <a:path extrusionOk="0" h="234950" w="195579">
                  <a:moveTo>
                    <a:pt x="195072" y="85344"/>
                  </a:moveTo>
                  <a:lnTo>
                    <a:pt x="53340" y="39624"/>
                  </a:lnTo>
                  <a:lnTo>
                    <a:pt x="53340" y="62484"/>
                  </a:lnTo>
                  <a:lnTo>
                    <a:pt x="135636" y="88392"/>
                  </a:lnTo>
                  <a:lnTo>
                    <a:pt x="163068" y="96012"/>
                  </a:lnTo>
                  <a:lnTo>
                    <a:pt x="135636" y="102108"/>
                  </a:lnTo>
                  <a:lnTo>
                    <a:pt x="53340" y="123444"/>
                  </a:lnTo>
                  <a:lnTo>
                    <a:pt x="53340" y="147828"/>
                  </a:lnTo>
                  <a:lnTo>
                    <a:pt x="137160" y="172212"/>
                  </a:lnTo>
                  <a:lnTo>
                    <a:pt x="157924" y="177165"/>
                  </a:lnTo>
                  <a:lnTo>
                    <a:pt x="163512" y="178650"/>
                  </a:lnTo>
                  <a:lnTo>
                    <a:pt x="166116" y="179832"/>
                  </a:lnTo>
                  <a:lnTo>
                    <a:pt x="135636" y="185928"/>
                  </a:lnTo>
                  <a:lnTo>
                    <a:pt x="53340" y="210312"/>
                  </a:lnTo>
                  <a:lnTo>
                    <a:pt x="53340" y="234696"/>
                  </a:lnTo>
                  <a:lnTo>
                    <a:pt x="195072" y="192024"/>
                  </a:lnTo>
                  <a:lnTo>
                    <a:pt x="195072" y="167640"/>
                  </a:lnTo>
                  <a:lnTo>
                    <a:pt x="86868" y="137160"/>
                  </a:lnTo>
                  <a:lnTo>
                    <a:pt x="111252" y="131064"/>
                  </a:lnTo>
                  <a:lnTo>
                    <a:pt x="195072" y="111252"/>
                  </a:lnTo>
                  <a:lnTo>
                    <a:pt x="195072" y="85344"/>
                  </a:lnTo>
                  <a:close/>
                </a:path>
                <a:path extrusionOk="0" h="234950" w="195579">
                  <a:moveTo>
                    <a:pt x="195072" y="0"/>
                  </a:moveTo>
                  <a:lnTo>
                    <a:pt x="53340" y="0"/>
                  </a:lnTo>
                  <a:lnTo>
                    <a:pt x="53340" y="24384"/>
                  </a:lnTo>
                  <a:lnTo>
                    <a:pt x="195072" y="24384"/>
                  </a:lnTo>
                  <a:lnTo>
                    <a:pt x="195072" y="0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28" name="Google Shape;3428;p61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5504688" y="5414771"/>
              <a:ext cx="198120" cy="12192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429" name="Google Shape;3429;p61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5554979" y="5042915"/>
            <a:ext cx="147827" cy="115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3430" name="Google Shape;3430;p61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5554979" y="5256276"/>
            <a:ext cx="147828" cy="1310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31" name="Google Shape;3431;p61"/>
          <p:cNvGrpSpPr/>
          <p:nvPr/>
        </p:nvGrpSpPr>
        <p:grpSpPr>
          <a:xfrm>
            <a:off x="5504688" y="3395472"/>
            <a:ext cx="198120" cy="1627632"/>
            <a:chOff x="5504688" y="3395472"/>
            <a:chExt cx="198120" cy="1627632"/>
          </a:xfrm>
        </p:grpSpPr>
        <p:pic>
          <p:nvPicPr>
            <p:cNvPr id="3432" name="Google Shape;3432;p61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5554979" y="4892040"/>
              <a:ext cx="147749" cy="1310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33" name="Google Shape;3433;p61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5554980" y="4671060"/>
              <a:ext cx="144779" cy="1920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34" name="Google Shape;3434;p61"/>
            <p:cNvSpPr/>
            <p:nvPr/>
          </p:nvSpPr>
          <p:spPr>
            <a:xfrm>
              <a:off x="5504688" y="4613148"/>
              <a:ext cx="195580" cy="24765"/>
            </a:xfrm>
            <a:custGeom>
              <a:rect b="b" l="l" r="r" t="t"/>
              <a:pathLst>
                <a:path extrusionOk="0" h="24764" w="195579">
                  <a:moveTo>
                    <a:pt x="25908" y="0"/>
                  </a:moveTo>
                  <a:lnTo>
                    <a:pt x="0" y="0"/>
                  </a:lnTo>
                  <a:lnTo>
                    <a:pt x="0" y="24384"/>
                  </a:lnTo>
                  <a:lnTo>
                    <a:pt x="25908" y="24384"/>
                  </a:lnTo>
                  <a:lnTo>
                    <a:pt x="25908" y="0"/>
                  </a:lnTo>
                  <a:close/>
                </a:path>
                <a:path extrusionOk="0" h="24764" w="195579">
                  <a:moveTo>
                    <a:pt x="195072" y="0"/>
                  </a:moveTo>
                  <a:lnTo>
                    <a:pt x="53340" y="0"/>
                  </a:lnTo>
                  <a:lnTo>
                    <a:pt x="53340" y="24384"/>
                  </a:lnTo>
                  <a:lnTo>
                    <a:pt x="195072" y="24384"/>
                  </a:lnTo>
                  <a:lnTo>
                    <a:pt x="195072" y="0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35" name="Google Shape;3435;p61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5554979" y="4317491"/>
              <a:ext cx="147828" cy="2682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36" name="Google Shape;3436;p61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5554980" y="4175760"/>
              <a:ext cx="144779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37" name="Google Shape;3437;p61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5504688" y="4024884"/>
              <a:ext cx="198120" cy="1219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38" name="Google Shape;3438;p61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5558028" y="3872484"/>
              <a:ext cx="14478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39" name="Google Shape;3439;p61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5509259" y="3500628"/>
              <a:ext cx="193548" cy="3413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40" name="Google Shape;3440;p61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5554980" y="3395472"/>
              <a:ext cx="144779" cy="746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441" name="Google Shape;3441;p61"/>
          <p:cNvSpPr/>
          <p:nvPr/>
        </p:nvSpPr>
        <p:spPr>
          <a:xfrm>
            <a:off x="5501639" y="3246119"/>
            <a:ext cx="201295" cy="78105"/>
          </a:xfrm>
          <a:custGeom>
            <a:rect b="b" l="l" r="r" t="t"/>
            <a:pathLst>
              <a:path extrusionOk="0" h="78104" w="201295">
                <a:moveTo>
                  <a:pt x="201167" y="77724"/>
                </a:moveTo>
                <a:lnTo>
                  <a:pt x="0" y="21336"/>
                </a:lnTo>
                <a:lnTo>
                  <a:pt x="0" y="0"/>
                </a:lnTo>
                <a:lnTo>
                  <a:pt x="201167" y="56388"/>
                </a:lnTo>
                <a:lnTo>
                  <a:pt x="201167" y="77724"/>
                </a:lnTo>
                <a:close/>
              </a:path>
            </a:pathLst>
          </a:custGeom>
          <a:solidFill>
            <a:srgbClr val="00009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42" name="Google Shape;3442;p61"/>
          <p:cNvGrpSpPr/>
          <p:nvPr/>
        </p:nvGrpSpPr>
        <p:grpSpPr>
          <a:xfrm>
            <a:off x="5501639" y="2909316"/>
            <a:ext cx="201168" cy="239776"/>
            <a:chOff x="5501639" y="2909316"/>
            <a:chExt cx="201168" cy="239776"/>
          </a:xfrm>
        </p:grpSpPr>
        <p:sp>
          <p:nvSpPr>
            <p:cNvPr id="3443" name="Google Shape;3443;p61"/>
            <p:cNvSpPr/>
            <p:nvPr/>
          </p:nvSpPr>
          <p:spPr>
            <a:xfrm>
              <a:off x="5504687" y="3121152"/>
              <a:ext cx="196850" cy="27940"/>
            </a:xfrm>
            <a:custGeom>
              <a:rect b="b" l="l" r="r" t="t"/>
              <a:pathLst>
                <a:path extrusionOk="0" h="27939" w="196850">
                  <a:moveTo>
                    <a:pt x="196596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96596" y="0"/>
                  </a:lnTo>
                  <a:lnTo>
                    <a:pt x="196596" y="27432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44" name="Google Shape;3444;p61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5501639" y="2909316"/>
              <a:ext cx="201168" cy="17373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445" name="Google Shape;3445;p61"/>
          <p:cNvGrpSpPr/>
          <p:nvPr/>
        </p:nvGrpSpPr>
        <p:grpSpPr>
          <a:xfrm>
            <a:off x="5830824" y="7679435"/>
            <a:ext cx="251459" cy="933070"/>
            <a:chOff x="5830824" y="7679435"/>
            <a:chExt cx="251459" cy="933070"/>
          </a:xfrm>
        </p:grpSpPr>
        <p:sp>
          <p:nvSpPr>
            <p:cNvPr id="3446" name="Google Shape;3446;p61"/>
            <p:cNvSpPr/>
            <p:nvPr/>
          </p:nvSpPr>
          <p:spPr>
            <a:xfrm>
              <a:off x="5830824" y="8587740"/>
              <a:ext cx="195580" cy="24765"/>
            </a:xfrm>
            <a:custGeom>
              <a:rect b="b" l="l" r="r" t="t"/>
              <a:pathLst>
                <a:path extrusionOk="0" h="24765" w="195579">
                  <a:moveTo>
                    <a:pt x="25908" y="0"/>
                  </a:moveTo>
                  <a:lnTo>
                    <a:pt x="0" y="0"/>
                  </a:lnTo>
                  <a:lnTo>
                    <a:pt x="0" y="24384"/>
                  </a:lnTo>
                  <a:lnTo>
                    <a:pt x="25908" y="24384"/>
                  </a:lnTo>
                  <a:lnTo>
                    <a:pt x="25908" y="0"/>
                  </a:lnTo>
                  <a:close/>
                </a:path>
                <a:path extrusionOk="0" h="24765" w="195579">
                  <a:moveTo>
                    <a:pt x="195072" y="0"/>
                  </a:moveTo>
                  <a:lnTo>
                    <a:pt x="53340" y="0"/>
                  </a:lnTo>
                  <a:lnTo>
                    <a:pt x="53340" y="24384"/>
                  </a:lnTo>
                  <a:lnTo>
                    <a:pt x="195072" y="24384"/>
                  </a:lnTo>
                  <a:lnTo>
                    <a:pt x="195072" y="0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47" name="Google Shape;3447;p61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5881116" y="8436863"/>
              <a:ext cx="144779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48" name="Google Shape;3448;p61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5830824" y="8287511"/>
              <a:ext cx="198120" cy="1219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49" name="Google Shape;3449;p61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5884164" y="8133587"/>
              <a:ext cx="14478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50" name="Google Shape;3450;p61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5835395" y="7904987"/>
              <a:ext cx="193548" cy="1996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51" name="Google Shape;3451;p61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5881116" y="7679435"/>
              <a:ext cx="201167" cy="20574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452" name="Google Shape;3452;p61"/>
          <p:cNvGrpSpPr/>
          <p:nvPr/>
        </p:nvGrpSpPr>
        <p:grpSpPr>
          <a:xfrm>
            <a:off x="5830823" y="6923532"/>
            <a:ext cx="198120" cy="667512"/>
            <a:chOff x="5830823" y="6923532"/>
            <a:chExt cx="198120" cy="667512"/>
          </a:xfrm>
        </p:grpSpPr>
        <p:pic>
          <p:nvPicPr>
            <p:cNvPr id="3453" name="Google Shape;3453;p61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5881431" y="7461504"/>
              <a:ext cx="1471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54" name="Google Shape;3454;p61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5830823" y="7310628"/>
              <a:ext cx="198119" cy="1219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55" name="Google Shape;3455;p61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5881115" y="7158228"/>
              <a:ext cx="147828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56" name="Google Shape;3456;p61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5884163" y="7016496"/>
              <a:ext cx="14478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57" name="Google Shape;3457;p61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5835395" y="6923532"/>
              <a:ext cx="193548" cy="7010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458" name="Google Shape;3458;p61"/>
          <p:cNvGrpSpPr/>
          <p:nvPr/>
        </p:nvGrpSpPr>
        <p:grpSpPr>
          <a:xfrm>
            <a:off x="5830824" y="6583680"/>
            <a:ext cx="198119" cy="242697"/>
            <a:chOff x="5830824" y="6583680"/>
            <a:chExt cx="198119" cy="242697"/>
          </a:xfrm>
        </p:grpSpPr>
        <p:sp>
          <p:nvSpPr>
            <p:cNvPr id="3459" name="Google Shape;3459;p61"/>
            <p:cNvSpPr/>
            <p:nvPr/>
          </p:nvSpPr>
          <p:spPr>
            <a:xfrm>
              <a:off x="5830824" y="6801612"/>
              <a:ext cx="195580" cy="24765"/>
            </a:xfrm>
            <a:custGeom>
              <a:rect b="b" l="l" r="r" t="t"/>
              <a:pathLst>
                <a:path extrusionOk="0" h="24765" w="195579">
                  <a:moveTo>
                    <a:pt x="25908" y="0"/>
                  </a:moveTo>
                  <a:lnTo>
                    <a:pt x="0" y="0"/>
                  </a:lnTo>
                  <a:lnTo>
                    <a:pt x="0" y="24384"/>
                  </a:lnTo>
                  <a:lnTo>
                    <a:pt x="25908" y="24384"/>
                  </a:lnTo>
                  <a:lnTo>
                    <a:pt x="25908" y="0"/>
                  </a:lnTo>
                  <a:close/>
                </a:path>
                <a:path extrusionOk="0" h="24765" w="195579">
                  <a:moveTo>
                    <a:pt x="195072" y="0"/>
                  </a:moveTo>
                  <a:lnTo>
                    <a:pt x="53340" y="0"/>
                  </a:lnTo>
                  <a:lnTo>
                    <a:pt x="53340" y="24384"/>
                  </a:lnTo>
                  <a:lnTo>
                    <a:pt x="195072" y="24384"/>
                  </a:lnTo>
                  <a:lnTo>
                    <a:pt x="195072" y="0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60" name="Google Shape;3460;p61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5835395" y="6583680"/>
              <a:ext cx="193548" cy="19812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461" name="Google Shape;3461;p61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5881115" y="6018276"/>
            <a:ext cx="147828" cy="4678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62" name="Google Shape;3462;p61"/>
          <p:cNvGrpSpPr/>
          <p:nvPr/>
        </p:nvGrpSpPr>
        <p:grpSpPr>
          <a:xfrm>
            <a:off x="5827776" y="5239511"/>
            <a:ext cx="201168" cy="679704"/>
            <a:chOff x="5827776" y="5239511"/>
            <a:chExt cx="201168" cy="679704"/>
          </a:xfrm>
        </p:grpSpPr>
        <p:pic>
          <p:nvPicPr>
            <p:cNvPr id="3463" name="Google Shape;3463;p61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5827776" y="5713476"/>
              <a:ext cx="201167" cy="2057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64" name="Google Shape;3464;p61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5835395" y="5623560"/>
              <a:ext cx="193548" cy="701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65" name="Google Shape;3465;p61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5884164" y="5487923"/>
              <a:ext cx="14478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66" name="Google Shape;3466;p61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5881115" y="5239511"/>
              <a:ext cx="147749" cy="21183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467" name="Google Shape;3467;p61"/>
          <p:cNvGrpSpPr/>
          <p:nvPr/>
        </p:nvGrpSpPr>
        <p:grpSpPr>
          <a:xfrm>
            <a:off x="5835396" y="3921252"/>
            <a:ext cx="243839" cy="1213103"/>
            <a:chOff x="5835396" y="3921252"/>
            <a:chExt cx="243839" cy="1213103"/>
          </a:xfrm>
        </p:grpSpPr>
        <p:pic>
          <p:nvPicPr>
            <p:cNvPr id="3468" name="Google Shape;3468;p61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5835396" y="3982212"/>
              <a:ext cx="243839" cy="11521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69" name="Google Shape;3469;p61"/>
            <p:cNvSpPr/>
            <p:nvPr/>
          </p:nvSpPr>
          <p:spPr>
            <a:xfrm>
              <a:off x="5999988" y="3921252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27432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7432" y="0"/>
                  </a:lnTo>
                  <a:lnTo>
                    <a:pt x="27432" y="27432"/>
                  </a:lnTo>
                  <a:close/>
                </a:path>
              </a:pathLst>
            </a:custGeom>
            <a:solidFill>
              <a:srgbClr val="00009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70" name="Google Shape;3470;p61"/>
          <p:cNvSpPr/>
          <p:nvPr/>
        </p:nvSpPr>
        <p:spPr>
          <a:xfrm>
            <a:off x="5999988" y="3845052"/>
            <a:ext cx="27940" cy="27940"/>
          </a:xfrm>
          <a:custGeom>
            <a:rect b="b" l="l" r="r" t="t"/>
            <a:pathLst>
              <a:path extrusionOk="0" h="27939" w="27939">
                <a:moveTo>
                  <a:pt x="27432" y="27432"/>
                </a:moveTo>
                <a:lnTo>
                  <a:pt x="0" y="27432"/>
                </a:lnTo>
                <a:lnTo>
                  <a:pt x="0" y="0"/>
                </a:lnTo>
                <a:lnTo>
                  <a:pt x="27432" y="0"/>
                </a:lnTo>
                <a:lnTo>
                  <a:pt x="27432" y="27432"/>
                </a:lnTo>
                <a:close/>
              </a:path>
            </a:pathLst>
          </a:custGeom>
          <a:solidFill>
            <a:srgbClr val="00009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1" name="Google Shape;3471;p61"/>
          <p:cNvSpPr/>
          <p:nvPr/>
        </p:nvSpPr>
        <p:spPr>
          <a:xfrm>
            <a:off x="5999988" y="3768852"/>
            <a:ext cx="27940" cy="27940"/>
          </a:xfrm>
          <a:custGeom>
            <a:rect b="b" l="l" r="r" t="t"/>
            <a:pathLst>
              <a:path extrusionOk="0" h="27939" w="27939">
                <a:moveTo>
                  <a:pt x="27432" y="27432"/>
                </a:moveTo>
                <a:lnTo>
                  <a:pt x="0" y="27432"/>
                </a:lnTo>
                <a:lnTo>
                  <a:pt x="0" y="0"/>
                </a:lnTo>
                <a:lnTo>
                  <a:pt x="27432" y="0"/>
                </a:lnTo>
                <a:lnTo>
                  <a:pt x="27432" y="27432"/>
                </a:lnTo>
                <a:close/>
              </a:path>
            </a:pathLst>
          </a:custGeom>
          <a:solidFill>
            <a:srgbClr val="00009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72" name="Google Shape;3472;p61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3473" name="Google Shape;3473;p61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74" name="Google Shape;3474;p61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475" name="Google Shape;3475;p61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476" name="Google Shape;3476;p61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80" name="Shape 3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" name="Google Shape;3481;p62"/>
          <p:cNvSpPr/>
          <p:nvPr/>
        </p:nvSpPr>
        <p:spPr>
          <a:xfrm>
            <a:off x="1353312" y="7438644"/>
            <a:ext cx="265430" cy="424180"/>
          </a:xfrm>
          <a:custGeom>
            <a:rect b="b" l="l" r="r" t="t"/>
            <a:pathLst>
              <a:path extrusionOk="0" h="424179" w="265430">
                <a:moveTo>
                  <a:pt x="260591" y="0"/>
                </a:moveTo>
                <a:lnTo>
                  <a:pt x="140652" y="50"/>
                </a:lnTo>
                <a:lnTo>
                  <a:pt x="130479" y="381"/>
                </a:lnTo>
                <a:lnTo>
                  <a:pt x="121742" y="1295"/>
                </a:lnTo>
                <a:lnTo>
                  <a:pt x="114287" y="3048"/>
                </a:lnTo>
                <a:lnTo>
                  <a:pt x="106667" y="4572"/>
                </a:lnTo>
                <a:lnTo>
                  <a:pt x="76187" y="33528"/>
                </a:lnTo>
                <a:lnTo>
                  <a:pt x="70091" y="64008"/>
                </a:lnTo>
                <a:lnTo>
                  <a:pt x="72072" y="80352"/>
                </a:lnTo>
                <a:lnTo>
                  <a:pt x="77901" y="95250"/>
                </a:lnTo>
                <a:lnTo>
                  <a:pt x="87452" y="109016"/>
                </a:lnTo>
                <a:lnTo>
                  <a:pt x="100571" y="121920"/>
                </a:lnTo>
                <a:lnTo>
                  <a:pt x="4559" y="121920"/>
                </a:lnTo>
                <a:lnTo>
                  <a:pt x="4559" y="170688"/>
                </a:lnTo>
                <a:lnTo>
                  <a:pt x="260591" y="170688"/>
                </a:lnTo>
                <a:lnTo>
                  <a:pt x="260591" y="121920"/>
                </a:lnTo>
                <a:lnTo>
                  <a:pt x="167627" y="121920"/>
                </a:lnTo>
                <a:lnTo>
                  <a:pt x="156794" y="121640"/>
                </a:lnTo>
                <a:lnTo>
                  <a:pt x="118859" y="109728"/>
                </a:lnTo>
                <a:lnTo>
                  <a:pt x="108191" y="88392"/>
                </a:lnTo>
                <a:lnTo>
                  <a:pt x="108191" y="73152"/>
                </a:lnTo>
                <a:lnTo>
                  <a:pt x="126479" y="51816"/>
                </a:lnTo>
                <a:lnTo>
                  <a:pt x="131343" y="50063"/>
                </a:lnTo>
                <a:lnTo>
                  <a:pt x="139052" y="49149"/>
                </a:lnTo>
                <a:lnTo>
                  <a:pt x="149631" y="48818"/>
                </a:lnTo>
                <a:lnTo>
                  <a:pt x="260591" y="48768"/>
                </a:lnTo>
                <a:lnTo>
                  <a:pt x="260591" y="0"/>
                </a:lnTo>
                <a:close/>
              </a:path>
              <a:path extrusionOk="0" h="424179" w="265430">
                <a:moveTo>
                  <a:pt x="265176" y="316992"/>
                </a:moveTo>
                <a:lnTo>
                  <a:pt x="260032" y="272630"/>
                </a:lnTo>
                <a:lnTo>
                  <a:pt x="237172" y="233603"/>
                </a:lnTo>
                <a:lnTo>
                  <a:pt x="197739" y="215506"/>
                </a:lnTo>
                <a:lnTo>
                  <a:pt x="187452" y="214884"/>
                </a:lnTo>
                <a:lnTo>
                  <a:pt x="175450" y="215455"/>
                </a:lnTo>
                <a:lnTo>
                  <a:pt x="138607" y="230060"/>
                </a:lnTo>
                <a:lnTo>
                  <a:pt x="115824" y="263296"/>
                </a:lnTo>
                <a:lnTo>
                  <a:pt x="97548" y="326834"/>
                </a:lnTo>
                <a:lnTo>
                  <a:pt x="93154" y="340423"/>
                </a:lnTo>
                <a:lnTo>
                  <a:pt x="89027" y="350316"/>
                </a:lnTo>
                <a:lnTo>
                  <a:pt x="85344" y="356616"/>
                </a:lnTo>
                <a:lnTo>
                  <a:pt x="80772" y="362712"/>
                </a:lnTo>
                <a:lnTo>
                  <a:pt x="76200" y="365760"/>
                </a:lnTo>
                <a:lnTo>
                  <a:pt x="62484" y="365760"/>
                </a:lnTo>
                <a:lnTo>
                  <a:pt x="44196" y="321564"/>
                </a:lnTo>
                <a:lnTo>
                  <a:pt x="44767" y="310972"/>
                </a:lnTo>
                <a:lnTo>
                  <a:pt x="72199" y="276034"/>
                </a:lnTo>
                <a:lnTo>
                  <a:pt x="80772" y="274320"/>
                </a:lnTo>
                <a:lnTo>
                  <a:pt x="79248" y="222504"/>
                </a:lnTo>
                <a:lnTo>
                  <a:pt x="33591" y="236651"/>
                </a:lnTo>
                <a:lnTo>
                  <a:pt x="5524" y="277749"/>
                </a:lnTo>
                <a:lnTo>
                  <a:pt x="0" y="320040"/>
                </a:lnTo>
                <a:lnTo>
                  <a:pt x="571" y="334327"/>
                </a:lnTo>
                <a:lnTo>
                  <a:pt x="14262" y="380047"/>
                </a:lnTo>
                <a:lnTo>
                  <a:pt x="44196" y="407466"/>
                </a:lnTo>
                <a:lnTo>
                  <a:pt x="71628" y="414528"/>
                </a:lnTo>
                <a:lnTo>
                  <a:pt x="86791" y="412864"/>
                </a:lnTo>
                <a:lnTo>
                  <a:pt x="123444" y="390144"/>
                </a:lnTo>
                <a:lnTo>
                  <a:pt x="143586" y="351358"/>
                </a:lnTo>
                <a:lnTo>
                  <a:pt x="152730" y="317665"/>
                </a:lnTo>
                <a:lnTo>
                  <a:pt x="155829" y="305943"/>
                </a:lnTo>
                <a:lnTo>
                  <a:pt x="175260" y="269748"/>
                </a:lnTo>
                <a:lnTo>
                  <a:pt x="179832" y="268224"/>
                </a:lnTo>
                <a:lnTo>
                  <a:pt x="185928" y="268224"/>
                </a:lnTo>
                <a:lnTo>
                  <a:pt x="218503" y="296037"/>
                </a:lnTo>
                <a:lnTo>
                  <a:pt x="220980" y="318516"/>
                </a:lnTo>
                <a:lnTo>
                  <a:pt x="220383" y="329374"/>
                </a:lnTo>
                <a:lnTo>
                  <a:pt x="194119" y="367855"/>
                </a:lnTo>
                <a:lnTo>
                  <a:pt x="172212" y="374904"/>
                </a:lnTo>
                <a:lnTo>
                  <a:pt x="176784" y="423672"/>
                </a:lnTo>
                <a:lnTo>
                  <a:pt x="215265" y="412813"/>
                </a:lnTo>
                <a:lnTo>
                  <a:pt x="252310" y="377431"/>
                </a:lnTo>
                <a:lnTo>
                  <a:pt x="263740" y="339813"/>
                </a:lnTo>
                <a:lnTo>
                  <a:pt x="265176" y="316992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82" name="Google Shape;3482;p62"/>
          <p:cNvGrpSpPr/>
          <p:nvPr/>
        </p:nvGrpSpPr>
        <p:grpSpPr>
          <a:xfrm>
            <a:off x="1357884" y="7200900"/>
            <a:ext cx="256540" cy="188974"/>
            <a:chOff x="1357884" y="7200900"/>
            <a:chExt cx="256540" cy="188974"/>
          </a:xfrm>
        </p:grpSpPr>
        <p:pic>
          <p:nvPicPr>
            <p:cNvPr id="3483" name="Google Shape;3483;p6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423416" y="7271003"/>
              <a:ext cx="190500" cy="11887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84" name="Google Shape;3484;p62"/>
            <p:cNvSpPr/>
            <p:nvPr/>
          </p:nvSpPr>
          <p:spPr>
            <a:xfrm>
              <a:off x="1357884" y="7200900"/>
              <a:ext cx="256540" cy="48895"/>
            </a:xfrm>
            <a:custGeom>
              <a:rect b="b" l="l" r="r" t="t"/>
              <a:pathLst>
                <a:path extrusionOk="0" h="48895" w="256540">
                  <a:moveTo>
                    <a:pt x="45720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45720" y="48768"/>
                  </a:lnTo>
                  <a:lnTo>
                    <a:pt x="45720" y="0"/>
                  </a:lnTo>
                  <a:close/>
                </a:path>
                <a:path extrusionOk="0" h="48895" w="256540">
                  <a:moveTo>
                    <a:pt x="256032" y="0"/>
                  </a:moveTo>
                  <a:lnTo>
                    <a:pt x="70104" y="0"/>
                  </a:lnTo>
                  <a:lnTo>
                    <a:pt x="70104" y="48768"/>
                  </a:lnTo>
                  <a:lnTo>
                    <a:pt x="256032" y="48768"/>
                  </a:lnTo>
                  <a:lnTo>
                    <a:pt x="256032" y="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485" name="Google Shape;3485;p62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423416" y="6982967"/>
            <a:ext cx="190500" cy="170687"/>
          </a:xfrm>
          <a:prstGeom prst="rect">
            <a:avLst/>
          </a:prstGeom>
          <a:noFill/>
          <a:ln>
            <a:noFill/>
          </a:ln>
        </p:spPr>
      </p:pic>
      <p:sp>
        <p:nvSpPr>
          <p:cNvPr id="3486" name="Google Shape;3486;p62"/>
          <p:cNvSpPr/>
          <p:nvPr/>
        </p:nvSpPr>
        <p:spPr>
          <a:xfrm>
            <a:off x="1357884" y="6684264"/>
            <a:ext cx="256540" cy="248920"/>
          </a:xfrm>
          <a:custGeom>
            <a:rect b="b" l="l" r="r" t="t"/>
            <a:pathLst>
              <a:path extrusionOk="0" h="248920" w="256540">
                <a:moveTo>
                  <a:pt x="45720" y="0"/>
                </a:moveTo>
                <a:lnTo>
                  <a:pt x="0" y="0"/>
                </a:lnTo>
                <a:lnTo>
                  <a:pt x="0" y="48768"/>
                </a:lnTo>
                <a:lnTo>
                  <a:pt x="45720" y="48768"/>
                </a:lnTo>
                <a:lnTo>
                  <a:pt x="45720" y="0"/>
                </a:lnTo>
                <a:close/>
              </a:path>
              <a:path extrusionOk="0" h="248920" w="256540">
                <a:moveTo>
                  <a:pt x="256032" y="77724"/>
                </a:moveTo>
                <a:lnTo>
                  <a:pt x="138684" y="144780"/>
                </a:lnTo>
                <a:lnTo>
                  <a:pt x="70104" y="80772"/>
                </a:lnTo>
                <a:lnTo>
                  <a:pt x="70104" y="141732"/>
                </a:lnTo>
                <a:lnTo>
                  <a:pt x="135636" y="199644"/>
                </a:lnTo>
                <a:lnTo>
                  <a:pt x="0" y="199644"/>
                </a:lnTo>
                <a:lnTo>
                  <a:pt x="0" y="248412"/>
                </a:lnTo>
                <a:lnTo>
                  <a:pt x="256032" y="248412"/>
                </a:lnTo>
                <a:lnTo>
                  <a:pt x="256032" y="199644"/>
                </a:lnTo>
                <a:lnTo>
                  <a:pt x="196596" y="199644"/>
                </a:lnTo>
                <a:lnTo>
                  <a:pt x="172212" y="176784"/>
                </a:lnTo>
                <a:lnTo>
                  <a:pt x="256032" y="129540"/>
                </a:lnTo>
                <a:lnTo>
                  <a:pt x="256032" y="77724"/>
                </a:lnTo>
                <a:close/>
              </a:path>
              <a:path extrusionOk="0" h="248920" w="256540">
                <a:moveTo>
                  <a:pt x="256032" y="0"/>
                </a:moveTo>
                <a:lnTo>
                  <a:pt x="70104" y="0"/>
                </a:lnTo>
                <a:lnTo>
                  <a:pt x="70104" y="48768"/>
                </a:lnTo>
                <a:lnTo>
                  <a:pt x="256032" y="48768"/>
                </a:lnTo>
                <a:lnTo>
                  <a:pt x="256032" y="0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87" name="Google Shape;3487;p62"/>
          <p:cNvGrpSpPr/>
          <p:nvPr/>
        </p:nvGrpSpPr>
        <p:grpSpPr>
          <a:xfrm>
            <a:off x="1423416" y="6243827"/>
            <a:ext cx="266700" cy="390143"/>
            <a:chOff x="1423416" y="6243827"/>
            <a:chExt cx="266700" cy="390143"/>
          </a:xfrm>
        </p:grpSpPr>
        <p:pic>
          <p:nvPicPr>
            <p:cNvPr id="3488" name="Google Shape;3488;p62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423416" y="6463283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89" name="Google Shape;3489;p62"/>
            <p:cNvSpPr/>
            <p:nvPr/>
          </p:nvSpPr>
          <p:spPr>
            <a:xfrm>
              <a:off x="1423416" y="6243827"/>
              <a:ext cx="266700" cy="181610"/>
            </a:xfrm>
            <a:custGeom>
              <a:rect b="b" l="l" r="r" t="t"/>
              <a:pathLst>
                <a:path extrusionOk="0" h="181610" w="266700">
                  <a:moveTo>
                    <a:pt x="97536" y="181356"/>
                  </a:moveTo>
                  <a:lnTo>
                    <a:pt x="55435" y="175641"/>
                  </a:lnTo>
                  <a:lnTo>
                    <a:pt x="14787" y="147351"/>
                  </a:lnTo>
                  <a:lnTo>
                    <a:pt x="0" y="103632"/>
                  </a:lnTo>
                  <a:lnTo>
                    <a:pt x="1976" y="87320"/>
                  </a:lnTo>
                  <a:lnTo>
                    <a:pt x="7810" y="72580"/>
                  </a:lnTo>
                  <a:lnTo>
                    <a:pt x="17359" y="59269"/>
                  </a:lnTo>
                  <a:lnTo>
                    <a:pt x="30480" y="47244"/>
                  </a:lnTo>
                  <a:lnTo>
                    <a:pt x="4571" y="47244"/>
                  </a:lnTo>
                  <a:lnTo>
                    <a:pt x="4571" y="0"/>
                  </a:lnTo>
                  <a:lnTo>
                    <a:pt x="172212" y="0"/>
                  </a:lnTo>
                  <a:lnTo>
                    <a:pt x="187975" y="309"/>
                  </a:lnTo>
                  <a:lnTo>
                    <a:pt x="201168" y="1333"/>
                  </a:lnTo>
                  <a:lnTo>
                    <a:pt x="212074" y="3214"/>
                  </a:lnTo>
                  <a:lnTo>
                    <a:pt x="220980" y="6096"/>
                  </a:lnTo>
                  <a:lnTo>
                    <a:pt x="229314" y="8691"/>
                  </a:lnTo>
                  <a:lnTo>
                    <a:pt x="259318" y="39552"/>
                  </a:lnTo>
                  <a:lnTo>
                    <a:pt x="262483" y="48768"/>
                  </a:lnTo>
                  <a:lnTo>
                    <a:pt x="96012" y="48768"/>
                  </a:lnTo>
                  <a:lnTo>
                    <a:pt x="82272" y="49601"/>
                  </a:lnTo>
                  <a:lnTo>
                    <a:pt x="46458" y="67222"/>
                  </a:lnTo>
                  <a:lnTo>
                    <a:pt x="38100" y="91440"/>
                  </a:lnTo>
                  <a:lnTo>
                    <a:pt x="38859" y="99060"/>
                  </a:lnTo>
                  <a:lnTo>
                    <a:pt x="69723" y="129349"/>
                  </a:lnTo>
                  <a:lnTo>
                    <a:pt x="94488" y="132588"/>
                  </a:lnTo>
                  <a:lnTo>
                    <a:pt x="184910" y="132588"/>
                  </a:lnTo>
                  <a:lnTo>
                    <a:pt x="182499" y="138874"/>
                  </a:lnTo>
                  <a:lnTo>
                    <a:pt x="145970" y="171711"/>
                  </a:lnTo>
                  <a:lnTo>
                    <a:pt x="115204" y="180236"/>
                  </a:lnTo>
                  <a:lnTo>
                    <a:pt x="97536" y="181356"/>
                  </a:lnTo>
                  <a:close/>
                </a:path>
                <a:path extrusionOk="0" h="181610" w="266700">
                  <a:moveTo>
                    <a:pt x="184910" y="132588"/>
                  </a:moveTo>
                  <a:lnTo>
                    <a:pt x="94488" y="132588"/>
                  </a:lnTo>
                  <a:lnTo>
                    <a:pt x="108227" y="131754"/>
                  </a:lnTo>
                  <a:lnTo>
                    <a:pt x="119824" y="129349"/>
                  </a:lnTo>
                  <a:lnTo>
                    <a:pt x="150018" y="100036"/>
                  </a:lnTo>
                  <a:lnTo>
                    <a:pt x="150876" y="91440"/>
                  </a:lnTo>
                  <a:lnTo>
                    <a:pt x="150018" y="82819"/>
                  </a:lnTo>
                  <a:lnTo>
                    <a:pt x="120015" y="52006"/>
                  </a:lnTo>
                  <a:lnTo>
                    <a:pt x="96012" y="48768"/>
                  </a:lnTo>
                  <a:lnTo>
                    <a:pt x="158496" y="48768"/>
                  </a:lnTo>
                  <a:lnTo>
                    <a:pt x="172443" y="60960"/>
                  </a:lnTo>
                  <a:lnTo>
                    <a:pt x="182499" y="74676"/>
                  </a:lnTo>
                  <a:lnTo>
                    <a:pt x="188499" y="89487"/>
                  </a:lnTo>
                  <a:lnTo>
                    <a:pt x="190500" y="105156"/>
                  </a:lnTo>
                  <a:lnTo>
                    <a:pt x="188499" y="123229"/>
                  </a:lnTo>
                  <a:lnTo>
                    <a:pt x="184910" y="132588"/>
                  </a:lnTo>
                  <a:close/>
                </a:path>
                <a:path extrusionOk="0" h="181610" w="266700">
                  <a:moveTo>
                    <a:pt x="208788" y="175260"/>
                  </a:moveTo>
                  <a:lnTo>
                    <a:pt x="202692" y="175260"/>
                  </a:lnTo>
                  <a:lnTo>
                    <a:pt x="208788" y="117348"/>
                  </a:lnTo>
                  <a:lnTo>
                    <a:pt x="216408" y="115824"/>
                  </a:lnTo>
                  <a:lnTo>
                    <a:pt x="220980" y="114300"/>
                  </a:lnTo>
                  <a:lnTo>
                    <a:pt x="224028" y="111252"/>
                  </a:lnTo>
                  <a:lnTo>
                    <a:pt x="227076" y="106680"/>
                  </a:lnTo>
                  <a:lnTo>
                    <a:pt x="228600" y="99060"/>
                  </a:lnTo>
                  <a:lnTo>
                    <a:pt x="228561" y="87320"/>
                  </a:lnTo>
                  <a:lnTo>
                    <a:pt x="228398" y="82819"/>
                  </a:lnTo>
                  <a:lnTo>
                    <a:pt x="228290" y="79819"/>
                  </a:lnTo>
                  <a:lnTo>
                    <a:pt x="227292" y="72580"/>
                  </a:lnTo>
                  <a:lnTo>
                    <a:pt x="227266" y="72390"/>
                  </a:lnTo>
                  <a:lnTo>
                    <a:pt x="225385" y="66103"/>
                  </a:lnTo>
                  <a:lnTo>
                    <a:pt x="222504" y="60960"/>
                  </a:lnTo>
                  <a:lnTo>
                    <a:pt x="220980" y="56388"/>
                  </a:lnTo>
                  <a:lnTo>
                    <a:pt x="216408" y="53340"/>
                  </a:lnTo>
                  <a:lnTo>
                    <a:pt x="210312" y="50292"/>
                  </a:lnTo>
                  <a:lnTo>
                    <a:pt x="205740" y="48768"/>
                  </a:lnTo>
                  <a:lnTo>
                    <a:pt x="262483" y="48768"/>
                  </a:lnTo>
                  <a:lnTo>
                    <a:pt x="264128" y="55816"/>
                  </a:lnTo>
                  <a:lnTo>
                    <a:pt x="265557" y="65532"/>
                  </a:lnTo>
                  <a:lnTo>
                    <a:pt x="266263" y="74485"/>
                  </a:lnTo>
                  <a:lnTo>
                    <a:pt x="266308" y="75057"/>
                  </a:lnTo>
                  <a:lnTo>
                    <a:pt x="266414" y="76390"/>
                  </a:lnTo>
                  <a:lnTo>
                    <a:pt x="266495" y="79819"/>
                  </a:lnTo>
                  <a:lnTo>
                    <a:pt x="266578" y="91440"/>
                  </a:lnTo>
                  <a:lnTo>
                    <a:pt x="266091" y="103632"/>
                  </a:lnTo>
                  <a:lnTo>
                    <a:pt x="265969" y="106680"/>
                  </a:lnTo>
                  <a:lnTo>
                    <a:pt x="265931" y="107632"/>
                  </a:lnTo>
                  <a:lnTo>
                    <a:pt x="265818" y="110442"/>
                  </a:lnTo>
                  <a:lnTo>
                    <a:pt x="263080" y="128778"/>
                  </a:lnTo>
                  <a:lnTo>
                    <a:pt x="242006" y="164330"/>
                  </a:lnTo>
                  <a:lnTo>
                    <a:pt x="220813" y="174093"/>
                  </a:lnTo>
                  <a:lnTo>
                    <a:pt x="208788" y="17526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0" name="Google Shape;3490;p62"/>
          <p:cNvGrpSpPr/>
          <p:nvPr/>
        </p:nvGrpSpPr>
        <p:grpSpPr>
          <a:xfrm>
            <a:off x="1357883" y="4978908"/>
            <a:ext cx="260604" cy="1118996"/>
            <a:chOff x="1357883" y="4978908"/>
            <a:chExt cx="260604" cy="1118996"/>
          </a:xfrm>
        </p:grpSpPr>
        <p:sp>
          <p:nvSpPr>
            <p:cNvPr id="3491" name="Google Shape;3491;p62"/>
            <p:cNvSpPr/>
            <p:nvPr/>
          </p:nvSpPr>
          <p:spPr>
            <a:xfrm>
              <a:off x="1357883" y="5882639"/>
              <a:ext cx="256540" cy="215265"/>
            </a:xfrm>
            <a:custGeom>
              <a:rect b="b" l="l" r="r" t="t"/>
              <a:pathLst>
                <a:path extrusionOk="0" h="215264" w="256540">
                  <a:moveTo>
                    <a:pt x="256031" y="214883"/>
                  </a:moveTo>
                  <a:lnTo>
                    <a:pt x="0" y="214883"/>
                  </a:lnTo>
                  <a:lnTo>
                    <a:pt x="62" y="117347"/>
                  </a:lnTo>
                  <a:lnTo>
                    <a:pt x="309" y="105275"/>
                  </a:lnTo>
                  <a:lnTo>
                    <a:pt x="1259" y="92963"/>
                  </a:lnTo>
                  <a:lnTo>
                    <a:pt x="1333" y="92011"/>
                  </a:lnTo>
                  <a:lnTo>
                    <a:pt x="3214" y="80748"/>
                  </a:lnTo>
                  <a:lnTo>
                    <a:pt x="6095" y="71627"/>
                  </a:lnTo>
                  <a:lnTo>
                    <a:pt x="9194" y="61364"/>
                  </a:lnTo>
                  <a:lnTo>
                    <a:pt x="9266" y="61126"/>
                  </a:lnTo>
                  <a:lnTo>
                    <a:pt x="9374" y="60769"/>
                  </a:lnTo>
                  <a:lnTo>
                    <a:pt x="9453" y="60507"/>
                  </a:lnTo>
                  <a:lnTo>
                    <a:pt x="37528" y="24550"/>
                  </a:lnTo>
                  <a:lnTo>
                    <a:pt x="83272" y="4500"/>
                  </a:lnTo>
                  <a:lnTo>
                    <a:pt x="131063" y="0"/>
                  </a:lnTo>
                  <a:lnTo>
                    <a:pt x="146494" y="547"/>
                  </a:lnTo>
                  <a:lnTo>
                    <a:pt x="185927" y="7619"/>
                  </a:lnTo>
                  <a:lnTo>
                    <a:pt x="221289" y="26479"/>
                  </a:lnTo>
                  <a:lnTo>
                    <a:pt x="243677" y="53340"/>
                  </a:lnTo>
                  <a:lnTo>
                    <a:pt x="128015" y="53340"/>
                  </a:lnTo>
                  <a:lnTo>
                    <a:pt x="114014" y="53625"/>
                  </a:lnTo>
                  <a:lnTo>
                    <a:pt x="74842" y="61364"/>
                  </a:lnTo>
                  <a:lnTo>
                    <a:pt x="47410" y="90082"/>
                  </a:lnTo>
                  <a:lnTo>
                    <a:pt x="42671" y="140207"/>
                  </a:lnTo>
                  <a:lnTo>
                    <a:pt x="42671" y="163067"/>
                  </a:lnTo>
                  <a:lnTo>
                    <a:pt x="256031" y="163067"/>
                  </a:lnTo>
                  <a:lnTo>
                    <a:pt x="256031" y="214883"/>
                  </a:lnTo>
                  <a:close/>
                </a:path>
                <a:path extrusionOk="0" h="215264" w="256540">
                  <a:moveTo>
                    <a:pt x="256031" y="163067"/>
                  </a:moveTo>
                  <a:lnTo>
                    <a:pt x="213359" y="163067"/>
                  </a:lnTo>
                  <a:lnTo>
                    <a:pt x="213324" y="113156"/>
                  </a:lnTo>
                  <a:lnTo>
                    <a:pt x="213164" y="105275"/>
                  </a:lnTo>
                  <a:lnTo>
                    <a:pt x="196262" y="67556"/>
                  </a:lnTo>
                  <a:lnTo>
                    <a:pt x="155066" y="54483"/>
                  </a:lnTo>
                  <a:lnTo>
                    <a:pt x="128015" y="53340"/>
                  </a:lnTo>
                  <a:lnTo>
                    <a:pt x="243677" y="53340"/>
                  </a:lnTo>
                  <a:lnTo>
                    <a:pt x="254888" y="91058"/>
                  </a:lnTo>
                  <a:lnTo>
                    <a:pt x="255946" y="113156"/>
                  </a:lnTo>
                  <a:lnTo>
                    <a:pt x="256031" y="163067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92" name="Google Shape;3492;p62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423415" y="5468112"/>
              <a:ext cx="195072" cy="38557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93" name="Google Shape;3493;p62"/>
            <p:cNvSpPr/>
            <p:nvPr/>
          </p:nvSpPr>
          <p:spPr>
            <a:xfrm>
              <a:off x="1357884" y="5390388"/>
              <a:ext cx="256540" cy="48895"/>
            </a:xfrm>
            <a:custGeom>
              <a:rect b="b" l="l" r="r" t="t"/>
              <a:pathLst>
                <a:path extrusionOk="0" h="48895" w="256540">
                  <a:moveTo>
                    <a:pt x="45720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45720" y="48768"/>
                  </a:lnTo>
                  <a:lnTo>
                    <a:pt x="45720" y="0"/>
                  </a:lnTo>
                  <a:close/>
                </a:path>
                <a:path extrusionOk="0" h="48895" w="256540">
                  <a:moveTo>
                    <a:pt x="256032" y="0"/>
                  </a:moveTo>
                  <a:lnTo>
                    <a:pt x="70104" y="0"/>
                  </a:lnTo>
                  <a:lnTo>
                    <a:pt x="70104" y="48768"/>
                  </a:lnTo>
                  <a:lnTo>
                    <a:pt x="256032" y="48768"/>
                  </a:lnTo>
                  <a:lnTo>
                    <a:pt x="256032" y="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94" name="Google Shape;3494;p6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423415" y="4978908"/>
              <a:ext cx="195072" cy="37033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495" name="Google Shape;3495;p62"/>
          <p:cNvSpPr/>
          <p:nvPr/>
        </p:nvSpPr>
        <p:spPr>
          <a:xfrm>
            <a:off x="1357884" y="4535424"/>
            <a:ext cx="256540" cy="306705"/>
          </a:xfrm>
          <a:custGeom>
            <a:rect b="b" l="l" r="r" t="t"/>
            <a:pathLst>
              <a:path extrusionOk="0" h="306704" w="256540">
                <a:moveTo>
                  <a:pt x="45720" y="0"/>
                </a:moveTo>
                <a:lnTo>
                  <a:pt x="0" y="0"/>
                </a:lnTo>
                <a:lnTo>
                  <a:pt x="0" y="48768"/>
                </a:lnTo>
                <a:lnTo>
                  <a:pt x="45720" y="48768"/>
                </a:lnTo>
                <a:lnTo>
                  <a:pt x="45720" y="0"/>
                </a:lnTo>
                <a:close/>
              </a:path>
              <a:path extrusionOk="0" h="306704" w="256540">
                <a:moveTo>
                  <a:pt x="256032" y="254508"/>
                </a:moveTo>
                <a:lnTo>
                  <a:pt x="255943" y="204597"/>
                </a:lnTo>
                <a:lnTo>
                  <a:pt x="251460" y="163068"/>
                </a:lnTo>
                <a:lnTo>
                  <a:pt x="243674" y="144780"/>
                </a:lnTo>
                <a:lnTo>
                  <a:pt x="242506" y="142494"/>
                </a:lnTo>
                <a:lnTo>
                  <a:pt x="236664" y="133921"/>
                </a:lnTo>
                <a:lnTo>
                  <a:pt x="230124" y="126492"/>
                </a:lnTo>
                <a:lnTo>
                  <a:pt x="221284" y="117919"/>
                </a:lnTo>
                <a:lnTo>
                  <a:pt x="213360" y="112268"/>
                </a:lnTo>
                <a:lnTo>
                  <a:pt x="213360" y="254508"/>
                </a:lnTo>
                <a:lnTo>
                  <a:pt x="42672" y="254508"/>
                </a:lnTo>
                <a:lnTo>
                  <a:pt x="42672" y="231648"/>
                </a:lnTo>
                <a:lnTo>
                  <a:pt x="42926" y="216839"/>
                </a:lnTo>
                <a:lnTo>
                  <a:pt x="50101" y="175069"/>
                </a:lnTo>
                <a:lnTo>
                  <a:pt x="82296" y="149352"/>
                </a:lnTo>
                <a:lnTo>
                  <a:pt x="128016" y="144780"/>
                </a:lnTo>
                <a:lnTo>
                  <a:pt x="142252" y="145072"/>
                </a:lnTo>
                <a:lnTo>
                  <a:pt x="183591" y="152781"/>
                </a:lnTo>
                <a:lnTo>
                  <a:pt x="211836" y="184404"/>
                </a:lnTo>
                <a:lnTo>
                  <a:pt x="213360" y="254508"/>
                </a:lnTo>
                <a:lnTo>
                  <a:pt x="213360" y="112268"/>
                </a:lnTo>
                <a:lnTo>
                  <a:pt x="173926" y="95948"/>
                </a:lnTo>
                <a:lnTo>
                  <a:pt x="131064" y="91440"/>
                </a:lnTo>
                <a:lnTo>
                  <a:pt x="113601" y="91998"/>
                </a:lnTo>
                <a:lnTo>
                  <a:pt x="70104" y="99060"/>
                </a:lnTo>
                <a:lnTo>
                  <a:pt x="28956" y="123444"/>
                </a:lnTo>
                <a:lnTo>
                  <a:pt x="9372" y="152209"/>
                </a:lnTo>
                <a:lnTo>
                  <a:pt x="6096" y="163068"/>
                </a:lnTo>
                <a:lnTo>
                  <a:pt x="50" y="208788"/>
                </a:lnTo>
                <a:lnTo>
                  <a:pt x="0" y="306324"/>
                </a:lnTo>
                <a:lnTo>
                  <a:pt x="256032" y="306324"/>
                </a:lnTo>
                <a:lnTo>
                  <a:pt x="256032" y="254508"/>
                </a:lnTo>
                <a:close/>
              </a:path>
              <a:path extrusionOk="0" h="306704" w="256540">
                <a:moveTo>
                  <a:pt x="256032" y="0"/>
                </a:moveTo>
                <a:lnTo>
                  <a:pt x="70104" y="0"/>
                </a:lnTo>
                <a:lnTo>
                  <a:pt x="70104" y="48768"/>
                </a:lnTo>
                <a:lnTo>
                  <a:pt x="256032" y="48768"/>
                </a:lnTo>
                <a:lnTo>
                  <a:pt x="256032" y="0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96" name="Google Shape;3496;p62"/>
          <p:cNvGrpSpPr/>
          <p:nvPr/>
        </p:nvGrpSpPr>
        <p:grpSpPr>
          <a:xfrm>
            <a:off x="1357884" y="2851404"/>
            <a:ext cx="260603" cy="1637157"/>
            <a:chOff x="1357884" y="2851404"/>
            <a:chExt cx="260603" cy="1637157"/>
          </a:xfrm>
        </p:grpSpPr>
        <p:sp>
          <p:nvSpPr>
            <p:cNvPr id="3497" name="Google Shape;3497;p62"/>
            <p:cNvSpPr/>
            <p:nvPr/>
          </p:nvSpPr>
          <p:spPr>
            <a:xfrm>
              <a:off x="1423415" y="4219956"/>
              <a:ext cx="190500" cy="268605"/>
            </a:xfrm>
            <a:custGeom>
              <a:rect b="b" l="l" r="r" t="t"/>
              <a:pathLst>
                <a:path extrusionOk="0" h="268604" w="190500">
                  <a:moveTo>
                    <a:pt x="190500" y="268224"/>
                  </a:moveTo>
                  <a:lnTo>
                    <a:pt x="4571" y="268224"/>
                  </a:lnTo>
                  <a:lnTo>
                    <a:pt x="4571" y="222504"/>
                  </a:lnTo>
                  <a:lnTo>
                    <a:pt x="30480" y="222504"/>
                  </a:lnTo>
                  <a:lnTo>
                    <a:pt x="17359" y="210502"/>
                  </a:lnTo>
                  <a:lnTo>
                    <a:pt x="7810" y="197358"/>
                  </a:lnTo>
                  <a:lnTo>
                    <a:pt x="1976" y="183070"/>
                  </a:lnTo>
                  <a:lnTo>
                    <a:pt x="0" y="167640"/>
                  </a:lnTo>
                  <a:lnTo>
                    <a:pt x="547" y="158805"/>
                  </a:lnTo>
                  <a:lnTo>
                    <a:pt x="23050" y="120443"/>
                  </a:lnTo>
                  <a:lnTo>
                    <a:pt x="30480" y="115824"/>
                  </a:lnTo>
                  <a:lnTo>
                    <a:pt x="23050" y="109847"/>
                  </a:lnTo>
                  <a:lnTo>
                    <a:pt x="2095" y="76009"/>
                  </a:lnTo>
                  <a:lnTo>
                    <a:pt x="0" y="60960"/>
                  </a:lnTo>
                  <a:lnTo>
                    <a:pt x="571" y="50982"/>
                  </a:lnTo>
                  <a:lnTo>
                    <a:pt x="19050" y="14287"/>
                  </a:lnTo>
                  <a:lnTo>
                    <a:pt x="59674" y="523"/>
                  </a:lnTo>
                  <a:lnTo>
                    <a:pt x="71628" y="0"/>
                  </a:lnTo>
                  <a:lnTo>
                    <a:pt x="190500" y="0"/>
                  </a:lnTo>
                  <a:lnTo>
                    <a:pt x="190500" y="48767"/>
                  </a:lnTo>
                  <a:lnTo>
                    <a:pt x="85344" y="48767"/>
                  </a:lnTo>
                  <a:lnTo>
                    <a:pt x="72770" y="49291"/>
                  </a:lnTo>
                  <a:lnTo>
                    <a:pt x="38100" y="65531"/>
                  </a:lnTo>
                  <a:lnTo>
                    <a:pt x="38100" y="82296"/>
                  </a:lnTo>
                  <a:lnTo>
                    <a:pt x="70604" y="108442"/>
                  </a:lnTo>
                  <a:lnTo>
                    <a:pt x="190500" y="109728"/>
                  </a:lnTo>
                  <a:lnTo>
                    <a:pt x="190500" y="158496"/>
                  </a:lnTo>
                  <a:lnTo>
                    <a:pt x="89916" y="158496"/>
                  </a:lnTo>
                  <a:lnTo>
                    <a:pt x="77366" y="158757"/>
                  </a:lnTo>
                  <a:lnTo>
                    <a:pt x="39624" y="173736"/>
                  </a:lnTo>
                  <a:lnTo>
                    <a:pt x="38100" y="178308"/>
                  </a:lnTo>
                  <a:lnTo>
                    <a:pt x="38100" y="192024"/>
                  </a:lnTo>
                  <a:lnTo>
                    <a:pt x="69080" y="218170"/>
                  </a:lnTo>
                  <a:lnTo>
                    <a:pt x="190500" y="219456"/>
                  </a:lnTo>
                  <a:lnTo>
                    <a:pt x="190500" y="268224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498" name="Google Shape;3498;p6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423415" y="4006595"/>
              <a:ext cx="195072" cy="1752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99" name="Google Shape;3499;p62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423415" y="3796284"/>
              <a:ext cx="190500" cy="1706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00" name="Google Shape;3500;p62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423416" y="3590544"/>
              <a:ext cx="195071" cy="1737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01" name="Google Shape;3501;p62"/>
            <p:cNvSpPr/>
            <p:nvPr/>
          </p:nvSpPr>
          <p:spPr>
            <a:xfrm>
              <a:off x="1357884" y="3499104"/>
              <a:ext cx="256540" cy="48895"/>
            </a:xfrm>
            <a:custGeom>
              <a:rect b="b" l="l" r="r" t="t"/>
              <a:pathLst>
                <a:path extrusionOk="0" h="48895" w="256540">
                  <a:moveTo>
                    <a:pt x="45720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45720" y="48768"/>
                  </a:lnTo>
                  <a:lnTo>
                    <a:pt x="45720" y="0"/>
                  </a:lnTo>
                  <a:close/>
                </a:path>
                <a:path extrusionOk="0" h="48895" w="256540">
                  <a:moveTo>
                    <a:pt x="256032" y="0"/>
                  </a:moveTo>
                  <a:lnTo>
                    <a:pt x="70104" y="0"/>
                  </a:lnTo>
                  <a:lnTo>
                    <a:pt x="70104" y="48768"/>
                  </a:lnTo>
                  <a:lnTo>
                    <a:pt x="256032" y="48768"/>
                  </a:lnTo>
                  <a:lnTo>
                    <a:pt x="256032" y="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502" name="Google Shape;3502;p62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423415" y="3265932"/>
              <a:ext cx="195072" cy="19202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03" name="Google Shape;3503;p62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423415" y="3058668"/>
              <a:ext cx="190500" cy="1706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04" name="Google Shape;3504;p62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423416" y="2851404"/>
              <a:ext cx="195071" cy="17373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505" name="Google Shape;3505;p62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1687067" y="2388107"/>
            <a:ext cx="4399787" cy="63962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06" name="Google Shape;3506;p62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3507" name="Google Shape;3507;p62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08" name="Google Shape;3508;p62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509" name="Google Shape;3509;p62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510" name="Google Shape;3510;p62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14" name="Shape 3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5" name="Google Shape;3515;p63"/>
          <p:cNvSpPr/>
          <p:nvPr/>
        </p:nvSpPr>
        <p:spPr>
          <a:xfrm>
            <a:off x="1360932" y="7796783"/>
            <a:ext cx="257810" cy="53340"/>
          </a:xfrm>
          <a:custGeom>
            <a:rect b="b" l="l" r="r" t="t"/>
            <a:pathLst>
              <a:path extrusionOk="0" h="53340" w="257809">
                <a:moveTo>
                  <a:pt x="257555" y="53339"/>
                </a:moveTo>
                <a:lnTo>
                  <a:pt x="0" y="53339"/>
                </a:lnTo>
                <a:lnTo>
                  <a:pt x="0" y="0"/>
                </a:lnTo>
                <a:lnTo>
                  <a:pt x="257555" y="0"/>
                </a:lnTo>
                <a:lnTo>
                  <a:pt x="257555" y="53339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16" name="Google Shape;3516;p63"/>
          <p:cNvGrpSpPr/>
          <p:nvPr/>
        </p:nvGrpSpPr>
        <p:grpSpPr>
          <a:xfrm>
            <a:off x="1426463" y="7031735"/>
            <a:ext cx="195072" cy="717803"/>
            <a:chOff x="1426463" y="7031735"/>
            <a:chExt cx="195072" cy="717803"/>
          </a:xfrm>
        </p:grpSpPr>
        <p:pic>
          <p:nvPicPr>
            <p:cNvPr id="3517" name="Google Shape;3517;p63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426464" y="7578851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18" name="Google Shape;3518;p63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426464" y="7363967"/>
              <a:ext cx="195071" cy="1767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19" name="Google Shape;3519;p63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426463" y="7031735"/>
              <a:ext cx="195072" cy="29717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520" name="Google Shape;3520;p63"/>
          <p:cNvGrpSpPr/>
          <p:nvPr/>
        </p:nvGrpSpPr>
        <p:grpSpPr>
          <a:xfrm>
            <a:off x="1360919" y="6541008"/>
            <a:ext cx="260616" cy="464820"/>
            <a:chOff x="1360919" y="6541008"/>
            <a:chExt cx="260616" cy="464820"/>
          </a:xfrm>
        </p:grpSpPr>
        <p:pic>
          <p:nvPicPr>
            <p:cNvPr id="3521" name="Google Shape;3521;p6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426464" y="6632448"/>
              <a:ext cx="195071" cy="1737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22" name="Google Shape;3522;p63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426624" y="6830568"/>
              <a:ext cx="194911" cy="1752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23" name="Google Shape;3523;p63"/>
            <p:cNvSpPr/>
            <p:nvPr/>
          </p:nvSpPr>
          <p:spPr>
            <a:xfrm>
              <a:off x="1360919" y="6541008"/>
              <a:ext cx="256540" cy="48895"/>
            </a:xfrm>
            <a:custGeom>
              <a:rect b="b" l="l" r="r" t="t"/>
              <a:pathLst>
                <a:path extrusionOk="0" h="48895" w="256540">
                  <a:moveTo>
                    <a:pt x="45720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45720" y="48768"/>
                  </a:lnTo>
                  <a:lnTo>
                    <a:pt x="45720" y="0"/>
                  </a:lnTo>
                  <a:close/>
                </a:path>
                <a:path extrusionOk="0" h="48895" w="256540">
                  <a:moveTo>
                    <a:pt x="256032" y="0"/>
                  </a:moveTo>
                  <a:lnTo>
                    <a:pt x="70104" y="0"/>
                  </a:lnTo>
                  <a:lnTo>
                    <a:pt x="70104" y="48768"/>
                  </a:lnTo>
                  <a:lnTo>
                    <a:pt x="256032" y="48768"/>
                  </a:lnTo>
                  <a:lnTo>
                    <a:pt x="256032" y="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4" name="Google Shape;3524;p63"/>
          <p:cNvGrpSpPr/>
          <p:nvPr/>
        </p:nvGrpSpPr>
        <p:grpSpPr>
          <a:xfrm>
            <a:off x="1426463" y="6103620"/>
            <a:ext cx="266700" cy="390143"/>
            <a:chOff x="1426463" y="6103620"/>
            <a:chExt cx="266700" cy="390143"/>
          </a:xfrm>
        </p:grpSpPr>
        <p:pic>
          <p:nvPicPr>
            <p:cNvPr id="3525" name="Google Shape;3525;p63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426464" y="6323076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26" name="Google Shape;3526;p63"/>
            <p:cNvSpPr/>
            <p:nvPr/>
          </p:nvSpPr>
          <p:spPr>
            <a:xfrm>
              <a:off x="1426463" y="6103620"/>
              <a:ext cx="266700" cy="181610"/>
            </a:xfrm>
            <a:custGeom>
              <a:rect b="b" l="l" r="r" t="t"/>
              <a:pathLst>
                <a:path extrusionOk="0" h="181610" w="266700">
                  <a:moveTo>
                    <a:pt x="96012" y="181356"/>
                  </a:moveTo>
                  <a:lnTo>
                    <a:pt x="55054" y="175831"/>
                  </a:lnTo>
                  <a:lnTo>
                    <a:pt x="14144" y="147994"/>
                  </a:lnTo>
                  <a:lnTo>
                    <a:pt x="0" y="103632"/>
                  </a:lnTo>
                  <a:lnTo>
                    <a:pt x="1976" y="87320"/>
                  </a:lnTo>
                  <a:lnTo>
                    <a:pt x="7810" y="72580"/>
                  </a:lnTo>
                  <a:lnTo>
                    <a:pt x="17359" y="59269"/>
                  </a:lnTo>
                  <a:lnTo>
                    <a:pt x="30480" y="47244"/>
                  </a:lnTo>
                  <a:lnTo>
                    <a:pt x="4571" y="47244"/>
                  </a:lnTo>
                  <a:lnTo>
                    <a:pt x="4571" y="0"/>
                  </a:lnTo>
                  <a:lnTo>
                    <a:pt x="172212" y="0"/>
                  </a:lnTo>
                  <a:lnTo>
                    <a:pt x="187975" y="309"/>
                  </a:lnTo>
                  <a:lnTo>
                    <a:pt x="201168" y="1333"/>
                  </a:lnTo>
                  <a:lnTo>
                    <a:pt x="212074" y="3214"/>
                  </a:lnTo>
                  <a:lnTo>
                    <a:pt x="220980" y="6096"/>
                  </a:lnTo>
                  <a:lnTo>
                    <a:pt x="229314" y="8691"/>
                  </a:lnTo>
                  <a:lnTo>
                    <a:pt x="259318" y="39552"/>
                  </a:lnTo>
                  <a:lnTo>
                    <a:pt x="262483" y="48768"/>
                  </a:lnTo>
                  <a:lnTo>
                    <a:pt x="96012" y="48768"/>
                  </a:lnTo>
                  <a:lnTo>
                    <a:pt x="82248" y="49601"/>
                  </a:lnTo>
                  <a:lnTo>
                    <a:pt x="45815" y="67222"/>
                  </a:lnTo>
                  <a:lnTo>
                    <a:pt x="38206" y="90344"/>
                  </a:lnTo>
                  <a:lnTo>
                    <a:pt x="38100" y="91440"/>
                  </a:lnTo>
                  <a:lnTo>
                    <a:pt x="59555" y="126801"/>
                  </a:lnTo>
                  <a:lnTo>
                    <a:pt x="94488" y="132588"/>
                  </a:lnTo>
                  <a:lnTo>
                    <a:pt x="185219" y="132588"/>
                  </a:lnTo>
                  <a:lnTo>
                    <a:pt x="182499" y="139636"/>
                  </a:lnTo>
                  <a:lnTo>
                    <a:pt x="145303" y="171711"/>
                  </a:lnTo>
                  <a:lnTo>
                    <a:pt x="114347" y="180236"/>
                  </a:lnTo>
                  <a:lnTo>
                    <a:pt x="96012" y="181356"/>
                  </a:lnTo>
                  <a:close/>
                </a:path>
                <a:path extrusionOk="0" h="181610" w="266700">
                  <a:moveTo>
                    <a:pt x="185219" y="132588"/>
                  </a:moveTo>
                  <a:lnTo>
                    <a:pt x="94488" y="132588"/>
                  </a:lnTo>
                  <a:lnTo>
                    <a:pt x="108227" y="131992"/>
                  </a:lnTo>
                  <a:lnTo>
                    <a:pt x="119824" y="130111"/>
                  </a:lnTo>
                  <a:lnTo>
                    <a:pt x="150018" y="100703"/>
                  </a:lnTo>
                  <a:lnTo>
                    <a:pt x="150876" y="92964"/>
                  </a:lnTo>
                  <a:lnTo>
                    <a:pt x="150018" y="84105"/>
                  </a:lnTo>
                  <a:lnTo>
                    <a:pt x="120015" y="52006"/>
                  </a:lnTo>
                  <a:lnTo>
                    <a:pt x="96012" y="48768"/>
                  </a:lnTo>
                  <a:lnTo>
                    <a:pt x="158496" y="48768"/>
                  </a:lnTo>
                  <a:lnTo>
                    <a:pt x="172497" y="61674"/>
                  </a:lnTo>
                  <a:lnTo>
                    <a:pt x="182499" y="75438"/>
                  </a:lnTo>
                  <a:lnTo>
                    <a:pt x="188499" y="90344"/>
                  </a:lnTo>
                  <a:lnTo>
                    <a:pt x="190500" y="106680"/>
                  </a:lnTo>
                  <a:lnTo>
                    <a:pt x="188499" y="124086"/>
                  </a:lnTo>
                  <a:lnTo>
                    <a:pt x="185219" y="132588"/>
                  </a:lnTo>
                  <a:close/>
                </a:path>
                <a:path extrusionOk="0" h="181610" w="266700">
                  <a:moveTo>
                    <a:pt x="208788" y="175260"/>
                  </a:moveTo>
                  <a:lnTo>
                    <a:pt x="202692" y="175260"/>
                  </a:lnTo>
                  <a:lnTo>
                    <a:pt x="208788" y="117348"/>
                  </a:lnTo>
                  <a:lnTo>
                    <a:pt x="216408" y="117348"/>
                  </a:lnTo>
                  <a:lnTo>
                    <a:pt x="220980" y="114300"/>
                  </a:lnTo>
                  <a:lnTo>
                    <a:pt x="224028" y="111252"/>
                  </a:lnTo>
                  <a:lnTo>
                    <a:pt x="227076" y="106680"/>
                  </a:lnTo>
                  <a:lnTo>
                    <a:pt x="228399" y="100060"/>
                  </a:lnTo>
                  <a:lnTo>
                    <a:pt x="228290" y="80462"/>
                  </a:lnTo>
                  <a:lnTo>
                    <a:pt x="227266" y="72580"/>
                  </a:lnTo>
                  <a:lnTo>
                    <a:pt x="225385" y="66127"/>
                  </a:lnTo>
                  <a:lnTo>
                    <a:pt x="222504" y="60960"/>
                  </a:lnTo>
                  <a:lnTo>
                    <a:pt x="220980" y="56388"/>
                  </a:lnTo>
                  <a:lnTo>
                    <a:pt x="216408" y="53340"/>
                  </a:lnTo>
                  <a:lnTo>
                    <a:pt x="210312" y="51816"/>
                  </a:lnTo>
                  <a:lnTo>
                    <a:pt x="205740" y="50292"/>
                  </a:lnTo>
                  <a:lnTo>
                    <a:pt x="198120" y="48768"/>
                  </a:lnTo>
                  <a:lnTo>
                    <a:pt x="262483" y="48768"/>
                  </a:lnTo>
                  <a:lnTo>
                    <a:pt x="264128" y="55816"/>
                  </a:lnTo>
                  <a:lnTo>
                    <a:pt x="265557" y="65532"/>
                  </a:lnTo>
                  <a:lnTo>
                    <a:pt x="266263" y="74485"/>
                  </a:lnTo>
                  <a:lnTo>
                    <a:pt x="266369" y="75819"/>
                  </a:lnTo>
                  <a:lnTo>
                    <a:pt x="266414" y="76390"/>
                  </a:lnTo>
                  <a:lnTo>
                    <a:pt x="266519" y="92964"/>
                  </a:lnTo>
                  <a:lnTo>
                    <a:pt x="266277" y="99060"/>
                  </a:lnTo>
                  <a:lnTo>
                    <a:pt x="266212" y="100703"/>
                  </a:lnTo>
                  <a:lnTo>
                    <a:pt x="266096" y="103632"/>
                  </a:lnTo>
                  <a:lnTo>
                    <a:pt x="265976" y="106680"/>
                  </a:lnTo>
                  <a:lnTo>
                    <a:pt x="265923" y="108013"/>
                  </a:lnTo>
                  <a:lnTo>
                    <a:pt x="265818" y="110656"/>
                  </a:lnTo>
                  <a:lnTo>
                    <a:pt x="251460" y="155448"/>
                  </a:lnTo>
                  <a:lnTo>
                    <a:pt x="220813" y="174093"/>
                  </a:lnTo>
                  <a:lnTo>
                    <a:pt x="208788" y="17526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27" name="Google Shape;3527;p63"/>
          <p:cNvSpPr/>
          <p:nvPr/>
        </p:nvSpPr>
        <p:spPr>
          <a:xfrm>
            <a:off x="1360919" y="5782310"/>
            <a:ext cx="43180" cy="123189"/>
          </a:xfrm>
          <a:custGeom>
            <a:rect b="b" l="l" r="r" t="t"/>
            <a:pathLst>
              <a:path extrusionOk="0" h="123189" w="43180">
                <a:moveTo>
                  <a:pt x="42672" y="0"/>
                </a:moveTo>
                <a:lnTo>
                  <a:pt x="0" y="0"/>
                </a:lnTo>
                <a:lnTo>
                  <a:pt x="0" y="15240"/>
                </a:lnTo>
                <a:lnTo>
                  <a:pt x="0" y="123190"/>
                </a:lnTo>
                <a:lnTo>
                  <a:pt x="42672" y="123190"/>
                </a:lnTo>
                <a:lnTo>
                  <a:pt x="42672" y="15240"/>
                </a:lnTo>
                <a:lnTo>
                  <a:pt x="42672" y="0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8" name="Google Shape;3528;p63"/>
          <p:cNvSpPr/>
          <p:nvPr/>
        </p:nvSpPr>
        <p:spPr>
          <a:xfrm>
            <a:off x="1360919" y="5797550"/>
            <a:ext cx="256540" cy="160020"/>
          </a:xfrm>
          <a:custGeom>
            <a:rect b="b" l="l" r="r" t="t"/>
            <a:pathLst>
              <a:path extrusionOk="0" h="160020" w="256540">
                <a:moveTo>
                  <a:pt x="256032" y="107950"/>
                </a:moveTo>
                <a:lnTo>
                  <a:pt x="147828" y="107950"/>
                </a:lnTo>
                <a:lnTo>
                  <a:pt x="147828" y="0"/>
                </a:lnTo>
                <a:lnTo>
                  <a:pt x="105156" y="0"/>
                </a:lnTo>
                <a:lnTo>
                  <a:pt x="105156" y="107950"/>
                </a:lnTo>
                <a:lnTo>
                  <a:pt x="0" y="107950"/>
                </a:lnTo>
                <a:lnTo>
                  <a:pt x="0" y="160020"/>
                </a:lnTo>
                <a:lnTo>
                  <a:pt x="256032" y="160020"/>
                </a:lnTo>
                <a:lnTo>
                  <a:pt x="256032" y="107950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529" name="Google Shape;3529;p6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431035" y="5568696"/>
            <a:ext cx="190500" cy="17068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30" name="Google Shape;3530;p63"/>
          <p:cNvGrpSpPr/>
          <p:nvPr/>
        </p:nvGrpSpPr>
        <p:grpSpPr>
          <a:xfrm>
            <a:off x="1360919" y="4492752"/>
            <a:ext cx="260985" cy="1028699"/>
            <a:chOff x="1360919" y="4492752"/>
            <a:chExt cx="260985" cy="1028699"/>
          </a:xfrm>
        </p:grpSpPr>
        <p:pic>
          <p:nvPicPr>
            <p:cNvPr id="3531" name="Google Shape;3531;p63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426464" y="5350764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32" name="Google Shape;3532;p63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426464" y="5135880"/>
              <a:ext cx="195071" cy="1767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33" name="Google Shape;3533;p63"/>
            <p:cNvSpPr/>
            <p:nvPr/>
          </p:nvSpPr>
          <p:spPr>
            <a:xfrm>
              <a:off x="1360919" y="4930140"/>
              <a:ext cx="260985" cy="189230"/>
            </a:xfrm>
            <a:custGeom>
              <a:rect b="b" l="l" r="r" t="t"/>
              <a:pathLst>
                <a:path extrusionOk="0" h="189229" w="260984">
                  <a:moveTo>
                    <a:pt x="45720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45720" y="48768"/>
                  </a:lnTo>
                  <a:lnTo>
                    <a:pt x="45720" y="0"/>
                  </a:lnTo>
                  <a:close/>
                </a:path>
                <a:path extrusionOk="0" h="189229" w="260984">
                  <a:moveTo>
                    <a:pt x="256032" y="0"/>
                  </a:moveTo>
                  <a:lnTo>
                    <a:pt x="70104" y="0"/>
                  </a:lnTo>
                  <a:lnTo>
                    <a:pt x="70104" y="48768"/>
                  </a:lnTo>
                  <a:lnTo>
                    <a:pt x="256032" y="48768"/>
                  </a:lnTo>
                  <a:lnTo>
                    <a:pt x="256032" y="0"/>
                  </a:lnTo>
                  <a:close/>
                </a:path>
                <a:path extrusionOk="0" h="189229" w="260984">
                  <a:moveTo>
                    <a:pt x="260616" y="118872"/>
                  </a:moveTo>
                  <a:lnTo>
                    <a:pt x="260273" y="108851"/>
                  </a:lnTo>
                  <a:lnTo>
                    <a:pt x="259092" y="99250"/>
                  </a:lnTo>
                  <a:lnTo>
                    <a:pt x="256755" y="89941"/>
                  </a:lnTo>
                  <a:lnTo>
                    <a:pt x="252996" y="80772"/>
                  </a:lnTo>
                  <a:lnTo>
                    <a:pt x="214896" y="85344"/>
                  </a:lnTo>
                  <a:lnTo>
                    <a:pt x="217944" y="92964"/>
                  </a:lnTo>
                  <a:lnTo>
                    <a:pt x="219468" y="100584"/>
                  </a:lnTo>
                  <a:lnTo>
                    <a:pt x="219468" y="109728"/>
                  </a:lnTo>
                  <a:lnTo>
                    <a:pt x="217944" y="112776"/>
                  </a:lnTo>
                  <a:lnTo>
                    <a:pt x="216420" y="114300"/>
                  </a:lnTo>
                  <a:lnTo>
                    <a:pt x="213372" y="115824"/>
                  </a:lnTo>
                  <a:lnTo>
                    <a:pt x="211848" y="117348"/>
                  </a:lnTo>
                  <a:lnTo>
                    <a:pt x="108216" y="117348"/>
                  </a:lnTo>
                  <a:lnTo>
                    <a:pt x="108216" y="83820"/>
                  </a:lnTo>
                  <a:lnTo>
                    <a:pt x="70116" y="83820"/>
                  </a:lnTo>
                  <a:lnTo>
                    <a:pt x="70116" y="117348"/>
                  </a:lnTo>
                  <a:lnTo>
                    <a:pt x="4584" y="117348"/>
                  </a:lnTo>
                  <a:lnTo>
                    <a:pt x="33540" y="166116"/>
                  </a:lnTo>
                  <a:lnTo>
                    <a:pt x="70116" y="166116"/>
                  </a:lnTo>
                  <a:lnTo>
                    <a:pt x="70116" y="188976"/>
                  </a:lnTo>
                  <a:lnTo>
                    <a:pt x="108216" y="188976"/>
                  </a:lnTo>
                  <a:lnTo>
                    <a:pt x="108216" y="166116"/>
                  </a:lnTo>
                  <a:lnTo>
                    <a:pt x="202844" y="166103"/>
                  </a:lnTo>
                  <a:lnTo>
                    <a:pt x="212610" y="165925"/>
                  </a:lnTo>
                  <a:lnTo>
                    <a:pt x="220078" y="165481"/>
                  </a:lnTo>
                  <a:lnTo>
                    <a:pt x="225564" y="164592"/>
                  </a:lnTo>
                  <a:lnTo>
                    <a:pt x="233184" y="164592"/>
                  </a:lnTo>
                  <a:lnTo>
                    <a:pt x="259092" y="135636"/>
                  </a:lnTo>
                  <a:lnTo>
                    <a:pt x="260616" y="128016"/>
                  </a:lnTo>
                  <a:lnTo>
                    <a:pt x="260616" y="118872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534" name="Google Shape;3534;p63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426464" y="4701540"/>
              <a:ext cx="195072" cy="19202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35" name="Google Shape;3535;p63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426464" y="4492752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536" name="Google Shape;3536;p63"/>
          <p:cNvGrpSpPr/>
          <p:nvPr/>
        </p:nvGrpSpPr>
        <p:grpSpPr>
          <a:xfrm>
            <a:off x="1360919" y="1716024"/>
            <a:ext cx="4713744" cy="6656831"/>
            <a:chOff x="1360919" y="1716024"/>
            <a:chExt cx="4713744" cy="6656831"/>
          </a:xfrm>
        </p:grpSpPr>
        <p:sp>
          <p:nvSpPr>
            <p:cNvPr id="3537" name="Google Shape;3537;p63"/>
            <p:cNvSpPr/>
            <p:nvPr/>
          </p:nvSpPr>
          <p:spPr>
            <a:xfrm>
              <a:off x="1360931" y="4131564"/>
              <a:ext cx="256540" cy="215265"/>
            </a:xfrm>
            <a:custGeom>
              <a:rect b="b" l="l" r="r" t="t"/>
              <a:pathLst>
                <a:path extrusionOk="0" h="215264" w="256540">
                  <a:moveTo>
                    <a:pt x="256031" y="214883"/>
                  </a:moveTo>
                  <a:lnTo>
                    <a:pt x="0" y="214883"/>
                  </a:lnTo>
                  <a:lnTo>
                    <a:pt x="125" y="113728"/>
                  </a:lnTo>
                  <a:lnTo>
                    <a:pt x="280" y="105536"/>
                  </a:lnTo>
                  <a:lnTo>
                    <a:pt x="1081" y="92963"/>
                  </a:lnTo>
                  <a:lnTo>
                    <a:pt x="1142" y="92011"/>
                  </a:lnTo>
                  <a:lnTo>
                    <a:pt x="2496" y="81343"/>
                  </a:lnTo>
                  <a:lnTo>
                    <a:pt x="2571" y="80748"/>
                  </a:lnTo>
                  <a:lnTo>
                    <a:pt x="4571" y="71627"/>
                  </a:lnTo>
                  <a:lnTo>
                    <a:pt x="8810" y="60745"/>
                  </a:lnTo>
                  <a:lnTo>
                    <a:pt x="14368" y="51053"/>
                  </a:lnTo>
                  <a:lnTo>
                    <a:pt x="14477" y="50863"/>
                  </a:lnTo>
                  <a:lnTo>
                    <a:pt x="47243" y="19049"/>
                  </a:lnTo>
                  <a:lnTo>
                    <a:pt x="83272" y="5143"/>
                  </a:lnTo>
                  <a:lnTo>
                    <a:pt x="113830" y="547"/>
                  </a:lnTo>
                  <a:lnTo>
                    <a:pt x="114336" y="547"/>
                  </a:lnTo>
                  <a:lnTo>
                    <a:pt x="131063" y="0"/>
                  </a:lnTo>
                  <a:lnTo>
                    <a:pt x="173926" y="4500"/>
                  </a:lnTo>
                  <a:lnTo>
                    <a:pt x="210883" y="19049"/>
                  </a:lnTo>
                  <a:lnTo>
                    <a:pt x="242506" y="51053"/>
                  </a:lnTo>
                  <a:lnTo>
                    <a:pt x="243677" y="53340"/>
                  </a:lnTo>
                  <a:lnTo>
                    <a:pt x="128015" y="53340"/>
                  </a:lnTo>
                  <a:lnTo>
                    <a:pt x="114014" y="53625"/>
                  </a:lnTo>
                  <a:lnTo>
                    <a:pt x="74894" y="61340"/>
                  </a:lnTo>
                  <a:lnTo>
                    <a:pt x="47410" y="90725"/>
                  </a:lnTo>
                  <a:lnTo>
                    <a:pt x="42671" y="140207"/>
                  </a:lnTo>
                  <a:lnTo>
                    <a:pt x="42671" y="163067"/>
                  </a:lnTo>
                  <a:lnTo>
                    <a:pt x="256031" y="163067"/>
                  </a:lnTo>
                  <a:lnTo>
                    <a:pt x="256031" y="214883"/>
                  </a:lnTo>
                  <a:close/>
                </a:path>
                <a:path extrusionOk="0" h="215264" w="256540">
                  <a:moveTo>
                    <a:pt x="256031" y="163067"/>
                  </a:moveTo>
                  <a:lnTo>
                    <a:pt x="213359" y="163067"/>
                  </a:lnTo>
                  <a:lnTo>
                    <a:pt x="213323" y="113728"/>
                  </a:lnTo>
                  <a:lnTo>
                    <a:pt x="213169" y="105536"/>
                  </a:lnTo>
                  <a:lnTo>
                    <a:pt x="196262" y="68198"/>
                  </a:lnTo>
                  <a:lnTo>
                    <a:pt x="155066" y="54483"/>
                  </a:lnTo>
                  <a:lnTo>
                    <a:pt x="128015" y="53340"/>
                  </a:lnTo>
                  <a:lnTo>
                    <a:pt x="243677" y="53340"/>
                  </a:lnTo>
                  <a:lnTo>
                    <a:pt x="247471" y="60745"/>
                  </a:lnTo>
                  <a:lnTo>
                    <a:pt x="251459" y="71627"/>
                  </a:lnTo>
                  <a:lnTo>
                    <a:pt x="253337" y="80748"/>
                  </a:lnTo>
                  <a:lnTo>
                    <a:pt x="253460" y="81343"/>
                  </a:lnTo>
                  <a:lnTo>
                    <a:pt x="254863" y="92011"/>
                  </a:lnTo>
                  <a:lnTo>
                    <a:pt x="255746" y="104203"/>
                  </a:lnTo>
                  <a:lnTo>
                    <a:pt x="255953" y="113728"/>
                  </a:lnTo>
                  <a:lnTo>
                    <a:pt x="256031" y="163067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538" name="Google Shape;3538;p63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426464" y="3924300"/>
              <a:ext cx="195072" cy="1752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39" name="Google Shape;3539;p63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426464" y="3713988"/>
              <a:ext cx="190500" cy="1706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40" name="Google Shape;3540;p63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426464" y="3508248"/>
              <a:ext cx="195071" cy="1737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41" name="Google Shape;3541;p63"/>
            <p:cNvSpPr/>
            <p:nvPr/>
          </p:nvSpPr>
          <p:spPr>
            <a:xfrm>
              <a:off x="1360919" y="3081528"/>
              <a:ext cx="332740" cy="387350"/>
            </a:xfrm>
            <a:custGeom>
              <a:rect b="b" l="l" r="r" t="t"/>
              <a:pathLst>
                <a:path extrusionOk="0" h="387350" w="332739">
                  <a:moveTo>
                    <a:pt x="45720" y="338328"/>
                  </a:moveTo>
                  <a:lnTo>
                    <a:pt x="0" y="338328"/>
                  </a:lnTo>
                  <a:lnTo>
                    <a:pt x="0" y="387096"/>
                  </a:lnTo>
                  <a:lnTo>
                    <a:pt x="45720" y="387096"/>
                  </a:lnTo>
                  <a:lnTo>
                    <a:pt x="45720" y="338328"/>
                  </a:lnTo>
                  <a:close/>
                </a:path>
                <a:path extrusionOk="0" h="387350" w="332739">
                  <a:moveTo>
                    <a:pt x="256032" y="338328"/>
                  </a:moveTo>
                  <a:lnTo>
                    <a:pt x="70104" y="338328"/>
                  </a:lnTo>
                  <a:lnTo>
                    <a:pt x="70104" y="387096"/>
                  </a:lnTo>
                  <a:lnTo>
                    <a:pt x="256032" y="387096"/>
                  </a:lnTo>
                  <a:lnTo>
                    <a:pt x="256032" y="338328"/>
                  </a:lnTo>
                  <a:close/>
                </a:path>
                <a:path extrusionOk="0" h="387350" w="332739">
                  <a:moveTo>
                    <a:pt x="260616" y="234696"/>
                  </a:moveTo>
                  <a:lnTo>
                    <a:pt x="260273" y="224675"/>
                  </a:lnTo>
                  <a:lnTo>
                    <a:pt x="259092" y="215074"/>
                  </a:lnTo>
                  <a:lnTo>
                    <a:pt x="256755" y="205765"/>
                  </a:lnTo>
                  <a:lnTo>
                    <a:pt x="252996" y="196596"/>
                  </a:lnTo>
                  <a:lnTo>
                    <a:pt x="214896" y="201168"/>
                  </a:lnTo>
                  <a:lnTo>
                    <a:pt x="217944" y="208788"/>
                  </a:lnTo>
                  <a:lnTo>
                    <a:pt x="219468" y="216408"/>
                  </a:lnTo>
                  <a:lnTo>
                    <a:pt x="219468" y="225552"/>
                  </a:lnTo>
                  <a:lnTo>
                    <a:pt x="217944" y="228600"/>
                  </a:lnTo>
                  <a:lnTo>
                    <a:pt x="216420" y="230124"/>
                  </a:lnTo>
                  <a:lnTo>
                    <a:pt x="213372" y="231648"/>
                  </a:lnTo>
                  <a:lnTo>
                    <a:pt x="211848" y="233172"/>
                  </a:lnTo>
                  <a:lnTo>
                    <a:pt x="108216" y="233172"/>
                  </a:lnTo>
                  <a:lnTo>
                    <a:pt x="108216" y="199644"/>
                  </a:lnTo>
                  <a:lnTo>
                    <a:pt x="70116" y="199644"/>
                  </a:lnTo>
                  <a:lnTo>
                    <a:pt x="70116" y="233172"/>
                  </a:lnTo>
                  <a:lnTo>
                    <a:pt x="4584" y="233172"/>
                  </a:lnTo>
                  <a:lnTo>
                    <a:pt x="33540" y="281940"/>
                  </a:lnTo>
                  <a:lnTo>
                    <a:pt x="70116" y="281940"/>
                  </a:lnTo>
                  <a:lnTo>
                    <a:pt x="70116" y="304800"/>
                  </a:lnTo>
                  <a:lnTo>
                    <a:pt x="108216" y="304800"/>
                  </a:lnTo>
                  <a:lnTo>
                    <a:pt x="108216" y="281940"/>
                  </a:lnTo>
                  <a:lnTo>
                    <a:pt x="202844" y="281927"/>
                  </a:lnTo>
                  <a:lnTo>
                    <a:pt x="212610" y="281749"/>
                  </a:lnTo>
                  <a:lnTo>
                    <a:pt x="220078" y="281305"/>
                  </a:lnTo>
                  <a:lnTo>
                    <a:pt x="225564" y="280416"/>
                  </a:lnTo>
                  <a:lnTo>
                    <a:pt x="233184" y="280416"/>
                  </a:lnTo>
                  <a:lnTo>
                    <a:pt x="259092" y="251460"/>
                  </a:lnTo>
                  <a:lnTo>
                    <a:pt x="260616" y="243840"/>
                  </a:lnTo>
                  <a:lnTo>
                    <a:pt x="260616" y="234696"/>
                  </a:lnTo>
                  <a:close/>
                </a:path>
                <a:path extrusionOk="0" h="387350" w="332739">
                  <a:moveTo>
                    <a:pt x="332232" y="128016"/>
                  </a:moveTo>
                  <a:lnTo>
                    <a:pt x="329184" y="120396"/>
                  </a:lnTo>
                  <a:lnTo>
                    <a:pt x="327660" y="114300"/>
                  </a:lnTo>
                  <a:lnTo>
                    <a:pt x="321564" y="102108"/>
                  </a:lnTo>
                  <a:lnTo>
                    <a:pt x="281940" y="77724"/>
                  </a:lnTo>
                  <a:lnTo>
                    <a:pt x="248412" y="65532"/>
                  </a:lnTo>
                  <a:lnTo>
                    <a:pt x="70104" y="0"/>
                  </a:lnTo>
                  <a:lnTo>
                    <a:pt x="70104" y="51816"/>
                  </a:lnTo>
                  <a:lnTo>
                    <a:pt x="202692" y="94488"/>
                  </a:lnTo>
                  <a:lnTo>
                    <a:pt x="70104" y="135636"/>
                  </a:lnTo>
                  <a:lnTo>
                    <a:pt x="70104" y="187452"/>
                  </a:lnTo>
                  <a:lnTo>
                    <a:pt x="256032" y="118872"/>
                  </a:lnTo>
                  <a:lnTo>
                    <a:pt x="263753" y="121424"/>
                  </a:lnTo>
                  <a:lnTo>
                    <a:pt x="292036" y="148005"/>
                  </a:lnTo>
                  <a:lnTo>
                    <a:pt x="292608" y="155448"/>
                  </a:lnTo>
                  <a:lnTo>
                    <a:pt x="292608" y="169164"/>
                  </a:lnTo>
                  <a:lnTo>
                    <a:pt x="291084" y="175260"/>
                  </a:lnTo>
                  <a:lnTo>
                    <a:pt x="329184" y="172212"/>
                  </a:lnTo>
                  <a:lnTo>
                    <a:pt x="330949" y="165569"/>
                  </a:lnTo>
                  <a:lnTo>
                    <a:pt x="331851" y="159067"/>
                  </a:lnTo>
                  <a:lnTo>
                    <a:pt x="332193" y="152285"/>
                  </a:lnTo>
                  <a:lnTo>
                    <a:pt x="332232" y="128016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542" name="Google Shape;3542;p63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687067" y="1716024"/>
              <a:ext cx="4387596" cy="665683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543" name="Google Shape;3543;p63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3544" name="Google Shape;3544;p63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45" name="Google Shape;3545;p63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546" name="Google Shape;3546;p63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547" name="Google Shape;3547;p63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51" name="Shape 3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2" name="Google Shape;3552;p64"/>
          <p:cNvSpPr/>
          <p:nvPr/>
        </p:nvSpPr>
        <p:spPr>
          <a:xfrm>
            <a:off x="1155191" y="7452359"/>
            <a:ext cx="257810" cy="53340"/>
          </a:xfrm>
          <a:custGeom>
            <a:rect b="b" l="l" r="r" t="t"/>
            <a:pathLst>
              <a:path extrusionOk="0" h="53340" w="257809">
                <a:moveTo>
                  <a:pt x="257556" y="53339"/>
                </a:moveTo>
                <a:lnTo>
                  <a:pt x="0" y="53339"/>
                </a:lnTo>
                <a:lnTo>
                  <a:pt x="0" y="0"/>
                </a:lnTo>
                <a:lnTo>
                  <a:pt x="257556" y="0"/>
                </a:lnTo>
                <a:lnTo>
                  <a:pt x="257556" y="53339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53" name="Google Shape;3553;p64"/>
          <p:cNvGrpSpPr/>
          <p:nvPr/>
        </p:nvGrpSpPr>
        <p:grpSpPr>
          <a:xfrm>
            <a:off x="1155192" y="6198108"/>
            <a:ext cx="260604" cy="1207007"/>
            <a:chOff x="1155192" y="6198108"/>
            <a:chExt cx="260604" cy="1207007"/>
          </a:xfrm>
        </p:grpSpPr>
        <p:pic>
          <p:nvPicPr>
            <p:cNvPr id="3554" name="Google Shape;3554;p64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20723" y="7234428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55" name="Google Shape;3555;p6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20724" y="7019544"/>
              <a:ext cx="195072" cy="1767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56" name="Google Shape;3556;p64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20723" y="6687311"/>
              <a:ext cx="195072" cy="2971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57" name="Google Shape;3557;p64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20955" y="6486144"/>
              <a:ext cx="194840" cy="1752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58" name="Google Shape;3558;p64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20723" y="6288023"/>
              <a:ext cx="195071" cy="1737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59" name="Google Shape;3559;p64"/>
            <p:cNvSpPr/>
            <p:nvPr/>
          </p:nvSpPr>
          <p:spPr>
            <a:xfrm>
              <a:off x="1155192" y="6198108"/>
              <a:ext cx="256540" cy="48895"/>
            </a:xfrm>
            <a:custGeom>
              <a:rect b="b" l="l" r="r" t="t"/>
              <a:pathLst>
                <a:path extrusionOk="0" h="48895" w="256540">
                  <a:moveTo>
                    <a:pt x="45720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45720" y="48768"/>
                  </a:lnTo>
                  <a:lnTo>
                    <a:pt x="45720" y="0"/>
                  </a:lnTo>
                  <a:close/>
                </a:path>
                <a:path extrusionOk="0" h="48895" w="256540">
                  <a:moveTo>
                    <a:pt x="256032" y="0"/>
                  </a:moveTo>
                  <a:lnTo>
                    <a:pt x="70104" y="0"/>
                  </a:lnTo>
                  <a:lnTo>
                    <a:pt x="70104" y="48768"/>
                  </a:lnTo>
                  <a:lnTo>
                    <a:pt x="256032" y="48768"/>
                  </a:lnTo>
                  <a:lnTo>
                    <a:pt x="256032" y="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0" name="Google Shape;3560;p64"/>
          <p:cNvGrpSpPr/>
          <p:nvPr/>
        </p:nvGrpSpPr>
        <p:grpSpPr>
          <a:xfrm>
            <a:off x="1220724" y="5759196"/>
            <a:ext cx="266700" cy="390142"/>
            <a:chOff x="1220724" y="5759196"/>
            <a:chExt cx="266700" cy="390142"/>
          </a:xfrm>
        </p:grpSpPr>
        <p:pic>
          <p:nvPicPr>
            <p:cNvPr id="3561" name="Google Shape;3561;p64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20724" y="5978651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62" name="Google Shape;3562;p64"/>
            <p:cNvSpPr/>
            <p:nvPr/>
          </p:nvSpPr>
          <p:spPr>
            <a:xfrm>
              <a:off x="1220724" y="5759196"/>
              <a:ext cx="266700" cy="181610"/>
            </a:xfrm>
            <a:custGeom>
              <a:rect b="b" l="l" r="r" t="t"/>
              <a:pathLst>
                <a:path extrusionOk="0" h="181610" w="266700">
                  <a:moveTo>
                    <a:pt x="96012" y="181355"/>
                  </a:moveTo>
                  <a:lnTo>
                    <a:pt x="55054" y="176402"/>
                  </a:lnTo>
                  <a:lnTo>
                    <a:pt x="14144" y="148018"/>
                  </a:lnTo>
                  <a:lnTo>
                    <a:pt x="0" y="105155"/>
                  </a:lnTo>
                  <a:lnTo>
                    <a:pt x="1976" y="88606"/>
                  </a:lnTo>
                  <a:lnTo>
                    <a:pt x="7810" y="73342"/>
                  </a:lnTo>
                  <a:lnTo>
                    <a:pt x="17359" y="59507"/>
                  </a:lnTo>
                  <a:lnTo>
                    <a:pt x="30480" y="47243"/>
                  </a:lnTo>
                  <a:lnTo>
                    <a:pt x="4571" y="47243"/>
                  </a:lnTo>
                  <a:lnTo>
                    <a:pt x="4571" y="0"/>
                  </a:lnTo>
                  <a:lnTo>
                    <a:pt x="172212" y="0"/>
                  </a:lnTo>
                  <a:lnTo>
                    <a:pt x="211859" y="3857"/>
                  </a:lnTo>
                  <a:lnTo>
                    <a:pt x="246888" y="21335"/>
                  </a:lnTo>
                  <a:lnTo>
                    <a:pt x="262483" y="48767"/>
                  </a:lnTo>
                  <a:lnTo>
                    <a:pt x="94488" y="48767"/>
                  </a:lnTo>
                  <a:lnTo>
                    <a:pt x="81391" y="49601"/>
                  </a:lnTo>
                  <a:lnTo>
                    <a:pt x="45815" y="67865"/>
                  </a:lnTo>
                  <a:lnTo>
                    <a:pt x="38208" y="90344"/>
                  </a:lnTo>
                  <a:lnTo>
                    <a:pt x="38100" y="91439"/>
                  </a:lnTo>
                  <a:lnTo>
                    <a:pt x="38839" y="99059"/>
                  </a:lnTo>
                  <a:lnTo>
                    <a:pt x="38957" y="100274"/>
                  </a:lnTo>
                  <a:lnTo>
                    <a:pt x="41528" y="108394"/>
                  </a:lnTo>
                  <a:lnTo>
                    <a:pt x="80748" y="131992"/>
                  </a:lnTo>
                  <a:lnTo>
                    <a:pt x="94488" y="132587"/>
                  </a:lnTo>
                  <a:lnTo>
                    <a:pt x="185219" y="132587"/>
                  </a:lnTo>
                  <a:lnTo>
                    <a:pt x="182499" y="139636"/>
                  </a:lnTo>
                  <a:lnTo>
                    <a:pt x="145303" y="172354"/>
                  </a:lnTo>
                  <a:lnTo>
                    <a:pt x="114347" y="180451"/>
                  </a:lnTo>
                  <a:lnTo>
                    <a:pt x="96012" y="181355"/>
                  </a:lnTo>
                  <a:close/>
                </a:path>
                <a:path extrusionOk="0" h="181610" w="266700">
                  <a:moveTo>
                    <a:pt x="185219" y="132587"/>
                  </a:moveTo>
                  <a:lnTo>
                    <a:pt x="94488" y="132587"/>
                  </a:lnTo>
                  <a:lnTo>
                    <a:pt x="108227" y="131992"/>
                  </a:lnTo>
                  <a:lnTo>
                    <a:pt x="119824" y="130111"/>
                  </a:lnTo>
                  <a:lnTo>
                    <a:pt x="150018" y="100917"/>
                  </a:lnTo>
                  <a:lnTo>
                    <a:pt x="150876" y="92963"/>
                  </a:lnTo>
                  <a:lnTo>
                    <a:pt x="150018" y="84129"/>
                  </a:lnTo>
                  <a:lnTo>
                    <a:pt x="147567" y="76390"/>
                  </a:lnTo>
                  <a:lnTo>
                    <a:pt x="147447" y="76009"/>
                  </a:lnTo>
                  <a:lnTo>
                    <a:pt x="108120" y="49601"/>
                  </a:lnTo>
                  <a:lnTo>
                    <a:pt x="107846" y="49601"/>
                  </a:lnTo>
                  <a:lnTo>
                    <a:pt x="94488" y="48767"/>
                  </a:lnTo>
                  <a:lnTo>
                    <a:pt x="158496" y="48767"/>
                  </a:lnTo>
                  <a:lnTo>
                    <a:pt x="172497" y="61674"/>
                  </a:lnTo>
                  <a:lnTo>
                    <a:pt x="182499" y="75437"/>
                  </a:lnTo>
                  <a:lnTo>
                    <a:pt x="188499" y="90344"/>
                  </a:lnTo>
                  <a:lnTo>
                    <a:pt x="190500" y="106679"/>
                  </a:lnTo>
                  <a:lnTo>
                    <a:pt x="188499" y="124086"/>
                  </a:lnTo>
                  <a:lnTo>
                    <a:pt x="185219" y="132587"/>
                  </a:lnTo>
                  <a:close/>
                </a:path>
                <a:path extrusionOk="0" h="181610" w="266700">
                  <a:moveTo>
                    <a:pt x="221103" y="175259"/>
                  </a:moveTo>
                  <a:lnTo>
                    <a:pt x="202692" y="175259"/>
                  </a:lnTo>
                  <a:lnTo>
                    <a:pt x="208788" y="117347"/>
                  </a:lnTo>
                  <a:lnTo>
                    <a:pt x="216408" y="117347"/>
                  </a:lnTo>
                  <a:lnTo>
                    <a:pt x="220980" y="114299"/>
                  </a:lnTo>
                  <a:lnTo>
                    <a:pt x="222504" y="111251"/>
                  </a:lnTo>
                  <a:lnTo>
                    <a:pt x="227076" y="106679"/>
                  </a:lnTo>
                  <a:lnTo>
                    <a:pt x="228600" y="99059"/>
                  </a:lnTo>
                  <a:lnTo>
                    <a:pt x="228546" y="88391"/>
                  </a:lnTo>
                  <a:lnTo>
                    <a:pt x="228396" y="84129"/>
                  </a:lnTo>
                  <a:lnTo>
                    <a:pt x="228290" y="81105"/>
                  </a:lnTo>
                  <a:lnTo>
                    <a:pt x="210312" y="51815"/>
                  </a:lnTo>
                  <a:lnTo>
                    <a:pt x="205740" y="50291"/>
                  </a:lnTo>
                  <a:lnTo>
                    <a:pt x="198120" y="48767"/>
                  </a:lnTo>
                  <a:lnTo>
                    <a:pt x="262483" y="48767"/>
                  </a:lnTo>
                  <a:lnTo>
                    <a:pt x="264128" y="55816"/>
                  </a:lnTo>
                  <a:lnTo>
                    <a:pt x="265557" y="65531"/>
                  </a:lnTo>
                  <a:lnTo>
                    <a:pt x="266308" y="75056"/>
                  </a:lnTo>
                  <a:lnTo>
                    <a:pt x="266414" y="76390"/>
                  </a:lnTo>
                  <a:lnTo>
                    <a:pt x="266514" y="92963"/>
                  </a:lnTo>
                  <a:lnTo>
                    <a:pt x="266018" y="105155"/>
                  </a:lnTo>
                  <a:lnTo>
                    <a:pt x="265956" y="106679"/>
                  </a:lnTo>
                  <a:lnTo>
                    <a:pt x="265879" y="108584"/>
                  </a:lnTo>
                  <a:lnTo>
                    <a:pt x="265795" y="110656"/>
                  </a:lnTo>
                  <a:lnTo>
                    <a:pt x="249936" y="155447"/>
                  </a:lnTo>
                  <a:lnTo>
                    <a:pt x="231648" y="171259"/>
                  </a:lnTo>
                  <a:lnTo>
                    <a:pt x="221103" y="175259"/>
                  </a:lnTo>
                  <a:close/>
                </a:path>
                <a:path extrusionOk="0" h="181610" w="266700">
                  <a:moveTo>
                    <a:pt x="208788" y="176783"/>
                  </a:moveTo>
                  <a:lnTo>
                    <a:pt x="207264" y="176783"/>
                  </a:lnTo>
                  <a:lnTo>
                    <a:pt x="205740" y="175259"/>
                  </a:lnTo>
                  <a:lnTo>
                    <a:pt x="221806" y="175259"/>
                  </a:lnTo>
                  <a:lnTo>
                    <a:pt x="208788" y="176783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63" name="Google Shape;3563;p64"/>
          <p:cNvSpPr/>
          <p:nvPr/>
        </p:nvSpPr>
        <p:spPr>
          <a:xfrm>
            <a:off x="1150607" y="5306568"/>
            <a:ext cx="265430" cy="317500"/>
          </a:xfrm>
          <a:custGeom>
            <a:rect b="b" l="l" r="r" t="t"/>
            <a:pathLst>
              <a:path extrusionOk="0" h="317500" w="265430">
                <a:moveTo>
                  <a:pt x="262140" y="0"/>
                </a:moveTo>
                <a:lnTo>
                  <a:pt x="4572" y="0"/>
                </a:lnTo>
                <a:lnTo>
                  <a:pt x="4572" y="50292"/>
                </a:lnTo>
                <a:lnTo>
                  <a:pt x="262140" y="50292"/>
                </a:lnTo>
                <a:lnTo>
                  <a:pt x="262140" y="0"/>
                </a:lnTo>
                <a:close/>
              </a:path>
              <a:path extrusionOk="0" h="317500" w="265430">
                <a:moveTo>
                  <a:pt x="265176" y="199644"/>
                </a:moveTo>
                <a:lnTo>
                  <a:pt x="254254" y="145643"/>
                </a:lnTo>
                <a:lnTo>
                  <a:pt x="219075" y="107251"/>
                </a:lnTo>
                <a:lnTo>
                  <a:pt x="181356" y="91440"/>
                </a:lnTo>
                <a:lnTo>
                  <a:pt x="166116" y="140208"/>
                </a:lnTo>
                <a:lnTo>
                  <a:pt x="179832" y="144208"/>
                </a:lnTo>
                <a:lnTo>
                  <a:pt x="191262" y="149352"/>
                </a:lnTo>
                <a:lnTo>
                  <a:pt x="217551" y="179070"/>
                </a:lnTo>
                <a:lnTo>
                  <a:pt x="220980" y="199644"/>
                </a:lnTo>
                <a:lnTo>
                  <a:pt x="219824" y="213004"/>
                </a:lnTo>
                <a:lnTo>
                  <a:pt x="188937" y="253365"/>
                </a:lnTo>
                <a:lnTo>
                  <a:pt x="131064" y="263652"/>
                </a:lnTo>
                <a:lnTo>
                  <a:pt x="109905" y="262509"/>
                </a:lnTo>
                <a:lnTo>
                  <a:pt x="65532" y="245364"/>
                </a:lnTo>
                <a:lnTo>
                  <a:pt x="45605" y="212153"/>
                </a:lnTo>
                <a:lnTo>
                  <a:pt x="44196" y="198120"/>
                </a:lnTo>
                <a:lnTo>
                  <a:pt x="45034" y="188125"/>
                </a:lnTo>
                <a:lnTo>
                  <a:pt x="69342" y="149352"/>
                </a:lnTo>
                <a:lnTo>
                  <a:pt x="86868" y="141732"/>
                </a:lnTo>
                <a:lnTo>
                  <a:pt x="74676" y="92964"/>
                </a:lnTo>
                <a:lnTo>
                  <a:pt x="36537" y="111823"/>
                </a:lnTo>
                <a:lnTo>
                  <a:pt x="6858" y="153352"/>
                </a:lnTo>
                <a:lnTo>
                  <a:pt x="0" y="196596"/>
                </a:lnTo>
                <a:lnTo>
                  <a:pt x="2273" y="222605"/>
                </a:lnTo>
                <a:lnTo>
                  <a:pt x="19939" y="266039"/>
                </a:lnTo>
                <a:lnTo>
                  <a:pt x="55054" y="298348"/>
                </a:lnTo>
                <a:lnTo>
                  <a:pt x="105346" y="314972"/>
                </a:lnTo>
                <a:lnTo>
                  <a:pt x="135636" y="316992"/>
                </a:lnTo>
                <a:lnTo>
                  <a:pt x="163906" y="314972"/>
                </a:lnTo>
                <a:lnTo>
                  <a:pt x="211289" y="298348"/>
                </a:lnTo>
                <a:lnTo>
                  <a:pt x="245249" y="266090"/>
                </a:lnTo>
                <a:lnTo>
                  <a:pt x="262915" y="223888"/>
                </a:lnTo>
                <a:lnTo>
                  <a:pt x="265176" y="199644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64" name="Google Shape;3564;p64"/>
          <p:cNvGrpSpPr/>
          <p:nvPr/>
        </p:nvGrpSpPr>
        <p:grpSpPr>
          <a:xfrm>
            <a:off x="1155192" y="4663439"/>
            <a:ext cx="260604" cy="603503"/>
            <a:chOff x="1155192" y="4663439"/>
            <a:chExt cx="260604" cy="603503"/>
          </a:xfrm>
        </p:grpSpPr>
        <p:pic>
          <p:nvPicPr>
            <p:cNvPr id="3565" name="Google Shape;3565;p6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20724" y="4870703"/>
              <a:ext cx="195072" cy="1767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66" name="Google Shape;3566;p64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20723" y="5074919"/>
              <a:ext cx="195072" cy="1920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67" name="Google Shape;3567;p64"/>
            <p:cNvSpPr/>
            <p:nvPr/>
          </p:nvSpPr>
          <p:spPr>
            <a:xfrm>
              <a:off x="1155192" y="4663439"/>
              <a:ext cx="256540" cy="170815"/>
            </a:xfrm>
            <a:custGeom>
              <a:rect b="b" l="l" r="r" t="t"/>
              <a:pathLst>
                <a:path extrusionOk="0" h="170814" w="256540">
                  <a:moveTo>
                    <a:pt x="256031" y="170688"/>
                  </a:moveTo>
                  <a:lnTo>
                    <a:pt x="0" y="170688"/>
                  </a:lnTo>
                  <a:lnTo>
                    <a:pt x="0" y="121920"/>
                  </a:lnTo>
                  <a:lnTo>
                    <a:pt x="135635" y="121920"/>
                  </a:lnTo>
                  <a:lnTo>
                    <a:pt x="70103" y="64008"/>
                  </a:lnTo>
                  <a:lnTo>
                    <a:pt x="70103" y="3048"/>
                  </a:lnTo>
                  <a:lnTo>
                    <a:pt x="138683" y="67056"/>
                  </a:lnTo>
                  <a:lnTo>
                    <a:pt x="256031" y="0"/>
                  </a:lnTo>
                  <a:lnTo>
                    <a:pt x="256031" y="51816"/>
                  </a:lnTo>
                  <a:lnTo>
                    <a:pt x="172211" y="99060"/>
                  </a:lnTo>
                  <a:lnTo>
                    <a:pt x="196595" y="121920"/>
                  </a:lnTo>
                  <a:lnTo>
                    <a:pt x="256031" y="121920"/>
                  </a:lnTo>
                  <a:lnTo>
                    <a:pt x="256031" y="170688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68" name="Google Shape;3568;p64"/>
          <p:cNvSpPr/>
          <p:nvPr/>
        </p:nvSpPr>
        <p:spPr>
          <a:xfrm>
            <a:off x="1155192" y="4364990"/>
            <a:ext cx="43180" cy="123189"/>
          </a:xfrm>
          <a:custGeom>
            <a:rect b="b" l="l" r="r" t="t"/>
            <a:pathLst>
              <a:path extrusionOk="0" h="123189" w="43180">
                <a:moveTo>
                  <a:pt x="42672" y="0"/>
                </a:moveTo>
                <a:lnTo>
                  <a:pt x="0" y="0"/>
                </a:lnTo>
                <a:lnTo>
                  <a:pt x="0" y="15240"/>
                </a:lnTo>
                <a:lnTo>
                  <a:pt x="0" y="123190"/>
                </a:lnTo>
                <a:lnTo>
                  <a:pt x="42672" y="123190"/>
                </a:lnTo>
                <a:lnTo>
                  <a:pt x="42672" y="15240"/>
                </a:lnTo>
                <a:lnTo>
                  <a:pt x="42672" y="0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9" name="Google Shape;3569;p64"/>
          <p:cNvSpPr/>
          <p:nvPr/>
        </p:nvSpPr>
        <p:spPr>
          <a:xfrm>
            <a:off x="1155192" y="4380230"/>
            <a:ext cx="256540" cy="160020"/>
          </a:xfrm>
          <a:custGeom>
            <a:rect b="b" l="l" r="r" t="t"/>
            <a:pathLst>
              <a:path extrusionOk="0" h="160020" w="256540">
                <a:moveTo>
                  <a:pt x="256032" y="107950"/>
                </a:moveTo>
                <a:lnTo>
                  <a:pt x="147828" y="107950"/>
                </a:lnTo>
                <a:lnTo>
                  <a:pt x="147828" y="0"/>
                </a:lnTo>
                <a:lnTo>
                  <a:pt x="105156" y="0"/>
                </a:lnTo>
                <a:lnTo>
                  <a:pt x="105156" y="107950"/>
                </a:lnTo>
                <a:lnTo>
                  <a:pt x="0" y="107950"/>
                </a:lnTo>
                <a:lnTo>
                  <a:pt x="0" y="160020"/>
                </a:lnTo>
                <a:lnTo>
                  <a:pt x="256032" y="160020"/>
                </a:lnTo>
                <a:lnTo>
                  <a:pt x="256032" y="107950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70" name="Google Shape;3570;p64"/>
          <p:cNvGrpSpPr/>
          <p:nvPr/>
        </p:nvGrpSpPr>
        <p:grpSpPr>
          <a:xfrm>
            <a:off x="1220723" y="3811523"/>
            <a:ext cx="262255" cy="507492"/>
            <a:chOff x="1220723" y="3811523"/>
            <a:chExt cx="262255" cy="507492"/>
          </a:xfrm>
        </p:grpSpPr>
        <p:pic>
          <p:nvPicPr>
            <p:cNvPr id="3571" name="Google Shape;3571;p64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220724" y="4021835"/>
              <a:ext cx="195072" cy="29718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72" name="Google Shape;3572;p64"/>
            <p:cNvSpPr/>
            <p:nvPr/>
          </p:nvSpPr>
          <p:spPr>
            <a:xfrm>
              <a:off x="1220723" y="3811523"/>
              <a:ext cx="262255" cy="180340"/>
            </a:xfrm>
            <a:custGeom>
              <a:rect b="b" l="l" r="r" t="t"/>
              <a:pathLst>
                <a:path extrusionOk="0" h="180339" w="262255">
                  <a:moveTo>
                    <a:pt x="96011" y="179831"/>
                  </a:moveTo>
                  <a:lnTo>
                    <a:pt x="74199" y="178379"/>
                  </a:lnTo>
                  <a:lnTo>
                    <a:pt x="74452" y="178379"/>
                  </a:lnTo>
                  <a:lnTo>
                    <a:pt x="55816" y="174117"/>
                  </a:lnTo>
                  <a:lnTo>
                    <a:pt x="14787" y="145613"/>
                  </a:lnTo>
                  <a:lnTo>
                    <a:pt x="0" y="102108"/>
                  </a:lnTo>
                  <a:lnTo>
                    <a:pt x="547" y="93249"/>
                  </a:lnTo>
                  <a:lnTo>
                    <a:pt x="18097" y="57340"/>
                  </a:lnTo>
                  <a:lnTo>
                    <a:pt x="32004" y="45720"/>
                  </a:lnTo>
                  <a:lnTo>
                    <a:pt x="4571" y="45720"/>
                  </a:lnTo>
                  <a:lnTo>
                    <a:pt x="4571" y="0"/>
                  </a:lnTo>
                  <a:lnTo>
                    <a:pt x="262128" y="0"/>
                  </a:lnTo>
                  <a:lnTo>
                    <a:pt x="262128" y="48768"/>
                  </a:lnTo>
                  <a:lnTo>
                    <a:pt x="96011" y="48768"/>
                  </a:lnTo>
                  <a:lnTo>
                    <a:pt x="82248" y="49601"/>
                  </a:lnTo>
                  <a:lnTo>
                    <a:pt x="45815" y="66984"/>
                  </a:lnTo>
                  <a:lnTo>
                    <a:pt x="38100" y="89916"/>
                  </a:lnTo>
                  <a:lnTo>
                    <a:pt x="38981" y="98512"/>
                  </a:lnTo>
                  <a:lnTo>
                    <a:pt x="71628" y="128397"/>
                  </a:lnTo>
                  <a:lnTo>
                    <a:pt x="99059" y="131064"/>
                  </a:lnTo>
                  <a:lnTo>
                    <a:pt x="189603" y="131064"/>
                  </a:lnTo>
                  <a:lnTo>
                    <a:pt x="189166" y="132397"/>
                  </a:lnTo>
                  <a:lnTo>
                    <a:pt x="155805" y="166330"/>
                  </a:lnTo>
                  <a:lnTo>
                    <a:pt x="118610" y="178379"/>
                  </a:lnTo>
                  <a:lnTo>
                    <a:pt x="96011" y="179831"/>
                  </a:lnTo>
                  <a:close/>
                </a:path>
                <a:path extrusionOk="0" h="180339" w="262255">
                  <a:moveTo>
                    <a:pt x="189603" y="131064"/>
                  </a:moveTo>
                  <a:lnTo>
                    <a:pt x="99059" y="131064"/>
                  </a:lnTo>
                  <a:lnTo>
                    <a:pt x="113597" y="130444"/>
                  </a:lnTo>
                  <a:lnTo>
                    <a:pt x="113191" y="130444"/>
                  </a:lnTo>
                  <a:lnTo>
                    <a:pt x="149256" y="114157"/>
                  </a:lnTo>
                  <a:lnTo>
                    <a:pt x="156972" y="91440"/>
                  </a:lnTo>
                  <a:lnTo>
                    <a:pt x="156090" y="83486"/>
                  </a:lnTo>
                  <a:lnTo>
                    <a:pt x="122301" y="52197"/>
                  </a:lnTo>
                  <a:lnTo>
                    <a:pt x="109899" y="49601"/>
                  </a:lnTo>
                  <a:lnTo>
                    <a:pt x="109624" y="49601"/>
                  </a:lnTo>
                  <a:lnTo>
                    <a:pt x="96011" y="48768"/>
                  </a:lnTo>
                  <a:lnTo>
                    <a:pt x="167640" y="48768"/>
                  </a:lnTo>
                  <a:lnTo>
                    <a:pt x="173950" y="53863"/>
                  </a:lnTo>
                  <a:lnTo>
                    <a:pt x="193548" y="87820"/>
                  </a:lnTo>
                  <a:lnTo>
                    <a:pt x="194858" y="98512"/>
                  </a:lnTo>
                  <a:lnTo>
                    <a:pt x="194894" y="99393"/>
                  </a:lnTo>
                  <a:lnTo>
                    <a:pt x="195008" y="102108"/>
                  </a:lnTo>
                  <a:lnTo>
                    <a:pt x="195072" y="103632"/>
                  </a:lnTo>
                  <a:lnTo>
                    <a:pt x="193719" y="117752"/>
                  </a:lnTo>
                  <a:lnTo>
                    <a:pt x="193619" y="118800"/>
                  </a:lnTo>
                  <a:lnTo>
                    <a:pt x="189603" y="131064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3" name="Google Shape;3573;p64"/>
          <p:cNvGrpSpPr/>
          <p:nvPr/>
        </p:nvGrpSpPr>
        <p:grpSpPr>
          <a:xfrm>
            <a:off x="1220724" y="2759963"/>
            <a:ext cx="266827" cy="1004316"/>
            <a:chOff x="1220724" y="2759963"/>
            <a:chExt cx="266827" cy="1004316"/>
          </a:xfrm>
        </p:grpSpPr>
        <p:pic>
          <p:nvPicPr>
            <p:cNvPr id="3574" name="Google Shape;3574;p64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225296" y="3593591"/>
              <a:ext cx="190500" cy="1706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75" name="Google Shape;3575;p64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220724" y="3380232"/>
              <a:ext cx="195072" cy="1752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76" name="Google Shape;3576;p64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220724" y="3172967"/>
              <a:ext cx="190500" cy="1706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77" name="Google Shape;3577;p64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220724" y="2959607"/>
              <a:ext cx="195072" cy="1767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78" name="Google Shape;3578;p64"/>
            <p:cNvSpPr/>
            <p:nvPr/>
          </p:nvSpPr>
          <p:spPr>
            <a:xfrm>
              <a:off x="1225296" y="2759963"/>
              <a:ext cx="262255" cy="187960"/>
            </a:xfrm>
            <a:custGeom>
              <a:rect b="b" l="l" r="r" t="t"/>
              <a:pathLst>
                <a:path extrusionOk="0" h="187960" w="262255">
                  <a:moveTo>
                    <a:pt x="0" y="187452"/>
                  </a:moveTo>
                  <a:lnTo>
                    <a:pt x="0" y="135636"/>
                  </a:lnTo>
                  <a:lnTo>
                    <a:pt x="131064" y="92964"/>
                  </a:lnTo>
                  <a:lnTo>
                    <a:pt x="0" y="51816"/>
                  </a:lnTo>
                  <a:lnTo>
                    <a:pt x="0" y="0"/>
                  </a:lnTo>
                  <a:lnTo>
                    <a:pt x="178308" y="64008"/>
                  </a:lnTo>
                  <a:lnTo>
                    <a:pt x="219503" y="79605"/>
                  </a:lnTo>
                  <a:lnTo>
                    <a:pt x="242315" y="92964"/>
                  </a:lnTo>
                  <a:lnTo>
                    <a:pt x="246888" y="96012"/>
                  </a:lnTo>
                  <a:lnTo>
                    <a:pt x="251460" y="102108"/>
                  </a:lnTo>
                  <a:lnTo>
                    <a:pt x="254508" y="106680"/>
                  </a:lnTo>
                  <a:lnTo>
                    <a:pt x="257556" y="112776"/>
                  </a:lnTo>
                  <a:lnTo>
                    <a:pt x="259079" y="120396"/>
                  </a:lnTo>
                  <a:lnTo>
                    <a:pt x="260604" y="126492"/>
                  </a:lnTo>
                  <a:lnTo>
                    <a:pt x="262128" y="135636"/>
                  </a:lnTo>
                  <a:lnTo>
                    <a:pt x="262128" y="144780"/>
                  </a:lnTo>
                  <a:lnTo>
                    <a:pt x="261866" y="151638"/>
                  </a:lnTo>
                  <a:lnTo>
                    <a:pt x="261175" y="158496"/>
                  </a:lnTo>
                  <a:lnTo>
                    <a:pt x="259079" y="172212"/>
                  </a:lnTo>
                  <a:lnTo>
                    <a:pt x="220980" y="175260"/>
                  </a:lnTo>
                  <a:lnTo>
                    <a:pt x="222504" y="167640"/>
                  </a:lnTo>
                  <a:lnTo>
                    <a:pt x="222504" y="155448"/>
                  </a:lnTo>
                  <a:lnTo>
                    <a:pt x="200596" y="123825"/>
                  </a:lnTo>
                  <a:lnTo>
                    <a:pt x="185928" y="118872"/>
                  </a:lnTo>
                  <a:lnTo>
                    <a:pt x="0" y="187452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579" name="Google Shape;3579;p64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1687067" y="2069592"/>
            <a:ext cx="4588764" cy="67147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80" name="Google Shape;3580;p64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3581" name="Google Shape;3581;p64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82" name="Google Shape;3582;p64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583" name="Google Shape;3583;p64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584" name="Google Shape;3584;p64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88" name="Shape 3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9" name="Google Shape;3589;p65"/>
          <p:cNvGrpSpPr/>
          <p:nvPr/>
        </p:nvGrpSpPr>
        <p:grpSpPr>
          <a:xfrm>
            <a:off x="1155192" y="6265164"/>
            <a:ext cx="260604" cy="1446656"/>
            <a:chOff x="1155192" y="6265164"/>
            <a:chExt cx="260604" cy="1446656"/>
          </a:xfrm>
        </p:grpSpPr>
        <p:sp>
          <p:nvSpPr>
            <p:cNvPr id="3590" name="Google Shape;3590;p65"/>
            <p:cNvSpPr/>
            <p:nvPr/>
          </p:nvSpPr>
          <p:spPr>
            <a:xfrm>
              <a:off x="1155192" y="7496555"/>
              <a:ext cx="256540" cy="215265"/>
            </a:xfrm>
            <a:custGeom>
              <a:rect b="b" l="l" r="r" t="t"/>
              <a:pathLst>
                <a:path extrusionOk="0" h="215265" w="256540">
                  <a:moveTo>
                    <a:pt x="256031" y="214883"/>
                  </a:moveTo>
                  <a:lnTo>
                    <a:pt x="0" y="214883"/>
                  </a:lnTo>
                  <a:lnTo>
                    <a:pt x="125" y="113728"/>
                  </a:lnTo>
                  <a:lnTo>
                    <a:pt x="280" y="105536"/>
                  </a:lnTo>
                  <a:lnTo>
                    <a:pt x="1081" y="92963"/>
                  </a:lnTo>
                  <a:lnTo>
                    <a:pt x="1142" y="92011"/>
                  </a:lnTo>
                  <a:lnTo>
                    <a:pt x="2496" y="81343"/>
                  </a:lnTo>
                  <a:lnTo>
                    <a:pt x="2571" y="80748"/>
                  </a:lnTo>
                  <a:lnTo>
                    <a:pt x="4571" y="71627"/>
                  </a:lnTo>
                  <a:lnTo>
                    <a:pt x="8596" y="60745"/>
                  </a:lnTo>
                  <a:lnTo>
                    <a:pt x="13804" y="51053"/>
                  </a:lnTo>
                  <a:lnTo>
                    <a:pt x="13906" y="50863"/>
                  </a:lnTo>
                  <a:lnTo>
                    <a:pt x="47243" y="19049"/>
                  </a:lnTo>
                  <a:lnTo>
                    <a:pt x="83272" y="5143"/>
                  </a:lnTo>
                  <a:lnTo>
                    <a:pt x="113830" y="547"/>
                  </a:lnTo>
                  <a:lnTo>
                    <a:pt x="114336" y="547"/>
                  </a:lnTo>
                  <a:lnTo>
                    <a:pt x="131063" y="0"/>
                  </a:lnTo>
                  <a:lnTo>
                    <a:pt x="172640" y="4500"/>
                  </a:lnTo>
                  <a:lnTo>
                    <a:pt x="210692" y="19049"/>
                  </a:lnTo>
                  <a:lnTo>
                    <a:pt x="241813" y="50863"/>
                  </a:lnTo>
                  <a:lnTo>
                    <a:pt x="243089" y="53340"/>
                  </a:lnTo>
                  <a:lnTo>
                    <a:pt x="128015" y="53340"/>
                  </a:lnTo>
                  <a:lnTo>
                    <a:pt x="114014" y="53625"/>
                  </a:lnTo>
                  <a:lnTo>
                    <a:pt x="74894" y="61340"/>
                  </a:lnTo>
                  <a:lnTo>
                    <a:pt x="47410" y="90082"/>
                  </a:lnTo>
                  <a:lnTo>
                    <a:pt x="42671" y="140207"/>
                  </a:lnTo>
                  <a:lnTo>
                    <a:pt x="42671" y="163067"/>
                  </a:lnTo>
                  <a:lnTo>
                    <a:pt x="256031" y="163067"/>
                  </a:lnTo>
                  <a:lnTo>
                    <a:pt x="256031" y="214883"/>
                  </a:lnTo>
                  <a:close/>
                </a:path>
                <a:path extrusionOk="0" h="215265" w="256540">
                  <a:moveTo>
                    <a:pt x="256031" y="163067"/>
                  </a:moveTo>
                  <a:lnTo>
                    <a:pt x="213359" y="163067"/>
                  </a:lnTo>
                  <a:lnTo>
                    <a:pt x="213287" y="113728"/>
                  </a:lnTo>
                  <a:lnTo>
                    <a:pt x="212978" y="105536"/>
                  </a:lnTo>
                  <a:lnTo>
                    <a:pt x="212074" y="98393"/>
                  </a:lnTo>
                  <a:lnTo>
                    <a:pt x="210311" y="92963"/>
                  </a:lnTo>
                  <a:lnTo>
                    <a:pt x="208787" y="85343"/>
                  </a:lnTo>
                  <a:lnTo>
                    <a:pt x="205863" y="78033"/>
                  </a:lnTo>
                  <a:lnTo>
                    <a:pt x="205739" y="77723"/>
                  </a:lnTo>
                  <a:lnTo>
                    <a:pt x="199643" y="71627"/>
                  </a:lnTo>
                  <a:lnTo>
                    <a:pt x="155066" y="54483"/>
                  </a:lnTo>
                  <a:lnTo>
                    <a:pt x="128015" y="53340"/>
                  </a:lnTo>
                  <a:lnTo>
                    <a:pt x="243089" y="53340"/>
                  </a:lnTo>
                  <a:lnTo>
                    <a:pt x="246828" y="60745"/>
                  </a:lnTo>
                  <a:lnTo>
                    <a:pt x="251459" y="71627"/>
                  </a:lnTo>
                  <a:lnTo>
                    <a:pt x="253337" y="80748"/>
                  </a:lnTo>
                  <a:lnTo>
                    <a:pt x="253460" y="81343"/>
                  </a:lnTo>
                  <a:lnTo>
                    <a:pt x="254863" y="92011"/>
                  </a:lnTo>
                  <a:lnTo>
                    <a:pt x="255746" y="104203"/>
                  </a:lnTo>
                  <a:lnTo>
                    <a:pt x="255953" y="113728"/>
                  </a:lnTo>
                  <a:lnTo>
                    <a:pt x="256031" y="163067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591" name="Google Shape;3591;p65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20723" y="7293863"/>
              <a:ext cx="195072" cy="1752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92" name="Google Shape;3592;p6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20724" y="7088124"/>
              <a:ext cx="195072" cy="1767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93" name="Google Shape;3593;p65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20723" y="6751320"/>
              <a:ext cx="195072" cy="3017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94" name="Google Shape;3594;p65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220955" y="6550151"/>
              <a:ext cx="194744" cy="1752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95" name="Google Shape;3595;p65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20723" y="6356603"/>
              <a:ext cx="195071" cy="1737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96" name="Google Shape;3596;p65"/>
            <p:cNvSpPr/>
            <p:nvPr/>
          </p:nvSpPr>
          <p:spPr>
            <a:xfrm>
              <a:off x="1155192" y="6265164"/>
              <a:ext cx="256540" cy="48895"/>
            </a:xfrm>
            <a:custGeom>
              <a:rect b="b" l="l" r="r" t="t"/>
              <a:pathLst>
                <a:path extrusionOk="0" h="48895" w="256540">
                  <a:moveTo>
                    <a:pt x="45720" y="0"/>
                  </a:moveTo>
                  <a:lnTo>
                    <a:pt x="0" y="0"/>
                  </a:lnTo>
                  <a:lnTo>
                    <a:pt x="0" y="48768"/>
                  </a:lnTo>
                  <a:lnTo>
                    <a:pt x="45720" y="48768"/>
                  </a:lnTo>
                  <a:lnTo>
                    <a:pt x="45720" y="0"/>
                  </a:lnTo>
                  <a:close/>
                </a:path>
                <a:path extrusionOk="0" h="48895" w="256540">
                  <a:moveTo>
                    <a:pt x="256032" y="0"/>
                  </a:moveTo>
                  <a:lnTo>
                    <a:pt x="70104" y="0"/>
                  </a:lnTo>
                  <a:lnTo>
                    <a:pt x="70104" y="48768"/>
                  </a:lnTo>
                  <a:lnTo>
                    <a:pt x="256032" y="48768"/>
                  </a:lnTo>
                  <a:lnTo>
                    <a:pt x="256032" y="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7" name="Google Shape;3597;p65"/>
          <p:cNvGrpSpPr/>
          <p:nvPr/>
        </p:nvGrpSpPr>
        <p:grpSpPr>
          <a:xfrm>
            <a:off x="1220724" y="5823203"/>
            <a:ext cx="266700" cy="393191"/>
            <a:chOff x="1220724" y="5823203"/>
            <a:chExt cx="266700" cy="393191"/>
          </a:xfrm>
        </p:grpSpPr>
        <p:pic>
          <p:nvPicPr>
            <p:cNvPr id="3598" name="Google Shape;3598;p65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20724" y="6045707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599" name="Google Shape;3599;p65"/>
            <p:cNvSpPr/>
            <p:nvPr/>
          </p:nvSpPr>
          <p:spPr>
            <a:xfrm>
              <a:off x="1220724" y="5823203"/>
              <a:ext cx="266700" cy="181610"/>
            </a:xfrm>
            <a:custGeom>
              <a:rect b="b" l="l" r="r" t="t"/>
              <a:pathLst>
                <a:path extrusionOk="0" h="181610" w="266700">
                  <a:moveTo>
                    <a:pt x="96012" y="181355"/>
                  </a:moveTo>
                  <a:lnTo>
                    <a:pt x="55054" y="176402"/>
                  </a:lnTo>
                  <a:lnTo>
                    <a:pt x="14144" y="148018"/>
                  </a:lnTo>
                  <a:lnTo>
                    <a:pt x="0" y="105155"/>
                  </a:lnTo>
                  <a:lnTo>
                    <a:pt x="1976" y="88606"/>
                  </a:lnTo>
                  <a:lnTo>
                    <a:pt x="7810" y="73342"/>
                  </a:lnTo>
                  <a:lnTo>
                    <a:pt x="17359" y="59507"/>
                  </a:lnTo>
                  <a:lnTo>
                    <a:pt x="30480" y="47243"/>
                  </a:lnTo>
                  <a:lnTo>
                    <a:pt x="4571" y="47243"/>
                  </a:lnTo>
                  <a:lnTo>
                    <a:pt x="4571" y="0"/>
                  </a:lnTo>
                  <a:lnTo>
                    <a:pt x="172212" y="0"/>
                  </a:lnTo>
                  <a:lnTo>
                    <a:pt x="211859" y="3857"/>
                  </a:lnTo>
                  <a:lnTo>
                    <a:pt x="246888" y="21335"/>
                  </a:lnTo>
                  <a:lnTo>
                    <a:pt x="262483" y="48767"/>
                  </a:lnTo>
                  <a:lnTo>
                    <a:pt x="94488" y="48767"/>
                  </a:lnTo>
                  <a:lnTo>
                    <a:pt x="81391" y="49601"/>
                  </a:lnTo>
                  <a:lnTo>
                    <a:pt x="45815" y="67865"/>
                  </a:lnTo>
                  <a:lnTo>
                    <a:pt x="38208" y="90344"/>
                  </a:lnTo>
                  <a:lnTo>
                    <a:pt x="38100" y="91439"/>
                  </a:lnTo>
                  <a:lnTo>
                    <a:pt x="38839" y="99059"/>
                  </a:lnTo>
                  <a:lnTo>
                    <a:pt x="38957" y="100274"/>
                  </a:lnTo>
                  <a:lnTo>
                    <a:pt x="41528" y="108394"/>
                  </a:lnTo>
                  <a:lnTo>
                    <a:pt x="80748" y="131992"/>
                  </a:lnTo>
                  <a:lnTo>
                    <a:pt x="94488" y="132587"/>
                  </a:lnTo>
                  <a:lnTo>
                    <a:pt x="185219" y="132587"/>
                  </a:lnTo>
                  <a:lnTo>
                    <a:pt x="182499" y="139636"/>
                  </a:lnTo>
                  <a:lnTo>
                    <a:pt x="145303" y="172354"/>
                  </a:lnTo>
                  <a:lnTo>
                    <a:pt x="114347" y="180451"/>
                  </a:lnTo>
                  <a:lnTo>
                    <a:pt x="96012" y="181355"/>
                  </a:lnTo>
                  <a:close/>
                </a:path>
                <a:path extrusionOk="0" h="181610" w="266700">
                  <a:moveTo>
                    <a:pt x="185219" y="132587"/>
                  </a:moveTo>
                  <a:lnTo>
                    <a:pt x="94488" y="132587"/>
                  </a:lnTo>
                  <a:lnTo>
                    <a:pt x="108227" y="131992"/>
                  </a:lnTo>
                  <a:lnTo>
                    <a:pt x="119824" y="130111"/>
                  </a:lnTo>
                  <a:lnTo>
                    <a:pt x="150018" y="100917"/>
                  </a:lnTo>
                  <a:lnTo>
                    <a:pt x="150876" y="92963"/>
                  </a:lnTo>
                  <a:lnTo>
                    <a:pt x="150018" y="84129"/>
                  </a:lnTo>
                  <a:lnTo>
                    <a:pt x="147567" y="76390"/>
                  </a:lnTo>
                  <a:lnTo>
                    <a:pt x="147447" y="76009"/>
                  </a:lnTo>
                  <a:lnTo>
                    <a:pt x="108120" y="49601"/>
                  </a:lnTo>
                  <a:lnTo>
                    <a:pt x="107846" y="49601"/>
                  </a:lnTo>
                  <a:lnTo>
                    <a:pt x="94488" y="48767"/>
                  </a:lnTo>
                  <a:lnTo>
                    <a:pt x="158496" y="48767"/>
                  </a:lnTo>
                  <a:lnTo>
                    <a:pt x="172497" y="61674"/>
                  </a:lnTo>
                  <a:lnTo>
                    <a:pt x="182499" y="75437"/>
                  </a:lnTo>
                  <a:lnTo>
                    <a:pt x="188499" y="90344"/>
                  </a:lnTo>
                  <a:lnTo>
                    <a:pt x="190500" y="106679"/>
                  </a:lnTo>
                  <a:lnTo>
                    <a:pt x="188499" y="124086"/>
                  </a:lnTo>
                  <a:lnTo>
                    <a:pt x="185219" y="132587"/>
                  </a:lnTo>
                  <a:close/>
                </a:path>
                <a:path extrusionOk="0" h="181610" w="266700">
                  <a:moveTo>
                    <a:pt x="208788" y="176783"/>
                  </a:moveTo>
                  <a:lnTo>
                    <a:pt x="205740" y="176783"/>
                  </a:lnTo>
                  <a:lnTo>
                    <a:pt x="202692" y="175259"/>
                  </a:lnTo>
                  <a:lnTo>
                    <a:pt x="208788" y="117347"/>
                  </a:lnTo>
                  <a:lnTo>
                    <a:pt x="216408" y="117347"/>
                  </a:lnTo>
                  <a:lnTo>
                    <a:pt x="220980" y="114299"/>
                  </a:lnTo>
                  <a:lnTo>
                    <a:pt x="222504" y="111251"/>
                  </a:lnTo>
                  <a:lnTo>
                    <a:pt x="227076" y="106679"/>
                  </a:lnTo>
                  <a:lnTo>
                    <a:pt x="228600" y="99059"/>
                  </a:lnTo>
                  <a:lnTo>
                    <a:pt x="228546" y="88391"/>
                  </a:lnTo>
                  <a:lnTo>
                    <a:pt x="228396" y="84129"/>
                  </a:lnTo>
                  <a:lnTo>
                    <a:pt x="228290" y="81105"/>
                  </a:lnTo>
                  <a:lnTo>
                    <a:pt x="210312" y="51815"/>
                  </a:lnTo>
                  <a:lnTo>
                    <a:pt x="205740" y="50291"/>
                  </a:lnTo>
                  <a:lnTo>
                    <a:pt x="198120" y="48767"/>
                  </a:lnTo>
                  <a:lnTo>
                    <a:pt x="262483" y="48767"/>
                  </a:lnTo>
                  <a:lnTo>
                    <a:pt x="264128" y="55816"/>
                  </a:lnTo>
                  <a:lnTo>
                    <a:pt x="265557" y="65531"/>
                  </a:lnTo>
                  <a:lnTo>
                    <a:pt x="266308" y="75056"/>
                  </a:lnTo>
                  <a:lnTo>
                    <a:pt x="266414" y="76390"/>
                  </a:lnTo>
                  <a:lnTo>
                    <a:pt x="266514" y="92963"/>
                  </a:lnTo>
                  <a:lnTo>
                    <a:pt x="266019" y="105155"/>
                  </a:lnTo>
                  <a:lnTo>
                    <a:pt x="265957" y="106679"/>
                  </a:lnTo>
                  <a:lnTo>
                    <a:pt x="265880" y="108584"/>
                  </a:lnTo>
                  <a:lnTo>
                    <a:pt x="249936" y="156971"/>
                  </a:lnTo>
                  <a:lnTo>
                    <a:pt x="220789" y="175402"/>
                  </a:lnTo>
                  <a:lnTo>
                    <a:pt x="208788" y="176783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0" name="Google Shape;3600;p65"/>
          <p:cNvGrpSpPr/>
          <p:nvPr/>
        </p:nvGrpSpPr>
        <p:grpSpPr>
          <a:xfrm>
            <a:off x="1150620" y="5271515"/>
            <a:ext cx="265430" cy="423799"/>
            <a:chOff x="1150620" y="5271515"/>
            <a:chExt cx="265430" cy="423799"/>
          </a:xfrm>
        </p:grpSpPr>
        <p:sp>
          <p:nvSpPr>
            <p:cNvPr id="3601" name="Google Shape;3601;p65"/>
            <p:cNvSpPr/>
            <p:nvPr/>
          </p:nvSpPr>
          <p:spPr>
            <a:xfrm>
              <a:off x="1150620" y="5486399"/>
              <a:ext cx="265430" cy="208915"/>
            </a:xfrm>
            <a:custGeom>
              <a:rect b="b" l="l" r="r" t="t"/>
              <a:pathLst>
                <a:path extrusionOk="0" h="208914" w="265430">
                  <a:moveTo>
                    <a:pt x="176784" y="208787"/>
                  </a:moveTo>
                  <a:lnTo>
                    <a:pt x="172212" y="160019"/>
                  </a:lnTo>
                  <a:lnTo>
                    <a:pt x="183927" y="157138"/>
                  </a:lnTo>
                  <a:lnTo>
                    <a:pt x="193929" y="152971"/>
                  </a:lnTo>
                  <a:lnTo>
                    <a:pt x="220360" y="114490"/>
                  </a:lnTo>
                  <a:lnTo>
                    <a:pt x="220980" y="103631"/>
                  </a:lnTo>
                  <a:lnTo>
                    <a:pt x="220384" y="91892"/>
                  </a:lnTo>
                  <a:lnTo>
                    <a:pt x="199263" y="56006"/>
                  </a:lnTo>
                  <a:lnTo>
                    <a:pt x="185928" y="53339"/>
                  </a:lnTo>
                  <a:lnTo>
                    <a:pt x="179832" y="53339"/>
                  </a:lnTo>
                  <a:lnTo>
                    <a:pt x="175260" y="54863"/>
                  </a:lnTo>
                  <a:lnTo>
                    <a:pt x="166116" y="60959"/>
                  </a:lnTo>
                  <a:lnTo>
                    <a:pt x="163068" y="67055"/>
                  </a:lnTo>
                  <a:lnTo>
                    <a:pt x="160020" y="76199"/>
                  </a:lnTo>
                  <a:lnTo>
                    <a:pt x="157710" y="82200"/>
                  </a:lnTo>
                  <a:lnTo>
                    <a:pt x="155257" y="91058"/>
                  </a:lnTo>
                  <a:lnTo>
                    <a:pt x="152519" y="102774"/>
                  </a:lnTo>
                  <a:lnTo>
                    <a:pt x="149352" y="117347"/>
                  </a:lnTo>
                  <a:lnTo>
                    <a:pt x="143589" y="136469"/>
                  </a:lnTo>
                  <a:lnTo>
                    <a:pt x="123444" y="175259"/>
                  </a:lnTo>
                  <a:lnTo>
                    <a:pt x="86153" y="198191"/>
                  </a:lnTo>
                  <a:lnTo>
                    <a:pt x="71628" y="199643"/>
                  </a:lnTo>
                  <a:lnTo>
                    <a:pt x="62269" y="198810"/>
                  </a:lnTo>
                  <a:lnTo>
                    <a:pt x="27360" y="181165"/>
                  </a:lnTo>
                  <a:lnTo>
                    <a:pt x="5143" y="144589"/>
                  </a:lnTo>
                  <a:lnTo>
                    <a:pt x="0" y="105155"/>
                  </a:lnTo>
                  <a:lnTo>
                    <a:pt x="1404" y="82581"/>
                  </a:lnTo>
                  <a:lnTo>
                    <a:pt x="12215" y="46005"/>
                  </a:lnTo>
                  <a:lnTo>
                    <a:pt x="46863" y="14096"/>
                  </a:lnTo>
                  <a:lnTo>
                    <a:pt x="79247" y="7619"/>
                  </a:lnTo>
                  <a:lnTo>
                    <a:pt x="80772" y="59435"/>
                  </a:lnTo>
                  <a:lnTo>
                    <a:pt x="71985" y="61150"/>
                  </a:lnTo>
                  <a:lnTo>
                    <a:pt x="64198" y="64007"/>
                  </a:lnTo>
                  <a:lnTo>
                    <a:pt x="44196" y="106679"/>
                  </a:lnTo>
                  <a:lnTo>
                    <a:pt x="44767" y="117514"/>
                  </a:lnTo>
                  <a:lnTo>
                    <a:pt x="62484" y="150875"/>
                  </a:lnTo>
                  <a:lnTo>
                    <a:pt x="74676" y="150875"/>
                  </a:lnTo>
                  <a:lnTo>
                    <a:pt x="97536" y="111966"/>
                  </a:lnTo>
                  <a:lnTo>
                    <a:pt x="105822" y="76461"/>
                  </a:lnTo>
                  <a:lnTo>
                    <a:pt x="110109" y="61150"/>
                  </a:lnTo>
                  <a:lnTo>
                    <a:pt x="131064" y="21907"/>
                  </a:lnTo>
                  <a:lnTo>
                    <a:pt x="164401" y="2285"/>
                  </a:lnTo>
                  <a:lnTo>
                    <a:pt x="185928" y="0"/>
                  </a:lnTo>
                  <a:lnTo>
                    <a:pt x="197072" y="619"/>
                  </a:lnTo>
                  <a:lnTo>
                    <a:pt x="236529" y="18716"/>
                  </a:lnTo>
                  <a:lnTo>
                    <a:pt x="260032" y="57745"/>
                  </a:lnTo>
                  <a:lnTo>
                    <a:pt x="265176" y="102107"/>
                  </a:lnTo>
                  <a:lnTo>
                    <a:pt x="263747" y="124920"/>
                  </a:lnTo>
                  <a:lnTo>
                    <a:pt x="252317" y="162544"/>
                  </a:lnTo>
                  <a:lnTo>
                    <a:pt x="214693" y="197929"/>
                  </a:lnTo>
                  <a:lnTo>
                    <a:pt x="197096" y="204430"/>
                  </a:lnTo>
                  <a:lnTo>
                    <a:pt x="176784" y="208787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02" name="Google Shape;3602;p65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25296" y="5271515"/>
              <a:ext cx="190500" cy="170687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603" name="Google Shape;3603;p65"/>
          <p:cNvSpPr/>
          <p:nvPr/>
        </p:nvSpPr>
        <p:spPr>
          <a:xfrm>
            <a:off x="1155179" y="4520184"/>
            <a:ext cx="332740" cy="702945"/>
          </a:xfrm>
          <a:custGeom>
            <a:rect b="b" l="l" r="r" t="t"/>
            <a:pathLst>
              <a:path extrusionOk="0" h="702945" w="332740">
                <a:moveTo>
                  <a:pt x="257568" y="216408"/>
                </a:moveTo>
                <a:lnTo>
                  <a:pt x="0" y="216408"/>
                </a:lnTo>
                <a:lnTo>
                  <a:pt x="0" y="266700"/>
                </a:lnTo>
                <a:lnTo>
                  <a:pt x="257568" y="266700"/>
                </a:lnTo>
                <a:lnTo>
                  <a:pt x="257568" y="216408"/>
                </a:lnTo>
                <a:close/>
              </a:path>
              <a:path extrusionOk="0" h="702945" w="332740">
                <a:moveTo>
                  <a:pt x="327660" y="653796"/>
                </a:moveTo>
                <a:lnTo>
                  <a:pt x="233172" y="653796"/>
                </a:lnTo>
                <a:lnTo>
                  <a:pt x="240372" y="646963"/>
                </a:lnTo>
                <a:lnTo>
                  <a:pt x="246126" y="640270"/>
                </a:lnTo>
                <a:lnTo>
                  <a:pt x="260604" y="600456"/>
                </a:lnTo>
                <a:lnTo>
                  <a:pt x="258914" y="584149"/>
                </a:lnTo>
                <a:lnTo>
                  <a:pt x="234696" y="544068"/>
                </a:lnTo>
                <a:lnTo>
                  <a:pt x="222504" y="535368"/>
                </a:lnTo>
                <a:lnTo>
                  <a:pt x="222504" y="611124"/>
                </a:lnTo>
                <a:lnTo>
                  <a:pt x="221627" y="619963"/>
                </a:lnTo>
                <a:lnTo>
                  <a:pt x="187642" y="651129"/>
                </a:lnTo>
                <a:lnTo>
                  <a:pt x="160020" y="653796"/>
                </a:lnTo>
                <a:lnTo>
                  <a:pt x="147142" y="653186"/>
                </a:lnTo>
                <a:lnTo>
                  <a:pt x="111353" y="635342"/>
                </a:lnTo>
                <a:lnTo>
                  <a:pt x="107010" y="627888"/>
                </a:lnTo>
                <a:lnTo>
                  <a:pt x="104495" y="619963"/>
                </a:lnTo>
                <a:lnTo>
                  <a:pt x="118872" y="582168"/>
                </a:lnTo>
                <a:lnTo>
                  <a:pt x="163068" y="569976"/>
                </a:lnTo>
                <a:lnTo>
                  <a:pt x="177927" y="570814"/>
                </a:lnTo>
                <a:lnTo>
                  <a:pt x="214795" y="588200"/>
                </a:lnTo>
                <a:lnTo>
                  <a:pt x="222504" y="611124"/>
                </a:lnTo>
                <a:lnTo>
                  <a:pt x="222504" y="535368"/>
                </a:lnTo>
                <a:lnTo>
                  <a:pt x="220700" y="534073"/>
                </a:lnTo>
                <a:lnTo>
                  <a:pt x="203835" y="526923"/>
                </a:lnTo>
                <a:lnTo>
                  <a:pt x="184124" y="522643"/>
                </a:lnTo>
                <a:lnTo>
                  <a:pt x="161544" y="521208"/>
                </a:lnTo>
                <a:lnTo>
                  <a:pt x="140741" y="522643"/>
                </a:lnTo>
                <a:lnTo>
                  <a:pt x="91440" y="544068"/>
                </a:lnTo>
                <a:lnTo>
                  <a:pt x="72136" y="569404"/>
                </a:lnTo>
                <a:lnTo>
                  <a:pt x="67233" y="583501"/>
                </a:lnTo>
                <a:lnTo>
                  <a:pt x="67157" y="584149"/>
                </a:lnTo>
                <a:lnTo>
                  <a:pt x="65532" y="598932"/>
                </a:lnTo>
                <a:lnTo>
                  <a:pt x="65633" y="600456"/>
                </a:lnTo>
                <a:lnTo>
                  <a:pt x="66103" y="607822"/>
                </a:lnTo>
                <a:lnTo>
                  <a:pt x="84963" y="645033"/>
                </a:lnTo>
                <a:lnTo>
                  <a:pt x="97536" y="655320"/>
                </a:lnTo>
                <a:lnTo>
                  <a:pt x="70104" y="655320"/>
                </a:lnTo>
                <a:lnTo>
                  <a:pt x="70104" y="702564"/>
                </a:lnTo>
                <a:lnTo>
                  <a:pt x="327660" y="702564"/>
                </a:lnTo>
                <a:lnTo>
                  <a:pt x="327660" y="653796"/>
                </a:lnTo>
                <a:close/>
              </a:path>
              <a:path extrusionOk="0" h="702945" w="332740">
                <a:moveTo>
                  <a:pt x="327660" y="435864"/>
                </a:moveTo>
                <a:lnTo>
                  <a:pt x="233172" y="435864"/>
                </a:lnTo>
                <a:lnTo>
                  <a:pt x="240372" y="429006"/>
                </a:lnTo>
                <a:lnTo>
                  <a:pt x="246126" y="422148"/>
                </a:lnTo>
                <a:lnTo>
                  <a:pt x="250748" y="415290"/>
                </a:lnTo>
                <a:lnTo>
                  <a:pt x="254508" y="408432"/>
                </a:lnTo>
                <a:lnTo>
                  <a:pt x="257390" y="402437"/>
                </a:lnTo>
                <a:lnTo>
                  <a:pt x="257505" y="402031"/>
                </a:lnTo>
                <a:lnTo>
                  <a:pt x="259270" y="395859"/>
                </a:lnTo>
                <a:lnTo>
                  <a:pt x="260299" y="388721"/>
                </a:lnTo>
                <a:lnTo>
                  <a:pt x="260311" y="388366"/>
                </a:lnTo>
                <a:lnTo>
                  <a:pt x="260604" y="381000"/>
                </a:lnTo>
                <a:lnTo>
                  <a:pt x="245821" y="338137"/>
                </a:lnTo>
                <a:lnTo>
                  <a:pt x="222504" y="317436"/>
                </a:lnTo>
                <a:lnTo>
                  <a:pt x="222504" y="391668"/>
                </a:lnTo>
                <a:lnTo>
                  <a:pt x="221627" y="400507"/>
                </a:lnTo>
                <a:lnTo>
                  <a:pt x="187642" y="432435"/>
                </a:lnTo>
                <a:lnTo>
                  <a:pt x="160020" y="435864"/>
                </a:lnTo>
                <a:lnTo>
                  <a:pt x="146773" y="435013"/>
                </a:lnTo>
                <a:lnTo>
                  <a:pt x="147027" y="435013"/>
                </a:lnTo>
                <a:lnTo>
                  <a:pt x="134937" y="432435"/>
                </a:lnTo>
                <a:lnTo>
                  <a:pt x="135343" y="432435"/>
                </a:lnTo>
                <a:lnTo>
                  <a:pt x="125945" y="428802"/>
                </a:lnTo>
                <a:lnTo>
                  <a:pt x="117348" y="423672"/>
                </a:lnTo>
                <a:lnTo>
                  <a:pt x="111353" y="417410"/>
                </a:lnTo>
                <a:lnTo>
                  <a:pt x="107061" y="410146"/>
                </a:lnTo>
                <a:lnTo>
                  <a:pt x="104495" y="402031"/>
                </a:lnTo>
                <a:lnTo>
                  <a:pt x="103632" y="393192"/>
                </a:lnTo>
                <a:lnTo>
                  <a:pt x="104521" y="384606"/>
                </a:lnTo>
                <a:lnTo>
                  <a:pt x="136969" y="354711"/>
                </a:lnTo>
                <a:lnTo>
                  <a:pt x="149237" y="352640"/>
                </a:lnTo>
                <a:lnTo>
                  <a:pt x="149631" y="352640"/>
                </a:lnTo>
                <a:lnTo>
                  <a:pt x="163068" y="352044"/>
                </a:lnTo>
                <a:lnTo>
                  <a:pt x="200787" y="357835"/>
                </a:lnTo>
                <a:lnTo>
                  <a:pt x="221742" y="384606"/>
                </a:lnTo>
                <a:lnTo>
                  <a:pt x="222504" y="391668"/>
                </a:lnTo>
                <a:lnTo>
                  <a:pt x="222504" y="317436"/>
                </a:lnTo>
                <a:lnTo>
                  <a:pt x="220700" y="316141"/>
                </a:lnTo>
                <a:lnTo>
                  <a:pt x="203835" y="308991"/>
                </a:lnTo>
                <a:lnTo>
                  <a:pt x="184010" y="304685"/>
                </a:lnTo>
                <a:lnTo>
                  <a:pt x="183743" y="304685"/>
                </a:lnTo>
                <a:lnTo>
                  <a:pt x="161544" y="303276"/>
                </a:lnTo>
                <a:lnTo>
                  <a:pt x="121920" y="308800"/>
                </a:lnTo>
                <a:lnTo>
                  <a:pt x="80327" y="336613"/>
                </a:lnTo>
                <a:lnTo>
                  <a:pt x="65532" y="379476"/>
                </a:lnTo>
                <a:lnTo>
                  <a:pt x="65633" y="381000"/>
                </a:lnTo>
                <a:lnTo>
                  <a:pt x="66103" y="388366"/>
                </a:lnTo>
                <a:lnTo>
                  <a:pt x="66179" y="388721"/>
                </a:lnTo>
                <a:lnTo>
                  <a:pt x="67818" y="396811"/>
                </a:lnTo>
                <a:lnTo>
                  <a:pt x="70675" y="404990"/>
                </a:lnTo>
                <a:lnTo>
                  <a:pt x="97536" y="437388"/>
                </a:lnTo>
                <a:lnTo>
                  <a:pt x="70104" y="437388"/>
                </a:lnTo>
                <a:lnTo>
                  <a:pt x="70104" y="484632"/>
                </a:lnTo>
                <a:lnTo>
                  <a:pt x="327660" y="484632"/>
                </a:lnTo>
                <a:lnTo>
                  <a:pt x="327660" y="435864"/>
                </a:lnTo>
                <a:close/>
              </a:path>
              <a:path extrusionOk="0" h="702945" w="332740">
                <a:moveTo>
                  <a:pt x="332244" y="135636"/>
                </a:moveTo>
                <a:lnTo>
                  <a:pt x="312432" y="92964"/>
                </a:lnTo>
                <a:lnTo>
                  <a:pt x="306336" y="89916"/>
                </a:lnTo>
                <a:lnTo>
                  <a:pt x="302094" y="86512"/>
                </a:lnTo>
                <a:lnTo>
                  <a:pt x="296430" y="83248"/>
                </a:lnTo>
                <a:lnTo>
                  <a:pt x="289610" y="80276"/>
                </a:lnTo>
                <a:lnTo>
                  <a:pt x="281952" y="77724"/>
                </a:lnTo>
                <a:lnTo>
                  <a:pt x="248424" y="65532"/>
                </a:lnTo>
                <a:lnTo>
                  <a:pt x="70116" y="0"/>
                </a:lnTo>
                <a:lnTo>
                  <a:pt x="70116" y="51816"/>
                </a:lnTo>
                <a:lnTo>
                  <a:pt x="201180" y="94488"/>
                </a:lnTo>
                <a:lnTo>
                  <a:pt x="70116" y="135636"/>
                </a:lnTo>
                <a:lnTo>
                  <a:pt x="70116" y="187452"/>
                </a:lnTo>
                <a:lnTo>
                  <a:pt x="256044" y="118872"/>
                </a:lnTo>
                <a:lnTo>
                  <a:pt x="263728" y="121424"/>
                </a:lnTo>
                <a:lnTo>
                  <a:pt x="292023" y="148005"/>
                </a:lnTo>
                <a:lnTo>
                  <a:pt x="292620" y="155448"/>
                </a:lnTo>
                <a:lnTo>
                  <a:pt x="292620" y="167640"/>
                </a:lnTo>
                <a:lnTo>
                  <a:pt x="291096" y="175260"/>
                </a:lnTo>
                <a:lnTo>
                  <a:pt x="329196" y="172212"/>
                </a:lnTo>
                <a:lnTo>
                  <a:pt x="331292" y="158496"/>
                </a:lnTo>
                <a:lnTo>
                  <a:pt x="331978" y="151638"/>
                </a:lnTo>
                <a:lnTo>
                  <a:pt x="332244" y="144780"/>
                </a:lnTo>
                <a:lnTo>
                  <a:pt x="332244" y="135636"/>
                </a:lnTo>
                <a:close/>
              </a:path>
            </a:pathLst>
          </a:custGeom>
          <a:solidFill>
            <a:srgbClr val="E40A0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04" name="Google Shape;3604;p65"/>
          <p:cNvGrpSpPr/>
          <p:nvPr/>
        </p:nvGrpSpPr>
        <p:grpSpPr>
          <a:xfrm>
            <a:off x="1155179" y="3156203"/>
            <a:ext cx="332245" cy="1255903"/>
            <a:chOff x="1155179" y="3156203"/>
            <a:chExt cx="332245" cy="1255903"/>
          </a:xfrm>
        </p:grpSpPr>
        <p:sp>
          <p:nvSpPr>
            <p:cNvPr id="3605" name="Google Shape;3605;p65"/>
            <p:cNvSpPr/>
            <p:nvPr/>
          </p:nvSpPr>
          <p:spPr>
            <a:xfrm>
              <a:off x="1155192" y="4172711"/>
              <a:ext cx="256540" cy="239395"/>
            </a:xfrm>
            <a:custGeom>
              <a:rect b="b" l="l" r="r" t="t"/>
              <a:pathLst>
                <a:path extrusionOk="0" h="239395" w="256540">
                  <a:moveTo>
                    <a:pt x="0" y="239268"/>
                  </a:moveTo>
                  <a:lnTo>
                    <a:pt x="0" y="184404"/>
                  </a:lnTo>
                  <a:lnTo>
                    <a:pt x="188975" y="118872"/>
                  </a:lnTo>
                  <a:lnTo>
                    <a:pt x="0" y="54864"/>
                  </a:lnTo>
                  <a:lnTo>
                    <a:pt x="0" y="0"/>
                  </a:lnTo>
                  <a:lnTo>
                    <a:pt x="256031" y="94488"/>
                  </a:lnTo>
                  <a:lnTo>
                    <a:pt x="256031" y="147828"/>
                  </a:lnTo>
                  <a:lnTo>
                    <a:pt x="0" y="239268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06" name="Google Shape;3606;p65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220723" y="3994403"/>
              <a:ext cx="195072" cy="1920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07" name="Google Shape;3607;p65"/>
            <p:cNvSpPr/>
            <p:nvPr/>
          </p:nvSpPr>
          <p:spPr>
            <a:xfrm>
              <a:off x="1155179" y="3765804"/>
              <a:ext cx="260985" cy="192405"/>
            </a:xfrm>
            <a:custGeom>
              <a:rect b="b" l="l" r="r" t="t"/>
              <a:pathLst>
                <a:path extrusionOk="0" h="192404" w="260984">
                  <a:moveTo>
                    <a:pt x="257568" y="141732"/>
                  </a:moveTo>
                  <a:lnTo>
                    <a:pt x="0" y="141732"/>
                  </a:lnTo>
                  <a:lnTo>
                    <a:pt x="0" y="192024"/>
                  </a:lnTo>
                  <a:lnTo>
                    <a:pt x="257568" y="192024"/>
                  </a:lnTo>
                  <a:lnTo>
                    <a:pt x="257568" y="141732"/>
                  </a:lnTo>
                  <a:close/>
                </a:path>
                <a:path extrusionOk="0" h="192404" w="260984">
                  <a:moveTo>
                    <a:pt x="260604" y="38100"/>
                  </a:moveTo>
                  <a:lnTo>
                    <a:pt x="260057" y="28079"/>
                  </a:lnTo>
                  <a:lnTo>
                    <a:pt x="258508" y="18478"/>
                  </a:lnTo>
                  <a:lnTo>
                    <a:pt x="256108" y="9169"/>
                  </a:lnTo>
                  <a:lnTo>
                    <a:pt x="252996" y="0"/>
                  </a:lnTo>
                  <a:lnTo>
                    <a:pt x="214884" y="4572"/>
                  </a:lnTo>
                  <a:lnTo>
                    <a:pt x="217932" y="12192"/>
                  </a:lnTo>
                  <a:lnTo>
                    <a:pt x="219456" y="19812"/>
                  </a:lnTo>
                  <a:lnTo>
                    <a:pt x="219456" y="30480"/>
                  </a:lnTo>
                  <a:lnTo>
                    <a:pt x="216408" y="32004"/>
                  </a:lnTo>
                  <a:lnTo>
                    <a:pt x="213360" y="35052"/>
                  </a:lnTo>
                  <a:lnTo>
                    <a:pt x="210312" y="36576"/>
                  </a:lnTo>
                  <a:lnTo>
                    <a:pt x="108204" y="36576"/>
                  </a:lnTo>
                  <a:lnTo>
                    <a:pt x="108204" y="3048"/>
                  </a:lnTo>
                  <a:lnTo>
                    <a:pt x="70104" y="3048"/>
                  </a:lnTo>
                  <a:lnTo>
                    <a:pt x="70104" y="36576"/>
                  </a:lnTo>
                  <a:lnTo>
                    <a:pt x="4572" y="36576"/>
                  </a:lnTo>
                  <a:lnTo>
                    <a:pt x="33528" y="85344"/>
                  </a:lnTo>
                  <a:lnTo>
                    <a:pt x="70104" y="85344"/>
                  </a:lnTo>
                  <a:lnTo>
                    <a:pt x="70104" y="108204"/>
                  </a:lnTo>
                  <a:lnTo>
                    <a:pt x="108204" y="108204"/>
                  </a:lnTo>
                  <a:lnTo>
                    <a:pt x="108204" y="85344"/>
                  </a:lnTo>
                  <a:lnTo>
                    <a:pt x="202196" y="85331"/>
                  </a:lnTo>
                  <a:lnTo>
                    <a:pt x="212026" y="85153"/>
                  </a:lnTo>
                  <a:lnTo>
                    <a:pt x="219862" y="84709"/>
                  </a:lnTo>
                  <a:lnTo>
                    <a:pt x="225552" y="83820"/>
                  </a:lnTo>
                  <a:lnTo>
                    <a:pt x="233184" y="83820"/>
                  </a:lnTo>
                  <a:lnTo>
                    <a:pt x="239268" y="80772"/>
                  </a:lnTo>
                  <a:lnTo>
                    <a:pt x="243840" y="77724"/>
                  </a:lnTo>
                  <a:lnTo>
                    <a:pt x="249936" y="74676"/>
                  </a:lnTo>
                  <a:lnTo>
                    <a:pt x="256032" y="62484"/>
                  </a:lnTo>
                  <a:lnTo>
                    <a:pt x="259080" y="54864"/>
                  </a:lnTo>
                  <a:lnTo>
                    <a:pt x="260604" y="47244"/>
                  </a:lnTo>
                  <a:lnTo>
                    <a:pt x="260604" y="3810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08" name="Google Shape;3608;p65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220884" y="3576827"/>
              <a:ext cx="194911" cy="1752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09" name="Google Shape;3609;p65"/>
            <p:cNvSpPr/>
            <p:nvPr/>
          </p:nvSpPr>
          <p:spPr>
            <a:xfrm>
              <a:off x="1220724" y="3366515"/>
              <a:ext cx="266700" cy="181610"/>
            </a:xfrm>
            <a:custGeom>
              <a:rect b="b" l="l" r="r" t="t"/>
              <a:pathLst>
                <a:path extrusionOk="0" h="181610" w="266700">
                  <a:moveTo>
                    <a:pt x="96012" y="181356"/>
                  </a:moveTo>
                  <a:lnTo>
                    <a:pt x="55054" y="175641"/>
                  </a:lnTo>
                  <a:lnTo>
                    <a:pt x="14144" y="147351"/>
                  </a:lnTo>
                  <a:lnTo>
                    <a:pt x="0" y="103632"/>
                  </a:lnTo>
                  <a:lnTo>
                    <a:pt x="1976" y="87320"/>
                  </a:lnTo>
                  <a:lnTo>
                    <a:pt x="7810" y="72580"/>
                  </a:lnTo>
                  <a:lnTo>
                    <a:pt x="17359" y="59269"/>
                  </a:lnTo>
                  <a:lnTo>
                    <a:pt x="30480" y="47244"/>
                  </a:lnTo>
                  <a:lnTo>
                    <a:pt x="4571" y="47244"/>
                  </a:lnTo>
                  <a:lnTo>
                    <a:pt x="4571" y="0"/>
                  </a:lnTo>
                  <a:lnTo>
                    <a:pt x="172212" y="0"/>
                  </a:lnTo>
                  <a:lnTo>
                    <a:pt x="211859" y="2571"/>
                  </a:lnTo>
                  <a:lnTo>
                    <a:pt x="246888" y="21336"/>
                  </a:lnTo>
                  <a:lnTo>
                    <a:pt x="262483" y="48768"/>
                  </a:lnTo>
                  <a:lnTo>
                    <a:pt x="94488" y="48768"/>
                  </a:lnTo>
                  <a:lnTo>
                    <a:pt x="81391" y="49601"/>
                  </a:lnTo>
                  <a:lnTo>
                    <a:pt x="45815" y="67222"/>
                  </a:lnTo>
                  <a:lnTo>
                    <a:pt x="38100" y="91440"/>
                  </a:lnTo>
                  <a:lnTo>
                    <a:pt x="38859" y="99060"/>
                  </a:lnTo>
                  <a:lnTo>
                    <a:pt x="69151" y="129349"/>
                  </a:lnTo>
                  <a:lnTo>
                    <a:pt x="94488" y="132588"/>
                  </a:lnTo>
                  <a:lnTo>
                    <a:pt x="184910" y="132588"/>
                  </a:lnTo>
                  <a:lnTo>
                    <a:pt x="182499" y="138874"/>
                  </a:lnTo>
                  <a:lnTo>
                    <a:pt x="145303" y="171711"/>
                  </a:lnTo>
                  <a:lnTo>
                    <a:pt x="114347" y="180236"/>
                  </a:lnTo>
                  <a:lnTo>
                    <a:pt x="96012" y="181356"/>
                  </a:lnTo>
                  <a:close/>
                </a:path>
                <a:path extrusionOk="0" h="181610" w="266700">
                  <a:moveTo>
                    <a:pt x="184910" y="132588"/>
                  </a:moveTo>
                  <a:lnTo>
                    <a:pt x="94488" y="132588"/>
                  </a:lnTo>
                  <a:lnTo>
                    <a:pt x="108227" y="131754"/>
                  </a:lnTo>
                  <a:lnTo>
                    <a:pt x="119824" y="129349"/>
                  </a:lnTo>
                  <a:lnTo>
                    <a:pt x="150018" y="100036"/>
                  </a:lnTo>
                  <a:lnTo>
                    <a:pt x="150876" y="91440"/>
                  </a:lnTo>
                  <a:lnTo>
                    <a:pt x="150018" y="82819"/>
                  </a:lnTo>
                  <a:lnTo>
                    <a:pt x="119824" y="52006"/>
                  </a:lnTo>
                  <a:lnTo>
                    <a:pt x="94488" y="48768"/>
                  </a:lnTo>
                  <a:lnTo>
                    <a:pt x="158496" y="48768"/>
                  </a:lnTo>
                  <a:lnTo>
                    <a:pt x="172443" y="60960"/>
                  </a:lnTo>
                  <a:lnTo>
                    <a:pt x="182499" y="74676"/>
                  </a:lnTo>
                  <a:lnTo>
                    <a:pt x="188499" y="89487"/>
                  </a:lnTo>
                  <a:lnTo>
                    <a:pt x="190500" y="105156"/>
                  </a:lnTo>
                  <a:lnTo>
                    <a:pt x="188499" y="123229"/>
                  </a:lnTo>
                  <a:lnTo>
                    <a:pt x="184910" y="132588"/>
                  </a:lnTo>
                  <a:close/>
                </a:path>
                <a:path extrusionOk="0" h="181610" w="266700">
                  <a:moveTo>
                    <a:pt x="208788" y="175260"/>
                  </a:moveTo>
                  <a:lnTo>
                    <a:pt x="202692" y="175260"/>
                  </a:lnTo>
                  <a:lnTo>
                    <a:pt x="208788" y="117348"/>
                  </a:lnTo>
                  <a:lnTo>
                    <a:pt x="216408" y="115824"/>
                  </a:lnTo>
                  <a:lnTo>
                    <a:pt x="220980" y="114300"/>
                  </a:lnTo>
                  <a:lnTo>
                    <a:pt x="222504" y="111252"/>
                  </a:lnTo>
                  <a:lnTo>
                    <a:pt x="227076" y="106680"/>
                  </a:lnTo>
                  <a:lnTo>
                    <a:pt x="228600" y="99060"/>
                  </a:lnTo>
                  <a:lnTo>
                    <a:pt x="228561" y="87320"/>
                  </a:lnTo>
                  <a:lnTo>
                    <a:pt x="228398" y="82819"/>
                  </a:lnTo>
                  <a:lnTo>
                    <a:pt x="228290" y="79819"/>
                  </a:lnTo>
                  <a:lnTo>
                    <a:pt x="205740" y="48768"/>
                  </a:lnTo>
                  <a:lnTo>
                    <a:pt x="262483" y="48768"/>
                  </a:lnTo>
                  <a:lnTo>
                    <a:pt x="264128" y="55816"/>
                  </a:lnTo>
                  <a:lnTo>
                    <a:pt x="265557" y="65532"/>
                  </a:lnTo>
                  <a:lnTo>
                    <a:pt x="266263" y="74485"/>
                  </a:lnTo>
                  <a:lnTo>
                    <a:pt x="266308" y="75057"/>
                  </a:lnTo>
                  <a:lnTo>
                    <a:pt x="266414" y="76390"/>
                  </a:lnTo>
                  <a:lnTo>
                    <a:pt x="266495" y="79819"/>
                  </a:lnTo>
                  <a:lnTo>
                    <a:pt x="266574" y="91440"/>
                  </a:lnTo>
                  <a:lnTo>
                    <a:pt x="266074" y="103632"/>
                  </a:lnTo>
                  <a:lnTo>
                    <a:pt x="265949" y="106680"/>
                  </a:lnTo>
                  <a:lnTo>
                    <a:pt x="265910" y="107632"/>
                  </a:lnTo>
                  <a:lnTo>
                    <a:pt x="265795" y="110442"/>
                  </a:lnTo>
                  <a:lnTo>
                    <a:pt x="262890" y="128778"/>
                  </a:lnTo>
                  <a:lnTo>
                    <a:pt x="241363" y="164330"/>
                  </a:lnTo>
                  <a:lnTo>
                    <a:pt x="220789" y="174093"/>
                  </a:lnTo>
                  <a:lnTo>
                    <a:pt x="208788" y="175260"/>
                  </a:lnTo>
                  <a:close/>
                </a:path>
              </a:pathLst>
            </a:custGeom>
            <a:solidFill>
              <a:srgbClr val="E40A0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10" name="Google Shape;3610;p65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220723" y="3156203"/>
              <a:ext cx="195072" cy="17526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611" name="Google Shape;3611;p65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1687067" y="1975104"/>
            <a:ext cx="4593335" cy="69479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12" name="Google Shape;3612;p65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3613" name="Google Shape;3613;p65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14" name="Google Shape;3614;p65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615" name="Google Shape;3615;p65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616" name="Google Shape;3616;p65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20" name="Shape 3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21" name="Google Shape;3621;p66"/>
          <p:cNvGrpSpPr/>
          <p:nvPr/>
        </p:nvGrpSpPr>
        <p:grpSpPr>
          <a:xfrm>
            <a:off x="3139440" y="6217920"/>
            <a:ext cx="342900" cy="1484884"/>
            <a:chOff x="3139440" y="6217920"/>
            <a:chExt cx="342900" cy="1484884"/>
          </a:xfrm>
        </p:grpSpPr>
        <p:sp>
          <p:nvSpPr>
            <p:cNvPr id="3622" name="Google Shape;3622;p66"/>
            <p:cNvSpPr/>
            <p:nvPr/>
          </p:nvSpPr>
          <p:spPr>
            <a:xfrm>
              <a:off x="3139440" y="7232904"/>
              <a:ext cx="342900" cy="469900"/>
            </a:xfrm>
            <a:custGeom>
              <a:rect b="b" l="l" r="r" t="t"/>
              <a:pathLst>
                <a:path extrusionOk="0" h="469900" w="342900">
                  <a:moveTo>
                    <a:pt x="74676" y="62484"/>
                  </a:moveTo>
                  <a:lnTo>
                    <a:pt x="51625" y="27432"/>
                  </a:lnTo>
                  <a:lnTo>
                    <a:pt x="38100" y="24384"/>
                  </a:lnTo>
                  <a:lnTo>
                    <a:pt x="30378" y="24980"/>
                  </a:lnTo>
                  <a:lnTo>
                    <a:pt x="800" y="54775"/>
                  </a:lnTo>
                  <a:lnTo>
                    <a:pt x="0" y="62484"/>
                  </a:lnTo>
                  <a:lnTo>
                    <a:pt x="800" y="69329"/>
                  </a:lnTo>
                  <a:lnTo>
                    <a:pt x="30378" y="98475"/>
                  </a:lnTo>
                  <a:lnTo>
                    <a:pt x="38100" y="99060"/>
                  </a:lnTo>
                  <a:lnTo>
                    <a:pt x="44932" y="98475"/>
                  </a:lnTo>
                  <a:lnTo>
                    <a:pt x="74079" y="69329"/>
                  </a:lnTo>
                  <a:lnTo>
                    <a:pt x="74676" y="62484"/>
                  </a:lnTo>
                  <a:close/>
                </a:path>
                <a:path extrusionOk="0" h="469900" w="342900">
                  <a:moveTo>
                    <a:pt x="335280" y="0"/>
                  </a:moveTo>
                  <a:lnTo>
                    <a:pt x="326136" y="0"/>
                  </a:lnTo>
                  <a:lnTo>
                    <a:pt x="326136" y="10668"/>
                  </a:lnTo>
                  <a:lnTo>
                    <a:pt x="323088" y="18288"/>
                  </a:lnTo>
                  <a:lnTo>
                    <a:pt x="314172" y="24218"/>
                  </a:lnTo>
                  <a:lnTo>
                    <a:pt x="307848" y="26098"/>
                  </a:lnTo>
                  <a:lnTo>
                    <a:pt x="299224" y="27127"/>
                  </a:lnTo>
                  <a:lnTo>
                    <a:pt x="288036" y="27432"/>
                  </a:lnTo>
                  <a:lnTo>
                    <a:pt x="109728" y="27432"/>
                  </a:lnTo>
                  <a:lnTo>
                    <a:pt x="109728" y="121920"/>
                  </a:lnTo>
                  <a:lnTo>
                    <a:pt x="118872" y="121920"/>
                  </a:lnTo>
                  <a:lnTo>
                    <a:pt x="120396" y="111252"/>
                  </a:lnTo>
                  <a:lnTo>
                    <a:pt x="121920" y="103632"/>
                  </a:lnTo>
                  <a:lnTo>
                    <a:pt x="126492" y="100584"/>
                  </a:lnTo>
                  <a:lnTo>
                    <a:pt x="131064" y="97713"/>
                  </a:lnTo>
                  <a:lnTo>
                    <a:pt x="137922" y="95821"/>
                  </a:lnTo>
                  <a:lnTo>
                    <a:pt x="147269" y="94780"/>
                  </a:lnTo>
                  <a:lnTo>
                    <a:pt x="147942" y="94780"/>
                  </a:lnTo>
                  <a:lnTo>
                    <a:pt x="158496" y="94488"/>
                  </a:lnTo>
                  <a:lnTo>
                    <a:pt x="288036" y="94488"/>
                  </a:lnTo>
                  <a:lnTo>
                    <a:pt x="299199" y="94780"/>
                  </a:lnTo>
                  <a:lnTo>
                    <a:pt x="326136" y="111252"/>
                  </a:lnTo>
                  <a:lnTo>
                    <a:pt x="326136" y="121920"/>
                  </a:lnTo>
                  <a:lnTo>
                    <a:pt x="335280" y="121920"/>
                  </a:lnTo>
                  <a:lnTo>
                    <a:pt x="335280" y="94488"/>
                  </a:lnTo>
                  <a:lnTo>
                    <a:pt x="335280" y="0"/>
                  </a:lnTo>
                  <a:close/>
                </a:path>
                <a:path extrusionOk="0" h="469900" w="342900">
                  <a:moveTo>
                    <a:pt x="342900" y="291084"/>
                  </a:moveTo>
                  <a:lnTo>
                    <a:pt x="335826" y="236651"/>
                  </a:lnTo>
                  <a:lnTo>
                    <a:pt x="313563" y="191452"/>
                  </a:lnTo>
                  <a:lnTo>
                    <a:pt x="289560" y="163068"/>
                  </a:lnTo>
                  <a:lnTo>
                    <a:pt x="262128" y="163068"/>
                  </a:lnTo>
                  <a:lnTo>
                    <a:pt x="276987" y="177647"/>
                  </a:lnTo>
                  <a:lnTo>
                    <a:pt x="289560" y="191643"/>
                  </a:lnTo>
                  <a:lnTo>
                    <a:pt x="313842" y="231063"/>
                  </a:lnTo>
                  <a:lnTo>
                    <a:pt x="321564" y="275844"/>
                  </a:lnTo>
                  <a:lnTo>
                    <a:pt x="320421" y="293522"/>
                  </a:lnTo>
                  <a:lnTo>
                    <a:pt x="303276" y="336804"/>
                  </a:lnTo>
                  <a:lnTo>
                    <a:pt x="265557" y="365315"/>
                  </a:lnTo>
                  <a:lnTo>
                    <a:pt x="209740" y="380047"/>
                  </a:lnTo>
                  <a:lnTo>
                    <a:pt x="167640" y="382524"/>
                  </a:lnTo>
                  <a:lnTo>
                    <a:pt x="145351" y="381647"/>
                  </a:lnTo>
                  <a:lnTo>
                    <a:pt x="104203" y="374167"/>
                  </a:lnTo>
                  <a:lnTo>
                    <a:pt x="60198" y="352234"/>
                  </a:lnTo>
                  <a:lnTo>
                    <a:pt x="31623" y="316090"/>
                  </a:lnTo>
                  <a:lnTo>
                    <a:pt x="21336" y="272796"/>
                  </a:lnTo>
                  <a:lnTo>
                    <a:pt x="22783" y="254177"/>
                  </a:lnTo>
                  <a:lnTo>
                    <a:pt x="45720" y="205740"/>
                  </a:lnTo>
                  <a:lnTo>
                    <a:pt x="92214" y="171450"/>
                  </a:lnTo>
                  <a:lnTo>
                    <a:pt x="112776" y="164592"/>
                  </a:lnTo>
                  <a:lnTo>
                    <a:pt x="112776" y="155448"/>
                  </a:lnTo>
                  <a:lnTo>
                    <a:pt x="0" y="155448"/>
                  </a:lnTo>
                  <a:lnTo>
                    <a:pt x="0" y="164592"/>
                  </a:lnTo>
                  <a:lnTo>
                    <a:pt x="7620" y="166116"/>
                  </a:lnTo>
                  <a:lnTo>
                    <a:pt x="13716" y="169164"/>
                  </a:lnTo>
                  <a:lnTo>
                    <a:pt x="18288" y="172212"/>
                  </a:lnTo>
                  <a:lnTo>
                    <a:pt x="21336" y="176784"/>
                  </a:lnTo>
                  <a:lnTo>
                    <a:pt x="22860" y="181356"/>
                  </a:lnTo>
                  <a:lnTo>
                    <a:pt x="22860" y="185928"/>
                  </a:lnTo>
                  <a:lnTo>
                    <a:pt x="22301" y="190246"/>
                  </a:lnTo>
                  <a:lnTo>
                    <a:pt x="20764" y="196405"/>
                  </a:lnTo>
                  <a:lnTo>
                    <a:pt x="15240" y="214884"/>
                  </a:lnTo>
                  <a:lnTo>
                    <a:pt x="8356" y="234035"/>
                  </a:lnTo>
                  <a:lnTo>
                    <a:pt x="3619" y="252603"/>
                  </a:lnTo>
                  <a:lnTo>
                    <a:pt x="876" y="270611"/>
                  </a:lnTo>
                  <a:lnTo>
                    <a:pt x="0" y="288036"/>
                  </a:lnTo>
                  <a:lnTo>
                    <a:pt x="1422" y="311734"/>
                  </a:lnTo>
                  <a:lnTo>
                    <a:pt x="12852" y="356831"/>
                  </a:lnTo>
                  <a:lnTo>
                    <a:pt x="36309" y="398297"/>
                  </a:lnTo>
                  <a:lnTo>
                    <a:pt x="68935" y="431533"/>
                  </a:lnTo>
                  <a:lnTo>
                    <a:pt x="110147" y="455891"/>
                  </a:lnTo>
                  <a:lnTo>
                    <a:pt x="154825" y="467944"/>
                  </a:lnTo>
                  <a:lnTo>
                    <a:pt x="178308" y="469392"/>
                  </a:lnTo>
                  <a:lnTo>
                    <a:pt x="199758" y="467995"/>
                  </a:lnTo>
                  <a:lnTo>
                    <a:pt x="241528" y="457187"/>
                  </a:lnTo>
                  <a:lnTo>
                    <a:pt x="280416" y="435483"/>
                  </a:lnTo>
                  <a:lnTo>
                    <a:pt x="310134" y="403479"/>
                  </a:lnTo>
                  <a:lnTo>
                    <a:pt x="331317" y="363524"/>
                  </a:lnTo>
                  <a:lnTo>
                    <a:pt x="341706" y="316763"/>
                  </a:lnTo>
                  <a:lnTo>
                    <a:pt x="342900" y="29108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23" name="Google Shape;3623;p66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3243071" y="7018019"/>
              <a:ext cx="231647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24" name="Google Shape;3624;p6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3243071" y="6803135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25" name="Google Shape;3625;p66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3249167" y="6533387"/>
              <a:ext cx="231648" cy="2377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26" name="Google Shape;3626;p66"/>
            <p:cNvSpPr/>
            <p:nvPr/>
          </p:nvSpPr>
          <p:spPr>
            <a:xfrm>
              <a:off x="3139440" y="6217920"/>
              <a:ext cx="338455" cy="288290"/>
            </a:xfrm>
            <a:custGeom>
              <a:rect b="b" l="l" r="r" t="t"/>
              <a:pathLst>
                <a:path extrusionOk="0" h="288290" w="338454">
                  <a:moveTo>
                    <a:pt x="74676" y="228600"/>
                  </a:moveTo>
                  <a:lnTo>
                    <a:pt x="51625" y="192976"/>
                  </a:lnTo>
                  <a:lnTo>
                    <a:pt x="38100" y="190500"/>
                  </a:lnTo>
                  <a:lnTo>
                    <a:pt x="30378" y="191096"/>
                  </a:lnTo>
                  <a:lnTo>
                    <a:pt x="800" y="220891"/>
                  </a:lnTo>
                  <a:lnTo>
                    <a:pt x="0" y="228600"/>
                  </a:lnTo>
                  <a:lnTo>
                    <a:pt x="800" y="235445"/>
                  </a:lnTo>
                  <a:lnTo>
                    <a:pt x="30378" y="264591"/>
                  </a:lnTo>
                  <a:lnTo>
                    <a:pt x="38100" y="265176"/>
                  </a:lnTo>
                  <a:lnTo>
                    <a:pt x="44932" y="264591"/>
                  </a:lnTo>
                  <a:lnTo>
                    <a:pt x="74079" y="235445"/>
                  </a:lnTo>
                  <a:lnTo>
                    <a:pt x="74676" y="228600"/>
                  </a:lnTo>
                  <a:close/>
                </a:path>
                <a:path extrusionOk="0" h="288290" w="338454">
                  <a:moveTo>
                    <a:pt x="335280" y="166116"/>
                  </a:moveTo>
                  <a:lnTo>
                    <a:pt x="326136" y="166116"/>
                  </a:lnTo>
                  <a:lnTo>
                    <a:pt x="326136" y="176784"/>
                  </a:lnTo>
                  <a:lnTo>
                    <a:pt x="323088" y="184404"/>
                  </a:lnTo>
                  <a:lnTo>
                    <a:pt x="314172" y="190334"/>
                  </a:lnTo>
                  <a:lnTo>
                    <a:pt x="307848" y="192214"/>
                  </a:lnTo>
                  <a:lnTo>
                    <a:pt x="299224" y="193243"/>
                  </a:lnTo>
                  <a:lnTo>
                    <a:pt x="288036" y="193548"/>
                  </a:lnTo>
                  <a:lnTo>
                    <a:pt x="109728" y="193548"/>
                  </a:lnTo>
                  <a:lnTo>
                    <a:pt x="109728" y="288036"/>
                  </a:lnTo>
                  <a:lnTo>
                    <a:pt x="118872" y="288036"/>
                  </a:lnTo>
                  <a:lnTo>
                    <a:pt x="120396" y="277368"/>
                  </a:lnTo>
                  <a:lnTo>
                    <a:pt x="121920" y="269748"/>
                  </a:lnTo>
                  <a:lnTo>
                    <a:pt x="126492" y="266700"/>
                  </a:lnTo>
                  <a:lnTo>
                    <a:pt x="131064" y="263829"/>
                  </a:lnTo>
                  <a:lnTo>
                    <a:pt x="137922" y="261937"/>
                  </a:lnTo>
                  <a:lnTo>
                    <a:pt x="147269" y="260896"/>
                  </a:lnTo>
                  <a:lnTo>
                    <a:pt x="147942" y="260896"/>
                  </a:lnTo>
                  <a:lnTo>
                    <a:pt x="158496" y="260604"/>
                  </a:lnTo>
                  <a:lnTo>
                    <a:pt x="288036" y="260604"/>
                  </a:lnTo>
                  <a:lnTo>
                    <a:pt x="299199" y="260896"/>
                  </a:lnTo>
                  <a:lnTo>
                    <a:pt x="326136" y="277368"/>
                  </a:lnTo>
                  <a:lnTo>
                    <a:pt x="326136" y="288036"/>
                  </a:lnTo>
                  <a:lnTo>
                    <a:pt x="335280" y="288036"/>
                  </a:lnTo>
                  <a:lnTo>
                    <a:pt x="335280" y="260604"/>
                  </a:lnTo>
                  <a:lnTo>
                    <a:pt x="335280" y="166116"/>
                  </a:lnTo>
                  <a:close/>
                </a:path>
                <a:path extrusionOk="0" h="288290" w="338454">
                  <a:moveTo>
                    <a:pt x="338328" y="64008"/>
                  </a:moveTo>
                  <a:lnTo>
                    <a:pt x="335483" y="43726"/>
                  </a:lnTo>
                  <a:lnTo>
                    <a:pt x="327088" y="26289"/>
                  </a:lnTo>
                  <a:lnTo>
                    <a:pt x="313245" y="11722"/>
                  </a:lnTo>
                  <a:lnTo>
                    <a:pt x="294132" y="0"/>
                  </a:lnTo>
                  <a:lnTo>
                    <a:pt x="288036" y="7620"/>
                  </a:lnTo>
                  <a:lnTo>
                    <a:pt x="298030" y="14719"/>
                  </a:lnTo>
                  <a:lnTo>
                    <a:pt x="305181" y="22098"/>
                  </a:lnTo>
                  <a:lnTo>
                    <a:pt x="309460" y="29489"/>
                  </a:lnTo>
                  <a:lnTo>
                    <a:pt x="310896" y="36576"/>
                  </a:lnTo>
                  <a:lnTo>
                    <a:pt x="310896" y="39624"/>
                  </a:lnTo>
                  <a:lnTo>
                    <a:pt x="272796" y="53340"/>
                  </a:lnTo>
                  <a:lnTo>
                    <a:pt x="134112" y="53340"/>
                  </a:lnTo>
                  <a:lnTo>
                    <a:pt x="134112" y="0"/>
                  </a:lnTo>
                  <a:lnTo>
                    <a:pt x="109728" y="0"/>
                  </a:lnTo>
                  <a:lnTo>
                    <a:pt x="109728" y="53340"/>
                  </a:lnTo>
                  <a:lnTo>
                    <a:pt x="27432" y="53340"/>
                  </a:lnTo>
                  <a:lnTo>
                    <a:pt x="27432" y="62484"/>
                  </a:lnTo>
                  <a:lnTo>
                    <a:pt x="68783" y="89065"/>
                  </a:lnTo>
                  <a:lnTo>
                    <a:pt x="103632" y="123253"/>
                  </a:lnTo>
                  <a:lnTo>
                    <a:pt x="126492" y="150876"/>
                  </a:lnTo>
                  <a:lnTo>
                    <a:pt x="134112" y="150876"/>
                  </a:lnTo>
                  <a:lnTo>
                    <a:pt x="134112" y="120396"/>
                  </a:lnTo>
                  <a:lnTo>
                    <a:pt x="272364" y="120383"/>
                  </a:lnTo>
                  <a:lnTo>
                    <a:pt x="284988" y="120205"/>
                  </a:lnTo>
                  <a:lnTo>
                    <a:pt x="326136" y="99060"/>
                  </a:lnTo>
                  <a:lnTo>
                    <a:pt x="337705" y="73990"/>
                  </a:lnTo>
                  <a:lnTo>
                    <a:pt x="338328" y="640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627" name="Google Shape;3627;p66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3139439" y="4674108"/>
            <a:ext cx="439966" cy="14066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28" name="Google Shape;3628;p66"/>
          <p:cNvGrpSpPr/>
          <p:nvPr/>
        </p:nvGrpSpPr>
        <p:grpSpPr>
          <a:xfrm>
            <a:off x="3139439" y="2936748"/>
            <a:ext cx="341376" cy="1591564"/>
            <a:chOff x="3139439" y="2936748"/>
            <a:chExt cx="341376" cy="1591564"/>
          </a:xfrm>
        </p:grpSpPr>
        <p:sp>
          <p:nvSpPr>
            <p:cNvPr id="3629" name="Google Shape;3629;p66"/>
            <p:cNvSpPr/>
            <p:nvPr/>
          </p:nvSpPr>
          <p:spPr>
            <a:xfrm>
              <a:off x="3147059" y="4081272"/>
              <a:ext cx="327660" cy="447040"/>
            </a:xfrm>
            <a:custGeom>
              <a:rect b="b" l="l" r="r" t="t"/>
              <a:pathLst>
                <a:path extrusionOk="0" h="447039" w="327660">
                  <a:moveTo>
                    <a:pt x="327660" y="446531"/>
                  </a:moveTo>
                  <a:lnTo>
                    <a:pt x="318515" y="446531"/>
                  </a:lnTo>
                  <a:lnTo>
                    <a:pt x="318515" y="435863"/>
                  </a:lnTo>
                  <a:lnTo>
                    <a:pt x="316991" y="428243"/>
                  </a:lnTo>
                  <a:lnTo>
                    <a:pt x="286512" y="400811"/>
                  </a:lnTo>
                  <a:lnTo>
                    <a:pt x="56387" y="400811"/>
                  </a:lnTo>
                  <a:lnTo>
                    <a:pt x="35814" y="401002"/>
                  </a:lnTo>
                  <a:lnTo>
                    <a:pt x="28956" y="401454"/>
                  </a:lnTo>
                  <a:lnTo>
                    <a:pt x="24384" y="402335"/>
                  </a:lnTo>
                  <a:lnTo>
                    <a:pt x="21336" y="405383"/>
                  </a:lnTo>
                  <a:lnTo>
                    <a:pt x="16764" y="408431"/>
                  </a:lnTo>
                  <a:lnTo>
                    <a:pt x="13716" y="413003"/>
                  </a:lnTo>
                  <a:lnTo>
                    <a:pt x="10668" y="419099"/>
                  </a:lnTo>
                  <a:lnTo>
                    <a:pt x="9144" y="426719"/>
                  </a:lnTo>
                  <a:lnTo>
                    <a:pt x="9144" y="446531"/>
                  </a:lnTo>
                  <a:lnTo>
                    <a:pt x="0" y="446531"/>
                  </a:lnTo>
                  <a:lnTo>
                    <a:pt x="0" y="312419"/>
                  </a:lnTo>
                  <a:lnTo>
                    <a:pt x="214883" y="220979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9144" y="0"/>
                  </a:lnTo>
                  <a:lnTo>
                    <a:pt x="9144" y="19811"/>
                  </a:lnTo>
                  <a:lnTo>
                    <a:pt x="10668" y="27431"/>
                  </a:lnTo>
                  <a:lnTo>
                    <a:pt x="15240" y="33527"/>
                  </a:lnTo>
                  <a:lnTo>
                    <a:pt x="16764" y="38099"/>
                  </a:lnTo>
                  <a:lnTo>
                    <a:pt x="21336" y="41147"/>
                  </a:lnTo>
                  <a:lnTo>
                    <a:pt x="56387" y="45719"/>
                  </a:lnTo>
                  <a:lnTo>
                    <a:pt x="271272" y="45719"/>
                  </a:lnTo>
                  <a:lnTo>
                    <a:pt x="310895" y="38099"/>
                  </a:lnTo>
                  <a:lnTo>
                    <a:pt x="313943" y="32003"/>
                  </a:lnTo>
                  <a:lnTo>
                    <a:pt x="316991" y="27431"/>
                  </a:lnTo>
                  <a:lnTo>
                    <a:pt x="318515" y="19811"/>
                  </a:lnTo>
                  <a:lnTo>
                    <a:pt x="318515" y="0"/>
                  </a:lnTo>
                  <a:lnTo>
                    <a:pt x="327660" y="0"/>
                  </a:lnTo>
                  <a:lnTo>
                    <a:pt x="327660" y="170687"/>
                  </a:lnTo>
                  <a:lnTo>
                    <a:pt x="318515" y="170687"/>
                  </a:lnTo>
                  <a:lnTo>
                    <a:pt x="318515" y="150875"/>
                  </a:lnTo>
                  <a:lnTo>
                    <a:pt x="316991" y="143255"/>
                  </a:lnTo>
                  <a:lnTo>
                    <a:pt x="313943" y="137159"/>
                  </a:lnTo>
                  <a:lnTo>
                    <a:pt x="310895" y="132587"/>
                  </a:lnTo>
                  <a:lnTo>
                    <a:pt x="307848" y="129539"/>
                  </a:lnTo>
                  <a:lnTo>
                    <a:pt x="301752" y="128015"/>
                  </a:lnTo>
                  <a:lnTo>
                    <a:pt x="298061" y="126896"/>
                  </a:lnTo>
                  <a:lnTo>
                    <a:pt x="291655" y="125920"/>
                  </a:lnTo>
                  <a:lnTo>
                    <a:pt x="282678" y="125229"/>
                  </a:lnTo>
                  <a:lnTo>
                    <a:pt x="271272" y="124967"/>
                  </a:lnTo>
                  <a:lnTo>
                    <a:pt x="28956" y="124967"/>
                  </a:lnTo>
                  <a:lnTo>
                    <a:pt x="327660" y="248411"/>
                  </a:lnTo>
                  <a:lnTo>
                    <a:pt x="327660" y="254507"/>
                  </a:lnTo>
                  <a:lnTo>
                    <a:pt x="32004" y="382523"/>
                  </a:lnTo>
                  <a:lnTo>
                    <a:pt x="262128" y="382523"/>
                  </a:lnTo>
                  <a:lnTo>
                    <a:pt x="300228" y="379475"/>
                  </a:lnTo>
                  <a:lnTo>
                    <a:pt x="318515" y="336803"/>
                  </a:lnTo>
                  <a:lnTo>
                    <a:pt x="327660" y="336803"/>
                  </a:lnTo>
                  <a:lnTo>
                    <a:pt x="327660" y="446531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30" name="Google Shape;3630;p66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3243071" y="3860292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31" name="Google Shape;3631;p66"/>
            <p:cNvSpPr/>
            <p:nvPr/>
          </p:nvSpPr>
          <p:spPr>
            <a:xfrm>
              <a:off x="3166872" y="3691128"/>
              <a:ext cx="311150" cy="151130"/>
            </a:xfrm>
            <a:custGeom>
              <a:rect b="b" l="l" r="r" t="t"/>
              <a:pathLst>
                <a:path extrusionOk="0" h="151129" w="311150">
                  <a:moveTo>
                    <a:pt x="106679" y="150875"/>
                  </a:moveTo>
                  <a:lnTo>
                    <a:pt x="99060" y="150875"/>
                  </a:lnTo>
                  <a:lnTo>
                    <a:pt x="87630" y="135707"/>
                  </a:lnTo>
                  <a:lnTo>
                    <a:pt x="76200" y="122110"/>
                  </a:lnTo>
                  <a:lnTo>
                    <a:pt x="41362" y="88177"/>
                  </a:lnTo>
                  <a:lnTo>
                    <a:pt x="0" y="60959"/>
                  </a:lnTo>
                  <a:lnTo>
                    <a:pt x="0" y="53339"/>
                  </a:lnTo>
                  <a:lnTo>
                    <a:pt x="82296" y="53339"/>
                  </a:lnTo>
                  <a:lnTo>
                    <a:pt x="82296" y="0"/>
                  </a:lnTo>
                  <a:lnTo>
                    <a:pt x="106679" y="0"/>
                  </a:lnTo>
                  <a:lnTo>
                    <a:pt x="106679" y="53339"/>
                  </a:lnTo>
                  <a:lnTo>
                    <a:pt x="245364" y="53339"/>
                  </a:lnTo>
                  <a:lnTo>
                    <a:pt x="281940" y="41147"/>
                  </a:lnTo>
                  <a:lnTo>
                    <a:pt x="283464" y="39623"/>
                  </a:lnTo>
                  <a:lnTo>
                    <a:pt x="283464" y="36575"/>
                  </a:lnTo>
                  <a:lnTo>
                    <a:pt x="282035" y="28836"/>
                  </a:lnTo>
                  <a:lnTo>
                    <a:pt x="277748" y="21526"/>
                  </a:lnTo>
                  <a:lnTo>
                    <a:pt x="270605" y="14501"/>
                  </a:lnTo>
                  <a:lnTo>
                    <a:pt x="260604" y="7619"/>
                  </a:lnTo>
                  <a:lnTo>
                    <a:pt x="266700" y="0"/>
                  </a:lnTo>
                  <a:lnTo>
                    <a:pt x="285821" y="10834"/>
                  </a:lnTo>
                  <a:lnTo>
                    <a:pt x="299656" y="24955"/>
                  </a:lnTo>
                  <a:lnTo>
                    <a:pt x="308062" y="42219"/>
                  </a:lnTo>
                  <a:lnTo>
                    <a:pt x="310895" y="62483"/>
                  </a:lnTo>
                  <a:lnTo>
                    <a:pt x="310276" y="73128"/>
                  </a:lnTo>
                  <a:lnTo>
                    <a:pt x="286321" y="110489"/>
                  </a:lnTo>
                  <a:lnTo>
                    <a:pt x="244935" y="120134"/>
                  </a:lnTo>
                  <a:lnTo>
                    <a:pt x="228600" y="120395"/>
                  </a:lnTo>
                  <a:lnTo>
                    <a:pt x="106679" y="120395"/>
                  </a:lnTo>
                  <a:lnTo>
                    <a:pt x="106679" y="15087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32" name="Google Shape;3632;p66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3243071" y="3479291"/>
              <a:ext cx="231648" cy="190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33" name="Google Shape;3633;p66"/>
            <p:cNvSpPr/>
            <p:nvPr/>
          </p:nvSpPr>
          <p:spPr>
            <a:xfrm>
              <a:off x="3139439" y="3332988"/>
              <a:ext cx="335280" cy="121920"/>
            </a:xfrm>
            <a:custGeom>
              <a:rect b="b" l="l" r="r" t="t"/>
              <a:pathLst>
                <a:path extrusionOk="0" h="121920" w="335279">
                  <a:moveTo>
                    <a:pt x="38100" y="99060"/>
                  </a:moveTo>
                  <a:lnTo>
                    <a:pt x="3048" y="76009"/>
                  </a:lnTo>
                  <a:lnTo>
                    <a:pt x="0" y="62484"/>
                  </a:lnTo>
                  <a:lnTo>
                    <a:pt x="809" y="54768"/>
                  </a:lnTo>
                  <a:lnTo>
                    <a:pt x="30384" y="25193"/>
                  </a:lnTo>
                  <a:lnTo>
                    <a:pt x="38100" y="24384"/>
                  </a:lnTo>
                  <a:lnTo>
                    <a:pt x="44934" y="25193"/>
                  </a:lnTo>
                  <a:lnTo>
                    <a:pt x="74080" y="54768"/>
                  </a:lnTo>
                  <a:lnTo>
                    <a:pt x="74676" y="62484"/>
                  </a:lnTo>
                  <a:lnTo>
                    <a:pt x="74080" y="69318"/>
                  </a:lnTo>
                  <a:lnTo>
                    <a:pt x="44934" y="98464"/>
                  </a:lnTo>
                  <a:lnTo>
                    <a:pt x="38100" y="99060"/>
                  </a:lnTo>
                  <a:close/>
                </a:path>
                <a:path extrusionOk="0" h="121920" w="335279">
                  <a:moveTo>
                    <a:pt x="118872" y="121920"/>
                  </a:moveTo>
                  <a:lnTo>
                    <a:pt x="109728" y="121920"/>
                  </a:lnTo>
                  <a:lnTo>
                    <a:pt x="109728" y="27432"/>
                  </a:lnTo>
                  <a:lnTo>
                    <a:pt x="288036" y="27432"/>
                  </a:lnTo>
                  <a:lnTo>
                    <a:pt x="299227" y="27122"/>
                  </a:lnTo>
                  <a:lnTo>
                    <a:pt x="307848" y="26098"/>
                  </a:lnTo>
                  <a:lnTo>
                    <a:pt x="314182" y="24217"/>
                  </a:lnTo>
                  <a:lnTo>
                    <a:pt x="323088" y="18288"/>
                  </a:lnTo>
                  <a:lnTo>
                    <a:pt x="326136" y="10668"/>
                  </a:lnTo>
                  <a:lnTo>
                    <a:pt x="326136" y="0"/>
                  </a:lnTo>
                  <a:lnTo>
                    <a:pt x="335280" y="0"/>
                  </a:lnTo>
                  <a:lnTo>
                    <a:pt x="335280" y="94488"/>
                  </a:lnTo>
                  <a:lnTo>
                    <a:pt x="158496" y="94488"/>
                  </a:lnTo>
                  <a:lnTo>
                    <a:pt x="147945" y="94773"/>
                  </a:lnTo>
                  <a:lnTo>
                    <a:pt x="147278" y="94773"/>
                  </a:lnTo>
                  <a:lnTo>
                    <a:pt x="137922" y="95821"/>
                  </a:lnTo>
                  <a:lnTo>
                    <a:pt x="131064" y="97702"/>
                  </a:lnTo>
                  <a:lnTo>
                    <a:pt x="126492" y="100584"/>
                  </a:lnTo>
                  <a:lnTo>
                    <a:pt x="121920" y="103632"/>
                  </a:lnTo>
                  <a:lnTo>
                    <a:pt x="120396" y="111252"/>
                  </a:lnTo>
                  <a:lnTo>
                    <a:pt x="118872" y="121920"/>
                  </a:lnTo>
                  <a:close/>
                </a:path>
                <a:path extrusionOk="0" h="121920" w="335279">
                  <a:moveTo>
                    <a:pt x="335280" y="121920"/>
                  </a:moveTo>
                  <a:lnTo>
                    <a:pt x="326136" y="121920"/>
                  </a:lnTo>
                  <a:lnTo>
                    <a:pt x="326136" y="111252"/>
                  </a:lnTo>
                  <a:lnTo>
                    <a:pt x="323088" y="105156"/>
                  </a:lnTo>
                  <a:lnTo>
                    <a:pt x="288036" y="94488"/>
                  </a:lnTo>
                  <a:lnTo>
                    <a:pt x="335280" y="94488"/>
                  </a:lnTo>
                  <a:lnTo>
                    <a:pt x="335280" y="1219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34" name="Google Shape;3634;p66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3243071" y="3119628"/>
              <a:ext cx="237744" cy="188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35" name="Google Shape;3635;p66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3243072" y="2936748"/>
              <a:ext cx="237743" cy="15544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636" name="Google Shape;3636;p66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3637" name="Google Shape;3637;p66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38" name="Google Shape;3638;p66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639" name="Google Shape;3639;p66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640" name="Google Shape;3640;p66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641" name="Google Shape;3641;p6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655307" y="1757172"/>
            <a:ext cx="117348" cy="1615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45" name="Shape 3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6" name="Google Shape;3646;p67"/>
          <p:cNvSpPr/>
          <p:nvPr/>
        </p:nvSpPr>
        <p:spPr>
          <a:xfrm>
            <a:off x="864108" y="5596128"/>
            <a:ext cx="342900" cy="1082040"/>
          </a:xfrm>
          <a:custGeom>
            <a:rect b="b" l="l" r="r" t="t"/>
            <a:pathLst>
              <a:path extrusionOk="0" h="1082040" w="342900">
                <a:moveTo>
                  <a:pt x="335267" y="467868"/>
                </a:moveTo>
                <a:lnTo>
                  <a:pt x="245351" y="440436"/>
                </a:lnTo>
                <a:lnTo>
                  <a:pt x="243827" y="448056"/>
                </a:lnTo>
                <a:lnTo>
                  <a:pt x="257810" y="454685"/>
                </a:lnTo>
                <a:lnTo>
                  <a:pt x="269925" y="461010"/>
                </a:lnTo>
                <a:lnTo>
                  <a:pt x="300215" y="486537"/>
                </a:lnTo>
                <a:lnTo>
                  <a:pt x="313626" y="536981"/>
                </a:lnTo>
                <a:lnTo>
                  <a:pt x="313931" y="554736"/>
                </a:lnTo>
                <a:lnTo>
                  <a:pt x="313931" y="577596"/>
                </a:lnTo>
                <a:lnTo>
                  <a:pt x="310883" y="615696"/>
                </a:lnTo>
                <a:lnTo>
                  <a:pt x="275831" y="627888"/>
                </a:lnTo>
                <a:lnTo>
                  <a:pt x="70104" y="627888"/>
                </a:lnTo>
                <a:lnTo>
                  <a:pt x="27419" y="621792"/>
                </a:lnTo>
                <a:lnTo>
                  <a:pt x="15240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40" y="720852"/>
                </a:lnTo>
                <a:lnTo>
                  <a:pt x="15240" y="708660"/>
                </a:lnTo>
                <a:lnTo>
                  <a:pt x="15824" y="700087"/>
                </a:lnTo>
                <a:lnTo>
                  <a:pt x="51193" y="674166"/>
                </a:lnTo>
                <a:lnTo>
                  <a:pt x="65519" y="673608"/>
                </a:lnTo>
                <a:lnTo>
                  <a:pt x="277355" y="673608"/>
                </a:lnTo>
                <a:lnTo>
                  <a:pt x="319938" y="684872"/>
                </a:lnTo>
                <a:lnTo>
                  <a:pt x="327647" y="708660"/>
                </a:lnTo>
                <a:lnTo>
                  <a:pt x="327647" y="720852"/>
                </a:lnTo>
                <a:lnTo>
                  <a:pt x="335267" y="720852"/>
                </a:lnTo>
                <a:lnTo>
                  <a:pt x="335267" y="467868"/>
                </a:lnTo>
                <a:close/>
              </a:path>
              <a:path extrusionOk="0" h="1082040" w="342900">
                <a:moveTo>
                  <a:pt x="335280" y="0"/>
                </a:moveTo>
                <a:lnTo>
                  <a:pt x="327660" y="0"/>
                </a:lnTo>
                <a:lnTo>
                  <a:pt x="327660" y="12192"/>
                </a:lnTo>
                <a:lnTo>
                  <a:pt x="327660" y="19812"/>
                </a:lnTo>
                <a:lnTo>
                  <a:pt x="298132" y="46863"/>
                </a:lnTo>
                <a:lnTo>
                  <a:pt x="65532" y="47244"/>
                </a:lnTo>
                <a:lnTo>
                  <a:pt x="51854" y="46939"/>
                </a:lnTo>
                <a:lnTo>
                  <a:pt x="16065" y="21653"/>
                </a:lnTo>
                <a:lnTo>
                  <a:pt x="15240" y="12192"/>
                </a:lnTo>
                <a:lnTo>
                  <a:pt x="15240" y="0"/>
                </a:lnTo>
                <a:lnTo>
                  <a:pt x="7620" y="0"/>
                </a:lnTo>
                <a:lnTo>
                  <a:pt x="7620" y="140208"/>
                </a:lnTo>
                <a:lnTo>
                  <a:pt x="15240" y="140208"/>
                </a:lnTo>
                <a:lnTo>
                  <a:pt x="15240" y="120396"/>
                </a:lnTo>
                <a:lnTo>
                  <a:pt x="16764" y="114300"/>
                </a:lnTo>
                <a:lnTo>
                  <a:pt x="53860" y="93230"/>
                </a:lnTo>
                <a:lnTo>
                  <a:pt x="65532" y="92964"/>
                </a:lnTo>
                <a:lnTo>
                  <a:pt x="277368" y="92964"/>
                </a:lnTo>
                <a:lnTo>
                  <a:pt x="315468" y="99060"/>
                </a:lnTo>
                <a:lnTo>
                  <a:pt x="327660" y="129540"/>
                </a:lnTo>
                <a:lnTo>
                  <a:pt x="327660" y="140208"/>
                </a:lnTo>
                <a:lnTo>
                  <a:pt x="335280" y="140208"/>
                </a:lnTo>
                <a:lnTo>
                  <a:pt x="335280" y="0"/>
                </a:lnTo>
                <a:close/>
              </a:path>
              <a:path extrusionOk="0" h="1082040" w="342900">
                <a:moveTo>
                  <a:pt x="342887" y="897636"/>
                </a:moveTo>
                <a:lnTo>
                  <a:pt x="63995" y="784860"/>
                </a:lnTo>
                <a:lnTo>
                  <a:pt x="25895" y="762000"/>
                </a:lnTo>
                <a:lnTo>
                  <a:pt x="15227" y="734568"/>
                </a:lnTo>
                <a:lnTo>
                  <a:pt x="7607" y="734568"/>
                </a:lnTo>
                <a:lnTo>
                  <a:pt x="7607" y="836676"/>
                </a:lnTo>
                <a:lnTo>
                  <a:pt x="15227" y="836676"/>
                </a:lnTo>
                <a:lnTo>
                  <a:pt x="15227" y="832104"/>
                </a:lnTo>
                <a:lnTo>
                  <a:pt x="18275" y="821436"/>
                </a:lnTo>
                <a:lnTo>
                  <a:pt x="21323" y="813816"/>
                </a:lnTo>
                <a:lnTo>
                  <a:pt x="24371" y="809244"/>
                </a:lnTo>
                <a:lnTo>
                  <a:pt x="28943" y="804672"/>
                </a:lnTo>
                <a:lnTo>
                  <a:pt x="33515" y="801624"/>
                </a:lnTo>
                <a:lnTo>
                  <a:pt x="38087" y="801624"/>
                </a:lnTo>
                <a:lnTo>
                  <a:pt x="44716" y="802436"/>
                </a:lnTo>
                <a:lnTo>
                  <a:pt x="53327" y="804672"/>
                </a:lnTo>
                <a:lnTo>
                  <a:pt x="77711" y="812292"/>
                </a:lnTo>
                <a:lnTo>
                  <a:pt x="266687" y="890016"/>
                </a:lnTo>
                <a:lnTo>
                  <a:pt x="62928" y="977442"/>
                </a:lnTo>
                <a:lnTo>
                  <a:pt x="52755" y="981265"/>
                </a:lnTo>
                <a:lnTo>
                  <a:pt x="44018" y="983678"/>
                </a:lnTo>
                <a:lnTo>
                  <a:pt x="36563" y="984504"/>
                </a:lnTo>
                <a:lnTo>
                  <a:pt x="30467" y="984504"/>
                </a:lnTo>
                <a:lnTo>
                  <a:pt x="15227" y="947928"/>
                </a:lnTo>
                <a:lnTo>
                  <a:pt x="7607" y="947928"/>
                </a:lnTo>
                <a:lnTo>
                  <a:pt x="7607" y="1082040"/>
                </a:lnTo>
                <a:lnTo>
                  <a:pt x="15227" y="1082040"/>
                </a:lnTo>
                <a:lnTo>
                  <a:pt x="15227" y="1071372"/>
                </a:lnTo>
                <a:lnTo>
                  <a:pt x="18275" y="1063752"/>
                </a:lnTo>
                <a:lnTo>
                  <a:pt x="50660" y="1034491"/>
                </a:lnTo>
                <a:lnTo>
                  <a:pt x="60947" y="1030224"/>
                </a:lnTo>
                <a:lnTo>
                  <a:pt x="342887" y="906780"/>
                </a:lnTo>
                <a:lnTo>
                  <a:pt x="342887" y="897636"/>
                </a:lnTo>
                <a:close/>
              </a:path>
              <a:path extrusionOk="0" h="1082040" w="342900">
                <a:moveTo>
                  <a:pt x="342900" y="284988"/>
                </a:moveTo>
                <a:lnTo>
                  <a:pt x="336042" y="244411"/>
                </a:lnTo>
                <a:lnTo>
                  <a:pt x="315468" y="211836"/>
                </a:lnTo>
                <a:lnTo>
                  <a:pt x="270675" y="184619"/>
                </a:lnTo>
                <a:lnTo>
                  <a:pt x="252984" y="182880"/>
                </a:lnTo>
                <a:lnTo>
                  <a:pt x="242951" y="183451"/>
                </a:lnTo>
                <a:lnTo>
                  <a:pt x="206260" y="196265"/>
                </a:lnTo>
                <a:lnTo>
                  <a:pt x="176949" y="227037"/>
                </a:lnTo>
                <a:lnTo>
                  <a:pt x="132029" y="304660"/>
                </a:lnTo>
                <a:lnTo>
                  <a:pt x="119062" y="324993"/>
                </a:lnTo>
                <a:lnTo>
                  <a:pt x="91528" y="354761"/>
                </a:lnTo>
                <a:lnTo>
                  <a:pt x="70104" y="361188"/>
                </a:lnTo>
                <a:lnTo>
                  <a:pt x="60337" y="360070"/>
                </a:lnTo>
                <a:lnTo>
                  <a:pt x="28168" y="335622"/>
                </a:lnTo>
                <a:lnTo>
                  <a:pt x="19812" y="301752"/>
                </a:lnTo>
                <a:lnTo>
                  <a:pt x="20396" y="291236"/>
                </a:lnTo>
                <a:lnTo>
                  <a:pt x="36741" y="249364"/>
                </a:lnTo>
                <a:lnTo>
                  <a:pt x="71831" y="221919"/>
                </a:lnTo>
                <a:lnTo>
                  <a:pt x="112776" y="211836"/>
                </a:lnTo>
                <a:lnTo>
                  <a:pt x="112776" y="204216"/>
                </a:lnTo>
                <a:lnTo>
                  <a:pt x="0" y="204216"/>
                </a:lnTo>
                <a:lnTo>
                  <a:pt x="0" y="211836"/>
                </a:lnTo>
                <a:lnTo>
                  <a:pt x="7620" y="213360"/>
                </a:lnTo>
                <a:lnTo>
                  <a:pt x="12192" y="214884"/>
                </a:lnTo>
                <a:lnTo>
                  <a:pt x="13716" y="217932"/>
                </a:lnTo>
                <a:lnTo>
                  <a:pt x="16764" y="220980"/>
                </a:lnTo>
                <a:lnTo>
                  <a:pt x="18288" y="224028"/>
                </a:lnTo>
                <a:lnTo>
                  <a:pt x="18288" y="231648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1493"/>
                </a:lnTo>
                <a:lnTo>
                  <a:pt x="3238" y="275653"/>
                </a:lnTo>
                <a:lnTo>
                  <a:pt x="825" y="289547"/>
                </a:lnTo>
                <a:lnTo>
                  <a:pt x="0" y="303276"/>
                </a:lnTo>
                <a:lnTo>
                  <a:pt x="1689" y="322999"/>
                </a:lnTo>
                <a:lnTo>
                  <a:pt x="25908" y="371856"/>
                </a:lnTo>
                <a:lnTo>
                  <a:pt x="69405" y="397573"/>
                </a:lnTo>
                <a:lnTo>
                  <a:pt x="86868" y="399288"/>
                </a:lnTo>
                <a:lnTo>
                  <a:pt x="96862" y="398716"/>
                </a:lnTo>
                <a:lnTo>
                  <a:pt x="140589" y="378714"/>
                </a:lnTo>
                <a:lnTo>
                  <a:pt x="171640" y="338709"/>
                </a:lnTo>
                <a:lnTo>
                  <a:pt x="193548" y="303276"/>
                </a:lnTo>
                <a:lnTo>
                  <a:pt x="204089" y="284467"/>
                </a:lnTo>
                <a:lnTo>
                  <a:pt x="212788" y="269367"/>
                </a:lnTo>
                <a:lnTo>
                  <a:pt x="241173" y="235394"/>
                </a:lnTo>
                <a:lnTo>
                  <a:pt x="263652" y="225552"/>
                </a:lnTo>
                <a:lnTo>
                  <a:pt x="271272" y="225552"/>
                </a:lnTo>
                <a:lnTo>
                  <a:pt x="309372" y="242316"/>
                </a:lnTo>
                <a:lnTo>
                  <a:pt x="326136" y="291084"/>
                </a:lnTo>
                <a:lnTo>
                  <a:pt x="325297" y="303618"/>
                </a:lnTo>
                <a:lnTo>
                  <a:pt x="307670" y="348932"/>
                </a:lnTo>
                <a:lnTo>
                  <a:pt x="274053" y="376415"/>
                </a:lnTo>
                <a:lnTo>
                  <a:pt x="230124" y="388620"/>
                </a:lnTo>
                <a:lnTo>
                  <a:pt x="230124" y="396240"/>
                </a:lnTo>
                <a:lnTo>
                  <a:pt x="342900" y="396240"/>
                </a:lnTo>
                <a:lnTo>
                  <a:pt x="342900" y="388620"/>
                </a:lnTo>
                <a:lnTo>
                  <a:pt x="335280" y="387096"/>
                </a:lnTo>
                <a:lnTo>
                  <a:pt x="330708" y="385572"/>
                </a:lnTo>
                <a:lnTo>
                  <a:pt x="326136" y="381000"/>
                </a:lnTo>
                <a:lnTo>
                  <a:pt x="324612" y="377952"/>
                </a:lnTo>
                <a:lnTo>
                  <a:pt x="324612" y="373380"/>
                </a:lnTo>
                <a:lnTo>
                  <a:pt x="325158" y="369049"/>
                </a:lnTo>
                <a:lnTo>
                  <a:pt x="326707" y="362712"/>
                </a:lnTo>
                <a:lnTo>
                  <a:pt x="332232" y="342900"/>
                </a:lnTo>
                <a:lnTo>
                  <a:pt x="337756" y="323659"/>
                </a:lnTo>
                <a:lnTo>
                  <a:pt x="339293" y="316979"/>
                </a:lnTo>
                <a:lnTo>
                  <a:pt x="339852" y="312420"/>
                </a:lnTo>
                <a:lnTo>
                  <a:pt x="341947" y="299275"/>
                </a:lnTo>
                <a:lnTo>
                  <a:pt x="342633" y="292493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47" name="Google Shape;3647;p67"/>
          <p:cNvGrpSpPr/>
          <p:nvPr/>
        </p:nvGrpSpPr>
        <p:grpSpPr>
          <a:xfrm>
            <a:off x="856488" y="4062983"/>
            <a:ext cx="448309" cy="1391540"/>
            <a:chOff x="856488" y="4062983"/>
            <a:chExt cx="448309" cy="1391540"/>
          </a:xfrm>
        </p:grpSpPr>
        <p:sp>
          <p:nvSpPr>
            <p:cNvPr id="3648" name="Google Shape;3648;p67"/>
            <p:cNvSpPr/>
            <p:nvPr/>
          </p:nvSpPr>
          <p:spPr>
            <a:xfrm>
              <a:off x="871727" y="5123688"/>
              <a:ext cx="327660" cy="330835"/>
            </a:xfrm>
            <a:custGeom>
              <a:rect b="b" l="l" r="r" t="t"/>
              <a:pathLst>
                <a:path extrusionOk="0" h="330835" w="327659">
                  <a:moveTo>
                    <a:pt x="7620" y="330708"/>
                  </a:moveTo>
                  <a:lnTo>
                    <a:pt x="0" y="330708"/>
                  </a:lnTo>
                  <a:lnTo>
                    <a:pt x="14" y="197667"/>
                  </a:lnTo>
                  <a:lnTo>
                    <a:pt x="4381" y="133159"/>
                  </a:lnTo>
                  <a:lnTo>
                    <a:pt x="16764" y="85344"/>
                  </a:lnTo>
                  <a:lnTo>
                    <a:pt x="38481" y="50863"/>
                  </a:lnTo>
                  <a:lnTo>
                    <a:pt x="71628" y="24384"/>
                  </a:lnTo>
                  <a:lnTo>
                    <a:pt x="113728" y="5905"/>
                  </a:lnTo>
                  <a:lnTo>
                    <a:pt x="161544" y="0"/>
                  </a:lnTo>
                  <a:lnTo>
                    <a:pt x="194405" y="2595"/>
                  </a:lnTo>
                  <a:lnTo>
                    <a:pt x="224409" y="10477"/>
                  </a:lnTo>
                  <a:lnTo>
                    <a:pt x="251555" y="23788"/>
                  </a:lnTo>
                  <a:lnTo>
                    <a:pt x="275844" y="42672"/>
                  </a:lnTo>
                  <a:lnTo>
                    <a:pt x="286573" y="54864"/>
                  </a:lnTo>
                  <a:lnTo>
                    <a:pt x="163068" y="54864"/>
                  </a:lnTo>
                  <a:lnTo>
                    <a:pt x="131397" y="57388"/>
                  </a:lnTo>
                  <a:lnTo>
                    <a:pt x="77771" y="76723"/>
                  </a:lnTo>
                  <a:lnTo>
                    <a:pt x="39308" y="112633"/>
                  </a:lnTo>
                  <a:lnTo>
                    <a:pt x="19311" y="160686"/>
                  </a:lnTo>
                  <a:lnTo>
                    <a:pt x="16764" y="188976"/>
                  </a:lnTo>
                  <a:lnTo>
                    <a:pt x="17031" y="197667"/>
                  </a:lnTo>
                  <a:lnTo>
                    <a:pt x="17097" y="199810"/>
                  </a:lnTo>
                  <a:lnTo>
                    <a:pt x="18288" y="211645"/>
                  </a:lnTo>
                  <a:lnTo>
                    <a:pt x="20621" y="224337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4200" y="283987"/>
                  </a:lnTo>
                  <a:lnTo>
                    <a:pt x="43749" y="283987"/>
                  </a:lnTo>
                  <a:lnTo>
                    <a:pt x="10096" y="302514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5" w="327659">
                  <a:moveTo>
                    <a:pt x="327660" y="237744"/>
                  </a:moveTo>
                  <a:lnTo>
                    <a:pt x="303276" y="237744"/>
                  </a:lnTo>
                  <a:lnTo>
                    <a:pt x="306395" y="223432"/>
                  </a:lnTo>
                  <a:lnTo>
                    <a:pt x="308800" y="210121"/>
                  </a:lnTo>
                  <a:lnTo>
                    <a:pt x="310292" y="198120"/>
                  </a:lnTo>
                  <a:lnTo>
                    <a:pt x="310348" y="197667"/>
                  </a:lnTo>
                  <a:lnTo>
                    <a:pt x="310896" y="185928"/>
                  </a:lnTo>
                  <a:lnTo>
                    <a:pt x="308471" y="160686"/>
                  </a:lnTo>
                  <a:lnTo>
                    <a:pt x="308348" y="159400"/>
                  </a:lnTo>
                  <a:lnTo>
                    <a:pt x="300916" y="135255"/>
                  </a:lnTo>
                  <a:lnTo>
                    <a:pt x="271272" y="92964"/>
                  </a:lnTo>
                  <a:lnTo>
                    <a:pt x="224599" y="64770"/>
                  </a:lnTo>
                  <a:lnTo>
                    <a:pt x="163068" y="54864"/>
                  </a:lnTo>
                  <a:lnTo>
                    <a:pt x="286573" y="54864"/>
                  </a:lnTo>
                  <a:lnTo>
                    <a:pt x="298727" y="68675"/>
                  </a:lnTo>
                  <a:lnTo>
                    <a:pt x="314896" y="100965"/>
                  </a:lnTo>
                  <a:lnTo>
                    <a:pt x="324492" y="139541"/>
                  </a:lnTo>
                  <a:lnTo>
                    <a:pt x="327660" y="184404"/>
                  </a:lnTo>
                  <a:lnTo>
                    <a:pt x="327660" y="237744"/>
                  </a:lnTo>
                  <a:close/>
                </a:path>
                <a:path extrusionOk="0" h="330835" w="327659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62" y="309943"/>
                  </a:lnTo>
                  <a:lnTo>
                    <a:pt x="282321" y="283987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49" name="Google Shape;3649;p67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72311" y="4898135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50" name="Google Shape;3650;p6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72312" y="4709159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51" name="Google Shape;3651;p67"/>
            <p:cNvSpPr/>
            <p:nvPr/>
          </p:nvSpPr>
          <p:spPr>
            <a:xfrm>
              <a:off x="856488" y="4317492"/>
              <a:ext cx="448309" cy="358140"/>
            </a:xfrm>
            <a:custGeom>
              <a:rect b="b" l="l" r="r" t="t"/>
              <a:pathLst>
                <a:path extrusionOk="0" h="358139" w="448309">
                  <a:moveTo>
                    <a:pt x="48768" y="297180"/>
                  </a:moveTo>
                  <a:lnTo>
                    <a:pt x="45720" y="291084"/>
                  </a:lnTo>
                  <a:lnTo>
                    <a:pt x="36576" y="281940"/>
                  </a:lnTo>
                  <a:lnTo>
                    <a:pt x="30480" y="278892"/>
                  </a:lnTo>
                  <a:lnTo>
                    <a:pt x="16764" y="278892"/>
                  </a:lnTo>
                  <a:lnTo>
                    <a:pt x="12192" y="281940"/>
                  </a:lnTo>
                  <a:lnTo>
                    <a:pt x="7620" y="286512"/>
                  </a:lnTo>
                  <a:lnTo>
                    <a:pt x="1524" y="291084"/>
                  </a:lnTo>
                  <a:lnTo>
                    <a:pt x="0" y="297180"/>
                  </a:lnTo>
                  <a:lnTo>
                    <a:pt x="0" y="310896"/>
                  </a:lnTo>
                  <a:lnTo>
                    <a:pt x="1524" y="315468"/>
                  </a:lnTo>
                  <a:lnTo>
                    <a:pt x="7620" y="320040"/>
                  </a:lnTo>
                  <a:lnTo>
                    <a:pt x="12192" y="326136"/>
                  </a:lnTo>
                  <a:lnTo>
                    <a:pt x="16764" y="327660"/>
                  </a:lnTo>
                  <a:lnTo>
                    <a:pt x="30480" y="327660"/>
                  </a:lnTo>
                  <a:lnTo>
                    <a:pt x="36576" y="324612"/>
                  </a:lnTo>
                  <a:lnTo>
                    <a:pt x="45720" y="315468"/>
                  </a:lnTo>
                  <a:lnTo>
                    <a:pt x="48768" y="309372"/>
                  </a:lnTo>
                  <a:lnTo>
                    <a:pt x="48768" y="297180"/>
                  </a:lnTo>
                  <a:close/>
                </a:path>
                <a:path extrusionOk="0" h="358139" w="448309">
                  <a:moveTo>
                    <a:pt x="342900" y="249936"/>
                  </a:moveTo>
                  <a:lnTo>
                    <a:pt x="335280" y="249936"/>
                  </a:lnTo>
                  <a:lnTo>
                    <a:pt x="335280" y="260604"/>
                  </a:lnTo>
                  <a:lnTo>
                    <a:pt x="333756" y="268224"/>
                  </a:lnTo>
                  <a:lnTo>
                    <a:pt x="292608" y="283464"/>
                  </a:lnTo>
                  <a:lnTo>
                    <a:pt x="115824" y="283464"/>
                  </a:lnTo>
                  <a:lnTo>
                    <a:pt x="115824" y="294132"/>
                  </a:lnTo>
                  <a:lnTo>
                    <a:pt x="143256" y="358140"/>
                  </a:lnTo>
                  <a:lnTo>
                    <a:pt x="150876" y="355092"/>
                  </a:lnTo>
                  <a:lnTo>
                    <a:pt x="147828" y="348996"/>
                  </a:lnTo>
                  <a:lnTo>
                    <a:pt x="147828" y="332232"/>
                  </a:lnTo>
                  <a:lnTo>
                    <a:pt x="152400" y="327660"/>
                  </a:lnTo>
                  <a:lnTo>
                    <a:pt x="155448" y="326136"/>
                  </a:lnTo>
                  <a:lnTo>
                    <a:pt x="161544" y="324612"/>
                  </a:lnTo>
                  <a:lnTo>
                    <a:pt x="168059" y="324383"/>
                  </a:lnTo>
                  <a:lnTo>
                    <a:pt x="178308" y="323850"/>
                  </a:lnTo>
                  <a:lnTo>
                    <a:pt x="191973" y="323329"/>
                  </a:lnTo>
                  <a:lnTo>
                    <a:pt x="208788" y="323088"/>
                  </a:lnTo>
                  <a:lnTo>
                    <a:pt x="292608" y="323088"/>
                  </a:lnTo>
                  <a:lnTo>
                    <a:pt x="301193" y="323329"/>
                  </a:lnTo>
                  <a:lnTo>
                    <a:pt x="301777" y="323329"/>
                  </a:lnTo>
                  <a:lnTo>
                    <a:pt x="335280" y="345948"/>
                  </a:lnTo>
                  <a:lnTo>
                    <a:pt x="335280" y="356616"/>
                  </a:lnTo>
                  <a:lnTo>
                    <a:pt x="342900" y="356616"/>
                  </a:lnTo>
                  <a:lnTo>
                    <a:pt x="342900" y="323088"/>
                  </a:lnTo>
                  <a:lnTo>
                    <a:pt x="342900" y="249936"/>
                  </a:lnTo>
                  <a:close/>
                </a:path>
                <a:path extrusionOk="0" h="358139" w="448309">
                  <a:moveTo>
                    <a:pt x="448017" y="127063"/>
                  </a:moveTo>
                  <a:lnTo>
                    <a:pt x="439102" y="71247"/>
                  </a:lnTo>
                  <a:lnTo>
                    <a:pt x="419087" y="35737"/>
                  </a:lnTo>
                  <a:lnTo>
                    <a:pt x="419087" y="103441"/>
                  </a:lnTo>
                  <a:lnTo>
                    <a:pt x="418985" y="106299"/>
                  </a:lnTo>
                  <a:lnTo>
                    <a:pt x="418871" y="109156"/>
                  </a:lnTo>
                  <a:lnTo>
                    <a:pt x="418211" y="125095"/>
                  </a:lnTo>
                  <a:lnTo>
                    <a:pt x="415480" y="143827"/>
                  </a:lnTo>
                  <a:lnTo>
                    <a:pt x="415378" y="144170"/>
                  </a:lnTo>
                  <a:lnTo>
                    <a:pt x="410730" y="160007"/>
                  </a:lnTo>
                  <a:lnTo>
                    <a:pt x="399288" y="182880"/>
                  </a:lnTo>
                  <a:lnTo>
                    <a:pt x="391820" y="187363"/>
                  </a:lnTo>
                  <a:lnTo>
                    <a:pt x="377571" y="187363"/>
                  </a:lnTo>
                  <a:lnTo>
                    <a:pt x="371856" y="185928"/>
                  </a:lnTo>
                  <a:lnTo>
                    <a:pt x="365760" y="182880"/>
                  </a:lnTo>
                  <a:lnTo>
                    <a:pt x="362369" y="181356"/>
                  </a:lnTo>
                  <a:lnTo>
                    <a:pt x="360045" y="180314"/>
                  </a:lnTo>
                  <a:lnTo>
                    <a:pt x="354330" y="177165"/>
                  </a:lnTo>
                  <a:lnTo>
                    <a:pt x="348615" y="173456"/>
                  </a:lnTo>
                  <a:lnTo>
                    <a:pt x="344932" y="170688"/>
                  </a:lnTo>
                  <a:lnTo>
                    <a:pt x="342900" y="169164"/>
                  </a:lnTo>
                  <a:lnTo>
                    <a:pt x="342938" y="168783"/>
                  </a:lnTo>
                  <a:lnTo>
                    <a:pt x="343039" y="167957"/>
                  </a:lnTo>
                  <a:lnTo>
                    <a:pt x="344932" y="152400"/>
                  </a:lnTo>
                  <a:lnTo>
                    <a:pt x="345059" y="150876"/>
                  </a:lnTo>
                  <a:lnTo>
                    <a:pt x="345173" y="149352"/>
                  </a:lnTo>
                  <a:lnTo>
                    <a:pt x="345249" y="148501"/>
                  </a:lnTo>
                  <a:lnTo>
                    <a:pt x="345313" y="147662"/>
                  </a:lnTo>
                  <a:lnTo>
                    <a:pt x="345427" y="146291"/>
                  </a:lnTo>
                  <a:lnTo>
                    <a:pt x="346532" y="132283"/>
                  </a:lnTo>
                  <a:lnTo>
                    <a:pt x="347827" y="109156"/>
                  </a:lnTo>
                  <a:lnTo>
                    <a:pt x="347941" y="106299"/>
                  </a:lnTo>
                  <a:lnTo>
                    <a:pt x="348068" y="103441"/>
                  </a:lnTo>
                  <a:lnTo>
                    <a:pt x="348983" y="82473"/>
                  </a:lnTo>
                  <a:lnTo>
                    <a:pt x="349084" y="79057"/>
                  </a:lnTo>
                  <a:lnTo>
                    <a:pt x="349186" y="75514"/>
                  </a:lnTo>
                  <a:lnTo>
                    <a:pt x="349313" y="71247"/>
                  </a:lnTo>
                  <a:lnTo>
                    <a:pt x="349389" y="68948"/>
                  </a:lnTo>
                  <a:lnTo>
                    <a:pt x="349516" y="64566"/>
                  </a:lnTo>
                  <a:lnTo>
                    <a:pt x="349567" y="64008"/>
                  </a:lnTo>
                  <a:lnTo>
                    <a:pt x="350901" y="50101"/>
                  </a:lnTo>
                  <a:lnTo>
                    <a:pt x="350939" y="49847"/>
                  </a:lnTo>
                  <a:lnTo>
                    <a:pt x="352844" y="38798"/>
                  </a:lnTo>
                  <a:lnTo>
                    <a:pt x="352933" y="38481"/>
                  </a:lnTo>
                  <a:lnTo>
                    <a:pt x="353034" y="38100"/>
                  </a:lnTo>
                  <a:lnTo>
                    <a:pt x="355092" y="30480"/>
                  </a:lnTo>
                  <a:lnTo>
                    <a:pt x="358140" y="21336"/>
                  </a:lnTo>
                  <a:lnTo>
                    <a:pt x="364236" y="16764"/>
                  </a:lnTo>
                  <a:lnTo>
                    <a:pt x="371856" y="16764"/>
                  </a:lnTo>
                  <a:lnTo>
                    <a:pt x="403860" y="38100"/>
                  </a:lnTo>
                  <a:lnTo>
                    <a:pt x="418211" y="82473"/>
                  </a:lnTo>
                  <a:lnTo>
                    <a:pt x="418287" y="84328"/>
                  </a:lnTo>
                  <a:lnTo>
                    <a:pt x="418401" y="86868"/>
                  </a:lnTo>
                  <a:lnTo>
                    <a:pt x="418490" y="89154"/>
                  </a:lnTo>
                  <a:lnTo>
                    <a:pt x="418592" y="91440"/>
                  </a:lnTo>
                  <a:lnTo>
                    <a:pt x="418706" y="94475"/>
                  </a:lnTo>
                  <a:lnTo>
                    <a:pt x="418833" y="97307"/>
                  </a:lnTo>
                  <a:lnTo>
                    <a:pt x="418960" y="100330"/>
                  </a:lnTo>
                  <a:lnTo>
                    <a:pt x="419087" y="103441"/>
                  </a:lnTo>
                  <a:lnTo>
                    <a:pt x="419087" y="35737"/>
                  </a:lnTo>
                  <a:lnTo>
                    <a:pt x="389001" y="8191"/>
                  </a:lnTo>
                  <a:lnTo>
                    <a:pt x="362712" y="1524"/>
                  </a:lnTo>
                  <a:lnTo>
                    <a:pt x="353631" y="2387"/>
                  </a:lnTo>
                  <a:lnTo>
                    <a:pt x="319468" y="31242"/>
                  </a:lnTo>
                  <a:lnTo>
                    <a:pt x="311658" y="76009"/>
                  </a:lnTo>
                  <a:lnTo>
                    <a:pt x="311467" y="79057"/>
                  </a:lnTo>
                  <a:lnTo>
                    <a:pt x="310515" y="94475"/>
                  </a:lnTo>
                  <a:lnTo>
                    <a:pt x="309372" y="117348"/>
                  </a:lnTo>
                  <a:lnTo>
                    <a:pt x="309245" y="123444"/>
                  </a:lnTo>
                  <a:lnTo>
                    <a:pt x="309130" y="129667"/>
                  </a:lnTo>
                  <a:lnTo>
                    <a:pt x="308610" y="139255"/>
                  </a:lnTo>
                  <a:lnTo>
                    <a:pt x="308521" y="140398"/>
                  </a:lnTo>
                  <a:lnTo>
                    <a:pt x="308076" y="146291"/>
                  </a:lnTo>
                  <a:lnTo>
                    <a:pt x="307962" y="148501"/>
                  </a:lnTo>
                  <a:lnTo>
                    <a:pt x="307848" y="150876"/>
                  </a:lnTo>
                  <a:lnTo>
                    <a:pt x="306324" y="160007"/>
                  </a:lnTo>
                  <a:lnTo>
                    <a:pt x="304800" y="164592"/>
                  </a:lnTo>
                  <a:lnTo>
                    <a:pt x="300228" y="169164"/>
                  </a:lnTo>
                  <a:lnTo>
                    <a:pt x="297180" y="170688"/>
                  </a:lnTo>
                  <a:lnTo>
                    <a:pt x="288036" y="170688"/>
                  </a:lnTo>
                  <a:lnTo>
                    <a:pt x="278892" y="164592"/>
                  </a:lnTo>
                  <a:lnTo>
                    <a:pt x="274294" y="160007"/>
                  </a:lnTo>
                  <a:lnTo>
                    <a:pt x="268224" y="152400"/>
                  </a:lnTo>
                  <a:lnTo>
                    <a:pt x="270217" y="144170"/>
                  </a:lnTo>
                  <a:lnTo>
                    <a:pt x="270268" y="143827"/>
                  </a:lnTo>
                  <a:lnTo>
                    <a:pt x="271653" y="135636"/>
                  </a:lnTo>
                  <a:lnTo>
                    <a:pt x="272503" y="127063"/>
                  </a:lnTo>
                  <a:lnTo>
                    <a:pt x="272630" y="123444"/>
                  </a:lnTo>
                  <a:lnTo>
                    <a:pt x="272796" y="118872"/>
                  </a:lnTo>
                  <a:lnTo>
                    <a:pt x="272669" y="117348"/>
                  </a:lnTo>
                  <a:lnTo>
                    <a:pt x="271386" y="100330"/>
                  </a:lnTo>
                  <a:lnTo>
                    <a:pt x="267271" y="83629"/>
                  </a:lnTo>
                  <a:lnTo>
                    <a:pt x="263182" y="74676"/>
                  </a:lnTo>
                  <a:lnTo>
                    <a:pt x="260604" y="69011"/>
                  </a:lnTo>
                  <a:lnTo>
                    <a:pt x="260604" y="117348"/>
                  </a:lnTo>
                  <a:lnTo>
                    <a:pt x="232422" y="157124"/>
                  </a:lnTo>
                  <a:lnTo>
                    <a:pt x="185928" y="166116"/>
                  </a:lnTo>
                  <a:lnTo>
                    <a:pt x="171945" y="165506"/>
                  </a:lnTo>
                  <a:lnTo>
                    <a:pt x="135724" y="147662"/>
                  </a:lnTo>
                  <a:lnTo>
                    <a:pt x="128016" y="123444"/>
                  </a:lnTo>
                  <a:lnTo>
                    <a:pt x="128892" y="114592"/>
                  </a:lnTo>
                  <a:lnTo>
                    <a:pt x="155562" y="84328"/>
                  </a:lnTo>
                  <a:lnTo>
                    <a:pt x="204216" y="74676"/>
                  </a:lnTo>
                  <a:lnTo>
                    <a:pt x="217309" y="75514"/>
                  </a:lnTo>
                  <a:lnTo>
                    <a:pt x="252882" y="93141"/>
                  </a:lnTo>
                  <a:lnTo>
                    <a:pt x="260604" y="117348"/>
                  </a:lnTo>
                  <a:lnTo>
                    <a:pt x="260604" y="69011"/>
                  </a:lnTo>
                  <a:lnTo>
                    <a:pt x="226504" y="38481"/>
                  </a:lnTo>
                  <a:lnTo>
                    <a:pt x="198120" y="32004"/>
                  </a:lnTo>
                  <a:lnTo>
                    <a:pt x="184988" y="32867"/>
                  </a:lnTo>
                  <a:lnTo>
                    <a:pt x="173164" y="35433"/>
                  </a:lnTo>
                  <a:lnTo>
                    <a:pt x="162750" y="39725"/>
                  </a:lnTo>
                  <a:lnTo>
                    <a:pt x="153924" y="45720"/>
                  </a:lnTo>
                  <a:lnTo>
                    <a:pt x="153924" y="6096"/>
                  </a:lnTo>
                  <a:lnTo>
                    <a:pt x="152400" y="4572"/>
                  </a:lnTo>
                  <a:lnTo>
                    <a:pt x="152400" y="3048"/>
                  </a:lnTo>
                  <a:lnTo>
                    <a:pt x="150876" y="1524"/>
                  </a:lnTo>
                  <a:lnTo>
                    <a:pt x="149352" y="1524"/>
                  </a:lnTo>
                  <a:lnTo>
                    <a:pt x="146304" y="0"/>
                  </a:lnTo>
                  <a:lnTo>
                    <a:pt x="138684" y="0"/>
                  </a:lnTo>
                  <a:lnTo>
                    <a:pt x="137160" y="1524"/>
                  </a:lnTo>
                  <a:lnTo>
                    <a:pt x="135636" y="1524"/>
                  </a:lnTo>
                  <a:lnTo>
                    <a:pt x="132588" y="4572"/>
                  </a:lnTo>
                  <a:lnTo>
                    <a:pt x="132588" y="64008"/>
                  </a:lnTo>
                  <a:lnTo>
                    <a:pt x="125463" y="76009"/>
                  </a:lnTo>
                  <a:lnTo>
                    <a:pt x="120205" y="89154"/>
                  </a:lnTo>
                  <a:lnTo>
                    <a:pt x="116941" y="103441"/>
                  </a:lnTo>
                  <a:lnTo>
                    <a:pt x="116928" y="103632"/>
                  </a:lnTo>
                  <a:lnTo>
                    <a:pt x="115824" y="118872"/>
                  </a:lnTo>
                  <a:lnTo>
                    <a:pt x="128676" y="167957"/>
                  </a:lnTo>
                  <a:lnTo>
                    <a:pt x="165354" y="199834"/>
                  </a:lnTo>
                  <a:lnTo>
                    <a:pt x="180009" y="204216"/>
                  </a:lnTo>
                  <a:lnTo>
                    <a:pt x="179451" y="204216"/>
                  </a:lnTo>
                  <a:lnTo>
                    <a:pt x="196596" y="205740"/>
                  </a:lnTo>
                  <a:lnTo>
                    <a:pt x="206832" y="205155"/>
                  </a:lnTo>
                  <a:lnTo>
                    <a:pt x="216789" y="203263"/>
                  </a:lnTo>
                  <a:lnTo>
                    <a:pt x="226504" y="199834"/>
                  </a:lnTo>
                  <a:lnTo>
                    <a:pt x="226377" y="199834"/>
                  </a:lnTo>
                  <a:lnTo>
                    <a:pt x="234696" y="195072"/>
                  </a:lnTo>
                  <a:lnTo>
                    <a:pt x="243281" y="189674"/>
                  </a:lnTo>
                  <a:lnTo>
                    <a:pt x="250888" y="182689"/>
                  </a:lnTo>
                  <a:lnTo>
                    <a:pt x="257619" y="174294"/>
                  </a:lnTo>
                  <a:lnTo>
                    <a:pt x="262699" y="166116"/>
                  </a:lnTo>
                  <a:lnTo>
                    <a:pt x="263652" y="164592"/>
                  </a:lnTo>
                  <a:lnTo>
                    <a:pt x="294132" y="196596"/>
                  </a:lnTo>
                  <a:lnTo>
                    <a:pt x="309372" y="202692"/>
                  </a:lnTo>
                  <a:lnTo>
                    <a:pt x="318516" y="202692"/>
                  </a:lnTo>
                  <a:lnTo>
                    <a:pt x="323088" y="201168"/>
                  </a:lnTo>
                  <a:lnTo>
                    <a:pt x="327660" y="198120"/>
                  </a:lnTo>
                  <a:lnTo>
                    <a:pt x="330708" y="195072"/>
                  </a:lnTo>
                  <a:lnTo>
                    <a:pt x="335280" y="188976"/>
                  </a:lnTo>
                  <a:lnTo>
                    <a:pt x="341376" y="181356"/>
                  </a:lnTo>
                  <a:lnTo>
                    <a:pt x="373443" y="210273"/>
                  </a:lnTo>
                  <a:lnTo>
                    <a:pt x="394716" y="222504"/>
                  </a:lnTo>
                  <a:lnTo>
                    <a:pt x="402336" y="222504"/>
                  </a:lnTo>
                  <a:lnTo>
                    <a:pt x="435838" y="187363"/>
                  </a:lnTo>
                  <a:lnTo>
                    <a:pt x="446646" y="148501"/>
                  </a:lnTo>
                  <a:lnTo>
                    <a:pt x="446697" y="147662"/>
                  </a:lnTo>
                  <a:lnTo>
                    <a:pt x="446786" y="146291"/>
                  </a:lnTo>
                  <a:lnTo>
                    <a:pt x="448017" y="127063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52" name="Google Shape;3652;p67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72312" y="4062983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653" name="Google Shape;3653;p67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3654" name="Google Shape;3654;p67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55" name="Google Shape;3655;p67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656" name="Google Shape;3656;p67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657" name="Google Shape;3657;p67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58" name="Google Shape;3658;p67"/>
          <p:cNvGrpSpPr/>
          <p:nvPr/>
        </p:nvGrpSpPr>
        <p:grpSpPr>
          <a:xfrm>
            <a:off x="1714500" y="8767571"/>
            <a:ext cx="210311" cy="510539"/>
            <a:chOff x="1714500" y="8767571"/>
            <a:chExt cx="210311" cy="510539"/>
          </a:xfrm>
        </p:grpSpPr>
        <p:pic>
          <p:nvPicPr>
            <p:cNvPr id="3659" name="Google Shape;3659;p6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714500" y="8883395"/>
              <a:ext cx="207264" cy="3947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60" name="Google Shape;3660;p67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784604" y="8767571"/>
              <a:ext cx="140207" cy="9143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661" name="Google Shape;3661;p67"/>
          <p:cNvGrpSpPr/>
          <p:nvPr/>
        </p:nvGrpSpPr>
        <p:grpSpPr>
          <a:xfrm>
            <a:off x="1714500" y="8391143"/>
            <a:ext cx="210311" cy="182880"/>
            <a:chOff x="1714500" y="8391143"/>
            <a:chExt cx="210311" cy="182880"/>
          </a:xfrm>
        </p:grpSpPr>
        <p:pic>
          <p:nvPicPr>
            <p:cNvPr id="3662" name="Google Shape;3662;p67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714500" y="8506967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63" name="Google Shape;3663;p67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784604" y="8391143"/>
              <a:ext cx="140207" cy="914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664" name="Google Shape;3664;p67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1784860" y="8072627"/>
            <a:ext cx="139951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3665" name="Google Shape;3665;p67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1714500" y="6003036"/>
            <a:ext cx="210312" cy="1121663"/>
          </a:xfrm>
          <a:prstGeom prst="rect">
            <a:avLst/>
          </a:prstGeom>
          <a:noFill/>
          <a:ln>
            <a:noFill/>
          </a:ln>
        </p:spPr>
      </p:pic>
      <p:sp>
        <p:nvSpPr>
          <p:cNvPr id="3666" name="Google Shape;3666;p67"/>
          <p:cNvSpPr/>
          <p:nvPr/>
        </p:nvSpPr>
        <p:spPr>
          <a:xfrm>
            <a:off x="1784604" y="5227320"/>
            <a:ext cx="140335" cy="599440"/>
          </a:xfrm>
          <a:custGeom>
            <a:rect b="b" l="l" r="r" t="t"/>
            <a:pathLst>
              <a:path extrusionOk="0" h="599439" w="140335">
                <a:moveTo>
                  <a:pt x="137160" y="451104"/>
                </a:moveTo>
                <a:lnTo>
                  <a:pt x="132588" y="451104"/>
                </a:lnTo>
                <a:lnTo>
                  <a:pt x="132588" y="457200"/>
                </a:lnTo>
                <a:lnTo>
                  <a:pt x="131064" y="461772"/>
                </a:lnTo>
                <a:lnTo>
                  <a:pt x="129540" y="464820"/>
                </a:lnTo>
                <a:lnTo>
                  <a:pt x="126492" y="467868"/>
                </a:lnTo>
                <a:lnTo>
                  <a:pt x="120396" y="470916"/>
                </a:lnTo>
                <a:lnTo>
                  <a:pt x="48768" y="470916"/>
                </a:lnTo>
                <a:lnTo>
                  <a:pt x="41071" y="471182"/>
                </a:lnTo>
                <a:lnTo>
                  <a:pt x="4572" y="487680"/>
                </a:lnTo>
                <a:lnTo>
                  <a:pt x="0" y="498348"/>
                </a:lnTo>
                <a:lnTo>
                  <a:pt x="0" y="505968"/>
                </a:lnTo>
                <a:lnTo>
                  <a:pt x="1714" y="517398"/>
                </a:lnTo>
                <a:lnTo>
                  <a:pt x="6858" y="528828"/>
                </a:lnTo>
                <a:lnTo>
                  <a:pt x="15430" y="540258"/>
                </a:lnTo>
                <a:lnTo>
                  <a:pt x="27432" y="551688"/>
                </a:lnTo>
                <a:lnTo>
                  <a:pt x="0" y="551688"/>
                </a:lnTo>
                <a:lnTo>
                  <a:pt x="0" y="557784"/>
                </a:lnTo>
                <a:lnTo>
                  <a:pt x="16764" y="598932"/>
                </a:lnTo>
                <a:lnTo>
                  <a:pt x="21336" y="597408"/>
                </a:lnTo>
                <a:lnTo>
                  <a:pt x="19812" y="592836"/>
                </a:lnTo>
                <a:lnTo>
                  <a:pt x="18288" y="589788"/>
                </a:lnTo>
                <a:lnTo>
                  <a:pt x="18288" y="585216"/>
                </a:lnTo>
                <a:lnTo>
                  <a:pt x="19812" y="582168"/>
                </a:lnTo>
                <a:lnTo>
                  <a:pt x="19812" y="580644"/>
                </a:lnTo>
                <a:lnTo>
                  <a:pt x="21336" y="579120"/>
                </a:lnTo>
                <a:lnTo>
                  <a:pt x="24384" y="577596"/>
                </a:lnTo>
                <a:lnTo>
                  <a:pt x="27432" y="577596"/>
                </a:lnTo>
                <a:lnTo>
                  <a:pt x="30873" y="576719"/>
                </a:lnTo>
                <a:lnTo>
                  <a:pt x="36766" y="576262"/>
                </a:lnTo>
                <a:lnTo>
                  <a:pt x="56388" y="576072"/>
                </a:lnTo>
                <a:lnTo>
                  <a:pt x="115824" y="576072"/>
                </a:lnTo>
                <a:lnTo>
                  <a:pt x="123444" y="577596"/>
                </a:lnTo>
                <a:lnTo>
                  <a:pt x="126492" y="579120"/>
                </a:lnTo>
                <a:lnTo>
                  <a:pt x="129540" y="582168"/>
                </a:lnTo>
                <a:lnTo>
                  <a:pt x="132588" y="586740"/>
                </a:lnTo>
                <a:lnTo>
                  <a:pt x="132588" y="595884"/>
                </a:lnTo>
                <a:lnTo>
                  <a:pt x="137160" y="595884"/>
                </a:lnTo>
                <a:lnTo>
                  <a:pt x="137160" y="531876"/>
                </a:lnTo>
                <a:lnTo>
                  <a:pt x="132588" y="531876"/>
                </a:lnTo>
                <a:lnTo>
                  <a:pt x="132588" y="539496"/>
                </a:lnTo>
                <a:lnTo>
                  <a:pt x="129540" y="545592"/>
                </a:lnTo>
                <a:lnTo>
                  <a:pt x="126492" y="548640"/>
                </a:lnTo>
                <a:lnTo>
                  <a:pt x="123444" y="550164"/>
                </a:lnTo>
                <a:lnTo>
                  <a:pt x="121920" y="551688"/>
                </a:lnTo>
                <a:lnTo>
                  <a:pt x="36576" y="551688"/>
                </a:lnTo>
                <a:lnTo>
                  <a:pt x="28575" y="543433"/>
                </a:lnTo>
                <a:lnTo>
                  <a:pt x="22860" y="534733"/>
                </a:lnTo>
                <a:lnTo>
                  <a:pt x="19431" y="525767"/>
                </a:lnTo>
                <a:lnTo>
                  <a:pt x="18288" y="516636"/>
                </a:lnTo>
                <a:lnTo>
                  <a:pt x="18288" y="509016"/>
                </a:lnTo>
                <a:lnTo>
                  <a:pt x="51816" y="495300"/>
                </a:lnTo>
                <a:lnTo>
                  <a:pt x="118872" y="495300"/>
                </a:lnTo>
                <a:lnTo>
                  <a:pt x="120396" y="496824"/>
                </a:lnTo>
                <a:lnTo>
                  <a:pt x="124968" y="496824"/>
                </a:lnTo>
                <a:lnTo>
                  <a:pt x="131064" y="502920"/>
                </a:lnTo>
                <a:lnTo>
                  <a:pt x="132588" y="507492"/>
                </a:lnTo>
                <a:lnTo>
                  <a:pt x="132588" y="515112"/>
                </a:lnTo>
                <a:lnTo>
                  <a:pt x="137160" y="515112"/>
                </a:lnTo>
                <a:lnTo>
                  <a:pt x="137160" y="451104"/>
                </a:lnTo>
                <a:close/>
              </a:path>
              <a:path extrusionOk="0" h="599439" w="140335">
                <a:moveTo>
                  <a:pt x="140208" y="382524"/>
                </a:moveTo>
                <a:lnTo>
                  <a:pt x="123444" y="345948"/>
                </a:lnTo>
                <a:lnTo>
                  <a:pt x="86868" y="327660"/>
                </a:lnTo>
                <a:lnTo>
                  <a:pt x="85344" y="330708"/>
                </a:lnTo>
                <a:lnTo>
                  <a:pt x="92976" y="334187"/>
                </a:lnTo>
                <a:lnTo>
                  <a:pt x="99631" y="337947"/>
                </a:lnTo>
                <a:lnTo>
                  <a:pt x="104838" y="342290"/>
                </a:lnTo>
                <a:lnTo>
                  <a:pt x="108204" y="347472"/>
                </a:lnTo>
                <a:lnTo>
                  <a:pt x="112776" y="353568"/>
                </a:lnTo>
                <a:lnTo>
                  <a:pt x="115824" y="361188"/>
                </a:lnTo>
                <a:lnTo>
                  <a:pt x="115824" y="370332"/>
                </a:lnTo>
                <a:lnTo>
                  <a:pt x="89344" y="410743"/>
                </a:lnTo>
                <a:lnTo>
                  <a:pt x="53340" y="419100"/>
                </a:lnTo>
                <a:lnTo>
                  <a:pt x="53340" y="358140"/>
                </a:lnTo>
                <a:lnTo>
                  <a:pt x="53340" y="327660"/>
                </a:lnTo>
                <a:lnTo>
                  <a:pt x="44196" y="328333"/>
                </a:lnTo>
                <a:lnTo>
                  <a:pt x="44196" y="358140"/>
                </a:lnTo>
                <a:lnTo>
                  <a:pt x="44196" y="419100"/>
                </a:lnTo>
                <a:lnTo>
                  <a:pt x="9144" y="394716"/>
                </a:lnTo>
                <a:lnTo>
                  <a:pt x="9144" y="381000"/>
                </a:lnTo>
                <a:lnTo>
                  <a:pt x="10668" y="376428"/>
                </a:lnTo>
                <a:lnTo>
                  <a:pt x="19812" y="362712"/>
                </a:lnTo>
                <a:lnTo>
                  <a:pt x="25908" y="361188"/>
                </a:lnTo>
                <a:lnTo>
                  <a:pt x="28956" y="359664"/>
                </a:lnTo>
                <a:lnTo>
                  <a:pt x="35052" y="358140"/>
                </a:lnTo>
                <a:lnTo>
                  <a:pt x="44196" y="358140"/>
                </a:lnTo>
                <a:lnTo>
                  <a:pt x="44196" y="328333"/>
                </a:lnTo>
                <a:lnTo>
                  <a:pt x="7708" y="349694"/>
                </a:lnTo>
                <a:lnTo>
                  <a:pt x="0" y="379437"/>
                </a:lnTo>
                <a:lnTo>
                  <a:pt x="1143" y="391718"/>
                </a:lnTo>
                <a:lnTo>
                  <a:pt x="28549" y="430149"/>
                </a:lnTo>
                <a:lnTo>
                  <a:pt x="71628" y="440436"/>
                </a:lnTo>
                <a:lnTo>
                  <a:pt x="86194" y="439293"/>
                </a:lnTo>
                <a:lnTo>
                  <a:pt x="85979" y="439293"/>
                </a:lnTo>
                <a:lnTo>
                  <a:pt x="98869" y="436054"/>
                </a:lnTo>
                <a:lnTo>
                  <a:pt x="110413" y="430796"/>
                </a:lnTo>
                <a:lnTo>
                  <a:pt x="120396" y="423672"/>
                </a:lnTo>
                <a:lnTo>
                  <a:pt x="124701" y="419100"/>
                </a:lnTo>
                <a:lnTo>
                  <a:pt x="129273" y="414248"/>
                </a:lnTo>
                <a:lnTo>
                  <a:pt x="135445" y="404241"/>
                </a:lnTo>
                <a:lnTo>
                  <a:pt x="139039" y="393674"/>
                </a:lnTo>
                <a:lnTo>
                  <a:pt x="140208" y="382524"/>
                </a:lnTo>
                <a:close/>
              </a:path>
              <a:path extrusionOk="0" h="599439" w="140335">
                <a:moveTo>
                  <a:pt x="140208" y="166116"/>
                </a:moveTo>
                <a:lnTo>
                  <a:pt x="24384" y="121920"/>
                </a:lnTo>
                <a:lnTo>
                  <a:pt x="13716" y="117348"/>
                </a:lnTo>
                <a:lnTo>
                  <a:pt x="7620" y="111252"/>
                </a:lnTo>
                <a:lnTo>
                  <a:pt x="7620" y="103632"/>
                </a:lnTo>
                <a:lnTo>
                  <a:pt x="3048" y="103632"/>
                </a:lnTo>
                <a:lnTo>
                  <a:pt x="3048" y="144780"/>
                </a:lnTo>
                <a:lnTo>
                  <a:pt x="7620" y="144780"/>
                </a:lnTo>
                <a:lnTo>
                  <a:pt x="7620" y="134112"/>
                </a:lnTo>
                <a:lnTo>
                  <a:pt x="12192" y="129540"/>
                </a:lnTo>
                <a:lnTo>
                  <a:pt x="18288" y="129540"/>
                </a:lnTo>
                <a:lnTo>
                  <a:pt x="27432" y="132588"/>
                </a:lnTo>
                <a:lnTo>
                  <a:pt x="100584" y="161544"/>
                </a:lnTo>
                <a:lnTo>
                  <a:pt x="24384" y="193548"/>
                </a:lnTo>
                <a:lnTo>
                  <a:pt x="22860" y="195072"/>
                </a:lnTo>
                <a:lnTo>
                  <a:pt x="16764" y="195072"/>
                </a:lnTo>
                <a:lnTo>
                  <a:pt x="13716" y="193548"/>
                </a:lnTo>
                <a:lnTo>
                  <a:pt x="9144" y="188976"/>
                </a:lnTo>
                <a:lnTo>
                  <a:pt x="7620" y="184404"/>
                </a:lnTo>
                <a:lnTo>
                  <a:pt x="7620" y="178308"/>
                </a:lnTo>
                <a:lnTo>
                  <a:pt x="3048" y="178308"/>
                </a:lnTo>
                <a:lnTo>
                  <a:pt x="3048" y="240792"/>
                </a:lnTo>
                <a:lnTo>
                  <a:pt x="7620" y="240792"/>
                </a:lnTo>
                <a:lnTo>
                  <a:pt x="7620" y="231648"/>
                </a:lnTo>
                <a:lnTo>
                  <a:pt x="9144" y="228600"/>
                </a:lnTo>
                <a:lnTo>
                  <a:pt x="12192" y="225552"/>
                </a:lnTo>
                <a:lnTo>
                  <a:pt x="16764" y="222504"/>
                </a:lnTo>
                <a:lnTo>
                  <a:pt x="22860" y="219456"/>
                </a:lnTo>
                <a:lnTo>
                  <a:pt x="41148" y="211836"/>
                </a:lnTo>
                <a:lnTo>
                  <a:pt x="102108" y="239268"/>
                </a:lnTo>
                <a:lnTo>
                  <a:pt x="27432" y="268224"/>
                </a:lnTo>
                <a:lnTo>
                  <a:pt x="22860" y="269748"/>
                </a:lnTo>
                <a:lnTo>
                  <a:pt x="19812" y="271272"/>
                </a:lnTo>
                <a:lnTo>
                  <a:pt x="10668" y="271272"/>
                </a:lnTo>
                <a:lnTo>
                  <a:pt x="9144" y="268224"/>
                </a:lnTo>
                <a:lnTo>
                  <a:pt x="9144" y="266700"/>
                </a:lnTo>
                <a:lnTo>
                  <a:pt x="7620" y="263652"/>
                </a:lnTo>
                <a:lnTo>
                  <a:pt x="7620" y="259080"/>
                </a:lnTo>
                <a:lnTo>
                  <a:pt x="3048" y="259080"/>
                </a:lnTo>
                <a:lnTo>
                  <a:pt x="3048" y="315468"/>
                </a:lnTo>
                <a:lnTo>
                  <a:pt x="7620" y="315468"/>
                </a:lnTo>
                <a:lnTo>
                  <a:pt x="9144" y="309372"/>
                </a:lnTo>
                <a:lnTo>
                  <a:pt x="12192" y="303276"/>
                </a:lnTo>
                <a:lnTo>
                  <a:pt x="15240" y="300228"/>
                </a:lnTo>
                <a:lnTo>
                  <a:pt x="19812" y="297180"/>
                </a:lnTo>
                <a:lnTo>
                  <a:pt x="140208" y="249936"/>
                </a:lnTo>
                <a:lnTo>
                  <a:pt x="140208" y="246888"/>
                </a:lnTo>
                <a:lnTo>
                  <a:pt x="53340" y="207264"/>
                </a:lnTo>
                <a:lnTo>
                  <a:pt x="140208" y="170688"/>
                </a:lnTo>
                <a:lnTo>
                  <a:pt x="140208" y="166116"/>
                </a:lnTo>
                <a:close/>
              </a:path>
              <a:path extrusionOk="0" h="599439" w="140335">
                <a:moveTo>
                  <a:pt x="140208" y="45720"/>
                </a:moveTo>
                <a:lnTo>
                  <a:pt x="122631" y="7721"/>
                </a:lnTo>
                <a:lnTo>
                  <a:pt x="99060" y="0"/>
                </a:lnTo>
                <a:lnTo>
                  <a:pt x="88201" y="1981"/>
                </a:lnTo>
                <a:lnTo>
                  <a:pt x="78486" y="7810"/>
                </a:lnTo>
                <a:lnTo>
                  <a:pt x="69913" y="17360"/>
                </a:lnTo>
                <a:lnTo>
                  <a:pt x="62484" y="30480"/>
                </a:lnTo>
                <a:lnTo>
                  <a:pt x="47244" y="60960"/>
                </a:lnTo>
                <a:lnTo>
                  <a:pt x="42672" y="67056"/>
                </a:lnTo>
                <a:lnTo>
                  <a:pt x="39624" y="68580"/>
                </a:lnTo>
                <a:lnTo>
                  <a:pt x="35052" y="71628"/>
                </a:lnTo>
                <a:lnTo>
                  <a:pt x="30480" y="73152"/>
                </a:lnTo>
                <a:lnTo>
                  <a:pt x="21336" y="73152"/>
                </a:lnTo>
                <a:lnTo>
                  <a:pt x="16764" y="71628"/>
                </a:lnTo>
                <a:lnTo>
                  <a:pt x="13716" y="67056"/>
                </a:lnTo>
                <a:lnTo>
                  <a:pt x="10668" y="64008"/>
                </a:lnTo>
                <a:lnTo>
                  <a:pt x="9144" y="57912"/>
                </a:lnTo>
                <a:lnTo>
                  <a:pt x="9144" y="42672"/>
                </a:lnTo>
                <a:lnTo>
                  <a:pt x="45720" y="15240"/>
                </a:lnTo>
                <a:lnTo>
                  <a:pt x="45720" y="10668"/>
                </a:lnTo>
                <a:lnTo>
                  <a:pt x="0" y="10668"/>
                </a:lnTo>
                <a:lnTo>
                  <a:pt x="0" y="15240"/>
                </a:lnTo>
                <a:lnTo>
                  <a:pt x="3048" y="18288"/>
                </a:lnTo>
                <a:lnTo>
                  <a:pt x="4572" y="18288"/>
                </a:lnTo>
                <a:lnTo>
                  <a:pt x="4572" y="19812"/>
                </a:lnTo>
                <a:lnTo>
                  <a:pt x="6096" y="21336"/>
                </a:lnTo>
                <a:lnTo>
                  <a:pt x="6096" y="24384"/>
                </a:lnTo>
                <a:lnTo>
                  <a:pt x="4572" y="27432"/>
                </a:lnTo>
                <a:lnTo>
                  <a:pt x="3048" y="32004"/>
                </a:lnTo>
                <a:lnTo>
                  <a:pt x="0" y="39624"/>
                </a:lnTo>
                <a:lnTo>
                  <a:pt x="0" y="51816"/>
                </a:lnTo>
                <a:lnTo>
                  <a:pt x="21907" y="88963"/>
                </a:lnTo>
                <a:lnTo>
                  <a:pt x="36576" y="91440"/>
                </a:lnTo>
                <a:lnTo>
                  <a:pt x="45720" y="91440"/>
                </a:lnTo>
                <a:lnTo>
                  <a:pt x="76200" y="56388"/>
                </a:lnTo>
                <a:lnTo>
                  <a:pt x="80746" y="46964"/>
                </a:lnTo>
                <a:lnTo>
                  <a:pt x="85153" y="39243"/>
                </a:lnTo>
                <a:lnTo>
                  <a:pt x="89268" y="33248"/>
                </a:lnTo>
                <a:lnTo>
                  <a:pt x="92964" y="28956"/>
                </a:lnTo>
                <a:lnTo>
                  <a:pt x="97536" y="24384"/>
                </a:lnTo>
                <a:lnTo>
                  <a:pt x="103632" y="21336"/>
                </a:lnTo>
                <a:lnTo>
                  <a:pt x="115824" y="21336"/>
                </a:lnTo>
                <a:lnTo>
                  <a:pt x="124968" y="27432"/>
                </a:lnTo>
                <a:lnTo>
                  <a:pt x="128016" y="32004"/>
                </a:lnTo>
                <a:lnTo>
                  <a:pt x="131064" y="38100"/>
                </a:lnTo>
                <a:lnTo>
                  <a:pt x="131064" y="44196"/>
                </a:lnTo>
                <a:lnTo>
                  <a:pt x="108204" y="80962"/>
                </a:lnTo>
                <a:lnTo>
                  <a:pt x="91440" y="86868"/>
                </a:lnTo>
                <a:lnTo>
                  <a:pt x="91440" y="91440"/>
                </a:lnTo>
                <a:lnTo>
                  <a:pt x="138684" y="91440"/>
                </a:lnTo>
                <a:lnTo>
                  <a:pt x="140208" y="86868"/>
                </a:lnTo>
                <a:lnTo>
                  <a:pt x="135636" y="85344"/>
                </a:lnTo>
                <a:lnTo>
                  <a:pt x="134112" y="83820"/>
                </a:lnTo>
                <a:lnTo>
                  <a:pt x="134112" y="77724"/>
                </a:lnTo>
                <a:lnTo>
                  <a:pt x="135636" y="74676"/>
                </a:lnTo>
                <a:lnTo>
                  <a:pt x="137629" y="66725"/>
                </a:lnTo>
                <a:lnTo>
                  <a:pt x="139065" y="59055"/>
                </a:lnTo>
                <a:lnTo>
                  <a:pt x="139915" y="51968"/>
                </a:lnTo>
                <a:lnTo>
                  <a:pt x="140208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7" name="Google Shape;3667;p67"/>
          <p:cNvSpPr/>
          <p:nvPr/>
        </p:nvSpPr>
        <p:spPr>
          <a:xfrm>
            <a:off x="1743443" y="4410456"/>
            <a:ext cx="242570" cy="615950"/>
          </a:xfrm>
          <a:custGeom>
            <a:rect b="b" l="l" r="r" t="t"/>
            <a:pathLst>
              <a:path extrusionOk="0" h="615950" w="242569">
                <a:moveTo>
                  <a:pt x="178320" y="211836"/>
                </a:moveTo>
                <a:lnTo>
                  <a:pt x="173748" y="211836"/>
                </a:lnTo>
                <a:lnTo>
                  <a:pt x="173748" y="217932"/>
                </a:lnTo>
                <a:lnTo>
                  <a:pt x="172224" y="222504"/>
                </a:lnTo>
                <a:lnTo>
                  <a:pt x="170700" y="225552"/>
                </a:lnTo>
                <a:lnTo>
                  <a:pt x="169176" y="230124"/>
                </a:lnTo>
                <a:lnTo>
                  <a:pt x="160032" y="234696"/>
                </a:lnTo>
                <a:lnTo>
                  <a:pt x="153936" y="236220"/>
                </a:lnTo>
                <a:lnTo>
                  <a:pt x="85356" y="236220"/>
                </a:lnTo>
                <a:lnTo>
                  <a:pt x="76212" y="231648"/>
                </a:lnTo>
                <a:lnTo>
                  <a:pt x="68592" y="227076"/>
                </a:lnTo>
                <a:lnTo>
                  <a:pt x="65544" y="222504"/>
                </a:lnTo>
                <a:lnTo>
                  <a:pt x="62496" y="220980"/>
                </a:lnTo>
                <a:lnTo>
                  <a:pt x="62496" y="214884"/>
                </a:lnTo>
                <a:lnTo>
                  <a:pt x="64020" y="211836"/>
                </a:lnTo>
                <a:lnTo>
                  <a:pt x="67068" y="207264"/>
                </a:lnTo>
                <a:lnTo>
                  <a:pt x="71640" y="202692"/>
                </a:lnTo>
                <a:lnTo>
                  <a:pt x="73164" y="199644"/>
                </a:lnTo>
                <a:lnTo>
                  <a:pt x="73164" y="193548"/>
                </a:lnTo>
                <a:lnTo>
                  <a:pt x="71640" y="190500"/>
                </a:lnTo>
                <a:lnTo>
                  <a:pt x="68592" y="187452"/>
                </a:lnTo>
                <a:lnTo>
                  <a:pt x="62496" y="184404"/>
                </a:lnTo>
                <a:lnTo>
                  <a:pt x="53352" y="184404"/>
                </a:lnTo>
                <a:lnTo>
                  <a:pt x="48780" y="185928"/>
                </a:lnTo>
                <a:lnTo>
                  <a:pt x="45732" y="188976"/>
                </a:lnTo>
                <a:lnTo>
                  <a:pt x="42684" y="193548"/>
                </a:lnTo>
                <a:lnTo>
                  <a:pt x="41160" y="196596"/>
                </a:lnTo>
                <a:lnTo>
                  <a:pt x="41160" y="202692"/>
                </a:lnTo>
                <a:lnTo>
                  <a:pt x="43154" y="210934"/>
                </a:lnTo>
                <a:lnTo>
                  <a:pt x="49161" y="219456"/>
                </a:lnTo>
                <a:lnTo>
                  <a:pt x="59156" y="227990"/>
                </a:lnTo>
                <a:lnTo>
                  <a:pt x="73164" y="236220"/>
                </a:lnTo>
                <a:lnTo>
                  <a:pt x="41160" y="236220"/>
                </a:lnTo>
                <a:lnTo>
                  <a:pt x="41160" y="242316"/>
                </a:lnTo>
                <a:lnTo>
                  <a:pt x="57924" y="283464"/>
                </a:lnTo>
                <a:lnTo>
                  <a:pt x="62496" y="281940"/>
                </a:lnTo>
                <a:lnTo>
                  <a:pt x="60972" y="277368"/>
                </a:lnTo>
                <a:lnTo>
                  <a:pt x="59448" y="274320"/>
                </a:lnTo>
                <a:lnTo>
                  <a:pt x="59448" y="269748"/>
                </a:lnTo>
                <a:lnTo>
                  <a:pt x="60972" y="266700"/>
                </a:lnTo>
                <a:lnTo>
                  <a:pt x="65544" y="262128"/>
                </a:lnTo>
                <a:lnTo>
                  <a:pt x="68592" y="262128"/>
                </a:lnTo>
                <a:lnTo>
                  <a:pt x="72034" y="261251"/>
                </a:lnTo>
                <a:lnTo>
                  <a:pt x="77927" y="260794"/>
                </a:lnTo>
                <a:lnTo>
                  <a:pt x="97548" y="260604"/>
                </a:lnTo>
                <a:lnTo>
                  <a:pt x="161556" y="260604"/>
                </a:lnTo>
                <a:lnTo>
                  <a:pt x="166128" y="262128"/>
                </a:lnTo>
                <a:lnTo>
                  <a:pt x="167652" y="263652"/>
                </a:lnTo>
                <a:lnTo>
                  <a:pt x="169176" y="266700"/>
                </a:lnTo>
                <a:lnTo>
                  <a:pt x="172224" y="269748"/>
                </a:lnTo>
                <a:lnTo>
                  <a:pt x="173748" y="274320"/>
                </a:lnTo>
                <a:lnTo>
                  <a:pt x="173748" y="280416"/>
                </a:lnTo>
                <a:lnTo>
                  <a:pt x="178320" y="280416"/>
                </a:lnTo>
                <a:lnTo>
                  <a:pt x="178320" y="211836"/>
                </a:lnTo>
                <a:close/>
              </a:path>
              <a:path extrusionOk="0" h="615950" w="242569">
                <a:moveTo>
                  <a:pt x="181356" y="460248"/>
                </a:moveTo>
                <a:lnTo>
                  <a:pt x="178308" y="452628"/>
                </a:lnTo>
                <a:lnTo>
                  <a:pt x="169164" y="440436"/>
                </a:lnTo>
                <a:lnTo>
                  <a:pt x="161544" y="435864"/>
                </a:lnTo>
                <a:lnTo>
                  <a:pt x="152400" y="432816"/>
                </a:lnTo>
                <a:lnTo>
                  <a:pt x="152400" y="438912"/>
                </a:lnTo>
                <a:lnTo>
                  <a:pt x="158496" y="441960"/>
                </a:lnTo>
                <a:lnTo>
                  <a:pt x="163068" y="451104"/>
                </a:lnTo>
                <a:lnTo>
                  <a:pt x="163068" y="458724"/>
                </a:lnTo>
                <a:lnTo>
                  <a:pt x="161544" y="461772"/>
                </a:lnTo>
                <a:lnTo>
                  <a:pt x="158496" y="463296"/>
                </a:lnTo>
                <a:lnTo>
                  <a:pt x="155448" y="466344"/>
                </a:lnTo>
                <a:lnTo>
                  <a:pt x="149352" y="467868"/>
                </a:lnTo>
                <a:lnTo>
                  <a:pt x="53340" y="467868"/>
                </a:lnTo>
                <a:lnTo>
                  <a:pt x="53340" y="435864"/>
                </a:lnTo>
                <a:lnTo>
                  <a:pt x="44196" y="435864"/>
                </a:lnTo>
                <a:lnTo>
                  <a:pt x="44196" y="467868"/>
                </a:lnTo>
                <a:lnTo>
                  <a:pt x="0" y="467868"/>
                </a:lnTo>
                <a:lnTo>
                  <a:pt x="0" y="470916"/>
                </a:lnTo>
                <a:lnTo>
                  <a:pt x="9144" y="475488"/>
                </a:lnTo>
                <a:lnTo>
                  <a:pt x="16764" y="478536"/>
                </a:lnTo>
                <a:lnTo>
                  <a:pt x="19812" y="480060"/>
                </a:lnTo>
                <a:lnTo>
                  <a:pt x="27432" y="486156"/>
                </a:lnTo>
                <a:lnTo>
                  <a:pt x="33528" y="490728"/>
                </a:lnTo>
                <a:lnTo>
                  <a:pt x="42672" y="502920"/>
                </a:lnTo>
                <a:lnTo>
                  <a:pt x="48768" y="515112"/>
                </a:lnTo>
                <a:lnTo>
                  <a:pt x="53340" y="515112"/>
                </a:lnTo>
                <a:lnTo>
                  <a:pt x="53340" y="492252"/>
                </a:lnTo>
                <a:lnTo>
                  <a:pt x="153924" y="492252"/>
                </a:lnTo>
                <a:lnTo>
                  <a:pt x="161544" y="490728"/>
                </a:lnTo>
                <a:lnTo>
                  <a:pt x="166116" y="489204"/>
                </a:lnTo>
                <a:lnTo>
                  <a:pt x="175260" y="483108"/>
                </a:lnTo>
                <a:lnTo>
                  <a:pt x="176784" y="480060"/>
                </a:lnTo>
                <a:lnTo>
                  <a:pt x="179832" y="475488"/>
                </a:lnTo>
                <a:lnTo>
                  <a:pt x="181356" y="470916"/>
                </a:lnTo>
                <a:lnTo>
                  <a:pt x="181356" y="460248"/>
                </a:lnTo>
                <a:close/>
              </a:path>
              <a:path extrusionOk="0" h="615950" w="242569">
                <a:moveTo>
                  <a:pt x="181356" y="12192"/>
                </a:moveTo>
                <a:lnTo>
                  <a:pt x="179832" y="9144"/>
                </a:lnTo>
                <a:lnTo>
                  <a:pt x="172212" y="1524"/>
                </a:lnTo>
                <a:lnTo>
                  <a:pt x="169164" y="0"/>
                </a:lnTo>
                <a:lnTo>
                  <a:pt x="160020" y="0"/>
                </a:lnTo>
                <a:lnTo>
                  <a:pt x="155448" y="1524"/>
                </a:lnTo>
                <a:lnTo>
                  <a:pt x="149352" y="7620"/>
                </a:lnTo>
                <a:lnTo>
                  <a:pt x="147828" y="12192"/>
                </a:lnTo>
                <a:lnTo>
                  <a:pt x="147828" y="21336"/>
                </a:lnTo>
                <a:lnTo>
                  <a:pt x="149352" y="25908"/>
                </a:lnTo>
                <a:lnTo>
                  <a:pt x="152400" y="28956"/>
                </a:lnTo>
                <a:lnTo>
                  <a:pt x="155448" y="32004"/>
                </a:lnTo>
                <a:lnTo>
                  <a:pt x="160020" y="33528"/>
                </a:lnTo>
                <a:lnTo>
                  <a:pt x="169164" y="33528"/>
                </a:lnTo>
                <a:lnTo>
                  <a:pt x="172212" y="32004"/>
                </a:lnTo>
                <a:lnTo>
                  <a:pt x="175260" y="28956"/>
                </a:lnTo>
                <a:lnTo>
                  <a:pt x="179832" y="25908"/>
                </a:lnTo>
                <a:lnTo>
                  <a:pt x="181356" y="21336"/>
                </a:lnTo>
                <a:lnTo>
                  <a:pt x="181356" y="12192"/>
                </a:lnTo>
                <a:close/>
              </a:path>
              <a:path extrusionOk="0" h="615950" w="242569">
                <a:moveTo>
                  <a:pt x="181368" y="568452"/>
                </a:moveTo>
                <a:lnTo>
                  <a:pt x="163791" y="531977"/>
                </a:lnTo>
                <a:lnTo>
                  <a:pt x="140220" y="524256"/>
                </a:lnTo>
                <a:lnTo>
                  <a:pt x="129362" y="525995"/>
                </a:lnTo>
                <a:lnTo>
                  <a:pt x="119646" y="531304"/>
                </a:lnTo>
                <a:lnTo>
                  <a:pt x="111074" y="540334"/>
                </a:lnTo>
                <a:lnTo>
                  <a:pt x="103644" y="553212"/>
                </a:lnTo>
                <a:lnTo>
                  <a:pt x="88404" y="583692"/>
                </a:lnTo>
                <a:lnTo>
                  <a:pt x="83921" y="589673"/>
                </a:lnTo>
                <a:lnTo>
                  <a:pt x="83540" y="590080"/>
                </a:lnTo>
                <a:lnTo>
                  <a:pt x="80784" y="592836"/>
                </a:lnTo>
                <a:lnTo>
                  <a:pt x="76212" y="595884"/>
                </a:lnTo>
                <a:lnTo>
                  <a:pt x="71640" y="597408"/>
                </a:lnTo>
                <a:lnTo>
                  <a:pt x="62496" y="597408"/>
                </a:lnTo>
                <a:lnTo>
                  <a:pt x="57924" y="594360"/>
                </a:lnTo>
                <a:lnTo>
                  <a:pt x="54876" y="591312"/>
                </a:lnTo>
                <a:lnTo>
                  <a:pt x="51828" y="586740"/>
                </a:lnTo>
                <a:lnTo>
                  <a:pt x="50304" y="580644"/>
                </a:lnTo>
                <a:lnTo>
                  <a:pt x="50304" y="565404"/>
                </a:lnTo>
                <a:lnTo>
                  <a:pt x="51828" y="557784"/>
                </a:lnTo>
                <a:lnTo>
                  <a:pt x="57924" y="553212"/>
                </a:lnTo>
                <a:lnTo>
                  <a:pt x="62230" y="548932"/>
                </a:lnTo>
                <a:lnTo>
                  <a:pt x="67767" y="545592"/>
                </a:lnTo>
                <a:lnTo>
                  <a:pt x="68707" y="545096"/>
                </a:lnTo>
                <a:lnTo>
                  <a:pt x="76568" y="542074"/>
                </a:lnTo>
                <a:lnTo>
                  <a:pt x="86880" y="539496"/>
                </a:lnTo>
                <a:lnTo>
                  <a:pt x="86880" y="534924"/>
                </a:lnTo>
                <a:lnTo>
                  <a:pt x="41160" y="534924"/>
                </a:lnTo>
                <a:lnTo>
                  <a:pt x="41160" y="539496"/>
                </a:lnTo>
                <a:lnTo>
                  <a:pt x="42684" y="539496"/>
                </a:lnTo>
                <a:lnTo>
                  <a:pt x="47256" y="544068"/>
                </a:lnTo>
                <a:lnTo>
                  <a:pt x="47256" y="547116"/>
                </a:lnTo>
                <a:lnTo>
                  <a:pt x="45732" y="550164"/>
                </a:lnTo>
                <a:lnTo>
                  <a:pt x="44208" y="556260"/>
                </a:lnTo>
                <a:lnTo>
                  <a:pt x="41249" y="562165"/>
                </a:lnTo>
                <a:lnTo>
                  <a:pt x="41211" y="575297"/>
                </a:lnTo>
                <a:lnTo>
                  <a:pt x="41744" y="583145"/>
                </a:lnTo>
                <a:lnTo>
                  <a:pt x="70040" y="614870"/>
                </a:lnTo>
                <a:lnTo>
                  <a:pt x="77736" y="615696"/>
                </a:lnTo>
                <a:lnTo>
                  <a:pt x="86880" y="615696"/>
                </a:lnTo>
                <a:lnTo>
                  <a:pt x="107302" y="597408"/>
                </a:lnTo>
                <a:lnTo>
                  <a:pt x="111925" y="590080"/>
                </a:lnTo>
                <a:lnTo>
                  <a:pt x="117360" y="580644"/>
                </a:lnTo>
                <a:lnTo>
                  <a:pt x="121907" y="570344"/>
                </a:lnTo>
                <a:lnTo>
                  <a:pt x="126314" y="562165"/>
                </a:lnTo>
                <a:lnTo>
                  <a:pt x="130429" y="556006"/>
                </a:lnTo>
                <a:lnTo>
                  <a:pt x="134124" y="551688"/>
                </a:lnTo>
                <a:lnTo>
                  <a:pt x="138696" y="547116"/>
                </a:lnTo>
                <a:lnTo>
                  <a:pt x="144792" y="545592"/>
                </a:lnTo>
                <a:lnTo>
                  <a:pt x="156984" y="545592"/>
                </a:lnTo>
                <a:lnTo>
                  <a:pt x="161556" y="547116"/>
                </a:lnTo>
                <a:lnTo>
                  <a:pt x="166128" y="551688"/>
                </a:lnTo>
                <a:lnTo>
                  <a:pt x="172224" y="560832"/>
                </a:lnTo>
                <a:lnTo>
                  <a:pt x="172224" y="568452"/>
                </a:lnTo>
                <a:lnTo>
                  <a:pt x="149364" y="604456"/>
                </a:lnTo>
                <a:lnTo>
                  <a:pt x="132600" y="611124"/>
                </a:lnTo>
                <a:lnTo>
                  <a:pt x="132600" y="615696"/>
                </a:lnTo>
                <a:lnTo>
                  <a:pt x="179844" y="615696"/>
                </a:lnTo>
                <a:lnTo>
                  <a:pt x="181368" y="611124"/>
                </a:lnTo>
                <a:lnTo>
                  <a:pt x="176796" y="609600"/>
                </a:lnTo>
                <a:lnTo>
                  <a:pt x="175272" y="608076"/>
                </a:lnTo>
                <a:lnTo>
                  <a:pt x="175272" y="600456"/>
                </a:lnTo>
                <a:lnTo>
                  <a:pt x="176796" y="597408"/>
                </a:lnTo>
                <a:lnTo>
                  <a:pt x="178790" y="589673"/>
                </a:lnTo>
                <a:lnTo>
                  <a:pt x="180225" y="582358"/>
                </a:lnTo>
                <a:lnTo>
                  <a:pt x="180263" y="581977"/>
                </a:lnTo>
                <a:lnTo>
                  <a:pt x="181076" y="575297"/>
                </a:lnTo>
                <a:lnTo>
                  <a:pt x="181114" y="574548"/>
                </a:lnTo>
                <a:lnTo>
                  <a:pt x="181368" y="568452"/>
                </a:lnTo>
                <a:close/>
              </a:path>
              <a:path extrusionOk="0" h="615950" w="242569">
                <a:moveTo>
                  <a:pt x="181368" y="358140"/>
                </a:moveTo>
                <a:lnTo>
                  <a:pt x="181267" y="356616"/>
                </a:lnTo>
                <a:lnTo>
                  <a:pt x="180797" y="349262"/>
                </a:lnTo>
                <a:lnTo>
                  <a:pt x="179082" y="340804"/>
                </a:lnTo>
                <a:lnTo>
                  <a:pt x="176225" y="332638"/>
                </a:lnTo>
                <a:lnTo>
                  <a:pt x="172224" y="324612"/>
                </a:lnTo>
                <a:lnTo>
                  <a:pt x="172224" y="352044"/>
                </a:lnTo>
                <a:lnTo>
                  <a:pt x="170815" y="360883"/>
                </a:lnTo>
                <a:lnTo>
                  <a:pt x="139814" y="387413"/>
                </a:lnTo>
                <a:lnTo>
                  <a:pt x="127812" y="390626"/>
                </a:lnTo>
                <a:lnTo>
                  <a:pt x="128117" y="390626"/>
                </a:lnTo>
                <a:lnTo>
                  <a:pt x="114236" y="392607"/>
                </a:lnTo>
                <a:lnTo>
                  <a:pt x="100596" y="393192"/>
                </a:lnTo>
                <a:lnTo>
                  <a:pt x="91757" y="392912"/>
                </a:lnTo>
                <a:lnTo>
                  <a:pt x="51828" y="371856"/>
                </a:lnTo>
                <a:lnTo>
                  <a:pt x="50304" y="365760"/>
                </a:lnTo>
                <a:lnTo>
                  <a:pt x="50330" y="360883"/>
                </a:lnTo>
                <a:lnTo>
                  <a:pt x="75184" y="329044"/>
                </a:lnTo>
                <a:lnTo>
                  <a:pt x="120408" y="320040"/>
                </a:lnTo>
                <a:lnTo>
                  <a:pt x="133235" y="320611"/>
                </a:lnTo>
                <a:lnTo>
                  <a:pt x="168986" y="339471"/>
                </a:lnTo>
                <a:lnTo>
                  <a:pt x="172224" y="352044"/>
                </a:lnTo>
                <a:lnTo>
                  <a:pt x="172224" y="324612"/>
                </a:lnTo>
                <a:lnTo>
                  <a:pt x="135648" y="297751"/>
                </a:lnTo>
                <a:lnTo>
                  <a:pt x="108216" y="292608"/>
                </a:lnTo>
                <a:lnTo>
                  <a:pt x="95948" y="293712"/>
                </a:lnTo>
                <a:lnTo>
                  <a:pt x="54013" y="317830"/>
                </a:lnTo>
                <a:lnTo>
                  <a:pt x="41160" y="356616"/>
                </a:lnTo>
                <a:lnTo>
                  <a:pt x="41262" y="358140"/>
                </a:lnTo>
                <a:lnTo>
                  <a:pt x="53924" y="395198"/>
                </a:lnTo>
                <a:lnTo>
                  <a:pt x="94310" y="418338"/>
                </a:lnTo>
                <a:lnTo>
                  <a:pt x="111264" y="420624"/>
                </a:lnTo>
                <a:lnTo>
                  <a:pt x="123545" y="419747"/>
                </a:lnTo>
                <a:lnTo>
                  <a:pt x="167220" y="396290"/>
                </a:lnTo>
                <a:lnTo>
                  <a:pt x="169354" y="393192"/>
                </a:lnTo>
                <a:lnTo>
                  <a:pt x="174891" y="385191"/>
                </a:lnTo>
                <a:lnTo>
                  <a:pt x="179692" y="372389"/>
                </a:lnTo>
                <a:lnTo>
                  <a:pt x="179755" y="371856"/>
                </a:lnTo>
                <a:lnTo>
                  <a:pt x="181368" y="358140"/>
                </a:lnTo>
                <a:close/>
              </a:path>
              <a:path extrusionOk="0" h="615950" w="242569">
                <a:moveTo>
                  <a:pt x="242328" y="153924"/>
                </a:moveTo>
                <a:lnTo>
                  <a:pt x="218706" y="117729"/>
                </a:lnTo>
                <a:lnTo>
                  <a:pt x="91986" y="65532"/>
                </a:lnTo>
                <a:lnTo>
                  <a:pt x="68592" y="56388"/>
                </a:lnTo>
                <a:lnTo>
                  <a:pt x="62496" y="53340"/>
                </a:lnTo>
                <a:lnTo>
                  <a:pt x="57924" y="51816"/>
                </a:lnTo>
                <a:lnTo>
                  <a:pt x="56400" y="51816"/>
                </a:lnTo>
                <a:lnTo>
                  <a:pt x="51828" y="47244"/>
                </a:lnTo>
                <a:lnTo>
                  <a:pt x="50304" y="44196"/>
                </a:lnTo>
                <a:lnTo>
                  <a:pt x="48780" y="42672"/>
                </a:lnTo>
                <a:lnTo>
                  <a:pt x="48780" y="36576"/>
                </a:lnTo>
                <a:lnTo>
                  <a:pt x="44208" y="36576"/>
                </a:lnTo>
                <a:lnTo>
                  <a:pt x="44208" y="79248"/>
                </a:lnTo>
                <a:lnTo>
                  <a:pt x="48780" y="79248"/>
                </a:lnTo>
                <a:lnTo>
                  <a:pt x="48780" y="70104"/>
                </a:lnTo>
                <a:lnTo>
                  <a:pt x="50304" y="68580"/>
                </a:lnTo>
                <a:lnTo>
                  <a:pt x="50304" y="67056"/>
                </a:lnTo>
                <a:lnTo>
                  <a:pt x="51828" y="67056"/>
                </a:lnTo>
                <a:lnTo>
                  <a:pt x="53352" y="65532"/>
                </a:lnTo>
                <a:lnTo>
                  <a:pt x="59448" y="65532"/>
                </a:lnTo>
                <a:lnTo>
                  <a:pt x="68592" y="68580"/>
                </a:lnTo>
                <a:lnTo>
                  <a:pt x="141744" y="97536"/>
                </a:lnTo>
                <a:lnTo>
                  <a:pt x="74688" y="129540"/>
                </a:lnTo>
                <a:lnTo>
                  <a:pt x="67068" y="132588"/>
                </a:lnTo>
                <a:lnTo>
                  <a:pt x="62496" y="134112"/>
                </a:lnTo>
                <a:lnTo>
                  <a:pt x="54876" y="134112"/>
                </a:lnTo>
                <a:lnTo>
                  <a:pt x="48780" y="128016"/>
                </a:lnTo>
                <a:lnTo>
                  <a:pt x="48780" y="117348"/>
                </a:lnTo>
                <a:lnTo>
                  <a:pt x="44208" y="117348"/>
                </a:lnTo>
                <a:lnTo>
                  <a:pt x="44208" y="181356"/>
                </a:lnTo>
                <a:lnTo>
                  <a:pt x="48780" y="181356"/>
                </a:lnTo>
                <a:lnTo>
                  <a:pt x="48780" y="176784"/>
                </a:lnTo>
                <a:lnTo>
                  <a:pt x="50304" y="172212"/>
                </a:lnTo>
                <a:lnTo>
                  <a:pt x="53352" y="169164"/>
                </a:lnTo>
                <a:lnTo>
                  <a:pt x="56400" y="167640"/>
                </a:lnTo>
                <a:lnTo>
                  <a:pt x="59448" y="164592"/>
                </a:lnTo>
                <a:lnTo>
                  <a:pt x="68592" y="158496"/>
                </a:lnTo>
                <a:lnTo>
                  <a:pt x="71640" y="156972"/>
                </a:lnTo>
                <a:lnTo>
                  <a:pt x="120307" y="134112"/>
                </a:lnTo>
                <a:lnTo>
                  <a:pt x="172224" y="109728"/>
                </a:lnTo>
                <a:lnTo>
                  <a:pt x="193560" y="118872"/>
                </a:lnTo>
                <a:lnTo>
                  <a:pt x="201180" y="121920"/>
                </a:lnTo>
                <a:lnTo>
                  <a:pt x="214896" y="138684"/>
                </a:lnTo>
                <a:lnTo>
                  <a:pt x="211848" y="144780"/>
                </a:lnTo>
                <a:lnTo>
                  <a:pt x="210324" y="150876"/>
                </a:lnTo>
                <a:lnTo>
                  <a:pt x="210324" y="163068"/>
                </a:lnTo>
                <a:lnTo>
                  <a:pt x="213372" y="169164"/>
                </a:lnTo>
                <a:lnTo>
                  <a:pt x="216420" y="172212"/>
                </a:lnTo>
                <a:lnTo>
                  <a:pt x="219468" y="173736"/>
                </a:lnTo>
                <a:lnTo>
                  <a:pt x="228612" y="173736"/>
                </a:lnTo>
                <a:lnTo>
                  <a:pt x="233184" y="172212"/>
                </a:lnTo>
                <a:lnTo>
                  <a:pt x="236232" y="167640"/>
                </a:lnTo>
                <a:lnTo>
                  <a:pt x="239280" y="164592"/>
                </a:lnTo>
                <a:lnTo>
                  <a:pt x="242328" y="160020"/>
                </a:lnTo>
                <a:lnTo>
                  <a:pt x="242328" y="1539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668" name="Google Shape;3668;p67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1714500" y="2560319"/>
            <a:ext cx="210312" cy="3581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69" name="Google Shape;3669;p67"/>
          <p:cNvGrpSpPr/>
          <p:nvPr/>
        </p:nvGrpSpPr>
        <p:grpSpPr>
          <a:xfrm>
            <a:off x="1743455" y="1898904"/>
            <a:ext cx="181357" cy="466343"/>
            <a:chOff x="1743455" y="1898904"/>
            <a:chExt cx="181357" cy="466343"/>
          </a:xfrm>
        </p:grpSpPr>
        <p:pic>
          <p:nvPicPr>
            <p:cNvPr id="3670" name="Google Shape;3670;p67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784604" y="2106167"/>
              <a:ext cx="140208" cy="2590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71" name="Google Shape;3671;p67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743455" y="1898904"/>
              <a:ext cx="181356" cy="18287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672" name="Google Shape;3672;p67"/>
          <p:cNvGrpSpPr/>
          <p:nvPr/>
        </p:nvGrpSpPr>
        <p:grpSpPr>
          <a:xfrm>
            <a:off x="1714500" y="1441704"/>
            <a:ext cx="210312" cy="268224"/>
            <a:chOff x="1714500" y="1441704"/>
            <a:chExt cx="210312" cy="268224"/>
          </a:xfrm>
        </p:grpSpPr>
        <p:pic>
          <p:nvPicPr>
            <p:cNvPr id="3673" name="Google Shape;3673;p67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784604" y="1581912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74" name="Google Shape;3674;p67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1714500" y="1441704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675" name="Google Shape;3675;p67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034539" y="5753100"/>
            <a:ext cx="210312" cy="1106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6" name="Google Shape;3676;p67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063495" y="4632959"/>
            <a:ext cx="225552" cy="1036320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7" name="Google Shape;3677;p67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034539" y="4189476"/>
            <a:ext cx="210311" cy="355092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8" name="Google Shape;3678;p67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034539" y="2322576"/>
            <a:ext cx="210312" cy="3703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79" name="Google Shape;3679;p67"/>
          <p:cNvGrpSpPr/>
          <p:nvPr/>
        </p:nvGrpSpPr>
        <p:grpSpPr>
          <a:xfrm>
            <a:off x="2063495" y="1815083"/>
            <a:ext cx="181483" cy="431291"/>
            <a:chOff x="2063495" y="1815083"/>
            <a:chExt cx="181483" cy="431291"/>
          </a:xfrm>
        </p:grpSpPr>
        <p:pic>
          <p:nvPicPr>
            <p:cNvPr id="3680" name="Google Shape;3680;p67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063495" y="1869947"/>
              <a:ext cx="181356" cy="3764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81" name="Google Shape;3681;p67"/>
            <p:cNvSpPr/>
            <p:nvPr/>
          </p:nvSpPr>
          <p:spPr>
            <a:xfrm>
              <a:off x="2211323" y="1815083"/>
              <a:ext cx="33655" cy="33655"/>
            </a:xfrm>
            <a:custGeom>
              <a:rect b="b" l="l" r="r" t="t"/>
              <a:pathLst>
                <a:path extrusionOk="0" h="33655" w="33655">
                  <a:moveTo>
                    <a:pt x="21336" y="33527"/>
                  </a:moveTo>
                  <a:lnTo>
                    <a:pt x="12192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4384" y="1523"/>
                  </a:lnTo>
                  <a:lnTo>
                    <a:pt x="28956" y="4571"/>
                  </a:lnTo>
                  <a:lnTo>
                    <a:pt x="32004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8956" y="28955"/>
                  </a:lnTo>
                  <a:lnTo>
                    <a:pt x="24384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682" name="Google Shape;3682;p67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043683" y="1473708"/>
            <a:ext cx="198120" cy="242316"/>
          </a:xfrm>
          <a:prstGeom prst="rect">
            <a:avLst/>
          </a:prstGeom>
          <a:noFill/>
          <a:ln>
            <a:noFill/>
          </a:ln>
        </p:spPr>
      </p:pic>
      <p:sp>
        <p:nvSpPr>
          <p:cNvPr id="3683" name="Google Shape;3683;p67"/>
          <p:cNvSpPr/>
          <p:nvPr/>
        </p:nvSpPr>
        <p:spPr>
          <a:xfrm>
            <a:off x="2354567" y="5519928"/>
            <a:ext cx="210820" cy="523240"/>
          </a:xfrm>
          <a:custGeom>
            <a:rect b="b" l="l" r="r" t="t"/>
            <a:pathLst>
              <a:path extrusionOk="0" h="523239" w="210819">
                <a:moveTo>
                  <a:pt x="32004" y="268224"/>
                </a:moveTo>
                <a:lnTo>
                  <a:pt x="30480" y="263652"/>
                </a:lnTo>
                <a:lnTo>
                  <a:pt x="24384" y="257556"/>
                </a:lnTo>
                <a:lnTo>
                  <a:pt x="19812" y="256032"/>
                </a:lnTo>
                <a:lnTo>
                  <a:pt x="10668" y="256032"/>
                </a:lnTo>
                <a:lnTo>
                  <a:pt x="7620" y="257556"/>
                </a:lnTo>
                <a:lnTo>
                  <a:pt x="1524" y="263652"/>
                </a:lnTo>
                <a:lnTo>
                  <a:pt x="0" y="268224"/>
                </a:lnTo>
                <a:lnTo>
                  <a:pt x="0" y="275844"/>
                </a:lnTo>
                <a:lnTo>
                  <a:pt x="1524" y="280416"/>
                </a:lnTo>
                <a:lnTo>
                  <a:pt x="7620" y="286512"/>
                </a:lnTo>
                <a:lnTo>
                  <a:pt x="10668" y="288036"/>
                </a:lnTo>
                <a:lnTo>
                  <a:pt x="19812" y="288036"/>
                </a:lnTo>
                <a:lnTo>
                  <a:pt x="24384" y="286512"/>
                </a:lnTo>
                <a:lnTo>
                  <a:pt x="30480" y="280416"/>
                </a:lnTo>
                <a:lnTo>
                  <a:pt x="32004" y="275844"/>
                </a:lnTo>
                <a:lnTo>
                  <a:pt x="32004" y="268224"/>
                </a:lnTo>
                <a:close/>
              </a:path>
              <a:path extrusionOk="0" h="523239" w="210819">
                <a:moveTo>
                  <a:pt x="207264" y="239268"/>
                </a:moveTo>
                <a:lnTo>
                  <a:pt x="202692" y="239268"/>
                </a:lnTo>
                <a:lnTo>
                  <a:pt x="202692" y="245364"/>
                </a:lnTo>
                <a:lnTo>
                  <a:pt x="201168" y="249936"/>
                </a:lnTo>
                <a:lnTo>
                  <a:pt x="201168" y="251460"/>
                </a:lnTo>
                <a:lnTo>
                  <a:pt x="199644" y="254508"/>
                </a:lnTo>
                <a:lnTo>
                  <a:pt x="190500" y="259080"/>
                </a:lnTo>
                <a:lnTo>
                  <a:pt x="70104" y="259080"/>
                </a:lnTo>
                <a:lnTo>
                  <a:pt x="70104" y="265176"/>
                </a:lnTo>
                <a:lnTo>
                  <a:pt x="86868" y="306324"/>
                </a:lnTo>
                <a:lnTo>
                  <a:pt x="91440" y="304800"/>
                </a:lnTo>
                <a:lnTo>
                  <a:pt x="89916" y="300228"/>
                </a:lnTo>
                <a:lnTo>
                  <a:pt x="89916" y="289560"/>
                </a:lnTo>
                <a:lnTo>
                  <a:pt x="94488" y="284988"/>
                </a:lnTo>
                <a:lnTo>
                  <a:pt x="97536" y="284988"/>
                </a:lnTo>
                <a:lnTo>
                  <a:pt x="101854" y="284111"/>
                </a:lnTo>
                <a:lnTo>
                  <a:pt x="108013" y="283654"/>
                </a:lnTo>
                <a:lnTo>
                  <a:pt x="117348" y="283464"/>
                </a:lnTo>
                <a:lnTo>
                  <a:pt x="190500" y="283464"/>
                </a:lnTo>
                <a:lnTo>
                  <a:pt x="199644" y="288036"/>
                </a:lnTo>
                <a:lnTo>
                  <a:pt x="201168" y="291084"/>
                </a:lnTo>
                <a:lnTo>
                  <a:pt x="202692" y="292608"/>
                </a:lnTo>
                <a:lnTo>
                  <a:pt x="202692" y="303276"/>
                </a:lnTo>
                <a:lnTo>
                  <a:pt x="207264" y="303276"/>
                </a:lnTo>
                <a:lnTo>
                  <a:pt x="207264" y="283464"/>
                </a:lnTo>
                <a:lnTo>
                  <a:pt x="207264" y="239268"/>
                </a:lnTo>
                <a:close/>
              </a:path>
              <a:path extrusionOk="0" h="523239" w="210819">
                <a:moveTo>
                  <a:pt x="207264" y="0"/>
                </a:moveTo>
                <a:lnTo>
                  <a:pt x="202692" y="0"/>
                </a:lnTo>
                <a:lnTo>
                  <a:pt x="202692" y="6096"/>
                </a:lnTo>
                <a:lnTo>
                  <a:pt x="201168" y="10668"/>
                </a:lnTo>
                <a:lnTo>
                  <a:pt x="201168" y="13716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8288"/>
                </a:lnTo>
                <a:lnTo>
                  <a:pt x="192024" y="19812"/>
                </a:lnTo>
                <a:lnTo>
                  <a:pt x="129540" y="19812"/>
                </a:lnTo>
                <a:lnTo>
                  <a:pt x="118097" y="20078"/>
                </a:lnTo>
                <a:lnTo>
                  <a:pt x="80772" y="28956"/>
                </a:lnTo>
                <a:lnTo>
                  <a:pt x="70104" y="47244"/>
                </a:lnTo>
                <a:lnTo>
                  <a:pt x="70104" y="60960"/>
                </a:lnTo>
                <a:lnTo>
                  <a:pt x="99060" y="100584"/>
                </a:lnTo>
                <a:lnTo>
                  <a:pt x="0" y="100584"/>
                </a:lnTo>
                <a:lnTo>
                  <a:pt x="0" y="108204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1732"/>
                </a:lnTo>
                <a:lnTo>
                  <a:pt x="18288" y="138684"/>
                </a:lnTo>
                <a:lnTo>
                  <a:pt x="18288" y="132588"/>
                </a:lnTo>
                <a:lnTo>
                  <a:pt x="21336" y="129540"/>
                </a:lnTo>
                <a:lnTo>
                  <a:pt x="21336" y="128016"/>
                </a:lnTo>
                <a:lnTo>
                  <a:pt x="24384" y="126492"/>
                </a:lnTo>
                <a:lnTo>
                  <a:pt x="27432" y="126492"/>
                </a:lnTo>
                <a:lnTo>
                  <a:pt x="31750" y="125615"/>
                </a:lnTo>
                <a:lnTo>
                  <a:pt x="37909" y="125158"/>
                </a:lnTo>
                <a:lnTo>
                  <a:pt x="56388" y="124968"/>
                </a:lnTo>
                <a:lnTo>
                  <a:pt x="190500" y="124968"/>
                </a:lnTo>
                <a:lnTo>
                  <a:pt x="196596" y="128016"/>
                </a:lnTo>
                <a:lnTo>
                  <a:pt x="199644" y="131064"/>
                </a:lnTo>
                <a:lnTo>
                  <a:pt x="201168" y="134112"/>
                </a:lnTo>
                <a:lnTo>
                  <a:pt x="202692" y="138684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9644" y="94488"/>
                </a:lnTo>
                <a:lnTo>
                  <a:pt x="198120" y="96012"/>
                </a:lnTo>
                <a:lnTo>
                  <a:pt x="196596" y="99060"/>
                </a:lnTo>
                <a:lnTo>
                  <a:pt x="195072" y="99060"/>
                </a:lnTo>
                <a:lnTo>
                  <a:pt x="192024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2296"/>
                </a:lnTo>
                <a:lnTo>
                  <a:pt x="89916" y="76200"/>
                </a:lnTo>
                <a:lnTo>
                  <a:pt x="88392" y="71628"/>
                </a:lnTo>
                <a:lnTo>
                  <a:pt x="88392" y="60960"/>
                </a:lnTo>
                <a:lnTo>
                  <a:pt x="91440" y="54864"/>
                </a:lnTo>
                <a:lnTo>
                  <a:pt x="129540" y="44196"/>
                </a:lnTo>
                <a:lnTo>
                  <a:pt x="190500" y="44196"/>
                </a:lnTo>
                <a:lnTo>
                  <a:pt x="202692" y="56388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3239" w="210819">
                <a:moveTo>
                  <a:pt x="210324" y="373380"/>
                </a:moveTo>
                <a:lnTo>
                  <a:pt x="94500" y="329184"/>
                </a:lnTo>
                <a:lnTo>
                  <a:pt x="83832" y="324612"/>
                </a:lnTo>
                <a:lnTo>
                  <a:pt x="79260" y="318516"/>
                </a:lnTo>
                <a:lnTo>
                  <a:pt x="77736" y="310896"/>
                </a:lnTo>
                <a:lnTo>
                  <a:pt x="73164" y="310896"/>
                </a:lnTo>
                <a:lnTo>
                  <a:pt x="73164" y="350520"/>
                </a:lnTo>
                <a:lnTo>
                  <a:pt x="77736" y="350520"/>
                </a:lnTo>
                <a:lnTo>
                  <a:pt x="77736" y="345948"/>
                </a:lnTo>
                <a:lnTo>
                  <a:pt x="79260" y="341376"/>
                </a:lnTo>
                <a:lnTo>
                  <a:pt x="83832" y="336804"/>
                </a:lnTo>
                <a:lnTo>
                  <a:pt x="88404" y="336804"/>
                </a:lnTo>
                <a:lnTo>
                  <a:pt x="92976" y="338328"/>
                </a:lnTo>
                <a:lnTo>
                  <a:pt x="99072" y="339852"/>
                </a:lnTo>
                <a:lnTo>
                  <a:pt x="170700" y="368808"/>
                </a:lnTo>
                <a:lnTo>
                  <a:pt x="96024" y="400812"/>
                </a:lnTo>
                <a:lnTo>
                  <a:pt x="94500" y="400812"/>
                </a:lnTo>
                <a:lnTo>
                  <a:pt x="91452" y="402336"/>
                </a:lnTo>
                <a:lnTo>
                  <a:pt x="86880" y="402336"/>
                </a:lnTo>
                <a:lnTo>
                  <a:pt x="83832" y="400812"/>
                </a:lnTo>
                <a:lnTo>
                  <a:pt x="79260" y="396240"/>
                </a:lnTo>
                <a:lnTo>
                  <a:pt x="77736" y="391668"/>
                </a:lnTo>
                <a:lnTo>
                  <a:pt x="77736" y="385572"/>
                </a:lnTo>
                <a:lnTo>
                  <a:pt x="73164" y="385572"/>
                </a:lnTo>
                <a:lnTo>
                  <a:pt x="73164" y="448056"/>
                </a:lnTo>
                <a:lnTo>
                  <a:pt x="77736" y="448056"/>
                </a:lnTo>
                <a:lnTo>
                  <a:pt x="77736" y="441960"/>
                </a:lnTo>
                <a:lnTo>
                  <a:pt x="82308" y="432816"/>
                </a:lnTo>
                <a:lnTo>
                  <a:pt x="86880" y="429768"/>
                </a:lnTo>
                <a:lnTo>
                  <a:pt x="92976" y="426720"/>
                </a:lnTo>
                <a:lnTo>
                  <a:pt x="111264" y="419100"/>
                </a:lnTo>
                <a:lnTo>
                  <a:pt x="172224" y="446532"/>
                </a:lnTo>
                <a:lnTo>
                  <a:pt x="97548" y="475488"/>
                </a:lnTo>
                <a:lnTo>
                  <a:pt x="92976" y="477012"/>
                </a:lnTo>
                <a:lnTo>
                  <a:pt x="89928" y="478536"/>
                </a:lnTo>
                <a:lnTo>
                  <a:pt x="83832" y="478536"/>
                </a:lnTo>
                <a:lnTo>
                  <a:pt x="79260" y="473964"/>
                </a:lnTo>
                <a:lnTo>
                  <a:pt x="77736" y="470916"/>
                </a:lnTo>
                <a:lnTo>
                  <a:pt x="77736" y="466344"/>
                </a:lnTo>
                <a:lnTo>
                  <a:pt x="73164" y="466344"/>
                </a:lnTo>
                <a:lnTo>
                  <a:pt x="73164" y="522732"/>
                </a:lnTo>
                <a:lnTo>
                  <a:pt x="77736" y="522732"/>
                </a:lnTo>
                <a:lnTo>
                  <a:pt x="79260" y="516636"/>
                </a:lnTo>
                <a:lnTo>
                  <a:pt x="80784" y="512064"/>
                </a:lnTo>
                <a:lnTo>
                  <a:pt x="83832" y="510540"/>
                </a:lnTo>
                <a:lnTo>
                  <a:pt x="85356" y="507492"/>
                </a:lnTo>
                <a:lnTo>
                  <a:pt x="91452" y="504444"/>
                </a:lnTo>
                <a:lnTo>
                  <a:pt x="210324" y="457200"/>
                </a:lnTo>
                <a:lnTo>
                  <a:pt x="210324" y="454152"/>
                </a:lnTo>
                <a:lnTo>
                  <a:pt x="123456" y="414528"/>
                </a:lnTo>
                <a:lnTo>
                  <a:pt x="210324" y="377952"/>
                </a:lnTo>
                <a:lnTo>
                  <a:pt x="210324" y="373380"/>
                </a:lnTo>
                <a:close/>
              </a:path>
              <a:path extrusionOk="0" h="523239" w="210819">
                <a:moveTo>
                  <a:pt x="210324" y="172212"/>
                </a:moveTo>
                <a:lnTo>
                  <a:pt x="207276" y="166116"/>
                </a:lnTo>
                <a:lnTo>
                  <a:pt x="198132" y="153924"/>
                </a:lnTo>
                <a:lnTo>
                  <a:pt x="190512" y="149352"/>
                </a:lnTo>
                <a:lnTo>
                  <a:pt x="181368" y="146304"/>
                </a:lnTo>
                <a:lnTo>
                  <a:pt x="181368" y="152400"/>
                </a:lnTo>
                <a:lnTo>
                  <a:pt x="187464" y="155448"/>
                </a:lnTo>
                <a:lnTo>
                  <a:pt x="192036" y="164592"/>
                </a:lnTo>
                <a:lnTo>
                  <a:pt x="192036" y="172212"/>
                </a:lnTo>
                <a:lnTo>
                  <a:pt x="190512" y="175260"/>
                </a:lnTo>
                <a:lnTo>
                  <a:pt x="187464" y="176784"/>
                </a:lnTo>
                <a:lnTo>
                  <a:pt x="184416" y="179832"/>
                </a:lnTo>
                <a:lnTo>
                  <a:pt x="178320" y="181356"/>
                </a:lnTo>
                <a:lnTo>
                  <a:pt x="82308" y="181356"/>
                </a:lnTo>
                <a:lnTo>
                  <a:pt x="82308" y="149352"/>
                </a:lnTo>
                <a:lnTo>
                  <a:pt x="73164" y="149352"/>
                </a:lnTo>
                <a:lnTo>
                  <a:pt x="73164" y="181356"/>
                </a:lnTo>
                <a:lnTo>
                  <a:pt x="28968" y="181356"/>
                </a:lnTo>
                <a:lnTo>
                  <a:pt x="28968" y="184404"/>
                </a:lnTo>
                <a:lnTo>
                  <a:pt x="38112" y="187452"/>
                </a:lnTo>
                <a:lnTo>
                  <a:pt x="45732" y="192024"/>
                </a:lnTo>
                <a:lnTo>
                  <a:pt x="48780" y="193548"/>
                </a:lnTo>
                <a:lnTo>
                  <a:pt x="56400" y="198120"/>
                </a:lnTo>
                <a:lnTo>
                  <a:pt x="62496" y="204216"/>
                </a:lnTo>
                <a:lnTo>
                  <a:pt x="76212" y="222504"/>
                </a:lnTo>
                <a:lnTo>
                  <a:pt x="77736" y="228600"/>
                </a:lnTo>
                <a:lnTo>
                  <a:pt x="82308" y="228600"/>
                </a:lnTo>
                <a:lnTo>
                  <a:pt x="82308" y="205740"/>
                </a:lnTo>
                <a:lnTo>
                  <a:pt x="182892" y="205740"/>
                </a:lnTo>
                <a:lnTo>
                  <a:pt x="190512" y="204216"/>
                </a:lnTo>
                <a:lnTo>
                  <a:pt x="195084" y="202692"/>
                </a:lnTo>
                <a:lnTo>
                  <a:pt x="204228" y="196596"/>
                </a:lnTo>
                <a:lnTo>
                  <a:pt x="205752" y="192024"/>
                </a:lnTo>
                <a:lnTo>
                  <a:pt x="208800" y="188976"/>
                </a:lnTo>
                <a:lnTo>
                  <a:pt x="210324" y="184404"/>
                </a:lnTo>
                <a:lnTo>
                  <a:pt x="210324" y="1722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684" name="Google Shape;3684;p67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2354579" y="5088635"/>
            <a:ext cx="210312" cy="3566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85" name="Google Shape;3685;p67"/>
          <p:cNvGrpSpPr/>
          <p:nvPr/>
        </p:nvGrpSpPr>
        <p:grpSpPr>
          <a:xfrm>
            <a:off x="1714500" y="1482851"/>
            <a:ext cx="1551940" cy="7749540"/>
            <a:chOff x="1714500" y="1482851"/>
            <a:chExt cx="1551940" cy="7749540"/>
          </a:xfrm>
        </p:grpSpPr>
        <p:pic>
          <p:nvPicPr>
            <p:cNvPr id="3686" name="Google Shape;3686;p67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1714500" y="1482851"/>
              <a:ext cx="1170432" cy="3512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87" name="Google Shape;3687;p67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1714500" y="4511040"/>
              <a:ext cx="1551431" cy="47213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88" name="Google Shape;3688;p67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354579" y="1485899"/>
              <a:ext cx="210312" cy="4434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89" name="Google Shape;3689;p67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744873" y="5747004"/>
              <a:ext cx="140058" cy="12039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90" name="Google Shape;3690;p67"/>
            <p:cNvSpPr/>
            <p:nvPr/>
          </p:nvSpPr>
          <p:spPr>
            <a:xfrm>
              <a:off x="2994660" y="4334255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135635" y="80772"/>
                  </a:moveTo>
                  <a:lnTo>
                    <a:pt x="92201" y="75057"/>
                  </a:lnTo>
                  <a:lnTo>
                    <a:pt x="53339" y="57912"/>
                  </a:lnTo>
                  <a:lnTo>
                    <a:pt x="21526" y="32385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11239" y="8834"/>
                  </a:lnTo>
                  <a:lnTo>
                    <a:pt x="17525" y="16954"/>
                  </a:lnTo>
                  <a:lnTo>
                    <a:pt x="52577" y="40576"/>
                  </a:lnTo>
                  <a:lnTo>
                    <a:pt x="89915" y="50125"/>
                  </a:lnTo>
                  <a:lnTo>
                    <a:pt x="131063" y="53340"/>
                  </a:lnTo>
                  <a:lnTo>
                    <a:pt x="146542" y="53054"/>
                  </a:lnTo>
                  <a:lnTo>
                    <a:pt x="188975" y="48768"/>
                  </a:lnTo>
                  <a:lnTo>
                    <a:pt x="232409" y="32575"/>
                  </a:lnTo>
                  <a:lnTo>
                    <a:pt x="265175" y="0"/>
                  </a:lnTo>
                  <a:lnTo>
                    <a:pt x="271271" y="0"/>
                  </a:lnTo>
                  <a:lnTo>
                    <a:pt x="245363" y="36576"/>
                  </a:lnTo>
                  <a:lnTo>
                    <a:pt x="209359" y="62293"/>
                  </a:lnTo>
                  <a:lnTo>
                    <a:pt x="166496" y="77533"/>
                  </a:lnTo>
                  <a:lnTo>
                    <a:pt x="151352" y="79938"/>
                  </a:lnTo>
                  <a:lnTo>
                    <a:pt x="135635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91" name="Google Shape;3691;p67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2994660" y="3899916"/>
              <a:ext cx="210312" cy="4175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92" name="Google Shape;3692;p67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2994660" y="3752088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93" name="Google Shape;3693;p67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064764" y="3636263"/>
              <a:ext cx="140207" cy="914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94" name="Google Shape;3694;p67"/>
            <p:cNvSpPr/>
            <p:nvPr/>
          </p:nvSpPr>
          <p:spPr>
            <a:xfrm>
              <a:off x="2994647" y="2057400"/>
              <a:ext cx="271780" cy="1564005"/>
            </a:xfrm>
            <a:custGeom>
              <a:rect b="b" l="l" r="r" t="t"/>
              <a:pathLst>
                <a:path extrusionOk="0" h="1564004" w="271779">
                  <a:moveTo>
                    <a:pt x="32016" y="1124712"/>
                  </a:moveTo>
                  <a:lnTo>
                    <a:pt x="30492" y="1120140"/>
                  </a:lnTo>
                  <a:lnTo>
                    <a:pt x="24396" y="1114044"/>
                  </a:lnTo>
                  <a:lnTo>
                    <a:pt x="19824" y="1112520"/>
                  </a:lnTo>
                  <a:lnTo>
                    <a:pt x="12204" y="1112520"/>
                  </a:lnTo>
                  <a:lnTo>
                    <a:pt x="7632" y="1114044"/>
                  </a:lnTo>
                  <a:lnTo>
                    <a:pt x="1536" y="1120140"/>
                  </a:lnTo>
                  <a:lnTo>
                    <a:pt x="12" y="1124712"/>
                  </a:lnTo>
                  <a:lnTo>
                    <a:pt x="12" y="1132332"/>
                  </a:lnTo>
                  <a:lnTo>
                    <a:pt x="1536" y="1136904"/>
                  </a:lnTo>
                  <a:lnTo>
                    <a:pt x="7632" y="1143000"/>
                  </a:lnTo>
                  <a:lnTo>
                    <a:pt x="12204" y="1144524"/>
                  </a:lnTo>
                  <a:lnTo>
                    <a:pt x="19824" y="1144524"/>
                  </a:lnTo>
                  <a:lnTo>
                    <a:pt x="24396" y="1143000"/>
                  </a:lnTo>
                  <a:lnTo>
                    <a:pt x="30492" y="1136904"/>
                  </a:lnTo>
                  <a:lnTo>
                    <a:pt x="32016" y="1132332"/>
                  </a:lnTo>
                  <a:lnTo>
                    <a:pt x="32016" y="1124712"/>
                  </a:lnTo>
                  <a:close/>
                </a:path>
                <a:path extrusionOk="0" h="1564004" w="271779">
                  <a:moveTo>
                    <a:pt x="32016" y="554736"/>
                  </a:moveTo>
                  <a:lnTo>
                    <a:pt x="30492" y="551688"/>
                  </a:lnTo>
                  <a:lnTo>
                    <a:pt x="27444" y="548640"/>
                  </a:lnTo>
                  <a:lnTo>
                    <a:pt x="24396" y="544068"/>
                  </a:lnTo>
                  <a:lnTo>
                    <a:pt x="19824" y="542544"/>
                  </a:lnTo>
                  <a:lnTo>
                    <a:pt x="12204" y="542544"/>
                  </a:lnTo>
                  <a:lnTo>
                    <a:pt x="7632" y="544068"/>
                  </a:lnTo>
                  <a:lnTo>
                    <a:pt x="4584" y="548640"/>
                  </a:lnTo>
                  <a:lnTo>
                    <a:pt x="1536" y="551688"/>
                  </a:lnTo>
                  <a:lnTo>
                    <a:pt x="12" y="554736"/>
                  </a:lnTo>
                  <a:lnTo>
                    <a:pt x="12" y="563880"/>
                  </a:lnTo>
                  <a:lnTo>
                    <a:pt x="1536" y="566928"/>
                  </a:lnTo>
                  <a:lnTo>
                    <a:pt x="7632" y="573024"/>
                  </a:lnTo>
                  <a:lnTo>
                    <a:pt x="12204" y="574548"/>
                  </a:lnTo>
                  <a:lnTo>
                    <a:pt x="19824" y="574548"/>
                  </a:lnTo>
                  <a:lnTo>
                    <a:pt x="24396" y="573024"/>
                  </a:lnTo>
                  <a:lnTo>
                    <a:pt x="30492" y="566928"/>
                  </a:lnTo>
                  <a:lnTo>
                    <a:pt x="32016" y="563880"/>
                  </a:lnTo>
                  <a:lnTo>
                    <a:pt x="32016" y="554736"/>
                  </a:lnTo>
                  <a:close/>
                </a:path>
                <a:path extrusionOk="0" h="1564004" w="271779">
                  <a:moveTo>
                    <a:pt x="32016" y="243840"/>
                  </a:moveTo>
                  <a:lnTo>
                    <a:pt x="30492" y="239268"/>
                  </a:lnTo>
                  <a:lnTo>
                    <a:pt x="24396" y="233172"/>
                  </a:lnTo>
                  <a:lnTo>
                    <a:pt x="19824" y="231648"/>
                  </a:lnTo>
                  <a:lnTo>
                    <a:pt x="12204" y="231648"/>
                  </a:lnTo>
                  <a:lnTo>
                    <a:pt x="7632" y="233172"/>
                  </a:lnTo>
                  <a:lnTo>
                    <a:pt x="1536" y="239268"/>
                  </a:lnTo>
                  <a:lnTo>
                    <a:pt x="12" y="243840"/>
                  </a:lnTo>
                  <a:lnTo>
                    <a:pt x="12" y="252984"/>
                  </a:lnTo>
                  <a:lnTo>
                    <a:pt x="1536" y="256032"/>
                  </a:lnTo>
                  <a:lnTo>
                    <a:pt x="7632" y="262128"/>
                  </a:lnTo>
                  <a:lnTo>
                    <a:pt x="12204" y="263652"/>
                  </a:lnTo>
                  <a:lnTo>
                    <a:pt x="19824" y="263652"/>
                  </a:lnTo>
                  <a:lnTo>
                    <a:pt x="24396" y="262128"/>
                  </a:lnTo>
                  <a:lnTo>
                    <a:pt x="30492" y="256032"/>
                  </a:lnTo>
                  <a:lnTo>
                    <a:pt x="32016" y="252984"/>
                  </a:lnTo>
                  <a:lnTo>
                    <a:pt x="32016" y="243840"/>
                  </a:lnTo>
                  <a:close/>
                </a:path>
                <a:path extrusionOk="0" h="1564004" w="271779">
                  <a:moveTo>
                    <a:pt x="207264" y="911352"/>
                  </a:moveTo>
                  <a:lnTo>
                    <a:pt x="202692" y="911352"/>
                  </a:lnTo>
                  <a:lnTo>
                    <a:pt x="202692" y="922020"/>
                  </a:lnTo>
                  <a:lnTo>
                    <a:pt x="201168" y="925068"/>
                  </a:lnTo>
                  <a:lnTo>
                    <a:pt x="196596" y="929640"/>
                  </a:lnTo>
                  <a:lnTo>
                    <a:pt x="193548" y="929640"/>
                  </a:lnTo>
                  <a:lnTo>
                    <a:pt x="192024" y="931164"/>
                  </a:lnTo>
                  <a:lnTo>
                    <a:pt x="0" y="931164"/>
                  </a:lnTo>
                  <a:lnTo>
                    <a:pt x="0" y="938784"/>
                  </a:lnTo>
                  <a:lnTo>
                    <a:pt x="16764" y="976884"/>
                  </a:lnTo>
                  <a:lnTo>
                    <a:pt x="21336" y="975360"/>
                  </a:lnTo>
                  <a:lnTo>
                    <a:pt x="19812" y="970788"/>
                  </a:lnTo>
                  <a:lnTo>
                    <a:pt x="19812" y="961644"/>
                  </a:lnTo>
                  <a:lnTo>
                    <a:pt x="24384" y="957072"/>
                  </a:lnTo>
                  <a:lnTo>
                    <a:pt x="28956" y="957072"/>
                  </a:lnTo>
                  <a:lnTo>
                    <a:pt x="46101" y="955789"/>
                  </a:lnTo>
                  <a:lnTo>
                    <a:pt x="56388" y="955548"/>
                  </a:lnTo>
                  <a:lnTo>
                    <a:pt x="185928" y="955548"/>
                  </a:lnTo>
                  <a:lnTo>
                    <a:pt x="192024" y="957072"/>
                  </a:lnTo>
                  <a:lnTo>
                    <a:pt x="195072" y="958596"/>
                  </a:lnTo>
                  <a:lnTo>
                    <a:pt x="198120" y="958596"/>
                  </a:lnTo>
                  <a:lnTo>
                    <a:pt x="199644" y="961644"/>
                  </a:lnTo>
                  <a:lnTo>
                    <a:pt x="201168" y="963168"/>
                  </a:lnTo>
                  <a:lnTo>
                    <a:pt x="202692" y="966216"/>
                  </a:lnTo>
                  <a:lnTo>
                    <a:pt x="202692" y="975360"/>
                  </a:lnTo>
                  <a:lnTo>
                    <a:pt x="207264" y="975360"/>
                  </a:lnTo>
                  <a:lnTo>
                    <a:pt x="207264" y="911352"/>
                  </a:lnTo>
                  <a:close/>
                </a:path>
                <a:path extrusionOk="0" h="1564004" w="271779">
                  <a:moveTo>
                    <a:pt x="207264" y="609600"/>
                  </a:moveTo>
                  <a:lnTo>
                    <a:pt x="202692" y="609600"/>
                  </a:lnTo>
                  <a:lnTo>
                    <a:pt x="202692" y="620268"/>
                  </a:lnTo>
                  <a:lnTo>
                    <a:pt x="201168" y="621792"/>
                  </a:lnTo>
                  <a:lnTo>
                    <a:pt x="199644" y="624840"/>
                  </a:lnTo>
                  <a:lnTo>
                    <a:pt x="193548" y="627888"/>
                  </a:lnTo>
                  <a:lnTo>
                    <a:pt x="192024" y="629412"/>
                  </a:lnTo>
                  <a:lnTo>
                    <a:pt x="0" y="629412"/>
                  </a:lnTo>
                  <a:lnTo>
                    <a:pt x="0" y="635508"/>
                  </a:lnTo>
                  <a:lnTo>
                    <a:pt x="16764" y="675132"/>
                  </a:lnTo>
                  <a:lnTo>
                    <a:pt x="21336" y="672084"/>
                  </a:lnTo>
                  <a:lnTo>
                    <a:pt x="19812" y="669036"/>
                  </a:lnTo>
                  <a:lnTo>
                    <a:pt x="19812" y="659892"/>
                  </a:lnTo>
                  <a:lnTo>
                    <a:pt x="24384" y="655320"/>
                  </a:lnTo>
                  <a:lnTo>
                    <a:pt x="28956" y="655320"/>
                  </a:lnTo>
                  <a:lnTo>
                    <a:pt x="32385" y="654443"/>
                  </a:lnTo>
                  <a:lnTo>
                    <a:pt x="38100" y="653986"/>
                  </a:lnTo>
                  <a:lnTo>
                    <a:pt x="56388" y="653796"/>
                  </a:lnTo>
                  <a:lnTo>
                    <a:pt x="192024" y="653796"/>
                  </a:lnTo>
                  <a:lnTo>
                    <a:pt x="198120" y="656844"/>
                  </a:lnTo>
                  <a:lnTo>
                    <a:pt x="199644" y="658368"/>
                  </a:lnTo>
                  <a:lnTo>
                    <a:pt x="201168" y="661416"/>
                  </a:lnTo>
                  <a:lnTo>
                    <a:pt x="202692" y="662940"/>
                  </a:lnTo>
                  <a:lnTo>
                    <a:pt x="202692" y="673608"/>
                  </a:lnTo>
                  <a:lnTo>
                    <a:pt x="207264" y="673608"/>
                  </a:lnTo>
                  <a:lnTo>
                    <a:pt x="207264" y="609600"/>
                  </a:lnTo>
                  <a:close/>
                </a:path>
                <a:path extrusionOk="0" h="1564004" w="271779">
                  <a:moveTo>
                    <a:pt x="207276" y="1307592"/>
                  </a:moveTo>
                  <a:lnTo>
                    <a:pt x="202704" y="1307592"/>
                  </a:lnTo>
                  <a:lnTo>
                    <a:pt x="202704" y="1325880"/>
                  </a:lnTo>
                  <a:lnTo>
                    <a:pt x="201180" y="1330452"/>
                  </a:lnTo>
                  <a:lnTo>
                    <a:pt x="196608" y="1333500"/>
                  </a:lnTo>
                  <a:lnTo>
                    <a:pt x="193560" y="1336548"/>
                  </a:lnTo>
                  <a:lnTo>
                    <a:pt x="184416" y="1338072"/>
                  </a:lnTo>
                  <a:lnTo>
                    <a:pt x="82308" y="1338072"/>
                  </a:lnTo>
                  <a:lnTo>
                    <a:pt x="82308" y="1303020"/>
                  </a:lnTo>
                  <a:lnTo>
                    <a:pt x="73164" y="1303020"/>
                  </a:lnTo>
                  <a:lnTo>
                    <a:pt x="73164" y="1338072"/>
                  </a:lnTo>
                  <a:lnTo>
                    <a:pt x="64020" y="1338072"/>
                  </a:lnTo>
                  <a:lnTo>
                    <a:pt x="49466" y="1337818"/>
                  </a:lnTo>
                  <a:lnTo>
                    <a:pt x="37922" y="1337119"/>
                  </a:lnTo>
                  <a:lnTo>
                    <a:pt x="29514" y="1336154"/>
                  </a:lnTo>
                  <a:lnTo>
                    <a:pt x="24396" y="1335024"/>
                  </a:lnTo>
                  <a:lnTo>
                    <a:pt x="19824" y="1335024"/>
                  </a:lnTo>
                  <a:lnTo>
                    <a:pt x="15252" y="1331976"/>
                  </a:lnTo>
                  <a:lnTo>
                    <a:pt x="12204" y="1328928"/>
                  </a:lnTo>
                  <a:lnTo>
                    <a:pt x="10680" y="1325880"/>
                  </a:lnTo>
                  <a:lnTo>
                    <a:pt x="9156" y="1321308"/>
                  </a:lnTo>
                  <a:lnTo>
                    <a:pt x="9156" y="1313688"/>
                  </a:lnTo>
                  <a:lnTo>
                    <a:pt x="13728" y="1304544"/>
                  </a:lnTo>
                  <a:lnTo>
                    <a:pt x="16776" y="1301496"/>
                  </a:lnTo>
                  <a:lnTo>
                    <a:pt x="22872" y="1296924"/>
                  </a:lnTo>
                  <a:lnTo>
                    <a:pt x="32016" y="1290828"/>
                  </a:lnTo>
                  <a:lnTo>
                    <a:pt x="33540" y="1287780"/>
                  </a:lnTo>
                  <a:lnTo>
                    <a:pt x="35064" y="1286256"/>
                  </a:lnTo>
                  <a:lnTo>
                    <a:pt x="35064" y="1278636"/>
                  </a:lnTo>
                  <a:lnTo>
                    <a:pt x="32016" y="1272540"/>
                  </a:lnTo>
                  <a:lnTo>
                    <a:pt x="25920" y="1269492"/>
                  </a:lnTo>
                  <a:lnTo>
                    <a:pt x="18300" y="1269492"/>
                  </a:lnTo>
                  <a:lnTo>
                    <a:pt x="12" y="1306068"/>
                  </a:lnTo>
                  <a:lnTo>
                    <a:pt x="584" y="1314056"/>
                  </a:lnTo>
                  <a:lnTo>
                    <a:pt x="23939" y="1352410"/>
                  </a:lnTo>
                  <a:lnTo>
                    <a:pt x="64020" y="1362456"/>
                  </a:lnTo>
                  <a:lnTo>
                    <a:pt x="73164" y="1362456"/>
                  </a:lnTo>
                  <a:lnTo>
                    <a:pt x="73164" y="1388364"/>
                  </a:lnTo>
                  <a:lnTo>
                    <a:pt x="82308" y="1388364"/>
                  </a:lnTo>
                  <a:lnTo>
                    <a:pt x="82308" y="1362456"/>
                  </a:lnTo>
                  <a:lnTo>
                    <a:pt x="188988" y="1362456"/>
                  </a:lnTo>
                  <a:lnTo>
                    <a:pt x="198132" y="1367028"/>
                  </a:lnTo>
                  <a:lnTo>
                    <a:pt x="199656" y="1371600"/>
                  </a:lnTo>
                  <a:lnTo>
                    <a:pt x="202704" y="1377696"/>
                  </a:lnTo>
                  <a:lnTo>
                    <a:pt x="202704" y="1388364"/>
                  </a:lnTo>
                  <a:lnTo>
                    <a:pt x="207276" y="1388364"/>
                  </a:lnTo>
                  <a:lnTo>
                    <a:pt x="207276" y="1307592"/>
                  </a:lnTo>
                  <a:close/>
                </a:path>
                <a:path extrusionOk="0" h="1564004" w="271779">
                  <a:moveTo>
                    <a:pt x="207276" y="1095756"/>
                  </a:moveTo>
                  <a:lnTo>
                    <a:pt x="202704" y="1095756"/>
                  </a:lnTo>
                  <a:lnTo>
                    <a:pt x="202704" y="1106424"/>
                  </a:lnTo>
                  <a:lnTo>
                    <a:pt x="201180" y="1107948"/>
                  </a:lnTo>
                  <a:lnTo>
                    <a:pt x="199656" y="1110996"/>
                  </a:lnTo>
                  <a:lnTo>
                    <a:pt x="193560" y="1114044"/>
                  </a:lnTo>
                  <a:lnTo>
                    <a:pt x="192036" y="1115568"/>
                  </a:lnTo>
                  <a:lnTo>
                    <a:pt x="70116" y="1115568"/>
                  </a:lnTo>
                  <a:lnTo>
                    <a:pt x="70116" y="1121664"/>
                  </a:lnTo>
                  <a:lnTo>
                    <a:pt x="86880" y="1162812"/>
                  </a:lnTo>
                  <a:lnTo>
                    <a:pt x="91452" y="1161288"/>
                  </a:lnTo>
                  <a:lnTo>
                    <a:pt x="89928" y="1156716"/>
                  </a:lnTo>
                  <a:lnTo>
                    <a:pt x="89928" y="1146048"/>
                  </a:lnTo>
                  <a:lnTo>
                    <a:pt x="94500" y="1141476"/>
                  </a:lnTo>
                  <a:lnTo>
                    <a:pt x="97548" y="1141476"/>
                  </a:lnTo>
                  <a:lnTo>
                    <a:pt x="101854" y="1140599"/>
                  </a:lnTo>
                  <a:lnTo>
                    <a:pt x="108026" y="1140142"/>
                  </a:lnTo>
                  <a:lnTo>
                    <a:pt x="117360" y="1139952"/>
                  </a:lnTo>
                  <a:lnTo>
                    <a:pt x="192036" y="1139952"/>
                  </a:lnTo>
                  <a:lnTo>
                    <a:pt x="198132" y="1143000"/>
                  </a:lnTo>
                  <a:lnTo>
                    <a:pt x="199656" y="1144524"/>
                  </a:lnTo>
                  <a:lnTo>
                    <a:pt x="201180" y="1147572"/>
                  </a:lnTo>
                  <a:lnTo>
                    <a:pt x="202704" y="1149096"/>
                  </a:lnTo>
                  <a:lnTo>
                    <a:pt x="202704" y="1159764"/>
                  </a:lnTo>
                  <a:lnTo>
                    <a:pt x="207276" y="1159764"/>
                  </a:lnTo>
                  <a:lnTo>
                    <a:pt x="207276" y="1139952"/>
                  </a:lnTo>
                  <a:lnTo>
                    <a:pt x="207276" y="1095756"/>
                  </a:lnTo>
                  <a:close/>
                </a:path>
                <a:path extrusionOk="0" h="1564004" w="271779">
                  <a:moveTo>
                    <a:pt x="207276" y="1013460"/>
                  </a:moveTo>
                  <a:lnTo>
                    <a:pt x="202704" y="1013460"/>
                  </a:lnTo>
                  <a:lnTo>
                    <a:pt x="202704" y="1019556"/>
                  </a:lnTo>
                  <a:lnTo>
                    <a:pt x="201180" y="1024128"/>
                  </a:lnTo>
                  <a:lnTo>
                    <a:pt x="196608" y="1033272"/>
                  </a:lnTo>
                  <a:lnTo>
                    <a:pt x="193560" y="1034796"/>
                  </a:lnTo>
                  <a:lnTo>
                    <a:pt x="184416" y="1037844"/>
                  </a:lnTo>
                  <a:lnTo>
                    <a:pt x="114312" y="1037844"/>
                  </a:lnTo>
                  <a:lnTo>
                    <a:pt x="105168" y="1031748"/>
                  </a:lnTo>
                  <a:lnTo>
                    <a:pt x="99072" y="1027176"/>
                  </a:lnTo>
                  <a:lnTo>
                    <a:pt x="94500" y="1024128"/>
                  </a:lnTo>
                  <a:lnTo>
                    <a:pt x="92976" y="1021080"/>
                  </a:lnTo>
                  <a:lnTo>
                    <a:pt x="91452" y="1019556"/>
                  </a:lnTo>
                  <a:lnTo>
                    <a:pt x="91452" y="1014984"/>
                  </a:lnTo>
                  <a:lnTo>
                    <a:pt x="92976" y="1011936"/>
                  </a:lnTo>
                  <a:lnTo>
                    <a:pt x="100596" y="1004316"/>
                  </a:lnTo>
                  <a:lnTo>
                    <a:pt x="102120" y="999744"/>
                  </a:lnTo>
                  <a:lnTo>
                    <a:pt x="102120" y="993648"/>
                  </a:lnTo>
                  <a:lnTo>
                    <a:pt x="100596" y="990600"/>
                  </a:lnTo>
                  <a:lnTo>
                    <a:pt x="97548" y="989076"/>
                  </a:lnTo>
                  <a:lnTo>
                    <a:pt x="94500" y="986028"/>
                  </a:lnTo>
                  <a:lnTo>
                    <a:pt x="82308" y="986028"/>
                  </a:lnTo>
                  <a:lnTo>
                    <a:pt x="79260" y="987552"/>
                  </a:lnTo>
                  <a:lnTo>
                    <a:pt x="76212" y="990600"/>
                  </a:lnTo>
                  <a:lnTo>
                    <a:pt x="71640" y="993648"/>
                  </a:lnTo>
                  <a:lnTo>
                    <a:pt x="70116" y="998220"/>
                  </a:lnTo>
                  <a:lnTo>
                    <a:pt x="70116" y="1002792"/>
                  </a:lnTo>
                  <a:lnTo>
                    <a:pt x="72110" y="1011707"/>
                  </a:lnTo>
                  <a:lnTo>
                    <a:pt x="78117" y="1020318"/>
                  </a:lnTo>
                  <a:lnTo>
                    <a:pt x="88112" y="1028941"/>
                  </a:lnTo>
                  <a:lnTo>
                    <a:pt x="102120" y="1037844"/>
                  </a:lnTo>
                  <a:lnTo>
                    <a:pt x="70116" y="1037844"/>
                  </a:lnTo>
                  <a:lnTo>
                    <a:pt x="70116" y="1043940"/>
                  </a:lnTo>
                  <a:lnTo>
                    <a:pt x="86880" y="1085088"/>
                  </a:lnTo>
                  <a:lnTo>
                    <a:pt x="91452" y="1083564"/>
                  </a:lnTo>
                  <a:lnTo>
                    <a:pt x="89928" y="1078992"/>
                  </a:lnTo>
                  <a:lnTo>
                    <a:pt x="89928" y="1068324"/>
                  </a:lnTo>
                  <a:lnTo>
                    <a:pt x="91452" y="1066800"/>
                  </a:lnTo>
                  <a:lnTo>
                    <a:pt x="92976" y="1063752"/>
                  </a:lnTo>
                  <a:lnTo>
                    <a:pt x="94500" y="1063752"/>
                  </a:lnTo>
                  <a:lnTo>
                    <a:pt x="97548" y="1062228"/>
                  </a:lnTo>
                  <a:lnTo>
                    <a:pt x="192036" y="1062228"/>
                  </a:lnTo>
                  <a:lnTo>
                    <a:pt x="198132" y="1065276"/>
                  </a:lnTo>
                  <a:lnTo>
                    <a:pt x="199656" y="1066800"/>
                  </a:lnTo>
                  <a:lnTo>
                    <a:pt x="201180" y="1069848"/>
                  </a:lnTo>
                  <a:lnTo>
                    <a:pt x="202704" y="1074420"/>
                  </a:lnTo>
                  <a:lnTo>
                    <a:pt x="202704" y="1082040"/>
                  </a:lnTo>
                  <a:lnTo>
                    <a:pt x="207276" y="1082040"/>
                  </a:lnTo>
                  <a:lnTo>
                    <a:pt x="207276" y="1013460"/>
                  </a:lnTo>
                  <a:close/>
                </a:path>
                <a:path extrusionOk="0" h="1564004" w="271779">
                  <a:moveTo>
                    <a:pt x="207276" y="525780"/>
                  </a:moveTo>
                  <a:lnTo>
                    <a:pt x="202704" y="525780"/>
                  </a:lnTo>
                  <a:lnTo>
                    <a:pt x="202704" y="536448"/>
                  </a:lnTo>
                  <a:lnTo>
                    <a:pt x="201180" y="539496"/>
                  </a:lnTo>
                  <a:lnTo>
                    <a:pt x="199656" y="541020"/>
                  </a:lnTo>
                  <a:lnTo>
                    <a:pt x="193560" y="544068"/>
                  </a:lnTo>
                  <a:lnTo>
                    <a:pt x="192036" y="545592"/>
                  </a:lnTo>
                  <a:lnTo>
                    <a:pt x="70116" y="545592"/>
                  </a:lnTo>
                  <a:lnTo>
                    <a:pt x="70116" y="553212"/>
                  </a:lnTo>
                  <a:lnTo>
                    <a:pt x="86880" y="592836"/>
                  </a:lnTo>
                  <a:lnTo>
                    <a:pt x="91452" y="591312"/>
                  </a:lnTo>
                  <a:lnTo>
                    <a:pt x="89928" y="586740"/>
                  </a:lnTo>
                  <a:lnTo>
                    <a:pt x="89928" y="576072"/>
                  </a:lnTo>
                  <a:lnTo>
                    <a:pt x="91452" y="574548"/>
                  </a:lnTo>
                  <a:lnTo>
                    <a:pt x="92976" y="574548"/>
                  </a:lnTo>
                  <a:lnTo>
                    <a:pt x="94500" y="573024"/>
                  </a:lnTo>
                  <a:lnTo>
                    <a:pt x="97548" y="571500"/>
                  </a:lnTo>
                  <a:lnTo>
                    <a:pt x="101854" y="571271"/>
                  </a:lnTo>
                  <a:lnTo>
                    <a:pt x="108026" y="570738"/>
                  </a:lnTo>
                  <a:lnTo>
                    <a:pt x="116192" y="570217"/>
                  </a:lnTo>
                  <a:lnTo>
                    <a:pt x="126504" y="569976"/>
                  </a:lnTo>
                  <a:lnTo>
                    <a:pt x="185940" y="569976"/>
                  </a:lnTo>
                  <a:lnTo>
                    <a:pt x="192036" y="571500"/>
                  </a:lnTo>
                  <a:lnTo>
                    <a:pt x="198132" y="574548"/>
                  </a:lnTo>
                  <a:lnTo>
                    <a:pt x="201180" y="577596"/>
                  </a:lnTo>
                  <a:lnTo>
                    <a:pt x="202704" y="580644"/>
                  </a:lnTo>
                  <a:lnTo>
                    <a:pt x="202704" y="589788"/>
                  </a:lnTo>
                  <a:lnTo>
                    <a:pt x="207276" y="589788"/>
                  </a:lnTo>
                  <a:lnTo>
                    <a:pt x="207276" y="569976"/>
                  </a:lnTo>
                  <a:lnTo>
                    <a:pt x="207276" y="525780"/>
                  </a:lnTo>
                  <a:close/>
                </a:path>
                <a:path extrusionOk="0" h="1564004" w="271779">
                  <a:moveTo>
                    <a:pt x="207276" y="292608"/>
                  </a:moveTo>
                  <a:lnTo>
                    <a:pt x="202704" y="292608"/>
                  </a:lnTo>
                  <a:lnTo>
                    <a:pt x="202704" y="303276"/>
                  </a:lnTo>
                  <a:lnTo>
                    <a:pt x="201180" y="304800"/>
                  </a:lnTo>
                  <a:lnTo>
                    <a:pt x="199656" y="307848"/>
                  </a:lnTo>
                  <a:lnTo>
                    <a:pt x="196608" y="309372"/>
                  </a:lnTo>
                  <a:lnTo>
                    <a:pt x="195084" y="310896"/>
                  </a:lnTo>
                  <a:lnTo>
                    <a:pt x="192036" y="312420"/>
                  </a:lnTo>
                  <a:lnTo>
                    <a:pt x="120408" y="312420"/>
                  </a:lnTo>
                  <a:lnTo>
                    <a:pt x="111836" y="312686"/>
                  </a:lnTo>
                  <a:lnTo>
                    <a:pt x="76212" y="327660"/>
                  </a:lnTo>
                  <a:lnTo>
                    <a:pt x="71640" y="333756"/>
                  </a:lnTo>
                  <a:lnTo>
                    <a:pt x="70116" y="339852"/>
                  </a:lnTo>
                  <a:lnTo>
                    <a:pt x="70116" y="353568"/>
                  </a:lnTo>
                  <a:lnTo>
                    <a:pt x="71640" y="361188"/>
                  </a:lnTo>
                  <a:lnTo>
                    <a:pt x="76212" y="367284"/>
                  </a:lnTo>
                  <a:lnTo>
                    <a:pt x="79349" y="373024"/>
                  </a:lnTo>
                  <a:lnTo>
                    <a:pt x="84213" y="378904"/>
                  </a:lnTo>
                  <a:lnTo>
                    <a:pt x="90779" y="385076"/>
                  </a:lnTo>
                  <a:lnTo>
                    <a:pt x="99072" y="391668"/>
                  </a:lnTo>
                  <a:lnTo>
                    <a:pt x="89928" y="394716"/>
                  </a:lnTo>
                  <a:lnTo>
                    <a:pt x="82308" y="397764"/>
                  </a:lnTo>
                  <a:lnTo>
                    <a:pt x="73164" y="409956"/>
                  </a:lnTo>
                  <a:lnTo>
                    <a:pt x="70116" y="417576"/>
                  </a:lnTo>
                  <a:lnTo>
                    <a:pt x="70116" y="429768"/>
                  </a:lnTo>
                  <a:lnTo>
                    <a:pt x="71640" y="435864"/>
                  </a:lnTo>
                  <a:lnTo>
                    <a:pt x="73164" y="440436"/>
                  </a:lnTo>
                  <a:lnTo>
                    <a:pt x="76212" y="445008"/>
                  </a:lnTo>
                  <a:lnTo>
                    <a:pt x="77736" y="449580"/>
                  </a:lnTo>
                  <a:lnTo>
                    <a:pt x="99072" y="470916"/>
                  </a:lnTo>
                  <a:lnTo>
                    <a:pt x="70116" y="470916"/>
                  </a:lnTo>
                  <a:lnTo>
                    <a:pt x="70116" y="477012"/>
                  </a:lnTo>
                  <a:lnTo>
                    <a:pt x="86880" y="518160"/>
                  </a:lnTo>
                  <a:lnTo>
                    <a:pt x="91452" y="516636"/>
                  </a:lnTo>
                  <a:lnTo>
                    <a:pt x="89928" y="512064"/>
                  </a:lnTo>
                  <a:lnTo>
                    <a:pt x="89928" y="501396"/>
                  </a:lnTo>
                  <a:lnTo>
                    <a:pt x="94500" y="496824"/>
                  </a:lnTo>
                  <a:lnTo>
                    <a:pt x="97548" y="496824"/>
                  </a:lnTo>
                  <a:lnTo>
                    <a:pt x="101854" y="495947"/>
                  </a:lnTo>
                  <a:lnTo>
                    <a:pt x="108026" y="495490"/>
                  </a:lnTo>
                  <a:lnTo>
                    <a:pt x="126504" y="495300"/>
                  </a:lnTo>
                  <a:lnTo>
                    <a:pt x="192036" y="495300"/>
                  </a:lnTo>
                  <a:lnTo>
                    <a:pt x="193560" y="496824"/>
                  </a:lnTo>
                  <a:lnTo>
                    <a:pt x="199656" y="499872"/>
                  </a:lnTo>
                  <a:lnTo>
                    <a:pt x="201180" y="502920"/>
                  </a:lnTo>
                  <a:lnTo>
                    <a:pt x="202704" y="504444"/>
                  </a:lnTo>
                  <a:lnTo>
                    <a:pt x="202704" y="515112"/>
                  </a:lnTo>
                  <a:lnTo>
                    <a:pt x="207276" y="515112"/>
                  </a:lnTo>
                  <a:lnTo>
                    <a:pt x="207276" y="451104"/>
                  </a:lnTo>
                  <a:lnTo>
                    <a:pt x="202704" y="451104"/>
                  </a:lnTo>
                  <a:lnTo>
                    <a:pt x="202704" y="461772"/>
                  </a:lnTo>
                  <a:lnTo>
                    <a:pt x="201180" y="464820"/>
                  </a:lnTo>
                  <a:lnTo>
                    <a:pt x="198132" y="467868"/>
                  </a:lnTo>
                  <a:lnTo>
                    <a:pt x="192036" y="470916"/>
                  </a:lnTo>
                  <a:lnTo>
                    <a:pt x="106692" y="470916"/>
                  </a:lnTo>
                  <a:lnTo>
                    <a:pt x="96024" y="460248"/>
                  </a:lnTo>
                  <a:lnTo>
                    <a:pt x="92976" y="452628"/>
                  </a:lnTo>
                  <a:lnTo>
                    <a:pt x="89928" y="448056"/>
                  </a:lnTo>
                  <a:lnTo>
                    <a:pt x="88404" y="443484"/>
                  </a:lnTo>
                  <a:lnTo>
                    <a:pt x="88404" y="429768"/>
                  </a:lnTo>
                  <a:lnTo>
                    <a:pt x="91452" y="425196"/>
                  </a:lnTo>
                  <a:lnTo>
                    <a:pt x="97548" y="420624"/>
                  </a:lnTo>
                  <a:lnTo>
                    <a:pt x="102120" y="417576"/>
                  </a:lnTo>
                  <a:lnTo>
                    <a:pt x="109740" y="416052"/>
                  </a:lnTo>
                  <a:lnTo>
                    <a:pt x="192036" y="416052"/>
                  </a:lnTo>
                  <a:lnTo>
                    <a:pt x="198132" y="419100"/>
                  </a:lnTo>
                  <a:lnTo>
                    <a:pt x="201180" y="425196"/>
                  </a:lnTo>
                  <a:lnTo>
                    <a:pt x="202704" y="429768"/>
                  </a:lnTo>
                  <a:lnTo>
                    <a:pt x="202704" y="435864"/>
                  </a:lnTo>
                  <a:lnTo>
                    <a:pt x="207276" y="435864"/>
                  </a:lnTo>
                  <a:lnTo>
                    <a:pt x="207276" y="371856"/>
                  </a:lnTo>
                  <a:lnTo>
                    <a:pt x="202704" y="371856"/>
                  </a:lnTo>
                  <a:lnTo>
                    <a:pt x="202704" y="382524"/>
                  </a:lnTo>
                  <a:lnTo>
                    <a:pt x="201180" y="385572"/>
                  </a:lnTo>
                  <a:lnTo>
                    <a:pt x="199656" y="387096"/>
                  </a:lnTo>
                  <a:lnTo>
                    <a:pt x="196608" y="388620"/>
                  </a:lnTo>
                  <a:lnTo>
                    <a:pt x="195084" y="390144"/>
                  </a:lnTo>
                  <a:lnTo>
                    <a:pt x="192036" y="391668"/>
                  </a:lnTo>
                  <a:lnTo>
                    <a:pt x="106692" y="391668"/>
                  </a:lnTo>
                  <a:lnTo>
                    <a:pt x="99072" y="384048"/>
                  </a:lnTo>
                  <a:lnTo>
                    <a:pt x="94500" y="377952"/>
                  </a:lnTo>
                  <a:lnTo>
                    <a:pt x="92976" y="373380"/>
                  </a:lnTo>
                  <a:lnTo>
                    <a:pt x="89928" y="368808"/>
                  </a:lnTo>
                  <a:lnTo>
                    <a:pt x="88404" y="362712"/>
                  </a:lnTo>
                  <a:lnTo>
                    <a:pt x="88404" y="350520"/>
                  </a:lnTo>
                  <a:lnTo>
                    <a:pt x="91452" y="344424"/>
                  </a:lnTo>
                  <a:lnTo>
                    <a:pt x="97548" y="339852"/>
                  </a:lnTo>
                  <a:lnTo>
                    <a:pt x="102120" y="338328"/>
                  </a:lnTo>
                  <a:lnTo>
                    <a:pt x="109740" y="336804"/>
                  </a:lnTo>
                  <a:lnTo>
                    <a:pt x="192036" y="336804"/>
                  </a:lnTo>
                  <a:lnTo>
                    <a:pt x="198132" y="339852"/>
                  </a:lnTo>
                  <a:lnTo>
                    <a:pt x="199656" y="341376"/>
                  </a:lnTo>
                  <a:lnTo>
                    <a:pt x="201180" y="344424"/>
                  </a:lnTo>
                  <a:lnTo>
                    <a:pt x="202704" y="348996"/>
                  </a:lnTo>
                  <a:lnTo>
                    <a:pt x="202704" y="356616"/>
                  </a:lnTo>
                  <a:lnTo>
                    <a:pt x="207276" y="356616"/>
                  </a:lnTo>
                  <a:lnTo>
                    <a:pt x="207276" y="292608"/>
                  </a:lnTo>
                  <a:close/>
                </a:path>
                <a:path extrusionOk="0" h="1564004" w="271779">
                  <a:moveTo>
                    <a:pt x="207276" y="214884"/>
                  </a:moveTo>
                  <a:lnTo>
                    <a:pt x="202704" y="214884"/>
                  </a:lnTo>
                  <a:lnTo>
                    <a:pt x="202704" y="225552"/>
                  </a:lnTo>
                  <a:lnTo>
                    <a:pt x="201180" y="228600"/>
                  </a:lnTo>
                  <a:lnTo>
                    <a:pt x="199656" y="230124"/>
                  </a:lnTo>
                  <a:lnTo>
                    <a:pt x="193560" y="233172"/>
                  </a:lnTo>
                  <a:lnTo>
                    <a:pt x="192036" y="234696"/>
                  </a:lnTo>
                  <a:lnTo>
                    <a:pt x="70116" y="234696"/>
                  </a:lnTo>
                  <a:lnTo>
                    <a:pt x="70116" y="240792"/>
                  </a:lnTo>
                  <a:lnTo>
                    <a:pt x="86880" y="281940"/>
                  </a:lnTo>
                  <a:lnTo>
                    <a:pt x="91452" y="280416"/>
                  </a:lnTo>
                  <a:lnTo>
                    <a:pt x="89928" y="275844"/>
                  </a:lnTo>
                  <a:lnTo>
                    <a:pt x="89928" y="265176"/>
                  </a:lnTo>
                  <a:lnTo>
                    <a:pt x="92976" y="262128"/>
                  </a:lnTo>
                  <a:lnTo>
                    <a:pt x="94500" y="262128"/>
                  </a:lnTo>
                  <a:lnTo>
                    <a:pt x="97548" y="260604"/>
                  </a:lnTo>
                  <a:lnTo>
                    <a:pt x="101854" y="259727"/>
                  </a:lnTo>
                  <a:lnTo>
                    <a:pt x="108026" y="259270"/>
                  </a:lnTo>
                  <a:lnTo>
                    <a:pt x="117360" y="259080"/>
                  </a:lnTo>
                  <a:lnTo>
                    <a:pt x="185940" y="259080"/>
                  </a:lnTo>
                  <a:lnTo>
                    <a:pt x="192036" y="260604"/>
                  </a:lnTo>
                  <a:lnTo>
                    <a:pt x="195084" y="260604"/>
                  </a:lnTo>
                  <a:lnTo>
                    <a:pt x="198132" y="262128"/>
                  </a:lnTo>
                  <a:lnTo>
                    <a:pt x="199656" y="263652"/>
                  </a:lnTo>
                  <a:lnTo>
                    <a:pt x="201180" y="266700"/>
                  </a:lnTo>
                  <a:lnTo>
                    <a:pt x="202704" y="268224"/>
                  </a:lnTo>
                  <a:lnTo>
                    <a:pt x="202704" y="278892"/>
                  </a:lnTo>
                  <a:lnTo>
                    <a:pt x="207276" y="278892"/>
                  </a:lnTo>
                  <a:lnTo>
                    <a:pt x="207276" y="259080"/>
                  </a:lnTo>
                  <a:lnTo>
                    <a:pt x="207276" y="214884"/>
                  </a:lnTo>
                  <a:close/>
                </a:path>
                <a:path extrusionOk="0" h="1564004" w="271779">
                  <a:moveTo>
                    <a:pt x="210312" y="54864"/>
                  </a:moveTo>
                  <a:lnTo>
                    <a:pt x="195072" y="18288"/>
                  </a:lnTo>
                  <a:lnTo>
                    <a:pt x="158496" y="0"/>
                  </a:lnTo>
                  <a:lnTo>
                    <a:pt x="155448" y="3048"/>
                  </a:lnTo>
                  <a:lnTo>
                    <a:pt x="163766" y="6743"/>
                  </a:lnTo>
                  <a:lnTo>
                    <a:pt x="170497" y="10858"/>
                  </a:lnTo>
                  <a:lnTo>
                    <a:pt x="175780" y="15240"/>
                  </a:lnTo>
                  <a:lnTo>
                    <a:pt x="179832" y="19812"/>
                  </a:lnTo>
                  <a:lnTo>
                    <a:pt x="184404" y="25908"/>
                  </a:lnTo>
                  <a:lnTo>
                    <a:pt x="185928" y="33528"/>
                  </a:lnTo>
                  <a:lnTo>
                    <a:pt x="185928" y="42672"/>
                  </a:lnTo>
                  <a:lnTo>
                    <a:pt x="169164" y="77724"/>
                  </a:lnTo>
                  <a:lnTo>
                    <a:pt x="123444" y="91440"/>
                  </a:lnTo>
                  <a:lnTo>
                    <a:pt x="123444" y="30480"/>
                  </a:lnTo>
                  <a:lnTo>
                    <a:pt x="123444" y="0"/>
                  </a:lnTo>
                  <a:lnTo>
                    <a:pt x="114300" y="698"/>
                  </a:lnTo>
                  <a:lnTo>
                    <a:pt x="114300" y="30480"/>
                  </a:lnTo>
                  <a:lnTo>
                    <a:pt x="114300" y="91440"/>
                  </a:lnTo>
                  <a:lnTo>
                    <a:pt x="106159" y="90589"/>
                  </a:lnTo>
                  <a:lnTo>
                    <a:pt x="106464" y="90589"/>
                  </a:lnTo>
                  <a:lnTo>
                    <a:pt x="99631" y="88392"/>
                  </a:lnTo>
                  <a:lnTo>
                    <a:pt x="93522" y="85013"/>
                  </a:lnTo>
                  <a:lnTo>
                    <a:pt x="88392" y="80772"/>
                  </a:lnTo>
                  <a:lnTo>
                    <a:pt x="82296" y="74676"/>
                  </a:lnTo>
                  <a:lnTo>
                    <a:pt x="79248" y="67056"/>
                  </a:lnTo>
                  <a:lnTo>
                    <a:pt x="79248" y="54864"/>
                  </a:lnTo>
                  <a:lnTo>
                    <a:pt x="80772" y="48768"/>
                  </a:lnTo>
                  <a:lnTo>
                    <a:pt x="86868" y="39624"/>
                  </a:lnTo>
                  <a:lnTo>
                    <a:pt x="96012" y="33528"/>
                  </a:lnTo>
                  <a:lnTo>
                    <a:pt x="100584" y="32004"/>
                  </a:lnTo>
                  <a:lnTo>
                    <a:pt x="106680" y="32004"/>
                  </a:lnTo>
                  <a:lnTo>
                    <a:pt x="114300" y="30480"/>
                  </a:lnTo>
                  <a:lnTo>
                    <a:pt x="114300" y="698"/>
                  </a:lnTo>
                  <a:lnTo>
                    <a:pt x="111709" y="889"/>
                  </a:lnTo>
                  <a:lnTo>
                    <a:pt x="78473" y="22669"/>
                  </a:lnTo>
                  <a:lnTo>
                    <a:pt x="70104" y="51816"/>
                  </a:lnTo>
                  <a:lnTo>
                    <a:pt x="70167" y="52438"/>
                  </a:lnTo>
                  <a:lnTo>
                    <a:pt x="71272" y="64084"/>
                  </a:lnTo>
                  <a:lnTo>
                    <a:pt x="99949" y="103136"/>
                  </a:lnTo>
                  <a:lnTo>
                    <a:pt x="141732" y="112776"/>
                  </a:lnTo>
                  <a:lnTo>
                    <a:pt x="156883" y="111658"/>
                  </a:lnTo>
                  <a:lnTo>
                    <a:pt x="170307" y="108394"/>
                  </a:lnTo>
                  <a:lnTo>
                    <a:pt x="182029" y="103136"/>
                  </a:lnTo>
                  <a:lnTo>
                    <a:pt x="192024" y="96012"/>
                  </a:lnTo>
                  <a:lnTo>
                    <a:pt x="196291" y="91440"/>
                  </a:lnTo>
                  <a:lnTo>
                    <a:pt x="200025" y="87439"/>
                  </a:lnTo>
                  <a:lnTo>
                    <a:pt x="205740" y="77724"/>
                  </a:lnTo>
                  <a:lnTo>
                    <a:pt x="209169" y="66865"/>
                  </a:lnTo>
                  <a:lnTo>
                    <a:pt x="210312" y="54864"/>
                  </a:lnTo>
                  <a:close/>
                </a:path>
                <a:path extrusionOk="0" h="1564004" w="271779">
                  <a:moveTo>
                    <a:pt x="210324" y="1200912"/>
                  </a:moveTo>
                  <a:lnTo>
                    <a:pt x="208915" y="1193800"/>
                  </a:lnTo>
                  <a:lnTo>
                    <a:pt x="204787" y="1186243"/>
                  </a:lnTo>
                  <a:lnTo>
                    <a:pt x="198107" y="1178420"/>
                  </a:lnTo>
                  <a:lnTo>
                    <a:pt x="188976" y="1170432"/>
                  </a:lnTo>
                  <a:lnTo>
                    <a:pt x="181356" y="1170432"/>
                  </a:lnTo>
                  <a:lnTo>
                    <a:pt x="187452" y="1175004"/>
                  </a:lnTo>
                  <a:lnTo>
                    <a:pt x="190500" y="1179576"/>
                  </a:lnTo>
                  <a:lnTo>
                    <a:pt x="190500" y="1181100"/>
                  </a:lnTo>
                  <a:lnTo>
                    <a:pt x="192024" y="1182624"/>
                  </a:lnTo>
                  <a:lnTo>
                    <a:pt x="192024" y="1188720"/>
                  </a:lnTo>
                  <a:lnTo>
                    <a:pt x="190500" y="1190244"/>
                  </a:lnTo>
                  <a:lnTo>
                    <a:pt x="188976" y="1190244"/>
                  </a:lnTo>
                  <a:lnTo>
                    <a:pt x="187452" y="1191768"/>
                  </a:lnTo>
                  <a:lnTo>
                    <a:pt x="181356" y="1191768"/>
                  </a:lnTo>
                  <a:lnTo>
                    <a:pt x="173736" y="1193292"/>
                  </a:lnTo>
                  <a:lnTo>
                    <a:pt x="108318" y="1193292"/>
                  </a:lnTo>
                  <a:lnTo>
                    <a:pt x="73329" y="1214564"/>
                  </a:lnTo>
                  <a:lnTo>
                    <a:pt x="70281" y="1232776"/>
                  </a:lnTo>
                  <a:lnTo>
                    <a:pt x="70358" y="1242060"/>
                  </a:lnTo>
                  <a:lnTo>
                    <a:pt x="86512" y="1278547"/>
                  </a:lnTo>
                  <a:lnTo>
                    <a:pt x="105156" y="1286256"/>
                  </a:lnTo>
                  <a:lnTo>
                    <a:pt x="109728" y="1286256"/>
                  </a:lnTo>
                  <a:lnTo>
                    <a:pt x="112776" y="1284732"/>
                  </a:lnTo>
                  <a:lnTo>
                    <a:pt x="117348" y="1280160"/>
                  </a:lnTo>
                  <a:lnTo>
                    <a:pt x="118872" y="1277112"/>
                  </a:lnTo>
                  <a:lnTo>
                    <a:pt x="118872" y="1269492"/>
                  </a:lnTo>
                  <a:lnTo>
                    <a:pt x="117348" y="1266444"/>
                  </a:lnTo>
                  <a:lnTo>
                    <a:pt x="112776" y="1261872"/>
                  </a:lnTo>
                  <a:lnTo>
                    <a:pt x="91440" y="1261872"/>
                  </a:lnTo>
                  <a:lnTo>
                    <a:pt x="88392" y="1260348"/>
                  </a:lnTo>
                  <a:lnTo>
                    <a:pt x="80772" y="1252728"/>
                  </a:lnTo>
                  <a:lnTo>
                    <a:pt x="79311" y="1248333"/>
                  </a:lnTo>
                  <a:lnTo>
                    <a:pt x="79324" y="1232776"/>
                  </a:lnTo>
                  <a:lnTo>
                    <a:pt x="115824" y="1217676"/>
                  </a:lnTo>
                  <a:lnTo>
                    <a:pt x="120396" y="1217676"/>
                  </a:lnTo>
                  <a:lnTo>
                    <a:pt x="120523" y="1217993"/>
                  </a:lnTo>
                  <a:lnTo>
                    <a:pt x="123952" y="1227112"/>
                  </a:lnTo>
                  <a:lnTo>
                    <a:pt x="126314" y="1233297"/>
                  </a:lnTo>
                  <a:lnTo>
                    <a:pt x="146304" y="1272120"/>
                  </a:lnTo>
                  <a:lnTo>
                    <a:pt x="170688" y="1290828"/>
                  </a:lnTo>
                  <a:lnTo>
                    <a:pt x="176784" y="1290828"/>
                  </a:lnTo>
                  <a:lnTo>
                    <a:pt x="210324" y="1267968"/>
                  </a:lnTo>
                  <a:lnTo>
                    <a:pt x="210324" y="1266444"/>
                  </a:lnTo>
                  <a:lnTo>
                    <a:pt x="210324" y="1252728"/>
                  </a:lnTo>
                  <a:lnTo>
                    <a:pt x="208800" y="1248156"/>
                  </a:lnTo>
                  <a:lnTo>
                    <a:pt x="207276" y="1242060"/>
                  </a:lnTo>
                  <a:lnTo>
                    <a:pt x="204393" y="1238681"/>
                  </a:lnTo>
                  <a:lnTo>
                    <a:pt x="200215" y="1233297"/>
                  </a:lnTo>
                  <a:lnTo>
                    <a:pt x="194627" y="1226210"/>
                  </a:lnTo>
                  <a:lnTo>
                    <a:pt x="192024" y="1223124"/>
                  </a:lnTo>
                  <a:lnTo>
                    <a:pt x="192024" y="1245108"/>
                  </a:lnTo>
                  <a:lnTo>
                    <a:pt x="192024" y="1251204"/>
                  </a:lnTo>
                  <a:lnTo>
                    <a:pt x="190500" y="1255776"/>
                  </a:lnTo>
                  <a:lnTo>
                    <a:pt x="185928" y="1260348"/>
                  </a:lnTo>
                  <a:lnTo>
                    <a:pt x="181356" y="1263396"/>
                  </a:lnTo>
                  <a:lnTo>
                    <a:pt x="175260" y="1266444"/>
                  </a:lnTo>
                  <a:lnTo>
                    <a:pt x="163068" y="1266444"/>
                  </a:lnTo>
                  <a:lnTo>
                    <a:pt x="158496" y="1264920"/>
                  </a:lnTo>
                  <a:lnTo>
                    <a:pt x="153924" y="1260348"/>
                  </a:lnTo>
                  <a:lnTo>
                    <a:pt x="149352" y="1257300"/>
                  </a:lnTo>
                  <a:lnTo>
                    <a:pt x="133477" y="1226820"/>
                  </a:lnTo>
                  <a:lnTo>
                    <a:pt x="129540" y="1217676"/>
                  </a:lnTo>
                  <a:lnTo>
                    <a:pt x="178308" y="1217676"/>
                  </a:lnTo>
                  <a:lnTo>
                    <a:pt x="184315" y="1225613"/>
                  </a:lnTo>
                  <a:lnTo>
                    <a:pt x="188595" y="1233106"/>
                  </a:lnTo>
                  <a:lnTo>
                    <a:pt x="188671" y="1233297"/>
                  </a:lnTo>
                  <a:lnTo>
                    <a:pt x="191173" y="1239761"/>
                  </a:lnTo>
                  <a:lnTo>
                    <a:pt x="192024" y="1245108"/>
                  </a:lnTo>
                  <a:lnTo>
                    <a:pt x="192024" y="1223124"/>
                  </a:lnTo>
                  <a:lnTo>
                    <a:pt x="187452" y="1217676"/>
                  </a:lnTo>
                  <a:lnTo>
                    <a:pt x="195072" y="1217676"/>
                  </a:lnTo>
                  <a:lnTo>
                    <a:pt x="201168" y="1216152"/>
                  </a:lnTo>
                  <a:lnTo>
                    <a:pt x="205752" y="1213104"/>
                  </a:lnTo>
                  <a:lnTo>
                    <a:pt x="208800" y="1210056"/>
                  </a:lnTo>
                  <a:lnTo>
                    <a:pt x="210324" y="1205484"/>
                  </a:lnTo>
                  <a:lnTo>
                    <a:pt x="210324" y="1200912"/>
                  </a:lnTo>
                  <a:close/>
                </a:path>
                <a:path extrusionOk="0" h="1564004" w="271779">
                  <a:moveTo>
                    <a:pt x="210324" y="152400"/>
                  </a:moveTo>
                  <a:lnTo>
                    <a:pt x="207276" y="144780"/>
                  </a:lnTo>
                  <a:lnTo>
                    <a:pt x="198132" y="132588"/>
                  </a:lnTo>
                  <a:lnTo>
                    <a:pt x="190512" y="128016"/>
                  </a:lnTo>
                  <a:lnTo>
                    <a:pt x="181368" y="124968"/>
                  </a:lnTo>
                  <a:lnTo>
                    <a:pt x="181368" y="131064"/>
                  </a:lnTo>
                  <a:lnTo>
                    <a:pt x="187464" y="134112"/>
                  </a:lnTo>
                  <a:lnTo>
                    <a:pt x="188988" y="137160"/>
                  </a:lnTo>
                  <a:lnTo>
                    <a:pt x="192036" y="140208"/>
                  </a:lnTo>
                  <a:lnTo>
                    <a:pt x="192036" y="150876"/>
                  </a:lnTo>
                  <a:lnTo>
                    <a:pt x="190512" y="153924"/>
                  </a:lnTo>
                  <a:lnTo>
                    <a:pt x="187464" y="155448"/>
                  </a:lnTo>
                  <a:lnTo>
                    <a:pt x="184416" y="158496"/>
                  </a:lnTo>
                  <a:lnTo>
                    <a:pt x="178320" y="160020"/>
                  </a:lnTo>
                  <a:lnTo>
                    <a:pt x="82308" y="160020"/>
                  </a:lnTo>
                  <a:lnTo>
                    <a:pt x="82308" y="128016"/>
                  </a:lnTo>
                  <a:lnTo>
                    <a:pt x="73164" y="128016"/>
                  </a:lnTo>
                  <a:lnTo>
                    <a:pt x="73164" y="160020"/>
                  </a:lnTo>
                  <a:lnTo>
                    <a:pt x="28968" y="160020"/>
                  </a:lnTo>
                  <a:lnTo>
                    <a:pt x="28968" y="163068"/>
                  </a:lnTo>
                  <a:lnTo>
                    <a:pt x="39636" y="167640"/>
                  </a:lnTo>
                  <a:lnTo>
                    <a:pt x="48780" y="172212"/>
                  </a:lnTo>
                  <a:lnTo>
                    <a:pt x="56400" y="178308"/>
                  </a:lnTo>
                  <a:lnTo>
                    <a:pt x="62496" y="182880"/>
                  </a:lnTo>
                  <a:lnTo>
                    <a:pt x="67068" y="188976"/>
                  </a:lnTo>
                  <a:lnTo>
                    <a:pt x="73164" y="195072"/>
                  </a:lnTo>
                  <a:lnTo>
                    <a:pt x="76212" y="201168"/>
                  </a:lnTo>
                  <a:lnTo>
                    <a:pt x="77736" y="207264"/>
                  </a:lnTo>
                  <a:lnTo>
                    <a:pt x="82308" y="207264"/>
                  </a:lnTo>
                  <a:lnTo>
                    <a:pt x="82308" y="184404"/>
                  </a:lnTo>
                  <a:lnTo>
                    <a:pt x="184416" y="184404"/>
                  </a:lnTo>
                  <a:lnTo>
                    <a:pt x="210324" y="163068"/>
                  </a:lnTo>
                  <a:lnTo>
                    <a:pt x="210324" y="152400"/>
                  </a:lnTo>
                  <a:close/>
                </a:path>
                <a:path extrusionOk="0" h="1564004" w="271779">
                  <a:moveTo>
                    <a:pt x="271272" y="1563624"/>
                  </a:moveTo>
                  <a:lnTo>
                    <a:pt x="249745" y="1530477"/>
                  </a:lnTo>
                  <a:lnTo>
                    <a:pt x="217932" y="1504188"/>
                  </a:lnTo>
                  <a:lnTo>
                    <a:pt x="179070" y="1488376"/>
                  </a:lnTo>
                  <a:lnTo>
                    <a:pt x="135636" y="1482852"/>
                  </a:lnTo>
                  <a:lnTo>
                    <a:pt x="119926" y="1483448"/>
                  </a:lnTo>
                  <a:lnTo>
                    <a:pt x="76200" y="1493520"/>
                  </a:lnTo>
                  <a:lnTo>
                    <a:pt x="36766" y="1515808"/>
                  </a:lnTo>
                  <a:lnTo>
                    <a:pt x="5981" y="1552752"/>
                  </a:lnTo>
                  <a:lnTo>
                    <a:pt x="0" y="1563624"/>
                  </a:lnTo>
                  <a:lnTo>
                    <a:pt x="6096" y="1563624"/>
                  </a:lnTo>
                  <a:lnTo>
                    <a:pt x="11582" y="1556181"/>
                  </a:lnTo>
                  <a:lnTo>
                    <a:pt x="16764" y="1549717"/>
                  </a:lnTo>
                  <a:lnTo>
                    <a:pt x="50292" y="1524000"/>
                  </a:lnTo>
                  <a:lnTo>
                    <a:pt x="96062" y="1512862"/>
                  </a:lnTo>
                  <a:lnTo>
                    <a:pt x="140208" y="1510284"/>
                  </a:lnTo>
                  <a:lnTo>
                    <a:pt x="153924" y="1510576"/>
                  </a:lnTo>
                  <a:lnTo>
                    <a:pt x="195072" y="1514856"/>
                  </a:lnTo>
                  <a:lnTo>
                    <a:pt x="237744" y="1533144"/>
                  </a:lnTo>
                  <a:lnTo>
                    <a:pt x="265176" y="1563624"/>
                  </a:lnTo>
                  <a:lnTo>
                    <a:pt x="271272" y="1563624"/>
                  </a:lnTo>
                  <a:close/>
                </a:path>
                <a:path extrusionOk="0" h="1564004" w="271779">
                  <a:moveTo>
                    <a:pt x="271272" y="874776"/>
                  </a:moveTo>
                  <a:lnTo>
                    <a:pt x="248221" y="838581"/>
                  </a:lnTo>
                  <a:lnTo>
                    <a:pt x="120942" y="786384"/>
                  </a:lnTo>
                  <a:lnTo>
                    <a:pt x="97536" y="777240"/>
                  </a:lnTo>
                  <a:lnTo>
                    <a:pt x="88392" y="772668"/>
                  </a:lnTo>
                  <a:lnTo>
                    <a:pt x="86868" y="772668"/>
                  </a:lnTo>
                  <a:lnTo>
                    <a:pt x="83820" y="769620"/>
                  </a:lnTo>
                  <a:lnTo>
                    <a:pt x="80772" y="768096"/>
                  </a:lnTo>
                  <a:lnTo>
                    <a:pt x="80772" y="765048"/>
                  </a:lnTo>
                  <a:lnTo>
                    <a:pt x="79248" y="763524"/>
                  </a:lnTo>
                  <a:lnTo>
                    <a:pt x="77724" y="760476"/>
                  </a:lnTo>
                  <a:lnTo>
                    <a:pt x="77724" y="757428"/>
                  </a:lnTo>
                  <a:lnTo>
                    <a:pt x="73152" y="757428"/>
                  </a:lnTo>
                  <a:lnTo>
                    <a:pt x="73152" y="800100"/>
                  </a:lnTo>
                  <a:lnTo>
                    <a:pt x="77724" y="800100"/>
                  </a:lnTo>
                  <a:lnTo>
                    <a:pt x="77724" y="792480"/>
                  </a:lnTo>
                  <a:lnTo>
                    <a:pt x="79248" y="790956"/>
                  </a:lnTo>
                  <a:lnTo>
                    <a:pt x="79248" y="789432"/>
                  </a:lnTo>
                  <a:lnTo>
                    <a:pt x="80772" y="787908"/>
                  </a:lnTo>
                  <a:lnTo>
                    <a:pt x="82296" y="787908"/>
                  </a:lnTo>
                  <a:lnTo>
                    <a:pt x="83820" y="786384"/>
                  </a:lnTo>
                  <a:lnTo>
                    <a:pt x="89916" y="786384"/>
                  </a:lnTo>
                  <a:lnTo>
                    <a:pt x="92964" y="787908"/>
                  </a:lnTo>
                  <a:lnTo>
                    <a:pt x="97536" y="789432"/>
                  </a:lnTo>
                  <a:lnTo>
                    <a:pt x="170688" y="818388"/>
                  </a:lnTo>
                  <a:lnTo>
                    <a:pt x="103632" y="850392"/>
                  </a:lnTo>
                  <a:lnTo>
                    <a:pt x="97536" y="853440"/>
                  </a:lnTo>
                  <a:lnTo>
                    <a:pt x="91440" y="854964"/>
                  </a:lnTo>
                  <a:lnTo>
                    <a:pt x="85344" y="854964"/>
                  </a:lnTo>
                  <a:lnTo>
                    <a:pt x="82296" y="853440"/>
                  </a:lnTo>
                  <a:lnTo>
                    <a:pt x="80772" y="851916"/>
                  </a:lnTo>
                  <a:lnTo>
                    <a:pt x="77724" y="845820"/>
                  </a:lnTo>
                  <a:lnTo>
                    <a:pt x="77724" y="838200"/>
                  </a:lnTo>
                  <a:lnTo>
                    <a:pt x="73152" y="838200"/>
                  </a:lnTo>
                  <a:lnTo>
                    <a:pt x="73152" y="902208"/>
                  </a:lnTo>
                  <a:lnTo>
                    <a:pt x="77724" y="902208"/>
                  </a:lnTo>
                  <a:lnTo>
                    <a:pt x="80772" y="893064"/>
                  </a:lnTo>
                  <a:lnTo>
                    <a:pt x="85344" y="888492"/>
                  </a:lnTo>
                  <a:lnTo>
                    <a:pt x="94488" y="882396"/>
                  </a:lnTo>
                  <a:lnTo>
                    <a:pt x="97536" y="879348"/>
                  </a:lnTo>
                  <a:lnTo>
                    <a:pt x="100584" y="877824"/>
                  </a:lnTo>
                  <a:lnTo>
                    <a:pt x="149263" y="854964"/>
                  </a:lnTo>
                  <a:lnTo>
                    <a:pt x="201168" y="830580"/>
                  </a:lnTo>
                  <a:lnTo>
                    <a:pt x="222504" y="839724"/>
                  </a:lnTo>
                  <a:lnTo>
                    <a:pt x="243840" y="856488"/>
                  </a:lnTo>
                  <a:lnTo>
                    <a:pt x="243840" y="862584"/>
                  </a:lnTo>
                  <a:lnTo>
                    <a:pt x="242316" y="865632"/>
                  </a:lnTo>
                  <a:lnTo>
                    <a:pt x="240792" y="871728"/>
                  </a:lnTo>
                  <a:lnTo>
                    <a:pt x="239268" y="876300"/>
                  </a:lnTo>
                  <a:lnTo>
                    <a:pt x="239268" y="883920"/>
                  </a:lnTo>
                  <a:lnTo>
                    <a:pt x="240792" y="888492"/>
                  </a:lnTo>
                  <a:lnTo>
                    <a:pt x="243840" y="890016"/>
                  </a:lnTo>
                  <a:lnTo>
                    <a:pt x="245364" y="893064"/>
                  </a:lnTo>
                  <a:lnTo>
                    <a:pt x="249936" y="894588"/>
                  </a:lnTo>
                  <a:lnTo>
                    <a:pt x="259080" y="894588"/>
                  </a:lnTo>
                  <a:lnTo>
                    <a:pt x="262128" y="893064"/>
                  </a:lnTo>
                  <a:lnTo>
                    <a:pt x="269748" y="885444"/>
                  </a:lnTo>
                  <a:lnTo>
                    <a:pt x="271272" y="880872"/>
                  </a:lnTo>
                  <a:lnTo>
                    <a:pt x="271272" y="8747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695" name="Google Shape;3695;p67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2994660" y="1898904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696" name="Google Shape;3696;p67"/>
            <p:cNvSpPr/>
            <p:nvPr/>
          </p:nvSpPr>
          <p:spPr>
            <a:xfrm>
              <a:off x="3171444" y="1844039"/>
              <a:ext cx="33655" cy="33655"/>
            </a:xfrm>
            <a:custGeom>
              <a:rect b="b" l="l" r="r" t="t"/>
              <a:pathLst>
                <a:path extrusionOk="0" h="33655" w="33655">
                  <a:moveTo>
                    <a:pt x="21336" y="33527"/>
                  </a:moveTo>
                  <a:lnTo>
                    <a:pt x="12192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9143"/>
                  </a:lnTo>
                  <a:lnTo>
                    <a:pt x="4572" y="6095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5908" y="1523"/>
                  </a:lnTo>
                  <a:lnTo>
                    <a:pt x="28956" y="6095"/>
                  </a:lnTo>
                  <a:lnTo>
                    <a:pt x="32004" y="9143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5908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7" name="Google Shape;3697;p67"/>
          <p:cNvGrpSpPr/>
          <p:nvPr/>
        </p:nvGrpSpPr>
        <p:grpSpPr>
          <a:xfrm>
            <a:off x="3777996" y="8755379"/>
            <a:ext cx="210312" cy="510540"/>
            <a:chOff x="3777996" y="8755379"/>
            <a:chExt cx="210312" cy="510540"/>
          </a:xfrm>
        </p:grpSpPr>
        <p:pic>
          <p:nvPicPr>
            <p:cNvPr id="3698" name="Google Shape;3698;p67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777996" y="8871203"/>
              <a:ext cx="207264" cy="3947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99" name="Google Shape;3699;p67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848100" y="8755379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00" name="Google Shape;3700;p67"/>
          <p:cNvGrpSpPr/>
          <p:nvPr/>
        </p:nvGrpSpPr>
        <p:grpSpPr>
          <a:xfrm>
            <a:off x="3848087" y="7844028"/>
            <a:ext cx="140335" cy="752983"/>
            <a:chOff x="3848087" y="7844028"/>
            <a:chExt cx="140335" cy="752983"/>
          </a:xfrm>
        </p:grpSpPr>
        <p:sp>
          <p:nvSpPr>
            <p:cNvPr id="3701" name="Google Shape;3701;p67"/>
            <p:cNvSpPr/>
            <p:nvPr/>
          </p:nvSpPr>
          <p:spPr>
            <a:xfrm>
              <a:off x="3848087" y="7976616"/>
              <a:ext cx="140335" cy="620395"/>
            </a:xfrm>
            <a:custGeom>
              <a:rect b="b" l="l" r="r" t="t"/>
              <a:pathLst>
                <a:path extrusionOk="0" h="620395" w="140335">
                  <a:moveTo>
                    <a:pt x="137172" y="132588"/>
                  </a:moveTo>
                  <a:lnTo>
                    <a:pt x="132600" y="132588"/>
                  </a:lnTo>
                  <a:lnTo>
                    <a:pt x="132600" y="138684"/>
                  </a:lnTo>
                  <a:lnTo>
                    <a:pt x="131076" y="143256"/>
                  </a:lnTo>
                  <a:lnTo>
                    <a:pt x="129552" y="146304"/>
                  </a:lnTo>
                  <a:lnTo>
                    <a:pt x="128028" y="150876"/>
                  </a:lnTo>
                  <a:lnTo>
                    <a:pt x="118884" y="155448"/>
                  </a:lnTo>
                  <a:lnTo>
                    <a:pt x="112788" y="156972"/>
                  </a:lnTo>
                  <a:lnTo>
                    <a:pt x="44208" y="156972"/>
                  </a:lnTo>
                  <a:lnTo>
                    <a:pt x="35064" y="152400"/>
                  </a:lnTo>
                  <a:lnTo>
                    <a:pt x="27444" y="147828"/>
                  </a:lnTo>
                  <a:lnTo>
                    <a:pt x="24396" y="143256"/>
                  </a:lnTo>
                  <a:lnTo>
                    <a:pt x="21348" y="140208"/>
                  </a:lnTo>
                  <a:lnTo>
                    <a:pt x="21348" y="135636"/>
                  </a:lnTo>
                  <a:lnTo>
                    <a:pt x="22872" y="132588"/>
                  </a:lnTo>
                  <a:lnTo>
                    <a:pt x="25920" y="128016"/>
                  </a:lnTo>
                  <a:lnTo>
                    <a:pt x="30492" y="123444"/>
                  </a:lnTo>
                  <a:lnTo>
                    <a:pt x="32016" y="120396"/>
                  </a:lnTo>
                  <a:lnTo>
                    <a:pt x="32016" y="112776"/>
                  </a:lnTo>
                  <a:lnTo>
                    <a:pt x="27444" y="108204"/>
                  </a:lnTo>
                  <a:lnTo>
                    <a:pt x="21348" y="105156"/>
                  </a:lnTo>
                  <a:lnTo>
                    <a:pt x="12204" y="105156"/>
                  </a:lnTo>
                  <a:lnTo>
                    <a:pt x="7632" y="106680"/>
                  </a:lnTo>
                  <a:lnTo>
                    <a:pt x="4584" y="109728"/>
                  </a:lnTo>
                  <a:lnTo>
                    <a:pt x="1536" y="114300"/>
                  </a:lnTo>
                  <a:lnTo>
                    <a:pt x="12" y="117348"/>
                  </a:lnTo>
                  <a:lnTo>
                    <a:pt x="12" y="123444"/>
                  </a:lnTo>
                  <a:lnTo>
                    <a:pt x="2006" y="131686"/>
                  </a:lnTo>
                  <a:lnTo>
                    <a:pt x="8013" y="140208"/>
                  </a:lnTo>
                  <a:lnTo>
                    <a:pt x="18008" y="148742"/>
                  </a:lnTo>
                  <a:lnTo>
                    <a:pt x="32016" y="156972"/>
                  </a:lnTo>
                  <a:lnTo>
                    <a:pt x="12" y="156972"/>
                  </a:lnTo>
                  <a:lnTo>
                    <a:pt x="12" y="163068"/>
                  </a:lnTo>
                  <a:lnTo>
                    <a:pt x="16776" y="204216"/>
                  </a:lnTo>
                  <a:lnTo>
                    <a:pt x="21348" y="202692"/>
                  </a:lnTo>
                  <a:lnTo>
                    <a:pt x="19824" y="198120"/>
                  </a:lnTo>
                  <a:lnTo>
                    <a:pt x="18300" y="195072"/>
                  </a:lnTo>
                  <a:lnTo>
                    <a:pt x="18300" y="188976"/>
                  </a:lnTo>
                  <a:lnTo>
                    <a:pt x="24396" y="182880"/>
                  </a:lnTo>
                  <a:lnTo>
                    <a:pt x="27444" y="182880"/>
                  </a:lnTo>
                  <a:lnTo>
                    <a:pt x="30886" y="182003"/>
                  </a:lnTo>
                  <a:lnTo>
                    <a:pt x="36779" y="181546"/>
                  </a:lnTo>
                  <a:lnTo>
                    <a:pt x="56400" y="181356"/>
                  </a:lnTo>
                  <a:lnTo>
                    <a:pt x="120408" y="181356"/>
                  </a:lnTo>
                  <a:lnTo>
                    <a:pt x="124980" y="182880"/>
                  </a:lnTo>
                  <a:lnTo>
                    <a:pt x="126504" y="184404"/>
                  </a:lnTo>
                  <a:lnTo>
                    <a:pt x="129552" y="185928"/>
                  </a:lnTo>
                  <a:lnTo>
                    <a:pt x="132600" y="195072"/>
                  </a:lnTo>
                  <a:lnTo>
                    <a:pt x="132600" y="201168"/>
                  </a:lnTo>
                  <a:lnTo>
                    <a:pt x="137172" y="201168"/>
                  </a:lnTo>
                  <a:lnTo>
                    <a:pt x="137172" y="132588"/>
                  </a:lnTo>
                  <a:close/>
                </a:path>
                <a:path extrusionOk="0" h="620395" w="140335">
                  <a:moveTo>
                    <a:pt x="140208" y="426720"/>
                  </a:moveTo>
                  <a:lnTo>
                    <a:pt x="131064" y="393192"/>
                  </a:lnTo>
                  <a:lnTo>
                    <a:pt x="131064" y="420624"/>
                  </a:lnTo>
                  <a:lnTo>
                    <a:pt x="129667" y="429463"/>
                  </a:lnTo>
                  <a:lnTo>
                    <a:pt x="98869" y="455993"/>
                  </a:lnTo>
                  <a:lnTo>
                    <a:pt x="87223" y="459206"/>
                  </a:lnTo>
                  <a:lnTo>
                    <a:pt x="87541" y="459206"/>
                  </a:lnTo>
                  <a:lnTo>
                    <a:pt x="73723" y="461187"/>
                  </a:lnTo>
                  <a:lnTo>
                    <a:pt x="59436" y="461772"/>
                  </a:lnTo>
                  <a:lnTo>
                    <a:pt x="50609" y="461492"/>
                  </a:lnTo>
                  <a:lnTo>
                    <a:pt x="13716" y="445008"/>
                  </a:lnTo>
                  <a:lnTo>
                    <a:pt x="13614" y="444842"/>
                  </a:lnTo>
                  <a:lnTo>
                    <a:pt x="10668" y="440436"/>
                  </a:lnTo>
                  <a:lnTo>
                    <a:pt x="9144" y="435864"/>
                  </a:lnTo>
                  <a:lnTo>
                    <a:pt x="9182" y="429463"/>
                  </a:lnTo>
                  <a:lnTo>
                    <a:pt x="34036" y="397624"/>
                  </a:lnTo>
                  <a:lnTo>
                    <a:pt x="79248" y="388620"/>
                  </a:lnTo>
                  <a:lnTo>
                    <a:pt x="92087" y="389191"/>
                  </a:lnTo>
                  <a:lnTo>
                    <a:pt x="127825" y="408051"/>
                  </a:lnTo>
                  <a:lnTo>
                    <a:pt x="131064" y="420624"/>
                  </a:lnTo>
                  <a:lnTo>
                    <a:pt x="131064" y="393192"/>
                  </a:lnTo>
                  <a:lnTo>
                    <a:pt x="94488" y="366331"/>
                  </a:lnTo>
                  <a:lnTo>
                    <a:pt x="67056" y="361188"/>
                  </a:lnTo>
                  <a:lnTo>
                    <a:pt x="54800" y="362318"/>
                  </a:lnTo>
                  <a:lnTo>
                    <a:pt x="12865" y="387692"/>
                  </a:lnTo>
                  <a:lnTo>
                    <a:pt x="0" y="425196"/>
                  </a:lnTo>
                  <a:lnTo>
                    <a:pt x="101" y="426720"/>
                  </a:lnTo>
                  <a:lnTo>
                    <a:pt x="558" y="433844"/>
                  </a:lnTo>
                  <a:lnTo>
                    <a:pt x="19050" y="470344"/>
                  </a:lnTo>
                  <a:lnTo>
                    <a:pt x="62484" y="488632"/>
                  </a:lnTo>
                  <a:lnTo>
                    <a:pt x="71628" y="489204"/>
                  </a:lnTo>
                  <a:lnTo>
                    <a:pt x="83045" y="488353"/>
                  </a:lnTo>
                  <a:lnTo>
                    <a:pt x="126707" y="465734"/>
                  </a:lnTo>
                  <a:lnTo>
                    <a:pt x="138874" y="440436"/>
                  </a:lnTo>
                  <a:lnTo>
                    <a:pt x="140208" y="426720"/>
                  </a:lnTo>
                  <a:close/>
                </a:path>
                <a:path extrusionOk="0" h="620395" w="140335">
                  <a:moveTo>
                    <a:pt x="140220" y="563880"/>
                  </a:moveTo>
                  <a:lnTo>
                    <a:pt x="124980" y="528828"/>
                  </a:lnTo>
                  <a:lnTo>
                    <a:pt x="83832" y="507492"/>
                  </a:lnTo>
                  <a:lnTo>
                    <a:pt x="82308" y="510540"/>
                  </a:lnTo>
                  <a:lnTo>
                    <a:pt x="90614" y="514235"/>
                  </a:lnTo>
                  <a:lnTo>
                    <a:pt x="97358" y="518350"/>
                  </a:lnTo>
                  <a:lnTo>
                    <a:pt x="115836" y="553212"/>
                  </a:lnTo>
                  <a:lnTo>
                    <a:pt x="114693" y="562927"/>
                  </a:lnTo>
                  <a:lnTo>
                    <a:pt x="88112" y="590346"/>
                  </a:lnTo>
                  <a:lnTo>
                    <a:pt x="56400" y="597408"/>
                  </a:lnTo>
                  <a:lnTo>
                    <a:pt x="45542" y="596582"/>
                  </a:lnTo>
                  <a:lnTo>
                    <a:pt x="9156" y="571500"/>
                  </a:lnTo>
                  <a:lnTo>
                    <a:pt x="9156" y="556260"/>
                  </a:lnTo>
                  <a:lnTo>
                    <a:pt x="10680" y="551688"/>
                  </a:lnTo>
                  <a:lnTo>
                    <a:pt x="13728" y="548640"/>
                  </a:lnTo>
                  <a:lnTo>
                    <a:pt x="16776" y="544068"/>
                  </a:lnTo>
                  <a:lnTo>
                    <a:pt x="21348" y="542544"/>
                  </a:lnTo>
                  <a:lnTo>
                    <a:pt x="25920" y="542544"/>
                  </a:lnTo>
                  <a:lnTo>
                    <a:pt x="32016" y="541020"/>
                  </a:lnTo>
                  <a:lnTo>
                    <a:pt x="36588" y="539496"/>
                  </a:lnTo>
                  <a:lnTo>
                    <a:pt x="38112" y="537972"/>
                  </a:lnTo>
                  <a:lnTo>
                    <a:pt x="42684" y="534924"/>
                  </a:lnTo>
                  <a:lnTo>
                    <a:pt x="35064" y="512064"/>
                  </a:lnTo>
                  <a:lnTo>
                    <a:pt x="24396" y="512064"/>
                  </a:lnTo>
                  <a:lnTo>
                    <a:pt x="596" y="547408"/>
                  </a:lnTo>
                  <a:lnTo>
                    <a:pt x="12" y="556260"/>
                  </a:lnTo>
                  <a:lnTo>
                    <a:pt x="1168" y="569404"/>
                  </a:lnTo>
                  <a:lnTo>
                    <a:pt x="29819" y="609981"/>
                  </a:lnTo>
                  <a:lnTo>
                    <a:pt x="70116" y="620268"/>
                  </a:lnTo>
                  <a:lnTo>
                    <a:pt x="85255" y="619150"/>
                  </a:lnTo>
                  <a:lnTo>
                    <a:pt x="120408" y="603504"/>
                  </a:lnTo>
                  <a:lnTo>
                    <a:pt x="139052" y="575005"/>
                  </a:lnTo>
                  <a:lnTo>
                    <a:pt x="140220" y="563880"/>
                  </a:lnTo>
                  <a:close/>
                </a:path>
                <a:path extrusionOk="0" h="620395" w="140335">
                  <a:moveTo>
                    <a:pt x="140220" y="242316"/>
                  </a:moveTo>
                  <a:lnTo>
                    <a:pt x="123456" y="201168"/>
                  </a:lnTo>
                  <a:lnTo>
                    <a:pt x="118884" y="204216"/>
                  </a:lnTo>
                  <a:lnTo>
                    <a:pt x="120408" y="207264"/>
                  </a:lnTo>
                  <a:lnTo>
                    <a:pt x="120408" y="217932"/>
                  </a:lnTo>
                  <a:lnTo>
                    <a:pt x="115836" y="222504"/>
                  </a:lnTo>
                  <a:lnTo>
                    <a:pt x="111264" y="222504"/>
                  </a:lnTo>
                  <a:lnTo>
                    <a:pt x="107835" y="223393"/>
                  </a:lnTo>
                  <a:lnTo>
                    <a:pt x="102120" y="223837"/>
                  </a:lnTo>
                  <a:lnTo>
                    <a:pt x="83832" y="224028"/>
                  </a:lnTo>
                  <a:lnTo>
                    <a:pt x="3060" y="224028"/>
                  </a:lnTo>
                  <a:lnTo>
                    <a:pt x="3060" y="268224"/>
                  </a:lnTo>
                  <a:lnTo>
                    <a:pt x="7632" y="268224"/>
                  </a:lnTo>
                  <a:lnTo>
                    <a:pt x="7632" y="260604"/>
                  </a:lnTo>
                  <a:lnTo>
                    <a:pt x="9156" y="254508"/>
                  </a:lnTo>
                  <a:lnTo>
                    <a:pt x="12204" y="252984"/>
                  </a:lnTo>
                  <a:lnTo>
                    <a:pt x="15252" y="249936"/>
                  </a:lnTo>
                  <a:lnTo>
                    <a:pt x="19824" y="248412"/>
                  </a:lnTo>
                  <a:lnTo>
                    <a:pt x="102120" y="248412"/>
                  </a:lnTo>
                  <a:lnTo>
                    <a:pt x="109740" y="256032"/>
                  </a:lnTo>
                  <a:lnTo>
                    <a:pt x="114312" y="262128"/>
                  </a:lnTo>
                  <a:lnTo>
                    <a:pt x="117360" y="268224"/>
                  </a:lnTo>
                  <a:lnTo>
                    <a:pt x="120408" y="272796"/>
                  </a:lnTo>
                  <a:lnTo>
                    <a:pt x="121932" y="278892"/>
                  </a:lnTo>
                  <a:lnTo>
                    <a:pt x="121932" y="288036"/>
                  </a:lnTo>
                  <a:lnTo>
                    <a:pt x="118884" y="294132"/>
                  </a:lnTo>
                  <a:lnTo>
                    <a:pt x="115836" y="298704"/>
                  </a:lnTo>
                  <a:lnTo>
                    <a:pt x="111264" y="303276"/>
                  </a:lnTo>
                  <a:lnTo>
                    <a:pt x="103644" y="304800"/>
                  </a:lnTo>
                  <a:lnTo>
                    <a:pt x="3060" y="304800"/>
                  </a:lnTo>
                  <a:lnTo>
                    <a:pt x="3060" y="352044"/>
                  </a:lnTo>
                  <a:lnTo>
                    <a:pt x="7632" y="352044"/>
                  </a:lnTo>
                  <a:lnTo>
                    <a:pt x="7632" y="339852"/>
                  </a:lnTo>
                  <a:lnTo>
                    <a:pt x="9156" y="338328"/>
                  </a:lnTo>
                  <a:lnTo>
                    <a:pt x="12204" y="332232"/>
                  </a:lnTo>
                  <a:lnTo>
                    <a:pt x="15252" y="332232"/>
                  </a:lnTo>
                  <a:lnTo>
                    <a:pt x="16776" y="330708"/>
                  </a:lnTo>
                  <a:lnTo>
                    <a:pt x="21348" y="329184"/>
                  </a:lnTo>
                  <a:lnTo>
                    <a:pt x="88404" y="329184"/>
                  </a:lnTo>
                  <a:lnTo>
                    <a:pt x="96989" y="328930"/>
                  </a:lnTo>
                  <a:lnTo>
                    <a:pt x="132600" y="313944"/>
                  </a:lnTo>
                  <a:lnTo>
                    <a:pt x="137172" y="309372"/>
                  </a:lnTo>
                  <a:lnTo>
                    <a:pt x="140220" y="301752"/>
                  </a:lnTo>
                  <a:lnTo>
                    <a:pt x="140220" y="288036"/>
                  </a:lnTo>
                  <a:lnTo>
                    <a:pt x="111264" y="248412"/>
                  </a:lnTo>
                  <a:lnTo>
                    <a:pt x="140220" y="248412"/>
                  </a:lnTo>
                  <a:lnTo>
                    <a:pt x="140220" y="242316"/>
                  </a:lnTo>
                  <a:close/>
                </a:path>
                <a:path extrusionOk="0" h="620395" w="140335">
                  <a:moveTo>
                    <a:pt x="140220" y="44196"/>
                  </a:moveTo>
                  <a:lnTo>
                    <a:pt x="122643" y="7721"/>
                  </a:lnTo>
                  <a:lnTo>
                    <a:pt x="99072" y="0"/>
                  </a:lnTo>
                  <a:lnTo>
                    <a:pt x="88214" y="1739"/>
                  </a:lnTo>
                  <a:lnTo>
                    <a:pt x="78498" y="7048"/>
                  </a:lnTo>
                  <a:lnTo>
                    <a:pt x="69926" y="16078"/>
                  </a:lnTo>
                  <a:lnTo>
                    <a:pt x="62496" y="28956"/>
                  </a:lnTo>
                  <a:lnTo>
                    <a:pt x="47256" y="59436"/>
                  </a:lnTo>
                  <a:lnTo>
                    <a:pt x="42773" y="65417"/>
                  </a:lnTo>
                  <a:lnTo>
                    <a:pt x="42392" y="65824"/>
                  </a:lnTo>
                  <a:lnTo>
                    <a:pt x="39636" y="68580"/>
                  </a:lnTo>
                  <a:lnTo>
                    <a:pt x="35064" y="71628"/>
                  </a:lnTo>
                  <a:lnTo>
                    <a:pt x="30492" y="73152"/>
                  </a:lnTo>
                  <a:lnTo>
                    <a:pt x="21348" y="73152"/>
                  </a:lnTo>
                  <a:lnTo>
                    <a:pt x="18300" y="70104"/>
                  </a:lnTo>
                  <a:lnTo>
                    <a:pt x="13728" y="67056"/>
                  </a:lnTo>
                  <a:lnTo>
                    <a:pt x="10680" y="62484"/>
                  </a:lnTo>
                  <a:lnTo>
                    <a:pt x="9156" y="56388"/>
                  </a:lnTo>
                  <a:lnTo>
                    <a:pt x="9156" y="41148"/>
                  </a:lnTo>
                  <a:lnTo>
                    <a:pt x="45732" y="15240"/>
                  </a:lnTo>
                  <a:lnTo>
                    <a:pt x="45732" y="10668"/>
                  </a:lnTo>
                  <a:lnTo>
                    <a:pt x="12" y="10668"/>
                  </a:lnTo>
                  <a:lnTo>
                    <a:pt x="12" y="15240"/>
                  </a:lnTo>
                  <a:lnTo>
                    <a:pt x="1536" y="15240"/>
                  </a:lnTo>
                  <a:lnTo>
                    <a:pt x="4584" y="16764"/>
                  </a:lnTo>
                  <a:lnTo>
                    <a:pt x="4584" y="18288"/>
                  </a:lnTo>
                  <a:lnTo>
                    <a:pt x="6108" y="19812"/>
                  </a:lnTo>
                  <a:lnTo>
                    <a:pt x="6108" y="22860"/>
                  </a:lnTo>
                  <a:lnTo>
                    <a:pt x="4584" y="25908"/>
                  </a:lnTo>
                  <a:lnTo>
                    <a:pt x="3060" y="32004"/>
                  </a:lnTo>
                  <a:lnTo>
                    <a:pt x="1536" y="39624"/>
                  </a:lnTo>
                  <a:lnTo>
                    <a:pt x="12" y="45720"/>
                  </a:lnTo>
                  <a:lnTo>
                    <a:pt x="16433" y="84378"/>
                  </a:lnTo>
                  <a:lnTo>
                    <a:pt x="36588" y="91440"/>
                  </a:lnTo>
                  <a:lnTo>
                    <a:pt x="45732" y="91440"/>
                  </a:lnTo>
                  <a:lnTo>
                    <a:pt x="67284" y="73152"/>
                  </a:lnTo>
                  <a:lnTo>
                    <a:pt x="71640" y="65824"/>
                  </a:lnTo>
                  <a:lnTo>
                    <a:pt x="76212" y="56388"/>
                  </a:lnTo>
                  <a:lnTo>
                    <a:pt x="80759" y="46088"/>
                  </a:lnTo>
                  <a:lnTo>
                    <a:pt x="85166" y="37909"/>
                  </a:lnTo>
                  <a:lnTo>
                    <a:pt x="89281" y="31750"/>
                  </a:lnTo>
                  <a:lnTo>
                    <a:pt x="92976" y="27432"/>
                  </a:lnTo>
                  <a:lnTo>
                    <a:pt x="97548" y="22860"/>
                  </a:lnTo>
                  <a:lnTo>
                    <a:pt x="103644" y="21336"/>
                  </a:lnTo>
                  <a:lnTo>
                    <a:pt x="115836" y="21336"/>
                  </a:lnTo>
                  <a:lnTo>
                    <a:pt x="120408" y="22860"/>
                  </a:lnTo>
                  <a:lnTo>
                    <a:pt x="124980" y="27432"/>
                  </a:lnTo>
                  <a:lnTo>
                    <a:pt x="131076" y="36576"/>
                  </a:lnTo>
                  <a:lnTo>
                    <a:pt x="131076" y="44196"/>
                  </a:lnTo>
                  <a:lnTo>
                    <a:pt x="108216" y="80200"/>
                  </a:lnTo>
                  <a:lnTo>
                    <a:pt x="91452" y="86868"/>
                  </a:lnTo>
                  <a:lnTo>
                    <a:pt x="91452" y="91440"/>
                  </a:lnTo>
                  <a:lnTo>
                    <a:pt x="138696" y="91440"/>
                  </a:lnTo>
                  <a:lnTo>
                    <a:pt x="140220" y="86868"/>
                  </a:lnTo>
                  <a:lnTo>
                    <a:pt x="135648" y="85344"/>
                  </a:lnTo>
                  <a:lnTo>
                    <a:pt x="134124" y="83820"/>
                  </a:lnTo>
                  <a:lnTo>
                    <a:pt x="134124" y="76200"/>
                  </a:lnTo>
                  <a:lnTo>
                    <a:pt x="135648" y="73152"/>
                  </a:lnTo>
                  <a:lnTo>
                    <a:pt x="137642" y="65417"/>
                  </a:lnTo>
                  <a:lnTo>
                    <a:pt x="139077" y="58102"/>
                  </a:lnTo>
                  <a:lnTo>
                    <a:pt x="139115" y="57721"/>
                  </a:lnTo>
                  <a:lnTo>
                    <a:pt x="139928" y="51041"/>
                  </a:lnTo>
                  <a:lnTo>
                    <a:pt x="139966" y="50292"/>
                  </a:lnTo>
                  <a:lnTo>
                    <a:pt x="140220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02" name="Google Shape;3702;p67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848100" y="7844028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03" name="Google Shape;3703;p67"/>
          <p:cNvGrpSpPr/>
          <p:nvPr/>
        </p:nvGrpSpPr>
        <p:grpSpPr>
          <a:xfrm>
            <a:off x="3777996" y="7507223"/>
            <a:ext cx="210312" cy="182881"/>
            <a:chOff x="3777996" y="7507223"/>
            <a:chExt cx="210312" cy="182881"/>
          </a:xfrm>
        </p:grpSpPr>
        <p:pic>
          <p:nvPicPr>
            <p:cNvPr id="3704" name="Google Shape;3704;p67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777996" y="7623048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05" name="Google Shape;3705;p67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848100" y="7507223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706" name="Google Shape;3706;p67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848100" y="7080503"/>
            <a:ext cx="140207" cy="271272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7" name="Google Shape;3707;p67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806952" y="5699760"/>
            <a:ext cx="181356" cy="220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8" name="Google Shape;3708;p67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777996" y="5053584"/>
            <a:ext cx="271271" cy="4968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09" name="Google Shape;3709;p67"/>
          <p:cNvGrpSpPr/>
          <p:nvPr/>
        </p:nvGrpSpPr>
        <p:grpSpPr>
          <a:xfrm>
            <a:off x="3777996" y="4288535"/>
            <a:ext cx="210311" cy="603505"/>
            <a:chOff x="3777996" y="4288535"/>
            <a:chExt cx="210311" cy="603505"/>
          </a:xfrm>
        </p:grpSpPr>
        <p:pic>
          <p:nvPicPr>
            <p:cNvPr id="3710" name="Google Shape;3710;p67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848099" y="4800600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11" name="Google Shape;3711;p67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777996" y="4288535"/>
              <a:ext cx="210311" cy="4922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12" name="Google Shape;3712;p67"/>
          <p:cNvGrpSpPr/>
          <p:nvPr/>
        </p:nvGrpSpPr>
        <p:grpSpPr>
          <a:xfrm>
            <a:off x="3848100" y="3526535"/>
            <a:ext cx="140208" cy="600456"/>
            <a:chOff x="3848100" y="3526535"/>
            <a:chExt cx="140208" cy="600456"/>
          </a:xfrm>
        </p:grpSpPr>
        <p:pic>
          <p:nvPicPr>
            <p:cNvPr id="3713" name="Google Shape;3713;p67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848100" y="4035551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14" name="Google Shape;3714;p67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848100" y="3526535"/>
              <a:ext cx="140208" cy="48615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15" name="Google Shape;3715;p67"/>
          <p:cNvGrpSpPr/>
          <p:nvPr/>
        </p:nvGrpSpPr>
        <p:grpSpPr>
          <a:xfrm>
            <a:off x="3777996" y="3102863"/>
            <a:ext cx="210312" cy="266700"/>
            <a:chOff x="3777996" y="3102863"/>
            <a:chExt cx="210312" cy="266700"/>
          </a:xfrm>
        </p:grpSpPr>
        <p:pic>
          <p:nvPicPr>
            <p:cNvPr id="3716" name="Google Shape;3716;p67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848100" y="3241547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17" name="Google Shape;3717;p67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3777996" y="3102863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18" name="Google Shape;3718;p67"/>
          <p:cNvGrpSpPr/>
          <p:nvPr/>
        </p:nvGrpSpPr>
        <p:grpSpPr>
          <a:xfrm>
            <a:off x="3777996" y="2394204"/>
            <a:ext cx="210312" cy="603503"/>
            <a:chOff x="3777996" y="2394204"/>
            <a:chExt cx="210312" cy="603503"/>
          </a:xfrm>
        </p:grpSpPr>
        <p:pic>
          <p:nvPicPr>
            <p:cNvPr id="3719" name="Google Shape;3719;p67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3777996" y="2639568"/>
              <a:ext cx="210311" cy="3581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20" name="Google Shape;3720;p67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3848099" y="2526792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21" name="Google Shape;3721;p67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3848100" y="2394204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722" name="Google Shape;3722;p67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098035" y="5126735"/>
            <a:ext cx="210312" cy="3550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23" name="Google Shape;3723;p67"/>
          <p:cNvGrpSpPr/>
          <p:nvPr/>
        </p:nvGrpSpPr>
        <p:grpSpPr>
          <a:xfrm>
            <a:off x="4098035" y="4352544"/>
            <a:ext cx="210313" cy="597407"/>
            <a:chOff x="4098035" y="4352544"/>
            <a:chExt cx="210313" cy="597407"/>
          </a:xfrm>
        </p:grpSpPr>
        <p:pic>
          <p:nvPicPr>
            <p:cNvPr id="3724" name="Google Shape;3724;p67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098035" y="4811267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25" name="Google Shape;3725;p67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098036" y="4352544"/>
              <a:ext cx="210312" cy="4389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726" name="Google Shape;3726;p67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098035" y="3246119"/>
            <a:ext cx="210312" cy="9174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27" name="Google Shape;3727;p67"/>
          <p:cNvGrpSpPr/>
          <p:nvPr/>
        </p:nvGrpSpPr>
        <p:grpSpPr>
          <a:xfrm>
            <a:off x="4098035" y="2793491"/>
            <a:ext cx="210312" cy="266701"/>
            <a:chOff x="4098035" y="2793491"/>
            <a:chExt cx="210312" cy="266701"/>
          </a:xfrm>
        </p:grpSpPr>
        <p:pic>
          <p:nvPicPr>
            <p:cNvPr id="3728" name="Google Shape;3728;p67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4168139" y="2932176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29" name="Google Shape;3729;p67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4098035" y="2793491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730" name="Google Shape;3730;p67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3777996" y="1443227"/>
            <a:ext cx="850392" cy="12070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731" name="Google Shape;3731;p67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447032" y="5274564"/>
            <a:ext cx="181356" cy="220980"/>
          </a:xfrm>
          <a:prstGeom prst="rect">
            <a:avLst/>
          </a:prstGeom>
          <a:noFill/>
          <a:ln>
            <a:noFill/>
          </a:ln>
        </p:spPr>
      </p:pic>
      <p:sp>
        <p:nvSpPr>
          <p:cNvPr id="3732" name="Google Shape;3732;p67"/>
          <p:cNvSpPr/>
          <p:nvPr/>
        </p:nvSpPr>
        <p:spPr>
          <a:xfrm>
            <a:off x="4418063" y="4494276"/>
            <a:ext cx="210820" cy="624840"/>
          </a:xfrm>
          <a:custGeom>
            <a:rect b="b" l="l" r="r" t="t"/>
            <a:pathLst>
              <a:path extrusionOk="0" h="624839" w="210820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2192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8288"/>
                </a:lnTo>
                <a:lnTo>
                  <a:pt x="192024" y="19812"/>
                </a:lnTo>
                <a:lnTo>
                  <a:pt x="129540" y="19812"/>
                </a:lnTo>
                <a:lnTo>
                  <a:pt x="118097" y="20078"/>
                </a:lnTo>
                <a:lnTo>
                  <a:pt x="80772" y="28956"/>
                </a:lnTo>
                <a:lnTo>
                  <a:pt x="70104" y="47244"/>
                </a:lnTo>
                <a:lnTo>
                  <a:pt x="70104" y="60960"/>
                </a:lnTo>
                <a:lnTo>
                  <a:pt x="99060" y="100584"/>
                </a:lnTo>
                <a:lnTo>
                  <a:pt x="0" y="100584"/>
                </a:lnTo>
                <a:lnTo>
                  <a:pt x="0" y="106680"/>
                </a:lnTo>
                <a:lnTo>
                  <a:pt x="16764" y="147828"/>
                </a:lnTo>
                <a:lnTo>
                  <a:pt x="21336" y="146304"/>
                </a:lnTo>
                <a:lnTo>
                  <a:pt x="18288" y="137160"/>
                </a:lnTo>
                <a:lnTo>
                  <a:pt x="18288" y="132588"/>
                </a:lnTo>
                <a:lnTo>
                  <a:pt x="24384" y="126492"/>
                </a:lnTo>
                <a:lnTo>
                  <a:pt x="27432" y="126492"/>
                </a:lnTo>
                <a:lnTo>
                  <a:pt x="31750" y="125615"/>
                </a:lnTo>
                <a:lnTo>
                  <a:pt x="37909" y="125158"/>
                </a:lnTo>
                <a:lnTo>
                  <a:pt x="56388" y="124968"/>
                </a:lnTo>
                <a:lnTo>
                  <a:pt x="190500" y="124968"/>
                </a:lnTo>
                <a:lnTo>
                  <a:pt x="196596" y="128016"/>
                </a:lnTo>
                <a:lnTo>
                  <a:pt x="199644" y="131064"/>
                </a:lnTo>
                <a:lnTo>
                  <a:pt x="201168" y="134112"/>
                </a:lnTo>
                <a:lnTo>
                  <a:pt x="202692" y="138684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9644" y="94488"/>
                </a:lnTo>
                <a:lnTo>
                  <a:pt x="195072" y="99060"/>
                </a:lnTo>
                <a:lnTo>
                  <a:pt x="192024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0772"/>
                </a:lnTo>
                <a:lnTo>
                  <a:pt x="88392" y="71628"/>
                </a:lnTo>
                <a:lnTo>
                  <a:pt x="88392" y="60960"/>
                </a:lnTo>
                <a:lnTo>
                  <a:pt x="89916" y="57912"/>
                </a:lnTo>
                <a:lnTo>
                  <a:pt x="91440" y="53340"/>
                </a:lnTo>
                <a:lnTo>
                  <a:pt x="129540" y="44196"/>
                </a:lnTo>
                <a:lnTo>
                  <a:pt x="190500" y="44196"/>
                </a:lnTo>
                <a:lnTo>
                  <a:pt x="195072" y="45720"/>
                </a:lnTo>
                <a:lnTo>
                  <a:pt x="198120" y="47244"/>
                </a:lnTo>
                <a:lnTo>
                  <a:pt x="199644" y="48768"/>
                </a:lnTo>
                <a:lnTo>
                  <a:pt x="202692" y="54864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624839" w="210820">
                <a:moveTo>
                  <a:pt x="210312" y="473964"/>
                </a:moveTo>
                <a:lnTo>
                  <a:pt x="195072" y="435864"/>
                </a:lnTo>
                <a:lnTo>
                  <a:pt x="158496" y="419100"/>
                </a:lnTo>
                <a:lnTo>
                  <a:pt x="155448" y="422148"/>
                </a:lnTo>
                <a:lnTo>
                  <a:pt x="163766" y="425602"/>
                </a:lnTo>
                <a:lnTo>
                  <a:pt x="170497" y="429196"/>
                </a:lnTo>
                <a:lnTo>
                  <a:pt x="175818" y="433082"/>
                </a:lnTo>
                <a:lnTo>
                  <a:pt x="179832" y="437388"/>
                </a:lnTo>
                <a:lnTo>
                  <a:pt x="184404" y="445008"/>
                </a:lnTo>
                <a:lnTo>
                  <a:pt x="185928" y="452628"/>
                </a:lnTo>
                <a:lnTo>
                  <a:pt x="185928" y="461772"/>
                </a:lnTo>
                <a:lnTo>
                  <a:pt x="160312" y="502183"/>
                </a:lnTo>
                <a:lnTo>
                  <a:pt x="123444" y="510540"/>
                </a:lnTo>
                <a:lnTo>
                  <a:pt x="123444" y="449580"/>
                </a:lnTo>
                <a:lnTo>
                  <a:pt x="123444" y="419100"/>
                </a:lnTo>
                <a:lnTo>
                  <a:pt x="114300" y="419773"/>
                </a:lnTo>
                <a:lnTo>
                  <a:pt x="114300" y="449580"/>
                </a:lnTo>
                <a:lnTo>
                  <a:pt x="114300" y="510540"/>
                </a:lnTo>
                <a:lnTo>
                  <a:pt x="79248" y="486156"/>
                </a:lnTo>
                <a:lnTo>
                  <a:pt x="79248" y="472440"/>
                </a:lnTo>
                <a:lnTo>
                  <a:pt x="80772" y="467868"/>
                </a:lnTo>
                <a:lnTo>
                  <a:pt x="86868" y="458724"/>
                </a:lnTo>
                <a:lnTo>
                  <a:pt x="91440" y="454152"/>
                </a:lnTo>
                <a:lnTo>
                  <a:pt x="105156" y="449580"/>
                </a:lnTo>
                <a:lnTo>
                  <a:pt x="114300" y="449580"/>
                </a:lnTo>
                <a:lnTo>
                  <a:pt x="114300" y="419773"/>
                </a:lnTo>
                <a:lnTo>
                  <a:pt x="77825" y="440461"/>
                </a:lnTo>
                <a:lnTo>
                  <a:pt x="73494" y="449580"/>
                </a:lnTo>
                <a:lnTo>
                  <a:pt x="70967" y="459181"/>
                </a:lnTo>
                <a:lnTo>
                  <a:pt x="80391" y="504761"/>
                </a:lnTo>
                <a:lnTo>
                  <a:pt x="111633" y="527304"/>
                </a:lnTo>
                <a:lnTo>
                  <a:pt x="141732" y="531876"/>
                </a:lnTo>
                <a:lnTo>
                  <a:pt x="156883" y="530733"/>
                </a:lnTo>
                <a:lnTo>
                  <a:pt x="192024" y="513588"/>
                </a:lnTo>
                <a:lnTo>
                  <a:pt x="209169" y="485089"/>
                </a:lnTo>
                <a:lnTo>
                  <a:pt x="210312" y="473964"/>
                </a:lnTo>
                <a:close/>
              </a:path>
              <a:path extrusionOk="0" h="624839" w="210820">
                <a:moveTo>
                  <a:pt x="210312" y="210312"/>
                </a:moveTo>
                <a:lnTo>
                  <a:pt x="188645" y="168744"/>
                </a:lnTo>
                <a:lnTo>
                  <a:pt x="153924" y="155448"/>
                </a:lnTo>
                <a:lnTo>
                  <a:pt x="152400" y="158496"/>
                </a:lnTo>
                <a:lnTo>
                  <a:pt x="160718" y="161950"/>
                </a:lnTo>
                <a:lnTo>
                  <a:pt x="167449" y="165544"/>
                </a:lnTo>
                <a:lnTo>
                  <a:pt x="185928" y="199644"/>
                </a:lnTo>
                <a:lnTo>
                  <a:pt x="184785" y="209384"/>
                </a:lnTo>
                <a:lnTo>
                  <a:pt x="158216" y="238302"/>
                </a:lnTo>
                <a:lnTo>
                  <a:pt x="126492" y="245364"/>
                </a:lnTo>
                <a:lnTo>
                  <a:pt x="115633" y="244538"/>
                </a:lnTo>
                <a:lnTo>
                  <a:pt x="81724" y="222694"/>
                </a:lnTo>
                <a:lnTo>
                  <a:pt x="79248" y="208788"/>
                </a:lnTo>
                <a:lnTo>
                  <a:pt x="79248" y="202692"/>
                </a:lnTo>
                <a:lnTo>
                  <a:pt x="102108" y="188976"/>
                </a:lnTo>
                <a:lnTo>
                  <a:pt x="106680" y="187452"/>
                </a:lnTo>
                <a:lnTo>
                  <a:pt x="108204" y="185928"/>
                </a:lnTo>
                <a:lnTo>
                  <a:pt x="112776" y="182880"/>
                </a:lnTo>
                <a:lnTo>
                  <a:pt x="114300" y="178308"/>
                </a:lnTo>
                <a:lnTo>
                  <a:pt x="114300" y="169164"/>
                </a:lnTo>
                <a:lnTo>
                  <a:pt x="112776" y="164592"/>
                </a:lnTo>
                <a:lnTo>
                  <a:pt x="108204" y="160020"/>
                </a:lnTo>
                <a:lnTo>
                  <a:pt x="94488" y="160020"/>
                </a:lnTo>
                <a:lnTo>
                  <a:pt x="86868" y="163068"/>
                </a:lnTo>
                <a:lnTo>
                  <a:pt x="80772" y="172212"/>
                </a:lnTo>
                <a:lnTo>
                  <a:pt x="75895" y="178498"/>
                </a:lnTo>
                <a:lnTo>
                  <a:pt x="72580" y="185928"/>
                </a:lnTo>
                <a:lnTo>
                  <a:pt x="70700" y="194500"/>
                </a:lnTo>
                <a:lnTo>
                  <a:pt x="70104" y="204216"/>
                </a:lnTo>
                <a:lnTo>
                  <a:pt x="71272" y="216484"/>
                </a:lnTo>
                <a:lnTo>
                  <a:pt x="99923" y="256654"/>
                </a:lnTo>
                <a:lnTo>
                  <a:pt x="140208" y="268224"/>
                </a:lnTo>
                <a:lnTo>
                  <a:pt x="155384" y="267081"/>
                </a:lnTo>
                <a:lnTo>
                  <a:pt x="192024" y="249936"/>
                </a:lnTo>
                <a:lnTo>
                  <a:pt x="209169" y="221437"/>
                </a:lnTo>
                <a:lnTo>
                  <a:pt x="210312" y="210312"/>
                </a:lnTo>
                <a:close/>
              </a:path>
              <a:path extrusionOk="0" h="624839" w="210820">
                <a:moveTo>
                  <a:pt x="210324" y="569976"/>
                </a:moveTo>
                <a:lnTo>
                  <a:pt x="181368" y="542544"/>
                </a:lnTo>
                <a:lnTo>
                  <a:pt x="181368" y="548640"/>
                </a:lnTo>
                <a:lnTo>
                  <a:pt x="184416" y="550164"/>
                </a:lnTo>
                <a:lnTo>
                  <a:pt x="187464" y="553212"/>
                </a:lnTo>
                <a:lnTo>
                  <a:pt x="192036" y="562356"/>
                </a:lnTo>
                <a:lnTo>
                  <a:pt x="192036" y="568452"/>
                </a:lnTo>
                <a:lnTo>
                  <a:pt x="190512" y="571500"/>
                </a:lnTo>
                <a:lnTo>
                  <a:pt x="187464" y="574548"/>
                </a:lnTo>
                <a:lnTo>
                  <a:pt x="184416" y="576072"/>
                </a:lnTo>
                <a:lnTo>
                  <a:pt x="178320" y="577596"/>
                </a:lnTo>
                <a:lnTo>
                  <a:pt x="82308" y="577596"/>
                </a:lnTo>
                <a:lnTo>
                  <a:pt x="82308" y="547116"/>
                </a:lnTo>
                <a:lnTo>
                  <a:pt x="73164" y="547116"/>
                </a:lnTo>
                <a:lnTo>
                  <a:pt x="73164" y="577596"/>
                </a:lnTo>
                <a:lnTo>
                  <a:pt x="28968" y="577596"/>
                </a:lnTo>
                <a:lnTo>
                  <a:pt x="28968" y="580644"/>
                </a:lnTo>
                <a:lnTo>
                  <a:pt x="38112" y="585216"/>
                </a:lnTo>
                <a:lnTo>
                  <a:pt x="45732" y="588264"/>
                </a:lnTo>
                <a:lnTo>
                  <a:pt x="48780" y="591312"/>
                </a:lnTo>
                <a:lnTo>
                  <a:pt x="56400" y="595884"/>
                </a:lnTo>
                <a:lnTo>
                  <a:pt x="62496" y="601980"/>
                </a:lnTo>
                <a:lnTo>
                  <a:pt x="67068" y="608076"/>
                </a:lnTo>
                <a:lnTo>
                  <a:pt x="71640" y="612648"/>
                </a:lnTo>
                <a:lnTo>
                  <a:pt x="76212" y="618744"/>
                </a:lnTo>
                <a:lnTo>
                  <a:pt x="77736" y="624840"/>
                </a:lnTo>
                <a:lnTo>
                  <a:pt x="82308" y="624840"/>
                </a:lnTo>
                <a:lnTo>
                  <a:pt x="82308" y="601980"/>
                </a:lnTo>
                <a:lnTo>
                  <a:pt x="184416" y="601980"/>
                </a:lnTo>
                <a:lnTo>
                  <a:pt x="190512" y="600456"/>
                </a:lnTo>
                <a:lnTo>
                  <a:pt x="199656" y="597408"/>
                </a:lnTo>
                <a:lnTo>
                  <a:pt x="204228" y="594360"/>
                </a:lnTo>
                <a:lnTo>
                  <a:pt x="205752" y="589788"/>
                </a:lnTo>
                <a:lnTo>
                  <a:pt x="208800" y="585216"/>
                </a:lnTo>
                <a:lnTo>
                  <a:pt x="210324" y="580644"/>
                </a:lnTo>
                <a:lnTo>
                  <a:pt x="210324" y="569976"/>
                </a:lnTo>
                <a:close/>
              </a:path>
              <a:path extrusionOk="0" h="624839" w="210820">
                <a:moveTo>
                  <a:pt x="210324" y="312420"/>
                </a:moveTo>
                <a:lnTo>
                  <a:pt x="208915" y="304419"/>
                </a:lnTo>
                <a:lnTo>
                  <a:pt x="208813" y="304228"/>
                </a:lnTo>
                <a:lnTo>
                  <a:pt x="204800" y="296418"/>
                </a:lnTo>
                <a:lnTo>
                  <a:pt x="198107" y="288417"/>
                </a:lnTo>
                <a:lnTo>
                  <a:pt x="188988" y="280416"/>
                </a:lnTo>
                <a:lnTo>
                  <a:pt x="181368" y="280416"/>
                </a:lnTo>
                <a:lnTo>
                  <a:pt x="185940" y="286512"/>
                </a:lnTo>
                <a:lnTo>
                  <a:pt x="190512" y="291084"/>
                </a:lnTo>
                <a:lnTo>
                  <a:pt x="190512" y="292608"/>
                </a:lnTo>
                <a:lnTo>
                  <a:pt x="192036" y="294132"/>
                </a:lnTo>
                <a:lnTo>
                  <a:pt x="192036" y="298704"/>
                </a:lnTo>
                <a:lnTo>
                  <a:pt x="188988" y="301752"/>
                </a:lnTo>
                <a:lnTo>
                  <a:pt x="187464" y="301752"/>
                </a:lnTo>
                <a:lnTo>
                  <a:pt x="184416" y="303276"/>
                </a:lnTo>
                <a:lnTo>
                  <a:pt x="115836" y="303276"/>
                </a:lnTo>
                <a:lnTo>
                  <a:pt x="107276" y="303542"/>
                </a:lnTo>
                <a:lnTo>
                  <a:pt x="73329" y="324548"/>
                </a:lnTo>
                <a:lnTo>
                  <a:pt x="70256" y="343433"/>
                </a:lnTo>
                <a:lnTo>
                  <a:pt x="70345" y="351663"/>
                </a:lnTo>
                <a:lnTo>
                  <a:pt x="70446" y="353568"/>
                </a:lnTo>
                <a:lnTo>
                  <a:pt x="70523" y="355092"/>
                </a:lnTo>
                <a:lnTo>
                  <a:pt x="70612" y="356616"/>
                </a:lnTo>
                <a:lnTo>
                  <a:pt x="70700" y="358330"/>
                </a:lnTo>
                <a:lnTo>
                  <a:pt x="72593" y="368046"/>
                </a:lnTo>
                <a:lnTo>
                  <a:pt x="103644" y="396240"/>
                </a:lnTo>
                <a:lnTo>
                  <a:pt x="108216" y="396240"/>
                </a:lnTo>
                <a:lnTo>
                  <a:pt x="112788" y="394716"/>
                </a:lnTo>
                <a:lnTo>
                  <a:pt x="117360" y="390144"/>
                </a:lnTo>
                <a:lnTo>
                  <a:pt x="118884" y="387096"/>
                </a:lnTo>
                <a:lnTo>
                  <a:pt x="118884" y="381000"/>
                </a:lnTo>
                <a:lnTo>
                  <a:pt x="115836" y="374904"/>
                </a:lnTo>
                <a:lnTo>
                  <a:pt x="109740" y="371856"/>
                </a:lnTo>
                <a:lnTo>
                  <a:pt x="91452" y="371856"/>
                </a:lnTo>
                <a:lnTo>
                  <a:pt x="88404" y="370332"/>
                </a:lnTo>
                <a:lnTo>
                  <a:pt x="83832" y="367284"/>
                </a:lnTo>
                <a:lnTo>
                  <a:pt x="80784" y="362712"/>
                </a:lnTo>
                <a:lnTo>
                  <a:pt x="79324" y="358330"/>
                </a:lnTo>
                <a:lnTo>
                  <a:pt x="79260" y="344424"/>
                </a:lnTo>
                <a:lnTo>
                  <a:pt x="82308" y="338328"/>
                </a:lnTo>
                <a:lnTo>
                  <a:pt x="114312" y="327660"/>
                </a:lnTo>
                <a:lnTo>
                  <a:pt x="120408" y="327660"/>
                </a:lnTo>
                <a:lnTo>
                  <a:pt x="120510" y="327977"/>
                </a:lnTo>
                <a:lnTo>
                  <a:pt x="126098" y="343433"/>
                </a:lnTo>
                <a:lnTo>
                  <a:pt x="146316" y="382955"/>
                </a:lnTo>
                <a:lnTo>
                  <a:pt x="170700" y="400812"/>
                </a:lnTo>
                <a:lnTo>
                  <a:pt x="176796" y="400812"/>
                </a:lnTo>
                <a:lnTo>
                  <a:pt x="210324" y="379476"/>
                </a:lnTo>
                <a:lnTo>
                  <a:pt x="210324" y="376428"/>
                </a:lnTo>
                <a:lnTo>
                  <a:pt x="210324" y="364236"/>
                </a:lnTo>
                <a:lnTo>
                  <a:pt x="208800" y="358140"/>
                </a:lnTo>
                <a:lnTo>
                  <a:pt x="205752" y="353568"/>
                </a:lnTo>
                <a:lnTo>
                  <a:pt x="203746" y="349529"/>
                </a:lnTo>
                <a:lnTo>
                  <a:pt x="200037" y="344043"/>
                </a:lnTo>
                <a:lnTo>
                  <a:pt x="194602" y="336854"/>
                </a:lnTo>
                <a:lnTo>
                  <a:pt x="192036" y="333552"/>
                </a:lnTo>
                <a:lnTo>
                  <a:pt x="192036" y="356616"/>
                </a:lnTo>
                <a:lnTo>
                  <a:pt x="192036" y="361188"/>
                </a:lnTo>
                <a:lnTo>
                  <a:pt x="190512" y="365760"/>
                </a:lnTo>
                <a:lnTo>
                  <a:pt x="181368" y="374904"/>
                </a:lnTo>
                <a:lnTo>
                  <a:pt x="175272" y="376428"/>
                </a:lnTo>
                <a:lnTo>
                  <a:pt x="163080" y="376428"/>
                </a:lnTo>
                <a:lnTo>
                  <a:pt x="158508" y="374904"/>
                </a:lnTo>
                <a:lnTo>
                  <a:pt x="149364" y="368808"/>
                </a:lnTo>
                <a:lnTo>
                  <a:pt x="144792" y="362712"/>
                </a:lnTo>
                <a:lnTo>
                  <a:pt x="141744" y="355092"/>
                </a:lnTo>
                <a:lnTo>
                  <a:pt x="139407" y="351663"/>
                </a:lnTo>
                <a:lnTo>
                  <a:pt x="136791" y="345948"/>
                </a:lnTo>
                <a:lnTo>
                  <a:pt x="133591" y="337947"/>
                </a:lnTo>
                <a:lnTo>
                  <a:pt x="129552" y="327660"/>
                </a:lnTo>
                <a:lnTo>
                  <a:pt x="178320" y="327660"/>
                </a:lnTo>
                <a:lnTo>
                  <a:pt x="184315" y="336257"/>
                </a:lnTo>
                <a:lnTo>
                  <a:pt x="188607" y="343852"/>
                </a:lnTo>
                <a:lnTo>
                  <a:pt x="188671" y="344043"/>
                </a:lnTo>
                <a:lnTo>
                  <a:pt x="191173" y="350596"/>
                </a:lnTo>
                <a:lnTo>
                  <a:pt x="192036" y="356616"/>
                </a:lnTo>
                <a:lnTo>
                  <a:pt x="192036" y="333552"/>
                </a:lnTo>
                <a:lnTo>
                  <a:pt x="187464" y="327660"/>
                </a:lnTo>
                <a:lnTo>
                  <a:pt x="195084" y="327660"/>
                </a:lnTo>
                <a:lnTo>
                  <a:pt x="201180" y="326136"/>
                </a:lnTo>
                <a:lnTo>
                  <a:pt x="205752" y="323088"/>
                </a:lnTo>
                <a:lnTo>
                  <a:pt x="208800" y="320040"/>
                </a:lnTo>
                <a:lnTo>
                  <a:pt x="210324" y="316992"/>
                </a:lnTo>
                <a:lnTo>
                  <a:pt x="210324" y="3124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733" name="Google Shape;3733;p67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488329" y="4216908"/>
            <a:ext cx="140058" cy="120396"/>
          </a:xfrm>
          <a:prstGeom prst="rect">
            <a:avLst/>
          </a:prstGeom>
          <a:noFill/>
          <a:ln>
            <a:noFill/>
          </a:ln>
        </p:spPr>
      </p:pic>
      <p:sp>
        <p:nvSpPr>
          <p:cNvPr id="3734" name="Google Shape;3734;p67"/>
          <p:cNvSpPr/>
          <p:nvPr/>
        </p:nvSpPr>
        <p:spPr>
          <a:xfrm>
            <a:off x="4488180" y="3691128"/>
            <a:ext cx="140335" cy="378460"/>
          </a:xfrm>
          <a:custGeom>
            <a:rect b="b" l="l" r="r" t="t"/>
            <a:pathLst>
              <a:path extrusionOk="0" h="378460" w="140335">
                <a:moveTo>
                  <a:pt x="137160" y="152400"/>
                </a:moveTo>
                <a:lnTo>
                  <a:pt x="132588" y="152400"/>
                </a:lnTo>
                <a:lnTo>
                  <a:pt x="132588" y="158496"/>
                </a:lnTo>
                <a:lnTo>
                  <a:pt x="131064" y="163068"/>
                </a:lnTo>
                <a:lnTo>
                  <a:pt x="129540" y="166116"/>
                </a:lnTo>
                <a:lnTo>
                  <a:pt x="128016" y="167640"/>
                </a:lnTo>
                <a:lnTo>
                  <a:pt x="126492" y="170688"/>
                </a:lnTo>
                <a:lnTo>
                  <a:pt x="124968" y="170688"/>
                </a:lnTo>
                <a:lnTo>
                  <a:pt x="121920" y="172212"/>
                </a:lnTo>
                <a:lnTo>
                  <a:pt x="50292" y="172212"/>
                </a:lnTo>
                <a:lnTo>
                  <a:pt x="9144" y="182880"/>
                </a:lnTo>
                <a:lnTo>
                  <a:pt x="6096" y="188976"/>
                </a:lnTo>
                <a:lnTo>
                  <a:pt x="1524" y="193548"/>
                </a:lnTo>
                <a:lnTo>
                  <a:pt x="0" y="199644"/>
                </a:lnTo>
                <a:lnTo>
                  <a:pt x="0" y="214884"/>
                </a:lnTo>
                <a:lnTo>
                  <a:pt x="28956" y="252984"/>
                </a:lnTo>
                <a:lnTo>
                  <a:pt x="19812" y="254508"/>
                </a:lnTo>
                <a:lnTo>
                  <a:pt x="12192" y="259080"/>
                </a:lnTo>
                <a:lnTo>
                  <a:pt x="3048" y="271272"/>
                </a:lnTo>
                <a:lnTo>
                  <a:pt x="0" y="277368"/>
                </a:lnTo>
                <a:lnTo>
                  <a:pt x="0" y="291084"/>
                </a:lnTo>
                <a:lnTo>
                  <a:pt x="3048" y="300228"/>
                </a:lnTo>
                <a:lnTo>
                  <a:pt x="4572" y="306324"/>
                </a:lnTo>
                <a:lnTo>
                  <a:pt x="7620" y="310896"/>
                </a:lnTo>
                <a:lnTo>
                  <a:pt x="12192" y="313944"/>
                </a:lnTo>
                <a:lnTo>
                  <a:pt x="13716" y="316992"/>
                </a:lnTo>
                <a:lnTo>
                  <a:pt x="19812" y="321564"/>
                </a:lnTo>
                <a:lnTo>
                  <a:pt x="28956" y="330708"/>
                </a:lnTo>
                <a:lnTo>
                  <a:pt x="0" y="330708"/>
                </a:lnTo>
                <a:lnTo>
                  <a:pt x="0" y="338328"/>
                </a:lnTo>
                <a:lnTo>
                  <a:pt x="16764" y="377952"/>
                </a:lnTo>
                <a:lnTo>
                  <a:pt x="21336" y="376428"/>
                </a:lnTo>
                <a:lnTo>
                  <a:pt x="19812" y="371856"/>
                </a:lnTo>
                <a:lnTo>
                  <a:pt x="19812" y="361188"/>
                </a:lnTo>
                <a:lnTo>
                  <a:pt x="21336" y="359664"/>
                </a:lnTo>
                <a:lnTo>
                  <a:pt x="22860" y="359664"/>
                </a:lnTo>
                <a:lnTo>
                  <a:pt x="24384" y="358140"/>
                </a:lnTo>
                <a:lnTo>
                  <a:pt x="27432" y="356616"/>
                </a:lnTo>
                <a:lnTo>
                  <a:pt x="46075" y="355333"/>
                </a:lnTo>
                <a:lnTo>
                  <a:pt x="56388" y="355092"/>
                </a:lnTo>
                <a:lnTo>
                  <a:pt x="115824" y="355092"/>
                </a:lnTo>
                <a:lnTo>
                  <a:pt x="120396" y="356616"/>
                </a:lnTo>
                <a:lnTo>
                  <a:pt x="123444" y="358140"/>
                </a:lnTo>
                <a:lnTo>
                  <a:pt x="126492" y="358140"/>
                </a:lnTo>
                <a:lnTo>
                  <a:pt x="131064" y="362712"/>
                </a:lnTo>
                <a:lnTo>
                  <a:pt x="132588" y="365760"/>
                </a:lnTo>
                <a:lnTo>
                  <a:pt x="132588" y="374904"/>
                </a:lnTo>
                <a:lnTo>
                  <a:pt x="137160" y="374904"/>
                </a:lnTo>
                <a:lnTo>
                  <a:pt x="137160" y="310896"/>
                </a:lnTo>
                <a:lnTo>
                  <a:pt x="132588" y="310896"/>
                </a:lnTo>
                <a:lnTo>
                  <a:pt x="132588" y="323088"/>
                </a:lnTo>
                <a:lnTo>
                  <a:pt x="131064" y="324612"/>
                </a:lnTo>
                <a:lnTo>
                  <a:pt x="129540" y="327660"/>
                </a:lnTo>
                <a:lnTo>
                  <a:pt x="126492" y="329184"/>
                </a:lnTo>
                <a:lnTo>
                  <a:pt x="124968" y="329184"/>
                </a:lnTo>
                <a:lnTo>
                  <a:pt x="121920" y="330708"/>
                </a:lnTo>
                <a:lnTo>
                  <a:pt x="36576" y="330708"/>
                </a:lnTo>
                <a:lnTo>
                  <a:pt x="30480" y="327660"/>
                </a:lnTo>
                <a:lnTo>
                  <a:pt x="25908" y="321564"/>
                </a:lnTo>
                <a:lnTo>
                  <a:pt x="22860" y="313944"/>
                </a:lnTo>
                <a:lnTo>
                  <a:pt x="19812" y="307848"/>
                </a:lnTo>
                <a:lnTo>
                  <a:pt x="18288" y="303276"/>
                </a:lnTo>
                <a:lnTo>
                  <a:pt x="18288" y="291084"/>
                </a:lnTo>
                <a:lnTo>
                  <a:pt x="21336" y="284988"/>
                </a:lnTo>
                <a:lnTo>
                  <a:pt x="27432" y="280416"/>
                </a:lnTo>
                <a:lnTo>
                  <a:pt x="32004" y="277368"/>
                </a:lnTo>
                <a:lnTo>
                  <a:pt x="39624" y="275844"/>
                </a:lnTo>
                <a:lnTo>
                  <a:pt x="114300" y="275844"/>
                </a:lnTo>
                <a:lnTo>
                  <a:pt x="120396" y="277368"/>
                </a:lnTo>
                <a:lnTo>
                  <a:pt x="121920" y="277368"/>
                </a:lnTo>
                <a:lnTo>
                  <a:pt x="128016" y="280416"/>
                </a:lnTo>
                <a:lnTo>
                  <a:pt x="129540" y="281940"/>
                </a:lnTo>
                <a:lnTo>
                  <a:pt x="131064" y="284988"/>
                </a:lnTo>
                <a:lnTo>
                  <a:pt x="132588" y="289560"/>
                </a:lnTo>
                <a:lnTo>
                  <a:pt x="132588" y="295656"/>
                </a:lnTo>
                <a:lnTo>
                  <a:pt x="137160" y="295656"/>
                </a:lnTo>
                <a:lnTo>
                  <a:pt x="137160" y="231648"/>
                </a:lnTo>
                <a:lnTo>
                  <a:pt x="132588" y="231648"/>
                </a:lnTo>
                <a:lnTo>
                  <a:pt x="132588" y="239268"/>
                </a:lnTo>
                <a:lnTo>
                  <a:pt x="128016" y="248412"/>
                </a:lnTo>
                <a:lnTo>
                  <a:pt x="124968" y="251460"/>
                </a:lnTo>
                <a:lnTo>
                  <a:pt x="36576" y="251460"/>
                </a:lnTo>
                <a:lnTo>
                  <a:pt x="28956" y="245364"/>
                </a:lnTo>
                <a:lnTo>
                  <a:pt x="24384" y="239268"/>
                </a:lnTo>
                <a:lnTo>
                  <a:pt x="21336" y="233172"/>
                </a:lnTo>
                <a:lnTo>
                  <a:pt x="18288" y="224028"/>
                </a:lnTo>
                <a:lnTo>
                  <a:pt x="18288" y="210312"/>
                </a:lnTo>
                <a:lnTo>
                  <a:pt x="21336" y="204216"/>
                </a:lnTo>
                <a:lnTo>
                  <a:pt x="27432" y="201168"/>
                </a:lnTo>
                <a:lnTo>
                  <a:pt x="32004" y="198120"/>
                </a:lnTo>
                <a:lnTo>
                  <a:pt x="39624" y="196596"/>
                </a:lnTo>
                <a:lnTo>
                  <a:pt x="114300" y="196596"/>
                </a:lnTo>
                <a:lnTo>
                  <a:pt x="118872" y="198120"/>
                </a:lnTo>
                <a:lnTo>
                  <a:pt x="124968" y="198120"/>
                </a:lnTo>
                <a:lnTo>
                  <a:pt x="128016" y="199644"/>
                </a:lnTo>
                <a:lnTo>
                  <a:pt x="132588" y="208788"/>
                </a:lnTo>
                <a:lnTo>
                  <a:pt x="132588" y="216408"/>
                </a:lnTo>
                <a:lnTo>
                  <a:pt x="137160" y="216408"/>
                </a:lnTo>
                <a:lnTo>
                  <a:pt x="137160" y="152400"/>
                </a:lnTo>
                <a:close/>
              </a:path>
              <a:path extrusionOk="0" h="378460" w="140335">
                <a:moveTo>
                  <a:pt x="140195" y="39624"/>
                </a:moveTo>
                <a:lnTo>
                  <a:pt x="123431" y="0"/>
                </a:lnTo>
                <a:lnTo>
                  <a:pt x="118859" y="1524"/>
                </a:lnTo>
                <a:lnTo>
                  <a:pt x="120383" y="6096"/>
                </a:lnTo>
                <a:lnTo>
                  <a:pt x="121907" y="9144"/>
                </a:lnTo>
                <a:lnTo>
                  <a:pt x="121907" y="13716"/>
                </a:lnTo>
                <a:lnTo>
                  <a:pt x="120383" y="16764"/>
                </a:lnTo>
                <a:lnTo>
                  <a:pt x="117335" y="19812"/>
                </a:lnTo>
                <a:lnTo>
                  <a:pt x="115811" y="19812"/>
                </a:lnTo>
                <a:lnTo>
                  <a:pt x="112763" y="21336"/>
                </a:lnTo>
                <a:lnTo>
                  <a:pt x="94119" y="22631"/>
                </a:lnTo>
                <a:lnTo>
                  <a:pt x="83807" y="22860"/>
                </a:lnTo>
                <a:lnTo>
                  <a:pt x="3035" y="22860"/>
                </a:lnTo>
                <a:lnTo>
                  <a:pt x="3035" y="67056"/>
                </a:lnTo>
                <a:lnTo>
                  <a:pt x="7607" y="67056"/>
                </a:lnTo>
                <a:lnTo>
                  <a:pt x="7607" y="57912"/>
                </a:lnTo>
                <a:lnTo>
                  <a:pt x="9131" y="53340"/>
                </a:lnTo>
                <a:lnTo>
                  <a:pt x="12179" y="50292"/>
                </a:lnTo>
                <a:lnTo>
                  <a:pt x="15227" y="48768"/>
                </a:lnTo>
                <a:lnTo>
                  <a:pt x="21323" y="47244"/>
                </a:lnTo>
                <a:lnTo>
                  <a:pt x="103619" y="47244"/>
                </a:lnTo>
                <a:lnTo>
                  <a:pt x="109715" y="54864"/>
                </a:lnTo>
                <a:lnTo>
                  <a:pt x="115811" y="60960"/>
                </a:lnTo>
                <a:lnTo>
                  <a:pt x="117335" y="65532"/>
                </a:lnTo>
                <a:lnTo>
                  <a:pt x="120383" y="71628"/>
                </a:lnTo>
                <a:lnTo>
                  <a:pt x="121907" y="76200"/>
                </a:lnTo>
                <a:lnTo>
                  <a:pt x="121907" y="86868"/>
                </a:lnTo>
                <a:lnTo>
                  <a:pt x="120383" y="91440"/>
                </a:lnTo>
                <a:lnTo>
                  <a:pt x="91427" y="103632"/>
                </a:lnTo>
                <a:lnTo>
                  <a:pt x="3035" y="103632"/>
                </a:lnTo>
                <a:lnTo>
                  <a:pt x="3035" y="150876"/>
                </a:lnTo>
                <a:lnTo>
                  <a:pt x="7607" y="150876"/>
                </a:lnTo>
                <a:lnTo>
                  <a:pt x="7607" y="138684"/>
                </a:lnTo>
                <a:lnTo>
                  <a:pt x="10655" y="132588"/>
                </a:lnTo>
                <a:lnTo>
                  <a:pt x="12179" y="131064"/>
                </a:lnTo>
                <a:lnTo>
                  <a:pt x="18275" y="128016"/>
                </a:lnTo>
                <a:lnTo>
                  <a:pt x="88379" y="128016"/>
                </a:lnTo>
                <a:lnTo>
                  <a:pt x="96977" y="127762"/>
                </a:lnTo>
                <a:lnTo>
                  <a:pt x="138671" y="106680"/>
                </a:lnTo>
                <a:lnTo>
                  <a:pt x="140195" y="100584"/>
                </a:lnTo>
                <a:lnTo>
                  <a:pt x="140195" y="85344"/>
                </a:lnTo>
                <a:lnTo>
                  <a:pt x="111239" y="47244"/>
                </a:lnTo>
                <a:lnTo>
                  <a:pt x="140195" y="47244"/>
                </a:lnTo>
                <a:lnTo>
                  <a:pt x="140195" y="396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735" name="Google Shape;3735;p67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3806952" y="4986527"/>
            <a:ext cx="1522476" cy="4247388"/>
          </a:xfrm>
          <a:prstGeom prst="rect">
            <a:avLst/>
          </a:prstGeom>
          <a:noFill/>
          <a:ln>
            <a:noFill/>
          </a:ln>
        </p:spPr>
      </p:pic>
      <p:sp>
        <p:nvSpPr>
          <p:cNvPr id="3736" name="Google Shape;3736;p67"/>
          <p:cNvSpPr/>
          <p:nvPr/>
        </p:nvSpPr>
        <p:spPr>
          <a:xfrm>
            <a:off x="4418063" y="3412236"/>
            <a:ext cx="210820" cy="269875"/>
          </a:xfrm>
          <a:custGeom>
            <a:rect b="b" l="l" r="r" t="t"/>
            <a:pathLst>
              <a:path extrusionOk="0" h="269875" w="210820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2192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8288"/>
                </a:lnTo>
                <a:lnTo>
                  <a:pt x="192024" y="18288"/>
                </a:lnTo>
                <a:lnTo>
                  <a:pt x="185928" y="19812"/>
                </a:lnTo>
                <a:lnTo>
                  <a:pt x="118097" y="19862"/>
                </a:lnTo>
                <a:lnTo>
                  <a:pt x="108775" y="20193"/>
                </a:lnTo>
                <a:lnTo>
                  <a:pt x="101473" y="21107"/>
                </a:lnTo>
                <a:lnTo>
                  <a:pt x="96012" y="22860"/>
                </a:lnTo>
                <a:lnTo>
                  <a:pt x="86868" y="24384"/>
                </a:lnTo>
                <a:lnTo>
                  <a:pt x="80772" y="28956"/>
                </a:lnTo>
                <a:lnTo>
                  <a:pt x="76200" y="35052"/>
                </a:lnTo>
                <a:lnTo>
                  <a:pt x="71628" y="39624"/>
                </a:lnTo>
                <a:lnTo>
                  <a:pt x="70104" y="47244"/>
                </a:lnTo>
                <a:lnTo>
                  <a:pt x="70104" y="60960"/>
                </a:lnTo>
                <a:lnTo>
                  <a:pt x="99060" y="100584"/>
                </a:lnTo>
                <a:lnTo>
                  <a:pt x="0" y="100584"/>
                </a:lnTo>
                <a:lnTo>
                  <a:pt x="0" y="106680"/>
                </a:lnTo>
                <a:lnTo>
                  <a:pt x="16764" y="147828"/>
                </a:lnTo>
                <a:lnTo>
                  <a:pt x="21336" y="144780"/>
                </a:lnTo>
                <a:lnTo>
                  <a:pt x="19812" y="140208"/>
                </a:lnTo>
                <a:lnTo>
                  <a:pt x="18288" y="137160"/>
                </a:lnTo>
                <a:lnTo>
                  <a:pt x="18288" y="132588"/>
                </a:lnTo>
                <a:lnTo>
                  <a:pt x="24384" y="126492"/>
                </a:lnTo>
                <a:lnTo>
                  <a:pt x="27432" y="126492"/>
                </a:lnTo>
                <a:lnTo>
                  <a:pt x="31750" y="125615"/>
                </a:lnTo>
                <a:lnTo>
                  <a:pt x="37909" y="125158"/>
                </a:lnTo>
                <a:lnTo>
                  <a:pt x="56388" y="124968"/>
                </a:lnTo>
                <a:lnTo>
                  <a:pt x="190500" y="124968"/>
                </a:lnTo>
                <a:lnTo>
                  <a:pt x="196596" y="128016"/>
                </a:lnTo>
                <a:lnTo>
                  <a:pt x="199644" y="131064"/>
                </a:lnTo>
                <a:lnTo>
                  <a:pt x="201168" y="134112"/>
                </a:lnTo>
                <a:lnTo>
                  <a:pt x="202692" y="138684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9644" y="94488"/>
                </a:lnTo>
                <a:lnTo>
                  <a:pt x="195072" y="99060"/>
                </a:lnTo>
                <a:lnTo>
                  <a:pt x="192024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0772"/>
                </a:lnTo>
                <a:lnTo>
                  <a:pt x="88392" y="71628"/>
                </a:lnTo>
                <a:lnTo>
                  <a:pt x="88392" y="60960"/>
                </a:lnTo>
                <a:lnTo>
                  <a:pt x="129540" y="44196"/>
                </a:lnTo>
                <a:lnTo>
                  <a:pt x="190500" y="44196"/>
                </a:lnTo>
                <a:lnTo>
                  <a:pt x="195072" y="45720"/>
                </a:lnTo>
                <a:lnTo>
                  <a:pt x="198120" y="47244"/>
                </a:lnTo>
                <a:lnTo>
                  <a:pt x="199644" y="48768"/>
                </a:lnTo>
                <a:lnTo>
                  <a:pt x="202692" y="54864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269875" w="210820">
                <a:moveTo>
                  <a:pt x="210312" y="213360"/>
                </a:moveTo>
                <a:lnTo>
                  <a:pt x="188645" y="171119"/>
                </a:lnTo>
                <a:lnTo>
                  <a:pt x="153924" y="156972"/>
                </a:lnTo>
                <a:lnTo>
                  <a:pt x="152400" y="160020"/>
                </a:lnTo>
                <a:lnTo>
                  <a:pt x="160718" y="164363"/>
                </a:lnTo>
                <a:lnTo>
                  <a:pt x="167449" y="168402"/>
                </a:lnTo>
                <a:lnTo>
                  <a:pt x="185928" y="202692"/>
                </a:lnTo>
                <a:lnTo>
                  <a:pt x="184785" y="212432"/>
                </a:lnTo>
                <a:lnTo>
                  <a:pt x="158216" y="241109"/>
                </a:lnTo>
                <a:lnTo>
                  <a:pt x="126492" y="246888"/>
                </a:lnTo>
                <a:lnTo>
                  <a:pt x="115633" y="246303"/>
                </a:lnTo>
                <a:lnTo>
                  <a:pt x="81724" y="225742"/>
                </a:lnTo>
                <a:lnTo>
                  <a:pt x="79248" y="211836"/>
                </a:lnTo>
                <a:lnTo>
                  <a:pt x="79248" y="205740"/>
                </a:lnTo>
                <a:lnTo>
                  <a:pt x="80772" y="201168"/>
                </a:lnTo>
                <a:lnTo>
                  <a:pt x="86868" y="195072"/>
                </a:lnTo>
                <a:lnTo>
                  <a:pt x="91440" y="192024"/>
                </a:lnTo>
                <a:lnTo>
                  <a:pt x="102108" y="192024"/>
                </a:lnTo>
                <a:lnTo>
                  <a:pt x="106680" y="190500"/>
                </a:lnTo>
                <a:lnTo>
                  <a:pt x="108204" y="187452"/>
                </a:lnTo>
                <a:lnTo>
                  <a:pt x="112776" y="185928"/>
                </a:lnTo>
                <a:lnTo>
                  <a:pt x="114300" y="181356"/>
                </a:lnTo>
                <a:lnTo>
                  <a:pt x="114300" y="172212"/>
                </a:lnTo>
                <a:lnTo>
                  <a:pt x="112776" y="167640"/>
                </a:lnTo>
                <a:lnTo>
                  <a:pt x="108204" y="163068"/>
                </a:lnTo>
                <a:lnTo>
                  <a:pt x="105156" y="161544"/>
                </a:lnTo>
                <a:lnTo>
                  <a:pt x="94488" y="161544"/>
                </a:lnTo>
                <a:lnTo>
                  <a:pt x="86868" y="166116"/>
                </a:lnTo>
                <a:lnTo>
                  <a:pt x="80772" y="175260"/>
                </a:lnTo>
                <a:lnTo>
                  <a:pt x="75895" y="181546"/>
                </a:lnTo>
                <a:lnTo>
                  <a:pt x="72580" y="188976"/>
                </a:lnTo>
                <a:lnTo>
                  <a:pt x="70700" y="197548"/>
                </a:lnTo>
                <a:lnTo>
                  <a:pt x="70104" y="207264"/>
                </a:lnTo>
                <a:lnTo>
                  <a:pt x="71272" y="219532"/>
                </a:lnTo>
                <a:lnTo>
                  <a:pt x="99923" y="259461"/>
                </a:lnTo>
                <a:lnTo>
                  <a:pt x="140208" y="269748"/>
                </a:lnTo>
                <a:lnTo>
                  <a:pt x="155384" y="268846"/>
                </a:lnTo>
                <a:lnTo>
                  <a:pt x="192024" y="252984"/>
                </a:lnTo>
                <a:lnTo>
                  <a:pt x="209169" y="224485"/>
                </a:lnTo>
                <a:lnTo>
                  <a:pt x="210312" y="2133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7" name="Google Shape;3737;p67"/>
          <p:cNvSpPr/>
          <p:nvPr/>
        </p:nvSpPr>
        <p:spPr>
          <a:xfrm>
            <a:off x="4418076" y="2592324"/>
            <a:ext cx="210820" cy="672465"/>
          </a:xfrm>
          <a:custGeom>
            <a:rect b="b" l="l" r="r" t="t"/>
            <a:pathLst>
              <a:path extrusionOk="0" h="672464" w="210820">
                <a:moveTo>
                  <a:pt x="32004" y="414528"/>
                </a:moveTo>
                <a:lnTo>
                  <a:pt x="30480" y="409956"/>
                </a:lnTo>
                <a:lnTo>
                  <a:pt x="24384" y="403860"/>
                </a:lnTo>
                <a:lnTo>
                  <a:pt x="19812" y="402336"/>
                </a:lnTo>
                <a:lnTo>
                  <a:pt x="12192" y="402336"/>
                </a:lnTo>
                <a:lnTo>
                  <a:pt x="7620" y="403860"/>
                </a:lnTo>
                <a:lnTo>
                  <a:pt x="1524" y="409956"/>
                </a:lnTo>
                <a:lnTo>
                  <a:pt x="0" y="414528"/>
                </a:lnTo>
                <a:lnTo>
                  <a:pt x="0" y="423672"/>
                </a:lnTo>
                <a:lnTo>
                  <a:pt x="1524" y="426720"/>
                </a:lnTo>
                <a:lnTo>
                  <a:pt x="7620" y="432816"/>
                </a:lnTo>
                <a:lnTo>
                  <a:pt x="12192" y="434340"/>
                </a:lnTo>
                <a:lnTo>
                  <a:pt x="19812" y="434340"/>
                </a:lnTo>
                <a:lnTo>
                  <a:pt x="24384" y="432816"/>
                </a:lnTo>
                <a:lnTo>
                  <a:pt x="30480" y="426720"/>
                </a:lnTo>
                <a:lnTo>
                  <a:pt x="32004" y="423672"/>
                </a:lnTo>
                <a:lnTo>
                  <a:pt x="32004" y="414528"/>
                </a:lnTo>
                <a:close/>
              </a:path>
              <a:path extrusionOk="0" h="672464" w="210820">
                <a:moveTo>
                  <a:pt x="207264" y="385572"/>
                </a:moveTo>
                <a:lnTo>
                  <a:pt x="202692" y="385572"/>
                </a:lnTo>
                <a:lnTo>
                  <a:pt x="202692" y="396240"/>
                </a:lnTo>
                <a:lnTo>
                  <a:pt x="201168" y="399288"/>
                </a:lnTo>
                <a:lnTo>
                  <a:pt x="199644" y="400812"/>
                </a:lnTo>
                <a:lnTo>
                  <a:pt x="190500" y="405384"/>
                </a:lnTo>
                <a:lnTo>
                  <a:pt x="70104" y="405384"/>
                </a:lnTo>
                <a:lnTo>
                  <a:pt x="70104" y="411480"/>
                </a:lnTo>
                <a:lnTo>
                  <a:pt x="86868" y="452628"/>
                </a:lnTo>
                <a:lnTo>
                  <a:pt x="91440" y="451104"/>
                </a:lnTo>
                <a:lnTo>
                  <a:pt x="89916" y="446532"/>
                </a:lnTo>
                <a:lnTo>
                  <a:pt x="89916" y="435864"/>
                </a:lnTo>
                <a:lnTo>
                  <a:pt x="92964" y="432816"/>
                </a:lnTo>
                <a:lnTo>
                  <a:pt x="94488" y="432816"/>
                </a:lnTo>
                <a:lnTo>
                  <a:pt x="97536" y="431292"/>
                </a:lnTo>
                <a:lnTo>
                  <a:pt x="101841" y="430415"/>
                </a:lnTo>
                <a:lnTo>
                  <a:pt x="108013" y="429958"/>
                </a:lnTo>
                <a:lnTo>
                  <a:pt x="117348" y="429768"/>
                </a:lnTo>
                <a:lnTo>
                  <a:pt x="185928" y="429768"/>
                </a:lnTo>
                <a:lnTo>
                  <a:pt x="190500" y="431292"/>
                </a:lnTo>
                <a:lnTo>
                  <a:pt x="193548" y="431292"/>
                </a:lnTo>
                <a:lnTo>
                  <a:pt x="199644" y="434340"/>
                </a:lnTo>
                <a:lnTo>
                  <a:pt x="201168" y="437388"/>
                </a:lnTo>
                <a:lnTo>
                  <a:pt x="202692" y="438912"/>
                </a:lnTo>
                <a:lnTo>
                  <a:pt x="202692" y="449580"/>
                </a:lnTo>
                <a:lnTo>
                  <a:pt x="207264" y="449580"/>
                </a:lnTo>
                <a:lnTo>
                  <a:pt x="207264" y="429768"/>
                </a:lnTo>
                <a:lnTo>
                  <a:pt x="207264" y="385572"/>
                </a:lnTo>
                <a:close/>
              </a:path>
              <a:path extrusionOk="0" h="672464" w="210820">
                <a:moveTo>
                  <a:pt x="207264" y="27432"/>
                </a:moveTo>
                <a:lnTo>
                  <a:pt x="202692" y="27432"/>
                </a:lnTo>
                <a:lnTo>
                  <a:pt x="202692" y="33528"/>
                </a:lnTo>
                <a:lnTo>
                  <a:pt x="201168" y="38100"/>
                </a:lnTo>
                <a:lnTo>
                  <a:pt x="199644" y="41148"/>
                </a:lnTo>
                <a:lnTo>
                  <a:pt x="198120" y="45720"/>
                </a:lnTo>
                <a:lnTo>
                  <a:pt x="195072" y="47244"/>
                </a:lnTo>
                <a:lnTo>
                  <a:pt x="193548" y="48768"/>
                </a:lnTo>
                <a:lnTo>
                  <a:pt x="184404" y="51816"/>
                </a:lnTo>
                <a:lnTo>
                  <a:pt x="114300" y="51816"/>
                </a:lnTo>
                <a:lnTo>
                  <a:pt x="105156" y="47244"/>
                </a:lnTo>
                <a:lnTo>
                  <a:pt x="99060" y="42672"/>
                </a:lnTo>
                <a:lnTo>
                  <a:pt x="94488" y="38100"/>
                </a:lnTo>
                <a:lnTo>
                  <a:pt x="92964" y="35052"/>
                </a:lnTo>
                <a:lnTo>
                  <a:pt x="91440" y="33528"/>
                </a:lnTo>
                <a:lnTo>
                  <a:pt x="91440" y="30480"/>
                </a:lnTo>
                <a:lnTo>
                  <a:pt x="92964" y="27432"/>
                </a:lnTo>
                <a:lnTo>
                  <a:pt x="96012" y="22860"/>
                </a:lnTo>
                <a:lnTo>
                  <a:pt x="100584" y="18288"/>
                </a:lnTo>
                <a:lnTo>
                  <a:pt x="102108" y="13716"/>
                </a:lnTo>
                <a:lnTo>
                  <a:pt x="102108" y="7620"/>
                </a:lnTo>
                <a:lnTo>
                  <a:pt x="97536" y="3048"/>
                </a:lnTo>
                <a:lnTo>
                  <a:pt x="91440" y="0"/>
                </a:lnTo>
                <a:lnTo>
                  <a:pt x="82296" y="0"/>
                </a:lnTo>
                <a:lnTo>
                  <a:pt x="79248" y="1524"/>
                </a:lnTo>
                <a:lnTo>
                  <a:pt x="74676" y="4572"/>
                </a:lnTo>
                <a:lnTo>
                  <a:pt x="71628" y="7620"/>
                </a:lnTo>
                <a:lnTo>
                  <a:pt x="70104" y="12192"/>
                </a:lnTo>
                <a:lnTo>
                  <a:pt x="70104" y="18288"/>
                </a:lnTo>
                <a:lnTo>
                  <a:pt x="72097" y="26530"/>
                </a:lnTo>
                <a:lnTo>
                  <a:pt x="78105" y="35052"/>
                </a:lnTo>
                <a:lnTo>
                  <a:pt x="88099" y="43586"/>
                </a:lnTo>
                <a:lnTo>
                  <a:pt x="102108" y="51816"/>
                </a:lnTo>
                <a:lnTo>
                  <a:pt x="70104" y="51816"/>
                </a:lnTo>
                <a:lnTo>
                  <a:pt x="70104" y="57912"/>
                </a:lnTo>
                <a:lnTo>
                  <a:pt x="86868" y="99060"/>
                </a:lnTo>
                <a:lnTo>
                  <a:pt x="91440" y="97536"/>
                </a:lnTo>
                <a:lnTo>
                  <a:pt x="89916" y="92964"/>
                </a:lnTo>
                <a:lnTo>
                  <a:pt x="89916" y="82296"/>
                </a:lnTo>
                <a:lnTo>
                  <a:pt x="94488" y="77724"/>
                </a:lnTo>
                <a:lnTo>
                  <a:pt x="97536" y="76200"/>
                </a:lnTo>
                <a:lnTo>
                  <a:pt x="192024" y="76200"/>
                </a:lnTo>
                <a:lnTo>
                  <a:pt x="198120" y="79248"/>
                </a:lnTo>
                <a:lnTo>
                  <a:pt x="199644" y="80772"/>
                </a:lnTo>
                <a:lnTo>
                  <a:pt x="201168" y="83820"/>
                </a:lnTo>
                <a:lnTo>
                  <a:pt x="202692" y="89916"/>
                </a:lnTo>
                <a:lnTo>
                  <a:pt x="202692" y="96012"/>
                </a:lnTo>
                <a:lnTo>
                  <a:pt x="207264" y="96012"/>
                </a:lnTo>
                <a:lnTo>
                  <a:pt x="207264" y="27432"/>
                </a:lnTo>
                <a:close/>
              </a:path>
              <a:path extrusionOk="0" h="672464" w="210820">
                <a:moveTo>
                  <a:pt x="210299" y="160020"/>
                </a:moveTo>
                <a:lnTo>
                  <a:pt x="195059" y="123444"/>
                </a:lnTo>
                <a:lnTo>
                  <a:pt x="158483" y="105156"/>
                </a:lnTo>
                <a:lnTo>
                  <a:pt x="155435" y="108204"/>
                </a:lnTo>
                <a:lnTo>
                  <a:pt x="163753" y="111899"/>
                </a:lnTo>
                <a:lnTo>
                  <a:pt x="170484" y="116014"/>
                </a:lnTo>
                <a:lnTo>
                  <a:pt x="175768" y="120396"/>
                </a:lnTo>
                <a:lnTo>
                  <a:pt x="179819" y="124968"/>
                </a:lnTo>
                <a:lnTo>
                  <a:pt x="184391" y="131064"/>
                </a:lnTo>
                <a:lnTo>
                  <a:pt x="185915" y="138684"/>
                </a:lnTo>
                <a:lnTo>
                  <a:pt x="185915" y="147828"/>
                </a:lnTo>
                <a:lnTo>
                  <a:pt x="169151" y="182880"/>
                </a:lnTo>
                <a:lnTo>
                  <a:pt x="123431" y="196596"/>
                </a:lnTo>
                <a:lnTo>
                  <a:pt x="123431" y="135636"/>
                </a:lnTo>
                <a:lnTo>
                  <a:pt x="123431" y="105156"/>
                </a:lnTo>
                <a:lnTo>
                  <a:pt x="114287" y="106019"/>
                </a:lnTo>
                <a:lnTo>
                  <a:pt x="114287" y="135636"/>
                </a:lnTo>
                <a:lnTo>
                  <a:pt x="114287" y="196596"/>
                </a:lnTo>
                <a:lnTo>
                  <a:pt x="106146" y="195745"/>
                </a:lnTo>
                <a:lnTo>
                  <a:pt x="106451" y="195745"/>
                </a:lnTo>
                <a:lnTo>
                  <a:pt x="99618" y="193548"/>
                </a:lnTo>
                <a:lnTo>
                  <a:pt x="93510" y="190169"/>
                </a:lnTo>
                <a:lnTo>
                  <a:pt x="88379" y="185928"/>
                </a:lnTo>
                <a:lnTo>
                  <a:pt x="82283" y="179832"/>
                </a:lnTo>
                <a:lnTo>
                  <a:pt x="79235" y="172212"/>
                </a:lnTo>
                <a:lnTo>
                  <a:pt x="79235" y="160020"/>
                </a:lnTo>
                <a:lnTo>
                  <a:pt x="100571" y="137160"/>
                </a:lnTo>
                <a:lnTo>
                  <a:pt x="105143" y="137160"/>
                </a:lnTo>
                <a:lnTo>
                  <a:pt x="114287" y="135636"/>
                </a:lnTo>
                <a:lnTo>
                  <a:pt x="114287" y="106019"/>
                </a:lnTo>
                <a:lnTo>
                  <a:pt x="111671" y="106260"/>
                </a:lnTo>
                <a:lnTo>
                  <a:pt x="101333" y="109347"/>
                </a:lnTo>
                <a:lnTo>
                  <a:pt x="73520" y="136398"/>
                </a:lnTo>
                <a:lnTo>
                  <a:pt x="70154" y="157594"/>
                </a:lnTo>
                <a:lnTo>
                  <a:pt x="71234" y="169887"/>
                </a:lnTo>
                <a:lnTo>
                  <a:pt x="99288" y="208940"/>
                </a:lnTo>
                <a:lnTo>
                  <a:pt x="141719" y="217932"/>
                </a:lnTo>
                <a:lnTo>
                  <a:pt x="156870" y="217030"/>
                </a:lnTo>
                <a:lnTo>
                  <a:pt x="170294" y="214122"/>
                </a:lnTo>
                <a:lnTo>
                  <a:pt x="182016" y="208940"/>
                </a:lnTo>
                <a:lnTo>
                  <a:pt x="192011" y="201168"/>
                </a:lnTo>
                <a:lnTo>
                  <a:pt x="196278" y="196596"/>
                </a:lnTo>
                <a:lnTo>
                  <a:pt x="200012" y="192595"/>
                </a:lnTo>
                <a:lnTo>
                  <a:pt x="205727" y="182880"/>
                </a:lnTo>
                <a:lnTo>
                  <a:pt x="209156" y="172021"/>
                </a:lnTo>
                <a:lnTo>
                  <a:pt x="210299" y="160020"/>
                </a:lnTo>
                <a:close/>
              </a:path>
              <a:path extrusionOk="0" h="672464" w="210820">
                <a:moveTo>
                  <a:pt x="210312" y="522732"/>
                </a:moveTo>
                <a:lnTo>
                  <a:pt x="94488" y="478536"/>
                </a:lnTo>
                <a:lnTo>
                  <a:pt x="85344" y="473964"/>
                </a:lnTo>
                <a:lnTo>
                  <a:pt x="79248" y="467868"/>
                </a:lnTo>
                <a:lnTo>
                  <a:pt x="77724" y="460248"/>
                </a:lnTo>
                <a:lnTo>
                  <a:pt x="73152" y="460248"/>
                </a:lnTo>
                <a:lnTo>
                  <a:pt x="73152" y="499872"/>
                </a:lnTo>
                <a:lnTo>
                  <a:pt x="77724" y="499872"/>
                </a:lnTo>
                <a:lnTo>
                  <a:pt x="77724" y="495300"/>
                </a:lnTo>
                <a:lnTo>
                  <a:pt x="79248" y="490728"/>
                </a:lnTo>
                <a:lnTo>
                  <a:pt x="83820" y="486156"/>
                </a:lnTo>
                <a:lnTo>
                  <a:pt x="88392" y="486156"/>
                </a:lnTo>
                <a:lnTo>
                  <a:pt x="92964" y="487680"/>
                </a:lnTo>
                <a:lnTo>
                  <a:pt x="99060" y="489204"/>
                </a:lnTo>
                <a:lnTo>
                  <a:pt x="170688" y="518160"/>
                </a:lnTo>
                <a:lnTo>
                  <a:pt x="96012" y="550164"/>
                </a:lnTo>
                <a:lnTo>
                  <a:pt x="94488" y="550164"/>
                </a:lnTo>
                <a:lnTo>
                  <a:pt x="91440" y="551688"/>
                </a:lnTo>
                <a:lnTo>
                  <a:pt x="86868" y="551688"/>
                </a:lnTo>
                <a:lnTo>
                  <a:pt x="83820" y="550164"/>
                </a:lnTo>
                <a:lnTo>
                  <a:pt x="79248" y="545592"/>
                </a:lnTo>
                <a:lnTo>
                  <a:pt x="77724" y="541020"/>
                </a:lnTo>
                <a:lnTo>
                  <a:pt x="77724" y="534924"/>
                </a:lnTo>
                <a:lnTo>
                  <a:pt x="73152" y="534924"/>
                </a:lnTo>
                <a:lnTo>
                  <a:pt x="73152" y="597408"/>
                </a:lnTo>
                <a:lnTo>
                  <a:pt x="77724" y="597408"/>
                </a:lnTo>
                <a:lnTo>
                  <a:pt x="77724" y="591312"/>
                </a:lnTo>
                <a:lnTo>
                  <a:pt x="82296" y="582168"/>
                </a:lnTo>
                <a:lnTo>
                  <a:pt x="86868" y="579120"/>
                </a:lnTo>
                <a:lnTo>
                  <a:pt x="92964" y="576072"/>
                </a:lnTo>
                <a:lnTo>
                  <a:pt x="112776" y="568452"/>
                </a:lnTo>
                <a:lnTo>
                  <a:pt x="172212" y="595884"/>
                </a:lnTo>
                <a:lnTo>
                  <a:pt x="97536" y="624840"/>
                </a:lnTo>
                <a:lnTo>
                  <a:pt x="92964" y="626364"/>
                </a:lnTo>
                <a:lnTo>
                  <a:pt x="89916" y="627888"/>
                </a:lnTo>
                <a:lnTo>
                  <a:pt x="83820" y="627888"/>
                </a:lnTo>
                <a:lnTo>
                  <a:pt x="79248" y="623316"/>
                </a:lnTo>
                <a:lnTo>
                  <a:pt x="77724" y="620268"/>
                </a:lnTo>
                <a:lnTo>
                  <a:pt x="77724" y="615696"/>
                </a:lnTo>
                <a:lnTo>
                  <a:pt x="73152" y="615696"/>
                </a:lnTo>
                <a:lnTo>
                  <a:pt x="73152" y="672084"/>
                </a:lnTo>
                <a:lnTo>
                  <a:pt x="77724" y="672084"/>
                </a:lnTo>
                <a:lnTo>
                  <a:pt x="79248" y="665988"/>
                </a:lnTo>
                <a:lnTo>
                  <a:pt x="80772" y="661416"/>
                </a:lnTo>
                <a:lnTo>
                  <a:pt x="83820" y="659892"/>
                </a:lnTo>
                <a:lnTo>
                  <a:pt x="85344" y="656844"/>
                </a:lnTo>
                <a:lnTo>
                  <a:pt x="91440" y="653796"/>
                </a:lnTo>
                <a:lnTo>
                  <a:pt x="210312" y="606552"/>
                </a:lnTo>
                <a:lnTo>
                  <a:pt x="210312" y="603504"/>
                </a:lnTo>
                <a:lnTo>
                  <a:pt x="123444" y="563880"/>
                </a:lnTo>
                <a:lnTo>
                  <a:pt x="210312" y="527304"/>
                </a:lnTo>
                <a:lnTo>
                  <a:pt x="210312" y="522732"/>
                </a:lnTo>
                <a:close/>
              </a:path>
              <a:path extrusionOk="0" h="672464" w="210820">
                <a:moveTo>
                  <a:pt x="210312" y="268224"/>
                </a:moveTo>
                <a:lnTo>
                  <a:pt x="193548" y="228600"/>
                </a:lnTo>
                <a:lnTo>
                  <a:pt x="188976" y="230124"/>
                </a:lnTo>
                <a:lnTo>
                  <a:pt x="190500" y="234696"/>
                </a:lnTo>
                <a:lnTo>
                  <a:pt x="192024" y="237744"/>
                </a:lnTo>
                <a:lnTo>
                  <a:pt x="192024" y="242316"/>
                </a:lnTo>
                <a:lnTo>
                  <a:pt x="190500" y="245364"/>
                </a:lnTo>
                <a:lnTo>
                  <a:pt x="187452" y="248412"/>
                </a:lnTo>
                <a:lnTo>
                  <a:pt x="185928" y="248412"/>
                </a:lnTo>
                <a:lnTo>
                  <a:pt x="182880" y="249936"/>
                </a:lnTo>
                <a:lnTo>
                  <a:pt x="178562" y="250177"/>
                </a:lnTo>
                <a:lnTo>
                  <a:pt x="172402" y="250698"/>
                </a:lnTo>
                <a:lnTo>
                  <a:pt x="164223" y="251231"/>
                </a:lnTo>
                <a:lnTo>
                  <a:pt x="153924" y="251460"/>
                </a:lnTo>
                <a:lnTo>
                  <a:pt x="0" y="251460"/>
                </a:lnTo>
                <a:lnTo>
                  <a:pt x="0" y="257556"/>
                </a:lnTo>
                <a:lnTo>
                  <a:pt x="16764" y="298704"/>
                </a:lnTo>
                <a:lnTo>
                  <a:pt x="21475" y="295567"/>
                </a:lnTo>
                <a:lnTo>
                  <a:pt x="21285" y="295567"/>
                </a:lnTo>
                <a:lnTo>
                  <a:pt x="19812" y="292608"/>
                </a:lnTo>
                <a:lnTo>
                  <a:pt x="18415" y="288417"/>
                </a:lnTo>
                <a:lnTo>
                  <a:pt x="18288" y="283464"/>
                </a:lnTo>
                <a:lnTo>
                  <a:pt x="24384" y="277368"/>
                </a:lnTo>
                <a:lnTo>
                  <a:pt x="27432" y="275844"/>
                </a:lnTo>
                <a:lnTo>
                  <a:pt x="82296" y="275844"/>
                </a:lnTo>
                <a:lnTo>
                  <a:pt x="77165" y="281851"/>
                </a:lnTo>
                <a:lnTo>
                  <a:pt x="73342" y="288417"/>
                </a:lnTo>
                <a:lnTo>
                  <a:pt x="70929" y="295567"/>
                </a:lnTo>
                <a:lnTo>
                  <a:pt x="70104" y="303276"/>
                </a:lnTo>
                <a:lnTo>
                  <a:pt x="71526" y="316420"/>
                </a:lnTo>
                <a:lnTo>
                  <a:pt x="92964" y="348996"/>
                </a:lnTo>
                <a:lnTo>
                  <a:pt x="131965" y="366141"/>
                </a:lnTo>
                <a:lnTo>
                  <a:pt x="146304" y="367284"/>
                </a:lnTo>
                <a:lnTo>
                  <a:pt x="159727" y="366141"/>
                </a:lnTo>
                <a:lnTo>
                  <a:pt x="159524" y="366141"/>
                </a:lnTo>
                <a:lnTo>
                  <a:pt x="171450" y="362902"/>
                </a:lnTo>
                <a:lnTo>
                  <a:pt x="182308" y="357644"/>
                </a:lnTo>
                <a:lnTo>
                  <a:pt x="192024" y="350520"/>
                </a:lnTo>
                <a:lnTo>
                  <a:pt x="200025" y="342239"/>
                </a:lnTo>
                <a:lnTo>
                  <a:pt x="201549" y="339852"/>
                </a:lnTo>
                <a:lnTo>
                  <a:pt x="205740" y="333375"/>
                </a:lnTo>
                <a:lnTo>
                  <a:pt x="209169" y="323951"/>
                </a:lnTo>
                <a:lnTo>
                  <a:pt x="210312" y="313944"/>
                </a:lnTo>
                <a:lnTo>
                  <a:pt x="210312" y="306324"/>
                </a:lnTo>
                <a:lnTo>
                  <a:pt x="208788" y="300228"/>
                </a:lnTo>
                <a:lnTo>
                  <a:pt x="202692" y="288036"/>
                </a:lnTo>
                <a:lnTo>
                  <a:pt x="196469" y="281851"/>
                </a:lnTo>
                <a:lnTo>
                  <a:pt x="192024" y="278295"/>
                </a:lnTo>
                <a:lnTo>
                  <a:pt x="192024" y="300228"/>
                </a:lnTo>
                <a:lnTo>
                  <a:pt x="191135" y="307086"/>
                </a:lnTo>
                <a:lnTo>
                  <a:pt x="158115" y="336613"/>
                </a:lnTo>
                <a:lnTo>
                  <a:pt x="146456" y="339001"/>
                </a:lnTo>
                <a:lnTo>
                  <a:pt x="146735" y="339001"/>
                </a:lnTo>
                <a:lnTo>
                  <a:pt x="132588" y="339852"/>
                </a:lnTo>
                <a:lnTo>
                  <a:pt x="119697" y="339001"/>
                </a:lnTo>
                <a:lnTo>
                  <a:pt x="108394" y="336423"/>
                </a:lnTo>
                <a:lnTo>
                  <a:pt x="98501" y="332143"/>
                </a:lnTo>
                <a:lnTo>
                  <a:pt x="89916" y="326136"/>
                </a:lnTo>
                <a:lnTo>
                  <a:pt x="82296" y="320040"/>
                </a:lnTo>
                <a:lnTo>
                  <a:pt x="79248" y="312420"/>
                </a:lnTo>
                <a:lnTo>
                  <a:pt x="79248" y="300228"/>
                </a:lnTo>
                <a:lnTo>
                  <a:pt x="80835" y="295567"/>
                </a:lnTo>
                <a:lnTo>
                  <a:pt x="83820" y="291084"/>
                </a:lnTo>
                <a:lnTo>
                  <a:pt x="85344" y="286512"/>
                </a:lnTo>
                <a:lnTo>
                  <a:pt x="94488" y="280416"/>
                </a:lnTo>
                <a:lnTo>
                  <a:pt x="100584" y="277368"/>
                </a:lnTo>
                <a:lnTo>
                  <a:pt x="106680" y="275844"/>
                </a:lnTo>
                <a:lnTo>
                  <a:pt x="178308" y="275844"/>
                </a:lnTo>
                <a:lnTo>
                  <a:pt x="184302" y="281584"/>
                </a:lnTo>
                <a:lnTo>
                  <a:pt x="188595" y="287464"/>
                </a:lnTo>
                <a:lnTo>
                  <a:pt x="191160" y="293636"/>
                </a:lnTo>
                <a:lnTo>
                  <a:pt x="192024" y="300228"/>
                </a:lnTo>
                <a:lnTo>
                  <a:pt x="192024" y="278295"/>
                </a:lnTo>
                <a:lnTo>
                  <a:pt x="188976" y="275844"/>
                </a:lnTo>
                <a:lnTo>
                  <a:pt x="210312" y="275844"/>
                </a:lnTo>
                <a:lnTo>
                  <a:pt x="210312" y="2682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738" name="Google Shape;3738;p67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738115" y="4780788"/>
            <a:ext cx="271272" cy="294132"/>
          </a:xfrm>
          <a:prstGeom prst="rect">
            <a:avLst/>
          </a:prstGeom>
          <a:noFill/>
          <a:ln>
            <a:noFill/>
          </a:ln>
        </p:spPr>
      </p:pic>
      <p:pic>
        <p:nvPicPr>
          <p:cNvPr id="3739" name="Google Shape;3739;p67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4808380" y="3720084"/>
            <a:ext cx="140047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3740" name="Google Shape;3740;p67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4738116" y="2388107"/>
            <a:ext cx="210312" cy="1171956"/>
          </a:xfrm>
          <a:prstGeom prst="rect">
            <a:avLst/>
          </a:prstGeom>
          <a:noFill/>
          <a:ln>
            <a:noFill/>
          </a:ln>
        </p:spPr>
      </p:pic>
      <p:pic>
        <p:nvPicPr>
          <p:cNvPr id="3741" name="Google Shape;3741;p67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4738116" y="1473708"/>
            <a:ext cx="271271" cy="7619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42" name="Google Shape;3742;p67"/>
          <p:cNvGrpSpPr/>
          <p:nvPr/>
        </p:nvGrpSpPr>
        <p:grpSpPr>
          <a:xfrm>
            <a:off x="4738116" y="2398776"/>
            <a:ext cx="530352" cy="2493262"/>
            <a:chOff x="4738116" y="2398776"/>
            <a:chExt cx="530352" cy="2493262"/>
          </a:xfrm>
        </p:grpSpPr>
        <p:pic>
          <p:nvPicPr>
            <p:cNvPr id="3743" name="Google Shape;3743;p67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4738116" y="2398776"/>
              <a:ext cx="530352" cy="22372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44" name="Google Shape;3744;p67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5128259" y="4494275"/>
              <a:ext cx="140208" cy="39776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45" name="Google Shape;3745;p67"/>
          <p:cNvGrpSpPr/>
          <p:nvPr/>
        </p:nvGrpSpPr>
        <p:grpSpPr>
          <a:xfrm>
            <a:off x="6655307" y="1831848"/>
            <a:ext cx="117348" cy="153924"/>
            <a:chOff x="6655307" y="1831848"/>
            <a:chExt cx="117348" cy="153924"/>
          </a:xfrm>
        </p:grpSpPr>
        <p:pic>
          <p:nvPicPr>
            <p:cNvPr id="3746" name="Google Shape;3746;p67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6655307" y="1911096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47" name="Google Shape;3747;p67"/>
            <p:cNvSpPr/>
            <p:nvPr/>
          </p:nvSpPr>
          <p:spPr>
            <a:xfrm>
              <a:off x="6655307" y="1831848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4384" y="41148"/>
                  </a:lnTo>
                  <a:lnTo>
                    <a:pt x="22859" y="42672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103632" y="16764"/>
                  </a:lnTo>
                  <a:lnTo>
                    <a:pt x="105155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51" name="Shape 3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52" name="Google Shape;3752;p68"/>
          <p:cNvGrpSpPr/>
          <p:nvPr/>
        </p:nvGrpSpPr>
        <p:grpSpPr>
          <a:xfrm>
            <a:off x="809243" y="6958584"/>
            <a:ext cx="349250" cy="1832356"/>
            <a:chOff x="809243" y="6958584"/>
            <a:chExt cx="349250" cy="1832356"/>
          </a:xfrm>
        </p:grpSpPr>
        <p:sp>
          <p:nvSpPr>
            <p:cNvPr id="3753" name="Google Shape;3753;p68"/>
            <p:cNvSpPr/>
            <p:nvPr/>
          </p:nvSpPr>
          <p:spPr>
            <a:xfrm>
              <a:off x="824484" y="8542020"/>
              <a:ext cx="327660" cy="248920"/>
            </a:xfrm>
            <a:custGeom>
              <a:rect b="b" l="l" r="r" t="t"/>
              <a:pathLst>
                <a:path extrusionOk="0" h="248920" w="327659">
                  <a:moveTo>
                    <a:pt x="7619" y="248412"/>
                  </a:moveTo>
                  <a:lnTo>
                    <a:pt x="0" y="248412"/>
                  </a:lnTo>
                  <a:lnTo>
                    <a:pt x="84" y="126492"/>
                  </a:lnTo>
                  <a:lnTo>
                    <a:pt x="5143" y="74676"/>
                  </a:lnTo>
                  <a:lnTo>
                    <a:pt x="21526" y="37338"/>
                  </a:lnTo>
                  <a:lnTo>
                    <a:pt x="50696" y="10287"/>
                  </a:lnTo>
                  <a:lnTo>
                    <a:pt x="89915" y="0"/>
                  </a:lnTo>
                  <a:lnTo>
                    <a:pt x="109370" y="1714"/>
                  </a:lnTo>
                  <a:lnTo>
                    <a:pt x="155447" y="27432"/>
                  </a:lnTo>
                  <a:lnTo>
                    <a:pt x="172730" y="54864"/>
                  </a:lnTo>
                  <a:lnTo>
                    <a:pt x="94487" y="54864"/>
                  </a:lnTo>
                  <a:lnTo>
                    <a:pt x="84462" y="55435"/>
                  </a:lnTo>
                  <a:lnTo>
                    <a:pt x="47815" y="68889"/>
                  </a:lnTo>
                  <a:lnTo>
                    <a:pt x="22097" y="105537"/>
                  </a:lnTo>
                  <a:lnTo>
                    <a:pt x="19812" y="124968"/>
                  </a:lnTo>
                  <a:lnTo>
                    <a:pt x="20020" y="129540"/>
                  </a:lnTo>
                  <a:lnTo>
                    <a:pt x="24313" y="155138"/>
                  </a:lnTo>
                  <a:lnTo>
                    <a:pt x="24383" y="155448"/>
                  </a:lnTo>
                  <a:lnTo>
                    <a:pt x="327660" y="155448"/>
                  </a:lnTo>
                  <a:lnTo>
                    <a:pt x="327660" y="201168"/>
                  </a:lnTo>
                  <a:lnTo>
                    <a:pt x="57911" y="201168"/>
                  </a:lnTo>
                  <a:lnTo>
                    <a:pt x="43995" y="201691"/>
                  </a:lnTo>
                  <a:lnTo>
                    <a:pt x="43540" y="201691"/>
                  </a:lnTo>
                  <a:lnTo>
                    <a:pt x="31813" y="203263"/>
                  </a:lnTo>
                  <a:lnTo>
                    <a:pt x="7619" y="236220"/>
                  </a:lnTo>
                  <a:lnTo>
                    <a:pt x="7619" y="248412"/>
                  </a:lnTo>
                  <a:close/>
                </a:path>
                <a:path extrusionOk="0" h="248920" w="327659">
                  <a:moveTo>
                    <a:pt x="173735" y="155448"/>
                  </a:moveTo>
                  <a:lnTo>
                    <a:pt x="160019" y="155448"/>
                  </a:lnTo>
                  <a:lnTo>
                    <a:pt x="163067" y="140208"/>
                  </a:lnTo>
                  <a:lnTo>
                    <a:pt x="163172" y="133588"/>
                  </a:lnTo>
                  <a:lnTo>
                    <a:pt x="164591" y="126492"/>
                  </a:lnTo>
                  <a:lnTo>
                    <a:pt x="164591" y="117348"/>
                  </a:lnTo>
                  <a:lnTo>
                    <a:pt x="144779" y="73152"/>
                  </a:lnTo>
                  <a:lnTo>
                    <a:pt x="109632" y="56007"/>
                  </a:lnTo>
                  <a:lnTo>
                    <a:pt x="94487" y="54864"/>
                  </a:lnTo>
                  <a:lnTo>
                    <a:pt x="172730" y="54864"/>
                  </a:lnTo>
                  <a:lnTo>
                    <a:pt x="174688" y="59055"/>
                  </a:lnTo>
                  <a:lnTo>
                    <a:pt x="179665" y="79295"/>
                  </a:lnTo>
                  <a:lnTo>
                    <a:pt x="181355" y="102108"/>
                  </a:lnTo>
                  <a:lnTo>
                    <a:pt x="181355" y="109728"/>
                  </a:lnTo>
                  <a:lnTo>
                    <a:pt x="179831" y="117348"/>
                  </a:lnTo>
                  <a:lnTo>
                    <a:pt x="179831" y="126492"/>
                  </a:lnTo>
                  <a:lnTo>
                    <a:pt x="178665" y="133588"/>
                  </a:lnTo>
                  <a:lnTo>
                    <a:pt x="177355" y="140970"/>
                  </a:lnTo>
                  <a:lnTo>
                    <a:pt x="175760" y="148351"/>
                  </a:lnTo>
                  <a:lnTo>
                    <a:pt x="173824" y="155138"/>
                  </a:lnTo>
                  <a:lnTo>
                    <a:pt x="173735" y="155448"/>
                  </a:lnTo>
                  <a:close/>
                </a:path>
                <a:path extrusionOk="0" h="248920" w="327659">
                  <a:moveTo>
                    <a:pt x="327660" y="155448"/>
                  </a:moveTo>
                  <a:lnTo>
                    <a:pt x="269747" y="155448"/>
                  </a:lnTo>
                  <a:lnTo>
                    <a:pt x="284083" y="155138"/>
                  </a:lnTo>
                  <a:lnTo>
                    <a:pt x="295274" y="154114"/>
                  </a:lnTo>
                  <a:lnTo>
                    <a:pt x="320040" y="121920"/>
                  </a:lnTo>
                  <a:lnTo>
                    <a:pt x="320040" y="108204"/>
                  </a:lnTo>
                  <a:lnTo>
                    <a:pt x="327660" y="108204"/>
                  </a:lnTo>
                  <a:lnTo>
                    <a:pt x="327660" y="155448"/>
                  </a:lnTo>
                  <a:close/>
                </a:path>
                <a:path extrusionOk="0" h="248920" w="327659">
                  <a:moveTo>
                    <a:pt x="327660" y="248412"/>
                  </a:moveTo>
                  <a:lnTo>
                    <a:pt x="320040" y="248412"/>
                  </a:lnTo>
                  <a:lnTo>
                    <a:pt x="320040" y="236220"/>
                  </a:lnTo>
                  <a:lnTo>
                    <a:pt x="319262" y="227647"/>
                  </a:lnTo>
                  <a:lnTo>
                    <a:pt x="282320" y="201691"/>
                  </a:lnTo>
                  <a:lnTo>
                    <a:pt x="269747" y="201168"/>
                  </a:lnTo>
                  <a:lnTo>
                    <a:pt x="327660" y="201168"/>
                  </a:lnTo>
                  <a:lnTo>
                    <a:pt x="327660" y="2484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54" name="Google Shape;3754;p68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25067" y="8129016"/>
              <a:ext cx="233172" cy="3886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55" name="Google Shape;3755;p68"/>
            <p:cNvSpPr/>
            <p:nvPr/>
          </p:nvSpPr>
          <p:spPr>
            <a:xfrm>
              <a:off x="809243" y="7895844"/>
              <a:ext cx="342900" cy="196850"/>
            </a:xfrm>
            <a:custGeom>
              <a:rect b="b" l="l" r="r" t="t"/>
              <a:pathLst>
                <a:path extrusionOk="0" h="196850" w="342900">
                  <a:moveTo>
                    <a:pt x="342900" y="196596"/>
                  </a:moveTo>
                  <a:lnTo>
                    <a:pt x="335279" y="196596"/>
                  </a:lnTo>
                  <a:lnTo>
                    <a:pt x="335279" y="179832"/>
                  </a:lnTo>
                  <a:lnTo>
                    <a:pt x="333755" y="173736"/>
                  </a:lnTo>
                  <a:lnTo>
                    <a:pt x="294917" y="154185"/>
                  </a:lnTo>
                  <a:lnTo>
                    <a:pt x="283463" y="153924"/>
                  </a:lnTo>
                  <a:lnTo>
                    <a:pt x="137159" y="153924"/>
                  </a:lnTo>
                  <a:lnTo>
                    <a:pt x="137159" y="196596"/>
                  </a:lnTo>
                  <a:lnTo>
                    <a:pt x="121919" y="196596"/>
                  </a:lnTo>
                  <a:lnTo>
                    <a:pt x="121919" y="153924"/>
                  </a:lnTo>
                  <a:lnTo>
                    <a:pt x="106679" y="153924"/>
                  </a:lnTo>
                  <a:lnTo>
                    <a:pt x="91249" y="153328"/>
                  </a:lnTo>
                  <a:lnTo>
                    <a:pt x="51815" y="143256"/>
                  </a:lnTo>
                  <a:lnTo>
                    <a:pt x="13715" y="111252"/>
                  </a:lnTo>
                  <a:lnTo>
                    <a:pt x="857" y="74390"/>
                  </a:lnTo>
                  <a:lnTo>
                    <a:pt x="0" y="60960"/>
                  </a:lnTo>
                  <a:lnTo>
                    <a:pt x="881" y="48648"/>
                  </a:lnTo>
                  <a:lnTo>
                    <a:pt x="20978" y="7715"/>
                  </a:lnTo>
                  <a:lnTo>
                    <a:pt x="39623" y="0"/>
                  </a:lnTo>
                  <a:lnTo>
                    <a:pt x="44195" y="0"/>
                  </a:lnTo>
                  <a:lnTo>
                    <a:pt x="47243" y="41148"/>
                  </a:lnTo>
                  <a:lnTo>
                    <a:pt x="28955" y="53340"/>
                  </a:lnTo>
                  <a:lnTo>
                    <a:pt x="22859" y="59436"/>
                  </a:lnTo>
                  <a:lnTo>
                    <a:pt x="16763" y="68580"/>
                  </a:lnTo>
                  <a:lnTo>
                    <a:pt x="15239" y="74676"/>
                  </a:lnTo>
                  <a:lnTo>
                    <a:pt x="15239" y="88392"/>
                  </a:lnTo>
                  <a:lnTo>
                    <a:pt x="48791" y="113014"/>
                  </a:lnTo>
                  <a:lnTo>
                    <a:pt x="121919" y="114300"/>
                  </a:lnTo>
                  <a:lnTo>
                    <a:pt x="121919" y="56388"/>
                  </a:lnTo>
                  <a:lnTo>
                    <a:pt x="137159" y="56388"/>
                  </a:lnTo>
                  <a:lnTo>
                    <a:pt x="137159" y="114300"/>
                  </a:lnTo>
                  <a:lnTo>
                    <a:pt x="283463" y="114300"/>
                  </a:lnTo>
                  <a:lnTo>
                    <a:pt x="324611" y="108204"/>
                  </a:lnTo>
                  <a:lnTo>
                    <a:pt x="335279" y="83820"/>
                  </a:lnTo>
                  <a:lnTo>
                    <a:pt x="335279" y="64008"/>
                  </a:lnTo>
                  <a:lnTo>
                    <a:pt x="342900" y="64008"/>
                  </a:lnTo>
                  <a:lnTo>
                    <a:pt x="342900" y="19659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56" name="Google Shape;3756;p6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25067" y="7719060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57" name="Google Shape;3757;p6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25068" y="7206996"/>
              <a:ext cx="233171" cy="48768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58" name="Google Shape;3758;p68"/>
            <p:cNvSpPr/>
            <p:nvPr/>
          </p:nvSpPr>
          <p:spPr>
            <a:xfrm>
              <a:off x="809243" y="6958584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296965" y="34409"/>
                  </a:lnTo>
                  <a:lnTo>
                    <a:pt x="303275" y="33528"/>
                  </a:lnTo>
                  <a:lnTo>
                    <a:pt x="312419" y="30480"/>
                  </a:lnTo>
                  <a:lnTo>
                    <a:pt x="313943" y="27432"/>
                  </a:lnTo>
                  <a:lnTo>
                    <a:pt x="316991" y="25908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92964" y="74676"/>
                  </a:lnTo>
                  <a:lnTo>
                    <a:pt x="75509" y="74914"/>
                  </a:lnTo>
                  <a:lnTo>
                    <a:pt x="61912" y="75438"/>
                  </a:lnTo>
                  <a:lnTo>
                    <a:pt x="52030" y="75961"/>
                  </a:lnTo>
                  <a:lnTo>
                    <a:pt x="48244" y="76104"/>
                  </a:lnTo>
                  <a:lnTo>
                    <a:pt x="46100" y="76104"/>
                  </a:lnTo>
                  <a:lnTo>
                    <a:pt x="39623" y="77724"/>
                  </a:lnTo>
                  <a:lnTo>
                    <a:pt x="36576" y="79248"/>
                  </a:lnTo>
                  <a:lnTo>
                    <a:pt x="32004" y="83820"/>
                  </a:lnTo>
                  <a:lnTo>
                    <a:pt x="30480" y="86868"/>
                  </a:lnTo>
                  <a:lnTo>
                    <a:pt x="30480" y="96012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1551"/>
                  </a:lnTo>
                  <a:lnTo>
                    <a:pt x="155447" y="199644"/>
                  </a:lnTo>
                  <a:lnTo>
                    <a:pt x="125348" y="165544"/>
                  </a:lnTo>
                  <a:lnTo>
                    <a:pt x="118268" y="145732"/>
                  </a:lnTo>
                  <a:lnTo>
                    <a:pt x="118157" y="145422"/>
                  </a:lnTo>
                  <a:lnTo>
                    <a:pt x="115985" y="124968"/>
                  </a:lnTo>
                  <a:lnTo>
                    <a:pt x="115887" y="122682"/>
                  </a:lnTo>
                  <a:lnTo>
                    <a:pt x="116963" y="109728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6104"/>
                  </a:lnTo>
                  <a:lnTo>
                    <a:pt x="172592" y="78105"/>
                  </a:lnTo>
                  <a:lnTo>
                    <a:pt x="137159" y="102108"/>
                  </a:lnTo>
                  <a:lnTo>
                    <a:pt x="131064" y="118872"/>
                  </a:lnTo>
                  <a:lnTo>
                    <a:pt x="131064" y="124968"/>
                  </a:lnTo>
                  <a:lnTo>
                    <a:pt x="132207" y="135850"/>
                  </a:lnTo>
                  <a:lnTo>
                    <a:pt x="135528" y="145422"/>
                  </a:lnTo>
                  <a:lnTo>
                    <a:pt x="135636" y="145732"/>
                  </a:lnTo>
                  <a:lnTo>
                    <a:pt x="163353" y="172188"/>
                  </a:lnTo>
                  <a:lnTo>
                    <a:pt x="199929" y="182999"/>
                  </a:lnTo>
                  <a:lnTo>
                    <a:pt x="222503" y="184404"/>
                  </a:lnTo>
                  <a:lnTo>
                    <a:pt x="334112" y="184404"/>
                  </a:lnTo>
                  <a:lnTo>
                    <a:pt x="331636" y="188404"/>
                  </a:lnTo>
                  <a:lnTo>
                    <a:pt x="318515" y="202692"/>
                  </a:lnTo>
                  <a:lnTo>
                    <a:pt x="302513" y="213812"/>
                  </a:lnTo>
                  <a:lnTo>
                    <a:pt x="284225" y="221932"/>
                  </a:lnTo>
                  <a:lnTo>
                    <a:pt x="263848" y="226861"/>
                  </a:lnTo>
                  <a:lnTo>
                    <a:pt x="264295" y="226861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4112" y="184404"/>
                  </a:moveTo>
                  <a:lnTo>
                    <a:pt x="222503" y="184404"/>
                  </a:lnTo>
                  <a:lnTo>
                    <a:pt x="245316" y="183213"/>
                  </a:lnTo>
                  <a:lnTo>
                    <a:pt x="265556" y="179451"/>
                  </a:lnTo>
                  <a:lnTo>
                    <a:pt x="308300" y="152495"/>
                  </a:lnTo>
                  <a:lnTo>
                    <a:pt x="323088" y="117348"/>
                  </a:lnTo>
                  <a:lnTo>
                    <a:pt x="321723" y="106680"/>
                  </a:lnTo>
                  <a:lnTo>
                    <a:pt x="321659" y="106179"/>
                  </a:lnTo>
                  <a:lnTo>
                    <a:pt x="317372" y="95440"/>
                  </a:lnTo>
                  <a:lnTo>
                    <a:pt x="310229" y="84986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6680"/>
                  </a:lnTo>
                  <a:lnTo>
                    <a:pt x="348996" y="138684"/>
                  </a:lnTo>
                  <a:lnTo>
                    <a:pt x="347019" y="156400"/>
                  </a:lnTo>
                  <a:lnTo>
                    <a:pt x="341235" y="172831"/>
                  </a:lnTo>
                  <a:lnTo>
                    <a:pt x="341185" y="172974"/>
                  </a:lnTo>
                  <a:lnTo>
                    <a:pt x="334112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9" name="Google Shape;3759;p68"/>
          <p:cNvGrpSpPr/>
          <p:nvPr/>
        </p:nvGrpSpPr>
        <p:grpSpPr>
          <a:xfrm>
            <a:off x="824484" y="5460491"/>
            <a:ext cx="433070" cy="1361441"/>
            <a:chOff x="824484" y="5460491"/>
            <a:chExt cx="433070" cy="1361441"/>
          </a:xfrm>
        </p:grpSpPr>
        <p:sp>
          <p:nvSpPr>
            <p:cNvPr id="3760" name="Google Shape;3760;p68"/>
            <p:cNvSpPr/>
            <p:nvPr/>
          </p:nvSpPr>
          <p:spPr>
            <a:xfrm>
              <a:off x="824484" y="6054852"/>
              <a:ext cx="433070" cy="767080"/>
            </a:xfrm>
            <a:custGeom>
              <a:rect b="b" l="l" r="r" t="t"/>
              <a:pathLst>
                <a:path extrusionOk="0" h="767079" w="433069">
                  <a:moveTo>
                    <a:pt x="327660" y="626364"/>
                  </a:moveTo>
                  <a:lnTo>
                    <a:pt x="320040" y="626364"/>
                  </a:lnTo>
                  <a:lnTo>
                    <a:pt x="320040" y="638556"/>
                  </a:lnTo>
                  <a:lnTo>
                    <a:pt x="320040" y="646176"/>
                  </a:lnTo>
                  <a:lnTo>
                    <a:pt x="290512" y="673227"/>
                  </a:lnTo>
                  <a:lnTo>
                    <a:pt x="57912" y="673608"/>
                  </a:lnTo>
                  <a:lnTo>
                    <a:pt x="44234" y="673303"/>
                  </a:lnTo>
                  <a:lnTo>
                    <a:pt x="8445" y="648017"/>
                  </a:lnTo>
                  <a:lnTo>
                    <a:pt x="7620" y="638556"/>
                  </a:lnTo>
                  <a:lnTo>
                    <a:pt x="7620" y="626364"/>
                  </a:lnTo>
                  <a:lnTo>
                    <a:pt x="0" y="626364"/>
                  </a:lnTo>
                  <a:lnTo>
                    <a:pt x="0" y="766572"/>
                  </a:lnTo>
                  <a:lnTo>
                    <a:pt x="7620" y="766572"/>
                  </a:lnTo>
                  <a:lnTo>
                    <a:pt x="7620" y="746760"/>
                  </a:lnTo>
                  <a:lnTo>
                    <a:pt x="9144" y="740664"/>
                  </a:lnTo>
                  <a:lnTo>
                    <a:pt x="46240" y="719594"/>
                  </a:lnTo>
                  <a:lnTo>
                    <a:pt x="57912" y="719328"/>
                  </a:lnTo>
                  <a:lnTo>
                    <a:pt x="269748" y="719328"/>
                  </a:lnTo>
                  <a:lnTo>
                    <a:pt x="307848" y="725424"/>
                  </a:lnTo>
                  <a:lnTo>
                    <a:pt x="320040" y="755904"/>
                  </a:lnTo>
                  <a:lnTo>
                    <a:pt x="320040" y="766572"/>
                  </a:lnTo>
                  <a:lnTo>
                    <a:pt x="327660" y="766572"/>
                  </a:lnTo>
                  <a:lnTo>
                    <a:pt x="327660" y="626364"/>
                  </a:lnTo>
                  <a:close/>
                </a:path>
                <a:path extrusionOk="0" h="767079" w="433069">
                  <a:moveTo>
                    <a:pt x="327660" y="236220"/>
                  </a:moveTo>
                  <a:lnTo>
                    <a:pt x="320040" y="236220"/>
                  </a:lnTo>
                  <a:lnTo>
                    <a:pt x="320040" y="246888"/>
                  </a:lnTo>
                  <a:lnTo>
                    <a:pt x="318516" y="254508"/>
                  </a:lnTo>
                  <a:lnTo>
                    <a:pt x="315468" y="257556"/>
                  </a:lnTo>
                  <a:lnTo>
                    <a:pt x="313944" y="262128"/>
                  </a:lnTo>
                  <a:lnTo>
                    <a:pt x="310896" y="265176"/>
                  </a:lnTo>
                  <a:lnTo>
                    <a:pt x="306324" y="266700"/>
                  </a:lnTo>
                  <a:lnTo>
                    <a:pt x="301790" y="268465"/>
                  </a:lnTo>
                  <a:lnTo>
                    <a:pt x="295275" y="269367"/>
                  </a:lnTo>
                  <a:lnTo>
                    <a:pt x="287032" y="269709"/>
                  </a:lnTo>
                  <a:lnTo>
                    <a:pt x="182880" y="269748"/>
                  </a:lnTo>
                  <a:lnTo>
                    <a:pt x="168897" y="270281"/>
                  </a:lnTo>
                  <a:lnTo>
                    <a:pt x="129222" y="279831"/>
                  </a:lnTo>
                  <a:lnTo>
                    <a:pt x="102870" y="311277"/>
                  </a:lnTo>
                  <a:lnTo>
                    <a:pt x="100584" y="327660"/>
                  </a:lnTo>
                  <a:lnTo>
                    <a:pt x="101155" y="336791"/>
                  </a:lnTo>
                  <a:lnTo>
                    <a:pt x="123634" y="381000"/>
                  </a:lnTo>
                  <a:lnTo>
                    <a:pt x="147828" y="403860"/>
                  </a:lnTo>
                  <a:lnTo>
                    <a:pt x="136982" y="406958"/>
                  </a:lnTo>
                  <a:lnTo>
                    <a:pt x="107645" y="431723"/>
                  </a:lnTo>
                  <a:lnTo>
                    <a:pt x="100584" y="458724"/>
                  </a:lnTo>
                  <a:lnTo>
                    <a:pt x="100863" y="465353"/>
                  </a:lnTo>
                  <a:lnTo>
                    <a:pt x="115862" y="501777"/>
                  </a:lnTo>
                  <a:lnTo>
                    <a:pt x="147828" y="534924"/>
                  </a:lnTo>
                  <a:lnTo>
                    <a:pt x="100584" y="534924"/>
                  </a:lnTo>
                  <a:lnTo>
                    <a:pt x="100584" y="545592"/>
                  </a:lnTo>
                  <a:lnTo>
                    <a:pt x="128016" y="609600"/>
                  </a:lnTo>
                  <a:lnTo>
                    <a:pt x="135636" y="606552"/>
                  </a:lnTo>
                  <a:lnTo>
                    <a:pt x="132588" y="600456"/>
                  </a:lnTo>
                  <a:lnTo>
                    <a:pt x="132588" y="585216"/>
                  </a:lnTo>
                  <a:lnTo>
                    <a:pt x="134112" y="582168"/>
                  </a:lnTo>
                  <a:lnTo>
                    <a:pt x="137160" y="580644"/>
                  </a:lnTo>
                  <a:lnTo>
                    <a:pt x="140208" y="577596"/>
                  </a:lnTo>
                  <a:lnTo>
                    <a:pt x="146304" y="577596"/>
                  </a:lnTo>
                  <a:lnTo>
                    <a:pt x="152819" y="576478"/>
                  </a:lnTo>
                  <a:lnTo>
                    <a:pt x="163068" y="575500"/>
                  </a:lnTo>
                  <a:lnTo>
                    <a:pt x="176733" y="574814"/>
                  </a:lnTo>
                  <a:lnTo>
                    <a:pt x="193548" y="574548"/>
                  </a:lnTo>
                  <a:lnTo>
                    <a:pt x="277368" y="574548"/>
                  </a:lnTo>
                  <a:lnTo>
                    <a:pt x="316992" y="586740"/>
                  </a:lnTo>
                  <a:lnTo>
                    <a:pt x="320040" y="598932"/>
                  </a:lnTo>
                  <a:lnTo>
                    <a:pt x="320040" y="608076"/>
                  </a:lnTo>
                  <a:lnTo>
                    <a:pt x="327660" y="608076"/>
                  </a:lnTo>
                  <a:lnTo>
                    <a:pt x="327660" y="499872"/>
                  </a:lnTo>
                  <a:lnTo>
                    <a:pt x="320040" y="499872"/>
                  </a:lnTo>
                  <a:lnTo>
                    <a:pt x="320040" y="512064"/>
                  </a:lnTo>
                  <a:lnTo>
                    <a:pt x="318516" y="519684"/>
                  </a:lnTo>
                  <a:lnTo>
                    <a:pt x="316992" y="524256"/>
                  </a:lnTo>
                  <a:lnTo>
                    <a:pt x="310896" y="530352"/>
                  </a:lnTo>
                  <a:lnTo>
                    <a:pt x="306324" y="531876"/>
                  </a:lnTo>
                  <a:lnTo>
                    <a:pt x="302006" y="533641"/>
                  </a:lnTo>
                  <a:lnTo>
                    <a:pt x="295846" y="534543"/>
                  </a:lnTo>
                  <a:lnTo>
                    <a:pt x="287667" y="534885"/>
                  </a:lnTo>
                  <a:lnTo>
                    <a:pt x="160020" y="534924"/>
                  </a:lnTo>
                  <a:lnTo>
                    <a:pt x="153416" y="529526"/>
                  </a:lnTo>
                  <a:lnTo>
                    <a:pt x="130873" y="491490"/>
                  </a:lnTo>
                  <a:lnTo>
                    <a:pt x="129540" y="478536"/>
                  </a:lnTo>
                  <a:lnTo>
                    <a:pt x="130416" y="469734"/>
                  </a:lnTo>
                  <a:lnTo>
                    <a:pt x="159829" y="442722"/>
                  </a:lnTo>
                  <a:lnTo>
                    <a:pt x="182880" y="440436"/>
                  </a:lnTo>
                  <a:lnTo>
                    <a:pt x="291084" y="440436"/>
                  </a:lnTo>
                  <a:lnTo>
                    <a:pt x="298704" y="441960"/>
                  </a:lnTo>
                  <a:lnTo>
                    <a:pt x="301752" y="441960"/>
                  </a:lnTo>
                  <a:lnTo>
                    <a:pt x="307848" y="443484"/>
                  </a:lnTo>
                  <a:lnTo>
                    <a:pt x="312420" y="446532"/>
                  </a:lnTo>
                  <a:lnTo>
                    <a:pt x="318516" y="455676"/>
                  </a:lnTo>
                  <a:lnTo>
                    <a:pt x="320040" y="464820"/>
                  </a:lnTo>
                  <a:lnTo>
                    <a:pt x="320040" y="475488"/>
                  </a:lnTo>
                  <a:lnTo>
                    <a:pt x="327660" y="475488"/>
                  </a:lnTo>
                  <a:lnTo>
                    <a:pt x="327660" y="365760"/>
                  </a:lnTo>
                  <a:lnTo>
                    <a:pt x="320040" y="365760"/>
                  </a:lnTo>
                  <a:lnTo>
                    <a:pt x="320040" y="377952"/>
                  </a:lnTo>
                  <a:lnTo>
                    <a:pt x="318516" y="385572"/>
                  </a:lnTo>
                  <a:lnTo>
                    <a:pt x="315468" y="390144"/>
                  </a:lnTo>
                  <a:lnTo>
                    <a:pt x="313944" y="394716"/>
                  </a:lnTo>
                  <a:lnTo>
                    <a:pt x="310896" y="397764"/>
                  </a:lnTo>
                  <a:lnTo>
                    <a:pt x="306324" y="399288"/>
                  </a:lnTo>
                  <a:lnTo>
                    <a:pt x="302653" y="400177"/>
                  </a:lnTo>
                  <a:lnTo>
                    <a:pt x="296418" y="400621"/>
                  </a:lnTo>
                  <a:lnTo>
                    <a:pt x="277368" y="400812"/>
                  </a:lnTo>
                  <a:lnTo>
                    <a:pt x="172212" y="400812"/>
                  </a:lnTo>
                  <a:lnTo>
                    <a:pt x="161544" y="402336"/>
                  </a:lnTo>
                  <a:lnTo>
                    <a:pt x="160020" y="402336"/>
                  </a:lnTo>
                  <a:lnTo>
                    <a:pt x="151701" y="393509"/>
                  </a:lnTo>
                  <a:lnTo>
                    <a:pt x="130873" y="358902"/>
                  </a:lnTo>
                  <a:lnTo>
                    <a:pt x="129540" y="345948"/>
                  </a:lnTo>
                  <a:lnTo>
                    <a:pt x="130416" y="336499"/>
                  </a:lnTo>
                  <a:lnTo>
                    <a:pt x="159829" y="311467"/>
                  </a:lnTo>
                  <a:lnTo>
                    <a:pt x="182880" y="309372"/>
                  </a:lnTo>
                  <a:lnTo>
                    <a:pt x="291084" y="309372"/>
                  </a:lnTo>
                  <a:lnTo>
                    <a:pt x="298704" y="310896"/>
                  </a:lnTo>
                  <a:lnTo>
                    <a:pt x="301752" y="310896"/>
                  </a:lnTo>
                  <a:lnTo>
                    <a:pt x="307848" y="312420"/>
                  </a:lnTo>
                  <a:lnTo>
                    <a:pt x="313944" y="318516"/>
                  </a:lnTo>
                  <a:lnTo>
                    <a:pt x="318516" y="324612"/>
                  </a:lnTo>
                  <a:lnTo>
                    <a:pt x="320040" y="330708"/>
                  </a:lnTo>
                  <a:lnTo>
                    <a:pt x="320040" y="344424"/>
                  </a:lnTo>
                  <a:lnTo>
                    <a:pt x="327660" y="344424"/>
                  </a:lnTo>
                  <a:lnTo>
                    <a:pt x="327660" y="236220"/>
                  </a:lnTo>
                  <a:close/>
                </a:path>
                <a:path extrusionOk="0" h="767079" w="433069">
                  <a:moveTo>
                    <a:pt x="432816" y="118872"/>
                  </a:moveTo>
                  <a:lnTo>
                    <a:pt x="425196" y="118872"/>
                  </a:lnTo>
                  <a:lnTo>
                    <a:pt x="425069" y="130136"/>
                  </a:lnTo>
                  <a:lnTo>
                    <a:pt x="423672" y="137160"/>
                  </a:lnTo>
                  <a:lnTo>
                    <a:pt x="420624" y="141732"/>
                  </a:lnTo>
                  <a:lnTo>
                    <a:pt x="420560" y="141922"/>
                  </a:lnTo>
                  <a:lnTo>
                    <a:pt x="419100" y="146304"/>
                  </a:lnTo>
                  <a:lnTo>
                    <a:pt x="382524" y="153924"/>
                  </a:lnTo>
                  <a:lnTo>
                    <a:pt x="313944" y="153924"/>
                  </a:lnTo>
                  <a:lnTo>
                    <a:pt x="319087" y="147574"/>
                  </a:lnTo>
                  <a:lnTo>
                    <a:pt x="323088" y="141922"/>
                  </a:lnTo>
                  <a:lnTo>
                    <a:pt x="323189" y="141732"/>
                  </a:lnTo>
                  <a:lnTo>
                    <a:pt x="325945" y="136575"/>
                  </a:lnTo>
                  <a:lnTo>
                    <a:pt x="325996" y="136398"/>
                  </a:lnTo>
                  <a:lnTo>
                    <a:pt x="327660" y="131064"/>
                  </a:lnTo>
                  <a:lnTo>
                    <a:pt x="330530" y="124802"/>
                  </a:lnTo>
                  <a:lnTo>
                    <a:pt x="332422" y="117538"/>
                  </a:lnTo>
                  <a:lnTo>
                    <a:pt x="332435" y="117348"/>
                  </a:lnTo>
                  <a:lnTo>
                    <a:pt x="333438" y="109423"/>
                  </a:lnTo>
                  <a:lnTo>
                    <a:pt x="333756" y="100584"/>
                  </a:lnTo>
                  <a:lnTo>
                    <a:pt x="331774" y="80873"/>
                  </a:lnTo>
                  <a:lnTo>
                    <a:pt x="325945" y="62865"/>
                  </a:lnTo>
                  <a:lnTo>
                    <a:pt x="318516" y="50203"/>
                  </a:lnTo>
                  <a:lnTo>
                    <a:pt x="318516" y="100584"/>
                  </a:lnTo>
                  <a:lnTo>
                    <a:pt x="318414" y="102108"/>
                  </a:lnTo>
                  <a:lnTo>
                    <a:pt x="302107" y="140385"/>
                  </a:lnTo>
                  <a:lnTo>
                    <a:pt x="260743" y="153670"/>
                  </a:lnTo>
                  <a:lnTo>
                    <a:pt x="248412" y="153924"/>
                  </a:lnTo>
                  <a:lnTo>
                    <a:pt x="167640" y="153924"/>
                  </a:lnTo>
                  <a:lnTo>
                    <a:pt x="141630" y="124802"/>
                  </a:lnTo>
                  <a:lnTo>
                    <a:pt x="135636" y="109728"/>
                  </a:lnTo>
                  <a:lnTo>
                    <a:pt x="135674" y="101727"/>
                  </a:lnTo>
                  <a:lnTo>
                    <a:pt x="153924" y="64008"/>
                  </a:lnTo>
                  <a:lnTo>
                    <a:pt x="207924" y="44081"/>
                  </a:lnTo>
                  <a:lnTo>
                    <a:pt x="231648" y="42672"/>
                  </a:lnTo>
                  <a:lnTo>
                    <a:pt x="252222" y="43840"/>
                  </a:lnTo>
                  <a:lnTo>
                    <a:pt x="300228" y="62484"/>
                  </a:lnTo>
                  <a:lnTo>
                    <a:pt x="318516" y="100584"/>
                  </a:lnTo>
                  <a:lnTo>
                    <a:pt x="318516" y="50203"/>
                  </a:lnTo>
                  <a:lnTo>
                    <a:pt x="283578" y="18008"/>
                  </a:lnTo>
                  <a:lnTo>
                    <a:pt x="236194" y="2006"/>
                  </a:lnTo>
                  <a:lnTo>
                    <a:pt x="208788" y="0"/>
                  </a:lnTo>
                  <a:lnTo>
                    <a:pt x="184785" y="1714"/>
                  </a:lnTo>
                  <a:lnTo>
                    <a:pt x="143637" y="15430"/>
                  </a:lnTo>
                  <a:lnTo>
                    <a:pt x="107251" y="52006"/>
                  </a:lnTo>
                  <a:lnTo>
                    <a:pt x="100584" y="82296"/>
                  </a:lnTo>
                  <a:lnTo>
                    <a:pt x="101193" y="92303"/>
                  </a:lnTo>
                  <a:lnTo>
                    <a:pt x="119608" y="127787"/>
                  </a:lnTo>
                  <a:lnTo>
                    <a:pt x="152400" y="153924"/>
                  </a:lnTo>
                  <a:lnTo>
                    <a:pt x="100584" y="153924"/>
                  </a:lnTo>
                  <a:lnTo>
                    <a:pt x="100584" y="163068"/>
                  </a:lnTo>
                  <a:lnTo>
                    <a:pt x="128016" y="228600"/>
                  </a:lnTo>
                  <a:lnTo>
                    <a:pt x="135636" y="225552"/>
                  </a:lnTo>
                  <a:lnTo>
                    <a:pt x="132588" y="219456"/>
                  </a:lnTo>
                  <a:lnTo>
                    <a:pt x="132588" y="202692"/>
                  </a:lnTo>
                  <a:lnTo>
                    <a:pt x="135636" y="201168"/>
                  </a:lnTo>
                  <a:lnTo>
                    <a:pt x="137160" y="198120"/>
                  </a:lnTo>
                  <a:lnTo>
                    <a:pt x="143256" y="195072"/>
                  </a:lnTo>
                  <a:lnTo>
                    <a:pt x="147535" y="194195"/>
                  </a:lnTo>
                  <a:lnTo>
                    <a:pt x="153543" y="193738"/>
                  </a:lnTo>
                  <a:lnTo>
                    <a:pt x="161251" y="193573"/>
                  </a:lnTo>
                  <a:lnTo>
                    <a:pt x="390906" y="193573"/>
                  </a:lnTo>
                  <a:lnTo>
                    <a:pt x="400050" y="193738"/>
                  </a:lnTo>
                  <a:lnTo>
                    <a:pt x="406908" y="194195"/>
                  </a:lnTo>
                  <a:lnTo>
                    <a:pt x="411480" y="195072"/>
                  </a:lnTo>
                  <a:lnTo>
                    <a:pt x="414528" y="198120"/>
                  </a:lnTo>
                  <a:lnTo>
                    <a:pt x="417576" y="199644"/>
                  </a:lnTo>
                  <a:lnTo>
                    <a:pt x="419100" y="202692"/>
                  </a:lnTo>
                  <a:lnTo>
                    <a:pt x="423672" y="210312"/>
                  </a:lnTo>
                  <a:lnTo>
                    <a:pt x="425196" y="217932"/>
                  </a:lnTo>
                  <a:lnTo>
                    <a:pt x="425196" y="233172"/>
                  </a:lnTo>
                  <a:lnTo>
                    <a:pt x="432816" y="233172"/>
                  </a:lnTo>
                  <a:lnTo>
                    <a:pt x="432816" y="193573"/>
                  </a:lnTo>
                  <a:lnTo>
                    <a:pt x="432816" y="1188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61" name="Google Shape;3761;p6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925258" y="5821679"/>
              <a:ext cx="232951" cy="2011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62" name="Google Shape;3762;p68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925067" y="5612891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63" name="Google Shape;3763;p68"/>
            <p:cNvSpPr/>
            <p:nvPr/>
          </p:nvSpPr>
          <p:spPr>
            <a:xfrm>
              <a:off x="858012" y="5460491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9659"/>
                  </a:lnTo>
                  <a:lnTo>
                    <a:pt x="74104" y="123253"/>
                  </a:lnTo>
                  <a:lnTo>
                    <a:pt x="42148" y="8958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10667"/>
                  </a:lnTo>
                  <a:lnTo>
                    <a:pt x="88391" y="10667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8955"/>
                  </a:lnTo>
                  <a:lnTo>
                    <a:pt x="263652" y="22859"/>
                  </a:lnTo>
                  <a:lnTo>
                    <a:pt x="254507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5907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72795" y="96011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4" name="Google Shape;3764;p68"/>
          <p:cNvGrpSpPr/>
          <p:nvPr/>
        </p:nvGrpSpPr>
        <p:grpSpPr>
          <a:xfrm>
            <a:off x="925067" y="4847844"/>
            <a:ext cx="233172" cy="473963"/>
            <a:chOff x="925067" y="4847844"/>
            <a:chExt cx="233172" cy="473963"/>
          </a:xfrm>
        </p:grpSpPr>
        <p:pic>
          <p:nvPicPr>
            <p:cNvPr id="3765" name="Google Shape;3765;p68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925067" y="5108448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66" name="Google Shape;3766;p68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925068" y="4847844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67" name="Google Shape;3767;p68"/>
          <p:cNvGrpSpPr/>
          <p:nvPr/>
        </p:nvGrpSpPr>
        <p:grpSpPr>
          <a:xfrm>
            <a:off x="809231" y="4131564"/>
            <a:ext cx="349008" cy="586994"/>
            <a:chOff x="809231" y="4131564"/>
            <a:chExt cx="349008" cy="586994"/>
          </a:xfrm>
        </p:grpSpPr>
        <p:sp>
          <p:nvSpPr>
            <p:cNvPr id="3768" name="Google Shape;3768;p68"/>
            <p:cNvSpPr/>
            <p:nvPr/>
          </p:nvSpPr>
          <p:spPr>
            <a:xfrm>
              <a:off x="809231" y="4338828"/>
              <a:ext cx="346075" cy="379730"/>
            </a:xfrm>
            <a:custGeom>
              <a:rect b="b" l="l" r="r" t="t"/>
              <a:pathLst>
                <a:path extrusionOk="0" h="379729" w="346075">
                  <a:moveTo>
                    <a:pt x="342900" y="0"/>
                  </a:moveTo>
                  <a:lnTo>
                    <a:pt x="335292" y="0"/>
                  </a:lnTo>
                  <a:lnTo>
                    <a:pt x="335292" y="10668"/>
                  </a:lnTo>
                  <a:lnTo>
                    <a:pt x="333768" y="1828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6011" y="33820"/>
                  </a:lnTo>
                  <a:lnTo>
                    <a:pt x="147929" y="41846"/>
                  </a:lnTo>
                  <a:lnTo>
                    <a:pt x="118300" y="72961"/>
                  </a:lnTo>
                  <a:lnTo>
                    <a:pt x="115824" y="91440"/>
                  </a:lnTo>
                  <a:lnTo>
                    <a:pt x="116382" y="99212"/>
                  </a:lnTo>
                  <a:lnTo>
                    <a:pt x="137350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2004" y="228600"/>
                  </a:lnTo>
                  <a:lnTo>
                    <a:pt x="30480" y="224028"/>
                  </a:lnTo>
                  <a:lnTo>
                    <a:pt x="30480" y="216408"/>
                  </a:lnTo>
                  <a:lnTo>
                    <a:pt x="32004" y="213360"/>
                  </a:lnTo>
                  <a:lnTo>
                    <a:pt x="75514" y="204457"/>
                  </a:lnTo>
                  <a:lnTo>
                    <a:pt x="92964" y="204216"/>
                  </a:lnTo>
                  <a:lnTo>
                    <a:pt x="292608" y="204216"/>
                  </a:lnTo>
                  <a:lnTo>
                    <a:pt x="333768" y="220980"/>
                  </a:lnTo>
                  <a:lnTo>
                    <a:pt x="335292" y="228600"/>
                  </a:lnTo>
                  <a:lnTo>
                    <a:pt x="335292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92" y="129540"/>
                  </a:lnTo>
                  <a:lnTo>
                    <a:pt x="335292" y="140208"/>
                  </a:lnTo>
                  <a:lnTo>
                    <a:pt x="333768" y="149352"/>
                  </a:lnTo>
                  <a:lnTo>
                    <a:pt x="330720" y="153924"/>
                  </a:lnTo>
                  <a:lnTo>
                    <a:pt x="329196" y="156972"/>
                  </a:lnTo>
                  <a:lnTo>
                    <a:pt x="326148" y="160020"/>
                  </a:lnTo>
                  <a:lnTo>
                    <a:pt x="321564" y="163068"/>
                  </a:lnTo>
                  <a:lnTo>
                    <a:pt x="317906" y="163957"/>
                  </a:lnTo>
                  <a:lnTo>
                    <a:pt x="311658" y="164401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50876" y="134112"/>
                  </a:lnTo>
                  <a:lnTo>
                    <a:pt x="144780" y="117348"/>
                  </a:lnTo>
                  <a:lnTo>
                    <a:pt x="144780" y="102108"/>
                  </a:lnTo>
                  <a:lnTo>
                    <a:pt x="146304" y="94488"/>
                  </a:lnTo>
                  <a:lnTo>
                    <a:pt x="150876" y="89916"/>
                  </a:lnTo>
                  <a:lnTo>
                    <a:pt x="153924" y="83820"/>
                  </a:lnTo>
                  <a:lnTo>
                    <a:pt x="160020" y="79248"/>
                  </a:lnTo>
                  <a:lnTo>
                    <a:pt x="167640" y="77724"/>
                  </a:lnTo>
                  <a:lnTo>
                    <a:pt x="174815" y="75730"/>
                  </a:lnTo>
                  <a:lnTo>
                    <a:pt x="184975" y="74295"/>
                  </a:lnTo>
                  <a:lnTo>
                    <a:pt x="198297" y="73444"/>
                  </a:lnTo>
                  <a:lnTo>
                    <a:pt x="214884" y="73152"/>
                  </a:lnTo>
                  <a:lnTo>
                    <a:pt x="313944" y="73152"/>
                  </a:lnTo>
                  <a:lnTo>
                    <a:pt x="315468" y="74676"/>
                  </a:lnTo>
                  <a:lnTo>
                    <a:pt x="321564" y="76200"/>
                  </a:lnTo>
                  <a:lnTo>
                    <a:pt x="327672" y="79248"/>
                  </a:lnTo>
                  <a:lnTo>
                    <a:pt x="330720" y="82296"/>
                  </a:lnTo>
                  <a:lnTo>
                    <a:pt x="333768" y="86868"/>
                  </a:lnTo>
                  <a:lnTo>
                    <a:pt x="335292" y="92964"/>
                  </a:lnTo>
                  <a:lnTo>
                    <a:pt x="335292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379729" w="346075">
                  <a:moveTo>
                    <a:pt x="345960" y="300228"/>
                  </a:moveTo>
                  <a:lnTo>
                    <a:pt x="326542" y="260781"/>
                  </a:lnTo>
                  <a:lnTo>
                    <a:pt x="297192" y="243840"/>
                  </a:lnTo>
                  <a:lnTo>
                    <a:pt x="297192" y="254508"/>
                  </a:lnTo>
                  <a:lnTo>
                    <a:pt x="303288" y="257556"/>
                  </a:lnTo>
                  <a:lnTo>
                    <a:pt x="307860" y="260604"/>
                  </a:lnTo>
                  <a:lnTo>
                    <a:pt x="312432" y="266700"/>
                  </a:lnTo>
                  <a:lnTo>
                    <a:pt x="315480" y="271272"/>
                  </a:lnTo>
                  <a:lnTo>
                    <a:pt x="317004" y="277368"/>
                  </a:lnTo>
                  <a:lnTo>
                    <a:pt x="317004" y="288036"/>
                  </a:lnTo>
                  <a:lnTo>
                    <a:pt x="280428" y="304800"/>
                  </a:lnTo>
                  <a:lnTo>
                    <a:pt x="137172" y="304800"/>
                  </a:lnTo>
                  <a:lnTo>
                    <a:pt x="137172" y="252984"/>
                  </a:lnTo>
                  <a:lnTo>
                    <a:pt x="121932" y="252984"/>
                  </a:lnTo>
                  <a:lnTo>
                    <a:pt x="121932" y="304800"/>
                  </a:lnTo>
                  <a:lnTo>
                    <a:pt x="48780" y="304800"/>
                  </a:lnTo>
                  <a:lnTo>
                    <a:pt x="48780" y="310896"/>
                  </a:lnTo>
                  <a:lnTo>
                    <a:pt x="90919" y="332117"/>
                  </a:lnTo>
                  <a:lnTo>
                    <a:pt x="118186" y="358902"/>
                  </a:lnTo>
                  <a:lnTo>
                    <a:pt x="129552" y="379476"/>
                  </a:lnTo>
                  <a:lnTo>
                    <a:pt x="137172" y="379476"/>
                  </a:lnTo>
                  <a:lnTo>
                    <a:pt x="137172" y="344424"/>
                  </a:lnTo>
                  <a:lnTo>
                    <a:pt x="286524" y="344424"/>
                  </a:lnTo>
                  <a:lnTo>
                    <a:pt x="297357" y="344119"/>
                  </a:lnTo>
                  <a:lnTo>
                    <a:pt x="306908" y="343090"/>
                  </a:lnTo>
                  <a:lnTo>
                    <a:pt x="315023" y="341210"/>
                  </a:lnTo>
                  <a:lnTo>
                    <a:pt x="321576" y="338328"/>
                  </a:lnTo>
                  <a:lnTo>
                    <a:pt x="329196" y="335280"/>
                  </a:lnTo>
                  <a:lnTo>
                    <a:pt x="335292" y="330708"/>
                  </a:lnTo>
                  <a:lnTo>
                    <a:pt x="344436" y="315468"/>
                  </a:lnTo>
                  <a:lnTo>
                    <a:pt x="345960" y="307848"/>
                  </a:lnTo>
                  <a:lnTo>
                    <a:pt x="345960" y="3002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69" name="Google Shape;3769;p68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925067" y="4131564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70" name="Google Shape;3770;p68"/>
          <p:cNvGrpSpPr/>
          <p:nvPr/>
        </p:nvGrpSpPr>
        <p:grpSpPr>
          <a:xfrm>
            <a:off x="925403" y="3171444"/>
            <a:ext cx="332151" cy="815467"/>
            <a:chOff x="925403" y="3171444"/>
            <a:chExt cx="332151" cy="815467"/>
          </a:xfrm>
        </p:grpSpPr>
        <p:sp>
          <p:nvSpPr>
            <p:cNvPr id="3771" name="Google Shape;3771;p68"/>
            <p:cNvSpPr/>
            <p:nvPr/>
          </p:nvSpPr>
          <p:spPr>
            <a:xfrm>
              <a:off x="931164" y="3640836"/>
              <a:ext cx="227329" cy="346075"/>
            </a:xfrm>
            <a:custGeom>
              <a:rect b="b" l="l" r="r" t="t"/>
              <a:pathLst>
                <a:path extrusionOk="0" h="346075" w="227330">
                  <a:moveTo>
                    <a:pt x="7619" y="345948"/>
                  </a:moveTo>
                  <a:lnTo>
                    <a:pt x="0" y="345948"/>
                  </a:lnTo>
                  <a:lnTo>
                    <a:pt x="0" y="252984"/>
                  </a:lnTo>
                  <a:lnTo>
                    <a:pt x="7619" y="252984"/>
                  </a:lnTo>
                  <a:lnTo>
                    <a:pt x="7619" y="262128"/>
                  </a:lnTo>
                  <a:lnTo>
                    <a:pt x="9143" y="266700"/>
                  </a:lnTo>
                  <a:lnTo>
                    <a:pt x="15239" y="272796"/>
                  </a:lnTo>
                  <a:lnTo>
                    <a:pt x="18287" y="274320"/>
                  </a:lnTo>
                  <a:lnTo>
                    <a:pt x="27431" y="274320"/>
                  </a:lnTo>
                  <a:lnTo>
                    <a:pt x="33527" y="272796"/>
                  </a:lnTo>
                  <a:lnTo>
                    <a:pt x="41147" y="269748"/>
                  </a:lnTo>
                  <a:lnTo>
                    <a:pt x="164591" y="222504"/>
                  </a:lnTo>
                  <a:lnTo>
                    <a:pt x="64007" y="175260"/>
                  </a:lnTo>
                  <a:lnTo>
                    <a:pt x="33527" y="187452"/>
                  </a:lnTo>
                  <a:lnTo>
                    <a:pt x="26122" y="190904"/>
                  </a:lnTo>
                  <a:lnTo>
                    <a:pt x="7619" y="213360"/>
                  </a:lnTo>
                  <a:lnTo>
                    <a:pt x="7619" y="222504"/>
                  </a:lnTo>
                  <a:lnTo>
                    <a:pt x="0" y="222504"/>
                  </a:lnTo>
                  <a:lnTo>
                    <a:pt x="0" y="118872"/>
                  </a:lnTo>
                  <a:lnTo>
                    <a:pt x="7619" y="118872"/>
                  </a:lnTo>
                  <a:lnTo>
                    <a:pt x="7619" y="129540"/>
                  </a:lnTo>
                  <a:lnTo>
                    <a:pt x="10667" y="138684"/>
                  </a:lnTo>
                  <a:lnTo>
                    <a:pt x="13715" y="143255"/>
                  </a:lnTo>
                  <a:lnTo>
                    <a:pt x="16763" y="146304"/>
                  </a:lnTo>
                  <a:lnTo>
                    <a:pt x="21335" y="147828"/>
                  </a:lnTo>
                  <a:lnTo>
                    <a:pt x="33527" y="147828"/>
                  </a:lnTo>
                  <a:lnTo>
                    <a:pt x="36575" y="146304"/>
                  </a:lnTo>
                  <a:lnTo>
                    <a:pt x="161543" y="94488"/>
                  </a:lnTo>
                  <a:lnTo>
                    <a:pt x="41147" y="48767"/>
                  </a:lnTo>
                  <a:lnTo>
                    <a:pt x="32003" y="45720"/>
                  </a:lnTo>
                  <a:lnTo>
                    <a:pt x="25907" y="44196"/>
                  </a:lnTo>
                  <a:lnTo>
                    <a:pt x="16763" y="44196"/>
                  </a:lnTo>
                  <a:lnTo>
                    <a:pt x="13715" y="45720"/>
                  </a:lnTo>
                  <a:lnTo>
                    <a:pt x="12191" y="50291"/>
                  </a:lnTo>
                  <a:lnTo>
                    <a:pt x="9143" y="53340"/>
                  </a:lnTo>
                  <a:lnTo>
                    <a:pt x="7619" y="59436"/>
                  </a:lnTo>
                  <a:lnTo>
                    <a:pt x="7619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0429" y="9691"/>
                  </a:lnTo>
                  <a:lnTo>
                    <a:pt x="16382" y="18097"/>
                  </a:lnTo>
                  <a:lnTo>
                    <a:pt x="25193" y="25074"/>
                  </a:lnTo>
                  <a:lnTo>
                    <a:pt x="36575" y="30480"/>
                  </a:lnTo>
                  <a:lnTo>
                    <a:pt x="227076" y="103631"/>
                  </a:lnTo>
                  <a:lnTo>
                    <a:pt x="227076" y="111252"/>
                  </a:lnTo>
                  <a:lnTo>
                    <a:pt x="83819" y="167640"/>
                  </a:lnTo>
                  <a:lnTo>
                    <a:pt x="227076" y="234696"/>
                  </a:lnTo>
                  <a:lnTo>
                    <a:pt x="227076" y="239268"/>
                  </a:lnTo>
                  <a:lnTo>
                    <a:pt x="41147" y="310896"/>
                  </a:lnTo>
                  <a:lnTo>
                    <a:pt x="16763" y="326136"/>
                  </a:lnTo>
                  <a:lnTo>
                    <a:pt x="12191" y="329184"/>
                  </a:lnTo>
                  <a:lnTo>
                    <a:pt x="9143" y="336804"/>
                  </a:lnTo>
                  <a:lnTo>
                    <a:pt x="7619" y="3459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72" name="Google Shape;3772;p68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925403" y="3416807"/>
              <a:ext cx="232836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73" name="Google Shape;3773;p68"/>
            <p:cNvSpPr/>
            <p:nvPr/>
          </p:nvSpPr>
          <p:spPr>
            <a:xfrm>
              <a:off x="931164" y="3171444"/>
              <a:ext cx="326390" cy="243840"/>
            </a:xfrm>
            <a:custGeom>
              <a:rect b="b" l="l" r="r" t="t"/>
              <a:pathLst>
                <a:path extrusionOk="0" h="243839" w="326390">
                  <a:moveTo>
                    <a:pt x="7619" y="243840"/>
                  </a:moveTo>
                  <a:lnTo>
                    <a:pt x="0" y="243840"/>
                  </a:lnTo>
                  <a:lnTo>
                    <a:pt x="0" y="138684"/>
                  </a:lnTo>
                  <a:lnTo>
                    <a:pt x="7619" y="138684"/>
                  </a:lnTo>
                  <a:lnTo>
                    <a:pt x="7619" y="150876"/>
                  </a:lnTo>
                  <a:lnTo>
                    <a:pt x="9143" y="156972"/>
                  </a:lnTo>
                  <a:lnTo>
                    <a:pt x="12191" y="160020"/>
                  </a:lnTo>
                  <a:lnTo>
                    <a:pt x="15239" y="164592"/>
                  </a:lnTo>
                  <a:lnTo>
                    <a:pt x="19811" y="166116"/>
                  </a:lnTo>
                  <a:lnTo>
                    <a:pt x="24383" y="166116"/>
                  </a:lnTo>
                  <a:lnTo>
                    <a:pt x="29527" y="165568"/>
                  </a:lnTo>
                  <a:lnTo>
                    <a:pt x="35813" y="164020"/>
                  </a:lnTo>
                  <a:lnTo>
                    <a:pt x="43243" y="161615"/>
                  </a:lnTo>
                  <a:lnTo>
                    <a:pt x="51815" y="158496"/>
                  </a:lnTo>
                  <a:lnTo>
                    <a:pt x="163067" y="103632"/>
                  </a:lnTo>
                  <a:lnTo>
                    <a:pt x="33527" y="50292"/>
                  </a:lnTo>
                  <a:lnTo>
                    <a:pt x="27431" y="48768"/>
                  </a:lnTo>
                  <a:lnTo>
                    <a:pt x="15239" y="48768"/>
                  </a:lnTo>
                  <a:lnTo>
                    <a:pt x="10667" y="53340"/>
                  </a:lnTo>
                  <a:lnTo>
                    <a:pt x="7619" y="59435"/>
                  </a:lnTo>
                  <a:lnTo>
                    <a:pt x="7619" y="71628"/>
                  </a:lnTo>
                  <a:lnTo>
                    <a:pt x="0" y="71628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6096"/>
                  </a:lnTo>
                  <a:lnTo>
                    <a:pt x="9143" y="10668"/>
                  </a:lnTo>
                  <a:lnTo>
                    <a:pt x="10667" y="13716"/>
                  </a:lnTo>
                  <a:lnTo>
                    <a:pt x="13715" y="16764"/>
                  </a:lnTo>
                  <a:lnTo>
                    <a:pt x="16763" y="21335"/>
                  </a:lnTo>
                  <a:lnTo>
                    <a:pt x="22859" y="24383"/>
                  </a:lnTo>
                  <a:lnTo>
                    <a:pt x="24383" y="25908"/>
                  </a:lnTo>
                  <a:lnTo>
                    <a:pt x="30479" y="28956"/>
                  </a:lnTo>
                  <a:lnTo>
                    <a:pt x="262127" y="123444"/>
                  </a:lnTo>
                  <a:lnTo>
                    <a:pt x="300489" y="147232"/>
                  </a:lnTo>
                  <a:lnTo>
                    <a:pt x="325016" y="188690"/>
                  </a:lnTo>
                  <a:lnTo>
                    <a:pt x="326135" y="198120"/>
                  </a:lnTo>
                  <a:lnTo>
                    <a:pt x="325588" y="204930"/>
                  </a:lnTo>
                  <a:lnTo>
                    <a:pt x="306324" y="231648"/>
                  </a:lnTo>
                  <a:lnTo>
                    <a:pt x="292607" y="231648"/>
                  </a:lnTo>
                  <a:lnTo>
                    <a:pt x="278891" y="193548"/>
                  </a:lnTo>
                  <a:lnTo>
                    <a:pt x="284988" y="178308"/>
                  </a:lnTo>
                  <a:lnTo>
                    <a:pt x="286512" y="173736"/>
                  </a:lnTo>
                  <a:lnTo>
                    <a:pt x="286512" y="167640"/>
                  </a:lnTo>
                  <a:lnTo>
                    <a:pt x="283463" y="161544"/>
                  </a:lnTo>
                  <a:lnTo>
                    <a:pt x="249936" y="138684"/>
                  </a:lnTo>
                  <a:lnTo>
                    <a:pt x="211836" y="123444"/>
                  </a:lnTo>
                  <a:lnTo>
                    <a:pt x="45719" y="204216"/>
                  </a:lnTo>
                  <a:lnTo>
                    <a:pt x="41147" y="207264"/>
                  </a:lnTo>
                  <a:lnTo>
                    <a:pt x="33527" y="210312"/>
                  </a:lnTo>
                  <a:lnTo>
                    <a:pt x="25907" y="216408"/>
                  </a:lnTo>
                  <a:lnTo>
                    <a:pt x="19811" y="220980"/>
                  </a:lnTo>
                  <a:lnTo>
                    <a:pt x="15239" y="225552"/>
                  </a:lnTo>
                  <a:lnTo>
                    <a:pt x="12191" y="230124"/>
                  </a:lnTo>
                  <a:lnTo>
                    <a:pt x="9143" y="236220"/>
                  </a:lnTo>
                  <a:lnTo>
                    <a:pt x="7619" y="24384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74" name="Google Shape;3774;p68"/>
          <p:cNvSpPr/>
          <p:nvPr/>
        </p:nvSpPr>
        <p:spPr>
          <a:xfrm>
            <a:off x="816863" y="1972056"/>
            <a:ext cx="342900" cy="1080770"/>
          </a:xfrm>
          <a:custGeom>
            <a:rect b="b" l="l" r="r" t="t"/>
            <a:pathLst>
              <a:path extrusionOk="0" h="1080770" w="342900">
                <a:moveTo>
                  <a:pt x="335280" y="467868"/>
                </a:moveTo>
                <a:lnTo>
                  <a:pt x="245364" y="440436"/>
                </a:lnTo>
                <a:lnTo>
                  <a:pt x="243840" y="448056"/>
                </a:lnTo>
                <a:lnTo>
                  <a:pt x="257810" y="454660"/>
                </a:lnTo>
                <a:lnTo>
                  <a:pt x="269938" y="460819"/>
                </a:lnTo>
                <a:lnTo>
                  <a:pt x="300228" y="486346"/>
                </a:lnTo>
                <a:lnTo>
                  <a:pt x="313626" y="536117"/>
                </a:lnTo>
                <a:lnTo>
                  <a:pt x="313944" y="553212"/>
                </a:lnTo>
                <a:lnTo>
                  <a:pt x="313944" y="577596"/>
                </a:lnTo>
                <a:lnTo>
                  <a:pt x="310896" y="615696"/>
                </a:lnTo>
                <a:lnTo>
                  <a:pt x="275844" y="627888"/>
                </a:lnTo>
                <a:lnTo>
                  <a:pt x="70104" y="627888"/>
                </a:lnTo>
                <a:lnTo>
                  <a:pt x="27419" y="621792"/>
                </a:lnTo>
                <a:lnTo>
                  <a:pt x="15240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40" y="720852"/>
                </a:lnTo>
                <a:lnTo>
                  <a:pt x="15240" y="708660"/>
                </a:lnTo>
                <a:lnTo>
                  <a:pt x="15824" y="700074"/>
                </a:lnTo>
                <a:lnTo>
                  <a:pt x="51193" y="674141"/>
                </a:lnTo>
                <a:lnTo>
                  <a:pt x="65519" y="673608"/>
                </a:lnTo>
                <a:lnTo>
                  <a:pt x="277368" y="673608"/>
                </a:lnTo>
                <a:lnTo>
                  <a:pt x="319938" y="683590"/>
                </a:lnTo>
                <a:lnTo>
                  <a:pt x="327660" y="708660"/>
                </a:lnTo>
                <a:lnTo>
                  <a:pt x="327660" y="720852"/>
                </a:lnTo>
                <a:lnTo>
                  <a:pt x="335280" y="720852"/>
                </a:lnTo>
                <a:lnTo>
                  <a:pt x="335280" y="467868"/>
                </a:lnTo>
                <a:close/>
              </a:path>
              <a:path extrusionOk="0" h="1080770" w="342900">
                <a:moveTo>
                  <a:pt x="335280" y="0"/>
                </a:moveTo>
                <a:lnTo>
                  <a:pt x="327660" y="0"/>
                </a:lnTo>
                <a:lnTo>
                  <a:pt x="327660" y="12192"/>
                </a:lnTo>
                <a:lnTo>
                  <a:pt x="327660" y="19812"/>
                </a:lnTo>
                <a:lnTo>
                  <a:pt x="326136" y="27432"/>
                </a:lnTo>
                <a:lnTo>
                  <a:pt x="321564" y="33528"/>
                </a:lnTo>
                <a:lnTo>
                  <a:pt x="318516" y="39624"/>
                </a:lnTo>
                <a:lnTo>
                  <a:pt x="277368" y="47244"/>
                </a:lnTo>
                <a:lnTo>
                  <a:pt x="65532" y="47244"/>
                </a:lnTo>
                <a:lnTo>
                  <a:pt x="27432" y="41148"/>
                </a:lnTo>
                <a:lnTo>
                  <a:pt x="15240" y="12192"/>
                </a:lnTo>
                <a:lnTo>
                  <a:pt x="15240" y="0"/>
                </a:lnTo>
                <a:lnTo>
                  <a:pt x="7620" y="0"/>
                </a:lnTo>
                <a:lnTo>
                  <a:pt x="7620" y="140208"/>
                </a:lnTo>
                <a:lnTo>
                  <a:pt x="15240" y="140208"/>
                </a:lnTo>
                <a:lnTo>
                  <a:pt x="15240" y="120396"/>
                </a:lnTo>
                <a:lnTo>
                  <a:pt x="16764" y="112776"/>
                </a:lnTo>
                <a:lnTo>
                  <a:pt x="21336" y="106680"/>
                </a:lnTo>
                <a:lnTo>
                  <a:pt x="24384" y="100584"/>
                </a:lnTo>
                <a:lnTo>
                  <a:pt x="27432" y="97536"/>
                </a:lnTo>
                <a:lnTo>
                  <a:pt x="65532" y="92964"/>
                </a:lnTo>
                <a:lnTo>
                  <a:pt x="277368" y="92964"/>
                </a:lnTo>
                <a:lnTo>
                  <a:pt x="315468" y="99060"/>
                </a:lnTo>
                <a:lnTo>
                  <a:pt x="327660" y="128016"/>
                </a:lnTo>
                <a:lnTo>
                  <a:pt x="327660" y="140208"/>
                </a:lnTo>
                <a:lnTo>
                  <a:pt x="335280" y="140208"/>
                </a:lnTo>
                <a:lnTo>
                  <a:pt x="335280" y="0"/>
                </a:lnTo>
                <a:close/>
              </a:path>
              <a:path extrusionOk="0" h="1080770" w="342900">
                <a:moveTo>
                  <a:pt x="342900" y="897636"/>
                </a:moveTo>
                <a:lnTo>
                  <a:pt x="108623" y="801624"/>
                </a:lnTo>
                <a:lnTo>
                  <a:pt x="52260" y="778484"/>
                </a:lnTo>
                <a:lnTo>
                  <a:pt x="19418" y="750379"/>
                </a:lnTo>
                <a:lnTo>
                  <a:pt x="15227" y="734568"/>
                </a:lnTo>
                <a:lnTo>
                  <a:pt x="7607" y="734568"/>
                </a:lnTo>
                <a:lnTo>
                  <a:pt x="7607" y="836676"/>
                </a:lnTo>
                <a:lnTo>
                  <a:pt x="15227" y="836676"/>
                </a:lnTo>
                <a:lnTo>
                  <a:pt x="15227" y="832104"/>
                </a:lnTo>
                <a:lnTo>
                  <a:pt x="17513" y="824445"/>
                </a:lnTo>
                <a:lnTo>
                  <a:pt x="33515" y="801624"/>
                </a:lnTo>
                <a:lnTo>
                  <a:pt x="38087" y="801624"/>
                </a:lnTo>
                <a:lnTo>
                  <a:pt x="77711" y="812292"/>
                </a:lnTo>
                <a:lnTo>
                  <a:pt x="266687" y="890016"/>
                </a:lnTo>
                <a:lnTo>
                  <a:pt x="62928" y="977442"/>
                </a:lnTo>
                <a:lnTo>
                  <a:pt x="52755" y="981265"/>
                </a:lnTo>
                <a:lnTo>
                  <a:pt x="44018" y="983678"/>
                </a:lnTo>
                <a:lnTo>
                  <a:pt x="36563" y="984504"/>
                </a:lnTo>
                <a:lnTo>
                  <a:pt x="30467" y="984504"/>
                </a:lnTo>
                <a:lnTo>
                  <a:pt x="25895" y="981456"/>
                </a:lnTo>
                <a:lnTo>
                  <a:pt x="25768" y="981265"/>
                </a:lnTo>
                <a:lnTo>
                  <a:pt x="22847" y="976884"/>
                </a:lnTo>
                <a:lnTo>
                  <a:pt x="20586" y="972578"/>
                </a:lnTo>
                <a:lnTo>
                  <a:pt x="20497" y="972312"/>
                </a:lnTo>
                <a:lnTo>
                  <a:pt x="18465" y="966406"/>
                </a:lnTo>
                <a:lnTo>
                  <a:pt x="16637" y="958240"/>
                </a:lnTo>
                <a:lnTo>
                  <a:pt x="15227" y="947928"/>
                </a:lnTo>
                <a:lnTo>
                  <a:pt x="7607" y="947928"/>
                </a:lnTo>
                <a:lnTo>
                  <a:pt x="7607" y="1080516"/>
                </a:lnTo>
                <a:lnTo>
                  <a:pt x="15227" y="1080516"/>
                </a:lnTo>
                <a:lnTo>
                  <a:pt x="15227" y="1071372"/>
                </a:lnTo>
                <a:lnTo>
                  <a:pt x="18275" y="1063752"/>
                </a:lnTo>
                <a:lnTo>
                  <a:pt x="50660" y="1033640"/>
                </a:lnTo>
                <a:lnTo>
                  <a:pt x="60947" y="1028700"/>
                </a:lnTo>
                <a:lnTo>
                  <a:pt x="163156" y="984504"/>
                </a:lnTo>
                <a:lnTo>
                  <a:pt x="342900" y="906780"/>
                </a:lnTo>
                <a:lnTo>
                  <a:pt x="342900" y="897636"/>
                </a:lnTo>
                <a:close/>
              </a:path>
              <a:path extrusionOk="0" h="1080770" w="342900">
                <a:moveTo>
                  <a:pt x="342900" y="284988"/>
                </a:moveTo>
                <a:lnTo>
                  <a:pt x="336042" y="243649"/>
                </a:lnTo>
                <a:lnTo>
                  <a:pt x="315468" y="210312"/>
                </a:lnTo>
                <a:lnTo>
                  <a:pt x="270675" y="183311"/>
                </a:lnTo>
                <a:lnTo>
                  <a:pt x="252984" y="181356"/>
                </a:lnTo>
                <a:lnTo>
                  <a:pt x="242951" y="181927"/>
                </a:lnTo>
                <a:lnTo>
                  <a:pt x="206260" y="195630"/>
                </a:lnTo>
                <a:lnTo>
                  <a:pt x="176949" y="226390"/>
                </a:lnTo>
                <a:lnTo>
                  <a:pt x="132029" y="304660"/>
                </a:lnTo>
                <a:lnTo>
                  <a:pt x="119062" y="324993"/>
                </a:lnTo>
                <a:lnTo>
                  <a:pt x="91528" y="354520"/>
                </a:lnTo>
                <a:lnTo>
                  <a:pt x="70104" y="359664"/>
                </a:lnTo>
                <a:lnTo>
                  <a:pt x="60337" y="358787"/>
                </a:lnTo>
                <a:lnTo>
                  <a:pt x="28168" y="334975"/>
                </a:lnTo>
                <a:lnTo>
                  <a:pt x="19812" y="301752"/>
                </a:lnTo>
                <a:lnTo>
                  <a:pt x="20396" y="290588"/>
                </a:lnTo>
                <a:lnTo>
                  <a:pt x="36741" y="249364"/>
                </a:lnTo>
                <a:lnTo>
                  <a:pt x="71831" y="221678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3360"/>
                </a:lnTo>
                <a:lnTo>
                  <a:pt x="12192" y="214884"/>
                </a:lnTo>
                <a:lnTo>
                  <a:pt x="13716" y="217932"/>
                </a:lnTo>
                <a:lnTo>
                  <a:pt x="16764" y="219456"/>
                </a:lnTo>
                <a:lnTo>
                  <a:pt x="18288" y="224028"/>
                </a:lnTo>
                <a:lnTo>
                  <a:pt x="18288" y="231648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1467"/>
                </a:lnTo>
                <a:lnTo>
                  <a:pt x="3238" y="275463"/>
                </a:lnTo>
                <a:lnTo>
                  <a:pt x="825" y="288899"/>
                </a:lnTo>
                <a:lnTo>
                  <a:pt x="0" y="301752"/>
                </a:lnTo>
                <a:lnTo>
                  <a:pt x="1689" y="322351"/>
                </a:lnTo>
                <a:lnTo>
                  <a:pt x="25908" y="371856"/>
                </a:lnTo>
                <a:lnTo>
                  <a:pt x="69405" y="396290"/>
                </a:lnTo>
                <a:lnTo>
                  <a:pt x="86868" y="397764"/>
                </a:lnTo>
                <a:lnTo>
                  <a:pt x="96862" y="397192"/>
                </a:lnTo>
                <a:lnTo>
                  <a:pt x="140589" y="377952"/>
                </a:lnTo>
                <a:lnTo>
                  <a:pt x="171640" y="338709"/>
                </a:lnTo>
                <a:lnTo>
                  <a:pt x="193548" y="303276"/>
                </a:lnTo>
                <a:lnTo>
                  <a:pt x="204089" y="283832"/>
                </a:lnTo>
                <a:lnTo>
                  <a:pt x="212788" y="268795"/>
                </a:lnTo>
                <a:lnTo>
                  <a:pt x="241173" y="235394"/>
                </a:lnTo>
                <a:lnTo>
                  <a:pt x="271272" y="224028"/>
                </a:lnTo>
                <a:lnTo>
                  <a:pt x="282143" y="225171"/>
                </a:lnTo>
                <a:lnTo>
                  <a:pt x="316484" y="252056"/>
                </a:lnTo>
                <a:lnTo>
                  <a:pt x="326136" y="289560"/>
                </a:lnTo>
                <a:lnTo>
                  <a:pt x="325297" y="302755"/>
                </a:lnTo>
                <a:lnTo>
                  <a:pt x="307670" y="348907"/>
                </a:lnTo>
                <a:lnTo>
                  <a:pt x="274053" y="375742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7096"/>
                </a:lnTo>
                <a:lnTo>
                  <a:pt x="330708" y="385572"/>
                </a:lnTo>
                <a:lnTo>
                  <a:pt x="326136" y="381000"/>
                </a:lnTo>
                <a:lnTo>
                  <a:pt x="324612" y="376428"/>
                </a:lnTo>
                <a:lnTo>
                  <a:pt x="324612" y="373380"/>
                </a:lnTo>
                <a:lnTo>
                  <a:pt x="325158" y="368833"/>
                </a:lnTo>
                <a:lnTo>
                  <a:pt x="326707" y="362140"/>
                </a:lnTo>
                <a:lnTo>
                  <a:pt x="337756" y="323659"/>
                </a:lnTo>
                <a:lnTo>
                  <a:pt x="339293" y="316979"/>
                </a:lnTo>
                <a:lnTo>
                  <a:pt x="339852" y="312420"/>
                </a:lnTo>
                <a:lnTo>
                  <a:pt x="341947" y="298704"/>
                </a:lnTo>
                <a:lnTo>
                  <a:pt x="342633" y="291846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75" name="Google Shape;3775;p68"/>
          <p:cNvGrpSpPr/>
          <p:nvPr/>
        </p:nvGrpSpPr>
        <p:grpSpPr>
          <a:xfrm>
            <a:off x="1402080" y="6227064"/>
            <a:ext cx="348996" cy="297561"/>
            <a:chOff x="1402080" y="6227064"/>
            <a:chExt cx="348996" cy="297561"/>
          </a:xfrm>
        </p:grpSpPr>
        <p:sp>
          <p:nvSpPr>
            <p:cNvPr id="3776" name="Google Shape;3776;p68"/>
            <p:cNvSpPr/>
            <p:nvPr/>
          </p:nvSpPr>
          <p:spPr>
            <a:xfrm>
              <a:off x="1402080" y="6416040"/>
              <a:ext cx="342900" cy="108585"/>
            </a:xfrm>
            <a:custGeom>
              <a:rect b="b" l="l" r="r" t="t"/>
              <a:pathLst>
                <a:path extrusionOk="0" h="108584" w="342900">
                  <a:moveTo>
                    <a:pt x="30480" y="77724"/>
                  </a:moveTo>
                  <a:lnTo>
                    <a:pt x="16764" y="77724"/>
                  </a:lnTo>
                  <a:lnTo>
                    <a:pt x="12192" y="76200"/>
                  </a:lnTo>
                  <a:lnTo>
                    <a:pt x="7620" y="70104"/>
                  </a:lnTo>
                  <a:lnTo>
                    <a:pt x="3048" y="65532"/>
                  </a:lnTo>
                  <a:lnTo>
                    <a:pt x="0" y="60960"/>
                  </a:lnTo>
                  <a:lnTo>
                    <a:pt x="0" y="47244"/>
                  </a:lnTo>
                  <a:lnTo>
                    <a:pt x="3048" y="41148"/>
                  </a:lnTo>
                  <a:lnTo>
                    <a:pt x="12192" y="32004"/>
                  </a:lnTo>
                  <a:lnTo>
                    <a:pt x="16764" y="28956"/>
                  </a:lnTo>
                  <a:lnTo>
                    <a:pt x="30480" y="28956"/>
                  </a:lnTo>
                  <a:lnTo>
                    <a:pt x="36576" y="32004"/>
                  </a:lnTo>
                  <a:lnTo>
                    <a:pt x="45720" y="41148"/>
                  </a:lnTo>
                  <a:lnTo>
                    <a:pt x="48768" y="47244"/>
                  </a:lnTo>
                  <a:lnTo>
                    <a:pt x="48768" y="59436"/>
                  </a:lnTo>
                  <a:lnTo>
                    <a:pt x="45720" y="65532"/>
                  </a:lnTo>
                  <a:lnTo>
                    <a:pt x="41148" y="70104"/>
                  </a:lnTo>
                  <a:lnTo>
                    <a:pt x="36576" y="76200"/>
                  </a:lnTo>
                  <a:lnTo>
                    <a:pt x="30480" y="77724"/>
                  </a:lnTo>
                  <a:close/>
                </a:path>
                <a:path extrusionOk="0" h="108584" w="342900">
                  <a:moveTo>
                    <a:pt x="143256" y="108204"/>
                  </a:moveTo>
                  <a:lnTo>
                    <a:pt x="115824" y="44196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275" y="33266"/>
                  </a:lnTo>
                  <a:lnTo>
                    <a:pt x="335280" y="1066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52"/>
                  </a:lnTo>
                  <a:lnTo>
                    <a:pt x="208788" y="73152"/>
                  </a:lnTo>
                  <a:lnTo>
                    <a:pt x="192190" y="73390"/>
                  </a:lnTo>
                  <a:lnTo>
                    <a:pt x="178879" y="73914"/>
                  </a:lnTo>
                  <a:lnTo>
                    <a:pt x="168711" y="74437"/>
                  </a:lnTo>
                  <a:lnTo>
                    <a:pt x="161544" y="74676"/>
                  </a:lnTo>
                  <a:lnTo>
                    <a:pt x="155448" y="76200"/>
                  </a:lnTo>
                  <a:lnTo>
                    <a:pt x="152400" y="77724"/>
                  </a:lnTo>
                  <a:lnTo>
                    <a:pt x="150876" y="80772"/>
                  </a:lnTo>
                  <a:lnTo>
                    <a:pt x="147828" y="82296"/>
                  </a:lnTo>
                  <a:lnTo>
                    <a:pt x="147828" y="99060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4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96012"/>
                  </a:lnTo>
                  <a:lnTo>
                    <a:pt x="333756" y="88392"/>
                  </a:lnTo>
                  <a:lnTo>
                    <a:pt x="301991" y="73390"/>
                  </a:lnTo>
                  <a:lnTo>
                    <a:pt x="301396" y="73390"/>
                  </a:lnTo>
                  <a:lnTo>
                    <a:pt x="292608" y="73152"/>
                  </a:lnTo>
                  <a:lnTo>
                    <a:pt x="342900" y="73152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77" name="Google Shape;3777;p68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517904" y="6227064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78" name="Google Shape;3778;p68"/>
          <p:cNvGrpSpPr/>
          <p:nvPr/>
        </p:nvGrpSpPr>
        <p:grpSpPr>
          <a:xfrm>
            <a:off x="1402067" y="4223004"/>
            <a:ext cx="448309" cy="1856359"/>
            <a:chOff x="1402067" y="4223004"/>
            <a:chExt cx="448309" cy="1856359"/>
          </a:xfrm>
        </p:grpSpPr>
        <p:sp>
          <p:nvSpPr>
            <p:cNvPr id="3779" name="Google Shape;3779;p68"/>
            <p:cNvSpPr/>
            <p:nvPr/>
          </p:nvSpPr>
          <p:spPr>
            <a:xfrm>
              <a:off x="1417319" y="5748528"/>
              <a:ext cx="327660" cy="330835"/>
            </a:xfrm>
            <a:custGeom>
              <a:rect b="b" l="l" r="r" t="t"/>
              <a:pathLst>
                <a:path extrusionOk="0" h="330835" w="327660">
                  <a:moveTo>
                    <a:pt x="7620" y="330708"/>
                  </a:moveTo>
                  <a:lnTo>
                    <a:pt x="0" y="330708"/>
                  </a:lnTo>
                  <a:lnTo>
                    <a:pt x="0" y="196596"/>
                  </a:lnTo>
                  <a:lnTo>
                    <a:pt x="4381" y="132397"/>
                  </a:lnTo>
                  <a:lnTo>
                    <a:pt x="16764" y="85344"/>
                  </a:lnTo>
                  <a:lnTo>
                    <a:pt x="38481" y="50673"/>
                  </a:lnTo>
                  <a:lnTo>
                    <a:pt x="71628" y="22860"/>
                  </a:lnTo>
                  <a:lnTo>
                    <a:pt x="113728" y="5715"/>
                  </a:lnTo>
                  <a:lnTo>
                    <a:pt x="161544" y="0"/>
                  </a:lnTo>
                  <a:lnTo>
                    <a:pt x="194405" y="2571"/>
                  </a:lnTo>
                  <a:lnTo>
                    <a:pt x="224409" y="10287"/>
                  </a:lnTo>
                  <a:lnTo>
                    <a:pt x="251555" y="23145"/>
                  </a:lnTo>
                  <a:lnTo>
                    <a:pt x="275844" y="41148"/>
                  </a:lnTo>
                  <a:lnTo>
                    <a:pt x="287519" y="54864"/>
                  </a:lnTo>
                  <a:lnTo>
                    <a:pt x="163068" y="54864"/>
                  </a:lnTo>
                  <a:lnTo>
                    <a:pt x="131397" y="57173"/>
                  </a:lnTo>
                  <a:lnTo>
                    <a:pt x="77771" y="76080"/>
                  </a:lnTo>
                  <a:lnTo>
                    <a:pt x="39266" y="112656"/>
                  </a:lnTo>
                  <a:lnTo>
                    <a:pt x="19311" y="160043"/>
                  </a:lnTo>
                  <a:lnTo>
                    <a:pt x="16764" y="187452"/>
                  </a:lnTo>
                  <a:lnTo>
                    <a:pt x="17191" y="196596"/>
                  </a:lnTo>
                  <a:lnTo>
                    <a:pt x="17311" y="199167"/>
                  </a:lnTo>
                  <a:lnTo>
                    <a:pt x="18859" y="211455"/>
                  </a:lnTo>
                  <a:lnTo>
                    <a:pt x="21264" y="224313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3576" y="284011"/>
                  </a:lnTo>
                  <a:lnTo>
                    <a:pt x="10096" y="302514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5" w="327660">
                  <a:moveTo>
                    <a:pt x="327660" y="237744"/>
                  </a:moveTo>
                  <a:lnTo>
                    <a:pt x="303276" y="237744"/>
                  </a:lnTo>
                  <a:lnTo>
                    <a:pt x="306395" y="223218"/>
                  </a:lnTo>
                  <a:lnTo>
                    <a:pt x="308800" y="209550"/>
                  </a:lnTo>
                  <a:lnTo>
                    <a:pt x="310348" y="197024"/>
                  </a:lnTo>
                  <a:lnTo>
                    <a:pt x="310820" y="187452"/>
                  </a:lnTo>
                  <a:lnTo>
                    <a:pt x="310896" y="185928"/>
                  </a:lnTo>
                  <a:lnTo>
                    <a:pt x="308468" y="160043"/>
                  </a:lnTo>
                  <a:lnTo>
                    <a:pt x="308348" y="158757"/>
                  </a:lnTo>
                  <a:lnTo>
                    <a:pt x="300799" y="134302"/>
                  </a:lnTo>
                  <a:lnTo>
                    <a:pt x="271272" y="92964"/>
                  </a:lnTo>
                  <a:lnTo>
                    <a:pt x="224599" y="64198"/>
                  </a:lnTo>
                  <a:lnTo>
                    <a:pt x="163068" y="54864"/>
                  </a:lnTo>
                  <a:lnTo>
                    <a:pt x="287519" y="54864"/>
                  </a:lnTo>
                  <a:lnTo>
                    <a:pt x="298727" y="68032"/>
                  </a:lnTo>
                  <a:lnTo>
                    <a:pt x="314896" y="100774"/>
                  </a:lnTo>
                  <a:lnTo>
                    <a:pt x="324492" y="139517"/>
                  </a:lnTo>
                  <a:lnTo>
                    <a:pt x="327660" y="184404"/>
                  </a:lnTo>
                  <a:lnTo>
                    <a:pt x="327660" y="237744"/>
                  </a:lnTo>
                  <a:close/>
                </a:path>
                <a:path extrusionOk="0" h="330835" w="327660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79" y="309943"/>
                  </a:lnTo>
                  <a:lnTo>
                    <a:pt x="282321" y="283773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80" name="Google Shape;3780;p68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517903" y="5527548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81" name="Google Shape;3781;p68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517903" y="5338571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82" name="Google Shape;3782;p68"/>
            <p:cNvSpPr/>
            <p:nvPr/>
          </p:nvSpPr>
          <p:spPr>
            <a:xfrm>
              <a:off x="1402067" y="4946904"/>
              <a:ext cx="448309" cy="358140"/>
            </a:xfrm>
            <a:custGeom>
              <a:rect b="b" l="l" r="r" t="t"/>
              <a:pathLst>
                <a:path extrusionOk="0" h="358139" w="448310">
                  <a:moveTo>
                    <a:pt x="48780" y="297180"/>
                  </a:moveTo>
                  <a:lnTo>
                    <a:pt x="45732" y="291084"/>
                  </a:lnTo>
                  <a:lnTo>
                    <a:pt x="36588" y="281940"/>
                  </a:lnTo>
                  <a:lnTo>
                    <a:pt x="30492" y="278892"/>
                  </a:lnTo>
                  <a:lnTo>
                    <a:pt x="16776" y="278892"/>
                  </a:lnTo>
                  <a:lnTo>
                    <a:pt x="12204" y="281940"/>
                  </a:lnTo>
                  <a:lnTo>
                    <a:pt x="3048" y="291084"/>
                  </a:lnTo>
                  <a:lnTo>
                    <a:pt x="0" y="297180"/>
                  </a:lnTo>
                  <a:lnTo>
                    <a:pt x="0" y="309372"/>
                  </a:lnTo>
                  <a:lnTo>
                    <a:pt x="3048" y="315468"/>
                  </a:lnTo>
                  <a:lnTo>
                    <a:pt x="12204" y="324612"/>
                  </a:lnTo>
                  <a:lnTo>
                    <a:pt x="16776" y="327660"/>
                  </a:lnTo>
                  <a:lnTo>
                    <a:pt x="30492" y="327660"/>
                  </a:lnTo>
                  <a:lnTo>
                    <a:pt x="36588" y="324612"/>
                  </a:lnTo>
                  <a:lnTo>
                    <a:pt x="45732" y="315468"/>
                  </a:lnTo>
                  <a:lnTo>
                    <a:pt x="48780" y="309372"/>
                  </a:lnTo>
                  <a:lnTo>
                    <a:pt x="48780" y="297180"/>
                  </a:lnTo>
                  <a:close/>
                </a:path>
                <a:path extrusionOk="0" h="358139" w="448310">
                  <a:moveTo>
                    <a:pt x="342912" y="249936"/>
                  </a:moveTo>
                  <a:lnTo>
                    <a:pt x="335292" y="249936"/>
                  </a:lnTo>
                  <a:lnTo>
                    <a:pt x="335292" y="260604"/>
                  </a:lnTo>
                  <a:lnTo>
                    <a:pt x="333768" y="268224"/>
                  </a:lnTo>
                  <a:lnTo>
                    <a:pt x="292620" y="283464"/>
                  </a:lnTo>
                  <a:lnTo>
                    <a:pt x="115836" y="283464"/>
                  </a:lnTo>
                  <a:lnTo>
                    <a:pt x="115836" y="294132"/>
                  </a:lnTo>
                  <a:lnTo>
                    <a:pt x="143268" y="358140"/>
                  </a:lnTo>
                  <a:lnTo>
                    <a:pt x="150888" y="355092"/>
                  </a:lnTo>
                  <a:lnTo>
                    <a:pt x="147840" y="348996"/>
                  </a:lnTo>
                  <a:lnTo>
                    <a:pt x="147840" y="332232"/>
                  </a:lnTo>
                  <a:lnTo>
                    <a:pt x="150888" y="330708"/>
                  </a:lnTo>
                  <a:lnTo>
                    <a:pt x="152412" y="327660"/>
                  </a:lnTo>
                  <a:lnTo>
                    <a:pt x="155460" y="326136"/>
                  </a:lnTo>
                  <a:lnTo>
                    <a:pt x="161556" y="324612"/>
                  </a:lnTo>
                  <a:lnTo>
                    <a:pt x="168719" y="323735"/>
                  </a:lnTo>
                  <a:lnTo>
                    <a:pt x="178879" y="323278"/>
                  </a:lnTo>
                  <a:lnTo>
                    <a:pt x="194094" y="323088"/>
                  </a:lnTo>
                  <a:lnTo>
                    <a:pt x="292620" y="323088"/>
                  </a:lnTo>
                  <a:lnTo>
                    <a:pt x="299643" y="323278"/>
                  </a:lnTo>
                  <a:lnTo>
                    <a:pt x="301434" y="323278"/>
                  </a:lnTo>
                  <a:lnTo>
                    <a:pt x="310527" y="324040"/>
                  </a:lnTo>
                  <a:lnTo>
                    <a:pt x="317042" y="325018"/>
                  </a:lnTo>
                  <a:lnTo>
                    <a:pt x="321564" y="326136"/>
                  </a:lnTo>
                  <a:lnTo>
                    <a:pt x="326136" y="329184"/>
                  </a:lnTo>
                  <a:lnTo>
                    <a:pt x="329184" y="330708"/>
                  </a:lnTo>
                  <a:lnTo>
                    <a:pt x="332244" y="335280"/>
                  </a:lnTo>
                  <a:lnTo>
                    <a:pt x="333768" y="338328"/>
                  </a:lnTo>
                  <a:lnTo>
                    <a:pt x="335292" y="345948"/>
                  </a:lnTo>
                  <a:lnTo>
                    <a:pt x="335292" y="356616"/>
                  </a:lnTo>
                  <a:lnTo>
                    <a:pt x="342912" y="356616"/>
                  </a:lnTo>
                  <a:lnTo>
                    <a:pt x="342912" y="323088"/>
                  </a:lnTo>
                  <a:lnTo>
                    <a:pt x="342912" y="249936"/>
                  </a:lnTo>
                  <a:close/>
                </a:path>
                <a:path extrusionOk="0" h="358139" w="448310">
                  <a:moveTo>
                    <a:pt x="448030" y="127063"/>
                  </a:moveTo>
                  <a:lnTo>
                    <a:pt x="439115" y="71247"/>
                  </a:lnTo>
                  <a:lnTo>
                    <a:pt x="418909" y="35483"/>
                  </a:lnTo>
                  <a:lnTo>
                    <a:pt x="418909" y="108521"/>
                  </a:lnTo>
                  <a:lnTo>
                    <a:pt x="418223" y="125095"/>
                  </a:lnTo>
                  <a:lnTo>
                    <a:pt x="415493" y="143827"/>
                  </a:lnTo>
                  <a:lnTo>
                    <a:pt x="415391" y="144170"/>
                  </a:lnTo>
                  <a:lnTo>
                    <a:pt x="410743" y="160007"/>
                  </a:lnTo>
                  <a:lnTo>
                    <a:pt x="399300" y="182880"/>
                  </a:lnTo>
                  <a:lnTo>
                    <a:pt x="391833" y="187363"/>
                  </a:lnTo>
                  <a:lnTo>
                    <a:pt x="377583" y="187363"/>
                  </a:lnTo>
                  <a:lnTo>
                    <a:pt x="371868" y="185928"/>
                  </a:lnTo>
                  <a:lnTo>
                    <a:pt x="365772" y="182880"/>
                  </a:lnTo>
                  <a:lnTo>
                    <a:pt x="362381" y="181356"/>
                  </a:lnTo>
                  <a:lnTo>
                    <a:pt x="360057" y="180314"/>
                  </a:lnTo>
                  <a:lnTo>
                    <a:pt x="354342" y="177165"/>
                  </a:lnTo>
                  <a:lnTo>
                    <a:pt x="348627" y="173456"/>
                  </a:lnTo>
                  <a:lnTo>
                    <a:pt x="344944" y="170688"/>
                  </a:lnTo>
                  <a:lnTo>
                    <a:pt x="342912" y="169164"/>
                  </a:lnTo>
                  <a:lnTo>
                    <a:pt x="342950" y="168783"/>
                  </a:lnTo>
                  <a:lnTo>
                    <a:pt x="343052" y="167932"/>
                  </a:lnTo>
                  <a:lnTo>
                    <a:pt x="343077" y="167640"/>
                  </a:lnTo>
                  <a:lnTo>
                    <a:pt x="344932" y="151739"/>
                  </a:lnTo>
                  <a:lnTo>
                    <a:pt x="344995" y="150876"/>
                  </a:lnTo>
                  <a:lnTo>
                    <a:pt x="345122" y="149352"/>
                  </a:lnTo>
                  <a:lnTo>
                    <a:pt x="345186" y="148501"/>
                  </a:lnTo>
                  <a:lnTo>
                    <a:pt x="345249" y="147662"/>
                  </a:lnTo>
                  <a:lnTo>
                    <a:pt x="345363" y="146291"/>
                  </a:lnTo>
                  <a:lnTo>
                    <a:pt x="346532" y="131445"/>
                  </a:lnTo>
                  <a:lnTo>
                    <a:pt x="346621" y="129667"/>
                  </a:lnTo>
                  <a:lnTo>
                    <a:pt x="347827" y="108521"/>
                  </a:lnTo>
                  <a:lnTo>
                    <a:pt x="347929" y="106299"/>
                  </a:lnTo>
                  <a:lnTo>
                    <a:pt x="348043" y="103632"/>
                  </a:lnTo>
                  <a:lnTo>
                    <a:pt x="348081" y="102806"/>
                  </a:lnTo>
                  <a:lnTo>
                    <a:pt x="348195" y="100330"/>
                  </a:lnTo>
                  <a:lnTo>
                    <a:pt x="348272" y="98590"/>
                  </a:lnTo>
                  <a:lnTo>
                    <a:pt x="348322" y="97307"/>
                  </a:lnTo>
                  <a:lnTo>
                    <a:pt x="348996" y="82473"/>
                  </a:lnTo>
                  <a:lnTo>
                    <a:pt x="349097" y="79057"/>
                  </a:lnTo>
                  <a:lnTo>
                    <a:pt x="349199" y="75514"/>
                  </a:lnTo>
                  <a:lnTo>
                    <a:pt x="349326" y="71247"/>
                  </a:lnTo>
                  <a:lnTo>
                    <a:pt x="352933" y="37909"/>
                  </a:lnTo>
                  <a:lnTo>
                    <a:pt x="355104" y="30480"/>
                  </a:lnTo>
                  <a:lnTo>
                    <a:pt x="358152" y="21336"/>
                  </a:lnTo>
                  <a:lnTo>
                    <a:pt x="364248" y="16764"/>
                  </a:lnTo>
                  <a:lnTo>
                    <a:pt x="371868" y="16764"/>
                  </a:lnTo>
                  <a:lnTo>
                    <a:pt x="403872" y="38100"/>
                  </a:lnTo>
                  <a:lnTo>
                    <a:pt x="418223" y="82473"/>
                  </a:lnTo>
                  <a:lnTo>
                    <a:pt x="418299" y="84328"/>
                  </a:lnTo>
                  <a:lnTo>
                    <a:pt x="418414" y="86868"/>
                  </a:lnTo>
                  <a:lnTo>
                    <a:pt x="418490" y="88963"/>
                  </a:lnTo>
                  <a:lnTo>
                    <a:pt x="418604" y="91440"/>
                  </a:lnTo>
                  <a:lnTo>
                    <a:pt x="418719" y="94475"/>
                  </a:lnTo>
                  <a:lnTo>
                    <a:pt x="418846" y="97307"/>
                  </a:lnTo>
                  <a:lnTo>
                    <a:pt x="418909" y="108521"/>
                  </a:lnTo>
                  <a:lnTo>
                    <a:pt x="418909" y="35483"/>
                  </a:lnTo>
                  <a:lnTo>
                    <a:pt x="389013" y="8191"/>
                  </a:lnTo>
                  <a:lnTo>
                    <a:pt x="362724" y="1524"/>
                  </a:lnTo>
                  <a:lnTo>
                    <a:pt x="353860" y="2387"/>
                  </a:lnTo>
                  <a:lnTo>
                    <a:pt x="319481" y="31242"/>
                  </a:lnTo>
                  <a:lnTo>
                    <a:pt x="311670" y="75996"/>
                  </a:lnTo>
                  <a:lnTo>
                    <a:pt x="311480" y="79057"/>
                  </a:lnTo>
                  <a:lnTo>
                    <a:pt x="310527" y="94475"/>
                  </a:lnTo>
                  <a:lnTo>
                    <a:pt x="309384" y="117348"/>
                  </a:lnTo>
                  <a:lnTo>
                    <a:pt x="309257" y="123444"/>
                  </a:lnTo>
                  <a:lnTo>
                    <a:pt x="309143" y="129667"/>
                  </a:lnTo>
                  <a:lnTo>
                    <a:pt x="309041" y="131445"/>
                  </a:lnTo>
                  <a:lnTo>
                    <a:pt x="308991" y="132283"/>
                  </a:lnTo>
                  <a:lnTo>
                    <a:pt x="308622" y="139255"/>
                  </a:lnTo>
                  <a:lnTo>
                    <a:pt x="308533" y="140398"/>
                  </a:lnTo>
                  <a:lnTo>
                    <a:pt x="308089" y="146291"/>
                  </a:lnTo>
                  <a:lnTo>
                    <a:pt x="307975" y="148501"/>
                  </a:lnTo>
                  <a:lnTo>
                    <a:pt x="307860" y="150876"/>
                  </a:lnTo>
                  <a:lnTo>
                    <a:pt x="306336" y="158496"/>
                  </a:lnTo>
                  <a:lnTo>
                    <a:pt x="304812" y="164592"/>
                  </a:lnTo>
                  <a:lnTo>
                    <a:pt x="300240" y="169164"/>
                  </a:lnTo>
                  <a:lnTo>
                    <a:pt x="297192" y="170688"/>
                  </a:lnTo>
                  <a:lnTo>
                    <a:pt x="291096" y="170688"/>
                  </a:lnTo>
                  <a:lnTo>
                    <a:pt x="288048" y="169164"/>
                  </a:lnTo>
                  <a:lnTo>
                    <a:pt x="283476" y="167640"/>
                  </a:lnTo>
                  <a:lnTo>
                    <a:pt x="278904" y="164592"/>
                  </a:lnTo>
                  <a:lnTo>
                    <a:pt x="274307" y="160007"/>
                  </a:lnTo>
                  <a:lnTo>
                    <a:pt x="268236" y="152400"/>
                  </a:lnTo>
                  <a:lnTo>
                    <a:pt x="270230" y="144170"/>
                  </a:lnTo>
                  <a:lnTo>
                    <a:pt x="270281" y="143827"/>
                  </a:lnTo>
                  <a:lnTo>
                    <a:pt x="271665" y="135636"/>
                  </a:lnTo>
                  <a:lnTo>
                    <a:pt x="272516" y="127063"/>
                  </a:lnTo>
                  <a:lnTo>
                    <a:pt x="272643" y="123444"/>
                  </a:lnTo>
                  <a:lnTo>
                    <a:pt x="272808" y="118872"/>
                  </a:lnTo>
                  <a:lnTo>
                    <a:pt x="272681" y="117348"/>
                  </a:lnTo>
                  <a:lnTo>
                    <a:pt x="271399" y="100330"/>
                  </a:lnTo>
                  <a:lnTo>
                    <a:pt x="267284" y="83629"/>
                  </a:lnTo>
                  <a:lnTo>
                    <a:pt x="263194" y="74676"/>
                  </a:lnTo>
                  <a:lnTo>
                    <a:pt x="260616" y="69011"/>
                  </a:lnTo>
                  <a:lnTo>
                    <a:pt x="260616" y="117348"/>
                  </a:lnTo>
                  <a:lnTo>
                    <a:pt x="233083" y="157124"/>
                  </a:lnTo>
                  <a:lnTo>
                    <a:pt x="185940" y="166116"/>
                  </a:lnTo>
                  <a:lnTo>
                    <a:pt x="171958" y="165506"/>
                  </a:lnTo>
                  <a:lnTo>
                    <a:pt x="135737" y="147662"/>
                  </a:lnTo>
                  <a:lnTo>
                    <a:pt x="128803" y="131445"/>
                  </a:lnTo>
                  <a:lnTo>
                    <a:pt x="128028" y="123444"/>
                  </a:lnTo>
                  <a:lnTo>
                    <a:pt x="155575" y="84328"/>
                  </a:lnTo>
                  <a:lnTo>
                    <a:pt x="204228" y="74676"/>
                  </a:lnTo>
                  <a:lnTo>
                    <a:pt x="217957" y="75514"/>
                  </a:lnTo>
                  <a:lnTo>
                    <a:pt x="252895" y="93141"/>
                  </a:lnTo>
                  <a:lnTo>
                    <a:pt x="260616" y="117348"/>
                  </a:lnTo>
                  <a:lnTo>
                    <a:pt x="260616" y="69011"/>
                  </a:lnTo>
                  <a:lnTo>
                    <a:pt x="226517" y="37909"/>
                  </a:lnTo>
                  <a:lnTo>
                    <a:pt x="198132" y="32004"/>
                  </a:lnTo>
                  <a:lnTo>
                    <a:pt x="185216" y="32867"/>
                  </a:lnTo>
                  <a:lnTo>
                    <a:pt x="173748" y="35433"/>
                  </a:lnTo>
                  <a:lnTo>
                    <a:pt x="163410" y="39725"/>
                  </a:lnTo>
                  <a:lnTo>
                    <a:pt x="153936" y="45720"/>
                  </a:lnTo>
                  <a:lnTo>
                    <a:pt x="153936" y="6096"/>
                  </a:lnTo>
                  <a:lnTo>
                    <a:pt x="152412" y="4572"/>
                  </a:lnTo>
                  <a:lnTo>
                    <a:pt x="152412" y="1524"/>
                  </a:lnTo>
                  <a:lnTo>
                    <a:pt x="149364" y="1524"/>
                  </a:lnTo>
                  <a:lnTo>
                    <a:pt x="146316" y="0"/>
                  </a:lnTo>
                  <a:lnTo>
                    <a:pt x="138696" y="0"/>
                  </a:lnTo>
                  <a:lnTo>
                    <a:pt x="137172" y="1524"/>
                  </a:lnTo>
                  <a:lnTo>
                    <a:pt x="135648" y="1524"/>
                  </a:lnTo>
                  <a:lnTo>
                    <a:pt x="132600" y="4572"/>
                  </a:lnTo>
                  <a:lnTo>
                    <a:pt x="132600" y="64008"/>
                  </a:lnTo>
                  <a:lnTo>
                    <a:pt x="125476" y="75996"/>
                  </a:lnTo>
                  <a:lnTo>
                    <a:pt x="120218" y="88963"/>
                  </a:lnTo>
                  <a:lnTo>
                    <a:pt x="116954" y="102806"/>
                  </a:lnTo>
                  <a:lnTo>
                    <a:pt x="116890" y="103632"/>
                  </a:lnTo>
                  <a:lnTo>
                    <a:pt x="115836" y="117348"/>
                  </a:lnTo>
                  <a:lnTo>
                    <a:pt x="115951" y="118872"/>
                  </a:lnTo>
                  <a:lnTo>
                    <a:pt x="129336" y="167932"/>
                  </a:lnTo>
                  <a:lnTo>
                    <a:pt x="165557" y="199834"/>
                  </a:lnTo>
                  <a:lnTo>
                    <a:pt x="180060" y="204216"/>
                  </a:lnTo>
                  <a:lnTo>
                    <a:pt x="179489" y="204216"/>
                  </a:lnTo>
                  <a:lnTo>
                    <a:pt x="196608" y="205740"/>
                  </a:lnTo>
                  <a:lnTo>
                    <a:pt x="206844" y="205155"/>
                  </a:lnTo>
                  <a:lnTo>
                    <a:pt x="216801" y="203263"/>
                  </a:lnTo>
                  <a:lnTo>
                    <a:pt x="226517" y="199834"/>
                  </a:lnTo>
                  <a:lnTo>
                    <a:pt x="226390" y="199834"/>
                  </a:lnTo>
                  <a:lnTo>
                    <a:pt x="234708" y="195072"/>
                  </a:lnTo>
                  <a:lnTo>
                    <a:pt x="243357" y="188976"/>
                  </a:lnTo>
                  <a:lnTo>
                    <a:pt x="250901" y="182118"/>
                  </a:lnTo>
                  <a:lnTo>
                    <a:pt x="257632" y="174078"/>
                  </a:lnTo>
                  <a:lnTo>
                    <a:pt x="262686" y="166116"/>
                  </a:lnTo>
                  <a:lnTo>
                    <a:pt x="263664" y="164592"/>
                  </a:lnTo>
                  <a:lnTo>
                    <a:pt x="294144" y="196596"/>
                  </a:lnTo>
                  <a:lnTo>
                    <a:pt x="308787" y="202577"/>
                  </a:lnTo>
                  <a:lnTo>
                    <a:pt x="320281" y="202577"/>
                  </a:lnTo>
                  <a:lnTo>
                    <a:pt x="323100" y="201168"/>
                  </a:lnTo>
                  <a:lnTo>
                    <a:pt x="332244" y="195072"/>
                  </a:lnTo>
                  <a:lnTo>
                    <a:pt x="335292" y="188976"/>
                  </a:lnTo>
                  <a:lnTo>
                    <a:pt x="341388" y="181356"/>
                  </a:lnTo>
                  <a:lnTo>
                    <a:pt x="359486" y="197929"/>
                  </a:lnTo>
                  <a:lnTo>
                    <a:pt x="364744" y="202577"/>
                  </a:lnTo>
                  <a:lnTo>
                    <a:pt x="367296" y="204216"/>
                  </a:lnTo>
                  <a:lnTo>
                    <a:pt x="374103" y="210273"/>
                  </a:lnTo>
                  <a:lnTo>
                    <a:pt x="380631" y="214884"/>
                  </a:lnTo>
                  <a:lnTo>
                    <a:pt x="386575" y="218363"/>
                  </a:lnTo>
                  <a:lnTo>
                    <a:pt x="391680" y="220980"/>
                  </a:lnTo>
                  <a:lnTo>
                    <a:pt x="394728" y="222504"/>
                  </a:lnTo>
                  <a:lnTo>
                    <a:pt x="402348" y="222504"/>
                  </a:lnTo>
                  <a:lnTo>
                    <a:pt x="435851" y="187363"/>
                  </a:lnTo>
                  <a:lnTo>
                    <a:pt x="446659" y="148501"/>
                  </a:lnTo>
                  <a:lnTo>
                    <a:pt x="446709" y="147662"/>
                  </a:lnTo>
                  <a:lnTo>
                    <a:pt x="446798" y="146291"/>
                  </a:lnTo>
                  <a:lnTo>
                    <a:pt x="448030" y="127063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783" name="Google Shape;3783;p68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517903" y="4687824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84" name="Google Shape;3784;p68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517903" y="4480560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85" name="Google Shape;3785;p68"/>
            <p:cNvSpPr/>
            <p:nvPr/>
          </p:nvSpPr>
          <p:spPr>
            <a:xfrm>
              <a:off x="1402079" y="4223004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790"/>
                  </a:lnTo>
                  <a:lnTo>
                    <a:pt x="287083" y="34099"/>
                  </a:lnTo>
                  <a:lnTo>
                    <a:pt x="296965" y="33123"/>
                  </a:lnTo>
                  <a:lnTo>
                    <a:pt x="303275" y="32004"/>
                  </a:lnTo>
                  <a:lnTo>
                    <a:pt x="307847" y="32004"/>
                  </a:lnTo>
                  <a:lnTo>
                    <a:pt x="312419" y="30480"/>
                  </a:lnTo>
                  <a:lnTo>
                    <a:pt x="313943" y="27432"/>
                  </a:lnTo>
                  <a:lnTo>
                    <a:pt x="316991" y="24384"/>
                  </a:lnTo>
                  <a:lnTo>
                    <a:pt x="318515" y="21336"/>
                  </a:lnTo>
                  <a:lnTo>
                    <a:pt x="318515" y="13716"/>
                  </a:lnTo>
                  <a:lnTo>
                    <a:pt x="316991" y="9144"/>
                  </a:lnTo>
                  <a:lnTo>
                    <a:pt x="313943" y="1524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7451" y="74676"/>
                  </a:lnTo>
                  <a:lnTo>
                    <a:pt x="61912" y="74866"/>
                  </a:lnTo>
                  <a:lnTo>
                    <a:pt x="54110" y="75223"/>
                  </a:lnTo>
                  <a:lnTo>
                    <a:pt x="52712" y="75223"/>
                  </a:lnTo>
                  <a:lnTo>
                    <a:pt x="45719" y="76200"/>
                  </a:lnTo>
                  <a:lnTo>
                    <a:pt x="39623" y="76200"/>
                  </a:lnTo>
                  <a:lnTo>
                    <a:pt x="36647" y="79176"/>
                  </a:lnTo>
                  <a:lnTo>
                    <a:pt x="33528" y="80772"/>
                  </a:lnTo>
                  <a:lnTo>
                    <a:pt x="30480" y="86868"/>
                  </a:lnTo>
                  <a:lnTo>
                    <a:pt x="30543" y="94678"/>
                  </a:lnTo>
                  <a:lnTo>
                    <a:pt x="32004" y="99060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0789"/>
                  </a:lnTo>
                  <a:lnTo>
                    <a:pt x="155447" y="198120"/>
                  </a:lnTo>
                  <a:lnTo>
                    <a:pt x="125920" y="164020"/>
                  </a:lnTo>
                  <a:lnTo>
                    <a:pt x="115823" y="121920"/>
                  </a:lnTo>
                  <a:lnTo>
                    <a:pt x="116990" y="107894"/>
                  </a:lnTo>
                  <a:lnTo>
                    <a:pt x="120586" y="95440"/>
                  </a:lnTo>
                  <a:lnTo>
                    <a:pt x="125728" y="86248"/>
                  </a:lnTo>
                  <a:lnTo>
                    <a:pt x="126840" y="84320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5223"/>
                  </a:lnTo>
                  <a:lnTo>
                    <a:pt x="172592" y="76771"/>
                  </a:lnTo>
                  <a:lnTo>
                    <a:pt x="137159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49352" y="161544"/>
                  </a:lnTo>
                  <a:lnTo>
                    <a:pt x="199929" y="182975"/>
                  </a:lnTo>
                  <a:lnTo>
                    <a:pt x="222503" y="184404"/>
                  </a:lnTo>
                  <a:lnTo>
                    <a:pt x="333375" y="184404"/>
                  </a:lnTo>
                  <a:lnTo>
                    <a:pt x="331636" y="187118"/>
                  </a:lnTo>
                  <a:lnTo>
                    <a:pt x="318515" y="201168"/>
                  </a:lnTo>
                  <a:lnTo>
                    <a:pt x="302513" y="213169"/>
                  </a:lnTo>
                  <a:lnTo>
                    <a:pt x="284225" y="221742"/>
                  </a:lnTo>
                  <a:lnTo>
                    <a:pt x="263651" y="226885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3375" y="184404"/>
                  </a:moveTo>
                  <a:lnTo>
                    <a:pt x="222503" y="184404"/>
                  </a:lnTo>
                  <a:lnTo>
                    <a:pt x="246356" y="182975"/>
                  </a:lnTo>
                  <a:lnTo>
                    <a:pt x="246075" y="182975"/>
                  </a:lnTo>
                  <a:lnTo>
                    <a:pt x="283154" y="172188"/>
                  </a:lnTo>
                  <a:lnTo>
                    <a:pt x="316420" y="140589"/>
                  </a:lnTo>
                  <a:lnTo>
                    <a:pt x="323088" y="115824"/>
                  </a:lnTo>
                  <a:lnTo>
                    <a:pt x="321659" y="105322"/>
                  </a:lnTo>
                  <a:lnTo>
                    <a:pt x="317372" y="94678"/>
                  </a:lnTo>
                  <a:lnTo>
                    <a:pt x="310229" y="84320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5156"/>
                  </a:lnTo>
                  <a:lnTo>
                    <a:pt x="348996" y="138684"/>
                  </a:lnTo>
                  <a:lnTo>
                    <a:pt x="347019" y="156162"/>
                  </a:lnTo>
                  <a:lnTo>
                    <a:pt x="341194" y="172188"/>
                  </a:lnTo>
                  <a:lnTo>
                    <a:pt x="333375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86" name="Google Shape;3786;p68"/>
          <p:cNvSpPr/>
          <p:nvPr/>
        </p:nvSpPr>
        <p:spPr>
          <a:xfrm>
            <a:off x="2225039" y="9557004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FB012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787" name="Google Shape;3787;p68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164079" y="8919971"/>
            <a:ext cx="175260" cy="368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788" name="Google Shape;3788;p68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164079" y="8535923"/>
            <a:ext cx="175260" cy="3063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89" name="Google Shape;3789;p68"/>
          <p:cNvGrpSpPr/>
          <p:nvPr/>
        </p:nvGrpSpPr>
        <p:grpSpPr>
          <a:xfrm>
            <a:off x="2221991" y="8011668"/>
            <a:ext cx="167640" cy="461771"/>
            <a:chOff x="2221991" y="8011668"/>
            <a:chExt cx="167640" cy="461771"/>
          </a:xfrm>
        </p:grpSpPr>
        <p:pic>
          <p:nvPicPr>
            <p:cNvPr id="3790" name="Google Shape;3790;p68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221991" y="8063484"/>
              <a:ext cx="167640" cy="40995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91" name="Google Shape;3791;p68"/>
            <p:cNvSpPr/>
            <p:nvPr/>
          </p:nvSpPr>
          <p:spPr>
            <a:xfrm>
              <a:off x="2221991" y="8011668"/>
              <a:ext cx="117475" cy="27940"/>
            </a:xfrm>
            <a:custGeom>
              <a:rect b="b" l="l" r="r" t="t"/>
              <a:pathLst>
                <a:path extrusionOk="0" h="27940" w="117475">
                  <a:moveTo>
                    <a:pt x="18288" y="27432"/>
                  </a:moveTo>
                  <a:lnTo>
                    <a:pt x="10668" y="27432"/>
                  </a:lnTo>
                  <a:lnTo>
                    <a:pt x="6096" y="25908"/>
                  </a:lnTo>
                  <a:lnTo>
                    <a:pt x="4572" y="22860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6096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2860" y="4572"/>
                  </a:lnTo>
                  <a:lnTo>
                    <a:pt x="25908" y="6096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5908" y="21336"/>
                  </a:lnTo>
                  <a:lnTo>
                    <a:pt x="22860" y="22860"/>
                  </a:lnTo>
                  <a:lnTo>
                    <a:pt x="21336" y="25908"/>
                  </a:lnTo>
                  <a:lnTo>
                    <a:pt x="18288" y="27432"/>
                  </a:lnTo>
                  <a:close/>
                </a:path>
                <a:path extrusionOk="0" h="27940" w="117475">
                  <a:moveTo>
                    <a:pt x="108204" y="27432"/>
                  </a:moveTo>
                  <a:lnTo>
                    <a:pt x="100584" y="27432"/>
                  </a:lnTo>
                  <a:lnTo>
                    <a:pt x="96012" y="25908"/>
                  </a:lnTo>
                  <a:lnTo>
                    <a:pt x="94488" y="22860"/>
                  </a:lnTo>
                  <a:lnTo>
                    <a:pt x="91440" y="21336"/>
                  </a:lnTo>
                  <a:lnTo>
                    <a:pt x="89916" y="18288"/>
                  </a:lnTo>
                  <a:lnTo>
                    <a:pt x="89916" y="10668"/>
                  </a:lnTo>
                  <a:lnTo>
                    <a:pt x="91440" y="6096"/>
                  </a:lnTo>
                  <a:lnTo>
                    <a:pt x="94488" y="4572"/>
                  </a:lnTo>
                  <a:lnTo>
                    <a:pt x="96012" y="1524"/>
                  </a:lnTo>
                  <a:lnTo>
                    <a:pt x="100584" y="0"/>
                  </a:lnTo>
                  <a:lnTo>
                    <a:pt x="108204" y="0"/>
                  </a:lnTo>
                  <a:lnTo>
                    <a:pt x="111252" y="1524"/>
                  </a:lnTo>
                  <a:lnTo>
                    <a:pt x="112776" y="4572"/>
                  </a:lnTo>
                  <a:lnTo>
                    <a:pt x="115824" y="7620"/>
                  </a:lnTo>
                  <a:lnTo>
                    <a:pt x="117348" y="10668"/>
                  </a:lnTo>
                  <a:lnTo>
                    <a:pt x="117348" y="18288"/>
                  </a:lnTo>
                  <a:lnTo>
                    <a:pt x="115824" y="21336"/>
                  </a:lnTo>
                  <a:lnTo>
                    <a:pt x="112776" y="22860"/>
                  </a:lnTo>
                  <a:lnTo>
                    <a:pt x="111252" y="25908"/>
                  </a:lnTo>
                  <a:lnTo>
                    <a:pt x="10820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92" name="Google Shape;3792;p68"/>
          <p:cNvSpPr/>
          <p:nvPr/>
        </p:nvSpPr>
        <p:spPr>
          <a:xfrm>
            <a:off x="2164067" y="7210044"/>
            <a:ext cx="175895" cy="721360"/>
          </a:xfrm>
          <a:custGeom>
            <a:rect b="b" l="l" r="r" t="t"/>
            <a:pathLst>
              <a:path extrusionOk="0" h="721359" w="175894">
                <a:moveTo>
                  <a:pt x="172212" y="534924"/>
                </a:moveTo>
                <a:lnTo>
                  <a:pt x="169164" y="534924"/>
                </a:lnTo>
                <a:lnTo>
                  <a:pt x="169164" y="544068"/>
                </a:lnTo>
                <a:lnTo>
                  <a:pt x="163068" y="550164"/>
                </a:lnTo>
                <a:lnTo>
                  <a:pt x="160020" y="551688"/>
                </a:lnTo>
                <a:lnTo>
                  <a:pt x="89916" y="551688"/>
                </a:lnTo>
                <a:lnTo>
                  <a:pt x="82296" y="553212"/>
                </a:lnTo>
                <a:lnTo>
                  <a:pt x="77724" y="554736"/>
                </a:lnTo>
                <a:lnTo>
                  <a:pt x="70104" y="556260"/>
                </a:lnTo>
                <a:lnTo>
                  <a:pt x="65532" y="560832"/>
                </a:lnTo>
                <a:lnTo>
                  <a:pt x="62484" y="565404"/>
                </a:lnTo>
                <a:lnTo>
                  <a:pt x="59436" y="568452"/>
                </a:lnTo>
                <a:lnTo>
                  <a:pt x="57912" y="574548"/>
                </a:lnTo>
                <a:lnTo>
                  <a:pt x="57912" y="585216"/>
                </a:lnTo>
                <a:lnTo>
                  <a:pt x="59436" y="591312"/>
                </a:lnTo>
                <a:lnTo>
                  <a:pt x="82296" y="617220"/>
                </a:lnTo>
                <a:lnTo>
                  <a:pt x="74676" y="618744"/>
                </a:lnTo>
                <a:lnTo>
                  <a:pt x="68580" y="623316"/>
                </a:lnTo>
                <a:lnTo>
                  <a:pt x="59436" y="632460"/>
                </a:lnTo>
                <a:lnTo>
                  <a:pt x="57912" y="638556"/>
                </a:lnTo>
                <a:lnTo>
                  <a:pt x="57912" y="649224"/>
                </a:lnTo>
                <a:lnTo>
                  <a:pt x="59436" y="653796"/>
                </a:lnTo>
                <a:lnTo>
                  <a:pt x="60960" y="656844"/>
                </a:lnTo>
                <a:lnTo>
                  <a:pt x="62484" y="661416"/>
                </a:lnTo>
                <a:lnTo>
                  <a:pt x="64008" y="664464"/>
                </a:lnTo>
                <a:lnTo>
                  <a:pt x="68580" y="669036"/>
                </a:lnTo>
                <a:lnTo>
                  <a:pt x="68580" y="670560"/>
                </a:lnTo>
                <a:lnTo>
                  <a:pt x="74676" y="675132"/>
                </a:lnTo>
                <a:lnTo>
                  <a:pt x="82296" y="682752"/>
                </a:lnTo>
                <a:lnTo>
                  <a:pt x="57912" y="682752"/>
                </a:lnTo>
                <a:lnTo>
                  <a:pt x="57912" y="687324"/>
                </a:lnTo>
                <a:lnTo>
                  <a:pt x="71628" y="720852"/>
                </a:lnTo>
                <a:lnTo>
                  <a:pt x="74676" y="719328"/>
                </a:lnTo>
                <a:lnTo>
                  <a:pt x="73152" y="716280"/>
                </a:lnTo>
                <a:lnTo>
                  <a:pt x="73152" y="707136"/>
                </a:lnTo>
                <a:lnTo>
                  <a:pt x="74676" y="705612"/>
                </a:lnTo>
                <a:lnTo>
                  <a:pt x="76200" y="705612"/>
                </a:lnTo>
                <a:lnTo>
                  <a:pt x="77724" y="704088"/>
                </a:lnTo>
                <a:lnTo>
                  <a:pt x="80772" y="704088"/>
                </a:lnTo>
                <a:lnTo>
                  <a:pt x="83820" y="702564"/>
                </a:lnTo>
                <a:lnTo>
                  <a:pt x="160020" y="702564"/>
                </a:lnTo>
                <a:lnTo>
                  <a:pt x="161544" y="704088"/>
                </a:lnTo>
                <a:lnTo>
                  <a:pt x="164592" y="705612"/>
                </a:lnTo>
                <a:lnTo>
                  <a:pt x="169164" y="710184"/>
                </a:lnTo>
                <a:lnTo>
                  <a:pt x="169164" y="719328"/>
                </a:lnTo>
                <a:lnTo>
                  <a:pt x="172212" y="719328"/>
                </a:lnTo>
                <a:lnTo>
                  <a:pt x="172212" y="702564"/>
                </a:lnTo>
                <a:lnTo>
                  <a:pt x="172212" y="665988"/>
                </a:lnTo>
                <a:lnTo>
                  <a:pt x="169164" y="665988"/>
                </a:lnTo>
                <a:lnTo>
                  <a:pt x="169164" y="675132"/>
                </a:lnTo>
                <a:lnTo>
                  <a:pt x="167640" y="676656"/>
                </a:lnTo>
                <a:lnTo>
                  <a:pt x="166116" y="679704"/>
                </a:lnTo>
                <a:lnTo>
                  <a:pt x="164592" y="679704"/>
                </a:lnTo>
                <a:lnTo>
                  <a:pt x="163068" y="681228"/>
                </a:lnTo>
                <a:lnTo>
                  <a:pt x="160020" y="682752"/>
                </a:lnTo>
                <a:lnTo>
                  <a:pt x="88392" y="682752"/>
                </a:lnTo>
                <a:lnTo>
                  <a:pt x="83820" y="679704"/>
                </a:lnTo>
                <a:lnTo>
                  <a:pt x="80772" y="673608"/>
                </a:lnTo>
                <a:lnTo>
                  <a:pt x="76200" y="667512"/>
                </a:lnTo>
                <a:lnTo>
                  <a:pt x="74676" y="662940"/>
                </a:lnTo>
                <a:lnTo>
                  <a:pt x="73152" y="659892"/>
                </a:lnTo>
                <a:lnTo>
                  <a:pt x="73152" y="649224"/>
                </a:lnTo>
                <a:lnTo>
                  <a:pt x="76200" y="644652"/>
                </a:lnTo>
                <a:lnTo>
                  <a:pt x="80772" y="640080"/>
                </a:lnTo>
                <a:lnTo>
                  <a:pt x="83820" y="638556"/>
                </a:lnTo>
                <a:lnTo>
                  <a:pt x="91440" y="637032"/>
                </a:lnTo>
                <a:lnTo>
                  <a:pt x="160020" y="637032"/>
                </a:lnTo>
                <a:lnTo>
                  <a:pt x="166116" y="640080"/>
                </a:lnTo>
                <a:lnTo>
                  <a:pt x="167640" y="641604"/>
                </a:lnTo>
                <a:lnTo>
                  <a:pt x="169164" y="644652"/>
                </a:lnTo>
                <a:lnTo>
                  <a:pt x="169164" y="653796"/>
                </a:lnTo>
                <a:lnTo>
                  <a:pt x="172212" y="653796"/>
                </a:lnTo>
                <a:lnTo>
                  <a:pt x="172212" y="637032"/>
                </a:lnTo>
                <a:lnTo>
                  <a:pt x="172212" y="617220"/>
                </a:lnTo>
                <a:lnTo>
                  <a:pt x="172212" y="600456"/>
                </a:lnTo>
                <a:lnTo>
                  <a:pt x="169164" y="600456"/>
                </a:lnTo>
                <a:lnTo>
                  <a:pt x="169164" y="609600"/>
                </a:lnTo>
                <a:lnTo>
                  <a:pt x="167640" y="611124"/>
                </a:lnTo>
                <a:lnTo>
                  <a:pt x="166116" y="614172"/>
                </a:lnTo>
                <a:lnTo>
                  <a:pt x="164592" y="615696"/>
                </a:lnTo>
                <a:lnTo>
                  <a:pt x="163068" y="615696"/>
                </a:lnTo>
                <a:lnTo>
                  <a:pt x="160020" y="617220"/>
                </a:lnTo>
                <a:lnTo>
                  <a:pt x="88392" y="617220"/>
                </a:lnTo>
                <a:lnTo>
                  <a:pt x="82296" y="611124"/>
                </a:lnTo>
                <a:lnTo>
                  <a:pt x="76200" y="601980"/>
                </a:lnTo>
                <a:lnTo>
                  <a:pt x="73152" y="592836"/>
                </a:lnTo>
                <a:lnTo>
                  <a:pt x="73152" y="582168"/>
                </a:lnTo>
                <a:lnTo>
                  <a:pt x="76200" y="577596"/>
                </a:lnTo>
                <a:lnTo>
                  <a:pt x="80772" y="574548"/>
                </a:lnTo>
                <a:lnTo>
                  <a:pt x="85344" y="573024"/>
                </a:lnTo>
                <a:lnTo>
                  <a:pt x="91440" y="571500"/>
                </a:lnTo>
                <a:lnTo>
                  <a:pt x="160020" y="571500"/>
                </a:lnTo>
                <a:lnTo>
                  <a:pt x="163068" y="573024"/>
                </a:lnTo>
                <a:lnTo>
                  <a:pt x="167640" y="577596"/>
                </a:lnTo>
                <a:lnTo>
                  <a:pt x="169164" y="582168"/>
                </a:lnTo>
                <a:lnTo>
                  <a:pt x="169164" y="588264"/>
                </a:lnTo>
                <a:lnTo>
                  <a:pt x="172212" y="588264"/>
                </a:lnTo>
                <a:lnTo>
                  <a:pt x="172212" y="571500"/>
                </a:lnTo>
                <a:lnTo>
                  <a:pt x="172212" y="534924"/>
                </a:lnTo>
                <a:close/>
              </a:path>
              <a:path extrusionOk="0" h="721359" w="175894">
                <a:moveTo>
                  <a:pt x="172212" y="298704"/>
                </a:moveTo>
                <a:lnTo>
                  <a:pt x="169164" y="298704"/>
                </a:lnTo>
                <a:lnTo>
                  <a:pt x="169164" y="307848"/>
                </a:lnTo>
                <a:lnTo>
                  <a:pt x="167640" y="310896"/>
                </a:lnTo>
                <a:lnTo>
                  <a:pt x="164592" y="313944"/>
                </a:lnTo>
                <a:lnTo>
                  <a:pt x="163068" y="313944"/>
                </a:lnTo>
                <a:lnTo>
                  <a:pt x="160020" y="315468"/>
                </a:lnTo>
                <a:lnTo>
                  <a:pt x="89916" y="315468"/>
                </a:lnTo>
                <a:lnTo>
                  <a:pt x="82296" y="316992"/>
                </a:lnTo>
                <a:lnTo>
                  <a:pt x="57912" y="339852"/>
                </a:lnTo>
                <a:lnTo>
                  <a:pt x="57912" y="345948"/>
                </a:lnTo>
                <a:lnTo>
                  <a:pt x="59372" y="354457"/>
                </a:lnTo>
                <a:lnTo>
                  <a:pt x="63817" y="363664"/>
                </a:lnTo>
                <a:lnTo>
                  <a:pt x="71424" y="373176"/>
                </a:lnTo>
                <a:lnTo>
                  <a:pt x="82296" y="382524"/>
                </a:lnTo>
                <a:lnTo>
                  <a:pt x="57912" y="382524"/>
                </a:lnTo>
                <a:lnTo>
                  <a:pt x="57912" y="388620"/>
                </a:lnTo>
                <a:lnTo>
                  <a:pt x="71628" y="420624"/>
                </a:lnTo>
                <a:lnTo>
                  <a:pt x="74676" y="419100"/>
                </a:lnTo>
                <a:lnTo>
                  <a:pt x="73152" y="416052"/>
                </a:lnTo>
                <a:lnTo>
                  <a:pt x="73152" y="408432"/>
                </a:lnTo>
                <a:lnTo>
                  <a:pt x="77724" y="403860"/>
                </a:lnTo>
                <a:lnTo>
                  <a:pt x="83820" y="403860"/>
                </a:lnTo>
                <a:lnTo>
                  <a:pt x="91440" y="402336"/>
                </a:lnTo>
                <a:lnTo>
                  <a:pt x="155448" y="402336"/>
                </a:lnTo>
                <a:lnTo>
                  <a:pt x="161544" y="403860"/>
                </a:lnTo>
                <a:lnTo>
                  <a:pt x="164592" y="405384"/>
                </a:lnTo>
                <a:lnTo>
                  <a:pt x="167640" y="408432"/>
                </a:lnTo>
                <a:lnTo>
                  <a:pt x="169164" y="411480"/>
                </a:lnTo>
                <a:lnTo>
                  <a:pt x="169164" y="419100"/>
                </a:lnTo>
                <a:lnTo>
                  <a:pt x="172212" y="419100"/>
                </a:lnTo>
                <a:lnTo>
                  <a:pt x="172212" y="365760"/>
                </a:lnTo>
                <a:lnTo>
                  <a:pt x="169164" y="365760"/>
                </a:lnTo>
                <a:lnTo>
                  <a:pt x="169164" y="376428"/>
                </a:lnTo>
                <a:lnTo>
                  <a:pt x="164592" y="381000"/>
                </a:lnTo>
                <a:lnTo>
                  <a:pt x="161544" y="382524"/>
                </a:lnTo>
                <a:lnTo>
                  <a:pt x="88392" y="382524"/>
                </a:lnTo>
                <a:lnTo>
                  <a:pt x="81521" y="375653"/>
                </a:lnTo>
                <a:lnTo>
                  <a:pt x="76771" y="368617"/>
                </a:lnTo>
                <a:lnTo>
                  <a:pt x="74041" y="361315"/>
                </a:lnTo>
                <a:lnTo>
                  <a:pt x="73152" y="353568"/>
                </a:lnTo>
                <a:lnTo>
                  <a:pt x="73152" y="347472"/>
                </a:lnTo>
                <a:lnTo>
                  <a:pt x="76200" y="342900"/>
                </a:lnTo>
                <a:lnTo>
                  <a:pt x="85344" y="336804"/>
                </a:lnTo>
                <a:lnTo>
                  <a:pt x="91440" y="335280"/>
                </a:lnTo>
                <a:lnTo>
                  <a:pt x="153924" y="335280"/>
                </a:lnTo>
                <a:lnTo>
                  <a:pt x="158496" y="336804"/>
                </a:lnTo>
                <a:lnTo>
                  <a:pt x="163068" y="336804"/>
                </a:lnTo>
                <a:lnTo>
                  <a:pt x="166116" y="339852"/>
                </a:lnTo>
                <a:lnTo>
                  <a:pt x="169164" y="345948"/>
                </a:lnTo>
                <a:lnTo>
                  <a:pt x="169164" y="352044"/>
                </a:lnTo>
                <a:lnTo>
                  <a:pt x="172212" y="352044"/>
                </a:lnTo>
                <a:lnTo>
                  <a:pt x="172212" y="298704"/>
                </a:lnTo>
                <a:close/>
              </a:path>
              <a:path extrusionOk="0" h="721359" w="175894">
                <a:moveTo>
                  <a:pt x="172212" y="0"/>
                </a:moveTo>
                <a:lnTo>
                  <a:pt x="169164" y="0"/>
                </a:lnTo>
                <a:lnTo>
                  <a:pt x="169164" y="9144"/>
                </a:lnTo>
                <a:lnTo>
                  <a:pt x="164592" y="13716"/>
                </a:lnTo>
                <a:lnTo>
                  <a:pt x="161544" y="15240"/>
                </a:lnTo>
                <a:lnTo>
                  <a:pt x="160020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8288" y="38100"/>
                </a:lnTo>
                <a:lnTo>
                  <a:pt x="19812" y="38100"/>
                </a:lnTo>
                <a:lnTo>
                  <a:pt x="22860" y="36576"/>
                </a:lnTo>
                <a:lnTo>
                  <a:pt x="160020" y="36576"/>
                </a:lnTo>
                <a:lnTo>
                  <a:pt x="161544" y="38100"/>
                </a:lnTo>
                <a:lnTo>
                  <a:pt x="164592" y="39624"/>
                </a:lnTo>
                <a:lnTo>
                  <a:pt x="169164" y="44196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721359" w="175894">
                <a:moveTo>
                  <a:pt x="175260" y="446532"/>
                </a:moveTo>
                <a:lnTo>
                  <a:pt x="156972" y="420624"/>
                </a:lnTo>
                <a:lnTo>
                  <a:pt x="150876" y="420624"/>
                </a:lnTo>
                <a:lnTo>
                  <a:pt x="155448" y="426720"/>
                </a:lnTo>
                <a:lnTo>
                  <a:pt x="158496" y="429768"/>
                </a:lnTo>
                <a:lnTo>
                  <a:pt x="158496" y="431292"/>
                </a:lnTo>
                <a:lnTo>
                  <a:pt x="160020" y="431292"/>
                </a:lnTo>
                <a:lnTo>
                  <a:pt x="160020" y="435864"/>
                </a:lnTo>
                <a:lnTo>
                  <a:pt x="156972" y="438912"/>
                </a:lnTo>
                <a:lnTo>
                  <a:pt x="85344" y="438912"/>
                </a:lnTo>
                <a:lnTo>
                  <a:pt x="77724" y="440436"/>
                </a:lnTo>
                <a:lnTo>
                  <a:pt x="74676" y="441960"/>
                </a:lnTo>
                <a:lnTo>
                  <a:pt x="70104" y="443484"/>
                </a:lnTo>
                <a:lnTo>
                  <a:pt x="65532" y="448056"/>
                </a:lnTo>
                <a:lnTo>
                  <a:pt x="62484" y="452628"/>
                </a:lnTo>
                <a:lnTo>
                  <a:pt x="59436" y="458724"/>
                </a:lnTo>
                <a:lnTo>
                  <a:pt x="57912" y="467868"/>
                </a:lnTo>
                <a:lnTo>
                  <a:pt x="58000" y="478447"/>
                </a:lnTo>
                <a:lnTo>
                  <a:pt x="58077" y="479729"/>
                </a:lnTo>
                <a:lnTo>
                  <a:pt x="58191" y="481584"/>
                </a:lnTo>
                <a:lnTo>
                  <a:pt x="58483" y="486714"/>
                </a:lnTo>
                <a:lnTo>
                  <a:pt x="79248" y="518160"/>
                </a:lnTo>
                <a:lnTo>
                  <a:pt x="92964" y="518160"/>
                </a:lnTo>
                <a:lnTo>
                  <a:pt x="94488" y="516636"/>
                </a:lnTo>
                <a:lnTo>
                  <a:pt x="96012" y="513588"/>
                </a:lnTo>
                <a:lnTo>
                  <a:pt x="97536" y="512064"/>
                </a:lnTo>
                <a:lnTo>
                  <a:pt x="97536" y="505968"/>
                </a:lnTo>
                <a:lnTo>
                  <a:pt x="96012" y="504444"/>
                </a:lnTo>
                <a:lnTo>
                  <a:pt x="94488" y="501396"/>
                </a:lnTo>
                <a:lnTo>
                  <a:pt x="92964" y="499872"/>
                </a:lnTo>
                <a:lnTo>
                  <a:pt x="89916" y="498348"/>
                </a:lnTo>
                <a:lnTo>
                  <a:pt x="85344" y="498348"/>
                </a:lnTo>
                <a:lnTo>
                  <a:pt x="79248" y="499872"/>
                </a:lnTo>
                <a:lnTo>
                  <a:pt x="76200" y="499872"/>
                </a:lnTo>
                <a:lnTo>
                  <a:pt x="73152" y="498348"/>
                </a:lnTo>
                <a:lnTo>
                  <a:pt x="70104" y="493776"/>
                </a:lnTo>
                <a:lnTo>
                  <a:pt x="67056" y="490728"/>
                </a:lnTo>
                <a:lnTo>
                  <a:pt x="65532" y="487680"/>
                </a:lnTo>
                <a:lnTo>
                  <a:pt x="65659" y="473583"/>
                </a:lnTo>
                <a:lnTo>
                  <a:pt x="67056" y="469392"/>
                </a:lnTo>
                <a:lnTo>
                  <a:pt x="71628" y="464820"/>
                </a:lnTo>
                <a:lnTo>
                  <a:pt x="76200" y="461772"/>
                </a:lnTo>
                <a:lnTo>
                  <a:pt x="83820" y="458724"/>
                </a:lnTo>
                <a:lnTo>
                  <a:pt x="99060" y="458724"/>
                </a:lnTo>
                <a:lnTo>
                  <a:pt x="104495" y="472681"/>
                </a:lnTo>
                <a:lnTo>
                  <a:pt x="109347" y="484632"/>
                </a:lnTo>
                <a:lnTo>
                  <a:pt x="113639" y="494309"/>
                </a:lnTo>
                <a:lnTo>
                  <a:pt x="117348" y="501396"/>
                </a:lnTo>
                <a:lnTo>
                  <a:pt x="121920" y="510540"/>
                </a:lnTo>
                <a:lnTo>
                  <a:pt x="126492" y="516636"/>
                </a:lnTo>
                <a:lnTo>
                  <a:pt x="132588" y="519684"/>
                </a:lnTo>
                <a:lnTo>
                  <a:pt x="137160" y="522732"/>
                </a:lnTo>
                <a:lnTo>
                  <a:pt x="155448" y="522732"/>
                </a:lnTo>
                <a:lnTo>
                  <a:pt x="161544" y="521208"/>
                </a:lnTo>
                <a:lnTo>
                  <a:pt x="172212" y="510540"/>
                </a:lnTo>
                <a:lnTo>
                  <a:pt x="175260" y="504444"/>
                </a:lnTo>
                <a:lnTo>
                  <a:pt x="175260" y="502920"/>
                </a:lnTo>
                <a:lnTo>
                  <a:pt x="175260" y="490728"/>
                </a:lnTo>
                <a:lnTo>
                  <a:pt x="172212" y="481584"/>
                </a:lnTo>
                <a:lnTo>
                  <a:pt x="170243" y="478447"/>
                </a:lnTo>
                <a:lnTo>
                  <a:pt x="166687" y="473583"/>
                </a:lnTo>
                <a:lnTo>
                  <a:pt x="160020" y="464769"/>
                </a:lnTo>
                <a:lnTo>
                  <a:pt x="160020" y="484632"/>
                </a:lnTo>
                <a:lnTo>
                  <a:pt x="160020" y="490728"/>
                </a:lnTo>
                <a:lnTo>
                  <a:pt x="158496" y="493776"/>
                </a:lnTo>
                <a:lnTo>
                  <a:pt x="150876" y="501396"/>
                </a:lnTo>
                <a:lnTo>
                  <a:pt x="146304" y="502920"/>
                </a:lnTo>
                <a:lnTo>
                  <a:pt x="131064" y="502920"/>
                </a:lnTo>
                <a:lnTo>
                  <a:pt x="128016" y="499872"/>
                </a:lnTo>
                <a:lnTo>
                  <a:pt x="123444" y="496824"/>
                </a:lnTo>
                <a:lnTo>
                  <a:pt x="117348" y="484632"/>
                </a:lnTo>
                <a:lnTo>
                  <a:pt x="115049" y="481228"/>
                </a:lnTo>
                <a:lnTo>
                  <a:pt x="112585" y="475678"/>
                </a:lnTo>
                <a:lnTo>
                  <a:pt x="109766" y="467868"/>
                </a:lnTo>
                <a:lnTo>
                  <a:pt x="106680" y="458724"/>
                </a:lnTo>
                <a:lnTo>
                  <a:pt x="147828" y="458724"/>
                </a:lnTo>
                <a:lnTo>
                  <a:pt x="152958" y="467067"/>
                </a:lnTo>
                <a:lnTo>
                  <a:pt x="156781" y="473964"/>
                </a:lnTo>
                <a:lnTo>
                  <a:pt x="159194" y="479729"/>
                </a:lnTo>
                <a:lnTo>
                  <a:pt x="160020" y="484632"/>
                </a:lnTo>
                <a:lnTo>
                  <a:pt x="160020" y="464769"/>
                </a:lnTo>
                <a:lnTo>
                  <a:pt x="155448" y="458724"/>
                </a:lnTo>
                <a:lnTo>
                  <a:pt x="167640" y="458724"/>
                </a:lnTo>
                <a:lnTo>
                  <a:pt x="170688" y="455676"/>
                </a:lnTo>
                <a:lnTo>
                  <a:pt x="173736" y="454152"/>
                </a:lnTo>
                <a:lnTo>
                  <a:pt x="175260" y="451104"/>
                </a:lnTo>
                <a:lnTo>
                  <a:pt x="175260" y="446532"/>
                </a:lnTo>
                <a:close/>
              </a:path>
              <a:path extrusionOk="0" h="721359" w="175894">
                <a:moveTo>
                  <a:pt x="175260" y="88392"/>
                </a:moveTo>
                <a:lnTo>
                  <a:pt x="174117" y="81775"/>
                </a:lnTo>
                <a:lnTo>
                  <a:pt x="170688" y="75438"/>
                </a:lnTo>
                <a:lnTo>
                  <a:pt x="164973" y="69113"/>
                </a:lnTo>
                <a:lnTo>
                  <a:pt x="156972" y="62484"/>
                </a:lnTo>
                <a:lnTo>
                  <a:pt x="150876" y="62484"/>
                </a:lnTo>
                <a:lnTo>
                  <a:pt x="158496" y="70104"/>
                </a:lnTo>
                <a:lnTo>
                  <a:pt x="158496" y="71628"/>
                </a:lnTo>
                <a:lnTo>
                  <a:pt x="160020" y="73152"/>
                </a:lnTo>
                <a:lnTo>
                  <a:pt x="160020" y="77724"/>
                </a:lnTo>
                <a:lnTo>
                  <a:pt x="158496" y="77724"/>
                </a:lnTo>
                <a:lnTo>
                  <a:pt x="158496" y="79248"/>
                </a:lnTo>
                <a:lnTo>
                  <a:pt x="156972" y="79248"/>
                </a:lnTo>
                <a:lnTo>
                  <a:pt x="153924" y="80772"/>
                </a:lnTo>
                <a:lnTo>
                  <a:pt x="77724" y="80772"/>
                </a:lnTo>
                <a:lnTo>
                  <a:pt x="60413" y="99060"/>
                </a:lnTo>
                <a:lnTo>
                  <a:pt x="59055" y="104775"/>
                </a:lnTo>
                <a:lnTo>
                  <a:pt x="58204" y="111404"/>
                </a:lnTo>
                <a:lnTo>
                  <a:pt x="58318" y="124968"/>
                </a:lnTo>
                <a:lnTo>
                  <a:pt x="58407" y="126492"/>
                </a:lnTo>
                <a:lnTo>
                  <a:pt x="58483" y="127711"/>
                </a:lnTo>
                <a:lnTo>
                  <a:pt x="58559" y="128016"/>
                </a:lnTo>
                <a:lnTo>
                  <a:pt x="60198" y="135826"/>
                </a:lnTo>
                <a:lnTo>
                  <a:pt x="63055" y="143090"/>
                </a:lnTo>
                <a:lnTo>
                  <a:pt x="63169" y="143256"/>
                </a:lnTo>
                <a:lnTo>
                  <a:pt x="67056" y="149352"/>
                </a:lnTo>
                <a:lnTo>
                  <a:pt x="73152" y="156972"/>
                </a:lnTo>
                <a:lnTo>
                  <a:pt x="79248" y="160020"/>
                </a:lnTo>
                <a:lnTo>
                  <a:pt x="89916" y="160020"/>
                </a:lnTo>
                <a:lnTo>
                  <a:pt x="92964" y="158496"/>
                </a:lnTo>
                <a:lnTo>
                  <a:pt x="96012" y="155448"/>
                </a:lnTo>
                <a:lnTo>
                  <a:pt x="97536" y="152400"/>
                </a:lnTo>
                <a:lnTo>
                  <a:pt x="97536" y="147828"/>
                </a:lnTo>
                <a:lnTo>
                  <a:pt x="96012" y="144780"/>
                </a:lnTo>
                <a:lnTo>
                  <a:pt x="92964" y="141732"/>
                </a:lnTo>
                <a:lnTo>
                  <a:pt x="89916" y="140208"/>
                </a:lnTo>
                <a:lnTo>
                  <a:pt x="76200" y="140208"/>
                </a:lnTo>
                <a:lnTo>
                  <a:pt x="73152" y="138684"/>
                </a:lnTo>
                <a:lnTo>
                  <a:pt x="67056" y="132588"/>
                </a:lnTo>
                <a:lnTo>
                  <a:pt x="65532" y="128016"/>
                </a:lnTo>
                <a:lnTo>
                  <a:pt x="65633" y="115443"/>
                </a:lnTo>
                <a:lnTo>
                  <a:pt x="65684" y="115252"/>
                </a:lnTo>
                <a:lnTo>
                  <a:pt x="67056" y="109728"/>
                </a:lnTo>
                <a:lnTo>
                  <a:pt x="71628" y="106680"/>
                </a:lnTo>
                <a:lnTo>
                  <a:pt x="76200" y="102108"/>
                </a:lnTo>
                <a:lnTo>
                  <a:pt x="83820" y="100584"/>
                </a:lnTo>
                <a:lnTo>
                  <a:pt x="99060" y="100584"/>
                </a:lnTo>
                <a:lnTo>
                  <a:pt x="104495" y="114325"/>
                </a:lnTo>
                <a:lnTo>
                  <a:pt x="109347" y="125920"/>
                </a:lnTo>
                <a:lnTo>
                  <a:pt x="132588" y="160020"/>
                </a:lnTo>
                <a:lnTo>
                  <a:pt x="137160" y="163068"/>
                </a:lnTo>
                <a:lnTo>
                  <a:pt x="141732" y="164592"/>
                </a:lnTo>
                <a:lnTo>
                  <a:pt x="155448" y="164592"/>
                </a:lnTo>
                <a:lnTo>
                  <a:pt x="161544" y="161544"/>
                </a:lnTo>
                <a:lnTo>
                  <a:pt x="167640" y="156972"/>
                </a:lnTo>
                <a:lnTo>
                  <a:pt x="172212" y="152400"/>
                </a:lnTo>
                <a:lnTo>
                  <a:pt x="175260" y="144780"/>
                </a:lnTo>
                <a:lnTo>
                  <a:pt x="175260" y="132588"/>
                </a:lnTo>
                <a:lnTo>
                  <a:pt x="160020" y="106629"/>
                </a:lnTo>
                <a:lnTo>
                  <a:pt x="160020" y="131064"/>
                </a:lnTo>
                <a:lnTo>
                  <a:pt x="158546" y="135521"/>
                </a:lnTo>
                <a:lnTo>
                  <a:pt x="158686" y="135521"/>
                </a:lnTo>
                <a:lnTo>
                  <a:pt x="153924" y="138684"/>
                </a:lnTo>
                <a:lnTo>
                  <a:pt x="150876" y="143256"/>
                </a:lnTo>
                <a:lnTo>
                  <a:pt x="146304" y="144780"/>
                </a:lnTo>
                <a:lnTo>
                  <a:pt x="135636" y="144780"/>
                </a:lnTo>
                <a:lnTo>
                  <a:pt x="131064" y="143256"/>
                </a:lnTo>
                <a:lnTo>
                  <a:pt x="128016" y="140208"/>
                </a:lnTo>
                <a:lnTo>
                  <a:pt x="123444" y="137160"/>
                </a:lnTo>
                <a:lnTo>
                  <a:pt x="120396" y="132588"/>
                </a:lnTo>
                <a:lnTo>
                  <a:pt x="117348" y="124968"/>
                </a:lnTo>
                <a:lnTo>
                  <a:pt x="115049" y="121589"/>
                </a:lnTo>
                <a:lnTo>
                  <a:pt x="114947" y="121373"/>
                </a:lnTo>
                <a:lnTo>
                  <a:pt x="112585" y="116205"/>
                </a:lnTo>
                <a:lnTo>
                  <a:pt x="109855" y="109118"/>
                </a:lnTo>
                <a:lnTo>
                  <a:pt x="106680" y="100584"/>
                </a:lnTo>
                <a:lnTo>
                  <a:pt x="147828" y="100584"/>
                </a:lnTo>
                <a:lnTo>
                  <a:pt x="160020" y="131064"/>
                </a:lnTo>
                <a:lnTo>
                  <a:pt x="160020" y="106629"/>
                </a:lnTo>
                <a:lnTo>
                  <a:pt x="155448" y="100584"/>
                </a:lnTo>
                <a:lnTo>
                  <a:pt x="163068" y="100584"/>
                </a:lnTo>
                <a:lnTo>
                  <a:pt x="167640" y="99060"/>
                </a:lnTo>
                <a:lnTo>
                  <a:pt x="170688" y="97536"/>
                </a:lnTo>
                <a:lnTo>
                  <a:pt x="173736" y="94488"/>
                </a:lnTo>
                <a:lnTo>
                  <a:pt x="175260" y="91440"/>
                </a:lnTo>
                <a:lnTo>
                  <a:pt x="175260" y="88392"/>
                </a:lnTo>
                <a:close/>
              </a:path>
              <a:path extrusionOk="0" h="721359" w="175894">
                <a:moveTo>
                  <a:pt x="175272" y="207264"/>
                </a:moveTo>
                <a:lnTo>
                  <a:pt x="161556" y="173736"/>
                </a:lnTo>
                <a:lnTo>
                  <a:pt x="158508" y="175260"/>
                </a:lnTo>
                <a:lnTo>
                  <a:pt x="160032" y="178308"/>
                </a:lnTo>
                <a:lnTo>
                  <a:pt x="160032" y="187452"/>
                </a:lnTo>
                <a:lnTo>
                  <a:pt x="158508" y="188976"/>
                </a:lnTo>
                <a:lnTo>
                  <a:pt x="158508" y="190500"/>
                </a:lnTo>
                <a:lnTo>
                  <a:pt x="155460" y="190500"/>
                </a:lnTo>
                <a:lnTo>
                  <a:pt x="152412" y="192024"/>
                </a:lnTo>
                <a:lnTo>
                  <a:pt x="60972" y="192024"/>
                </a:lnTo>
                <a:lnTo>
                  <a:pt x="60972" y="228600"/>
                </a:lnTo>
                <a:lnTo>
                  <a:pt x="64020" y="228600"/>
                </a:lnTo>
                <a:lnTo>
                  <a:pt x="64020" y="222504"/>
                </a:lnTo>
                <a:lnTo>
                  <a:pt x="65544" y="217932"/>
                </a:lnTo>
                <a:lnTo>
                  <a:pt x="70116" y="213360"/>
                </a:lnTo>
                <a:lnTo>
                  <a:pt x="74688" y="211836"/>
                </a:lnTo>
                <a:lnTo>
                  <a:pt x="144792" y="211836"/>
                </a:lnTo>
                <a:lnTo>
                  <a:pt x="150888" y="217932"/>
                </a:lnTo>
                <a:lnTo>
                  <a:pt x="153936" y="224028"/>
                </a:lnTo>
                <a:lnTo>
                  <a:pt x="156984" y="228600"/>
                </a:lnTo>
                <a:lnTo>
                  <a:pt x="158508" y="233172"/>
                </a:lnTo>
                <a:lnTo>
                  <a:pt x="160032" y="236220"/>
                </a:lnTo>
                <a:lnTo>
                  <a:pt x="160032" y="245364"/>
                </a:lnTo>
                <a:lnTo>
                  <a:pt x="158508" y="249936"/>
                </a:lnTo>
                <a:lnTo>
                  <a:pt x="155460" y="254508"/>
                </a:lnTo>
                <a:lnTo>
                  <a:pt x="152412" y="257556"/>
                </a:lnTo>
                <a:lnTo>
                  <a:pt x="144792" y="259080"/>
                </a:lnTo>
                <a:lnTo>
                  <a:pt x="60972" y="259080"/>
                </a:lnTo>
                <a:lnTo>
                  <a:pt x="60972" y="297180"/>
                </a:lnTo>
                <a:lnTo>
                  <a:pt x="64020" y="297180"/>
                </a:lnTo>
                <a:lnTo>
                  <a:pt x="64020" y="288036"/>
                </a:lnTo>
                <a:lnTo>
                  <a:pt x="65544" y="284988"/>
                </a:lnTo>
                <a:lnTo>
                  <a:pt x="70116" y="280416"/>
                </a:lnTo>
                <a:lnTo>
                  <a:pt x="73164" y="280416"/>
                </a:lnTo>
                <a:lnTo>
                  <a:pt x="76212" y="278892"/>
                </a:lnTo>
                <a:lnTo>
                  <a:pt x="150888" y="278892"/>
                </a:lnTo>
                <a:lnTo>
                  <a:pt x="155460" y="275844"/>
                </a:lnTo>
                <a:lnTo>
                  <a:pt x="161556" y="274320"/>
                </a:lnTo>
                <a:lnTo>
                  <a:pt x="166128" y="271272"/>
                </a:lnTo>
                <a:lnTo>
                  <a:pt x="169176" y="266700"/>
                </a:lnTo>
                <a:lnTo>
                  <a:pt x="173748" y="262128"/>
                </a:lnTo>
                <a:lnTo>
                  <a:pt x="175272" y="256032"/>
                </a:lnTo>
                <a:lnTo>
                  <a:pt x="175272" y="245364"/>
                </a:lnTo>
                <a:lnTo>
                  <a:pt x="173748" y="239268"/>
                </a:lnTo>
                <a:lnTo>
                  <a:pt x="170700" y="234696"/>
                </a:lnTo>
                <a:lnTo>
                  <a:pt x="168452" y="230060"/>
                </a:lnTo>
                <a:lnTo>
                  <a:pt x="164223" y="224980"/>
                </a:lnTo>
                <a:lnTo>
                  <a:pt x="150888" y="211836"/>
                </a:lnTo>
                <a:lnTo>
                  <a:pt x="175272" y="211836"/>
                </a:lnTo>
                <a:lnTo>
                  <a:pt x="175272" y="2072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793" name="Google Shape;3793;p68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164079" y="5222747"/>
            <a:ext cx="225552" cy="1920240"/>
          </a:xfrm>
          <a:prstGeom prst="rect">
            <a:avLst/>
          </a:prstGeom>
          <a:noFill/>
          <a:ln>
            <a:noFill/>
          </a:ln>
        </p:spPr>
      </p:pic>
      <p:sp>
        <p:nvSpPr>
          <p:cNvPr id="3794" name="Google Shape;3794;p68"/>
          <p:cNvSpPr/>
          <p:nvPr/>
        </p:nvSpPr>
        <p:spPr>
          <a:xfrm>
            <a:off x="2446019" y="9060180"/>
            <a:ext cx="227329" cy="227329"/>
          </a:xfrm>
          <a:custGeom>
            <a:rect b="b" l="l" r="r" t="t"/>
            <a:pathLst>
              <a:path extrusionOk="0" h="227329" w="227330">
                <a:moveTo>
                  <a:pt x="114300" y="227075"/>
                </a:moveTo>
                <a:lnTo>
                  <a:pt x="0" y="114300"/>
                </a:lnTo>
                <a:lnTo>
                  <a:pt x="114300" y="0"/>
                </a:lnTo>
                <a:lnTo>
                  <a:pt x="227076" y="114300"/>
                </a:lnTo>
                <a:lnTo>
                  <a:pt x="114300" y="2270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95" name="Google Shape;3795;p68"/>
          <p:cNvGrpSpPr/>
          <p:nvPr/>
        </p:nvGrpSpPr>
        <p:grpSpPr>
          <a:xfrm>
            <a:off x="2487167" y="8369807"/>
            <a:ext cx="201168" cy="608076"/>
            <a:chOff x="2487167" y="8369807"/>
            <a:chExt cx="201168" cy="608076"/>
          </a:xfrm>
        </p:grpSpPr>
        <p:pic>
          <p:nvPicPr>
            <p:cNvPr id="3796" name="Google Shape;3796;p68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520695" y="8641079"/>
              <a:ext cx="167640" cy="3368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97" name="Google Shape;3797;p68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487167" y="8369807"/>
              <a:ext cx="150876" cy="25145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798" name="Google Shape;3798;p68"/>
          <p:cNvSpPr/>
          <p:nvPr/>
        </p:nvSpPr>
        <p:spPr>
          <a:xfrm>
            <a:off x="2462771" y="7581900"/>
            <a:ext cx="226060" cy="719455"/>
          </a:xfrm>
          <a:custGeom>
            <a:rect b="b" l="l" r="r" t="t"/>
            <a:pathLst>
              <a:path extrusionOk="0" h="719454" w="226060">
                <a:moveTo>
                  <a:pt x="67068" y="638556"/>
                </a:moveTo>
                <a:lnTo>
                  <a:pt x="65544" y="633984"/>
                </a:lnTo>
                <a:lnTo>
                  <a:pt x="59448" y="627888"/>
                </a:lnTo>
                <a:lnTo>
                  <a:pt x="54876" y="626364"/>
                </a:lnTo>
                <a:lnTo>
                  <a:pt x="47256" y="626364"/>
                </a:lnTo>
                <a:lnTo>
                  <a:pt x="42684" y="630936"/>
                </a:lnTo>
                <a:lnTo>
                  <a:pt x="39636" y="632460"/>
                </a:lnTo>
                <a:lnTo>
                  <a:pt x="39636" y="644652"/>
                </a:lnTo>
                <a:lnTo>
                  <a:pt x="41160" y="646176"/>
                </a:lnTo>
                <a:lnTo>
                  <a:pt x="41160" y="649224"/>
                </a:lnTo>
                <a:lnTo>
                  <a:pt x="38112" y="652272"/>
                </a:lnTo>
                <a:lnTo>
                  <a:pt x="28968" y="652272"/>
                </a:lnTo>
                <a:lnTo>
                  <a:pt x="24396" y="650748"/>
                </a:lnTo>
                <a:lnTo>
                  <a:pt x="21348" y="649224"/>
                </a:lnTo>
                <a:lnTo>
                  <a:pt x="16776" y="646176"/>
                </a:lnTo>
                <a:lnTo>
                  <a:pt x="13728" y="640080"/>
                </a:lnTo>
                <a:lnTo>
                  <a:pt x="9156" y="632460"/>
                </a:lnTo>
                <a:lnTo>
                  <a:pt x="4584" y="632460"/>
                </a:lnTo>
                <a:lnTo>
                  <a:pt x="6502" y="639038"/>
                </a:lnTo>
                <a:lnTo>
                  <a:pt x="42684" y="662940"/>
                </a:lnTo>
                <a:lnTo>
                  <a:pt x="48780" y="662940"/>
                </a:lnTo>
                <a:lnTo>
                  <a:pt x="54876" y="661416"/>
                </a:lnTo>
                <a:lnTo>
                  <a:pt x="64020" y="652272"/>
                </a:lnTo>
                <a:lnTo>
                  <a:pt x="67068" y="647700"/>
                </a:lnTo>
                <a:lnTo>
                  <a:pt x="67068" y="638556"/>
                </a:lnTo>
                <a:close/>
              </a:path>
              <a:path extrusionOk="0" h="719454" w="226060">
                <a:moveTo>
                  <a:pt x="68592" y="694944"/>
                </a:moveTo>
                <a:lnTo>
                  <a:pt x="67068" y="690372"/>
                </a:lnTo>
                <a:lnTo>
                  <a:pt x="60972" y="684276"/>
                </a:lnTo>
                <a:lnTo>
                  <a:pt x="57924" y="682752"/>
                </a:lnTo>
                <a:lnTo>
                  <a:pt x="50304" y="682752"/>
                </a:lnTo>
                <a:lnTo>
                  <a:pt x="47256" y="684276"/>
                </a:lnTo>
                <a:lnTo>
                  <a:pt x="44208" y="687324"/>
                </a:lnTo>
                <a:lnTo>
                  <a:pt x="41160" y="688848"/>
                </a:lnTo>
                <a:lnTo>
                  <a:pt x="41160" y="701040"/>
                </a:lnTo>
                <a:lnTo>
                  <a:pt x="42684" y="702564"/>
                </a:lnTo>
                <a:lnTo>
                  <a:pt x="42684" y="705612"/>
                </a:lnTo>
                <a:lnTo>
                  <a:pt x="39636" y="708660"/>
                </a:lnTo>
                <a:lnTo>
                  <a:pt x="28968" y="708660"/>
                </a:lnTo>
                <a:lnTo>
                  <a:pt x="25920" y="707136"/>
                </a:lnTo>
                <a:lnTo>
                  <a:pt x="16776" y="701040"/>
                </a:lnTo>
                <a:lnTo>
                  <a:pt x="12204" y="696468"/>
                </a:lnTo>
                <a:lnTo>
                  <a:pt x="9156" y="688848"/>
                </a:lnTo>
                <a:lnTo>
                  <a:pt x="4584" y="688848"/>
                </a:lnTo>
                <a:lnTo>
                  <a:pt x="35064" y="719328"/>
                </a:lnTo>
                <a:lnTo>
                  <a:pt x="50304" y="719328"/>
                </a:lnTo>
                <a:lnTo>
                  <a:pt x="56400" y="717804"/>
                </a:lnTo>
                <a:lnTo>
                  <a:pt x="65544" y="708660"/>
                </a:lnTo>
                <a:lnTo>
                  <a:pt x="68592" y="704088"/>
                </a:lnTo>
                <a:lnTo>
                  <a:pt x="68592" y="694944"/>
                </a:lnTo>
                <a:close/>
              </a:path>
              <a:path extrusionOk="0" h="719454" w="226060">
                <a:moveTo>
                  <a:pt x="172212" y="556260"/>
                </a:moveTo>
                <a:lnTo>
                  <a:pt x="169164" y="556260"/>
                </a:lnTo>
                <a:lnTo>
                  <a:pt x="169164" y="560832"/>
                </a:lnTo>
                <a:lnTo>
                  <a:pt x="167640" y="565404"/>
                </a:lnTo>
                <a:lnTo>
                  <a:pt x="166116" y="566928"/>
                </a:lnTo>
                <a:lnTo>
                  <a:pt x="166116" y="568452"/>
                </a:lnTo>
                <a:lnTo>
                  <a:pt x="163068" y="569976"/>
                </a:lnTo>
                <a:lnTo>
                  <a:pt x="161544" y="571500"/>
                </a:lnTo>
                <a:lnTo>
                  <a:pt x="158496" y="571500"/>
                </a:lnTo>
                <a:lnTo>
                  <a:pt x="153924" y="573024"/>
                </a:lnTo>
                <a:lnTo>
                  <a:pt x="0" y="573024"/>
                </a:lnTo>
                <a:lnTo>
                  <a:pt x="0" y="577596"/>
                </a:lnTo>
                <a:lnTo>
                  <a:pt x="13716" y="609600"/>
                </a:lnTo>
                <a:lnTo>
                  <a:pt x="16764" y="608076"/>
                </a:lnTo>
                <a:lnTo>
                  <a:pt x="13716" y="601980"/>
                </a:lnTo>
                <a:lnTo>
                  <a:pt x="13716" y="598932"/>
                </a:lnTo>
                <a:lnTo>
                  <a:pt x="15240" y="597408"/>
                </a:lnTo>
                <a:lnTo>
                  <a:pt x="15240" y="595884"/>
                </a:lnTo>
                <a:lnTo>
                  <a:pt x="16764" y="594360"/>
                </a:lnTo>
                <a:lnTo>
                  <a:pt x="18288" y="594360"/>
                </a:lnTo>
                <a:lnTo>
                  <a:pt x="21336" y="592836"/>
                </a:lnTo>
                <a:lnTo>
                  <a:pt x="158496" y="592836"/>
                </a:lnTo>
                <a:lnTo>
                  <a:pt x="164592" y="595884"/>
                </a:lnTo>
                <a:lnTo>
                  <a:pt x="166116" y="595884"/>
                </a:lnTo>
                <a:lnTo>
                  <a:pt x="166116" y="598932"/>
                </a:lnTo>
                <a:lnTo>
                  <a:pt x="167640" y="600456"/>
                </a:lnTo>
                <a:lnTo>
                  <a:pt x="169164" y="603504"/>
                </a:lnTo>
                <a:lnTo>
                  <a:pt x="169164" y="609600"/>
                </a:lnTo>
                <a:lnTo>
                  <a:pt x="172212" y="609600"/>
                </a:lnTo>
                <a:lnTo>
                  <a:pt x="172212" y="556260"/>
                </a:lnTo>
                <a:close/>
              </a:path>
              <a:path extrusionOk="0" h="719454" w="226060">
                <a:moveTo>
                  <a:pt x="175260" y="254508"/>
                </a:moveTo>
                <a:lnTo>
                  <a:pt x="175133" y="252984"/>
                </a:lnTo>
                <a:lnTo>
                  <a:pt x="174688" y="247650"/>
                </a:lnTo>
                <a:lnTo>
                  <a:pt x="172974" y="240792"/>
                </a:lnTo>
                <a:lnTo>
                  <a:pt x="170116" y="233934"/>
                </a:lnTo>
                <a:lnTo>
                  <a:pt x="167640" y="229692"/>
                </a:lnTo>
                <a:lnTo>
                  <a:pt x="167640" y="242316"/>
                </a:lnTo>
                <a:lnTo>
                  <a:pt x="167640" y="249936"/>
                </a:lnTo>
                <a:lnTo>
                  <a:pt x="139903" y="279209"/>
                </a:lnTo>
                <a:lnTo>
                  <a:pt x="106680" y="284988"/>
                </a:lnTo>
                <a:lnTo>
                  <a:pt x="97536" y="284988"/>
                </a:lnTo>
                <a:lnTo>
                  <a:pt x="88392" y="283464"/>
                </a:lnTo>
                <a:lnTo>
                  <a:pt x="76200" y="277368"/>
                </a:lnTo>
                <a:lnTo>
                  <a:pt x="71628" y="274320"/>
                </a:lnTo>
                <a:lnTo>
                  <a:pt x="65532" y="265176"/>
                </a:lnTo>
                <a:lnTo>
                  <a:pt x="65532" y="248412"/>
                </a:lnTo>
                <a:lnTo>
                  <a:pt x="96964" y="226695"/>
                </a:lnTo>
                <a:lnTo>
                  <a:pt x="123444" y="224028"/>
                </a:lnTo>
                <a:lnTo>
                  <a:pt x="134899" y="224345"/>
                </a:lnTo>
                <a:lnTo>
                  <a:pt x="167640" y="242316"/>
                </a:lnTo>
                <a:lnTo>
                  <a:pt x="167640" y="229692"/>
                </a:lnTo>
                <a:lnTo>
                  <a:pt x="136169" y="204393"/>
                </a:lnTo>
                <a:lnTo>
                  <a:pt x="114300" y="201168"/>
                </a:lnTo>
                <a:lnTo>
                  <a:pt x="103428" y="201790"/>
                </a:lnTo>
                <a:lnTo>
                  <a:pt x="68199" y="221919"/>
                </a:lnTo>
                <a:lnTo>
                  <a:pt x="59016" y="242316"/>
                </a:lnTo>
                <a:lnTo>
                  <a:pt x="57912" y="252984"/>
                </a:lnTo>
                <a:lnTo>
                  <a:pt x="57975" y="254508"/>
                </a:lnTo>
                <a:lnTo>
                  <a:pt x="58102" y="257390"/>
                </a:lnTo>
                <a:lnTo>
                  <a:pt x="58229" y="260489"/>
                </a:lnTo>
                <a:lnTo>
                  <a:pt x="79438" y="295643"/>
                </a:lnTo>
                <a:lnTo>
                  <a:pt x="117348" y="307848"/>
                </a:lnTo>
                <a:lnTo>
                  <a:pt x="127355" y="306997"/>
                </a:lnTo>
                <a:lnTo>
                  <a:pt x="163055" y="286448"/>
                </a:lnTo>
                <a:lnTo>
                  <a:pt x="164096" y="284988"/>
                </a:lnTo>
                <a:lnTo>
                  <a:pt x="169735" y="277177"/>
                </a:lnTo>
                <a:lnTo>
                  <a:pt x="173863" y="266496"/>
                </a:lnTo>
                <a:lnTo>
                  <a:pt x="175260" y="254508"/>
                </a:lnTo>
                <a:close/>
              </a:path>
              <a:path extrusionOk="0" h="719454" w="226060">
                <a:moveTo>
                  <a:pt x="175260" y="102108"/>
                </a:moveTo>
                <a:lnTo>
                  <a:pt x="161544" y="68580"/>
                </a:lnTo>
                <a:lnTo>
                  <a:pt x="158496" y="70104"/>
                </a:lnTo>
                <a:lnTo>
                  <a:pt x="158496" y="73152"/>
                </a:lnTo>
                <a:lnTo>
                  <a:pt x="160020" y="76200"/>
                </a:lnTo>
                <a:lnTo>
                  <a:pt x="160020" y="82296"/>
                </a:lnTo>
                <a:lnTo>
                  <a:pt x="156972" y="85344"/>
                </a:lnTo>
                <a:lnTo>
                  <a:pt x="155448" y="85344"/>
                </a:lnTo>
                <a:lnTo>
                  <a:pt x="152400" y="86868"/>
                </a:lnTo>
                <a:lnTo>
                  <a:pt x="60960" y="86868"/>
                </a:lnTo>
                <a:lnTo>
                  <a:pt x="60960" y="123444"/>
                </a:lnTo>
                <a:lnTo>
                  <a:pt x="64008" y="123444"/>
                </a:lnTo>
                <a:lnTo>
                  <a:pt x="64008" y="117348"/>
                </a:lnTo>
                <a:lnTo>
                  <a:pt x="65532" y="112776"/>
                </a:lnTo>
                <a:lnTo>
                  <a:pt x="67056" y="109728"/>
                </a:lnTo>
                <a:lnTo>
                  <a:pt x="70104" y="108204"/>
                </a:lnTo>
                <a:lnTo>
                  <a:pt x="74676" y="106680"/>
                </a:lnTo>
                <a:lnTo>
                  <a:pt x="143256" y="106680"/>
                </a:lnTo>
                <a:lnTo>
                  <a:pt x="149352" y="112776"/>
                </a:lnTo>
                <a:lnTo>
                  <a:pt x="153924" y="118872"/>
                </a:lnTo>
                <a:lnTo>
                  <a:pt x="155448" y="123444"/>
                </a:lnTo>
                <a:lnTo>
                  <a:pt x="158496" y="128016"/>
                </a:lnTo>
                <a:lnTo>
                  <a:pt x="160020" y="132588"/>
                </a:lnTo>
                <a:lnTo>
                  <a:pt x="160020" y="140208"/>
                </a:lnTo>
                <a:lnTo>
                  <a:pt x="158496" y="144780"/>
                </a:lnTo>
                <a:lnTo>
                  <a:pt x="150876" y="152400"/>
                </a:lnTo>
                <a:lnTo>
                  <a:pt x="144780" y="153924"/>
                </a:lnTo>
                <a:lnTo>
                  <a:pt x="60960" y="153924"/>
                </a:lnTo>
                <a:lnTo>
                  <a:pt x="60960" y="192024"/>
                </a:lnTo>
                <a:lnTo>
                  <a:pt x="64008" y="192024"/>
                </a:lnTo>
                <a:lnTo>
                  <a:pt x="64008" y="182880"/>
                </a:lnTo>
                <a:lnTo>
                  <a:pt x="65532" y="181356"/>
                </a:lnTo>
                <a:lnTo>
                  <a:pt x="65532" y="178308"/>
                </a:lnTo>
                <a:lnTo>
                  <a:pt x="67056" y="176784"/>
                </a:lnTo>
                <a:lnTo>
                  <a:pt x="70104" y="175260"/>
                </a:lnTo>
                <a:lnTo>
                  <a:pt x="71628" y="175260"/>
                </a:lnTo>
                <a:lnTo>
                  <a:pt x="76200" y="173736"/>
                </a:lnTo>
                <a:lnTo>
                  <a:pt x="149352" y="173736"/>
                </a:lnTo>
                <a:lnTo>
                  <a:pt x="155448" y="172212"/>
                </a:lnTo>
                <a:lnTo>
                  <a:pt x="161544" y="169164"/>
                </a:lnTo>
                <a:lnTo>
                  <a:pt x="166116" y="166116"/>
                </a:lnTo>
                <a:lnTo>
                  <a:pt x="175260" y="152400"/>
                </a:lnTo>
                <a:lnTo>
                  <a:pt x="175260" y="140208"/>
                </a:lnTo>
                <a:lnTo>
                  <a:pt x="150876" y="106680"/>
                </a:lnTo>
                <a:lnTo>
                  <a:pt x="175260" y="106680"/>
                </a:lnTo>
                <a:lnTo>
                  <a:pt x="175260" y="102108"/>
                </a:lnTo>
                <a:close/>
              </a:path>
              <a:path extrusionOk="0" h="719454" w="226060">
                <a:moveTo>
                  <a:pt x="175260" y="22860"/>
                </a:moveTo>
                <a:lnTo>
                  <a:pt x="172212" y="18288"/>
                </a:lnTo>
                <a:lnTo>
                  <a:pt x="169164" y="12192"/>
                </a:lnTo>
                <a:lnTo>
                  <a:pt x="164592" y="7620"/>
                </a:lnTo>
                <a:lnTo>
                  <a:pt x="158496" y="3048"/>
                </a:lnTo>
                <a:lnTo>
                  <a:pt x="150876" y="0"/>
                </a:lnTo>
                <a:lnTo>
                  <a:pt x="150876" y="6096"/>
                </a:lnTo>
                <a:lnTo>
                  <a:pt x="153924" y="7620"/>
                </a:lnTo>
                <a:lnTo>
                  <a:pt x="155448" y="9144"/>
                </a:lnTo>
                <a:lnTo>
                  <a:pt x="158496" y="15240"/>
                </a:lnTo>
                <a:lnTo>
                  <a:pt x="160020" y="16764"/>
                </a:lnTo>
                <a:lnTo>
                  <a:pt x="160020" y="22860"/>
                </a:lnTo>
                <a:lnTo>
                  <a:pt x="158496" y="25908"/>
                </a:lnTo>
                <a:lnTo>
                  <a:pt x="152400" y="28956"/>
                </a:lnTo>
                <a:lnTo>
                  <a:pt x="147828" y="30480"/>
                </a:lnTo>
                <a:lnTo>
                  <a:pt x="68580" y="30480"/>
                </a:lnTo>
                <a:lnTo>
                  <a:pt x="68580" y="4572"/>
                </a:lnTo>
                <a:lnTo>
                  <a:pt x="60960" y="4572"/>
                </a:lnTo>
                <a:lnTo>
                  <a:pt x="60960" y="30480"/>
                </a:lnTo>
                <a:lnTo>
                  <a:pt x="24384" y="30480"/>
                </a:lnTo>
                <a:lnTo>
                  <a:pt x="24384" y="33528"/>
                </a:lnTo>
                <a:lnTo>
                  <a:pt x="32004" y="36576"/>
                </a:lnTo>
                <a:lnTo>
                  <a:pt x="41148" y="41148"/>
                </a:lnTo>
                <a:lnTo>
                  <a:pt x="45720" y="45720"/>
                </a:lnTo>
                <a:lnTo>
                  <a:pt x="51816" y="50292"/>
                </a:lnTo>
                <a:lnTo>
                  <a:pt x="54864" y="54864"/>
                </a:lnTo>
                <a:lnTo>
                  <a:pt x="59436" y="59436"/>
                </a:lnTo>
                <a:lnTo>
                  <a:pt x="62484" y="64008"/>
                </a:lnTo>
                <a:lnTo>
                  <a:pt x="64008" y="68580"/>
                </a:lnTo>
                <a:lnTo>
                  <a:pt x="68580" y="68580"/>
                </a:lnTo>
                <a:lnTo>
                  <a:pt x="68580" y="50292"/>
                </a:lnTo>
                <a:lnTo>
                  <a:pt x="158496" y="50292"/>
                </a:lnTo>
                <a:lnTo>
                  <a:pt x="163068" y="47244"/>
                </a:lnTo>
                <a:lnTo>
                  <a:pt x="169164" y="44196"/>
                </a:lnTo>
                <a:lnTo>
                  <a:pt x="170688" y="39624"/>
                </a:lnTo>
                <a:lnTo>
                  <a:pt x="173736" y="36576"/>
                </a:lnTo>
                <a:lnTo>
                  <a:pt x="175260" y="32004"/>
                </a:lnTo>
                <a:lnTo>
                  <a:pt x="175260" y="22860"/>
                </a:lnTo>
                <a:close/>
              </a:path>
              <a:path extrusionOk="0" h="719454" w="226060">
                <a:moveTo>
                  <a:pt x="175272" y="463296"/>
                </a:moveTo>
                <a:lnTo>
                  <a:pt x="156984" y="437388"/>
                </a:lnTo>
                <a:lnTo>
                  <a:pt x="150888" y="437388"/>
                </a:lnTo>
                <a:lnTo>
                  <a:pt x="155460" y="441960"/>
                </a:lnTo>
                <a:lnTo>
                  <a:pt x="156984" y="445008"/>
                </a:lnTo>
                <a:lnTo>
                  <a:pt x="158508" y="446532"/>
                </a:lnTo>
                <a:lnTo>
                  <a:pt x="158508" y="448056"/>
                </a:lnTo>
                <a:lnTo>
                  <a:pt x="160032" y="449580"/>
                </a:lnTo>
                <a:lnTo>
                  <a:pt x="160032" y="451104"/>
                </a:lnTo>
                <a:lnTo>
                  <a:pt x="158508" y="452628"/>
                </a:lnTo>
                <a:lnTo>
                  <a:pt x="158508" y="454152"/>
                </a:lnTo>
                <a:lnTo>
                  <a:pt x="156984" y="454152"/>
                </a:lnTo>
                <a:lnTo>
                  <a:pt x="155460" y="455676"/>
                </a:lnTo>
                <a:lnTo>
                  <a:pt x="85356" y="455676"/>
                </a:lnTo>
                <a:lnTo>
                  <a:pt x="77736" y="457200"/>
                </a:lnTo>
                <a:lnTo>
                  <a:pt x="74688" y="458724"/>
                </a:lnTo>
                <a:lnTo>
                  <a:pt x="68592" y="460248"/>
                </a:lnTo>
                <a:lnTo>
                  <a:pt x="62496" y="469392"/>
                </a:lnTo>
                <a:lnTo>
                  <a:pt x="59448" y="475488"/>
                </a:lnTo>
                <a:lnTo>
                  <a:pt x="57924" y="483108"/>
                </a:lnTo>
                <a:lnTo>
                  <a:pt x="58039" y="497357"/>
                </a:lnTo>
                <a:lnTo>
                  <a:pt x="58166" y="500824"/>
                </a:lnTo>
                <a:lnTo>
                  <a:pt x="58254" y="503262"/>
                </a:lnTo>
                <a:lnTo>
                  <a:pt x="77736" y="534924"/>
                </a:lnTo>
                <a:lnTo>
                  <a:pt x="91452" y="534924"/>
                </a:lnTo>
                <a:lnTo>
                  <a:pt x="92976" y="531876"/>
                </a:lnTo>
                <a:lnTo>
                  <a:pt x="96024" y="530352"/>
                </a:lnTo>
                <a:lnTo>
                  <a:pt x="97548" y="528828"/>
                </a:lnTo>
                <a:lnTo>
                  <a:pt x="97548" y="522732"/>
                </a:lnTo>
                <a:lnTo>
                  <a:pt x="96024" y="519684"/>
                </a:lnTo>
                <a:lnTo>
                  <a:pt x="94500" y="518160"/>
                </a:lnTo>
                <a:lnTo>
                  <a:pt x="88404" y="515112"/>
                </a:lnTo>
                <a:lnTo>
                  <a:pt x="74688" y="515112"/>
                </a:lnTo>
                <a:lnTo>
                  <a:pt x="71640" y="513588"/>
                </a:lnTo>
                <a:lnTo>
                  <a:pt x="65544" y="507492"/>
                </a:lnTo>
                <a:lnTo>
                  <a:pt x="65633" y="490347"/>
                </a:lnTo>
                <a:lnTo>
                  <a:pt x="65684" y="490156"/>
                </a:lnTo>
                <a:lnTo>
                  <a:pt x="67068" y="484632"/>
                </a:lnTo>
                <a:lnTo>
                  <a:pt x="71640" y="481584"/>
                </a:lnTo>
                <a:lnTo>
                  <a:pt x="74688" y="477012"/>
                </a:lnTo>
                <a:lnTo>
                  <a:pt x="82308" y="475488"/>
                </a:lnTo>
                <a:lnTo>
                  <a:pt x="99072" y="475488"/>
                </a:lnTo>
                <a:lnTo>
                  <a:pt x="103619" y="489229"/>
                </a:lnTo>
                <a:lnTo>
                  <a:pt x="108026" y="500824"/>
                </a:lnTo>
                <a:lnTo>
                  <a:pt x="131076" y="536448"/>
                </a:lnTo>
                <a:lnTo>
                  <a:pt x="140220" y="539496"/>
                </a:lnTo>
                <a:lnTo>
                  <a:pt x="153936" y="539496"/>
                </a:lnTo>
                <a:lnTo>
                  <a:pt x="161556" y="537972"/>
                </a:lnTo>
                <a:lnTo>
                  <a:pt x="166128" y="531876"/>
                </a:lnTo>
                <a:lnTo>
                  <a:pt x="172224" y="527304"/>
                </a:lnTo>
                <a:lnTo>
                  <a:pt x="175272" y="521208"/>
                </a:lnTo>
                <a:lnTo>
                  <a:pt x="175272" y="519684"/>
                </a:lnTo>
                <a:lnTo>
                  <a:pt x="175272" y="507492"/>
                </a:lnTo>
                <a:lnTo>
                  <a:pt x="173748" y="502920"/>
                </a:lnTo>
                <a:lnTo>
                  <a:pt x="170700" y="498348"/>
                </a:lnTo>
                <a:lnTo>
                  <a:pt x="168960" y="495211"/>
                </a:lnTo>
                <a:lnTo>
                  <a:pt x="165938" y="490347"/>
                </a:lnTo>
                <a:lnTo>
                  <a:pt x="161480" y="483781"/>
                </a:lnTo>
                <a:lnTo>
                  <a:pt x="160032" y="481787"/>
                </a:lnTo>
                <a:lnTo>
                  <a:pt x="160032" y="505968"/>
                </a:lnTo>
                <a:lnTo>
                  <a:pt x="153936" y="515112"/>
                </a:lnTo>
                <a:lnTo>
                  <a:pt x="149364" y="518160"/>
                </a:lnTo>
                <a:lnTo>
                  <a:pt x="144792" y="519684"/>
                </a:lnTo>
                <a:lnTo>
                  <a:pt x="135648" y="519684"/>
                </a:lnTo>
                <a:lnTo>
                  <a:pt x="114401" y="497357"/>
                </a:lnTo>
                <a:lnTo>
                  <a:pt x="112407" y="491871"/>
                </a:lnTo>
                <a:lnTo>
                  <a:pt x="109816" y="484632"/>
                </a:lnTo>
                <a:lnTo>
                  <a:pt x="106692" y="475488"/>
                </a:lnTo>
                <a:lnTo>
                  <a:pt x="147840" y="475488"/>
                </a:lnTo>
                <a:lnTo>
                  <a:pt x="152908" y="483108"/>
                </a:lnTo>
                <a:lnTo>
                  <a:pt x="156794" y="490156"/>
                </a:lnTo>
                <a:lnTo>
                  <a:pt x="156857" y="490347"/>
                </a:lnTo>
                <a:lnTo>
                  <a:pt x="159194" y="496277"/>
                </a:lnTo>
                <a:lnTo>
                  <a:pt x="159931" y="500824"/>
                </a:lnTo>
                <a:lnTo>
                  <a:pt x="160032" y="505968"/>
                </a:lnTo>
                <a:lnTo>
                  <a:pt x="160032" y="481787"/>
                </a:lnTo>
                <a:lnTo>
                  <a:pt x="155460" y="475488"/>
                </a:lnTo>
                <a:lnTo>
                  <a:pt x="161556" y="475488"/>
                </a:lnTo>
                <a:lnTo>
                  <a:pt x="167652" y="473964"/>
                </a:lnTo>
                <a:lnTo>
                  <a:pt x="170700" y="472440"/>
                </a:lnTo>
                <a:lnTo>
                  <a:pt x="173748" y="469392"/>
                </a:lnTo>
                <a:lnTo>
                  <a:pt x="175272" y="466344"/>
                </a:lnTo>
                <a:lnTo>
                  <a:pt x="175272" y="463296"/>
                </a:lnTo>
                <a:close/>
              </a:path>
              <a:path extrusionOk="0" h="719454" w="226060">
                <a:moveTo>
                  <a:pt x="225552" y="411480"/>
                </a:moveTo>
                <a:lnTo>
                  <a:pt x="222504" y="403860"/>
                </a:lnTo>
                <a:lnTo>
                  <a:pt x="216408" y="397764"/>
                </a:lnTo>
                <a:lnTo>
                  <a:pt x="211531" y="392582"/>
                </a:lnTo>
                <a:lnTo>
                  <a:pt x="205930" y="388239"/>
                </a:lnTo>
                <a:lnTo>
                  <a:pt x="199478" y="384479"/>
                </a:lnTo>
                <a:lnTo>
                  <a:pt x="192024" y="381000"/>
                </a:lnTo>
                <a:lnTo>
                  <a:pt x="184607" y="377952"/>
                </a:lnTo>
                <a:lnTo>
                  <a:pt x="95605" y="341376"/>
                </a:lnTo>
                <a:lnTo>
                  <a:pt x="80772" y="335280"/>
                </a:lnTo>
                <a:lnTo>
                  <a:pt x="74676" y="333756"/>
                </a:lnTo>
                <a:lnTo>
                  <a:pt x="71628" y="332232"/>
                </a:lnTo>
                <a:lnTo>
                  <a:pt x="64008" y="324612"/>
                </a:lnTo>
                <a:lnTo>
                  <a:pt x="64008" y="320040"/>
                </a:lnTo>
                <a:lnTo>
                  <a:pt x="60960" y="320040"/>
                </a:lnTo>
                <a:lnTo>
                  <a:pt x="60960" y="353568"/>
                </a:lnTo>
                <a:lnTo>
                  <a:pt x="64008" y="353568"/>
                </a:lnTo>
                <a:lnTo>
                  <a:pt x="64008" y="344424"/>
                </a:lnTo>
                <a:lnTo>
                  <a:pt x="65532" y="342900"/>
                </a:lnTo>
                <a:lnTo>
                  <a:pt x="67056" y="342900"/>
                </a:lnTo>
                <a:lnTo>
                  <a:pt x="68580" y="341376"/>
                </a:lnTo>
                <a:lnTo>
                  <a:pt x="73152" y="341376"/>
                </a:lnTo>
                <a:lnTo>
                  <a:pt x="77724" y="342900"/>
                </a:lnTo>
                <a:lnTo>
                  <a:pt x="80772" y="344424"/>
                </a:lnTo>
                <a:lnTo>
                  <a:pt x="143256" y="368808"/>
                </a:lnTo>
                <a:lnTo>
                  <a:pt x="86868" y="396240"/>
                </a:lnTo>
                <a:lnTo>
                  <a:pt x="80772" y="399288"/>
                </a:lnTo>
                <a:lnTo>
                  <a:pt x="67056" y="399288"/>
                </a:lnTo>
                <a:lnTo>
                  <a:pt x="65532" y="397764"/>
                </a:lnTo>
                <a:lnTo>
                  <a:pt x="64008" y="394716"/>
                </a:lnTo>
                <a:lnTo>
                  <a:pt x="64008" y="387096"/>
                </a:lnTo>
                <a:lnTo>
                  <a:pt x="60960" y="387096"/>
                </a:lnTo>
                <a:lnTo>
                  <a:pt x="60960" y="438912"/>
                </a:lnTo>
                <a:lnTo>
                  <a:pt x="64008" y="438912"/>
                </a:lnTo>
                <a:lnTo>
                  <a:pt x="64008" y="434340"/>
                </a:lnTo>
                <a:lnTo>
                  <a:pt x="65532" y="431292"/>
                </a:lnTo>
                <a:lnTo>
                  <a:pt x="70104" y="426720"/>
                </a:lnTo>
                <a:lnTo>
                  <a:pt x="73152" y="425196"/>
                </a:lnTo>
                <a:lnTo>
                  <a:pt x="77724" y="422148"/>
                </a:lnTo>
                <a:lnTo>
                  <a:pt x="124180" y="399288"/>
                </a:lnTo>
                <a:lnTo>
                  <a:pt x="167640" y="377952"/>
                </a:lnTo>
                <a:lnTo>
                  <a:pt x="185928" y="387096"/>
                </a:lnTo>
                <a:lnTo>
                  <a:pt x="193548" y="390144"/>
                </a:lnTo>
                <a:lnTo>
                  <a:pt x="198120" y="391668"/>
                </a:lnTo>
                <a:lnTo>
                  <a:pt x="204216" y="397764"/>
                </a:lnTo>
                <a:lnTo>
                  <a:pt x="205740" y="400812"/>
                </a:lnTo>
                <a:lnTo>
                  <a:pt x="205740" y="403860"/>
                </a:lnTo>
                <a:lnTo>
                  <a:pt x="202692" y="409956"/>
                </a:lnTo>
                <a:lnTo>
                  <a:pt x="201168" y="414528"/>
                </a:lnTo>
                <a:lnTo>
                  <a:pt x="201168" y="428244"/>
                </a:lnTo>
                <a:lnTo>
                  <a:pt x="205740" y="432816"/>
                </a:lnTo>
                <a:lnTo>
                  <a:pt x="208788" y="434340"/>
                </a:lnTo>
                <a:lnTo>
                  <a:pt x="214884" y="434340"/>
                </a:lnTo>
                <a:lnTo>
                  <a:pt x="217932" y="432816"/>
                </a:lnTo>
                <a:lnTo>
                  <a:pt x="224028" y="426720"/>
                </a:lnTo>
                <a:lnTo>
                  <a:pt x="225552" y="422148"/>
                </a:lnTo>
                <a:lnTo>
                  <a:pt x="225552" y="4114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799" name="Google Shape;3799;p68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462783" y="6486144"/>
            <a:ext cx="225516" cy="1027175"/>
          </a:xfrm>
          <a:prstGeom prst="rect">
            <a:avLst/>
          </a:prstGeom>
          <a:noFill/>
          <a:ln>
            <a:noFill/>
          </a:ln>
        </p:spPr>
      </p:pic>
      <p:sp>
        <p:nvSpPr>
          <p:cNvPr id="3800" name="Google Shape;3800;p68"/>
          <p:cNvSpPr/>
          <p:nvPr/>
        </p:nvSpPr>
        <p:spPr>
          <a:xfrm>
            <a:off x="2741675" y="9060180"/>
            <a:ext cx="228600" cy="227329"/>
          </a:xfrm>
          <a:custGeom>
            <a:rect b="b" l="l" r="r" t="t"/>
            <a:pathLst>
              <a:path extrusionOk="0" h="227329" w="228600">
                <a:moveTo>
                  <a:pt x="115824" y="227075"/>
                </a:moveTo>
                <a:lnTo>
                  <a:pt x="0" y="114300"/>
                </a:lnTo>
                <a:lnTo>
                  <a:pt x="115824" y="0"/>
                </a:lnTo>
                <a:lnTo>
                  <a:pt x="228600" y="114300"/>
                </a:lnTo>
                <a:lnTo>
                  <a:pt x="115824" y="2270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1" name="Google Shape;3801;p68"/>
          <p:cNvSpPr/>
          <p:nvPr/>
        </p:nvSpPr>
        <p:spPr>
          <a:xfrm>
            <a:off x="2758440" y="8432292"/>
            <a:ext cx="175260" cy="546100"/>
          </a:xfrm>
          <a:custGeom>
            <a:rect b="b" l="l" r="r" t="t"/>
            <a:pathLst>
              <a:path extrusionOk="0" h="546100" w="175260">
                <a:moveTo>
                  <a:pt x="24384" y="214884"/>
                </a:moveTo>
                <a:lnTo>
                  <a:pt x="21336" y="208788"/>
                </a:lnTo>
                <a:lnTo>
                  <a:pt x="15240" y="205740"/>
                </a:lnTo>
                <a:lnTo>
                  <a:pt x="9144" y="205740"/>
                </a:lnTo>
                <a:lnTo>
                  <a:pt x="3048" y="208788"/>
                </a:lnTo>
                <a:lnTo>
                  <a:pt x="0" y="214884"/>
                </a:lnTo>
                <a:lnTo>
                  <a:pt x="0" y="220980"/>
                </a:lnTo>
                <a:lnTo>
                  <a:pt x="3048" y="227076"/>
                </a:lnTo>
                <a:lnTo>
                  <a:pt x="9144" y="230124"/>
                </a:lnTo>
                <a:lnTo>
                  <a:pt x="15240" y="230124"/>
                </a:lnTo>
                <a:lnTo>
                  <a:pt x="21336" y="227076"/>
                </a:lnTo>
                <a:lnTo>
                  <a:pt x="24384" y="220980"/>
                </a:lnTo>
                <a:lnTo>
                  <a:pt x="24384" y="214884"/>
                </a:lnTo>
                <a:close/>
              </a:path>
              <a:path extrusionOk="0" h="546100" w="175260">
                <a:moveTo>
                  <a:pt x="172199" y="324612"/>
                </a:moveTo>
                <a:lnTo>
                  <a:pt x="169151" y="324612"/>
                </a:lnTo>
                <a:lnTo>
                  <a:pt x="169151" y="333756"/>
                </a:lnTo>
                <a:lnTo>
                  <a:pt x="163055" y="339852"/>
                </a:lnTo>
                <a:lnTo>
                  <a:pt x="160007" y="339852"/>
                </a:lnTo>
                <a:lnTo>
                  <a:pt x="155435" y="341376"/>
                </a:lnTo>
                <a:lnTo>
                  <a:pt x="82283" y="341376"/>
                </a:lnTo>
                <a:lnTo>
                  <a:pt x="77711" y="344424"/>
                </a:lnTo>
                <a:lnTo>
                  <a:pt x="70091" y="345948"/>
                </a:lnTo>
                <a:lnTo>
                  <a:pt x="65519" y="350520"/>
                </a:lnTo>
                <a:lnTo>
                  <a:pt x="59423" y="359664"/>
                </a:lnTo>
                <a:lnTo>
                  <a:pt x="57899" y="364236"/>
                </a:lnTo>
                <a:lnTo>
                  <a:pt x="57899" y="370332"/>
                </a:lnTo>
                <a:lnTo>
                  <a:pt x="59359" y="379501"/>
                </a:lnTo>
                <a:lnTo>
                  <a:pt x="63804" y="388810"/>
                </a:lnTo>
                <a:lnTo>
                  <a:pt x="71412" y="398411"/>
                </a:lnTo>
                <a:lnTo>
                  <a:pt x="82283" y="408432"/>
                </a:lnTo>
                <a:lnTo>
                  <a:pt x="57899" y="408432"/>
                </a:lnTo>
                <a:lnTo>
                  <a:pt x="57899" y="413004"/>
                </a:lnTo>
                <a:lnTo>
                  <a:pt x="71615" y="446532"/>
                </a:lnTo>
                <a:lnTo>
                  <a:pt x="74663" y="445008"/>
                </a:lnTo>
                <a:lnTo>
                  <a:pt x="73139" y="441960"/>
                </a:lnTo>
                <a:lnTo>
                  <a:pt x="73139" y="432816"/>
                </a:lnTo>
                <a:lnTo>
                  <a:pt x="76187" y="429768"/>
                </a:lnTo>
                <a:lnTo>
                  <a:pt x="77711" y="429768"/>
                </a:lnTo>
                <a:lnTo>
                  <a:pt x="80759" y="428244"/>
                </a:lnTo>
                <a:lnTo>
                  <a:pt x="156959" y="428244"/>
                </a:lnTo>
                <a:lnTo>
                  <a:pt x="161531" y="429768"/>
                </a:lnTo>
                <a:lnTo>
                  <a:pt x="167627" y="432816"/>
                </a:lnTo>
                <a:lnTo>
                  <a:pt x="169151" y="437388"/>
                </a:lnTo>
                <a:lnTo>
                  <a:pt x="169151" y="445008"/>
                </a:lnTo>
                <a:lnTo>
                  <a:pt x="172199" y="445008"/>
                </a:lnTo>
                <a:lnTo>
                  <a:pt x="172199" y="428244"/>
                </a:lnTo>
                <a:lnTo>
                  <a:pt x="172199" y="391668"/>
                </a:lnTo>
                <a:lnTo>
                  <a:pt x="169151" y="391668"/>
                </a:lnTo>
                <a:lnTo>
                  <a:pt x="169151" y="400812"/>
                </a:lnTo>
                <a:lnTo>
                  <a:pt x="163055" y="406908"/>
                </a:lnTo>
                <a:lnTo>
                  <a:pt x="160007" y="408432"/>
                </a:lnTo>
                <a:lnTo>
                  <a:pt x="88379" y="408432"/>
                </a:lnTo>
                <a:lnTo>
                  <a:pt x="82143" y="400672"/>
                </a:lnTo>
                <a:lnTo>
                  <a:pt x="77330" y="393192"/>
                </a:lnTo>
                <a:lnTo>
                  <a:pt x="74244" y="385724"/>
                </a:lnTo>
                <a:lnTo>
                  <a:pt x="73139" y="377952"/>
                </a:lnTo>
                <a:lnTo>
                  <a:pt x="73139" y="371856"/>
                </a:lnTo>
                <a:lnTo>
                  <a:pt x="76187" y="367284"/>
                </a:lnTo>
                <a:lnTo>
                  <a:pt x="80759" y="365760"/>
                </a:lnTo>
                <a:lnTo>
                  <a:pt x="85331" y="362712"/>
                </a:lnTo>
                <a:lnTo>
                  <a:pt x="92951" y="361188"/>
                </a:lnTo>
                <a:lnTo>
                  <a:pt x="160007" y="361188"/>
                </a:lnTo>
                <a:lnTo>
                  <a:pt x="163055" y="362712"/>
                </a:lnTo>
                <a:lnTo>
                  <a:pt x="164579" y="364236"/>
                </a:lnTo>
                <a:lnTo>
                  <a:pt x="167627" y="365760"/>
                </a:lnTo>
                <a:lnTo>
                  <a:pt x="169151" y="367284"/>
                </a:lnTo>
                <a:lnTo>
                  <a:pt x="169151" y="377952"/>
                </a:lnTo>
                <a:lnTo>
                  <a:pt x="172199" y="377952"/>
                </a:lnTo>
                <a:lnTo>
                  <a:pt x="172199" y="361188"/>
                </a:lnTo>
                <a:lnTo>
                  <a:pt x="172199" y="324612"/>
                </a:lnTo>
                <a:close/>
              </a:path>
              <a:path extrusionOk="0" h="546100" w="175260">
                <a:moveTo>
                  <a:pt x="172199" y="128016"/>
                </a:moveTo>
                <a:lnTo>
                  <a:pt x="169151" y="128016"/>
                </a:lnTo>
                <a:lnTo>
                  <a:pt x="169151" y="137160"/>
                </a:lnTo>
                <a:lnTo>
                  <a:pt x="166103" y="140208"/>
                </a:lnTo>
                <a:lnTo>
                  <a:pt x="164579" y="143256"/>
                </a:lnTo>
                <a:lnTo>
                  <a:pt x="163055" y="144780"/>
                </a:lnTo>
                <a:lnTo>
                  <a:pt x="160007" y="146304"/>
                </a:lnTo>
                <a:lnTo>
                  <a:pt x="158483" y="147828"/>
                </a:lnTo>
                <a:lnTo>
                  <a:pt x="92951" y="147828"/>
                </a:lnTo>
                <a:lnTo>
                  <a:pt x="85331" y="144780"/>
                </a:lnTo>
                <a:lnTo>
                  <a:pt x="77711" y="137160"/>
                </a:lnTo>
                <a:lnTo>
                  <a:pt x="76187" y="134112"/>
                </a:lnTo>
                <a:lnTo>
                  <a:pt x="74663" y="132588"/>
                </a:lnTo>
                <a:lnTo>
                  <a:pt x="74663" y="129540"/>
                </a:lnTo>
                <a:lnTo>
                  <a:pt x="76187" y="126492"/>
                </a:lnTo>
                <a:lnTo>
                  <a:pt x="79235" y="123444"/>
                </a:lnTo>
                <a:lnTo>
                  <a:pt x="82283" y="117348"/>
                </a:lnTo>
                <a:lnTo>
                  <a:pt x="82283" y="111252"/>
                </a:lnTo>
                <a:lnTo>
                  <a:pt x="80759" y="108204"/>
                </a:lnTo>
                <a:lnTo>
                  <a:pt x="77711" y="105156"/>
                </a:lnTo>
                <a:lnTo>
                  <a:pt x="74663" y="103632"/>
                </a:lnTo>
                <a:lnTo>
                  <a:pt x="68567" y="103632"/>
                </a:lnTo>
                <a:lnTo>
                  <a:pt x="65519" y="105156"/>
                </a:lnTo>
                <a:lnTo>
                  <a:pt x="59423" y="111252"/>
                </a:lnTo>
                <a:lnTo>
                  <a:pt x="57899" y="115824"/>
                </a:lnTo>
                <a:lnTo>
                  <a:pt x="57899" y="118872"/>
                </a:lnTo>
                <a:lnTo>
                  <a:pt x="59575" y="126619"/>
                </a:lnTo>
                <a:lnTo>
                  <a:pt x="64376" y="133921"/>
                </a:lnTo>
                <a:lnTo>
                  <a:pt x="72047" y="140957"/>
                </a:lnTo>
                <a:lnTo>
                  <a:pt x="82283" y="147828"/>
                </a:lnTo>
                <a:lnTo>
                  <a:pt x="57899" y="147828"/>
                </a:lnTo>
                <a:lnTo>
                  <a:pt x="57899" y="153924"/>
                </a:lnTo>
                <a:lnTo>
                  <a:pt x="71615" y="185928"/>
                </a:lnTo>
                <a:lnTo>
                  <a:pt x="74663" y="185928"/>
                </a:lnTo>
                <a:lnTo>
                  <a:pt x="73139" y="181356"/>
                </a:lnTo>
                <a:lnTo>
                  <a:pt x="73139" y="173736"/>
                </a:lnTo>
                <a:lnTo>
                  <a:pt x="77711" y="169164"/>
                </a:lnTo>
                <a:lnTo>
                  <a:pt x="80759" y="169164"/>
                </a:lnTo>
                <a:lnTo>
                  <a:pt x="83807" y="167640"/>
                </a:lnTo>
                <a:lnTo>
                  <a:pt x="158483" y="167640"/>
                </a:lnTo>
                <a:lnTo>
                  <a:pt x="160007" y="169164"/>
                </a:lnTo>
                <a:lnTo>
                  <a:pt x="163055" y="169164"/>
                </a:lnTo>
                <a:lnTo>
                  <a:pt x="169151" y="175260"/>
                </a:lnTo>
                <a:lnTo>
                  <a:pt x="169151" y="184404"/>
                </a:lnTo>
                <a:lnTo>
                  <a:pt x="172199" y="184404"/>
                </a:lnTo>
                <a:lnTo>
                  <a:pt x="172199" y="128016"/>
                </a:lnTo>
                <a:close/>
              </a:path>
              <a:path extrusionOk="0" h="546100" w="175260">
                <a:moveTo>
                  <a:pt x="172212" y="190500"/>
                </a:moveTo>
                <a:lnTo>
                  <a:pt x="169164" y="190500"/>
                </a:lnTo>
                <a:lnTo>
                  <a:pt x="169164" y="199644"/>
                </a:lnTo>
                <a:lnTo>
                  <a:pt x="167640" y="201168"/>
                </a:lnTo>
                <a:lnTo>
                  <a:pt x="166116" y="204216"/>
                </a:lnTo>
                <a:lnTo>
                  <a:pt x="164592" y="205740"/>
                </a:lnTo>
                <a:lnTo>
                  <a:pt x="163068" y="205740"/>
                </a:lnTo>
                <a:lnTo>
                  <a:pt x="160020" y="207264"/>
                </a:lnTo>
                <a:lnTo>
                  <a:pt x="57912" y="207264"/>
                </a:lnTo>
                <a:lnTo>
                  <a:pt x="57912" y="213360"/>
                </a:lnTo>
                <a:lnTo>
                  <a:pt x="71628" y="245364"/>
                </a:lnTo>
                <a:lnTo>
                  <a:pt x="74676" y="243840"/>
                </a:lnTo>
                <a:lnTo>
                  <a:pt x="73152" y="240792"/>
                </a:lnTo>
                <a:lnTo>
                  <a:pt x="73152" y="231648"/>
                </a:lnTo>
                <a:lnTo>
                  <a:pt x="74676" y="231648"/>
                </a:lnTo>
                <a:lnTo>
                  <a:pt x="77724" y="228600"/>
                </a:lnTo>
                <a:lnTo>
                  <a:pt x="80772" y="228600"/>
                </a:lnTo>
                <a:lnTo>
                  <a:pt x="83820" y="227076"/>
                </a:lnTo>
                <a:lnTo>
                  <a:pt x="155448" y="227076"/>
                </a:lnTo>
                <a:lnTo>
                  <a:pt x="160020" y="228600"/>
                </a:lnTo>
                <a:lnTo>
                  <a:pt x="163068" y="228600"/>
                </a:lnTo>
                <a:lnTo>
                  <a:pt x="169164" y="234696"/>
                </a:lnTo>
                <a:lnTo>
                  <a:pt x="169164" y="243840"/>
                </a:lnTo>
                <a:lnTo>
                  <a:pt x="172212" y="243840"/>
                </a:lnTo>
                <a:lnTo>
                  <a:pt x="172212" y="227076"/>
                </a:lnTo>
                <a:lnTo>
                  <a:pt x="172212" y="190500"/>
                </a:lnTo>
                <a:close/>
              </a:path>
              <a:path extrusionOk="0" h="546100" w="175260">
                <a:moveTo>
                  <a:pt x="175260" y="498348"/>
                </a:moveTo>
                <a:lnTo>
                  <a:pt x="155943" y="462495"/>
                </a:lnTo>
                <a:lnTo>
                  <a:pt x="132588" y="452628"/>
                </a:lnTo>
                <a:lnTo>
                  <a:pt x="129540" y="455676"/>
                </a:lnTo>
                <a:lnTo>
                  <a:pt x="140208" y="460248"/>
                </a:lnTo>
                <a:lnTo>
                  <a:pt x="146304" y="464820"/>
                </a:lnTo>
                <a:lnTo>
                  <a:pt x="150876" y="469392"/>
                </a:lnTo>
                <a:lnTo>
                  <a:pt x="153924" y="475488"/>
                </a:lnTo>
                <a:lnTo>
                  <a:pt x="155397" y="481393"/>
                </a:lnTo>
                <a:lnTo>
                  <a:pt x="155270" y="489204"/>
                </a:lnTo>
                <a:lnTo>
                  <a:pt x="134035" y="521525"/>
                </a:lnTo>
                <a:lnTo>
                  <a:pt x="125107" y="524713"/>
                </a:lnTo>
                <a:lnTo>
                  <a:pt x="125450" y="524713"/>
                </a:lnTo>
                <a:lnTo>
                  <a:pt x="114084" y="526719"/>
                </a:lnTo>
                <a:lnTo>
                  <a:pt x="102108" y="527304"/>
                </a:lnTo>
                <a:lnTo>
                  <a:pt x="102108" y="477012"/>
                </a:lnTo>
                <a:lnTo>
                  <a:pt x="102108" y="452628"/>
                </a:lnTo>
                <a:lnTo>
                  <a:pt x="94488" y="453288"/>
                </a:lnTo>
                <a:lnTo>
                  <a:pt x="94488" y="477012"/>
                </a:lnTo>
                <a:lnTo>
                  <a:pt x="94488" y="527304"/>
                </a:lnTo>
                <a:lnTo>
                  <a:pt x="85344" y="527304"/>
                </a:lnTo>
                <a:lnTo>
                  <a:pt x="79248" y="524256"/>
                </a:lnTo>
                <a:lnTo>
                  <a:pt x="68580" y="513588"/>
                </a:lnTo>
                <a:lnTo>
                  <a:pt x="65532" y="507492"/>
                </a:lnTo>
                <a:lnTo>
                  <a:pt x="65532" y="496824"/>
                </a:lnTo>
                <a:lnTo>
                  <a:pt x="67056" y="492252"/>
                </a:lnTo>
                <a:lnTo>
                  <a:pt x="70104" y="489204"/>
                </a:lnTo>
                <a:lnTo>
                  <a:pt x="71628" y="484632"/>
                </a:lnTo>
                <a:lnTo>
                  <a:pt x="76200" y="481584"/>
                </a:lnTo>
                <a:lnTo>
                  <a:pt x="82296" y="478536"/>
                </a:lnTo>
                <a:lnTo>
                  <a:pt x="88392" y="478536"/>
                </a:lnTo>
                <a:lnTo>
                  <a:pt x="94488" y="477012"/>
                </a:lnTo>
                <a:lnTo>
                  <a:pt x="94488" y="453288"/>
                </a:lnTo>
                <a:lnTo>
                  <a:pt x="92392" y="453466"/>
                </a:lnTo>
                <a:lnTo>
                  <a:pt x="83820" y="455866"/>
                </a:lnTo>
                <a:lnTo>
                  <a:pt x="58737" y="486473"/>
                </a:lnTo>
                <a:lnTo>
                  <a:pt x="57912" y="495300"/>
                </a:lnTo>
                <a:lnTo>
                  <a:pt x="59029" y="506158"/>
                </a:lnTo>
                <a:lnTo>
                  <a:pt x="82651" y="537883"/>
                </a:lnTo>
                <a:lnTo>
                  <a:pt x="118872" y="545592"/>
                </a:lnTo>
                <a:lnTo>
                  <a:pt x="130873" y="544741"/>
                </a:lnTo>
                <a:lnTo>
                  <a:pt x="141732" y="542163"/>
                </a:lnTo>
                <a:lnTo>
                  <a:pt x="151447" y="537883"/>
                </a:lnTo>
                <a:lnTo>
                  <a:pt x="160020" y="531876"/>
                </a:lnTo>
                <a:lnTo>
                  <a:pt x="164401" y="527304"/>
                </a:lnTo>
                <a:lnTo>
                  <a:pt x="166890" y="524713"/>
                </a:lnTo>
                <a:lnTo>
                  <a:pt x="171640" y="516826"/>
                </a:lnTo>
                <a:lnTo>
                  <a:pt x="171691" y="516636"/>
                </a:lnTo>
                <a:lnTo>
                  <a:pt x="174371" y="508088"/>
                </a:lnTo>
                <a:lnTo>
                  <a:pt x="174421" y="507492"/>
                </a:lnTo>
                <a:lnTo>
                  <a:pt x="174548" y="506158"/>
                </a:lnTo>
                <a:lnTo>
                  <a:pt x="175260" y="498348"/>
                </a:lnTo>
                <a:close/>
              </a:path>
              <a:path extrusionOk="0" h="546100" w="175260">
                <a:moveTo>
                  <a:pt x="175260" y="277368"/>
                </a:moveTo>
                <a:lnTo>
                  <a:pt x="173736" y="271272"/>
                </a:lnTo>
                <a:lnTo>
                  <a:pt x="169164" y="266700"/>
                </a:lnTo>
                <a:lnTo>
                  <a:pt x="164592" y="260604"/>
                </a:lnTo>
                <a:lnTo>
                  <a:pt x="158496" y="257556"/>
                </a:lnTo>
                <a:lnTo>
                  <a:pt x="150876" y="254508"/>
                </a:lnTo>
                <a:lnTo>
                  <a:pt x="150876" y="260604"/>
                </a:lnTo>
                <a:lnTo>
                  <a:pt x="156972" y="263652"/>
                </a:lnTo>
                <a:lnTo>
                  <a:pt x="158496" y="265176"/>
                </a:lnTo>
                <a:lnTo>
                  <a:pt x="160020" y="268224"/>
                </a:lnTo>
                <a:lnTo>
                  <a:pt x="160020" y="277368"/>
                </a:lnTo>
                <a:lnTo>
                  <a:pt x="158496" y="278892"/>
                </a:lnTo>
                <a:lnTo>
                  <a:pt x="156972" y="281940"/>
                </a:lnTo>
                <a:lnTo>
                  <a:pt x="153924" y="283464"/>
                </a:lnTo>
                <a:lnTo>
                  <a:pt x="149352" y="284988"/>
                </a:lnTo>
                <a:lnTo>
                  <a:pt x="68580" y="284988"/>
                </a:lnTo>
                <a:lnTo>
                  <a:pt x="68580" y="259080"/>
                </a:lnTo>
                <a:lnTo>
                  <a:pt x="60960" y="259080"/>
                </a:lnTo>
                <a:lnTo>
                  <a:pt x="60960" y="284988"/>
                </a:lnTo>
                <a:lnTo>
                  <a:pt x="24384" y="284988"/>
                </a:lnTo>
                <a:lnTo>
                  <a:pt x="24384" y="288036"/>
                </a:lnTo>
                <a:lnTo>
                  <a:pt x="33528" y="291084"/>
                </a:lnTo>
                <a:lnTo>
                  <a:pt x="38100" y="294132"/>
                </a:lnTo>
                <a:lnTo>
                  <a:pt x="47244" y="298704"/>
                </a:lnTo>
                <a:lnTo>
                  <a:pt x="56388" y="307848"/>
                </a:lnTo>
                <a:lnTo>
                  <a:pt x="60960" y="313944"/>
                </a:lnTo>
                <a:lnTo>
                  <a:pt x="64008" y="318516"/>
                </a:lnTo>
                <a:lnTo>
                  <a:pt x="65532" y="323088"/>
                </a:lnTo>
                <a:lnTo>
                  <a:pt x="68580" y="323088"/>
                </a:lnTo>
                <a:lnTo>
                  <a:pt x="68580" y="304800"/>
                </a:lnTo>
                <a:lnTo>
                  <a:pt x="153924" y="304800"/>
                </a:lnTo>
                <a:lnTo>
                  <a:pt x="160020" y="303276"/>
                </a:lnTo>
                <a:lnTo>
                  <a:pt x="163068" y="301752"/>
                </a:lnTo>
                <a:lnTo>
                  <a:pt x="167640" y="300228"/>
                </a:lnTo>
                <a:lnTo>
                  <a:pt x="170688" y="297180"/>
                </a:lnTo>
                <a:lnTo>
                  <a:pt x="172212" y="294132"/>
                </a:lnTo>
                <a:lnTo>
                  <a:pt x="173736" y="289560"/>
                </a:lnTo>
                <a:lnTo>
                  <a:pt x="175260" y="286512"/>
                </a:lnTo>
                <a:lnTo>
                  <a:pt x="175260" y="277368"/>
                </a:lnTo>
                <a:close/>
              </a:path>
              <a:path extrusionOk="0" h="546100" w="175260">
                <a:moveTo>
                  <a:pt x="175260" y="45720"/>
                </a:moveTo>
                <a:lnTo>
                  <a:pt x="155943" y="9220"/>
                </a:lnTo>
                <a:lnTo>
                  <a:pt x="132588" y="0"/>
                </a:lnTo>
                <a:lnTo>
                  <a:pt x="129540" y="3048"/>
                </a:lnTo>
                <a:lnTo>
                  <a:pt x="140208" y="6096"/>
                </a:lnTo>
                <a:lnTo>
                  <a:pt x="146304" y="10668"/>
                </a:lnTo>
                <a:lnTo>
                  <a:pt x="150876" y="16764"/>
                </a:lnTo>
                <a:lnTo>
                  <a:pt x="153924" y="21336"/>
                </a:lnTo>
                <a:lnTo>
                  <a:pt x="153962" y="21513"/>
                </a:lnTo>
                <a:lnTo>
                  <a:pt x="155448" y="27432"/>
                </a:lnTo>
                <a:lnTo>
                  <a:pt x="155448" y="35052"/>
                </a:lnTo>
                <a:lnTo>
                  <a:pt x="154597" y="42672"/>
                </a:lnTo>
                <a:lnTo>
                  <a:pt x="124777" y="72009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65532" y="54825"/>
                </a:lnTo>
                <a:lnTo>
                  <a:pt x="65532" y="44196"/>
                </a:lnTo>
                <a:lnTo>
                  <a:pt x="67056" y="39624"/>
                </a:lnTo>
                <a:lnTo>
                  <a:pt x="70104" y="35052"/>
                </a:lnTo>
                <a:lnTo>
                  <a:pt x="71628" y="32004"/>
                </a:lnTo>
                <a:lnTo>
                  <a:pt x="76200" y="28956"/>
                </a:lnTo>
                <a:lnTo>
                  <a:pt x="82296" y="25908"/>
                </a:lnTo>
                <a:lnTo>
                  <a:pt x="88392" y="24384"/>
                </a:lnTo>
                <a:lnTo>
                  <a:pt x="94488" y="24384"/>
                </a:lnTo>
                <a:lnTo>
                  <a:pt x="94488" y="660"/>
                </a:lnTo>
                <a:lnTo>
                  <a:pt x="61150" y="25717"/>
                </a:lnTo>
                <a:lnTo>
                  <a:pt x="57912" y="42672"/>
                </a:lnTo>
                <a:lnTo>
                  <a:pt x="59029" y="52679"/>
                </a:lnTo>
                <a:lnTo>
                  <a:pt x="82651" y="85255"/>
                </a:lnTo>
                <a:lnTo>
                  <a:pt x="118872" y="92964"/>
                </a:lnTo>
                <a:lnTo>
                  <a:pt x="130873" y="92113"/>
                </a:lnTo>
                <a:lnTo>
                  <a:pt x="141732" y="89535"/>
                </a:lnTo>
                <a:lnTo>
                  <a:pt x="151447" y="85255"/>
                </a:lnTo>
                <a:lnTo>
                  <a:pt x="160020" y="79248"/>
                </a:lnTo>
                <a:lnTo>
                  <a:pt x="164274" y="74676"/>
                </a:lnTo>
                <a:lnTo>
                  <a:pt x="166890" y="71869"/>
                </a:lnTo>
                <a:lnTo>
                  <a:pt x="171640" y="63627"/>
                </a:lnTo>
                <a:lnTo>
                  <a:pt x="174371" y="54825"/>
                </a:lnTo>
                <a:lnTo>
                  <a:pt x="175260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02" name="Google Shape;3802;p68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758439" y="7949184"/>
            <a:ext cx="225551" cy="408431"/>
          </a:xfrm>
          <a:prstGeom prst="rect">
            <a:avLst/>
          </a:prstGeom>
          <a:noFill/>
          <a:ln>
            <a:noFill/>
          </a:ln>
        </p:spPr>
      </p:pic>
      <p:sp>
        <p:nvSpPr>
          <p:cNvPr id="3803" name="Google Shape;3803;p68"/>
          <p:cNvSpPr/>
          <p:nvPr/>
        </p:nvSpPr>
        <p:spPr>
          <a:xfrm>
            <a:off x="2758427" y="6629400"/>
            <a:ext cx="175895" cy="1251585"/>
          </a:xfrm>
          <a:custGeom>
            <a:rect b="b" l="l" r="r" t="t"/>
            <a:pathLst>
              <a:path extrusionOk="0" h="1251584" w="175894">
                <a:moveTo>
                  <a:pt x="128028" y="693420"/>
                </a:moveTo>
                <a:lnTo>
                  <a:pt x="106680" y="693420"/>
                </a:lnTo>
                <a:lnTo>
                  <a:pt x="106680" y="757428"/>
                </a:lnTo>
                <a:lnTo>
                  <a:pt x="128028" y="757428"/>
                </a:lnTo>
                <a:lnTo>
                  <a:pt x="128028" y="693420"/>
                </a:lnTo>
                <a:close/>
              </a:path>
              <a:path extrusionOk="0" h="1251584" w="175894">
                <a:moveTo>
                  <a:pt x="172212" y="894588"/>
                </a:moveTo>
                <a:lnTo>
                  <a:pt x="169164" y="894588"/>
                </a:lnTo>
                <a:lnTo>
                  <a:pt x="169164" y="903732"/>
                </a:lnTo>
                <a:lnTo>
                  <a:pt x="163068" y="909828"/>
                </a:lnTo>
                <a:lnTo>
                  <a:pt x="160020" y="911352"/>
                </a:lnTo>
                <a:lnTo>
                  <a:pt x="82296" y="911352"/>
                </a:lnTo>
                <a:lnTo>
                  <a:pt x="77724" y="914400"/>
                </a:lnTo>
                <a:lnTo>
                  <a:pt x="70104" y="915924"/>
                </a:lnTo>
                <a:lnTo>
                  <a:pt x="65532" y="920496"/>
                </a:lnTo>
                <a:lnTo>
                  <a:pt x="59436" y="929640"/>
                </a:lnTo>
                <a:lnTo>
                  <a:pt x="57912" y="934212"/>
                </a:lnTo>
                <a:lnTo>
                  <a:pt x="57912" y="940308"/>
                </a:lnTo>
                <a:lnTo>
                  <a:pt x="59372" y="949477"/>
                </a:lnTo>
                <a:lnTo>
                  <a:pt x="63817" y="958786"/>
                </a:lnTo>
                <a:lnTo>
                  <a:pt x="71424" y="968387"/>
                </a:lnTo>
                <a:lnTo>
                  <a:pt x="82296" y="978408"/>
                </a:lnTo>
                <a:lnTo>
                  <a:pt x="57912" y="978408"/>
                </a:lnTo>
                <a:lnTo>
                  <a:pt x="57912" y="982980"/>
                </a:lnTo>
                <a:lnTo>
                  <a:pt x="71628" y="1016508"/>
                </a:lnTo>
                <a:lnTo>
                  <a:pt x="74676" y="1014984"/>
                </a:lnTo>
                <a:lnTo>
                  <a:pt x="73152" y="1011936"/>
                </a:lnTo>
                <a:lnTo>
                  <a:pt x="73152" y="1002792"/>
                </a:lnTo>
                <a:lnTo>
                  <a:pt x="76200" y="999744"/>
                </a:lnTo>
                <a:lnTo>
                  <a:pt x="77724" y="999744"/>
                </a:lnTo>
                <a:lnTo>
                  <a:pt x="80772" y="998220"/>
                </a:lnTo>
                <a:lnTo>
                  <a:pt x="156972" y="998220"/>
                </a:lnTo>
                <a:lnTo>
                  <a:pt x="161544" y="999744"/>
                </a:lnTo>
                <a:lnTo>
                  <a:pt x="167640" y="1002792"/>
                </a:lnTo>
                <a:lnTo>
                  <a:pt x="169164" y="1007364"/>
                </a:lnTo>
                <a:lnTo>
                  <a:pt x="169164" y="1014984"/>
                </a:lnTo>
                <a:lnTo>
                  <a:pt x="172212" y="1014984"/>
                </a:lnTo>
                <a:lnTo>
                  <a:pt x="172212" y="998220"/>
                </a:lnTo>
                <a:lnTo>
                  <a:pt x="172212" y="961644"/>
                </a:lnTo>
                <a:lnTo>
                  <a:pt x="169164" y="961644"/>
                </a:lnTo>
                <a:lnTo>
                  <a:pt x="169164" y="970788"/>
                </a:lnTo>
                <a:lnTo>
                  <a:pt x="163068" y="976884"/>
                </a:lnTo>
                <a:lnTo>
                  <a:pt x="160020" y="978408"/>
                </a:lnTo>
                <a:lnTo>
                  <a:pt x="88392" y="978408"/>
                </a:lnTo>
                <a:lnTo>
                  <a:pt x="82156" y="970648"/>
                </a:lnTo>
                <a:lnTo>
                  <a:pt x="77343" y="963168"/>
                </a:lnTo>
                <a:lnTo>
                  <a:pt x="74256" y="955700"/>
                </a:lnTo>
                <a:lnTo>
                  <a:pt x="73152" y="947928"/>
                </a:lnTo>
                <a:lnTo>
                  <a:pt x="73152" y="941832"/>
                </a:lnTo>
                <a:lnTo>
                  <a:pt x="76200" y="937260"/>
                </a:lnTo>
                <a:lnTo>
                  <a:pt x="80772" y="935736"/>
                </a:lnTo>
                <a:lnTo>
                  <a:pt x="85344" y="932688"/>
                </a:lnTo>
                <a:lnTo>
                  <a:pt x="92964" y="931164"/>
                </a:lnTo>
                <a:lnTo>
                  <a:pt x="160020" y="931164"/>
                </a:lnTo>
                <a:lnTo>
                  <a:pt x="163068" y="932688"/>
                </a:lnTo>
                <a:lnTo>
                  <a:pt x="164592" y="934212"/>
                </a:lnTo>
                <a:lnTo>
                  <a:pt x="167640" y="935736"/>
                </a:lnTo>
                <a:lnTo>
                  <a:pt x="169164" y="937260"/>
                </a:lnTo>
                <a:lnTo>
                  <a:pt x="169164" y="947928"/>
                </a:lnTo>
                <a:lnTo>
                  <a:pt x="172212" y="947928"/>
                </a:lnTo>
                <a:lnTo>
                  <a:pt x="172212" y="931164"/>
                </a:lnTo>
                <a:lnTo>
                  <a:pt x="172212" y="894588"/>
                </a:lnTo>
                <a:close/>
              </a:path>
              <a:path extrusionOk="0" h="1251584" w="175894">
                <a:moveTo>
                  <a:pt x="172212" y="515112"/>
                </a:moveTo>
                <a:lnTo>
                  <a:pt x="169164" y="515112"/>
                </a:lnTo>
                <a:lnTo>
                  <a:pt x="169164" y="524256"/>
                </a:lnTo>
                <a:lnTo>
                  <a:pt x="166116" y="527304"/>
                </a:lnTo>
                <a:lnTo>
                  <a:pt x="164592" y="530352"/>
                </a:lnTo>
                <a:lnTo>
                  <a:pt x="163068" y="531876"/>
                </a:lnTo>
                <a:lnTo>
                  <a:pt x="160020" y="533400"/>
                </a:lnTo>
                <a:lnTo>
                  <a:pt x="158496" y="534924"/>
                </a:lnTo>
                <a:lnTo>
                  <a:pt x="92964" y="534924"/>
                </a:lnTo>
                <a:lnTo>
                  <a:pt x="85344" y="530352"/>
                </a:lnTo>
                <a:lnTo>
                  <a:pt x="80772" y="527304"/>
                </a:lnTo>
                <a:lnTo>
                  <a:pt x="77724" y="522732"/>
                </a:lnTo>
                <a:lnTo>
                  <a:pt x="74676" y="519684"/>
                </a:lnTo>
                <a:lnTo>
                  <a:pt x="74676" y="516636"/>
                </a:lnTo>
                <a:lnTo>
                  <a:pt x="76200" y="513588"/>
                </a:lnTo>
                <a:lnTo>
                  <a:pt x="79248" y="510540"/>
                </a:lnTo>
                <a:lnTo>
                  <a:pt x="80772" y="505968"/>
                </a:lnTo>
                <a:lnTo>
                  <a:pt x="82296" y="502920"/>
                </a:lnTo>
                <a:lnTo>
                  <a:pt x="82296" y="498348"/>
                </a:lnTo>
                <a:lnTo>
                  <a:pt x="80772" y="495300"/>
                </a:lnTo>
                <a:lnTo>
                  <a:pt x="77724" y="492252"/>
                </a:lnTo>
                <a:lnTo>
                  <a:pt x="74676" y="490728"/>
                </a:lnTo>
                <a:lnTo>
                  <a:pt x="68580" y="490728"/>
                </a:lnTo>
                <a:lnTo>
                  <a:pt x="65532" y="492252"/>
                </a:lnTo>
                <a:lnTo>
                  <a:pt x="59436" y="498348"/>
                </a:lnTo>
                <a:lnTo>
                  <a:pt x="57912" y="501396"/>
                </a:lnTo>
                <a:lnTo>
                  <a:pt x="57912" y="505968"/>
                </a:lnTo>
                <a:lnTo>
                  <a:pt x="59588" y="513715"/>
                </a:lnTo>
                <a:lnTo>
                  <a:pt x="64389" y="521017"/>
                </a:lnTo>
                <a:lnTo>
                  <a:pt x="72059" y="528053"/>
                </a:lnTo>
                <a:lnTo>
                  <a:pt x="82296" y="534924"/>
                </a:lnTo>
                <a:lnTo>
                  <a:pt x="57912" y="534924"/>
                </a:lnTo>
                <a:lnTo>
                  <a:pt x="57912" y="539496"/>
                </a:lnTo>
                <a:lnTo>
                  <a:pt x="71628" y="573024"/>
                </a:lnTo>
                <a:lnTo>
                  <a:pt x="74676" y="571500"/>
                </a:lnTo>
                <a:lnTo>
                  <a:pt x="73152" y="568452"/>
                </a:lnTo>
                <a:lnTo>
                  <a:pt x="73152" y="559308"/>
                </a:lnTo>
                <a:lnTo>
                  <a:pt x="74676" y="557784"/>
                </a:lnTo>
                <a:lnTo>
                  <a:pt x="76200" y="557784"/>
                </a:lnTo>
                <a:lnTo>
                  <a:pt x="77724" y="556260"/>
                </a:lnTo>
                <a:lnTo>
                  <a:pt x="80772" y="556260"/>
                </a:lnTo>
                <a:lnTo>
                  <a:pt x="83820" y="554736"/>
                </a:lnTo>
                <a:lnTo>
                  <a:pt x="160020" y="554736"/>
                </a:lnTo>
                <a:lnTo>
                  <a:pt x="163068" y="556260"/>
                </a:lnTo>
                <a:lnTo>
                  <a:pt x="169164" y="562356"/>
                </a:lnTo>
                <a:lnTo>
                  <a:pt x="169164" y="571500"/>
                </a:lnTo>
                <a:lnTo>
                  <a:pt x="172212" y="571500"/>
                </a:lnTo>
                <a:lnTo>
                  <a:pt x="172212" y="515112"/>
                </a:lnTo>
                <a:close/>
              </a:path>
              <a:path extrusionOk="0" h="1251584" w="175894">
                <a:moveTo>
                  <a:pt x="172212" y="306324"/>
                </a:moveTo>
                <a:lnTo>
                  <a:pt x="169164" y="306324"/>
                </a:lnTo>
                <a:lnTo>
                  <a:pt x="169164" y="321564"/>
                </a:lnTo>
                <a:lnTo>
                  <a:pt x="167640" y="326136"/>
                </a:lnTo>
                <a:lnTo>
                  <a:pt x="164592" y="329184"/>
                </a:lnTo>
                <a:lnTo>
                  <a:pt x="161544" y="330708"/>
                </a:lnTo>
                <a:lnTo>
                  <a:pt x="153924" y="332232"/>
                </a:lnTo>
                <a:lnTo>
                  <a:pt x="68580" y="332232"/>
                </a:lnTo>
                <a:lnTo>
                  <a:pt x="68580" y="303276"/>
                </a:lnTo>
                <a:lnTo>
                  <a:pt x="60960" y="303276"/>
                </a:lnTo>
                <a:lnTo>
                  <a:pt x="60960" y="332232"/>
                </a:lnTo>
                <a:lnTo>
                  <a:pt x="41033" y="332219"/>
                </a:lnTo>
                <a:lnTo>
                  <a:pt x="10668" y="324612"/>
                </a:lnTo>
                <a:lnTo>
                  <a:pt x="9144" y="323088"/>
                </a:lnTo>
                <a:lnTo>
                  <a:pt x="7620" y="320040"/>
                </a:lnTo>
                <a:lnTo>
                  <a:pt x="7620" y="312420"/>
                </a:lnTo>
                <a:lnTo>
                  <a:pt x="9144" y="309372"/>
                </a:lnTo>
                <a:lnTo>
                  <a:pt x="10668" y="307848"/>
                </a:lnTo>
                <a:lnTo>
                  <a:pt x="12192" y="304800"/>
                </a:lnTo>
                <a:lnTo>
                  <a:pt x="15240" y="301752"/>
                </a:lnTo>
                <a:lnTo>
                  <a:pt x="24384" y="295656"/>
                </a:lnTo>
                <a:lnTo>
                  <a:pt x="27432" y="294132"/>
                </a:lnTo>
                <a:lnTo>
                  <a:pt x="28956" y="291084"/>
                </a:lnTo>
                <a:lnTo>
                  <a:pt x="30480" y="289560"/>
                </a:lnTo>
                <a:lnTo>
                  <a:pt x="30480" y="283464"/>
                </a:lnTo>
                <a:lnTo>
                  <a:pt x="28956" y="280416"/>
                </a:lnTo>
                <a:lnTo>
                  <a:pt x="25908" y="277368"/>
                </a:lnTo>
                <a:lnTo>
                  <a:pt x="22860" y="275844"/>
                </a:lnTo>
                <a:lnTo>
                  <a:pt x="16764" y="275844"/>
                </a:lnTo>
                <a:lnTo>
                  <a:pt x="12192" y="278892"/>
                </a:lnTo>
                <a:lnTo>
                  <a:pt x="9144" y="283464"/>
                </a:lnTo>
                <a:lnTo>
                  <a:pt x="3048" y="289560"/>
                </a:lnTo>
                <a:lnTo>
                  <a:pt x="0" y="297180"/>
                </a:lnTo>
                <a:lnTo>
                  <a:pt x="0" y="306324"/>
                </a:lnTo>
                <a:lnTo>
                  <a:pt x="18288" y="342900"/>
                </a:lnTo>
                <a:lnTo>
                  <a:pt x="53340" y="352044"/>
                </a:lnTo>
                <a:lnTo>
                  <a:pt x="60960" y="352044"/>
                </a:lnTo>
                <a:lnTo>
                  <a:pt x="60960" y="373380"/>
                </a:lnTo>
                <a:lnTo>
                  <a:pt x="68580" y="373380"/>
                </a:lnTo>
                <a:lnTo>
                  <a:pt x="68580" y="352044"/>
                </a:lnTo>
                <a:lnTo>
                  <a:pt x="156972" y="352044"/>
                </a:lnTo>
                <a:lnTo>
                  <a:pt x="163068" y="355092"/>
                </a:lnTo>
                <a:lnTo>
                  <a:pt x="164592" y="356616"/>
                </a:lnTo>
                <a:lnTo>
                  <a:pt x="166116" y="359664"/>
                </a:lnTo>
                <a:lnTo>
                  <a:pt x="169164" y="362712"/>
                </a:lnTo>
                <a:lnTo>
                  <a:pt x="169164" y="373380"/>
                </a:lnTo>
                <a:lnTo>
                  <a:pt x="172212" y="373380"/>
                </a:lnTo>
                <a:lnTo>
                  <a:pt x="172212" y="306324"/>
                </a:lnTo>
                <a:close/>
              </a:path>
              <a:path extrusionOk="0" h="1251584" w="175894">
                <a:moveTo>
                  <a:pt x="172224" y="1129284"/>
                </a:moveTo>
                <a:lnTo>
                  <a:pt x="169176" y="1129284"/>
                </a:lnTo>
                <a:lnTo>
                  <a:pt x="169176" y="1138428"/>
                </a:lnTo>
                <a:lnTo>
                  <a:pt x="167652" y="1139952"/>
                </a:lnTo>
                <a:lnTo>
                  <a:pt x="166128" y="1143000"/>
                </a:lnTo>
                <a:lnTo>
                  <a:pt x="164604" y="1144524"/>
                </a:lnTo>
                <a:lnTo>
                  <a:pt x="163080" y="1144524"/>
                </a:lnTo>
                <a:lnTo>
                  <a:pt x="160032" y="1146048"/>
                </a:lnTo>
                <a:lnTo>
                  <a:pt x="108216" y="1146048"/>
                </a:lnTo>
                <a:lnTo>
                  <a:pt x="98755" y="1146314"/>
                </a:lnTo>
                <a:lnTo>
                  <a:pt x="64020" y="1158240"/>
                </a:lnTo>
                <a:lnTo>
                  <a:pt x="59448" y="1164336"/>
                </a:lnTo>
                <a:lnTo>
                  <a:pt x="57924" y="1168908"/>
                </a:lnTo>
                <a:lnTo>
                  <a:pt x="57924" y="1181100"/>
                </a:lnTo>
                <a:lnTo>
                  <a:pt x="82308" y="1213104"/>
                </a:lnTo>
                <a:lnTo>
                  <a:pt x="12" y="1213104"/>
                </a:lnTo>
                <a:lnTo>
                  <a:pt x="12" y="1219200"/>
                </a:lnTo>
                <a:lnTo>
                  <a:pt x="13728" y="1251204"/>
                </a:lnTo>
                <a:lnTo>
                  <a:pt x="16776" y="1249680"/>
                </a:lnTo>
                <a:lnTo>
                  <a:pt x="15252" y="1246632"/>
                </a:lnTo>
                <a:lnTo>
                  <a:pt x="15252" y="1237488"/>
                </a:lnTo>
                <a:lnTo>
                  <a:pt x="16776" y="1237488"/>
                </a:lnTo>
                <a:lnTo>
                  <a:pt x="19824" y="1234440"/>
                </a:lnTo>
                <a:lnTo>
                  <a:pt x="22872" y="1234440"/>
                </a:lnTo>
                <a:lnTo>
                  <a:pt x="25920" y="1232916"/>
                </a:lnTo>
                <a:lnTo>
                  <a:pt x="155460" y="1232916"/>
                </a:lnTo>
                <a:lnTo>
                  <a:pt x="160032" y="1234440"/>
                </a:lnTo>
                <a:lnTo>
                  <a:pt x="161556" y="1234440"/>
                </a:lnTo>
                <a:lnTo>
                  <a:pt x="164604" y="1235964"/>
                </a:lnTo>
                <a:lnTo>
                  <a:pt x="169176" y="1240536"/>
                </a:lnTo>
                <a:lnTo>
                  <a:pt x="169176" y="1249680"/>
                </a:lnTo>
                <a:lnTo>
                  <a:pt x="172224" y="1249680"/>
                </a:lnTo>
                <a:lnTo>
                  <a:pt x="172224" y="1196340"/>
                </a:lnTo>
                <a:lnTo>
                  <a:pt x="169176" y="1196340"/>
                </a:lnTo>
                <a:lnTo>
                  <a:pt x="169176" y="1205484"/>
                </a:lnTo>
                <a:lnTo>
                  <a:pt x="167652" y="1208532"/>
                </a:lnTo>
                <a:lnTo>
                  <a:pt x="164604" y="1211580"/>
                </a:lnTo>
                <a:lnTo>
                  <a:pt x="163080" y="1211580"/>
                </a:lnTo>
                <a:lnTo>
                  <a:pt x="160032" y="1213104"/>
                </a:lnTo>
                <a:lnTo>
                  <a:pt x="88404" y="1213104"/>
                </a:lnTo>
                <a:lnTo>
                  <a:pt x="82308" y="1207008"/>
                </a:lnTo>
                <a:lnTo>
                  <a:pt x="76212" y="1197864"/>
                </a:lnTo>
                <a:lnTo>
                  <a:pt x="73164" y="1188720"/>
                </a:lnTo>
                <a:lnTo>
                  <a:pt x="73164" y="1181100"/>
                </a:lnTo>
                <a:lnTo>
                  <a:pt x="74688" y="1176528"/>
                </a:lnTo>
                <a:lnTo>
                  <a:pt x="76212" y="1175004"/>
                </a:lnTo>
                <a:lnTo>
                  <a:pt x="77736" y="1171956"/>
                </a:lnTo>
                <a:lnTo>
                  <a:pt x="80784" y="1168908"/>
                </a:lnTo>
                <a:lnTo>
                  <a:pt x="85356" y="1167384"/>
                </a:lnTo>
                <a:lnTo>
                  <a:pt x="88404" y="1167384"/>
                </a:lnTo>
                <a:lnTo>
                  <a:pt x="96024" y="1165860"/>
                </a:lnTo>
                <a:lnTo>
                  <a:pt x="160032" y="1165860"/>
                </a:lnTo>
                <a:lnTo>
                  <a:pt x="163080" y="1167384"/>
                </a:lnTo>
                <a:lnTo>
                  <a:pt x="164604" y="1168908"/>
                </a:lnTo>
                <a:lnTo>
                  <a:pt x="167652" y="1170432"/>
                </a:lnTo>
                <a:lnTo>
                  <a:pt x="169176" y="1171956"/>
                </a:lnTo>
                <a:lnTo>
                  <a:pt x="169176" y="1182624"/>
                </a:lnTo>
                <a:lnTo>
                  <a:pt x="172224" y="1182624"/>
                </a:lnTo>
                <a:lnTo>
                  <a:pt x="172224" y="1129284"/>
                </a:lnTo>
                <a:close/>
              </a:path>
              <a:path extrusionOk="0" h="1251584" w="175894">
                <a:moveTo>
                  <a:pt x="175260" y="1039368"/>
                </a:moveTo>
                <a:lnTo>
                  <a:pt x="156972" y="1013460"/>
                </a:lnTo>
                <a:lnTo>
                  <a:pt x="150876" y="1013460"/>
                </a:lnTo>
                <a:lnTo>
                  <a:pt x="158496" y="1021080"/>
                </a:lnTo>
                <a:lnTo>
                  <a:pt x="160020" y="1024128"/>
                </a:lnTo>
                <a:lnTo>
                  <a:pt x="160020" y="1028700"/>
                </a:lnTo>
                <a:lnTo>
                  <a:pt x="156972" y="1031748"/>
                </a:lnTo>
                <a:lnTo>
                  <a:pt x="85344" y="1031748"/>
                </a:lnTo>
                <a:lnTo>
                  <a:pt x="79248" y="1033272"/>
                </a:lnTo>
                <a:lnTo>
                  <a:pt x="57912" y="1060704"/>
                </a:lnTo>
                <a:lnTo>
                  <a:pt x="58000" y="1071283"/>
                </a:lnTo>
                <a:lnTo>
                  <a:pt x="58064" y="1072349"/>
                </a:lnTo>
                <a:lnTo>
                  <a:pt x="58191" y="1074420"/>
                </a:lnTo>
                <a:lnTo>
                  <a:pt x="58483" y="1079334"/>
                </a:lnTo>
                <a:lnTo>
                  <a:pt x="79248" y="1110996"/>
                </a:lnTo>
                <a:lnTo>
                  <a:pt x="92964" y="1110996"/>
                </a:lnTo>
                <a:lnTo>
                  <a:pt x="94488" y="1109472"/>
                </a:lnTo>
                <a:lnTo>
                  <a:pt x="96012" y="1106424"/>
                </a:lnTo>
                <a:lnTo>
                  <a:pt x="97536" y="1104900"/>
                </a:lnTo>
                <a:lnTo>
                  <a:pt x="97536" y="1098804"/>
                </a:lnTo>
                <a:lnTo>
                  <a:pt x="96012" y="1095756"/>
                </a:lnTo>
                <a:lnTo>
                  <a:pt x="92964" y="1092708"/>
                </a:lnTo>
                <a:lnTo>
                  <a:pt x="89916" y="1091184"/>
                </a:lnTo>
                <a:lnTo>
                  <a:pt x="86868" y="1091184"/>
                </a:lnTo>
                <a:lnTo>
                  <a:pt x="79248" y="1092708"/>
                </a:lnTo>
                <a:lnTo>
                  <a:pt x="76200" y="1092708"/>
                </a:lnTo>
                <a:lnTo>
                  <a:pt x="67056" y="1083564"/>
                </a:lnTo>
                <a:lnTo>
                  <a:pt x="65646" y="1079334"/>
                </a:lnTo>
                <a:lnTo>
                  <a:pt x="65722" y="1066228"/>
                </a:lnTo>
                <a:lnTo>
                  <a:pt x="67056" y="1062228"/>
                </a:lnTo>
                <a:lnTo>
                  <a:pt x="71628" y="1057656"/>
                </a:lnTo>
                <a:lnTo>
                  <a:pt x="76200" y="1054608"/>
                </a:lnTo>
                <a:lnTo>
                  <a:pt x="83820" y="1051560"/>
                </a:lnTo>
                <a:lnTo>
                  <a:pt x="99060" y="1051560"/>
                </a:lnTo>
                <a:lnTo>
                  <a:pt x="104495" y="1065517"/>
                </a:lnTo>
                <a:lnTo>
                  <a:pt x="109347" y="1077468"/>
                </a:lnTo>
                <a:lnTo>
                  <a:pt x="113639" y="1087145"/>
                </a:lnTo>
                <a:lnTo>
                  <a:pt x="113766" y="1087374"/>
                </a:lnTo>
                <a:lnTo>
                  <a:pt x="117348" y="1094232"/>
                </a:lnTo>
                <a:lnTo>
                  <a:pt x="121920" y="1103376"/>
                </a:lnTo>
                <a:lnTo>
                  <a:pt x="126492" y="1109472"/>
                </a:lnTo>
                <a:lnTo>
                  <a:pt x="132588" y="1112520"/>
                </a:lnTo>
                <a:lnTo>
                  <a:pt x="137160" y="1115568"/>
                </a:lnTo>
                <a:lnTo>
                  <a:pt x="155448" y="1115568"/>
                </a:lnTo>
                <a:lnTo>
                  <a:pt x="161544" y="1114044"/>
                </a:lnTo>
                <a:lnTo>
                  <a:pt x="172212" y="1103376"/>
                </a:lnTo>
                <a:lnTo>
                  <a:pt x="175260" y="1097280"/>
                </a:lnTo>
                <a:lnTo>
                  <a:pt x="175260" y="1095756"/>
                </a:lnTo>
                <a:lnTo>
                  <a:pt x="175260" y="1083564"/>
                </a:lnTo>
                <a:lnTo>
                  <a:pt x="160020" y="1057059"/>
                </a:lnTo>
                <a:lnTo>
                  <a:pt x="160020" y="1077468"/>
                </a:lnTo>
                <a:lnTo>
                  <a:pt x="160020" y="1082040"/>
                </a:lnTo>
                <a:lnTo>
                  <a:pt x="158496" y="1086612"/>
                </a:lnTo>
                <a:lnTo>
                  <a:pt x="150876" y="1094232"/>
                </a:lnTo>
                <a:lnTo>
                  <a:pt x="146304" y="1095756"/>
                </a:lnTo>
                <a:lnTo>
                  <a:pt x="135636" y="1095756"/>
                </a:lnTo>
                <a:lnTo>
                  <a:pt x="131064" y="1094232"/>
                </a:lnTo>
                <a:lnTo>
                  <a:pt x="128016" y="1091184"/>
                </a:lnTo>
                <a:lnTo>
                  <a:pt x="123444" y="1089660"/>
                </a:lnTo>
                <a:lnTo>
                  <a:pt x="117348" y="1077468"/>
                </a:lnTo>
                <a:lnTo>
                  <a:pt x="115049" y="1073429"/>
                </a:lnTo>
                <a:lnTo>
                  <a:pt x="112585" y="1067943"/>
                </a:lnTo>
                <a:lnTo>
                  <a:pt x="109842" y="1060704"/>
                </a:lnTo>
                <a:lnTo>
                  <a:pt x="106680" y="1051560"/>
                </a:lnTo>
                <a:lnTo>
                  <a:pt x="147828" y="1051560"/>
                </a:lnTo>
                <a:lnTo>
                  <a:pt x="160020" y="1077468"/>
                </a:lnTo>
                <a:lnTo>
                  <a:pt x="160020" y="1057059"/>
                </a:lnTo>
                <a:lnTo>
                  <a:pt x="155448" y="1051560"/>
                </a:lnTo>
                <a:lnTo>
                  <a:pt x="167640" y="1051560"/>
                </a:lnTo>
                <a:lnTo>
                  <a:pt x="170688" y="1048512"/>
                </a:lnTo>
                <a:lnTo>
                  <a:pt x="173736" y="1046988"/>
                </a:lnTo>
                <a:lnTo>
                  <a:pt x="175260" y="1043940"/>
                </a:lnTo>
                <a:lnTo>
                  <a:pt x="175260" y="1039368"/>
                </a:lnTo>
                <a:close/>
              </a:path>
              <a:path extrusionOk="0" h="1251584" w="175894">
                <a:moveTo>
                  <a:pt x="175260" y="405384"/>
                </a:moveTo>
                <a:lnTo>
                  <a:pt x="156972" y="379476"/>
                </a:lnTo>
                <a:lnTo>
                  <a:pt x="150876" y="379476"/>
                </a:lnTo>
                <a:lnTo>
                  <a:pt x="155448" y="385572"/>
                </a:lnTo>
                <a:lnTo>
                  <a:pt x="160020" y="390144"/>
                </a:lnTo>
                <a:lnTo>
                  <a:pt x="160020" y="394716"/>
                </a:lnTo>
                <a:lnTo>
                  <a:pt x="156972" y="397764"/>
                </a:lnTo>
                <a:lnTo>
                  <a:pt x="85344" y="397764"/>
                </a:lnTo>
                <a:lnTo>
                  <a:pt x="79248" y="399288"/>
                </a:lnTo>
                <a:lnTo>
                  <a:pt x="57912" y="426720"/>
                </a:lnTo>
                <a:lnTo>
                  <a:pt x="58000" y="437299"/>
                </a:lnTo>
                <a:lnTo>
                  <a:pt x="58077" y="438581"/>
                </a:lnTo>
                <a:lnTo>
                  <a:pt x="58191" y="440436"/>
                </a:lnTo>
                <a:lnTo>
                  <a:pt x="58483" y="445566"/>
                </a:lnTo>
                <a:lnTo>
                  <a:pt x="79248" y="477012"/>
                </a:lnTo>
                <a:lnTo>
                  <a:pt x="92964" y="477012"/>
                </a:lnTo>
                <a:lnTo>
                  <a:pt x="94488" y="475488"/>
                </a:lnTo>
                <a:lnTo>
                  <a:pt x="96012" y="472440"/>
                </a:lnTo>
                <a:lnTo>
                  <a:pt x="97536" y="470916"/>
                </a:lnTo>
                <a:lnTo>
                  <a:pt x="97536" y="464820"/>
                </a:lnTo>
                <a:lnTo>
                  <a:pt x="96012" y="463296"/>
                </a:lnTo>
                <a:lnTo>
                  <a:pt x="94488" y="460248"/>
                </a:lnTo>
                <a:lnTo>
                  <a:pt x="92964" y="458724"/>
                </a:lnTo>
                <a:lnTo>
                  <a:pt x="89916" y="457200"/>
                </a:lnTo>
                <a:lnTo>
                  <a:pt x="86868" y="457200"/>
                </a:lnTo>
                <a:lnTo>
                  <a:pt x="79248" y="458724"/>
                </a:lnTo>
                <a:lnTo>
                  <a:pt x="76200" y="458724"/>
                </a:lnTo>
                <a:lnTo>
                  <a:pt x="73152" y="457200"/>
                </a:lnTo>
                <a:lnTo>
                  <a:pt x="70104" y="452628"/>
                </a:lnTo>
                <a:lnTo>
                  <a:pt x="67056" y="449580"/>
                </a:lnTo>
                <a:lnTo>
                  <a:pt x="65532" y="446532"/>
                </a:lnTo>
                <a:lnTo>
                  <a:pt x="65659" y="432435"/>
                </a:lnTo>
                <a:lnTo>
                  <a:pt x="67056" y="428244"/>
                </a:lnTo>
                <a:lnTo>
                  <a:pt x="71628" y="423672"/>
                </a:lnTo>
                <a:lnTo>
                  <a:pt x="76200" y="420624"/>
                </a:lnTo>
                <a:lnTo>
                  <a:pt x="83820" y="417576"/>
                </a:lnTo>
                <a:lnTo>
                  <a:pt x="99060" y="417576"/>
                </a:lnTo>
                <a:lnTo>
                  <a:pt x="104495" y="431533"/>
                </a:lnTo>
                <a:lnTo>
                  <a:pt x="109347" y="443484"/>
                </a:lnTo>
                <a:lnTo>
                  <a:pt x="113639" y="453161"/>
                </a:lnTo>
                <a:lnTo>
                  <a:pt x="117348" y="460248"/>
                </a:lnTo>
                <a:lnTo>
                  <a:pt x="121920" y="469392"/>
                </a:lnTo>
                <a:lnTo>
                  <a:pt x="126492" y="475488"/>
                </a:lnTo>
                <a:lnTo>
                  <a:pt x="132588" y="478536"/>
                </a:lnTo>
                <a:lnTo>
                  <a:pt x="137160" y="481584"/>
                </a:lnTo>
                <a:lnTo>
                  <a:pt x="155448" y="481584"/>
                </a:lnTo>
                <a:lnTo>
                  <a:pt x="161544" y="480060"/>
                </a:lnTo>
                <a:lnTo>
                  <a:pt x="172212" y="469392"/>
                </a:lnTo>
                <a:lnTo>
                  <a:pt x="175260" y="463296"/>
                </a:lnTo>
                <a:lnTo>
                  <a:pt x="175260" y="461772"/>
                </a:lnTo>
                <a:lnTo>
                  <a:pt x="175260" y="449580"/>
                </a:lnTo>
                <a:lnTo>
                  <a:pt x="160020" y="423075"/>
                </a:lnTo>
                <a:lnTo>
                  <a:pt x="160020" y="443484"/>
                </a:lnTo>
                <a:lnTo>
                  <a:pt x="160020" y="449580"/>
                </a:lnTo>
                <a:lnTo>
                  <a:pt x="158496" y="452628"/>
                </a:lnTo>
                <a:lnTo>
                  <a:pt x="150876" y="460248"/>
                </a:lnTo>
                <a:lnTo>
                  <a:pt x="146304" y="461772"/>
                </a:lnTo>
                <a:lnTo>
                  <a:pt x="131064" y="461772"/>
                </a:lnTo>
                <a:lnTo>
                  <a:pt x="128016" y="458724"/>
                </a:lnTo>
                <a:lnTo>
                  <a:pt x="123444" y="455676"/>
                </a:lnTo>
                <a:lnTo>
                  <a:pt x="117348" y="443484"/>
                </a:lnTo>
                <a:lnTo>
                  <a:pt x="115049" y="440080"/>
                </a:lnTo>
                <a:lnTo>
                  <a:pt x="112585" y="434530"/>
                </a:lnTo>
                <a:lnTo>
                  <a:pt x="109766" y="426720"/>
                </a:lnTo>
                <a:lnTo>
                  <a:pt x="106680" y="417576"/>
                </a:lnTo>
                <a:lnTo>
                  <a:pt x="147828" y="417576"/>
                </a:lnTo>
                <a:lnTo>
                  <a:pt x="153568" y="425869"/>
                </a:lnTo>
                <a:lnTo>
                  <a:pt x="157353" y="432816"/>
                </a:lnTo>
                <a:lnTo>
                  <a:pt x="159410" y="438581"/>
                </a:lnTo>
                <a:lnTo>
                  <a:pt x="160020" y="443484"/>
                </a:lnTo>
                <a:lnTo>
                  <a:pt x="160020" y="423075"/>
                </a:lnTo>
                <a:lnTo>
                  <a:pt x="155448" y="417576"/>
                </a:lnTo>
                <a:lnTo>
                  <a:pt x="167640" y="417576"/>
                </a:lnTo>
                <a:lnTo>
                  <a:pt x="170688" y="414528"/>
                </a:lnTo>
                <a:lnTo>
                  <a:pt x="173736" y="413004"/>
                </a:lnTo>
                <a:lnTo>
                  <a:pt x="175260" y="409956"/>
                </a:lnTo>
                <a:lnTo>
                  <a:pt x="175260" y="405384"/>
                </a:lnTo>
                <a:close/>
              </a:path>
              <a:path extrusionOk="0" h="1251584" w="175894">
                <a:moveTo>
                  <a:pt x="175272" y="801624"/>
                </a:moveTo>
                <a:lnTo>
                  <a:pt x="161544" y="771144"/>
                </a:lnTo>
                <a:lnTo>
                  <a:pt x="158496" y="771144"/>
                </a:lnTo>
                <a:lnTo>
                  <a:pt x="160020" y="775716"/>
                </a:lnTo>
                <a:lnTo>
                  <a:pt x="160020" y="783336"/>
                </a:lnTo>
                <a:lnTo>
                  <a:pt x="158496" y="783336"/>
                </a:lnTo>
                <a:lnTo>
                  <a:pt x="158496" y="784860"/>
                </a:lnTo>
                <a:lnTo>
                  <a:pt x="155448" y="786384"/>
                </a:lnTo>
                <a:lnTo>
                  <a:pt x="149352" y="786384"/>
                </a:lnTo>
                <a:lnTo>
                  <a:pt x="141732" y="787908"/>
                </a:lnTo>
                <a:lnTo>
                  <a:pt x="0" y="787908"/>
                </a:lnTo>
                <a:lnTo>
                  <a:pt x="0" y="792480"/>
                </a:lnTo>
                <a:lnTo>
                  <a:pt x="13728" y="824484"/>
                </a:lnTo>
                <a:lnTo>
                  <a:pt x="16776" y="822960"/>
                </a:lnTo>
                <a:lnTo>
                  <a:pt x="15252" y="819912"/>
                </a:lnTo>
                <a:lnTo>
                  <a:pt x="15252" y="812292"/>
                </a:lnTo>
                <a:lnTo>
                  <a:pt x="18288" y="809244"/>
                </a:lnTo>
                <a:lnTo>
                  <a:pt x="19812" y="809244"/>
                </a:lnTo>
                <a:lnTo>
                  <a:pt x="22860" y="807720"/>
                </a:lnTo>
                <a:lnTo>
                  <a:pt x="68580" y="807720"/>
                </a:lnTo>
                <a:lnTo>
                  <a:pt x="60960" y="813816"/>
                </a:lnTo>
                <a:lnTo>
                  <a:pt x="57912" y="821436"/>
                </a:lnTo>
                <a:lnTo>
                  <a:pt x="57912" y="830580"/>
                </a:lnTo>
                <a:lnTo>
                  <a:pt x="59080" y="841679"/>
                </a:lnTo>
                <a:lnTo>
                  <a:pt x="88061" y="874928"/>
                </a:lnTo>
                <a:lnTo>
                  <a:pt x="121920" y="883920"/>
                </a:lnTo>
                <a:lnTo>
                  <a:pt x="133019" y="883069"/>
                </a:lnTo>
                <a:lnTo>
                  <a:pt x="166903" y="863092"/>
                </a:lnTo>
                <a:lnTo>
                  <a:pt x="175272" y="839724"/>
                </a:lnTo>
                <a:lnTo>
                  <a:pt x="175272" y="833628"/>
                </a:lnTo>
                <a:lnTo>
                  <a:pt x="173736" y="827532"/>
                </a:lnTo>
                <a:lnTo>
                  <a:pt x="170688" y="822960"/>
                </a:lnTo>
                <a:lnTo>
                  <a:pt x="169164" y="818388"/>
                </a:lnTo>
                <a:lnTo>
                  <a:pt x="163068" y="812292"/>
                </a:lnTo>
                <a:lnTo>
                  <a:pt x="160020" y="810006"/>
                </a:lnTo>
                <a:lnTo>
                  <a:pt x="160020" y="819912"/>
                </a:lnTo>
                <a:lnTo>
                  <a:pt x="160020" y="827532"/>
                </a:lnTo>
                <a:lnTo>
                  <a:pt x="131826" y="858012"/>
                </a:lnTo>
                <a:lnTo>
                  <a:pt x="111899" y="861021"/>
                </a:lnTo>
                <a:lnTo>
                  <a:pt x="110578" y="861021"/>
                </a:lnTo>
                <a:lnTo>
                  <a:pt x="68580" y="844296"/>
                </a:lnTo>
                <a:lnTo>
                  <a:pt x="65532" y="838200"/>
                </a:lnTo>
                <a:lnTo>
                  <a:pt x="65532" y="827532"/>
                </a:lnTo>
                <a:lnTo>
                  <a:pt x="67056" y="824484"/>
                </a:lnTo>
                <a:lnTo>
                  <a:pt x="68580" y="819912"/>
                </a:lnTo>
                <a:lnTo>
                  <a:pt x="74676" y="813816"/>
                </a:lnTo>
                <a:lnTo>
                  <a:pt x="79248" y="810768"/>
                </a:lnTo>
                <a:lnTo>
                  <a:pt x="88392" y="807720"/>
                </a:lnTo>
                <a:lnTo>
                  <a:pt x="149352" y="807720"/>
                </a:lnTo>
                <a:lnTo>
                  <a:pt x="156972" y="813816"/>
                </a:lnTo>
                <a:lnTo>
                  <a:pt x="160020" y="819912"/>
                </a:lnTo>
                <a:lnTo>
                  <a:pt x="160020" y="810006"/>
                </a:lnTo>
                <a:lnTo>
                  <a:pt x="156972" y="807720"/>
                </a:lnTo>
                <a:lnTo>
                  <a:pt x="175272" y="807720"/>
                </a:lnTo>
                <a:lnTo>
                  <a:pt x="175272" y="801624"/>
                </a:lnTo>
                <a:close/>
              </a:path>
              <a:path extrusionOk="0" h="1251584" w="175894">
                <a:moveTo>
                  <a:pt x="175272" y="629412"/>
                </a:moveTo>
                <a:lnTo>
                  <a:pt x="158051" y="594169"/>
                </a:lnTo>
                <a:lnTo>
                  <a:pt x="129552" y="582168"/>
                </a:lnTo>
                <a:lnTo>
                  <a:pt x="128028" y="585216"/>
                </a:lnTo>
                <a:lnTo>
                  <a:pt x="138696" y="589788"/>
                </a:lnTo>
                <a:lnTo>
                  <a:pt x="144792" y="594360"/>
                </a:lnTo>
                <a:lnTo>
                  <a:pt x="147840" y="598932"/>
                </a:lnTo>
                <a:lnTo>
                  <a:pt x="153936" y="605028"/>
                </a:lnTo>
                <a:lnTo>
                  <a:pt x="155460" y="611124"/>
                </a:lnTo>
                <a:lnTo>
                  <a:pt x="155460" y="620268"/>
                </a:lnTo>
                <a:lnTo>
                  <a:pt x="154571" y="627964"/>
                </a:lnTo>
                <a:lnTo>
                  <a:pt x="124409" y="653034"/>
                </a:lnTo>
                <a:lnTo>
                  <a:pt x="105168" y="655320"/>
                </a:lnTo>
                <a:lnTo>
                  <a:pt x="96329" y="654748"/>
                </a:lnTo>
                <a:lnTo>
                  <a:pt x="65544" y="635508"/>
                </a:lnTo>
                <a:lnTo>
                  <a:pt x="65544" y="621792"/>
                </a:lnTo>
                <a:lnTo>
                  <a:pt x="67068" y="618744"/>
                </a:lnTo>
                <a:lnTo>
                  <a:pt x="70116" y="615696"/>
                </a:lnTo>
                <a:lnTo>
                  <a:pt x="71640" y="612648"/>
                </a:lnTo>
                <a:lnTo>
                  <a:pt x="76212" y="611124"/>
                </a:lnTo>
                <a:lnTo>
                  <a:pt x="85356" y="611124"/>
                </a:lnTo>
                <a:lnTo>
                  <a:pt x="88404" y="609600"/>
                </a:lnTo>
                <a:lnTo>
                  <a:pt x="89928" y="608076"/>
                </a:lnTo>
                <a:lnTo>
                  <a:pt x="92976" y="606552"/>
                </a:lnTo>
                <a:lnTo>
                  <a:pt x="94500" y="601980"/>
                </a:lnTo>
                <a:lnTo>
                  <a:pt x="94500" y="591312"/>
                </a:lnTo>
                <a:lnTo>
                  <a:pt x="91452" y="589788"/>
                </a:lnTo>
                <a:lnTo>
                  <a:pt x="89928" y="588264"/>
                </a:lnTo>
                <a:lnTo>
                  <a:pt x="86880" y="586740"/>
                </a:lnTo>
                <a:lnTo>
                  <a:pt x="77736" y="586740"/>
                </a:lnTo>
                <a:lnTo>
                  <a:pt x="57924" y="623316"/>
                </a:lnTo>
                <a:lnTo>
                  <a:pt x="59042" y="634174"/>
                </a:lnTo>
                <a:lnTo>
                  <a:pt x="83273" y="666775"/>
                </a:lnTo>
                <a:lnTo>
                  <a:pt x="117360" y="675132"/>
                </a:lnTo>
                <a:lnTo>
                  <a:pt x="129590" y="674281"/>
                </a:lnTo>
                <a:lnTo>
                  <a:pt x="166903" y="654278"/>
                </a:lnTo>
                <a:lnTo>
                  <a:pt x="174383" y="638276"/>
                </a:lnTo>
                <a:lnTo>
                  <a:pt x="175272" y="629412"/>
                </a:lnTo>
                <a:close/>
              </a:path>
              <a:path extrusionOk="0" h="1251584" w="175894">
                <a:moveTo>
                  <a:pt x="175272" y="254508"/>
                </a:moveTo>
                <a:lnTo>
                  <a:pt x="150888" y="231648"/>
                </a:lnTo>
                <a:lnTo>
                  <a:pt x="150888" y="237744"/>
                </a:lnTo>
                <a:lnTo>
                  <a:pt x="153936" y="239268"/>
                </a:lnTo>
                <a:lnTo>
                  <a:pt x="158508" y="243840"/>
                </a:lnTo>
                <a:lnTo>
                  <a:pt x="160032" y="246888"/>
                </a:lnTo>
                <a:lnTo>
                  <a:pt x="160032" y="254508"/>
                </a:lnTo>
                <a:lnTo>
                  <a:pt x="158508" y="257556"/>
                </a:lnTo>
                <a:lnTo>
                  <a:pt x="153936" y="262128"/>
                </a:lnTo>
                <a:lnTo>
                  <a:pt x="68592" y="262128"/>
                </a:lnTo>
                <a:lnTo>
                  <a:pt x="68592" y="236220"/>
                </a:lnTo>
                <a:lnTo>
                  <a:pt x="60972" y="236220"/>
                </a:lnTo>
                <a:lnTo>
                  <a:pt x="60972" y="262128"/>
                </a:lnTo>
                <a:lnTo>
                  <a:pt x="24396" y="262128"/>
                </a:lnTo>
                <a:lnTo>
                  <a:pt x="24396" y="265176"/>
                </a:lnTo>
                <a:lnTo>
                  <a:pt x="33540" y="269748"/>
                </a:lnTo>
                <a:lnTo>
                  <a:pt x="38112" y="271272"/>
                </a:lnTo>
                <a:lnTo>
                  <a:pt x="41160" y="274320"/>
                </a:lnTo>
                <a:lnTo>
                  <a:pt x="47256" y="277368"/>
                </a:lnTo>
                <a:lnTo>
                  <a:pt x="60972" y="291084"/>
                </a:lnTo>
                <a:lnTo>
                  <a:pt x="64020" y="295656"/>
                </a:lnTo>
                <a:lnTo>
                  <a:pt x="65544" y="300228"/>
                </a:lnTo>
                <a:lnTo>
                  <a:pt x="68592" y="300228"/>
                </a:lnTo>
                <a:lnTo>
                  <a:pt x="68592" y="281940"/>
                </a:lnTo>
                <a:lnTo>
                  <a:pt x="160032" y="281940"/>
                </a:lnTo>
                <a:lnTo>
                  <a:pt x="163080" y="280416"/>
                </a:lnTo>
                <a:lnTo>
                  <a:pt x="167652" y="278892"/>
                </a:lnTo>
                <a:lnTo>
                  <a:pt x="170700" y="275844"/>
                </a:lnTo>
                <a:lnTo>
                  <a:pt x="172224" y="271272"/>
                </a:lnTo>
                <a:lnTo>
                  <a:pt x="175272" y="265176"/>
                </a:lnTo>
                <a:lnTo>
                  <a:pt x="175272" y="254508"/>
                </a:lnTo>
                <a:close/>
              </a:path>
              <a:path extrusionOk="0" h="1251584" w="175894">
                <a:moveTo>
                  <a:pt x="175272" y="173736"/>
                </a:moveTo>
                <a:lnTo>
                  <a:pt x="155956" y="138760"/>
                </a:lnTo>
                <a:lnTo>
                  <a:pt x="132600" y="129540"/>
                </a:lnTo>
                <a:lnTo>
                  <a:pt x="129552" y="132588"/>
                </a:lnTo>
                <a:lnTo>
                  <a:pt x="140220" y="135636"/>
                </a:lnTo>
                <a:lnTo>
                  <a:pt x="146316" y="140208"/>
                </a:lnTo>
                <a:lnTo>
                  <a:pt x="150888" y="146304"/>
                </a:lnTo>
                <a:lnTo>
                  <a:pt x="153885" y="150812"/>
                </a:lnTo>
                <a:lnTo>
                  <a:pt x="154698" y="153924"/>
                </a:lnTo>
                <a:lnTo>
                  <a:pt x="155460" y="156972"/>
                </a:lnTo>
                <a:lnTo>
                  <a:pt x="155397" y="165150"/>
                </a:lnTo>
                <a:lnTo>
                  <a:pt x="134048" y="197154"/>
                </a:lnTo>
                <a:lnTo>
                  <a:pt x="102120" y="204216"/>
                </a:lnTo>
                <a:lnTo>
                  <a:pt x="102120" y="153924"/>
                </a:lnTo>
                <a:lnTo>
                  <a:pt x="102120" y="129540"/>
                </a:lnTo>
                <a:lnTo>
                  <a:pt x="94500" y="130200"/>
                </a:lnTo>
                <a:lnTo>
                  <a:pt x="94500" y="153924"/>
                </a:lnTo>
                <a:lnTo>
                  <a:pt x="94500" y="204216"/>
                </a:lnTo>
                <a:lnTo>
                  <a:pt x="65544" y="184404"/>
                </a:lnTo>
                <a:lnTo>
                  <a:pt x="65544" y="173736"/>
                </a:lnTo>
                <a:lnTo>
                  <a:pt x="67068" y="169164"/>
                </a:lnTo>
                <a:lnTo>
                  <a:pt x="70116" y="164592"/>
                </a:lnTo>
                <a:lnTo>
                  <a:pt x="71640" y="161544"/>
                </a:lnTo>
                <a:lnTo>
                  <a:pt x="76212" y="158496"/>
                </a:lnTo>
                <a:lnTo>
                  <a:pt x="82308" y="155448"/>
                </a:lnTo>
                <a:lnTo>
                  <a:pt x="88404" y="153924"/>
                </a:lnTo>
                <a:lnTo>
                  <a:pt x="94500" y="153924"/>
                </a:lnTo>
                <a:lnTo>
                  <a:pt x="94500" y="130200"/>
                </a:lnTo>
                <a:lnTo>
                  <a:pt x="61163" y="155257"/>
                </a:lnTo>
                <a:lnTo>
                  <a:pt x="58585" y="165150"/>
                </a:lnTo>
                <a:lnTo>
                  <a:pt x="57924" y="172212"/>
                </a:lnTo>
                <a:lnTo>
                  <a:pt x="74688" y="207264"/>
                </a:lnTo>
                <a:lnTo>
                  <a:pt x="118884" y="222504"/>
                </a:lnTo>
                <a:lnTo>
                  <a:pt x="131216" y="221627"/>
                </a:lnTo>
                <a:lnTo>
                  <a:pt x="130975" y="221627"/>
                </a:lnTo>
                <a:lnTo>
                  <a:pt x="141744" y="219075"/>
                </a:lnTo>
                <a:lnTo>
                  <a:pt x="151460" y="214795"/>
                </a:lnTo>
                <a:lnTo>
                  <a:pt x="160032" y="208788"/>
                </a:lnTo>
                <a:lnTo>
                  <a:pt x="164274" y="204216"/>
                </a:lnTo>
                <a:lnTo>
                  <a:pt x="166903" y="201383"/>
                </a:lnTo>
                <a:lnTo>
                  <a:pt x="171653" y="192976"/>
                </a:lnTo>
                <a:lnTo>
                  <a:pt x="174383" y="183718"/>
                </a:lnTo>
                <a:lnTo>
                  <a:pt x="175272" y="173736"/>
                </a:lnTo>
                <a:close/>
              </a:path>
              <a:path extrusionOk="0" h="1251584" w="175894">
                <a:moveTo>
                  <a:pt x="175272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60020" y="4572"/>
                </a:lnTo>
                <a:lnTo>
                  <a:pt x="160020" y="12192"/>
                </a:lnTo>
                <a:lnTo>
                  <a:pt x="158496" y="13716"/>
                </a:lnTo>
                <a:lnTo>
                  <a:pt x="158496" y="15240"/>
                </a:lnTo>
                <a:lnTo>
                  <a:pt x="155448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28" y="53340"/>
                </a:lnTo>
                <a:lnTo>
                  <a:pt x="16776" y="53340"/>
                </a:lnTo>
                <a:lnTo>
                  <a:pt x="15252" y="48768"/>
                </a:lnTo>
                <a:lnTo>
                  <a:pt x="15252" y="41148"/>
                </a:lnTo>
                <a:lnTo>
                  <a:pt x="16776" y="41148"/>
                </a:lnTo>
                <a:lnTo>
                  <a:pt x="19812" y="38100"/>
                </a:lnTo>
                <a:lnTo>
                  <a:pt x="25908" y="38100"/>
                </a:lnTo>
                <a:lnTo>
                  <a:pt x="33528" y="36576"/>
                </a:lnTo>
                <a:lnTo>
                  <a:pt x="68580" y="36576"/>
                </a:lnTo>
                <a:lnTo>
                  <a:pt x="63703" y="42316"/>
                </a:lnTo>
                <a:lnTo>
                  <a:pt x="60388" y="48196"/>
                </a:lnTo>
                <a:lnTo>
                  <a:pt x="58508" y="54368"/>
                </a:lnTo>
                <a:lnTo>
                  <a:pt x="58470" y="54864"/>
                </a:lnTo>
                <a:lnTo>
                  <a:pt x="57912" y="60960"/>
                </a:lnTo>
                <a:lnTo>
                  <a:pt x="77724" y="99060"/>
                </a:lnTo>
                <a:lnTo>
                  <a:pt x="121920" y="112776"/>
                </a:lnTo>
                <a:lnTo>
                  <a:pt x="133019" y="112166"/>
                </a:lnTo>
                <a:lnTo>
                  <a:pt x="166903" y="93446"/>
                </a:lnTo>
                <a:lnTo>
                  <a:pt x="175196" y="69342"/>
                </a:lnTo>
                <a:lnTo>
                  <a:pt x="175171" y="63627"/>
                </a:lnTo>
                <a:lnTo>
                  <a:pt x="173736" y="57912"/>
                </a:lnTo>
                <a:lnTo>
                  <a:pt x="170688" y="53340"/>
                </a:lnTo>
                <a:lnTo>
                  <a:pt x="169164" y="47244"/>
                </a:lnTo>
                <a:lnTo>
                  <a:pt x="163068" y="42672"/>
                </a:lnTo>
                <a:lnTo>
                  <a:pt x="160020" y="39624"/>
                </a:lnTo>
                <a:lnTo>
                  <a:pt x="160020" y="50292"/>
                </a:lnTo>
                <a:lnTo>
                  <a:pt x="160020" y="57912"/>
                </a:lnTo>
                <a:lnTo>
                  <a:pt x="159194" y="63627"/>
                </a:lnTo>
                <a:lnTo>
                  <a:pt x="122110" y="89344"/>
                </a:lnTo>
                <a:lnTo>
                  <a:pt x="111252" y="89916"/>
                </a:lnTo>
                <a:lnTo>
                  <a:pt x="99758" y="89344"/>
                </a:lnTo>
                <a:lnTo>
                  <a:pt x="65532" y="68580"/>
                </a:lnTo>
                <a:lnTo>
                  <a:pt x="65532" y="57912"/>
                </a:lnTo>
                <a:lnTo>
                  <a:pt x="67056" y="54864"/>
                </a:lnTo>
                <a:lnTo>
                  <a:pt x="68580" y="50292"/>
                </a:lnTo>
                <a:lnTo>
                  <a:pt x="74676" y="44196"/>
                </a:lnTo>
                <a:lnTo>
                  <a:pt x="79248" y="41148"/>
                </a:lnTo>
                <a:lnTo>
                  <a:pt x="88392" y="38100"/>
                </a:lnTo>
                <a:lnTo>
                  <a:pt x="94488" y="36576"/>
                </a:lnTo>
                <a:lnTo>
                  <a:pt x="149352" y="36576"/>
                </a:lnTo>
                <a:lnTo>
                  <a:pt x="156972" y="44196"/>
                </a:lnTo>
                <a:lnTo>
                  <a:pt x="160020" y="50292"/>
                </a:lnTo>
                <a:lnTo>
                  <a:pt x="160020" y="39624"/>
                </a:lnTo>
                <a:lnTo>
                  <a:pt x="156972" y="36576"/>
                </a:lnTo>
                <a:lnTo>
                  <a:pt x="175272" y="36576"/>
                </a:lnTo>
                <a:lnTo>
                  <a:pt x="175272" y="320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4" name="Google Shape;3804;p68"/>
          <p:cNvSpPr/>
          <p:nvPr/>
        </p:nvSpPr>
        <p:spPr>
          <a:xfrm>
            <a:off x="3038856" y="9060180"/>
            <a:ext cx="228600" cy="227329"/>
          </a:xfrm>
          <a:custGeom>
            <a:rect b="b" l="l" r="r" t="t"/>
            <a:pathLst>
              <a:path extrusionOk="0" h="227329" w="228600">
                <a:moveTo>
                  <a:pt x="114300" y="227075"/>
                </a:moveTo>
                <a:lnTo>
                  <a:pt x="0" y="114300"/>
                </a:lnTo>
                <a:lnTo>
                  <a:pt x="114300" y="0"/>
                </a:lnTo>
                <a:lnTo>
                  <a:pt x="228600" y="114300"/>
                </a:lnTo>
                <a:lnTo>
                  <a:pt x="114300" y="2270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05" name="Google Shape;3805;p68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055619" y="8510016"/>
            <a:ext cx="225552" cy="46786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06" name="Google Shape;3806;p68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055620" y="8154923"/>
            <a:ext cx="175259" cy="281939"/>
          </a:xfrm>
          <a:prstGeom prst="rect">
            <a:avLst/>
          </a:prstGeom>
          <a:noFill/>
          <a:ln>
            <a:noFill/>
          </a:ln>
        </p:spPr>
      </p:pic>
      <p:sp>
        <p:nvSpPr>
          <p:cNvPr id="3807" name="Google Shape;3807;p68"/>
          <p:cNvSpPr/>
          <p:nvPr/>
        </p:nvSpPr>
        <p:spPr>
          <a:xfrm>
            <a:off x="3055607" y="7571232"/>
            <a:ext cx="175895" cy="515620"/>
          </a:xfrm>
          <a:custGeom>
            <a:rect b="b" l="l" r="r" t="t"/>
            <a:pathLst>
              <a:path extrusionOk="0" h="515620" w="175894">
                <a:moveTo>
                  <a:pt x="172212" y="68580"/>
                </a:moveTo>
                <a:lnTo>
                  <a:pt x="169164" y="68580"/>
                </a:lnTo>
                <a:lnTo>
                  <a:pt x="169164" y="74676"/>
                </a:lnTo>
                <a:lnTo>
                  <a:pt x="167640" y="77724"/>
                </a:lnTo>
                <a:lnTo>
                  <a:pt x="167640" y="79248"/>
                </a:lnTo>
                <a:lnTo>
                  <a:pt x="166116" y="82296"/>
                </a:lnTo>
                <a:lnTo>
                  <a:pt x="164592" y="83820"/>
                </a:lnTo>
                <a:lnTo>
                  <a:pt x="161544" y="83820"/>
                </a:lnTo>
                <a:lnTo>
                  <a:pt x="160020" y="85344"/>
                </a:lnTo>
                <a:lnTo>
                  <a:pt x="0" y="85344"/>
                </a:lnTo>
                <a:lnTo>
                  <a:pt x="0" y="91440"/>
                </a:lnTo>
                <a:lnTo>
                  <a:pt x="13716" y="121920"/>
                </a:lnTo>
                <a:lnTo>
                  <a:pt x="16764" y="120396"/>
                </a:lnTo>
                <a:lnTo>
                  <a:pt x="13716" y="114300"/>
                </a:lnTo>
                <a:lnTo>
                  <a:pt x="13716" y="111252"/>
                </a:lnTo>
                <a:lnTo>
                  <a:pt x="15240" y="109728"/>
                </a:lnTo>
                <a:lnTo>
                  <a:pt x="15240" y="108204"/>
                </a:lnTo>
                <a:lnTo>
                  <a:pt x="16764" y="108204"/>
                </a:lnTo>
                <a:lnTo>
                  <a:pt x="19812" y="106680"/>
                </a:lnTo>
                <a:lnTo>
                  <a:pt x="22860" y="106680"/>
                </a:lnTo>
                <a:lnTo>
                  <a:pt x="25908" y="105156"/>
                </a:lnTo>
                <a:lnTo>
                  <a:pt x="153924" y="105156"/>
                </a:lnTo>
                <a:lnTo>
                  <a:pt x="158496" y="106680"/>
                </a:lnTo>
                <a:lnTo>
                  <a:pt x="161544" y="106680"/>
                </a:lnTo>
                <a:lnTo>
                  <a:pt x="164592" y="108204"/>
                </a:lnTo>
                <a:lnTo>
                  <a:pt x="167640" y="111252"/>
                </a:lnTo>
                <a:lnTo>
                  <a:pt x="167640" y="112776"/>
                </a:lnTo>
                <a:lnTo>
                  <a:pt x="169164" y="117348"/>
                </a:lnTo>
                <a:lnTo>
                  <a:pt x="169164" y="121920"/>
                </a:lnTo>
                <a:lnTo>
                  <a:pt x="172212" y="121920"/>
                </a:lnTo>
                <a:lnTo>
                  <a:pt x="172212" y="68580"/>
                </a:lnTo>
                <a:close/>
              </a:path>
              <a:path extrusionOk="0" h="515620" w="175894">
                <a:moveTo>
                  <a:pt x="172212" y="0"/>
                </a:moveTo>
                <a:lnTo>
                  <a:pt x="169164" y="0"/>
                </a:lnTo>
                <a:lnTo>
                  <a:pt x="169164" y="4572"/>
                </a:lnTo>
                <a:lnTo>
                  <a:pt x="167640" y="9144"/>
                </a:lnTo>
                <a:lnTo>
                  <a:pt x="167640" y="10668"/>
                </a:lnTo>
                <a:lnTo>
                  <a:pt x="164592" y="13716"/>
                </a:lnTo>
                <a:lnTo>
                  <a:pt x="161544" y="15240"/>
                </a:lnTo>
                <a:lnTo>
                  <a:pt x="160020" y="15240"/>
                </a:lnTo>
                <a:lnTo>
                  <a:pt x="153924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3716" y="45720"/>
                </a:lnTo>
                <a:lnTo>
                  <a:pt x="13716" y="42672"/>
                </a:lnTo>
                <a:lnTo>
                  <a:pt x="15240" y="41148"/>
                </a:lnTo>
                <a:lnTo>
                  <a:pt x="15240" y="39624"/>
                </a:lnTo>
                <a:lnTo>
                  <a:pt x="16764" y="38100"/>
                </a:lnTo>
                <a:lnTo>
                  <a:pt x="19812" y="38100"/>
                </a:lnTo>
                <a:lnTo>
                  <a:pt x="22860" y="36576"/>
                </a:lnTo>
                <a:lnTo>
                  <a:pt x="158496" y="36576"/>
                </a:lnTo>
                <a:lnTo>
                  <a:pt x="164592" y="39624"/>
                </a:lnTo>
                <a:lnTo>
                  <a:pt x="166116" y="39624"/>
                </a:lnTo>
                <a:lnTo>
                  <a:pt x="167640" y="42672"/>
                </a:lnTo>
                <a:lnTo>
                  <a:pt x="167640" y="44196"/>
                </a:lnTo>
                <a:lnTo>
                  <a:pt x="169164" y="47244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515620" w="175894">
                <a:moveTo>
                  <a:pt x="172224" y="245364"/>
                </a:moveTo>
                <a:lnTo>
                  <a:pt x="169176" y="245364"/>
                </a:lnTo>
                <a:lnTo>
                  <a:pt x="169176" y="249936"/>
                </a:lnTo>
                <a:lnTo>
                  <a:pt x="166128" y="256032"/>
                </a:lnTo>
                <a:lnTo>
                  <a:pt x="166128" y="257556"/>
                </a:lnTo>
                <a:lnTo>
                  <a:pt x="164604" y="259080"/>
                </a:lnTo>
                <a:lnTo>
                  <a:pt x="161556" y="260604"/>
                </a:lnTo>
                <a:lnTo>
                  <a:pt x="160032" y="260604"/>
                </a:lnTo>
                <a:lnTo>
                  <a:pt x="153936" y="262128"/>
                </a:lnTo>
                <a:lnTo>
                  <a:pt x="82308" y="262128"/>
                </a:lnTo>
                <a:lnTo>
                  <a:pt x="77736" y="263652"/>
                </a:lnTo>
                <a:lnTo>
                  <a:pt x="70116" y="266700"/>
                </a:lnTo>
                <a:lnTo>
                  <a:pt x="62496" y="274320"/>
                </a:lnTo>
                <a:lnTo>
                  <a:pt x="59448" y="278892"/>
                </a:lnTo>
                <a:lnTo>
                  <a:pt x="57924" y="284988"/>
                </a:lnTo>
                <a:lnTo>
                  <a:pt x="57924" y="295656"/>
                </a:lnTo>
                <a:lnTo>
                  <a:pt x="82308" y="327660"/>
                </a:lnTo>
                <a:lnTo>
                  <a:pt x="73164" y="329184"/>
                </a:lnTo>
                <a:lnTo>
                  <a:pt x="68592" y="332232"/>
                </a:lnTo>
                <a:lnTo>
                  <a:pt x="64020" y="338328"/>
                </a:lnTo>
                <a:lnTo>
                  <a:pt x="59448" y="342900"/>
                </a:lnTo>
                <a:lnTo>
                  <a:pt x="57924" y="348996"/>
                </a:lnTo>
                <a:lnTo>
                  <a:pt x="57924" y="362712"/>
                </a:lnTo>
                <a:lnTo>
                  <a:pt x="59448" y="367284"/>
                </a:lnTo>
                <a:lnTo>
                  <a:pt x="62496" y="371856"/>
                </a:lnTo>
                <a:lnTo>
                  <a:pt x="64020" y="374904"/>
                </a:lnTo>
                <a:lnTo>
                  <a:pt x="67068" y="379476"/>
                </a:lnTo>
                <a:lnTo>
                  <a:pt x="73164" y="385572"/>
                </a:lnTo>
                <a:lnTo>
                  <a:pt x="82308" y="393192"/>
                </a:lnTo>
                <a:lnTo>
                  <a:pt x="57924" y="393192"/>
                </a:lnTo>
                <a:lnTo>
                  <a:pt x="57924" y="397764"/>
                </a:lnTo>
                <a:lnTo>
                  <a:pt x="71640" y="431292"/>
                </a:lnTo>
                <a:lnTo>
                  <a:pt x="74688" y="429768"/>
                </a:lnTo>
                <a:lnTo>
                  <a:pt x="73164" y="426720"/>
                </a:lnTo>
                <a:lnTo>
                  <a:pt x="73164" y="417576"/>
                </a:lnTo>
                <a:lnTo>
                  <a:pt x="74688" y="416052"/>
                </a:lnTo>
                <a:lnTo>
                  <a:pt x="74688" y="414528"/>
                </a:lnTo>
                <a:lnTo>
                  <a:pt x="76212" y="414528"/>
                </a:lnTo>
                <a:lnTo>
                  <a:pt x="79260" y="413004"/>
                </a:lnTo>
                <a:lnTo>
                  <a:pt x="158508" y="413004"/>
                </a:lnTo>
                <a:lnTo>
                  <a:pt x="164604" y="416052"/>
                </a:lnTo>
                <a:lnTo>
                  <a:pt x="167652" y="419100"/>
                </a:lnTo>
                <a:lnTo>
                  <a:pt x="167652" y="420624"/>
                </a:lnTo>
                <a:lnTo>
                  <a:pt x="169176" y="423672"/>
                </a:lnTo>
                <a:lnTo>
                  <a:pt x="169176" y="429768"/>
                </a:lnTo>
                <a:lnTo>
                  <a:pt x="172224" y="429768"/>
                </a:lnTo>
                <a:lnTo>
                  <a:pt x="172224" y="413004"/>
                </a:lnTo>
                <a:lnTo>
                  <a:pt x="172224" y="376428"/>
                </a:lnTo>
                <a:lnTo>
                  <a:pt x="169176" y="376428"/>
                </a:lnTo>
                <a:lnTo>
                  <a:pt x="169176" y="381000"/>
                </a:lnTo>
                <a:lnTo>
                  <a:pt x="167652" y="385572"/>
                </a:lnTo>
                <a:lnTo>
                  <a:pt x="167652" y="387096"/>
                </a:lnTo>
                <a:lnTo>
                  <a:pt x="164604" y="390144"/>
                </a:lnTo>
                <a:lnTo>
                  <a:pt x="161556" y="391668"/>
                </a:lnTo>
                <a:lnTo>
                  <a:pt x="160032" y="391668"/>
                </a:lnTo>
                <a:lnTo>
                  <a:pt x="155460" y="393192"/>
                </a:lnTo>
                <a:lnTo>
                  <a:pt x="88404" y="393192"/>
                </a:lnTo>
                <a:lnTo>
                  <a:pt x="79260" y="384048"/>
                </a:lnTo>
                <a:lnTo>
                  <a:pt x="76212" y="377952"/>
                </a:lnTo>
                <a:lnTo>
                  <a:pt x="73164" y="373380"/>
                </a:lnTo>
                <a:lnTo>
                  <a:pt x="73164" y="359664"/>
                </a:lnTo>
                <a:lnTo>
                  <a:pt x="74688" y="355092"/>
                </a:lnTo>
                <a:lnTo>
                  <a:pt x="80784" y="350520"/>
                </a:lnTo>
                <a:lnTo>
                  <a:pt x="83832" y="348996"/>
                </a:lnTo>
                <a:lnTo>
                  <a:pt x="89928" y="347472"/>
                </a:lnTo>
                <a:lnTo>
                  <a:pt x="160032" y="347472"/>
                </a:lnTo>
                <a:lnTo>
                  <a:pt x="163080" y="348996"/>
                </a:lnTo>
                <a:lnTo>
                  <a:pt x="167652" y="353568"/>
                </a:lnTo>
                <a:lnTo>
                  <a:pt x="169176" y="358140"/>
                </a:lnTo>
                <a:lnTo>
                  <a:pt x="169176" y="364236"/>
                </a:lnTo>
                <a:lnTo>
                  <a:pt x="172224" y="364236"/>
                </a:lnTo>
                <a:lnTo>
                  <a:pt x="172224" y="347472"/>
                </a:lnTo>
                <a:lnTo>
                  <a:pt x="172224" y="327660"/>
                </a:lnTo>
                <a:lnTo>
                  <a:pt x="172224" y="310896"/>
                </a:lnTo>
                <a:lnTo>
                  <a:pt x="169176" y="310896"/>
                </a:lnTo>
                <a:lnTo>
                  <a:pt x="169176" y="315468"/>
                </a:lnTo>
                <a:lnTo>
                  <a:pt x="167652" y="320040"/>
                </a:lnTo>
                <a:lnTo>
                  <a:pt x="166128" y="321564"/>
                </a:lnTo>
                <a:lnTo>
                  <a:pt x="166128" y="324612"/>
                </a:lnTo>
                <a:lnTo>
                  <a:pt x="164604" y="326136"/>
                </a:lnTo>
                <a:lnTo>
                  <a:pt x="161556" y="326136"/>
                </a:lnTo>
                <a:lnTo>
                  <a:pt x="160032" y="327660"/>
                </a:lnTo>
                <a:lnTo>
                  <a:pt x="88404" y="327660"/>
                </a:lnTo>
                <a:lnTo>
                  <a:pt x="82308" y="321564"/>
                </a:lnTo>
                <a:lnTo>
                  <a:pt x="77736" y="315468"/>
                </a:lnTo>
                <a:lnTo>
                  <a:pt x="76212" y="312420"/>
                </a:lnTo>
                <a:lnTo>
                  <a:pt x="73164" y="307848"/>
                </a:lnTo>
                <a:lnTo>
                  <a:pt x="73164" y="292608"/>
                </a:lnTo>
                <a:lnTo>
                  <a:pt x="74688" y="288036"/>
                </a:lnTo>
                <a:lnTo>
                  <a:pt x="80784" y="284988"/>
                </a:lnTo>
                <a:lnTo>
                  <a:pt x="83832" y="281940"/>
                </a:lnTo>
                <a:lnTo>
                  <a:pt x="160032" y="281940"/>
                </a:lnTo>
                <a:lnTo>
                  <a:pt x="163080" y="283464"/>
                </a:lnTo>
                <a:lnTo>
                  <a:pt x="164604" y="283464"/>
                </a:lnTo>
                <a:lnTo>
                  <a:pt x="166128" y="286512"/>
                </a:lnTo>
                <a:lnTo>
                  <a:pt x="167652" y="288036"/>
                </a:lnTo>
                <a:lnTo>
                  <a:pt x="169176" y="291084"/>
                </a:lnTo>
                <a:lnTo>
                  <a:pt x="169176" y="298704"/>
                </a:lnTo>
                <a:lnTo>
                  <a:pt x="172224" y="298704"/>
                </a:lnTo>
                <a:lnTo>
                  <a:pt x="172224" y="281940"/>
                </a:lnTo>
                <a:lnTo>
                  <a:pt x="172224" y="245364"/>
                </a:lnTo>
                <a:close/>
              </a:path>
              <a:path extrusionOk="0" h="515620" w="175894">
                <a:moveTo>
                  <a:pt x="175272" y="478536"/>
                </a:moveTo>
                <a:lnTo>
                  <a:pt x="155079" y="443674"/>
                </a:lnTo>
                <a:lnTo>
                  <a:pt x="141744" y="440436"/>
                </a:lnTo>
                <a:lnTo>
                  <a:pt x="132029" y="441896"/>
                </a:lnTo>
                <a:lnTo>
                  <a:pt x="123456" y="446341"/>
                </a:lnTo>
                <a:lnTo>
                  <a:pt x="116027" y="453948"/>
                </a:lnTo>
                <a:lnTo>
                  <a:pt x="109740" y="464820"/>
                </a:lnTo>
                <a:lnTo>
                  <a:pt x="94500" y="495300"/>
                </a:lnTo>
                <a:lnTo>
                  <a:pt x="91452" y="496824"/>
                </a:lnTo>
                <a:lnTo>
                  <a:pt x="86880" y="498348"/>
                </a:lnTo>
                <a:lnTo>
                  <a:pt x="83832" y="499872"/>
                </a:lnTo>
                <a:lnTo>
                  <a:pt x="76212" y="499872"/>
                </a:lnTo>
                <a:lnTo>
                  <a:pt x="73164" y="498348"/>
                </a:lnTo>
                <a:lnTo>
                  <a:pt x="67068" y="492252"/>
                </a:lnTo>
                <a:lnTo>
                  <a:pt x="65544" y="487680"/>
                </a:lnTo>
                <a:lnTo>
                  <a:pt x="65544" y="475488"/>
                </a:lnTo>
                <a:lnTo>
                  <a:pt x="96024" y="452628"/>
                </a:lnTo>
                <a:lnTo>
                  <a:pt x="96024" y="449580"/>
                </a:lnTo>
                <a:lnTo>
                  <a:pt x="57924" y="449580"/>
                </a:lnTo>
                <a:lnTo>
                  <a:pt x="57924" y="452628"/>
                </a:lnTo>
                <a:lnTo>
                  <a:pt x="59448" y="454152"/>
                </a:lnTo>
                <a:lnTo>
                  <a:pt x="60972" y="454152"/>
                </a:lnTo>
                <a:lnTo>
                  <a:pt x="60972" y="455676"/>
                </a:lnTo>
                <a:lnTo>
                  <a:pt x="62496" y="455676"/>
                </a:lnTo>
                <a:lnTo>
                  <a:pt x="62496" y="460248"/>
                </a:lnTo>
                <a:lnTo>
                  <a:pt x="60972" y="461772"/>
                </a:lnTo>
                <a:lnTo>
                  <a:pt x="60972" y="466344"/>
                </a:lnTo>
                <a:lnTo>
                  <a:pt x="57924" y="472440"/>
                </a:lnTo>
                <a:lnTo>
                  <a:pt x="57924" y="481584"/>
                </a:lnTo>
                <a:lnTo>
                  <a:pt x="79260" y="515112"/>
                </a:lnTo>
                <a:lnTo>
                  <a:pt x="96024" y="515112"/>
                </a:lnTo>
                <a:lnTo>
                  <a:pt x="100596" y="513588"/>
                </a:lnTo>
                <a:lnTo>
                  <a:pt x="105168" y="509016"/>
                </a:lnTo>
                <a:lnTo>
                  <a:pt x="108826" y="505879"/>
                </a:lnTo>
                <a:lnTo>
                  <a:pt x="112788" y="501015"/>
                </a:lnTo>
                <a:lnTo>
                  <a:pt x="116738" y="494449"/>
                </a:lnTo>
                <a:lnTo>
                  <a:pt x="120408" y="486156"/>
                </a:lnTo>
                <a:lnTo>
                  <a:pt x="124714" y="478726"/>
                </a:lnTo>
                <a:lnTo>
                  <a:pt x="144792" y="458724"/>
                </a:lnTo>
                <a:lnTo>
                  <a:pt x="153936" y="458724"/>
                </a:lnTo>
                <a:lnTo>
                  <a:pt x="158508" y="460248"/>
                </a:lnTo>
                <a:lnTo>
                  <a:pt x="161556" y="464820"/>
                </a:lnTo>
                <a:lnTo>
                  <a:pt x="166128" y="467868"/>
                </a:lnTo>
                <a:lnTo>
                  <a:pt x="167652" y="472440"/>
                </a:lnTo>
                <a:lnTo>
                  <a:pt x="167652" y="486156"/>
                </a:lnTo>
                <a:lnTo>
                  <a:pt x="137172" y="512064"/>
                </a:lnTo>
                <a:lnTo>
                  <a:pt x="137172" y="515112"/>
                </a:lnTo>
                <a:lnTo>
                  <a:pt x="175272" y="515112"/>
                </a:lnTo>
                <a:lnTo>
                  <a:pt x="175272" y="512064"/>
                </a:lnTo>
                <a:lnTo>
                  <a:pt x="172224" y="510540"/>
                </a:lnTo>
                <a:lnTo>
                  <a:pt x="170700" y="509016"/>
                </a:lnTo>
                <a:lnTo>
                  <a:pt x="170700" y="501396"/>
                </a:lnTo>
                <a:lnTo>
                  <a:pt x="173748" y="492252"/>
                </a:lnTo>
                <a:lnTo>
                  <a:pt x="175272" y="484632"/>
                </a:lnTo>
                <a:lnTo>
                  <a:pt x="175272" y="478536"/>
                </a:lnTo>
                <a:close/>
              </a:path>
              <a:path extrusionOk="0" h="515620" w="175894">
                <a:moveTo>
                  <a:pt x="175272" y="153924"/>
                </a:moveTo>
                <a:lnTo>
                  <a:pt x="174129" y="148196"/>
                </a:lnTo>
                <a:lnTo>
                  <a:pt x="170700" y="142303"/>
                </a:lnTo>
                <a:lnTo>
                  <a:pt x="164985" y="136144"/>
                </a:lnTo>
                <a:lnTo>
                  <a:pt x="156984" y="129540"/>
                </a:lnTo>
                <a:lnTo>
                  <a:pt x="150888" y="129540"/>
                </a:lnTo>
                <a:lnTo>
                  <a:pt x="158508" y="137160"/>
                </a:lnTo>
                <a:lnTo>
                  <a:pt x="158508" y="138684"/>
                </a:lnTo>
                <a:lnTo>
                  <a:pt x="160032" y="140208"/>
                </a:lnTo>
                <a:lnTo>
                  <a:pt x="160032" y="143256"/>
                </a:lnTo>
                <a:lnTo>
                  <a:pt x="158508" y="143256"/>
                </a:lnTo>
                <a:lnTo>
                  <a:pt x="158508" y="144780"/>
                </a:lnTo>
                <a:lnTo>
                  <a:pt x="156984" y="146304"/>
                </a:lnTo>
                <a:lnTo>
                  <a:pt x="153936" y="146304"/>
                </a:lnTo>
                <a:lnTo>
                  <a:pt x="150888" y="147828"/>
                </a:lnTo>
                <a:lnTo>
                  <a:pt x="77736" y="147828"/>
                </a:lnTo>
                <a:lnTo>
                  <a:pt x="68592" y="152400"/>
                </a:lnTo>
                <a:lnTo>
                  <a:pt x="65544" y="155448"/>
                </a:lnTo>
                <a:lnTo>
                  <a:pt x="62496" y="160020"/>
                </a:lnTo>
                <a:lnTo>
                  <a:pt x="59448" y="166116"/>
                </a:lnTo>
                <a:lnTo>
                  <a:pt x="57950" y="175056"/>
                </a:lnTo>
                <a:lnTo>
                  <a:pt x="58000" y="185864"/>
                </a:lnTo>
                <a:lnTo>
                  <a:pt x="58115" y="187794"/>
                </a:lnTo>
                <a:lnTo>
                  <a:pt x="58178" y="188976"/>
                </a:lnTo>
                <a:lnTo>
                  <a:pt x="77736" y="227076"/>
                </a:lnTo>
                <a:lnTo>
                  <a:pt x="88404" y="227076"/>
                </a:lnTo>
                <a:lnTo>
                  <a:pt x="94500" y="224028"/>
                </a:lnTo>
                <a:lnTo>
                  <a:pt x="96024" y="222504"/>
                </a:lnTo>
                <a:lnTo>
                  <a:pt x="97548" y="219456"/>
                </a:lnTo>
                <a:lnTo>
                  <a:pt x="97548" y="213360"/>
                </a:lnTo>
                <a:lnTo>
                  <a:pt x="91452" y="207264"/>
                </a:lnTo>
                <a:lnTo>
                  <a:pt x="74688" y="207264"/>
                </a:lnTo>
                <a:lnTo>
                  <a:pt x="71640" y="205740"/>
                </a:lnTo>
                <a:lnTo>
                  <a:pt x="70116" y="204216"/>
                </a:lnTo>
                <a:lnTo>
                  <a:pt x="68529" y="202577"/>
                </a:lnTo>
                <a:lnTo>
                  <a:pt x="67068" y="199644"/>
                </a:lnTo>
                <a:lnTo>
                  <a:pt x="65544" y="195072"/>
                </a:lnTo>
                <a:lnTo>
                  <a:pt x="65608" y="181165"/>
                </a:lnTo>
                <a:lnTo>
                  <a:pt x="67068" y="176784"/>
                </a:lnTo>
                <a:lnTo>
                  <a:pt x="74688" y="169164"/>
                </a:lnTo>
                <a:lnTo>
                  <a:pt x="83832" y="167640"/>
                </a:lnTo>
                <a:lnTo>
                  <a:pt x="99072" y="167640"/>
                </a:lnTo>
                <a:lnTo>
                  <a:pt x="103606" y="181356"/>
                </a:lnTo>
                <a:lnTo>
                  <a:pt x="108026" y="192976"/>
                </a:lnTo>
                <a:lnTo>
                  <a:pt x="112141" y="202577"/>
                </a:lnTo>
                <a:lnTo>
                  <a:pt x="115836" y="210312"/>
                </a:lnTo>
                <a:lnTo>
                  <a:pt x="121932" y="217932"/>
                </a:lnTo>
                <a:lnTo>
                  <a:pt x="126504" y="224028"/>
                </a:lnTo>
                <a:lnTo>
                  <a:pt x="132600" y="227076"/>
                </a:lnTo>
                <a:lnTo>
                  <a:pt x="135648" y="230124"/>
                </a:lnTo>
                <a:lnTo>
                  <a:pt x="140220" y="231648"/>
                </a:lnTo>
                <a:lnTo>
                  <a:pt x="153936" y="231648"/>
                </a:lnTo>
                <a:lnTo>
                  <a:pt x="161556" y="228600"/>
                </a:lnTo>
                <a:lnTo>
                  <a:pt x="172224" y="217932"/>
                </a:lnTo>
                <a:lnTo>
                  <a:pt x="175272" y="211836"/>
                </a:lnTo>
                <a:lnTo>
                  <a:pt x="175272" y="198120"/>
                </a:lnTo>
                <a:lnTo>
                  <a:pt x="160032" y="173062"/>
                </a:lnTo>
                <a:lnTo>
                  <a:pt x="160032" y="198120"/>
                </a:lnTo>
                <a:lnTo>
                  <a:pt x="157060" y="202577"/>
                </a:lnTo>
                <a:lnTo>
                  <a:pt x="155460" y="204216"/>
                </a:lnTo>
                <a:lnTo>
                  <a:pt x="153936" y="205740"/>
                </a:lnTo>
                <a:lnTo>
                  <a:pt x="150888" y="210312"/>
                </a:lnTo>
                <a:lnTo>
                  <a:pt x="144792" y="211836"/>
                </a:lnTo>
                <a:lnTo>
                  <a:pt x="135648" y="211836"/>
                </a:lnTo>
                <a:lnTo>
                  <a:pt x="109829" y="176174"/>
                </a:lnTo>
                <a:lnTo>
                  <a:pt x="106692" y="167640"/>
                </a:lnTo>
                <a:lnTo>
                  <a:pt x="147840" y="167640"/>
                </a:lnTo>
                <a:lnTo>
                  <a:pt x="152908" y="175056"/>
                </a:lnTo>
                <a:lnTo>
                  <a:pt x="156794" y="181737"/>
                </a:lnTo>
                <a:lnTo>
                  <a:pt x="159194" y="187794"/>
                </a:lnTo>
                <a:lnTo>
                  <a:pt x="159321" y="188645"/>
                </a:lnTo>
                <a:lnTo>
                  <a:pt x="159359" y="188976"/>
                </a:lnTo>
                <a:lnTo>
                  <a:pt x="159943" y="192976"/>
                </a:lnTo>
                <a:lnTo>
                  <a:pt x="160032" y="198120"/>
                </a:lnTo>
                <a:lnTo>
                  <a:pt x="160032" y="173062"/>
                </a:lnTo>
                <a:lnTo>
                  <a:pt x="155460" y="167640"/>
                </a:lnTo>
                <a:lnTo>
                  <a:pt x="163080" y="167640"/>
                </a:lnTo>
                <a:lnTo>
                  <a:pt x="167652" y="166116"/>
                </a:lnTo>
                <a:lnTo>
                  <a:pt x="170700" y="163068"/>
                </a:lnTo>
                <a:lnTo>
                  <a:pt x="173748" y="161544"/>
                </a:lnTo>
                <a:lnTo>
                  <a:pt x="175272" y="158496"/>
                </a:lnTo>
                <a:lnTo>
                  <a:pt x="175272" y="1539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08" name="Google Shape;3808;p68"/>
          <p:cNvGrpSpPr/>
          <p:nvPr/>
        </p:nvGrpSpPr>
        <p:grpSpPr>
          <a:xfrm>
            <a:off x="3055619" y="6760464"/>
            <a:ext cx="225552" cy="733044"/>
            <a:chOff x="3055619" y="6760464"/>
            <a:chExt cx="225552" cy="733044"/>
          </a:xfrm>
        </p:grpSpPr>
        <p:pic>
          <p:nvPicPr>
            <p:cNvPr id="3809" name="Google Shape;3809;p68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055619" y="7085076"/>
              <a:ext cx="225552" cy="4084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10" name="Google Shape;3810;p68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113532" y="6989063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811" name="Google Shape;3811;p68"/>
            <p:cNvSpPr/>
            <p:nvPr/>
          </p:nvSpPr>
          <p:spPr>
            <a:xfrm>
              <a:off x="3203448" y="6760464"/>
              <a:ext cx="27940" cy="192405"/>
            </a:xfrm>
            <a:custGeom>
              <a:rect b="b" l="l" r="r" t="t"/>
              <a:pathLst>
                <a:path extrusionOk="0" h="192404" w="27939">
                  <a:moveTo>
                    <a:pt x="16764" y="192024"/>
                  </a:moveTo>
                  <a:lnTo>
                    <a:pt x="9144" y="192024"/>
                  </a:lnTo>
                  <a:lnTo>
                    <a:pt x="6096" y="190500"/>
                  </a:lnTo>
                  <a:lnTo>
                    <a:pt x="1524" y="185928"/>
                  </a:lnTo>
                  <a:lnTo>
                    <a:pt x="0" y="181356"/>
                  </a:lnTo>
                  <a:lnTo>
                    <a:pt x="0" y="173736"/>
                  </a:lnTo>
                  <a:lnTo>
                    <a:pt x="3048" y="167640"/>
                  </a:lnTo>
                  <a:lnTo>
                    <a:pt x="9144" y="164592"/>
                  </a:lnTo>
                  <a:lnTo>
                    <a:pt x="16764" y="164592"/>
                  </a:lnTo>
                  <a:lnTo>
                    <a:pt x="19812" y="166116"/>
                  </a:lnTo>
                  <a:lnTo>
                    <a:pt x="22860" y="169164"/>
                  </a:lnTo>
                  <a:lnTo>
                    <a:pt x="25908" y="170688"/>
                  </a:lnTo>
                  <a:lnTo>
                    <a:pt x="27432" y="173736"/>
                  </a:lnTo>
                  <a:lnTo>
                    <a:pt x="27432" y="181356"/>
                  </a:lnTo>
                  <a:lnTo>
                    <a:pt x="25908" y="185928"/>
                  </a:lnTo>
                  <a:lnTo>
                    <a:pt x="22860" y="187452"/>
                  </a:lnTo>
                  <a:lnTo>
                    <a:pt x="19812" y="190500"/>
                  </a:lnTo>
                  <a:lnTo>
                    <a:pt x="16764" y="192024"/>
                  </a:lnTo>
                  <a:close/>
                </a:path>
                <a:path extrusionOk="0" h="192404" w="27939">
                  <a:moveTo>
                    <a:pt x="16764" y="109728"/>
                  </a:moveTo>
                  <a:lnTo>
                    <a:pt x="9144" y="109728"/>
                  </a:lnTo>
                  <a:lnTo>
                    <a:pt x="6096" y="108204"/>
                  </a:lnTo>
                  <a:lnTo>
                    <a:pt x="1524" y="103632"/>
                  </a:lnTo>
                  <a:lnTo>
                    <a:pt x="0" y="99060"/>
                  </a:lnTo>
                  <a:lnTo>
                    <a:pt x="0" y="91440"/>
                  </a:lnTo>
                  <a:lnTo>
                    <a:pt x="1524" y="88392"/>
                  </a:lnTo>
                  <a:lnTo>
                    <a:pt x="6096" y="83820"/>
                  </a:lnTo>
                  <a:lnTo>
                    <a:pt x="9144" y="82296"/>
                  </a:lnTo>
                  <a:lnTo>
                    <a:pt x="16764" y="82296"/>
                  </a:lnTo>
                  <a:lnTo>
                    <a:pt x="19812" y="83820"/>
                  </a:lnTo>
                  <a:lnTo>
                    <a:pt x="22860" y="86868"/>
                  </a:lnTo>
                  <a:lnTo>
                    <a:pt x="25908" y="88392"/>
                  </a:lnTo>
                  <a:lnTo>
                    <a:pt x="27432" y="91440"/>
                  </a:lnTo>
                  <a:lnTo>
                    <a:pt x="27432" y="99060"/>
                  </a:lnTo>
                  <a:lnTo>
                    <a:pt x="25908" y="103632"/>
                  </a:lnTo>
                  <a:lnTo>
                    <a:pt x="22860" y="105156"/>
                  </a:lnTo>
                  <a:lnTo>
                    <a:pt x="19812" y="108204"/>
                  </a:lnTo>
                  <a:lnTo>
                    <a:pt x="16764" y="109728"/>
                  </a:lnTo>
                  <a:close/>
                </a:path>
                <a:path extrusionOk="0" h="192404" w="27939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1524" y="21335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5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9812" y="1524"/>
                  </a:lnTo>
                  <a:lnTo>
                    <a:pt x="22860" y="4571"/>
                  </a:lnTo>
                  <a:lnTo>
                    <a:pt x="25908" y="6095"/>
                  </a:lnTo>
                  <a:lnTo>
                    <a:pt x="27432" y="9144"/>
                  </a:lnTo>
                  <a:lnTo>
                    <a:pt x="27432" y="16764"/>
                  </a:lnTo>
                  <a:lnTo>
                    <a:pt x="25908" y="21335"/>
                  </a:lnTo>
                  <a:lnTo>
                    <a:pt x="22860" y="22859"/>
                  </a:lnTo>
                  <a:lnTo>
                    <a:pt x="19812" y="25908"/>
                  </a:lnTo>
                  <a:lnTo>
                    <a:pt x="1676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812" name="Google Shape;3812;p68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055619" y="6356603"/>
            <a:ext cx="175260" cy="315467"/>
          </a:xfrm>
          <a:prstGeom prst="rect">
            <a:avLst/>
          </a:prstGeom>
          <a:noFill/>
          <a:ln>
            <a:noFill/>
          </a:ln>
        </p:spPr>
      </p:pic>
      <p:sp>
        <p:nvSpPr>
          <p:cNvPr id="3813" name="Google Shape;3813;p68"/>
          <p:cNvSpPr/>
          <p:nvPr/>
        </p:nvSpPr>
        <p:spPr>
          <a:xfrm>
            <a:off x="3079991" y="5634228"/>
            <a:ext cx="151130" cy="654050"/>
          </a:xfrm>
          <a:custGeom>
            <a:rect b="b" l="l" r="r" t="t"/>
            <a:pathLst>
              <a:path extrusionOk="0" h="654050" w="151130">
                <a:moveTo>
                  <a:pt x="147840" y="320040"/>
                </a:moveTo>
                <a:lnTo>
                  <a:pt x="144792" y="320040"/>
                </a:lnTo>
                <a:lnTo>
                  <a:pt x="144792" y="324612"/>
                </a:lnTo>
                <a:lnTo>
                  <a:pt x="143268" y="329184"/>
                </a:lnTo>
                <a:lnTo>
                  <a:pt x="143268" y="330708"/>
                </a:lnTo>
                <a:lnTo>
                  <a:pt x="140220" y="333756"/>
                </a:lnTo>
                <a:lnTo>
                  <a:pt x="137172" y="335280"/>
                </a:lnTo>
                <a:lnTo>
                  <a:pt x="135648" y="336804"/>
                </a:lnTo>
                <a:lnTo>
                  <a:pt x="65544" y="336804"/>
                </a:lnTo>
                <a:lnTo>
                  <a:pt x="57924" y="338328"/>
                </a:lnTo>
                <a:lnTo>
                  <a:pt x="53352" y="339852"/>
                </a:lnTo>
                <a:lnTo>
                  <a:pt x="45732" y="341376"/>
                </a:lnTo>
                <a:lnTo>
                  <a:pt x="41160" y="345948"/>
                </a:lnTo>
                <a:lnTo>
                  <a:pt x="35064" y="355092"/>
                </a:lnTo>
                <a:lnTo>
                  <a:pt x="33540" y="359664"/>
                </a:lnTo>
                <a:lnTo>
                  <a:pt x="33540" y="365760"/>
                </a:lnTo>
                <a:lnTo>
                  <a:pt x="34963" y="374904"/>
                </a:lnTo>
                <a:lnTo>
                  <a:pt x="39255" y="384238"/>
                </a:lnTo>
                <a:lnTo>
                  <a:pt x="46393" y="393839"/>
                </a:lnTo>
                <a:lnTo>
                  <a:pt x="56400" y="403860"/>
                </a:lnTo>
                <a:lnTo>
                  <a:pt x="33540" y="403860"/>
                </a:lnTo>
                <a:lnTo>
                  <a:pt x="33540" y="408432"/>
                </a:lnTo>
                <a:lnTo>
                  <a:pt x="47256" y="441960"/>
                </a:lnTo>
                <a:lnTo>
                  <a:pt x="50304" y="440436"/>
                </a:lnTo>
                <a:lnTo>
                  <a:pt x="48780" y="437388"/>
                </a:lnTo>
                <a:lnTo>
                  <a:pt x="48780" y="428244"/>
                </a:lnTo>
                <a:lnTo>
                  <a:pt x="50304" y="426720"/>
                </a:lnTo>
                <a:lnTo>
                  <a:pt x="53352" y="425196"/>
                </a:lnTo>
                <a:lnTo>
                  <a:pt x="54876" y="425196"/>
                </a:lnTo>
                <a:lnTo>
                  <a:pt x="58280" y="424319"/>
                </a:lnTo>
                <a:lnTo>
                  <a:pt x="63830" y="423862"/>
                </a:lnTo>
                <a:lnTo>
                  <a:pt x="72453" y="423672"/>
                </a:lnTo>
                <a:lnTo>
                  <a:pt x="131076" y="423672"/>
                </a:lnTo>
                <a:lnTo>
                  <a:pt x="137172" y="425196"/>
                </a:lnTo>
                <a:lnTo>
                  <a:pt x="143268" y="428244"/>
                </a:lnTo>
                <a:lnTo>
                  <a:pt x="144792" y="432816"/>
                </a:lnTo>
                <a:lnTo>
                  <a:pt x="144792" y="440436"/>
                </a:lnTo>
                <a:lnTo>
                  <a:pt x="147840" y="440436"/>
                </a:lnTo>
                <a:lnTo>
                  <a:pt x="147840" y="423672"/>
                </a:lnTo>
                <a:lnTo>
                  <a:pt x="147840" y="387096"/>
                </a:lnTo>
                <a:lnTo>
                  <a:pt x="144792" y="387096"/>
                </a:lnTo>
                <a:lnTo>
                  <a:pt x="144792" y="393192"/>
                </a:lnTo>
                <a:lnTo>
                  <a:pt x="143268" y="396240"/>
                </a:lnTo>
                <a:lnTo>
                  <a:pt x="143268" y="397764"/>
                </a:lnTo>
                <a:lnTo>
                  <a:pt x="141744" y="400812"/>
                </a:lnTo>
                <a:lnTo>
                  <a:pt x="140220" y="400812"/>
                </a:lnTo>
                <a:lnTo>
                  <a:pt x="137172" y="402336"/>
                </a:lnTo>
                <a:lnTo>
                  <a:pt x="135648" y="403860"/>
                </a:lnTo>
                <a:lnTo>
                  <a:pt x="64020" y="403860"/>
                </a:lnTo>
                <a:lnTo>
                  <a:pt x="57137" y="396773"/>
                </a:lnTo>
                <a:lnTo>
                  <a:pt x="52400" y="389382"/>
                </a:lnTo>
                <a:lnTo>
                  <a:pt x="49657" y="382003"/>
                </a:lnTo>
                <a:lnTo>
                  <a:pt x="48780" y="374904"/>
                </a:lnTo>
                <a:lnTo>
                  <a:pt x="48780" y="367284"/>
                </a:lnTo>
                <a:lnTo>
                  <a:pt x="50304" y="362712"/>
                </a:lnTo>
                <a:lnTo>
                  <a:pt x="54876" y="361188"/>
                </a:lnTo>
                <a:lnTo>
                  <a:pt x="59448" y="358140"/>
                </a:lnTo>
                <a:lnTo>
                  <a:pt x="67068" y="356616"/>
                </a:lnTo>
                <a:lnTo>
                  <a:pt x="134124" y="356616"/>
                </a:lnTo>
                <a:lnTo>
                  <a:pt x="140220" y="359664"/>
                </a:lnTo>
                <a:lnTo>
                  <a:pt x="143268" y="362712"/>
                </a:lnTo>
                <a:lnTo>
                  <a:pt x="144792" y="365760"/>
                </a:lnTo>
                <a:lnTo>
                  <a:pt x="144792" y="373380"/>
                </a:lnTo>
                <a:lnTo>
                  <a:pt x="147840" y="373380"/>
                </a:lnTo>
                <a:lnTo>
                  <a:pt x="147840" y="356616"/>
                </a:lnTo>
                <a:lnTo>
                  <a:pt x="147840" y="320040"/>
                </a:lnTo>
                <a:close/>
              </a:path>
              <a:path extrusionOk="0" h="654050" w="151130">
                <a:moveTo>
                  <a:pt x="147840" y="196596"/>
                </a:moveTo>
                <a:lnTo>
                  <a:pt x="144792" y="196596"/>
                </a:lnTo>
                <a:lnTo>
                  <a:pt x="144792" y="201168"/>
                </a:lnTo>
                <a:lnTo>
                  <a:pt x="143268" y="205740"/>
                </a:lnTo>
                <a:lnTo>
                  <a:pt x="143268" y="207264"/>
                </a:lnTo>
                <a:lnTo>
                  <a:pt x="140220" y="210312"/>
                </a:lnTo>
                <a:lnTo>
                  <a:pt x="137172" y="211836"/>
                </a:lnTo>
                <a:lnTo>
                  <a:pt x="135648" y="211836"/>
                </a:lnTo>
                <a:lnTo>
                  <a:pt x="129552" y="213360"/>
                </a:lnTo>
                <a:lnTo>
                  <a:pt x="57924" y="213360"/>
                </a:lnTo>
                <a:lnTo>
                  <a:pt x="53352" y="216408"/>
                </a:lnTo>
                <a:lnTo>
                  <a:pt x="45732" y="217932"/>
                </a:lnTo>
                <a:lnTo>
                  <a:pt x="38112" y="225552"/>
                </a:lnTo>
                <a:lnTo>
                  <a:pt x="35064" y="230124"/>
                </a:lnTo>
                <a:lnTo>
                  <a:pt x="33540" y="236220"/>
                </a:lnTo>
                <a:lnTo>
                  <a:pt x="33540" y="242316"/>
                </a:lnTo>
                <a:lnTo>
                  <a:pt x="34963" y="251485"/>
                </a:lnTo>
                <a:lnTo>
                  <a:pt x="39255" y="260794"/>
                </a:lnTo>
                <a:lnTo>
                  <a:pt x="46393" y="270395"/>
                </a:lnTo>
                <a:lnTo>
                  <a:pt x="56400" y="280416"/>
                </a:lnTo>
                <a:lnTo>
                  <a:pt x="33540" y="280416"/>
                </a:lnTo>
                <a:lnTo>
                  <a:pt x="33540" y="284988"/>
                </a:lnTo>
                <a:lnTo>
                  <a:pt x="47256" y="318516"/>
                </a:lnTo>
                <a:lnTo>
                  <a:pt x="50304" y="316992"/>
                </a:lnTo>
                <a:lnTo>
                  <a:pt x="48780" y="313944"/>
                </a:lnTo>
                <a:lnTo>
                  <a:pt x="48780" y="304800"/>
                </a:lnTo>
                <a:lnTo>
                  <a:pt x="50304" y="303276"/>
                </a:lnTo>
                <a:lnTo>
                  <a:pt x="50304" y="301752"/>
                </a:lnTo>
                <a:lnTo>
                  <a:pt x="53352" y="301752"/>
                </a:lnTo>
                <a:lnTo>
                  <a:pt x="54876" y="300228"/>
                </a:lnTo>
                <a:lnTo>
                  <a:pt x="137172" y="300228"/>
                </a:lnTo>
                <a:lnTo>
                  <a:pt x="140220" y="303276"/>
                </a:lnTo>
                <a:lnTo>
                  <a:pt x="143268" y="304800"/>
                </a:lnTo>
                <a:lnTo>
                  <a:pt x="144792" y="307848"/>
                </a:lnTo>
                <a:lnTo>
                  <a:pt x="144792" y="316992"/>
                </a:lnTo>
                <a:lnTo>
                  <a:pt x="147840" y="316992"/>
                </a:lnTo>
                <a:lnTo>
                  <a:pt x="147840" y="300228"/>
                </a:lnTo>
                <a:lnTo>
                  <a:pt x="147840" y="263652"/>
                </a:lnTo>
                <a:lnTo>
                  <a:pt x="144792" y="263652"/>
                </a:lnTo>
                <a:lnTo>
                  <a:pt x="144792" y="268224"/>
                </a:lnTo>
                <a:lnTo>
                  <a:pt x="143306" y="272656"/>
                </a:lnTo>
                <a:lnTo>
                  <a:pt x="143268" y="274320"/>
                </a:lnTo>
                <a:lnTo>
                  <a:pt x="140220" y="277368"/>
                </a:lnTo>
                <a:lnTo>
                  <a:pt x="137172" y="278892"/>
                </a:lnTo>
                <a:lnTo>
                  <a:pt x="135648" y="278892"/>
                </a:lnTo>
                <a:lnTo>
                  <a:pt x="131076" y="280416"/>
                </a:lnTo>
                <a:lnTo>
                  <a:pt x="64020" y="280416"/>
                </a:lnTo>
                <a:lnTo>
                  <a:pt x="57137" y="272656"/>
                </a:lnTo>
                <a:lnTo>
                  <a:pt x="52400" y="265176"/>
                </a:lnTo>
                <a:lnTo>
                  <a:pt x="49657" y="257708"/>
                </a:lnTo>
                <a:lnTo>
                  <a:pt x="48780" y="249936"/>
                </a:lnTo>
                <a:lnTo>
                  <a:pt x="48780" y="243840"/>
                </a:lnTo>
                <a:lnTo>
                  <a:pt x="50304" y="239268"/>
                </a:lnTo>
                <a:lnTo>
                  <a:pt x="54876" y="236220"/>
                </a:lnTo>
                <a:lnTo>
                  <a:pt x="59448" y="234696"/>
                </a:lnTo>
                <a:lnTo>
                  <a:pt x="67068" y="233172"/>
                </a:lnTo>
                <a:lnTo>
                  <a:pt x="134124" y="233172"/>
                </a:lnTo>
                <a:lnTo>
                  <a:pt x="137172" y="234696"/>
                </a:lnTo>
                <a:lnTo>
                  <a:pt x="140220" y="234696"/>
                </a:lnTo>
                <a:lnTo>
                  <a:pt x="141744" y="237744"/>
                </a:lnTo>
                <a:lnTo>
                  <a:pt x="143268" y="239268"/>
                </a:lnTo>
                <a:lnTo>
                  <a:pt x="144792" y="242316"/>
                </a:lnTo>
                <a:lnTo>
                  <a:pt x="144792" y="249936"/>
                </a:lnTo>
                <a:lnTo>
                  <a:pt x="147840" y="249936"/>
                </a:lnTo>
                <a:lnTo>
                  <a:pt x="147840" y="233172"/>
                </a:lnTo>
                <a:lnTo>
                  <a:pt x="147840" y="196596"/>
                </a:lnTo>
                <a:close/>
              </a:path>
              <a:path extrusionOk="0" h="654050" w="151130">
                <a:moveTo>
                  <a:pt x="150876" y="606552"/>
                </a:moveTo>
                <a:lnTo>
                  <a:pt x="132384" y="571334"/>
                </a:lnTo>
                <a:lnTo>
                  <a:pt x="105156" y="560832"/>
                </a:lnTo>
                <a:lnTo>
                  <a:pt x="103632" y="563880"/>
                </a:lnTo>
                <a:lnTo>
                  <a:pt x="112776" y="566928"/>
                </a:lnTo>
                <a:lnTo>
                  <a:pt x="120396" y="571500"/>
                </a:lnTo>
                <a:lnTo>
                  <a:pt x="123444" y="576072"/>
                </a:lnTo>
                <a:lnTo>
                  <a:pt x="128016" y="582168"/>
                </a:lnTo>
                <a:lnTo>
                  <a:pt x="131064" y="589788"/>
                </a:lnTo>
                <a:lnTo>
                  <a:pt x="131064" y="597408"/>
                </a:lnTo>
                <a:lnTo>
                  <a:pt x="129971" y="605104"/>
                </a:lnTo>
                <a:lnTo>
                  <a:pt x="99441" y="630936"/>
                </a:lnTo>
                <a:lnTo>
                  <a:pt x="80772" y="633984"/>
                </a:lnTo>
                <a:lnTo>
                  <a:pt x="71297" y="633183"/>
                </a:lnTo>
                <a:lnTo>
                  <a:pt x="41148" y="612648"/>
                </a:lnTo>
                <a:lnTo>
                  <a:pt x="41148" y="595884"/>
                </a:lnTo>
                <a:lnTo>
                  <a:pt x="44196" y="592836"/>
                </a:lnTo>
                <a:lnTo>
                  <a:pt x="50292" y="589788"/>
                </a:lnTo>
                <a:lnTo>
                  <a:pt x="54864" y="588264"/>
                </a:lnTo>
                <a:lnTo>
                  <a:pt x="59436" y="588264"/>
                </a:lnTo>
                <a:lnTo>
                  <a:pt x="64008" y="586740"/>
                </a:lnTo>
                <a:lnTo>
                  <a:pt x="65532" y="585216"/>
                </a:lnTo>
                <a:lnTo>
                  <a:pt x="68580" y="583692"/>
                </a:lnTo>
                <a:lnTo>
                  <a:pt x="70104" y="580644"/>
                </a:lnTo>
                <a:lnTo>
                  <a:pt x="70104" y="571500"/>
                </a:lnTo>
                <a:lnTo>
                  <a:pt x="68580" y="569976"/>
                </a:lnTo>
                <a:lnTo>
                  <a:pt x="67056" y="566928"/>
                </a:lnTo>
                <a:lnTo>
                  <a:pt x="65532" y="565404"/>
                </a:lnTo>
                <a:lnTo>
                  <a:pt x="53340" y="565404"/>
                </a:lnTo>
                <a:lnTo>
                  <a:pt x="33528" y="601980"/>
                </a:lnTo>
                <a:lnTo>
                  <a:pt x="34417" y="611987"/>
                </a:lnTo>
                <a:lnTo>
                  <a:pt x="58229" y="644804"/>
                </a:lnTo>
                <a:lnTo>
                  <a:pt x="91440" y="653796"/>
                </a:lnTo>
                <a:lnTo>
                  <a:pt x="104330" y="652703"/>
                </a:lnTo>
                <a:lnTo>
                  <a:pt x="141236" y="631418"/>
                </a:lnTo>
                <a:lnTo>
                  <a:pt x="149758" y="615416"/>
                </a:lnTo>
                <a:lnTo>
                  <a:pt x="150876" y="606552"/>
                </a:lnTo>
                <a:close/>
              </a:path>
              <a:path extrusionOk="0" h="654050" w="151130">
                <a:moveTo>
                  <a:pt x="150876" y="132588"/>
                </a:moveTo>
                <a:lnTo>
                  <a:pt x="143256" y="105206"/>
                </a:lnTo>
                <a:lnTo>
                  <a:pt x="143256" y="120396"/>
                </a:lnTo>
                <a:lnTo>
                  <a:pt x="143256" y="128016"/>
                </a:lnTo>
                <a:lnTo>
                  <a:pt x="115519" y="156400"/>
                </a:lnTo>
                <a:lnTo>
                  <a:pt x="82296" y="161544"/>
                </a:lnTo>
                <a:lnTo>
                  <a:pt x="64008" y="161544"/>
                </a:lnTo>
                <a:lnTo>
                  <a:pt x="51816" y="155448"/>
                </a:lnTo>
                <a:lnTo>
                  <a:pt x="47244" y="152400"/>
                </a:lnTo>
                <a:lnTo>
                  <a:pt x="44196" y="147828"/>
                </a:lnTo>
                <a:lnTo>
                  <a:pt x="44094" y="147523"/>
                </a:lnTo>
                <a:lnTo>
                  <a:pt x="42672" y="143256"/>
                </a:lnTo>
                <a:lnTo>
                  <a:pt x="41148" y="140208"/>
                </a:lnTo>
                <a:lnTo>
                  <a:pt x="41148" y="126492"/>
                </a:lnTo>
                <a:lnTo>
                  <a:pt x="44196" y="118872"/>
                </a:lnTo>
                <a:lnTo>
                  <a:pt x="51816" y="114300"/>
                </a:lnTo>
                <a:lnTo>
                  <a:pt x="60477" y="108966"/>
                </a:lnTo>
                <a:lnTo>
                  <a:pt x="61810" y="108204"/>
                </a:lnTo>
                <a:lnTo>
                  <a:pt x="72580" y="104013"/>
                </a:lnTo>
                <a:lnTo>
                  <a:pt x="85039" y="101447"/>
                </a:lnTo>
                <a:lnTo>
                  <a:pt x="99060" y="100584"/>
                </a:lnTo>
                <a:lnTo>
                  <a:pt x="110515" y="101142"/>
                </a:lnTo>
                <a:lnTo>
                  <a:pt x="143256" y="120396"/>
                </a:lnTo>
                <a:lnTo>
                  <a:pt x="143256" y="105206"/>
                </a:lnTo>
                <a:lnTo>
                  <a:pt x="112420" y="82232"/>
                </a:lnTo>
                <a:lnTo>
                  <a:pt x="89916" y="77724"/>
                </a:lnTo>
                <a:lnTo>
                  <a:pt x="79679" y="78587"/>
                </a:lnTo>
                <a:lnTo>
                  <a:pt x="43815" y="99783"/>
                </a:lnTo>
                <a:lnTo>
                  <a:pt x="34569" y="120396"/>
                </a:lnTo>
                <a:lnTo>
                  <a:pt x="33528" y="131064"/>
                </a:lnTo>
                <a:lnTo>
                  <a:pt x="33604" y="132588"/>
                </a:lnTo>
                <a:lnTo>
                  <a:pt x="33845" y="137922"/>
                </a:lnTo>
                <a:lnTo>
                  <a:pt x="34861" y="144780"/>
                </a:lnTo>
                <a:lnTo>
                  <a:pt x="62484" y="178308"/>
                </a:lnTo>
                <a:lnTo>
                  <a:pt x="92964" y="184404"/>
                </a:lnTo>
                <a:lnTo>
                  <a:pt x="102997" y="183794"/>
                </a:lnTo>
                <a:lnTo>
                  <a:pt x="139306" y="164528"/>
                </a:lnTo>
                <a:lnTo>
                  <a:pt x="141312" y="161544"/>
                </a:lnTo>
                <a:lnTo>
                  <a:pt x="145542" y="155257"/>
                </a:lnTo>
                <a:lnTo>
                  <a:pt x="149504" y="144576"/>
                </a:lnTo>
                <a:lnTo>
                  <a:pt x="150876" y="132588"/>
                </a:lnTo>
                <a:close/>
              </a:path>
              <a:path extrusionOk="0" h="654050" w="151130">
                <a:moveTo>
                  <a:pt x="150876" y="22860"/>
                </a:moveTo>
                <a:lnTo>
                  <a:pt x="126492" y="0"/>
                </a:lnTo>
                <a:lnTo>
                  <a:pt x="126492" y="6096"/>
                </a:lnTo>
                <a:lnTo>
                  <a:pt x="129540" y="7620"/>
                </a:lnTo>
                <a:lnTo>
                  <a:pt x="132588" y="10668"/>
                </a:lnTo>
                <a:lnTo>
                  <a:pt x="135636" y="16764"/>
                </a:lnTo>
                <a:lnTo>
                  <a:pt x="135636" y="22860"/>
                </a:lnTo>
                <a:lnTo>
                  <a:pt x="129540" y="28956"/>
                </a:lnTo>
                <a:lnTo>
                  <a:pt x="123444" y="30480"/>
                </a:lnTo>
                <a:lnTo>
                  <a:pt x="44196" y="30480"/>
                </a:lnTo>
                <a:lnTo>
                  <a:pt x="44196" y="4572"/>
                </a:lnTo>
                <a:lnTo>
                  <a:pt x="36576" y="4572"/>
                </a:lnTo>
                <a:lnTo>
                  <a:pt x="36576" y="30480"/>
                </a:lnTo>
                <a:lnTo>
                  <a:pt x="0" y="30480"/>
                </a:lnTo>
                <a:lnTo>
                  <a:pt x="0" y="33528"/>
                </a:lnTo>
                <a:lnTo>
                  <a:pt x="7620" y="36576"/>
                </a:lnTo>
                <a:lnTo>
                  <a:pt x="22860" y="44196"/>
                </a:lnTo>
                <a:lnTo>
                  <a:pt x="32004" y="53340"/>
                </a:lnTo>
                <a:lnTo>
                  <a:pt x="35052" y="59436"/>
                </a:lnTo>
                <a:lnTo>
                  <a:pt x="38100" y="64008"/>
                </a:lnTo>
                <a:lnTo>
                  <a:pt x="39624" y="68580"/>
                </a:lnTo>
                <a:lnTo>
                  <a:pt x="44196" y="68580"/>
                </a:lnTo>
                <a:lnTo>
                  <a:pt x="44196" y="50292"/>
                </a:lnTo>
                <a:lnTo>
                  <a:pt x="128016" y="50292"/>
                </a:lnTo>
                <a:lnTo>
                  <a:pt x="149352" y="35052"/>
                </a:lnTo>
                <a:lnTo>
                  <a:pt x="150876" y="32004"/>
                </a:lnTo>
                <a:lnTo>
                  <a:pt x="150876" y="22860"/>
                </a:lnTo>
                <a:close/>
              </a:path>
              <a:path extrusionOk="0" h="654050" w="151130">
                <a:moveTo>
                  <a:pt x="150888" y="467868"/>
                </a:moveTo>
                <a:lnTo>
                  <a:pt x="149745" y="461251"/>
                </a:lnTo>
                <a:lnTo>
                  <a:pt x="146316" y="454914"/>
                </a:lnTo>
                <a:lnTo>
                  <a:pt x="140601" y="448589"/>
                </a:lnTo>
                <a:lnTo>
                  <a:pt x="132600" y="441960"/>
                </a:lnTo>
                <a:lnTo>
                  <a:pt x="126504" y="441960"/>
                </a:lnTo>
                <a:lnTo>
                  <a:pt x="134124" y="449580"/>
                </a:lnTo>
                <a:lnTo>
                  <a:pt x="134124" y="451104"/>
                </a:lnTo>
                <a:lnTo>
                  <a:pt x="135648" y="452628"/>
                </a:lnTo>
                <a:lnTo>
                  <a:pt x="135648" y="455676"/>
                </a:lnTo>
                <a:lnTo>
                  <a:pt x="132600" y="458724"/>
                </a:lnTo>
                <a:lnTo>
                  <a:pt x="131076" y="458724"/>
                </a:lnTo>
                <a:lnTo>
                  <a:pt x="129552" y="460248"/>
                </a:lnTo>
                <a:lnTo>
                  <a:pt x="60972" y="460248"/>
                </a:lnTo>
                <a:lnTo>
                  <a:pt x="53352" y="461772"/>
                </a:lnTo>
                <a:lnTo>
                  <a:pt x="50304" y="463296"/>
                </a:lnTo>
                <a:lnTo>
                  <a:pt x="44208" y="464820"/>
                </a:lnTo>
                <a:lnTo>
                  <a:pt x="41160" y="467868"/>
                </a:lnTo>
                <a:lnTo>
                  <a:pt x="35064" y="480060"/>
                </a:lnTo>
                <a:lnTo>
                  <a:pt x="33540" y="487680"/>
                </a:lnTo>
                <a:lnTo>
                  <a:pt x="33616" y="499783"/>
                </a:lnTo>
                <a:lnTo>
                  <a:pt x="33693" y="500849"/>
                </a:lnTo>
                <a:lnTo>
                  <a:pt x="33756" y="501929"/>
                </a:lnTo>
                <a:lnTo>
                  <a:pt x="33820" y="502920"/>
                </a:lnTo>
                <a:lnTo>
                  <a:pt x="34086" y="507187"/>
                </a:lnTo>
                <a:lnTo>
                  <a:pt x="34137" y="507492"/>
                </a:lnTo>
                <a:lnTo>
                  <a:pt x="53352" y="539496"/>
                </a:lnTo>
                <a:lnTo>
                  <a:pt x="64020" y="539496"/>
                </a:lnTo>
                <a:lnTo>
                  <a:pt x="70116" y="536448"/>
                </a:lnTo>
                <a:lnTo>
                  <a:pt x="71640" y="534924"/>
                </a:lnTo>
                <a:lnTo>
                  <a:pt x="73164" y="531876"/>
                </a:lnTo>
                <a:lnTo>
                  <a:pt x="73164" y="527304"/>
                </a:lnTo>
                <a:lnTo>
                  <a:pt x="71640" y="524256"/>
                </a:lnTo>
                <a:lnTo>
                  <a:pt x="70116" y="522732"/>
                </a:lnTo>
                <a:lnTo>
                  <a:pt x="67068" y="521208"/>
                </a:lnTo>
                <a:lnTo>
                  <a:pt x="65544" y="519684"/>
                </a:lnTo>
                <a:lnTo>
                  <a:pt x="50304" y="519684"/>
                </a:lnTo>
                <a:lnTo>
                  <a:pt x="47256" y="518160"/>
                </a:lnTo>
                <a:lnTo>
                  <a:pt x="44399" y="515302"/>
                </a:lnTo>
                <a:lnTo>
                  <a:pt x="44145" y="514997"/>
                </a:lnTo>
                <a:lnTo>
                  <a:pt x="42684" y="512064"/>
                </a:lnTo>
                <a:lnTo>
                  <a:pt x="41160" y="507492"/>
                </a:lnTo>
                <a:lnTo>
                  <a:pt x="41249" y="494919"/>
                </a:lnTo>
                <a:lnTo>
                  <a:pt x="41300" y="494728"/>
                </a:lnTo>
                <a:lnTo>
                  <a:pt x="42684" y="489204"/>
                </a:lnTo>
                <a:lnTo>
                  <a:pt x="47256" y="486156"/>
                </a:lnTo>
                <a:lnTo>
                  <a:pt x="50304" y="481584"/>
                </a:lnTo>
                <a:lnTo>
                  <a:pt x="59448" y="480060"/>
                </a:lnTo>
                <a:lnTo>
                  <a:pt x="74688" y="480060"/>
                </a:lnTo>
                <a:lnTo>
                  <a:pt x="79235" y="493801"/>
                </a:lnTo>
                <a:lnTo>
                  <a:pt x="83642" y="505396"/>
                </a:lnTo>
                <a:lnTo>
                  <a:pt x="87757" y="514997"/>
                </a:lnTo>
                <a:lnTo>
                  <a:pt x="91452" y="522732"/>
                </a:lnTo>
                <a:lnTo>
                  <a:pt x="97548" y="530352"/>
                </a:lnTo>
                <a:lnTo>
                  <a:pt x="102120" y="536448"/>
                </a:lnTo>
                <a:lnTo>
                  <a:pt x="108216" y="541020"/>
                </a:lnTo>
                <a:lnTo>
                  <a:pt x="111264" y="542544"/>
                </a:lnTo>
                <a:lnTo>
                  <a:pt x="115836" y="544068"/>
                </a:lnTo>
                <a:lnTo>
                  <a:pt x="129552" y="544068"/>
                </a:lnTo>
                <a:lnTo>
                  <a:pt x="137172" y="541020"/>
                </a:lnTo>
                <a:lnTo>
                  <a:pt x="141744" y="536448"/>
                </a:lnTo>
                <a:lnTo>
                  <a:pt x="147840" y="531876"/>
                </a:lnTo>
                <a:lnTo>
                  <a:pt x="150888" y="524256"/>
                </a:lnTo>
                <a:lnTo>
                  <a:pt x="150888" y="512064"/>
                </a:lnTo>
                <a:lnTo>
                  <a:pt x="147840" y="502920"/>
                </a:lnTo>
                <a:lnTo>
                  <a:pt x="145859" y="499783"/>
                </a:lnTo>
                <a:lnTo>
                  <a:pt x="142316" y="494919"/>
                </a:lnTo>
                <a:lnTo>
                  <a:pt x="135648" y="486105"/>
                </a:lnTo>
                <a:lnTo>
                  <a:pt x="135648" y="510540"/>
                </a:lnTo>
                <a:lnTo>
                  <a:pt x="132676" y="514997"/>
                </a:lnTo>
                <a:lnTo>
                  <a:pt x="132410" y="515302"/>
                </a:lnTo>
                <a:lnTo>
                  <a:pt x="129552" y="518160"/>
                </a:lnTo>
                <a:lnTo>
                  <a:pt x="126504" y="522732"/>
                </a:lnTo>
                <a:lnTo>
                  <a:pt x="120408" y="524256"/>
                </a:lnTo>
                <a:lnTo>
                  <a:pt x="111264" y="524256"/>
                </a:lnTo>
                <a:lnTo>
                  <a:pt x="106692" y="522732"/>
                </a:lnTo>
                <a:lnTo>
                  <a:pt x="102120" y="519684"/>
                </a:lnTo>
                <a:lnTo>
                  <a:pt x="99072" y="516636"/>
                </a:lnTo>
                <a:lnTo>
                  <a:pt x="96024" y="512064"/>
                </a:lnTo>
                <a:lnTo>
                  <a:pt x="91452" y="505968"/>
                </a:lnTo>
                <a:lnTo>
                  <a:pt x="90017" y="501929"/>
                </a:lnTo>
                <a:lnTo>
                  <a:pt x="88023" y="496443"/>
                </a:lnTo>
                <a:lnTo>
                  <a:pt x="85432" y="489204"/>
                </a:lnTo>
                <a:lnTo>
                  <a:pt x="82308" y="480060"/>
                </a:lnTo>
                <a:lnTo>
                  <a:pt x="123456" y="480060"/>
                </a:lnTo>
                <a:lnTo>
                  <a:pt x="128524" y="487680"/>
                </a:lnTo>
                <a:lnTo>
                  <a:pt x="132410" y="494728"/>
                </a:lnTo>
                <a:lnTo>
                  <a:pt x="132473" y="494919"/>
                </a:lnTo>
                <a:lnTo>
                  <a:pt x="134810" y="500849"/>
                </a:lnTo>
                <a:lnTo>
                  <a:pt x="135547" y="505396"/>
                </a:lnTo>
                <a:lnTo>
                  <a:pt x="135648" y="510540"/>
                </a:lnTo>
                <a:lnTo>
                  <a:pt x="135648" y="486105"/>
                </a:lnTo>
                <a:lnTo>
                  <a:pt x="131076" y="480060"/>
                </a:lnTo>
                <a:lnTo>
                  <a:pt x="138696" y="480060"/>
                </a:lnTo>
                <a:lnTo>
                  <a:pt x="143268" y="478536"/>
                </a:lnTo>
                <a:lnTo>
                  <a:pt x="146316" y="477012"/>
                </a:lnTo>
                <a:lnTo>
                  <a:pt x="149364" y="473964"/>
                </a:lnTo>
                <a:lnTo>
                  <a:pt x="150888" y="470916"/>
                </a:lnTo>
                <a:lnTo>
                  <a:pt x="150888" y="4678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14" name="Google Shape;3814;p68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055619" y="3246120"/>
            <a:ext cx="225552" cy="23225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15" name="Google Shape;3815;p68"/>
          <p:cNvGrpSpPr/>
          <p:nvPr/>
        </p:nvGrpSpPr>
        <p:grpSpPr>
          <a:xfrm>
            <a:off x="3055619" y="2674619"/>
            <a:ext cx="225552" cy="505969"/>
            <a:chOff x="3055619" y="2674619"/>
            <a:chExt cx="225552" cy="505969"/>
          </a:xfrm>
        </p:grpSpPr>
        <p:pic>
          <p:nvPicPr>
            <p:cNvPr id="3816" name="Google Shape;3816;p68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055619" y="2773680"/>
              <a:ext cx="225552" cy="4069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17" name="Google Shape;3817;p68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113532" y="2674619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818" name="Google Shape;3818;p68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055619" y="2417063"/>
            <a:ext cx="172212" cy="1828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19" name="Google Shape;3819;p68"/>
          <p:cNvGrpSpPr/>
          <p:nvPr/>
        </p:nvGrpSpPr>
        <p:grpSpPr>
          <a:xfrm>
            <a:off x="3055619" y="2005583"/>
            <a:ext cx="175261" cy="348997"/>
            <a:chOff x="3055619" y="2005583"/>
            <a:chExt cx="175261" cy="348997"/>
          </a:xfrm>
        </p:grpSpPr>
        <p:pic>
          <p:nvPicPr>
            <p:cNvPr id="3820" name="Google Shape;3820;p68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055619" y="2100072"/>
              <a:ext cx="175259" cy="2545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21" name="Google Shape;3821;p68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113532" y="2005583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822" name="Google Shape;3822;p68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055619" y="1208531"/>
            <a:ext cx="175260" cy="719328"/>
          </a:xfrm>
          <a:prstGeom prst="rect">
            <a:avLst/>
          </a:prstGeom>
          <a:noFill/>
          <a:ln>
            <a:noFill/>
          </a:ln>
        </p:spPr>
      </p:pic>
      <p:sp>
        <p:nvSpPr>
          <p:cNvPr id="3823" name="Google Shape;3823;p68"/>
          <p:cNvSpPr/>
          <p:nvPr/>
        </p:nvSpPr>
        <p:spPr>
          <a:xfrm>
            <a:off x="3707891" y="9557004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FB012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24" name="Google Shape;3824;p68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646932" y="8919971"/>
            <a:ext cx="175260" cy="368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825" name="Google Shape;3825;p68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704844" y="8436864"/>
            <a:ext cx="117348" cy="4145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26" name="Google Shape;3826;p68"/>
          <p:cNvGrpSpPr/>
          <p:nvPr/>
        </p:nvGrpSpPr>
        <p:grpSpPr>
          <a:xfrm>
            <a:off x="3704844" y="7914132"/>
            <a:ext cx="167639" cy="460247"/>
            <a:chOff x="3704844" y="7914132"/>
            <a:chExt cx="167639" cy="460247"/>
          </a:xfrm>
        </p:grpSpPr>
        <p:pic>
          <p:nvPicPr>
            <p:cNvPr id="3827" name="Google Shape;3827;p68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704879" y="7967472"/>
              <a:ext cx="167604" cy="40690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828" name="Google Shape;3828;p68"/>
            <p:cNvSpPr/>
            <p:nvPr/>
          </p:nvSpPr>
          <p:spPr>
            <a:xfrm>
              <a:off x="3704844" y="7914132"/>
              <a:ext cx="117475" cy="27940"/>
            </a:xfrm>
            <a:custGeom>
              <a:rect b="b" l="l" r="r" t="t"/>
              <a:pathLst>
                <a:path extrusionOk="0" h="27940" w="117475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1524" y="21336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9812" y="1524"/>
                  </a:lnTo>
                  <a:lnTo>
                    <a:pt x="22860" y="4572"/>
                  </a:lnTo>
                  <a:lnTo>
                    <a:pt x="25908" y="6096"/>
                  </a:lnTo>
                  <a:lnTo>
                    <a:pt x="27432" y="9144"/>
                  </a:lnTo>
                  <a:lnTo>
                    <a:pt x="27432" y="16764"/>
                  </a:lnTo>
                  <a:lnTo>
                    <a:pt x="25908" y="21336"/>
                  </a:lnTo>
                  <a:lnTo>
                    <a:pt x="22860" y="22860"/>
                  </a:lnTo>
                  <a:lnTo>
                    <a:pt x="19812" y="25908"/>
                  </a:lnTo>
                  <a:lnTo>
                    <a:pt x="16764" y="27432"/>
                  </a:lnTo>
                  <a:close/>
                </a:path>
                <a:path extrusionOk="0" h="27940" w="117475">
                  <a:moveTo>
                    <a:pt x="106680" y="27432"/>
                  </a:moveTo>
                  <a:lnTo>
                    <a:pt x="99060" y="27432"/>
                  </a:lnTo>
                  <a:lnTo>
                    <a:pt x="96012" y="25908"/>
                  </a:lnTo>
                  <a:lnTo>
                    <a:pt x="91440" y="21336"/>
                  </a:lnTo>
                  <a:lnTo>
                    <a:pt x="89916" y="16764"/>
                  </a:lnTo>
                  <a:lnTo>
                    <a:pt x="89916" y="9144"/>
                  </a:lnTo>
                  <a:lnTo>
                    <a:pt x="91440" y="6096"/>
                  </a:lnTo>
                  <a:lnTo>
                    <a:pt x="96012" y="1524"/>
                  </a:lnTo>
                  <a:lnTo>
                    <a:pt x="99060" y="0"/>
                  </a:lnTo>
                  <a:lnTo>
                    <a:pt x="106680" y="0"/>
                  </a:lnTo>
                  <a:lnTo>
                    <a:pt x="109728" y="1524"/>
                  </a:lnTo>
                  <a:lnTo>
                    <a:pt x="112776" y="4572"/>
                  </a:lnTo>
                  <a:lnTo>
                    <a:pt x="115824" y="6096"/>
                  </a:lnTo>
                  <a:lnTo>
                    <a:pt x="117348" y="9144"/>
                  </a:lnTo>
                  <a:lnTo>
                    <a:pt x="117348" y="16764"/>
                  </a:lnTo>
                  <a:lnTo>
                    <a:pt x="115824" y="21336"/>
                  </a:lnTo>
                  <a:lnTo>
                    <a:pt x="112776" y="22860"/>
                  </a:lnTo>
                  <a:lnTo>
                    <a:pt x="109728" y="25908"/>
                  </a:lnTo>
                  <a:lnTo>
                    <a:pt x="106680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29" name="Google Shape;3829;p68"/>
          <p:cNvSpPr/>
          <p:nvPr/>
        </p:nvSpPr>
        <p:spPr>
          <a:xfrm>
            <a:off x="3646932" y="7303008"/>
            <a:ext cx="226060" cy="532130"/>
          </a:xfrm>
          <a:custGeom>
            <a:rect b="b" l="l" r="r" t="t"/>
            <a:pathLst>
              <a:path extrusionOk="0" h="532129" w="226060">
                <a:moveTo>
                  <a:pt x="24384" y="274320"/>
                </a:moveTo>
                <a:lnTo>
                  <a:pt x="22860" y="271272"/>
                </a:lnTo>
                <a:lnTo>
                  <a:pt x="18288" y="266700"/>
                </a:lnTo>
                <a:lnTo>
                  <a:pt x="15240" y="265176"/>
                </a:lnTo>
                <a:lnTo>
                  <a:pt x="9144" y="265176"/>
                </a:lnTo>
                <a:lnTo>
                  <a:pt x="3048" y="268224"/>
                </a:lnTo>
                <a:lnTo>
                  <a:pt x="0" y="274320"/>
                </a:lnTo>
                <a:lnTo>
                  <a:pt x="0" y="280416"/>
                </a:lnTo>
                <a:lnTo>
                  <a:pt x="1524" y="283464"/>
                </a:lnTo>
                <a:lnTo>
                  <a:pt x="6096" y="288036"/>
                </a:lnTo>
                <a:lnTo>
                  <a:pt x="9144" y="289560"/>
                </a:lnTo>
                <a:lnTo>
                  <a:pt x="15240" y="289560"/>
                </a:lnTo>
                <a:lnTo>
                  <a:pt x="18288" y="288036"/>
                </a:lnTo>
                <a:lnTo>
                  <a:pt x="19812" y="284988"/>
                </a:lnTo>
                <a:lnTo>
                  <a:pt x="22860" y="283464"/>
                </a:lnTo>
                <a:lnTo>
                  <a:pt x="24384" y="280416"/>
                </a:lnTo>
                <a:lnTo>
                  <a:pt x="24384" y="274320"/>
                </a:lnTo>
                <a:close/>
              </a:path>
              <a:path extrusionOk="0" h="532129" w="226060">
                <a:moveTo>
                  <a:pt x="172199" y="120396"/>
                </a:moveTo>
                <a:lnTo>
                  <a:pt x="169151" y="120396"/>
                </a:lnTo>
                <a:lnTo>
                  <a:pt x="169151" y="126492"/>
                </a:lnTo>
                <a:lnTo>
                  <a:pt x="167627" y="129540"/>
                </a:lnTo>
                <a:lnTo>
                  <a:pt x="167627" y="131064"/>
                </a:lnTo>
                <a:lnTo>
                  <a:pt x="166103" y="134112"/>
                </a:lnTo>
                <a:lnTo>
                  <a:pt x="164579" y="135636"/>
                </a:lnTo>
                <a:lnTo>
                  <a:pt x="161531" y="135636"/>
                </a:lnTo>
                <a:lnTo>
                  <a:pt x="160007" y="137160"/>
                </a:lnTo>
                <a:lnTo>
                  <a:pt x="89903" y="137160"/>
                </a:lnTo>
                <a:lnTo>
                  <a:pt x="82283" y="138684"/>
                </a:lnTo>
                <a:lnTo>
                  <a:pt x="57899" y="160020"/>
                </a:lnTo>
                <a:lnTo>
                  <a:pt x="57899" y="167640"/>
                </a:lnTo>
                <a:lnTo>
                  <a:pt x="59334" y="176149"/>
                </a:lnTo>
                <a:lnTo>
                  <a:pt x="63614" y="185356"/>
                </a:lnTo>
                <a:lnTo>
                  <a:pt x="70764" y="194868"/>
                </a:lnTo>
                <a:lnTo>
                  <a:pt x="80759" y="204216"/>
                </a:lnTo>
                <a:lnTo>
                  <a:pt x="57899" y="204216"/>
                </a:lnTo>
                <a:lnTo>
                  <a:pt x="57899" y="210312"/>
                </a:lnTo>
                <a:lnTo>
                  <a:pt x="71615" y="242316"/>
                </a:lnTo>
                <a:lnTo>
                  <a:pt x="74663" y="240792"/>
                </a:lnTo>
                <a:lnTo>
                  <a:pt x="73139" y="237744"/>
                </a:lnTo>
                <a:lnTo>
                  <a:pt x="73139" y="230124"/>
                </a:lnTo>
                <a:lnTo>
                  <a:pt x="74663" y="228600"/>
                </a:lnTo>
                <a:lnTo>
                  <a:pt x="74663" y="227076"/>
                </a:lnTo>
                <a:lnTo>
                  <a:pt x="77711" y="225552"/>
                </a:lnTo>
                <a:lnTo>
                  <a:pt x="83807" y="225552"/>
                </a:lnTo>
                <a:lnTo>
                  <a:pt x="91427" y="224028"/>
                </a:lnTo>
                <a:lnTo>
                  <a:pt x="155435" y="224028"/>
                </a:lnTo>
                <a:lnTo>
                  <a:pt x="161531" y="225552"/>
                </a:lnTo>
                <a:lnTo>
                  <a:pt x="164579" y="227076"/>
                </a:lnTo>
                <a:lnTo>
                  <a:pt x="167627" y="230124"/>
                </a:lnTo>
                <a:lnTo>
                  <a:pt x="169151" y="233172"/>
                </a:lnTo>
                <a:lnTo>
                  <a:pt x="169151" y="240792"/>
                </a:lnTo>
                <a:lnTo>
                  <a:pt x="172199" y="240792"/>
                </a:lnTo>
                <a:lnTo>
                  <a:pt x="172199" y="187452"/>
                </a:lnTo>
                <a:lnTo>
                  <a:pt x="169151" y="187452"/>
                </a:lnTo>
                <a:lnTo>
                  <a:pt x="169151" y="193548"/>
                </a:lnTo>
                <a:lnTo>
                  <a:pt x="167627" y="196596"/>
                </a:lnTo>
                <a:lnTo>
                  <a:pt x="167627" y="199644"/>
                </a:lnTo>
                <a:lnTo>
                  <a:pt x="164579" y="202692"/>
                </a:lnTo>
                <a:lnTo>
                  <a:pt x="161531" y="204216"/>
                </a:lnTo>
                <a:lnTo>
                  <a:pt x="88379" y="204216"/>
                </a:lnTo>
                <a:lnTo>
                  <a:pt x="81508" y="197129"/>
                </a:lnTo>
                <a:lnTo>
                  <a:pt x="76758" y="189738"/>
                </a:lnTo>
                <a:lnTo>
                  <a:pt x="74028" y="182359"/>
                </a:lnTo>
                <a:lnTo>
                  <a:pt x="73139" y="175260"/>
                </a:lnTo>
                <a:lnTo>
                  <a:pt x="73139" y="169164"/>
                </a:lnTo>
                <a:lnTo>
                  <a:pt x="74663" y="164592"/>
                </a:lnTo>
                <a:lnTo>
                  <a:pt x="83807" y="158496"/>
                </a:lnTo>
                <a:lnTo>
                  <a:pt x="91427" y="156972"/>
                </a:lnTo>
                <a:lnTo>
                  <a:pt x="158483" y="156972"/>
                </a:lnTo>
                <a:lnTo>
                  <a:pt x="160007" y="158496"/>
                </a:lnTo>
                <a:lnTo>
                  <a:pt x="163055" y="158496"/>
                </a:lnTo>
                <a:lnTo>
                  <a:pt x="166103" y="161544"/>
                </a:lnTo>
                <a:lnTo>
                  <a:pt x="169151" y="167640"/>
                </a:lnTo>
                <a:lnTo>
                  <a:pt x="169151" y="173736"/>
                </a:lnTo>
                <a:lnTo>
                  <a:pt x="172199" y="173736"/>
                </a:lnTo>
                <a:lnTo>
                  <a:pt x="172199" y="120396"/>
                </a:lnTo>
                <a:close/>
              </a:path>
              <a:path extrusionOk="0" h="532129" w="226060">
                <a:moveTo>
                  <a:pt x="172212" y="249936"/>
                </a:moveTo>
                <a:lnTo>
                  <a:pt x="169164" y="249936"/>
                </a:lnTo>
                <a:lnTo>
                  <a:pt x="169164" y="254508"/>
                </a:lnTo>
                <a:lnTo>
                  <a:pt x="167640" y="259080"/>
                </a:lnTo>
                <a:lnTo>
                  <a:pt x="167640" y="260604"/>
                </a:lnTo>
                <a:lnTo>
                  <a:pt x="164592" y="263652"/>
                </a:lnTo>
                <a:lnTo>
                  <a:pt x="161544" y="265176"/>
                </a:lnTo>
                <a:lnTo>
                  <a:pt x="160020" y="265176"/>
                </a:lnTo>
                <a:lnTo>
                  <a:pt x="155448" y="266700"/>
                </a:lnTo>
                <a:lnTo>
                  <a:pt x="57912" y="266700"/>
                </a:lnTo>
                <a:lnTo>
                  <a:pt x="57912" y="271272"/>
                </a:lnTo>
                <a:lnTo>
                  <a:pt x="71628" y="304800"/>
                </a:lnTo>
                <a:lnTo>
                  <a:pt x="74676" y="303276"/>
                </a:lnTo>
                <a:lnTo>
                  <a:pt x="73152" y="300228"/>
                </a:lnTo>
                <a:lnTo>
                  <a:pt x="73152" y="291084"/>
                </a:lnTo>
                <a:lnTo>
                  <a:pt x="74676" y="289560"/>
                </a:lnTo>
                <a:lnTo>
                  <a:pt x="74676" y="288036"/>
                </a:lnTo>
                <a:lnTo>
                  <a:pt x="79248" y="288036"/>
                </a:lnTo>
                <a:lnTo>
                  <a:pt x="83286" y="287159"/>
                </a:lnTo>
                <a:lnTo>
                  <a:pt x="88773" y="286702"/>
                </a:lnTo>
                <a:lnTo>
                  <a:pt x="96989" y="286512"/>
                </a:lnTo>
                <a:lnTo>
                  <a:pt x="160020" y="286512"/>
                </a:lnTo>
                <a:lnTo>
                  <a:pt x="161544" y="288036"/>
                </a:lnTo>
                <a:lnTo>
                  <a:pt x="164592" y="289560"/>
                </a:lnTo>
                <a:lnTo>
                  <a:pt x="167640" y="292608"/>
                </a:lnTo>
                <a:lnTo>
                  <a:pt x="167640" y="294132"/>
                </a:lnTo>
                <a:lnTo>
                  <a:pt x="169164" y="297180"/>
                </a:lnTo>
                <a:lnTo>
                  <a:pt x="169164" y="303276"/>
                </a:lnTo>
                <a:lnTo>
                  <a:pt x="172212" y="303276"/>
                </a:lnTo>
                <a:lnTo>
                  <a:pt x="172212" y="286512"/>
                </a:lnTo>
                <a:lnTo>
                  <a:pt x="172212" y="249936"/>
                </a:lnTo>
                <a:close/>
              </a:path>
              <a:path extrusionOk="0" h="532129" w="226060">
                <a:moveTo>
                  <a:pt x="175247" y="441960"/>
                </a:moveTo>
                <a:lnTo>
                  <a:pt x="161531" y="408432"/>
                </a:lnTo>
                <a:lnTo>
                  <a:pt x="158483" y="409956"/>
                </a:lnTo>
                <a:lnTo>
                  <a:pt x="160007" y="414528"/>
                </a:lnTo>
                <a:lnTo>
                  <a:pt x="160007" y="422148"/>
                </a:lnTo>
                <a:lnTo>
                  <a:pt x="156959" y="425196"/>
                </a:lnTo>
                <a:lnTo>
                  <a:pt x="155435" y="425196"/>
                </a:lnTo>
                <a:lnTo>
                  <a:pt x="152387" y="426720"/>
                </a:lnTo>
                <a:lnTo>
                  <a:pt x="60947" y="426720"/>
                </a:lnTo>
                <a:lnTo>
                  <a:pt x="60947" y="463296"/>
                </a:lnTo>
                <a:lnTo>
                  <a:pt x="63995" y="463296"/>
                </a:lnTo>
                <a:lnTo>
                  <a:pt x="63995" y="457200"/>
                </a:lnTo>
                <a:lnTo>
                  <a:pt x="65519" y="452628"/>
                </a:lnTo>
                <a:lnTo>
                  <a:pt x="70091" y="448056"/>
                </a:lnTo>
                <a:lnTo>
                  <a:pt x="74663" y="446532"/>
                </a:lnTo>
                <a:lnTo>
                  <a:pt x="144767" y="446532"/>
                </a:lnTo>
                <a:lnTo>
                  <a:pt x="150863" y="452628"/>
                </a:lnTo>
                <a:lnTo>
                  <a:pt x="153911" y="458724"/>
                </a:lnTo>
                <a:lnTo>
                  <a:pt x="156959" y="463296"/>
                </a:lnTo>
                <a:lnTo>
                  <a:pt x="160007" y="472440"/>
                </a:lnTo>
                <a:lnTo>
                  <a:pt x="160007" y="480060"/>
                </a:lnTo>
                <a:lnTo>
                  <a:pt x="158483" y="484632"/>
                </a:lnTo>
                <a:lnTo>
                  <a:pt x="155435" y="489204"/>
                </a:lnTo>
                <a:lnTo>
                  <a:pt x="152387" y="492252"/>
                </a:lnTo>
                <a:lnTo>
                  <a:pt x="144767" y="493776"/>
                </a:lnTo>
                <a:lnTo>
                  <a:pt x="60947" y="493776"/>
                </a:lnTo>
                <a:lnTo>
                  <a:pt x="60947" y="531876"/>
                </a:lnTo>
                <a:lnTo>
                  <a:pt x="63995" y="531876"/>
                </a:lnTo>
                <a:lnTo>
                  <a:pt x="63995" y="522732"/>
                </a:lnTo>
                <a:lnTo>
                  <a:pt x="65519" y="521208"/>
                </a:lnTo>
                <a:lnTo>
                  <a:pt x="67043" y="518160"/>
                </a:lnTo>
                <a:lnTo>
                  <a:pt x="70091" y="515112"/>
                </a:lnTo>
                <a:lnTo>
                  <a:pt x="73139" y="515112"/>
                </a:lnTo>
                <a:lnTo>
                  <a:pt x="76187" y="513588"/>
                </a:lnTo>
                <a:lnTo>
                  <a:pt x="149339" y="513588"/>
                </a:lnTo>
                <a:lnTo>
                  <a:pt x="155435" y="512064"/>
                </a:lnTo>
                <a:lnTo>
                  <a:pt x="161531" y="509016"/>
                </a:lnTo>
                <a:lnTo>
                  <a:pt x="166103" y="505968"/>
                </a:lnTo>
                <a:lnTo>
                  <a:pt x="169151" y="501396"/>
                </a:lnTo>
                <a:lnTo>
                  <a:pt x="173723" y="496824"/>
                </a:lnTo>
                <a:lnTo>
                  <a:pt x="175247" y="492252"/>
                </a:lnTo>
                <a:lnTo>
                  <a:pt x="175247" y="480060"/>
                </a:lnTo>
                <a:lnTo>
                  <a:pt x="150863" y="446532"/>
                </a:lnTo>
                <a:lnTo>
                  <a:pt x="175247" y="446532"/>
                </a:lnTo>
                <a:lnTo>
                  <a:pt x="175247" y="441960"/>
                </a:lnTo>
                <a:close/>
              </a:path>
              <a:path extrusionOk="0" h="532129" w="226060">
                <a:moveTo>
                  <a:pt x="175247" y="359664"/>
                </a:moveTo>
                <a:lnTo>
                  <a:pt x="155054" y="324802"/>
                </a:lnTo>
                <a:lnTo>
                  <a:pt x="141719" y="321564"/>
                </a:lnTo>
                <a:lnTo>
                  <a:pt x="132003" y="323024"/>
                </a:lnTo>
                <a:lnTo>
                  <a:pt x="123431" y="327469"/>
                </a:lnTo>
                <a:lnTo>
                  <a:pt x="116001" y="335076"/>
                </a:lnTo>
                <a:lnTo>
                  <a:pt x="109715" y="345948"/>
                </a:lnTo>
                <a:lnTo>
                  <a:pt x="102095" y="364236"/>
                </a:lnTo>
                <a:lnTo>
                  <a:pt x="97523" y="371856"/>
                </a:lnTo>
                <a:lnTo>
                  <a:pt x="94475" y="376428"/>
                </a:lnTo>
                <a:lnTo>
                  <a:pt x="88379" y="379476"/>
                </a:lnTo>
                <a:lnTo>
                  <a:pt x="83807" y="381000"/>
                </a:lnTo>
                <a:lnTo>
                  <a:pt x="76187" y="381000"/>
                </a:lnTo>
                <a:lnTo>
                  <a:pt x="73139" y="379476"/>
                </a:lnTo>
                <a:lnTo>
                  <a:pt x="67043" y="373380"/>
                </a:lnTo>
                <a:lnTo>
                  <a:pt x="65519" y="368808"/>
                </a:lnTo>
                <a:lnTo>
                  <a:pt x="65519" y="356616"/>
                </a:lnTo>
                <a:lnTo>
                  <a:pt x="95999" y="333756"/>
                </a:lnTo>
                <a:lnTo>
                  <a:pt x="95999" y="330708"/>
                </a:lnTo>
                <a:lnTo>
                  <a:pt x="57899" y="330708"/>
                </a:lnTo>
                <a:lnTo>
                  <a:pt x="57899" y="333756"/>
                </a:lnTo>
                <a:lnTo>
                  <a:pt x="59423" y="335280"/>
                </a:lnTo>
                <a:lnTo>
                  <a:pt x="60947" y="335280"/>
                </a:lnTo>
                <a:lnTo>
                  <a:pt x="60947" y="336804"/>
                </a:lnTo>
                <a:lnTo>
                  <a:pt x="62471" y="336804"/>
                </a:lnTo>
                <a:lnTo>
                  <a:pt x="62471" y="341376"/>
                </a:lnTo>
                <a:lnTo>
                  <a:pt x="60947" y="342900"/>
                </a:lnTo>
                <a:lnTo>
                  <a:pt x="60947" y="347472"/>
                </a:lnTo>
                <a:lnTo>
                  <a:pt x="57899" y="353568"/>
                </a:lnTo>
                <a:lnTo>
                  <a:pt x="57899" y="362712"/>
                </a:lnTo>
                <a:lnTo>
                  <a:pt x="80759" y="396240"/>
                </a:lnTo>
                <a:lnTo>
                  <a:pt x="95999" y="396240"/>
                </a:lnTo>
                <a:lnTo>
                  <a:pt x="102095" y="394716"/>
                </a:lnTo>
                <a:lnTo>
                  <a:pt x="106667" y="390144"/>
                </a:lnTo>
                <a:lnTo>
                  <a:pt x="110121" y="387007"/>
                </a:lnTo>
                <a:lnTo>
                  <a:pt x="113715" y="382143"/>
                </a:lnTo>
                <a:lnTo>
                  <a:pt x="117602" y="375577"/>
                </a:lnTo>
                <a:lnTo>
                  <a:pt x="121907" y="367284"/>
                </a:lnTo>
                <a:lnTo>
                  <a:pt x="126479" y="356616"/>
                </a:lnTo>
                <a:lnTo>
                  <a:pt x="131051" y="348996"/>
                </a:lnTo>
                <a:lnTo>
                  <a:pt x="135623" y="345948"/>
                </a:lnTo>
                <a:lnTo>
                  <a:pt x="140195" y="341376"/>
                </a:lnTo>
                <a:lnTo>
                  <a:pt x="144767" y="339852"/>
                </a:lnTo>
                <a:lnTo>
                  <a:pt x="155435" y="339852"/>
                </a:lnTo>
                <a:lnTo>
                  <a:pt x="158483" y="341376"/>
                </a:lnTo>
                <a:lnTo>
                  <a:pt x="161531" y="345948"/>
                </a:lnTo>
                <a:lnTo>
                  <a:pt x="166103" y="348996"/>
                </a:lnTo>
                <a:lnTo>
                  <a:pt x="167627" y="353568"/>
                </a:lnTo>
                <a:lnTo>
                  <a:pt x="167627" y="367284"/>
                </a:lnTo>
                <a:lnTo>
                  <a:pt x="137147" y="393192"/>
                </a:lnTo>
                <a:lnTo>
                  <a:pt x="137147" y="396240"/>
                </a:lnTo>
                <a:lnTo>
                  <a:pt x="175247" y="396240"/>
                </a:lnTo>
                <a:lnTo>
                  <a:pt x="175247" y="393192"/>
                </a:lnTo>
                <a:lnTo>
                  <a:pt x="172199" y="391668"/>
                </a:lnTo>
                <a:lnTo>
                  <a:pt x="170675" y="391668"/>
                </a:lnTo>
                <a:lnTo>
                  <a:pt x="170675" y="385572"/>
                </a:lnTo>
                <a:lnTo>
                  <a:pt x="172199" y="382524"/>
                </a:lnTo>
                <a:lnTo>
                  <a:pt x="173723" y="373380"/>
                </a:lnTo>
                <a:lnTo>
                  <a:pt x="175247" y="365760"/>
                </a:lnTo>
                <a:lnTo>
                  <a:pt x="175247" y="359664"/>
                </a:lnTo>
                <a:close/>
              </a:path>
              <a:path extrusionOk="0" h="532129" w="226060">
                <a:moveTo>
                  <a:pt x="225513" y="63538"/>
                </a:moveTo>
                <a:lnTo>
                  <a:pt x="215252" y="23723"/>
                </a:lnTo>
                <a:lnTo>
                  <a:pt x="210159" y="17360"/>
                </a:lnTo>
                <a:lnTo>
                  <a:pt x="210159" y="54864"/>
                </a:lnTo>
                <a:lnTo>
                  <a:pt x="209753" y="63538"/>
                </a:lnTo>
                <a:lnTo>
                  <a:pt x="196583" y="96012"/>
                </a:lnTo>
                <a:lnTo>
                  <a:pt x="185915" y="96012"/>
                </a:lnTo>
                <a:lnTo>
                  <a:pt x="182867" y="92964"/>
                </a:lnTo>
                <a:lnTo>
                  <a:pt x="179819" y="91440"/>
                </a:lnTo>
                <a:lnTo>
                  <a:pt x="175247" y="88392"/>
                </a:lnTo>
                <a:lnTo>
                  <a:pt x="173723" y="86868"/>
                </a:lnTo>
                <a:lnTo>
                  <a:pt x="172199" y="85344"/>
                </a:lnTo>
                <a:lnTo>
                  <a:pt x="172288" y="82296"/>
                </a:lnTo>
                <a:lnTo>
                  <a:pt x="172415" y="77724"/>
                </a:lnTo>
                <a:lnTo>
                  <a:pt x="172516" y="75133"/>
                </a:lnTo>
                <a:lnTo>
                  <a:pt x="172593" y="73533"/>
                </a:lnTo>
                <a:lnTo>
                  <a:pt x="172694" y="71628"/>
                </a:lnTo>
                <a:lnTo>
                  <a:pt x="172808" y="69151"/>
                </a:lnTo>
                <a:lnTo>
                  <a:pt x="172847" y="68580"/>
                </a:lnTo>
                <a:lnTo>
                  <a:pt x="172961" y="66103"/>
                </a:lnTo>
                <a:lnTo>
                  <a:pt x="173075" y="63538"/>
                </a:lnTo>
                <a:lnTo>
                  <a:pt x="173189" y="60960"/>
                </a:lnTo>
                <a:lnTo>
                  <a:pt x="173266" y="59436"/>
                </a:lnTo>
                <a:lnTo>
                  <a:pt x="173494" y="54279"/>
                </a:lnTo>
                <a:lnTo>
                  <a:pt x="173609" y="47777"/>
                </a:lnTo>
                <a:lnTo>
                  <a:pt x="173723" y="41148"/>
                </a:lnTo>
                <a:lnTo>
                  <a:pt x="173850" y="36576"/>
                </a:lnTo>
                <a:lnTo>
                  <a:pt x="175768" y="17602"/>
                </a:lnTo>
                <a:lnTo>
                  <a:pt x="176771" y="13716"/>
                </a:lnTo>
                <a:lnTo>
                  <a:pt x="178295" y="10668"/>
                </a:lnTo>
                <a:lnTo>
                  <a:pt x="181343" y="7620"/>
                </a:lnTo>
                <a:lnTo>
                  <a:pt x="192011" y="7620"/>
                </a:lnTo>
                <a:lnTo>
                  <a:pt x="209829" y="42672"/>
                </a:lnTo>
                <a:lnTo>
                  <a:pt x="210159" y="54864"/>
                </a:lnTo>
                <a:lnTo>
                  <a:pt x="210159" y="17360"/>
                </a:lnTo>
                <a:lnTo>
                  <a:pt x="207251" y="13716"/>
                </a:lnTo>
                <a:lnTo>
                  <a:pt x="201180" y="7620"/>
                </a:lnTo>
                <a:lnTo>
                  <a:pt x="194868" y="3429"/>
                </a:lnTo>
                <a:lnTo>
                  <a:pt x="188188" y="863"/>
                </a:lnTo>
                <a:lnTo>
                  <a:pt x="181343" y="0"/>
                </a:lnTo>
                <a:lnTo>
                  <a:pt x="173723" y="0"/>
                </a:lnTo>
                <a:lnTo>
                  <a:pt x="155206" y="30721"/>
                </a:lnTo>
                <a:lnTo>
                  <a:pt x="155092" y="32194"/>
                </a:lnTo>
                <a:lnTo>
                  <a:pt x="155003" y="33528"/>
                </a:lnTo>
                <a:lnTo>
                  <a:pt x="154876" y="35242"/>
                </a:lnTo>
                <a:lnTo>
                  <a:pt x="154787" y="36576"/>
                </a:lnTo>
                <a:lnTo>
                  <a:pt x="154673" y="38100"/>
                </a:lnTo>
                <a:lnTo>
                  <a:pt x="154597" y="39509"/>
                </a:lnTo>
                <a:lnTo>
                  <a:pt x="154482" y="41719"/>
                </a:lnTo>
                <a:lnTo>
                  <a:pt x="154432" y="42672"/>
                </a:lnTo>
                <a:lnTo>
                  <a:pt x="154152" y="47777"/>
                </a:lnTo>
                <a:lnTo>
                  <a:pt x="154051" y="52603"/>
                </a:lnTo>
                <a:lnTo>
                  <a:pt x="154012" y="54864"/>
                </a:lnTo>
                <a:lnTo>
                  <a:pt x="153911" y="76200"/>
                </a:lnTo>
                <a:lnTo>
                  <a:pt x="153809" y="76517"/>
                </a:lnTo>
                <a:lnTo>
                  <a:pt x="152387" y="80772"/>
                </a:lnTo>
                <a:lnTo>
                  <a:pt x="152387" y="83820"/>
                </a:lnTo>
                <a:lnTo>
                  <a:pt x="149339" y="86868"/>
                </a:lnTo>
                <a:lnTo>
                  <a:pt x="143243" y="86868"/>
                </a:lnTo>
                <a:lnTo>
                  <a:pt x="140195" y="85344"/>
                </a:lnTo>
                <a:lnTo>
                  <a:pt x="137147" y="82296"/>
                </a:lnTo>
                <a:lnTo>
                  <a:pt x="132575" y="77724"/>
                </a:lnTo>
                <a:lnTo>
                  <a:pt x="135623" y="65532"/>
                </a:lnTo>
                <a:lnTo>
                  <a:pt x="135623" y="60960"/>
                </a:lnTo>
                <a:lnTo>
                  <a:pt x="134823" y="51244"/>
                </a:lnTo>
                <a:lnTo>
                  <a:pt x="132575" y="42672"/>
                </a:lnTo>
                <a:lnTo>
                  <a:pt x="129806" y="36576"/>
                </a:lnTo>
                <a:lnTo>
                  <a:pt x="129527" y="35966"/>
                </a:lnTo>
                <a:lnTo>
                  <a:pt x="129527" y="51816"/>
                </a:lnTo>
                <a:lnTo>
                  <a:pt x="129527" y="65532"/>
                </a:lnTo>
                <a:lnTo>
                  <a:pt x="92951" y="83820"/>
                </a:lnTo>
                <a:lnTo>
                  <a:pt x="82283" y="83820"/>
                </a:lnTo>
                <a:lnTo>
                  <a:pt x="74663" y="82296"/>
                </a:lnTo>
                <a:lnTo>
                  <a:pt x="65519" y="73152"/>
                </a:lnTo>
                <a:lnTo>
                  <a:pt x="63995" y="68580"/>
                </a:lnTo>
                <a:lnTo>
                  <a:pt x="63995" y="54864"/>
                </a:lnTo>
                <a:lnTo>
                  <a:pt x="100571" y="36576"/>
                </a:lnTo>
                <a:lnTo>
                  <a:pt x="111239" y="36576"/>
                </a:lnTo>
                <a:lnTo>
                  <a:pt x="117335" y="38100"/>
                </a:lnTo>
                <a:lnTo>
                  <a:pt x="126479" y="47244"/>
                </a:lnTo>
                <a:lnTo>
                  <a:pt x="129527" y="51816"/>
                </a:lnTo>
                <a:lnTo>
                  <a:pt x="129527" y="35966"/>
                </a:lnTo>
                <a:lnTo>
                  <a:pt x="129197" y="35242"/>
                </a:lnTo>
                <a:lnTo>
                  <a:pt x="124955" y="28956"/>
                </a:lnTo>
                <a:lnTo>
                  <a:pt x="119811" y="24384"/>
                </a:lnTo>
                <a:lnTo>
                  <a:pt x="119392" y="24003"/>
                </a:lnTo>
                <a:lnTo>
                  <a:pt x="119011" y="23723"/>
                </a:lnTo>
                <a:lnTo>
                  <a:pt x="113144" y="20002"/>
                </a:lnTo>
                <a:lnTo>
                  <a:pt x="106527" y="17602"/>
                </a:lnTo>
                <a:lnTo>
                  <a:pt x="99047" y="16764"/>
                </a:lnTo>
                <a:lnTo>
                  <a:pt x="89903" y="16764"/>
                </a:lnTo>
                <a:lnTo>
                  <a:pt x="83807" y="19812"/>
                </a:lnTo>
                <a:lnTo>
                  <a:pt x="77711" y="24384"/>
                </a:lnTo>
                <a:lnTo>
                  <a:pt x="77711" y="3048"/>
                </a:lnTo>
                <a:lnTo>
                  <a:pt x="76187" y="3048"/>
                </a:lnTo>
                <a:lnTo>
                  <a:pt x="74663" y="1524"/>
                </a:lnTo>
                <a:lnTo>
                  <a:pt x="68567" y="1524"/>
                </a:lnTo>
                <a:lnTo>
                  <a:pt x="68567" y="3048"/>
                </a:lnTo>
                <a:lnTo>
                  <a:pt x="67043" y="3048"/>
                </a:lnTo>
                <a:lnTo>
                  <a:pt x="67043" y="33528"/>
                </a:lnTo>
                <a:lnTo>
                  <a:pt x="63042" y="39509"/>
                </a:lnTo>
                <a:lnTo>
                  <a:pt x="60185" y="45910"/>
                </a:lnTo>
                <a:lnTo>
                  <a:pt x="58470" y="52603"/>
                </a:lnTo>
                <a:lnTo>
                  <a:pt x="57899" y="59436"/>
                </a:lnTo>
                <a:lnTo>
                  <a:pt x="58000" y="60960"/>
                </a:lnTo>
                <a:lnTo>
                  <a:pt x="58521" y="69151"/>
                </a:lnTo>
                <a:lnTo>
                  <a:pt x="82664" y="100393"/>
                </a:lnTo>
                <a:lnTo>
                  <a:pt x="97523" y="103632"/>
                </a:lnTo>
                <a:lnTo>
                  <a:pt x="105143" y="103632"/>
                </a:lnTo>
                <a:lnTo>
                  <a:pt x="111239" y="102108"/>
                </a:lnTo>
                <a:lnTo>
                  <a:pt x="117335" y="99060"/>
                </a:lnTo>
                <a:lnTo>
                  <a:pt x="126479" y="89916"/>
                </a:lnTo>
                <a:lnTo>
                  <a:pt x="130136" y="83820"/>
                </a:lnTo>
                <a:lnTo>
                  <a:pt x="131051" y="82296"/>
                </a:lnTo>
                <a:lnTo>
                  <a:pt x="137147" y="91440"/>
                </a:lnTo>
                <a:lnTo>
                  <a:pt x="146291" y="100584"/>
                </a:lnTo>
                <a:lnTo>
                  <a:pt x="150863" y="102108"/>
                </a:lnTo>
                <a:lnTo>
                  <a:pt x="153911" y="103632"/>
                </a:lnTo>
                <a:lnTo>
                  <a:pt x="161531" y="103632"/>
                </a:lnTo>
                <a:lnTo>
                  <a:pt x="166103" y="99060"/>
                </a:lnTo>
                <a:lnTo>
                  <a:pt x="167627" y="96012"/>
                </a:lnTo>
                <a:lnTo>
                  <a:pt x="170675" y="91440"/>
                </a:lnTo>
                <a:lnTo>
                  <a:pt x="182867" y="103632"/>
                </a:lnTo>
                <a:lnTo>
                  <a:pt x="184391" y="103632"/>
                </a:lnTo>
                <a:lnTo>
                  <a:pt x="188963" y="108204"/>
                </a:lnTo>
                <a:lnTo>
                  <a:pt x="193535" y="109728"/>
                </a:lnTo>
                <a:lnTo>
                  <a:pt x="196583" y="111252"/>
                </a:lnTo>
                <a:lnTo>
                  <a:pt x="198107" y="112776"/>
                </a:lnTo>
                <a:lnTo>
                  <a:pt x="207251" y="112776"/>
                </a:lnTo>
                <a:lnTo>
                  <a:pt x="210299" y="109728"/>
                </a:lnTo>
                <a:lnTo>
                  <a:pt x="214871" y="103632"/>
                </a:lnTo>
                <a:lnTo>
                  <a:pt x="219227" y="96012"/>
                </a:lnTo>
                <a:lnTo>
                  <a:pt x="219760" y="95084"/>
                </a:lnTo>
                <a:lnTo>
                  <a:pt x="223062" y="85534"/>
                </a:lnTo>
                <a:lnTo>
                  <a:pt x="223139" y="85153"/>
                </a:lnTo>
                <a:lnTo>
                  <a:pt x="224955" y="75133"/>
                </a:lnTo>
                <a:lnTo>
                  <a:pt x="225031" y="73533"/>
                </a:lnTo>
                <a:lnTo>
                  <a:pt x="225132" y="71628"/>
                </a:lnTo>
                <a:lnTo>
                  <a:pt x="225437" y="66103"/>
                </a:lnTo>
                <a:lnTo>
                  <a:pt x="225513" y="635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0" name="Google Shape;3830;p68"/>
          <p:cNvSpPr/>
          <p:nvPr/>
        </p:nvSpPr>
        <p:spPr>
          <a:xfrm>
            <a:off x="3651491" y="6574536"/>
            <a:ext cx="170815" cy="658495"/>
          </a:xfrm>
          <a:custGeom>
            <a:rect b="b" l="l" r="r" t="t"/>
            <a:pathLst>
              <a:path extrusionOk="0" h="658495" w="170814">
                <a:moveTo>
                  <a:pt x="167640" y="92964"/>
                </a:moveTo>
                <a:lnTo>
                  <a:pt x="165950" y="70421"/>
                </a:lnTo>
                <a:lnTo>
                  <a:pt x="160972" y="50863"/>
                </a:lnTo>
                <a:lnTo>
                  <a:pt x="160020" y="48945"/>
                </a:lnTo>
                <a:lnTo>
                  <a:pt x="160020" y="94488"/>
                </a:lnTo>
                <a:lnTo>
                  <a:pt x="159791" y="99060"/>
                </a:lnTo>
                <a:lnTo>
                  <a:pt x="159664" y="100469"/>
                </a:lnTo>
                <a:lnTo>
                  <a:pt x="159067" y="105727"/>
                </a:lnTo>
                <a:lnTo>
                  <a:pt x="157975" y="113563"/>
                </a:lnTo>
                <a:lnTo>
                  <a:pt x="156972" y="120396"/>
                </a:lnTo>
                <a:lnTo>
                  <a:pt x="13716" y="120396"/>
                </a:lnTo>
                <a:lnTo>
                  <a:pt x="12598" y="113563"/>
                </a:lnTo>
                <a:lnTo>
                  <a:pt x="12484" y="112712"/>
                </a:lnTo>
                <a:lnTo>
                  <a:pt x="11620" y="106870"/>
                </a:lnTo>
                <a:lnTo>
                  <a:pt x="11506" y="105727"/>
                </a:lnTo>
                <a:lnTo>
                  <a:pt x="10934" y="100469"/>
                </a:lnTo>
                <a:lnTo>
                  <a:pt x="10871" y="99060"/>
                </a:lnTo>
                <a:lnTo>
                  <a:pt x="10668" y="94488"/>
                </a:lnTo>
                <a:lnTo>
                  <a:pt x="10795" y="92964"/>
                </a:lnTo>
                <a:lnTo>
                  <a:pt x="11836" y="80441"/>
                </a:lnTo>
                <a:lnTo>
                  <a:pt x="30480" y="45720"/>
                </a:lnTo>
                <a:lnTo>
                  <a:pt x="69062" y="28575"/>
                </a:lnTo>
                <a:lnTo>
                  <a:pt x="85344" y="27432"/>
                </a:lnTo>
                <a:lnTo>
                  <a:pt x="101638" y="28575"/>
                </a:lnTo>
                <a:lnTo>
                  <a:pt x="140208" y="45720"/>
                </a:lnTo>
                <a:lnTo>
                  <a:pt x="158648" y="80441"/>
                </a:lnTo>
                <a:lnTo>
                  <a:pt x="160020" y="94488"/>
                </a:lnTo>
                <a:lnTo>
                  <a:pt x="160020" y="48945"/>
                </a:lnTo>
                <a:lnTo>
                  <a:pt x="129425" y="12192"/>
                </a:lnTo>
                <a:lnTo>
                  <a:pt x="83820" y="0"/>
                </a:lnTo>
                <a:lnTo>
                  <a:pt x="71564" y="838"/>
                </a:lnTo>
                <a:lnTo>
                  <a:pt x="30175" y="18465"/>
                </a:lnTo>
                <a:lnTo>
                  <a:pt x="7556" y="53848"/>
                </a:lnTo>
                <a:lnTo>
                  <a:pt x="5054" y="67818"/>
                </a:lnTo>
                <a:lnTo>
                  <a:pt x="3606" y="81902"/>
                </a:lnTo>
                <a:lnTo>
                  <a:pt x="3048" y="99060"/>
                </a:lnTo>
                <a:lnTo>
                  <a:pt x="3048" y="166116"/>
                </a:lnTo>
                <a:lnTo>
                  <a:pt x="6096" y="166116"/>
                </a:lnTo>
                <a:lnTo>
                  <a:pt x="6096" y="153924"/>
                </a:lnTo>
                <a:lnTo>
                  <a:pt x="7620" y="149352"/>
                </a:lnTo>
                <a:lnTo>
                  <a:pt x="12192" y="146304"/>
                </a:lnTo>
                <a:lnTo>
                  <a:pt x="13716" y="144780"/>
                </a:lnTo>
                <a:lnTo>
                  <a:pt x="21336" y="143256"/>
                </a:lnTo>
                <a:lnTo>
                  <a:pt x="147828" y="143256"/>
                </a:lnTo>
                <a:lnTo>
                  <a:pt x="153924" y="144780"/>
                </a:lnTo>
                <a:lnTo>
                  <a:pt x="156972" y="146304"/>
                </a:lnTo>
                <a:lnTo>
                  <a:pt x="161544" y="149352"/>
                </a:lnTo>
                <a:lnTo>
                  <a:pt x="164592" y="153924"/>
                </a:lnTo>
                <a:lnTo>
                  <a:pt x="164592" y="166116"/>
                </a:lnTo>
                <a:lnTo>
                  <a:pt x="167640" y="166116"/>
                </a:lnTo>
                <a:lnTo>
                  <a:pt x="167640" y="143256"/>
                </a:lnTo>
                <a:lnTo>
                  <a:pt x="167640" y="120396"/>
                </a:lnTo>
                <a:lnTo>
                  <a:pt x="167640" y="92964"/>
                </a:lnTo>
                <a:close/>
              </a:path>
              <a:path extrusionOk="0" h="658495" w="170814">
                <a:moveTo>
                  <a:pt x="167652" y="533400"/>
                </a:moveTo>
                <a:lnTo>
                  <a:pt x="126504" y="519684"/>
                </a:lnTo>
                <a:lnTo>
                  <a:pt x="126504" y="524256"/>
                </a:lnTo>
                <a:lnTo>
                  <a:pt x="133934" y="527926"/>
                </a:lnTo>
                <a:lnTo>
                  <a:pt x="140220" y="531876"/>
                </a:lnTo>
                <a:lnTo>
                  <a:pt x="145364" y="535838"/>
                </a:lnTo>
                <a:lnTo>
                  <a:pt x="149364" y="539496"/>
                </a:lnTo>
                <a:lnTo>
                  <a:pt x="153936" y="542544"/>
                </a:lnTo>
                <a:lnTo>
                  <a:pt x="156984" y="547116"/>
                </a:lnTo>
                <a:lnTo>
                  <a:pt x="156984" y="551688"/>
                </a:lnTo>
                <a:lnTo>
                  <a:pt x="158508" y="556260"/>
                </a:lnTo>
                <a:lnTo>
                  <a:pt x="160032" y="562356"/>
                </a:lnTo>
                <a:lnTo>
                  <a:pt x="160032" y="606552"/>
                </a:lnTo>
                <a:lnTo>
                  <a:pt x="155460" y="611124"/>
                </a:lnTo>
                <a:lnTo>
                  <a:pt x="153936" y="611124"/>
                </a:lnTo>
                <a:lnTo>
                  <a:pt x="152412" y="612648"/>
                </a:lnTo>
                <a:lnTo>
                  <a:pt x="85356" y="612648"/>
                </a:lnTo>
                <a:lnTo>
                  <a:pt x="85356" y="565404"/>
                </a:lnTo>
                <a:lnTo>
                  <a:pt x="88404" y="559308"/>
                </a:lnTo>
                <a:lnTo>
                  <a:pt x="92976" y="554736"/>
                </a:lnTo>
                <a:lnTo>
                  <a:pt x="96024" y="553212"/>
                </a:lnTo>
                <a:lnTo>
                  <a:pt x="100596" y="553212"/>
                </a:lnTo>
                <a:lnTo>
                  <a:pt x="108216" y="551688"/>
                </a:lnTo>
                <a:lnTo>
                  <a:pt x="108216" y="548640"/>
                </a:lnTo>
                <a:lnTo>
                  <a:pt x="54876" y="548640"/>
                </a:lnTo>
                <a:lnTo>
                  <a:pt x="54876" y="551688"/>
                </a:lnTo>
                <a:lnTo>
                  <a:pt x="64020" y="551688"/>
                </a:lnTo>
                <a:lnTo>
                  <a:pt x="70116" y="554736"/>
                </a:lnTo>
                <a:lnTo>
                  <a:pt x="73164" y="559308"/>
                </a:lnTo>
                <a:lnTo>
                  <a:pt x="76212" y="562356"/>
                </a:lnTo>
                <a:lnTo>
                  <a:pt x="77736" y="568452"/>
                </a:lnTo>
                <a:lnTo>
                  <a:pt x="77736" y="612648"/>
                </a:lnTo>
                <a:lnTo>
                  <a:pt x="10680" y="612648"/>
                </a:lnTo>
                <a:lnTo>
                  <a:pt x="10680" y="568452"/>
                </a:lnTo>
                <a:lnTo>
                  <a:pt x="10680" y="554736"/>
                </a:lnTo>
                <a:lnTo>
                  <a:pt x="12204" y="551688"/>
                </a:lnTo>
                <a:lnTo>
                  <a:pt x="13728" y="547116"/>
                </a:lnTo>
                <a:lnTo>
                  <a:pt x="16776" y="544068"/>
                </a:lnTo>
                <a:lnTo>
                  <a:pt x="19824" y="542544"/>
                </a:lnTo>
                <a:lnTo>
                  <a:pt x="24396" y="539496"/>
                </a:lnTo>
                <a:lnTo>
                  <a:pt x="30492" y="537972"/>
                </a:lnTo>
                <a:lnTo>
                  <a:pt x="39636" y="536448"/>
                </a:lnTo>
                <a:lnTo>
                  <a:pt x="39636" y="531876"/>
                </a:lnTo>
                <a:lnTo>
                  <a:pt x="3060" y="533400"/>
                </a:lnTo>
                <a:lnTo>
                  <a:pt x="3060" y="658368"/>
                </a:lnTo>
                <a:lnTo>
                  <a:pt x="6108" y="658368"/>
                </a:lnTo>
                <a:lnTo>
                  <a:pt x="6108" y="646176"/>
                </a:lnTo>
                <a:lnTo>
                  <a:pt x="7632" y="641604"/>
                </a:lnTo>
                <a:lnTo>
                  <a:pt x="10680" y="638556"/>
                </a:lnTo>
                <a:lnTo>
                  <a:pt x="13728" y="637032"/>
                </a:lnTo>
                <a:lnTo>
                  <a:pt x="19824" y="635508"/>
                </a:lnTo>
                <a:lnTo>
                  <a:pt x="152412" y="635508"/>
                </a:lnTo>
                <a:lnTo>
                  <a:pt x="155460" y="637032"/>
                </a:lnTo>
                <a:lnTo>
                  <a:pt x="158508" y="637032"/>
                </a:lnTo>
                <a:lnTo>
                  <a:pt x="160032" y="640080"/>
                </a:lnTo>
                <a:lnTo>
                  <a:pt x="161556" y="641604"/>
                </a:lnTo>
                <a:lnTo>
                  <a:pt x="163080" y="644652"/>
                </a:lnTo>
                <a:lnTo>
                  <a:pt x="164604" y="649224"/>
                </a:lnTo>
                <a:lnTo>
                  <a:pt x="164604" y="658368"/>
                </a:lnTo>
                <a:lnTo>
                  <a:pt x="167652" y="658368"/>
                </a:lnTo>
                <a:lnTo>
                  <a:pt x="167652" y="533400"/>
                </a:lnTo>
                <a:close/>
              </a:path>
              <a:path extrusionOk="0" h="658495" w="170814">
                <a:moveTo>
                  <a:pt x="167652" y="173736"/>
                </a:moveTo>
                <a:lnTo>
                  <a:pt x="164604" y="173736"/>
                </a:lnTo>
                <a:lnTo>
                  <a:pt x="164604" y="179832"/>
                </a:lnTo>
                <a:lnTo>
                  <a:pt x="158508" y="188976"/>
                </a:lnTo>
                <a:lnTo>
                  <a:pt x="155359" y="191528"/>
                </a:lnTo>
                <a:lnTo>
                  <a:pt x="150507" y="194500"/>
                </a:lnTo>
                <a:lnTo>
                  <a:pt x="143929" y="197764"/>
                </a:lnTo>
                <a:lnTo>
                  <a:pt x="105168" y="213868"/>
                </a:lnTo>
                <a:lnTo>
                  <a:pt x="105168" y="237744"/>
                </a:lnTo>
                <a:lnTo>
                  <a:pt x="105168" y="295656"/>
                </a:lnTo>
                <a:lnTo>
                  <a:pt x="38112" y="265176"/>
                </a:lnTo>
                <a:lnTo>
                  <a:pt x="105168" y="237744"/>
                </a:lnTo>
                <a:lnTo>
                  <a:pt x="105168" y="213868"/>
                </a:lnTo>
                <a:lnTo>
                  <a:pt x="12" y="257556"/>
                </a:lnTo>
                <a:lnTo>
                  <a:pt x="12" y="260604"/>
                </a:lnTo>
                <a:lnTo>
                  <a:pt x="134124" y="320040"/>
                </a:lnTo>
                <a:lnTo>
                  <a:pt x="142646" y="323469"/>
                </a:lnTo>
                <a:lnTo>
                  <a:pt x="149745" y="326898"/>
                </a:lnTo>
                <a:lnTo>
                  <a:pt x="155117" y="330327"/>
                </a:lnTo>
                <a:lnTo>
                  <a:pt x="158508" y="333756"/>
                </a:lnTo>
                <a:lnTo>
                  <a:pt x="161556" y="335280"/>
                </a:lnTo>
                <a:lnTo>
                  <a:pt x="163080" y="339852"/>
                </a:lnTo>
                <a:lnTo>
                  <a:pt x="164604" y="347472"/>
                </a:lnTo>
                <a:lnTo>
                  <a:pt x="167652" y="347472"/>
                </a:lnTo>
                <a:lnTo>
                  <a:pt x="167652" y="315468"/>
                </a:lnTo>
                <a:lnTo>
                  <a:pt x="167652" y="295656"/>
                </a:lnTo>
                <a:lnTo>
                  <a:pt x="164604" y="295656"/>
                </a:lnTo>
                <a:lnTo>
                  <a:pt x="163080" y="303276"/>
                </a:lnTo>
                <a:lnTo>
                  <a:pt x="163080" y="309372"/>
                </a:lnTo>
                <a:lnTo>
                  <a:pt x="160032" y="310896"/>
                </a:lnTo>
                <a:lnTo>
                  <a:pt x="158508" y="313944"/>
                </a:lnTo>
                <a:lnTo>
                  <a:pt x="155460" y="315468"/>
                </a:lnTo>
                <a:lnTo>
                  <a:pt x="150888" y="315468"/>
                </a:lnTo>
                <a:lnTo>
                  <a:pt x="144792" y="313944"/>
                </a:lnTo>
                <a:lnTo>
                  <a:pt x="138696" y="310896"/>
                </a:lnTo>
                <a:lnTo>
                  <a:pt x="112788" y="298704"/>
                </a:lnTo>
                <a:lnTo>
                  <a:pt x="112788" y="295656"/>
                </a:lnTo>
                <a:lnTo>
                  <a:pt x="112788" y="237744"/>
                </a:lnTo>
                <a:lnTo>
                  <a:pt x="112788" y="234696"/>
                </a:lnTo>
                <a:lnTo>
                  <a:pt x="143268" y="222504"/>
                </a:lnTo>
                <a:lnTo>
                  <a:pt x="149364" y="220980"/>
                </a:lnTo>
                <a:lnTo>
                  <a:pt x="156984" y="220980"/>
                </a:lnTo>
                <a:lnTo>
                  <a:pt x="158508" y="222504"/>
                </a:lnTo>
                <a:lnTo>
                  <a:pt x="161556" y="224028"/>
                </a:lnTo>
                <a:lnTo>
                  <a:pt x="163080" y="227076"/>
                </a:lnTo>
                <a:lnTo>
                  <a:pt x="164604" y="231648"/>
                </a:lnTo>
                <a:lnTo>
                  <a:pt x="164604" y="237744"/>
                </a:lnTo>
                <a:lnTo>
                  <a:pt x="167652" y="237744"/>
                </a:lnTo>
                <a:lnTo>
                  <a:pt x="167652" y="220980"/>
                </a:lnTo>
                <a:lnTo>
                  <a:pt x="167652" y="173736"/>
                </a:lnTo>
                <a:close/>
              </a:path>
              <a:path extrusionOk="0" h="658495" w="170814">
                <a:moveTo>
                  <a:pt x="170688" y="425196"/>
                </a:moveTo>
                <a:lnTo>
                  <a:pt x="160020" y="387096"/>
                </a:lnTo>
                <a:lnTo>
                  <a:pt x="129540" y="358140"/>
                </a:lnTo>
                <a:lnTo>
                  <a:pt x="128016" y="361188"/>
                </a:lnTo>
                <a:lnTo>
                  <a:pt x="136575" y="368693"/>
                </a:lnTo>
                <a:lnTo>
                  <a:pt x="143827" y="375475"/>
                </a:lnTo>
                <a:lnTo>
                  <a:pt x="160020" y="416052"/>
                </a:lnTo>
                <a:lnTo>
                  <a:pt x="159448" y="424916"/>
                </a:lnTo>
                <a:lnTo>
                  <a:pt x="140398" y="460438"/>
                </a:lnTo>
                <a:lnTo>
                  <a:pt x="97777" y="476465"/>
                </a:lnTo>
                <a:lnTo>
                  <a:pt x="86868" y="477012"/>
                </a:lnTo>
                <a:lnTo>
                  <a:pt x="73964" y="476465"/>
                </a:lnTo>
                <a:lnTo>
                  <a:pt x="34099" y="465416"/>
                </a:lnTo>
                <a:lnTo>
                  <a:pt x="9715" y="434721"/>
                </a:lnTo>
                <a:lnTo>
                  <a:pt x="7620" y="419100"/>
                </a:lnTo>
                <a:lnTo>
                  <a:pt x="8216" y="410248"/>
                </a:lnTo>
                <a:lnTo>
                  <a:pt x="33337" y="374713"/>
                </a:lnTo>
                <a:lnTo>
                  <a:pt x="56388" y="365760"/>
                </a:lnTo>
                <a:lnTo>
                  <a:pt x="56388" y="362712"/>
                </a:lnTo>
                <a:lnTo>
                  <a:pt x="0" y="365760"/>
                </a:lnTo>
                <a:lnTo>
                  <a:pt x="0" y="368808"/>
                </a:lnTo>
                <a:lnTo>
                  <a:pt x="3048" y="368808"/>
                </a:lnTo>
                <a:lnTo>
                  <a:pt x="7620" y="373380"/>
                </a:lnTo>
                <a:lnTo>
                  <a:pt x="7620" y="374904"/>
                </a:lnTo>
                <a:lnTo>
                  <a:pt x="9144" y="376428"/>
                </a:lnTo>
                <a:lnTo>
                  <a:pt x="9144" y="379476"/>
                </a:lnTo>
                <a:lnTo>
                  <a:pt x="0" y="420624"/>
                </a:lnTo>
                <a:lnTo>
                  <a:pt x="596" y="431800"/>
                </a:lnTo>
                <a:lnTo>
                  <a:pt x="16954" y="472135"/>
                </a:lnTo>
                <a:lnTo>
                  <a:pt x="53225" y="498017"/>
                </a:lnTo>
                <a:lnTo>
                  <a:pt x="86868" y="504444"/>
                </a:lnTo>
                <a:lnTo>
                  <a:pt x="102069" y="503326"/>
                </a:lnTo>
                <a:lnTo>
                  <a:pt x="140208" y="487680"/>
                </a:lnTo>
                <a:lnTo>
                  <a:pt x="168719" y="444398"/>
                </a:lnTo>
                <a:lnTo>
                  <a:pt x="170688" y="425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31" name="Google Shape;3831;p68"/>
          <p:cNvGrpSpPr/>
          <p:nvPr/>
        </p:nvGrpSpPr>
        <p:grpSpPr>
          <a:xfrm>
            <a:off x="3646932" y="6030468"/>
            <a:ext cx="175260" cy="472439"/>
            <a:chOff x="3646932" y="6030468"/>
            <a:chExt cx="175260" cy="472439"/>
          </a:xfrm>
        </p:grpSpPr>
        <p:pic>
          <p:nvPicPr>
            <p:cNvPr id="3832" name="Google Shape;3832;p68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671316" y="6195059"/>
              <a:ext cx="150876" cy="3078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33" name="Google Shape;3833;p68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646932" y="6030468"/>
              <a:ext cx="175259" cy="1447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834" name="Google Shape;3834;p68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646932" y="5282184"/>
            <a:ext cx="225515" cy="67056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5" name="Google Shape;3835;p68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646932" y="4747259"/>
            <a:ext cx="175260" cy="464820"/>
          </a:xfrm>
          <a:prstGeom prst="rect">
            <a:avLst/>
          </a:prstGeom>
          <a:noFill/>
          <a:ln>
            <a:noFill/>
          </a:ln>
        </p:spPr>
      </p:pic>
      <p:sp>
        <p:nvSpPr>
          <p:cNvPr id="3836" name="Google Shape;3836;p68"/>
          <p:cNvSpPr/>
          <p:nvPr/>
        </p:nvSpPr>
        <p:spPr>
          <a:xfrm>
            <a:off x="3928872" y="9060180"/>
            <a:ext cx="227329" cy="227329"/>
          </a:xfrm>
          <a:custGeom>
            <a:rect b="b" l="l" r="r" t="t"/>
            <a:pathLst>
              <a:path extrusionOk="0" h="227329" w="227329">
                <a:moveTo>
                  <a:pt x="114300" y="227075"/>
                </a:moveTo>
                <a:lnTo>
                  <a:pt x="0" y="114300"/>
                </a:lnTo>
                <a:lnTo>
                  <a:pt x="114300" y="0"/>
                </a:lnTo>
                <a:lnTo>
                  <a:pt x="227075" y="114300"/>
                </a:lnTo>
                <a:lnTo>
                  <a:pt x="114300" y="2270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37" name="Google Shape;3837;p68"/>
          <p:cNvGrpSpPr/>
          <p:nvPr/>
        </p:nvGrpSpPr>
        <p:grpSpPr>
          <a:xfrm>
            <a:off x="3944111" y="8517635"/>
            <a:ext cx="175260" cy="469392"/>
            <a:chOff x="3944111" y="8517635"/>
            <a:chExt cx="175260" cy="469392"/>
          </a:xfrm>
        </p:grpSpPr>
        <p:pic>
          <p:nvPicPr>
            <p:cNvPr id="3838" name="Google Shape;3838;p68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968496" y="8680703"/>
              <a:ext cx="150875" cy="3063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39" name="Google Shape;3839;p68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944111" y="8517635"/>
              <a:ext cx="175260" cy="1432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840" name="Google Shape;3840;p68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944111" y="8208264"/>
            <a:ext cx="175260" cy="230123"/>
          </a:xfrm>
          <a:prstGeom prst="rect">
            <a:avLst/>
          </a:prstGeom>
          <a:noFill/>
          <a:ln>
            <a:noFill/>
          </a:ln>
        </p:spPr>
      </p:pic>
      <p:pic>
        <p:nvPicPr>
          <p:cNvPr id="3841" name="Google Shape;3841;p68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944111" y="7842503"/>
            <a:ext cx="175260" cy="295655"/>
          </a:xfrm>
          <a:prstGeom prst="rect">
            <a:avLst/>
          </a:prstGeom>
          <a:noFill/>
          <a:ln>
            <a:noFill/>
          </a:ln>
        </p:spPr>
      </p:pic>
      <p:pic>
        <p:nvPicPr>
          <p:cNvPr id="3842" name="Google Shape;3842;p68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4002023" y="7092696"/>
            <a:ext cx="167640" cy="678179"/>
          </a:xfrm>
          <a:prstGeom prst="rect">
            <a:avLst/>
          </a:prstGeom>
          <a:noFill/>
          <a:ln>
            <a:noFill/>
          </a:ln>
        </p:spPr>
      </p:pic>
      <p:sp>
        <p:nvSpPr>
          <p:cNvPr id="3843" name="Google Shape;3843;p68"/>
          <p:cNvSpPr/>
          <p:nvPr/>
        </p:nvSpPr>
        <p:spPr>
          <a:xfrm>
            <a:off x="3944099" y="6297168"/>
            <a:ext cx="175260" cy="731520"/>
          </a:xfrm>
          <a:custGeom>
            <a:rect b="b" l="l" r="r" t="t"/>
            <a:pathLst>
              <a:path extrusionOk="0" h="731520" w="175260">
                <a:moveTo>
                  <a:pt x="172212" y="291084"/>
                </a:moveTo>
                <a:lnTo>
                  <a:pt x="169164" y="291084"/>
                </a:lnTo>
                <a:lnTo>
                  <a:pt x="169164" y="300228"/>
                </a:lnTo>
                <a:lnTo>
                  <a:pt x="167640" y="301752"/>
                </a:lnTo>
                <a:lnTo>
                  <a:pt x="167640" y="304800"/>
                </a:lnTo>
                <a:lnTo>
                  <a:pt x="166116" y="304800"/>
                </a:lnTo>
                <a:lnTo>
                  <a:pt x="160020" y="307848"/>
                </a:lnTo>
                <a:lnTo>
                  <a:pt x="111252" y="307848"/>
                </a:lnTo>
                <a:lnTo>
                  <a:pt x="0" y="307848"/>
                </a:lnTo>
                <a:lnTo>
                  <a:pt x="0" y="312420"/>
                </a:lnTo>
                <a:lnTo>
                  <a:pt x="13716" y="344424"/>
                </a:lnTo>
                <a:lnTo>
                  <a:pt x="16764" y="342900"/>
                </a:lnTo>
                <a:lnTo>
                  <a:pt x="15240" y="339852"/>
                </a:lnTo>
                <a:lnTo>
                  <a:pt x="15240" y="332232"/>
                </a:lnTo>
                <a:lnTo>
                  <a:pt x="18288" y="329184"/>
                </a:lnTo>
                <a:lnTo>
                  <a:pt x="19812" y="329184"/>
                </a:lnTo>
                <a:lnTo>
                  <a:pt x="22860" y="327660"/>
                </a:lnTo>
                <a:lnTo>
                  <a:pt x="160020" y="327660"/>
                </a:lnTo>
                <a:lnTo>
                  <a:pt x="163068" y="329184"/>
                </a:lnTo>
                <a:lnTo>
                  <a:pt x="164592" y="330708"/>
                </a:lnTo>
                <a:lnTo>
                  <a:pt x="166116" y="330708"/>
                </a:lnTo>
                <a:lnTo>
                  <a:pt x="167640" y="332232"/>
                </a:lnTo>
                <a:lnTo>
                  <a:pt x="169164" y="335280"/>
                </a:lnTo>
                <a:lnTo>
                  <a:pt x="169164" y="344424"/>
                </a:lnTo>
                <a:lnTo>
                  <a:pt x="172212" y="344424"/>
                </a:lnTo>
                <a:lnTo>
                  <a:pt x="172212" y="327660"/>
                </a:lnTo>
                <a:lnTo>
                  <a:pt x="172212" y="291084"/>
                </a:lnTo>
                <a:close/>
              </a:path>
              <a:path extrusionOk="0" h="731520" w="175260">
                <a:moveTo>
                  <a:pt x="172212" y="222504"/>
                </a:moveTo>
                <a:lnTo>
                  <a:pt x="166116" y="222504"/>
                </a:lnTo>
                <a:lnTo>
                  <a:pt x="166116" y="231648"/>
                </a:lnTo>
                <a:lnTo>
                  <a:pt x="163068" y="237744"/>
                </a:lnTo>
                <a:lnTo>
                  <a:pt x="160020" y="242316"/>
                </a:lnTo>
                <a:lnTo>
                  <a:pt x="156972" y="243840"/>
                </a:lnTo>
                <a:lnTo>
                  <a:pt x="150876" y="249936"/>
                </a:lnTo>
                <a:lnTo>
                  <a:pt x="141732" y="257556"/>
                </a:lnTo>
                <a:lnTo>
                  <a:pt x="103632" y="288036"/>
                </a:lnTo>
                <a:lnTo>
                  <a:pt x="85496" y="266700"/>
                </a:lnTo>
                <a:lnTo>
                  <a:pt x="77724" y="257556"/>
                </a:lnTo>
                <a:lnTo>
                  <a:pt x="73152" y="252984"/>
                </a:lnTo>
                <a:lnTo>
                  <a:pt x="67056" y="243840"/>
                </a:lnTo>
                <a:lnTo>
                  <a:pt x="65532" y="239268"/>
                </a:lnTo>
                <a:lnTo>
                  <a:pt x="64008" y="233172"/>
                </a:lnTo>
                <a:lnTo>
                  <a:pt x="64008" y="227076"/>
                </a:lnTo>
                <a:lnTo>
                  <a:pt x="60960" y="227076"/>
                </a:lnTo>
                <a:lnTo>
                  <a:pt x="60960" y="274320"/>
                </a:lnTo>
                <a:lnTo>
                  <a:pt x="64008" y="274320"/>
                </a:lnTo>
                <a:lnTo>
                  <a:pt x="64008" y="271272"/>
                </a:lnTo>
                <a:lnTo>
                  <a:pt x="68580" y="266700"/>
                </a:lnTo>
                <a:lnTo>
                  <a:pt x="74676" y="266700"/>
                </a:lnTo>
                <a:lnTo>
                  <a:pt x="85344" y="277368"/>
                </a:lnTo>
                <a:lnTo>
                  <a:pt x="111252" y="307848"/>
                </a:lnTo>
                <a:lnTo>
                  <a:pt x="134366" y="288036"/>
                </a:lnTo>
                <a:lnTo>
                  <a:pt x="153924" y="271272"/>
                </a:lnTo>
                <a:lnTo>
                  <a:pt x="158496" y="268224"/>
                </a:lnTo>
                <a:lnTo>
                  <a:pt x="161544" y="266700"/>
                </a:lnTo>
                <a:lnTo>
                  <a:pt x="167640" y="266700"/>
                </a:lnTo>
                <a:lnTo>
                  <a:pt x="167640" y="268224"/>
                </a:lnTo>
                <a:lnTo>
                  <a:pt x="169164" y="269748"/>
                </a:lnTo>
                <a:lnTo>
                  <a:pt x="169164" y="274320"/>
                </a:lnTo>
                <a:lnTo>
                  <a:pt x="172212" y="274320"/>
                </a:lnTo>
                <a:lnTo>
                  <a:pt x="172212" y="266700"/>
                </a:lnTo>
                <a:lnTo>
                  <a:pt x="172212" y="222504"/>
                </a:lnTo>
                <a:close/>
              </a:path>
              <a:path extrusionOk="0" h="731520" w="175260">
                <a:moveTo>
                  <a:pt x="172224" y="370332"/>
                </a:moveTo>
                <a:lnTo>
                  <a:pt x="169176" y="370332"/>
                </a:lnTo>
                <a:lnTo>
                  <a:pt x="169176" y="377952"/>
                </a:lnTo>
                <a:lnTo>
                  <a:pt x="166128" y="381000"/>
                </a:lnTo>
                <a:lnTo>
                  <a:pt x="164604" y="384048"/>
                </a:lnTo>
                <a:lnTo>
                  <a:pt x="161556" y="387096"/>
                </a:lnTo>
                <a:lnTo>
                  <a:pt x="158508" y="388620"/>
                </a:lnTo>
                <a:lnTo>
                  <a:pt x="153936" y="390144"/>
                </a:lnTo>
                <a:lnTo>
                  <a:pt x="92976" y="390144"/>
                </a:lnTo>
                <a:lnTo>
                  <a:pt x="85356" y="385572"/>
                </a:lnTo>
                <a:lnTo>
                  <a:pt x="74688" y="374904"/>
                </a:lnTo>
                <a:lnTo>
                  <a:pt x="74688" y="370332"/>
                </a:lnTo>
                <a:lnTo>
                  <a:pt x="76212" y="368808"/>
                </a:lnTo>
                <a:lnTo>
                  <a:pt x="79260" y="364236"/>
                </a:lnTo>
                <a:lnTo>
                  <a:pt x="82308" y="361188"/>
                </a:lnTo>
                <a:lnTo>
                  <a:pt x="82308" y="350520"/>
                </a:lnTo>
                <a:lnTo>
                  <a:pt x="77736" y="345948"/>
                </a:lnTo>
                <a:lnTo>
                  <a:pt x="68592" y="345948"/>
                </a:lnTo>
                <a:lnTo>
                  <a:pt x="62496" y="348996"/>
                </a:lnTo>
                <a:lnTo>
                  <a:pt x="59448" y="352044"/>
                </a:lnTo>
                <a:lnTo>
                  <a:pt x="57924" y="356616"/>
                </a:lnTo>
                <a:lnTo>
                  <a:pt x="57924" y="361188"/>
                </a:lnTo>
                <a:lnTo>
                  <a:pt x="59588" y="368071"/>
                </a:lnTo>
                <a:lnTo>
                  <a:pt x="64401" y="375094"/>
                </a:lnTo>
                <a:lnTo>
                  <a:pt x="72059" y="382409"/>
                </a:lnTo>
                <a:lnTo>
                  <a:pt x="82308" y="390144"/>
                </a:lnTo>
                <a:lnTo>
                  <a:pt x="57924" y="390144"/>
                </a:lnTo>
                <a:lnTo>
                  <a:pt x="57924" y="394716"/>
                </a:lnTo>
                <a:lnTo>
                  <a:pt x="71640" y="428244"/>
                </a:lnTo>
                <a:lnTo>
                  <a:pt x="74688" y="426720"/>
                </a:lnTo>
                <a:lnTo>
                  <a:pt x="74688" y="423672"/>
                </a:lnTo>
                <a:lnTo>
                  <a:pt x="73164" y="420624"/>
                </a:lnTo>
                <a:lnTo>
                  <a:pt x="73164" y="416052"/>
                </a:lnTo>
                <a:lnTo>
                  <a:pt x="74688" y="414528"/>
                </a:lnTo>
                <a:lnTo>
                  <a:pt x="74688" y="413004"/>
                </a:lnTo>
                <a:lnTo>
                  <a:pt x="77736" y="409956"/>
                </a:lnTo>
                <a:lnTo>
                  <a:pt x="163080" y="409956"/>
                </a:lnTo>
                <a:lnTo>
                  <a:pt x="166128" y="411480"/>
                </a:lnTo>
                <a:lnTo>
                  <a:pt x="167652" y="414528"/>
                </a:lnTo>
                <a:lnTo>
                  <a:pt x="169176" y="416052"/>
                </a:lnTo>
                <a:lnTo>
                  <a:pt x="169176" y="426720"/>
                </a:lnTo>
                <a:lnTo>
                  <a:pt x="172224" y="426720"/>
                </a:lnTo>
                <a:lnTo>
                  <a:pt x="172224" y="370332"/>
                </a:lnTo>
                <a:close/>
              </a:path>
              <a:path extrusionOk="0" h="731520" w="175260">
                <a:moveTo>
                  <a:pt x="175260" y="603504"/>
                </a:moveTo>
                <a:lnTo>
                  <a:pt x="79248" y="568452"/>
                </a:lnTo>
                <a:lnTo>
                  <a:pt x="70104" y="565404"/>
                </a:lnTo>
                <a:lnTo>
                  <a:pt x="65532" y="560832"/>
                </a:lnTo>
                <a:lnTo>
                  <a:pt x="64008" y="553212"/>
                </a:lnTo>
                <a:lnTo>
                  <a:pt x="60960" y="553212"/>
                </a:lnTo>
                <a:lnTo>
                  <a:pt x="60960" y="586740"/>
                </a:lnTo>
                <a:lnTo>
                  <a:pt x="64008" y="586740"/>
                </a:lnTo>
                <a:lnTo>
                  <a:pt x="64008" y="582168"/>
                </a:lnTo>
                <a:lnTo>
                  <a:pt x="65532" y="577596"/>
                </a:lnTo>
                <a:lnTo>
                  <a:pt x="70104" y="573024"/>
                </a:lnTo>
                <a:lnTo>
                  <a:pt x="74676" y="573024"/>
                </a:lnTo>
                <a:lnTo>
                  <a:pt x="77724" y="574548"/>
                </a:lnTo>
                <a:lnTo>
                  <a:pt x="82296" y="577596"/>
                </a:lnTo>
                <a:lnTo>
                  <a:pt x="144780" y="600456"/>
                </a:lnTo>
                <a:lnTo>
                  <a:pt x="80772" y="627888"/>
                </a:lnTo>
                <a:lnTo>
                  <a:pt x="79248" y="629412"/>
                </a:lnTo>
                <a:lnTo>
                  <a:pt x="70104" y="629412"/>
                </a:lnTo>
                <a:lnTo>
                  <a:pt x="65532" y="624840"/>
                </a:lnTo>
                <a:lnTo>
                  <a:pt x="65532" y="621792"/>
                </a:lnTo>
                <a:lnTo>
                  <a:pt x="64008" y="615696"/>
                </a:lnTo>
                <a:lnTo>
                  <a:pt x="60960" y="615696"/>
                </a:lnTo>
                <a:lnTo>
                  <a:pt x="60960" y="667512"/>
                </a:lnTo>
                <a:lnTo>
                  <a:pt x="64008" y="667512"/>
                </a:lnTo>
                <a:lnTo>
                  <a:pt x="65532" y="662940"/>
                </a:lnTo>
                <a:lnTo>
                  <a:pt x="65532" y="659892"/>
                </a:lnTo>
                <a:lnTo>
                  <a:pt x="68580" y="653796"/>
                </a:lnTo>
                <a:lnTo>
                  <a:pt x="73152" y="652272"/>
                </a:lnTo>
                <a:lnTo>
                  <a:pt x="77724" y="649224"/>
                </a:lnTo>
                <a:lnTo>
                  <a:pt x="92964" y="643128"/>
                </a:lnTo>
                <a:lnTo>
                  <a:pt x="144780" y="667512"/>
                </a:lnTo>
                <a:lnTo>
                  <a:pt x="82296" y="693420"/>
                </a:lnTo>
                <a:lnTo>
                  <a:pt x="77724" y="694944"/>
                </a:lnTo>
                <a:lnTo>
                  <a:pt x="68580" y="694944"/>
                </a:lnTo>
                <a:lnTo>
                  <a:pt x="65532" y="691896"/>
                </a:lnTo>
                <a:lnTo>
                  <a:pt x="65532" y="688848"/>
                </a:lnTo>
                <a:lnTo>
                  <a:pt x="64008" y="684276"/>
                </a:lnTo>
                <a:lnTo>
                  <a:pt x="60960" y="684276"/>
                </a:lnTo>
                <a:lnTo>
                  <a:pt x="60960" y="731520"/>
                </a:lnTo>
                <a:lnTo>
                  <a:pt x="64008" y="731520"/>
                </a:lnTo>
                <a:lnTo>
                  <a:pt x="67056" y="722376"/>
                </a:lnTo>
                <a:lnTo>
                  <a:pt x="70104" y="720852"/>
                </a:lnTo>
                <a:lnTo>
                  <a:pt x="71628" y="717804"/>
                </a:lnTo>
                <a:lnTo>
                  <a:pt x="76200" y="716280"/>
                </a:lnTo>
                <a:lnTo>
                  <a:pt x="82296" y="713232"/>
                </a:lnTo>
                <a:lnTo>
                  <a:pt x="175260" y="676656"/>
                </a:lnTo>
                <a:lnTo>
                  <a:pt x="175260" y="675132"/>
                </a:lnTo>
                <a:lnTo>
                  <a:pt x="102108" y="640080"/>
                </a:lnTo>
                <a:lnTo>
                  <a:pt x="175260" y="608076"/>
                </a:lnTo>
                <a:lnTo>
                  <a:pt x="175260" y="603504"/>
                </a:lnTo>
                <a:close/>
              </a:path>
              <a:path extrusionOk="0" h="731520" w="175260">
                <a:moveTo>
                  <a:pt x="175260" y="490728"/>
                </a:moveTo>
                <a:lnTo>
                  <a:pt x="167640" y="461772"/>
                </a:lnTo>
                <a:lnTo>
                  <a:pt x="167640" y="477012"/>
                </a:lnTo>
                <a:lnTo>
                  <a:pt x="167640" y="484632"/>
                </a:lnTo>
                <a:lnTo>
                  <a:pt x="141427" y="514540"/>
                </a:lnTo>
                <a:lnTo>
                  <a:pt x="108204" y="519684"/>
                </a:lnTo>
                <a:lnTo>
                  <a:pt x="97536" y="519684"/>
                </a:lnTo>
                <a:lnTo>
                  <a:pt x="89916" y="518160"/>
                </a:lnTo>
                <a:lnTo>
                  <a:pt x="77724" y="512064"/>
                </a:lnTo>
                <a:lnTo>
                  <a:pt x="73152" y="509016"/>
                </a:lnTo>
                <a:lnTo>
                  <a:pt x="70104" y="504444"/>
                </a:lnTo>
                <a:lnTo>
                  <a:pt x="67056" y="501396"/>
                </a:lnTo>
                <a:lnTo>
                  <a:pt x="65532" y="496824"/>
                </a:lnTo>
                <a:lnTo>
                  <a:pt x="65633" y="482993"/>
                </a:lnTo>
                <a:lnTo>
                  <a:pt x="70104" y="477012"/>
                </a:lnTo>
                <a:lnTo>
                  <a:pt x="110947" y="459562"/>
                </a:lnTo>
                <a:lnTo>
                  <a:pt x="124968" y="458724"/>
                </a:lnTo>
                <a:lnTo>
                  <a:pt x="135788" y="459066"/>
                </a:lnTo>
                <a:lnTo>
                  <a:pt x="167640" y="477012"/>
                </a:lnTo>
                <a:lnTo>
                  <a:pt x="167640" y="461772"/>
                </a:lnTo>
                <a:lnTo>
                  <a:pt x="130111" y="437197"/>
                </a:lnTo>
                <a:lnTo>
                  <a:pt x="114300" y="435864"/>
                </a:lnTo>
                <a:lnTo>
                  <a:pt x="104305" y="436702"/>
                </a:lnTo>
                <a:lnTo>
                  <a:pt x="69494" y="456628"/>
                </a:lnTo>
                <a:lnTo>
                  <a:pt x="57912" y="489204"/>
                </a:lnTo>
                <a:lnTo>
                  <a:pt x="58039" y="490728"/>
                </a:lnTo>
                <a:lnTo>
                  <a:pt x="58153" y="492112"/>
                </a:lnTo>
                <a:lnTo>
                  <a:pt x="80962" y="530974"/>
                </a:lnTo>
                <a:lnTo>
                  <a:pt x="118872" y="542544"/>
                </a:lnTo>
                <a:lnTo>
                  <a:pt x="128879" y="541718"/>
                </a:lnTo>
                <a:lnTo>
                  <a:pt x="164338" y="522020"/>
                </a:lnTo>
                <a:lnTo>
                  <a:pt x="165900" y="519684"/>
                </a:lnTo>
                <a:lnTo>
                  <a:pt x="170497" y="512826"/>
                </a:lnTo>
                <a:lnTo>
                  <a:pt x="174104" y="502500"/>
                </a:lnTo>
                <a:lnTo>
                  <a:pt x="174205" y="501396"/>
                </a:lnTo>
                <a:lnTo>
                  <a:pt x="175260" y="490728"/>
                </a:lnTo>
                <a:close/>
              </a:path>
              <a:path extrusionOk="0" h="731520" w="175260">
                <a:moveTo>
                  <a:pt x="175260" y="175260"/>
                </a:moveTo>
                <a:lnTo>
                  <a:pt x="173736" y="170688"/>
                </a:lnTo>
                <a:lnTo>
                  <a:pt x="169164" y="166116"/>
                </a:lnTo>
                <a:lnTo>
                  <a:pt x="166116" y="164592"/>
                </a:lnTo>
                <a:lnTo>
                  <a:pt x="158496" y="164592"/>
                </a:lnTo>
                <a:lnTo>
                  <a:pt x="155448" y="166116"/>
                </a:lnTo>
                <a:lnTo>
                  <a:pt x="152400" y="169164"/>
                </a:lnTo>
                <a:lnTo>
                  <a:pt x="149352" y="170688"/>
                </a:lnTo>
                <a:lnTo>
                  <a:pt x="147828" y="175260"/>
                </a:lnTo>
                <a:lnTo>
                  <a:pt x="147828" y="182880"/>
                </a:lnTo>
                <a:lnTo>
                  <a:pt x="149352" y="185928"/>
                </a:lnTo>
                <a:lnTo>
                  <a:pt x="152400" y="187452"/>
                </a:lnTo>
                <a:lnTo>
                  <a:pt x="155448" y="190500"/>
                </a:lnTo>
                <a:lnTo>
                  <a:pt x="158496" y="192024"/>
                </a:lnTo>
                <a:lnTo>
                  <a:pt x="166116" y="192024"/>
                </a:lnTo>
                <a:lnTo>
                  <a:pt x="169164" y="190500"/>
                </a:lnTo>
                <a:lnTo>
                  <a:pt x="173736" y="185928"/>
                </a:lnTo>
                <a:lnTo>
                  <a:pt x="175260" y="182880"/>
                </a:lnTo>
                <a:lnTo>
                  <a:pt x="175260" y="175260"/>
                </a:lnTo>
                <a:close/>
              </a:path>
              <a:path extrusionOk="0" h="731520" w="175260">
                <a:moveTo>
                  <a:pt x="175260" y="92964"/>
                </a:moveTo>
                <a:lnTo>
                  <a:pt x="173736" y="88392"/>
                </a:lnTo>
                <a:lnTo>
                  <a:pt x="169164" y="83820"/>
                </a:lnTo>
                <a:lnTo>
                  <a:pt x="166116" y="82296"/>
                </a:lnTo>
                <a:lnTo>
                  <a:pt x="158496" y="82296"/>
                </a:lnTo>
                <a:lnTo>
                  <a:pt x="155448" y="83820"/>
                </a:lnTo>
                <a:lnTo>
                  <a:pt x="152400" y="86868"/>
                </a:lnTo>
                <a:lnTo>
                  <a:pt x="149352" y="88392"/>
                </a:lnTo>
                <a:lnTo>
                  <a:pt x="147828" y="92964"/>
                </a:lnTo>
                <a:lnTo>
                  <a:pt x="147828" y="100584"/>
                </a:lnTo>
                <a:lnTo>
                  <a:pt x="149352" y="103632"/>
                </a:lnTo>
                <a:lnTo>
                  <a:pt x="152400" y="105156"/>
                </a:lnTo>
                <a:lnTo>
                  <a:pt x="155448" y="108204"/>
                </a:lnTo>
                <a:lnTo>
                  <a:pt x="158496" y="109728"/>
                </a:lnTo>
                <a:lnTo>
                  <a:pt x="166116" y="109728"/>
                </a:lnTo>
                <a:lnTo>
                  <a:pt x="169164" y="108204"/>
                </a:lnTo>
                <a:lnTo>
                  <a:pt x="173736" y="103632"/>
                </a:lnTo>
                <a:lnTo>
                  <a:pt x="175260" y="100584"/>
                </a:lnTo>
                <a:lnTo>
                  <a:pt x="175260" y="92964"/>
                </a:lnTo>
                <a:close/>
              </a:path>
              <a:path extrusionOk="0" h="731520" w="175260">
                <a:moveTo>
                  <a:pt x="175260" y="10668"/>
                </a:moveTo>
                <a:lnTo>
                  <a:pt x="173736" y="6096"/>
                </a:lnTo>
                <a:lnTo>
                  <a:pt x="169164" y="1524"/>
                </a:lnTo>
                <a:lnTo>
                  <a:pt x="166116" y="0"/>
                </a:lnTo>
                <a:lnTo>
                  <a:pt x="158496" y="0"/>
                </a:lnTo>
                <a:lnTo>
                  <a:pt x="155448" y="1524"/>
                </a:lnTo>
                <a:lnTo>
                  <a:pt x="152400" y="4572"/>
                </a:lnTo>
                <a:lnTo>
                  <a:pt x="149352" y="6096"/>
                </a:lnTo>
                <a:lnTo>
                  <a:pt x="147828" y="10668"/>
                </a:lnTo>
                <a:lnTo>
                  <a:pt x="147828" y="18288"/>
                </a:lnTo>
                <a:lnTo>
                  <a:pt x="149352" y="21336"/>
                </a:lnTo>
                <a:lnTo>
                  <a:pt x="152400" y="24384"/>
                </a:lnTo>
                <a:lnTo>
                  <a:pt x="158496" y="27432"/>
                </a:lnTo>
                <a:lnTo>
                  <a:pt x="166116" y="27432"/>
                </a:lnTo>
                <a:lnTo>
                  <a:pt x="169164" y="25908"/>
                </a:lnTo>
                <a:lnTo>
                  <a:pt x="173736" y="21336"/>
                </a:lnTo>
                <a:lnTo>
                  <a:pt x="175260" y="18288"/>
                </a:lnTo>
                <a:lnTo>
                  <a:pt x="175260" y="106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4" name="Google Shape;3844;p68"/>
          <p:cNvSpPr/>
          <p:nvPr/>
        </p:nvSpPr>
        <p:spPr>
          <a:xfrm>
            <a:off x="4224527" y="9060180"/>
            <a:ext cx="228600" cy="227329"/>
          </a:xfrm>
          <a:custGeom>
            <a:rect b="b" l="l" r="r" t="t"/>
            <a:pathLst>
              <a:path extrusionOk="0" h="227329" w="228600">
                <a:moveTo>
                  <a:pt x="114300" y="227075"/>
                </a:moveTo>
                <a:lnTo>
                  <a:pt x="0" y="114300"/>
                </a:lnTo>
                <a:lnTo>
                  <a:pt x="114300" y="0"/>
                </a:lnTo>
                <a:lnTo>
                  <a:pt x="228600" y="114300"/>
                </a:lnTo>
                <a:lnTo>
                  <a:pt x="114300" y="2270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45" name="Google Shape;3845;p68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4241291" y="8548116"/>
            <a:ext cx="225516" cy="4389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46" name="Google Shape;3846;p68"/>
          <p:cNvGrpSpPr/>
          <p:nvPr/>
        </p:nvGrpSpPr>
        <p:grpSpPr>
          <a:xfrm>
            <a:off x="4241291" y="7920228"/>
            <a:ext cx="175260" cy="557784"/>
            <a:chOff x="4241291" y="7920228"/>
            <a:chExt cx="175260" cy="557784"/>
          </a:xfrm>
        </p:grpSpPr>
        <p:pic>
          <p:nvPicPr>
            <p:cNvPr id="3847" name="Google Shape;3847;p68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4241291" y="8014716"/>
              <a:ext cx="175260" cy="4632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48" name="Google Shape;3848;p68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4299203" y="7920228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849" name="Google Shape;3849;p68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241291" y="6412991"/>
            <a:ext cx="175260" cy="1429511"/>
          </a:xfrm>
          <a:prstGeom prst="rect">
            <a:avLst/>
          </a:prstGeom>
          <a:noFill/>
          <a:ln>
            <a:noFill/>
          </a:ln>
        </p:spPr>
      </p:pic>
      <p:pic>
        <p:nvPicPr>
          <p:cNvPr id="3850" name="Google Shape;3850;p68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535423" y="7991856"/>
            <a:ext cx="225552" cy="886967"/>
          </a:xfrm>
          <a:prstGeom prst="rect">
            <a:avLst/>
          </a:prstGeom>
          <a:noFill/>
          <a:ln>
            <a:noFill/>
          </a:ln>
        </p:spPr>
      </p:pic>
      <p:pic>
        <p:nvPicPr>
          <p:cNvPr id="3851" name="Google Shape;3851;p68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4535423" y="7446264"/>
            <a:ext cx="175260" cy="469391"/>
          </a:xfrm>
          <a:prstGeom prst="rect">
            <a:avLst/>
          </a:prstGeom>
          <a:noFill/>
          <a:ln>
            <a:noFill/>
          </a:ln>
        </p:spPr>
      </p:pic>
      <p:pic>
        <p:nvPicPr>
          <p:cNvPr id="3852" name="Google Shape;3852;p68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593335" y="7271003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53" name="Google Shape;3853;p68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4535423" y="6114287"/>
            <a:ext cx="225552" cy="108813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54" name="Google Shape;3854;p68"/>
          <p:cNvGrpSpPr/>
          <p:nvPr/>
        </p:nvGrpSpPr>
        <p:grpSpPr>
          <a:xfrm>
            <a:off x="4535423" y="5492496"/>
            <a:ext cx="175261" cy="553211"/>
            <a:chOff x="4535423" y="5492496"/>
            <a:chExt cx="175261" cy="553211"/>
          </a:xfrm>
        </p:grpSpPr>
        <p:pic>
          <p:nvPicPr>
            <p:cNvPr id="3855" name="Google Shape;3855;p68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4535423" y="5824728"/>
              <a:ext cx="175260" cy="2209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56" name="Google Shape;3856;p68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4535424" y="5492496"/>
              <a:ext cx="175260" cy="2956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857" name="Google Shape;3857;p68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535423" y="4556759"/>
            <a:ext cx="175260" cy="870204"/>
          </a:xfrm>
          <a:prstGeom prst="rect">
            <a:avLst/>
          </a:prstGeom>
          <a:noFill/>
          <a:ln>
            <a:noFill/>
          </a:ln>
        </p:spPr>
      </p:pic>
      <p:sp>
        <p:nvSpPr>
          <p:cNvPr id="3858" name="Google Shape;3858;p68"/>
          <p:cNvSpPr/>
          <p:nvPr/>
        </p:nvSpPr>
        <p:spPr>
          <a:xfrm>
            <a:off x="4817364" y="9060180"/>
            <a:ext cx="228600" cy="227329"/>
          </a:xfrm>
          <a:custGeom>
            <a:rect b="b" l="l" r="r" t="t"/>
            <a:pathLst>
              <a:path extrusionOk="0" h="227329" w="228600">
                <a:moveTo>
                  <a:pt x="115823" y="227075"/>
                </a:moveTo>
                <a:lnTo>
                  <a:pt x="0" y="114300"/>
                </a:lnTo>
                <a:lnTo>
                  <a:pt x="114299" y="0"/>
                </a:lnTo>
                <a:lnTo>
                  <a:pt x="228599" y="114300"/>
                </a:lnTo>
                <a:lnTo>
                  <a:pt x="115823" y="2270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59" name="Google Shape;3859;p68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834127" y="8186928"/>
            <a:ext cx="175260" cy="790955"/>
          </a:xfrm>
          <a:prstGeom prst="rect">
            <a:avLst/>
          </a:prstGeom>
          <a:noFill/>
          <a:ln>
            <a:noFill/>
          </a:ln>
        </p:spPr>
      </p:pic>
      <p:pic>
        <p:nvPicPr>
          <p:cNvPr id="3860" name="Google Shape;3860;p68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4834127" y="7036307"/>
            <a:ext cx="175260" cy="10759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61" name="Google Shape;3861;p68"/>
          <p:cNvGrpSpPr/>
          <p:nvPr/>
        </p:nvGrpSpPr>
        <p:grpSpPr>
          <a:xfrm>
            <a:off x="4892039" y="6396227"/>
            <a:ext cx="154051" cy="563880"/>
            <a:chOff x="4892039" y="6396227"/>
            <a:chExt cx="154051" cy="563880"/>
          </a:xfrm>
        </p:grpSpPr>
        <p:pic>
          <p:nvPicPr>
            <p:cNvPr id="3862" name="Google Shape;3862;p68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4892039" y="6550151"/>
              <a:ext cx="117348" cy="4099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63" name="Google Shape;3863;p68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892039" y="6454140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864" name="Google Shape;3864;p68"/>
            <p:cNvSpPr/>
            <p:nvPr/>
          </p:nvSpPr>
          <p:spPr>
            <a:xfrm>
              <a:off x="4981955" y="6396227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18288" y="36576"/>
                  </a:moveTo>
                  <a:lnTo>
                    <a:pt x="10668" y="36576"/>
                  </a:lnTo>
                  <a:lnTo>
                    <a:pt x="7620" y="35052"/>
                  </a:lnTo>
                  <a:lnTo>
                    <a:pt x="1524" y="28956"/>
                  </a:lnTo>
                  <a:lnTo>
                    <a:pt x="0" y="25908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10668" y="1524"/>
                  </a:lnTo>
                  <a:lnTo>
                    <a:pt x="16764" y="0"/>
                  </a:lnTo>
                  <a:lnTo>
                    <a:pt x="33528" y="0"/>
                  </a:lnTo>
                  <a:lnTo>
                    <a:pt x="41148" y="3048"/>
                  </a:lnTo>
                  <a:lnTo>
                    <a:pt x="48782" y="10668"/>
                  </a:lnTo>
                  <a:lnTo>
                    <a:pt x="25908" y="10668"/>
                  </a:lnTo>
                  <a:lnTo>
                    <a:pt x="24384" y="12192"/>
                  </a:lnTo>
                  <a:lnTo>
                    <a:pt x="24384" y="16764"/>
                  </a:lnTo>
                  <a:lnTo>
                    <a:pt x="25908" y="19812"/>
                  </a:lnTo>
                  <a:lnTo>
                    <a:pt x="27432" y="21336"/>
                  </a:lnTo>
                  <a:lnTo>
                    <a:pt x="27432" y="27432"/>
                  </a:lnTo>
                  <a:lnTo>
                    <a:pt x="24384" y="33528"/>
                  </a:lnTo>
                  <a:lnTo>
                    <a:pt x="18288" y="36576"/>
                  </a:lnTo>
                  <a:close/>
                </a:path>
                <a:path extrusionOk="0" h="36829" w="64135">
                  <a:moveTo>
                    <a:pt x="64008" y="36576"/>
                  </a:moveTo>
                  <a:lnTo>
                    <a:pt x="59436" y="36576"/>
                  </a:lnTo>
                  <a:lnTo>
                    <a:pt x="56388" y="28956"/>
                  </a:lnTo>
                  <a:lnTo>
                    <a:pt x="51816" y="21336"/>
                  </a:lnTo>
                  <a:lnTo>
                    <a:pt x="45720" y="16764"/>
                  </a:lnTo>
                  <a:lnTo>
                    <a:pt x="41148" y="12192"/>
                  </a:lnTo>
                  <a:lnTo>
                    <a:pt x="35052" y="10668"/>
                  </a:lnTo>
                  <a:lnTo>
                    <a:pt x="48782" y="10668"/>
                  </a:lnTo>
                  <a:lnTo>
                    <a:pt x="52435" y="14287"/>
                  </a:lnTo>
                  <a:lnTo>
                    <a:pt x="56769" y="20574"/>
                  </a:lnTo>
                  <a:lnTo>
                    <a:pt x="60531" y="28003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865" name="Google Shape;3865;p68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4834127" y="5440679"/>
            <a:ext cx="211836" cy="885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3866" name="Google Shape;3866;p68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4834127" y="5010911"/>
            <a:ext cx="175260" cy="34747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67" name="Google Shape;3867;p68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4834127" y="4506467"/>
            <a:ext cx="175260" cy="4343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68" name="Google Shape;3868;p68"/>
          <p:cNvGrpSpPr/>
          <p:nvPr/>
        </p:nvGrpSpPr>
        <p:grpSpPr>
          <a:xfrm>
            <a:off x="5430011" y="9116567"/>
            <a:ext cx="220980" cy="504443"/>
            <a:chOff x="5430011" y="9116567"/>
            <a:chExt cx="220980" cy="504443"/>
          </a:xfrm>
        </p:grpSpPr>
        <p:pic>
          <p:nvPicPr>
            <p:cNvPr id="3869" name="Google Shape;3869;p68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5430012" y="9465563"/>
              <a:ext cx="170687" cy="1554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70" name="Google Shape;3870;p68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5430011" y="9116567"/>
              <a:ext cx="220980" cy="32613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871" name="Google Shape;3871;p68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5430011" y="8382000"/>
            <a:ext cx="220641" cy="655319"/>
          </a:xfrm>
          <a:prstGeom prst="rect">
            <a:avLst/>
          </a:prstGeom>
          <a:noFill/>
          <a:ln>
            <a:noFill/>
          </a:ln>
        </p:spPr>
      </p:pic>
      <p:pic>
        <p:nvPicPr>
          <p:cNvPr id="3872" name="Google Shape;3872;p68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5430011" y="7040880"/>
            <a:ext cx="220979" cy="1266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3873" name="Google Shape;3873;p68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5430011" y="6603491"/>
            <a:ext cx="170687" cy="3718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74" name="Google Shape;3874;p68"/>
          <p:cNvGrpSpPr/>
          <p:nvPr/>
        </p:nvGrpSpPr>
        <p:grpSpPr>
          <a:xfrm>
            <a:off x="5429999" y="4936236"/>
            <a:ext cx="220991" cy="1591055"/>
            <a:chOff x="5429999" y="4936236"/>
            <a:chExt cx="220991" cy="1591055"/>
          </a:xfrm>
        </p:grpSpPr>
        <p:pic>
          <p:nvPicPr>
            <p:cNvPr id="3875" name="Google Shape;3875;p68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5430011" y="6210300"/>
              <a:ext cx="220979" cy="3169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76" name="Google Shape;3876;p68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5445251" y="5693663"/>
              <a:ext cx="155448" cy="4892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877" name="Google Shape;3877;p68"/>
            <p:cNvSpPr/>
            <p:nvPr/>
          </p:nvSpPr>
          <p:spPr>
            <a:xfrm>
              <a:off x="5429999" y="4936236"/>
              <a:ext cx="170815" cy="736600"/>
            </a:xfrm>
            <a:custGeom>
              <a:rect b="b" l="l" r="r" t="t"/>
              <a:pathLst>
                <a:path extrusionOk="0" h="736600" w="170814">
                  <a:moveTo>
                    <a:pt x="35052" y="598932"/>
                  </a:moveTo>
                  <a:lnTo>
                    <a:pt x="33528" y="594360"/>
                  </a:lnTo>
                  <a:lnTo>
                    <a:pt x="30480" y="591312"/>
                  </a:lnTo>
                  <a:lnTo>
                    <a:pt x="27432" y="586740"/>
                  </a:lnTo>
                  <a:lnTo>
                    <a:pt x="22860" y="585216"/>
                  </a:lnTo>
                  <a:lnTo>
                    <a:pt x="12192" y="585216"/>
                  </a:lnTo>
                  <a:lnTo>
                    <a:pt x="9144" y="586740"/>
                  </a:lnTo>
                  <a:lnTo>
                    <a:pt x="1524" y="594360"/>
                  </a:lnTo>
                  <a:lnTo>
                    <a:pt x="0" y="598932"/>
                  </a:lnTo>
                  <a:lnTo>
                    <a:pt x="0" y="608076"/>
                  </a:lnTo>
                  <a:lnTo>
                    <a:pt x="1524" y="612648"/>
                  </a:lnTo>
                  <a:lnTo>
                    <a:pt x="4572" y="615696"/>
                  </a:lnTo>
                  <a:lnTo>
                    <a:pt x="9144" y="618744"/>
                  </a:lnTo>
                  <a:lnTo>
                    <a:pt x="12192" y="620268"/>
                  </a:lnTo>
                  <a:lnTo>
                    <a:pt x="22860" y="620268"/>
                  </a:lnTo>
                  <a:lnTo>
                    <a:pt x="27432" y="618744"/>
                  </a:lnTo>
                  <a:lnTo>
                    <a:pt x="33528" y="612648"/>
                  </a:lnTo>
                  <a:lnTo>
                    <a:pt x="35052" y="608076"/>
                  </a:lnTo>
                  <a:lnTo>
                    <a:pt x="35052" y="598932"/>
                  </a:lnTo>
                  <a:close/>
                </a:path>
                <a:path extrusionOk="0" h="736600" w="170814">
                  <a:moveTo>
                    <a:pt x="167640" y="571500"/>
                  </a:moveTo>
                  <a:lnTo>
                    <a:pt x="163068" y="571500"/>
                  </a:lnTo>
                  <a:lnTo>
                    <a:pt x="163068" y="577596"/>
                  </a:lnTo>
                  <a:lnTo>
                    <a:pt x="160020" y="583692"/>
                  </a:lnTo>
                  <a:lnTo>
                    <a:pt x="156972" y="585216"/>
                  </a:lnTo>
                  <a:lnTo>
                    <a:pt x="56388" y="585216"/>
                  </a:lnTo>
                  <a:lnTo>
                    <a:pt x="56388" y="632460"/>
                  </a:lnTo>
                  <a:lnTo>
                    <a:pt x="60960" y="632460"/>
                  </a:lnTo>
                  <a:lnTo>
                    <a:pt x="60960" y="627888"/>
                  </a:lnTo>
                  <a:lnTo>
                    <a:pt x="62484" y="623316"/>
                  </a:lnTo>
                  <a:lnTo>
                    <a:pt x="65532" y="621792"/>
                  </a:lnTo>
                  <a:lnTo>
                    <a:pt x="67056" y="620268"/>
                  </a:lnTo>
                  <a:lnTo>
                    <a:pt x="73152" y="618744"/>
                  </a:lnTo>
                  <a:lnTo>
                    <a:pt x="152400" y="618744"/>
                  </a:lnTo>
                  <a:lnTo>
                    <a:pt x="156972" y="620268"/>
                  </a:lnTo>
                  <a:lnTo>
                    <a:pt x="161544" y="624840"/>
                  </a:lnTo>
                  <a:lnTo>
                    <a:pt x="163068" y="627888"/>
                  </a:lnTo>
                  <a:lnTo>
                    <a:pt x="163068" y="632460"/>
                  </a:lnTo>
                  <a:lnTo>
                    <a:pt x="167640" y="632460"/>
                  </a:lnTo>
                  <a:lnTo>
                    <a:pt x="167640" y="618744"/>
                  </a:lnTo>
                  <a:lnTo>
                    <a:pt x="167640" y="571500"/>
                  </a:lnTo>
                  <a:close/>
                </a:path>
                <a:path extrusionOk="0" h="736600" w="170814">
                  <a:moveTo>
                    <a:pt x="167652" y="675132"/>
                  </a:moveTo>
                  <a:lnTo>
                    <a:pt x="163080" y="675132"/>
                  </a:lnTo>
                  <a:lnTo>
                    <a:pt x="163080" y="682752"/>
                  </a:lnTo>
                  <a:lnTo>
                    <a:pt x="156984" y="688848"/>
                  </a:lnTo>
                  <a:lnTo>
                    <a:pt x="115836" y="688848"/>
                  </a:lnTo>
                  <a:lnTo>
                    <a:pt x="108991" y="688594"/>
                  </a:lnTo>
                  <a:lnTo>
                    <a:pt x="102311" y="687895"/>
                  </a:lnTo>
                  <a:lnTo>
                    <a:pt x="95897" y="686930"/>
                  </a:lnTo>
                  <a:lnTo>
                    <a:pt x="89928" y="685800"/>
                  </a:lnTo>
                  <a:lnTo>
                    <a:pt x="85356" y="682752"/>
                  </a:lnTo>
                  <a:lnTo>
                    <a:pt x="82308" y="681228"/>
                  </a:lnTo>
                  <a:lnTo>
                    <a:pt x="79260" y="678180"/>
                  </a:lnTo>
                  <a:lnTo>
                    <a:pt x="77736" y="675132"/>
                  </a:lnTo>
                  <a:lnTo>
                    <a:pt x="76212" y="673608"/>
                  </a:lnTo>
                  <a:lnTo>
                    <a:pt x="76212" y="669036"/>
                  </a:lnTo>
                  <a:lnTo>
                    <a:pt x="77736" y="669036"/>
                  </a:lnTo>
                  <a:lnTo>
                    <a:pt x="77736" y="667512"/>
                  </a:lnTo>
                  <a:lnTo>
                    <a:pt x="79260" y="665988"/>
                  </a:lnTo>
                  <a:lnTo>
                    <a:pt x="80784" y="662940"/>
                  </a:lnTo>
                  <a:lnTo>
                    <a:pt x="83832" y="661416"/>
                  </a:lnTo>
                  <a:lnTo>
                    <a:pt x="85356" y="658368"/>
                  </a:lnTo>
                  <a:lnTo>
                    <a:pt x="85356" y="649224"/>
                  </a:lnTo>
                  <a:lnTo>
                    <a:pt x="83832" y="646176"/>
                  </a:lnTo>
                  <a:lnTo>
                    <a:pt x="77736" y="640080"/>
                  </a:lnTo>
                  <a:lnTo>
                    <a:pt x="74688" y="638556"/>
                  </a:lnTo>
                  <a:lnTo>
                    <a:pt x="64020" y="638556"/>
                  </a:lnTo>
                  <a:lnTo>
                    <a:pt x="60972" y="640080"/>
                  </a:lnTo>
                  <a:lnTo>
                    <a:pt x="54876" y="646176"/>
                  </a:lnTo>
                  <a:lnTo>
                    <a:pt x="53352" y="649224"/>
                  </a:lnTo>
                  <a:lnTo>
                    <a:pt x="53352" y="659892"/>
                  </a:lnTo>
                  <a:lnTo>
                    <a:pt x="82308" y="688848"/>
                  </a:lnTo>
                  <a:lnTo>
                    <a:pt x="56400" y="688848"/>
                  </a:lnTo>
                  <a:lnTo>
                    <a:pt x="56400" y="736092"/>
                  </a:lnTo>
                  <a:lnTo>
                    <a:pt x="60972" y="736092"/>
                  </a:lnTo>
                  <a:lnTo>
                    <a:pt x="60972" y="731520"/>
                  </a:lnTo>
                  <a:lnTo>
                    <a:pt x="62496" y="728472"/>
                  </a:lnTo>
                  <a:lnTo>
                    <a:pt x="64020" y="726948"/>
                  </a:lnTo>
                  <a:lnTo>
                    <a:pt x="64020" y="725424"/>
                  </a:lnTo>
                  <a:lnTo>
                    <a:pt x="65544" y="723900"/>
                  </a:lnTo>
                  <a:lnTo>
                    <a:pt x="68592" y="723900"/>
                  </a:lnTo>
                  <a:lnTo>
                    <a:pt x="70116" y="722376"/>
                  </a:lnTo>
                  <a:lnTo>
                    <a:pt x="150888" y="722376"/>
                  </a:lnTo>
                  <a:lnTo>
                    <a:pt x="156984" y="723900"/>
                  </a:lnTo>
                  <a:lnTo>
                    <a:pt x="160032" y="725424"/>
                  </a:lnTo>
                  <a:lnTo>
                    <a:pt x="161556" y="726948"/>
                  </a:lnTo>
                  <a:lnTo>
                    <a:pt x="163080" y="731520"/>
                  </a:lnTo>
                  <a:lnTo>
                    <a:pt x="163080" y="736092"/>
                  </a:lnTo>
                  <a:lnTo>
                    <a:pt x="167652" y="736092"/>
                  </a:lnTo>
                  <a:lnTo>
                    <a:pt x="167652" y="675132"/>
                  </a:lnTo>
                  <a:close/>
                </a:path>
                <a:path extrusionOk="0" h="736600" w="170814">
                  <a:moveTo>
                    <a:pt x="167652" y="333756"/>
                  </a:moveTo>
                  <a:lnTo>
                    <a:pt x="163080" y="333756"/>
                  </a:lnTo>
                  <a:lnTo>
                    <a:pt x="163080" y="338328"/>
                  </a:lnTo>
                  <a:lnTo>
                    <a:pt x="161556" y="341376"/>
                  </a:lnTo>
                  <a:lnTo>
                    <a:pt x="160032" y="342900"/>
                  </a:lnTo>
                  <a:lnTo>
                    <a:pt x="156984" y="344424"/>
                  </a:lnTo>
                  <a:lnTo>
                    <a:pt x="100596" y="344424"/>
                  </a:lnTo>
                  <a:lnTo>
                    <a:pt x="91401" y="344690"/>
                  </a:lnTo>
                  <a:lnTo>
                    <a:pt x="54876" y="361188"/>
                  </a:lnTo>
                  <a:lnTo>
                    <a:pt x="53352" y="367284"/>
                  </a:lnTo>
                  <a:lnTo>
                    <a:pt x="53352" y="381000"/>
                  </a:lnTo>
                  <a:lnTo>
                    <a:pt x="71640" y="406908"/>
                  </a:lnTo>
                  <a:lnTo>
                    <a:pt x="56400" y="406908"/>
                  </a:lnTo>
                  <a:lnTo>
                    <a:pt x="56400" y="451104"/>
                  </a:lnTo>
                  <a:lnTo>
                    <a:pt x="60972" y="451104"/>
                  </a:lnTo>
                  <a:lnTo>
                    <a:pt x="62496" y="448056"/>
                  </a:lnTo>
                  <a:lnTo>
                    <a:pt x="62496" y="445008"/>
                  </a:lnTo>
                  <a:lnTo>
                    <a:pt x="65544" y="443484"/>
                  </a:lnTo>
                  <a:lnTo>
                    <a:pt x="67068" y="441960"/>
                  </a:lnTo>
                  <a:lnTo>
                    <a:pt x="73164" y="440436"/>
                  </a:lnTo>
                  <a:lnTo>
                    <a:pt x="152412" y="440436"/>
                  </a:lnTo>
                  <a:lnTo>
                    <a:pt x="156984" y="441960"/>
                  </a:lnTo>
                  <a:lnTo>
                    <a:pt x="158508" y="443484"/>
                  </a:lnTo>
                  <a:lnTo>
                    <a:pt x="161556" y="445008"/>
                  </a:lnTo>
                  <a:lnTo>
                    <a:pt x="163080" y="448056"/>
                  </a:lnTo>
                  <a:lnTo>
                    <a:pt x="163080" y="451104"/>
                  </a:lnTo>
                  <a:lnTo>
                    <a:pt x="167652" y="451104"/>
                  </a:lnTo>
                  <a:lnTo>
                    <a:pt x="167652" y="396240"/>
                  </a:lnTo>
                  <a:lnTo>
                    <a:pt x="163080" y="396240"/>
                  </a:lnTo>
                  <a:lnTo>
                    <a:pt x="163080" y="400812"/>
                  </a:lnTo>
                  <a:lnTo>
                    <a:pt x="161556" y="403860"/>
                  </a:lnTo>
                  <a:lnTo>
                    <a:pt x="158508" y="405384"/>
                  </a:lnTo>
                  <a:lnTo>
                    <a:pt x="156984" y="406908"/>
                  </a:lnTo>
                  <a:lnTo>
                    <a:pt x="86880" y="406908"/>
                  </a:lnTo>
                  <a:lnTo>
                    <a:pt x="76212" y="402336"/>
                  </a:lnTo>
                  <a:lnTo>
                    <a:pt x="70116" y="394716"/>
                  </a:lnTo>
                  <a:lnTo>
                    <a:pt x="70116" y="387096"/>
                  </a:lnTo>
                  <a:lnTo>
                    <a:pt x="71640" y="385572"/>
                  </a:lnTo>
                  <a:lnTo>
                    <a:pt x="71640" y="382524"/>
                  </a:lnTo>
                  <a:lnTo>
                    <a:pt x="73164" y="381000"/>
                  </a:lnTo>
                  <a:lnTo>
                    <a:pt x="74688" y="381000"/>
                  </a:lnTo>
                  <a:lnTo>
                    <a:pt x="77736" y="379476"/>
                  </a:lnTo>
                  <a:lnTo>
                    <a:pt x="79260" y="379476"/>
                  </a:lnTo>
                  <a:lnTo>
                    <a:pt x="85356" y="377952"/>
                  </a:lnTo>
                  <a:lnTo>
                    <a:pt x="150888" y="377952"/>
                  </a:lnTo>
                  <a:lnTo>
                    <a:pt x="155460" y="379476"/>
                  </a:lnTo>
                  <a:lnTo>
                    <a:pt x="161556" y="382524"/>
                  </a:lnTo>
                  <a:lnTo>
                    <a:pt x="163080" y="385572"/>
                  </a:lnTo>
                  <a:lnTo>
                    <a:pt x="163080" y="388620"/>
                  </a:lnTo>
                  <a:lnTo>
                    <a:pt x="167652" y="388620"/>
                  </a:lnTo>
                  <a:lnTo>
                    <a:pt x="167652" y="333756"/>
                  </a:lnTo>
                  <a:close/>
                </a:path>
                <a:path extrusionOk="0" h="736600" w="170814">
                  <a:moveTo>
                    <a:pt x="170688" y="512064"/>
                  </a:moveTo>
                  <a:lnTo>
                    <a:pt x="170573" y="510540"/>
                  </a:lnTo>
                  <a:lnTo>
                    <a:pt x="170446" y="509016"/>
                  </a:lnTo>
                  <a:lnTo>
                    <a:pt x="170332" y="507492"/>
                  </a:lnTo>
                  <a:lnTo>
                    <a:pt x="144170" y="470916"/>
                  </a:lnTo>
                  <a:lnTo>
                    <a:pt x="135636" y="466344"/>
                  </a:lnTo>
                  <a:lnTo>
                    <a:pt x="132588" y="470916"/>
                  </a:lnTo>
                  <a:lnTo>
                    <a:pt x="140208" y="475488"/>
                  </a:lnTo>
                  <a:lnTo>
                    <a:pt x="144780" y="478536"/>
                  </a:lnTo>
                  <a:lnTo>
                    <a:pt x="146304" y="483108"/>
                  </a:lnTo>
                  <a:lnTo>
                    <a:pt x="149352" y="487680"/>
                  </a:lnTo>
                  <a:lnTo>
                    <a:pt x="150876" y="490728"/>
                  </a:lnTo>
                  <a:lnTo>
                    <a:pt x="150876" y="504444"/>
                  </a:lnTo>
                  <a:lnTo>
                    <a:pt x="147828" y="510540"/>
                  </a:lnTo>
                  <a:lnTo>
                    <a:pt x="108204" y="528828"/>
                  </a:lnTo>
                  <a:lnTo>
                    <a:pt x="108204" y="496824"/>
                  </a:lnTo>
                  <a:lnTo>
                    <a:pt x="108204" y="466344"/>
                  </a:lnTo>
                  <a:lnTo>
                    <a:pt x="100584" y="466864"/>
                  </a:lnTo>
                  <a:lnTo>
                    <a:pt x="100584" y="496824"/>
                  </a:lnTo>
                  <a:lnTo>
                    <a:pt x="100584" y="528828"/>
                  </a:lnTo>
                  <a:lnTo>
                    <a:pt x="96012" y="528828"/>
                  </a:lnTo>
                  <a:lnTo>
                    <a:pt x="87426" y="528281"/>
                  </a:lnTo>
                  <a:lnTo>
                    <a:pt x="79819" y="526732"/>
                  </a:lnTo>
                  <a:lnTo>
                    <a:pt x="73088" y="524332"/>
                  </a:lnTo>
                  <a:lnTo>
                    <a:pt x="67056" y="521208"/>
                  </a:lnTo>
                  <a:lnTo>
                    <a:pt x="62484" y="519684"/>
                  </a:lnTo>
                  <a:lnTo>
                    <a:pt x="60960" y="515112"/>
                  </a:lnTo>
                  <a:lnTo>
                    <a:pt x="60960" y="509016"/>
                  </a:lnTo>
                  <a:lnTo>
                    <a:pt x="62484" y="507492"/>
                  </a:lnTo>
                  <a:lnTo>
                    <a:pt x="64008" y="504444"/>
                  </a:lnTo>
                  <a:lnTo>
                    <a:pt x="93078" y="496824"/>
                  </a:lnTo>
                  <a:lnTo>
                    <a:pt x="100584" y="496824"/>
                  </a:lnTo>
                  <a:lnTo>
                    <a:pt x="100584" y="466864"/>
                  </a:lnTo>
                  <a:lnTo>
                    <a:pt x="61061" y="486308"/>
                  </a:lnTo>
                  <a:lnTo>
                    <a:pt x="53340" y="509016"/>
                  </a:lnTo>
                  <a:lnTo>
                    <a:pt x="54470" y="519023"/>
                  </a:lnTo>
                  <a:lnTo>
                    <a:pt x="78943" y="552475"/>
                  </a:lnTo>
                  <a:lnTo>
                    <a:pt x="114300" y="560832"/>
                  </a:lnTo>
                  <a:lnTo>
                    <a:pt x="125183" y="560247"/>
                  </a:lnTo>
                  <a:lnTo>
                    <a:pt x="160401" y="542721"/>
                  </a:lnTo>
                  <a:lnTo>
                    <a:pt x="169545" y="523811"/>
                  </a:lnTo>
                  <a:lnTo>
                    <a:pt x="170688" y="512064"/>
                  </a:lnTo>
                  <a:close/>
                </a:path>
                <a:path extrusionOk="0" h="736600" w="170814">
                  <a:moveTo>
                    <a:pt x="170688" y="274320"/>
                  </a:moveTo>
                  <a:lnTo>
                    <a:pt x="169291" y="264845"/>
                  </a:lnTo>
                  <a:lnTo>
                    <a:pt x="165163" y="256794"/>
                  </a:lnTo>
                  <a:lnTo>
                    <a:pt x="158483" y="249897"/>
                  </a:lnTo>
                  <a:lnTo>
                    <a:pt x="149352" y="243840"/>
                  </a:lnTo>
                  <a:lnTo>
                    <a:pt x="146304" y="248412"/>
                  </a:lnTo>
                  <a:lnTo>
                    <a:pt x="153924" y="252984"/>
                  </a:lnTo>
                  <a:lnTo>
                    <a:pt x="156972" y="256032"/>
                  </a:lnTo>
                  <a:lnTo>
                    <a:pt x="156972" y="263652"/>
                  </a:lnTo>
                  <a:lnTo>
                    <a:pt x="152400" y="268224"/>
                  </a:lnTo>
                  <a:lnTo>
                    <a:pt x="68580" y="268224"/>
                  </a:lnTo>
                  <a:lnTo>
                    <a:pt x="68580" y="243840"/>
                  </a:lnTo>
                  <a:lnTo>
                    <a:pt x="56388" y="243840"/>
                  </a:lnTo>
                  <a:lnTo>
                    <a:pt x="56388" y="268224"/>
                  </a:lnTo>
                  <a:lnTo>
                    <a:pt x="15240" y="268224"/>
                  </a:lnTo>
                  <a:lnTo>
                    <a:pt x="15240" y="272796"/>
                  </a:lnTo>
                  <a:lnTo>
                    <a:pt x="47726" y="297065"/>
                  </a:lnTo>
                  <a:lnTo>
                    <a:pt x="64008" y="316992"/>
                  </a:lnTo>
                  <a:lnTo>
                    <a:pt x="68580" y="316992"/>
                  </a:lnTo>
                  <a:lnTo>
                    <a:pt x="68580" y="301752"/>
                  </a:lnTo>
                  <a:lnTo>
                    <a:pt x="150876" y="301752"/>
                  </a:lnTo>
                  <a:lnTo>
                    <a:pt x="156972" y="300228"/>
                  </a:lnTo>
                  <a:lnTo>
                    <a:pt x="161544" y="297180"/>
                  </a:lnTo>
                  <a:lnTo>
                    <a:pt x="164592" y="292608"/>
                  </a:lnTo>
                  <a:lnTo>
                    <a:pt x="169164" y="288036"/>
                  </a:lnTo>
                  <a:lnTo>
                    <a:pt x="170688" y="281940"/>
                  </a:lnTo>
                  <a:lnTo>
                    <a:pt x="170688" y="274320"/>
                  </a:lnTo>
                  <a:close/>
                </a:path>
                <a:path extrusionOk="0" h="736600" w="170814">
                  <a:moveTo>
                    <a:pt x="170688" y="182880"/>
                  </a:moveTo>
                  <a:lnTo>
                    <a:pt x="170573" y="181356"/>
                  </a:lnTo>
                  <a:lnTo>
                    <a:pt x="170446" y="179832"/>
                  </a:lnTo>
                  <a:lnTo>
                    <a:pt x="170141" y="176047"/>
                  </a:lnTo>
                  <a:lnTo>
                    <a:pt x="144208" y="141757"/>
                  </a:lnTo>
                  <a:lnTo>
                    <a:pt x="135636" y="137160"/>
                  </a:lnTo>
                  <a:lnTo>
                    <a:pt x="132588" y="140208"/>
                  </a:lnTo>
                  <a:lnTo>
                    <a:pt x="140208" y="144780"/>
                  </a:lnTo>
                  <a:lnTo>
                    <a:pt x="144780" y="149352"/>
                  </a:lnTo>
                  <a:lnTo>
                    <a:pt x="146304" y="153924"/>
                  </a:lnTo>
                  <a:lnTo>
                    <a:pt x="149352" y="158496"/>
                  </a:lnTo>
                  <a:lnTo>
                    <a:pt x="150876" y="161544"/>
                  </a:lnTo>
                  <a:lnTo>
                    <a:pt x="150876" y="175260"/>
                  </a:lnTo>
                  <a:lnTo>
                    <a:pt x="147828" y="181356"/>
                  </a:lnTo>
                  <a:lnTo>
                    <a:pt x="108204" y="199644"/>
                  </a:lnTo>
                  <a:lnTo>
                    <a:pt x="108204" y="167640"/>
                  </a:lnTo>
                  <a:lnTo>
                    <a:pt x="108204" y="137160"/>
                  </a:lnTo>
                  <a:lnTo>
                    <a:pt x="100584" y="137680"/>
                  </a:lnTo>
                  <a:lnTo>
                    <a:pt x="100584" y="167640"/>
                  </a:lnTo>
                  <a:lnTo>
                    <a:pt x="100584" y="199644"/>
                  </a:lnTo>
                  <a:lnTo>
                    <a:pt x="96012" y="199644"/>
                  </a:lnTo>
                  <a:lnTo>
                    <a:pt x="87426" y="199097"/>
                  </a:lnTo>
                  <a:lnTo>
                    <a:pt x="79819" y="197548"/>
                  </a:lnTo>
                  <a:lnTo>
                    <a:pt x="73088" y="195148"/>
                  </a:lnTo>
                  <a:lnTo>
                    <a:pt x="67056" y="192024"/>
                  </a:lnTo>
                  <a:lnTo>
                    <a:pt x="62484" y="190500"/>
                  </a:lnTo>
                  <a:lnTo>
                    <a:pt x="60960" y="185928"/>
                  </a:lnTo>
                  <a:lnTo>
                    <a:pt x="60960" y="179832"/>
                  </a:lnTo>
                  <a:lnTo>
                    <a:pt x="62484" y="176784"/>
                  </a:lnTo>
                  <a:lnTo>
                    <a:pt x="64008" y="175260"/>
                  </a:lnTo>
                  <a:lnTo>
                    <a:pt x="65532" y="172212"/>
                  </a:lnTo>
                  <a:lnTo>
                    <a:pt x="74676" y="169164"/>
                  </a:lnTo>
                  <a:lnTo>
                    <a:pt x="78943" y="168287"/>
                  </a:lnTo>
                  <a:lnTo>
                    <a:pt x="84772" y="167830"/>
                  </a:lnTo>
                  <a:lnTo>
                    <a:pt x="93078" y="167640"/>
                  </a:lnTo>
                  <a:lnTo>
                    <a:pt x="100584" y="167640"/>
                  </a:lnTo>
                  <a:lnTo>
                    <a:pt x="100584" y="137680"/>
                  </a:lnTo>
                  <a:lnTo>
                    <a:pt x="61061" y="157124"/>
                  </a:lnTo>
                  <a:lnTo>
                    <a:pt x="53340" y="179832"/>
                  </a:lnTo>
                  <a:lnTo>
                    <a:pt x="54470" y="189839"/>
                  </a:lnTo>
                  <a:lnTo>
                    <a:pt x="78943" y="222656"/>
                  </a:lnTo>
                  <a:lnTo>
                    <a:pt x="114300" y="231648"/>
                  </a:lnTo>
                  <a:lnTo>
                    <a:pt x="125183" y="231063"/>
                  </a:lnTo>
                  <a:lnTo>
                    <a:pt x="160401" y="213537"/>
                  </a:lnTo>
                  <a:lnTo>
                    <a:pt x="169545" y="194627"/>
                  </a:lnTo>
                  <a:lnTo>
                    <a:pt x="170688" y="182880"/>
                  </a:lnTo>
                  <a:close/>
                </a:path>
                <a:path extrusionOk="0" h="736600" w="170814">
                  <a:moveTo>
                    <a:pt x="170700" y="47244"/>
                  </a:moveTo>
                  <a:lnTo>
                    <a:pt x="161556" y="0"/>
                  </a:lnTo>
                  <a:lnTo>
                    <a:pt x="156984" y="0"/>
                  </a:lnTo>
                  <a:lnTo>
                    <a:pt x="156984" y="4572"/>
                  </a:lnTo>
                  <a:lnTo>
                    <a:pt x="155460" y="7620"/>
                  </a:lnTo>
                  <a:lnTo>
                    <a:pt x="155460" y="9144"/>
                  </a:lnTo>
                  <a:lnTo>
                    <a:pt x="153936" y="12192"/>
                  </a:lnTo>
                  <a:lnTo>
                    <a:pt x="152412" y="12192"/>
                  </a:lnTo>
                  <a:lnTo>
                    <a:pt x="149364" y="13716"/>
                  </a:lnTo>
                  <a:lnTo>
                    <a:pt x="3060" y="13716"/>
                  </a:lnTo>
                  <a:lnTo>
                    <a:pt x="3060" y="64008"/>
                  </a:lnTo>
                  <a:lnTo>
                    <a:pt x="7632" y="64008"/>
                  </a:lnTo>
                  <a:lnTo>
                    <a:pt x="7632" y="54864"/>
                  </a:lnTo>
                  <a:lnTo>
                    <a:pt x="13728" y="48768"/>
                  </a:lnTo>
                  <a:lnTo>
                    <a:pt x="16776" y="48768"/>
                  </a:lnTo>
                  <a:lnTo>
                    <a:pt x="21348" y="47244"/>
                  </a:lnTo>
                  <a:lnTo>
                    <a:pt x="68592" y="47244"/>
                  </a:lnTo>
                  <a:lnTo>
                    <a:pt x="62496" y="51816"/>
                  </a:lnTo>
                  <a:lnTo>
                    <a:pt x="56400" y="60960"/>
                  </a:lnTo>
                  <a:lnTo>
                    <a:pt x="53352" y="70104"/>
                  </a:lnTo>
                  <a:lnTo>
                    <a:pt x="53352" y="83820"/>
                  </a:lnTo>
                  <a:lnTo>
                    <a:pt x="82308" y="115824"/>
                  </a:lnTo>
                  <a:lnTo>
                    <a:pt x="114312" y="121920"/>
                  </a:lnTo>
                  <a:lnTo>
                    <a:pt x="125183" y="121348"/>
                  </a:lnTo>
                  <a:lnTo>
                    <a:pt x="160413" y="105587"/>
                  </a:lnTo>
                  <a:lnTo>
                    <a:pt x="169710" y="86829"/>
                  </a:lnTo>
                  <a:lnTo>
                    <a:pt x="169748" y="86487"/>
                  </a:lnTo>
                  <a:lnTo>
                    <a:pt x="169849" y="85585"/>
                  </a:lnTo>
                  <a:lnTo>
                    <a:pt x="170700" y="77724"/>
                  </a:lnTo>
                  <a:lnTo>
                    <a:pt x="170700" y="73152"/>
                  </a:lnTo>
                  <a:lnTo>
                    <a:pt x="156984" y="50901"/>
                  </a:lnTo>
                  <a:lnTo>
                    <a:pt x="156984" y="68580"/>
                  </a:lnTo>
                  <a:lnTo>
                    <a:pt x="156984" y="73152"/>
                  </a:lnTo>
                  <a:lnTo>
                    <a:pt x="155460" y="76200"/>
                  </a:lnTo>
                  <a:lnTo>
                    <a:pt x="152412" y="79248"/>
                  </a:lnTo>
                  <a:lnTo>
                    <a:pt x="146316" y="82296"/>
                  </a:lnTo>
                  <a:lnTo>
                    <a:pt x="140220" y="83820"/>
                  </a:lnTo>
                  <a:lnTo>
                    <a:pt x="134810" y="85585"/>
                  </a:lnTo>
                  <a:lnTo>
                    <a:pt x="127838" y="86487"/>
                  </a:lnTo>
                  <a:lnTo>
                    <a:pt x="119430" y="86829"/>
                  </a:lnTo>
                  <a:lnTo>
                    <a:pt x="100279" y="86829"/>
                  </a:lnTo>
                  <a:lnTo>
                    <a:pt x="92405" y="86487"/>
                  </a:lnTo>
                  <a:lnTo>
                    <a:pt x="85940" y="85585"/>
                  </a:lnTo>
                  <a:lnTo>
                    <a:pt x="80784" y="83820"/>
                  </a:lnTo>
                  <a:lnTo>
                    <a:pt x="74688" y="82296"/>
                  </a:lnTo>
                  <a:lnTo>
                    <a:pt x="70116" y="80772"/>
                  </a:lnTo>
                  <a:lnTo>
                    <a:pt x="67068" y="74676"/>
                  </a:lnTo>
                  <a:lnTo>
                    <a:pt x="65544" y="73152"/>
                  </a:lnTo>
                  <a:lnTo>
                    <a:pt x="65544" y="70104"/>
                  </a:lnTo>
                  <a:lnTo>
                    <a:pt x="66687" y="63538"/>
                  </a:lnTo>
                  <a:lnTo>
                    <a:pt x="70116" y="57531"/>
                  </a:lnTo>
                  <a:lnTo>
                    <a:pt x="75869" y="52082"/>
                  </a:lnTo>
                  <a:lnTo>
                    <a:pt x="83832" y="47244"/>
                  </a:lnTo>
                  <a:lnTo>
                    <a:pt x="141744" y="47244"/>
                  </a:lnTo>
                  <a:lnTo>
                    <a:pt x="148615" y="52082"/>
                  </a:lnTo>
                  <a:lnTo>
                    <a:pt x="153365" y="57340"/>
                  </a:lnTo>
                  <a:lnTo>
                    <a:pt x="153454" y="57531"/>
                  </a:lnTo>
                  <a:lnTo>
                    <a:pt x="156095" y="62890"/>
                  </a:lnTo>
                  <a:lnTo>
                    <a:pt x="156197" y="63538"/>
                  </a:lnTo>
                  <a:lnTo>
                    <a:pt x="156273" y="64008"/>
                  </a:lnTo>
                  <a:lnTo>
                    <a:pt x="156984" y="68580"/>
                  </a:lnTo>
                  <a:lnTo>
                    <a:pt x="156984" y="50901"/>
                  </a:lnTo>
                  <a:lnTo>
                    <a:pt x="152412" y="47244"/>
                  </a:lnTo>
                  <a:lnTo>
                    <a:pt x="170700" y="472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878" name="Google Shape;3878;p68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5430012" y="3974591"/>
            <a:ext cx="170687" cy="888491"/>
          </a:xfrm>
          <a:prstGeom prst="rect">
            <a:avLst/>
          </a:prstGeom>
          <a:noFill/>
          <a:ln>
            <a:noFill/>
          </a:ln>
        </p:spPr>
      </p:pic>
      <p:pic>
        <p:nvPicPr>
          <p:cNvPr id="3879" name="Google Shape;3879;p68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5430011" y="3174492"/>
            <a:ext cx="220721" cy="7254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80" name="Google Shape;3880;p68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3881" name="Google Shape;3881;p68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882" name="Google Shape;3882;p68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883" name="Google Shape;3883;p68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84" name="Google Shape;3884;p68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885" name="Google Shape;3885;p68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6655307" y="1827275"/>
            <a:ext cx="117348" cy="1584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89" name="Shape 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0" name="Google Shape;3890;p69"/>
          <p:cNvGrpSpPr/>
          <p:nvPr/>
        </p:nvGrpSpPr>
        <p:grpSpPr>
          <a:xfrm>
            <a:off x="460248" y="636015"/>
            <a:ext cx="6641590" cy="9474200"/>
            <a:chOff x="460248" y="636015"/>
            <a:chExt cx="6641590" cy="9474200"/>
          </a:xfrm>
        </p:grpSpPr>
        <p:pic>
          <p:nvPicPr>
            <p:cNvPr id="3891" name="Google Shape;3891;p69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3152910" y="636015"/>
              <a:ext cx="1387330" cy="1122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92" name="Google Shape;3892;p69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2827189" y="746760"/>
              <a:ext cx="2029555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93" name="Google Shape;3893;p6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601223" y="868679"/>
              <a:ext cx="2490704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94" name="Google Shape;3894;p6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2422733" y="990600"/>
              <a:ext cx="2849758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95" name="Google Shape;3895;p6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256312" y="1112520"/>
              <a:ext cx="3183148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96" name="Google Shape;3896;p6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117902" y="1234440"/>
              <a:ext cx="3450367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97" name="Google Shape;3897;p69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992598" y="1356359"/>
              <a:ext cx="3703747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98" name="Google Shape;3898;p69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869887" y="1478280"/>
              <a:ext cx="3952098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99" name="Google Shape;3899;p69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771436" y="1600200"/>
              <a:ext cx="4151681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0" name="Google Shape;3900;p69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669938" y="1722120"/>
              <a:ext cx="4351385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1" name="Google Shape;3901;p69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585203" y="1844040"/>
              <a:ext cx="4522500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2" name="Google Shape;3902;p69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495226" y="1965960"/>
              <a:ext cx="4697455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3" name="Google Shape;3903;p6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420245" y="2087880"/>
              <a:ext cx="4852538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4" name="Google Shape;3904;p69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348313" y="2209800"/>
              <a:ext cx="4993050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5" name="Google Shape;3905;p69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282110" y="2331720"/>
              <a:ext cx="5130881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6" name="Google Shape;3906;p69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219392" y="2453640"/>
              <a:ext cx="5251511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7" name="Google Shape;3907;p69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1158605" y="2575560"/>
              <a:ext cx="5374782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8" name="Google Shape;3908;p69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1100266" y="2697480"/>
              <a:ext cx="5491033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09" name="Google Shape;3909;p69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1049060" y="2819400"/>
              <a:ext cx="5591007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0" name="Google Shape;3910;p69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1002060" y="2941319"/>
              <a:ext cx="5686775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1" name="Google Shape;3911;p69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957803" y="3063240"/>
              <a:ext cx="5775228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2" name="Google Shape;3912;p69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915771" y="3185160"/>
              <a:ext cx="5862980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3" name="Google Shape;3913;p69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877275" y="3307080"/>
              <a:ext cx="593957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4" name="Google Shape;3914;p69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840821" y="3429000"/>
              <a:ext cx="6011082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5" name="Google Shape;3915;p69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806988" y="3550919"/>
              <a:ext cx="6079967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6" name="Google Shape;3916;p69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774435" y="3672840"/>
              <a:ext cx="614147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7" name="Google Shape;3917;p69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745418" y="3794760"/>
              <a:ext cx="6199449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8" name="Google Shape;3918;p69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720983" y="3916680"/>
              <a:ext cx="625131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19" name="Google Shape;3919;p69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696993" y="4038600"/>
              <a:ext cx="6298167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0" name="Google Shape;3920;p69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676735" y="4160520"/>
              <a:ext cx="6339760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1" name="Google Shape;3921;p69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659623" y="4282440"/>
              <a:ext cx="637363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2" name="Google Shape;3922;p69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642457" y="4404359"/>
              <a:ext cx="640756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3" name="Google Shape;3923;p69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586739" y="4526280"/>
              <a:ext cx="6515099" cy="13426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4" name="Google Shape;3924;p69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608076" y="5867400"/>
              <a:ext cx="6475801" cy="2453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5" name="Google Shape;3925;p69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627887" y="6111240"/>
              <a:ext cx="6434276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6" name="Google Shape;3926;p69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643127" y="6233160"/>
              <a:ext cx="6405531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7" name="Google Shape;3927;p69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661416" y="6355080"/>
              <a:ext cx="637135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8" name="Google Shape;3928;p69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678179" y="6477000"/>
              <a:ext cx="6335659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29" name="Google Shape;3929;p69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699516" y="6598920"/>
              <a:ext cx="6293423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0" name="Google Shape;3930;p69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723900" y="6720840"/>
              <a:ext cx="6243645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1" name="Google Shape;3931;p69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746760" y="6842760"/>
              <a:ext cx="619548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2" name="Google Shape;3932;p69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777239" y="6964680"/>
              <a:ext cx="6136660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3" name="Google Shape;3933;p69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807720" y="7086600"/>
              <a:ext cx="6074907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4" name="Google Shape;3934;p69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842772" y="7208520"/>
              <a:ext cx="6006754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5" name="Google Shape;3935;p69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879348" y="7330440"/>
              <a:ext cx="5932749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6" name="Google Shape;3936;p69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915924" y="7452360"/>
              <a:ext cx="586020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7" name="Google Shape;3937;p69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961644" y="7574280"/>
              <a:ext cx="576937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8" name="Google Shape;3938;p69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1004316" y="7696200"/>
              <a:ext cx="5681593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39" name="Google Shape;3939;p69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1053083" y="7818120"/>
              <a:ext cx="5583143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0" name="Google Shape;3940;p69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1107948" y="7940040"/>
              <a:ext cx="5475549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1" name="Google Shape;3941;p69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1161287" y="8061960"/>
              <a:ext cx="5368137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2" name="Google Shape;3942;p69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1223771" y="8183880"/>
              <a:ext cx="5246635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3" name="Google Shape;3943;p69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1283208" y="8305800"/>
              <a:ext cx="5122651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4" name="Google Shape;3944;p69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1353312" y="8427720"/>
              <a:ext cx="4984150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5" name="Google Shape;3945;p69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1426463" y="8549640"/>
              <a:ext cx="4836992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6" name="Google Shape;3946;p69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1500286" y="8671560"/>
              <a:ext cx="4687579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7" name="Google Shape;3947;p69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1588983" y="8793480"/>
              <a:ext cx="4512624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8" name="Google Shape;3948;p69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1674876" y="8915400"/>
              <a:ext cx="4340474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49" name="Google Shape;3949;p69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1779483" y="9037320"/>
              <a:ext cx="4137415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0" name="Google Shape;3950;p69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1882566" y="9159240"/>
              <a:ext cx="3925823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1" name="Google Shape;3951;p69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1994550" y="9281160"/>
              <a:ext cx="3695509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2" name="Google Shape;3952;p69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2125249" y="9403080"/>
              <a:ext cx="343393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3" name="Google Shape;3953;p69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2261128" y="9525000"/>
              <a:ext cx="3169614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4" name="Google Shape;3954;p69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2433888" y="9646920"/>
              <a:ext cx="2826166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5" name="Google Shape;3955;p69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2628839" y="9768840"/>
              <a:ext cx="2435229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6" name="Google Shape;3956;p69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2852868" y="9890759"/>
              <a:ext cx="1984854" cy="1234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7" name="Google Shape;3957;p69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3174918" y="10012680"/>
              <a:ext cx="1343314" cy="975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58" name="Google Shape;3958;p69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1083564" y="7796276"/>
              <a:ext cx="2520695" cy="21844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59" name="Google Shape;3959;p69"/>
            <p:cNvSpPr/>
            <p:nvPr/>
          </p:nvSpPr>
          <p:spPr>
            <a:xfrm>
              <a:off x="1071371" y="7784591"/>
              <a:ext cx="2550160" cy="2207260"/>
            </a:xfrm>
            <a:custGeom>
              <a:rect b="b" l="l" r="r" t="t"/>
              <a:pathLst>
                <a:path extrusionOk="0" h="2207259" w="2550160">
                  <a:moveTo>
                    <a:pt x="2549652" y="2206752"/>
                  </a:moveTo>
                  <a:lnTo>
                    <a:pt x="900684" y="1537716"/>
                  </a:lnTo>
                  <a:lnTo>
                    <a:pt x="0" y="0"/>
                  </a:lnTo>
                  <a:lnTo>
                    <a:pt x="18815" y="7620"/>
                  </a:lnTo>
                  <a:lnTo>
                    <a:pt x="15239" y="7620"/>
                  </a:lnTo>
                  <a:lnTo>
                    <a:pt x="9144" y="13716"/>
                  </a:lnTo>
                  <a:lnTo>
                    <a:pt x="21817" y="18844"/>
                  </a:lnTo>
                  <a:lnTo>
                    <a:pt x="907410" y="1530096"/>
                  </a:lnTo>
                  <a:lnTo>
                    <a:pt x="905256" y="1530096"/>
                  </a:lnTo>
                  <a:lnTo>
                    <a:pt x="908304" y="1531620"/>
                  </a:lnTo>
                  <a:lnTo>
                    <a:pt x="909018" y="1531620"/>
                  </a:lnTo>
                  <a:lnTo>
                    <a:pt x="2529369" y="2187907"/>
                  </a:lnTo>
                  <a:lnTo>
                    <a:pt x="2535935" y="2199132"/>
                  </a:lnTo>
                  <a:lnTo>
                    <a:pt x="2545203" y="2199132"/>
                  </a:lnTo>
                  <a:lnTo>
                    <a:pt x="2549652" y="2206752"/>
                  </a:lnTo>
                  <a:close/>
                </a:path>
                <a:path extrusionOk="0" h="2207259" w="2550160">
                  <a:moveTo>
                    <a:pt x="21817" y="18844"/>
                  </a:moveTo>
                  <a:lnTo>
                    <a:pt x="9144" y="13716"/>
                  </a:lnTo>
                  <a:lnTo>
                    <a:pt x="15239" y="7620"/>
                  </a:lnTo>
                  <a:lnTo>
                    <a:pt x="21817" y="18844"/>
                  </a:lnTo>
                  <a:close/>
                </a:path>
                <a:path extrusionOk="0" h="2207259" w="2550160">
                  <a:moveTo>
                    <a:pt x="1644618" y="675512"/>
                  </a:moveTo>
                  <a:lnTo>
                    <a:pt x="21817" y="18844"/>
                  </a:lnTo>
                  <a:lnTo>
                    <a:pt x="15239" y="7620"/>
                  </a:lnTo>
                  <a:lnTo>
                    <a:pt x="18815" y="7620"/>
                  </a:lnTo>
                  <a:lnTo>
                    <a:pt x="1652016" y="669036"/>
                  </a:lnTo>
                  <a:lnTo>
                    <a:pt x="1655574" y="675132"/>
                  </a:lnTo>
                  <a:lnTo>
                    <a:pt x="1644396" y="675132"/>
                  </a:lnTo>
                  <a:lnTo>
                    <a:pt x="1644618" y="675512"/>
                  </a:lnTo>
                  <a:close/>
                </a:path>
                <a:path extrusionOk="0" h="2207259" w="2550160">
                  <a:moveTo>
                    <a:pt x="1647444" y="676656"/>
                  </a:moveTo>
                  <a:lnTo>
                    <a:pt x="1644618" y="675512"/>
                  </a:lnTo>
                  <a:lnTo>
                    <a:pt x="1644396" y="675132"/>
                  </a:lnTo>
                  <a:lnTo>
                    <a:pt x="1647444" y="676656"/>
                  </a:lnTo>
                  <a:close/>
                </a:path>
                <a:path extrusionOk="0" h="2207259" w="2550160">
                  <a:moveTo>
                    <a:pt x="1656464" y="676656"/>
                  </a:moveTo>
                  <a:lnTo>
                    <a:pt x="1647444" y="676656"/>
                  </a:lnTo>
                  <a:lnTo>
                    <a:pt x="1644396" y="675132"/>
                  </a:lnTo>
                  <a:lnTo>
                    <a:pt x="1655574" y="675132"/>
                  </a:lnTo>
                  <a:lnTo>
                    <a:pt x="1656464" y="676656"/>
                  </a:lnTo>
                  <a:close/>
                </a:path>
                <a:path extrusionOk="0" h="2207259" w="2550160">
                  <a:moveTo>
                    <a:pt x="2541525" y="2192830"/>
                  </a:moveTo>
                  <a:lnTo>
                    <a:pt x="2529369" y="2187907"/>
                  </a:lnTo>
                  <a:lnTo>
                    <a:pt x="1644618" y="675512"/>
                  </a:lnTo>
                  <a:lnTo>
                    <a:pt x="1647444" y="676656"/>
                  </a:lnTo>
                  <a:lnTo>
                    <a:pt x="1656464" y="676656"/>
                  </a:lnTo>
                  <a:lnTo>
                    <a:pt x="2541525" y="2192830"/>
                  </a:lnTo>
                  <a:close/>
                </a:path>
                <a:path extrusionOk="0" h="2207259" w="2550160">
                  <a:moveTo>
                    <a:pt x="908304" y="1531620"/>
                  </a:moveTo>
                  <a:lnTo>
                    <a:pt x="905256" y="1530096"/>
                  </a:lnTo>
                  <a:lnTo>
                    <a:pt x="908081" y="1531240"/>
                  </a:lnTo>
                  <a:lnTo>
                    <a:pt x="908304" y="1531620"/>
                  </a:lnTo>
                  <a:close/>
                </a:path>
                <a:path extrusionOk="0" h="2207259" w="2550160">
                  <a:moveTo>
                    <a:pt x="908081" y="1531240"/>
                  </a:moveTo>
                  <a:lnTo>
                    <a:pt x="905256" y="1530096"/>
                  </a:lnTo>
                  <a:lnTo>
                    <a:pt x="907410" y="1530096"/>
                  </a:lnTo>
                  <a:lnTo>
                    <a:pt x="908081" y="1531240"/>
                  </a:lnTo>
                  <a:close/>
                </a:path>
                <a:path extrusionOk="0" h="2207259" w="2550160">
                  <a:moveTo>
                    <a:pt x="909018" y="1531620"/>
                  </a:moveTo>
                  <a:lnTo>
                    <a:pt x="908304" y="1531620"/>
                  </a:lnTo>
                  <a:lnTo>
                    <a:pt x="908081" y="1531240"/>
                  </a:lnTo>
                  <a:lnTo>
                    <a:pt x="909018" y="1531620"/>
                  </a:lnTo>
                  <a:close/>
                </a:path>
                <a:path extrusionOk="0" h="2207259" w="2550160">
                  <a:moveTo>
                    <a:pt x="2535935" y="2199132"/>
                  </a:moveTo>
                  <a:lnTo>
                    <a:pt x="2529369" y="2187907"/>
                  </a:lnTo>
                  <a:lnTo>
                    <a:pt x="2541525" y="2192830"/>
                  </a:lnTo>
                  <a:lnTo>
                    <a:pt x="2541787" y="2193280"/>
                  </a:lnTo>
                  <a:lnTo>
                    <a:pt x="2535935" y="2199132"/>
                  </a:lnTo>
                  <a:close/>
                </a:path>
                <a:path extrusionOk="0" h="2207259" w="2550160">
                  <a:moveTo>
                    <a:pt x="2541787" y="2193280"/>
                  </a:moveTo>
                  <a:lnTo>
                    <a:pt x="2541645" y="2193036"/>
                  </a:lnTo>
                  <a:lnTo>
                    <a:pt x="2541525" y="2192830"/>
                  </a:lnTo>
                  <a:lnTo>
                    <a:pt x="2542032" y="2193036"/>
                  </a:lnTo>
                  <a:lnTo>
                    <a:pt x="2541787" y="2193280"/>
                  </a:lnTo>
                  <a:close/>
                </a:path>
                <a:path extrusionOk="0" h="2207259" w="2550160">
                  <a:moveTo>
                    <a:pt x="2545203" y="2199132"/>
                  </a:moveTo>
                  <a:lnTo>
                    <a:pt x="2535935" y="2199132"/>
                  </a:lnTo>
                  <a:lnTo>
                    <a:pt x="2541787" y="2193280"/>
                  </a:lnTo>
                  <a:lnTo>
                    <a:pt x="2545203" y="2199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60" name="Google Shape;3960;p69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1362455" y="7935468"/>
              <a:ext cx="2028444" cy="19354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61" name="Google Shape;3961;p69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1078991" y="788924"/>
              <a:ext cx="2522219" cy="21844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62" name="Google Shape;3962;p69"/>
            <p:cNvSpPr/>
            <p:nvPr/>
          </p:nvSpPr>
          <p:spPr>
            <a:xfrm>
              <a:off x="1062227" y="777239"/>
              <a:ext cx="2551430" cy="2205355"/>
            </a:xfrm>
            <a:custGeom>
              <a:rect b="b" l="l" r="r" t="t"/>
              <a:pathLst>
                <a:path extrusionOk="0" h="2205355" w="2551429">
                  <a:moveTo>
                    <a:pt x="0" y="2205228"/>
                  </a:moveTo>
                  <a:lnTo>
                    <a:pt x="899160" y="669036"/>
                  </a:lnTo>
                  <a:lnTo>
                    <a:pt x="2551176" y="0"/>
                  </a:lnTo>
                  <a:lnTo>
                    <a:pt x="2546720" y="7619"/>
                  </a:lnTo>
                  <a:lnTo>
                    <a:pt x="2535936" y="7619"/>
                  </a:lnTo>
                  <a:lnTo>
                    <a:pt x="2529369" y="18844"/>
                  </a:lnTo>
                  <a:lnTo>
                    <a:pt x="909018" y="675132"/>
                  </a:lnTo>
                  <a:lnTo>
                    <a:pt x="906780" y="675132"/>
                  </a:lnTo>
                  <a:lnTo>
                    <a:pt x="905256" y="676656"/>
                  </a:lnTo>
                  <a:lnTo>
                    <a:pt x="905888" y="676656"/>
                  </a:lnTo>
                  <a:lnTo>
                    <a:pt x="21806" y="2187907"/>
                  </a:lnTo>
                  <a:lnTo>
                    <a:pt x="9144" y="2193036"/>
                  </a:lnTo>
                  <a:lnTo>
                    <a:pt x="15158" y="2199051"/>
                  </a:lnTo>
                  <a:lnTo>
                    <a:pt x="15287" y="2199051"/>
                  </a:lnTo>
                  <a:lnTo>
                    <a:pt x="0" y="2205228"/>
                  </a:lnTo>
                  <a:close/>
                </a:path>
                <a:path extrusionOk="0" h="2205355" w="2551429">
                  <a:moveTo>
                    <a:pt x="2529369" y="18844"/>
                  </a:moveTo>
                  <a:lnTo>
                    <a:pt x="2535936" y="7619"/>
                  </a:lnTo>
                  <a:lnTo>
                    <a:pt x="2542032" y="13715"/>
                  </a:lnTo>
                  <a:lnTo>
                    <a:pt x="2529369" y="18844"/>
                  </a:lnTo>
                  <a:close/>
                </a:path>
                <a:path extrusionOk="0" h="2205355" w="2551429">
                  <a:moveTo>
                    <a:pt x="1645091" y="1530431"/>
                  </a:moveTo>
                  <a:lnTo>
                    <a:pt x="2529369" y="18844"/>
                  </a:lnTo>
                  <a:lnTo>
                    <a:pt x="2542032" y="13715"/>
                  </a:lnTo>
                  <a:lnTo>
                    <a:pt x="2535936" y="7619"/>
                  </a:lnTo>
                  <a:lnTo>
                    <a:pt x="2546720" y="7619"/>
                  </a:lnTo>
                  <a:lnTo>
                    <a:pt x="1656471" y="1530096"/>
                  </a:lnTo>
                  <a:lnTo>
                    <a:pt x="1645920" y="1530096"/>
                  </a:lnTo>
                  <a:lnTo>
                    <a:pt x="1645091" y="1530431"/>
                  </a:lnTo>
                  <a:close/>
                </a:path>
                <a:path extrusionOk="0" h="2205355" w="2551429">
                  <a:moveTo>
                    <a:pt x="905256" y="676656"/>
                  </a:moveTo>
                  <a:lnTo>
                    <a:pt x="906780" y="675132"/>
                  </a:lnTo>
                  <a:lnTo>
                    <a:pt x="906084" y="676320"/>
                  </a:lnTo>
                  <a:lnTo>
                    <a:pt x="905256" y="676656"/>
                  </a:lnTo>
                  <a:close/>
                </a:path>
                <a:path extrusionOk="0" h="2205355" w="2551429">
                  <a:moveTo>
                    <a:pt x="906084" y="676320"/>
                  </a:moveTo>
                  <a:lnTo>
                    <a:pt x="906780" y="675132"/>
                  </a:lnTo>
                  <a:lnTo>
                    <a:pt x="909018" y="675132"/>
                  </a:lnTo>
                  <a:lnTo>
                    <a:pt x="906084" y="676320"/>
                  </a:lnTo>
                  <a:close/>
                </a:path>
                <a:path extrusionOk="0" h="2205355" w="2551429">
                  <a:moveTo>
                    <a:pt x="905888" y="676656"/>
                  </a:moveTo>
                  <a:lnTo>
                    <a:pt x="905256" y="676656"/>
                  </a:lnTo>
                  <a:lnTo>
                    <a:pt x="906084" y="676320"/>
                  </a:lnTo>
                  <a:lnTo>
                    <a:pt x="905888" y="676656"/>
                  </a:lnTo>
                  <a:close/>
                </a:path>
                <a:path extrusionOk="0" h="2205355" w="2551429">
                  <a:moveTo>
                    <a:pt x="1644396" y="1531620"/>
                  </a:moveTo>
                  <a:lnTo>
                    <a:pt x="1645091" y="1530431"/>
                  </a:lnTo>
                  <a:lnTo>
                    <a:pt x="1645920" y="1530096"/>
                  </a:lnTo>
                  <a:lnTo>
                    <a:pt x="1644396" y="1531620"/>
                  </a:lnTo>
                  <a:close/>
                </a:path>
                <a:path extrusionOk="0" h="2205355" w="2551429">
                  <a:moveTo>
                    <a:pt x="1655580" y="1531620"/>
                  </a:moveTo>
                  <a:lnTo>
                    <a:pt x="1644396" y="1531620"/>
                  </a:lnTo>
                  <a:lnTo>
                    <a:pt x="1645920" y="1530096"/>
                  </a:lnTo>
                  <a:lnTo>
                    <a:pt x="1656471" y="1530096"/>
                  </a:lnTo>
                  <a:lnTo>
                    <a:pt x="1655580" y="1531620"/>
                  </a:lnTo>
                  <a:close/>
                </a:path>
                <a:path extrusionOk="0" h="2205355" w="2551429">
                  <a:moveTo>
                    <a:pt x="15287" y="2199051"/>
                  </a:moveTo>
                  <a:lnTo>
                    <a:pt x="21806" y="2187907"/>
                  </a:lnTo>
                  <a:lnTo>
                    <a:pt x="1645091" y="1530431"/>
                  </a:lnTo>
                  <a:lnTo>
                    <a:pt x="1644396" y="1531620"/>
                  </a:lnTo>
                  <a:lnTo>
                    <a:pt x="1655580" y="1531620"/>
                  </a:lnTo>
                  <a:lnTo>
                    <a:pt x="1652016" y="1537715"/>
                  </a:lnTo>
                  <a:lnTo>
                    <a:pt x="15287" y="2199051"/>
                  </a:lnTo>
                  <a:close/>
                </a:path>
                <a:path extrusionOk="0" h="2205355" w="2551429">
                  <a:moveTo>
                    <a:pt x="15287" y="2199051"/>
                  </a:moveTo>
                  <a:lnTo>
                    <a:pt x="15158" y="2199051"/>
                  </a:lnTo>
                  <a:lnTo>
                    <a:pt x="9144" y="2193036"/>
                  </a:lnTo>
                  <a:lnTo>
                    <a:pt x="21806" y="2187907"/>
                  </a:lnTo>
                  <a:lnTo>
                    <a:pt x="15287" y="21990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63" name="Google Shape;3963;p69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1313687" y="979931"/>
              <a:ext cx="1991868" cy="18831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64" name="Google Shape;3964;p69"/>
            <p:cNvSpPr/>
            <p:nvPr/>
          </p:nvSpPr>
          <p:spPr>
            <a:xfrm>
              <a:off x="612635" y="5422392"/>
              <a:ext cx="207645" cy="515620"/>
            </a:xfrm>
            <a:custGeom>
              <a:rect b="b" l="l" r="r" t="t"/>
              <a:pathLst>
                <a:path extrusionOk="0" h="515620" w="207644">
                  <a:moveTo>
                    <a:pt x="202704" y="205740"/>
                  </a:moveTo>
                  <a:lnTo>
                    <a:pt x="198132" y="205740"/>
                  </a:lnTo>
                  <a:lnTo>
                    <a:pt x="198132" y="222504"/>
                  </a:lnTo>
                  <a:lnTo>
                    <a:pt x="193560" y="231648"/>
                  </a:lnTo>
                  <a:lnTo>
                    <a:pt x="190512" y="234696"/>
                  </a:lnTo>
                  <a:lnTo>
                    <a:pt x="188988" y="234696"/>
                  </a:lnTo>
                  <a:lnTo>
                    <a:pt x="185940" y="236220"/>
                  </a:lnTo>
                  <a:lnTo>
                    <a:pt x="121932" y="236220"/>
                  </a:lnTo>
                  <a:lnTo>
                    <a:pt x="48780" y="195072"/>
                  </a:lnTo>
                  <a:lnTo>
                    <a:pt x="15252" y="172212"/>
                  </a:lnTo>
                  <a:lnTo>
                    <a:pt x="9156" y="156972"/>
                  </a:lnTo>
                  <a:lnTo>
                    <a:pt x="4584" y="156972"/>
                  </a:lnTo>
                  <a:lnTo>
                    <a:pt x="4584" y="217932"/>
                  </a:lnTo>
                  <a:lnTo>
                    <a:pt x="9156" y="217932"/>
                  </a:lnTo>
                  <a:lnTo>
                    <a:pt x="9156" y="208788"/>
                  </a:lnTo>
                  <a:lnTo>
                    <a:pt x="10680" y="202692"/>
                  </a:lnTo>
                  <a:lnTo>
                    <a:pt x="13728" y="199644"/>
                  </a:lnTo>
                  <a:lnTo>
                    <a:pt x="15252" y="196596"/>
                  </a:lnTo>
                  <a:lnTo>
                    <a:pt x="19824" y="196596"/>
                  </a:lnTo>
                  <a:lnTo>
                    <a:pt x="111264" y="243840"/>
                  </a:lnTo>
                  <a:lnTo>
                    <a:pt x="45732" y="277368"/>
                  </a:lnTo>
                  <a:lnTo>
                    <a:pt x="35420" y="283133"/>
                  </a:lnTo>
                  <a:lnTo>
                    <a:pt x="27254" y="286893"/>
                  </a:lnTo>
                  <a:lnTo>
                    <a:pt x="21082" y="288950"/>
                  </a:lnTo>
                  <a:lnTo>
                    <a:pt x="16776" y="289560"/>
                  </a:lnTo>
                  <a:lnTo>
                    <a:pt x="15252" y="289560"/>
                  </a:lnTo>
                  <a:lnTo>
                    <a:pt x="12204" y="286512"/>
                  </a:lnTo>
                  <a:lnTo>
                    <a:pt x="9156" y="280416"/>
                  </a:lnTo>
                  <a:lnTo>
                    <a:pt x="9156" y="269748"/>
                  </a:lnTo>
                  <a:lnTo>
                    <a:pt x="4584" y="269748"/>
                  </a:lnTo>
                  <a:lnTo>
                    <a:pt x="4584" y="362712"/>
                  </a:lnTo>
                  <a:lnTo>
                    <a:pt x="9156" y="362712"/>
                  </a:lnTo>
                  <a:lnTo>
                    <a:pt x="9156" y="356616"/>
                  </a:lnTo>
                  <a:lnTo>
                    <a:pt x="10680" y="350520"/>
                  </a:lnTo>
                  <a:lnTo>
                    <a:pt x="44208" y="327660"/>
                  </a:lnTo>
                  <a:lnTo>
                    <a:pt x="129552" y="283464"/>
                  </a:lnTo>
                  <a:lnTo>
                    <a:pt x="179844" y="283464"/>
                  </a:lnTo>
                  <a:lnTo>
                    <a:pt x="185940" y="284988"/>
                  </a:lnTo>
                  <a:lnTo>
                    <a:pt x="187464" y="284988"/>
                  </a:lnTo>
                  <a:lnTo>
                    <a:pt x="192036" y="286512"/>
                  </a:lnTo>
                  <a:lnTo>
                    <a:pt x="193560" y="288036"/>
                  </a:lnTo>
                  <a:lnTo>
                    <a:pt x="196608" y="294132"/>
                  </a:lnTo>
                  <a:lnTo>
                    <a:pt x="198132" y="298704"/>
                  </a:lnTo>
                  <a:lnTo>
                    <a:pt x="198132" y="313944"/>
                  </a:lnTo>
                  <a:lnTo>
                    <a:pt x="202704" y="313944"/>
                  </a:lnTo>
                  <a:lnTo>
                    <a:pt x="202704" y="205740"/>
                  </a:lnTo>
                  <a:close/>
                </a:path>
                <a:path extrusionOk="0" h="515620" w="207644">
                  <a:moveTo>
                    <a:pt x="207264" y="445008"/>
                  </a:moveTo>
                  <a:lnTo>
                    <a:pt x="196989" y="406222"/>
                  </a:lnTo>
                  <a:lnTo>
                    <a:pt x="158330" y="377596"/>
                  </a:lnTo>
                  <a:lnTo>
                    <a:pt x="146304" y="376428"/>
                  </a:lnTo>
                  <a:lnTo>
                    <a:pt x="137185" y="377024"/>
                  </a:lnTo>
                  <a:lnTo>
                    <a:pt x="95821" y="403098"/>
                  </a:lnTo>
                  <a:lnTo>
                    <a:pt x="73850" y="445135"/>
                  </a:lnTo>
                  <a:lnTo>
                    <a:pt x="69151" y="454723"/>
                  </a:lnTo>
                  <a:lnTo>
                    <a:pt x="41148" y="484632"/>
                  </a:lnTo>
                  <a:lnTo>
                    <a:pt x="30480" y="484632"/>
                  </a:lnTo>
                  <a:lnTo>
                    <a:pt x="10668" y="451104"/>
                  </a:lnTo>
                  <a:lnTo>
                    <a:pt x="11557" y="441109"/>
                  </a:lnTo>
                  <a:lnTo>
                    <a:pt x="33604" y="406488"/>
                  </a:lnTo>
                  <a:lnTo>
                    <a:pt x="65532" y="393192"/>
                  </a:lnTo>
                  <a:lnTo>
                    <a:pt x="65532" y="388620"/>
                  </a:lnTo>
                  <a:lnTo>
                    <a:pt x="0" y="388620"/>
                  </a:lnTo>
                  <a:lnTo>
                    <a:pt x="0" y="393192"/>
                  </a:lnTo>
                  <a:lnTo>
                    <a:pt x="6096" y="394716"/>
                  </a:lnTo>
                  <a:lnTo>
                    <a:pt x="9144" y="396240"/>
                  </a:lnTo>
                  <a:lnTo>
                    <a:pt x="13716" y="400812"/>
                  </a:lnTo>
                  <a:lnTo>
                    <a:pt x="13716" y="405384"/>
                  </a:lnTo>
                  <a:lnTo>
                    <a:pt x="12192" y="409956"/>
                  </a:lnTo>
                  <a:lnTo>
                    <a:pt x="9144" y="417576"/>
                  </a:lnTo>
                  <a:lnTo>
                    <a:pt x="3048" y="429768"/>
                  </a:lnTo>
                  <a:lnTo>
                    <a:pt x="3048" y="434340"/>
                  </a:lnTo>
                  <a:lnTo>
                    <a:pt x="0" y="446532"/>
                  </a:lnTo>
                  <a:lnTo>
                    <a:pt x="0" y="452628"/>
                  </a:lnTo>
                  <a:lnTo>
                    <a:pt x="16764" y="496824"/>
                  </a:lnTo>
                  <a:lnTo>
                    <a:pt x="56388" y="515112"/>
                  </a:lnTo>
                  <a:lnTo>
                    <a:pt x="63233" y="514591"/>
                  </a:lnTo>
                  <a:lnTo>
                    <a:pt x="98158" y="496163"/>
                  </a:lnTo>
                  <a:lnTo>
                    <a:pt x="119278" y="463943"/>
                  </a:lnTo>
                  <a:lnTo>
                    <a:pt x="124968" y="451104"/>
                  </a:lnTo>
                  <a:lnTo>
                    <a:pt x="134302" y="433768"/>
                  </a:lnTo>
                  <a:lnTo>
                    <a:pt x="140208" y="422148"/>
                  </a:lnTo>
                  <a:lnTo>
                    <a:pt x="149352" y="413004"/>
                  </a:lnTo>
                  <a:lnTo>
                    <a:pt x="153924" y="409956"/>
                  </a:lnTo>
                  <a:lnTo>
                    <a:pt x="163080" y="406908"/>
                  </a:lnTo>
                  <a:lnTo>
                    <a:pt x="175260" y="406908"/>
                  </a:lnTo>
                  <a:lnTo>
                    <a:pt x="196596" y="443484"/>
                  </a:lnTo>
                  <a:lnTo>
                    <a:pt x="195694" y="454634"/>
                  </a:lnTo>
                  <a:lnTo>
                    <a:pt x="171627" y="493191"/>
                  </a:lnTo>
                  <a:lnTo>
                    <a:pt x="134112" y="510540"/>
                  </a:lnTo>
                  <a:lnTo>
                    <a:pt x="134112" y="515112"/>
                  </a:lnTo>
                  <a:lnTo>
                    <a:pt x="207264" y="515112"/>
                  </a:lnTo>
                  <a:lnTo>
                    <a:pt x="207264" y="510540"/>
                  </a:lnTo>
                  <a:lnTo>
                    <a:pt x="202704" y="509016"/>
                  </a:lnTo>
                  <a:lnTo>
                    <a:pt x="196596" y="502920"/>
                  </a:lnTo>
                  <a:lnTo>
                    <a:pt x="195072" y="499872"/>
                  </a:lnTo>
                  <a:lnTo>
                    <a:pt x="193548" y="498348"/>
                  </a:lnTo>
                  <a:lnTo>
                    <a:pt x="193548" y="492252"/>
                  </a:lnTo>
                  <a:lnTo>
                    <a:pt x="196596" y="483108"/>
                  </a:lnTo>
                  <a:lnTo>
                    <a:pt x="201180" y="475488"/>
                  </a:lnTo>
                  <a:lnTo>
                    <a:pt x="204228" y="467868"/>
                  </a:lnTo>
                  <a:lnTo>
                    <a:pt x="205740" y="463296"/>
                  </a:lnTo>
                  <a:lnTo>
                    <a:pt x="207264" y="457200"/>
                  </a:lnTo>
                  <a:lnTo>
                    <a:pt x="207264" y="445008"/>
                  </a:lnTo>
                  <a:close/>
                </a:path>
                <a:path extrusionOk="0" h="515620" w="207644">
                  <a:moveTo>
                    <a:pt x="207264" y="68580"/>
                  </a:moveTo>
                  <a:lnTo>
                    <a:pt x="196989" y="29794"/>
                  </a:lnTo>
                  <a:lnTo>
                    <a:pt x="158330" y="1168"/>
                  </a:lnTo>
                  <a:lnTo>
                    <a:pt x="146304" y="0"/>
                  </a:lnTo>
                  <a:lnTo>
                    <a:pt x="137185" y="571"/>
                  </a:lnTo>
                  <a:lnTo>
                    <a:pt x="95821" y="26479"/>
                  </a:lnTo>
                  <a:lnTo>
                    <a:pt x="73850" y="68707"/>
                  </a:lnTo>
                  <a:lnTo>
                    <a:pt x="69151" y="78295"/>
                  </a:lnTo>
                  <a:lnTo>
                    <a:pt x="41148" y="108204"/>
                  </a:lnTo>
                  <a:lnTo>
                    <a:pt x="30480" y="108204"/>
                  </a:lnTo>
                  <a:lnTo>
                    <a:pt x="10668" y="74676"/>
                  </a:lnTo>
                  <a:lnTo>
                    <a:pt x="11557" y="64681"/>
                  </a:lnTo>
                  <a:lnTo>
                    <a:pt x="33604" y="30060"/>
                  </a:lnTo>
                  <a:lnTo>
                    <a:pt x="65532" y="16764"/>
                  </a:lnTo>
                  <a:lnTo>
                    <a:pt x="65532" y="12192"/>
                  </a:lnTo>
                  <a:lnTo>
                    <a:pt x="0" y="12192"/>
                  </a:lnTo>
                  <a:lnTo>
                    <a:pt x="0" y="16764"/>
                  </a:lnTo>
                  <a:lnTo>
                    <a:pt x="6096" y="18288"/>
                  </a:lnTo>
                  <a:lnTo>
                    <a:pt x="9144" y="19812"/>
                  </a:lnTo>
                  <a:lnTo>
                    <a:pt x="10668" y="19812"/>
                  </a:lnTo>
                  <a:lnTo>
                    <a:pt x="12192" y="21336"/>
                  </a:lnTo>
                  <a:lnTo>
                    <a:pt x="13716" y="24384"/>
                  </a:lnTo>
                  <a:lnTo>
                    <a:pt x="13716" y="28956"/>
                  </a:lnTo>
                  <a:lnTo>
                    <a:pt x="12192" y="33528"/>
                  </a:lnTo>
                  <a:lnTo>
                    <a:pt x="9144" y="41148"/>
                  </a:lnTo>
                  <a:lnTo>
                    <a:pt x="3048" y="53340"/>
                  </a:lnTo>
                  <a:lnTo>
                    <a:pt x="3048" y="57912"/>
                  </a:lnTo>
                  <a:lnTo>
                    <a:pt x="0" y="70104"/>
                  </a:lnTo>
                  <a:lnTo>
                    <a:pt x="0" y="76200"/>
                  </a:lnTo>
                  <a:lnTo>
                    <a:pt x="16764" y="120396"/>
                  </a:lnTo>
                  <a:lnTo>
                    <a:pt x="56388" y="138684"/>
                  </a:lnTo>
                  <a:lnTo>
                    <a:pt x="63233" y="138163"/>
                  </a:lnTo>
                  <a:lnTo>
                    <a:pt x="98158" y="119735"/>
                  </a:lnTo>
                  <a:lnTo>
                    <a:pt x="119278" y="87515"/>
                  </a:lnTo>
                  <a:lnTo>
                    <a:pt x="124968" y="74676"/>
                  </a:lnTo>
                  <a:lnTo>
                    <a:pt x="134302" y="57340"/>
                  </a:lnTo>
                  <a:lnTo>
                    <a:pt x="140208" y="45720"/>
                  </a:lnTo>
                  <a:lnTo>
                    <a:pt x="149352" y="36576"/>
                  </a:lnTo>
                  <a:lnTo>
                    <a:pt x="153924" y="33528"/>
                  </a:lnTo>
                  <a:lnTo>
                    <a:pt x="163080" y="30480"/>
                  </a:lnTo>
                  <a:lnTo>
                    <a:pt x="175260" y="30480"/>
                  </a:lnTo>
                  <a:lnTo>
                    <a:pt x="196596" y="67056"/>
                  </a:lnTo>
                  <a:lnTo>
                    <a:pt x="195694" y="78206"/>
                  </a:lnTo>
                  <a:lnTo>
                    <a:pt x="171627" y="116763"/>
                  </a:lnTo>
                  <a:lnTo>
                    <a:pt x="134112" y="134112"/>
                  </a:lnTo>
                  <a:lnTo>
                    <a:pt x="134112" y="138684"/>
                  </a:lnTo>
                  <a:lnTo>
                    <a:pt x="207264" y="138684"/>
                  </a:lnTo>
                  <a:lnTo>
                    <a:pt x="207264" y="134112"/>
                  </a:lnTo>
                  <a:lnTo>
                    <a:pt x="202704" y="132588"/>
                  </a:lnTo>
                  <a:lnTo>
                    <a:pt x="196596" y="126492"/>
                  </a:lnTo>
                  <a:lnTo>
                    <a:pt x="195072" y="123444"/>
                  </a:lnTo>
                  <a:lnTo>
                    <a:pt x="193548" y="121920"/>
                  </a:lnTo>
                  <a:lnTo>
                    <a:pt x="193548" y="115824"/>
                  </a:lnTo>
                  <a:lnTo>
                    <a:pt x="196596" y="106680"/>
                  </a:lnTo>
                  <a:lnTo>
                    <a:pt x="201180" y="99060"/>
                  </a:lnTo>
                  <a:lnTo>
                    <a:pt x="204228" y="91440"/>
                  </a:lnTo>
                  <a:lnTo>
                    <a:pt x="205740" y="86868"/>
                  </a:lnTo>
                  <a:lnTo>
                    <a:pt x="207264" y="80772"/>
                  </a:lnTo>
                  <a:lnTo>
                    <a:pt x="207264" y="6858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65" name="Google Shape;3965;p69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617220" y="5222747"/>
              <a:ext cx="198119" cy="17830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66" name="Google Shape;3966;p69"/>
            <p:cNvPicPr preferRelativeResize="0"/>
            <p:nvPr/>
          </p:nvPicPr>
          <p:blipFill rotWithShape="1">
            <a:blip r:embed="rId75">
              <a:alphaModFix/>
            </a:blip>
            <a:srcRect b="0" l="0" r="0" t="0"/>
            <a:stretch/>
          </p:blipFill>
          <p:spPr>
            <a:xfrm>
              <a:off x="617220" y="5026151"/>
              <a:ext cx="198120" cy="1767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67" name="Google Shape;3967;p69"/>
            <p:cNvSpPr/>
            <p:nvPr/>
          </p:nvSpPr>
          <p:spPr>
            <a:xfrm>
              <a:off x="617220" y="4741163"/>
              <a:ext cx="198120" cy="268605"/>
            </a:xfrm>
            <a:custGeom>
              <a:rect b="b" l="l" r="r" t="t"/>
              <a:pathLst>
                <a:path extrusionOk="0" h="268604" w="198119">
                  <a:moveTo>
                    <a:pt x="198119" y="268223"/>
                  </a:moveTo>
                  <a:lnTo>
                    <a:pt x="193548" y="268223"/>
                  </a:lnTo>
                  <a:lnTo>
                    <a:pt x="193548" y="257555"/>
                  </a:lnTo>
                  <a:lnTo>
                    <a:pt x="192024" y="254507"/>
                  </a:lnTo>
                  <a:lnTo>
                    <a:pt x="190500" y="249935"/>
                  </a:lnTo>
                  <a:lnTo>
                    <a:pt x="187452" y="248411"/>
                  </a:lnTo>
                  <a:lnTo>
                    <a:pt x="182880" y="243839"/>
                  </a:lnTo>
                  <a:lnTo>
                    <a:pt x="173736" y="240791"/>
                  </a:lnTo>
                  <a:lnTo>
                    <a:pt x="16764" y="240791"/>
                  </a:lnTo>
                  <a:lnTo>
                    <a:pt x="13716" y="242315"/>
                  </a:lnTo>
                  <a:lnTo>
                    <a:pt x="12192" y="243839"/>
                  </a:lnTo>
                  <a:lnTo>
                    <a:pt x="9144" y="245363"/>
                  </a:lnTo>
                  <a:lnTo>
                    <a:pt x="7620" y="248411"/>
                  </a:lnTo>
                  <a:lnTo>
                    <a:pt x="6096" y="252983"/>
                  </a:lnTo>
                  <a:lnTo>
                    <a:pt x="4572" y="256031"/>
                  </a:lnTo>
                  <a:lnTo>
                    <a:pt x="4572" y="268223"/>
                  </a:lnTo>
                  <a:lnTo>
                    <a:pt x="0" y="268223"/>
                  </a:lnTo>
                  <a:lnTo>
                    <a:pt x="0" y="188975"/>
                  </a:lnTo>
                  <a:lnTo>
                    <a:pt x="129539" y="134111"/>
                  </a:lnTo>
                  <a:lnTo>
                    <a:pt x="0" y="80771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12192"/>
                  </a:lnTo>
                  <a:lnTo>
                    <a:pt x="6096" y="16763"/>
                  </a:lnTo>
                  <a:lnTo>
                    <a:pt x="9144" y="22859"/>
                  </a:lnTo>
                  <a:lnTo>
                    <a:pt x="15240" y="25907"/>
                  </a:lnTo>
                  <a:lnTo>
                    <a:pt x="16764" y="27432"/>
                  </a:lnTo>
                  <a:lnTo>
                    <a:pt x="181356" y="27432"/>
                  </a:lnTo>
                  <a:lnTo>
                    <a:pt x="184404" y="25907"/>
                  </a:lnTo>
                  <a:lnTo>
                    <a:pt x="185928" y="24383"/>
                  </a:lnTo>
                  <a:lnTo>
                    <a:pt x="188976" y="22859"/>
                  </a:lnTo>
                  <a:lnTo>
                    <a:pt x="192024" y="16763"/>
                  </a:lnTo>
                  <a:lnTo>
                    <a:pt x="193548" y="12192"/>
                  </a:lnTo>
                  <a:lnTo>
                    <a:pt x="193548" y="0"/>
                  </a:lnTo>
                  <a:lnTo>
                    <a:pt x="198119" y="0"/>
                  </a:lnTo>
                  <a:lnTo>
                    <a:pt x="198119" y="102107"/>
                  </a:lnTo>
                  <a:lnTo>
                    <a:pt x="193548" y="102107"/>
                  </a:lnTo>
                  <a:lnTo>
                    <a:pt x="193548" y="89915"/>
                  </a:lnTo>
                  <a:lnTo>
                    <a:pt x="192024" y="85343"/>
                  </a:lnTo>
                  <a:lnTo>
                    <a:pt x="188976" y="79247"/>
                  </a:lnTo>
                  <a:lnTo>
                    <a:pt x="187452" y="77723"/>
                  </a:lnTo>
                  <a:lnTo>
                    <a:pt x="182880" y="76199"/>
                  </a:lnTo>
                  <a:lnTo>
                    <a:pt x="181356" y="74675"/>
                  </a:lnTo>
                  <a:lnTo>
                    <a:pt x="18288" y="74675"/>
                  </a:lnTo>
                  <a:lnTo>
                    <a:pt x="198119" y="150875"/>
                  </a:lnTo>
                  <a:lnTo>
                    <a:pt x="198119" y="153923"/>
                  </a:lnTo>
                  <a:lnTo>
                    <a:pt x="19812" y="228599"/>
                  </a:lnTo>
                  <a:lnTo>
                    <a:pt x="176783" y="228599"/>
                  </a:lnTo>
                  <a:lnTo>
                    <a:pt x="193548" y="201167"/>
                  </a:lnTo>
                  <a:lnTo>
                    <a:pt x="198119" y="201167"/>
                  </a:lnTo>
                  <a:lnTo>
                    <a:pt x="198119" y="268223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68" name="Google Shape;3968;p69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844295" y="5392420"/>
              <a:ext cx="1155191" cy="2387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69" name="Google Shape;3969;p69"/>
            <p:cNvSpPr/>
            <p:nvPr/>
          </p:nvSpPr>
          <p:spPr>
            <a:xfrm>
              <a:off x="839723" y="5378196"/>
              <a:ext cx="1165860" cy="2414270"/>
            </a:xfrm>
            <a:custGeom>
              <a:rect b="b" l="l" r="r" t="t"/>
              <a:pathLst>
                <a:path extrusionOk="0" h="2414270" w="1165860">
                  <a:moveTo>
                    <a:pt x="1165860" y="2414016"/>
                  </a:moveTo>
                  <a:lnTo>
                    <a:pt x="57912" y="1461516"/>
                  </a:lnTo>
                  <a:lnTo>
                    <a:pt x="0" y="0"/>
                  </a:lnTo>
                  <a:lnTo>
                    <a:pt x="12372" y="10667"/>
                  </a:lnTo>
                  <a:lnTo>
                    <a:pt x="9144" y="10667"/>
                  </a:lnTo>
                  <a:lnTo>
                    <a:pt x="1524" y="15240"/>
                  </a:lnTo>
                  <a:lnTo>
                    <a:pt x="9605" y="22198"/>
                  </a:lnTo>
                  <a:lnTo>
                    <a:pt x="66934" y="1455420"/>
                  </a:lnTo>
                  <a:lnTo>
                    <a:pt x="65532" y="1455420"/>
                  </a:lnTo>
                  <a:lnTo>
                    <a:pt x="67056" y="1458468"/>
                  </a:lnTo>
                  <a:lnTo>
                    <a:pt x="69077" y="1458468"/>
                  </a:lnTo>
                  <a:lnTo>
                    <a:pt x="1154718" y="2391817"/>
                  </a:lnTo>
                  <a:lnTo>
                    <a:pt x="1155192" y="2403348"/>
                  </a:lnTo>
                  <a:lnTo>
                    <a:pt x="1165425" y="2403348"/>
                  </a:lnTo>
                  <a:lnTo>
                    <a:pt x="1165860" y="2414016"/>
                  </a:lnTo>
                  <a:close/>
                </a:path>
                <a:path extrusionOk="0" h="2414270" w="1165860">
                  <a:moveTo>
                    <a:pt x="9605" y="22198"/>
                  </a:moveTo>
                  <a:lnTo>
                    <a:pt x="1524" y="15240"/>
                  </a:lnTo>
                  <a:lnTo>
                    <a:pt x="9144" y="10667"/>
                  </a:lnTo>
                  <a:lnTo>
                    <a:pt x="9605" y="22198"/>
                  </a:lnTo>
                  <a:close/>
                </a:path>
                <a:path extrusionOk="0" h="2414270" w="1165860">
                  <a:moveTo>
                    <a:pt x="1095774" y="957510"/>
                  </a:moveTo>
                  <a:lnTo>
                    <a:pt x="9605" y="22198"/>
                  </a:lnTo>
                  <a:lnTo>
                    <a:pt x="9144" y="10667"/>
                  </a:lnTo>
                  <a:lnTo>
                    <a:pt x="12372" y="10667"/>
                  </a:lnTo>
                  <a:lnTo>
                    <a:pt x="1106424" y="954024"/>
                  </a:lnTo>
                  <a:lnTo>
                    <a:pt x="1106548" y="957071"/>
                  </a:lnTo>
                  <a:lnTo>
                    <a:pt x="1095756" y="957071"/>
                  </a:lnTo>
                  <a:lnTo>
                    <a:pt x="1095774" y="957510"/>
                  </a:lnTo>
                  <a:close/>
                </a:path>
                <a:path extrusionOk="0" h="2414270" w="1165860">
                  <a:moveTo>
                    <a:pt x="1098804" y="960120"/>
                  </a:moveTo>
                  <a:lnTo>
                    <a:pt x="1095774" y="957510"/>
                  </a:lnTo>
                  <a:lnTo>
                    <a:pt x="1095756" y="957071"/>
                  </a:lnTo>
                  <a:lnTo>
                    <a:pt x="1098804" y="960120"/>
                  </a:lnTo>
                  <a:close/>
                </a:path>
                <a:path extrusionOk="0" h="2414270" w="1165860">
                  <a:moveTo>
                    <a:pt x="1106672" y="960120"/>
                  </a:moveTo>
                  <a:lnTo>
                    <a:pt x="1098804" y="960120"/>
                  </a:lnTo>
                  <a:lnTo>
                    <a:pt x="1095756" y="957071"/>
                  </a:lnTo>
                  <a:lnTo>
                    <a:pt x="1106548" y="957071"/>
                  </a:lnTo>
                  <a:lnTo>
                    <a:pt x="1106672" y="960120"/>
                  </a:lnTo>
                  <a:close/>
                </a:path>
                <a:path extrusionOk="0" h="2414270" w="1165860">
                  <a:moveTo>
                    <a:pt x="1165425" y="2403348"/>
                  </a:moveTo>
                  <a:lnTo>
                    <a:pt x="1155192" y="2403348"/>
                  </a:lnTo>
                  <a:lnTo>
                    <a:pt x="1162812" y="2398776"/>
                  </a:lnTo>
                  <a:lnTo>
                    <a:pt x="1154718" y="2391817"/>
                  </a:lnTo>
                  <a:lnTo>
                    <a:pt x="1095881" y="960120"/>
                  </a:lnTo>
                  <a:lnTo>
                    <a:pt x="1095774" y="957510"/>
                  </a:lnTo>
                  <a:lnTo>
                    <a:pt x="1098804" y="960120"/>
                  </a:lnTo>
                  <a:lnTo>
                    <a:pt x="1106672" y="960120"/>
                  </a:lnTo>
                  <a:lnTo>
                    <a:pt x="1165425" y="2403348"/>
                  </a:lnTo>
                  <a:close/>
                </a:path>
                <a:path extrusionOk="0" h="2414270" w="1165860">
                  <a:moveTo>
                    <a:pt x="67056" y="1458468"/>
                  </a:moveTo>
                  <a:lnTo>
                    <a:pt x="65532" y="1455420"/>
                  </a:lnTo>
                  <a:lnTo>
                    <a:pt x="66984" y="1456668"/>
                  </a:lnTo>
                  <a:lnTo>
                    <a:pt x="67056" y="1458468"/>
                  </a:lnTo>
                  <a:close/>
                </a:path>
                <a:path extrusionOk="0" h="2414270" w="1165860">
                  <a:moveTo>
                    <a:pt x="66984" y="1456668"/>
                  </a:moveTo>
                  <a:lnTo>
                    <a:pt x="65532" y="1455420"/>
                  </a:lnTo>
                  <a:lnTo>
                    <a:pt x="66934" y="1455420"/>
                  </a:lnTo>
                  <a:lnTo>
                    <a:pt x="66984" y="1456668"/>
                  </a:lnTo>
                  <a:close/>
                </a:path>
                <a:path extrusionOk="0" h="2414270" w="1165860">
                  <a:moveTo>
                    <a:pt x="69077" y="1458468"/>
                  </a:moveTo>
                  <a:lnTo>
                    <a:pt x="67056" y="1458468"/>
                  </a:lnTo>
                  <a:lnTo>
                    <a:pt x="66984" y="1456668"/>
                  </a:lnTo>
                  <a:lnTo>
                    <a:pt x="69077" y="1458468"/>
                  </a:lnTo>
                  <a:close/>
                </a:path>
                <a:path extrusionOk="0" h="2414270" w="1165860">
                  <a:moveTo>
                    <a:pt x="1155192" y="2403348"/>
                  </a:moveTo>
                  <a:lnTo>
                    <a:pt x="1154718" y="2391817"/>
                  </a:lnTo>
                  <a:lnTo>
                    <a:pt x="1162812" y="2398776"/>
                  </a:lnTo>
                  <a:lnTo>
                    <a:pt x="1155192" y="24033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70" name="Google Shape;3970;p69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844295" y="2987548"/>
              <a:ext cx="1155191" cy="2387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71" name="Google Shape;3971;p69"/>
            <p:cNvSpPr/>
            <p:nvPr/>
          </p:nvSpPr>
          <p:spPr>
            <a:xfrm>
              <a:off x="839724" y="2976371"/>
              <a:ext cx="1165860" cy="2411095"/>
            </a:xfrm>
            <a:custGeom>
              <a:rect b="b" l="l" r="r" t="t"/>
              <a:pathLst>
                <a:path extrusionOk="0" h="2411095" w="1165860">
                  <a:moveTo>
                    <a:pt x="1106548" y="1455419"/>
                  </a:moveTo>
                  <a:lnTo>
                    <a:pt x="1095756" y="1455419"/>
                  </a:lnTo>
                  <a:lnTo>
                    <a:pt x="1098804" y="1452372"/>
                  </a:lnTo>
                  <a:lnTo>
                    <a:pt x="1095881" y="1452372"/>
                  </a:lnTo>
                  <a:lnTo>
                    <a:pt x="1154718" y="19161"/>
                  </a:lnTo>
                  <a:lnTo>
                    <a:pt x="1162812" y="12191"/>
                  </a:lnTo>
                  <a:lnTo>
                    <a:pt x="1156245" y="8252"/>
                  </a:lnTo>
                  <a:lnTo>
                    <a:pt x="1165860" y="0"/>
                  </a:lnTo>
                  <a:lnTo>
                    <a:pt x="1106672" y="1452372"/>
                  </a:lnTo>
                  <a:lnTo>
                    <a:pt x="1098804" y="1452372"/>
                  </a:lnTo>
                  <a:lnTo>
                    <a:pt x="1095774" y="1454981"/>
                  </a:lnTo>
                  <a:lnTo>
                    <a:pt x="1106566" y="1454981"/>
                  </a:lnTo>
                  <a:lnTo>
                    <a:pt x="1106548" y="1455419"/>
                  </a:lnTo>
                  <a:close/>
                </a:path>
                <a:path extrusionOk="0" h="2411095" w="1165860">
                  <a:moveTo>
                    <a:pt x="1155126" y="9212"/>
                  </a:moveTo>
                  <a:lnTo>
                    <a:pt x="1155192" y="7619"/>
                  </a:lnTo>
                  <a:lnTo>
                    <a:pt x="1156245" y="8252"/>
                  </a:lnTo>
                  <a:lnTo>
                    <a:pt x="1155126" y="9212"/>
                  </a:lnTo>
                  <a:close/>
                </a:path>
                <a:path extrusionOk="0" h="2411095" w="1165860">
                  <a:moveTo>
                    <a:pt x="1154718" y="19161"/>
                  </a:moveTo>
                  <a:lnTo>
                    <a:pt x="1155004" y="12191"/>
                  </a:lnTo>
                  <a:lnTo>
                    <a:pt x="1155126" y="9212"/>
                  </a:lnTo>
                  <a:lnTo>
                    <a:pt x="1156245" y="8252"/>
                  </a:lnTo>
                  <a:lnTo>
                    <a:pt x="1162812" y="12191"/>
                  </a:lnTo>
                  <a:lnTo>
                    <a:pt x="1154718" y="19161"/>
                  </a:lnTo>
                  <a:close/>
                </a:path>
                <a:path extrusionOk="0" h="2411095" w="1165860">
                  <a:moveTo>
                    <a:pt x="0" y="2410968"/>
                  </a:moveTo>
                  <a:lnTo>
                    <a:pt x="57670" y="957071"/>
                  </a:lnTo>
                  <a:lnTo>
                    <a:pt x="57791" y="954023"/>
                  </a:lnTo>
                  <a:lnTo>
                    <a:pt x="57912" y="950975"/>
                  </a:lnTo>
                  <a:lnTo>
                    <a:pt x="1155126" y="9212"/>
                  </a:lnTo>
                  <a:lnTo>
                    <a:pt x="1154718" y="19161"/>
                  </a:lnTo>
                  <a:lnTo>
                    <a:pt x="69071" y="954023"/>
                  </a:lnTo>
                  <a:lnTo>
                    <a:pt x="67056" y="954023"/>
                  </a:lnTo>
                  <a:lnTo>
                    <a:pt x="65532" y="957071"/>
                  </a:lnTo>
                  <a:lnTo>
                    <a:pt x="66933" y="957071"/>
                  </a:lnTo>
                  <a:lnTo>
                    <a:pt x="9542" y="2390347"/>
                  </a:lnTo>
                  <a:lnTo>
                    <a:pt x="1524" y="2397252"/>
                  </a:lnTo>
                  <a:lnTo>
                    <a:pt x="9144" y="2400300"/>
                  </a:lnTo>
                  <a:lnTo>
                    <a:pt x="12391" y="2400300"/>
                  </a:lnTo>
                  <a:lnTo>
                    <a:pt x="0" y="2410968"/>
                  </a:lnTo>
                  <a:close/>
                </a:path>
                <a:path extrusionOk="0" h="2411095" w="1165860">
                  <a:moveTo>
                    <a:pt x="65532" y="957071"/>
                  </a:moveTo>
                  <a:lnTo>
                    <a:pt x="67056" y="954023"/>
                  </a:lnTo>
                  <a:lnTo>
                    <a:pt x="66984" y="955821"/>
                  </a:lnTo>
                  <a:lnTo>
                    <a:pt x="65532" y="957071"/>
                  </a:lnTo>
                  <a:close/>
                </a:path>
                <a:path extrusionOk="0" h="2411095" w="1165860">
                  <a:moveTo>
                    <a:pt x="66984" y="955821"/>
                  </a:moveTo>
                  <a:lnTo>
                    <a:pt x="67056" y="954023"/>
                  </a:lnTo>
                  <a:lnTo>
                    <a:pt x="69071" y="954023"/>
                  </a:lnTo>
                  <a:lnTo>
                    <a:pt x="66984" y="955821"/>
                  </a:lnTo>
                  <a:close/>
                </a:path>
                <a:path extrusionOk="0" h="2411095" w="1165860">
                  <a:moveTo>
                    <a:pt x="66933" y="957071"/>
                  </a:moveTo>
                  <a:lnTo>
                    <a:pt x="65532" y="957071"/>
                  </a:lnTo>
                  <a:lnTo>
                    <a:pt x="66984" y="955821"/>
                  </a:lnTo>
                  <a:lnTo>
                    <a:pt x="66933" y="957071"/>
                  </a:lnTo>
                  <a:close/>
                </a:path>
                <a:path extrusionOk="0" h="2411095" w="1165860">
                  <a:moveTo>
                    <a:pt x="1095756" y="1455419"/>
                  </a:moveTo>
                  <a:lnTo>
                    <a:pt x="1095774" y="1454981"/>
                  </a:lnTo>
                  <a:lnTo>
                    <a:pt x="1098804" y="1452372"/>
                  </a:lnTo>
                  <a:lnTo>
                    <a:pt x="1095756" y="1455419"/>
                  </a:lnTo>
                  <a:close/>
                </a:path>
                <a:path extrusionOk="0" h="2411095" w="1165860">
                  <a:moveTo>
                    <a:pt x="12391" y="2400300"/>
                  </a:moveTo>
                  <a:lnTo>
                    <a:pt x="9144" y="2400300"/>
                  </a:lnTo>
                  <a:lnTo>
                    <a:pt x="9542" y="2390347"/>
                  </a:lnTo>
                  <a:lnTo>
                    <a:pt x="1095774" y="1454981"/>
                  </a:lnTo>
                  <a:lnTo>
                    <a:pt x="1095756" y="1455419"/>
                  </a:lnTo>
                  <a:lnTo>
                    <a:pt x="1106548" y="1455419"/>
                  </a:lnTo>
                  <a:lnTo>
                    <a:pt x="1106424" y="1458467"/>
                  </a:lnTo>
                  <a:lnTo>
                    <a:pt x="12391" y="2400300"/>
                  </a:lnTo>
                  <a:close/>
                </a:path>
                <a:path extrusionOk="0" h="2411095" w="1165860">
                  <a:moveTo>
                    <a:pt x="9144" y="2400300"/>
                  </a:moveTo>
                  <a:lnTo>
                    <a:pt x="1524" y="2397252"/>
                  </a:lnTo>
                  <a:lnTo>
                    <a:pt x="9542" y="2390347"/>
                  </a:lnTo>
                  <a:lnTo>
                    <a:pt x="9266" y="2397252"/>
                  </a:lnTo>
                  <a:lnTo>
                    <a:pt x="9144" y="24003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72" name="Google Shape;3972;p69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886968" y="4444492"/>
              <a:ext cx="1062227" cy="18923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73" name="Google Shape;3973;p69"/>
            <p:cNvSpPr/>
            <p:nvPr/>
          </p:nvSpPr>
          <p:spPr>
            <a:xfrm>
              <a:off x="879335" y="4431792"/>
              <a:ext cx="1074420" cy="1917700"/>
            </a:xfrm>
            <a:custGeom>
              <a:rect b="b" l="l" r="r" t="t"/>
              <a:pathLst>
                <a:path extrusionOk="0" h="1917700" w="1074420">
                  <a:moveTo>
                    <a:pt x="886980" y="871728"/>
                  </a:moveTo>
                  <a:lnTo>
                    <a:pt x="725424" y="871728"/>
                  </a:lnTo>
                  <a:lnTo>
                    <a:pt x="725424" y="905256"/>
                  </a:lnTo>
                  <a:lnTo>
                    <a:pt x="886980" y="905256"/>
                  </a:lnTo>
                  <a:lnTo>
                    <a:pt x="886980" y="871728"/>
                  </a:lnTo>
                  <a:close/>
                </a:path>
                <a:path extrusionOk="0" h="1917700" w="1074420">
                  <a:moveTo>
                    <a:pt x="1074420" y="0"/>
                  </a:moveTo>
                  <a:lnTo>
                    <a:pt x="1065276" y="8166"/>
                  </a:lnTo>
                  <a:lnTo>
                    <a:pt x="1065276" y="20510"/>
                  </a:lnTo>
                  <a:lnTo>
                    <a:pt x="1065276" y="1896681"/>
                  </a:lnTo>
                  <a:lnTo>
                    <a:pt x="17691" y="961644"/>
                  </a:lnTo>
                  <a:lnTo>
                    <a:pt x="13423" y="957846"/>
                  </a:lnTo>
                  <a:lnTo>
                    <a:pt x="17703" y="954024"/>
                  </a:lnTo>
                  <a:lnTo>
                    <a:pt x="1065276" y="20510"/>
                  </a:lnTo>
                  <a:lnTo>
                    <a:pt x="1065276" y="8166"/>
                  </a:lnTo>
                  <a:lnTo>
                    <a:pt x="0" y="958596"/>
                  </a:lnTo>
                  <a:lnTo>
                    <a:pt x="1074420" y="1917192"/>
                  </a:lnTo>
                  <a:lnTo>
                    <a:pt x="1074420" y="1906524"/>
                  </a:lnTo>
                  <a:lnTo>
                    <a:pt x="1074420" y="10668"/>
                  </a:lnTo>
                  <a:lnTo>
                    <a:pt x="10744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74" name="Google Shape;3974;p69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1603248" y="5140452"/>
              <a:ext cx="163067" cy="1402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75" name="Google Shape;3975;p69"/>
            <p:cNvSpPr/>
            <p:nvPr/>
          </p:nvSpPr>
          <p:spPr>
            <a:xfrm>
              <a:off x="1363980" y="6733031"/>
              <a:ext cx="489584" cy="573405"/>
            </a:xfrm>
            <a:custGeom>
              <a:rect b="b" l="l" r="r" t="t"/>
              <a:pathLst>
                <a:path extrusionOk="0" h="573404" w="489585">
                  <a:moveTo>
                    <a:pt x="243840" y="573024"/>
                  </a:moveTo>
                  <a:lnTo>
                    <a:pt x="200156" y="568416"/>
                  </a:lnTo>
                  <a:lnTo>
                    <a:pt x="158981" y="555129"/>
                  </a:lnTo>
                  <a:lnTo>
                    <a:pt x="121016" y="533964"/>
                  </a:lnTo>
                  <a:lnTo>
                    <a:pt x="86966" y="505725"/>
                  </a:lnTo>
                  <a:lnTo>
                    <a:pt x="57531" y="471214"/>
                  </a:lnTo>
                  <a:lnTo>
                    <a:pt x="33415" y="431235"/>
                  </a:lnTo>
                  <a:lnTo>
                    <a:pt x="15319" y="386590"/>
                  </a:lnTo>
                  <a:lnTo>
                    <a:pt x="3946" y="338081"/>
                  </a:lnTo>
                  <a:lnTo>
                    <a:pt x="0" y="286512"/>
                  </a:lnTo>
                  <a:lnTo>
                    <a:pt x="3946" y="234942"/>
                  </a:lnTo>
                  <a:lnTo>
                    <a:pt x="15319" y="186433"/>
                  </a:lnTo>
                  <a:lnTo>
                    <a:pt x="33415" y="141788"/>
                  </a:lnTo>
                  <a:lnTo>
                    <a:pt x="57531" y="101809"/>
                  </a:lnTo>
                  <a:lnTo>
                    <a:pt x="86966" y="67298"/>
                  </a:lnTo>
                  <a:lnTo>
                    <a:pt x="121016" y="39059"/>
                  </a:lnTo>
                  <a:lnTo>
                    <a:pt x="158981" y="17894"/>
                  </a:lnTo>
                  <a:lnTo>
                    <a:pt x="200156" y="4607"/>
                  </a:lnTo>
                  <a:lnTo>
                    <a:pt x="243840" y="0"/>
                  </a:lnTo>
                  <a:lnTo>
                    <a:pt x="288378" y="4607"/>
                  </a:lnTo>
                  <a:lnTo>
                    <a:pt x="330120" y="17894"/>
                  </a:lnTo>
                  <a:lnTo>
                    <a:pt x="368412" y="39059"/>
                  </a:lnTo>
                  <a:lnTo>
                    <a:pt x="402603" y="67298"/>
                  </a:lnTo>
                  <a:lnTo>
                    <a:pt x="432040" y="101809"/>
                  </a:lnTo>
                  <a:lnTo>
                    <a:pt x="456071" y="141788"/>
                  </a:lnTo>
                  <a:lnTo>
                    <a:pt x="474043" y="186433"/>
                  </a:lnTo>
                  <a:lnTo>
                    <a:pt x="485305" y="234942"/>
                  </a:lnTo>
                  <a:lnTo>
                    <a:pt x="489204" y="286512"/>
                  </a:lnTo>
                  <a:lnTo>
                    <a:pt x="485305" y="338081"/>
                  </a:lnTo>
                  <a:lnTo>
                    <a:pt x="474043" y="386590"/>
                  </a:lnTo>
                  <a:lnTo>
                    <a:pt x="456071" y="431235"/>
                  </a:lnTo>
                  <a:lnTo>
                    <a:pt x="432040" y="471214"/>
                  </a:lnTo>
                  <a:lnTo>
                    <a:pt x="402603" y="505725"/>
                  </a:lnTo>
                  <a:lnTo>
                    <a:pt x="368412" y="533964"/>
                  </a:lnTo>
                  <a:lnTo>
                    <a:pt x="330120" y="555129"/>
                  </a:lnTo>
                  <a:lnTo>
                    <a:pt x="288378" y="568416"/>
                  </a:lnTo>
                  <a:lnTo>
                    <a:pt x="243840" y="573024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9"/>
            <p:cNvSpPr/>
            <p:nvPr/>
          </p:nvSpPr>
          <p:spPr>
            <a:xfrm>
              <a:off x="1359408" y="6728459"/>
              <a:ext cx="500380" cy="584200"/>
            </a:xfrm>
            <a:custGeom>
              <a:rect b="b" l="l" r="r" t="t"/>
              <a:pathLst>
                <a:path extrusionOk="0" h="584200" w="500380">
                  <a:moveTo>
                    <a:pt x="248412" y="583692"/>
                  </a:moveTo>
                  <a:lnTo>
                    <a:pt x="237744" y="582168"/>
                  </a:lnTo>
                  <a:lnTo>
                    <a:pt x="224028" y="582168"/>
                  </a:lnTo>
                  <a:lnTo>
                    <a:pt x="211836" y="579120"/>
                  </a:lnTo>
                  <a:lnTo>
                    <a:pt x="199644" y="577596"/>
                  </a:lnTo>
                  <a:lnTo>
                    <a:pt x="187452" y="573024"/>
                  </a:lnTo>
                  <a:lnTo>
                    <a:pt x="175260" y="569976"/>
                  </a:lnTo>
                  <a:lnTo>
                    <a:pt x="163068" y="565404"/>
                  </a:lnTo>
                  <a:lnTo>
                    <a:pt x="152400" y="559308"/>
                  </a:lnTo>
                  <a:lnTo>
                    <a:pt x="131064" y="548640"/>
                  </a:lnTo>
                  <a:lnTo>
                    <a:pt x="89916" y="516636"/>
                  </a:lnTo>
                  <a:lnTo>
                    <a:pt x="57912" y="477012"/>
                  </a:lnTo>
                  <a:lnTo>
                    <a:pt x="28955" y="429768"/>
                  </a:lnTo>
                  <a:lnTo>
                    <a:pt x="12192" y="377952"/>
                  </a:lnTo>
                  <a:lnTo>
                    <a:pt x="7619" y="364235"/>
                  </a:lnTo>
                  <a:lnTo>
                    <a:pt x="6095" y="348996"/>
                  </a:lnTo>
                  <a:lnTo>
                    <a:pt x="3048" y="335280"/>
                  </a:lnTo>
                  <a:lnTo>
                    <a:pt x="1524" y="321564"/>
                  </a:lnTo>
                  <a:lnTo>
                    <a:pt x="0" y="306323"/>
                  </a:lnTo>
                  <a:lnTo>
                    <a:pt x="0" y="277367"/>
                  </a:lnTo>
                  <a:lnTo>
                    <a:pt x="3048" y="246887"/>
                  </a:lnTo>
                  <a:lnTo>
                    <a:pt x="6095" y="231648"/>
                  </a:lnTo>
                  <a:lnTo>
                    <a:pt x="7619" y="219455"/>
                  </a:lnTo>
                  <a:lnTo>
                    <a:pt x="12192" y="204215"/>
                  </a:lnTo>
                  <a:lnTo>
                    <a:pt x="19812" y="176783"/>
                  </a:lnTo>
                  <a:lnTo>
                    <a:pt x="28955" y="152400"/>
                  </a:lnTo>
                  <a:lnTo>
                    <a:pt x="56388" y="106679"/>
                  </a:lnTo>
                  <a:lnTo>
                    <a:pt x="89916" y="65531"/>
                  </a:lnTo>
                  <a:lnTo>
                    <a:pt x="109728" y="50291"/>
                  </a:lnTo>
                  <a:lnTo>
                    <a:pt x="120396" y="41148"/>
                  </a:lnTo>
                  <a:lnTo>
                    <a:pt x="131064" y="35052"/>
                  </a:lnTo>
                  <a:lnTo>
                    <a:pt x="140208" y="27431"/>
                  </a:lnTo>
                  <a:lnTo>
                    <a:pt x="152400" y="21335"/>
                  </a:lnTo>
                  <a:lnTo>
                    <a:pt x="163068" y="16763"/>
                  </a:lnTo>
                  <a:lnTo>
                    <a:pt x="187452" y="7619"/>
                  </a:lnTo>
                  <a:lnTo>
                    <a:pt x="198120" y="4572"/>
                  </a:lnTo>
                  <a:lnTo>
                    <a:pt x="211836" y="3048"/>
                  </a:lnTo>
                  <a:lnTo>
                    <a:pt x="224028" y="1524"/>
                  </a:lnTo>
                  <a:lnTo>
                    <a:pt x="237744" y="0"/>
                  </a:lnTo>
                  <a:lnTo>
                    <a:pt x="262128" y="0"/>
                  </a:lnTo>
                  <a:lnTo>
                    <a:pt x="275844" y="1524"/>
                  </a:lnTo>
                  <a:lnTo>
                    <a:pt x="300228" y="4572"/>
                  </a:lnTo>
                  <a:lnTo>
                    <a:pt x="310896" y="7619"/>
                  </a:lnTo>
                  <a:lnTo>
                    <a:pt x="237744" y="7619"/>
                  </a:lnTo>
                  <a:lnTo>
                    <a:pt x="213360" y="10667"/>
                  </a:lnTo>
                  <a:lnTo>
                    <a:pt x="201168" y="13715"/>
                  </a:lnTo>
                  <a:lnTo>
                    <a:pt x="190500" y="16763"/>
                  </a:lnTo>
                  <a:lnTo>
                    <a:pt x="178308" y="19811"/>
                  </a:lnTo>
                  <a:lnTo>
                    <a:pt x="167640" y="24383"/>
                  </a:lnTo>
                  <a:lnTo>
                    <a:pt x="156972" y="30479"/>
                  </a:lnTo>
                  <a:lnTo>
                    <a:pt x="144780" y="36576"/>
                  </a:lnTo>
                  <a:lnTo>
                    <a:pt x="97536" y="71628"/>
                  </a:lnTo>
                  <a:lnTo>
                    <a:pt x="65531" y="111252"/>
                  </a:lnTo>
                  <a:lnTo>
                    <a:pt x="38100" y="155448"/>
                  </a:lnTo>
                  <a:lnTo>
                    <a:pt x="18288" y="220979"/>
                  </a:lnTo>
                  <a:lnTo>
                    <a:pt x="15240" y="233172"/>
                  </a:lnTo>
                  <a:lnTo>
                    <a:pt x="12192" y="246887"/>
                  </a:lnTo>
                  <a:lnTo>
                    <a:pt x="10668" y="262128"/>
                  </a:lnTo>
                  <a:lnTo>
                    <a:pt x="10668" y="277367"/>
                  </a:lnTo>
                  <a:lnTo>
                    <a:pt x="9143" y="291084"/>
                  </a:lnTo>
                  <a:lnTo>
                    <a:pt x="10668" y="304799"/>
                  </a:lnTo>
                  <a:lnTo>
                    <a:pt x="10668" y="320040"/>
                  </a:lnTo>
                  <a:lnTo>
                    <a:pt x="12192" y="333756"/>
                  </a:lnTo>
                  <a:lnTo>
                    <a:pt x="21336" y="374904"/>
                  </a:lnTo>
                  <a:lnTo>
                    <a:pt x="38100" y="426720"/>
                  </a:lnTo>
                  <a:lnTo>
                    <a:pt x="64007" y="470916"/>
                  </a:lnTo>
                  <a:lnTo>
                    <a:pt x="96012" y="509016"/>
                  </a:lnTo>
                  <a:lnTo>
                    <a:pt x="126492" y="533400"/>
                  </a:lnTo>
                  <a:lnTo>
                    <a:pt x="135636" y="539496"/>
                  </a:lnTo>
                  <a:lnTo>
                    <a:pt x="144780" y="547116"/>
                  </a:lnTo>
                  <a:lnTo>
                    <a:pt x="155448" y="550164"/>
                  </a:lnTo>
                  <a:lnTo>
                    <a:pt x="167640" y="556260"/>
                  </a:lnTo>
                  <a:lnTo>
                    <a:pt x="178308" y="560832"/>
                  </a:lnTo>
                  <a:lnTo>
                    <a:pt x="190500" y="563880"/>
                  </a:lnTo>
                  <a:lnTo>
                    <a:pt x="201168" y="566928"/>
                  </a:lnTo>
                  <a:lnTo>
                    <a:pt x="213360" y="569976"/>
                  </a:lnTo>
                  <a:lnTo>
                    <a:pt x="237744" y="573024"/>
                  </a:lnTo>
                  <a:lnTo>
                    <a:pt x="312420" y="573024"/>
                  </a:lnTo>
                  <a:lnTo>
                    <a:pt x="288036" y="579120"/>
                  </a:lnTo>
                  <a:lnTo>
                    <a:pt x="275844" y="580644"/>
                  </a:lnTo>
                  <a:lnTo>
                    <a:pt x="248412" y="583692"/>
                  </a:lnTo>
                  <a:close/>
                </a:path>
                <a:path extrusionOk="0" h="584200" w="500380">
                  <a:moveTo>
                    <a:pt x="312420" y="573024"/>
                  </a:moveTo>
                  <a:lnTo>
                    <a:pt x="262128" y="573024"/>
                  </a:lnTo>
                  <a:lnTo>
                    <a:pt x="286512" y="569976"/>
                  </a:lnTo>
                  <a:lnTo>
                    <a:pt x="298704" y="566928"/>
                  </a:lnTo>
                  <a:lnTo>
                    <a:pt x="320040" y="560832"/>
                  </a:lnTo>
                  <a:lnTo>
                    <a:pt x="332232" y="556260"/>
                  </a:lnTo>
                  <a:lnTo>
                    <a:pt x="342900" y="550164"/>
                  </a:lnTo>
                  <a:lnTo>
                    <a:pt x="353568" y="547116"/>
                  </a:lnTo>
                  <a:lnTo>
                    <a:pt x="362712" y="539496"/>
                  </a:lnTo>
                  <a:lnTo>
                    <a:pt x="373380" y="533400"/>
                  </a:lnTo>
                  <a:lnTo>
                    <a:pt x="384048" y="525780"/>
                  </a:lnTo>
                  <a:lnTo>
                    <a:pt x="419100" y="492252"/>
                  </a:lnTo>
                  <a:lnTo>
                    <a:pt x="449580" y="449580"/>
                  </a:lnTo>
                  <a:lnTo>
                    <a:pt x="470916" y="400811"/>
                  </a:lnTo>
                  <a:lnTo>
                    <a:pt x="481584" y="362711"/>
                  </a:lnTo>
                  <a:lnTo>
                    <a:pt x="489204" y="306323"/>
                  </a:lnTo>
                  <a:lnTo>
                    <a:pt x="489204" y="277367"/>
                  </a:lnTo>
                  <a:lnTo>
                    <a:pt x="487680" y="262128"/>
                  </a:lnTo>
                  <a:lnTo>
                    <a:pt x="486156" y="248411"/>
                  </a:lnTo>
                  <a:lnTo>
                    <a:pt x="484632" y="233172"/>
                  </a:lnTo>
                  <a:lnTo>
                    <a:pt x="481584" y="220979"/>
                  </a:lnTo>
                  <a:lnTo>
                    <a:pt x="478536" y="207263"/>
                  </a:lnTo>
                  <a:lnTo>
                    <a:pt x="470916" y="179831"/>
                  </a:lnTo>
                  <a:lnTo>
                    <a:pt x="449580" y="132587"/>
                  </a:lnTo>
                  <a:lnTo>
                    <a:pt x="419100" y="91439"/>
                  </a:lnTo>
                  <a:lnTo>
                    <a:pt x="384048" y="56387"/>
                  </a:lnTo>
                  <a:lnTo>
                    <a:pt x="373380" y="50291"/>
                  </a:lnTo>
                  <a:lnTo>
                    <a:pt x="362712" y="42672"/>
                  </a:lnTo>
                  <a:lnTo>
                    <a:pt x="321564" y="21335"/>
                  </a:lnTo>
                  <a:lnTo>
                    <a:pt x="262128" y="7619"/>
                  </a:lnTo>
                  <a:lnTo>
                    <a:pt x="310896" y="7619"/>
                  </a:lnTo>
                  <a:lnTo>
                    <a:pt x="347472" y="21335"/>
                  </a:lnTo>
                  <a:lnTo>
                    <a:pt x="356616" y="27431"/>
                  </a:lnTo>
                  <a:lnTo>
                    <a:pt x="368808" y="35052"/>
                  </a:lnTo>
                  <a:lnTo>
                    <a:pt x="408432" y="65531"/>
                  </a:lnTo>
                  <a:lnTo>
                    <a:pt x="441960" y="105155"/>
                  </a:lnTo>
                  <a:lnTo>
                    <a:pt x="478536" y="176783"/>
                  </a:lnTo>
                  <a:lnTo>
                    <a:pt x="493776" y="231648"/>
                  </a:lnTo>
                  <a:lnTo>
                    <a:pt x="498348" y="262128"/>
                  </a:lnTo>
                  <a:lnTo>
                    <a:pt x="498348" y="275843"/>
                  </a:lnTo>
                  <a:lnTo>
                    <a:pt x="499872" y="291084"/>
                  </a:lnTo>
                  <a:lnTo>
                    <a:pt x="498348" y="306323"/>
                  </a:lnTo>
                  <a:lnTo>
                    <a:pt x="498348" y="321564"/>
                  </a:lnTo>
                  <a:lnTo>
                    <a:pt x="496824" y="333756"/>
                  </a:lnTo>
                  <a:lnTo>
                    <a:pt x="490728" y="364235"/>
                  </a:lnTo>
                  <a:lnTo>
                    <a:pt x="487680" y="377952"/>
                  </a:lnTo>
                  <a:lnTo>
                    <a:pt x="480060" y="403860"/>
                  </a:lnTo>
                  <a:lnTo>
                    <a:pt x="467868" y="429768"/>
                  </a:lnTo>
                  <a:lnTo>
                    <a:pt x="457200" y="452628"/>
                  </a:lnTo>
                  <a:lnTo>
                    <a:pt x="426720" y="496824"/>
                  </a:lnTo>
                  <a:lnTo>
                    <a:pt x="390144" y="533400"/>
                  </a:lnTo>
                  <a:lnTo>
                    <a:pt x="358140" y="553212"/>
                  </a:lnTo>
                  <a:lnTo>
                    <a:pt x="347472" y="559308"/>
                  </a:lnTo>
                  <a:lnTo>
                    <a:pt x="335280" y="563880"/>
                  </a:lnTo>
                  <a:lnTo>
                    <a:pt x="324612" y="569976"/>
                  </a:lnTo>
                  <a:lnTo>
                    <a:pt x="312420" y="5730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77" name="Google Shape;3977;p69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1546860" y="7085075"/>
              <a:ext cx="124968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78" name="Google Shape;3978;p69"/>
            <p:cNvPicPr preferRelativeResize="0"/>
            <p:nvPr/>
          </p:nvPicPr>
          <p:blipFill rotWithShape="1">
            <a:blip r:embed="rId81">
              <a:alphaModFix/>
            </a:blip>
            <a:srcRect b="0" l="0" r="0" t="0"/>
            <a:stretch/>
          </p:blipFill>
          <p:spPr>
            <a:xfrm>
              <a:off x="1546859" y="6854951"/>
              <a:ext cx="124968" cy="21005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79" name="Google Shape;3979;p69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890016" y="5364479"/>
              <a:ext cx="981455" cy="1275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80" name="Google Shape;3980;p69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922019" y="3755136"/>
              <a:ext cx="957072" cy="133502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81" name="Google Shape;3981;p69"/>
            <p:cNvPicPr preferRelativeResize="0"/>
            <p:nvPr/>
          </p:nvPicPr>
          <p:blipFill rotWithShape="1">
            <a:blip r:embed="rId84">
              <a:alphaModFix/>
            </a:blip>
            <a:srcRect b="0" l="0" r="0" t="0"/>
            <a:stretch/>
          </p:blipFill>
          <p:spPr>
            <a:xfrm>
              <a:off x="1412748" y="3364992"/>
              <a:ext cx="509015" cy="9098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82" name="Google Shape;3982;p69"/>
            <p:cNvSpPr/>
            <p:nvPr/>
          </p:nvSpPr>
          <p:spPr>
            <a:xfrm>
              <a:off x="1973580" y="5852160"/>
              <a:ext cx="125095" cy="85090"/>
            </a:xfrm>
            <a:custGeom>
              <a:rect b="b" l="l" r="r" t="t"/>
              <a:pathLst>
                <a:path extrusionOk="0" h="85089" w="125094">
                  <a:moveTo>
                    <a:pt x="124968" y="60960"/>
                  </a:moveTo>
                  <a:lnTo>
                    <a:pt x="71628" y="60960"/>
                  </a:lnTo>
                  <a:lnTo>
                    <a:pt x="71628" y="7620"/>
                  </a:lnTo>
                  <a:lnTo>
                    <a:pt x="50292" y="7620"/>
                  </a:lnTo>
                  <a:lnTo>
                    <a:pt x="50292" y="60960"/>
                  </a:lnTo>
                  <a:lnTo>
                    <a:pt x="21336" y="60960"/>
                  </a:lnTo>
                  <a:lnTo>
                    <a:pt x="21336" y="7620"/>
                  </a:lnTo>
                  <a:lnTo>
                    <a:pt x="21336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60960"/>
                  </a:lnTo>
                  <a:lnTo>
                    <a:pt x="0" y="85090"/>
                  </a:lnTo>
                  <a:lnTo>
                    <a:pt x="124968" y="85090"/>
                  </a:lnTo>
                  <a:lnTo>
                    <a:pt x="124968" y="609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83" name="Google Shape;3983;p69"/>
            <p:cNvPicPr preferRelativeResize="0"/>
            <p:nvPr/>
          </p:nvPicPr>
          <p:blipFill rotWithShape="1">
            <a:blip r:embed="rId85">
              <a:alphaModFix/>
            </a:blip>
            <a:srcRect b="0" l="0" r="0" t="0"/>
            <a:stretch/>
          </p:blipFill>
          <p:spPr>
            <a:xfrm>
              <a:off x="2007108" y="5748528"/>
              <a:ext cx="92963" cy="8229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84" name="Google Shape;3984;p69"/>
            <p:cNvSpPr/>
            <p:nvPr/>
          </p:nvSpPr>
          <p:spPr>
            <a:xfrm>
              <a:off x="1972056" y="5468112"/>
              <a:ext cx="128270" cy="260985"/>
            </a:xfrm>
            <a:custGeom>
              <a:rect b="b" l="l" r="r" t="t"/>
              <a:pathLst>
                <a:path extrusionOk="0" h="260985" w="128269">
                  <a:moveTo>
                    <a:pt x="94488" y="115824"/>
                  </a:moveTo>
                  <a:lnTo>
                    <a:pt x="71628" y="115824"/>
                  </a:lnTo>
                  <a:lnTo>
                    <a:pt x="71628" y="164592"/>
                  </a:lnTo>
                  <a:lnTo>
                    <a:pt x="94488" y="164592"/>
                  </a:lnTo>
                  <a:lnTo>
                    <a:pt x="94488" y="115824"/>
                  </a:lnTo>
                  <a:close/>
                </a:path>
                <a:path extrusionOk="0" h="260985" w="128269">
                  <a:moveTo>
                    <a:pt x="126492" y="51816"/>
                  </a:moveTo>
                  <a:lnTo>
                    <a:pt x="111937" y="12001"/>
                  </a:lnTo>
                  <a:lnTo>
                    <a:pt x="86868" y="0"/>
                  </a:lnTo>
                  <a:lnTo>
                    <a:pt x="79248" y="24384"/>
                  </a:lnTo>
                  <a:lnTo>
                    <a:pt x="88392" y="25908"/>
                  </a:lnTo>
                  <a:lnTo>
                    <a:pt x="96012" y="28956"/>
                  </a:lnTo>
                  <a:lnTo>
                    <a:pt x="99060" y="35052"/>
                  </a:lnTo>
                  <a:lnTo>
                    <a:pt x="103632" y="39624"/>
                  </a:lnTo>
                  <a:lnTo>
                    <a:pt x="105156" y="45720"/>
                  </a:lnTo>
                  <a:lnTo>
                    <a:pt x="105156" y="60960"/>
                  </a:lnTo>
                  <a:lnTo>
                    <a:pt x="102108" y="68580"/>
                  </a:lnTo>
                  <a:lnTo>
                    <a:pt x="62484" y="83820"/>
                  </a:lnTo>
                  <a:lnTo>
                    <a:pt x="52781" y="83248"/>
                  </a:lnTo>
                  <a:lnTo>
                    <a:pt x="21336" y="60960"/>
                  </a:lnTo>
                  <a:lnTo>
                    <a:pt x="21336" y="45720"/>
                  </a:lnTo>
                  <a:lnTo>
                    <a:pt x="42672" y="25908"/>
                  </a:lnTo>
                  <a:lnTo>
                    <a:pt x="38100" y="1524"/>
                  </a:lnTo>
                  <a:lnTo>
                    <a:pt x="3619" y="29718"/>
                  </a:lnTo>
                  <a:lnTo>
                    <a:pt x="0" y="50292"/>
                  </a:lnTo>
                  <a:lnTo>
                    <a:pt x="1117" y="62293"/>
                  </a:lnTo>
                  <a:lnTo>
                    <a:pt x="26517" y="98564"/>
                  </a:lnTo>
                  <a:lnTo>
                    <a:pt x="65532" y="108204"/>
                  </a:lnTo>
                  <a:lnTo>
                    <a:pt x="78651" y="107086"/>
                  </a:lnTo>
                  <a:lnTo>
                    <a:pt x="117487" y="82892"/>
                  </a:lnTo>
                  <a:lnTo>
                    <a:pt x="125577" y="62941"/>
                  </a:lnTo>
                  <a:lnTo>
                    <a:pt x="126492" y="51816"/>
                  </a:lnTo>
                  <a:close/>
                </a:path>
                <a:path extrusionOk="0" h="260985" w="128269">
                  <a:moveTo>
                    <a:pt x="128016" y="234696"/>
                  </a:moveTo>
                  <a:lnTo>
                    <a:pt x="1524" y="234696"/>
                  </a:lnTo>
                  <a:lnTo>
                    <a:pt x="1524" y="260604"/>
                  </a:lnTo>
                  <a:lnTo>
                    <a:pt x="128016" y="260604"/>
                  </a:lnTo>
                  <a:lnTo>
                    <a:pt x="128016" y="234696"/>
                  </a:lnTo>
                  <a:close/>
                </a:path>
                <a:path extrusionOk="0" h="260985" w="128269">
                  <a:moveTo>
                    <a:pt x="128016" y="184404"/>
                  </a:moveTo>
                  <a:lnTo>
                    <a:pt x="1524" y="184404"/>
                  </a:lnTo>
                  <a:lnTo>
                    <a:pt x="1524" y="210312"/>
                  </a:lnTo>
                  <a:lnTo>
                    <a:pt x="128016" y="210312"/>
                  </a:lnTo>
                  <a:lnTo>
                    <a:pt x="128016" y="1844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85" name="Google Shape;3985;p69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1976628" y="4949952"/>
              <a:ext cx="123444" cy="496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86" name="Google Shape;3986;p69"/>
            <p:cNvSpPr/>
            <p:nvPr/>
          </p:nvSpPr>
          <p:spPr>
            <a:xfrm>
              <a:off x="2183891" y="1062227"/>
              <a:ext cx="4765675" cy="8600440"/>
            </a:xfrm>
            <a:custGeom>
              <a:rect b="b" l="l" r="r" t="t"/>
              <a:pathLst>
                <a:path extrusionOk="0" h="8600440" w="4765675">
                  <a:moveTo>
                    <a:pt x="2430780" y="8599932"/>
                  </a:moveTo>
                  <a:lnTo>
                    <a:pt x="2334768" y="8599932"/>
                  </a:lnTo>
                  <a:lnTo>
                    <a:pt x="2240280" y="8593835"/>
                  </a:lnTo>
                  <a:lnTo>
                    <a:pt x="2144268" y="8578596"/>
                  </a:lnTo>
                  <a:lnTo>
                    <a:pt x="2048256" y="8555735"/>
                  </a:lnTo>
                  <a:lnTo>
                    <a:pt x="1956816" y="8529828"/>
                  </a:lnTo>
                  <a:lnTo>
                    <a:pt x="1863852" y="8496300"/>
                  </a:lnTo>
                  <a:lnTo>
                    <a:pt x="1767840" y="8455151"/>
                  </a:lnTo>
                  <a:lnTo>
                    <a:pt x="1676400" y="8406383"/>
                  </a:lnTo>
                  <a:lnTo>
                    <a:pt x="1586484" y="8353044"/>
                  </a:lnTo>
                  <a:lnTo>
                    <a:pt x="1498092" y="8293607"/>
                  </a:lnTo>
                  <a:lnTo>
                    <a:pt x="1409700" y="8226551"/>
                  </a:lnTo>
                  <a:lnTo>
                    <a:pt x="1324356" y="8151876"/>
                  </a:lnTo>
                  <a:lnTo>
                    <a:pt x="1240536" y="8074151"/>
                  </a:lnTo>
                  <a:lnTo>
                    <a:pt x="1156716" y="7985760"/>
                  </a:lnTo>
                  <a:lnTo>
                    <a:pt x="1074420" y="7897367"/>
                  </a:lnTo>
                  <a:lnTo>
                    <a:pt x="998220" y="7796783"/>
                  </a:lnTo>
                  <a:lnTo>
                    <a:pt x="920495" y="7696200"/>
                  </a:lnTo>
                  <a:lnTo>
                    <a:pt x="845820" y="7586471"/>
                  </a:lnTo>
                  <a:lnTo>
                    <a:pt x="777240" y="7475219"/>
                  </a:lnTo>
                  <a:lnTo>
                    <a:pt x="707136" y="7354823"/>
                  </a:lnTo>
                  <a:lnTo>
                    <a:pt x="638556" y="7232903"/>
                  </a:lnTo>
                  <a:lnTo>
                    <a:pt x="574548" y="7103364"/>
                  </a:lnTo>
                  <a:lnTo>
                    <a:pt x="515112" y="6970776"/>
                  </a:lnTo>
                  <a:lnTo>
                    <a:pt x="457200" y="6833616"/>
                  </a:lnTo>
                  <a:lnTo>
                    <a:pt x="402336" y="6693407"/>
                  </a:lnTo>
                  <a:lnTo>
                    <a:pt x="352044" y="6548628"/>
                  </a:lnTo>
                  <a:lnTo>
                    <a:pt x="301752" y="6399276"/>
                  </a:lnTo>
                  <a:lnTo>
                    <a:pt x="257556" y="6248400"/>
                  </a:lnTo>
                  <a:lnTo>
                    <a:pt x="217932" y="6094476"/>
                  </a:lnTo>
                  <a:lnTo>
                    <a:pt x="179832" y="5934455"/>
                  </a:lnTo>
                  <a:lnTo>
                    <a:pt x="143256" y="5775960"/>
                  </a:lnTo>
                  <a:lnTo>
                    <a:pt x="112776" y="5612892"/>
                  </a:lnTo>
                  <a:lnTo>
                    <a:pt x="85344" y="5446776"/>
                  </a:lnTo>
                  <a:lnTo>
                    <a:pt x="62484" y="5280660"/>
                  </a:lnTo>
                  <a:lnTo>
                    <a:pt x="42672" y="5113019"/>
                  </a:lnTo>
                  <a:lnTo>
                    <a:pt x="25908" y="4943855"/>
                  </a:lnTo>
                  <a:lnTo>
                    <a:pt x="15240" y="4771643"/>
                  </a:lnTo>
                  <a:lnTo>
                    <a:pt x="6095" y="4599432"/>
                  </a:lnTo>
                  <a:lnTo>
                    <a:pt x="0" y="4428743"/>
                  </a:lnTo>
                  <a:lnTo>
                    <a:pt x="0" y="4256532"/>
                  </a:lnTo>
                  <a:lnTo>
                    <a:pt x="1524" y="4085843"/>
                  </a:lnTo>
                  <a:lnTo>
                    <a:pt x="9144" y="3912108"/>
                  </a:lnTo>
                  <a:lnTo>
                    <a:pt x="18287" y="3742943"/>
                  </a:lnTo>
                  <a:lnTo>
                    <a:pt x="33528" y="3570732"/>
                  </a:lnTo>
                  <a:lnTo>
                    <a:pt x="51816" y="3403091"/>
                  </a:lnTo>
                  <a:lnTo>
                    <a:pt x="73152" y="3235451"/>
                  </a:lnTo>
                  <a:lnTo>
                    <a:pt x="100584" y="3069335"/>
                  </a:lnTo>
                  <a:lnTo>
                    <a:pt x="128016" y="2904743"/>
                  </a:lnTo>
                  <a:lnTo>
                    <a:pt x="161544" y="2743200"/>
                  </a:lnTo>
                  <a:lnTo>
                    <a:pt x="196595" y="2584703"/>
                  </a:lnTo>
                  <a:lnTo>
                    <a:pt x="236220" y="2426208"/>
                  </a:lnTo>
                  <a:lnTo>
                    <a:pt x="281940" y="2275332"/>
                  </a:lnTo>
                  <a:lnTo>
                    <a:pt x="326136" y="2124455"/>
                  </a:lnTo>
                  <a:lnTo>
                    <a:pt x="376428" y="1976628"/>
                  </a:lnTo>
                  <a:lnTo>
                    <a:pt x="429768" y="1836420"/>
                  </a:lnTo>
                  <a:lnTo>
                    <a:pt x="484632" y="1694687"/>
                  </a:lnTo>
                  <a:lnTo>
                    <a:pt x="547116" y="1560575"/>
                  </a:lnTo>
                  <a:lnTo>
                    <a:pt x="608076" y="1431036"/>
                  </a:lnTo>
                  <a:lnTo>
                    <a:pt x="672084" y="1304544"/>
                  </a:lnTo>
                  <a:lnTo>
                    <a:pt x="740664" y="1184148"/>
                  </a:lnTo>
                  <a:lnTo>
                    <a:pt x="810768" y="1066800"/>
                  </a:lnTo>
                  <a:lnTo>
                    <a:pt x="883920" y="955547"/>
                  </a:lnTo>
                  <a:lnTo>
                    <a:pt x="958595" y="851916"/>
                  </a:lnTo>
                  <a:lnTo>
                    <a:pt x="1036320" y="751331"/>
                  </a:lnTo>
                  <a:lnTo>
                    <a:pt x="1115568" y="656843"/>
                  </a:lnTo>
                  <a:lnTo>
                    <a:pt x="1196340" y="566928"/>
                  </a:lnTo>
                  <a:lnTo>
                    <a:pt x="1281684" y="486156"/>
                  </a:lnTo>
                  <a:lnTo>
                    <a:pt x="1367028" y="409956"/>
                  </a:lnTo>
                  <a:lnTo>
                    <a:pt x="1455420" y="339852"/>
                  </a:lnTo>
                  <a:lnTo>
                    <a:pt x="1542288" y="274319"/>
                  </a:lnTo>
                  <a:lnTo>
                    <a:pt x="1633728" y="217931"/>
                  </a:lnTo>
                  <a:lnTo>
                    <a:pt x="1723644" y="166116"/>
                  </a:lnTo>
                  <a:lnTo>
                    <a:pt x="1815084" y="123444"/>
                  </a:lnTo>
                  <a:lnTo>
                    <a:pt x="1908048" y="83820"/>
                  </a:lnTo>
                  <a:lnTo>
                    <a:pt x="2002536" y="53339"/>
                  </a:lnTo>
                  <a:lnTo>
                    <a:pt x="2097024" y="28956"/>
                  </a:lnTo>
                  <a:lnTo>
                    <a:pt x="2193036" y="13716"/>
                  </a:lnTo>
                  <a:lnTo>
                    <a:pt x="2289048" y="3048"/>
                  </a:lnTo>
                  <a:lnTo>
                    <a:pt x="2383536" y="0"/>
                  </a:lnTo>
                  <a:lnTo>
                    <a:pt x="2478024" y="3048"/>
                  </a:lnTo>
                  <a:lnTo>
                    <a:pt x="2575560" y="13716"/>
                  </a:lnTo>
                  <a:lnTo>
                    <a:pt x="2667000" y="28956"/>
                  </a:lnTo>
                  <a:lnTo>
                    <a:pt x="2761488" y="53339"/>
                  </a:lnTo>
                  <a:lnTo>
                    <a:pt x="2855976" y="83820"/>
                  </a:lnTo>
                  <a:lnTo>
                    <a:pt x="2950464" y="123444"/>
                  </a:lnTo>
                  <a:lnTo>
                    <a:pt x="3041904" y="166116"/>
                  </a:lnTo>
                  <a:lnTo>
                    <a:pt x="3131820" y="217931"/>
                  </a:lnTo>
                  <a:lnTo>
                    <a:pt x="3223260" y="274319"/>
                  </a:lnTo>
                  <a:lnTo>
                    <a:pt x="3311652" y="339852"/>
                  </a:lnTo>
                  <a:lnTo>
                    <a:pt x="3396996" y="409956"/>
                  </a:lnTo>
                  <a:lnTo>
                    <a:pt x="3483864" y="486156"/>
                  </a:lnTo>
                  <a:lnTo>
                    <a:pt x="3567684" y="566928"/>
                  </a:lnTo>
                  <a:lnTo>
                    <a:pt x="3648456" y="656843"/>
                  </a:lnTo>
                  <a:lnTo>
                    <a:pt x="3727704" y="751331"/>
                  </a:lnTo>
                  <a:lnTo>
                    <a:pt x="3805428" y="851916"/>
                  </a:lnTo>
                  <a:lnTo>
                    <a:pt x="3881628" y="955547"/>
                  </a:lnTo>
                  <a:lnTo>
                    <a:pt x="3953256" y="1066800"/>
                  </a:lnTo>
                  <a:lnTo>
                    <a:pt x="4024884" y="1184148"/>
                  </a:lnTo>
                  <a:lnTo>
                    <a:pt x="4093464" y="1304544"/>
                  </a:lnTo>
                  <a:lnTo>
                    <a:pt x="4219956" y="1560575"/>
                  </a:lnTo>
                  <a:lnTo>
                    <a:pt x="4279391" y="1694687"/>
                  </a:lnTo>
                  <a:lnTo>
                    <a:pt x="4335780" y="1836420"/>
                  </a:lnTo>
                  <a:lnTo>
                    <a:pt x="4387595" y="1976628"/>
                  </a:lnTo>
                  <a:lnTo>
                    <a:pt x="4437887" y="2124455"/>
                  </a:lnTo>
                  <a:lnTo>
                    <a:pt x="4529328" y="2426208"/>
                  </a:lnTo>
                  <a:lnTo>
                    <a:pt x="4568952" y="2584703"/>
                  </a:lnTo>
                  <a:lnTo>
                    <a:pt x="4604004" y="2743200"/>
                  </a:lnTo>
                  <a:lnTo>
                    <a:pt x="4637532" y="2904743"/>
                  </a:lnTo>
                  <a:lnTo>
                    <a:pt x="4664964" y="3069335"/>
                  </a:lnTo>
                  <a:lnTo>
                    <a:pt x="4692395" y="3235451"/>
                  </a:lnTo>
                  <a:lnTo>
                    <a:pt x="4712208" y="3403091"/>
                  </a:lnTo>
                  <a:lnTo>
                    <a:pt x="4730495" y="3570732"/>
                  </a:lnTo>
                  <a:lnTo>
                    <a:pt x="4745736" y="3742943"/>
                  </a:lnTo>
                  <a:lnTo>
                    <a:pt x="4753356" y="3912108"/>
                  </a:lnTo>
                  <a:lnTo>
                    <a:pt x="4762500" y="4085843"/>
                  </a:lnTo>
                  <a:lnTo>
                    <a:pt x="4765548" y="4256532"/>
                  </a:lnTo>
                  <a:lnTo>
                    <a:pt x="4764024" y="4428743"/>
                  </a:lnTo>
                  <a:lnTo>
                    <a:pt x="4760976" y="4599432"/>
                  </a:lnTo>
                  <a:lnTo>
                    <a:pt x="4751832" y="4771643"/>
                  </a:lnTo>
                  <a:lnTo>
                    <a:pt x="4741164" y="4943855"/>
                  </a:lnTo>
                  <a:lnTo>
                    <a:pt x="4722876" y="5113019"/>
                  </a:lnTo>
                  <a:lnTo>
                    <a:pt x="4701540" y="5280660"/>
                  </a:lnTo>
                  <a:lnTo>
                    <a:pt x="4678680" y="5446776"/>
                  </a:lnTo>
                  <a:lnTo>
                    <a:pt x="4651248" y="5612892"/>
                  </a:lnTo>
                  <a:lnTo>
                    <a:pt x="4620768" y="5775960"/>
                  </a:lnTo>
                  <a:lnTo>
                    <a:pt x="4587240" y="5934455"/>
                  </a:lnTo>
                  <a:lnTo>
                    <a:pt x="4549140" y="6094476"/>
                  </a:lnTo>
                  <a:lnTo>
                    <a:pt x="4506468" y="6248400"/>
                  </a:lnTo>
                  <a:lnTo>
                    <a:pt x="4462272" y="6399276"/>
                  </a:lnTo>
                  <a:lnTo>
                    <a:pt x="4415028" y="6548628"/>
                  </a:lnTo>
                  <a:lnTo>
                    <a:pt x="4361687" y="6693407"/>
                  </a:lnTo>
                  <a:lnTo>
                    <a:pt x="4306824" y="6833616"/>
                  </a:lnTo>
                  <a:lnTo>
                    <a:pt x="4250436" y="6970776"/>
                  </a:lnTo>
                  <a:lnTo>
                    <a:pt x="4189476" y="7103364"/>
                  </a:lnTo>
                  <a:lnTo>
                    <a:pt x="4125468" y="7232903"/>
                  </a:lnTo>
                  <a:lnTo>
                    <a:pt x="4058412" y="7354823"/>
                  </a:lnTo>
                  <a:lnTo>
                    <a:pt x="3989832" y="7475219"/>
                  </a:lnTo>
                  <a:lnTo>
                    <a:pt x="3918204" y="7586471"/>
                  </a:lnTo>
                  <a:lnTo>
                    <a:pt x="3843528" y="7696200"/>
                  </a:lnTo>
                  <a:lnTo>
                    <a:pt x="3767328" y="7796783"/>
                  </a:lnTo>
                  <a:lnTo>
                    <a:pt x="3688080" y="7897367"/>
                  </a:lnTo>
                  <a:lnTo>
                    <a:pt x="3608832" y="7985760"/>
                  </a:lnTo>
                  <a:lnTo>
                    <a:pt x="3525012" y="8074151"/>
                  </a:lnTo>
                  <a:lnTo>
                    <a:pt x="3439668" y="8151876"/>
                  </a:lnTo>
                  <a:lnTo>
                    <a:pt x="3354324" y="8226551"/>
                  </a:lnTo>
                  <a:lnTo>
                    <a:pt x="3267456" y="8293607"/>
                  </a:lnTo>
                  <a:lnTo>
                    <a:pt x="3177540" y="8353044"/>
                  </a:lnTo>
                  <a:lnTo>
                    <a:pt x="3087624" y="8406383"/>
                  </a:lnTo>
                  <a:lnTo>
                    <a:pt x="2994660" y="8455151"/>
                  </a:lnTo>
                  <a:lnTo>
                    <a:pt x="2901696" y="8496300"/>
                  </a:lnTo>
                  <a:lnTo>
                    <a:pt x="2808732" y="8529828"/>
                  </a:lnTo>
                  <a:lnTo>
                    <a:pt x="2715768" y="8555735"/>
                  </a:lnTo>
                  <a:lnTo>
                    <a:pt x="2621280" y="8578596"/>
                  </a:lnTo>
                  <a:lnTo>
                    <a:pt x="2525268" y="8593835"/>
                  </a:lnTo>
                  <a:lnTo>
                    <a:pt x="2430780" y="8599932"/>
                  </a:lnTo>
                  <a:close/>
                </a:path>
              </a:pathLst>
            </a:custGeom>
            <a:solidFill>
              <a:srgbClr val="FB0128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87" name="Google Shape;3987;p69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2663951" y="5987796"/>
              <a:ext cx="516636" cy="18196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88" name="Google Shape;3988;p69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2647188" y="2973324"/>
              <a:ext cx="510539" cy="18120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89" name="Google Shape;3989;p69"/>
            <p:cNvSpPr/>
            <p:nvPr/>
          </p:nvSpPr>
          <p:spPr>
            <a:xfrm>
              <a:off x="2642615" y="2968751"/>
              <a:ext cx="516890" cy="1818639"/>
            </a:xfrm>
            <a:custGeom>
              <a:rect b="b" l="l" r="r" t="t"/>
              <a:pathLst>
                <a:path extrusionOk="0" h="1818639" w="516889">
                  <a:moveTo>
                    <a:pt x="516636" y="1818132"/>
                  </a:moveTo>
                  <a:lnTo>
                    <a:pt x="0" y="1818132"/>
                  </a:lnTo>
                  <a:lnTo>
                    <a:pt x="0" y="0"/>
                  </a:lnTo>
                  <a:lnTo>
                    <a:pt x="516636" y="0"/>
                  </a:lnTo>
                  <a:lnTo>
                    <a:pt x="516636" y="6096"/>
                  </a:lnTo>
                  <a:lnTo>
                    <a:pt x="9144" y="6096"/>
                  </a:lnTo>
                  <a:lnTo>
                    <a:pt x="4572" y="10668"/>
                  </a:lnTo>
                  <a:lnTo>
                    <a:pt x="9144" y="10668"/>
                  </a:lnTo>
                  <a:lnTo>
                    <a:pt x="9144" y="1808988"/>
                  </a:lnTo>
                  <a:lnTo>
                    <a:pt x="4572" y="1808988"/>
                  </a:lnTo>
                  <a:lnTo>
                    <a:pt x="9144" y="1813560"/>
                  </a:lnTo>
                  <a:lnTo>
                    <a:pt x="516636" y="1813560"/>
                  </a:lnTo>
                  <a:lnTo>
                    <a:pt x="516636" y="1818132"/>
                  </a:lnTo>
                  <a:close/>
                </a:path>
                <a:path extrusionOk="0" h="1818639" w="516889">
                  <a:moveTo>
                    <a:pt x="9144" y="10668"/>
                  </a:moveTo>
                  <a:lnTo>
                    <a:pt x="4572" y="10668"/>
                  </a:lnTo>
                  <a:lnTo>
                    <a:pt x="9144" y="6096"/>
                  </a:lnTo>
                  <a:lnTo>
                    <a:pt x="9144" y="10668"/>
                  </a:lnTo>
                  <a:close/>
                </a:path>
                <a:path extrusionOk="0" h="1818639" w="516889">
                  <a:moveTo>
                    <a:pt x="505968" y="10668"/>
                  </a:moveTo>
                  <a:lnTo>
                    <a:pt x="9144" y="10668"/>
                  </a:lnTo>
                  <a:lnTo>
                    <a:pt x="9144" y="6096"/>
                  </a:lnTo>
                  <a:lnTo>
                    <a:pt x="505968" y="6096"/>
                  </a:lnTo>
                  <a:lnTo>
                    <a:pt x="505968" y="10668"/>
                  </a:lnTo>
                  <a:close/>
                </a:path>
                <a:path extrusionOk="0" h="1818639" w="516889">
                  <a:moveTo>
                    <a:pt x="505968" y="1813560"/>
                  </a:moveTo>
                  <a:lnTo>
                    <a:pt x="505968" y="6096"/>
                  </a:lnTo>
                  <a:lnTo>
                    <a:pt x="512063" y="10668"/>
                  </a:lnTo>
                  <a:lnTo>
                    <a:pt x="516636" y="10668"/>
                  </a:lnTo>
                  <a:lnTo>
                    <a:pt x="516636" y="1808988"/>
                  </a:lnTo>
                  <a:lnTo>
                    <a:pt x="512063" y="1808988"/>
                  </a:lnTo>
                  <a:lnTo>
                    <a:pt x="505968" y="1813560"/>
                  </a:lnTo>
                  <a:close/>
                </a:path>
                <a:path extrusionOk="0" h="1818639" w="516889">
                  <a:moveTo>
                    <a:pt x="516636" y="10668"/>
                  </a:moveTo>
                  <a:lnTo>
                    <a:pt x="512063" y="10668"/>
                  </a:lnTo>
                  <a:lnTo>
                    <a:pt x="505968" y="6096"/>
                  </a:lnTo>
                  <a:lnTo>
                    <a:pt x="516636" y="6096"/>
                  </a:lnTo>
                  <a:lnTo>
                    <a:pt x="516636" y="10668"/>
                  </a:lnTo>
                  <a:close/>
                </a:path>
                <a:path extrusionOk="0" h="1818639" w="516889">
                  <a:moveTo>
                    <a:pt x="9144" y="1813560"/>
                  </a:moveTo>
                  <a:lnTo>
                    <a:pt x="4572" y="1808988"/>
                  </a:lnTo>
                  <a:lnTo>
                    <a:pt x="9144" y="1808988"/>
                  </a:lnTo>
                  <a:lnTo>
                    <a:pt x="9144" y="1813560"/>
                  </a:lnTo>
                  <a:close/>
                </a:path>
                <a:path extrusionOk="0" h="1818639" w="516889">
                  <a:moveTo>
                    <a:pt x="505968" y="1813560"/>
                  </a:moveTo>
                  <a:lnTo>
                    <a:pt x="9144" y="1813560"/>
                  </a:lnTo>
                  <a:lnTo>
                    <a:pt x="9144" y="1808988"/>
                  </a:lnTo>
                  <a:lnTo>
                    <a:pt x="505968" y="1808988"/>
                  </a:lnTo>
                  <a:lnTo>
                    <a:pt x="505968" y="1813560"/>
                  </a:lnTo>
                  <a:close/>
                </a:path>
                <a:path extrusionOk="0" h="1818639" w="516889">
                  <a:moveTo>
                    <a:pt x="516636" y="1813560"/>
                  </a:moveTo>
                  <a:lnTo>
                    <a:pt x="505968" y="1813560"/>
                  </a:lnTo>
                  <a:lnTo>
                    <a:pt x="512063" y="1808988"/>
                  </a:lnTo>
                  <a:lnTo>
                    <a:pt x="516636" y="1808988"/>
                  </a:lnTo>
                  <a:lnTo>
                    <a:pt x="516636" y="18135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90" name="Google Shape;3990;p69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2819399" y="4305300"/>
              <a:ext cx="166116" cy="1295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91" name="Google Shape;3991;p69"/>
            <p:cNvPicPr preferRelativeResize="0"/>
            <p:nvPr/>
          </p:nvPicPr>
          <p:blipFill rotWithShape="1">
            <a:blip r:embed="rId90">
              <a:alphaModFix/>
            </a:blip>
            <a:srcRect b="0" l="0" r="0" t="0"/>
            <a:stretch/>
          </p:blipFill>
          <p:spPr>
            <a:xfrm>
              <a:off x="2863596" y="4050791"/>
              <a:ext cx="163068" cy="2346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92" name="Google Shape;3992;p69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2866643" y="3915155"/>
              <a:ext cx="118872" cy="1036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93" name="Google Shape;3993;p69"/>
            <p:cNvPicPr preferRelativeResize="0"/>
            <p:nvPr/>
          </p:nvPicPr>
          <p:blipFill rotWithShape="1">
            <a:blip r:embed="rId92">
              <a:alphaModFix/>
            </a:blip>
            <a:srcRect b="0" l="0" r="0" t="0"/>
            <a:stretch/>
          </p:blipFill>
          <p:spPr>
            <a:xfrm>
              <a:off x="2863596" y="3781044"/>
              <a:ext cx="121920" cy="1082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94" name="Google Shape;3994;p69"/>
            <p:cNvPicPr preferRelativeResize="0"/>
            <p:nvPr/>
          </p:nvPicPr>
          <p:blipFill rotWithShape="1">
            <a:blip r:embed="rId93">
              <a:alphaModFix/>
            </a:blip>
            <a:srcRect b="0" l="0" r="0" t="0"/>
            <a:stretch/>
          </p:blipFill>
          <p:spPr>
            <a:xfrm>
              <a:off x="2825495" y="3566159"/>
              <a:ext cx="160020" cy="1920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95" name="Google Shape;3995;p69"/>
            <p:cNvSpPr/>
            <p:nvPr/>
          </p:nvSpPr>
          <p:spPr>
            <a:xfrm>
              <a:off x="2822448" y="3515868"/>
              <a:ext cx="160020" cy="30480"/>
            </a:xfrm>
            <a:custGeom>
              <a:rect b="b" l="l" r="r" t="t"/>
              <a:pathLst>
                <a:path extrusionOk="0" h="30479" w="160019">
                  <a:moveTo>
                    <a:pt x="27432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7432" y="30480"/>
                  </a:lnTo>
                  <a:lnTo>
                    <a:pt x="27432" y="0"/>
                  </a:lnTo>
                  <a:close/>
                </a:path>
                <a:path extrusionOk="0" h="30479" w="160019">
                  <a:moveTo>
                    <a:pt x="160020" y="0"/>
                  </a:moveTo>
                  <a:lnTo>
                    <a:pt x="44196" y="0"/>
                  </a:lnTo>
                  <a:lnTo>
                    <a:pt x="44196" y="30480"/>
                  </a:lnTo>
                  <a:lnTo>
                    <a:pt x="160020" y="30480"/>
                  </a:lnTo>
                  <a:lnTo>
                    <a:pt x="1600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96" name="Google Shape;3996;p69"/>
            <p:cNvPicPr preferRelativeResize="0"/>
            <p:nvPr/>
          </p:nvPicPr>
          <p:blipFill rotWithShape="1">
            <a:blip r:embed="rId94">
              <a:alphaModFix/>
            </a:blip>
            <a:srcRect b="0" l="0" r="0" t="0"/>
            <a:stretch/>
          </p:blipFill>
          <p:spPr>
            <a:xfrm>
              <a:off x="2863743" y="3384804"/>
              <a:ext cx="121772" cy="1082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97" name="Google Shape;3997;p69"/>
            <p:cNvSpPr/>
            <p:nvPr/>
          </p:nvSpPr>
          <p:spPr>
            <a:xfrm>
              <a:off x="2822448" y="3331464"/>
              <a:ext cx="161925" cy="32384"/>
            </a:xfrm>
            <a:custGeom>
              <a:rect b="b" l="l" r="r" t="t"/>
              <a:pathLst>
                <a:path extrusionOk="0" h="32385" w="161925">
                  <a:moveTo>
                    <a:pt x="161543" y="32003"/>
                  </a:moveTo>
                  <a:lnTo>
                    <a:pt x="0" y="32003"/>
                  </a:lnTo>
                  <a:lnTo>
                    <a:pt x="0" y="0"/>
                  </a:lnTo>
                  <a:lnTo>
                    <a:pt x="161543" y="0"/>
                  </a:lnTo>
                  <a:lnTo>
                    <a:pt x="161543" y="320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3998" name="Google Shape;3998;p69"/>
            <p:cNvPicPr preferRelativeResize="0"/>
            <p:nvPr/>
          </p:nvPicPr>
          <p:blipFill rotWithShape="1">
            <a:blip r:embed="rId95">
              <a:alphaModFix/>
            </a:blip>
            <a:srcRect b="0" l="0" r="0" t="0"/>
            <a:stretch/>
          </p:blipFill>
          <p:spPr>
            <a:xfrm>
              <a:off x="2232659" y="4686300"/>
              <a:ext cx="1187196" cy="13136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999" name="Google Shape;3999;p69"/>
            <p:cNvSpPr/>
            <p:nvPr/>
          </p:nvSpPr>
          <p:spPr>
            <a:xfrm>
              <a:off x="3057143" y="2218944"/>
              <a:ext cx="571500" cy="378460"/>
            </a:xfrm>
            <a:custGeom>
              <a:rect b="b" l="l" r="r" t="t"/>
              <a:pathLst>
                <a:path extrusionOk="0" h="378460" w="571500">
                  <a:moveTo>
                    <a:pt x="571500" y="377952"/>
                  </a:moveTo>
                  <a:lnTo>
                    <a:pt x="0" y="377952"/>
                  </a:lnTo>
                  <a:lnTo>
                    <a:pt x="0" y="0"/>
                  </a:lnTo>
                  <a:lnTo>
                    <a:pt x="571500" y="0"/>
                  </a:lnTo>
                  <a:lnTo>
                    <a:pt x="571500" y="3779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9"/>
            <p:cNvSpPr/>
            <p:nvPr/>
          </p:nvSpPr>
          <p:spPr>
            <a:xfrm>
              <a:off x="3054096" y="2215895"/>
              <a:ext cx="577850" cy="384175"/>
            </a:xfrm>
            <a:custGeom>
              <a:rect b="b" l="l" r="r" t="t"/>
              <a:pathLst>
                <a:path extrusionOk="0" h="384175" w="577850">
                  <a:moveTo>
                    <a:pt x="577596" y="384048"/>
                  </a:moveTo>
                  <a:lnTo>
                    <a:pt x="0" y="384048"/>
                  </a:lnTo>
                  <a:lnTo>
                    <a:pt x="0" y="0"/>
                  </a:lnTo>
                  <a:lnTo>
                    <a:pt x="577596" y="0"/>
                  </a:lnTo>
                  <a:lnTo>
                    <a:pt x="577596" y="3048"/>
                  </a:lnTo>
                  <a:lnTo>
                    <a:pt x="9144" y="3048"/>
                  </a:lnTo>
                  <a:lnTo>
                    <a:pt x="4572" y="7620"/>
                  </a:lnTo>
                  <a:lnTo>
                    <a:pt x="9144" y="7620"/>
                  </a:lnTo>
                  <a:lnTo>
                    <a:pt x="9144" y="376428"/>
                  </a:lnTo>
                  <a:lnTo>
                    <a:pt x="4572" y="376428"/>
                  </a:lnTo>
                  <a:lnTo>
                    <a:pt x="9144" y="381000"/>
                  </a:lnTo>
                  <a:lnTo>
                    <a:pt x="577596" y="381000"/>
                  </a:lnTo>
                  <a:lnTo>
                    <a:pt x="577596" y="384048"/>
                  </a:lnTo>
                  <a:close/>
                </a:path>
                <a:path extrusionOk="0" h="384175" w="577850">
                  <a:moveTo>
                    <a:pt x="9144" y="7620"/>
                  </a:moveTo>
                  <a:lnTo>
                    <a:pt x="4572" y="7620"/>
                  </a:lnTo>
                  <a:lnTo>
                    <a:pt x="9144" y="3048"/>
                  </a:lnTo>
                  <a:lnTo>
                    <a:pt x="9144" y="7620"/>
                  </a:lnTo>
                  <a:close/>
                </a:path>
                <a:path extrusionOk="0" h="384175" w="577850">
                  <a:moveTo>
                    <a:pt x="568452" y="7620"/>
                  </a:moveTo>
                  <a:lnTo>
                    <a:pt x="9144" y="7620"/>
                  </a:lnTo>
                  <a:lnTo>
                    <a:pt x="9144" y="3048"/>
                  </a:lnTo>
                  <a:lnTo>
                    <a:pt x="568452" y="3048"/>
                  </a:lnTo>
                  <a:lnTo>
                    <a:pt x="568452" y="7620"/>
                  </a:lnTo>
                  <a:close/>
                </a:path>
                <a:path extrusionOk="0" h="384175" w="577850">
                  <a:moveTo>
                    <a:pt x="568452" y="381000"/>
                  </a:moveTo>
                  <a:lnTo>
                    <a:pt x="568452" y="3048"/>
                  </a:lnTo>
                  <a:lnTo>
                    <a:pt x="573024" y="7620"/>
                  </a:lnTo>
                  <a:lnTo>
                    <a:pt x="577596" y="7620"/>
                  </a:lnTo>
                  <a:lnTo>
                    <a:pt x="577596" y="376428"/>
                  </a:lnTo>
                  <a:lnTo>
                    <a:pt x="573024" y="376428"/>
                  </a:lnTo>
                  <a:lnTo>
                    <a:pt x="568452" y="381000"/>
                  </a:lnTo>
                  <a:close/>
                </a:path>
                <a:path extrusionOk="0" h="384175" w="577850">
                  <a:moveTo>
                    <a:pt x="577596" y="7620"/>
                  </a:moveTo>
                  <a:lnTo>
                    <a:pt x="573024" y="7620"/>
                  </a:lnTo>
                  <a:lnTo>
                    <a:pt x="568452" y="3048"/>
                  </a:lnTo>
                  <a:lnTo>
                    <a:pt x="577596" y="3048"/>
                  </a:lnTo>
                  <a:lnTo>
                    <a:pt x="577596" y="7620"/>
                  </a:lnTo>
                  <a:close/>
                </a:path>
                <a:path extrusionOk="0" h="384175" w="577850">
                  <a:moveTo>
                    <a:pt x="9144" y="381000"/>
                  </a:moveTo>
                  <a:lnTo>
                    <a:pt x="4572" y="376428"/>
                  </a:lnTo>
                  <a:lnTo>
                    <a:pt x="9144" y="376428"/>
                  </a:lnTo>
                  <a:lnTo>
                    <a:pt x="9144" y="381000"/>
                  </a:lnTo>
                  <a:close/>
                </a:path>
                <a:path extrusionOk="0" h="384175" w="577850">
                  <a:moveTo>
                    <a:pt x="568452" y="381000"/>
                  </a:moveTo>
                  <a:lnTo>
                    <a:pt x="9144" y="381000"/>
                  </a:lnTo>
                  <a:lnTo>
                    <a:pt x="9144" y="376428"/>
                  </a:lnTo>
                  <a:lnTo>
                    <a:pt x="568452" y="376428"/>
                  </a:lnTo>
                  <a:lnTo>
                    <a:pt x="568452" y="381000"/>
                  </a:lnTo>
                  <a:close/>
                </a:path>
                <a:path extrusionOk="0" h="384175" w="577850">
                  <a:moveTo>
                    <a:pt x="577596" y="381000"/>
                  </a:moveTo>
                  <a:lnTo>
                    <a:pt x="568452" y="381000"/>
                  </a:lnTo>
                  <a:lnTo>
                    <a:pt x="573024" y="376428"/>
                  </a:lnTo>
                  <a:lnTo>
                    <a:pt x="577596" y="376428"/>
                  </a:lnTo>
                  <a:lnTo>
                    <a:pt x="577596" y="3810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01" name="Google Shape;4001;p69"/>
            <p:cNvPicPr preferRelativeResize="0"/>
            <p:nvPr/>
          </p:nvPicPr>
          <p:blipFill rotWithShape="1">
            <a:blip r:embed="rId96">
              <a:alphaModFix/>
            </a:blip>
            <a:srcRect b="0" l="0" r="0" t="0"/>
            <a:stretch/>
          </p:blipFill>
          <p:spPr>
            <a:xfrm>
              <a:off x="3113531" y="2356104"/>
              <a:ext cx="106680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02" name="Google Shape;4002;p69"/>
            <p:cNvPicPr preferRelativeResize="0"/>
            <p:nvPr/>
          </p:nvPicPr>
          <p:blipFill rotWithShape="1">
            <a:blip r:embed="rId97">
              <a:alphaModFix/>
            </a:blip>
            <a:srcRect b="0" l="0" r="0" t="0"/>
            <a:stretch/>
          </p:blipFill>
          <p:spPr>
            <a:xfrm>
              <a:off x="3291839" y="2366772"/>
              <a:ext cx="106679" cy="807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03" name="Google Shape;4003;p69"/>
            <p:cNvPicPr preferRelativeResize="0"/>
            <p:nvPr/>
          </p:nvPicPr>
          <p:blipFill rotWithShape="1">
            <a:blip r:embed="rId98">
              <a:alphaModFix/>
            </a:blip>
            <a:srcRect b="0" l="0" r="0" t="0"/>
            <a:stretch/>
          </p:blipFill>
          <p:spPr>
            <a:xfrm>
              <a:off x="3467100" y="2362200"/>
              <a:ext cx="109727" cy="990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04" name="Google Shape;4004;p69"/>
            <p:cNvSpPr/>
            <p:nvPr/>
          </p:nvSpPr>
          <p:spPr>
            <a:xfrm>
              <a:off x="3291827" y="1891284"/>
              <a:ext cx="74930" cy="1035050"/>
            </a:xfrm>
            <a:custGeom>
              <a:rect b="b" l="l" r="r" t="t"/>
              <a:pathLst>
                <a:path extrusionOk="0" h="1035050" w="74929">
                  <a:moveTo>
                    <a:pt x="74676" y="778764"/>
                  </a:moveTo>
                  <a:lnTo>
                    <a:pt x="68580" y="766572"/>
                  </a:lnTo>
                  <a:lnTo>
                    <a:pt x="38100" y="705612"/>
                  </a:lnTo>
                  <a:lnTo>
                    <a:pt x="0" y="778764"/>
                  </a:lnTo>
                  <a:lnTo>
                    <a:pt x="32004" y="778764"/>
                  </a:lnTo>
                  <a:lnTo>
                    <a:pt x="32004" y="1034796"/>
                  </a:lnTo>
                  <a:lnTo>
                    <a:pt x="44196" y="1034796"/>
                  </a:lnTo>
                  <a:lnTo>
                    <a:pt x="44196" y="778764"/>
                  </a:lnTo>
                  <a:lnTo>
                    <a:pt x="74676" y="778764"/>
                  </a:lnTo>
                  <a:close/>
                </a:path>
                <a:path extrusionOk="0" h="1035050" w="74929">
                  <a:moveTo>
                    <a:pt x="74676" y="73152"/>
                  </a:moveTo>
                  <a:lnTo>
                    <a:pt x="68580" y="60960"/>
                  </a:lnTo>
                  <a:lnTo>
                    <a:pt x="38100" y="0"/>
                  </a:lnTo>
                  <a:lnTo>
                    <a:pt x="0" y="73152"/>
                  </a:lnTo>
                  <a:lnTo>
                    <a:pt x="32004" y="73152"/>
                  </a:lnTo>
                  <a:lnTo>
                    <a:pt x="32004" y="327660"/>
                  </a:lnTo>
                  <a:lnTo>
                    <a:pt x="44196" y="327660"/>
                  </a:lnTo>
                  <a:lnTo>
                    <a:pt x="44196" y="73152"/>
                  </a:lnTo>
                  <a:lnTo>
                    <a:pt x="74676" y="73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9"/>
            <p:cNvSpPr/>
            <p:nvPr/>
          </p:nvSpPr>
          <p:spPr>
            <a:xfrm>
              <a:off x="3692651" y="1118616"/>
              <a:ext cx="981710" cy="899160"/>
            </a:xfrm>
            <a:custGeom>
              <a:rect b="b" l="l" r="r" t="t"/>
              <a:pathLst>
                <a:path extrusionOk="0" h="899160" w="981710">
                  <a:moveTo>
                    <a:pt x="260604" y="899159"/>
                  </a:moveTo>
                  <a:lnTo>
                    <a:pt x="0" y="569975"/>
                  </a:lnTo>
                  <a:lnTo>
                    <a:pt x="719328" y="0"/>
                  </a:lnTo>
                  <a:lnTo>
                    <a:pt x="981456" y="329183"/>
                  </a:lnTo>
                  <a:lnTo>
                    <a:pt x="260604" y="899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9"/>
            <p:cNvSpPr/>
            <p:nvPr/>
          </p:nvSpPr>
          <p:spPr>
            <a:xfrm>
              <a:off x="3686556" y="1112520"/>
              <a:ext cx="993775" cy="913130"/>
            </a:xfrm>
            <a:custGeom>
              <a:rect b="b" l="l" r="r" t="t"/>
              <a:pathLst>
                <a:path extrusionOk="0" h="913130" w="993775">
                  <a:moveTo>
                    <a:pt x="336804" y="664464"/>
                  </a:moveTo>
                  <a:lnTo>
                    <a:pt x="287274" y="603504"/>
                  </a:lnTo>
                  <a:lnTo>
                    <a:pt x="257556" y="566928"/>
                  </a:lnTo>
                  <a:lnTo>
                    <a:pt x="230124" y="591312"/>
                  </a:lnTo>
                  <a:lnTo>
                    <a:pt x="263652" y="670560"/>
                  </a:lnTo>
                  <a:lnTo>
                    <a:pt x="234251" y="647700"/>
                  </a:lnTo>
                  <a:lnTo>
                    <a:pt x="195072" y="617220"/>
                  </a:lnTo>
                  <a:lnTo>
                    <a:pt x="164592" y="641604"/>
                  </a:lnTo>
                  <a:lnTo>
                    <a:pt x="242316" y="739140"/>
                  </a:lnTo>
                  <a:lnTo>
                    <a:pt x="259080" y="725424"/>
                  </a:lnTo>
                  <a:lnTo>
                    <a:pt x="199644" y="647700"/>
                  </a:lnTo>
                  <a:lnTo>
                    <a:pt x="278892" y="710184"/>
                  </a:lnTo>
                  <a:lnTo>
                    <a:pt x="298704" y="694944"/>
                  </a:lnTo>
                  <a:lnTo>
                    <a:pt x="287731" y="670560"/>
                  </a:lnTo>
                  <a:lnTo>
                    <a:pt x="257556" y="603504"/>
                  </a:lnTo>
                  <a:lnTo>
                    <a:pt x="316992" y="678180"/>
                  </a:lnTo>
                  <a:lnTo>
                    <a:pt x="336804" y="664464"/>
                  </a:lnTo>
                  <a:close/>
                </a:path>
                <a:path extrusionOk="0" h="913130" w="993775">
                  <a:moveTo>
                    <a:pt x="431292" y="588264"/>
                  </a:moveTo>
                  <a:lnTo>
                    <a:pt x="419100" y="571500"/>
                  </a:lnTo>
                  <a:lnTo>
                    <a:pt x="364236" y="617220"/>
                  </a:lnTo>
                  <a:lnTo>
                    <a:pt x="342900" y="589788"/>
                  </a:lnTo>
                  <a:lnTo>
                    <a:pt x="364350" y="573024"/>
                  </a:lnTo>
                  <a:lnTo>
                    <a:pt x="391668" y="551688"/>
                  </a:lnTo>
                  <a:lnTo>
                    <a:pt x="377952" y="533400"/>
                  </a:lnTo>
                  <a:lnTo>
                    <a:pt x="329184" y="573024"/>
                  </a:lnTo>
                  <a:lnTo>
                    <a:pt x="312420" y="551688"/>
                  </a:lnTo>
                  <a:lnTo>
                    <a:pt x="365760" y="509016"/>
                  </a:lnTo>
                  <a:lnTo>
                    <a:pt x="352044" y="493776"/>
                  </a:lnTo>
                  <a:lnTo>
                    <a:pt x="280416" y="550164"/>
                  </a:lnTo>
                  <a:lnTo>
                    <a:pt x="358140" y="647700"/>
                  </a:lnTo>
                  <a:lnTo>
                    <a:pt x="395643" y="617220"/>
                  </a:lnTo>
                  <a:lnTo>
                    <a:pt x="431292" y="588264"/>
                  </a:lnTo>
                  <a:close/>
                </a:path>
                <a:path extrusionOk="0" h="913130" w="993775">
                  <a:moveTo>
                    <a:pt x="541020" y="501396"/>
                  </a:moveTo>
                  <a:lnTo>
                    <a:pt x="493395" y="440436"/>
                  </a:lnTo>
                  <a:lnTo>
                    <a:pt x="464820" y="403860"/>
                  </a:lnTo>
                  <a:lnTo>
                    <a:pt x="434340" y="428244"/>
                  </a:lnTo>
                  <a:lnTo>
                    <a:pt x="470916" y="507492"/>
                  </a:lnTo>
                  <a:lnTo>
                    <a:pt x="440867" y="484632"/>
                  </a:lnTo>
                  <a:lnTo>
                    <a:pt x="400812" y="454152"/>
                  </a:lnTo>
                  <a:lnTo>
                    <a:pt x="370332" y="478536"/>
                  </a:lnTo>
                  <a:lnTo>
                    <a:pt x="448056" y="576072"/>
                  </a:lnTo>
                  <a:lnTo>
                    <a:pt x="466344" y="562356"/>
                  </a:lnTo>
                  <a:lnTo>
                    <a:pt x="405384" y="484632"/>
                  </a:lnTo>
                  <a:lnTo>
                    <a:pt x="484632" y="547116"/>
                  </a:lnTo>
                  <a:lnTo>
                    <a:pt x="504444" y="531876"/>
                  </a:lnTo>
                  <a:lnTo>
                    <a:pt x="493471" y="507492"/>
                  </a:lnTo>
                  <a:lnTo>
                    <a:pt x="463296" y="440436"/>
                  </a:lnTo>
                  <a:lnTo>
                    <a:pt x="524256" y="515112"/>
                  </a:lnTo>
                  <a:lnTo>
                    <a:pt x="541020" y="501396"/>
                  </a:lnTo>
                  <a:close/>
                </a:path>
                <a:path extrusionOk="0" h="913130" w="993775">
                  <a:moveTo>
                    <a:pt x="630936" y="411480"/>
                  </a:moveTo>
                  <a:lnTo>
                    <a:pt x="630847" y="407860"/>
                  </a:lnTo>
                  <a:lnTo>
                    <a:pt x="630758" y="404583"/>
                  </a:lnTo>
                  <a:lnTo>
                    <a:pt x="630669" y="400697"/>
                  </a:lnTo>
                  <a:lnTo>
                    <a:pt x="630567" y="400316"/>
                  </a:lnTo>
                  <a:lnTo>
                    <a:pt x="627697" y="389191"/>
                  </a:lnTo>
                  <a:lnTo>
                    <a:pt x="622147" y="377405"/>
                  </a:lnTo>
                  <a:lnTo>
                    <a:pt x="614172" y="365760"/>
                  </a:lnTo>
                  <a:lnTo>
                    <a:pt x="609561" y="360883"/>
                  </a:lnTo>
                  <a:lnTo>
                    <a:pt x="605040" y="356095"/>
                  </a:lnTo>
                  <a:lnTo>
                    <a:pt x="605040" y="404583"/>
                  </a:lnTo>
                  <a:lnTo>
                    <a:pt x="605028" y="411480"/>
                  </a:lnTo>
                  <a:lnTo>
                    <a:pt x="581025" y="442531"/>
                  </a:lnTo>
                  <a:lnTo>
                    <a:pt x="574395" y="443801"/>
                  </a:lnTo>
                  <a:lnTo>
                    <a:pt x="566928" y="443484"/>
                  </a:lnTo>
                  <a:lnTo>
                    <a:pt x="533730" y="415696"/>
                  </a:lnTo>
                  <a:lnTo>
                    <a:pt x="527304" y="393192"/>
                  </a:lnTo>
                  <a:lnTo>
                    <a:pt x="528561" y="386384"/>
                  </a:lnTo>
                  <a:lnTo>
                    <a:pt x="558558" y="360883"/>
                  </a:lnTo>
                  <a:lnTo>
                    <a:pt x="592836" y="381000"/>
                  </a:lnTo>
                  <a:lnTo>
                    <a:pt x="605040" y="404583"/>
                  </a:lnTo>
                  <a:lnTo>
                    <a:pt x="605040" y="356095"/>
                  </a:lnTo>
                  <a:lnTo>
                    <a:pt x="603859" y="354838"/>
                  </a:lnTo>
                  <a:lnTo>
                    <a:pt x="593407" y="346900"/>
                  </a:lnTo>
                  <a:lnTo>
                    <a:pt x="582663" y="341553"/>
                  </a:lnTo>
                  <a:lnTo>
                    <a:pt x="571500" y="338328"/>
                  </a:lnTo>
                  <a:lnTo>
                    <a:pt x="559879" y="338328"/>
                  </a:lnTo>
                  <a:lnTo>
                    <a:pt x="521017" y="356882"/>
                  </a:lnTo>
                  <a:lnTo>
                    <a:pt x="509016" y="373380"/>
                  </a:lnTo>
                  <a:lnTo>
                    <a:pt x="505968" y="377952"/>
                  </a:lnTo>
                  <a:lnTo>
                    <a:pt x="502920" y="385572"/>
                  </a:lnTo>
                  <a:lnTo>
                    <a:pt x="502920" y="391668"/>
                  </a:lnTo>
                  <a:lnTo>
                    <a:pt x="501396" y="399288"/>
                  </a:lnTo>
                  <a:lnTo>
                    <a:pt x="519684" y="440436"/>
                  </a:lnTo>
                  <a:lnTo>
                    <a:pt x="560832" y="466344"/>
                  </a:lnTo>
                  <a:lnTo>
                    <a:pt x="572897" y="466991"/>
                  </a:lnTo>
                  <a:lnTo>
                    <a:pt x="584263" y="464629"/>
                  </a:lnTo>
                  <a:lnTo>
                    <a:pt x="623316" y="434340"/>
                  </a:lnTo>
                  <a:lnTo>
                    <a:pt x="628408" y="423481"/>
                  </a:lnTo>
                  <a:lnTo>
                    <a:pt x="630936" y="411480"/>
                  </a:lnTo>
                  <a:close/>
                </a:path>
                <a:path extrusionOk="0" h="913130" w="993775">
                  <a:moveTo>
                    <a:pt x="752856" y="333756"/>
                  </a:moveTo>
                  <a:lnTo>
                    <a:pt x="745451" y="330708"/>
                  </a:lnTo>
                  <a:lnTo>
                    <a:pt x="726948" y="323088"/>
                  </a:lnTo>
                  <a:lnTo>
                    <a:pt x="716280" y="320040"/>
                  </a:lnTo>
                  <a:lnTo>
                    <a:pt x="708660" y="316992"/>
                  </a:lnTo>
                  <a:lnTo>
                    <a:pt x="702564" y="316992"/>
                  </a:lnTo>
                  <a:lnTo>
                    <a:pt x="697992" y="315468"/>
                  </a:lnTo>
                  <a:lnTo>
                    <a:pt x="691896" y="315468"/>
                  </a:lnTo>
                  <a:lnTo>
                    <a:pt x="687324" y="316992"/>
                  </a:lnTo>
                  <a:lnTo>
                    <a:pt x="691337" y="310400"/>
                  </a:lnTo>
                  <a:lnTo>
                    <a:pt x="694372" y="304228"/>
                  </a:lnTo>
                  <a:lnTo>
                    <a:pt x="696531" y="298348"/>
                  </a:lnTo>
                  <a:lnTo>
                    <a:pt x="697992" y="292608"/>
                  </a:lnTo>
                  <a:lnTo>
                    <a:pt x="697992" y="284988"/>
                  </a:lnTo>
                  <a:lnTo>
                    <a:pt x="696163" y="280416"/>
                  </a:lnTo>
                  <a:lnTo>
                    <a:pt x="694944" y="277368"/>
                  </a:lnTo>
                  <a:lnTo>
                    <a:pt x="690372" y="269748"/>
                  </a:lnTo>
                  <a:lnTo>
                    <a:pt x="685800" y="263652"/>
                  </a:lnTo>
                  <a:lnTo>
                    <a:pt x="681228" y="259080"/>
                  </a:lnTo>
                  <a:lnTo>
                    <a:pt x="675132" y="257860"/>
                  </a:lnTo>
                  <a:lnTo>
                    <a:pt x="675132" y="292608"/>
                  </a:lnTo>
                  <a:lnTo>
                    <a:pt x="675132" y="300228"/>
                  </a:lnTo>
                  <a:lnTo>
                    <a:pt x="673608" y="303276"/>
                  </a:lnTo>
                  <a:lnTo>
                    <a:pt x="665988" y="310896"/>
                  </a:lnTo>
                  <a:lnTo>
                    <a:pt x="655320" y="320040"/>
                  </a:lnTo>
                  <a:lnTo>
                    <a:pt x="640080" y="330708"/>
                  </a:lnTo>
                  <a:lnTo>
                    <a:pt x="621792" y="306324"/>
                  </a:lnTo>
                  <a:lnTo>
                    <a:pt x="637032" y="292608"/>
                  </a:lnTo>
                  <a:lnTo>
                    <a:pt x="644652" y="288036"/>
                  </a:lnTo>
                  <a:lnTo>
                    <a:pt x="649224" y="284988"/>
                  </a:lnTo>
                  <a:lnTo>
                    <a:pt x="650748" y="283464"/>
                  </a:lnTo>
                  <a:lnTo>
                    <a:pt x="655320" y="281940"/>
                  </a:lnTo>
                  <a:lnTo>
                    <a:pt x="658368" y="280416"/>
                  </a:lnTo>
                  <a:lnTo>
                    <a:pt x="661416" y="281940"/>
                  </a:lnTo>
                  <a:lnTo>
                    <a:pt x="665988" y="281940"/>
                  </a:lnTo>
                  <a:lnTo>
                    <a:pt x="669036" y="283464"/>
                  </a:lnTo>
                  <a:lnTo>
                    <a:pt x="670560" y="288036"/>
                  </a:lnTo>
                  <a:lnTo>
                    <a:pt x="673608" y="289560"/>
                  </a:lnTo>
                  <a:lnTo>
                    <a:pt x="675132" y="292608"/>
                  </a:lnTo>
                  <a:lnTo>
                    <a:pt x="675132" y="257860"/>
                  </a:lnTo>
                  <a:lnTo>
                    <a:pt x="673608" y="257556"/>
                  </a:lnTo>
                  <a:lnTo>
                    <a:pt x="667512" y="254508"/>
                  </a:lnTo>
                  <a:lnTo>
                    <a:pt x="661416" y="254508"/>
                  </a:lnTo>
                  <a:lnTo>
                    <a:pt x="655320" y="257556"/>
                  </a:lnTo>
                  <a:lnTo>
                    <a:pt x="650214" y="259295"/>
                  </a:lnTo>
                  <a:lnTo>
                    <a:pt x="644271" y="262318"/>
                  </a:lnTo>
                  <a:lnTo>
                    <a:pt x="637743" y="266776"/>
                  </a:lnTo>
                  <a:lnTo>
                    <a:pt x="630936" y="272796"/>
                  </a:lnTo>
                  <a:lnTo>
                    <a:pt x="588264" y="304800"/>
                  </a:lnTo>
                  <a:lnTo>
                    <a:pt x="665988" y="402336"/>
                  </a:lnTo>
                  <a:lnTo>
                    <a:pt x="687324" y="387096"/>
                  </a:lnTo>
                  <a:lnTo>
                    <a:pt x="653796" y="345948"/>
                  </a:lnTo>
                  <a:lnTo>
                    <a:pt x="656844" y="344424"/>
                  </a:lnTo>
                  <a:lnTo>
                    <a:pt x="661416" y="339852"/>
                  </a:lnTo>
                  <a:lnTo>
                    <a:pt x="665988" y="338328"/>
                  </a:lnTo>
                  <a:lnTo>
                    <a:pt x="672084" y="335280"/>
                  </a:lnTo>
                  <a:lnTo>
                    <a:pt x="675132" y="335280"/>
                  </a:lnTo>
                  <a:lnTo>
                    <a:pt x="678180" y="336804"/>
                  </a:lnTo>
                  <a:lnTo>
                    <a:pt x="681228" y="336804"/>
                  </a:lnTo>
                  <a:lnTo>
                    <a:pt x="688848" y="338328"/>
                  </a:lnTo>
                  <a:lnTo>
                    <a:pt x="697992" y="342900"/>
                  </a:lnTo>
                  <a:lnTo>
                    <a:pt x="729996" y="350520"/>
                  </a:lnTo>
                  <a:lnTo>
                    <a:pt x="750773" y="335280"/>
                  </a:lnTo>
                  <a:lnTo>
                    <a:pt x="752856" y="333756"/>
                  </a:lnTo>
                  <a:close/>
                </a:path>
                <a:path extrusionOk="0" h="913130" w="993775">
                  <a:moveTo>
                    <a:pt x="803148" y="292608"/>
                  </a:moveTo>
                  <a:lnTo>
                    <a:pt x="771144" y="251460"/>
                  </a:lnTo>
                  <a:lnTo>
                    <a:pt x="769975" y="240792"/>
                  </a:lnTo>
                  <a:lnTo>
                    <a:pt x="762000" y="167640"/>
                  </a:lnTo>
                  <a:lnTo>
                    <a:pt x="740664" y="184404"/>
                  </a:lnTo>
                  <a:lnTo>
                    <a:pt x="748284" y="240792"/>
                  </a:lnTo>
                  <a:lnTo>
                    <a:pt x="694944" y="220980"/>
                  </a:lnTo>
                  <a:lnTo>
                    <a:pt x="672084" y="239268"/>
                  </a:lnTo>
                  <a:lnTo>
                    <a:pt x="751332" y="268224"/>
                  </a:lnTo>
                  <a:lnTo>
                    <a:pt x="784860" y="307848"/>
                  </a:lnTo>
                  <a:lnTo>
                    <a:pt x="803148" y="292608"/>
                  </a:lnTo>
                  <a:close/>
                </a:path>
                <a:path extrusionOk="0" h="913130" w="993775">
                  <a:moveTo>
                    <a:pt x="993648" y="335280"/>
                  </a:moveTo>
                  <a:lnTo>
                    <a:pt x="990003" y="330708"/>
                  </a:lnTo>
                  <a:lnTo>
                    <a:pt x="979855" y="317957"/>
                  </a:lnTo>
                  <a:lnTo>
                    <a:pt x="979855" y="334391"/>
                  </a:lnTo>
                  <a:lnTo>
                    <a:pt x="268312" y="898512"/>
                  </a:lnTo>
                  <a:lnTo>
                    <a:pt x="15201" y="580644"/>
                  </a:lnTo>
                  <a:lnTo>
                    <a:pt x="12852" y="577697"/>
                  </a:lnTo>
                  <a:lnTo>
                    <a:pt x="18732" y="573024"/>
                  </a:lnTo>
                  <a:lnTo>
                    <a:pt x="724725" y="12128"/>
                  </a:lnTo>
                  <a:lnTo>
                    <a:pt x="979855" y="334391"/>
                  </a:lnTo>
                  <a:lnTo>
                    <a:pt x="979855" y="317957"/>
                  </a:lnTo>
                  <a:lnTo>
                    <a:pt x="734212" y="9144"/>
                  </a:lnTo>
                  <a:lnTo>
                    <a:pt x="726948" y="0"/>
                  </a:lnTo>
                  <a:lnTo>
                    <a:pt x="0" y="576072"/>
                  </a:lnTo>
                  <a:lnTo>
                    <a:pt x="266700" y="912876"/>
                  </a:lnTo>
                  <a:lnTo>
                    <a:pt x="280123" y="902208"/>
                  </a:lnTo>
                  <a:lnTo>
                    <a:pt x="989799" y="338328"/>
                  </a:lnTo>
                  <a:lnTo>
                    <a:pt x="993648" y="3352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9"/>
            <p:cNvSpPr/>
            <p:nvPr/>
          </p:nvSpPr>
          <p:spPr>
            <a:xfrm>
              <a:off x="3415284" y="7975091"/>
              <a:ext cx="251460" cy="277495"/>
            </a:xfrm>
            <a:custGeom>
              <a:rect b="b" l="l" r="r" t="t"/>
              <a:pathLst>
                <a:path extrusionOk="0" h="277495" w="251460">
                  <a:moveTo>
                    <a:pt x="124967" y="277367"/>
                  </a:moveTo>
                  <a:lnTo>
                    <a:pt x="62483" y="259079"/>
                  </a:lnTo>
                  <a:lnTo>
                    <a:pt x="15239" y="207263"/>
                  </a:lnTo>
                  <a:lnTo>
                    <a:pt x="0" y="137159"/>
                  </a:lnTo>
                  <a:lnTo>
                    <a:pt x="3047" y="102107"/>
                  </a:lnTo>
                  <a:lnTo>
                    <a:pt x="36575" y="41147"/>
                  </a:lnTo>
                  <a:lnTo>
                    <a:pt x="92963" y="4571"/>
                  </a:lnTo>
                  <a:lnTo>
                    <a:pt x="124967" y="0"/>
                  </a:lnTo>
                  <a:lnTo>
                    <a:pt x="158495" y="4571"/>
                  </a:lnTo>
                  <a:lnTo>
                    <a:pt x="213359" y="41147"/>
                  </a:lnTo>
                  <a:lnTo>
                    <a:pt x="248411" y="102107"/>
                  </a:lnTo>
                  <a:lnTo>
                    <a:pt x="251459" y="137159"/>
                  </a:lnTo>
                  <a:lnTo>
                    <a:pt x="248411" y="172211"/>
                  </a:lnTo>
                  <a:lnTo>
                    <a:pt x="233171" y="207263"/>
                  </a:lnTo>
                  <a:lnTo>
                    <a:pt x="188975" y="259079"/>
                  </a:lnTo>
                  <a:lnTo>
                    <a:pt x="124967" y="2773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9"/>
            <p:cNvSpPr/>
            <p:nvPr/>
          </p:nvSpPr>
          <p:spPr>
            <a:xfrm>
              <a:off x="3412236" y="7682484"/>
              <a:ext cx="257810" cy="573405"/>
            </a:xfrm>
            <a:custGeom>
              <a:rect b="b" l="l" r="r" t="t"/>
              <a:pathLst>
                <a:path extrusionOk="0" h="573404" w="257810">
                  <a:moveTo>
                    <a:pt x="257556" y="429768"/>
                  </a:moveTo>
                  <a:lnTo>
                    <a:pt x="254508" y="393192"/>
                  </a:lnTo>
                  <a:lnTo>
                    <a:pt x="251460" y="386486"/>
                  </a:lnTo>
                  <a:lnTo>
                    <a:pt x="251460" y="429768"/>
                  </a:lnTo>
                  <a:lnTo>
                    <a:pt x="248412" y="464820"/>
                  </a:lnTo>
                  <a:lnTo>
                    <a:pt x="233172" y="498348"/>
                  </a:lnTo>
                  <a:lnTo>
                    <a:pt x="234696" y="498348"/>
                  </a:lnTo>
                  <a:lnTo>
                    <a:pt x="213360" y="525780"/>
                  </a:lnTo>
                  <a:lnTo>
                    <a:pt x="214884" y="525780"/>
                  </a:lnTo>
                  <a:lnTo>
                    <a:pt x="188976" y="548640"/>
                  </a:lnTo>
                  <a:lnTo>
                    <a:pt x="190500" y="548640"/>
                  </a:lnTo>
                  <a:lnTo>
                    <a:pt x="160020" y="562356"/>
                  </a:lnTo>
                  <a:lnTo>
                    <a:pt x="128016" y="566928"/>
                  </a:lnTo>
                  <a:lnTo>
                    <a:pt x="96012" y="562356"/>
                  </a:lnTo>
                  <a:lnTo>
                    <a:pt x="67056" y="548640"/>
                  </a:lnTo>
                  <a:lnTo>
                    <a:pt x="68580" y="548640"/>
                  </a:lnTo>
                  <a:lnTo>
                    <a:pt x="41148" y="525780"/>
                  </a:lnTo>
                  <a:lnTo>
                    <a:pt x="21336" y="498348"/>
                  </a:lnTo>
                  <a:lnTo>
                    <a:pt x="9144" y="464820"/>
                  </a:lnTo>
                  <a:lnTo>
                    <a:pt x="6096" y="429768"/>
                  </a:lnTo>
                  <a:lnTo>
                    <a:pt x="9144" y="394716"/>
                  </a:lnTo>
                  <a:lnTo>
                    <a:pt x="21336" y="362712"/>
                  </a:lnTo>
                  <a:lnTo>
                    <a:pt x="41148" y="335280"/>
                  </a:lnTo>
                  <a:lnTo>
                    <a:pt x="68580" y="312420"/>
                  </a:lnTo>
                  <a:lnTo>
                    <a:pt x="67056" y="312420"/>
                  </a:lnTo>
                  <a:lnTo>
                    <a:pt x="96012" y="300228"/>
                  </a:lnTo>
                  <a:lnTo>
                    <a:pt x="128016" y="295656"/>
                  </a:lnTo>
                  <a:lnTo>
                    <a:pt x="160020" y="300228"/>
                  </a:lnTo>
                  <a:lnTo>
                    <a:pt x="190500" y="312420"/>
                  </a:lnTo>
                  <a:lnTo>
                    <a:pt x="188976" y="312420"/>
                  </a:lnTo>
                  <a:lnTo>
                    <a:pt x="214884" y="335280"/>
                  </a:lnTo>
                  <a:lnTo>
                    <a:pt x="213360" y="335280"/>
                  </a:lnTo>
                  <a:lnTo>
                    <a:pt x="234696" y="362712"/>
                  </a:lnTo>
                  <a:lnTo>
                    <a:pt x="233172" y="362712"/>
                  </a:lnTo>
                  <a:lnTo>
                    <a:pt x="248412" y="394716"/>
                  </a:lnTo>
                  <a:lnTo>
                    <a:pt x="251460" y="429768"/>
                  </a:lnTo>
                  <a:lnTo>
                    <a:pt x="251460" y="386486"/>
                  </a:lnTo>
                  <a:lnTo>
                    <a:pt x="239268" y="359664"/>
                  </a:lnTo>
                  <a:lnTo>
                    <a:pt x="219456" y="330708"/>
                  </a:lnTo>
                  <a:lnTo>
                    <a:pt x="217932" y="330708"/>
                  </a:lnTo>
                  <a:lnTo>
                    <a:pt x="193548" y="307848"/>
                  </a:lnTo>
                  <a:lnTo>
                    <a:pt x="192024" y="307848"/>
                  </a:lnTo>
                  <a:lnTo>
                    <a:pt x="164922" y="295656"/>
                  </a:lnTo>
                  <a:lnTo>
                    <a:pt x="161544" y="294132"/>
                  </a:lnTo>
                  <a:lnTo>
                    <a:pt x="128016" y="289560"/>
                  </a:lnTo>
                  <a:lnTo>
                    <a:pt x="115811" y="291312"/>
                  </a:lnTo>
                  <a:lnTo>
                    <a:pt x="115811" y="74676"/>
                  </a:lnTo>
                  <a:lnTo>
                    <a:pt x="146291" y="74676"/>
                  </a:lnTo>
                  <a:lnTo>
                    <a:pt x="139293" y="60960"/>
                  </a:lnTo>
                  <a:lnTo>
                    <a:pt x="108191" y="0"/>
                  </a:lnTo>
                  <a:lnTo>
                    <a:pt x="71615" y="74676"/>
                  </a:lnTo>
                  <a:lnTo>
                    <a:pt x="102095" y="74676"/>
                  </a:lnTo>
                  <a:lnTo>
                    <a:pt x="102095" y="292608"/>
                  </a:lnTo>
                  <a:lnTo>
                    <a:pt x="106680" y="292608"/>
                  </a:lnTo>
                  <a:lnTo>
                    <a:pt x="96012" y="294132"/>
                  </a:lnTo>
                  <a:lnTo>
                    <a:pt x="65532" y="307848"/>
                  </a:lnTo>
                  <a:lnTo>
                    <a:pt x="64008" y="307848"/>
                  </a:lnTo>
                  <a:lnTo>
                    <a:pt x="36576" y="330708"/>
                  </a:lnTo>
                  <a:lnTo>
                    <a:pt x="16764" y="359664"/>
                  </a:lnTo>
                  <a:lnTo>
                    <a:pt x="15240" y="359664"/>
                  </a:lnTo>
                  <a:lnTo>
                    <a:pt x="15240" y="361188"/>
                  </a:lnTo>
                  <a:lnTo>
                    <a:pt x="3048" y="393192"/>
                  </a:lnTo>
                  <a:lnTo>
                    <a:pt x="2921" y="394716"/>
                  </a:lnTo>
                  <a:lnTo>
                    <a:pt x="0" y="429768"/>
                  </a:lnTo>
                  <a:lnTo>
                    <a:pt x="3048" y="464820"/>
                  </a:lnTo>
                  <a:lnTo>
                    <a:pt x="3048" y="466344"/>
                  </a:lnTo>
                  <a:lnTo>
                    <a:pt x="15240" y="499872"/>
                  </a:lnTo>
                  <a:lnTo>
                    <a:pt x="15240" y="501396"/>
                  </a:lnTo>
                  <a:lnTo>
                    <a:pt x="16764" y="501396"/>
                  </a:lnTo>
                  <a:lnTo>
                    <a:pt x="36576" y="530352"/>
                  </a:lnTo>
                  <a:lnTo>
                    <a:pt x="64008" y="553212"/>
                  </a:lnTo>
                  <a:lnTo>
                    <a:pt x="65532" y="554736"/>
                  </a:lnTo>
                  <a:lnTo>
                    <a:pt x="96012" y="568452"/>
                  </a:lnTo>
                  <a:lnTo>
                    <a:pt x="128016" y="573024"/>
                  </a:lnTo>
                  <a:lnTo>
                    <a:pt x="161544" y="568452"/>
                  </a:lnTo>
                  <a:lnTo>
                    <a:pt x="164922" y="566928"/>
                  </a:lnTo>
                  <a:lnTo>
                    <a:pt x="192024" y="554736"/>
                  </a:lnTo>
                  <a:lnTo>
                    <a:pt x="193548" y="553212"/>
                  </a:lnTo>
                  <a:lnTo>
                    <a:pt x="217932" y="530352"/>
                  </a:lnTo>
                  <a:lnTo>
                    <a:pt x="219456" y="530352"/>
                  </a:lnTo>
                  <a:lnTo>
                    <a:pt x="239268" y="501396"/>
                  </a:lnTo>
                  <a:lnTo>
                    <a:pt x="254508" y="466344"/>
                  </a:lnTo>
                  <a:lnTo>
                    <a:pt x="254508" y="464820"/>
                  </a:lnTo>
                  <a:lnTo>
                    <a:pt x="257556" y="4297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09" name="Google Shape;4009;p69"/>
            <p:cNvPicPr preferRelativeResize="0"/>
            <p:nvPr/>
          </p:nvPicPr>
          <p:blipFill rotWithShape="1">
            <a:blip r:embed="rId99">
              <a:alphaModFix/>
            </a:blip>
            <a:srcRect b="0" l="0" r="0" t="0"/>
            <a:stretch/>
          </p:blipFill>
          <p:spPr>
            <a:xfrm>
              <a:off x="3468624" y="8057388"/>
              <a:ext cx="124967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10" name="Google Shape;4010;p69"/>
            <p:cNvPicPr preferRelativeResize="0"/>
            <p:nvPr/>
          </p:nvPicPr>
          <p:blipFill rotWithShape="1">
            <a:blip r:embed="rId100">
              <a:alphaModFix/>
            </a:blip>
            <a:srcRect b="0" l="0" r="0" t="0"/>
            <a:stretch/>
          </p:blipFill>
          <p:spPr>
            <a:xfrm>
              <a:off x="3642359" y="8185404"/>
              <a:ext cx="195072" cy="14782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11" name="Google Shape;4011;p69"/>
            <p:cNvSpPr/>
            <p:nvPr/>
          </p:nvSpPr>
          <p:spPr>
            <a:xfrm>
              <a:off x="3829811" y="8328659"/>
              <a:ext cx="10795" cy="314325"/>
            </a:xfrm>
            <a:custGeom>
              <a:rect b="b" l="l" r="r" t="t"/>
              <a:pathLst>
                <a:path extrusionOk="0" h="314325" w="10795">
                  <a:moveTo>
                    <a:pt x="10668" y="313943"/>
                  </a:moveTo>
                  <a:lnTo>
                    <a:pt x="0" y="313943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3139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12" name="Google Shape;4012;p69"/>
            <p:cNvPicPr preferRelativeResize="0"/>
            <p:nvPr/>
          </p:nvPicPr>
          <p:blipFill rotWithShape="1">
            <a:blip r:embed="rId101">
              <a:alphaModFix/>
            </a:blip>
            <a:srcRect b="0" l="0" r="0" t="0"/>
            <a:stretch/>
          </p:blipFill>
          <p:spPr>
            <a:xfrm>
              <a:off x="3252215" y="8218932"/>
              <a:ext cx="201168" cy="1569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13" name="Google Shape;4013;p69"/>
            <p:cNvSpPr/>
            <p:nvPr/>
          </p:nvSpPr>
          <p:spPr>
            <a:xfrm>
              <a:off x="3250692" y="8371332"/>
              <a:ext cx="10795" cy="280670"/>
            </a:xfrm>
            <a:custGeom>
              <a:rect b="b" l="l" r="r" t="t"/>
              <a:pathLst>
                <a:path extrusionOk="0" h="280670" w="10795">
                  <a:moveTo>
                    <a:pt x="10667" y="280416"/>
                  </a:moveTo>
                  <a:lnTo>
                    <a:pt x="0" y="280416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2804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14" name="Google Shape;4014;p69"/>
            <p:cNvPicPr preferRelativeResize="0"/>
            <p:nvPr/>
          </p:nvPicPr>
          <p:blipFill rotWithShape="1">
            <a:blip r:embed="rId102">
              <a:alphaModFix/>
            </a:blip>
            <a:srcRect b="0" l="0" r="0" t="0"/>
            <a:stretch/>
          </p:blipFill>
          <p:spPr>
            <a:xfrm>
              <a:off x="4567488" y="1514348"/>
              <a:ext cx="1156593" cy="2306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15" name="Google Shape;4015;p69"/>
            <p:cNvPicPr preferRelativeResize="0"/>
            <p:nvPr/>
          </p:nvPicPr>
          <p:blipFill rotWithShape="1">
            <a:blip r:embed="rId103">
              <a:alphaModFix/>
            </a:blip>
            <a:srcRect b="0" l="0" r="0" t="0"/>
            <a:stretch/>
          </p:blipFill>
          <p:spPr>
            <a:xfrm>
              <a:off x="4333402" y="1743455"/>
              <a:ext cx="1622450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16" name="Google Shape;4016;p69"/>
            <p:cNvPicPr preferRelativeResize="0"/>
            <p:nvPr/>
          </p:nvPicPr>
          <p:blipFill rotWithShape="1">
            <a:blip r:embed="rId104">
              <a:alphaModFix/>
            </a:blip>
            <a:srcRect b="0" l="0" r="0" t="0"/>
            <a:stretch/>
          </p:blipFill>
          <p:spPr>
            <a:xfrm>
              <a:off x="4163994" y="1979675"/>
              <a:ext cx="1962485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17" name="Google Shape;4017;p69"/>
            <p:cNvPicPr preferRelativeResize="0"/>
            <p:nvPr/>
          </p:nvPicPr>
          <p:blipFill rotWithShape="1">
            <a:blip r:embed="rId105">
              <a:alphaModFix/>
            </a:blip>
            <a:srcRect b="0" l="0" r="0" t="0"/>
            <a:stretch/>
          </p:blipFill>
          <p:spPr>
            <a:xfrm>
              <a:off x="4028389" y="2215896"/>
              <a:ext cx="2229155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18" name="Google Shape;4018;p69"/>
            <p:cNvPicPr preferRelativeResize="0"/>
            <p:nvPr/>
          </p:nvPicPr>
          <p:blipFill rotWithShape="1">
            <a:blip r:embed="rId106">
              <a:alphaModFix/>
            </a:blip>
            <a:srcRect b="0" l="0" r="0" t="0"/>
            <a:stretch/>
          </p:blipFill>
          <p:spPr>
            <a:xfrm>
              <a:off x="3918874" y="2452116"/>
              <a:ext cx="2449921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19" name="Google Shape;4019;p69"/>
            <p:cNvPicPr preferRelativeResize="0"/>
            <p:nvPr/>
          </p:nvPicPr>
          <p:blipFill rotWithShape="1">
            <a:blip r:embed="rId107">
              <a:alphaModFix/>
            </a:blip>
            <a:srcRect b="0" l="0" r="0" t="0"/>
            <a:stretch/>
          </p:blipFill>
          <p:spPr>
            <a:xfrm>
              <a:off x="3826520" y="2688335"/>
              <a:ext cx="2638287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0" name="Google Shape;4020;p69"/>
            <p:cNvPicPr preferRelativeResize="0"/>
            <p:nvPr/>
          </p:nvPicPr>
          <p:blipFill rotWithShape="1">
            <a:blip r:embed="rId108">
              <a:alphaModFix/>
            </a:blip>
            <a:srcRect b="0" l="0" r="0" t="0"/>
            <a:stretch/>
          </p:blipFill>
          <p:spPr>
            <a:xfrm>
              <a:off x="3749405" y="2924556"/>
              <a:ext cx="2790078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1" name="Google Shape;4021;p69"/>
            <p:cNvPicPr preferRelativeResize="0"/>
            <p:nvPr/>
          </p:nvPicPr>
          <p:blipFill rotWithShape="1">
            <a:blip r:embed="rId109">
              <a:alphaModFix/>
            </a:blip>
            <a:srcRect b="0" l="0" r="0" t="0"/>
            <a:stretch/>
          </p:blipFill>
          <p:spPr>
            <a:xfrm>
              <a:off x="3680777" y="3160776"/>
              <a:ext cx="2928810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2" name="Google Shape;4022;p69"/>
            <p:cNvPicPr preferRelativeResize="0"/>
            <p:nvPr/>
          </p:nvPicPr>
          <p:blipFill rotWithShape="1">
            <a:blip r:embed="rId110">
              <a:alphaModFix/>
            </a:blip>
            <a:srcRect b="0" l="0" r="0" t="0"/>
            <a:stretch/>
          </p:blipFill>
          <p:spPr>
            <a:xfrm>
              <a:off x="3624133" y="3396996"/>
              <a:ext cx="3038795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3" name="Google Shape;4023;p69"/>
            <p:cNvPicPr preferRelativeResize="0"/>
            <p:nvPr/>
          </p:nvPicPr>
          <p:blipFill rotWithShape="1">
            <a:blip r:embed="rId111">
              <a:alphaModFix/>
            </a:blip>
            <a:srcRect b="0" l="0" r="0" t="0"/>
            <a:stretch/>
          </p:blipFill>
          <p:spPr>
            <a:xfrm>
              <a:off x="3575974" y="3633216"/>
              <a:ext cx="3137245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4" name="Google Shape;4024;p69"/>
            <p:cNvPicPr preferRelativeResize="0"/>
            <p:nvPr/>
          </p:nvPicPr>
          <p:blipFill rotWithShape="1">
            <a:blip r:embed="rId112">
              <a:alphaModFix/>
            </a:blip>
            <a:srcRect b="0" l="0" r="0" t="0"/>
            <a:stretch/>
          </p:blipFill>
          <p:spPr>
            <a:xfrm>
              <a:off x="3535436" y="3869435"/>
              <a:ext cx="3220456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5" name="Google Shape;4025;p69"/>
            <p:cNvPicPr preferRelativeResize="0"/>
            <p:nvPr/>
          </p:nvPicPr>
          <p:blipFill rotWithShape="1">
            <a:blip r:embed="rId113">
              <a:alphaModFix/>
            </a:blip>
            <a:srcRect b="0" l="0" r="0" t="0"/>
            <a:stretch/>
          </p:blipFill>
          <p:spPr>
            <a:xfrm>
              <a:off x="3504041" y="4105655"/>
              <a:ext cx="3280806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6" name="Google Shape;4026;p69"/>
            <p:cNvPicPr preferRelativeResize="0"/>
            <p:nvPr/>
          </p:nvPicPr>
          <p:blipFill rotWithShape="1">
            <a:blip r:embed="rId114">
              <a:alphaModFix/>
            </a:blip>
            <a:srcRect b="0" l="0" r="0" t="0"/>
            <a:stretch/>
          </p:blipFill>
          <p:spPr>
            <a:xfrm>
              <a:off x="3477219" y="4341876"/>
              <a:ext cx="3333536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7" name="Google Shape;4027;p69"/>
            <p:cNvPicPr preferRelativeResize="0"/>
            <p:nvPr/>
          </p:nvPicPr>
          <p:blipFill rotWithShape="1">
            <a:blip r:embed="rId115">
              <a:alphaModFix/>
            </a:blip>
            <a:srcRect b="0" l="0" r="0" t="0"/>
            <a:stretch/>
          </p:blipFill>
          <p:spPr>
            <a:xfrm>
              <a:off x="3442715" y="4578096"/>
              <a:ext cx="3403091" cy="14188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8" name="Google Shape;4028;p69"/>
            <p:cNvPicPr preferRelativeResize="0"/>
            <p:nvPr/>
          </p:nvPicPr>
          <p:blipFill rotWithShape="1">
            <a:blip r:embed="rId116">
              <a:alphaModFix/>
            </a:blip>
            <a:srcRect b="0" l="0" r="0" t="0"/>
            <a:stretch/>
          </p:blipFill>
          <p:spPr>
            <a:xfrm>
              <a:off x="3467099" y="5995416"/>
              <a:ext cx="3353860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29" name="Google Shape;4029;p69"/>
            <p:cNvPicPr preferRelativeResize="0"/>
            <p:nvPr/>
          </p:nvPicPr>
          <p:blipFill rotWithShape="1">
            <a:blip r:embed="rId117">
              <a:alphaModFix/>
            </a:blip>
            <a:srcRect b="0" l="0" r="0" t="0"/>
            <a:stretch/>
          </p:blipFill>
          <p:spPr>
            <a:xfrm>
              <a:off x="3488435" y="6231636"/>
              <a:ext cx="3312505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0" name="Google Shape;4030;p69"/>
            <p:cNvPicPr preferRelativeResize="0"/>
            <p:nvPr/>
          </p:nvPicPr>
          <p:blipFill rotWithShape="1">
            <a:blip r:embed="rId118">
              <a:alphaModFix/>
            </a:blip>
            <a:srcRect b="0" l="0" r="0" t="0"/>
            <a:stretch/>
          </p:blipFill>
          <p:spPr>
            <a:xfrm>
              <a:off x="3518915" y="6467855"/>
              <a:ext cx="3252660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1" name="Google Shape;4031;p69"/>
            <p:cNvPicPr preferRelativeResize="0"/>
            <p:nvPr/>
          </p:nvPicPr>
          <p:blipFill rotWithShape="1">
            <a:blip r:embed="rId119">
              <a:alphaModFix/>
            </a:blip>
            <a:srcRect b="0" l="0" r="0" t="0"/>
            <a:stretch/>
          </p:blipFill>
          <p:spPr>
            <a:xfrm>
              <a:off x="3550919" y="6704076"/>
              <a:ext cx="3187232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2" name="Google Shape;4032;p69"/>
            <p:cNvPicPr preferRelativeResize="0"/>
            <p:nvPr/>
          </p:nvPicPr>
          <p:blipFill rotWithShape="1">
            <a:blip r:embed="rId120">
              <a:alphaModFix/>
            </a:blip>
            <a:srcRect b="0" l="0" r="0" t="0"/>
            <a:stretch/>
          </p:blipFill>
          <p:spPr>
            <a:xfrm>
              <a:off x="3596640" y="6940296"/>
              <a:ext cx="3095457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3" name="Google Shape;4033;p69"/>
            <p:cNvPicPr preferRelativeResize="0"/>
            <p:nvPr/>
          </p:nvPicPr>
          <p:blipFill rotWithShape="1">
            <a:blip r:embed="rId121">
              <a:alphaModFix/>
            </a:blip>
            <a:srcRect b="0" l="0" r="0" t="0"/>
            <a:stretch/>
          </p:blipFill>
          <p:spPr>
            <a:xfrm>
              <a:off x="3645408" y="7176516"/>
              <a:ext cx="2996428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4" name="Google Shape;4034;p69"/>
            <p:cNvPicPr preferRelativeResize="0"/>
            <p:nvPr/>
          </p:nvPicPr>
          <p:blipFill rotWithShape="1">
            <a:blip r:embed="rId122">
              <a:alphaModFix/>
            </a:blip>
            <a:srcRect b="0" l="0" r="0" t="0"/>
            <a:stretch/>
          </p:blipFill>
          <p:spPr>
            <a:xfrm>
              <a:off x="3709415" y="7412735"/>
              <a:ext cx="2870545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5" name="Google Shape;4035;p69"/>
            <p:cNvPicPr preferRelativeResize="0"/>
            <p:nvPr/>
          </p:nvPicPr>
          <p:blipFill rotWithShape="1">
            <a:blip r:embed="rId123">
              <a:alphaModFix/>
            </a:blip>
            <a:srcRect b="0" l="0" r="0" t="0"/>
            <a:stretch/>
          </p:blipFill>
          <p:spPr>
            <a:xfrm>
              <a:off x="3784092" y="7648956"/>
              <a:ext cx="2723776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6" name="Google Shape;4036;p69"/>
            <p:cNvPicPr preferRelativeResize="0"/>
            <p:nvPr/>
          </p:nvPicPr>
          <p:blipFill rotWithShape="1">
            <a:blip r:embed="rId124">
              <a:alphaModFix/>
            </a:blip>
            <a:srcRect b="0" l="0" r="0" t="0"/>
            <a:stretch/>
          </p:blipFill>
          <p:spPr>
            <a:xfrm>
              <a:off x="3864864" y="7885176"/>
              <a:ext cx="2560868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7" name="Google Shape;4037;p69"/>
            <p:cNvPicPr preferRelativeResize="0"/>
            <p:nvPr/>
          </p:nvPicPr>
          <p:blipFill rotWithShape="1">
            <a:blip r:embed="rId125">
              <a:alphaModFix/>
            </a:blip>
            <a:srcRect b="0" l="0" r="0" t="0"/>
            <a:stretch/>
          </p:blipFill>
          <p:spPr>
            <a:xfrm>
              <a:off x="3966971" y="8121396"/>
              <a:ext cx="2355799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8" name="Google Shape;4038;p69"/>
            <p:cNvPicPr preferRelativeResize="0"/>
            <p:nvPr/>
          </p:nvPicPr>
          <p:blipFill rotWithShape="1">
            <a:blip r:embed="rId126">
              <a:alphaModFix/>
            </a:blip>
            <a:srcRect b="0" l="0" r="0" t="0"/>
            <a:stretch/>
          </p:blipFill>
          <p:spPr>
            <a:xfrm>
              <a:off x="4082796" y="8357616"/>
              <a:ext cx="2123663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39" name="Google Shape;4039;p69"/>
            <p:cNvPicPr preferRelativeResize="0"/>
            <p:nvPr/>
          </p:nvPicPr>
          <p:blipFill rotWithShape="1">
            <a:blip r:embed="rId127">
              <a:alphaModFix/>
            </a:blip>
            <a:srcRect b="0" l="0" r="0" t="0"/>
            <a:stretch/>
          </p:blipFill>
          <p:spPr>
            <a:xfrm>
              <a:off x="4232148" y="8593835"/>
              <a:ext cx="1825081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40" name="Google Shape;4040;p69"/>
            <p:cNvPicPr preferRelativeResize="0"/>
            <p:nvPr/>
          </p:nvPicPr>
          <p:blipFill rotWithShape="1">
            <a:blip r:embed="rId128">
              <a:alphaModFix/>
            </a:blip>
            <a:srcRect b="0" l="0" r="0" t="0"/>
            <a:stretch/>
          </p:blipFill>
          <p:spPr>
            <a:xfrm>
              <a:off x="4421672" y="8830056"/>
              <a:ext cx="1440470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41" name="Google Shape;4041;p69"/>
            <p:cNvPicPr preferRelativeResize="0"/>
            <p:nvPr/>
          </p:nvPicPr>
          <p:blipFill rotWithShape="1">
            <a:blip r:embed="rId129">
              <a:alphaModFix/>
            </a:blip>
            <a:srcRect b="0" l="0" r="0" t="0"/>
            <a:stretch/>
          </p:blipFill>
          <p:spPr>
            <a:xfrm>
              <a:off x="4718913" y="9066276"/>
              <a:ext cx="857950" cy="1188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42" name="Google Shape;4042;p69"/>
            <p:cNvPicPr preferRelativeResize="0"/>
            <p:nvPr/>
          </p:nvPicPr>
          <p:blipFill rotWithShape="1">
            <a:blip r:embed="rId130">
              <a:alphaModFix/>
            </a:blip>
            <a:srcRect b="0" l="0" r="0" t="0"/>
            <a:stretch/>
          </p:blipFill>
          <p:spPr>
            <a:xfrm>
              <a:off x="3758183" y="6512560"/>
              <a:ext cx="903732" cy="15494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43" name="Google Shape;4043;p69"/>
            <p:cNvSpPr/>
            <p:nvPr/>
          </p:nvSpPr>
          <p:spPr>
            <a:xfrm>
              <a:off x="3749040" y="6495287"/>
              <a:ext cx="919480" cy="1576070"/>
            </a:xfrm>
            <a:custGeom>
              <a:rect b="b" l="l" r="r" t="t"/>
              <a:pathLst>
                <a:path extrusionOk="0" h="1576070" w="919479">
                  <a:moveTo>
                    <a:pt x="460248" y="1575816"/>
                  </a:moveTo>
                  <a:lnTo>
                    <a:pt x="0" y="786384"/>
                  </a:lnTo>
                  <a:lnTo>
                    <a:pt x="460248" y="0"/>
                  </a:lnTo>
                  <a:lnTo>
                    <a:pt x="466470" y="10667"/>
                  </a:lnTo>
                  <a:lnTo>
                    <a:pt x="455676" y="10667"/>
                  </a:lnTo>
                  <a:lnTo>
                    <a:pt x="460240" y="18494"/>
                  </a:lnTo>
                  <a:lnTo>
                    <a:pt x="11819" y="784860"/>
                  </a:lnTo>
                  <a:lnTo>
                    <a:pt x="9143" y="784860"/>
                  </a:lnTo>
                  <a:lnTo>
                    <a:pt x="9143" y="789432"/>
                  </a:lnTo>
                  <a:lnTo>
                    <a:pt x="11819" y="789432"/>
                  </a:lnTo>
                  <a:lnTo>
                    <a:pt x="460240" y="1555797"/>
                  </a:lnTo>
                  <a:lnTo>
                    <a:pt x="455676" y="1563624"/>
                  </a:lnTo>
                  <a:lnTo>
                    <a:pt x="467332" y="1563624"/>
                  </a:lnTo>
                  <a:lnTo>
                    <a:pt x="460248" y="1575816"/>
                  </a:lnTo>
                  <a:close/>
                </a:path>
                <a:path extrusionOk="0" h="1576070" w="919479">
                  <a:moveTo>
                    <a:pt x="460240" y="18494"/>
                  </a:moveTo>
                  <a:lnTo>
                    <a:pt x="455676" y="10667"/>
                  </a:lnTo>
                  <a:lnTo>
                    <a:pt x="464820" y="10667"/>
                  </a:lnTo>
                  <a:lnTo>
                    <a:pt x="460240" y="18494"/>
                  </a:lnTo>
                  <a:close/>
                </a:path>
                <a:path extrusionOk="0" h="1576070" w="919479">
                  <a:moveTo>
                    <a:pt x="908494" y="787146"/>
                  </a:moveTo>
                  <a:lnTo>
                    <a:pt x="460240" y="18494"/>
                  </a:lnTo>
                  <a:lnTo>
                    <a:pt x="464820" y="10667"/>
                  </a:lnTo>
                  <a:lnTo>
                    <a:pt x="466470" y="10667"/>
                  </a:lnTo>
                  <a:lnTo>
                    <a:pt x="918083" y="784860"/>
                  </a:lnTo>
                  <a:lnTo>
                    <a:pt x="909828" y="784860"/>
                  </a:lnTo>
                  <a:lnTo>
                    <a:pt x="908494" y="787146"/>
                  </a:lnTo>
                  <a:close/>
                </a:path>
                <a:path extrusionOk="0" h="1576070" w="919479">
                  <a:moveTo>
                    <a:pt x="9143" y="789432"/>
                  </a:moveTo>
                  <a:lnTo>
                    <a:pt x="9143" y="784860"/>
                  </a:lnTo>
                  <a:lnTo>
                    <a:pt x="10481" y="787146"/>
                  </a:lnTo>
                  <a:lnTo>
                    <a:pt x="9143" y="789432"/>
                  </a:lnTo>
                  <a:close/>
                </a:path>
                <a:path extrusionOk="0" h="1576070" w="919479">
                  <a:moveTo>
                    <a:pt x="10481" y="787146"/>
                  </a:moveTo>
                  <a:lnTo>
                    <a:pt x="9143" y="784860"/>
                  </a:lnTo>
                  <a:lnTo>
                    <a:pt x="11819" y="784860"/>
                  </a:lnTo>
                  <a:lnTo>
                    <a:pt x="10481" y="787146"/>
                  </a:lnTo>
                  <a:close/>
                </a:path>
                <a:path extrusionOk="0" h="1576070" w="919479">
                  <a:moveTo>
                    <a:pt x="909828" y="789432"/>
                  </a:moveTo>
                  <a:lnTo>
                    <a:pt x="908494" y="787146"/>
                  </a:lnTo>
                  <a:lnTo>
                    <a:pt x="909828" y="784860"/>
                  </a:lnTo>
                  <a:lnTo>
                    <a:pt x="909828" y="789432"/>
                  </a:lnTo>
                  <a:close/>
                </a:path>
                <a:path extrusionOk="0" h="1576070" w="919479">
                  <a:moveTo>
                    <a:pt x="917200" y="789432"/>
                  </a:moveTo>
                  <a:lnTo>
                    <a:pt x="909828" y="789432"/>
                  </a:lnTo>
                  <a:lnTo>
                    <a:pt x="909828" y="784860"/>
                  </a:lnTo>
                  <a:lnTo>
                    <a:pt x="918083" y="784860"/>
                  </a:lnTo>
                  <a:lnTo>
                    <a:pt x="918972" y="786384"/>
                  </a:lnTo>
                  <a:lnTo>
                    <a:pt x="917200" y="789432"/>
                  </a:lnTo>
                  <a:close/>
                </a:path>
                <a:path extrusionOk="0" h="1576070" w="919479">
                  <a:moveTo>
                    <a:pt x="11819" y="789432"/>
                  </a:moveTo>
                  <a:lnTo>
                    <a:pt x="9143" y="789432"/>
                  </a:lnTo>
                  <a:lnTo>
                    <a:pt x="10481" y="787146"/>
                  </a:lnTo>
                  <a:lnTo>
                    <a:pt x="11819" y="789432"/>
                  </a:lnTo>
                  <a:close/>
                </a:path>
                <a:path extrusionOk="0" h="1576070" w="919479">
                  <a:moveTo>
                    <a:pt x="467332" y="1563624"/>
                  </a:moveTo>
                  <a:lnTo>
                    <a:pt x="464820" y="1563624"/>
                  </a:lnTo>
                  <a:lnTo>
                    <a:pt x="460240" y="1555797"/>
                  </a:lnTo>
                  <a:lnTo>
                    <a:pt x="908494" y="787146"/>
                  </a:lnTo>
                  <a:lnTo>
                    <a:pt x="909828" y="789432"/>
                  </a:lnTo>
                  <a:lnTo>
                    <a:pt x="917200" y="789432"/>
                  </a:lnTo>
                  <a:lnTo>
                    <a:pt x="467332" y="1563624"/>
                  </a:lnTo>
                  <a:close/>
                </a:path>
                <a:path extrusionOk="0" h="1576070" w="919479">
                  <a:moveTo>
                    <a:pt x="464820" y="1563624"/>
                  </a:moveTo>
                  <a:lnTo>
                    <a:pt x="455676" y="1563624"/>
                  </a:lnTo>
                  <a:lnTo>
                    <a:pt x="460240" y="1555797"/>
                  </a:lnTo>
                  <a:lnTo>
                    <a:pt x="464820" y="15636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44" name="Google Shape;4044;p69"/>
            <p:cNvPicPr preferRelativeResize="0"/>
            <p:nvPr/>
          </p:nvPicPr>
          <p:blipFill rotWithShape="1">
            <a:blip r:embed="rId131">
              <a:alphaModFix/>
            </a:blip>
            <a:srcRect b="0" l="0" r="0" t="0"/>
            <a:stretch/>
          </p:blipFill>
          <p:spPr>
            <a:xfrm>
              <a:off x="4128515" y="7167371"/>
              <a:ext cx="166115" cy="4099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45" name="Google Shape;4045;p69"/>
            <p:cNvSpPr/>
            <p:nvPr/>
          </p:nvSpPr>
          <p:spPr>
            <a:xfrm>
              <a:off x="4131564" y="7117080"/>
              <a:ext cx="160020" cy="30480"/>
            </a:xfrm>
            <a:custGeom>
              <a:rect b="b" l="l" r="r" t="t"/>
              <a:pathLst>
                <a:path extrusionOk="0" h="30479" w="160020">
                  <a:moveTo>
                    <a:pt x="27432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7432" y="30480"/>
                  </a:lnTo>
                  <a:lnTo>
                    <a:pt x="27432" y="0"/>
                  </a:lnTo>
                  <a:close/>
                </a:path>
                <a:path extrusionOk="0" h="30479" w="160020">
                  <a:moveTo>
                    <a:pt x="160020" y="0"/>
                  </a:moveTo>
                  <a:lnTo>
                    <a:pt x="44196" y="0"/>
                  </a:lnTo>
                  <a:lnTo>
                    <a:pt x="44196" y="30480"/>
                  </a:lnTo>
                  <a:lnTo>
                    <a:pt x="160020" y="30480"/>
                  </a:lnTo>
                  <a:lnTo>
                    <a:pt x="1600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46" name="Google Shape;4046;p69"/>
            <p:cNvPicPr preferRelativeResize="0"/>
            <p:nvPr/>
          </p:nvPicPr>
          <p:blipFill rotWithShape="1">
            <a:blip r:embed="rId132">
              <a:alphaModFix/>
            </a:blip>
            <a:srcRect b="0" l="0" r="0" t="0"/>
            <a:stretch/>
          </p:blipFill>
          <p:spPr>
            <a:xfrm>
              <a:off x="4172712" y="6986016"/>
              <a:ext cx="121920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47" name="Google Shape;4047;p69"/>
            <p:cNvPicPr preferRelativeResize="0"/>
            <p:nvPr/>
          </p:nvPicPr>
          <p:blipFill rotWithShape="1">
            <a:blip r:embed="rId133">
              <a:alphaModFix/>
            </a:blip>
            <a:srcRect b="0" l="0" r="0" t="0"/>
            <a:stretch/>
          </p:blipFill>
          <p:spPr>
            <a:xfrm>
              <a:off x="3642359" y="3034792"/>
              <a:ext cx="902208" cy="15494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48" name="Google Shape;4048;p69"/>
            <p:cNvPicPr preferRelativeResize="0"/>
            <p:nvPr/>
          </p:nvPicPr>
          <p:blipFill rotWithShape="1">
            <a:blip r:embed="rId134">
              <a:alphaModFix/>
            </a:blip>
            <a:srcRect b="0" l="0" r="0" t="0"/>
            <a:stretch/>
          </p:blipFill>
          <p:spPr>
            <a:xfrm>
              <a:off x="3561587" y="3015995"/>
              <a:ext cx="990600" cy="23500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49" name="Google Shape;4049;p69"/>
            <p:cNvPicPr preferRelativeResize="0"/>
            <p:nvPr/>
          </p:nvPicPr>
          <p:blipFill rotWithShape="1">
            <a:blip r:embed="rId135">
              <a:alphaModFix/>
            </a:blip>
            <a:srcRect b="0" l="0" r="0" t="0"/>
            <a:stretch/>
          </p:blipFill>
          <p:spPr>
            <a:xfrm>
              <a:off x="3566159" y="6089903"/>
              <a:ext cx="198119" cy="1813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50" name="Google Shape;4050;p69"/>
            <p:cNvPicPr preferRelativeResize="0"/>
            <p:nvPr/>
          </p:nvPicPr>
          <p:blipFill rotWithShape="1">
            <a:blip r:embed="rId136">
              <a:alphaModFix/>
            </a:blip>
            <a:srcRect b="0" l="0" r="0" t="0"/>
            <a:stretch/>
          </p:blipFill>
          <p:spPr>
            <a:xfrm>
              <a:off x="3564636" y="5859779"/>
              <a:ext cx="204215" cy="2087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51" name="Google Shape;4051;p69"/>
            <p:cNvSpPr/>
            <p:nvPr/>
          </p:nvSpPr>
          <p:spPr>
            <a:xfrm>
              <a:off x="3561588" y="5301996"/>
              <a:ext cx="207645" cy="538480"/>
            </a:xfrm>
            <a:custGeom>
              <a:rect b="b" l="l" r="r" t="t"/>
              <a:pathLst>
                <a:path extrusionOk="0" h="538479" w="207645">
                  <a:moveTo>
                    <a:pt x="202692" y="205740"/>
                  </a:moveTo>
                  <a:lnTo>
                    <a:pt x="198120" y="205740"/>
                  </a:lnTo>
                  <a:lnTo>
                    <a:pt x="198120" y="211836"/>
                  </a:lnTo>
                  <a:lnTo>
                    <a:pt x="198120" y="217932"/>
                  </a:lnTo>
                  <a:lnTo>
                    <a:pt x="196596" y="222504"/>
                  </a:lnTo>
                  <a:lnTo>
                    <a:pt x="193548" y="228600"/>
                  </a:lnTo>
                  <a:lnTo>
                    <a:pt x="187452" y="231648"/>
                  </a:lnTo>
                  <a:lnTo>
                    <a:pt x="185928" y="233172"/>
                  </a:lnTo>
                  <a:lnTo>
                    <a:pt x="21336" y="233172"/>
                  </a:lnTo>
                  <a:lnTo>
                    <a:pt x="15240" y="230124"/>
                  </a:lnTo>
                  <a:lnTo>
                    <a:pt x="13716" y="228600"/>
                  </a:lnTo>
                  <a:lnTo>
                    <a:pt x="12192" y="225552"/>
                  </a:lnTo>
                  <a:lnTo>
                    <a:pt x="9144" y="222504"/>
                  </a:lnTo>
                  <a:lnTo>
                    <a:pt x="9144" y="205740"/>
                  </a:lnTo>
                  <a:lnTo>
                    <a:pt x="4572" y="205740"/>
                  </a:lnTo>
                  <a:lnTo>
                    <a:pt x="4572" y="307848"/>
                  </a:lnTo>
                  <a:lnTo>
                    <a:pt x="9144" y="307848"/>
                  </a:lnTo>
                  <a:lnTo>
                    <a:pt x="9144" y="291084"/>
                  </a:lnTo>
                  <a:lnTo>
                    <a:pt x="12192" y="288036"/>
                  </a:lnTo>
                  <a:lnTo>
                    <a:pt x="13716" y="284988"/>
                  </a:lnTo>
                  <a:lnTo>
                    <a:pt x="15240" y="283464"/>
                  </a:lnTo>
                  <a:lnTo>
                    <a:pt x="21336" y="280416"/>
                  </a:lnTo>
                  <a:lnTo>
                    <a:pt x="184404" y="280416"/>
                  </a:lnTo>
                  <a:lnTo>
                    <a:pt x="193548" y="284988"/>
                  </a:lnTo>
                  <a:lnTo>
                    <a:pt x="196596" y="291084"/>
                  </a:lnTo>
                  <a:lnTo>
                    <a:pt x="198120" y="295656"/>
                  </a:lnTo>
                  <a:lnTo>
                    <a:pt x="198120" y="307848"/>
                  </a:lnTo>
                  <a:lnTo>
                    <a:pt x="202692" y="307848"/>
                  </a:lnTo>
                  <a:lnTo>
                    <a:pt x="202692" y="205740"/>
                  </a:lnTo>
                  <a:close/>
                </a:path>
                <a:path extrusionOk="0" h="538479" w="207645">
                  <a:moveTo>
                    <a:pt x="207264" y="426720"/>
                  </a:moveTo>
                  <a:lnTo>
                    <a:pt x="202692" y="384048"/>
                  </a:lnTo>
                  <a:lnTo>
                    <a:pt x="190500" y="344424"/>
                  </a:lnTo>
                  <a:lnTo>
                    <a:pt x="140208" y="344424"/>
                  </a:lnTo>
                  <a:lnTo>
                    <a:pt x="135636" y="342900"/>
                  </a:lnTo>
                  <a:lnTo>
                    <a:pt x="134112" y="342900"/>
                  </a:lnTo>
                  <a:lnTo>
                    <a:pt x="129540" y="341376"/>
                  </a:lnTo>
                  <a:lnTo>
                    <a:pt x="128016" y="339852"/>
                  </a:lnTo>
                  <a:lnTo>
                    <a:pt x="124968" y="333756"/>
                  </a:lnTo>
                  <a:lnTo>
                    <a:pt x="123444" y="329184"/>
                  </a:lnTo>
                  <a:lnTo>
                    <a:pt x="123444" y="323088"/>
                  </a:lnTo>
                  <a:lnTo>
                    <a:pt x="118872" y="323088"/>
                  </a:lnTo>
                  <a:lnTo>
                    <a:pt x="118872" y="417576"/>
                  </a:lnTo>
                  <a:lnTo>
                    <a:pt x="123444" y="417576"/>
                  </a:lnTo>
                  <a:lnTo>
                    <a:pt x="123444" y="402336"/>
                  </a:lnTo>
                  <a:lnTo>
                    <a:pt x="126492" y="399288"/>
                  </a:lnTo>
                  <a:lnTo>
                    <a:pt x="128016" y="396240"/>
                  </a:lnTo>
                  <a:lnTo>
                    <a:pt x="129540" y="394716"/>
                  </a:lnTo>
                  <a:lnTo>
                    <a:pt x="132588" y="393192"/>
                  </a:lnTo>
                  <a:lnTo>
                    <a:pt x="134112" y="391668"/>
                  </a:lnTo>
                  <a:lnTo>
                    <a:pt x="190500" y="391668"/>
                  </a:lnTo>
                  <a:lnTo>
                    <a:pt x="192024" y="396240"/>
                  </a:lnTo>
                  <a:lnTo>
                    <a:pt x="193548" y="402336"/>
                  </a:lnTo>
                  <a:lnTo>
                    <a:pt x="195072" y="406908"/>
                  </a:lnTo>
                  <a:lnTo>
                    <a:pt x="195072" y="411480"/>
                  </a:lnTo>
                  <a:lnTo>
                    <a:pt x="196596" y="417576"/>
                  </a:lnTo>
                  <a:lnTo>
                    <a:pt x="196596" y="422148"/>
                  </a:lnTo>
                  <a:lnTo>
                    <a:pt x="180492" y="464629"/>
                  </a:lnTo>
                  <a:lnTo>
                    <a:pt x="143065" y="482942"/>
                  </a:lnTo>
                  <a:lnTo>
                    <a:pt x="103632" y="486156"/>
                  </a:lnTo>
                  <a:lnTo>
                    <a:pt x="92202" y="485851"/>
                  </a:lnTo>
                  <a:lnTo>
                    <a:pt x="47282" y="476300"/>
                  </a:lnTo>
                  <a:lnTo>
                    <a:pt x="17729" y="451294"/>
                  </a:lnTo>
                  <a:lnTo>
                    <a:pt x="10668" y="422148"/>
                  </a:lnTo>
                  <a:lnTo>
                    <a:pt x="11518" y="410108"/>
                  </a:lnTo>
                  <a:lnTo>
                    <a:pt x="32994" y="369150"/>
                  </a:lnTo>
                  <a:lnTo>
                    <a:pt x="68580" y="348996"/>
                  </a:lnTo>
                  <a:lnTo>
                    <a:pt x="68580" y="344424"/>
                  </a:lnTo>
                  <a:lnTo>
                    <a:pt x="0" y="344424"/>
                  </a:lnTo>
                  <a:lnTo>
                    <a:pt x="0" y="348996"/>
                  </a:lnTo>
                  <a:lnTo>
                    <a:pt x="9144" y="352044"/>
                  </a:lnTo>
                  <a:lnTo>
                    <a:pt x="10668" y="355092"/>
                  </a:lnTo>
                  <a:lnTo>
                    <a:pt x="12192" y="356616"/>
                  </a:lnTo>
                  <a:lnTo>
                    <a:pt x="13716" y="359664"/>
                  </a:lnTo>
                  <a:lnTo>
                    <a:pt x="13716" y="364236"/>
                  </a:lnTo>
                  <a:lnTo>
                    <a:pt x="12192" y="370332"/>
                  </a:lnTo>
                  <a:lnTo>
                    <a:pt x="7620" y="379476"/>
                  </a:lnTo>
                  <a:lnTo>
                    <a:pt x="4572" y="388620"/>
                  </a:lnTo>
                  <a:lnTo>
                    <a:pt x="3048" y="396240"/>
                  </a:lnTo>
                  <a:lnTo>
                    <a:pt x="1524" y="400812"/>
                  </a:lnTo>
                  <a:lnTo>
                    <a:pt x="635" y="406793"/>
                  </a:lnTo>
                  <a:lnTo>
                    <a:pt x="190" y="413194"/>
                  </a:lnTo>
                  <a:lnTo>
                    <a:pt x="0" y="426720"/>
                  </a:lnTo>
                  <a:lnTo>
                    <a:pt x="1968" y="449821"/>
                  </a:lnTo>
                  <a:lnTo>
                    <a:pt x="17348" y="489737"/>
                  </a:lnTo>
                  <a:lnTo>
                    <a:pt x="46431" y="519976"/>
                  </a:lnTo>
                  <a:lnTo>
                    <a:pt x="84048" y="535978"/>
                  </a:lnTo>
                  <a:lnTo>
                    <a:pt x="105156" y="537972"/>
                  </a:lnTo>
                  <a:lnTo>
                    <a:pt x="117436" y="537387"/>
                  </a:lnTo>
                  <a:lnTo>
                    <a:pt x="158610" y="523328"/>
                  </a:lnTo>
                  <a:lnTo>
                    <a:pt x="190309" y="490347"/>
                  </a:lnTo>
                  <a:lnTo>
                    <a:pt x="205168" y="451866"/>
                  </a:lnTo>
                  <a:lnTo>
                    <a:pt x="206705" y="439864"/>
                  </a:lnTo>
                  <a:lnTo>
                    <a:pt x="207264" y="426720"/>
                  </a:lnTo>
                  <a:close/>
                </a:path>
                <a:path extrusionOk="0" h="538479" w="207645">
                  <a:moveTo>
                    <a:pt x="207264" y="80772"/>
                  </a:moveTo>
                  <a:lnTo>
                    <a:pt x="199644" y="39624"/>
                  </a:lnTo>
                  <a:lnTo>
                    <a:pt x="175260" y="4572"/>
                  </a:lnTo>
                  <a:lnTo>
                    <a:pt x="158496" y="4572"/>
                  </a:lnTo>
                  <a:lnTo>
                    <a:pt x="167919" y="13462"/>
                  </a:lnTo>
                  <a:lnTo>
                    <a:pt x="175641" y="21907"/>
                  </a:lnTo>
                  <a:lnTo>
                    <a:pt x="194500" y="62534"/>
                  </a:lnTo>
                  <a:lnTo>
                    <a:pt x="195072" y="71628"/>
                  </a:lnTo>
                  <a:lnTo>
                    <a:pt x="194233" y="82486"/>
                  </a:lnTo>
                  <a:lnTo>
                    <a:pt x="168973" y="120586"/>
                  </a:lnTo>
                  <a:lnTo>
                    <a:pt x="126682" y="134302"/>
                  </a:lnTo>
                  <a:lnTo>
                    <a:pt x="100584" y="135636"/>
                  </a:lnTo>
                  <a:lnTo>
                    <a:pt x="87147" y="135064"/>
                  </a:lnTo>
                  <a:lnTo>
                    <a:pt x="42570" y="122491"/>
                  </a:lnTo>
                  <a:lnTo>
                    <a:pt x="14668" y="87249"/>
                  </a:lnTo>
                  <a:lnTo>
                    <a:pt x="12192" y="68580"/>
                  </a:lnTo>
                  <a:lnTo>
                    <a:pt x="13042" y="58318"/>
                  </a:lnTo>
                  <a:lnTo>
                    <a:pt x="34493" y="20650"/>
                  </a:lnTo>
                  <a:lnTo>
                    <a:pt x="68580" y="4572"/>
                  </a:lnTo>
                  <a:lnTo>
                    <a:pt x="6858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4572" y="6096"/>
                  </a:lnTo>
                  <a:lnTo>
                    <a:pt x="10668" y="9144"/>
                  </a:lnTo>
                  <a:lnTo>
                    <a:pt x="12192" y="12192"/>
                  </a:lnTo>
                  <a:lnTo>
                    <a:pt x="13716" y="13716"/>
                  </a:lnTo>
                  <a:lnTo>
                    <a:pt x="13716" y="19812"/>
                  </a:lnTo>
                  <a:lnTo>
                    <a:pt x="12192" y="25908"/>
                  </a:lnTo>
                  <a:lnTo>
                    <a:pt x="7620" y="35052"/>
                  </a:lnTo>
                  <a:lnTo>
                    <a:pt x="4495" y="46469"/>
                  </a:lnTo>
                  <a:lnTo>
                    <a:pt x="2095" y="57721"/>
                  </a:lnTo>
                  <a:lnTo>
                    <a:pt x="546" y="68707"/>
                  </a:lnTo>
                  <a:lnTo>
                    <a:pt x="0" y="79248"/>
                  </a:lnTo>
                  <a:lnTo>
                    <a:pt x="850" y="92951"/>
                  </a:lnTo>
                  <a:lnTo>
                    <a:pt x="13716" y="132588"/>
                  </a:lnTo>
                  <a:lnTo>
                    <a:pt x="41351" y="164528"/>
                  </a:lnTo>
                  <a:lnTo>
                    <a:pt x="79438" y="183832"/>
                  </a:lnTo>
                  <a:lnTo>
                    <a:pt x="106680" y="187452"/>
                  </a:lnTo>
                  <a:lnTo>
                    <a:pt x="120103" y="186601"/>
                  </a:lnTo>
                  <a:lnTo>
                    <a:pt x="156972" y="173736"/>
                  </a:lnTo>
                  <a:lnTo>
                    <a:pt x="186969" y="148234"/>
                  </a:lnTo>
                  <a:lnTo>
                    <a:pt x="203835" y="110680"/>
                  </a:lnTo>
                  <a:lnTo>
                    <a:pt x="206400" y="96227"/>
                  </a:lnTo>
                  <a:lnTo>
                    <a:pt x="207264" y="80772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9"/>
            <p:cNvSpPr/>
            <p:nvPr/>
          </p:nvSpPr>
          <p:spPr>
            <a:xfrm>
              <a:off x="4094988" y="5846064"/>
              <a:ext cx="487680" cy="318770"/>
            </a:xfrm>
            <a:custGeom>
              <a:rect b="b" l="l" r="r" t="t"/>
              <a:pathLst>
                <a:path extrusionOk="0" h="318770" w="487679">
                  <a:moveTo>
                    <a:pt x="487679" y="318516"/>
                  </a:moveTo>
                  <a:lnTo>
                    <a:pt x="0" y="318516"/>
                  </a:lnTo>
                  <a:lnTo>
                    <a:pt x="0" y="0"/>
                  </a:lnTo>
                  <a:lnTo>
                    <a:pt x="487679" y="0"/>
                  </a:lnTo>
                  <a:lnTo>
                    <a:pt x="487679" y="3185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9"/>
            <p:cNvSpPr/>
            <p:nvPr/>
          </p:nvSpPr>
          <p:spPr>
            <a:xfrm>
              <a:off x="4091939" y="5841491"/>
              <a:ext cx="495300" cy="327660"/>
            </a:xfrm>
            <a:custGeom>
              <a:rect b="b" l="l" r="r" t="t"/>
              <a:pathLst>
                <a:path extrusionOk="0" h="327660" w="495300">
                  <a:moveTo>
                    <a:pt x="495300" y="327660"/>
                  </a:moveTo>
                  <a:lnTo>
                    <a:pt x="0" y="327660"/>
                  </a:lnTo>
                  <a:lnTo>
                    <a:pt x="0" y="0"/>
                  </a:lnTo>
                  <a:lnTo>
                    <a:pt x="495300" y="0"/>
                  </a:lnTo>
                  <a:lnTo>
                    <a:pt x="495300" y="6096"/>
                  </a:lnTo>
                  <a:lnTo>
                    <a:pt x="9144" y="6096"/>
                  </a:lnTo>
                  <a:lnTo>
                    <a:pt x="4572" y="10668"/>
                  </a:lnTo>
                  <a:lnTo>
                    <a:pt x="9144" y="10668"/>
                  </a:lnTo>
                  <a:lnTo>
                    <a:pt x="9144" y="318516"/>
                  </a:lnTo>
                  <a:lnTo>
                    <a:pt x="4572" y="318516"/>
                  </a:lnTo>
                  <a:lnTo>
                    <a:pt x="9144" y="323088"/>
                  </a:lnTo>
                  <a:lnTo>
                    <a:pt x="495300" y="323088"/>
                  </a:lnTo>
                  <a:lnTo>
                    <a:pt x="495300" y="327660"/>
                  </a:lnTo>
                  <a:close/>
                </a:path>
                <a:path extrusionOk="0" h="327660" w="495300">
                  <a:moveTo>
                    <a:pt x="9144" y="10668"/>
                  </a:moveTo>
                  <a:lnTo>
                    <a:pt x="4572" y="10668"/>
                  </a:lnTo>
                  <a:lnTo>
                    <a:pt x="9144" y="6096"/>
                  </a:lnTo>
                  <a:lnTo>
                    <a:pt x="9144" y="10668"/>
                  </a:lnTo>
                  <a:close/>
                </a:path>
                <a:path extrusionOk="0" h="327660" w="495300">
                  <a:moveTo>
                    <a:pt x="486156" y="10668"/>
                  </a:moveTo>
                  <a:lnTo>
                    <a:pt x="9144" y="10668"/>
                  </a:lnTo>
                  <a:lnTo>
                    <a:pt x="9144" y="6096"/>
                  </a:lnTo>
                  <a:lnTo>
                    <a:pt x="486156" y="6096"/>
                  </a:lnTo>
                  <a:lnTo>
                    <a:pt x="486156" y="10668"/>
                  </a:lnTo>
                  <a:close/>
                </a:path>
                <a:path extrusionOk="0" h="327660" w="495300">
                  <a:moveTo>
                    <a:pt x="486156" y="323088"/>
                  </a:moveTo>
                  <a:lnTo>
                    <a:pt x="486156" y="6096"/>
                  </a:lnTo>
                  <a:lnTo>
                    <a:pt x="490728" y="10668"/>
                  </a:lnTo>
                  <a:lnTo>
                    <a:pt x="495300" y="10668"/>
                  </a:lnTo>
                  <a:lnTo>
                    <a:pt x="495300" y="318516"/>
                  </a:lnTo>
                  <a:lnTo>
                    <a:pt x="490728" y="318516"/>
                  </a:lnTo>
                  <a:lnTo>
                    <a:pt x="486156" y="323088"/>
                  </a:lnTo>
                  <a:close/>
                </a:path>
                <a:path extrusionOk="0" h="327660" w="495300">
                  <a:moveTo>
                    <a:pt x="495300" y="10668"/>
                  </a:moveTo>
                  <a:lnTo>
                    <a:pt x="490728" y="10668"/>
                  </a:lnTo>
                  <a:lnTo>
                    <a:pt x="486156" y="6096"/>
                  </a:lnTo>
                  <a:lnTo>
                    <a:pt x="495300" y="6096"/>
                  </a:lnTo>
                  <a:lnTo>
                    <a:pt x="495300" y="10668"/>
                  </a:lnTo>
                  <a:close/>
                </a:path>
                <a:path extrusionOk="0" h="327660" w="495300">
                  <a:moveTo>
                    <a:pt x="9144" y="323088"/>
                  </a:moveTo>
                  <a:lnTo>
                    <a:pt x="4572" y="318516"/>
                  </a:lnTo>
                  <a:lnTo>
                    <a:pt x="9144" y="318516"/>
                  </a:lnTo>
                  <a:lnTo>
                    <a:pt x="9144" y="323088"/>
                  </a:lnTo>
                  <a:close/>
                </a:path>
                <a:path extrusionOk="0" h="327660" w="495300">
                  <a:moveTo>
                    <a:pt x="486156" y="323088"/>
                  </a:moveTo>
                  <a:lnTo>
                    <a:pt x="9144" y="323088"/>
                  </a:lnTo>
                  <a:lnTo>
                    <a:pt x="9144" y="318516"/>
                  </a:lnTo>
                  <a:lnTo>
                    <a:pt x="486156" y="318516"/>
                  </a:lnTo>
                  <a:lnTo>
                    <a:pt x="486156" y="323088"/>
                  </a:lnTo>
                  <a:close/>
                </a:path>
                <a:path extrusionOk="0" h="327660" w="495300">
                  <a:moveTo>
                    <a:pt x="495300" y="323088"/>
                  </a:moveTo>
                  <a:lnTo>
                    <a:pt x="486156" y="323088"/>
                  </a:lnTo>
                  <a:lnTo>
                    <a:pt x="490728" y="318516"/>
                  </a:lnTo>
                  <a:lnTo>
                    <a:pt x="495300" y="318516"/>
                  </a:lnTo>
                  <a:lnTo>
                    <a:pt x="495300" y="3230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9"/>
            <p:cNvSpPr/>
            <p:nvPr/>
          </p:nvSpPr>
          <p:spPr>
            <a:xfrm>
              <a:off x="4419600" y="6100571"/>
              <a:ext cx="76200" cy="70485"/>
            </a:xfrm>
            <a:custGeom>
              <a:rect b="b" l="l" r="r" t="t"/>
              <a:pathLst>
                <a:path extrusionOk="0" h="70485" w="76200">
                  <a:moveTo>
                    <a:pt x="76200" y="70104"/>
                  </a:moveTo>
                  <a:lnTo>
                    <a:pt x="0" y="67056"/>
                  </a:lnTo>
                  <a:lnTo>
                    <a:pt x="35051" y="0"/>
                  </a:lnTo>
                  <a:lnTo>
                    <a:pt x="76200" y="70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9"/>
            <p:cNvSpPr/>
            <p:nvPr/>
          </p:nvSpPr>
          <p:spPr>
            <a:xfrm>
              <a:off x="4413504" y="6096000"/>
              <a:ext cx="86995" cy="79375"/>
            </a:xfrm>
            <a:custGeom>
              <a:rect b="b" l="l" r="r" t="t"/>
              <a:pathLst>
                <a:path extrusionOk="0" h="79375" w="86995">
                  <a:moveTo>
                    <a:pt x="77724" y="76200"/>
                  </a:moveTo>
                  <a:lnTo>
                    <a:pt x="3048" y="76200"/>
                  </a:lnTo>
                  <a:lnTo>
                    <a:pt x="0" y="73152"/>
                  </a:lnTo>
                  <a:lnTo>
                    <a:pt x="0" y="71628"/>
                  </a:lnTo>
                  <a:lnTo>
                    <a:pt x="1524" y="70104"/>
                  </a:lnTo>
                  <a:lnTo>
                    <a:pt x="36576" y="3048"/>
                  </a:lnTo>
                  <a:lnTo>
                    <a:pt x="39624" y="0"/>
                  </a:lnTo>
                  <a:lnTo>
                    <a:pt x="42672" y="0"/>
                  </a:lnTo>
                  <a:lnTo>
                    <a:pt x="45720" y="3048"/>
                  </a:lnTo>
                  <a:lnTo>
                    <a:pt x="48361" y="7620"/>
                  </a:lnTo>
                  <a:lnTo>
                    <a:pt x="36576" y="7620"/>
                  </a:lnTo>
                  <a:lnTo>
                    <a:pt x="41365" y="15602"/>
                  </a:lnTo>
                  <a:lnTo>
                    <a:pt x="13300" y="67056"/>
                  </a:lnTo>
                  <a:lnTo>
                    <a:pt x="6096" y="67056"/>
                  </a:lnTo>
                  <a:lnTo>
                    <a:pt x="9144" y="74676"/>
                  </a:lnTo>
                  <a:lnTo>
                    <a:pt x="76809" y="74676"/>
                  </a:lnTo>
                  <a:lnTo>
                    <a:pt x="77724" y="76200"/>
                  </a:lnTo>
                  <a:close/>
                </a:path>
                <a:path extrusionOk="0" h="79375" w="86995">
                  <a:moveTo>
                    <a:pt x="41365" y="15602"/>
                  </a:moveTo>
                  <a:lnTo>
                    <a:pt x="36576" y="7620"/>
                  </a:lnTo>
                  <a:lnTo>
                    <a:pt x="45720" y="7620"/>
                  </a:lnTo>
                  <a:lnTo>
                    <a:pt x="41365" y="15602"/>
                  </a:lnTo>
                  <a:close/>
                </a:path>
                <a:path extrusionOk="0" h="79375" w="86995">
                  <a:moveTo>
                    <a:pt x="83820" y="79248"/>
                  </a:moveTo>
                  <a:lnTo>
                    <a:pt x="82296" y="79248"/>
                  </a:lnTo>
                  <a:lnTo>
                    <a:pt x="6096" y="76200"/>
                  </a:lnTo>
                  <a:lnTo>
                    <a:pt x="77724" y="76200"/>
                  </a:lnTo>
                  <a:lnTo>
                    <a:pt x="82296" y="68580"/>
                  </a:lnTo>
                  <a:lnTo>
                    <a:pt x="73040" y="68394"/>
                  </a:lnTo>
                  <a:lnTo>
                    <a:pt x="41365" y="15602"/>
                  </a:lnTo>
                  <a:lnTo>
                    <a:pt x="45720" y="7620"/>
                  </a:lnTo>
                  <a:lnTo>
                    <a:pt x="48361" y="7620"/>
                  </a:lnTo>
                  <a:lnTo>
                    <a:pt x="85344" y="71628"/>
                  </a:lnTo>
                  <a:lnTo>
                    <a:pt x="86868" y="73152"/>
                  </a:lnTo>
                  <a:lnTo>
                    <a:pt x="86868" y="74676"/>
                  </a:lnTo>
                  <a:lnTo>
                    <a:pt x="85344" y="76200"/>
                  </a:lnTo>
                  <a:lnTo>
                    <a:pt x="85344" y="77724"/>
                  </a:lnTo>
                  <a:lnTo>
                    <a:pt x="83820" y="79248"/>
                  </a:lnTo>
                  <a:close/>
                </a:path>
                <a:path extrusionOk="0" h="79375" w="86995">
                  <a:moveTo>
                    <a:pt x="9144" y="74676"/>
                  </a:moveTo>
                  <a:lnTo>
                    <a:pt x="6153" y="67198"/>
                  </a:lnTo>
                  <a:lnTo>
                    <a:pt x="6096" y="67056"/>
                  </a:lnTo>
                  <a:lnTo>
                    <a:pt x="13222" y="67198"/>
                  </a:lnTo>
                  <a:lnTo>
                    <a:pt x="9144" y="74676"/>
                  </a:lnTo>
                  <a:close/>
                </a:path>
                <a:path extrusionOk="0" h="79375" w="86995">
                  <a:moveTo>
                    <a:pt x="13222" y="67198"/>
                  </a:moveTo>
                  <a:lnTo>
                    <a:pt x="6096" y="67056"/>
                  </a:lnTo>
                  <a:lnTo>
                    <a:pt x="13300" y="67056"/>
                  </a:lnTo>
                  <a:lnTo>
                    <a:pt x="13222" y="67198"/>
                  </a:lnTo>
                  <a:close/>
                </a:path>
                <a:path extrusionOk="0" h="79375" w="86995">
                  <a:moveTo>
                    <a:pt x="76809" y="74676"/>
                  </a:moveTo>
                  <a:lnTo>
                    <a:pt x="9144" y="74676"/>
                  </a:lnTo>
                  <a:lnTo>
                    <a:pt x="13222" y="67198"/>
                  </a:lnTo>
                  <a:lnTo>
                    <a:pt x="73040" y="68394"/>
                  </a:lnTo>
                  <a:lnTo>
                    <a:pt x="76809" y="74676"/>
                  </a:lnTo>
                  <a:close/>
                </a:path>
                <a:path extrusionOk="0" h="79375" w="86995">
                  <a:moveTo>
                    <a:pt x="77724" y="76200"/>
                  </a:moveTo>
                  <a:lnTo>
                    <a:pt x="73152" y="68580"/>
                  </a:lnTo>
                  <a:lnTo>
                    <a:pt x="73040" y="68394"/>
                  </a:lnTo>
                  <a:lnTo>
                    <a:pt x="82296" y="68580"/>
                  </a:lnTo>
                  <a:lnTo>
                    <a:pt x="77724" y="76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56" name="Google Shape;4056;p69"/>
            <p:cNvPicPr preferRelativeResize="0"/>
            <p:nvPr/>
          </p:nvPicPr>
          <p:blipFill rotWithShape="1">
            <a:blip r:embed="rId137">
              <a:alphaModFix/>
            </a:blip>
            <a:srcRect b="0" l="0" r="0" t="0"/>
            <a:stretch/>
          </p:blipFill>
          <p:spPr>
            <a:xfrm>
              <a:off x="4168139" y="6076188"/>
              <a:ext cx="80772" cy="685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57" name="Google Shape;4057;p69"/>
            <p:cNvPicPr preferRelativeResize="0"/>
            <p:nvPr/>
          </p:nvPicPr>
          <p:blipFill rotWithShape="1">
            <a:blip r:embed="rId138">
              <a:alphaModFix/>
            </a:blip>
            <a:srcRect b="0" l="0" r="0" t="0"/>
            <a:stretch/>
          </p:blipFill>
          <p:spPr>
            <a:xfrm>
              <a:off x="4166615" y="5873496"/>
              <a:ext cx="89916" cy="807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58" name="Google Shape;4058;p69"/>
            <p:cNvSpPr/>
            <p:nvPr/>
          </p:nvSpPr>
          <p:spPr>
            <a:xfrm>
              <a:off x="4204716" y="5696712"/>
              <a:ext cx="260985" cy="597535"/>
            </a:xfrm>
            <a:custGeom>
              <a:rect b="b" l="l" r="r" t="t"/>
              <a:pathLst>
                <a:path extrusionOk="0" h="597535" w="260985">
                  <a:moveTo>
                    <a:pt x="7607" y="477012"/>
                  </a:moveTo>
                  <a:lnTo>
                    <a:pt x="1524" y="477012"/>
                  </a:lnTo>
                  <a:lnTo>
                    <a:pt x="0" y="597408"/>
                  </a:lnTo>
                  <a:lnTo>
                    <a:pt x="6083" y="597408"/>
                  </a:lnTo>
                  <a:lnTo>
                    <a:pt x="7607" y="477012"/>
                  </a:lnTo>
                  <a:close/>
                </a:path>
                <a:path extrusionOk="0" h="597535" w="260985">
                  <a:moveTo>
                    <a:pt x="7607" y="0"/>
                  </a:moveTo>
                  <a:lnTo>
                    <a:pt x="1524" y="0"/>
                  </a:lnTo>
                  <a:lnTo>
                    <a:pt x="0" y="147828"/>
                  </a:lnTo>
                  <a:lnTo>
                    <a:pt x="6083" y="149352"/>
                  </a:lnTo>
                  <a:lnTo>
                    <a:pt x="7607" y="0"/>
                  </a:lnTo>
                  <a:close/>
                </a:path>
                <a:path extrusionOk="0" h="597535" w="260985">
                  <a:moveTo>
                    <a:pt x="260591" y="472440"/>
                  </a:moveTo>
                  <a:lnTo>
                    <a:pt x="254508" y="472440"/>
                  </a:lnTo>
                  <a:lnTo>
                    <a:pt x="254508" y="597408"/>
                  </a:lnTo>
                  <a:lnTo>
                    <a:pt x="260591" y="597408"/>
                  </a:lnTo>
                  <a:lnTo>
                    <a:pt x="260591" y="4724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59" name="Google Shape;4059;p69"/>
            <p:cNvPicPr preferRelativeResize="0"/>
            <p:nvPr/>
          </p:nvPicPr>
          <p:blipFill rotWithShape="1">
            <a:blip r:embed="rId139">
              <a:alphaModFix/>
            </a:blip>
            <a:srcRect b="0" l="0" r="0" t="0"/>
            <a:stretch/>
          </p:blipFill>
          <p:spPr>
            <a:xfrm>
              <a:off x="4407407" y="5388864"/>
              <a:ext cx="126492" cy="29565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60" name="Google Shape;4060;p69"/>
            <p:cNvSpPr/>
            <p:nvPr/>
          </p:nvSpPr>
          <p:spPr>
            <a:xfrm>
              <a:off x="4244339" y="1961388"/>
              <a:ext cx="885825" cy="965200"/>
            </a:xfrm>
            <a:custGeom>
              <a:rect b="b" l="l" r="r" t="t"/>
              <a:pathLst>
                <a:path extrusionOk="0" h="965200" w="885825">
                  <a:moveTo>
                    <a:pt x="492251" y="964692"/>
                  </a:moveTo>
                  <a:lnTo>
                    <a:pt x="0" y="681228"/>
                  </a:lnTo>
                  <a:lnTo>
                    <a:pt x="394716" y="0"/>
                  </a:lnTo>
                  <a:lnTo>
                    <a:pt x="885443" y="284987"/>
                  </a:lnTo>
                  <a:lnTo>
                    <a:pt x="492251" y="9646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9"/>
            <p:cNvSpPr/>
            <p:nvPr/>
          </p:nvSpPr>
          <p:spPr>
            <a:xfrm>
              <a:off x="4238243" y="1955292"/>
              <a:ext cx="899160" cy="977265"/>
            </a:xfrm>
            <a:custGeom>
              <a:rect b="b" l="l" r="r" t="t"/>
              <a:pathLst>
                <a:path extrusionOk="0" h="977264" w="899160">
                  <a:moveTo>
                    <a:pt x="499872" y="976884"/>
                  </a:moveTo>
                  <a:lnTo>
                    <a:pt x="0" y="690372"/>
                  </a:lnTo>
                  <a:lnTo>
                    <a:pt x="397763" y="0"/>
                  </a:lnTo>
                  <a:lnTo>
                    <a:pt x="413597" y="9144"/>
                  </a:lnTo>
                  <a:lnTo>
                    <a:pt x="403860" y="9144"/>
                  </a:lnTo>
                  <a:lnTo>
                    <a:pt x="397763" y="10668"/>
                  </a:lnTo>
                  <a:lnTo>
                    <a:pt x="401673" y="12931"/>
                  </a:lnTo>
                  <a:lnTo>
                    <a:pt x="14186" y="684276"/>
                  </a:lnTo>
                  <a:lnTo>
                    <a:pt x="9144" y="684276"/>
                  </a:lnTo>
                  <a:lnTo>
                    <a:pt x="10668" y="690372"/>
                  </a:lnTo>
                  <a:lnTo>
                    <a:pt x="19730" y="690372"/>
                  </a:lnTo>
                  <a:lnTo>
                    <a:pt x="498136" y="965862"/>
                  </a:lnTo>
                  <a:lnTo>
                    <a:pt x="495300" y="970788"/>
                  </a:lnTo>
                  <a:lnTo>
                    <a:pt x="503413" y="970788"/>
                  </a:lnTo>
                  <a:lnTo>
                    <a:pt x="499872" y="976884"/>
                  </a:lnTo>
                  <a:close/>
                </a:path>
                <a:path extrusionOk="0" h="977264" w="899160">
                  <a:moveTo>
                    <a:pt x="401673" y="12931"/>
                  </a:moveTo>
                  <a:lnTo>
                    <a:pt x="397763" y="10668"/>
                  </a:lnTo>
                  <a:lnTo>
                    <a:pt x="403860" y="9144"/>
                  </a:lnTo>
                  <a:lnTo>
                    <a:pt x="401673" y="12931"/>
                  </a:lnTo>
                  <a:close/>
                </a:path>
                <a:path extrusionOk="0" h="977264" w="899160">
                  <a:moveTo>
                    <a:pt x="885582" y="293088"/>
                  </a:moveTo>
                  <a:lnTo>
                    <a:pt x="401673" y="12931"/>
                  </a:lnTo>
                  <a:lnTo>
                    <a:pt x="403860" y="9144"/>
                  </a:lnTo>
                  <a:lnTo>
                    <a:pt x="413597" y="9144"/>
                  </a:lnTo>
                  <a:lnTo>
                    <a:pt x="896521" y="288036"/>
                  </a:lnTo>
                  <a:lnTo>
                    <a:pt x="888492" y="288036"/>
                  </a:lnTo>
                  <a:lnTo>
                    <a:pt x="885582" y="293088"/>
                  </a:lnTo>
                  <a:close/>
                </a:path>
                <a:path extrusionOk="0" h="977264" w="899160">
                  <a:moveTo>
                    <a:pt x="890016" y="295656"/>
                  </a:moveTo>
                  <a:lnTo>
                    <a:pt x="885582" y="293088"/>
                  </a:lnTo>
                  <a:lnTo>
                    <a:pt x="888492" y="288036"/>
                  </a:lnTo>
                  <a:lnTo>
                    <a:pt x="890016" y="295656"/>
                  </a:lnTo>
                  <a:close/>
                </a:path>
                <a:path extrusionOk="0" h="977264" w="899160">
                  <a:moveTo>
                    <a:pt x="895618" y="295656"/>
                  </a:moveTo>
                  <a:lnTo>
                    <a:pt x="890016" y="295656"/>
                  </a:lnTo>
                  <a:lnTo>
                    <a:pt x="888492" y="288036"/>
                  </a:lnTo>
                  <a:lnTo>
                    <a:pt x="896521" y="288036"/>
                  </a:lnTo>
                  <a:lnTo>
                    <a:pt x="899160" y="289560"/>
                  </a:lnTo>
                  <a:lnTo>
                    <a:pt x="895618" y="295656"/>
                  </a:lnTo>
                  <a:close/>
                </a:path>
                <a:path extrusionOk="0" h="977264" w="899160">
                  <a:moveTo>
                    <a:pt x="503413" y="970788"/>
                  </a:moveTo>
                  <a:lnTo>
                    <a:pt x="495300" y="970788"/>
                  </a:lnTo>
                  <a:lnTo>
                    <a:pt x="501396" y="967740"/>
                  </a:lnTo>
                  <a:lnTo>
                    <a:pt x="498136" y="965862"/>
                  </a:lnTo>
                  <a:lnTo>
                    <a:pt x="885582" y="293088"/>
                  </a:lnTo>
                  <a:lnTo>
                    <a:pt x="890016" y="295656"/>
                  </a:lnTo>
                  <a:lnTo>
                    <a:pt x="895618" y="295656"/>
                  </a:lnTo>
                  <a:lnTo>
                    <a:pt x="503413" y="970788"/>
                  </a:lnTo>
                  <a:close/>
                </a:path>
                <a:path extrusionOk="0" h="977264" w="899160">
                  <a:moveTo>
                    <a:pt x="10668" y="690372"/>
                  </a:moveTo>
                  <a:lnTo>
                    <a:pt x="9144" y="684276"/>
                  </a:lnTo>
                  <a:lnTo>
                    <a:pt x="12928" y="686455"/>
                  </a:lnTo>
                  <a:lnTo>
                    <a:pt x="10668" y="690372"/>
                  </a:lnTo>
                  <a:close/>
                </a:path>
                <a:path extrusionOk="0" h="977264" w="899160">
                  <a:moveTo>
                    <a:pt x="12928" y="686455"/>
                  </a:moveTo>
                  <a:lnTo>
                    <a:pt x="9144" y="684276"/>
                  </a:lnTo>
                  <a:lnTo>
                    <a:pt x="14186" y="684276"/>
                  </a:lnTo>
                  <a:lnTo>
                    <a:pt x="12928" y="686455"/>
                  </a:lnTo>
                  <a:close/>
                </a:path>
                <a:path extrusionOk="0" h="977264" w="899160">
                  <a:moveTo>
                    <a:pt x="19730" y="690372"/>
                  </a:moveTo>
                  <a:lnTo>
                    <a:pt x="10668" y="690372"/>
                  </a:lnTo>
                  <a:lnTo>
                    <a:pt x="12928" y="686455"/>
                  </a:lnTo>
                  <a:lnTo>
                    <a:pt x="19730" y="690372"/>
                  </a:lnTo>
                  <a:close/>
                </a:path>
                <a:path extrusionOk="0" h="977264" w="899160">
                  <a:moveTo>
                    <a:pt x="495300" y="970788"/>
                  </a:moveTo>
                  <a:lnTo>
                    <a:pt x="498136" y="965862"/>
                  </a:lnTo>
                  <a:lnTo>
                    <a:pt x="501396" y="967740"/>
                  </a:lnTo>
                  <a:lnTo>
                    <a:pt x="495300" y="9707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62" name="Google Shape;4062;p69"/>
            <p:cNvPicPr preferRelativeResize="0"/>
            <p:nvPr/>
          </p:nvPicPr>
          <p:blipFill rotWithShape="1">
            <a:blip r:embed="rId140">
              <a:alphaModFix/>
            </a:blip>
            <a:srcRect b="0" l="0" r="0" t="0"/>
            <a:stretch/>
          </p:blipFill>
          <p:spPr>
            <a:xfrm>
              <a:off x="4575048" y="2348483"/>
              <a:ext cx="240792" cy="2270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63" name="Google Shape;4063;p69"/>
            <p:cNvPicPr preferRelativeResize="0"/>
            <p:nvPr/>
          </p:nvPicPr>
          <p:blipFill rotWithShape="1">
            <a:blip r:embed="rId141">
              <a:alphaModFix/>
            </a:blip>
            <a:srcRect b="0" l="0" r="0" t="0"/>
            <a:stretch/>
          </p:blipFill>
          <p:spPr>
            <a:xfrm>
              <a:off x="5215127" y="2031491"/>
              <a:ext cx="128016" cy="3657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64" name="Google Shape;4064;p69"/>
            <p:cNvPicPr preferRelativeResize="0"/>
            <p:nvPr/>
          </p:nvPicPr>
          <p:blipFill rotWithShape="1">
            <a:blip r:embed="rId142">
              <a:alphaModFix/>
            </a:blip>
            <a:srcRect b="0" l="0" r="0" t="0"/>
            <a:stretch/>
          </p:blipFill>
          <p:spPr>
            <a:xfrm>
              <a:off x="5215128" y="1674875"/>
              <a:ext cx="161543" cy="3352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65" name="Google Shape;4065;p69"/>
            <p:cNvSpPr/>
            <p:nvPr/>
          </p:nvSpPr>
          <p:spPr>
            <a:xfrm>
              <a:off x="4744211" y="8308847"/>
              <a:ext cx="256540" cy="268605"/>
            </a:xfrm>
            <a:custGeom>
              <a:rect b="b" l="l" r="r" t="t"/>
              <a:pathLst>
                <a:path extrusionOk="0" h="268604" w="256539">
                  <a:moveTo>
                    <a:pt x="0" y="268223"/>
                  </a:moveTo>
                  <a:lnTo>
                    <a:pt x="67056" y="0"/>
                  </a:lnTo>
                  <a:lnTo>
                    <a:pt x="256032" y="195071"/>
                  </a:lnTo>
                  <a:lnTo>
                    <a:pt x="0" y="2682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9"/>
            <p:cNvSpPr/>
            <p:nvPr/>
          </p:nvSpPr>
          <p:spPr>
            <a:xfrm>
              <a:off x="4739639" y="8304276"/>
              <a:ext cx="266700" cy="277495"/>
            </a:xfrm>
            <a:custGeom>
              <a:rect b="b" l="l" r="r" t="t"/>
              <a:pathLst>
                <a:path extrusionOk="0" h="277495" w="266700">
                  <a:moveTo>
                    <a:pt x="6096" y="277368"/>
                  </a:moveTo>
                  <a:lnTo>
                    <a:pt x="3048" y="277368"/>
                  </a:lnTo>
                  <a:lnTo>
                    <a:pt x="0" y="274320"/>
                  </a:lnTo>
                  <a:lnTo>
                    <a:pt x="0" y="271272"/>
                  </a:lnTo>
                  <a:lnTo>
                    <a:pt x="67056" y="3048"/>
                  </a:lnTo>
                  <a:lnTo>
                    <a:pt x="67056" y="1524"/>
                  </a:lnTo>
                  <a:lnTo>
                    <a:pt x="68580" y="0"/>
                  </a:lnTo>
                  <a:lnTo>
                    <a:pt x="74676" y="0"/>
                  </a:lnTo>
                  <a:lnTo>
                    <a:pt x="74676" y="1524"/>
                  </a:lnTo>
                  <a:lnTo>
                    <a:pt x="79140" y="6096"/>
                  </a:lnTo>
                  <a:lnTo>
                    <a:pt x="68580" y="6096"/>
                  </a:lnTo>
                  <a:lnTo>
                    <a:pt x="73458" y="11170"/>
                  </a:lnTo>
                  <a:lnTo>
                    <a:pt x="12294" y="266017"/>
                  </a:lnTo>
                  <a:lnTo>
                    <a:pt x="4572" y="268224"/>
                  </a:lnTo>
                  <a:lnTo>
                    <a:pt x="10668" y="272796"/>
                  </a:lnTo>
                  <a:lnTo>
                    <a:pt x="22097" y="272796"/>
                  </a:lnTo>
                  <a:lnTo>
                    <a:pt x="6096" y="277368"/>
                  </a:lnTo>
                  <a:close/>
                </a:path>
                <a:path extrusionOk="0" h="277495" w="266700">
                  <a:moveTo>
                    <a:pt x="73458" y="11170"/>
                  </a:moveTo>
                  <a:lnTo>
                    <a:pt x="68580" y="6096"/>
                  </a:lnTo>
                  <a:lnTo>
                    <a:pt x="74676" y="6096"/>
                  </a:lnTo>
                  <a:lnTo>
                    <a:pt x="73458" y="11170"/>
                  </a:lnTo>
                  <a:close/>
                </a:path>
                <a:path extrusionOk="0" h="277495" w="266700">
                  <a:moveTo>
                    <a:pt x="252466" y="197397"/>
                  </a:moveTo>
                  <a:lnTo>
                    <a:pt x="73458" y="11170"/>
                  </a:lnTo>
                  <a:lnTo>
                    <a:pt x="74676" y="6096"/>
                  </a:lnTo>
                  <a:lnTo>
                    <a:pt x="79140" y="6096"/>
                  </a:lnTo>
                  <a:lnTo>
                    <a:pt x="263687" y="195072"/>
                  </a:lnTo>
                  <a:lnTo>
                    <a:pt x="260604" y="195072"/>
                  </a:lnTo>
                  <a:lnTo>
                    <a:pt x="252466" y="197397"/>
                  </a:lnTo>
                  <a:close/>
                </a:path>
                <a:path extrusionOk="0" h="277495" w="266700">
                  <a:moveTo>
                    <a:pt x="257556" y="202691"/>
                  </a:moveTo>
                  <a:lnTo>
                    <a:pt x="252466" y="197397"/>
                  </a:lnTo>
                  <a:lnTo>
                    <a:pt x="260604" y="195072"/>
                  </a:lnTo>
                  <a:lnTo>
                    <a:pt x="257556" y="202691"/>
                  </a:lnTo>
                  <a:close/>
                </a:path>
                <a:path extrusionOk="0" h="277495" w="266700">
                  <a:moveTo>
                    <a:pt x="265175" y="202691"/>
                  </a:moveTo>
                  <a:lnTo>
                    <a:pt x="257556" y="202691"/>
                  </a:lnTo>
                  <a:lnTo>
                    <a:pt x="260604" y="195072"/>
                  </a:lnTo>
                  <a:lnTo>
                    <a:pt x="263687" y="195072"/>
                  </a:lnTo>
                  <a:lnTo>
                    <a:pt x="265175" y="196596"/>
                  </a:lnTo>
                  <a:lnTo>
                    <a:pt x="265175" y="198120"/>
                  </a:lnTo>
                  <a:lnTo>
                    <a:pt x="266699" y="199644"/>
                  </a:lnTo>
                  <a:lnTo>
                    <a:pt x="265175" y="201168"/>
                  </a:lnTo>
                  <a:lnTo>
                    <a:pt x="265175" y="202691"/>
                  </a:lnTo>
                  <a:close/>
                </a:path>
                <a:path extrusionOk="0" h="277495" w="266700">
                  <a:moveTo>
                    <a:pt x="22097" y="272796"/>
                  </a:moveTo>
                  <a:lnTo>
                    <a:pt x="10668" y="272796"/>
                  </a:lnTo>
                  <a:lnTo>
                    <a:pt x="12294" y="266017"/>
                  </a:lnTo>
                  <a:lnTo>
                    <a:pt x="252466" y="197397"/>
                  </a:lnTo>
                  <a:lnTo>
                    <a:pt x="257556" y="202691"/>
                  </a:lnTo>
                  <a:lnTo>
                    <a:pt x="265175" y="202691"/>
                  </a:lnTo>
                  <a:lnTo>
                    <a:pt x="263652" y="204215"/>
                  </a:lnTo>
                  <a:lnTo>
                    <a:pt x="262128" y="204215"/>
                  </a:lnTo>
                  <a:lnTo>
                    <a:pt x="22097" y="272796"/>
                  </a:lnTo>
                  <a:close/>
                </a:path>
                <a:path extrusionOk="0" h="277495" w="266700">
                  <a:moveTo>
                    <a:pt x="10668" y="272796"/>
                  </a:moveTo>
                  <a:lnTo>
                    <a:pt x="4572" y="268224"/>
                  </a:lnTo>
                  <a:lnTo>
                    <a:pt x="12294" y="266017"/>
                  </a:lnTo>
                  <a:lnTo>
                    <a:pt x="10668" y="2727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9"/>
            <p:cNvSpPr/>
            <p:nvPr/>
          </p:nvSpPr>
          <p:spPr>
            <a:xfrm>
              <a:off x="4774692" y="8250935"/>
              <a:ext cx="59690" cy="58419"/>
            </a:xfrm>
            <a:custGeom>
              <a:rect b="b" l="l" r="r" t="t"/>
              <a:pathLst>
                <a:path extrusionOk="0" h="58420" w="59689">
                  <a:moveTo>
                    <a:pt x="36575" y="57911"/>
                  </a:moveTo>
                  <a:lnTo>
                    <a:pt x="25907" y="57911"/>
                  </a:lnTo>
                  <a:lnTo>
                    <a:pt x="13715" y="53339"/>
                  </a:lnTo>
                  <a:lnTo>
                    <a:pt x="4571" y="42671"/>
                  </a:lnTo>
                  <a:lnTo>
                    <a:pt x="0" y="28955"/>
                  </a:lnTo>
                  <a:lnTo>
                    <a:pt x="4571" y="16763"/>
                  </a:lnTo>
                  <a:lnTo>
                    <a:pt x="12191" y="6095"/>
                  </a:lnTo>
                  <a:lnTo>
                    <a:pt x="24383" y="0"/>
                  </a:lnTo>
                  <a:lnTo>
                    <a:pt x="35051" y="0"/>
                  </a:lnTo>
                  <a:lnTo>
                    <a:pt x="47243" y="4571"/>
                  </a:lnTo>
                  <a:lnTo>
                    <a:pt x="56387" y="13715"/>
                  </a:lnTo>
                  <a:lnTo>
                    <a:pt x="59435" y="27431"/>
                  </a:lnTo>
                  <a:lnTo>
                    <a:pt x="57911" y="41147"/>
                  </a:lnTo>
                  <a:lnTo>
                    <a:pt x="48767" y="51815"/>
                  </a:lnTo>
                  <a:lnTo>
                    <a:pt x="36575" y="579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9"/>
            <p:cNvSpPr/>
            <p:nvPr/>
          </p:nvSpPr>
          <p:spPr>
            <a:xfrm>
              <a:off x="4768596" y="8151876"/>
              <a:ext cx="131445" cy="486409"/>
            </a:xfrm>
            <a:custGeom>
              <a:rect b="b" l="l" r="r" t="t"/>
              <a:pathLst>
                <a:path extrusionOk="0" h="486409" w="131445">
                  <a:moveTo>
                    <a:pt x="70104" y="124968"/>
                  </a:moveTo>
                  <a:lnTo>
                    <a:pt x="68072" y="115824"/>
                  </a:lnTo>
                  <a:lnTo>
                    <a:pt x="67056" y="111252"/>
                  </a:lnTo>
                  <a:lnTo>
                    <a:pt x="60960" y="105156"/>
                  </a:lnTo>
                  <a:lnTo>
                    <a:pt x="60960" y="126492"/>
                  </a:lnTo>
                  <a:lnTo>
                    <a:pt x="60960" y="128016"/>
                  </a:lnTo>
                  <a:lnTo>
                    <a:pt x="60845" y="127508"/>
                  </a:lnTo>
                  <a:lnTo>
                    <a:pt x="60782" y="128016"/>
                  </a:lnTo>
                  <a:lnTo>
                    <a:pt x="59626" y="138493"/>
                  </a:lnTo>
                  <a:lnTo>
                    <a:pt x="51816" y="146304"/>
                  </a:lnTo>
                  <a:lnTo>
                    <a:pt x="41148" y="152400"/>
                  </a:lnTo>
                  <a:lnTo>
                    <a:pt x="33528" y="152400"/>
                  </a:lnTo>
                  <a:lnTo>
                    <a:pt x="25400" y="149352"/>
                  </a:lnTo>
                  <a:lnTo>
                    <a:pt x="21920" y="148056"/>
                  </a:lnTo>
                  <a:lnTo>
                    <a:pt x="21767" y="147828"/>
                  </a:lnTo>
                  <a:lnTo>
                    <a:pt x="16319" y="140208"/>
                  </a:lnTo>
                  <a:lnTo>
                    <a:pt x="15240" y="138684"/>
                  </a:lnTo>
                  <a:lnTo>
                    <a:pt x="15240" y="140208"/>
                  </a:lnTo>
                  <a:lnTo>
                    <a:pt x="11684" y="129540"/>
                  </a:lnTo>
                  <a:lnTo>
                    <a:pt x="11239" y="128016"/>
                  </a:lnTo>
                  <a:lnTo>
                    <a:pt x="10668" y="129540"/>
                  </a:lnTo>
                  <a:lnTo>
                    <a:pt x="11176" y="128016"/>
                  </a:lnTo>
                  <a:lnTo>
                    <a:pt x="11023" y="127571"/>
                  </a:lnTo>
                  <a:lnTo>
                    <a:pt x="11239" y="128016"/>
                  </a:lnTo>
                  <a:lnTo>
                    <a:pt x="11811" y="126492"/>
                  </a:lnTo>
                  <a:lnTo>
                    <a:pt x="15240" y="117348"/>
                  </a:lnTo>
                  <a:lnTo>
                    <a:pt x="15240" y="118872"/>
                  </a:lnTo>
                  <a:lnTo>
                    <a:pt x="30784" y="103632"/>
                  </a:lnTo>
                  <a:lnTo>
                    <a:pt x="39624" y="103632"/>
                  </a:lnTo>
                  <a:lnTo>
                    <a:pt x="50292" y="106680"/>
                  </a:lnTo>
                  <a:lnTo>
                    <a:pt x="57912" y="114300"/>
                  </a:lnTo>
                  <a:lnTo>
                    <a:pt x="60845" y="127508"/>
                  </a:lnTo>
                  <a:lnTo>
                    <a:pt x="60960" y="126492"/>
                  </a:lnTo>
                  <a:lnTo>
                    <a:pt x="60960" y="105156"/>
                  </a:lnTo>
                  <a:lnTo>
                    <a:pt x="57912" y="102108"/>
                  </a:lnTo>
                  <a:lnTo>
                    <a:pt x="54864" y="99060"/>
                  </a:lnTo>
                  <a:lnTo>
                    <a:pt x="42672" y="94488"/>
                  </a:lnTo>
                  <a:lnTo>
                    <a:pt x="34239" y="94488"/>
                  </a:lnTo>
                  <a:lnTo>
                    <a:pt x="9144" y="0"/>
                  </a:lnTo>
                  <a:lnTo>
                    <a:pt x="0" y="1524"/>
                  </a:lnTo>
                  <a:lnTo>
                    <a:pt x="25133" y="96215"/>
                  </a:lnTo>
                  <a:lnTo>
                    <a:pt x="15240" y="103632"/>
                  </a:lnTo>
                  <a:lnTo>
                    <a:pt x="13716" y="103632"/>
                  </a:lnTo>
                  <a:lnTo>
                    <a:pt x="7620" y="112776"/>
                  </a:lnTo>
                  <a:lnTo>
                    <a:pt x="7620" y="114300"/>
                  </a:lnTo>
                  <a:lnTo>
                    <a:pt x="1524" y="126492"/>
                  </a:lnTo>
                  <a:lnTo>
                    <a:pt x="1524" y="129540"/>
                  </a:lnTo>
                  <a:lnTo>
                    <a:pt x="6096" y="143256"/>
                  </a:lnTo>
                  <a:lnTo>
                    <a:pt x="7620" y="143256"/>
                  </a:lnTo>
                  <a:lnTo>
                    <a:pt x="7620" y="144780"/>
                  </a:lnTo>
                  <a:lnTo>
                    <a:pt x="15240" y="155448"/>
                  </a:lnTo>
                  <a:lnTo>
                    <a:pt x="16764" y="155448"/>
                  </a:lnTo>
                  <a:lnTo>
                    <a:pt x="16764" y="156972"/>
                  </a:lnTo>
                  <a:lnTo>
                    <a:pt x="30480" y="160020"/>
                  </a:lnTo>
                  <a:lnTo>
                    <a:pt x="45720" y="160020"/>
                  </a:lnTo>
                  <a:lnTo>
                    <a:pt x="56388" y="153924"/>
                  </a:lnTo>
                  <a:lnTo>
                    <a:pt x="57912" y="153924"/>
                  </a:lnTo>
                  <a:lnTo>
                    <a:pt x="59207" y="152400"/>
                  </a:lnTo>
                  <a:lnTo>
                    <a:pt x="63131" y="147828"/>
                  </a:lnTo>
                  <a:lnTo>
                    <a:pt x="67056" y="143256"/>
                  </a:lnTo>
                  <a:lnTo>
                    <a:pt x="68580" y="143256"/>
                  </a:lnTo>
                  <a:lnTo>
                    <a:pt x="68580" y="140208"/>
                  </a:lnTo>
                  <a:lnTo>
                    <a:pt x="68910" y="137160"/>
                  </a:lnTo>
                  <a:lnTo>
                    <a:pt x="69926" y="128016"/>
                  </a:lnTo>
                  <a:lnTo>
                    <a:pt x="69989" y="127508"/>
                  </a:lnTo>
                  <a:lnTo>
                    <a:pt x="70104" y="126492"/>
                  </a:lnTo>
                  <a:lnTo>
                    <a:pt x="70104" y="124968"/>
                  </a:lnTo>
                  <a:close/>
                </a:path>
                <a:path extrusionOk="0" h="486409" w="131445">
                  <a:moveTo>
                    <a:pt x="131064" y="484632"/>
                  </a:moveTo>
                  <a:lnTo>
                    <a:pt x="106667" y="387096"/>
                  </a:lnTo>
                  <a:lnTo>
                    <a:pt x="99060" y="390144"/>
                  </a:lnTo>
                  <a:lnTo>
                    <a:pt x="120396" y="486156"/>
                  </a:lnTo>
                  <a:lnTo>
                    <a:pt x="131064" y="4846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69" name="Google Shape;4069;p69"/>
            <p:cNvPicPr preferRelativeResize="0"/>
            <p:nvPr/>
          </p:nvPicPr>
          <p:blipFill rotWithShape="1">
            <a:blip r:embed="rId143">
              <a:alphaModFix/>
            </a:blip>
            <a:srcRect b="0" l="0" r="0" t="0"/>
            <a:stretch/>
          </p:blipFill>
          <p:spPr>
            <a:xfrm>
              <a:off x="5177027" y="8848343"/>
              <a:ext cx="128016" cy="1005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70" name="Google Shape;4070;p69"/>
            <p:cNvSpPr/>
            <p:nvPr/>
          </p:nvSpPr>
          <p:spPr>
            <a:xfrm>
              <a:off x="5178539" y="8801100"/>
              <a:ext cx="125095" cy="24765"/>
            </a:xfrm>
            <a:custGeom>
              <a:rect b="b" l="l" r="r" t="t"/>
              <a:pathLst>
                <a:path extrusionOk="0" h="24765" w="125095">
                  <a:moveTo>
                    <a:pt x="21336" y="0"/>
                  </a:moveTo>
                  <a:lnTo>
                    <a:pt x="0" y="0"/>
                  </a:lnTo>
                  <a:lnTo>
                    <a:pt x="0" y="24384"/>
                  </a:lnTo>
                  <a:lnTo>
                    <a:pt x="21336" y="24384"/>
                  </a:lnTo>
                  <a:lnTo>
                    <a:pt x="21336" y="0"/>
                  </a:lnTo>
                  <a:close/>
                </a:path>
                <a:path extrusionOk="0" h="24765" w="125095">
                  <a:moveTo>
                    <a:pt x="124968" y="0"/>
                  </a:moveTo>
                  <a:lnTo>
                    <a:pt x="33528" y="0"/>
                  </a:lnTo>
                  <a:lnTo>
                    <a:pt x="33528" y="24384"/>
                  </a:lnTo>
                  <a:lnTo>
                    <a:pt x="124968" y="24384"/>
                  </a:lnTo>
                  <a:lnTo>
                    <a:pt x="12496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71" name="Google Shape;4071;p69"/>
            <p:cNvPicPr preferRelativeResize="0"/>
            <p:nvPr/>
          </p:nvPicPr>
          <p:blipFill rotWithShape="1">
            <a:blip r:embed="rId144">
              <a:alphaModFix/>
            </a:blip>
            <a:srcRect b="0" l="0" r="0" t="0"/>
            <a:stretch/>
          </p:blipFill>
          <p:spPr>
            <a:xfrm>
              <a:off x="5210555" y="8645652"/>
              <a:ext cx="92963" cy="1341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72" name="Google Shape;4072;p69"/>
            <p:cNvPicPr preferRelativeResize="0"/>
            <p:nvPr/>
          </p:nvPicPr>
          <p:blipFill rotWithShape="1">
            <a:blip r:embed="rId145">
              <a:alphaModFix/>
            </a:blip>
            <a:srcRect b="0" l="0" r="0" t="0"/>
            <a:stretch/>
          </p:blipFill>
          <p:spPr>
            <a:xfrm>
              <a:off x="5178551" y="8391144"/>
              <a:ext cx="160019" cy="2316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73" name="Google Shape;4073;p69"/>
            <p:cNvPicPr preferRelativeResize="0"/>
            <p:nvPr/>
          </p:nvPicPr>
          <p:blipFill rotWithShape="1">
            <a:blip r:embed="rId146">
              <a:alphaModFix/>
            </a:blip>
            <a:srcRect b="0" l="0" r="0" t="0"/>
            <a:stretch/>
          </p:blipFill>
          <p:spPr>
            <a:xfrm>
              <a:off x="5252679" y="2223007"/>
              <a:ext cx="985052" cy="3982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74" name="Google Shape;4074;p69"/>
            <p:cNvPicPr preferRelativeResize="0"/>
            <p:nvPr/>
          </p:nvPicPr>
          <p:blipFill rotWithShape="1">
            <a:blip r:embed="rId147">
              <a:alphaModFix/>
            </a:blip>
            <a:srcRect b="0" l="0" r="0" t="0"/>
            <a:stretch/>
          </p:blipFill>
          <p:spPr>
            <a:xfrm>
              <a:off x="5069433" y="2619756"/>
              <a:ext cx="1351178" cy="4038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75" name="Google Shape;4075;p69"/>
            <p:cNvPicPr preferRelativeResize="0"/>
            <p:nvPr/>
          </p:nvPicPr>
          <p:blipFill rotWithShape="1">
            <a:blip r:embed="rId148">
              <a:alphaModFix/>
            </a:blip>
            <a:srcRect b="0" l="0" r="0" t="0"/>
            <a:stretch/>
          </p:blipFill>
          <p:spPr>
            <a:xfrm>
              <a:off x="4947757" y="3022092"/>
              <a:ext cx="1591726" cy="4038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76" name="Google Shape;4076;p69"/>
            <p:cNvPicPr preferRelativeResize="0"/>
            <p:nvPr/>
          </p:nvPicPr>
          <p:blipFill rotWithShape="1">
            <a:blip r:embed="rId149">
              <a:alphaModFix/>
            </a:blip>
            <a:srcRect b="0" l="0" r="0" t="0"/>
            <a:stretch/>
          </p:blipFill>
          <p:spPr>
            <a:xfrm>
              <a:off x="4861315" y="3424427"/>
              <a:ext cx="1765035" cy="4038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77" name="Google Shape;4077;p69"/>
            <p:cNvPicPr preferRelativeResize="0"/>
            <p:nvPr/>
          </p:nvPicPr>
          <p:blipFill rotWithShape="1">
            <a:blip r:embed="rId150">
              <a:alphaModFix/>
            </a:blip>
            <a:srcRect b="0" l="0" r="0" t="0"/>
            <a:stretch/>
          </p:blipFill>
          <p:spPr>
            <a:xfrm>
              <a:off x="4804528" y="3826764"/>
              <a:ext cx="1881259" cy="4038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78" name="Google Shape;4078;p69"/>
            <p:cNvPicPr preferRelativeResize="0"/>
            <p:nvPr/>
          </p:nvPicPr>
          <p:blipFill rotWithShape="1">
            <a:blip r:embed="rId151">
              <a:alphaModFix/>
            </a:blip>
            <a:srcRect b="0" l="0" r="0" t="0"/>
            <a:stretch/>
          </p:blipFill>
          <p:spPr>
            <a:xfrm>
              <a:off x="4764145" y="4229100"/>
              <a:ext cx="1958218" cy="4038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79" name="Google Shape;4079;p69"/>
            <p:cNvPicPr preferRelativeResize="0"/>
            <p:nvPr/>
          </p:nvPicPr>
          <p:blipFill rotWithShape="1">
            <a:blip r:embed="rId152">
              <a:alphaModFix/>
            </a:blip>
            <a:srcRect b="0" l="0" r="0" t="0"/>
            <a:stretch/>
          </p:blipFill>
          <p:spPr>
            <a:xfrm>
              <a:off x="4741164" y="4631436"/>
              <a:ext cx="2004059" cy="1208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0" name="Google Shape;4080;p69"/>
            <p:cNvPicPr preferRelativeResize="0"/>
            <p:nvPr/>
          </p:nvPicPr>
          <p:blipFill rotWithShape="1">
            <a:blip r:embed="rId153">
              <a:alphaModFix/>
            </a:blip>
            <a:srcRect b="0" l="0" r="0" t="0"/>
            <a:stretch/>
          </p:blipFill>
          <p:spPr>
            <a:xfrm>
              <a:off x="4757927" y="5838444"/>
              <a:ext cx="1972299" cy="4038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1" name="Google Shape;4081;p69"/>
            <p:cNvPicPr preferRelativeResize="0"/>
            <p:nvPr/>
          </p:nvPicPr>
          <p:blipFill rotWithShape="1">
            <a:blip r:embed="rId154">
              <a:alphaModFix/>
            </a:blip>
            <a:srcRect b="0" l="0" r="0" t="0"/>
            <a:stretch/>
          </p:blipFill>
          <p:spPr>
            <a:xfrm>
              <a:off x="4791456" y="6240780"/>
              <a:ext cx="1905055" cy="4038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2" name="Google Shape;4082;p69"/>
            <p:cNvPicPr preferRelativeResize="0"/>
            <p:nvPr/>
          </p:nvPicPr>
          <p:blipFill rotWithShape="1">
            <a:blip r:embed="rId155">
              <a:alphaModFix/>
            </a:blip>
            <a:srcRect b="0" l="0" r="0" t="0"/>
            <a:stretch/>
          </p:blipFill>
          <p:spPr>
            <a:xfrm>
              <a:off x="4847843" y="6643116"/>
              <a:ext cx="1795190" cy="4038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3" name="Google Shape;4083;p69"/>
            <p:cNvPicPr preferRelativeResize="0"/>
            <p:nvPr/>
          </p:nvPicPr>
          <p:blipFill rotWithShape="1">
            <a:blip r:embed="rId156">
              <a:alphaModFix/>
            </a:blip>
            <a:srcRect b="0" l="0" r="0" t="0"/>
            <a:stretch/>
          </p:blipFill>
          <p:spPr>
            <a:xfrm>
              <a:off x="4924044" y="7045452"/>
              <a:ext cx="1638726" cy="4038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4" name="Google Shape;4084;p69"/>
            <p:cNvPicPr preferRelativeResize="0"/>
            <p:nvPr/>
          </p:nvPicPr>
          <p:blipFill rotWithShape="1">
            <a:blip r:embed="rId157">
              <a:alphaModFix/>
            </a:blip>
            <a:srcRect b="0" l="0" r="0" t="0"/>
            <a:stretch/>
          </p:blipFill>
          <p:spPr>
            <a:xfrm>
              <a:off x="5036819" y="7447788"/>
              <a:ext cx="1417091" cy="4038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5" name="Google Shape;4085;p69"/>
            <p:cNvPicPr preferRelativeResize="0"/>
            <p:nvPr/>
          </p:nvPicPr>
          <p:blipFill rotWithShape="1">
            <a:blip r:embed="rId158">
              <a:alphaModFix/>
            </a:blip>
            <a:srcRect b="0" l="0" r="0" t="0"/>
            <a:stretch/>
          </p:blipFill>
          <p:spPr>
            <a:xfrm>
              <a:off x="5204460" y="7850123"/>
              <a:ext cx="1086124" cy="4038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6" name="Google Shape;4086;p69"/>
            <p:cNvPicPr preferRelativeResize="0"/>
            <p:nvPr/>
          </p:nvPicPr>
          <p:blipFill rotWithShape="1">
            <a:blip r:embed="rId159">
              <a:alphaModFix/>
            </a:blip>
            <a:srcRect b="0" l="0" r="0" t="0"/>
            <a:stretch/>
          </p:blipFill>
          <p:spPr>
            <a:xfrm>
              <a:off x="5502432" y="8252460"/>
              <a:ext cx="486094" cy="792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7" name="Google Shape;4087;p69"/>
            <p:cNvPicPr preferRelativeResize="0"/>
            <p:nvPr/>
          </p:nvPicPr>
          <p:blipFill rotWithShape="1">
            <a:blip r:embed="rId160">
              <a:alphaModFix/>
            </a:blip>
            <a:srcRect b="0" l="0" r="0" t="0"/>
            <a:stretch/>
          </p:blipFill>
          <p:spPr>
            <a:xfrm>
              <a:off x="4818888" y="4604003"/>
              <a:ext cx="809243" cy="12603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88" name="Google Shape;4088;p69"/>
            <p:cNvPicPr preferRelativeResize="0"/>
            <p:nvPr/>
          </p:nvPicPr>
          <p:blipFill rotWithShape="1">
            <a:blip r:embed="rId161">
              <a:alphaModFix/>
            </a:blip>
            <a:srcRect b="0" l="0" r="0" t="0"/>
            <a:stretch/>
          </p:blipFill>
          <p:spPr>
            <a:xfrm>
              <a:off x="4956048" y="6071615"/>
              <a:ext cx="710184" cy="8077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89" name="Google Shape;4089;p69"/>
            <p:cNvSpPr/>
            <p:nvPr/>
          </p:nvSpPr>
          <p:spPr>
            <a:xfrm>
              <a:off x="5039855" y="3584448"/>
              <a:ext cx="289560" cy="858519"/>
            </a:xfrm>
            <a:custGeom>
              <a:rect b="b" l="l" r="r" t="t"/>
              <a:pathLst>
                <a:path extrusionOk="0" h="858520" w="289560">
                  <a:moveTo>
                    <a:pt x="141744" y="547116"/>
                  </a:moveTo>
                  <a:lnTo>
                    <a:pt x="132588" y="547116"/>
                  </a:lnTo>
                  <a:lnTo>
                    <a:pt x="131953" y="611085"/>
                  </a:lnTo>
                  <a:lnTo>
                    <a:pt x="1536" y="609600"/>
                  </a:lnTo>
                  <a:lnTo>
                    <a:pt x="0" y="620268"/>
                  </a:lnTo>
                  <a:lnTo>
                    <a:pt x="131851" y="621753"/>
                  </a:lnTo>
                  <a:lnTo>
                    <a:pt x="131076" y="701040"/>
                  </a:lnTo>
                  <a:lnTo>
                    <a:pt x="140220" y="701040"/>
                  </a:lnTo>
                  <a:lnTo>
                    <a:pt x="141744" y="547116"/>
                  </a:lnTo>
                  <a:close/>
                </a:path>
                <a:path extrusionOk="0" h="858520" w="289560">
                  <a:moveTo>
                    <a:pt x="141744" y="156972"/>
                  </a:moveTo>
                  <a:lnTo>
                    <a:pt x="132588" y="156972"/>
                  </a:lnTo>
                  <a:lnTo>
                    <a:pt x="131864" y="230085"/>
                  </a:lnTo>
                  <a:lnTo>
                    <a:pt x="1536" y="228600"/>
                  </a:lnTo>
                  <a:lnTo>
                    <a:pt x="0" y="237744"/>
                  </a:lnTo>
                  <a:lnTo>
                    <a:pt x="131775" y="239229"/>
                  </a:lnTo>
                  <a:lnTo>
                    <a:pt x="131076" y="310896"/>
                  </a:lnTo>
                  <a:lnTo>
                    <a:pt x="140220" y="310896"/>
                  </a:lnTo>
                  <a:lnTo>
                    <a:pt x="141744" y="156972"/>
                  </a:lnTo>
                  <a:close/>
                </a:path>
                <a:path extrusionOk="0" h="858520" w="289560">
                  <a:moveTo>
                    <a:pt x="289560" y="0"/>
                  </a:moveTo>
                  <a:lnTo>
                    <a:pt x="280416" y="0"/>
                  </a:lnTo>
                  <a:lnTo>
                    <a:pt x="280416" y="152400"/>
                  </a:lnTo>
                  <a:lnTo>
                    <a:pt x="181356" y="152400"/>
                  </a:lnTo>
                  <a:lnTo>
                    <a:pt x="178308" y="155448"/>
                  </a:lnTo>
                  <a:lnTo>
                    <a:pt x="178308" y="313944"/>
                  </a:lnTo>
                  <a:lnTo>
                    <a:pt x="181356" y="315468"/>
                  </a:lnTo>
                  <a:lnTo>
                    <a:pt x="280416" y="315468"/>
                  </a:lnTo>
                  <a:lnTo>
                    <a:pt x="280416" y="390144"/>
                  </a:lnTo>
                  <a:lnTo>
                    <a:pt x="280416" y="469392"/>
                  </a:lnTo>
                  <a:lnTo>
                    <a:pt x="280416" y="541020"/>
                  </a:lnTo>
                  <a:lnTo>
                    <a:pt x="181356" y="541020"/>
                  </a:lnTo>
                  <a:lnTo>
                    <a:pt x="178308" y="544068"/>
                  </a:lnTo>
                  <a:lnTo>
                    <a:pt x="178308" y="702564"/>
                  </a:lnTo>
                  <a:lnTo>
                    <a:pt x="181356" y="705612"/>
                  </a:lnTo>
                  <a:lnTo>
                    <a:pt x="280416" y="705612"/>
                  </a:lnTo>
                  <a:lnTo>
                    <a:pt x="280416" y="858012"/>
                  </a:lnTo>
                  <a:lnTo>
                    <a:pt x="289560" y="858012"/>
                  </a:lnTo>
                  <a:lnTo>
                    <a:pt x="289560" y="705612"/>
                  </a:lnTo>
                  <a:lnTo>
                    <a:pt x="289560" y="699516"/>
                  </a:lnTo>
                  <a:lnTo>
                    <a:pt x="288036" y="697992"/>
                  </a:lnTo>
                  <a:lnTo>
                    <a:pt x="188976" y="697992"/>
                  </a:lnTo>
                  <a:lnTo>
                    <a:pt x="188976" y="551688"/>
                  </a:lnTo>
                  <a:lnTo>
                    <a:pt x="288036" y="551688"/>
                  </a:lnTo>
                  <a:lnTo>
                    <a:pt x="289560" y="548640"/>
                  </a:lnTo>
                  <a:lnTo>
                    <a:pt x="289560" y="541020"/>
                  </a:lnTo>
                  <a:lnTo>
                    <a:pt x="289560" y="469392"/>
                  </a:lnTo>
                  <a:lnTo>
                    <a:pt x="289560" y="390144"/>
                  </a:lnTo>
                  <a:lnTo>
                    <a:pt x="289560" y="315468"/>
                  </a:lnTo>
                  <a:lnTo>
                    <a:pt x="289560" y="309372"/>
                  </a:lnTo>
                  <a:lnTo>
                    <a:pt x="288036" y="306324"/>
                  </a:lnTo>
                  <a:lnTo>
                    <a:pt x="188976" y="306324"/>
                  </a:lnTo>
                  <a:lnTo>
                    <a:pt x="188976" y="161544"/>
                  </a:lnTo>
                  <a:lnTo>
                    <a:pt x="288036" y="161544"/>
                  </a:lnTo>
                  <a:lnTo>
                    <a:pt x="289560" y="158496"/>
                  </a:lnTo>
                  <a:lnTo>
                    <a:pt x="289560" y="152400"/>
                  </a:lnTo>
                  <a:lnTo>
                    <a:pt x="2895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090" name="Google Shape;4090;p69"/>
            <p:cNvPicPr preferRelativeResize="0"/>
            <p:nvPr/>
          </p:nvPicPr>
          <p:blipFill rotWithShape="1">
            <a:blip r:embed="rId162">
              <a:alphaModFix/>
            </a:blip>
            <a:srcRect b="0" l="0" r="0" t="0"/>
            <a:stretch/>
          </p:blipFill>
          <p:spPr>
            <a:xfrm>
              <a:off x="5411724" y="3642360"/>
              <a:ext cx="239268" cy="6629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91" name="Google Shape;4091;p69"/>
            <p:cNvPicPr preferRelativeResize="0"/>
            <p:nvPr/>
          </p:nvPicPr>
          <p:blipFill rotWithShape="1">
            <a:blip r:embed="rId163">
              <a:alphaModFix/>
            </a:blip>
            <a:srcRect b="0" l="0" r="0" t="0"/>
            <a:stretch/>
          </p:blipFill>
          <p:spPr>
            <a:xfrm>
              <a:off x="5791962" y="3035807"/>
              <a:ext cx="733805" cy="853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92" name="Google Shape;4092;p69"/>
            <p:cNvPicPr preferRelativeResize="0"/>
            <p:nvPr/>
          </p:nvPicPr>
          <p:blipFill rotWithShape="1">
            <a:blip r:embed="rId164">
              <a:alphaModFix/>
            </a:blip>
            <a:srcRect b="0" l="0" r="0" t="0"/>
            <a:stretch/>
          </p:blipFill>
          <p:spPr>
            <a:xfrm>
              <a:off x="5705941" y="3887723"/>
              <a:ext cx="905170" cy="867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93" name="Google Shape;4093;p69"/>
            <p:cNvPicPr preferRelativeResize="0"/>
            <p:nvPr/>
          </p:nvPicPr>
          <p:blipFill rotWithShape="1">
            <a:blip r:embed="rId165">
              <a:alphaModFix/>
            </a:blip>
            <a:srcRect b="0" l="0" r="0" t="0"/>
            <a:stretch/>
          </p:blipFill>
          <p:spPr>
            <a:xfrm>
              <a:off x="5693664" y="4753355"/>
              <a:ext cx="929639" cy="17327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94" name="Google Shape;4094;p69"/>
            <p:cNvPicPr preferRelativeResize="0"/>
            <p:nvPr/>
          </p:nvPicPr>
          <p:blipFill rotWithShape="1">
            <a:blip r:embed="rId166">
              <a:alphaModFix/>
            </a:blip>
            <a:srcRect b="0" l="0" r="0" t="0"/>
            <a:stretch/>
          </p:blipFill>
          <p:spPr>
            <a:xfrm>
              <a:off x="5769864" y="6484620"/>
              <a:ext cx="777910" cy="8671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95" name="Google Shape;4095;p69"/>
            <p:cNvPicPr preferRelativeResize="0"/>
            <p:nvPr/>
          </p:nvPicPr>
          <p:blipFill rotWithShape="1">
            <a:blip r:embed="rId167">
              <a:alphaModFix/>
            </a:blip>
            <a:srcRect b="0" l="0" r="0" t="0"/>
            <a:stretch/>
          </p:blipFill>
          <p:spPr>
            <a:xfrm>
              <a:off x="5991941" y="7350252"/>
              <a:ext cx="334914" cy="1432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96" name="Google Shape;4096;p69"/>
            <p:cNvPicPr preferRelativeResize="0"/>
            <p:nvPr/>
          </p:nvPicPr>
          <p:blipFill rotWithShape="1">
            <a:blip r:embed="rId168">
              <a:alphaModFix/>
            </a:blip>
            <a:srcRect b="0" l="0" r="0" t="0"/>
            <a:stretch/>
          </p:blipFill>
          <p:spPr>
            <a:xfrm>
              <a:off x="5791200" y="4716779"/>
              <a:ext cx="696468" cy="11308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97" name="Google Shape;4097;p69"/>
            <p:cNvPicPr preferRelativeResize="0"/>
            <p:nvPr/>
          </p:nvPicPr>
          <p:blipFill rotWithShape="1">
            <a:blip r:embed="rId169">
              <a:alphaModFix/>
            </a:blip>
            <a:srcRect b="0" l="0" r="0" t="0"/>
            <a:stretch/>
          </p:blipFill>
          <p:spPr>
            <a:xfrm>
              <a:off x="5920739" y="6188963"/>
              <a:ext cx="509016" cy="9570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098" name="Google Shape;4098;p69"/>
            <p:cNvPicPr preferRelativeResize="0"/>
            <p:nvPr/>
          </p:nvPicPr>
          <p:blipFill rotWithShape="1">
            <a:blip r:embed="rId170">
              <a:alphaModFix/>
            </a:blip>
            <a:srcRect b="0" l="0" r="0" t="0"/>
            <a:stretch/>
          </p:blipFill>
          <p:spPr>
            <a:xfrm>
              <a:off x="6013704" y="3432048"/>
              <a:ext cx="359664" cy="7315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099" name="Google Shape;4099;p69"/>
            <p:cNvSpPr/>
            <p:nvPr/>
          </p:nvSpPr>
          <p:spPr>
            <a:xfrm>
              <a:off x="4040124" y="4608576"/>
              <a:ext cx="576580" cy="288290"/>
            </a:xfrm>
            <a:custGeom>
              <a:rect b="b" l="l" r="r" t="t"/>
              <a:pathLst>
                <a:path extrusionOk="0" h="288289" w="576579">
                  <a:moveTo>
                    <a:pt x="576072" y="288036"/>
                  </a:moveTo>
                  <a:lnTo>
                    <a:pt x="0" y="288036"/>
                  </a:lnTo>
                  <a:lnTo>
                    <a:pt x="144779" y="0"/>
                  </a:lnTo>
                  <a:lnTo>
                    <a:pt x="432816" y="0"/>
                  </a:lnTo>
                  <a:lnTo>
                    <a:pt x="576072" y="2880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9"/>
            <p:cNvSpPr/>
            <p:nvPr/>
          </p:nvSpPr>
          <p:spPr>
            <a:xfrm>
              <a:off x="4032504" y="4602479"/>
              <a:ext cx="591820" cy="300355"/>
            </a:xfrm>
            <a:custGeom>
              <a:rect b="b" l="l" r="r" t="t"/>
              <a:pathLst>
                <a:path extrusionOk="0" h="300354" w="591820">
                  <a:moveTo>
                    <a:pt x="591312" y="300228"/>
                  </a:moveTo>
                  <a:lnTo>
                    <a:pt x="0" y="300228"/>
                  </a:lnTo>
                  <a:lnTo>
                    <a:pt x="149352" y="0"/>
                  </a:lnTo>
                  <a:lnTo>
                    <a:pt x="443484" y="0"/>
                  </a:lnTo>
                  <a:lnTo>
                    <a:pt x="447235" y="7620"/>
                  </a:lnTo>
                  <a:lnTo>
                    <a:pt x="155448" y="7620"/>
                  </a:lnTo>
                  <a:lnTo>
                    <a:pt x="152400" y="9143"/>
                  </a:lnTo>
                  <a:lnTo>
                    <a:pt x="154694" y="9143"/>
                  </a:lnTo>
                  <a:lnTo>
                    <a:pt x="15961" y="289560"/>
                  </a:lnTo>
                  <a:lnTo>
                    <a:pt x="7619" y="289560"/>
                  </a:lnTo>
                  <a:lnTo>
                    <a:pt x="12191" y="297180"/>
                  </a:lnTo>
                  <a:lnTo>
                    <a:pt x="589811" y="297180"/>
                  </a:lnTo>
                  <a:lnTo>
                    <a:pt x="591312" y="300228"/>
                  </a:lnTo>
                  <a:close/>
                </a:path>
                <a:path extrusionOk="0" h="300354" w="591820">
                  <a:moveTo>
                    <a:pt x="154694" y="9143"/>
                  </a:moveTo>
                  <a:lnTo>
                    <a:pt x="152400" y="9143"/>
                  </a:lnTo>
                  <a:lnTo>
                    <a:pt x="155448" y="7620"/>
                  </a:lnTo>
                  <a:lnTo>
                    <a:pt x="154694" y="9143"/>
                  </a:lnTo>
                  <a:close/>
                </a:path>
                <a:path extrusionOk="0" h="300354" w="591820">
                  <a:moveTo>
                    <a:pt x="436617" y="9143"/>
                  </a:moveTo>
                  <a:lnTo>
                    <a:pt x="154694" y="9143"/>
                  </a:lnTo>
                  <a:lnTo>
                    <a:pt x="155448" y="7620"/>
                  </a:lnTo>
                  <a:lnTo>
                    <a:pt x="435864" y="7620"/>
                  </a:lnTo>
                  <a:lnTo>
                    <a:pt x="436617" y="9143"/>
                  </a:lnTo>
                  <a:close/>
                </a:path>
                <a:path extrusionOk="0" h="300354" w="591820">
                  <a:moveTo>
                    <a:pt x="579120" y="297180"/>
                  </a:moveTo>
                  <a:lnTo>
                    <a:pt x="435864" y="7620"/>
                  </a:lnTo>
                  <a:lnTo>
                    <a:pt x="440436" y="9143"/>
                  </a:lnTo>
                  <a:lnTo>
                    <a:pt x="447986" y="9143"/>
                  </a:lnTo>
                  <a:lnTo>
                    <a:pt x="586059" y="289560"/>
                  </a:lnTo>
                  <a:lnTo>
                    <a:pt x="583692" y="289560"/>
                  </a:lnTo>
                  <a:lnTo>
                    <a:pt x="579120" y="297180"/>
                  </a:lnTo>
                  <a:close/>
                </a:path>
                <a:path extrusionOk="0" h="300354" w="591820">
                  <a:moveTo>
                    <a:pt x="447986" y="9143"/>
                  </a:moveTo>
                  <a:lnTo>
                    <a:pt x="440436" y="9143"/>
                  </a:lnTo>
                  <a:lnTo>
                    <a:pt x="435864" y="7620"/>
                  </a:lnTo>
                  <a:lnTo>
                    <a:pt x="447235" y="7620"/>
                  </a:lnTo>
                  <a:lnTo>
                    <a:pt x="447986" y="9143"/>
                  </a:lnTo>
                  <a:close/>
                </a:path>
                <a:path extrusionOk="0" h="300354" w="591820">
                  <a:moveTo>
                    <a:pt x="12191" y="297180"/>
                  </a:moveTo>
                  <a:lnTo>
                    <a:pt x="7619" y="289560"/>
                  </a:lnTo>
                  <a:lnTo>
                    <a:pt x="15961" y="289560"/>
                  </a:lnTo>
                  <a:lnTo>
                    <a:pt x="12191" y="297180"/>
                  </a:lnTo>
                  <a:close/>
                </a:path>
                <a:path extrusionOk="0" h="300354" w="591820">
                  <a:moveTo>
                    <a:pt x="579120" y="297180"/>
                  </a:moveTo>
                  <a:lnTo>
                    <a:pt x="12191" y="297180"/>
                  </a:lnTo>
                  <a:lnTo>
                    <a:pt x="15961" y="289560"/>
                  </a:lnTo>
                  <a:lnTo>
                    <a:pt x="575350" y="289560"/>
                  </a:lnTo>
                  <a:lnTo>
                    <a:pt x="579120" y="297180"/>
                  </a:lnTo>
                  <a:close/>
                </a:path>
                <a:path extrusionOk="0" h="300354" w="591820">
                  <a:moveTo>
                    <a:pt x="589811" y="297180"/>
                  </a:moveTo>
                  <a:lnTo>
                    <a:pt x="579120" y="297180"/>
                  </a:lnTo>
                  <a:lnTo>
                    <a:pt x="583692" y="289560"/>
                  </a:lnTo>
                  <a:lnTo>
                    <a:pt x="586059" y="289560"/>
                  </a:lnTo>
                  <a:lnTo>
                    <a:pt x="589811" y="297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01" name="Google Shape;4101;p69"/>
            <p:cNvPicPr preferRelativeResize="0"/>
            <p:nvPr/>
          </p:nvPicPr>
          <p:blipFill rotWithShape="1">
            <a:blip r:embed="rId171">
              <a:alphaModFix/>
            </a:blip>
            <a:srcRect b="0" l="0" r="0" t="0"/>
            <a:stretch/>
          </p:blipFill>
          <p:spPr>
            <a:xfrm>
              <a:off x="4152900" y="4750307"/>
              <a:ext cx="88391" cy="868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02" name="Google Shape;4102;p69"/>
            <p:cNvPicPr preferRelativeResize="0"/>
            <p:nvPr/>
          </p:nvPicPr>
          <p:blipFill rotWithShape="1">
            <a:blip r:embed="rId172">
              <a:alphaModFix/>
            </a:blip>
            <a:srcRect b="0" l="0" r="0" t="0"/>
            <a:stretch/>
          </p:blipFill>
          <p:spPr>
            <a:xfrm>
              <a:off x="4300727" y="4764023"/>
              <a:ext cx="89916" cy="7162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03" name="Google Shape;4103;p69"/>
            <p:cNvPicPr preferRelativeResize="0"/>
            <p:nvPr/>
          </p:nvPicPr>
          <p:blipFill rotWithShape="1">
            <a:blip r:embed="rId173">
              <a:alphaModFix/>
            </a:blip>
            <a:srcRect b="0" l="0" r="0" t="0"/>
            <a:stretch/>
          </p:blipFill>
          <p:spPr>
            <a:xfrm>
              <a:off x="4450080" y="4762500"/>
              <a:ext cx="88391" cy="807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04" name="Google Shape;4104;p69"/>
            <p:cNvSpPr/>
            <p:nvPr/>
          </p:nvSpPr>
          <p:spPr>
            <a:xfrm>
              <a:off x="460248" y="787908"/>
              <a:ext cx="4076700" cy="9296400"/>
            </a:xfrm>
            <a:custGeom>
              <a:rect b="b" l="l" r="r" t="t"/>
              <a:pathLst>
                <a:path extrusionOk="0" h="9296400" w="4076700">
                  <a:moveTo>
                    <a:pt x="286512" y="1295400"/>
                  </a:moveTo>
                  <a:lnTo>
                    <a:pt x="284988" y="1295400"/>
                  </a:lnTo>
                  <a:lnTo>
                    <a:pt x="283997" y="1298155"/>
                  </a:lnTo>
                  <a:lnTo>
                    <a:pt x="286512" y="1295400"/>
                  </a:lnTo>
                  <a:close/>
                </a:path>
                <a:path extrusionOk="0" h="9296400" w="4076700">
                  <a:moveTo>
                    <a:pt x="320611" y="1587500"/>
                  </a:moveTo>
                  <a:lnTo>
                    <a:pt x="320040" y="1587500"/>
                  </a:lnTo>
                  <a:lnTo>
                    <a:pt x="318325" y="1574800"/>
                  </a:lnTo>
                  <a:lnTo>
                    <a:pt x="315468" y="1562100"/>
                  </a:lnTo>
                  <a:lnTo>
                    <a:pt x="311467" y="1549400"/>
                  </a:lnTo>
                  <a:lnTo>
                    <a:pt x="306324" y="1536700"/>
                  </a:lnTo>
                  <a:lnTo>
                    <a:pt x="300037" y="1524000"/>
                  </a:lnTo>
                  <a:lnTo>
                    <a:pt x="292608" y="1524000"/>
                  </a:lnTo>
                  <a:lnTo>
                    <a:pt x="284035" y="1511300"/>
                  </a:lnTo>
                  <a:lnTo>
                    <a:pt x="281889" y="1508506"/>
                  </a:lnTo>
                  <a:lnTo>
                    <a:pt x="281889" y="1638300"/>
                  </a:lnTo>
                  <a:lnTo>
                    <a:pt x="279654" y="1651000"/>
                  </a:lnTo>
                  <a:lnTo>
                    <a:pt x="273977" y="1663700"/>
                  </a:lnTo>
                  <a:lnTo>
                    <a:pt x="265176" y="1676400"/>
                  </a:lnTo>
                  <a:lnTo>
                    <a:pt x="260604" y="1689100"/>
                  </a:lnTo>
                  <a:lnTo>
                    <a:pt x="236220" y="1689100"/>
                  </a:lnTo>
                  <a:lnTo>
                    <a:pt x="228600" y="1676400"/>
                  </a:lnTo>
                  <a:lnTo>
                    <a:pt x="132588" y="1587500"/>
                  </a:lnTo>
                  <a:lnTo>
                    <a:pt x="77724" y="1536700"/>
                  </a:lnTo>
                  <a:lnTo>
                    <a:pt x="88557" y="1524000"/>
                  </a:lnTo>
                  <a:lnTo>
                    <a:pt x="98107" y="1524000"/>
                  </a:lnTo>
                  <a:lnTo>
                    <a:pt x="106222" y="1511300"/>
                  </a:lnTo>
                  <a:lnTo>
                    <a:pt x="175653" y="1511300"/>
                  </a:lnTo>
                  <a:lnTo>
                    <a:pt x="192595" y="1524000"/>
                  </a:lnTo>
                  <a:lnTo>
                    <a:pt x="210375" y="1536700"/>
                  </a:lnTo>
                  <a:lnTo>
                    <a:pt x="228600" y="1549400"/>
                  </a:lnTo>
                  <a:lnTo>
                    <a:pt x="249758" y="1574800"/>
                  </a:lnTo>
                  <a:lnTo>
                    <a:pt x="265366" y="1587500"/>
                  </a:lnTo>
                  <a:lnTo>
                    <a:pt x="275526" y="1612900"/>
                  </a:lnTo>
                  <a:lnTo>
                    <a:pt x="280416" y="1625600"/>
                  </a:lnTo>
                  <a:lnTo>
                    <a:pt x="281889" y="1638300"/>
                  </a:lnTo>
                  <a:lnTo>
                    <a:pt x="281889" y="1508506"/>
                  </a:lnTo>
                  <a:lnTo>
                    <a:pt x="274320" y="1498600"/>
                  </a:lnTo>
                  <a:lnTo>
                    <a:pt x="259816" y="1485900"/>
                  </a:lnTo>
                  <a:lnTo>
                    <a:pt x="244030" y="1473200"/>
                  </a:lnTo>
                  <a:lnTo>
                    <a:pt x="227380" y="1473200"/>
                  </a:lnTo>
                  <a:lnTo>
                    <a:pt x="210312" y="1460500"/>
                  </a:lnTo>
                  <a:lnTo>
                    <a:pt x="156730" y="1460500"/>
                  </a:lnTo>
                  <a:lnTo>
                    <a:pt x="138684" y="1473200"/>
                  </a:lnTo>
                  <a:lnTo>
                    <a:pt x="124015" y="1473200"/>
                  </a:lnTo>
                  <a:lnTo>
                    <a:pt x="109347" y="1485900"/>
                  </a:lnTo>
                  <a:lnTo>
                    <a:pt x="94107" y="1498600"/>
                  </a:lnTo>
                  <a:lnTo>
                    <a:pt x="77724" y="1524000"/>
                  </a:lnTo>
                  <a:lnTo>
                    <a:pt x="0" y="1600200"/>
                  </a:lnTo>
                  <a:lnTo>
                    <a:pt x="4572" y="1612900"/>
                  </a:lnTo>
                  <a:lnTo>
                    <a:pt x="10668" y="1600200"/>
                  </a:lnTo>
                  <a:lnTo>
                    <a:pt x="19812" y="1600200"/>
                  </a:lnTo>
                  <a:lnTo>
                    <a:pt x="25908" y="1587500"/>
                  </a:lnTo>
                  <a:lnTo>
                    <a:pt x="35052" y="1587500"/>
                  </a:lnTo>
                  <a:lnTo>
                    <a:pt x="41148" y="1600200"/>
                  </a:lnTo>
                  <a:lnTo>
                    <a:pt x="48768" y="1600200"/>
                  </a:lnTo>
                  <a:lnTo>
                    <a:pt x="56388" y="1612900"/>
                  </a:lnTo>
                  <a:lnTo>
                    <a:pt x="184404" y="1727200"/>
                  </a:lnTo>
                  <a:lnTo>
                    <a:pt x="202692" y="1739900"/>
                  </a:lnTo>
                  <a:lnTo>
                    <a:pt x="204216" y="1752600"/>
                  </a:lnTo>
                  <a:lnTo>
                    <a:pt x="202692" y="1752600"/>
                  </a:lnTo>
                  <a:lnTo>
                    <a:pt x="199644" y="1765300"/>
                  </a:lnTo>
                  <a:lnTo>
                    <a:pt x="187452" y="1778000"/>
                  </a:lnTo>
                  <a:lnTo>
                    <a:pt x="193548" y="1778000"/>
                  </a:lnTo>
                  <a:lnTo>
                    <a:pt x="272796" y="1701800"/>
                  </a:lnTo>
                  <a:lnTo>
                    <a:pt x="279654" y="1689100"/>
                  </a:lnTo>
                  <a:lnTo>
                    <a:pt x="286512" y="1676400"/>
                  </a:lnTo>
                  <a:lnTo>
                    <a:pt x="291655" y="1676400"/>
                  </a:lnTo>
                  <a:lnTo>
                    <a:pt x="295656" y="1663700"/>
                  </a:lnTo>
                  <a:lnTo>
                    <a:pt x="302171" y="1651000"/>
                  </a:lnTo>
                  <a:lnTo>
                    <a:pt x="307848" y="1638300"/>
                  </a:lnTo>
                  <a:lnTo>
                    <a:pt x="312369" y="1638300"/>
                  </a:lnTo>
                  <a:lnTo>
                    <a:pt x="315468" y="1625600"/>
                  </a:lnTo>
                  <a:lnTo>
                    <a:pt x="318325" y="1612900"/>
                  </a:lnTo>
                  <a:lnTo>
                    <a:pt x="320040" y="1600200"/>
                  </a:lnTo>
                  <a:lnTo>
                    <a:pt x="320611" y="1587500"/>
                  </a:lnTo>
                  <a:close/>
                </a:path>
                <a:path extrusionOk="0" h="9296400" w="4076700">
                  <a:moveTo>
                    <a:pt x="480060" y="1473200"/>
                  </a:moveTo>
                  <a:lnTo>
                    <a:pt x="475488" y="1460500"/>
                  </a:lnTo>
                  <a:lnTo>
                    <a:pt x="463296" y="1473200"/>
                  </a:lnTo>
                  <a:lnTo>
                    <a:pt x="454152" y="1473200"/>
                  </a:lnTo>
                  <a:lnTo>
                    <a:pt x="449567" y="1485900"/>
                  </a:lnTo>
                  <a:lnTo>
                    <a:pt x="445008" y="1485900"/>
                  </a:lnTo>
                  <a:lnTo>
                    <a:pt x="441960" y="1473200"/>
                  </a:lnTo>
                  <a:lnTo>
                    <a:pt x="432816" y="1473200"/>
                  </a:lnTo>
                  <a:lnTo>
                    <a:pt x="422148" y="1460500"/>
                  </a:lnTo>
                  <a:lnTo>
                    <a:pt x="322567" y="1371600"/>
                  </a:lnTo>
                  <a:lnTo>
                    <a:pt x="294119" y="1346200"/>
                  </a:lnTo>
                  <a:lnTo>
                    <a:pt x="278892" y="1333500"/>
                  </a:lnTo>
                  <a:lnTo>
                    <a:pt x="277368" y="1333500"/>
                  </a:lnTo>
                  <a:lnTo>
                    <a:pt x="274320" y="1320800"/>
                  </a:lnTo>
                  <a:lnTo>
                    <a:pt x="275844" y="1320800"/>
                  </a:lnTo>
                  <a:lnTo>
                    <a:pt x="283997" y="1298155"/>
                  </a:lnTo>
                  <a:lnTo>
                    <a:pt x="193548" y="1397000"/>
                  </a:lnTo>
                  <a:lnTo>
                    <a:pt x="199644" y="1397000"/>
                  </a:lnTo>
                  <a:lnTo>
                    <a:pt x="205740" y="1384300"/>
                  </a:lnTo>
                  <a:lnTo>
                    <a:pt x="219456" y="1384300"/>
                  </a:lnTo>
                  <a:lnTo>
                    <a:pt x="224015" y="1371600"/>
                  </a:lnTo>
                  <a:lnTo>
                    <a:pt x="228600" y="1371600"/>
                  </a:lnTo>
                  <a:lnTo>
                    <a:pt x="231648" y="1384300"/>
                  </a:lnTo>
                  <a:lnTo>
                    <a:pt x="245567" y="1384300"/>
                  </a:lnTo>
                  <a:lnTo>
                    <a:pt x="252971" y="1397000"/>
                  </a:lnTo>
                  <a:lnTo>
                    <a:pt x="381000" y="1511300"/>
                  </a:lnTo>
                  <a:lnTo>
                    <a:pt x="388620" y="1524000"/>
                  </a:lnTo>
                  <a:lnTo>
                    <a:pt x="396240" y="1524000"/>
                  </a:lnTo>
                  <a:lnTo>
                    <a:pt x="397764" y="1536700"/>
                  </a:lnTo>
                  <a:lnTo>
                    <a:pt x="396240" y="1549400"/>
                  </a:lnTo>
                  <a:lnTo>
                    <a:pt x="393192" y="1549400"/>
                  </a:lnTo>
                  <a:lnTo>
                    <a:pt x="387096" y="1562100"/>
                  </a:lnTo>
                  <a:lnTo>
                    <a:pt x="466775" y="1485900"/>
                  </a:lnTo>
                  <a:lnTo>
                    <a:pt x="480060" y="1473200"/>
                  </a:lnTo>
                  <a:close/>
                </a:path>
                <a:path extrusionOk="0" h="9296400" w="4076700">
                  <a:moveTo>
                    <a:pt x="515581" y="1043597"/>
                  </a:moveTo>
                  <a:lnTo>
                    <a:pt x="505968" y="1054100"/>
                  </a:lnTo>
                  <a:lnTo>
                    <a:pt x="510540" y="1054100"/>
                  </a:lnTo>
                  <a:lnTo>
                    <a:pt x="515581" y="1043597"/>
                  </a:lnTo>
                  <a:close/>
                </a:path>
                <a:path extrusionOk="0" h="9296400" w="4076700">
                  <a:moveTo>
                    <a:pt x="517588" y="1041400"/>
                  </a:moveTo>
                  <a:lnTo>
                    <a:pt x="516636" y="1041400"/>
                  </a:lnTo>
                  <a:lnTo>
                    <a:pt x="515581" y="1043597"/>
                  </a:lnTo>
                  <a:lnTo>
                    <a:pt x="517588" y="1041400"/>
                  </a:lnTo>
                  <a:close/>
                </a:path>
                <a:path extrusionOk="0" h="9296400" w="4076700">
                  <a:moveTo>
                    <a:pt x="533400" y="7632192"/>
                  </a:moveTo>
                  <a:lnTo>
                    <a:pt x="521868" y="7618476"/>
                  </a:lnTo>
                  <a:lnTo>
                    <a:pt x="445008" y="7527036"/>
                  </a:lnTo>
                  <a:lnTo>
                    <a:pt x="438912" y="7531608"/>
                  </a:lnTo>
                  <a:lnTo>
                    <a:pt x="445008" y="7539228"/>
                  </a:lnTo>
                  <a:lnTo>
                    <a:pt x="449567" y="7545324"/>
                  </a:lnTo>
                  <a:lnTo>
                    <a:pt x="452615" y="7549896"/>
                  </a:lnTo>
                  <a:lnTo>
                    <a:pt x="454152" y="7555992"/>
                  </a:lnTo>
                  <a:lnTo>
                    <a:pt x="454152" y="7565136"/>
                  </a:lnTo>
                  <a:lnTo>
                    <a:pt x="451104" y="7571232"/>
                  </a:lnTo>
                  <a:lnTo>
                    <a:pt x="445008" y="7577328"/>
                  </a:lnTo>
                  <a:lnTo>
                    <a:pt x="373367" y="7636764"/>
                  </a:lnTo>
                  <a:lnTo>
                    <a:pt x="368808" y="7630668"/>
                  </a:lnTo>
                  <a:lnTo>
                    <a:pt x="362775" y="7623035"/>
                  </a:lnTo>
                  <a:lnTo>
                    <a:pt x="359752" y="7616952"/>
                  </a:lnTo>
                  <a:lnTo>
                    <a:pt x="358330" y="7614094"/>
                  </a:lnTo>
                  <a:lnTo>
                    <a:pt x="355295" y="7604315"/>
                  </a:lnTo>
                  <a:lnTo>
                    <a:pt x="353568" y="7594092"/>
                  </a:lnTo>
                  <a:lnTo>
                    <a:pt x="355041" y="7583741"/>
                  </a:lnTo>
                  <a:lnTo>
                    <a:pt x="359664" y="7572946"/>
                  </a:lnTo>
                  <a:lnTo>
                    <a:pt x="367703" y="7561313"/>
                  </a:lnTo>
                  <a:lnTo>
                    <a:pt x="379476" y="7548372"/>
                  </a:lnTo>
                  <a:lnTo>
                    <a:pt x="374904" y="7542276"/>
                  </a:lnTo>
                  <a:lnTo>
                    <a:pt x="274320" y="7627620"/>
                  </a:lnTo>
                  <a:lnTo>
                    <a:pt x="277368" y="7632192"/>
                  </a:lnTo>
                  <a:lnTo>
                    <a:pt x="286245" y="7627048"/>
                  </a:lnTo>
                  <a:lnTo>
                    <a:pt x="294767" y="7623035"/>
                  </a:lnTo>
                  <a:lnTo>
                    <a:pt x="302869" y="7620190"/>
                  </a:lnTo>
                  <a:lnTo>
                    <a:pt x="310896" y="7618476"/>
                  </a:lnTo>
                  <a:lnTo>
                    <a:pt x="320027" y="7616965"/>
                  </a:lnTo>
                  <a:lnTo>
                    <a:pt x="329171" y="7618476"/>
                  </a:lnTo>
                  <a:lnTo>
                    <a:pt x="362712" y="7645908"/>
                  </a:lnTo>
                  <a:lnTo>
                    <a:pt x="278892" y="7714488"/>
                  </a:lnTo>
                  <a:lnTo>
                    <a:pt x="265176" y="7696200"/>
                  </a:lnTo>
                  <a:lnTo>
                    <a:pt x="255765" y="7685367"/>
                  </a:lnTo>
                  <a:lnTo>
                    <a:pt x="235280" y="7651813"/>
                  </a:lnTo>
                  <a:lnTo>
                    <a:pt x="231330" y="7633716"/>
                  </a:lnTo>
                  <a:lnTo>
                    <a:pt x="231457" y="7630668"/>
                  </a:lnTo>
                  <a:lnTo>
                    <a:pt x="231521" y="7628953"/>
                  </a:lnTo>
                  <a:lnTo>
                    <a:pt x="252971" y="7589520"/>
                  </a:lnTo>
                  <a:lnTo>
                    <a:pt x="248412" y="7583424"/>
                  </a:lnTo>
                  <a:lnTo>
                    <a:pt x="190500" y="7630668"/>
                  </a:lnTo>
                  <a:lnTo>
                    <a:pt x="332219" y="7801356"/>
                  </a:lnTo>
                  <a:lnTo>
                    <a:pt x="338315" y="7795260"/>
                  </a:lnTo>
                  <a:lnTo>
                    <a:pt x="332219" y="7790688"/>
                  </a:lnTo>
                  <a:lnTo>
                    <a:pt x="329171" y="7784592"/>
                  </a:lnTo>
                  <a:lnTo>
                    <a:pt x="326136" y="7780020"/>
                  </a:lnTo>
                  <a:lnTo>
                    <a:pt x="324662" y="7774165"/>
                  </a:lnTo>
                  <a:lnTo>
                    <a:pt x="324612" y="7764780"/>
                  </a:lnTo>
                  <a:lnTo>
                    <a:pt x="327660" y="7758684"/>
                  </a:lnTo>
                  <a:lnTo>
                    <a:pt x="332219" y="7752588"/>
                  </a:lnTo>
                  <a:lnTo>
                    <a:pt x="342900" y="7743444"/>
                  </a:lnTo>
                  <a:lnTo>
                    <a:pt x="377405" y="7714488"/>
                  </a:lnTo>
                  <a:lnTo>
                    <a:pt x="470027" y="7636764"/>
                  </a:lnTo>
                  <a:lnTo>
                    <a:pt x="475488" y="7632192"/>
                  </a:lnTo>
                  <a:lnTo>
                    <a:pt x="486156" y="7626096"/>
                  </a:lnTo>
                  <a:lnTo>
                    <a:pt x="492252" y="7621524"/>
                  </a:lnTo>
                  <a:lnTo>
                    <a:pt x="495300" y="7620000"/>
                  </a:lnTo>
                  <a:lnTo>
                    <a:pt x="499872" y="7618476"/>
                  </a:lnTo>
                  <a:lnTo>
                    <a:pt x="504444" y="7618476"/>
                  </a:lnTo>
                  <a:lnTo>
                    <a:pt x="507492" y="7620000"/>
                  </a:lnTo>
                  <a:lnTo>
                    <a:pt x="512064" y="7621524"/>
                  </a:lnTo>
                  <a:lnTo>
                    <a:pt x="518160" y="7626096"/>
                  </a:lnTo>
                  <a:lnTo>
                    <a:pt x="528815" y="7636764"/>
                  </a:lnTo>
                  <a:lnTo>
                    <a:pt x="533400" y="7632192"/>
                  </a:lnTo>
                  <a:close/>
                </a:path>
                <a:path extrusionOk="0" h="9296400" w="4076700">
                  <a:moveTo>
                    <a:pt x="656844" y="1244600"/>
                  </a:moveTo>
                  <a:lnTo>
                    <a:pt x="617220" y="1206500"/>
                  </a:lnTo>
                  <a:lnTo>
                    <a:pt x="606552" y="1206500"/>
                  </a:lnTo>
                  <a:lnTo>
                    <a:pt x="605015" y="1193800"/>
                  </a:lnTo>
                  <a:lnTo>
                    <a:pt x="601980" y="1193800"/>
                  </a:lnTo>
                  <a:lnTo>
                    <a:pt x="608076" y="1168400"/>
                  </a:lnTo>
                  <a:lnTo>
                    <a:pt x="614172" y="1168400"/>
                  </a:lnTo>
                  <a:lnTo>
                    <a:pt x="609600" y="1155700"/>
                  </a:lnTo>
                  <a:lnTo>
                    <a:pt x="524256" y="1257300"/>
                  </a:lnTo>
                  <a:lnTo>
                    <a:pt x="537972" y="1257300"/>
                  </a:lnTo>
                  <a:lnTo>
                    <a:pt x="542544" y="1244600"/>
                  </a:lnTo>
                  <a:lnTo>
                    <a:pt x="562356" y="1244600"/>
                  </a:lnTo>
                  <a:lnTo>
                    <a:pt x="568452" y="1257300"/>
                  </a:lnTo>
                  <a:lnTo>
                    <a:pt x="576072" y="1257300"/>
                  </a:lnTo>
                  <a:lnTo>
                    <a:pt x="615696" y="1295400"/>
                  </a:lnTo>
                  <a:lnTo>
                    <a:pt x="612648" y="1295400"/>
                  </a:lnTo>
                  <a:lnTo>
                    <a:pt x="606552" y="1308100"/>
                  </a:lnTo>
                  <a:lnTo>
                    <a:pt x="601980" y="1320800"/>
                  </a:lnTo>
                  <a:lnTo>
                    <a:pt x="600456" y="1320800"/>
                  </a:lnTo>
                  <a:lnTo>
                    <a:pt x="595884" y="1333500"/>
                  </a:lnTo>
                  <a:lnTo>
                    <a:pt x="586206" y="1333500"/>
                  </a:lnTo>
                  <a:lnTo>
                    <a:pt x="575691" y="1346200"/>
                  </a:lnTo>
                  <a:lnTo>
                    <a:pt x="564591" y="1346200"/>
                  </a:lnTo>
                  <a:lnTo>
                    <a:pt x="553212" y="1358900"/>
                  </a:lnTo>
                  <a:lnTo>
                    <a:pt x="529209" y="1358900"/>
                  </a:lnTo>
                  <a:lnTo>
                    <a:pt x="516343" y="1346200"/>
                  </a:lnTo>
                  <a:lnTo>
                    <a:pt x="489839" y="1346200"/>
                  </a:lnTo>
                  <a:lnTo>
                    <a:pt x="476059" y="1333500"/>
                  </a:lnTo>
                  <a:lnTo>
                    <a:pt x="437781" y="1295400"/>
                  </a:lnTo>
                  <a:lnTo>
                    <a:pt x="408419" y="1257300"/>
                  </a:lnTo>
                  <a:lnTo>
                    <a:pt x="393420" y="1219200"/>
                  </a:lnTo>
                  <a:lnTo>
                    <a:pt x="393192" y="1206500"/>
                  </a:lnTo>
                  <a:lnTo>
                    <a:pt x="394589" y="1193800"/>
                  </a:lnTo>
                  <a:lnTo>
                    <a:pt x="398716" y="1181100"/>
                  </a:lnTo>
                  <a:lnTo>
                    <a:pt x="405396" y="1168400"/>
                  </a:lnTo>
                  <a:lnTo>
                    <a:pt x="414515" y="1168400"/>
                  </a:lnTo>
                  <a:lnTo>
                    <a:pt x="425399" y="1155700"/>
                  </a:lnTo>
                  <a:lnTo>
                    <a:pt x="437578" y="1143000"/>
                  </a:lnTo>
                  <a:lnTo>
                    <a:pt x="451167" y="1143000"/>
                  </a:lnTo>
                  <a:lnTo>
                    <a:pt x="466344" y="1130300"/>
                  </a:lnTo>
                  <a:lnTo>
                    <a:pt x="500253" y="1130300"/>
                  </a:lnTo>
                  <a:lnTo>
                    <a:pt x="517779" y="1143000"/>
                  </a:lnTo>
                  <a:lnTo>
                    <a:pt x="541020" y="1143000"/>
                  </a:lnTo>
                  <a:lnTo>
                    <a:pt x="472440" y="1079500"/>
                  </a:lnTo>
                  <a:lnTo>
                    <a:pt x="467868" y="1079500"/>
                  </a:lnTo>
                  <a:lnTo>
                    <a:pt x="470916" y="1092200"/>
                  </a:lnTo>
                  <a:lnTo>
                    <a:pt x="472440" y="1092200"/>
                  </a:lnTo>
                  <a:lnTo>
                    <a:pt x="472440" y="1104900"/>
                  </a:lnTo>
                  <a:lnTo>
                    <a:pt x="467868" y="1104900"/>
                  </a:lnTo>
                  <a:lnTo>
                    <a:pt x="460248" y="1117600"/>
                  </a:lnTo>
                  <a:lnTo>
                    <a:pt x="448056" y="1117600"/>
                  </a:lnTo>
                  <a:lnTo>
                    <a:pt x="440385" y="1130300"/>
                  </a:lnTo>
                  <a:lnTo>
                    <a:pt x="423672" y="1130300"/>
                  </a:lnTo>
                  <a:lnTo>
                    <a:pt x="416814" y="1143000"/>
                  </a:lnTo>
                  <a:lnTo>
                    <a:pt x="409956" y="1143000"/>
                  </a:lnTo>
                  <a:lnTo>
                    <a:pt x="403098" y="1155700"/>
                  </a:lnTo>
                  <a:lnTo>
                    <a:pt x="396240" y="1155700"/>
                  </a:lnTo>
                  <a:lnTo>
                    <a:pt x="378256" y="1181100"/>
                  </a:lnTo>
                  <a:lnTo>
                    <a:pt x="365569" y="1206500"/>
                  </a:lnTo>
                  <a:lnTo>
                    <a:pt x="358305" y="1231900"/>
                  </a:lnTo>
                  <a:lnTo>
                    <a:pt x="356616" y="1257300"/>
                  </a:lnTo>
                  <a:lnTo>
                    <a:pt x="360540" y="1295400"/>
                  </a:lnTo>
                  <a:lnTo>
                    <a:pt x="369760" y="1320800"/>
                  </a:lnTo>
                  <a:lnTo>
                    <a:pt x="383832" y="1346200"/>
                  </a:lnTo>
                  <a:lnTo>
                    <a:pt x="402336" y="1358900"/>
                  </a:lnTo>
                  <a:lnTo>
                    <a:pt x="415163" y="1371600"/>
                  </a:lnTo>
                  <a:lnTo>
                    <a:pt x="428434" y="1384300"/>
                  </a:lnTo>
                  <a:lnTo>
                    <a:pt x="441972" y="1384300"/>
                  </a:lnTo>
                  <a:lnTo>
                    <a:pt x="455676" y="1397000"/>
                  </a:lnTo>
                  <a:lnTo>
                    <a:pt x="527875" y="1397000"/>
                  </a:lnTo>
                  <a:lnTo>
                    <a:pt x="539991" y="1384300"/>
                  </a:lnTo>
                  <a:lnTo>
                    <a:pt x="551688" y="1384300"/>
                  </a:lnTo>
                  <a:lnTo>
                    <a:pt x="564235" y="1371600"/>
                  </a:lnTo>
                  <a:lnTo>
                    <a:pt x="576643" y="1371600"/>
                  </a:lnTo>
                  <a:lnTo>
                    <a:pt x="588759" y="1358900"/>
                  </a:lnTo>
                  <a:lnTo>
                    <a:pt x="619696" y="1320800"/>
                  </a:lnTo>
                  <a:lnTo>
                    <a:pt x="642264" y="1282700"/>
                  </a:lnTo>
                  <a:lnTo>
                    <a:pt x="653503" y="1257300"/>
                  </a:lnTo>
                  <a:lnTo>
                    <a:pt x="656844" y="1244600"/>
                  </a:lnTo>
                  <a:close/>
                </a:path>
                <a:path extrusionOk="0" h="9296400" w="4076700">
                  <a:moveTo>
                    <a:pt x="677418" y="7838961"/>
                  </a:moveTo>
                  <a:lnTo>
                    <a:pt x="672846" y="7809928"/>
                  </a:lnTo>
                  <a:lnTo>
                    <a:pt x="661416" y="7781188"/>
                  </a:lnTo>
                  <a:lnTo>
                    <a:pt x="646366" y="7757681"/>
                  </a:lnTo>
                  <a:lnTo>
                    <a:pt x="646366" y="7799476"/>
                  </a:lnTo>
                  <a:lnTo>
                    <a:pt x="644652" y="7812024"/>
                  </a:lnTo>
                  <a:lnTo>
                    <a:pt x="623697" y="7852791"/>
                  </a:lnTo>
                  <a:lnTo>
                    <a:pt x="582168" y="7895844"/>
                  </a:lnTo>
                  <a:lnTo>
                    <a:pt x="541782" y="7924038"/>
                  </a:lnTo>
                  <a:lnTo>
                    <a:pt x="505968" y="7938516"/>
                  </a:lnTo>
                  <a:lnTo>
                    <a:pt x="487387" y="7940802"/>
                  </a:lnTo>
                  <a:lnTo>
                    <a:pt x="470522" y="7938516"/>
                  </a:lnTo>
                  <a:lnTo>
                    <a:pt x="437692" y="7912214"/>
                  </a:lnTo>
                  <a:lnTo>
                    <a:pt x="429717" y="7877061"/>
                  </a:lnTo>
                  <a:lnTo>
                    <a:pt x="431673" y="7866697"/>
                  </a:lnTo>
                  <a:lnTo>
                    <a:pt x="448995" y="7832407"/>
                  </a:lnTo>
                  <a:lnTo>
                    <a:pt x="475792" y="7803337"/>
                  </a:lnTo>
                  <a:lnTo>
                    <a:pt x="510578" y="7774165"/>
                  </a:lnTo>
                  <a:lnTo>
                    <a:pt x="554736" y="7748016"/>
                  </a:lnTo>
                  <a:lnTo>
                    <a:pt x="592023" y="7742021"/>
                  </a:lnTo>
                  <a:lnTo>
                    <a:pt x="601980" y="7743444"/>
                  </a:lnTo>
                  <a:lnTo>
                    <a:pt x="639508" y="7774953"/>
                  </a:lnTo>
                  <a:lnTo>
                    <a:pt x="644728" y="7787640"/>
                  </a:lnTo>
                  <a:lnTo>
                    <a:pt x="646366" y="7799476"/>
                  </a:lnTo>
                  <a:lnTo>
                    <a:pt x="646366" y="7757681"/>
                  </a:lnTo>
                  <a:lnTo>
                    <a:pt x="643115" y="7752588"/>
                  </a:lnTo>
                  <a:lnTo>
                    <a:pt x="631825" y="7742021"/>
                  </a:lnTo>
                  <a:lnTo>
                    <a:pt x="618477" y="7729525"/>
                  </a:lnTo>
                  <a:lnTo>
                    <a:pt x="592264" y="7713154"/>
                  </a:lnTo>
                  <a:lnTo>
                    <a:pt x="564045" y="7703947"/>
                  </a:lnTo>
                  <a:lnTo>
                    <a:pt x="533400" y="7702296"/>
                  </a:lnTo>
                  <a:lnTo>
                    <a:pt x="509968" y="7704544"/>
                  </a:lnTo>
                  <a:lnTo>
                    <a:pt x="466534" y="7721587"/>
                  </a:lnTo>
                  <a:lnTo>
                    <a:pt x="427113" y="7755496"/>
                  </a:lnTo>
                  <a:lnTo>
                    <a:pt x="402590" y="7802270"/>
                  </a:lnTo>
                  <a:lnTo>
                    <a:pt x="397764" y="7828788"/>
                  </a:lnTo>
                  <a:lnTo>
                    <a:pt x="397840" y="7832407"/>
                  </a:lnTo>
                  <a:lnTo>
                    <a:pt x="404812" y="7880794"/>
                  </a:lnTo>
                  <a:lnTo>
                    <a:pt x="435864" y="7929372"/>
                  </a:lnTo>
                  <a:lnTo>
                    <a:pt x="475538" y="7964906"/>
                  </a:lnTo>
                  <a:lnTo>
                    <a:pt x="525780" y="7981188"/>
                  </a:lnTo>
                  <a:lnTo>
                    <a:pt x="552843" y="7980908"/>
                  </a:lnTo>
                  <a:lnTo>
                    <a:pt x="578980" y="7975460"/>
                  </a:lnTo>
                  <a:lnTo>
                    <a:pt x="603567" y="7964906"/>
                  </a:lnTo>
                  <a:lnTo>
                    <a:pt x="626364" y="7949184"/>
                  </a:lnTo>
                  <a:lnTo>
                    <a:pt x="635012" y="7940802"/>
                  </a:lnTo>
                  <a:lnTo>
                    <a:pt x="644690" y="7931429"/>
                  </a:lnTo>
                  <a:lnTo>
                    <a:pt x="658749" y="7912214"/>
                  </a:lnTo>
                  <a:lnTo>
                    <a:pt x="668794" y="7891323"/>
                  </a:lnTo>
                  <a:lnTo>
                    <a:pt x="675132" y="7868412"/>
                  </a:lnTo>
                  <a:lnTo>
                    <a:pt x="677418" y="7838961"/>
                  </a:lnTo>
                  <a:close/>
                </a:path>
                <a:path extrusionOk="0" h="9296400" w="4076700">
                  <a:moveTo>
                    <a:pt x="792480" y="1130300"/>
                  </a:moveTo>
                  <a:lnTo>
                    <a:pt x="786384" y="1117600"/>
                  </a:lnTo>
                  <a:lnTo>
                    <a:pt x="780288" y="1130300"/>
                  </a:lnTo>
                  <a:lnTo>
                    <a:pt x="769607" y="1130300"/>
                  </a:lnTo>
                  <a:lnTo>
                    <a:pt x="765048" y="1143000"/>
                  </a:lnTo>
                  <a:lnTo>
                    <a:pt x="754380" y="1143000"/>
                  </a:lnTo>
                  <a:lnTo>
                    <a:pt x="750608" y="1130300"/>
                  </a:lnTo>
                  <a:lnTo>
                    <a:pt x="740232" y="1130300"/>
                  </a:lnTo>
                  <a:lnTo>
                    <a:pt x="733044" y="1117600"/>
                  </a:lnTo>
                  <a:lnTo>
                    <a:pt x="605015" y="1003300"/>
                  </a:lnTo>
                  <a:lnTo>
                    <a:pt x="597408" y="990600"/>
                  </a:lnTo>
                  <a:lnTo>
                    <a:pt x="588264" y="990600"/>
                  </a:lnTo>
                  <a:lnTo>
                    <a:pt x="588264" y="977900"/>
                  </a:lnTo>
                  <a:lnTo>
                    <a:pt x="589788" y="965200"/>
                  </a:lnTo>
                  <a:lnTo>
                    <a:pt x="597408" y="965200"/>
                  </a:lnTo>
                  <a:lnTo>
                    <a:pt x="601980" y="952500"/>
                  </a:lnTo>
                  <a:lnTo>
                    <a:pt x="598932" y="952500"/>
                  </a:lnTo>
                  <a:lnTo>
                    <a:pt x="517588" y="1041400"/>
                  </a:lnTo>
                  <a:lnTo>
                    <a:pt x="553212" y="1041400"/>
                  </a:lnTo>
                  <a:lnTo>
                    <a:pt x="563880" y="1054100"/>
                  </a:lnTo>
                  <a:lnTo>
                    <a:pt x="691896" y="1168400"/>
                  </a:lnTo>
                  <a:lnTo>
                    <a:pt x="707136" y="1181100"/>
                  </a:lnTo>
                  <a:lnTo>
                    <a:pt x="708660" y="1181100"/>
                  </a:lnTo>
                  <a:lnTo>
                    <a:pt x="708660" y="1206500"/>
                  </a:lnTo>
                  <a:lnTo>
                    <a:pt x="705612" y="1206500"/>
                  </a:lnTo>
                  <a:lnTo>
                    <a:pt x="701040" y="1219200"/>
                  </a:lnTo>
                  <a:lnTo>
                    <a:pt x="694944" y="1219200"/>
                  </a:lnTo>
                  <a:lnTo>
                    <a:pt x="699516" y="1231900"/>
                  </a:lnTo>
                  <a:lnTo>
                    <a:pt x="780859" y="1143000"/>
                  </a:lnTo>
                  <a:lnTo>
                    <a:pt x="792480" y="1130300"/>
                  </a:lnTo>
                  <a:close/>
                </a:path>
                <a:path extrusionOk="0" h="9296400" w="4076700">
                  <a:moveTo>
                    <a:pt x="842225" y="1064056"/>
                  </a:moveTo>
                  <a:lnTo>
                    <a:pt x="839724" y="1066800"/>
                  </a:lnTo>
                  <a:lnTo>
                    <a:pt x="841248" y="1066800"/>
                  </a:lnTo>
                  <a:lnTo>
                    <a:pt x="842225" y="1064056"/>
                  </a:lnTo>
                  <a:close/>
                </a:path>
                <a:path extrusionOk="0" h="9296400" w="4076700">
                  <a:moveTo>
                    <a:pt x="932688" y="965200"/>
                  </a:moveTo>
                  <a:lnTo>
                    <a:pt x="926592" y="965200"/>
                  </a:lnTo>
                  <a:lnTo>
                    <a:pt x="917448" y="977900"/>
                  </a:lnTo>
                  <a:lnTo>
                    <a:pt x="906780" y="977900"/>
                  </a:lnTo>
                  <a:lnTo>
                    <a:pt x="902195" y="990600"/>
                  </a:lnTo>
                  <a:lnTo>
                    <a:pt x="897636" y="990600"/>
                  </a:lnTo>
                  <a:lnTo>
                    <a:pt x="894588" y="977900"/>
                  </a:lnTo>
                  <a:lnTo>
                    <a:pt x="880656" y="977900"/>
                  </a:lnTo>
                  <a:lnTo>
                    <a:pt x="873252" y="965200"/>
                  </a:lnTo>
                  <a:lnTo>
                    <a:pt x="779170" y="876300"/>
                  </a:lnTo>
                  <a:lnTo>
                    <a:pt x="725424" y="825500"/>
                  </a:lnTo>
                  <a:lnTo>
                    <a:pt x="739140" y="812800"/>
                  </a:lnTo>
                  <a:lnTo>
                    <a:pt x="744804" y="812800"/>
                  </a:lnTo>
                  <a:lnTo>
                    <a:pt x="750189" y="800100"/>
                  </a:lnTo>
                  <a:lnTo>
                    <a:pt x="809929" y="800100"/>
                  </a:lnTo>
                  <a:lnTo>
                    <a:pt x="819899" y="812800"/>
                  </a:lnTo>
                  <a:lnTo>
                    <a:pt x="824484" y="800100"/>
                  </a:lnTo>
                  <a:lnTo>
                    <a:pt x="772668" y="762000"/>
                  </a:lnTo>
                  <a:lnTo>
                    <a:pt x="614172" y="927100"/>
                  </a:lnTo>
                  <a:lnTo>
                    <a:pt x="665988" y="977900"/>
                  </a:lnTo>
                  <a:lnTo>
                    <a:pt x="670560" y="977900"/>
                  </a:lnTo>
                  <a:lnTo>
                    <a:pt x="662787" y="965200"/>
                  </a:lnTo>
                  <a:lnTo>
                    <a:pt x="657606" y="952500"/>
                  </a:lnTo>
                  <a:lnTo>
                    <a:pt x="654697" y="939800"/>
                  </a:lnTo>
                  <a:lnTo>
                    <a:pt x="653796" y="927100"/>
                  </a:lnTo>
                  <a:lnTo>
                    <a:pt x="654697" y="914400"/>
                  </a:lnTo>
                  <a:lnTo>
                    <a:pt x="657606" y="914400"/>
                  </a:lnTo>
                  <a:lnTo>
                    <a:pt x="662787" y="901700"/>
                  </a:lnTo>
                  <a:lnTo>
                    <a:pt x="670560" y="889000"/>
                  </a:lnTo>
                  <a:lnTo>
                    <a:pt x="682752" y="876300"/>
                  </a:lnTo>
                  <a:lnTo>
                    <a:pt x="832091" y="1016000"/>
                  </a:lnTo>
                  <a:lnTo>
                    <a:pt x="847344" y="1028700"/>
                  </a:lnTo>
                  <a:lnTo>
                    <a:pt x="848868" y="1028700"/>
                  </a:lnTo>
                  <a:lnTo>
                    <a:pt x="851903" y="1041400"/>
                  </a:lnTo>
                  <a:lnTo>
                    <a:pt x="850392" y="1041400"/>
                  </a:lnTo>
                  <a:lnTo>
                    <a:pt x="848868" y="1054100"/>
                  </a:lnTo>
                  <a:lnTo>
                    <a:pt x="845807" y="1054100"/>
                  </a:lnTo>
                  <a:lnTo>
                    <a:pt x="842225" y="1064056"/>
                  </a:lnTo>
                  <a:lnTo>
                    <a:pt x="909447" y="990600"/>
                  </a:lnTo>
                  <a:lnTo>
                    <a:pt x="932688" y="965200"/>
                  </a:lnTo>
                  <a:close/>
                </a:path>
                <a:path extrusionOk="0" h="9296400" w="4076700">
                  <a:moveTo>
                    <a:pt x="979932" y="8165592"/>
                  </a:moveTo>
                  <a:lnTo>
                    <a:pt x="960882" y="8140192"/>
                  </a:lnTo>
                  <a:lnTo>
                    <a:pt x="903732" y="8063992"/>
                  </a:lnTo>
                  <a:lnTo>
                    <a:pt x="897636" y="8063992"/>
                  </a:lnTo>
                  <a:lnTo>
                    <a:pt x="897636" y="8089392"/>
                  </a:lnTo>
                  <a:lnTo>
                    <a:pt x="894588" y="8102092"/>
                  </a:lnTo>
                  <a:lnTo>
                    <a:pt x="890003" y="8102092"/>
                  </a:lnTo>
                  <a:lnTo>
                    <a:pt x="882396" y="8114792"/>
                  </a:lnTo>
                  <a:lnTo>
                    <a:pt x="725424" y="8241792"/>
                  </a:lnTo>
                  <a:lnTo>
                    <a:pt x="715606" y="8229092"/>
                  </a:lnTo>
                  <a:lnTo>
                    <a:pt x="708660" y="8216392"/>
                  </a:lnTo>
                  <a:lnTo>
                    <a:pt x="703986" y="8216392"/>
                  </a:lnTo>
                  <a:lnTo>
                    <a:pt x="701040" y="8203692"/>
                  </a:lnTo>
                  <a:lnTo>
                    <a:pt x="698728" y="8190992"/>
                  </a:lnTo>
                  <a:lnTo>
                    <a:pt x="698563" y="8178292"/>
                  </a:lnTo>
                  <a:lnTo>
                    <a:pt x="700392" y="8165592"/>
                  </a:lnTo>
                  <a:lnTo>
                    <a:pt x="704088" y="8152892"/>
                  </a:lnTo>
                  <a:lnTo>
                    <a:pt x="711746" y="8140192"/>
                  </a:lnTo>
                  <a:lnTo>
                    <a:pt x="723138" y="8127492"/>
                  </a:lnTo>
                  <a:lnTo>
                    <a:pt x="737946" y="8114792"/>
                  </a:lnTo>
                  <a:lnTo>
                    <a:pt x="755904" y="8089392"/>
                  </a:lnTo>
                  <a:lnTo>
                    <a:pt x="779310" y="8076692"/>
                  </a:lnTo>
                  <a:lnTo>
                    <a:pt x="801433" y="8063992"/>
                  </a:lnTo>
                  <a:lnTo>
                    <a:pt x="822121" y="8051292"/>
                  </a:lnTo>
                  <a:lnTo>
                    <a:pt x="855294" y="8051292"/>
                  </a:lnTo>
                  <a:lnTo>
                    <a:pt x="867918" y="8063992"/>
                  </a:lnTo>
                  <a:lnTo>
                    <a:pt x="879386" y="8063992"/>
                  </a:lnTo>
                  <a:lnTo>
                    <a:pt x="890003" y="8076692"/>
                  </a:lnTo>
                  <a:lnTo>
                    <a:pt x="894588" y="8076692"/>
                  </a:lnTo>
                  <a:lnTo>
                    <a:pt x="897636" y="8089392"/>
                  </a:lnTo>
                  <a:lnTo>
                    <a:pt x="897636" y="8063992"/>
                  </a:lnTo>
                  <a:lnTo>
                    <a:pt x="896035" y="8063992"/>
                  </a:lnTo>
                  <a:lnTo>
                    <a:pt x="889063" y="8051292"/>
                  </a:lnTo>
                  <a:lnTo>
                    <a:pt x="882942" y="8051292"/>
                  </a:lnTo>
                  <a:lnTo>
                    <a:pt x="877824" y="8038592"/>
                  </a:lnTo>
                  <a:lnTo>
                    <a:pt x="867765" y="8038592"/>
                  </a:lnTo>
                  <a:lnTo>
                    <a:pt x="857999" y="8025892"/>
                  </a:lnTo>
                  <a:lnTo>
                    <a:pt x="848245" y="8025892"/>
                  </a:lnTo>
                  <a:lnTo>
                    <a:pt x="838200" y="8013192"/>
                  </a:lnTo>
                  <a:lnTo>
                    <a:pt x="742950" y="8013192"/>
                  </a:lnTo>
                  <a:lnTo>
                    <a:pt x="731520" y="8025892"/>
                  </a:lnTo>
                  <a:lnTo>
                    <a:pt x="720090" y="8025892"/>
                  </a:lnTo>
                  <a:lnTo>
                    <a:pt x="708660" y="8038592"/>
                  </a:lnTo>
                  <a:lnTo>
                    <a:pt x="694918" y="8051292"/>
                  </a:lnTo>
                  <a:lnTo>
                    <a:pt x="683323" y="8063992"/>
                  </a:lnTo>
                  <a:lnTo>
                    <a:pt x="673722" y="8089392"/>
                  </a:lnTo>
                  <a:lnTo>
                    <a:pt x="665988" y="8102092"/>
                  </a:lnTo>
                  <a:lnTo>
                    <a:pt x="660793" y="8114792"/>
                  </a:lnTo>
                  <a:lnTo>
                    <a:pt x="658749" y="8140192"/>
                  </a:lnTo>
                  <a:lnTo>
                    <a:pt x="659549" y="8152892"/>
                  </a:lnTo>
                  <a:lnTo>
                    <a:pt x="662940" y="8165592"/>
                  </a:lnTo>
                  <a:lnTo>
                    <a:pt x="668934" y="8190992"/>
                  </a:lnTo>
                  <a:lnTo>
                    <a:pt x="677799" y="8203692"/>
                  </a:lnTo>
                  <a:lnTo>
                    <a:pt x="689508" y="8216392"/>
                  </a:lnTo>
                  <a:lnTo>
                    <a:pt x="704088" y="8241792"/>
                  </a:lnTo>
                  <a:lnTo>
                    <a:pt x="777240" y="8330692"/>
                  </a:lnTo>
                  <a:lnTo>
                    <a:pt x="783336" y="8317992"/>
                  </a:lnTo>
                  <a:lnTo>
                    <a:pt x="772668" y="8317992"/>
                  </a:lnTo>
                  <a:lnTo>
                    <a:pt x="769607" y="8305292"/>
                  </a:lnTo>
                  <a:lnTo>
                    <a:pt x="768096" y="8292592"/>
                  </a:lnTo>
                  <a:lnTo>
                    <a:pt x="769607" y="8292592"/>
                  </a:lnTo>
                  <a:lnTo>
                    <a:pt x="778764" y="8279892"/>
                  </a:lnTo>
                  <a:lnTo>
                    <a:pt x="789432" y="8267192"/>
                  </a:lnTo>
                  <a:lnTo>
                    <a:pt x="822579" y="8241792"/>
                  </a:lnTo>
                  <a:lnTo>
                    <a:pt x="922007" y="8165592"/>
                  </a:lnTo>
                  <a:lnTo>
                    <a:pt x="931164" y="8152892"/>
                  </a:lnTo>
                  <a:lnTo>
                    <a:pt x="937260" y="8152892"/>
                  </a:lnTo>
                  <a:lnTo>
                    <a:pt x="940295" y="8140192"/>
                  </a:lnTo>
                  <a:lnTo>
                    <a:pt x="949452" y="8140192"/>
                  </a:lnTo>
                  <a:lnTo>
                    <a:pt x="958596" y="8152892"/>
                  </a:lnTo>
                  <a:lnTo>
                    <a:pt x="967740" y="8152892"/>
                  </a:lnTo>
                  <a:lnTo>
                    <a:pt x="973836" y="8165592"/>
                  </a:lnTo>
                  <a:lnTo>
                    <a:pt x="979932" y="8165592"/>
                  </a:lnTo>
                  <a:close/>
                </a:path>
                <a:path extrusionOk="0" h="9296400" w="4076700">
                  <a:moveTo>
                    <a:pt x="1039368" y="8229092"/>
                  </a:moveTo>
                  <a:lnTo>
                    <a:pt x="996696" y="8178292"/>
                  </a:lnTo>
                  <a:lnTo>
                    <a:pt x="922007" y="8229092"/>
                  </a:lnTo>
                  <a:lnTo>
                    <a:pt x="939990" y="8229092"/>
                  </a:lnTo>
                  <a:lnTo>
                    <a:pt x="1015072" y="8229092"/>
                  </a:lnTo>
                  <a:lnTo>
                    <a:pt x="1039368" y="8229092"/>
                  </a:lnTo>
                  <a:close/>
                </a:path>
                <a:path extrusionOk="0" h="9296400" w="4076700">
                  <a:moveTo>
                    <a:pt x="1144524" y="736600"/>
                  </a:moveTo>
                  <a:lnTo>
                    <a:pt x="1078992" y="736600"/>
                  </a:lnTo>
                  <a:lnTo>
                    <a:pt x="996696" y="708418"/>
                  </a:lnTo>
                  <a:lnTo>
                    <a:pt x="996696" y="774700"/>
                  </a:lnTo>
                  <a:lnTo>
                    <a:pt x="943356" y="825500"/>
                  </a:lnTo>
                  <a:lnTo>
                    <a:pt x="903732" y="736600"/>
                  </a:lnTo>
                  <a:lnTo>
                    <a:pt x="996696" y="774700"/>
                  </a:lnTo>
                  <a:lnTo>
                    <a:pt x="996696" y="708418"/>
                  </a:lnTo>
                  <a:lnTo>
                    <a:pt x="856488" y="660400"/>
                  </a:lnTo>
                  <a:lnTo>
                    <a:pt x="854964" y="660400"/>
                  </a:lnTo>
                  <a:lnTo>
                    <a:pt x="944880" y="876300"/>
                  </a:lnTo>
                  <a:lnTo>
                    <a:pt x="950899" y="889000"/>
                  </a:lnTo>
                  <a:lnTo>
                    <a:pt x="955357" y="889000"/>
                  </a:lnTo>
                  <a:lnTo>
                    <a:pt x="958380" y="901700"/>
                  </a:lnTo>
                  <a:lnTo>
                    <a:pt x="960107" y="914400"/>
                  </a:lnTo>
                  <a:lnTo>
                    <a:pt x="959777" y="914400"/>
                  </a:lnTo>
                  <a:lnTo>
                    <a:pt x="958596" y="927100"/>
                  </a:lnTo>
                  <a:lnTo>
                    <a:pt x="956259" y="927100"/>
                  </a:lnTo>
                  <a:lnTo>
                    <a:pt x="952500" y="939800"/>
                  </a:lnTo>
                  <a:lnTo>
                    <a:pt x="958596" y="939800"/>
                  </a:lnTo>
                  <a:lnTo>
                    <a:pt x="1016495" y="876300"/>
                  </a:lnTo>
                  <a:lnTo>
                    <a:pt x="1001268" y="876300"/>
                  </a:lnTo>
                  <a:lnTo>
                    <a:pt x="993648" y="889000"/>
                  </a:lnTo>
                  <a:lnTo>
                    <a:pt x="978395" y="889000"/>
                  </a:lnTo>
                  <a:lnTo>
                    <a:pt x="964692" y="876300"/>
                  </a:lnTo>
                  <a:lnTo>
                    <a:pt x="960107" y="863600"/>
                  </a:lnTo>
                  <a:lnTo>
                    <a:pt x="949452" y="838200"/>
                  </a:lnTo>
                  <a:lnTo>
                    <a:pt x="961948" y="825500"/>
                  </a:lnTo>
                  <a:lnTo>
                    <a:pt x="1011936" y="774700"/>
                  </a:lnTo>
                  <a:lnTo>
                    <a:pt x="1043940" y="787400"/>
                  </a:lnTo>
                  <a:lnTo>
                    <a:pt x="1062228" y="787400"/>
                  </a:lnTo>
                  <a:lnTo>
                    <a:pt x="1068324" y="800100"/>
                  </a:lnTo>
                  <a:lnTo>
                    <a:pt x="1069848" y="800100"/>
                  </a:lnTo>
                  <a:lnTo>
                    <a:pt x="1068324" y="812800"/>
                  </a:lnTo>
                  <a:lnTo>
                    <a:pt x="1065276" y="812800"/>
                  </a:lnTo>
                  <a:lnTo>
                    <a:pt x="1054595" y="825500"/>
                  </a:lnTo>
                  <a:lnTo>
                    <a:pt x="1059180" y="825500"/>
                  </a:lnTo>
                  <a:lnTo>
                    <a:pt x="1107948" y="774700"/>
                  </a:lnTo>
                  <a:lnTo>
                    <a:pt x="1144524" y="736600"/>
                  </a:lnTo>
                  <a:close/>
                </a:path>
                <a:path extrusionOk="0" h="9296400" w="4076700">
                  <a:moveTo>
                    <a:pt x="1146048" y="8356092"/>
                  </a:moveTo>
                  <a:lnTo>
                    <a:pt x="1135380" y="8343392"/>
                  </a:lnTo>
                  <a:lnTo>
                    <a:pt x="1050036" y="8241792"/>
                  </a:lnTo>
                  <a:lnTo>
                    <a:pt x="1028788" y="8241792"/>
                  </a:lnTo>
                  <a:lnTo>
                    <a:pt x="1034796" y="8254492"/>
                  </a:lnTo>
                  <a:lnTo>
                    <a:pt x="1062228" y="8279892"/>
                  </a:lnTo>
                  <a:lnTo>
                    <a:pt x="1063752" y="8292592"/>
                  </a:lnTo>
                  <a:lnTo>
                    <a:pt x="1062228" y="8292592"/>
                  </a:lnTo>
                  <a:lnTo>
                    <a:pt x="1060221" y="8305292"/>
                  </a:lnTo>
                  <a:lnTo>
                    <a:pt x="1051077" y="8305292"/>
                  </a:lnTo>
                  <a:lnTo>
                    <a:pt x="1043940" y="8317992"/>
                  </a:lnTo>
                  <a:lnTo>
                    <a:pt x="915924" y="8419592"/>
                  </a:lnTo>
                  <a:lnTo>
                    <a:pt x="906780" y="8432292"/>
                  </a:lnTo>
                  <a:lnTo>
                    <a:pt x="896099" y="8432292"/>
                  </a:lnTo>
                  <a:lnTo>
                    <a:pt x="891540" y="8444992"/>
                  </a:lnTo>
                  <a:lnTo>
                    <a:pt x="886968" y="8444992"/>
                  </a:lnTo>
                  <a:lnTo>
                    <a:pt x="877824" y="8432292"/>
                  </a:lnTo>
                  <a:lnTo>
                    <a:pt x="870191" y="8432292"/>
                  </a:lnTo>
                  <a:lnTo>
                    <a:pt x="862584" y="8419592"/>
                  </a:lnTo>
                  <a:lnTo>
                    <a:pt x="856488" y="8419592"/>
                  </a:lnTo>
                  <a:lnTo>
                    <a:pt x="946391" y="8533892"/>
                  </a:lnTo>
                  <a:lnTo>
                    <a:pt x="950976" y="8521192"/>
                  </a:lnTo>
                  <a:lnTo>
                    <a:pt x="944880" y="8521192"/>
                  </a:lnTo>
                  <a:lnTo>
                    <a:pt x="940295" y="8508492"/>
                  </a:lnTo>
                  <a:lnTo>
                    <a:pt x="937260" y="8508492"/>
                  </a:lnTo>
                  <a:lnTo>
                    <a:pt x="937260" y="8495792"/>
                  </a:lnTo>
                  <a:lnTo>
                    <a:pt x="938784" y="8495792"/>
                  </a:lnTo>
                  <a:lnTo>
                    <a:pt x="940777" y="8483092"/>
                  </a:lnTo>
                  <a:lnTo>
                    <a:pt x="949921" y="8483092"/>
                  </a:lnTo>
                  <a:lnTo>
                    <a:pt x="957072" y="8470392"/>
                  </a:lnTo>
                  <a:lnTo>
                    <a:pt x="986536" y="8444992"/>
                  </a:lnTo>
                  <a:lnTo>
                    <a:pt x="1089660" y="8356092"/>
                  </a:lnTo>
                  <a:lnTo>
                    <a:pt x="1098791" y="8356092"/>
                  </a:lnTo>
                  <a:lnTo>
                    <a:pt x="1104900" y="8343392"/>
                  </a:lnTo>
                  <a:lnTo>
                    <a:pt x="1126236" y="8343392"/>
                  </a:lnTo>
                  <a:lnTo>
                    <a:pt x="1136891" y="8356092"/>
                  </a:lnTo>
                  <a:lnTo>
                    <a:pt x="1141476" y="8368792"/>
                  </a:lnTo>
                  <a:lnTo>
                    <a:pt x="1146048" y="8356092"/>
                  </a:lnTo>
                  <a:close/>
                </a:path>
                <a:path extrusionOk="0" h="9296400" w="4076700">
                  <a:moveTo>
                    <a:pt x="1309116" y="558800"/>
                  </a:moveTo>
                  <a:lnTo>
                    <a:pt x="1249680" y="482600"/>
                  </a:lnTo>
                  <a:lnTo>
                    <a:pt x="1243584" y="495300"/>
                  </a:lnTo>
                  <a:lnTo>
                    <a:pt x="1250988" y="508000"/>
                  </a:lnTo>
                  <a:lnTo>
                    <a:pt x="1257109" y="520700"/>
                  </a:lnTo>
                  <a:lnTo>
                    <a:pt x="1261795" y="533400"/>
                  </a:lnTo>
                  <a:lnTo>
                    <a:pt x="1264920" y="533400"/>
                  </a:lnTo>
                  <a:lnTo>
                    <a:pt x="1266634" y="546100"/>
                  </a:lnTo>
                  <a:lnTo>
                    <a:pt x="1267206" y="558800"/>
                  </a:lnTo>
                  <a:lnTo>
                    <a:pt x="1266634" y="558800"/>
                  </a:lnTo>
                  <a:lnTo>
                    <a:pt x="1264920" y="571500"/>
                  </a:lnTo>
                  <a:lnTo>
                    <a:pt x="1262938" y="584200"/>
                  </a:lnTo>
                  <a:lnTo>
                    <a:pt x="1259395" y="584200"/>
                  </a:lnTo>
                  <a:lnTo>
                    <a:pt x="1254417" y="596900"/>
                  </a:lnTo>
                  <a:lnTo>
                    <a:pt x="1248156" y="596900"/>
                  </a:lnTo>
                  <a:lnTo>
                    <a:pt x="1232916" y="622300"/>
                  </a:lnTo>
                  <a:lnTo>
                    <a:pt x="1225296" y="622300"/>
                  </a:lnTo>
                  <a:lnTo>
                    <a:pt x="1219200" y="635000"/>
                  </a:lnTo>
                  <a:lnTo>
                    <a:pt x="1194816" y="635000"/>
                  </a:lnTo>
                  <a:lnTo>
                    <a:pt x="1184148" y="622300"/>
                  </a:lnTo>
                  <a:lnTo>
                    <a:pt x="1088123" y="533400"/>
                  </a:lnTo>
                  <a:lnTo>
                    <a:pt x="1060691" y="508000"/>
                  </a:lnTo>
                  <a:lnTo>
                    <a:pt x="1050036" y="495300"/>
                  </a:lnTo>
                  <a:lnTo>
                    <a:pt x="1042403" y="495300"/>
                  </a:lnTo>
                  <a:lnTo>
                    <a:pt x="1040892" y="482600"/>
                  </a:lnTo>
                  <a:lnTo>
                    <a:pt x="1042403" y="469900"/>
                  </a:lnTo>
                  <a:lnTo>
                    <a:pt x="1045464" y="469900"/>
                  </a:lnTo>
                  <a:lnTo>
                    <a:pt x="1051560" y="457200"/>
                  </a:lnTo>
                  <a:lnTo>
                    <a:pt x="1059180" y="457200"/>
                  </a:lnTo>
                  <a:lnTo>
                    <a:pt x="1053084" y="444500"/>
                  </a:lnTo>
                  <a:lnTo>
                    <a:pt x="960107" y="558800"/>
                  </a:lnTo>
                  <a:lnTo>
                    <a:pt x="964692" y="558800"/>
                  </a:lnTo>
                  <a:lnTo>
                    <a:pt x="970788" y="546100"/>
                  </a:lnTo>
                  <a:lnTo>
                    <a:pt x="981456" y="546100"/>
                  </a:lnTo>
                  <a:lnTo>
                    <a:pt x="984491" y="533400"/>
                  </a:lnTo>
                  <a:lnTo>
                    <a:pt x="996696" y="533400"/>
                  </a:lnTo>
                  <a:lnTo>
                    <a:pt x="1000455" y="546100"/>
                  </a:lnTo>
                  <a:lnTo>
                    <a:pt x="1010831" y="546100"/>
                  </a:lnTo>
                  <a:lnTo>
                    <a:pt x="1018032" y="558800"/>
                  </a:lnTo>
                  <a:lnTo>
                    <a:pt x="1144524" y="673100"/>
                  </a:lnTo>
                  <a:lnTo>
                    <a:pt x="1159764" y="685800"/>
                  </a:lnTo>
                  <a:lnTo>
                    <a:pt x="1161288" y="685800"/>
                  </a:lnTo>
                  <a:lnTo>
                    <a:pt x="1164336" y="698500"/>
                  </a:lnTo>
                  <a:lnTo>
                    <a:pt x="1162799" y="698500"/>
                  </a:lnTo>
                  <a:lnTo>
                    <a:pt x="1161288" y="711200"/>
                  </a:lnTo>
                  <a:lnTo>
                    <a:pt x="1153668" y="711200"/>
                  </a:lnTo>
                  <a:lnTo>
                    <a:pt x="1147572" y="723900"/>
                  </a:lnTo>
                  <a:lnTo>
                    <a:pt x="1152144" y="723900"/>
                  </a:lnTo>
                  <a:lnTo>
                    <a:pt x="1236662" y="635000"/>
                  </a:lnTo>
                  <a:lnTo>
                    <a:pt x="1309116" y="558800"/>
                  </a:lnTo>
                  <a:close/>
                </a:path>
                <a:path extrusionOk="0" h="9296400" w="4076700">
                  <a:moveTo>
                    <a:pt x="1330452" y="8584692"/>
                  </a:moveTo>
                  <a:lnTo>
                    <a:pt x="1309116" y="8559292"/>
                  </a:lnTo>
                  <a:lnTo>
                    <a:pt x="1245095" y="8483092"/>
                  </a:lnTo>
                  <a:lnTo>
                    <a:pt x="1238999" y="8483092"/>
                  </a:lnTo>
                  <a:lnTo>
                    <a:pt x="1246632" y="8495792"/>
                  </a:lnTo>
                  <a:lnTo>
                    <a:pt x="1251191" y="8495792"/>
                  </a:lnTo>
                  <a:lnTo>
                    <a:pt x="1252728" y="8508492"/>
                  </a:lnTo>
                  <a:lnTo>
                    <a:pt x="1252728" y="8521192"/>
                  </a:lnTo>
                  <a:lnTo>
                    <a:pt x="1245679" y="8521192"/>
                  </a:lnTo>
                  <a:lnTo>
                    <a:pt x="1240078" y="8533892"/>
                  </a:lnTo>
                  <a:lnTo>
                    <a:pt x="1232916" y="8533892"/>
                  </a:lnTo>
                  <a:lnTo>
                    <a:pt x="1176528" y="8584692"/>
                  </a:lnTo>
                  <a:lnTo>
                    <a:pt x="1165860" y="8573579"/>
                  </a:lnTo>
                  <a:lnTo>
                    <a:pt x="1165860" y="8584692"/>
                  </a:lnTo>
                  <a:lnTo>
                    <a:pt x="1077468" y="8660892"/>
                  </a:lnTo>
                  <a:lnTo>
                    <a:pt x="1063752" y="8648192"/>
                  </a:lnTo>
                  <a:lnTo>
                    <a:pt x="1054887" y="8635492"/>
                  </a:lnTo>
                  <a:lnTo>
                    <a:pt x="1048893" y="8622792"/>
                  </a:lnTo>
                  <a:lnTo>
                    <a:pt x="1045743" y="8610092"/>
                  </a:lnTo>
                  <a:lnTo>
                    <a:pt x="1045464" y="8610092"/>
                  </a:lnTo>
                  <a:lnTo>
                    <a:pt x="1048004" y="8597392"/>
                  </a:lnTo>
                  <a:lnTo>
                    <a:pt x="1053274" y="8584692"/>
                  </a:lnTo>
                  <a:lnTo>
                    <a:pt x="1061097" y="8571992"/>
                  </a:lnTo>
                  <a:lnTo>
                    <a:pt x="1071372" y="8559292"/>
                  </a:lnTo>
                  <a:lnTo>
                    <a:pt x="1086612" y="8559292"/>
                  </a:lnTo>
                  <a:lnTo>
                    <a:pt x="1094079" y="8546592"/>
                  </a:lnTo>
                  <a:lnTo>
                    <a:pt x="1122426" y="8546592"/>
                  </a:lnTo>
                  <a:lnTo>
                    <a:pt x="1129284" y="8559292"/>
                  </a:lnTo>
                  <a:lnTo>
                    <a:pt x="1142619" y="8559292"/>
                  </a:lnTo>
                  <a:lnTo>
                    <a:pt x="1149858" y="8571992"/>
                  </a:lnTo>
                  <a:lnTo>
                    <a:pt x="1158240" y="8584692"/>
                  </a:lnTo>
                  <a:lnTo>
                    <a:pt x="1165860" y="8584692"/>
                  </a:lnTo>
                  <a:lnTo>
                    <a:pt x="1165860" y="8573579"/>
                  </a:lnTo>
                  <a:lnTo>
                    <a:pt x="1164336" y="8571992"/>
                  </a:lnTo>
                  <a:lnTo>
                    <a:pt x="1171257" y="8546592"/>
                  </a:lnTo>
                  <a:lnTo>
                    <a:pt x="1202436" y="8432292"/>
                  </a:lnTo>
                  <a:lnTo>
                    <a:pt x="1149096" y="8368792"/>
                  </a:lnTo>
                  <a:lnTo>
                    <a:pt x="1144524" y="8368792"/>
                  </a:lnTo>
                  <a:lnTo>
                    <a:pt x="1150620" y="8381492"/>
                  </a:lnTo>
                  <a:lnTo>
                    <a:pt x="1150302" y="8394192"/>
                  </a:lnTo>
                  <a:lnTo>
                    <a:pt x="1149286" y="8394192"/>
                  </a:lnTo>
                  <a:lnTo>
                    <a:pt x="1147394" y="8406892"/>
                  </a:lnTo>
                  <a:lnTo>
                    <a:pt x="1144524" y="8419592"/>
                  </a:lnTo>
                  <a:lnTo>
                    <a:pt x="1118603" y="8521192"/>
                  </a:lnTo>
                  <a:lnTo>
                    <a:pt x="1108367" y="8508492"/>
                  </a:lnTo>
                  <a:lnTo>
                    <a:pt x="1080503" y="8508492"/>
                  </a:lnTo>
                  <a:lnTo>
                    <a:pt x="1066863" y="8495792"/>
                  </a:lnTo>
                  <a:lnTo>
                    <a:pt x="1053655" y="8508492"/>
                  </a:lnTo>
                  <a:lnTo>
                    <a:pt x="1041285" y="8508492"/>
                  </a:lnTo>
                  <a:lnTo>
                    <a:pt x="1030224" y="8521192"/>
                  </a:lnTo>
                  <a:lnTo>
                    <a:pt x="1021930" y="8521192"/>
                  </a:lnTo>
                  <a:lnTo>
                    <a:pt x="1015365" y="8533892"/>
                  </a:lnTo>
                  <a:lnTo>
                    <a:pt x="1010500" y="8546592"/>
                  </a:lnTo>
                  <a:lnTo>
                    <a:pt x="1007364" y="8559292"/>
                  </a:lnTo>
                  <a:lnTo>
                    <a:pt x="1005928" y="8559292"/>
                  </a:lnTo>
                  <a:lnTo>
                    <a:pt x="1011936" y="8597392"/>
                  </a:lnTo>
                  <a:lnTo>
                    <a:pt x="1037856" y="8635492"/>
                  </a:lnTo>
                  <a:lnTo>
                    <a:pt x="1051560" y="8660892"/>
                  </a:lnTo>
                  <a:lnTo>
                    <a:pt x="1129284" y="8749792"/>
                  </a:lnTo>
                  <a:lnTo>
                    <a:pt x="1135380" y="8737092"/>
                  </a:lnTo>
                  <a:lnTo>
                    <a:pt x="1127760" y="8737092"/>
                  </a:lnTo>
                  <a:lnTo>
                    <a:pt x="1123188" y="8724392"/>
                  </a:lnTo>
                  <a:lnTo>
                    <a:pt x="1121664" y="8724392"/>
                  </a:lnTo>
                  <a:lnTo>
                    <a:pt x="1120140" y="8711692"/>
                  </a:lnTo>
                  <a:lnTo>
                    <a:pt x="1125181" y="8711692"/>
                  </a:lnTo>
                  <a:lnTo>
                    <a:pt x="1128903" y="8698992"/>
                  </a:lnTo>
                  <a:lnTo>
                    <a:pt x="1134325" y="8698992"/>
                  </a:lnTo>
                  <a:lnTo>
                    <a:pt x="1141476" y="8686292"/>
                  </a:lnTo>
                  <a:lnTo>
                    <a:pt x="1173861" y="8660892"/>
                  </a:lnTo>
                  <a:lnTo>
                    <a:pt x="1271016" y="8584692"/>
                  </a:lnTo>
                  <a:lnTo>
                    <a:pt x="1279296" y="8571992"/>
                  </a:lnTo>
                  <a:lnTo>
                    <a:pt x="1293876" y="8571992"/>
                  </a:lnTo>
                  <a:lnTo>
                    <a:pt x="1298448" y="8559292"/>
                  </a:lnTo>
                  <a:lnTo>
                    <a:pt x="1307592" y="8571992"/>
                  </a:lnTo>
                  <a:lnTo>
                    <a:pt x="1316736" y="8571992"/>
                  </a:lnTo>
                  <a:lnTo>
                    <a:pt x="1324356" y="8584692"/>
                  </a:lnTo>
                  <a:lnTo>
                    <a:pt x="1330452" y="8584692"/>
                  </a:lnTo>
                  <a:close/>
                </a:path>
                <a:path extrusionOk="0" h="9296400" w="4076700">
                  <a:moveTo>
                    <a:pt x="1473136" y="8787892"/>
                  </a:moveTo>
                  <a:lnTo>
                    <a:pt x="1468755" y="8749792"/>
                  </a:lnTo>
                  <a:lnTo>
                    <a:pt x="1456944" y="8724392"/>
                  </a:lnTo>
                  <a:lnTo>
                    <a:pt x="1440599" y="8703437"/>
                  </a:lnTo>
                  <a:lnTo>
                    <a:pt x="1440599" y="8749792"/>
                  </a:lnTo>
                  <a:lnTo>
                    <a:pt x="1438656" y="8762492"/>
                  </a:lnTo>
                  <a:lnTo>
                    <a:pt x="1431480" y="8775192"/>
                  </a:lnTo>
                  <a:lnTo>
                    <a:pt x="1419034" y="8800592"/>
                  </a:lnTo>
                  <a:lnTo>
                    <a:pt x="1401140" y="8813292"/>
                  </a:lnTo>
                  <a:lnTo>
                    <a:pt x="1377696" y="8838692"/>
                  </a:lnTo>
                  <a:lnTo>
                    <a:pt x="1357452" y="8851392"/>
                  </a:lnTo>
                  <a:lnTo>
                    <a:pt x="1338072" y="8864092"/>
                  </a:lnTo>
                  <a:lnTo>
                    <a:pt x="1319822" y="8876792"/>
                  </a:lnTo>
                  <a:lnTo>
                    <a:pt x="1303020" y="8889492"/>
                  </a:lnTo>
                  <a:lnTo>
                    <a:pt x="1266444" y="8889492"/>
                  </a:lnTo>
                  <a:lnTo>
                    <a:pt x="1251585" y="8876792"/>
                  </a:lnTo>
                  <a:lnTo>
                    <a:pt x="1238999" y="8864092"/>
                  </a:lnTo>
                  <a:lnTo>
                    <a:pt x="1233652" y="8864092"/>
                  </a:lnTo>
                  <a:lnTo>
                    <a:pt x="1229296" y="8851392"/>
                  </a:lnTo>
                  <a:lnTo>
                    <a:pt x="1226362" y="8838692"/>
                  </a:lnTo>
                  <a:lnTo>
                    <a:pt x="1225296" y="8825992"/>
                  </a:lnTo>
                  <a:lnTo>
                    <a:pt x="1227391" y="8813292"/>
                  </a:lnTo>
                  <a:lnTo>
                    <a:pt x="1245819" y="8775192"/>
                  </a:lnTo>
                  <a:lnTo>
                    <a:pt x="1290828" y="8737092"/>
                  </a:lnTo>
                  <a:lnTo>
                    <a:pt x="1306779" y="8724392"/>
                  </a:lnTo>
                  <a:lnTo>
                    <a:pt x="1322451" y="8711692"/>
                  </a:lnTo>
                  <a:lnTo>
                    <a:pt x="1337538" y="8698992"/>
                  </a:lnTo>
                  <a:lnTo>
                    <a:pt x="1351788" y="8698992"/>
                  </a:lnTo>
                  <a:lnTo>
                    <a:pt x="1364310" y="8686292"/>
                  </a:lnTo>
                  <a:lnTo>
                    <a:pt x="1406525" y="8686292"/>
                  </a:lnTo>
                  <a:lnTo>
                    <a:pt x="1413319" y="8698992"/>
                  </a:lnTo>
                  <a:lnTo>
                    <a:pt x="1419809" y="8698992"/>
                  </a:lnTo>
                  <a:lnTo>
                    <a:pt x="1426464" y="8711692"/>
                  </a:lnTo>
                  <a:lnTo>
                    <a:pt x="1434795" y="8724392"/>
                  </a:lnTo>
                  <a:lnTo>
                    <a:pt x="1439418" y="8737092"/>
                  </a:lnTo>
                  <a:lnTo>
                    <a:pt x="1440599" y="8749792"/>
                  </a:lnTo>
                  <a:lnTo>
                    <a:pt x="1440599" y="8703437"/>
                  </a:lnTo>
                  <a:lnTo>
                    <a:pt x="1437132" y="8698992"/>
                  </a:lnTo>
                  <a:lnTo>
                    <a:pt x="1425562" y="8686292"/>
                  </a:lnTo>
                  <a:lnTo>
                    <a:pt x="1414005" y="8673592"/>
                  </a:lnTo>
                  <a:lnTo>
                    <a:pt x="1388173" y="8660892"/>
                  </a:lnTo>
                  <a:lnTo>
                    <a:pt x="1359763" y="8648192"/>
                  </a:lnTo>
                  <a:lnTo>
                    <a:pt x="1306156" y="8648192"/>
                  </a:lnTo>
                  <a:lnTo>
                    <a:pt x="1283970" y="8660892"/>
                  </a:lnTo>
                  <a:lnTo>
                    <a:pt x="1262913" y="8673592"/>
                  </a:lnTo>
                  <a:lnTo>
                    <a:pt x="1243584" y="8686292"/>
                  </a:lnTo>
                  <a:lnTo>
                    <a:pt x="1223530" y="8698992"/>
                  </a:lnTo>
                  <a:lnTo>
                    <a:pt x="1208913" y="8724392"/>
                  </a:lnTo>
                  <a:lnTo>
                    <a:pt x="1199426" y="8749792"/>
                  </a:lnTo>
                  <a:lnTo>
                    <a:pt x="1194816" y="8775192"/>
                  </a:lnTo>
                  <a:lnTo>
                    <a:pt x="1195171" y="8800592"/>
                  </a:lnTo>
                  <a:lnTo>
                    <a:pt x="1213027" y="8851392"/>
                  </a:lnTo>
                  <a:lnTo>
                    <a:pt x="1249934" y="8902192"/>
                  </a:lnTo>
                  <a:lnTo>
                    <a:pt x="1295031" y="8927592"/>
                  </a:lnTo>
                  <a:lnTo>
                    <a:pt x="1374457" y="8927592"/>
                  </a:lnTo>
                  <a:lnTo>
                    <a:pt x="1398663" y="8914892"/>
                  </a:lnTo>
                  <a:lnTo>
                    <a:pt x="1421892" y="8889492"/>
                  </a:lnTo>
                  <a:lnTo>
                    <a:pt x="1440434" y="8876792"/>
                  </a:lnTo>
                  <a:lnTo>
                    <a:pt x="1454848" y="8864092"/>
                  </a:lnTo>
                  <a:lnTo>
                    <a:pt x="1464957" y="8838692"/>
                  </a:lnTo>
                  <a:lnTo>
                    <a:pt x="1470660" y="8813292"/>
                  </a:lnTo>
                  <a:lnTo>
                    <a:pt x="1473136" y="8787892"/>
                  </a:lnTo>
                  <a:close/>
                </a:path>
                <a:path extrusionOk="0" h="9296400" w="4076700">
                  <a:moveTo>
                    <a:pt x="1473695" y="381000"/>
                  </a:moveTo>
                  <a:lnTo>
                    <a:pt x="1470660" y="368300"/>
                  </a:lnTo>
                  <a:lnTo>
                    <a:pt x="1458468" y="381000"/>
                  </a:lnTo>
                  <a:lnTo>
                    <a:pt x="1453896" y="381000"/>
                  </a:lnTo>
                  <a:lnTo>
                    <a:pt x="1444752" y="393700"/>
                  </a:lnTo>
                  <a:lnTo>
                    <a:pt x="1437132" y="393700"/>
                  </a:lnTo>
                  <a:lnTo>
                    <a:pt x="1433360" y="381000"/>
                  </a:lnTo>
                  <a:lnTo>
                    <a:pt x="1422984" y="381000"/>
                  </a:lnTo>
                  <a:lnTo>
                    <a:pt x="1415796" y="368300"/>
                  </a:lnTo>
                  <a:lnTo>
                    <a:pt x="1331468" y="292100"/>
                  </a:lnTo>
                  <a:lnTo>
                    <a:pt x="1289291" y="254000"/>
                  </a:lnTo>
                  <a:lnTo>
                    <a:pt x="1283030" y="254000"/>
                  </a:lnTo>
                  <a:lnTo>
                    <a:pt x="1278064" y="241300"/>
                  </a:lnTo>
                  <a:lnTo>
                    <a:pt x="1272540" y="241300"/>
                  </a:lnTo>
                  <a:lnTo>
                    <a:pt x="1271016" y="228600"/>
                  </a:lnTo>
                  <a:lnTo>
                    <a:pt x="1272540" y="215900"/>
                  </a:lnTo>
                  <a:lnTo>
                    <a:pt x="1280160" y="215900"/>
                  </a:lnTo>
                  <a:lnTo>
                    <a:pt x="1286256" y="203200"/>
                  </a:lnTo>
                  <a:lnTo>
                    <a:pt x="1281684" y="203200"/>
                  </a:lnTo>
                  <a:lnTo>
                    <a:pt x="1188720" y="304800"/>
                  </a:lnTo>
                  <a:lnTo>
                    <a:pt x="1194816" y="304800"/>
                  </a:lnTo>
                  <a:lnTo>
                    <a:pt x="1203960" y="292100"/>
                  </a:lnTo>
                  <a:lnTo>
                    <a:pt x="1237488" y="292100"/>
                  </a:lnTo>
                  <a:lnTo>
                    <a:pt x="1246632" y="304800"/>
                  </a:lnTo>
                  <a:lnTo>
                    <a:pt x="1373124" y="419100"/>
                  </a:lnTo>
                  <a:lnTo>
                    <a:pt x="1380261" y="419100"/>
                  </a:lnTo>
                  <a:lnTo>
                    <a:pt x="1385697" y="431800"/>
                  </a:lnTo>
                  <a:lnTo>
                    <a:pt x="1391399" y="431800"/>
                  </a:lnTo>
                  <a:lnTo>
                    <a:pt x="1392936" y="444500"/>
                  </a:lnTo>
                  <a:lnTo>
                    <a:pt x="1391399" y="457200"/>
                  </a:lnTo>
                  <a:lnTo>
                    <a:pt x="1388364" y="457200"/>
                  </a:lnTo>
                  <a:lnTo>
                    <a:pt x="1376172" y="469900"/>
                  </a:lnTo>
                  <a:lnTo>
                    <a:pt x="1382268" y="482600"/>
                  </a:lnTo>
                  <a:lnTo>
                    <a:pt x="1462278" y="393700"/>
                  </a:lnTo>
                  <a:lnTo>
                    <a:pt x="1473695" y="381000"/>
                  </a:lnTo>
                  <a:close/>
                </a:path>
                <a:path extrusionOk="0" h="9296400" w="4076700">
                  <a:moveTo>
                    <a:pt x="1629460" y="165100"/>
                  </a:moveTo>
                  <a:lnTo>
                    <a:pt x="1629156" y="152400"/>
                  </a:lnTo>
                  <a:lnTo>
                    <a:pt x="1610868" y="139700"/>
                  </a:lnTo>
                  <a:lnTo>
                    <a:pt x="1612557" y="152400"/>
                  </a:lnTo>
                  <a:lnTo>
                    <a:pt x="1612963" y="165100"/>
                  </a:lnTo>
                  <a:lnTo>
                    <a:pt x="1606194" y="203200"/>
                  </a:lnTo>
                  <a:lnTo>
                    <a:pt x="1594764" y="228600"/>
                  </a:lnTo>
                  <a:lnTo>
                    <a:pt x="1586484" y="228600"/>
                  </a:lnTo>
                  <a:lnTo>
                    <a:pt x="1576781" y="241300"/>
                  </a:lnTo>
                  <a:lnTo>
                    <a:pt x="1566100" y="254000"/>
                  </a:lnTo>
                  <a:lnTo>
                    <a:pt x="1542288" y="254000"/>
                  </a:lnTo>
                  <a:lnTo>
                    <a:pt x="1530565" y="266700"/>
                  </a:lnTo>
                  <a:lnTo>
                    <a:pt x="1518285" y="266700"/>
                  </a:lnTo>
                  <a:lnTo>
                    <a:pt x="1505419" y="254000"/>
                  </a:lnTo>
                  <a:lnTo>
                    <a:pt x="1491996" y="254000"/>
                  </a:lnTo>
                  <a:lnTo>
                    <a:pt x="1478508" y="241300"/>
                  </a:lnTo>
                  <a:lnTo>
                    <a:pt x="1465326" y="241300"/>
                  </a:lnTo>
                  <a:lnTo>
                    <a:pt x="1452130" y="228600"/>
                  </a:lnTo>
                  <a:lnTo>
                    <a:pt x="1415415" y="190500"/>
                  </a:lnTo>
                  <a:lnTo>
                    <a:pt x="1394409" y="152400"/>
                  </a:lnTo>
                  <a:lnTo>
                    <a:pt x="1390878" y="127000"/>
                  </a:lnTo>
                  <a:lnTo>
                    <a:pt x="1391399" y="114300"/>
                  </a:lnTo>
                  <a:lnTo>
                    <a:pt x="1394307" y="101600"/>
                  </a:lnTo>
                  <a:lnTo>
                    <a:pt x="1398651" y="88900"/>
                  </a:lnTo>
                  <a:lnTo>
                    <a:pt x="1404696" y="76200"/>
                  </a:lnTo>
                  <a:lnTo>
                    <a:pt x="1412748" y="76200"/>
                  </a:lnTo>
                  <a:lnTo>
                    <a:pt x="1422717" y="63500"/>
                  </a:lnTo>
                  <a:lnTo>
                    <a:pt x="1434274" y="50800"/>
                  </a:lnTo>
                  <a:lnTo>
                    <a:pt x="1507159" y="50800"/>
                  </a:lnTo>
                  <a:lnTo>
                    <a:pt x="1524000" y="63500"/>
                  </a:lnTo>
                  <a:lnTo>
                    <a:pt x="1527048" y="50800"/>
                  </a:lnTo>
                  <a:lnTo>
                    <a:pt x="1461516" y="0"/>
                  </a:lnTo>
                  <a:lnTo>
                    <a:pt x="1459992" y="0"/>
                  </a:lnTo>
                  <a:lnTo>
                    <a:pt x="1463040" y="12700"/>
                  </a:lnTo>
                  <a:lnTo>
                    <a:pt x="1461516" y="25400"/>
                  </a:lnTo>
                  <a:lnTo>
                    <a:pt x="1449324" y="25400"/>
                  </a:lnTo>
                  <a:lnTo>
                    <a:pt x="1438656" y="38100"/>
                  </a:lnTo>
                  <a:lnTo>
                    <a:pt x="1423746" y="38100"/>
                  </a:lnTo>
                  <a:lnTo>
                    <a:pt x="1410843" y="50800"/>
                  </a:lnTo>
                  <a:lnTo>
                    <a:pt x="1399641" y="63500"/>
                  </a:lnTo>
                  <a:lnTo>
                    <a:pt x="1389888" y="63500"/>
                  </a:lnTo>
                  <a:lnTo>
                    <a:pt x="1378432" y="88900"/>
                  </a:lnTo>
                  <a:lnTo>
                    <a:pt x="1369123" y="101600"/>
                  </a:lnTo>
                  <a:lnTo>
                    <a:pt x="1361808" y="114300"/>
                  </a:lnTo>
                  <a:lnTo>
                    <a:pt x="1356360" y="139700"/>
                  </a:lnTo>
                  <a:lnTo>
                    <a:pt x="1353185" y="152400"/>
                  </a:lnTo>
                  <a:lnTo>
                    <a:pt x="1352740" y="177800"/>
                  </a:lnTo>
                  <a:lnTo>
                    <a:pt x="1359395" y="215900"/>
                  </a:lnTo>
                  <a:lnTo>
                    <a:pt x="1385328" y="254000"/>
                  </a:lnTo>
                  <a:lnTo>
                    <a:pt x="1399032" y="266700"/>
                  </a:lnTo>
                  <a:lnTo>
                    <a:pt x="1412189" y="279400"/>
                  </a:lnTo>
                  <a:lnTo>
                    <a:pt x="1426654" y="292100"/>
                  </a:lnTo>
                  <a:lnTo>
                    <a:pt x="1442529" y="304800"/>
                  </a:lnTo>
                  <a:lnTo>
                    <a:pt x="1528572" y="304800"/>
                  </a:lnTo>
                  <a:lnTo>
                    <a:pt x="1562671" y="279400"/>
                  </a:lnTo>
                  <a:lnTo>
                    <a:pt x="1601597" y="241300"/>
                  </a:lnTo>
                  <a:lnTo>
                    <a:pt x="1621536" y="203200"/>
                  </a:lnTo>
                  <a:lnTo>
                    <a:pt x="1628203" y="177800"/>
                  </a:lnTo>
                  <a:lnTo>
                    <a:pt x="1629460" y="165100"/>
                  </a:lnTo>
                  <a:close/>
                </a:path>
                <a:path extrusionOk="0" h="9296400" w="4076700">
                  <a:moveTo>
                    <a:pt x="1709928" y="9029192"/>
                  </a:moveTo>
                  <a:lnTo>
                    <a:pt x="1705356" y="9016492"/>
                  </a:lnTo>
                  <a:lnTo>
                    <a:pt x="1530096" y="9079992"/>
                  </a:lnTo>
                  <a:lnTo>
                    <a:pt x="1598079" y="8952992"/>
                  </a:lnTo>
                  <a:lnTo>
                    <a:pt x="1618488" y="8914892"/>
                  </a:lnTo>
                  <a:lnTo>
                    <a:pt x="1613916" y="8914892"/>
                  </a:lnTo>
                  <a:lnTo>
                    <a:pt x="1395984" y="8991092"/>
                  </a:lnTo>
                  <a:lnTo>
                    <a:pt x="1333500" y="8991092"/>
                  </a:lnTo>
                  <a:lnTo>
                    <a:pt x="1377696" y="9041892"/>
                  </a:lnTo>
                  <a:lnTo>
                    <a:pt x="1383792" y="9041892"/>
                  </a:lnTo>
                  <a:lnTo>
                    <a:pt x="1376172" y="9029192"/>
                  </a:lnTo>
                  <a:lnTo>
                    <a:pt x="1373124" y="9029192"/>
                  </a:lnTo>
                  <a:lnTo>
                    <a:pt x="1373124" y="9016492"/>
                  </a:lnTo>
                  <a:lnTo>
                    <a:pt x="1374648" y="9016492"/>
                  </a:lnTo>
                  <a:lnTo>
                    <a:pt x="1379220" y="9003792"/>
                  </a:lnTo>
                  <a:lnTo>
                    <a:pt x="1399222" y="9003792"/>
                  </a:lnTo>
                  <a:lnTo>
                    <a:pt x="1405953" y="8991092"/>
                  </a:lnTo>
                  <a:lnTo>
                    <a:pt x="1414272" y="8991092"/>
                  </a:lnTo>
                  <a:lnTo>
                    <a:pt x="1525524" y="8952992"/>
                  </a:lnTo>
                  <a:lnTo>
                    <a:pt x="1463040" y="9067292"/>
                  </a:lnTo>
                  <a:lnTo>
                    <a:pt x="1457655" y="9079992"/>
                  </a:lnTo>
                  <a:lnTo>
                    <a:pt x="1453134" y="9092692"/>
                  </a:lnTo>
                  <a:lnTo>
                    <a:pt x="1423416" y="9092692"/>
                  </a:lnTo>
                  <a:lnTo>
                    <a:pt x="1417320" y="9079992"/>
                  </a:lnTo>
                  <a:lnTo>
                    <a:pt x="1414272" y="9092692"/>
                  </a:lnTo>
                  <a:lnTo>
                    <a:pt x="1495044" y="9181592"/>
                  </a:lnTo>
                  <a:lnTo>
                    <a:pt x="1499616" y="9181592"/>
                  </a:lnTo>
                  <a:lnTo>
                    <a:pt x="1495044" y="9168892"/>
                  </a:lnTo>
                  <a:lnTo>
                    <a:pt x="1491996" y="9168892"/>
                  </a:lnTo>
                  <a:lnTo>
                    <a:pt x="1488948" y="9156192"/>
                  </a:lnTo>
                  <a:lnTo>
                    <a:pt x="1490472" y="9156192"/>
                  </a:lnTo>
                  <a:lnTo>
                    <a:pt x="1491996" y="9143492"/>
                  </a:lnTo>
                  <a:lnTo>
                    <a:pt x="1493723" y="9143492"/>
                  </a:lnTo>
                  <a:lnTo>
                    <a:pt x="1496758" y="9130792"/>
                  </a:lnTo>
                  <a:lnTo>
                    <a:pt x="1501203" y="9130792"/>
                  </a:lnTo>
                  <a:lnTo>
                    <a:pt x="1507236" y="9118092"/>
                  </a:lnTo>
                  <a:lnTo>
                    <a:pt x="1520952" y="9092692"/>
                  </a:lnTo>
                  <a:lnTo>
                    <a:pt x="1555496" y="9079992"/>
                  </a:lnTo>
                  <a:lnTo>
                    <a:pt x="1624584" y="9054592"/>
                  </a:lnTo>
                  <a:lnTo>
                    <a:pt x="1559052" y="9181592"/>
                  </a:lnTo>
                  <a:lnTo>
                    <a:pt x="1553616" y="9194292"/>
                  </a:lnTo>
                  <a:lnTo>
                    <a:pt x="1548765" y="9194292"/>
                  </a:lnTo>
                  <a:lnTo>
                    <a:pt x="1544472" y="9206992"/>
                  </a:lnTo>
                  <a:lnTo>
                    <a:pt x="1522476" y="9206992"/>
                  </a:lnTo>
                  <a:lnTo>
                    <a:pt x="1516380" y="9194292"/>
                  </a:lnTo>
                  <a:lnTo>
                    <a:pt x="1510284" y="9206992"/>
                  </a:lnTo>
                  <a:lnTo>
                    <a:pt x="1583436" y="9295892"/>
                  </a:lnTo>
                  <a:lnTo>
                    <a:pt x="1587995" y="9283192"/>
                  </a:lnTo>
                  <a:lnTo>
                    <a:pt x="1583436" y="9283192"/>
                  </a:lnTo>
                  <a:lnTo>
                    <a:pt x="1581912" y="9270492"/>
                  </a:lnTo>
                  <a:lnTo>
                    <a:pt x="1583436" y="9270492"/>
                  </a:lnTo>
                  <a:lnTo>
                    <a:pt x="1585429" y="9257792"/>
                  </a:lnTo>
                  <a:lnTo>
                    <a:pt x="1589151" y="9257792"/>
                  </a:lnTo>
                  <a:lnTo>
                    <a:pt x="1594573" y="9245092"/>
                  </a:lnTo>
                  <a:lnTo>
                    <a:pt x="1601724" y="9232392"/>
                  </a:lnTo>
                  <a:lnTo>
                    <a:pt x="1615249" y="9206992"/>
                  </a:lnTo>
                  <a:lnTo>
                    <a:pt x="1696402" y="9054592"/>
                  </a:lnTo>
                  <a:lnTo>
                    <a:pt x="1709928" y="9029192"/>
                  </a:lnTo>
                  <a:close/>
                </a:path>
                <a:path extrusionOk="0" h="9296400" w="4076700">
                  <a:moveTo>
                    <a:pt x="3683495" y="4113276"/>
                  </a:moveTo>
                  <a:lnTo>
                    <a:pt x="3674351" y="4113276"/>
                  </a:lnTo>
                  <a:lnTo>
                    <a:pt x="3674351" y="4276344"/>
                  </a:lnTo>
                  <a:lnTo>
                    <a:pt x="3683495" y="4276344"/>
                  </a:lnTo>
                  <a:lnTo>
                    <a:pt x="3683495" y="4113276"/>
                  </a:lnTo>
                  <a:close/>
                </a:path>
                <a:path extrusionOk="0" h="9296400" w="4076700">
                  <a:moveTo>
                    <a:pt x="3864851" y="3654552"/>
                  </a:moveTo>
                  <a:lnTo>
                    <a:pt x="3857231" y="3654552"/>
                  </a:lnTo>
                  <a:lnTo>
                    <a:pt x="3857231" y="3819144"/>
                  </a:lnTo>
                  <a:lnTo>
                    <a:pt x="3864851" y="3819144"/>
                  </a:lnTo>
                  <a:lnTo>
                    <a:pt x="3864851" y="3654552"/>
                  </a:lnTo>
                  <a:close/>
                </a:path>
                <a:path extrusionOk="0" h="9296400" w="4076700">
                  <a:moveTo>
                    <a:pt x="4076687" y="4108704"/>
                  </a:moveTo>
                  <a:lnTo>
                    <a:pt x="4067543" y="4108704"/>
                  </a:lnTo>
                  <a:lnTo>
                    <a:pt x="4067543" y="4273296"/>
                  </a:lnTo>
                  <a:lnTo>
                    <a:pt x="4076687" y="4273296"/>
                  </a:lnTo>
                  <a:lnTo>
                    <a:pt x="4076687" y="41087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05" name="Google Shape;4105;p69"/>
            <p:cNvPicPr preferRelativeResize="0"/>
            <p:nvPr/>
          </p:nvPicPr>
          <p:blipFill rotWithShape="1">
            <a:blip r:embed="rId174">
              <a:alphaModFix/>
            </a:blip>
            <a:srcRect b="0" l="0" r="0" t="0"/>
            <a:stretch/>
          </p:blipFill>
          <p:spPr>
            <a:xfrm>
              <a:off x="2880359" y="5509259"/>
              <a:ext cx="74676" cy="2514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06" name="Google Shape;4106;p69"/>
            <p:cNvPicPr preferRelativeResize="0"/>
            <p:nvPr/>
          </p:nvPicPr>
          <p:blipFill rotWithShape="1">
            <a:blip r:embed="rId175">
              <a:alphaModFix/>
            </a:blip>
            <a:srcRect b="0" l="0" r="0" t="0"/>
            <a:stretch/>
          </p:blipFill>
          <p:spPr>
            <a:xfrm>
              <a:off x="2877312" y="4981955"/>
              <a:ext cx="74676" cy="2484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07" name="Google Shape;4107;p69"/>
            <p:cNvPicPr preferRelativeResize="0"/>
            <p:nvPr/>
          </p:nvPicPr>
          <p:blipFill rotWithShape="1">
            <a:blip r:embed="rId176">
              <a:alphaModFix/>
            </a:blip>
            <a:srcRect b="0" l="0" r="0" t="0"/>
            <a:stretch/>
          </p:blipFill>
          <p:spPr>
            <a:xfrm>
              <a:off x="6841236" y="564489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08" name="Google Shape;4108;p69"/>
            <p:cNvSpPr/>
            <p:nvPr/>
          </p:nvSpPr>
          <p:spPr>
            <a:xfrm>
              <a:off x="6841236" y="556260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5908" y="42672"/>
                  </a:lnTo>
                  <a:lnTo>
                    <a:pt x="22859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09" name="Google Shape;4109;p69"/>
            <p:cNvPicPr preferRelativeResize="0"/>
            <p:nvPr/>
          </p:nvPicPr>
          <p:blipFill rotWithShape="1">
            <a:blip r:embed="rId177">
              <a:alphaModFix/>
            </a:blip>
            <a:srcRect b="0" l="0" r="0" t="0"/>
            <a:stretch/>
          </p:blipFill>
          <p:spPr>
            <a:xfrm>
              <a:off x="6842760" y="5172455"/>
              <a:ext cx="150875" cy="3291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10" name="Google Shape;4110;p69"/>
            <p:cNvPicPr preferRelativeResize="0"/>
            <p:nvPr/>
          </p:nvPicPr>
          <p:blipFill rotWithShape="1">
            <a:blip r:embed="rId178">
              <a:alphaModFix/>
            </a:blip>
            <a:srcRect b="0" l="0" r="0" t="0"/>
            <a:stretch/>
          </p:blipFill>
          <p:spPr>
            <a:xfrm>
              <a:off x="6841236" y="4783835"/>
              <a:ext cx="117348" cy="3413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11" name="Google Shape;4111;p69"/>
            <p:cNvPicPr preferRelativeResize="0"/>
            <p:nvPr/>
          </p:nvPicPr>
          <p:blipFill rotWithShape="1">
            <a:blip r:embed="rId179">
              <a:alphaModFix/>
            </a:blip>
            <a:srcRect b="0" l="0" r="0" t="0"/>
            <a:stretch/>
          </p:blipFill>
          <p:spPr>
            <a:xfrm>
              <a:off x="6630923" y="2979419"/>
              <a:ext cx="152400" cy="19354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15" name="Shape 4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" name="Google Shape;4116;p70"/>
          <p:cNvSpPr/>
          <p:nvPr/>
        </p:nvSpPr>
        <p:spPr>
          <a:xfrm>
            <a:off x="1333500" y="7248144"/>
            <a:ext cx="342900" cy="1774189"/>
          </a:xfrm>
          <a:custGeom>
            <a:rect b="b" l="l" r="r" t="t"/>
            <a:pathLst>
              <a:path extrusionOk="0" h="1774190" w="342900">
                <a:moveTo>
                  <a:pt x="335267" y="1351788"/>
                </a:moveTo>
                <a:lnTo>
                  <a:pt x="327647" y="1351788"/>
                </a:lnTo>
                <a:lnTo>
                  <a:pt x="327647" y="1363980"/>
                </a:lnTo>
                <a:lnTo>
                  <a:pt x="327063" y="1373441"/>
                </a:lnTo>
                <a:lnTo>
                  <a:pt x="291909" y="1398727"/>
                </a:lnTo>
                <a:lnTo>
                  <a:pt x="277355" y="1399032"/>
                </a:lnTo>
                <a:lnTo>
                  <a:pt x="65519" y="1399032"/>
                </a:lnTo>
                <a:lnTo>
                  <a:pt x="22948" y="1389062"/>
                </a:lnTo>
                <a:lnTo>
                  <a:pt x="15227" y="1363980"/>
                </a:lnTo>
                <a:lnTo>
                  <a:pt x="15227" y="1351788"/>
                </a:lnTo>
                <a:lnTo>
                  <a:pt x="7607" y="1351788"/>
                </a:lnTo>
                <a:lnTo>
                  <a:pt x="7607" y="1444752"/>
                </a:lnTo>
                <a:lnTo>
                  <a:pt x="263639" y="1562100"/>
                </a:lnTo>
                <a:lnTo>
                  <a:pt x="7607" y="1679448"/>
                </a:lnTo>
                <a:lnTo>
                  <a:pt x="7607" y="1773936"/>
                </a:lnTo>
                <a:lnTo>
                  <a:pt x="15227" y="1773936"/>
                </a:lnTo>
                <a:lnTo>
                  <a:pt x="15544" y="1764487"/>
                </a:lnTo>
                <a:lnTo>
                  <a:pt x="16560" y="1756600"/>
                </a:lnTo>
                <a:lnTo>
                  <a:pt x="18453" y="1750148"/>
                </a:lnTo>
                <a:lnTo>
                  <a:pt x="21323" y="1744980"/>
                </a:lnTo>
                <a:lnTo>
                  <a:pt x="24371" y="1738884"/>
                </a:lnTo>
                <a:lnTo>
                  <a:pt x="27419" y="1734312"/>
                </a:lnTo>
                <a:lnTo>
                  <a:pt x="33515" y="1732788"/>
                </a:lnTo>
                <a:lnTo>
                  <a:pt x="38950" y="1729917"/>
                </a:lnTo>
                <a:lnTo>
                  <a:pt x="46088" y="1728025"/>
                </a:lnTo>
                <a:lnTo>
                  <a:pt x="54952" y="1727009"/>
                </a:lnTo>
                <a:lnTo>
                  <a:pt x="65519" y="1726692"/>
                </a:lnTo>
                <a:lnTo>
                  <a:pt x="277355" y="1726692"/>
                </a:lnTo>
                <a:lnTo>
                  <a:pt x="315455" y="1732788"/>
                </a:lnTo>
                <a:lnTo>
                  <a:pt x="327647" y="1763268"/>
                </a:lnTo>
                <a:lnTo>
                  <a:pt x="327647" y="1773936"/>
                </a:lnTo>
                <a:lnTo>
                  <a:pt x="335267" y="1773936"/>
                </a:lnTo>
                <a:lnTo>
                  <a:pt x="335267" y="1658112"/>
                </a:lnTo>
                <a:lnTo>
                  <a:pt x="327647" y="1658112"/>
                </a:lnTo>
                <a:lnTo>
                  <a:pt x="327647" y="1670304"/>
                </a:lnTo>
                <a:lnTo>
                  <a:pt x="327063" y="1679765"/>
                </a:lnTo>
                <a:lnTo>
                  <a:pt x="291909" y="1705051"/>
                </a:lnTo>
                <a:lnTo>
                  <a:pt x="277355" y="1705356"/>
                </a:lnTo>
                <a:lnTo>
                  <a:pt x="59423" y="1705356"/>
                </a:lnTo>
                <a:lnTo>
                  <a:pt x="335267" y="1578864"/>
                </a:lnTo>
                <a:lnTo>
                  <a:pt x="335267" y="1571244"/>
                </a:lnTo>
                <a:lnTo>
                  <a:pt x="59423" y="1444752"/>
                </a:lnTo>
                <a:lnTo>
                  <a:pt x="277355" y="1444752"/>
                </a:lnTo>
                <a:lnTo>
                  <a:pt x="315455" y="1450848"/>
                </a:lnTo>
                <a:lnTo>
                  <a:pt x="327647" y="1491996"/>
                </a:lnTo>
                <a:lnTo>
                  <a:pt x="335267" y="1491996"/>
                </a:lnTo>
                <a:lnTo>
                  <a:pt x="335267" y="1351788"/>
                </a:lnTo>
                <a:close/>
              </a:path>
              <a:path extrusionOk="0" h="1774190" w="342900">
                <a:moveTo>
                  <a:pt x="335267" y="707136"/>
                </a:moveTo>
                <a:lnTo>
                  <a:pt x="327647" y="707136"/>
                </a:lnTo>
                <a:lnTo>
                  <a:pt x="325932" y="720051"/>
                </a:lnTo>
                <a:lnTo>
                  <a:pt x="323075" y="731520"/>
                </a:lnTo>
                <a:lnTo>
                  <a:pt x="297548" y="769429"/>
                </a:lnTo>
                <a:lnTo>
                  <a:pt x="175247" y="859536"/>
                </a:lnTo>
                <a:lnTo>
                  <a:pt x="169824" y="839279"/>
                </a:lnTo>
                <a:lnTo>
                  <a:pt x="166230" y="830580"/>
                </a:lnTo>
                <a:lnTo>
                  <a:pt x="166103" y="830275"/>
                </a:lnTo>
                <a:lnTo>
                  <a:pt x="166103" y="926592"/>
                </a:lnTo>
                <a:lnTo>
                  <a:pt x="166103" y="940308"/>
                </a:lnTo>
                <a:lnTo>
                  <a:pt x="31991" y="940308"/>
                </a:lnTo>
                <a:lnTo>
                  <a:pt x="31915" y="940003"/>
                </a:lnTo>
                <a:lnTo>
                  <a:pt x="28841" y="929068"/>
                </a:lnTo>
                <a:lnTo>
                  <a:pt x="26466" y="918972"/>
                </a:lnTo>
                <a:lnTo>
                  <a:pt x="24930" y="909878"/>
                </a:lnTo>
                <a:lnTo>
                  <a:pt x="24371" y="902208"/>
                </a:lnTo>
                <a:lnTo>
                  <a:pt x="25755" y="887044"/>
                </a:lnTo>
                <a:lnTo>
                  <a:pt x="44183" y="850392"/>
                </a:lnTo>
                <a:lnTo>
                  <a:pt x="79336" y="831964"/>
                </a:lnTo>
                <a:lnTo>
                  <a:pt x="94475" y="830580"/>
                </a:lnTo>
                <a:lnTo>
                  <a:pt x="109651" y="832256"/>
                </a:lnTo>
                <a:lnTo>
                  <a:pt x="146291" y="854964"/>
                </a:lnTo>
                <a:lnTo>
                  <a:pt x="164947" y="904900"/>
                </a:lnTo>
                <a:lnTo>
                  <a:pt x="166103" y="926592"/>
                </a:lnTo>
                <a:lnTo>
                  <a:pt x="166103" y="830275"/>
                </a:lnTo>
                <a:lnTo>
                  <a:pt x="143243" y="797052"/>
                </a:lnTo>
                <a:lnTo>
                  <a:pt x="105956" y="777125"/>
                </a:lnTo>
                <a:lnTo>
                  <a:pt x="91427" y="775716"/>
                </a:lnTo>
                <a:lnTo>
                  <a:pt x="78054" y="776859"/>
                </a:lnTo>
                <a:lnTo>
                  <a:pt x="34734" y="802817"/>
                </a:lnTo>
                <a:lnTo>
                  <a:pt x="15227" y="836676"/>
                </a:lnTo>
                <a:lnTo>
                  <a:pt x="15151" y="837057"/>
                </a:lnTo>
                <a:lnTo>
                  <a:pt x="12115" y="850963"/>
                </a:lnTo>
                <a:lnTo>
                  <a:pt x="9702" y="868680"/>
                </a:lnTo>
                <a:lnTo>
                  <a:pt x="9690" y="868946"/>
                </a:lnTo>
                <a:lnTo>
                  <a:pt x="8166" y="889825"/>
                </a:lnTo>
                <a:lnTo>
                  <a:pt x="8089" y="893064"/>
                </a:lnTo>
                <a:lnTo>
                  <a:pt x="7708" y="909878"/>
                </a:lnTo>
                <a:lnTo>
                  <a:pt x="7607" y="1033272"/>
                </a:lnTo>
                <a:lnTo>
                  <a:pt x="15227" y="1033272"/>
                </a:lnTo>
                <a:lnTo>
                  <a:pt x="15227" y="1021080"/>
                </a:lnTo>
                <a:lnTo>
                  <a:pt x="16040" y="1012507"/>
                </a:lnTo>
                <a:lnTo>
                  <a:pt x="51358" y="986561"/>
                </a:lnTo>
                <a:lnTo>
                  <a:pt x="51816" y="986561"/>
                </a:lnTo>
                <a:lnTo>
                  <a:pt x="65519" y="986028"/>
                </a:lnTo>
                <a:lnTo>
                  <a:pt x="277355" y="986028"/>
                </a:lnTo>
                <a:lnTo>
                  <a:pt x="290791" y="986561"/>
                </a:lnTo>
                <a:lnTo>
                  <a:pt x="326796" y="1011631"/>
                </a:lnTo>
                <a:lnTo>
                  <a:pt x="326872" y="1012507"/>
                </a:lnTo>
                <a:lnTo>
                  <a:pt x="327647" y="1021080"/>
                </a:lnTo>
                <a:lnTo>
                  <a:pt x="327647" y="1033272"/>
                </a:lnTo>
                <a:lnTo>
                  <a:pt x="335267" y="1033272"/>
                </a:lnTo>
                <a:lnTo>
                  <a:pt x="335267" y="986028"/>
                </a:lnTo>
                <a:lnTo>
                  <a:pt x="335267" y="940308"/>
                </a:lnTo>
                <a:lnTo>
                  <a:pt x="335267" y="893064"/>
                </a:lnTo>
                <a:lnTo>
                  <a:pt x="327647" y="893064"/>
                </a:lnTo>
                <a:lnTo>
                  <a:pt x="327647" y="906780"/>
                </a:lnTo>
                <a:lnTo>
                  <a:pt x="327063" y="915352"/>
                </a:lnTo>
                <a:lnTo>
                  <a:pt x="291909" y="940003"/>
                </a:lnTo>
                <a:lnTo>
                  <a:pt x="277355" y="940308"/>
                </a:lnTo>
                <a:lnTo>
                  <a:pt x="181343" y="940308"/>
                </a:lnTo>
                <a:lnTo>
                  <a:pt x="181343" y="935736"/>
                </a:lnTo>
                <a:lnTo>
                  <a:pt x="182867" y="934212"/>
                </a:lnTo>
                <a:lnTo>
                  <a:pt x="182778" y="915352"/>
                </a:lnTo>
                <a:lnTo>
                  <a:pt x="181343" y="906780"/>
                </a:lnTo>
                <a:lnTo>
                  <a:pt x="246710" y="859536"/>
                </a:lnTo>
                <a:lnTo>
                  <a:pt x="335267" y="795528"/>
                </a:lnTo>
                <a:lnTo>
                  <a:pt x="335267" y="707136"/>
                </a:lnTo>
                <a:close/>
              </a:path>
              <a:path extrusionOk="0" h="1774190" w="342900">
                <a:moveTo>
                  <a:pt x="335267" y="557784"/>
                </a:moveTo>
                <a:lnTo>
                  <a:pt x="327647" y="557784"/>
                </a:lnTo>
                <a:lnTo>
                  <a:pt x="327647" y="569976"/>
                </a:lnTo>
                <a:lnTo>
                  <a:pt x="327647" y="577596"/>
                </a:lnTo>
                <a:lnTo>
                  <a:pt x="298691" y="604647"/>
                </a:lnTo>
                <a:lnTo>
                  <a:pt x="65519" y="605028"/>
                </a:lnTo>
                <a:lnTo>
                  <a:pt x="52070" y="604723"/>
                </a:lnTo>
                <a:lnTo>
                  <a:pt x="16065" y="579437"/>
                </a:lnTo>
                <a:lnTo>
                  <a:pt x="15227" y="569976"/>
                </a:lnTo>
                <a:lnTo>
                  <a:pt x="15227" y="557784"/>
                </a:lnTo>
                <a:lnTo>
                  <a:pt x="7607" y="557784"/>
                </a:lnTo>
                <a:lnTo>
                  <a:pt x="7607" y="697992"/>
                </a:lnTo>
                <a:lnTo>
                  <a:pt x="15227" y="697992"/>
                </a:lnTo>
                <a:lnTo>
                  <a:pt x="15227" y="679704"/>
                </a:lnTo>
                <a:lnTo>
                  <a:pt x="21323" y="664464"/>
                </a:lnTo>
                <a:lnTo>
                  <a:pt x="65519" y="650748"/>
                </a:lnTo>
                <a:lnTo>
                  <a:pt x="277355" y="650748"/>
                </a:lnTo>
                <a:lnTo>
                  <a:pt x="315455" y="656844"/>
                </a:lnTo>
                <a:lnTo>
                  <a:pt x="327647" y="687324"/>
                </a:lnTo>
                <a:lnTo>
                  <a:pt x="327647" y="697992"/>
                </a:lnTo>
                <a:lnTo>
                  <a:pt x="335267" y="697992"/>
                </a:lnTo>
                <a:lnTo>
                  <a:pt x="335267" y="557784"/>
                </a:lnTo>
                <a:close/>
              </a:path>
              <a:path extrusionOk="0" h="1774190" w="342900">
                <a:moveTo>
                  <a:pt x="335280" y="1080516"/>
                </a:moveTo>
                <a:lnTo>
                  <a:pt x="251460" y="1051560"/>
                </a:lnTo>
                <a:lnTo>
                  <a:pt x="251460" y="1062228"/>
                </a:lnTo>
                <a:lnTo>
                  <a:pt x="266331" y="1070216"/>
                </a:lnTo>
                <a:lnTo>
                  <a:pt x="279082" y="1078039"/>
                </a:lnTo>
                <a:lnTo>
                  <a:pt x="308038" y="1104900"/>
                </a:lnTo>
                <a:lnTo>
                  <a:pt x="316725" y="1144739"/>
                </a:lnTo>
                <a:lnTo>
                  <a:pt x="316992" y="1158240"/>
                </a:lnTo>
                <a:lnTo>
                  <a:pt x="316992" y="1228344"/>
                </a:lnTo>
                <a:lnTo>
                  <a:pt x="313944" y="1231392"/>
                </a:lnTo>
                <a:lnTo>
                  <a:pt x="310896" y="1237488"/>
                </a:lnTo>
                <a:lnTo>
                  <a:pt x="307848" y="1239012"/>
                </a:lnTo>
                <a:lnTo>
                  <a:pt x="304419" y="1239901"/>
                </a:lnTo>
                <a:lnTo>
                  <a:pt x="298704" y="1240345"/>
                </a:lnTo>
                <a:lnTo>
                  <a:pt x="280416" y="1240536"/>
                </a:lnTo>
                <a:lnTo>
                  <a:pt x="172212" y="1240536"/>
                </a:lnTo>
                <a:lnTo>
                  <a:pt x="172212" y="1170432"/>
                </a:lnTo>
                <a:lnTo>
                  <a:pt x="172491" y="1160716"/>
                </a:lnTo>
                <a:lnTo>
                  <a:pt x="194805" y="1122667"/>
                </a:lnTo>
                <a:lnTo>
                  <a:pt x="219456" y="1117092"/>
                </a:lnTo>
                <a:lnTo>
                  <a:pt x="219456" y="1109472"/>
                </a:lnTo>
                <a:lnTo>
                  <a:pt x="106680" y="1109472"/>
                </a:lnTo>
                <a:lnTo>
                  <a:pt x="106680" y="1117092"/>
                </a:lnTo>
                <a:lnTo>
                  <a:pt x="119507" y="1118831"/>
                </a:lnTo>
                <a:lnTo>
                  <a:pt x="130492" y="1121854"/>
                </a:lnTo>
                <a:lnTo>
                  <a:pt x="153365" y="1156982"/>
                </a:lnTo>
                <a:lnTo>
                  <a:pt x="153924" y="1170432"/>
                </a:lnTo>
                <a:lnTo>
                  <a:pt x="153924" y="1240536"/>
                </a:lnTo>
                <a:lnTo>
                  <a:pt x="25908" y="1240536"/>
                </a:lnTo>
                <a:lnTo>
                  <a:pt x="25908" y="1150620"/>
                </a:lnTo>
                <a:lnTo>
                  <a:pt x="33528" y="1109472"/>
                </a:lnTo>
                <a:lnTo>
                  <a:pt x="67551" y="1090663"/>
                </a:lnTo>
                <a:lnTo>
                  <a:pt x="79248" y="1088136"/>
                </a:lnTo>
                <a:lnTo>
                  <a:pt x="79248" y="1077468"/>
                </a:lnTo>
                <a:lnTo>
                  <a:pt x="7620" y="1080516"/>
                </a:lnTo>
                <a:lnTo>
                  <a:pt x="7620" y="1333500"/>
                </a:lnTo>
                <a:lnTo>
                  <a:pt x="15240" y="1333500"/>
                </a:lnTo>
                <a:lnTo>
                  <a:pt x="15240" y="1321308"/>
                </a:lnTo>
                <a:lnTo>
                  <a:pt x="16040" y="1311859"/>
                </a:lnTo>
                <a:lnTo>
                  <a:pt x="50977" y="1286573"/>
                </a:lnTo>
                <a:lnTo>
                  <a:pt x="65532" y="1286256"/>
                </a:lnTo>
                <a:lnTo>
                  <a:pt x="277368" y="1286256"/>
                </a:lnTo>
                <a:lnTo>
                  <a:pt x="315468" y="1290828"/>
                </a:lnTo>
                <a:lnTo>
                  <a:pt x="327660" y="1313688"/>
                </a:lnTo>
                <a:lnTo>
                  <a:pt x="327660" y="1333500"/>
                </a:lnTo>
                <a:lnTo>
                  <a:pt x="335280" y="1333500"/>
                </a:lnTo>
                <a:lnTo>
                  <a:pt x="335280" y="1080516"/>
                </a:lnTo>
                <a:close/>
              </a:path>
              <a:path extrusionOk="0" h="1774190" w="342900">
                <a:moveTo>
                  <a:pt x="335280" y="327660"/>
                </a:moveTo>
                <a:lnTo>
                  <a:pt x="327660" y="327660"/>
                </a:lnTo>
                <a:lnTo>
                  <a:pt x="327660" y="338328"/>
                </a:lnTo>
                <a:lnTo>
                  <a:pt x="327063" y="347789"/>
                </a:lnTo>
                <a:lnTo>
                  <a:pt x="291909" y="374357"/>
                </a:lnTo>
                <a:lnTo>
                  <a:pt x="277368" y="374904"/>
                </a:lnTo>
                <a:lnTo>
                  <a:pt x="27432" y="374904"/>
                </a:lnTo>
                <a:lnTo>
                  <a:pt x="27432" y="327660"/>
                </a:lnTo>
                <a:lnTo>
                  <a:pt x="27978" y="317931"/>
                </a:lnTo>
                <a:lnTo>
                  <a:pt x="48552" y="278917"/>
                </a:lnTo>
                <a:lnTo>
                  <a:pt x="83820" y="268224"/>
                </a:lnTo>
                <a:lnTo>
                  <a:pt x="83820" y="259080"/>
                </a:lnTo>
                <a:lnTo>
                  <a:pt x="7620" y="262128"/>
                </a:lnTo>
                <a:lnTo>
                  <a:pt x="7620" y="530352"/>
                </a:lnTo>
                <a:lnTo>
                  <a:pt x="83820" y="533400"/>
                </a:lnTo>
                <a:lnTo>
                  <a:pt x="83820" y="522732"/>
                </a:lnTo>
                <a:lnTo>
                  <a:pt x="73190" y="521957"/>
                </a:lnTo>
                <a:lnTo>
                  <a:pt x="64008" y="519874"/>
                </a:lnTo>
                <a:lnTo>
                  <a:pt x="32004" y="492252"/>
                </a:lnTo>
                <a:lnTo>
                  <a:pt x="27432" y="458724"/>
                </a:lnTo>
                <a:lnTo>
                  <a:pt x="27432" y="420624"/>
                </a:lnTo>
                <a:lnTo>
                  <a:pt x="277368" y="420624"/>
                </a:lnTo>
                <a:lnTo>
                  <a:pt x="290817" y="420916"/>
                </a:lnTo>
                <a:lnTo>
                  <a:pt x="326821" y="445985"/>
                </a:lnTo>
                <a:lnTo>
                  <a:pt x="327660" y="455676"/>
                </a:lnTo>
                <a:lnTo>
                  <a:pt x="327660" y="467868"/>
                </a:lnTo>
                <a:lnTo>
                  <a:pt x="335280" y="467868"/>
                </a:lnTo>
                <a:lnTo>
                  <a:pt x="335280" y="327660"/>
                </a:lnTo>
                <a:close/>
              </a:path>
              <a:path extrusionOk="0" h="1774190" w="342900">
                <a:moveTo>
                  <a:pt x="342900" y="103632"/>
                </a:moveTo>
                <a:lnTo>
                  <a:pt x="336232" y="62293"/>
                </a:lnTo>
                <a:lnTo>
                  <a:pt x="316979" y="28956"/>
                </a:lnTo>
                <a:lnTo>
                  <a:pt x="270700" y="1739"/>
                </a:lnTo>
                <a:lnTo>
                  <a:pt x="252971" y="0"/>
                </a:lnTo>
                <a:lnTo>
                  <a:pt x="242976" y="571"/>
                </a:lnTo>
                <a:lnTo>
                  <a:pt x="199263" y="19812"/>
                </a:lnTo>
                <a:lnTo>
                  <a:pt x="168783" y="58864"/>
                </a:lnTo>
                <a:lnTo>
                  <a:pt x="132054" y="122643"/>
                </a:lnTo>
                <a:lnTo>
                  <a:pt x="119253" y="142875"/>
                </a:lnTo>
                <a:lnTo>
                  <a:pt x="92176" y="172529"/>
                </a:lnTo>
                <a:lnTo>
                  <a:pt x="70104" y="178308"/>
                </a:lnTo>
                <a:lnTo>
                  <a:pt x="60972" y="177190"/>
                </a:lnTo>
                <a:lnTo>
                  <a:pt x="28803" y="152971"/>
                </a:lnTo>
                <a:lnTo>
                  <a:pt x="19812" y="120396"/>
                </a:lnTo>
                <a:lnTo>
                  <a:pt x="20637" y="108991"/>
                </a:lnTo>
                <a:lnTo>
                  <a:pt x="38049" y="66484"/>
                </a:lnTo>
                <a:lnTo>
                  <a:pt x="72478" y="39039"/>
                </a:lnTo>
                <a:lnTo>
                  <a:pt x="112776" y="28956"/>
                </a:lnTo>
                <a:lnTo>
                  <a:pt x="112776" y="21336"/>
                </a:lnTo>
                <a:lnTo>
                  <a:pt x="0" y="21336"/>
                </a:lnTo>
                <a:lnTo>
                  <a:pt x="0" y="28956"/>
                </a:lnTo>
                <a:lnTo>
                  <a:pt x="7620" y="30480"/>
                </a:lnTo>
                <a:lnTo>
                  <a:pt x="12192" y="32004"/>
                </a:lnTo>
                <a:lnTo>
                  <a:pt x="18288" y="38100"/>
                </a:lnTo>
                <a:lnTo>
                  <a:pt x="18288" y="48768"/>
                </a:lnTo>
                <a:lnTo>
                  <a:pt x="16764" y="56388"/>
                </a:lnTo>
                <a:lnTo>
                  <a:pt x="12192" y="64008"/>
                </a:lnTo>
                <a:lnTo>
                  <a:pt x="7061" y="78613"/>
                </a:lnTo>
                <a:lnTo>
                  <a:pt x="3238" y="92773"/>
                </a:lnTo>
                <a:lnTo>
                  <a:pt x="825" y="106667"/>
                </a:lnTo>
                <a:lnTo>
                  <a:pt x="0" y="120396"/>
                </a:lnTo>
                <a:lnTo>
                  <a:pt x="1689" y="140119"/>
                </a:lnTo>
                <a:lnTo>
                  <a:pt x="25908" y="188976"/>
                </a:lnTo>
                <a:lnTo>
                  <a:pt x="70053" y="214693"/>
                </a:lnTo>
                <a:lnTo>
                  <a:pt x="86868" y="216408"/>
                </a:lnTo>
                <a:lnTo>
                  <a:pt x="96888" y="215836"/>
                </a:lnTo>
                <a:lnTo>
                  <a:pt x="132943" y="202120"/>
                </a:lnTo>
                <a:lnTo>
                  <a:pt x="163106" y="170116"/>
                </a:lnTo>
                <a:lnTo>
                  <a:pt x="193548" y="120396"/>
                </a:lnTo>
                <a:lnTo>
                  <a:pt x="204089" y="101828"/>
                </a:lnTo>
                <a:lnTo>
                  <a:pt x="229755" y="63563"/>
                </a:lnTo>
                <a:lnTo>
                  <a:pt x="263652" y="42672"/>
                </a:lnTo>
                <a:lnTo>
                  <a:pt x="272783" y="42672"/>
                </a:lnTo>
                <a:lnTo>
                  <a:pt x="310883" y="59436"/>
                </a:lnTo>
                <a:lnTo>
                  <a:pt x="326136" y="108204"/>
                </a:lnTo>
                <a:lnTo>
                  <a:pt x="325513" y="120738"/>
                </a:lnTo>
                <a:lnTo>
                  <a:pt x="307911" y="166052"/>
                </a:lnTo>
                <a:lnTo>
                  <a:pt x="274688" y="193535"/>
                </a:lnTo>
                <a:lnTo>
                  <a:pt x="230124" y="205740"/>
                </a:lnTo>
                <a:lnTo>
                  <a:pt x="230124" y="213360"/>
                </a:lnTo>
                <a:lnTo>
                  <a:pt x="342900" y="213360"/>
                </a:lnTo>
                <a:lnTo>
                  <a:pt x="342900" y="205740"/>
                </a:lnTo>
                <a:lnTo>
                  <a:pt x="335280" y="204216"/>
                </a:lnTo>
                <a:lnTo>
                  <a:pt x="330708" y="202692"/>
                </a:lnTo>
                <a:lnTo>
                  <a:pt x="326136" y="198120"/>
                </a:lnTo>
                <a:lnTo>
                  <a:pt x="324612" y="195072"/>
                </a:lnTo>
                <a:lnTo>
                  <a:pt x="324612" y="190500"/>
                </a:lnTo>
                <a:lnTo>
                  <a:pt x="325158" y="186194"/>
                </a:lnTo>
                <a:lnTo>
                  <a:pt x="326707" y="180022"/>
                </a:lnTo>
                <a:lnTo>
                  <a:pt x="332232" y="161544"/>
                </a:lnTo>
                <a:lnTo>
                  <a:pt x="341376" y="129540"/>
                </a:lnTo>
                <a:lnTo>
                  <a:pt x="342252" y="123571"/>
                </a:lnTo>
                <a:lnTo>
                  <a:pt x="342709" y="117157"/>
                </a:lnTo>
                <a:lnTo>
                  <a:pt x="342900" y="10363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7" name="Google Shape;4117;p70"/>
          <p:cNvSpPr/>
          <p:nvPr/>
        </p:nvSpPr>
        <p:spPr>
          <a:xfrm>
            <a:off x="1341107" y="6580632"/>
            <a:ext cx="334010" cy="502920"/>
          </a:xfrm>
          <a:custGeom>
            <a:rect b="b" l="l" r="r" t="t"/>
            <a:pathLst>
              <a:path extrusionOk="0" h="502920" w="334010">
                <a:moveTo>
                  <a:pt x="327660" y="362712"/>
                </a:moveTo>
                <a:lnTo>
                  <a:pt x="320040" y="362712"/>
                </a:lnTo>
                <a:lnTo>
                  <a:pt x="320040" y="373380"/>
                </a:lnTo>
                <a:lnTo>
                  <a:pt x="320040" y="381000"/>
                </a:lnTo>
                <a:lnTo>
                  <a:pt x="303276" y="405384"/>
                </a:lnTo>
                <a:lnTo>
                  <a:pt x="298475" y="407390"/>
                </a:lnTo>
                <a:lnTo>
                  <a:pt x="291084" y="408813"/>
                </a:lnTo>
                <a:lnTo>
                  <a:pt x="281419" y="409676"/>
                </a:lnTo>
                <a:lnTo>
                  <a:pt x="269748" y="409956"/>
                </a:lnTo>
                <a:lnTo>
                  <a:pt x="57912" y="409956"/>
                </a:lnTo>
                <a:lnTo>
                  <a:pt x="19812" y="403860"/>
                </a:lnTo>
                <a:lnTo>
                  <a:pt x="7620" y="373380"/>
                </a:lnTo>
                <a:lnTo>
                  <a:pt x="7620" y="362712"/>
                </a:lnTo>
                <a:lnTo>
                  <a:pt x="0" y="362712"/>
                </a:lnTo>
                <a:lnTo>
                  <a:pt x="0" y="502920"/>
                </a:lnTo>
                <a:lnTo>
                  <a:pt x="7620" y="502920"/>
                </a:lnTo>
                <a:lnTo>
                  <a:pt x="7620" y="483108"/>
                </a:lnTo>
                <a:lnTo>
                  <a:pt x="13716" y="467868"/>
                </a:lnTo>
                <a:lnTo>
                  <a:pt x="269748" y="455676"/>
                </a:lnTo>
                <a:lnTo>
                  <a:pt x="284060" y="455968"/>
                </a:lnTo>
                <a:lnTo>
                  <a:pt x="319430" y="481037"/>
                </a:lnTo>
                <a:lnTo>
                  <a:pt x="320040" y="490728"/>
                </a:lnTo>
                <a:lnTo>
                  <a:pt x="320040" y="502920"/>
                </a:lnTo>
                <a:lnTo>
                  <a:pt x="327660" y="502920"/>
                </a:lnTo>
                <a:lnTo>
                  <a:pt x="327660" y="362712"/>
                </a:lnTo>
                <a:close/>
              </a:path>
              <a:path extrusionOk="0" h="502920" w="334010">
                <a:moveTo>
                  <a:pt x="333756" y="47244"/>
                </a:moveTo>
                <a:lnTo>
                  <a:pt x="57912" y="47244"/>
                </a:lnTo>
                <a:lnTo>
                  <a:pt x="45339" y="46723"/>
                </a:lnTo>
                <a:lnTo>
                  <a:pt x="11049" y="29337"/>
                </a:lnTo>
                <a:lnTo>
                  <a:pt x="7620" y="10668"/>
                </a:lnTo>
                <a:lnTo>
                  <a:pt x="7620" y="0"/>
                </a:lnTo>
                <a:lnTo>
                  <a:pt x="0" y="0"/>
                </a:lnTo>
                <a:lnTo>
                  <a:pt x="0" y="115824"/>
                </a:lnTo>
                <a:lnTo>
                  <a:pt x="7620" y="115824"/>
                </a:lnTo>
                <a:lnTo>
                  <a:pt x="7620" y="103632"/>
                </a:lnTo>
                <a:lnTo>
                  <a:pt x="8432" y="94183"/>
                </a:lnTo>
                <a:lnTo>
                  <a:pt x="43586" y="68897"/>
                </a:lnTo>
                <a:lnTo>
                  <a:pt x="57912" y="68580"/>
                </a:lnTo>
                <a:lnTo>
                  <a:pt x="246888" y="68580"/>
                </a:lnTo>
                <a:lnTo>
                  <a:pt x="0" y="269748"/>
                </a:lnTo>
                <a:lnTo>
                  <a:pt x="0" y="358140"/>
                </a:lnTo>
                <a:lnTo>
                  <a:pt x="10668" y="358140"/>
                </a:lnTo>
                <a:lnTo>
                  <a:pt x="10668" y="348996"/>
                </a:lnTo>
                <a:lnTo>
                  <a:pt x="12192" y="341376"/>
                </a:lnTo>
                <a:lnTo>
                  <a:pt x="29908" y="306514"/>
                </a:lnTo>
                <a:lnTo>
                  <a:pt x="42672" y="294132"/>
                </a:lnTo>
                <a:lnTo>
                  <a:pt x="269748" y="294132"/>
                </a:lnTo>
                <a:lnTo>
                  <a:pt x="307848" y="298704"/>
                </a:lnTo>
                <a:lnTo>
                  <a:pt x="320040" y="329184"/>
                </a:lnTo>
                <a:lnTo>
                  <a:pt x="320040" y="341376"/>
                </a:lnTo>
                <a:lnTo>
                  <a:pt x="327660" y="341376"/>
                </a:lnTo>
                <a:lnTo>
                  <a:pt x="327660" y="225552"/>
                </a:lnTo>
                <a:lnTo>
                  <a:pt x="320040" y="225552"/>
                </a:lnTo>
                <a:lnTo>
                  <a:pt x="320040" y="236220"/>
                </a:lnTo>
                <a:lnTo>
                  <a:pt x="319455" y="245681"/>
                </a:lnTo>
                <a:lnTo>
                  <a:pt x="284302" y="272249"/>
                </a:lnTo>
                <a:lnTo>
                  <a:pt x="269748" y="272796"/>
                </a:lnTo>
                <a:lnTo>
                  <a:pt x="68580" y="272796"/>
                </a:lnTo>
                <a:lnTo>
                  <a:pt x="333756" y="54864"/>
                </a:lnTo>
                <a:lnTo>
                  <a:pt x="333756" y="4724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8" name="Google Shape;4118;p70"/>
          <p:cNvSpPr/>
          <p:nvPr/>
        </p:nvSpPr>
        <p:spPr>
          <a:xfrm>
            <a:off x="1333500" y="5372100"/>
            <a:ext cx="342900" cy="1082040"/>
          </a:xfrm>
          <a:custGeom>
            <a:rect b="b" l="l" r="r" t="t"/>
            <a:pathLst>
              <a:path extrusionOk="0" h="1082039" w="342900">
                <a:moveTo>
                  <a:pt x="335267" y="467868"/>
                </a:moveTo>
                <a:lnTo>
                  <a:pt x="245351" y="440436"/>
                </a:lnTo>
                <a:lnTo>
                  <a:pt x="243827" y="448056"/>
                </a:lnTo>
                <a:lnTo>
                  <a:pt x="258483" y="454685"/>
                </a:lnTo>
                <a:lnTo>
                  <a:pt x="270687" y="461010"/>
                </a:lnTo>
                <a:lnTo>
                  <a:pt x="301167" y="486537"/>
                </a:lnTo>
                <a:lnTo>
                  <a:pt x="313651" y="536981"/>
                </a:lnTo>
                <a:lnTo>
                  <a:pt x="313931" y="554736"/>
                </a:lnTo>
                <a:lnTo>
                  <a:pt x="313918" y="591908"/>
                </a:lnTo>
                <a:lnTo>
                  <a:pt x="293928" y="627507"/>
                </a:lnTo>
                <a:lnTo>
                  <a:pt x="286143" y="627849"/>
                </a:lnTo>
                <a:lnTo>
                  <a:pt x="56667" y="627849"/>
                </a:lnTo>
                <a:lnTo>
                  <a:pt x="19799" y="611124"/>
                </a:lnTo>
                <a:lnTo>
                  <a:pt x="15227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27" y="720852"/>
                </a:lnTo>
                <a:lnTo>
                  <a:pt x="15227" y="708660"/>
                </a:lnTo>
                <a:lnTo>
                  <a:pt x="16040" y="700087"/>
                </a:lnTo>
                <a:lnTo>
                  <a:pt x="51828" y="674166"/>
                </a:lnTo>
                <a:lnTo>
                  <a:pt x="65519" y="673608"/>
                </a:lnTo>
                <a:lnTo>
                  <a:pt x="277355" y="673608"/>
                </a:lnTo>
                <a:lnTo>
                  <a:pt x="319938" y="684872"/>
                </a:lnTo>
                <a:lnTo>
                  <a:pt x="327647" y="708660"/>
                </a:lnTo>
                <a:lnTo>
                  <a:pt x="327647" y="720852"/>
                </a:lnTo>
                <a:lnTo>
                  <a:pt x="335267" y="720852"/>
                </a:lnTo>
                <a:lnTo>
                  <a:pt x="335267" y="467868"/>
                </a:lnTo>
                <a:close/>
              </a:path>
              <a:path extrusionOk="0" h="1082039" w="342900">
                <a:moveTo>
                  <a:pt x="335267" y="0"/>
                </a:moveTo>
                <a:lnTo>
                  <a:pt x="327647" y="0"/>
                </a:lnTo>
                <a:lnTo>
                  <a:pt x="327647" y="12192"/>
                </a:lnTo>
                <a:lnTo>
                  <a:pt x="327647" y="19812"/>
                </a:lnTo>
                <a:lnTo>
                  <a:pt x="298691" y="46863"/>
                </a:lnTo>
                <a:lnTo>
                  <a:pt x="65519" y="47244"/>
                </a:lnTo>
                <a:lnTo>
                  <a:pt x="52070" y="46939"/>
                </a:lnTo>
                <a:lnTo>
                  <a:pt x="16065" y="21653"/>
                </a:lnTo>
                <a:lnTo>
                  <a:pt x="15227" y="12192"/>
                </a:lnTo>
                <a:lnTo>
                  <a:pt x="15227" y="0"/>
                </a:lnTo>
                <a:lnTo>
                  <a:pt x="7607" y="0"/>
                </a:lnTo>
                <a:lnTo>
                  <a:pt x="7607" y="140208"/>
                </a:lnTo>
                <a:lnTo>
                  <a:pt x="15227" y="140208"/>
                </a:lnTo>
                <a:lnTo>
                  <a:pt x="15227" y="121920"/>
                </a:lnTo>
                <a:lnTo>
                  <a:pt x="21323" y="106680"/>
                </a:lnTo>
                <a:lnTo>
                  <a:pt x="65519" y="92964"/>
                </a:lnTo>
                <a:lnTo>
                  <a:pt x="277355" y="92964"/>
                </a:lnTo>
                <a:lnTo>
                  <a:pt x="315455" y="99060"/>
                </a:lnTo>
                <a:lnTo>
                  <a:pt x="327647" y="129540"/>
                </a:lnTo>
                <a:lnTo>
                  <a:pt x="327647" y="140208"/>
                </a:lnTo>
                <a:lnTo>
                  <a:pt x="335267" y="140208"/>
                </a:lnTo>
                <a:lnTo>
                  <a:pt x="335267" y="0"/>
                </a:lnTo>
                <a:close/>
              </a:path>
              <a:path extrusionOk="0" h="1082039" w="342900">
                <a:moveTo>
                  <a:pt x="342900" y="897636"/>
                </a:moveTo>
                <a:lnTo>
                  <a:pt x="65532" y="784860"/>
                </a:lnTo>
                <a:lnTo>
                  <a:pt x="27432" y="762000"/>
                </a:lnTo>
                <a:lnTo>
                  <a:pt x="15240" y="736092"/>
                </a:lnTo>
                <a:lnTo>
                  <a:pt x="7620" y="736092"/>
                </a:lnTo>
                <a:lnTo>
                  <a:pt x="7620" y="836676"/>
                </a:lnTo>
                <a:lnTo>
                  <a:pt x="15240" y="836676"/>
                </a:lnTo>
                <a:lnTo>
                  <a:pt x="16764" y="835152"/>
                </a:lnTo>
                <a:lnTo>
                  <a:pt x="16764" y="832104"/>
                </a:lnTo>
                <a:lnTo>
                  <a:pt x="18288" y="821436"/>
                </a:lnTo>
                <a:lnTo>
                  <a:pt x="21336" y="813816"/>
                </a:lnTo>
                <a:lnTo>
                  <a:pt x="33528" y="801624"/>
                </a:lnTo>
                <a:lnTo>
                  <a:pt x="38100" y="801624"/>
                </a:lnTo>
                <a:lnTo>
                  <a:pt x="44932" y="802462"/>
                </a:lnTo>
                <a:lnTo>
                  <a:pt x="53911" y="804862"/>
                </a:lnTo>
                <a:lnTo>
                  <a:pt x="64884" y="808697"/>
                </a:lnTo>
                <a:lnTo>
                  <a:pt x="266700" y="890016"/>
                </a:lnTo>
                <a:lnTo>
                  <a:pt x="74676" y="973836"/>
                </a:lnTo>
                <a:lnTo>
                  <a:pt x="62953" y="978725"/>
                </a:lnTo>
                <a:lnTo>
                  <a:pt x="52959" y="982027"/>
                </a:lnTo>
                <a:lnTo>
                  <a:pt x="44665" y="983919"/>
                </a:lnTo>
                <a:lnTo>
                  <a:pt x="38100" y="984504"/>
                </a:lnTo>
                <a:lnTo>
                  <a:pt x="32004" y="984504"/>
                </a:lnTo>
                <a:lnTo>
                  <a:pt x="15240" y="947928"/>
                </a:lnTo>
                <a:lnTo>
                  <a:pt x="7620" y="947928"/>
                </a:lnTo>
                <a:lnTo>
                  <a:pt x="7620" y="1082040"/>
                </a:lnTo>
                <a:lnTo>
                  <a:pt x="15240" y="1082040"/>
                </a:lnTo>
                <a:lnTo>
                  <a:pt x="16764" y="1071372"/>
                </a:lnTo>
                <a:lnTo>
                  <a:pt x="18288" y="1063752"/>
                </a:lnTo>
                <a:lnTo>
                  <a:pt x="50673" y="1034491"/>
                </a:lnTo>
                <a:lnTo>
                  <a:pt x="60960" y="1030224"/>
                </a:lnTo>
                <a:lnTo>
                  <a:pt x="342900" y="908304"/>
                </a:lnTo>
                <a:lnTo>
                  <a:pt x="342900" y="897636"/>
                </a:lnTo>
                <a:close/>
              </a:path>
              <a:path extrusionOk="0" h="1082039" w="342900">
                <a:moveTo>
                  <a:pt x="342900" y="286512"/>
                </a:moveTo>
                <a:lnTo>
                  <a:pt x="336232" y="244602"/>
                </a:lnTo>
                <a:lnTo>
                  <a:pt x="302704" y="198958"/>
                </a:lnTo>
                <a:lnTo>
                  <a:pt x="252971" y="182880"/>
                </a:lnTo>
                <a:lnTo>
                  <a:pt x="242976" y="183451"/>
                </a:lnTo>
                <a:lnTo>
                  <a:pt x="199263" y="202692"/>
                </a:lnTo>
                <a:lnTo>
                  <a:pt x="168783" y="241744"/>
                </a:lnTo>
                <a:lnTo>
                  <a:pt x="132054" y="305523"/>
                </a:lnTo>
                <a:lnTo>
                  <a:pt x="119253" y="325755"/>
                </a:lnTo>
                <a:lnTo>
                  <a:pt x="92176" y="355409"/>
                </a:lnTo>
                <a:lnTo>
                  <a:pt x="70104" y="361188"/>
                </a:lnTo>
                <a:lnTo>
                  <a:pt x="60972" y="360070"/>
                </a:lnTo>
                <a:lnTo>
                  <a:pt x="28803" y="335851"/>
                </a:lnTo>
                <a:lnTo>
                  <a:pt x="19812" y="303276"/>
                </a:lnTo>
                <a:lnTo>
                  <a:pt x="20637" y="291871"/>
                </a:lnTo>
                <a:lnTo>
                  <a:pt x="38049" y="249364"/>
                </a:lnTo>
                <a:lnTo>
                  <a:pt x="72478" y="221919"/>
                </a:lnTo>
                <a:lnTo>
                  <a:pt x="112776" y="211836"/>
                </a:lnTo>
                <a:lnTo>
                  <a:pt x="112776" y="204216"/>
                </a:lnTo>
                <a:lnTo>
                  <a:pt x="0" y="204216"/>
                </a:lnTo>
                <a:lnTo>
                  <a:pt x="0" y="211836"/>
                </a:lnTo>
                <a:lnTo>
                  <a:pt x="7620" y="213360"/>
                </a:lnTo>
                <a:lnTo>
                  <a:pt x="12192" y="214884"/>
                </a:lnTo>
                <a:lnTo>
                  <a:pt x="18288" y="220980"/>
                </a:lnTo>
                <a:lnTo>
                  <a:pt x="18288" y="231648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1493"/>
                </a:lnTo>
                <a:lnTo>
                  <a:pt x="3238" y="275653"/>
                </a:lnTo>
                <a:lnTo>
                  <a:pt x="825" y="289547"/>
                </a:lnTo>
                <a:lnTo>
                  <a:pt x="0" y="303276"/>
                </a:lnTo>
                <a:lnTo>
                  <a:pt x="1689" y="322999"/>
                </a:lnTo>
                <a:lnTo>
                  <a:pt x="25908" y="371856"/>
                </a:lnTo>
                <a:lnTo>
                  <a:pt x="70053" y="397573"/>
                </a:lnTo>
                <a:lnTo>
                  <a:pt x="86868" y="399288"/>
                </a:lnTo>
                <a:lnTo>
                  <a:pt x="96888" y="398716"/>
                </a:lnTo>
                <a:lnTo>
                  <a:pt x="132943" y="385000"/>
                </a:lnTo>
                <a:lnTo>
                  <a:pt x="163106" y="352996"/>
                </a:lnTo>
                <a:lnTo>
                  <a:pt x="193548" y="303276"/>
                </a:lnTo>
                <a:lnTo>
                  <a:pt x="204089" y="284708"/>
                </a:lnTo>
                <a:lnTo>
                  <a:pt x="229755" y="246443"/>
                </a:lnTo>
                <a:lnTo>
                  <a:pt x="263652" y="225552"/>
                </a:lnTo>
                <a:lnTo>
                  <a:pt x="272783" y="225552"/>
                </a:lnTo>
                <a:lnTo>
                  <a:pt x="310883" y="242316"/>
                </a:lnTo>
                <a:lnTo>
                  <a:pt x="326136" y="291084"/>
                </a:lnTo>
                <a:lnTo>
                  <a:pt x="325513" y="303618"/>
                </a:lnTo>
                <a:lnTo>
                  <a:pt x="307911" y="348932"/>
                </a:lnTo>
                <a:lnTo>
                  <a:pt x="274688" y="376415"/>
                </a:lnTo>
                <a:lnTo>
                  <a:pt x="230124" y="388620"/>
                </a:lnTo>
                <a:lnTo>
                  <a:pt x="230124" y="396240"/>
                </a:lnTo>
                <a:lnTo>
                  <a:pt x="342900" y="396240"/>
                </a:lnTo>
                <a:lnTo>
                  <a:pt x="342900" y="388620"/>
                </a:lnTo>
                <a:lnTo>
                  <a:pt x="335280" y="387096"/>
                </a:lnTo>
                <a:lnTo>
                  <a:pt x="330708" y="385572"/>
                </a:lnTo>
                <a:lnTo>
                  <a:pt x="329184" y="382524"/>
                </a:lnTo>
                <a:lnTo>
                  <a:pt x="326136" y="381000"/>
                </a:lnTo>
                <a:lnTo>
                  <a:pt x="324612" y="377952"/>
                </a:lnTo>
                <a:lnTo>
                  <a:pt x="324612" y="373380"/>
                </a:lnTo>
                <a:lnTo>
                  <a:pt x="325158" y="369074"/>
                </a:lnTo>
                <a:lnTo>
                  <a:pt x="326707" y="362902"/>
                </a:lnTo>
                <a:lnTo>
                  <a:pt x="332232" y="344424"/>
                </a:lnTo>
                <a:lnTo>
                  <a:pt x="339940" y="316992"/>
                </a:lnTo>
                <a:lnTo>
                  <a:pt x="341376" y="312420"/>
                </a:lnTo>
                <a:lnTo>
                  <a:pt x="342252" y="306451"/>
                </a:lnTo>
                <a:lnTo>
                  <a:pt x="342709" y="300037"/>
                </a:lnTo>
                <a:lnTo>
                  <a:pt x="342900" y="2865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9" name="Google Shape;4119;p70"/>
          <p:cNvSpPr/>
          <p:nvPr/>
        </p:nvSpPr>
        <p:spPr>
          <a:xfrm>
            <a:off x="1333500" y="3017520"/>
            <a:ext cx="342900" cy="2197735"/>
          </a:xfrm>
          <a:custGeom>
            <a:rect b="b" l="l" r="r" t="t"/>
            <a:pathLst>
              <a:path extrusionOk="0" h="2197735" w="342900">
                <a:moveTo>
                  <a:pt x="335267" y="1738884"/>
                </a:moveTo>
                <a:lnTo>
                  <a:pt x="327647" y="1738884"/>
                </a:lnTo>
                <a:lnTo>
                  <a:pt x="327647" y="1749552"/>
                </a:lnTo>
                <a:lnTo>
                  <a:pt x="327647" y="1757172"/>
                </a:lnTo>
                <a:lnTo>
                  <a:pt x="298691" y="1785175"/>
                </a:lnTo>
                <a:lnTo>
                  <a:pt x="277355" y="1786128"/>
                </a:lnTo>
                <a:lnTo>
                  <a:pt x="65519" y="1786128"/>
                </a:lnTo>
                <a:lnTo>
                  <a:pt x="27419" y="1780032"/>
                </a:lnTo>
                <a:lnTo>
                  <a:pt x="15227" y="1749552"/>
                </a:lnTo>
                <a:lnTo>
                  <a:pt x="15227" y="1738884"/>
                </a:lnTo>
                <a:lnTo>
                  <a:pt x="7607" y="1738884"/>
                </a:lnTo>
                <a:lnTo>
                  <a:pt x="7607" y="1879092"/>
                </a:lnTo>
                <a:lnTo>
                  <a:pt x="15227" y="1879092"/>
                </a:lnTo>
                <a:lnTo>
                  <a:pt x="15227" y="1859280"/>
                </a:lnTo>
                <a:lnTo>
                  <a:pt x="21323" y="1844040"/>
                </a:lnTo>
                <a:lnTo>
                  <a:pt x="277355" y="1831848"/>
                </a:lnTo>
                <a:lnTo>
                  <a:pt x="291668" y="1832140"/>
                </a:lnTo>
                <a:lnTo>
                  <a:pt x="327037" y="1857209"/>
                </a:lnTo>
                <a:lnTo>
                  <a:pt x="327647" y="1866900"/>
                </a:lnTo>
                <a:lnTo>
                  <a:pt x="327647" y="1879092"/>
                </a:lnTo>
                <a:lnTo>
                  <a:pt x="335267" y="1879092"/>
                </a:lnTo>
                <a:lnTo>
                  <a:pt x="335267" y="1738884"/>
                </a:lnTo>
                <a:close/>
              </a:path>
              <a:path extrusionOk="0" h="2197735" w="342900">
                <a:moveTo>
                  <a:pt x="335267" y="1388364"/>
                </a:moveTo>
                <a:lnTo>
                  <a:pt x="327647" y="1388364"/>
                </a:lnTo>
                <a:lnTo>
                  <a:pt x="325932" y="1401279"/>
                </a:lnTo>
                <a:lnTo>
                  <a:pt x="323075" y="1412748"/>
                </a:lnTo>
                <a:lnTo>
                  <a:pt x="297548" y="1450657"/>
                </a:lnTo>
                <a:lnTo>
                  <a:pt x="175247" y="1540764"/>
                </a:lnTo>
                <a:lnTo>
                  <a:pt x="169824" y="1520507"/>
                </a:lnTo>
                <a:lnTo>
                  <a:pt x="166230" y="1511808"/>
                </a:lnTo>
                <a:lnTo>
                  <a:pt x="166103" y="1511503"/>
                </a:lnTo>
                <a:lnTo>
                  <a:pt x="166103" y="1607820"/>
                </a:lnTo>
                <a:lnTo>
                  <a:pt x="166103" y="1621536"/>
                </a:lnTo>
                <a:lnTo>
                  <a:pt x="31991" y="1621536"/>
                </a:lnTo>
                <a:lnTo>
                  <a:pt x="31915" y="1621231"/>
                </a:lnTo>
                <a:lnTo>
                  <a:pt x="28841" y="1610296"/>
                </a:lnTo>
                <a:lnTo>
                  <a:pt x="26466" y="1600200"/>
                </a:lnTo>
                <a:lnTo>
                  <a:pt x="24930" y="1591106"/>
                </a:lnTo>
                <a:lnTo>
                  <a:pt x="24371" y="1583436"/>
                </a:lnTo>
                <a:lnTo>
                  <a:pt x="25755" y="1568272"/>
                </a:lnTo>
                <a:lnTo>
                  <a:pt x="44183" y="1531620"/>
                </a:lnTo>
                <a:lnTo>
                  <a:pt x="79336" y="1513192"/>
                </a:lnTo>
                <a:lnTo>
                  <a:pt x="94475" y="1511808"/>
                </a:lnTo>
                <a:lnTo>
                  <a:pt x="109651" y="1513484"/>
                </a:lnTo>
                <a:lnTo>
                  <a:pt x="146291" y="1536192"/>
                </a:lnTo>
                <a:lnTo>
                  <a:pt x="164947" y="1586128"/>
                </a:lnTo>
                <a:lnTo>
                  <a:pt x="166103" y="1607820"/>
                </a:lnTo>
                <a:lnTo>
                  <a:pt x="166103" y="1511503"/>
                </a:lnTo>
                <a:lnTo>
                  <a:pt x="143243" y="1478280"/>
                </a:lnTo>
                <a:lnTo>
                  <a:pt x="105956" y="1458353"/>
                </a:lnTo>
                <a:lnTo>
                  <a:pt x="91427" y="1456944"/>
                </a:lnTo>
                <a:lnTo>
                  <a:pt x="78054" y="1458087"/>
                </a:lnTo>
                <a:lnTo>
                  <a:pt x="34734" y="1484045"/>
                </a:lnTo>
                <a:lnTo>
                  <a:pt x="15227" y="1517904"/>
                </a:lnTo>
                <a:lnTo>
                  <a:pt x="15151" y="1518285"/>
                </a:lnTo>
                <a:lnTo>
                  <a:pt x="12115" y="1532191"/>
                </a:lnTo>
                <a:lnTo>
                  <a:pt x="9702" y="1549908"/>
                </a:lnTo>
                <a:lnTo>
                  <a:pt x="9690" y="1550174"/>
                </a:lnTo>
                <a:lnTo>
                  <a:pt x="8166" y="1571053"/>
                </a:lnTo>
                <a:lnTo>
                  <a:pt x="8089" y="1574292"/>
                </a:lnTo>
                <a:lnTo>
                  <a:pt x="7708" y="1591106"/>
                </a:lnTo>
                <a:lnTo>
                  <a:pt x="7607" y="1714500"/>
                </a:lnTo>
                <a:lnTo>
                  <a:pt x="15227" y="1714500"/>
                </a:lnTo>
                <a:lnTo>
                  <a:pt x="15227" y="1702308"/>
                </a:lnTo>
                <a:lnTo>
                  <a:pt x="16040" y="1693735"/>
                </a:lnTo>
                <a:lnTo>
                  <a:pt x="51358" y="1667789"/>
                </a:lnTo>
                <a:lnTo>
                  <a:pt x="51816" y="1667789"/>
                </a:lnTo>
                <a:lnTo>
                  <a:pt x="65519" y="1667256"/>
                </a:lnTo>
                <a:lnTo>
                  <a:pt x="277355" y="1667256"/>
                </a:lnTo>
                <a:lnTo>
                  <a:pt x="290791" y="1667789"/>
                </a:lnTo>
                <a:lnTo>
                  <a:pt x="326796" y="1692859"/>
                </a:lnTo>
                <a:lnTo>
                  <a:pt x="326872" y="1693735"/>
                </a:lnTo>
                <a:lnTo>
                  <a:pt x="327647" y="1702308"/>
                </a:lnTo>
                <a:lnTo>
                  <a:pt x="327647" y="1714500"/>
                </a:lnTo>
                <a:lnTo>
                  <a:pt x="335267" y="1714500"/>
                </a:lnTo>
                <a:lnTo>
                  <a:pt x="335267" y="1667256"/>
                </a:lnTo>
                <a:lnTo>
                  <a:pt x="335267" y="1621536"/>
                </a:lnTo>
                <a:lnTo>
                  <a:pt x="335267" y="1574292"/>
                </a:lnTo>
                <a:lnTo>
                  <a:pt x="327647" y="1574292"/>
                </a:lnTo>
                <a:lnTo>
                  <a:pt x="327647" y="1588008"/>
                </a:lnTo>
                <a:lnTo>
                  <a:pt x="327063" y="1596580"/>
                </a:lnTo>
                <a:lnTo>
                  <a:pt x="291909" y="1621231"/>
                </a:lnTo>
                <a:lnTo>
                  <a:pt x="277355" y="1621536"/>
                </a:lnTo>
                <a:lnTo>
                  <a:pt x="181343" y="1621536"/>
                </a:lnTo>
                <a:lnTo>
                  <a:pt x="181343" y="1616964"/>
                </a:lnTo>
                <a:lnTo>
                  <a:pt x="182867" y="1615440"/>
                </a:lnTo>
                <a:lnTo>
                  <a:pt x="182778" y="1596580"/>
                </a:lnTo>
                <a:lnTo>
                  <a:pt x="181343" y="1588008"/>
                </a:lnTo>
                <a:lnTo>
                  <a:pt x="246710" y="1540764"/>
                </a:lnTo>
                <a:lnTo>
                  <a:pt x="335267" y="1476756"/>
                </a:lnTo>
                <a:lnTo>
                  <a:pt x="335267" y="1388364"/>
                </a:lnTo>
                <a:close/>
              </a:path>
              <a:path extrusionOk="0" h="2197735" w="342900">
                <a:moveTo>
                  <a:pt x="335267" y="557784"/>
                </a:moveTo>
                <a:lnTo>
                  <a:pt x="327647" y="557784"/>
                </a:lnTo>
                <a:lnTo>
                  <a:pt x="327647" y="569976"/>
                </a:lnTo>
                <a:lnTo>
                  <a:pt x="327647" y="577596"/>
                </a:lnTo>
                <a:lnTo>
                  <a:pt x="298691" y="604647"/>
                </a:lnTo>
                <a:lnTo>
                  <a:pt x="65519" y="605028"/>
                </a:lnTo>
                <a:lnTo>
                  <a:pt x="52070" y="604723"/>
                </a:lnTo>
                <a:lnTo>
                  <a:pt x="16065" y="579437"/>
                </a:lnTo>
                <a:lnTo>
                  <a:pt x="15227" y="569976"/>
                </a:lnTo>
                <a:lnTo>
                  <a:pt x="15227" y="557784"/>
                </a:lnTo>
                <a:lnTo>
                  <a:pt x="7607" y="557784"/>
                </a:lnTo>
                <a:lnTo>
                  <a:pt x="7607" y="697992"/>
                </a:lnTo>
                <a:lnTo>
                  <a:pt x="15227" y="697992"/>
                </a:lnTo>
                <a:lnTo>
                  <a:pt x="15227" y="679704"/>
                </a:lnTo>
                <a:lnTo>
                  <a:pt x="21323" y="664464"/>
                </a:lnTo>
                <a:lnTo>
                  <a:pt x="65519" y="650748"/>
                </a:lnTo>
                <a:lnTo>
                  <a:pt x="277355" y="650748"/>
                </a:lnTo>
                <a:lnTo>
                  <a:pt x="315455" y="656844"/>
                </a:lnTo>
                <a:lnTo>
                  <a:pt x="327647" y="687324"/>
                </a:lnTo>
                <a:lnTo>
                  <a:pt x="327647" y="697992"/>
                </a:lnTo>
                <a:lnTo>
                  <a:pt x="335267" y="697992"/>
                </a:lnTo>
                <a:lnTo>
                  <a:pt x="335267" y="557784"/>
                </a:lnTo>
                <a:close/>
              </a:path>
              <a:path extrusionOk="0" h="2197735" w="342900">
                <a:moveTo>
                  <a:pt x="335280" y="326136"/>
                </a:moveTo>
                <a:lnTo>
                  <a:pt x="327660" y="326136"/>
                </a:lnTo>
                <a:lnTo>
                  <a:pt x="327660" y="338328"/>
                </a:lnTo>
                <a:lnTo>
                  <a:pt x="327063" y="347789"/>
                </a:lnTo>
                <a:lnTo>
                  <a:pt x="291909" y="373075"/>
                </a:lnTo>
                <a:lnTo>
                  <a:pt x="277368" y="373380"/>
                </a:lnTo>
                <a:lnTo>
                  <a:pt x="27432" y="373380"/>
                </a:lnTo>
                <a:lnTo>
                  <a:pt x="27432" y="327660"/>
                </a:lnTo>
                <a:lnTo>
                  <a:pt x="27978" y="317931"/>
                </a:lnTo>
                <a:lnTo>
                  <a:pt x="48552" y="278917"/>
                </a:lnTo>
                <a:lnTo>
                  <a:pt x="83820" y="268224"/>
                </a:lnTo>
                <a:lnTo>
                  <a:pt x="83820" y="257556"/>
                </a:lnTo>
                <a:lnTo>
                  <a:pt x="7620" y="260604"/>
                </a:lnTo>
                <a:lnTo>
                  <a:pt x="7620" y="528828"/>
                </a:lnTo>
                <a:lnTo>
                  <a:pt x="83820" y="531876"/>
                </a:lnTo>
                <a:lnTo>
                  <a:pt x="83820" y="522732"/>
                </a:lnTo>
                <a:lnTo>
                  <a:pt x="73190" y="521957"/>
                </a:lnTo>
                <a:lnTo>
                  <a:pt x="64008" y="519874"/>
                </a:lnTo>
                <a:lnTo>
                  <a:pt x="29997" y="485305"/>
                </a:lnTo>
                <a:lnTo>
                  <a:pt x="27432" y="458724"/>
                </a:lnTo>
                <a:lnTo>
                  <a:pt x="27432" y="419100"/>
                </a:lnTo>
                <a:lnTo>
                  <a:pt x="277368" y="419100"/>
                </a:lnTo>
                <a:lnTo>
                  <a:pt x="290817" y="419633"/>
                </a:lnTo>
                <a:lnTo>
                  <a:pt x="326821" y="445350"/>
                </a:lnTo>
                <a:lnTo>
                  <a:pt x="327660" y="455676"/>
                </a:lnTo>
                <a:lnTo>
                  <a:pt x="327660" y="466344"/>
                </a:lnTo>
                <a:lnTo>
                  <a:pt x="335280" y="466344"/>
                </a:lnTo>
                <a:lnTo>
                  <a:pt x="335280" y="326136"/>
                </a:lnTo>
                <a:close/>
              </a:path>
              <a:path extrusionOk="0" h="2197735" w="342900">
                <a:moveTo>
                  <a:pt x="342900" y="2039112"/>
                </a:moveTo>
                <a:lnTo>
                  <a:pt x="338137" y="1996821"/>
                </a:lnTo>
                <a:lnTo>
                  <a:pt x="323075" y="1961388"/>
                </a:lnTo>
                <a:lnTo>
                  <a:pt x="296595" y="1930717"/>
                </a:lnTo>
                <a:lnTo>
                  <a:pt x="257556" y="1903476"/>
                </a:lnTo>
                <a:lnTo>
                  <a:pt x="254495" y="1911096"/>
                </a:lnTo>
                <a:lnTo>
                  <a:pt x="273342" y="1925650"/>
                </a:lnTo>
                <a:lnTo>
                  <a:pt x="288594" y="1939480"/>
                </a:lnTo>
                <a:lnTo>
                  <a:pt x="313842" y="1977326"/>
                </a:lnTo>
                <a:lnTo>
                  <a:pt x="321551" y="2020824"/>
                </a:lnTo>
                <a:lnTo>
                  <a:pt x="320433" y="2038565"/>
                </a:lnTo>
                <a:lnTo>
                  <a:pt x="304800" y="2086356"/>
                </a:lnTo>
                <a:lnTo>
                  <a:pt x="269646" y="2121077"/>
                </a:lnTo>
                <a:lnTo>
                  <a:pt x="219062" y="2139315"/>
                </a:lnTo>
                <a:lnTo>
                  <a:pt x="176771" y="2142744"/>
                </a:lnTo>
                <a:lnTo>
                  <a:pt x="151371" y="2141893"/>
                </a:lnTo>
                <a:lnTo>
                  <a:pt x="106273" y="2135035"/>
                </a:lnTo>
                <a:lnTo>
                  <a:pt x="69735" y="2120455"/>
                </a:lnTo>
                <a:lnTo>
                  <a:pt x="33528" y="2087880"/>
                </a:lnTo>
                <a:lnTo>
                  <a:pt x="17881" y="2044814"/>
                </a:lnTo>
                <a:lnTo>
                  <a:pt x="16764" y="2028444"/>
                </a:lnTo>
                <a:lnTo>
                  <a:pt x="18186" y="2010498"/>
                </a:lnTo>
                <a:lnTo>
                  <a:pt x="39624" y="1962912"/>
                </a:lnTo>
                <a:lnTo>
                  <a:pt x="69342" y="1938718"/>
                </a:lnTo>
                <a:lnTo>
                  <a:pt x="112776" y="1920240"/>
                </a:lnTo>
                <a:lnTo>
                  <a:pt x="112776" y="1912620"/>
                </a:lnTo>
                <a:lnTo>
                  <a:pt x="0" y="1920240"/>
                </a:lnTo>
                <a:lnTo>
                  <a:pt x="0" y="1927860"/>
                </a:lnTo>
                <a:lnTo>
                  <a:pt x="7620" y="1930908"/>
                </a:lnTo>
                <a:lnTo>
                  <a:pt x="13716" y="1932432"/>
                </a:lnTo>
                <a:lnTo>
                  <a:pt x="21336" y="1940052"/>
                </a:lnTo>
                <a:lnTo>
                  <a:pt x="22860" y="1944624"/>
                </a:lnTo>
                <a:lnTo>
                  <a:pt x="22860" y="1950720"/>
                </a:lnTo>
                <a:lnTo>
                  <a:pt x="21336" y="1956816"/>
                </a:lnTo>
                <a:lnTo>
                  <a:pt x="18288" y="1962912"/>
                </a:lnTo>
                <a:lnTo>
                  <a:pt x="10287" y="1980082"/>
                </a:lnTo>
                <a:lnTo>
                  <a:pt x="4572" y="1997392"/>
                </a:lnTo>
                <a:lnTo>
                  <a:pt x="1143" y="2014994"/>
                </a:lnTo>
                <a:lnTo>
                  <a:pt x="0" y="2033016"/>
                </a:lnTo>
                <a:lnTo>
                  <a:pt x="1422" y="2055329"/>
                </a:lnTo>
                <a:lnTo>
                  <a:pt x="12852" y="2097100"/>
                </a:lnTo>
                <a:lnTo>
                  <a:pt x="35433" y="2134273"/>
                </a:lnTo>
                <a:lnTo>
                  <a:pt x="67437" y="2163991"/>
                </a:lnTo>
                <a:lnTo>
                  <a:pt x="107988" y="2186038"/>
                </a:lnTo>
                <a:lnTo>
                  <a:pt x="153085" y="2196427"/>
                </a:lnTo>
                <a:lnTo>
                  <a:pt x="176771" y="2197608"/>
                </a:lnTo>
                <a:lnTo>
                  <a:pt x="206514" y="2195614"/>
                </a:lnTo>
                <a:lnTo>
                  <a:pt x="259715" y="2179612"/>
                </a:lnTo>
                <a:lnTo>
                  <a:pt x="309460" y="2140699"/>
                </a:lnTo>
                <a:lnTo>
                  <a:pt x="339178" y="2077745"/>
                </a:lnTo>
                <a:lnTo>
                  <a:pt x="342900" y="2039112"/>
                </a:lnTo>
                <a:close/>
              </a:path>
              <a:path extrusionOk="0" h="2197735" w="342900">
                <a:moveTo>
                  <a:pt x="342900" y="1219200"/>
                </a:moveTo>
                <a:lnTo>
                  <a:pt x="338137" y="1178052"/>
                </a:lnTo>
                <a:lnTo>
                  <a:pt x="323075" y="1141476"/>
                </a:lnTo>
                <a:lnTo>
                  <a:pt x="296595" y="1110996"/>
                </a:lnTo>
                <a:lnTo>
                  <a:pt x="257556" y="1085088"/>
                </a:lnTo>
                <a:lnTo>
                  <a:pt x="254495" y="1092708"/>
                </a:lnTo>
                <a:lnTo>
                  <a:pt x="273342" y="1106411"/>
                </a:lnTo>
                <a:lnTo>
                  <a:pt x="288594" y="1119949"/>
                </a:lnTo>
                <a:lnTo>
                  <a:pt x="313842" y="1158265"/>
                </a:lnTo>
                <a:lnTo>
                  <a:pt x="321551" y="1200912"/>
                </a:lnTo>
                <a:lnTo>
                  <a:pt x="320433" y="1219517"/>
                </a:lnTo>
                <a:lnTo>
                  <a:pt x="304800" y="1266444"/>
                </a:lnTo>
                <a:lnTo>
                  <a:pt x="269646" y="1301381"/>
                </a:lnTo>
                <a:lnTo>
                  <a:pt x="219062" y="1320736"/>
                </a:lnTo>
                <a:lnTo>
                  <a:pt x="176771" y="1324356"/>
                </a:lnTo>
                <a:lnTo>
                  <a:pt x="151371" y="1323263"/>
                </a:lnTo>
                <a:lnTo>
                  <a:pt x="106273" y="1315364"/>
                </a:lnTo>
                <a:lnTo>
                  <a:pt x="69735" y="1300543"/>
                </a:lnTo>
                <a:lnTo>
                  <a:pt x="33528" y="1267968"/>
                </a:lnTo>
                <a:lnTo>
                  <a:pt x="17881" y="1225753"/>
                </a:lnTo>
                <a:lnTo>
                  <a:pt x="16764" y="1210056"/>
                </a:lnTo>
                <a:lnTo>
                  <a:pt x="18186" y="1191221"/>
                </a:lnTo>
                <a:lnTo>
                  <a:pt x="39624" y="1143000"/>
                </a:lnTo>
                <a:lnTo>
                  <a:pt x="69342" y="1118997"/>
                </a:lnTo>
                <a:lnTo>
                  <a:pt x="112776" y="1101852"/>
                </a:lnTo>
                <a:lnTo>
                  <a:pt x="112776" y="1094232"/>
                </a:lnTo>
                <a:lnTo>
                  <a:pt x="0" y="1101852"/>
                </a:lnTo>
                <a:lnTo>
                  <a:pt x="0" y="1109472"/>
                </a:lnTo>
                <a:lnTo>
                  <a:pt x="7620" y="1110996"/>
                </a:lnTo>
                <a:lnTo>
                  <a:pt x="13716" y="1114044"/>
                </a:lnTo>
                <a:lnTo>
                  <a:pt x="18288" y="1117092"/>
                </a:lnTo>
                <a:lnTo>
                  <a:pt x="21336" y="1121664"/>
                </a:lnTo>
                <a:lnTo>
                  <a:pt x="22860" y="1124712"/>
                </a:lnTo>
                <a:lnTo>
                  <a:pt x="22860" y="1132332"/>
                </a:lnTo>
                <a:lnTo>
                  <a:pt x="21336" y="1136904"/>
                </a:lnTo>
                <a:lnTo>
                  <a:pt x="18288" y="1143000"/>
                </a:lnTo>
                <a:lnTo>
                  <a:pt x="10287" y="1160386"/>
                </a:lnTo>
                <a:lnTo>
                  <a:pt x="4572" y="1178052"/>
                </a:lnTo>
                <a:lnTo>
                  <a:pt x="1143" y="1195730"/>
                </a:lnTo>
                <a:lnTo>
                  <a:pt x="0" y="1213104"/>
                </a:lnTo>
                <a:lnTo>
                  <a:pt x="1422" y="1235417"/>
                </a:lnTo>
                <a:lnTo>
                  <a:pt x="12852" y="1277188"/>
                </a:lnTo>
                <a:lnTo>
                  <a:pt x="35433" y="1315212"/>
                </a:lnTo>
                <a:lnTo>
                  <a:pt x="67437" y="1344930"/>
                </a:lnTo>
                <a:lnTo>
                  <a:pt x="107988" y="1366367"/>
                </a:lnTo>
                <a:lnTo>
                  <a:pt x="153085" y="1377797"/>
                </a:lnTo>
                <a:lnTo>
                  <a:pt x="176771" y="1379220"/>
                </a:lnTo>
                <a:lnTo>
                  <a:pt x="206514" y="1376984"/>
                </a:lnTo>
                <a:lnTo>
                  <a:pt x="259715" y="1359941"/>
                </a:lnTo>
                <a:lnTo>
                  <a:pt x="309460" y="1320787"/>
                </a:lnTo>
                <a:lnTo>
                  <a:pt x="339178" y="1257833"/>
                </a:lnTo>
                <a:lnTo>
                  <a:pt x="342900" y="1219200"/>
                </a:lnTo>
                <a:close/>
              </a:path>
              <a:path extrusionOk="0" h="2197735" w="342900">
                <a:moveTo>
                  <a:pt x="342900" y="886968"/>
                </a:moveTo>
                <a:lnTo>
                  <a:pt x="338137" y="843534"/>
                </a:lnTo>
                <a:lnTo>
                  <a:pt x="313372" y="796442"/>
                </a:lnTo>
                <a:lnTo>
                  <a:pt x="277368" y="771144"/>
                </a:lnTo>
                <a:lnTo>
                  <a:pt x="223354" y="762571"/>
                </a:lnTo>
                <a:lnTo>
                  <a:pt x="199644" y="762000"/>
                </a:lnTo>
                <a:lnTo>
                  <a:pt x="65532" y="762000"/>
                </a:lnTo>
                <a:lnTo>
                  <a:pt x="53860" y="761695"/>
                </a:lnTo>
                <a:lnTo>
                  <a:pt x="19621" y="743712"/>
                </a:lnTo>
                <a:lnTo>
                  <a:pt x="15240" y="726948"/>
                </a:lnTo>
                <a:lnTo>
                  <a:pt x="15240" y="714756"/>
                </a:lnTo>
                <a:lnTo>
                  <a:pt x="7620" y="714756"/>
                </a:lnTo>
                <a:lnTo>
                  <a:pt x="7620" y="830580"/>
                </a:lnTo>
                <a:lnTo>
                  <a:pt x="15240" y="830580"/>
                </a:lnTo>
                <a:lnTo>
                  <a:pt x="15240" y="818388"/>
                </a:lnTo>
                <a:lnTo>
                  <a:pt x="16040" y="808939"/>
                </a:lnTo>
                <a:lnTo>
                  <a:pt x="51828" y="783653"/>
                </a:lnTo>
                <a:lnTo>
                  <a:pt x="65532" y="783336"/>
                </a:lnTo>
                <a:lnTo>
                  <a:pt x="198120" y="783336"/>
                </a:lnTo>
                <a:lnTo>
                  <a:pt x="242887" y="785622"/>
                </a:lnTo>
                <a:lnTo>
                  <a:pt x="282765" y="797966"/>
                </a:lnTo>
                <a:lnTo>
                  <a:pt x="307848" y="827532"/>
                </a:lnTo>
                <a:lnTo>
                  <a:pt x="320700" y="869111"/>
                </a:lnTo>
                <a:lnTo>
                  <a:pt x="321564" y="885444"/>
                </a:lnTo>
                <a:lnTo>
                  <a:pt x="320992" y="897445"/>
                </a:lnTo>
                <a:lnTo>
                  <a:pt x="308432" y="935164"/>
                </a:lnTo>
                <a:lnTo>
                  <a:pt x="274129" y="961834"/>
                </a:lnTo>
                <a:lnTo>
                  <a:pt x="251460" y="966216"/>
                </a:lnTo>
                <a:lnTo>
                  <a:pt x="240068" y="968222"/>
                </a:lnTo>
                <a:lnTo>
                  <a:pt x="228981" y="969645"/>
                </a:lnTo>
                <a:lnTo>
                  <a:pt x="218452" y="970508"/>
                </a:lnTo>
                <a:lnTo>
                  <a:pt x="208788" y="970788"/>
                </a:lnTo>
                <a:lnTo>
                  <a:pt x="65532" y="970788"/>
                </a:lnTo>
                <a:lnTo>
                  <a:pt x="22948" y="959535"/>
                </a:lnTo>
                <a:lnTo>
                  <a:pt x="15240" y="935736"/>
                </a:lnTo>
                <a:lnTo>
                  <a:pt x="15240" y="923544"/>
                </a:lnTo>
                <a:lnTo>
                  <a:pt x="7620" y="923544"/>
                </a:lnTo>
                <a:lnTo>
                  <a:pt x="7620" y="1063752"/>
                </a:lnTo>
                <a:lnTo>
                  <a:pt x="15240" y="1063752"/>
                </a:lnTo>
                <a:lnTo>
                  <a:pt x="15240" y="1051560"/>
                </a:lnTo>
                <a:lnTo>
                  <a:pt x="15824" y="1042987"/>
                </a:lnTo>
                <a:lnTo>
                  <a:pt x="51828" y="1016850"/>
                </a:lnTo>
                <a:lnTo>
                  <a:pt x="65532" y="1016508"/>
                </a:lnTo>
                <a:lnTo>
                  <a:pt x="193548" y="1016508"/>
                </a:lnTo>
                <a:lnTo>
                  <a:pt x="220954" y="1015961"/>
                </a:lnTo>
                <a:lnTo>
                  <a:pt x="261480" y="1012012"/>
                </a:lnTo>
                <a:lnTo>
                  <a:pt x="302895" y="992505"/>
                </a:lnTo>
                <a:lnTo>
                  <a:pt x="332613" y="953833"/>
                </a:lnTo>
                <a:lnTo>
                  <a:pt x="341757" y="912685"/>
                </a:lnTo>
                <a:lnTo>
                  <a:pt x="342900" y="886968"/>
                </a:lnTo>
                <a:close/>
              </a:path>
              <a:path extrusionOk="0" h="2197735" w="342900">
                <a:moveTo>
                  <a:pt x="342900" y="103632"/>
                </a:moveTo>
                <a:lnTo>
                  <a:pt x="336232" y="62293"/>
                </a:lnTo>
                <a:lnTo>
                  <a:pt x="316979" y="28956"/>
                </a:lnTo>
                <a:lnTo>
                  <a:pt x="270700" y="1739"/>
                </a:lnTo>
                <a:lnTo>
                  <a:pt x="252971" y="0"/>
                </a:lnTo>
                <a:lnTo>
                  <a:pt x="242976" y="571"/>
                </a:lnTo>
                <a:lnTo>
                  <a:pt x="199263" y="19812"/>
                </a:lnTo>
                <a:lnTo>
                  <a:pt x="168783" y="58864"/>
                </a:lnTo>
                <a:lnTo>
                  <a:pt x="132054" y="122643"/>
                </a:lnTo>
                <a:lnTo>
                  <a:pt x="119253" y="142875"/>
                </a:lnTo>
                <a:lnTo>
                  <a:pt x="92176" y="172529"/>
                </a:lnTo>
                <a:lnTo>
                  <a:pt x="70104" y="178308"/>
                </a:lnTo>
                <a:lnTo>
                  <a:pt x="60972" y="177190"/>
                </a:lnTo>
                <a:lnTo>
                  <a:pt x="28803" y="152971"/>
                </a:lnTo>
                <a:lnTo>
                  <a:pt x="19812" y="120396"/>
                </a:lnTo>
                <a:lnTo>
                  <a:pt x="20637" y="108991"/>
                </a:lnTo>
                <a:lnTo>
                  <a:pt x="38049" y="66484"/>
                </a:lnTo>
                <a:lnTo>
                  <a:pt x="72478" y="39039"/>
                </a:lnTo>
                <a:lnTo>
                  <a:pt x="112776" y="28956"/>
                </a:lnTo>
                <a:lnTo>
                  <a:pt x="112776" y="21336"/>
                </a:lnTo>
                <a:lnTo>
                  <a:pt x="0" y="21336"/>
                </a:lnTo>
                <a:lnTo>
                  <a:pt x="0" y="28956"/>
                </a:lnTo>
                <a:lnTo>
                  <a:pt x="7620" y="30480"/>
                </a:lnTo>
                <a:lnTo>
                  <a:pt x="12192" y="32004"/>
                </a:lnTo>
                <a:lnTo>
                  <a:pt x="18288" y="38100"/>
                </a:lnTo>
                <a:lnTo>
                  <a:pt x="18288" y="48768"/>
                </a:lnTo>
                <a:lnTo>
                  <a:pt x="16764" y="54864"/>
                </a:lnTo>
                <a:lnTo>
                  <a:pt x="12192" y="64008"/>
                </a:lnTo>
                <a:lnTo>
                  <a:pt x="7061" y="78613"/>
                </a:lnTo>
                <a:lnTo>
                  <a:pt x="3238" y="92773"/>
                </a:lnTo>
                <a:lnTo>
                  <a:pt x="825" y="106667"/>
                </a:lnTo>
                <a:lnTo>
                  <a:pt x="0" y="120396"/>
                </a:lnTo>
                <a:lnTo>
                  <a:pt x="1689" y="140119"/>
                </a:lnTo>
                <a:lnTo>
                  <a:pt x="25908" y="188976"/>
                </a:lnTo>
                <a:lnTo>
                  <a:pt x="70053" y="214693"/>
                </a:lnTo>
                <a:lnTo>
                  <a:pt x="86868" y="216408"/>
                </a:lnTo>
                <a:lnTo>
                  <a:pt x="96888" y="215836"/>
                </a:lnTo>
                <a:lnTo>
                  <a:pt x="132943" y="202120"/>
                </a:lnTo>
                <a:lnTo>
                  <a:pt x="163106" y="170116"/>
                </a:lnTo>
                <a:lnTo>
                  <a:pt x="193548" y="120396"/>
                </a:lnTo>
                <a:lnTo>
                  <a:pt x="204089" y="101828"/>
                </a:lnTo>
                <a:lnTo>
                  <a:pt x="229755" y="63563"/>
                </a:lnTo>
                <a:lnTo>
                  <a:pt x="263652" y="42672"/>
                </a:lnTo>
                <a:lnTo>
                  <a:pt x="272783" y="42672"/>
                </a:lnTo>
                <a:lnTo>
                  <a:pt x="310883" y="59436"/>
                </a:lnTo>
                <a:lnTo>
                  <a:pt x="326136" y="108204"/>
                </a:lnTo>
                <a:lnTo>
                  <a:pt x="325513" y="120738"/>
                </a:lnTo>
                <a:lnTo>
                  <a:pt x="307911" y="166052"/>
                </a:lnTo>
                <a:lnTo>
                  <a:pt x="274688" y="193535"/>
                </a:lnTo>
                <a:lnTo>
                  <a:pt x="230124" y="205740"/>
                </a:lnTo>
                <a:lnTo>
                  <a:pt x="230124" y="213360"/>
                </a:lnTo>
                <a:lnTo>
                  <a:pt x="342900" y="213360"/>
                </a:lnTo>
                <a:lnTo>
                  <a:pt x="342900" y="205740"/>
                </a:lnTo>
                <a:lnTo>
                  <a:pt x="335280" y="204216"/>
                </a:lnTo>
                <a:lnTo>
                  <a:pt x="330708" y="202692"/>
                </a:lnTo>
                <a:lnTo>
                  <a:pt x="329184" y="199644"/>
                </a:lnTo>
                <a:lnTo>
                  <a:pt x="326136" y="198120"/>
                </a:lnTo>
                <a:lnTo>
                  <a:pt x="324612" y="195072"/>
                </a:lnTo>
                <a:lnTo>
                  <a:pt x="324612" y="190500"/>
                </a:lnTo>
                <a:lnTo>
                  <a:pt x="325158" y="186194"/>
                </a:lnTo>
                <a:lnTo>
                  <a:pt x="326707" y="180022"/>
                </a:lnTo>
                <a:lnTo>
                  <a:pt x="332232" y="161544"/>
                </a:lnTo>
                <a:lnTo>
                  <a:pt x="341376" y="129540"/>
                </a:lnTo>
                <a:lnTo>
                  <a:pt x="342252" y="123571"/>
                </a:lnTo>
                <a:lnTo>
                  <a:pt x="342709" y="117157"/>
                </a:lnTo>
                <a:lnTo>
                  <a:pt x="342900" y="10363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0" name="Google Shape;4120;p70"/>
          <p:cNvSpPr/>
          <p:nvPr/>
        </p:nvSpPr>
        <p:spPr>
          <a:xfrm>
            <a:off x="1333487" y="1839468"/>
            <a:ext cx="341630" cy="1047115"/>
          </a:xfrm>
          <a:custGeom>
            <a:rect b="b" l="l" r="r" t="t"/>
            <a:pathLst>
              <a:path extrusionOk="0" h="1047114" w="341630">
                <a:moveTo>
                  <a:pt x="335280" y="697992"/>
                </a:moveTo>
                <a:lnTo>
                  <a:pt x="327660" y="697992"/>
                </a:lnTo>
                <a:lnTo>
                  <a:pt x="326859" y="707478"/>
                </a:lnTo>
                <a:lnTo>
                  <a:pt x="324612" y="715518"/>
                </a:lnTo>
                <a:lnTo>
                  <a:pt x="288493" y="747547"/>
                </a:lnTo>
                <a:lnTo>
                  <a:pt x="207264" y="781850"/>
                </a:lnTo>
                <a:lnTo>
                  <a:pt x="207264" y="830580"/>
                </a:lnTo>
                <a:lnTo>
                  <a:pt x="207264" y="943356"/>
                </a:lnTo>
                <a:lnTo>
                  <a:pt x="76200" y="885444"/>
                </a:lnTo>
                <a:lnTo>
                  <a:pt x="207264" y="830580"/>
                </a:lnTo>
                <a:lnTo>
                  <a:pt x="207264" y="781850"/>
                </a:lnTo>
                <a:lnTo>
                  <a:pt x="0" y="868680"/>
                </a:lnTo>
                <a:lnTo>
                  <a:pt x="0" y="876300"/>
                </a:lnTo>
                <a:lnTo>
                  <a:pt x="269748" y="993648"/>
                </a:lnTo>
                <a:lnTo>
                  <a:pt x="286588" y="1000493"/>
                </a:lnTo>
                <a:lnTo>
                  <a:pt x="300418" y="1007173"/>
                </a:lnTo>
                <a:lnTo>
                  <a:pt x="326237" y="1037564"/>
                </a:lnTo>
                <a:lnTo>
                  <a:pt x="327660" y="1046988"/>
                </a:lnTo>
                <a:lnTo>
                  <a:pt x="335280" y="1046988"/>
                </a:lnTo>
                <a:lnTo>
                  <a:pt x="335280" y="981456"/>
                </a:lnTo>
                <a:lnTo>
                  <a:pt x="335280" y="943356"/>
                </a:lnTo>
                <a:lnTo>
                  <a:pt x="327660" y="943356"/>
                </a:lnTo>
                <a:lnTo>
                  <a:pt x="327113" y="954557"/>
                </a:lnTo>
                <a:lnTo>
                  <a:pt x="325564" y="963168"/>
                </a:lnTo>
                <a:lnTo>
                  <a:pt x="323164" y="969505"/>
                </a:lnTo>
                <a:lnTo>
                  <a:pt x="320040" y="973836"/>
                </a:lnTo>
                <a:lnTo>
                  <a:pt x="316992" y="979932"/>
                </a:lnTo>
                <a:lnTo>
                  <a:pt x="312420" y="981456"/>
                </a:lnTo>
                <a:lnTo>
                  <a:pt x="307848" y="981456"/>
                </a:lnTo>
                <a:lnTo>
                  <a:pt x="225552" y="950976"/>
                </a:lnTo>
                <a:lnTo>
                  <a:pt x="225552" y="943356"/>
                </a:lnTo>
                <a:lnTo>
                  <a:pt x="225552" y="830580"/>
                </a:lnTo>
                <a:lnTo>
                  <a:pt x="225552" y="822960"/>
                </a:lnTo>
                <a:lnTo>
                  <a:pt x="272796" y="803148"/>
                </a:lnTo>
                <a:lnTo>
                  <a:pt x="284276" y="799147"/>
                </a:lnTo>
                <a:lnTo>
                  <a:pt x="293751" y="796290"/>
                </a:lnTo>
                <a:lnTo>
                  <a:pt x="301523" y="794575"/>
                </a:lnTo>
                <a:lnTo>
                  <a:pt x="307848" y="794004"/>
                </a:lnTo>
                <a:lnTo>
                  <a:pt x="312420" y="794004"/>
                </a:lnTo>
                <a:lnTo>
                  <a:pt x="327660" y="827532"/>
                </a:lnTo>
                <a:lnTo>
                  <a:pt x="335280" y="827532"/>
                </a:lnTo>
                <a:lnTo>
                  <a:pt x="335280" y="794004"/>
                </a:lnTo>
                <a:lnTo>
                  <a:pt x="335280" y="697992"/>
                </a:lnTo>
                <a:close/>
              </a:path>
              <a:path extrusionOk="0" h="1047114" w="341630">
                <a:moveTo>
                  <a:pt x="335280" y="184404"/>
                </a:moveTo>
                <a:lnTo>
                  <a:pt x="332143" y="139547"/>
                </a:lnTo>
                <a:lnTo>
                  <a:pt x="322707" y="100965"/>
                </a:lnTo>
                <a:lnTo>
                  <a:pt x="318516" y="92354"/>
                </a:lnTo>
                <a:lnTo>
                  <a:pt x="318516" y="185928"/>
                </a:lnTo>
                <a:lnTo>
                  <a:pt x="318439" y="188976"/>
                </a:lnTo>
                <a:lnTo>
                  <a:pt x="312420" y="237744"/>
                </a:lnTo>
                <a:lnTo>
                  <a:pt x="32004" y="237744"/>
                </a:lnTo>
                <a:lnTo>
                  <a:pt x="24942" y="199821"/>
                </a:lnTo>
                <a:lnTo>
                  <a:pt x="24803" y="197027"/>
                </a:lnTo>
                <a:lnTo>
                  <a:pt x="24384" y="188976"/>
                </a:lnTo>
                <a:lnTo>
                  <a:pt x="34480" y="135255"/>
                </a:lnTo>
                <a:lnTo>
                  <a:pt x="64008" y="92964"/>
                </a:lnTo>
                <a:lnTo>
                  <a:pt x="110680" y="64198"/>
                </a:lnTo>
                <a:lnTo>
                  <a:pt x="172212" y="54864"/>
                </a:lnTo>
                <a:lnTo>
                  <a:pt x="203885" y="57175"/>
                </a:lnTo>
                <a:lnTo>
                  <a:pt x="257517" y="76085"/>
                </a:lnTo>
                <a:lnTo>
                  <a:pt x="296659" y="112636"/>
                </a:lnTo>
                <a:lnTo>
                  <a:pt x="316191" y="159410"/>
                </a:lnTo>
                <a:lnTo>
                  <a:pt x="318516" y="185928"/>
                </a:lnTo>
                <a:lnTo>
                  <a:pt x="318516" y="92354"/>
                </a:lnTo>
                <a:lnTo>
                  <a:pt x="295313" y="54864"/>
                </a:lnTo>
                <a:lnTo>
                  <a:pt x="260705" y="23799"/>
                </a:lnTo>
                <a:lnTo>
                  <a:pt x="203555" y="2603"/>
                </a:lnTo>
                <a:lnTo>
                  <a:pt x="170688" y="0"/>
                </a:lnTo>
                <a:lnTo>
                  <a:pt x="145503" y="1460"/>
                </a:lnTo>
                <a:lnTo>
                  <a:pt x="100825" y="13512"/>
                </a:lnTo>
                <a:lnTo>
                  <a:pt x="62750" y="36703"/>
                </a:lnTo>
                <a:lnTo>
                  <a:pt x="34696" y="67043"/>
                </a:lnTo>
                <a:lnTo>
                  <a:pt x="17272" y="106832"/>
                </a:lnTo>
                <a:lnTo>
                  <a:pt x="8750" y="162928"/>
                </a:lnTo>
                <a:lnTo>
                  <a:pt x="7620" y="330708"/>
                </a:lnTo>
                <a:lnTo>
                  <a:pt x="15240" y="330708"/>
                </a:lnTo>
                <a:lnTo>
                  <a:pt x="15240" y="318516"/>
                </a:lnTo>
                <a:lnTo>
                  <a:pt x="16052" y="309943"/>
                </a:lnTo>
                <a:lnTo>
                  <a:pt x="51841" y="284022"/>
                </a:lnTo>
                <a:lnTo>
                  <a:pt x="65532" y="283464"/>
                </a:lnTo>
                <a:lnTo>
                  <a:pt x="277368" y="283464"/>
                </a:lnTo>
                <a:lnTo>
                  <a:pt x="319951" y="294728"/>
                </a:lnTo>
                <a:lnTo>
                  <a:pt x="326885" y="309943"/>
                </a:lnTo>
                <a:lnTo>
                  <a:pt x="327660" y="318516"/>
                </a:lnTo>
                <a:lnTo>
                  <a:pt x="327660" y="330708"/>
                </a:lnTo>
                <a:lnTo>
                  <a:pt x="335280" y="330708"/>
                </a:lnTo>
                <a:lnTo>
                  <a:pt x="335280" y="283464"/>
                </a:lnTo>
                <a:lnTo>
                  <a:pt x="335280" y="237744"/>
                </a:lnTo>
                <a:lnTo>
                  <a:pt x="335280" y="184404"/>
                </a:lnTo>
                <a:close/>
              </a:path>
              <a:path extrusionOk="0" h="1047114" w="341630">
                <a:moveTo>
                  <a:pt x="341376" y="388620"/>
                </a:moveTo>
                <a:lnTo>
                  <a:pt x="65532" y="388620"/>
                </a:lnTo>
                <a:lnTo>
                  <a:pt x="52959" y="388340"/>
                </a:lnTo>
                <a:lnTo>
                  <a:pt x="16103" y="363905"/>
                </a:lnTo>
                <a:lnTo>
                  <a:pt x="15240" y="353568"/>
                </a:lnTo>
                <a:lnTo>
                  <a:pt x="15240" y="341376"/>
                </a:lnTo>
                <a:lnTo>
                  <a:pt x="7620" y="341376"/>
                </a:lnTo>
                <a:lnTo>
                  <a:pt x="7620" y="457200"/>
                </a:lnTo>
                <a:lnTo>
                  <a:pt x="15240" y="457200"/>
                </a:lnTo>
                <a:lnTo>
                  <a:pt x="15240" y="446532"/>
                </a:lnTo>
                <a:lnTo>
                  <a:pt x="16052" y="437083"/>
                </a:lnTo>
                <a:lnTo>
                  <a:pt x="51206" y="410514"/>
                </a:lnTo>
                <a:lnTo>
                  <a:pt x="65532" y="409956"/>
                </a:lnTo>
                <a:lnTo>
                  <a:pt x="254508" y="409956"/>
                </a:lnTo>
                <a:lnTo>
                  <a:pt x="7620" y="612648"/>
                </a:lnTo>
                <a:lnTo>
                  <a:pt x="7620" y="701040"/>
                </a:lnTo>
                <a:lnTo>
                  <a:pt x="18288" y="701040"/>
                </a:lnTo>
                <a:lnTo>
                  <a:pt x="18288" y="691896"/>
                </a:lnTo>
                <a:lnTo>
                  <a:pt x="19812" y="684276"/>
                </a:lnTo>
                <a:lnTo>
                  <a:pt x="37528" y="648652"/>
                </a:lnTo>
                <a:lnTo>
                  <a:pt x="50292" y="635508"/>
                </a:lnTo>
                <a:lnTo>
                  <a:pt x="277368" y="635508"/>
                </a:lnTo>
                <a:lnTo>
                  <a:pt x="315468" y="641604"/>
                </a:lnTo>
                <a:lnTo>
                  <a:pt x="327660" y="672084"/>
                </a:lnTo>
                <a:lnTo>
                  <a:pt x="327660" y="682752"/>
                </a:lnTo>
                <a:lnTo>
                  <a:pt x="335280" y="682752"/>
                </a:lnTo>
                <a:lnTo>
                  <a:pt x="335280" y="566928"/>
                </a:lnTo>
                <a:lnTo>
                  <a:pt x="327660" y="566928"/>
                </a:lnTo>
                <a:lnTo>
                  <a:pt x="327660" y="579120"/>
                </a:lnTo>
                <a:lnTo>
                  <a:pt x="327075" y="588581"/>
                </a:lnTo>
                <a:lnTo>
                  <a:pt x="291922" y="613867"/>
                </a:lnTo>
                <a:lnTo>
                  <a:pt x="277368" y="614172"/>
                </a:lnTo>
                <a:lnTo>
                  <a:pt x="76200" y="614172"/>
                </a:lnTo>
                <a:lnTo>
                  <a:pt x="341376" y="397764"/>
                </a:lnTo>
                <a:lnTo>
                  <a:pt x="341376" y="38862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1" name="Google Shape;4121;p70"/>
          <p:cNvSpPr/>
          <p:nvPr/>
        </p:nvSpPr>
        <p:spPr>
          <a:xfrm>
            <a:off x="1926336" y="4527804"/>
            <a:ext cx="342900" cy="1795780"/>
          </a:xfrm>
          <a:custGeom>
            <a:rect b="b" l="l" r="r" t="t"/>
            <a:pathLst>
              <a:path extrusionOk="0" h="1795779" w="342900">
                <a:moveTo>
                  <a:pt x="335267" y="717804"/>
                </a:moveTo>
                <a:lnTo>
                  <a:pt x="327647" y="717804"/>
                </a:lnTo>
                <a:lnTo>
                  <a:pt x="327647" y="728472"/>
                </a:lnTo>
                <a:lnTo>
                  <a:pt x="327647" y="737616"/>
                </a:lnTo>
                <a:lnTo>
                  <a:pt x="326123" y="743712"/>
                </a:lnTo>
                <a:lnTo>
                  <a:pt x="321551" y="751332"/>
                </a:lnTo>
                <a:lnTo>
                  <a:pt x="320027" y="755904"/>
                </a:lnTo>
                <a:lnTo>
                  <a:pt x="277355" y="765048"/>
                </a:lnTo>
                <a:lnTo>
                  <a:pt x="65519" y="765048"/>
                </a:lnTo>
                <a:lnTo>
                  <a:pt x="27419" y="758952"/>
                </a:lnTo>
                <a:lnTo>
                  <a:pt x="15240" y="728472"/>
                </a:lnTo>
                <a:lnTo>
                  <a:pt x="15240" y="717804"/>
                </a:lnTo>
                <a:lnTo>
                  <a:pt x="7620" y="717804"/>
                </a:lnTo>
                <a:lnTo>
                  <a:pt x="7620" y="858012"/>
                </a:lnTo>
                <a:lnTo>
                  <a:pt x="15240" y="858012"/>
                </a:lnTo>
                <a:lnTo>
                  <a:pt x="15240" y="838200"/>
                </a:lnTo>
                <a:lnTo>
                  <a:pt x="21323" y="822960"/>
                </a:lnTo>
                <a:lnTo>
                  <a:pt x="277355" y="810768"/>
                </a:lnTo>
                <a:lnTo>
                  <a:pt x="291668" y="811060"/>
                </a:lnTo>
                <a:lnTo>
                  <a:pt x="327037" y="836345"/>
                </a:lnTo>
                <a:lnTo>
                  <a:pt x="327647" y="845820"/>
                </a:lnTo>
                <a:lnTo>
                  <a:pt x="327647" y="858012"/>
                </a:lnTo>
                <a:lnTo>
                  <a:pt x="335267" y="858012"/>
                </a:lnTo>
                <a:lnTo>
                  <a:pt x="335267" y="717804"/>
                </a:lnTo>
                <a:close/>
              </a:path>
              <a:path extrusionOk="0" h="1795779" w="342900">
                <a:moveTo>
                  <a:pt x="335280" y="1648968"/>
                </a:moveTo>
                <a:lnTo>
                  <a:pt x="332130" y="1604086"/>
                </a:lnTo>
                <a:lnTo>
                  <a:pt x="322707" y="1565338"/>
                </a:lnTo>
                <a:lnTo>
                  <a:pt x="318516" y="1556613"/>
                </a:lnTo>
                <a:lnTo>
                  <a:pt x="318516" y="1650492"/>
                </a:lnTo>
                <a:lnTo>
                  <a:pt x="318465" y="1652016"/>
                </a:lnTo>
                <a:lnTo>
                  <a:pt x="318198" y="1661375"/>
                </a:lnTo>
                <a:lnTo>
                  <a:pt x="317182" y="1673542"/>
                </a:lnTo>
                <a:lnTo>
                  <a:pt x="315290" y="1687144"/>
                </a:lnTo>
                <a:lnTo>
                  <a:pt x="312420" y="1702308"/>
                </a:lnTo>
                <a:lnTo>
                  <a:pt x="32004" y="1702308"/>
                </a:lnTo>
                <a:lnTo>
                  <a:pt x="24930" y="1663738"/>
                </a:lnTo>
                <a:lnTo>
                  <a:pt x="24384" y="1652016"/>
                </a:lnTo>
                <a:lnTo>
                  <a:pt x="26924" y="1624584"/>
                </a:lnTo>
                <a:lnTo>
                  <a:pt x="46875" y="1576578"/>
                </a:lnTo>
                <a:lnTo>
                  <a:pt x="85407" y="1540002"/>
                </a:lnTo>
                <a:lnTo>
                  <a:pt x="139649" y="1521714"/>
                </a:lnTo>
                <a:lnTo>
                  <a:pt x="172212" y="1519428"/>
                </a:lnTo>
                <a:lnTo>
                  <a:pt x="204520" y="1521714"/>
                </a:lnTo>
                <a:lnTo>
                  <a:pt x="257721" y="1540002"/>
                </a:lnTo>
                <a:lnTo>
                  <a:pt x="296646" y="1576349"/>
                </a:lnTo>
                <a:lnTo>
                  <a:pt x="316179" y="1623301"/>
                </a:lnTo>
                <a:lnTo>
                  <a:pt x="316280" y="1624584"/>
                </a:lnTo>
                <a:lnTo>
                  <a:pt x="318516" y="1650492"/>
                </a:lnTo>
                <a:lnTo>
                  <a:pt x="318516" y="1556613"/>
                </a:lnTo>
                <a:lnTo>
                  <a:pt x="306984" y="1532597"/>
                </a:lnTo>
                <a:lnTo>
                  <a:pt x="296202" y="1519428"/>
                </a:lnTo>
                <a:lnTo>
                  <a:pt x="284988" y="1505712"/>
                </a:lnTo>
                <a:lnTo>
                  <a:pt x="260692" y="1487716"/>
                </a:lnTo>
                <a:lnTo>
                  <a:pt x="233553" y="1474851"/>
                </a:lnTo>
                <a:lnTo>
                  <a:pt x="203542" y="1467142"/>
                </a:lnTo>
                <a:lnTo>
                  <a:pt x="170688" y="1464564"/>
                </a:lnTo>
                <a:lnTo>
                  <a:pt x="145491" y="1465999"/>
                </a:lnTo>
                <a:lnTo>
                  <a:pt x="100812" y="1477429"/>
                </a:lnTo>
                <a:lnTo>
                  <a:pt x="62738" y="1499984"/>
                </a:lnTo>
                <a:lnTo>
                  <a:pt x="34683" y="1531366"/>
                </a:lnTo>
                <a:lnTo>
                  <a:pt x="17259" y="1570723"/>
                </a:lnTo>
                <a:lnTo>
                  <a:pt x="8737" y="1626641"/>
                </a:lnTo>
                <a:lnTo>
                  <a:pt x="7607" y="1661160"/>
                </a:lnTo>
                <a:lnTo>
                  <a:pt x="7607" y="1795272"/>
                </a:lnTo>
                <a:lnTo>
                  <a:pt x="15240" y="1795272"/>
                </a:lnTo>
                <a:lnTo>
                  <a:pt x="15240" y="1783080"/>
                </a:lnTo>
                <a:lnTo>
                  <a:pt x="16065" y="1774278"/>
                </a:lnTo>
                <a:lnTo>
                  <a:pt x="52120" y="1748320"/>
                </a:lnTo>
                <a:lnTo>
                  <a:pt x="52908" y="1748320"/>
                </a:lnTo>
                <a:lnTo>
                  <a:pt x="65532" y="1748028"/>
                </a:lnTo>
                <a:lnTo>
                  <a:pt x="277368" y="1748028"/>
                </a:lnTo>
                <a:lnTo>
                  <a:pt x="290791" y="1748320"/>
                </a:lnTo>
                <a:lnTo>
                  <a:pt x="326796" y="1773389"/>
                </a:lnTo>
                <a:lnTo>
                  <a:pt x="326872" y="1774278"/>
                </a:lnTo>
                <a:lnTo>
                  <a:pt x="327660" y="1783080"/>
                </a:lnTo>
                <a:lnTo>
                  <a:pt x="327660" y="1795272"/>
                </a:lnTo>
                <a:lnTo>
                  <a:pt x="335280" y="1795272"/>
                </a:lnTo>
                <a:lnTo>
                  <a:pt x="335280" y="1748028"/>
                </a:lnTo>
                <a:lnTo>
                  <a:pt x="335280" y="1702308"/>
                </a:lnTo>
                <a:lnTo>
                  <a:pt x="335280" y="1648968"/>
                </a:lnTo>
                <a:close/>
              </a:path>
              <a:path extrusionOk="0" h="1795779" w="342900">
                <a:moveTo>
                  <a:pt x="335280" y="1184148"/>
                </a:moveTo>
                <a:lnTo>
                  <a:pt x="251460" y="1156716"/>
                </a:lnTo>
                <a:lnTo>
                  <a:pt x="251460" y="1167384"/>
                </a:lnTo>
                <a:lnTo>
                  <a:pt x="266331" y="1175156"/>
                </a:lnTo>
                <a:lnTo>
                  <a:pt x="279082" y="1182624"/>
                </a:lnTo>
                <a:lnTo>
                  <a:pt x="308038" y="1209484"/>
                </a:lnTo>
                <a:lnTo>
                  <a:pt x="316941" y="1249045"/>
                </a:lnTo>
                <a:lnTo>
                  <a:pt x="316992" y="1333500"/>
                </a:lnTo>
                <a:lnTo>
                  <a:pt x="315468" y="1336548"/>
                </a:lnTo>
                <a:lnTo>
                  <a:pt x="312420" y="1339596"/>
                </a:lnTo>
                <a:lnTo>
                  <a:pt x="310896" y="1342644"/>
                </a:lnTo>
                <a:lnTo>
                  <a:pt x="307848" y="1342644"/>
                </a:lnTo>
                <a:lnTo>
                  <a:pt x="304419" y="1343774"/>
                </a:lnTo>
                <a:lnTo>
                  <a:pt x="298704" y="1344739"/>
                </a:lnTo>
                <a:lnTo>
                  <a:pt x="290703" y="1345438"/>
                </a:lnTo>
                <a:lnTo>
                  <a:pt x="280416" y="1345692"/>
                </a:lnTo>
                <a:lnTo>
                  <a:pt x="172212" y="1345692"/>
                </a:lnTo>
                <a:lnTo>
                  <a:pt x="172212" y="1275588"/>
                </a:lnTo>
                <a:lnTo>
                  <a:pt x="172491" y="1265021"/>
                </a:lnTo>
                <a:lnTo>
                  <a:pt x="190500" y="1228344"/>
                </a:lnTo>
                <a:lnTo>
                  <a:pt x="219456" y="1222248"/>
                </a:lnTo>
                <a:lnTo>
                  <a:pt x="219456" y="1214628"/>
                </a:lnTo>
                <a:lnTo>
                  <a:pt x="106680" y="1214628"/>
                </a:lnTo>
                <a:lnTo>
                  <a:pt x="106680" y="1222248"/>
                </a:lnTo>
                <a:lnTo>
                  <a:pt x="120154" y="1223111"/>
                </a:lnTo>
                <a:lnTo>
                  <a:pt x="131064" y="1225677"/>
                </a:lnTo>
                <a:lnTo>
                  <a:pt x="153581" y="1261897"/>
                </a:lnTo>
                <a:lnTo>
                  <a:pt x="153924" y="1275588"/>
                </a:lnTo>
                <a:lnTo>
                  <a:pt x="153924" y="1345692"/>
                </a:lnTo>
                <a:lnTo>
                  <a:pt x="25908" y="1345692"/>
                </a:lnTo>
                <a:lnTo>
                  <a:pt x="25908" y="1255776"/>
                </a:lnTo>
                <a:lnTo>
                  <a:pt x="33528" y="1214628"/>
                </a:lnTo>
                <a:lnTo>
                  <a:pt x="67767" y="1195603"/>
                </a:lnTo>
                <a:lnTo>
                  <a:pt x="79248" y="1193292"/>
                </a:lnTo>
                <a:lnTo>
                  <a:pt x="79248" y="1182624"/>
                </a:lnTo>
                <a:lnTo>
                  <a:pt x="7620" y="1185672"/>
                </a:lnTo>
                <a:lnTo>
                  <a:pt x="7620" y="1438656"/>
                </a:lnTo>
                <a:lnTo>
                  <a:pt x="15240" y="1438656"/>
                </a:lnTo>
                <a:lnTo>
                  <a:pt x="15240" y="1426464"/>
                </a:lnTo>
                <a:lnTo>
                  <a:pt x="16040" y="1417015"/>
                </a:lnTo>
                <a:lnTo>
                  <a:pt x="50977" y="1391729"/>
                </a:lnTo>
                <a:lnTo>
                  <a:pt x="65532" y="1391412"/>
                </a:lnTo>
                <a:lnTo>
                  <a:pt x="288810" y="1391437"/>
                </a:lnTo>
                <a:lnTo>
                  <a:pt x="326136" y="1411224"/>
                </a:lnTo>
                <a:lnTo>
                  <a:pt x="327660" y="1418844"/>
                </a:lnTo>
                <a:lnTo>
                  <a:pt x="327660" y="1438656"/>
                </a:lnTo>
                <a:lnTo>
                  <a:pt x="335280" y="1438656"/>
                </a:lnTo>
                <a:lnTo>
                  <a:pt x="335280" y="1184148"/>
                </a:lnTo>
                <a:close/>
              </a:path>
              <a:path extrusionOk="0" h="1795779" w="342900">
                <a:moveTo>
                  <a:pt x="341376" y="47244"/>
                </a:moveTo>
                <a:lnTo>
                  <a:pt x="65532" y="47244"/>
                </a:lnTo>
                <a:lnTo>
                  <a:pt x="52959" y="46723"/>
                </a:lnTo>
                <a:lnTo>
                  <a:pt x="18669" y="29337"/>
                </a:lnTo>
                <a:lnTo>
                  <a:pt x="15240" y="10668"/>
                </a:lnTo>
                <a:lnTo>
                  <a:pt x="15240" y="0"/>
                </a:lnTo>
                <a:lnTo>
                  <a:pt x="7620" y="0"/>
                </a:lnTo>
                <a:lnTo>
                  <a:pt x="7620" y="115824"/>
                </a:lnTo>
                <a:lnTo>
                  <a:pt x="15240" y="115824"/>
                </a:lnTo>
                <a:lnTo>
                  <a:pt x="15240" y="103632"/>
                </a:lnTo>
                <a:lnTo>
                  <a:pt x="16040" y="94183"/>
                </a:lnTo>
                <a:lnTo>
                  <a:pt x="51828" y="68897"/>
                </a:lnTo>
                <a:lnTo>
                  <a:pt x="65532" y="68580"/>
                </a:lnTo>
                <a:lnTo>
                  <a:pt x="254508" y="68580"/>
                </a:lnTo>
                <a:lnTo>
                  <a:pt x="7620" y="269748"/>
                </a:lnTo>
                <a:lnTo>
                  <a:pt x="7620" y="358140"/>
                </a:lnTo>
                <a:lnTo>
                  <a:pt x="18288" y="358140"/>
                </a:lnTo>
                <a:lnTo>
                  <a:pt x="18288" y="348996"/>
                </a:lnTo>
                <a:lnTo>
                  <a:pt x="19812" y="341376"/>
                </a:lnTo>
                <a:lnTo>
                  <a:pt x="38100" y="305943"/>
                </a:lnTo>
                <a:lnTo>
                  <a:pt x="50292" y="294132"/>
                </a:lnTo>
                <a:lnTo>
                  <a:pt x="277368" y="294132"/>
                </a:lnTo>
                <a:lnTo>
                  <a:pt x="315468" y="298704"/>
                </a:lnTo>
                <a:lnTo>
                  <a:pt x="327660" y="329184"/>
                </a:lnTo>
                <a:lnTo>
                  <a:pt x="327660" y="341376"/>
                </a:lnTo>
                <a:lnTo>
                  <a:pt x="335280" y="341376"/>
                </a:lnTo>
                <a:lnTo>
                  <a:pt x="335280" y="225552"/>
                </a:lnTo>
                <a:lnTo>
                  <a:pt x="327660" y="225552"/>
                </a:lnTo>
                <a:lnTo>
                  <a:pt x="327660" y="236220"/>
                </a:lnTo>
                <a:lnTo>
                  <a:pt x="327063" y="245681"/>
                </a:lnTo>
                <a:lnTo>
                  <a:pt x="291909" y="272249"/>
                </a:lnTo>
                <a:lnTo>
                  <a:pt x="277368" y="272796"/>
                </a:lnTo>
                <a:lnTo>
                  <a:pt x="76200" y="272796"/>
                </a:lnTo>
                <a:lnTo>
                  <a:pt x="341376" y="54864"/>
                </a:lnTo>
                <a:lnTo>
                  <a:pt x="341376" y="47244"/>
                </a:lnTo>
                <a:close/>
              </a:path>
              <a:path extrusionOk="0" h="1795779" w="342900">
                <a:moveTo>
                  <a:pt x="342900" y="1002792"/>
                </a:moveTo>
                <a:lnTo>
                  <a:pt x="336804" y="961453"/>
                </a:lnTo>
                <a:lnTo>
                  <a:pt x="316992" y="928116"/>
                </a:lnTo>
                <a:lnTo>
                  <a:pt x="270700" y="900899"/>
                </a:lnTo>
                <a:lnTo>
                  <a:pt x="252984" y="899160"/>
                </a:lnTo>
                <a:lnTo>
                  <a:pt x="243624" y="899731"/>
                </a:lnTo>
                <a:lnTo>
                  <a:pt x="207543" y="913434"/>
                </a:lnTo>
                <a:lnTo>
                  <a:pt x="177609" y="944194"/>
                </a:lnTo>
                <a:lnTo>
                  <a:pt x="147828" y="996696"/>
                </a:lnTo>
                <a:lnTo>
                  <a:pt x="132918" y="1021803"/>
                </a:lnTo>
                <a:lnTo>
                  <a:pt x="108813" y="1057135"/>
                </a:lnTo>
                <a:lnTo>
                  <a:pt x="71628" y="1077468"/>
                </a:lnTo>
                <a:lnTo>
                  <a:pt x="61645" y="1076350"/>
                </a:lnTo>
                <a:lnTo>
                  <a:pt x="29451" y="1052131"/>
                </a:lnTo>
                <a:lnTo>
                  <a:pt x="19812" y="1019556"/>
                </a:lnTo>
                <a:lnTo>
                  <a:pt x="20637" y="1008367"/>
                </a:lnTo>
                <a:lnTo>
                  <a:pt x="38049" y="965644"/>
                </a:lnTo>
                <a:lnTo>
                  <a:pt x="72478" y="938199"/>
                </a:lnTo>
                <a:lnTo>
                  <a:pt x="112776" y="928116"/>
                </a:lnTo>
                <a:lnTo>
                  <a:pt x="112776" y="920496"/>
                </a:lnTo>
                <a:lnTo>
                  <a:pt x="0" y="920496"/>
                </a:lnTo>
                <a:lnTo>
                  <a:pt x="0" y="928116"/>
                </a:lnTo>
                <a:lnTo>
                  <a:pt x="7620" y="929640"/>
                </a:lnTo>
                <a:lnTo>
                  <a:pt x="12192" y="932688"/>
                </a:lnTo>
                <a:lnTo>
                  <a:pt x="15240" y="934212"/>
                </a:lnTo>
                <a:lnTo>
                  <a:pt x="18288" y="937260"/>
                </a:lnTo>
                <a:lnTo>
                  <a:pt x="18288" y="947928"/>
                </a:lnTo>
                <a:lnTo>
                  <a:pt x="16764" y="955548"/>
                </a:lnTo>
                <a:lnTo>
                  <a:pt x="13716" y="964692"/>
                </a:lnTo>
                <a:lnTo>
                  <a:pt x="7708" y="978623"/>
                </a:lnTo>
                <a:lnTo>
                  <a:pt x="3429" y="992695"/>
                </a:lnTo>
                <a:lnTo>
                  <a:pt x="850" y="1006487"/>
                </a:lnTo>
                <a:lnTo>
                  <a:pt x="0" y="1019556"/>
                </a:lnTo>
                <a:lnTo>
                  <a:pt x="1689" y="1039279"/>
                </a:lnTo>
                <a:lnTo>
                  <a:pt x="25908" y="1088136"/>
                </a:lnTo>
                <a:lnTo>
                  <a:pt x="70053" y="1113853"/>
                </a:lnTo>
                <a:lnTo>
                  <a:pt x="86868" y="1115568"/>
                </a:lnTo>
                <a:lnTo>
                  <a:pt x="97104" y="1114996"/>
                </a:lnTo>
                <a:lnTo>
                  <a:pt x="132943" y="1101280"/>
                </a:lnTo>
                <a:lnTo>
                  <a:pt x="163753" y="1069276"/>
                </a:lnTo>
                <a:lnTo>
                  <a:pt x="193548" y="1019556"/>
                </a:lnTo>
                <a:lnTo>
                  <a:pt x="204089" y="1000988"/>
                </a:lnTo>
                <a:lnTo>
                  <a:pt x="229755" y="962723"/>
                </a:lnTo>
                <a:lnTo>
                  <a:pt x="263652" y="941832"/>
                </a:lnTo>
                <a:lnTo>
                  <a:pt x="272796" y="941832"/>
                </a:lnTo>
                <a:lnTo>
                  <a:pt x="310896" y="960120"/>
                </a:lnTo>
                <a:lnTo>
                  <a:pt x="326136" y="1007364"/>
                </a:lnTo>
                <a:lnTo>
                  <a:pt x="325539" y="1019924"/>
                </a:lnTo>
                <a:lnTo>
                  <a:pt x="308559" y="1065847"/>
                </a:lnTo>
                <a:lnTo>
                  <a:pt x="274701" y="1093330"/>
                </a:lnTo>
                <a:lnTo>
                  <a:pt x="230124" y="1104900"/>
                </a:lnTo>
                <a:lnTo>
                  <a:pt x="230124" y="1112520"/>
                </a:lnTo>
                <a:lnTo>
                  <a:pt x="342900" y="1112520"/>
                </a:lnTo>
                <a:lnTo>
                  <a:pt x="342900" y="1104900"/>
                </a:lnTo>
                <a:lnTo>
                  <a:pt x="330708" y="1101852"/>
                </a:lnTo>
                <a:lnTo>
                  <a:pt x="326136" y="1097280"/>
                </a:lnTo>
                <a:lnTo>
                  <a:pt x="324612" y="1094232"/>
                </a:lnTo>
                <a:lnTo>
                  <a:pt x="324612" y="1089660"/>
                </a:lnTo>
                <a:lnTo>
                  <a:pt x="325158" y="1086002"/>
                </a:lnTo>
                <a:lnTo>
                  <a:pt x="326707" y="1079754"/>
                </a:lnTo>
                <a:lnTo>
                  <a:pt x="332232" y="1060704"/>
                </a:lnTo>
                <a:lnTo>
                  <a:pt x="336016" y="1049489"/>
                </a:lnTo>
                <a:lnTo>
                  <a:pt x="338518" y="1040701"/>
                </a:lnTo>
                <a:lnTo>
                  <a:pt x="341376" y="1028700"/>
                </a:lnTo>
                <a:lnTo>
                  <a:pt x="342252" y="1022731"/>
                </a:lnTo>
                <a:lnTo>
                  <a:pt x="342709" y="1016317"/>
                </a:lnTo>
                <a:lnTo>
                  <a:pt x="342900" y="1002792"/>
                </a:lnTo>
                <a:close/>
              </a:path>
              <a:path extrusionOk="0" h="1795779" w="342900">
                <a:moveTo>
                  <a:pt x="342900" y="509016"/>
                </a:moveTo>
                <a:lnTo>
                  <a:pt x="339674" y="462089"/>
                </a:lnTo>
                <a:lnTo>
                  <a:pt x="327850" y="421957"/>
                </a:lnTo>
                <a:lnTo>
                  <a:pt x="315468" y="394716"/>
                </a:lnTo>
                <a:lnTo>
                  <a:pt x="214884" y="394716"/>
                </a:lnTo>
                <a:lnTo>
                  <a:pt x="202311" y="394411"/>
                </a:lnTo>
                <a:lnTo>
                  <a:pt x="165442" y="371271"/>
                </a:lnTo>
                <a:lnTo>
                  <a:pt x="164592" y="362712"/>
                </a:lnTo>
                <a:lnTo>
                  <a:pt x="164592" y="356616"/>
                </a:lnTo>
                <a:lnTo>
                  <a:pt x="156972" y="356616"/>
                </a:lnTo>
                <a:lnTo>
                  <a:pt x="156972" y="483108"/>
                </a:lnTo>
                <a:lnTo>
                  <a:pt x="164592" y="483108"/>
                </a:lnTo>
                <a:lnTo>
                  <a:pt x="164871" y="473684"/>
                </a:lnTo>
                <a:lnTo>
                  <a:pt x="165735" y="465963"/>
                </a:lnTo>
                <a:lnTo>
                  <a:pt x="203428" y="440702"/>
                </a:lnTo>
                <a:lnTo>
                  <a:pt x="309372" y="440436"/>
                </a:lnTo>
                <a:lnTo>
                  <a:pt x="323557" y="481355"/>
                </a:lnTo>
                <a:lnTo>
                  <a:pt x="326136" y="507492"/>
                </a:lnTo>
                <a:lnTo>
                  <a:pt x="325005" y="523240"/>
                </a:lnTo>
                <a:lnTo>
                  <a:pt x="309372" y="568452"/>
                </a:lnTo>
                <a:lnTo>
                  <a:pt x="269722" y="605967"/>
                </a:lnTo>
                <a:lnTo>
                  <a:pt x="231686" y="623697"/>
                </a:lnTo>
                <a:lnTo>
                  <a:pt x="189306" y="632841"/>
                </a:lnTo>
                <a:lnTo>
                  <a:pt x="166116" y="633984"/>
                </a:lnTo>
                <a:lnTo>
                  <a:pt x="138417" y="632269"/>
                </a:lnTo>
                <a:lnTo>
                  <a:pt x="88747" y="618553"/>
                </a:lnTo>
                <a:lnTo>
                  <a:pt x="45046" y="588581"/>
                </a:lnTo>
                <a:lnTo>
                  <a:pt x="19900" y="541197"/>
                </a:lnTo>
                <a:lnTo>
                  <a:pt x="16764" y="512064"/>
                </a:lnTo>
                <a:lnTo>
                  <a:pt x="18707" y="490334"/>
                </a:lnTo>
                <a:lnTo>
                  <a:pt x="33477" y="453136"/>
                </a:lnTo>
                <a:lnTo>
                  <a:pt x="70104" y="419100"/>
                </a:lnTo>
                <a:lnTo>
                  <a:pt x="103632" y="405384"/>
                </a:lnTo>
                <a:lnTo>
                  <a:pt x="103632" y="397764"/>
                </a:lnTo>
                <a:lnTo>
                  <a:pt x="0" y="405384"/>
                </a:lnTo>
                <a:lnTo>
                  <a:pt x="0" y="413004"/>
                </a:lnTo>
                <a:lnTo>
                  <a:pt x="7620" y="413004"/>
                </a:lnTo>
                <a:lnTo>
                  <a:pt x="12192" y="414528"/>
                </a:lnTo>
                <a:lnTo>
                  <a:pt x="15240" y="416052"/>
                </a:lnTo>
                <a:lnTo>
                  <a:pt x="18288" y="419100"/>
                </a:lnTo>
                <a:lnTo>
                  <a:pt x="18288" y="426720"/>
                </a:lnTo>
                <a:lnTo>
                  <a:pt x="16764" y="432816"/>
                </a:lnTo>
                <a:lnTo>
                  <a:pt x="13716" y="441960"/>
                </a:lnTo>
                <a:lnTo>
                  <a:pt x="4711" y="475399"/>
                </a:lnTo>
                <a:lnTo>
                  <a:pt x="3048" y="483108"/>
                </a:lnTo>
                <a:lnTo>
                  <a:pt x="952" y="499300"/>
                </a:lnTo>
                <a:lnTo>
                  <a:pt x="254" y="507758"/>
                </a:lnTo>
                <a:lnTo>
                  <a:pt x="0" y="516636"/>
                </a:lnTo>
                <a:lnTo>
                  <a:pt x="1397" y="539813"/>
                </a:lnTo>
                <a:lnTo>
                  <a:pt x="12204" y="581583"/>
                </a:lnTo>
                <a:lnTo>
                  <a:pt x="35331" y="620801"/>
                </a:lnTo>
                <a:lnTo>
                  <a:pt x="71907" y="654037"/>
                </a:lnTo>
                <a:lnTo>
                  <a:pt x="114198" y="676643"/>
                </a:lnTo>
                <a:lnTo>
                  <a:pt x="155346" y="687451"/>
                </a:lnTo>
                <a:lnTo>
                  <a:pt x="176784" y="688848"/>
                </a:lnTo>
                <a:lnTo>
                  <a:pt x="205638" y="686562"/>
                </a:lnTo>
                <a:lnTo>
                  <a:pt x="258216" y="668274"/>
                </a:lnTo>
                <a:lnTo>
                  <a:pt x="308813" y="624535"/>
                </a:lnTo>
                <a:lnTo>
                  <a:pt x="327850" y="591502"/>
                </a:lnTo>
                <a:lnTo>
                  <a:pt x="339153" y="553046"/>
                </a:lnTo>
                <a:lnTo>
                  <a:pt x="342900" y="509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122" name="Google Shape;4122;p70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599688" y="6667500"/>
            <a:ext cx="219456" cy="2593847"/>
          </a:xfrm>
          <a:prstGeom prst="rect">
            <a:avLst/>
          </a:prstGeom>
          <a:noFill/>
          <a:ln>
            <a:noFill/>
          </a:ln>
        </p:spPr>
      </p:pic>
      <p:pic>
        <p:nvPicPr>
          <p:cNvPr id="4123" name="Google Shape;4123;p70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4026407" y="6868667"/>
            <a:ext cx="219456" cy="23926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124" name="Google Shape;4124;p70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4453128" y="7208520"/>
            <a:ext cx="214884" cy="20528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25" name="Google Shape;4125;p70"/>
          <p:cNvGrpSpPr/>
          <p:nvPr/>
        </p:nvGrpSpPr>
        <p:grpSpPr>
          <a:xfrm>
            <a:off x="3509771" y="3904488"/>
            <a:ext cx="219838" cy="1406651"/>
            <a:chOff x="3509771" y="3904488"/>
            <a:chExt cx="219838" cy="1406651"/>
          </a:xfrm>
        </p:grpSpPr>
        <p:pic>
          <p:nvPicPr>
            <p:cNvPr id="4126" name="Google Shape;4126;p7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3509771" y="5125211"/>
              <a:ext cx="214884" cy="18592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27" name="Google Shape;4127;p70"/>
            <p:cNvSpPr/>
            <p:nvPr/>
          </p:nvSpPr>
          <p:spPr>
            <a:xfrm>
              <a:off x="3521964" y="3904488"/>
              <a:ext cx="207645" cy="1190625"/>
            </a:xfrm>
            <a:custGeom>
              <a:rect b="b" l="l" r="r" t="t"/>
              <a:pathLst>
                <a:path extrusionOk="0" h="1190625" w="207645">
                  <a:moveTo>
                    <a:pt x="202679" y="1039368"/>
                  </a:moveTo>
                  <a:lnTo>
                    <a:pt x="152387" y="1021080"/>
                  </a:lnTo>
                  <a:lnTo>
                    <a:pt x="152387" y="1027176"/>
                  </a:lnTo>
                  <a:lnTo>
                    <a:pt x="161848" y="1032637"/>
                  </a:lnTo>
                  <a:lnTo>
                    <a:pt x="169722" y="1037653"/>
                  </a:lnTo>
                  <a:lnTo>
                    <a:pt x="192011" y="1066800"/>
                  </a:lnTo>
                  <a:lnTo>
                    <a:pt x="192011" y="1129284"/>
                  </a:lnTo>
                  <a:lnTo>
                    <a:pt x="190487" y="1130808"/>
                  </a:lnTo>
                  <a:lnTo>
                    <a:pt x="190487" y="1132332"/>
                  </a:lnTo>
                  <a:lnTo>
                    <a:pt x="188963" y="1133856"/>
                  </a:lnTo>
                  <a:lnTo>
                    <a:pt x="185915" y="1135380"/>
                  </a:lnTo>
                  <a:lnTo>
                    <a:pt x="103619" y="1135380"/>
                  </a:lnTo>
                  <a:lnTo>
                    <a:pt x="103619" y="1083564"/>
                  </a:lnTo>
                  <a:lnTo>
                    <a:pt x="105143" y="1077468"/>
                  </a:lnTo>
                  <a:lnTo>
                    <a:pt x="106667" y="1074420"/>
                  </a:lnTo>
                  <a:lnTo>
                    <a:pt x="108191" y="1069848"/>
                  </a:lnTo>
                  <a:lnTo>
                    <a:pt x="111239" y="1066800"/>
                  </a:lnTo>
                  <a:lnTo>
                    <a:pt x="117335" y="1063752"/>
                  </a:lnTo>
                  <a:lnTo>
                    <a:pt x="123431" y="1062228"/>
                  </a:lnTo>
                  <a:lnTo>
                    <a:pt x="131051" y="1060704"/>
                  </a:lnTo>
                  <a:lnTo>
                    <a:pt x="131051" y="1056132"/>
                  </a:lnTo>
                  <a:lnTo>
                    <a:pt x="65519" y="1056132"/>
                  </a:lnTo>
                  <a:lnTo>
                    <a:pt x="65519" y="1060704"/>
                  </a:lnTo>
                  <a:lnTo>
                    <a:pt x="77711" y="1062228"/>
                  </a:lnTo>
                  <a:lnTo>
                    <a:pt x="83807" y="1065276"/>
                  </a:lnTo>
                  <a:lnTo>
                    <a:pt x="91427" y="1072896"/>
                  </a:lnTo>
                  <a:lnTo>
                    <a:pt x="92951" y="1080516"/>
                  </a:lnTo>
                  <a:lnTo>
                    <a:pt x="92951" y="1135380"/>
                  </a:lnTo>
                  <a:lnTo>
                    <a:pt x="15227" y="1135380"/>
                  </a:lnTo>
                  <a:lnTo>
                    <a:pt x="15227" y="1082040"/>
                  </a:lnTo>
                  <a:lnTo>
                    <a:pt x="15227" y="1071372"/>
                  </a:lnTo>
                  <a:lnTo>
                    <a:pt x="16751" y="1065276"/>
                  </a:lnTo>
                  <a:lnTo>
                    <a:pt x="19799" y="1056132"/>
                  </a:lnTo>
                  <a:lnTo>
                    <a:pt x="22847" y="1053084"/>
                  </a:lnTo>
                  <a:lnTo>
                    <a:pt x="27419" y="1050036"/>
                  </a:lnTo>
                  <a:lnTo>
                    <a:pt x="30467" y="1046988"/>
                  </a:lnTo>
                  <a:lnTo>
                    <a:pt x="38087" y="1045464"/>
                  </a:lnTo>
                  <a:lnTo>
                    <a:pt x="47231" y="1042416"/>
                  </a:lnTo>
                  <a:lnTo>
                    <a:pt x="47231" y="1036320"/>
                  </a:lnTo>
                  <a:lnTo>
                    <a:pt x="4559" y="1037844"/>
                  </a:lnTo>
                  <a:lnTo>
                    <a:pt x="4559" y="1190244"/>
                  </a:lnTo>
                  <a:lnTo>
                    <a:pt x="9131" y="1190244"/>
                  </a:lnTo>
                  <a:lnTo>
                    <a:pt x="9131" y="1176528"/>
                  </a:lnTo>
                  <a:lnTo>
                    <a:pt x="12179" y="1170432"/>
                  </a:lnTo>
                  <a:lnTo>
                    <a:pt x="16751" y="1167384"/>
                  </a:lnTo>
                  <a:lnTo>
                    <a:pt x="19799" y="1164336"/>
                  </a:lnTo>
                  <a:lnTo>
                    <a:pt x="27419" y="1162812"/>
                  </a:lnTo>
                  <a:lnTo>
                    <a:pt x="178295" y="1162812"/>
                  </a:lnTo>
                  <a:lnTo>
                    <a:pt x="184391" y="1164336"/>
                  </a:lnTo>
                  <a:lnTo>
                    <a:pt x="187439" y="1165860"/>
                  </a:lnTo>
                  <a:lnTo>
                    <a:pt x="192011" y="1165860"/>
                  </a:lnTo>
                  <a:lnTo>
                    <a:pt x="195059" y="1171956"/>
                  </a:lnTo>
                  <a:lnTo>
                    <a:pt x="198107" y="1175004"/>
                  </a:lnTo>
                  <a:lnTo>
                    <a:pt x="198107" y="1190244"/>
                  </a:lnTo>
                  <a:lnTo>
                    <a:pt x="202679" y="1190244"/>
                  </a:lnTo>
                  <a:lnTo>
                    <a:pt x="202679" y="1039368"/>
                  </a:lnTo>
                  <a:close/>
                </a:path>
                <a:path extrusionOk="0" h="1190625" w="207645">
                  <a:moveTo>
                    <a:pt x="202679" y="644652"/>
                  </a:moveTo>
                  <a:lnTo>
                    <a:pt x="152387" y="627888"/>
                  </a:lnTo>
                  <a:lnTo>
                    <a:pt x="152387" y="633984"/>
                  </a:lnTo>
                  <a:lnTo>
                    <a:pt x="161848" y="638556"/>
                  </a:lnTo>
                  <a:lnTo>
                    <a:pt x="169722" y="643128"/>
                  </a:lnTo>
                  <a:lnTo>
                    <a:pt x="190487" y="667512"/>
                  </a:lnTo>
                  <a:lnTo>
                    <a:pt x="192011" y="672084"/>
                  </a:lnTo>
                  <a:lnTo>
                    <a:pt x="192011" y="734568"/>
                  </a:lnTo>
                  <a:lnTo>
                    <a:pt x="190487" y="736092"/>
                  </a:lnTo>
                  <a:lnTo>
                    <a:pt x="190487" y="739140"/>
                  </a:lnTo>
                  <a:lnTo>
                    <a:pt x="188963" y="739140"/>
                  </a:lnTo>
                  <a:lnTo>
                    <a:pt x="185915" y="740664"/>
                  </a:lnTo>
                  <a:lnTo>
                    <a:pt x="184391" y="740664"/>
                  </a:lnTo>
                  <a:lnTo>
                    <a:pt x="179819" y="742188"/>
                  </a:lnTo>
                  <a:lnTo>
                    <a:pt x="103619" y="742188"/>
                  </a:lnTo>
                  <a:lnTo>
                    <a:pt x="103619" y="688848"/>
                  </a:lnTo>
                  <a:lnTo>
                    <a:pt x="105143" y="682752"/>
                  </a:lnTo>
                  <a:lnTo>
                    <a:pt x="106667" y="679704"/>
                  </a:lnTo>
                  <a:lnTo>
                    <a:pt x="108191" y="675132"/>
                  </a:lnTo>
                  <a:lnTo>
                    <a:pt x="111239" y="672084"/>
                  </a:lnTo>
                  <a:lnTo>
                    <a:pt x="117335" y="669036"/>
                  </a:lnTo>
                  <a:lnTo>
                    <a:pt x="123431" y="669036"/>
                  </a:lnTo>
                  <a:lnTo>
                    <a:pt x="131051" y="667512"/>
                  </a:lnTo>
                  <a:lnTo>
                    <a:pt x="131051" y="662940"/>
                  </a:lnTo>
                  <a:lnTo>
                    <a:pt x="65519" y="662940"/>
                  </a:lnTo>
                  <a:lnTo>
                    <a:pt x="65519" y="667512"/>
                  </a:lnTo>
                  <a:lnTo>
                    <a:pt x="77711" y="667512"/>
                  </a:lnTo>
                  <a:lnTo>
                    <a:pt x="83807" y="670560"/>
                  </a:lnTo>
                  <a:lnTo>
                    <a:pt x="88379" y="675132"/>
                  </a:lnTo>
                  <a:lnTo>
                    <a:pt x="91427" y="679704"/>
                  </a:lnTo>
                  <a:lnTo>
                    <a:pt x="92951" y="685800"/>
                  </a:lnTo>
                  <a:lnTo>
                    <a:pt x="92951" y="742188"/>
                  </a:lnTo>
                  <a:lnTo>
                    <a:pt x="15227" y="742188"/>
                  </a:lnTo>
                  <a:lnTo>
                    <a:pt x="15227" y="687324"/>
                  </a:lnTo>
                  <a:lnTo>
                    <a:pt x="15227" y="678180"/>
                  </a:lnTo>
                  <a:lnTo>
                    <a:pt x="47231" y="649224"/>
                  </a:lnTo>
                  <a:lnTo>
                    <a:pt x="47231" y="643128"/>
                  </a:lnTo>
                  <a:lnTo>
                    <a:pt x="4559" y="644652"/>
                  </a:lnTo>
                  <a:lnTo>
                    <a:pt x="4559" y="797052"/>
                  </a:lnTo>
                  <a:lnTo>
                    <a:pt x="9131" y="797052"/>
                  </a:lnTo>
                  <a:lnTo>
                    <a:pt x="9131" y="781812"/>
                  </a:lnTo>
                  <a:lnTo>
                    <a:pt x="12179" y="775716"/>
                  </a:lnTo>
                  <a:lnTo>
                    <a:pt x="16751" y="772668"/>
                  </a:lnTo>
                  <a:lnTo>
                    <a:pt x="19799" y="771144"/>
                  </a:lnTo>
                  <a:lnTo>
                    <a:pt x="27419" y="769620"/>
                  </a:lnTo>
                  <a:lnTo>
                    <a:pt x="184391" y="769620"/>
                  </a:lnTo>
                  <a:lnTo>
                    <a:pt x="187439" y="771144"/>
                  </a:lnTo>
                  <a:lnTo>
                    <a:pt x="192011" y="772668"/>
                  </a:lnTo>
                  <a:lnTo>
                    <a:pt x="193535" y="774192"/>
                  </a:lnTo>
                  <a:lnTo>
                    <a:pt x="195059" y="777240"/>
                  </a:lnTo>
                  <a:lnTo>
                    <a:pt x="198107" y="780288"/>
                  </a:lnTo>
                  <a:lnTo>
                    <a:pt x="198107" y="797052"/>
                  </a:lnTo>
                  <a:lnTo>
                    <a:pt x="202679" y="797052"/>
                  </a:lnTo>
                  <a:lnTo>
                    <a:pt x="202679" y="644652"/>
                  </a:lnTo>
                  <a:close/>
                </a:path>
                <a:path extrusionOk="0" h="1190625" w="207645">
                  <a:moveTo>
                    <a:pt x="202679" y="419100"/>
                  </a:moveTo>
                  <a:lnTo>
                    <a:pt x="198107" y="419100"/>
                  </a:lnTo>
                  <a:lnTo>
                    <a:pt x="197561" y="426796"/>
                  </a:lnTo>
                  <a:lnTo>
                    <a:pt x="196011" y="433768"/>
                  </a:lnTo>
                  <a:lnTo>
                    <a:pt x="163055" y="469392"/>
                  </a:lnTo>
                  <a:lnTo>
                    <a:pt x="105143" y="510540"/>
                  </a:lnTo>
                  <a:lnTo>
                    <a:pt x="102285" y="498830"/>
                  </a:lnTo>
                  <a:lnTo>
                    <a:pt x="102171" y="498538"/>
                  </a:lnTo>
                  <a:lnTo>
                    <a:pt x="102095" y="498348"/>
                  </a:lnTo>
                  <a:lnTo>
                    <a:pt x="100876" y="495300"/>
                  </a:lnTo>
                  <a:lnTo>
                    <a:pt x="100571" y="494538"/>
                  </a:lnTo>
                  <a:lnTo>
                    <a:pt x="100571" y="559308"/>
                  </a:lnTo>
                  <a:lnTo>
                    <a:pt x="99047" y="560832"/>
                  </a:lnTo>
                  <a:lnTo>
                    <a:pt x="99047" y="562356"/>
                  </a:lnTo>
                  <a:lnTo>
                    <a:pt x="18275" y="562356"/>
                  </a:lnTo>
                  <a:lnTo>
                    <a:pt x="15227" y="553212"/>
                  </a:lnTo>
                  <a:lnTo>
                    <a:pt x="13703" y="544068"/>
                  </a:lnTo>
                  <a:lnTo>
                    <a:pt x="13703" y="539496"/>
                  </a:lnTo>
                  <a:lnTo>
                    <a:pt x="32169" y="502373"/>
                  </a:lnTo>
                  <a:lnTo>
                    <a:pt x="56375" y="495300"/>
                  </a:lnTo>
                  <a:lnTo>
                    <a:pt x="64757" y="496138"/>
                  </a:lnTo>
                  <a:lnTo>
                    <a:pt x="65100" y="496138"/>
                  </a:lnTo>
                  <a:lnTo>
                    <a:pt x="73240" y="498830"/>
                  </a:lnTo>
                  <a:lnTo>
                    <a:pt x="73367" y="498830"/>
                  </a:lnTo>
                  <a:lnTo>
                    <a:pt x="81241" y="503669"/>
                  </a:lnTo>
                  <a:lnTo>
                    <a:pt x="99745" y="540766"/>
                  </a:lnTo>
                  <a:lnTo>
                    <a:pt x="99758" y="541020"/>
                  </a:lnTo>
                  <a:lnTo>
                    <a:pt x="100482" y="553212"/>
                  </a:lnTo>
                  <a:lnTo>
                    <a:pt x="100571" y="559308"/>
                  </a:lnTo>
                  <a:lnTo>
                    <a:pt x="100571" y="494538"/>
                  </a:lnTo>
                  <a:lnTo>
                    <a:pt x="71996" y="465010"/>
                  </a:lnTo>
                  <a:lnTo>
                    <a:pt x="54851" y="461772"/>
                  </a:lnTo>
                  <a:lnTo>
                    <a:pt x="47117" y="462368"/>
                  </a:lnTo>
                  <a:lnTo>
                    <a:pt x="15798" y="484251"/>
                  </a:lnTo>
                  <a:lnTo>
                    <a:pt x="9017" y="498830"/>
                  </a:lnTo>
                  <a:lnTo>
                    <a:pt x="7137" y="506564"/>
                  </a:lnTo>
                  <a:lnTo>
                    <a:pt x="7010" y="507492"/>
                  </a:lnTo>
                  <a:lnTo>
                    <a:pt x="5702" y="517207"/>
                  </a:lnTo>
                  <a:lnTo>
                    <a:pt x="5626" y="518528"/>
                  </a:lnTo>
                  <a:lnTo>
                    <a:pt x="4851" y="529780"/>
                  </a:lnTo>
                  <a:lnTo>
                    <a:pt x="4749" y="534924"/>
                  </a:lnTo>
                  <a:lnTo>
                    <a:pt x="4622" y="541020"/>
                  </a:lnTo>
                  <a:lnTo>
                    <a:pt x="4559" y="617220"/>
                  </a:lnTo>
                  <a:lnTo>
                    <a:pt x="9131" y="617220"/>
                  </a:lnTo>
                  <a:lnTo>
                    <a:pt x="9131" y="603504"/>
                  </a:lnTo>
                  <a:lnTo>
                    <a:pt x="12179" y="597408"/>
                  </a:lnTo>
                  <a:lnTo>
                    <a:pt x="16751" y="594360"/>
                  </a:lnTo>
                  <a:lnTo>
                    <a:pt x="19799" y="591312"/>
                  </a:lnTo>
                  <a:lnTo>
                    <a:pt x="27419" y="589788"/>
                  </a:lnTo>
                  <a:lnTo>
                    <a:pt x="179819" y="589788"/>
                  </a:lnTo>
                  <a:lnTo>
                    <a:pt x="187439" y="591312"/>
                  </a:lnTo>
                  <a:lnTo>
                    <a:pt x="196583" y="595884"/>
                  </a:lnTo>
                  <a:lnTo>
                    <a:pt x="198107" y="601980"/>
                  </a:lnTo>
                  <a:lnTo>
                    <a:pt x="198107" y="617220"/>
                  </a:lnTo>
                  <a:lnTo>
                    <a:pt x="202679" y="617220"/>
                  </a:lnTo>
                  <a:lnTo>
                    <a:pt x="202679" y="589788"/>
                  </a:lnTo>
                  <a:lnTo>
                    <a:pt x="202679" y="562356"/>
                  </a:lnTo>
                  <a:lnTo>
                    <a:pt x="202679" y="534924"/>
                  </a:lnTo>
                  <a:lnTo>
                    <a:pt x="198107" y="534924"/>
                  </a:lnTo>
                  <a:lnTo>
                    <a:pt x="198107" y="550164"/>
                  </a:lnTo>
                  <a:lnTo>
                    <a:pt x="196583" y="554736"/>
                  </a:lnTo>
                  <a:lnTo>
                    <a:pt x="192011" y="557784"/>
                  </a:lnTo>
                  <a:lnTo>
                    <a:pt x="188963" y="560832"/>
                  </a:lnTo>
                  <a:lnTo>
                    <a:pt x="181343" y="562356"/>
                  </a:lnTo>
                  <a:lnTo>
                    <a:pt x="109715" y="562356"/>
                  </a:lnTo>
                  <a:lnTo>
                    <a:pt x="111239" y="560832"/>
                  </a:lnTo>
                  <a:lnTo>
                    <a:pt x="111239" y="545592"/>
                  </a:lnTo>
                  <a:lnTo>
                    <a:pt x="109715" y="541020"/>
                  </a:lnTo>
                  <a:lnTo>
                    <a:pt x="151041" y="510540"/>
                  </a:lnTo>
                  <a:lnTo>
                    <a:pt x="202679" y="472440"/>
                  </a:lnTo>
                  <a:lnTo>
                    <a:pt x="202679" y="419100"/>
                  </a:lnTo>
                  <a:close/>
                </a:path>
                <a:path extrusionOk="0" h="1190625" w="207645">
                  <a:moveTo>
                    <a:pt x="202692" y="62484"/>
                  </a:moveTo>
                  <a:lnTo>
                    <a:pt x="198120" y="62484"/>
                  </a:lnTo>
                  <a:lnTo>
                    <a:pt x="198120" y="76200"/>
                  </a:lnTo>
                  <a:lnTo>
                    <a:pt x="196596" y="82296"/>
                  </a:lnTo>
                  <a:lnTo>
                    <a:pt x="192024" y="85344"/>
                  </a:lnTo>
                  <a:lnTo>
                    <a:pt x="188976" y="88392"/>
                  </a:lnTo>
                  <a:lnTo>
                    <a:pt x="181356" y="89916"/>
                  </a:lnTo>
                  <a:lnTo>
                    <a:pt x="117348" y="89916"/>
                  </a:lnTo>
                  <a:lnTo>
                    <a:pt x="44196" y="42672"/>
                  </a:lnTo>
                  <a:lnTo>
                    <a:pt x="35052" y="36576"/>
                  </a:lnTo>
                  <a:lnTo>
                    <a:pt x="27432" y="32004"/>
                  </a:lnTo>
                  <a:lnTo>
                    <a:pt x="22860" y="28956"/>
                  </a:lnTo>
                  <a:lnTo>
                    <a:pt x="18288" y="24384"/>
                  </a:lnTo>
                  <a:lnTo>
                    <a:pt x="15240" y="19812"/>
                  </a:lnTo>
                  <a:lnTo>
                    <a:pt x="13716" y="15240"/>
                  </a:lnTo>
                  <a:lnTo>
                    <a:pt x="10668" y="10668"/>
                  </a:lnTo>
                  <a:lnTo>
                    <a:pt x="9144" y="6096"/>
                  </a:lnTo>
                  <a:lnTo>
                    <a:pt x="9144" y="0"/>
                  </a:lnTo>
                  <a:lnTo>
                    <a:pt x="4572" y="0"/>
                  </a:lnTo>
                  <a:lnTo>
                    <a:pt x="4572" y="68580"/>
                  </a:lnTo>
                  <a:lnTo>
                    <a:pt x="9144" y="68580"/>
                  </a:lnTo>
                  <a:lnTo>
                    <a:pt x="9144" y="64008"/>
                  </a:lnTo>
                  <a:lnTo>
                    <a:pt x="10668" y="59436"/>
                  </a:lnTo>
                  <a:lnTo>
                    <a:pt x="12192" y="56388"/>
                  </a:lnTo>
                  <a:lnTo>
                    <a:pt x="13716" y="54864"/>
                  </a:lnTo>
                  <a:lnTo>
                    <a:pt x="15240" y="51816"/>
                  </a:lnTo>
                  <a:lnTo>
                    <a:pt x="16764" y="51816"/>
                  </a:lnTo>
                  <a:lnTo>
                    <a:pt x="19812" y="50292"/>
                  </a:lnTo>
                  <a:lnTo>
                    <a:pt x="21336" y="48768"/>
                  </a:lnTo>
                  <a:lnTo>
                    <a:pt x="28956" y="48768"/>
                  </a:lnTo>
                  <a:lnTo>
                    <a:pt x="36576" y="51816"/>
                  </a:lnTo>
                  <a:lnTo>
                    <a:pt x="45720" y="57912"/>
                  </a:lnTo>
                  <a:lnTo>
                    <a:pt x="106680" y="96012"/>
                  </a:lnTo>
                  <a:lnTo>
                    <a:pt x="42672" y="137160"/>
                  </a:lnTo>
                  <a:lnTo>
                    <a:pt x="33528" y="143256"/>
                  </a:lnTo>
                  <a:lnTo>
                    <a:pt x="27432" y="146304"/>
                  </a:lnTo>
                  <a:lnTo>
                    <a:pt x="18288" y="146304"/>
                  </a:lnTo>
                  <a:lnTo>
                    <a:pt x="15240" y="143256"/>
                  </a:lnTo>
                  <a:lnTo>
                    <a:pt x="13716" y="140208"/>
                  </a:lnTo>
                  <a:lnTo>
                    <a:pt x="10668" y="135636"/>
                  </a:lnTo>
                  <a:lnTo>
                    <a:pt x="9144" y="132588"/>
                  </a:lnTo>
                  <a:lnTo>
                    <a:pt x="9144" y="123444"/>
                  </a:lnTo>
                  <a:lnTo>
                    <a:pt x="4572" y="123444"/>
                  </a:lnTo>
                  <a:lnTo>
                    <a:pt x="4572" y="207264"/>
                  </a:lnTo>
                  <a:lnTo>
                    <a:pt x="9144" y="207264"/>
                  </a:lnTo>
                  <a:lnTo>
                    <a:pt x="9144" y="202692"/>
                  </a:lnTo>
                  <a:lnTo>
                    <a:pt x="10668" y="201168"/>
                  </a:lnTo>
                  <a:lnTo>
                    <a:pt x="10668" y="198120"/>
                  </a:lnTo>
                  <a:lnTo>
                    <a:pt x="15240" y="192024"/>
                  </a:lnTo>
                  <a:lnTo>
                    <a:pt x="18288" y="187452"/>
                  </a:lnTo>
                  <a:lnTo>
                    <a:pt x="19812" y="184404"/>
                  </a:lnTo>
                  <a:lnTo>
                    <a:pt x="22860" y="182880"/>
                  </a:lnTo>
                  <a:lnTo>
                    <a:pt x="28956" y="178308"/>
                  </a:lnTo>
                  <a:lnTo>
                    <a:pt x="38100" y="172212"/>
                  </a:lnTo>
                  <a:lnTo>
                    <a:pt x="124968" y="117348"/>
                  </a:lnTo>
                  <a:lnTo>
                    <a:pt x="187452" y="117348"/>
                  </a:lnTo>
                  <a:lnTo>
                    <a:pt x="190500" y="120396"/>
                  </a:lnTo>
                  <a:lnTo>
                    <a:pt x="196596" y="123444"/>
                  </a:lnTo>
                  <a:lnTo>
                    <a:pt x="198120" y="129540"/>
                  </a:lnTo>
                  <a:lnTo>
                    <a:pt x="198120" y="144780"/>
                  </a:lnTo>
                  <a:lnTo>
                    <a:pt x="202692" y="144780"/>
                  </a:lnTo>
                  <a:lnTo>
                    <a:pt x="202692" y="62484"/>
                  </a:lnTo>
                  <a:close/>
                </a:path>
                <a:path extrusionOk="0" h="1190625" w="207645">
                  <a:moveTo>
                    <a:pt x="207264" y="833628"/>
                  </a:moveTo>
                  <a:lnTo>
                    <a:pt x="28956" y="833628"/>
                  </a:lnTo>
                  <a:lnTo>
                    <a:pt x="21336" y="832104"/>
                  </a:lnTo>
                  <a:lnTo>
                    <a:pt x="18288" y="830580"/>
                  </a:lnTo>
                  <a:lnTo>
                    <a:pt x="12192" y="826008"/>
                  </a:lnTo>
                  <a:lnTo>
                    <a:pt x="9144" y="821436"/>
                  </a:lnTo>
                  <a:lnTo>
                    <a:pt x="9144" y="806196"/>
                  </a:lnTo>
                  <a:lnTo>
                    <a:pt x="4572" y="806196"/>
                  </a:lnTo>
                  <a:lnTo>
                    <a:pt x="4572" y="873252"/>
                  </a:lnTo>
                  <a:lnTo>
                    <a:pt x="9144" y="873252"/>
                  </a:lnTo>
                  <a:lnTo>
                    <a:pt x="9144" y="858012"/>
                  </a:lnTo>
                  <a:lnTo>
                    <a:pt x="12192" y="853440"/>
                  </a:lnTo>
                  <a:lnTo>
                    <a:pt x="16764" y="848868"/>
                  </a:lnTo>
                  <a:lnTo>
                    <a:pt x="19812" y="847344"/>
                  </a:lnTo>
                  <a:lnTo>
                    <a:pt x="27432" y="845820"/>
                  </a:lnTo>
                  <a:lnTo>
                    <a:pt x="158496" y="845820"/>
                  </a:lnTo>
                  <a:lnTo>
                    <a:pt x="4572" y="970788"/>
                  </a:lnTo>
                  <a:lnTo>
                    <a:pt x="4572" y="1021080"/>
                  </a:lnTo>
                  <a:lnTo>
                    <a:pt x="10668" y="1021080"/>
                  </a:lnTo>
                  <a:lnTo>
                    <a:pt x="10668" y="1014984"/>
                  </a:lnTo>
                  <a:lnTo>
                    <a:pt x="12192" y="1011936"/>
                  </a:lnTo>
                  <a:lnTo>
                    <a:pt x="12192" y="1008888"/>
                  </a:lnTo>
                  <a:lnTo>
                    <a:pt x="15240" y="1002792"/>
                  </a:lnTo>
                  <a:lnTo>
                    <a:pt x="16764" y="998220"/>
                  </a:lnTo>
                  <a:lnTo>
                    <a:pt x="18288" y="995172"/>
                  </a:lnTo>
                  <a:lnTo>
                    <a:pt x="21336" y="992124"/>
                  </a:lnTo>
                  <a:lnTo>
                    <a:pt x="25908" y="989076"/>
                  </a:lnTo>
                  <a:lnTo>
                    <a:pt x="32004" y="982980"/>
                  </a:lnTo>
                  <a:lnTo>
                    <a:pt x="187452" y="982980"/>
                  </a:lnTo>
                  <a:lnTo>
                    <a:pt x="190500" y="986028"/>
                  </a:lnTo>
                  <a:lnTo>
                    <a:pt x="196596" y="989076"/>
                  </a:lnTo>
                  <a:lnTo>
                    <a:pt x="198120" y="995172"/>
                  </a:lnTo>
                  <a:lnTo>
                    <a:pt x="198120" y="1010412"/>
                  </a:lnTo>
                  <a:lnTo>
                    <a:pt x="202692" y="1010412"/>
                  </a:lnTo>
                  <a:lnTo>
                    <a:pt x="202692" y="943356"/>
                  </a:lnTo>
                  <a:lnTo>
                    <a:pt x="198120" y="943356"/>
                  </a:lnTo>
                  <a:lnTo>
                    <a:pt x="198120" y="957072"/>
                  </a:lnTo>
                  <a:lnTo>
                    <a:pt x="196596" y="963168"/>
                  </a:lnTo>
                  <a:lnTo>
                    <a:pt x="192024" y="966216"/>
                  </a:lnTo>
                  <a:lnTo>
                    <a:pt x="188976" y="969264"/>
                  </a:lnTo>
                  <a:lnTo>
                    <a:pt x="181356" y="970788"/>
                  </a:lnTo>
                  <a:lnTo>
                    <a:pt x="47244" y="970788"/>
                  </a:lnTo>
                  <a:lnTo>
                    <a:pt x="207264" y="838200"/>
                  </a:lnTo>
                  <a:lnTo>
                    <a:pt x="207264" y="833628"/>
                  </a:lnTo>
                  <a:close/>
                </a:path>
                <a:path extrusionOk="0" h="1190625" w="207645">
                  <a:moveTo>
                    <a:pt x="207264" y="307848"/>
                  </a:moveTo>
                  <a:lnTo>
                    <a:pt x="201637" y="263271"/>
                  </a:lnTo>
                  <a:lnTo>
                    <a:pt x="190500" y="239268"/>
                  </a:lnTo>
                  <a:lnTo>
                    <a:pt x="118872" y="239268"/>
                  </a:lnTo>
                  <a:lnTo>
                    <a:pt x="111252" y="237744"/>
                  </a:lnTo>
                  <a:lnTo>
                    <a:pt x="102108" y="233172"/>
                  </a:lnTo>
                  <a:lnTo>
                    <a:pt x="99060" y="227076"/>
                  </a:lnTo>
                  <a:lnTo>
                    <a:pt x="99060" y="216408"/>
                  </a:lnTo>
                  <a:lnTo>
                    <a:pt x="94488" y="216408"/>
                  </a:lnTo>
                  <a:lnTo>
                    <a:pt x="94488" y="292608"/>
                  </a:lnTo>
                  <a:lnTo>
                    <a:pt x="99060" y="292608"/>
                  </a:lnTo>
                  <a:lnTo>
                    <a:pt x="99060" y="283464"/>
                  </a:lnTo>
                  <a:lnTo>
                    <a:pt x="100584" y="278892"/>
                  </a:lnTo>
                  <a:lnTo>
                    <a:pt x="103632" y="272796"/>
                  </a:lnTo>
                  <a:lnTo>
                    <a:pt x="106680" y="269748"/>
                  </a:lnTo>
                  <a:lnTo>
                    <a:pt x="112776" y="266700"/>
                  </a:lnTo>
                  <a:lnTo>
                    <a:pt x="187452" y="266700"/>
                  </a:lnTo>
                  <a:lnTo>
                    <a:pt x="192024" y="272796"/>
                  </a:lnTo>
                  <a:lnTo>
                    <a:pt x="193548" y="278892"/>
                  </a:lnTo>
                  <a:lnTo>
                    <a:pt x="196596" y="284988"/>
                  </a:lnTo>
                  <a:lnTo>
                    <a:pt x="198120" y="292608"/>
                  </a:lnTo>
                  <a:lnTo>
                    <a:pt x="198120" y="306324"/>
                  </a:lnTo>
                  <a:lnTo>
                    <a:pt x="187452" y="342900"/>
                  </a:lnTo>
                  <a:lnTo>
                    <a:pt x="153924" y="371856"/>
                  </a:lnTo>
                  <a:lnTo>
                    <a:pt x="114909" y="381723"/>
                  </a:lnTo>
                  <a:lnTo>
                    <a:pt x="100584" y="382524"/>
                  </a:lnTo>
                  <a:lnTo>
                    <a:pt x="83985" y="381406"/>
                  </a:lnTo>
                  <a:lnTo>
                    <a:pt x="39624" y="365760"/>
                  </a:lnTo>
                  <a:lnTo>
                    <a:pt x="11112" y="326758"/>
                  </a:lnTo>
                  <a:lnTo>
                    <a:pt x="9144" y="309372"/>
                  </a:lnTo>
                  <a:lnTo>
                    <a:pt x="10287" y="296252"/>
                  </a:lnTo>
                  <a:lnTo>
                    <a:pt x="33972" y="258876"/>
                  </a:lnTo>
                  <a:lnTo>
                    <a:pt x="62484" y="245364"/>
                  </a:lnTo>
                  <a:lnTo>
                    <a:pt x="62484" y="240792"/>
                  </a:lnTo>
                  <a:lnTo>
                    <a:pt x="0" y="245364"/>
                  </a:lnTo>
                  <a:lnTo>
                    <a:pt x="0" y="249936"/>
                  </a:lnTo>
                  <a:lnTo>
                    <a:pt x="7620" y="249936"/>
                  </a:lnTo>
                  <a:lnTo>
                    <a:pt x="10668" y="252984"/>
                  </a:lnTo>
                  <a:lnTo>
                    <a:pt x="10668" y="262128"/>
                  </a:lnTo>
                  <a:lnTo>
                    <a:pt x="9144" y="266700"/>
                  </a:lnTo>
                  <a:lnTo>
                    <a:pt x="2921" y="287489"/>
                  </a:lnTo>
                  <a:lnTo>
                    <a:pt x="1524" y="292608"/>
                  </a:lnTo>
                  <a:lnTo>
                    <a:pt x="1524" y="298704"/>
                  </a:lnTo>
                  <a:lnTo>
                    <a:pt x="0" y="304800"/>
                  </a:lnTo>
                  <a:lnTo>
                    <a:pt x="0" y="310896"/>
                  </a:lnTo>
                  <a:lnTo>
                    <a:pt x="850" y="325208"/>
                  </a:lnTo>
                  <a:lnTo>
                    <a:pt x="13716" y="362712"/>
                  </a:lnTo>
                  <a:lnTo>
                    <a:pt x="44145" y="394652"/>
                  </a:lnTo>
                  <a:lnTo>
                    <a:pt x="81915" y="412623"/>
                  </a:lnTo>
                  <a:lnTo>
                    <a:pt x="108204" y="416052"/>
                  </a:lnTo>
                  <a:lnTo>
                    <a:pt x="125031" y="414629"/>
                  </a:lnTo>
                  <a:lnTo>
                    <a:pt x="170688" y="393192"/>
                  </a:lnTo>
                  <a:lnTo>
                    <a:pt x="198120" y="356806"/>
                  </a:lnTo>
                  <a:lnTo>
                    <a:pt x="204978" y="333832"/>
                  </a:lnTo>
                  <a:lnTo>
                    <a:pt x="207264" y="3078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128" name="Google Shape;4128;p70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3521964" y="1700783"/>
            <a:ext cx="207264" cy="21244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29" name="Google Shape;4129;p70"/>
          <p:cNvGrpSpPr/>
          <p:nvPr/>
        </p:nvGrpSpPr>
        <p:grpSpPr>
          <a:xfrm>
            <a:off x="3901439" y="4302252"/>
            <a:ext cx="215393" cy="1008887"/>
            <a:chOff x="3901439" y="4302252"/>
            <a:chExt cx="215393" cy="1008887"/>
          </a:xfrm>
        </p:grpSpPr>
        <p:pic>
          <p:nvPicPr>
            <p:cNvPr id="4130" name="Google Shape;4130;p7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3901439" y="5125211"/>
              <a:ext cx="214884" cy="18592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31" name="Google Shape;4131;p70"/>
            <p:cNvSpPr/>
            <p:nvPr/>
          </p:nvSpPr>
          <p:spPr>
            <a:xfrm>
              <a:off x="3913632" y="4302252"/>
              <a:ext cx="203200" cy="797560"/>
            </a:xfrm>
            <a:custGeom>
              <a:rect b="b" l="l" r="r" t="t"/>
              <a:pathLst>
                <a:path extrusionOk="0" h="797560" w="203200">
                  <a:moveTo>
                    <a:pt x="202692" y="589788"/>
                  </a:moveTo>
                  <a:lnTo>
                    <a:pt x="198120" y="589788"/>
                  </a:lnTo>
                  <a:lnTo>
                    <a:pt x="198120" y="598932"/>
                  </a:lnTo>
                  <a:lnTo>
                    <a:pt x="195072" y="605028"/>
                  </a:lnTo>
                  <a:lnTo>
                    <a:pt x="126492" y="639330"/>
                  </a:lnTo>
                  <a:lnTo>
                    <a:pt x="126492" y="669036"/>
                  </a:lnTo>
                  <a:lnTo>
                    <a:pt x="126492" y="736092"/>
                  </a:lnTo>
                  <a:lnTo>
                    <a:pt x="47244" y="701040"/>
                  </a:lnTo>
                  <a:lnTo>
                    <a:pt x="126492" y="669036"/>
                  </a:lnTo>
                  <a:lnTo>
                    <a:pt x="126492" y="639330"/>
                  </a:lnTo>
                  <a:lnTo>
                    <a:pt x="0" y="690372"/>
                  </a:lnTo>
                  <a:lnTo>
                    <a:pt x="0" y="693420"/>
                  </a:lnTo>
                  <a:lnTo>
                    <a:pt x="163068" y="765048"/>
                  </a:lnTo>
                  <a:lnTo>
                    <a:pt x="173367" y="769391"/>
                  </a:lnTo>
                  <a:lnTo>
                    <a:pt x="181546" y="773430"/>
                  </a:lnTo>
                  <a:lnTo>
                    <a:pt x="187706" y="777481"/>
                  </a:lnTo>
                  <a:lnTo>
                    <a:pt x="192024" y="781812"/>
                  </a:lnTo>
                  <a:lnTo>
                    <a:pt x="195072" y="783336"/>
                  </a:lnTo>
                  <a:lnTo>
                    <a:pt x="196596" y="789432"/>
                  </a:lnTo>
                  <a:lnTo>
                    <a:pt x="198120" y="797052"/>
                  </a:lnTo>
                  <a:lnTo>
                    <a:pt x="202692" y="797052"/>
                  </a:lnTo>
                  <a:lnTo>
                    <a:pt x="202692" y="758952"/>
                  </a:lnTo>
                  <a:lnTo>
                    <a:pt x="202692" y="736092"/>
                  </a:lnTo>
                  <a:lnTo>
                    <a:pt x="198120" y="736092"/>
                  </a:lnTo>
                  <a:lnTo>
                    <a:pt x="198120" y="745236"/>
                  </a:lnTo>
                  <a:lnTo>
                    <a:pt x="196596" y="751332"/>
                  </a:lnTo>
                  <a:lnTo>
                    <a:pt x="193548" y="754380"/>
                  </a:lnTo>
                  <a:lnTo>
                    <a:pt x="192024" y="757428"/>
                  </a:lnTo>
                  <a:lnTo>
                    <a:pt x="188976" y="758952"/>
                  </a:lnTo>
                  <a:lnTo>
                    <a:pt x="181356" y="758952"/>
                  </a:lnTo>
                  <a:lnTo>
                    <a:pt x="176784" y="757428"/>
                  </a:lnTo>
                  <a:lnTo>
                    <a:pt x="167640" y="752856"/>
                  </a:lnTo>
                  <a:lnTo>
                    <a:pt x="137160" y="740664"/>
                  </a:lnTo>
                  <a:lnTo>
                    <a:pt x="137160" y="736092"/>
                  </a:lnTo>
                  <a:lnTo>
                    <a:pt x="137160" y="669036"/>
                  </a:lnTo>
                  <a:lnTo>
                    <a:pt x="137160" y="664464"/>
                  </a:lnTo>
                  <a:lnTo>
                    <a:pt x="164592" y="653796"/>
                  </a:lnTo>
                  <a:lnTo>
                    <a:pt x="175260" y="649224"/>
                  </a:lnTo>
                  <a:lnTo>
                    <a:pt x="181356" y="647700"/>
                  </a:lnTo>
                  <a:lnTo>
                    <a:pt x="188976" y="647700"/>
                  </a:lnTo>
                  <a:lnTo>
                    <a:pt x="192024" y="649224"/>
                  </a:lnTo>
                  <a:lnTo>
                    <a:pt x="195072" y="652272"/>
                  </a:lnTo>
                  <a:lnTo>
                    <a:pt x="196596" y="655320"/>
                  </a:lnTo>
                  <a:lnTo>
                    <a:pt x="198120" y="659892"/>
                  </a:lnTo>
                  <a:lnTo>
                    <a:pt x="198120" y="667512"/>
                  </a:lnTo>
                  <a:lnTo>
                    <a:pt x="202692" y="667512"/>
                  </a:lnTo>
                  <a:lnTo>
                    <a:pt x="202692" y="647700"/>
                  </a:lnTo>
                  <a:lnTo>
                    <a:pt x="202692" y="589788"/>
                  </a:lnTo>
                  <a:close/>
                </a:path>
                <a:path extrusionOk="0" h="797560" w="203200">
                  <a:moveTo>
                    <a:pt x="202692" y="231648"/>
                  </a:moveTo>
                  <a:lnTo>
                    <a:pt x="152400" y="214884"/>
                  </a:lnTo>
                  <a:lnTo>
                    <a:pt x="152400" y="220980"/>
                  </a:lnTo>
                  <a:lnTo>
                    <a:pt x="161201" y="225552"/>
                  </a:lnTo>
                  <a:lnTo>
                    <a:pt x="169164" y="230124"/>
                  </a:lnTo>
                  <a:lnTo>
                    <a:pt x="192024" y="259080"/>
                  </a:lnTo>
                  <a:lnTo>
                    <a:pt x="192024" y="321564"/>
                  </a:lnTo>
                  <a:lnTo>
                    <a:pt x="190500" y="324612"/>
                  </a:lnTo>
                  <a:lnTo>
                    <a:pt x="187452" y="327660"/>
                  </a:lnTo>
                  <a:lnTo>
                    <a:pt x="185928" y="327660"/>
                  </a:lnTo>
                  <a:lnTo>
                    <a:pt x="184404" y="329184"/>
                  </a:lnTo>
                  <a:lnTo>
                    <a:pt x="103632" y="329184"/>
                  </a:lnTo>
                  <a:lnTo>
                    <a:pt x="103632" y="277368"/>
                  </a:lnTo>
                  <a:lnTo>
                    <a:pt x="131064" y="254508"/>
                  </a:lnTo>
                  <a:lnTo>
                    <a:pt x="131064" y="249936"/>
                  </a:lnTo>
                  <a:lnTo>
                    <a:pt x="65532" y="249936"/>
                  </a:lnTo>
                  <a:lnTo>
                    <a:pt x="65532" y="254508"/>
                  </a:lnTo>
                  <a:lnTo>
                    <a:pt x="76200" y="254508"/>
                  </a:lnTo>
                  <a:lnTo>
                    <a:pt x="83820" y="257556"/>
                  </a:lnTo>
                  <a:lnTo>
                    <a:pt x="88392" y="262128"/>
                  </a:lnTo>
                  <a:lnTo>
                    <a:pt x="91440" y="266700"/>
                  </a:lnTo>
                  <a:lnTo>
                    <a:pt x="92964" y="274320"/>
                  </a:lnTo>
                  <a:lnTo>
                    <a:pt x="92964" y="329184"/>
                  </a:lnTo>
                  <a:lnTo>
                    <a:pt x="15240" y="329184"/>
                  </a:lnTo>
                  <a:lnTo>
                    <a:pt x="15240" y="274320"/>
                  </a:lnTo>
                  <a:lnTo>
                    <a:pt x="15240" y="265176"/>
                  </a:lnTo>
                  <a:lnTo>
                    <a:pt x="16764" y="257556"/>
                  </a:lnTo>
                  <a:lnTo>
                    <a:pt x="18288" y="254508"/>
                  </a:lnTo>
                  <a:lnTo>
                    <a:pt x="19812" y="249936"/>
                  </a:lnTo>
                  <a:lnTo>
                    <a:pt x="22860" y="245364"/>
                  </a:lnTo>
                  <a:lnTo>
                    <a:pt x="25908" y="242316"/>
                  </a:lnTo>
                  <a:lnTo>
                    <a:pt x="30480" y="240792"/>
                  </a:lnTo>
                  <a:lnTo>
                    <a:pt x="38100" y="237744"/>
                  </a:lnTo>
                  <a:lnTo>
                    <a:pt x="47244" y="236220"/>
                  </a:lnTo>
                  <a:lnTo>
                    <a:pt x="47244" y="230124"/>
                  </a:lnTo>
                  <a:lnTo>
                    <a:pt x="4572" y="231648"/>
                  </a:lnTo>
                  <a:lnTo>
                    <a:pt x="4572" y="384048"/>
                  </a:lnTo>
                  <a:lnTo>
                    <a:pt x="9144" y="384048"/>
                  </a:lnTo>
                  <a:lnTo>
                    <a:pt x="9144" y="368808"/>
                  </a:lnTo>
                  <a:lnTo>
                    <a:pt x="15240" y="359664"/>
                  </a:lnTo>
                  <a:lnTo>
                    <a:pt x="18288" y="358140"/>
                  </a:lnTo>
                  <a:lnTo>
                    <a:pt x="27432" y="356616"/>
                  </a:lnTo>
                  <a:lnTo>
                    <a:pt x="184404" y="356616"/>
                  </a:lnTo>
                  <a:lnTo>
                    <a:pt x="193548" y="361188"/>
                  </a:lnTo>
                  <a:lnTo>
                    <a:pt x="195072" y="364236"/>
                  </a:lnTo>
                  <a:lnTo>
                    <a:pt x="198120" y="368808"/>
                  </a:lnTo>
                  <a:lnTo>
                    <a:pt x="198120" y="382524"/>
                  </a:lnTo>
                  <a:lnTo>
                    <a:pt x="196926" y="390245"/>
                  </a:lnTo>
                  <a:lnTo>
                    <a:pt x="172491" y="426250"/>
                  </a:lnTo>
                  <a:lnTo>
                    <a:pt x="163055" y="432816"/>
                  </a:lnTo>
                  <a:lnTo>
                    <a:pt x="105143" y="473964"/>
                  </a:lnTo>
                  <a:lnTo>
                    <a:pt x="102285" y="462254"/>
                  </a:lnTo>
                  <a:lnTo>
                    <a:pt x="102171" y="461962"/>
                  </a:lnTo>
                  <a:lnTo>
                    <a:pt x="102095" y="461772"/>
                  </a:lnTo>
                  <a:lnTo>
                    <a:pt x="100876" y="458724"/>
                  </a:lnTo>
                  <a:lnTo>
                    <a:pt x="99047" y="454152"/>
                  </a:lnTo>
                  <a:lnTo>
                    <a:pt x="99047" y="525780"/>
                  </a:lnTo>
                  <a:lnTo>
                    <a:pt x="18275" y="525780"/>
                  </a:lnTo>
                  <a:lnTo>
                    <a:pt x="15227" y="516636"/>
                  </a:lnTo>
                  <a:lnTo>
                    <a:pt x="13703" y="509016"/>
                  </a:lnTo>
                  <a:lnTo>
                    <a:pt x="13703" y="502920"/>
                  </a:lnTo>
                  <a:lnTo>
                    <a:pt x="32169" y="465797"/>
                  </a:lnTo>
                  <a:lnTo>
                    <a:pt x="56375" y="458724"/>
                  </a:lnTo>
                  <a:lnTo>
                    <a:pt x="65214" y="459828"/>
                  </a:lnTo>
                  <a:lnTo>
                    <a:pt x="96380" y="492633"/>
                  </a:lnTo>
                  <a:lnTo>
                    <a:pt x="99047" y="525780"/>
                  </a:lnTo>
                  <a:lnTo>
                    <a:pt x="99047" y="454152"/>
                  </a:lnTo>
                  <a:lnTo>
                    <a:pt x="63639" y="426008"/>
                  </a:lnTo>
                  <a:lnTo>
                    <a:pt x="63461" y="426008"/>
                  </a:lnTo>
                  <a:lnTo>
                    <a:pt x="54851" y="425196"/>
                  </a:lnTo>
                  <a:lnTo>
                    <a:pt x="15798" y="447675"/>
                  </a:lnTo>
                  <a:lnTo>
                    <a:pt x="9029" y="462254"/>
                  </a:lnTo>
                  <a:lnTo>
                    <a:pt x="7137" y="470662"/>
                  </a:lnTo>
                  <a:lnTo>
                    <a:pt x="7099" y="470916"/>
                  </a:lnTo>
                  <a:lnTo>
                    <a:pt x="5702" y="481393"/>
                  </a:lnTo>
                  <a:lnTo>
                    <a:pt x="5626" y="482587"/>
                  </a:lnTo>
                  <a:lnTo>
                    <a:pt x="4851" y="494144"/>
                  </a:lnTo>
                  <a:lnTo>
                    <a:pt x="4775" y="498348"/>
                  </a:lnTo>
                  <a:lnTo>
                    <a:pt x="4648" y="504405"/>
                  </a:lnTo>
                  <a:lnTo>
                    <a:pt x="4559" y="580644"/>
                  </a:lnTo>
                  <a:lnTo>
                    <a:pt x="9131" y="580644"/>
                  </a:lnTo>
                  <a:lnTo>
                    <a:pt x="9131" y="566928"/>
                  </a:lnTo>
                  <a:lnTo>
                    <a:pt x="12179" y="560832"/>
                  </a:lnTo>
                  <a:lnTo>
                    <a:pt x="16751" y="557784"/>
                  </a:lnTo>
                  <a:lnTo>
                    <a:pt x="19799" y="554736"/>
                  </a:lnTo>
                  <a:lnTo>
                    <a:pt x="27419" y="553212"/>
                  </a:lnTo>
                  <a:lnTo>
                    <a:pt x="179819" y="553212"/>
                  </a:lnTo>
                  <a:lnTo>
                    <a:pt x="187439" y="554736"/>
                  </a:lnTo>
                  <a:lnTo>
                    <a:pt x="190487" y="556260"/>
                  </a:lnTo>
                  <a:lnTo>
                    <a:pt x="195059" y="560832"/>
                  </a:lnTo>
                  <a:lnTo>
                    <a:pt x="198107" y="565404"/>
                  </a:lnTo>
                  <a:lnTo>
                    <a:pt x="198107" y="580644"/>
                  </a:lnTo>
                  <a:lnTo>
                    <a:pt x="202679" y="580644"/>
                  </a:lnTo>
                  <a:lnTo>
                    <a:pt x="202679" y="553212"/>
                  </a:lnTo>
                  <a:lnTo>
                    <a:pt x="202679" y="525780"/>
                  </a:lnTo>
                  <a:lnTo>
                    <a:pt x="202679" y="498348"/>
                  </a:lnTo>
                  <a:lnTo>
                    <a:pt x="198107" y="498348"/>
                  </a:lnTo>
                  <a:lnTo>
                    <a:pt x="198107" y="513588"/>
                  </a:lnTo>
                  <a:lnTo>
                    <a:pt x="196583" y="518160"/>
                  </a:lnTo>
                  <a:lnTo>
                    <a:pt x="188963" y="525780"/>
                  </a:lnTo>
                  <a:lnTo>
                    <a:pt x="109715" y="525780"/>
                  </a:lnTo>
                  <a:lnTo>
                    <a:pt x="109791" y="504405"/>
                  </a:lnTo>
                  <a:lnTo>
                    <a:pt x="151980" y="473964"/>
                  </a:lnTo>
                  <a:lnTo>
                    <a:pt x="202679" y="437388"/>
                  </a:lnTo>
                  <a:lnTo>
                    <a:pt x="202679" y="384048"/>
                  </a:lnTo>
                  <a:lnTo>
                    <a:pt x="202692" y="231648"/>
                  </a:lnTo>
                  <a:close/>
                </a:path>
                <a:path extrusionOk="0" h="797560" w="203200">
                  <a:moveTo>
                    <a:pt x="202692" y="0"/>
                  </a:moveTo>
                  <a:lnTo>
                    <a:pt x="198120" y="0"/>
                  </a:lnTo>
                  <a:lnTo>
                    <a:pt x="198120" y="7620"/>
                  </a:lnTo>
                  <a:lnTo>
                    <a:pt x="195072" y="15240"/>
                  </a:lnTo>
                  <a:lnTo>
                    <a:pt x="126492" y="49530"/>
                  </a:lnTo>
                  <a:lnTo>
                    <a:pt x="126492" y="79248"/>
                  </a:lnTo>
                  <a:lnTo>
                    <a:pt x="126492" y="146304"/>
                  </a:lnTo>
                  <a:lnTo>
                    <a:pt x="47244" y="111252"/>
                  </a:lnTo>
                  <a:lnTo>
                    <a:pt x="126492" y="79248"/>
                  </a:lnTo>
                  <a:lnTo>
                    <a:pt x="126492" y="49530"/>
                  </a:lnTo>
                  <a:lnTo>
                    <a:pt x="0" y="100584"/>
                  </a:lnTo>
                  <a:lnTo>
                    <a:pt x="0" y="103632"/>
                  </a:lnTo>
                  <a:lnTo>
                    <a:pt x="163068" y="175260"/>
                  </a:lnTo>
                  <a:lnTo>
                    <a:pt x="173367" y="179578"/>
                  </a:lnTo>
                  <a:lnTo>
                    <a:pt x="181546" y="183451"/>
                  </a:lnTo>
                  <a:lnTo>
                    <a:pt x="198120" y="207264"/>
                  </a:lnTo>
                  <a:lnTo>
                    <a:pt x="202692" y="207264"/>
                  </a:lnTo>
                  <a:lnTo>
                    <a:pt x="202692" y="169164"/>
                  </a:lnTo>
                  <a:lnTo>
                    <a:pt x="202692" y="146304"/>
                  </a:lnTo>
                  <a:lnTo>
                    <a:pt x="198120" y="146304"/>
                  </a:lnTo>
                  <a:lnTo>
                    <a:pt x="198120" y="155448"/>
                  </a:lnTo>
                  <a:lnTo>
                    <a:pt x="196596" y="161544"/>
                  </a:lnTo>
                  <a:lnTo>
                    <a:pt x="193548" y="164592"/>
                  </a:lnTo>
                  <a:lnTo>
                    <a:pt x="192024" y="167640"/>
                  </a:lnTo>
                  <a:lnTo>
                    <a:pt x="188976" y="169164"/>
                  </a:lnTo>
                  <a:lnTo>
                    <a:pt x="181356" y="169164"/>
                  </a:lnTo>
                  <a:lnTo>
                    <a:pt x="176784" y="166116"/>
                  </a:lnTo>
                  <a:lnTo>
                    <a:pt x="167640" y="163068"/>
                  </a:lnTo>
                  <a:lnTo>
                    <a:pt x="137160" y="150876"/>
                  </a:lnTo>
                  <a:lnTo>
                    <a:pt x="137160" y="146304"/>
                  </a:lnTo>
                  <a:lnTo>
                    <a:pt x="137160" y="79248"/>
                  </a:lnTo>
                  <a:lnTo>
                    <a:pt x="137160" y="74676"/>
                  </a:lnTo>
                  <a:lnTo>
                    <a:pt x="164592" y="64008"/>
                  </a:lnTo>
                  <a:lnTo>
                    <a:pt x="175260" y="59436"/>
                  </a:lnTo>
                  <a:lnTo>
                    <a:pt x="181356" y="57912"/>
                  </a:lnTo>
                  <a:lnTo>
                    <a:pt x="188976" y="57912"/>
                  </a:lnTo>
                  <a:lnTo>
                    <a:pt x="192024" y="59436"/>
                  </a:lnTo>
                  <a:lnTo>
                    <a:pt x="196596" y="64008"/>
                  </a:lnTo>
                  <a:lnTo>
                    <a:pt x="198120" y="70104"/>
                  </a:lnTo>
                  <a:lnTo>
                    <a:pt x="198120" y="77724"/>
                  </a:lnTo>
                  <a:lnTo>
                    <a:pt x="202692" y="77724"/>
                  </a:lnTo>
                  <a:lnTo>
                    <a:pt x="202692" y="57912"/>
                  </a:lnTo>
                  <a:lnTo>
                    <a:pt x="20269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32" name="Google Shape;4132;p70"/>
          <p:cNvSpPr/>
          <p:nvPr/>
        </p:nvSpPr>
        <p:spPr>
          <a:xfrm>
            <a:off x="3909060" y="2851404"/>
            <a:ext cx="271780" cy="1373505"/>
          </a:xfrm>
          <a:custGeom>
            <a:rect b="b" l="l" r="r" t="t"/>
            <a:pathLst>
              <a:path extrusionOk="0" h="1373504" w="271779">
                <a:moveTo>
                  <a:pt x="207251" y="435864"/>
                </a:moveTo>
                <a:lnTo>
                  <a:pt x="202679" y="435864"/>
                </a:lnTo>
                <a:lnTo>
                  <a:pt x="202679" y="443484"/>
                </a:lnTo>
                <a:lnTo>
                  <a:pt x="202679" y="448056"/>
                </a:lnTo>
                <a:lnTo>
                  <a:pt x="201155" y="451104"/>
                </a:lnTo>
                <a:lnTo>
                  <a:pt x="199631" y="455676"/>
                </a:lnTo>
                <a:lnTo>
                  <a:pt x="198107" y="458724"/>
                </a:lnTo>
                <a:lnTo>
                  <a:pt x="195059" y="460248"/>
                </a:lnTo>
                <a:lnTo>
                  <a:pt x="193535" y="461772"/>
                </a:lnTo>
                <a:lnTo>
                  <a:pt x="188963" y="463296"/>
                </a:lnTo>
                <a:lnTo>
                  <a:pt x="31991" y="463296"/>
                </a:lnTo>
                <a:lnTo>
                  <a:pt x="24371" y="461772"/>
                </a:lnTo>
                <a:lnTo>
                  <a:pt x="21323" y="460248"/>
                </a:lnTo>
                <a:lnTo>
                  <a:pt x="16751" y="457200"/>
                </a:lnTo>
                <a:lnTo>
                  <a:pt x="13703" y="451104"/>
                </a:lnTo>
                <a:lnTo>
                  <a:pt x="13703" y="435864"/>
                </a:lnTo>
                <a:lnTo>
                  <a:pt x="9131" y="435864"/>
                </a:lnTo>
                <a:lnTo>
                  <a:pt x="9131" y="518160"/>
                </a:lnTo>
                <a:lnTo>
                  <a:pt x="13703" y="518160"/>
                </a:lnTo>
                <a:lnTo>
                  <a:pt x="13703" y="507492"/>
                </a:lnTo>
                <a:lnTo>
                  <a:pt x="15227" y="502920"/>
                </a:lnTo>
                <a:lnTo>
                  <a:pt x="18275" y="498348"/>
                </a:lnTo>
                <a:lnTo>
                  <a:pt x="19799" y="495300"/>
                </a:lnTo>
                <a:lnTo>
                  <a:pt x="21323" y="493776"/>
                </a:lnTo>
                <a:lnTo>
                  <a:pt x="24371" y="492252"/>
                </a:lnTo>
                <a:lnTo>
                  <a:pt x="27419" y="492252"/>
                </a:lnTo>
                <a:lnTo>
                  <a:pt x="35039" y="490728"/>
                </a:lnTo>
                <a:lnTo>
                  <a:pt x="184391" y="490728"/>
                </a:lnTo>
                <a:lnTo>
                  <a:pt x="192011" y="492252"/>
                </a:lnTo>
                <a:lnTo>
                  <a:pt x="195059" y="493776"/>
                </a:lnTo>
                <a:lnTo>
                  <a:pt x="201155" y="498348"/>
                </a:lnTo>
                <a:lnTo>
                  <a:pt x="202679" y="504444"/>
                </a:lnTo>
                <a:lnTo>
                  <a:pt x="202679" y="518160"/>
                </a:lnTo>
                <a:lnTo>
                  <a:pt x="207251" y="518160"/>
                </a:lnTo>
                <a:lnTo>
                  <a:pt x="207251" y="435864"/>
                </a:lnTo>
                <a:close/>
              </a:path>
              <a:path extrusionOk="0" h="1373504" w="271779">
                <a:moveTo>
                  <a:pt x="207264" y="1199388"/>
                </a:moveTo>
                <a:lnTo>
                  <a:pt x="202692" y="1199388"/>
                </a:lnTo>
                <a:lnTo>
                  <a:pt x="202692" y="1214628"/>
                </a:lnTo>
                <a:lnTo>
                  <a:pt x="201168" y="1219200"/>
                </a:lnTo>
                <a:lnTo>
                  <a:pt x="196596" y="1223772"/>
                </a:lnTo>
                <a:lnTo>
                  <a:pt x="193548" y="1225296"/>
                </a:lnTo>
                <a:lnTo>
                  <a:pt x="185928" y="1226820"/>
                </a:lnTo>
                <a:lnTo>
                  <a:pt x="115824" y="1226820"/>
                </a:lnTo>
                <a:lnTo>
                  <a:pt x="117348" y="1220724"/>
                </a:lnTo>
                <a:lnTo>
                  <a:pt x="117348" y="1214628"/>
                </a:lnTo>
                <a:lnTo>
                  <a:pt x="118872" y="1208532"/>
                </a:lnTo>
                <a:lnTo>
                  <a:pt x="118872" y="1193292"/>
                </a:lnTo>
                <a:lnTo>
                  <a:pt x="109728" y="1156944"/>
                </a:lnTo>
                <a:lnTo>
                  <a:pt x="109728" y="1203960"/>
                </a:lnTo>
                <a:lnTo>
                  <a:pt x="109728" y="1213104"/>
                </a:lnTo>
                <a:lnTo>
                  <a:pt x="108204" y="1217676"/>
                </a:lnTo>
                <a:lnTo>
                  <a:pt x="108204" y="1222248"/>
                </a:lnTo>
                <a:lnTo>
                  <a:pt x="106680" y="1226820"/>
                </a:lnTo>
                <a:lnTo>
                  <a:pt x="24384" y="1226820"/>
                </a:lnTo>
                <a:lnTo>
                  <a:pt x="22860" y="1219200"/>
                </a:lnTo>
                <a:lnTo>
                  <a:pt x="21336" y="1213104"/>
                </a:lnTo>
                <a:lnTo>
                  <a:pt x="21336" y="1199388"/>
                </a:lnTo>
                <a:lnTo>
                  <a:pt x="22860" y="1193292"/>
                </a:lnTo>
                <a:lnTo>
                  <a:pt x="27432" y="1185672"/>
                </a:lnTo>
                <a:lnTo>
                  <a:pt x="30480" y="1179576"/>
                </a:lnTo>
                <a:lnTo>
                  <a:pt x="36576" y="1175004"/>
                </a:lnTo>
                <a:lnTo>
                  <a:pt x="44196" y="1171956"/>
                </a:lnTo>
                <a:lnTo>
                  <a:pt x="51816" y="1167384"/>
                </a:lnTo>
                <a:lnTo>
                  <a:pt x="59436" y="1165860"/>
                </a:lnTo>
                <a:lnTo>
                  <a:pt x="67056" y="1165860"/>
                </a:lnTo>
                <a:lnTo>
                  <a:pt x="103936" y="1182535"/>
                </a:lnTo>
                <a:lnTo>
                  <a:pt x="109245" y="1197851"/>
                </a:lnTo>
                <a:lnTo>
                  <a:pt x="109372" y="1199388"/>
                </a:lnTo>
                <a:lnTo>
                  <a:pt x="109728" y="1203960"/>
                </a:lnTo>
                <a:lnTo>
                  <a:pt x="109728" y="1156944"/>
                </a:lnTo>
                <a:lnTo>
                  <a:pt x="75984" y="1133462"/>
                </a:lnTo>
                <a:lnTo>
                  <a:pt x="64008" y="1132332"/>
                </a:lnTo>
                <a:lnTo>
                  <a:pt x="55384" y="1132928"/>
                </a:lnTo>
                <a:lnTo>
                  <a:pt x="22098" y="1154811"/>
                </a:lnTo>
                <a:lnTo>
                  <a:pt x="9448" y="1197851"/>
                </a:lnTo>
                <a:lnTo>
                  <a:pt x="9410" y="1199388"/>
                </a:lnTo>
                <a:lnTo>
                  <a:pt x="9296" y="1203960"/>
                </a:lnTo>
                <a:lnTo>
                  <a:pt x="9182" y="1208532"/>
                </a:lnTo>
                <a:lnTo>
                  <a:pt x="9144" y="1281684"/>
                </a:lnTo>
                <a:lnTo>
                  <a:pt x="13716" y="1281684"/>
                </a:lnTo>
                <a:lnTo>
                  <a:pt x="13716" y="1267968"/>
                </a:lnTo>
                <a:lnTo>
                  <a:pt x="16764" y="1261872"/>
                </a:lnTo>
                <a:lnTo>
                  <a:pt x="21336" y="1258824"/>
                </a:lnTo>
                <a:lnTo>
                  <a:pt x="24384" y="1255776"/>
                </a:lnTo>
                <a:lnTo>
                  <a:pt x="32004" y="1254252"/>
                </a:lnTo>
                <a:lnTo>
                  <a:pt x="184404" y="1254252"/>
                </a:lnTo>
                <a:lnTo>
                  <a:pt x="192024" y="1255776"/>
                </a:lnTo>
                <a:lnTo>
                  <a:pt x="195072" y="1257300"/>
                </a:lnTo>
                <a:lnTo>
                  <a:pt x="199644" y="1260348"/>
                </a:lnTo>
                <a:lnTo>
                  <a:pt x="202692" y="1266444"/>
                </a:lnTo>
                <a:lnTo>
                  <a:pt x="202692" y="1281684"/>
                </a:lnTo>
                <a:lnTo>
                  <a:pt x="207264" y="1281684"/>
                </a:lnTo>
                <a:lnTo>
                  <a:pt x="207264" y="1254252"/>
                </a:lnTo>
                <a:lnTo>
                  <a:pt x="207264" y="1226820"/>
                </a:lnTo>
                <a:lnTo>
                  <a:pt x="207264" y="1199388"/>
                </a:lnTo>
                <a:close/>
              </a:path>
              <a:path extrusionOk="0" h="1373504" w="271779">
                <a:moveTo>
                  <a:pt x="207264" y="938784"/>
                </a:moveTo>
                <a:lnTo>
                  <a:pt x="202692" y="938784"/>
                </a:lnTo>
                <a:lnTo>
                  <a:pt x="202692" y="946404"/>
                </a:lnTo>
                <a:lnTo>
                  <a:pt x="199644" y="952500"/>
                </a:lnTo>
                <a:lnTo>
                  <a:pt x="131064" y="987945"/>
                </a:lnTo>
                <a:lnTo>
                  <a:pt x="131064" y="1016508"/>
                </a:lnTo>
                <a:lnTo>
                  <a:pt x="131064" y="1083564"/>
                </a:lnTo>
                <a:lnTo>
                  <a:pt x="51816" y="1048512"/>
                </a:lnTo>
                <a:lnTo>
                  <a:pt x="131064" y="1016508"/>
                </a:lnTo>
                <a:lnTo>
                  <a:pt x="131064" y="987945"/>
                </a:lnTo>
                <a:lnTo>
                  <a:pt x="4572" y="1037844"/>
                </a:lnTo>
                <a:lnTo>
                  <a:pt x="4572" y="1042416"/>
                </a:lnTo>
                <a:lnTo>
                  <a:pt x="167640" y="1112520"/>
                </a:lnTo>
                <a:lnTo>
                  <a:pt x="177939" y="1117079"/>
                </a:lnTo>
                <a:lnTo>
                  <a:pt x="186118" y="1121473"/>
                </a:lnTo>
                <a:lnTo>
                  <a:pt x="192278" y="1125601"/>
                </a:lnTo>
                <a:lnTo>
                  <a:pt x="196596" y="1129284"/>
                </a:lnTo>
                <a:lnTo>
                  <a:pt x="199644" y="1130808"/>
                </a:lnTo>
                <a:lnTo>
                  <a:pt x="201168" y="1136904"/>
                </a:lnTo>
                <a:lnTo>
                  <a:pt x="202692" y="1144524"/>
                </a:lnTo>
                <a:lnTo>
                  <a:pt x="207264" y="1144524"/>
                </a:lnTo>
                <a:lnTo>
                  <a:pt x="207264" y="1106424"/>
                </a:lnTo>
                <a:lnTo>
                  <a:pt x="207264" y="1083564"/>
                </a:lnTo>
                <a:lnTo>
                  <a:pt x="202692" y="1083564"/>
                </a:lnTo>
                <a:lnTo>
                  <a:pt x="202692" y="1092708"/>
                </a:lnTo>
                <a:lnTo>
                  <a:pt x="201168" y="1098804"/>
                </a:lnTo>
                <a:lnTo>
                  <a:pt x="198120" y="1101852"/>
                </a:lnTo>
                <a:lnTo>
                  <a:pt x="196596" y="1104900"/>
                </a:lnTo>
                <a:lnTo>
                  <a:pt x="193548" y="1106424"/>
                </a:lnTo>
                <a:lnTo>
                  <a:pt x="185928" y="1106424"/>
                </a:lnTo>
                <a:lnTo>
                  <a:pt x="172212" y="1101852"/>
                </a:lnTo>
                <a:lnTo>
                  <a:pt x="141732" y="1088136"/>
                </a:lnTo>
                <a:lnTo>
                  <a:pt x="141732" y="1083564"/>
                </a:lnTo>
                <a:lnTo>
                  <a:pt x="141732" y="1016508"/>
                </a:lnTo>
                <a:lnTo>
                  <a:pt x="141732" y="1011936"/>
                </a:lnTo>
                <a:lnTo>
                  <a:pt x="169164" y="1001268"/>
                </a:lnTo>
                <a:lnTo>
                  <a:pt x="179832" y="998220"/>
                </a:lnTo>
                <a:lnTo>
                  <a:pt x="185928" y="995172"/>
                </a:lnTo>
                <a:lnTo>
                  <a:pt x="193548" y="995172"/>
                </a:lnTo>
                <a:lnTo>
                  <a:pt x="196596" y="996696"/>
                </a:lnTo>
                <a:lnTo>
                  <a:pt x="199644" y="999744"/>
                </a:lnTo>
                <a:lnTo>
                  <a:pt x="201168" y="1002792"/>
                </a:lnTo>
                <a:lnTo>
                  <a:pt x="202692" y="1007364"/>
                </a:lnTo>
                <a:lnTo>
                  <a:pt x="202692" y="1014984"/>
                </a:lnTo>
                <a:lnTo>
                  <a:pt x="207264" y="1014984"/>
                </a:lnTo>
                <a:lnTo>
                  <a:pt x="207264" y="995172"/>
                </a:lnTo>
                <a:lnTo>
                  <a:pt x="207264" y="938784"/>
                </a:lnTo>
                <a:close/>
              </a:path>
              <a:path extrusionOk="0" h="1373504" w="271779">
                <a:moveTo>
                  <a:pt x="207264" y="521208"/>
                </a:moveTo>
                <a:lnTo>
                  <a:pt x="202692" y="521208"/>
                </a:lnTo>
                <a:lnTo>
                  <a:pt x="202133" y="527837"/>
                </a:lnTo>
                <a:lnTo>
                  <a:pt x="200596" y="534162"/>
                </a:lnTo>
                <a:lnTo>
                  <a:pt x="170688" y="577596"/>
                </a:lnTo>
                <a:lnTo>
                  <a:pt x="97536" y="650748"/>
                </a:lnTo>
                <a:lnTo>
                  <a:pt x="68580" y="620268"/>
                </a:lnTo>
                <a:lnTo>
                  <a:pt x="41567" y="592632"/>
                </a:lnTo>
                <a:lnTo>
                  <a:pt x="38100" y="589788"/>
                </a:lnTo>
                <a:lnTo>
                  <a:pt x="32004" y="582168"/>
                </a:lnTo>
                <a:lnTo>
                  <a:pt x="25908" y="576072"/>
                </a:lnTo>
                <a:lnTo>
                  <a:pt x="16764" y="562356"/>
                </a:lnTo>
                <a:lnTo>
                  <a:pt x="15240" y="557784"/>
                </a:lnTo>
                <a:lnTo>
                  <a:pt x="15240" y="554736"/>
                </a:lnTo>
                <a:lnTo>
                  <a:pt x="13716" y="551688"/>
                </a:lnTo>
                <a:lnTo>
                  <a:pt x="13716" y="547116"/>
                </a:lnTo>
                <a:lnTo>
                  <a:pt x="9144" y="547116"/>
                </a:lnTo>
                <a:lnTo>
                  <a:pt x="9144" y="620268"/>
                </a:lnTo>
                <a:lnTo>
                  <a:pt x="13716" y="620268"/>
                </a:lnTo>
                <a:lnTo>
                  <a:pt x="13716" y="611124"/>
                </a:lnTo>
                <a:lnTo>
                  <a:pt x="15240" y="606552"/>
                </a:lnTo>
                <a:lnTo>
                  <a:pt x="18288" y="603504"/>
                </a:lnTo>
                <a:lnTo>
                  <a:pt x="21336" y="601980"/>
                </a:lnTo>
                <a:lnTo>
                  <a:pt x="25908" y="601980"/>
                </a:lnTo>
                <a:lnTo>
                  <a:pt x="30480" y="603504"/>
                </a:lnTo>
                <a:lnTo>
                  <a:pt x="33528" y="606552"/>
                </a:lnTo>
                <a:lnTo>
                  <a:pt x="42075" y="612508"/>
                </a:lnTo>
                <a:lnTo>
                  <a:pt x="53911" y="623316"/>
                </a:lnTo>
                <a:lnTo>
                  <a:pt x="68884" y="638708"/>
                </a:lnTo>
                <a:lnTo>
                  <a:pt x="86868" y="658368"/>
                </a:lnTo>
                <a:lnTo>
                  <a:pt x="99441" y="672274"/>
                </a:lnTo>
                <a:lnTo>
                  <a:pt x="105156" y="678180"/>
                </a:lnTo>
                <a:lnTo>
                  <a:pt x="27432" y="678180"/>
                </a:lnTo>
                <a:lnTo>
                  <a:pt x="21336" y="675132"/>
                </a:lnTo>
                <a:lnTo>
                  <a:pt x="19812" y="673608"/>
                </a:lnTo>
                <a:lnTo>
                  <a:pt x="18288" y="670560"/>
                </a:lnTo>
                <a:lnTo>
                  <a:pt x="15240" y="665988"/>
                </a:lnTo>
                <a:lnTo>
                  <a:pt x="13716" y="662940"/>
                </a:lnTo>
                <a:lnTo>
                  <a:pt x="13716" y="650748"/>
                </a:lnTo>
                <a:lnTo>
                  <a:pt x="9144" y="650748"/>
                </a:lnTo>
                <a:lnTo>
                  <a:pt x="9144" y="733044"/>
                </a:lnTo>
                <a:lnTo>
                  <a:pt x="13716" y="733044"/>
                </a:lnTo>
                <a:lnTo>
                  <a:pt x="13716" y="722376"/>
                </a:lnTo>
                <a:lnTo>
                  <a:pt x="15240" y="717804"/>
                </a:lnTo>
                <a:lnTo>
                  <a:pt x="18288" y="713232"/>
                </a:lnTo>
                <a:lnTo>
                  <a:pt x="19812" y="710184"/>
                </a:lnTo>
                <a:lnTo>
                  <a:pt x="21336" y="708660"/>
                </a:lnTo>
                <a:lnTo>
                  <a:pt x="24384" y="707136"/>
                </a:lnTo>
                <a:lnTo>
                  <a:pt x="27432" y="707136"/>
                </a:lnTo>
                <a:lnTo>
                  <a:pt x="35052" y="705612"/>
                </a:lnTo>
                <a:lnTo>
                  <a:pt x="184404" y="705612"/>
                </a:lnTo>
                <a:lnTo>
                  <a:pt x="192024" y="707136"/>
                </a:lnTo>
                <a:lnTo>
                  <a:pt x="195072" y="710184"/>
                </a:lnTo>
                <a:lnTo>
                  <a:pt x="201168" y="713232"/>
                </a:lnTo>
                <a:lnTo>
                  <a:pt x="202692" y="719328"/>
                </a:lnTo>
                <a:lnTo>
                  <a:pt x="202692" y="733044"/>
                </a:lnTo>
                <a:lnTo>
                  <a:pt x="207264" y="733044"/>
                </a:lnTo>
                <a:lnTo>
                  <a:pt x="207264" y="650748"/>
                </a:lnTo>
                <a:lnTo>
                  <a:pt x="202692" y="650748"/>
                </a:lnTo>
                <a:lnTo>
                  <a:pt x="202692" y="662940"/>
                </a:lnTo>
                <a:lnTo>
                  <a:pt x="201168" y="665988"/>
                </a:lnTo>
                <a:lnTo>
                  <a:pt x="199644" y="670560"/>
                </a:lnTo>
                <a:lnTo>
                  <a:pt x="198120" y="673608"/>
                </a:lnTo>
                <a:lnTo>
                  <a:pt x="195072" y="675132"/>
                </a:lnTo>
                <a:lnTo>
                  <a:pt x="193548" y="676656"/>
                </a:lnTo>
                <a:lnTo>
                  <a:pt x="188976" y="678180"/>
                </a:lnTo>
                <a:lnTo>
                  <a:pt x="108204" y="678180"/>
                </a:lnTo>
                <a:lnTo>
                  <a:pt x="175260" y="609600"/>
                </a:lnTo>
                <a:lnTo>
                  <a:pt x="181356" y="605028"/>
                </a:lnTo>
                <a:lnTo>
                  <a:pt x="185928" y="600456"/>
                </a:lnTo>
                <a:lnTo>
                  <a:pt x="187452" y="600456"/>
                </a:lnTo>
                <a:lnTo>
                  <a:pt x="190500" y="598932"/>
                </a:lnTo>
                <a:lnTo>
                  <a:pt x="195072" y="598932"/>
                </a:lnTo>
                <a:lnTo>
                  <a:pt x="201168" y="605028"/>
                </a:lnTo>
                <a:lnTo>
                  <a:pt x="202692" y="609600"/>
                </a:lnTo>
                <a:lnTo>
                  <a:pt x="202692" y="615696"/>
                </a:lnTo>
                <a:lnTo>
                  <a:pt x="207264" y="615696"/>
                </a:lnTo>
                <a:lnTo>
                  <a:pt x="207264" y="521208"/>
                </a:lnTo>
                <a:close/>
              </a:path>
              <a:path extrusionOk="0" h="1373504" w="271779">
                <a:moveTo>
                  <a:pt x="210312" y="240792"/>
                </a:moveTo>
                <a:lnTo>
                  <a:pt x="33528" y="240792"/>
                </a:lnTo>
                <a:lnTo>
                  <a:pt x="25908" y="239268"/>
                </a:lnTo>
                <a:lnTo>
                  <a:pt x="16764" y="234696"/>
                </a:lnTo>
                <a:lnTo>
                  <a:pt x="13716" y="228600"/>
                </a:lnTo>
                <a:lnTo>
                  <a:pt x="13716" y="213360"/>
                </a:lnTo>
                <a:lnTo>
                  <a:pt x="9144" y="213360"/>
                </a:lnTo>
                <a:lnTo>
                  <a:pt x="9144" y="280416"/>
                </a:lnTo>
                <a:lnTo>
                  <a:pt x="13716" y="280416"/>
                </a:lnTo>
                <a:lnTo>
                  <a:pt x="13716" y="266700"/>
                </a:lnTo>
                <a:lnTo>
                  <a:pt x="16764" y="260604"/>
                </a:lnTo>
                <a:lnTo>
                  <a:pt x="21336" y="257556"/>
                </a:lnTo>
                <a:lnTo>
                  <a:pt x="24384" y="254508"/>
                </a:lnTo>
                <a:lnTo>
                  <a:pt x="32004" y="252984"/>
                </a:lnTo>
                <a:lnTo>
                  <a:pt x="161544" y="252984"/>
                </a:lnTo>
                <a:lnTo>
                  <a:pt x="9144" y="377952"/>
                </a:lnTo>
                <a:lnTo>
                  <a:pt x="9144" y="428244"/>
                </a:lnTo>
                <a:lnTo>
                  <a:pt x="15240" y="428244"/>
                </a:lnTo>
                <a:lnTo>
                  <a:pt x="15240" y="423672"/>
                </a:lnTo>
                <a:lnTo>
                  <a:pt x="16764" y="419100"/>
                </a:lnTo>
                <a:lnTo>
                  <a:pt x="16764" y="416052"/>
                </a:lnTo>
                <a:lnTo>
                  <a:pt x="18288" y="409956"/>
                </a:lnTo>
                <a:lnTo>
                  <a:pt x="21336" y="406908"/>
                </a:lnTo>
                <a:lnTo>
                  <a:pt x="22860" y="403860"/>
                </a:lnTo>
                <a:lnTo>
                  <a:pt x="36576" y="390144"/>
                </a:lnTo>
                <a:lnTo>
                  <a:pt x="184404" y="390144"/>
                </a:lnTo>
                <a:lnTo>
                  <a:pt x="192011" y="391668"/>
                </a:lnTo>
                <a:lnTo>
                  <a:pt x="201168" y="396240"/>
                </a:lnTo>
                <a:lnTo>
                  <a:pt x="202692" y="402336"/>
                </a:lnTo>
                <a:lnTo>
                  <a:pt x="202692" y="417576"/>
                </a:lnTo>
                <a:lnTo>
                  <a:pt x="207264" y="417576"/>
                </a:lnTo>
                <a:lnTo>
                  <a:pt x="207264" y="350520"/>
                </a:lnTo>
                <a:lnTo>
                  <a:pt x="202692" y="350520"/>
                </a:lnTo>
                <a:lnTo>
                  <a:pt x="202692" y="364236"/>
                </a:lnTo>
                <a:lnTo>
                  <a:pt x="201168" y="370332"/>
                </a:lnTo>
                <a:lnTo>
                  <a:pt x="196596" y="374904"/>
                </a:lnTo>
                <a:lnTo>
                  <a:pt x="193535" y="376428"/>
                </a:lnTo>
                <a:lnTo>
                  <a:pt x="185928" y="377952"/>
                </a:lnTo>
                <a:lnTo>
                  <a:pt x="51816" y="377952"/>
                </a:lnTo>
                <a:lnTo>
                  <a:pt x="210312" y="245364"/>
                </a:lnTo>
                <a:lnTo>
                  <a:pt x="210312" y="240792"/>
                </a:lnTo>
                <a:close/>
              </a:path>
              <a:path extrusionOk="0" h="1373504" w="271779">
                <a:moveTo>
                  <a:pt x="211836" y="829056"/>
                </a:moveTo>
                <a:lnTo>
                  <a:pt x="199644" y="781812"/>
                </a:lnTo>
                <a:lnTo>
                  <a:pt x="160020" y="748284"/>
                </a:lnTo>
                <a:lnTo>
                  <a:pt x="158496" y="752856"/>
                </a:lnTo>
                <a:lnTo>
                  <a:pt x="169938" y="760844"/>
                </a:lnTo>
                <a:lnTo>
                  <a:pt x="179260" y="768667"/>
                </a:lnTo>
                <a:lnTo>
                  <a:pt x="199085" y="807986"/>
                </a:lnTo>
                <a:lnTo>
                  <a:pt x="199644" y="816864"/>
                </a:lnTo>
                <a:lnTo>
                  <a:pt x="199047" y="827773"/>
                </a:lnTo>
                <a:lnTo>
                  <a:pt x="183565" y="863942"/>
                </a:lnTo>
                <a:lnTo>
                  <a:pt x="147891" y="884872"/>
                </a:lnTo>
                <a:lnTo>
                  <a:pt x="111252" y="890016"/>
                </a:lnTo>
                <a:lnTo>
                  <a:pt x="95821" y="889444"/>
                </a:lnTo>
                <a:lnTo>
                  <a:pt x="56388" y="880872"/>
                </a:lnTo>
                <a:lnTo>
                  <a:pt x="24384" y="856488"/>
                </a:lnTo>
                <a:lnTo>
                  <a:pt x="13716" y="822960"/>
                </a:lnTo>
                <a:lnTo>
                  <a:pt x="14566" y="811847"/>
                </a:lnTo>
                <a:lnTo>
                  <a:pt x="35407" y="775893"/>
                </a:lnTo>
                <a:lnTo>
                  <a:pt x="71628" y="758952"/>
                </a:lnTo>
                <a:lnTo>
                  <a:pt x="71628" y="754380"/>
                </a:lnTo>
                <a:lnTo>
                  <a:pt x="4572" y="758952"/>
                </a:lnTo>
                <a:lnTo>
                  <a:pt x="4572" y="763524"/>
                </a:lnTo>
                <a:lnTo>
                  <a:pt x="9144" y="763524"/>
                </a:lnTo>
                <a:lnTo>
                  <a:pt x="13716" y="766572"/>
                </a:lnTo>
                <a:lnTo>
                  <a:pt x="15240" y="768096"/>
                </a:lnTo>
                <a:lnTo>
                  <a:pt x="18288" y="769620"/>
                </a:lnTo>
                <a:lnTo>
                  <a:pt x="18288" y="780288"/>
                </a:lnTo>
                <a:lnTo>
                  <a:pt x="4572" y="824484"/>
                </a:lnTo>
                <a:lnTo>
                  <a:pt x="5422" y="837920"/>
                </a:lnTo>
                <a:lnTo>
                  <a:pt x="18288" y="874776"/>
                </a:lnTo>
                <a:lnTo>
                  <a:pt x="45288" y="903287"/>
                </a:lnTo>
                <a:lnTo>
                  <a:pt x="82677" y="920115"/>
                </a:lnTo>
                <a:lnTo>
                  <a:pt x="111252" y="923544"/>
                </a:lnTo>
                <a:lnTo>
                  <a:pt x="128968" y="922172"/>
                </a:lnTo>
                <a:lnTo>
                  <a:pt x="175260" y="903732"/>
                </a:lnTo>
                <a:lnTo>
                  <a:pt x="202692" y="871537"/>
                </a:lnTo>
                <a:lnTo>
                  <a:pt x="209550" y="851662"/>
                </a:lnTo>
                <a:lnTo>
                  <a:pt x="211836" y="829056"/>
                </a:lnTo>
                <a:close/>
              </a:path>
              <a:path extrusionOk="0" h="1373504" w="271779">
                <a:moveTo>
                  <a:pt x="211836" y="91440"/>
                </a:moveTo>
                <a:lnTo>
                  <a:pt x="205562" y="46863"/>
                </a:lnTo>
                <a:lnTo>
                  <a:pt x="195072" y="22860"/>
                </a:lnTo>
                <a:lnTo>
                  <a:pt x="123444" y="22860"/>
                </a:lnTo>
                <a:lnTo>
                  <a:pt x="115824" y="21336"/>
                </a:lnTo>
                <a:lnTo>
                  <a:pt x="106680" y="16764"/>
                </a:lnTo>
                <a:lnTo>
                  <a:pt x="103632" y="12192"/>
                </a:lnTo>
                <a:lnTo>
                  <a:pt x="103632" y="0"/>
                </a:lnTo>
                <a:lnTo>
                  <a:pt x="99060" y="0"/>
                </a:lnTo>
                <a:lnTo>
                  <a:pt x="99060" y="76200"/>
                </a:lnTo>
                <a:lnTo>
                  <a:pt x="103632" y="76200"/>
                </a:lnTo>
                <a:lnTo>
                  <a:pt x="103632" y="68580"/>
                </a:lnTo>
                <a:lnTo>
                  <a:pt x="105156" y="62484"/>
                </a:lnTo>
                <a:lnTo>
                  <a:pt x="108204" y="56388"/>
                </a:lnTo>
                <a:lnTo>
                  <a:pt x="111252" y="53340"/>
                </a:lnTo>
                <a:lnTo>
                  <a:pt x="117348" y="50292"/>
                </a:lnTo>
                <a:lnTo>
                  <a:pt x="192024" y="50292"/>
                </a:lnTo>
                <a:lnTo>
                  <a:pt x="198120" y="62484"/>
                </a:lnTo>
                <a:lnTo>
                  <a:pt x="199644" y="70104"/>
                </a:lnTo>
                <a:lnTo>
                  <a:pt x="202692" y="76200"/>
                </a:lnTo>
                <a:lnTo>
                  <a:pt x="202692" y="91440"/>
                </a:lnTo>
                <a:lnTo>
                  <a:pt x="202095" y="100571"/>
                </a:lnTo>
                <a:lnTo>
                  <a:pt x="185686" y="135089"/>
                </a:lnTo>
                <a:lnTo>
                  <a:pt x="145224" y="160337"/>
                </a:lnTo>
                <a:lnTo>
                  <a:pt x="105156" y="166116"/>
                </a:lnTo>
                <a:lnTo>
                  <a:pt x="88341" y="164998"/>
                </a:lnTo>
                <a:lnTo>
                  <a:pt x="44196" y="149352"/>
                </a:lnTo>
                <a:lnTo>
                  <a:pt x="15684" y="110350"/>
                </a:lnTo>
                <a:lnTo>
                  <a:pt x="13716" y="92964"/>
                </a:lnTo>
                <a:lnTo>
                  <a:pt x="14859" y="79844"/>
                </a:lnTo>
                <a:lnTo>
                  <a:pt x="38544" y="43103"/>
                </a:lnTo>
                <a:lnTo>
                  <a:pt x="67056" y="28956"/>
                </a:lnTo>
                <a:lnTo>
                  <a:pt x="67056" y="24384"/>
                </a:lnTo>
                <a:lnTo>
                  <a:pt x="4572" y="28956"/>
                </a:lnTo>
                <a:lnTo>
                  <a:pt x="4572" y="33528"/>
                </a:lnTo>
                <a:lnTo>
                  <a:pt x="9144" y="33528"/>
                </a:lnTo>
                <a:lnTo>
                  <a:pt x="12192" y="35052"/>
                </a:lnTo>
                <a:lnTo>
                  <a:pt x="13716" y="36576"/>
                </a:lnTo>
                <a:lnTo>
                  <a:pt x="15240" y="36576"/>
                </a:lnTo>
                <a:lnTo>
                  <a:pt x="15240" y="45720"/>
                </a:lnTo>
                <a:lnTo>
                  <a:pt x="13716" y="51816"/>
                </a:lnTo>
                <a:lnTo>
                  <a:pt x="10807" y="59270"/>
                </a:lnTo>
                <a:lnTo>
                  <a:pt x="8763" y="65722"/>
                </a:lnTo>
                <a:lnTo>
                  <a:pt x="6096" y="76200"/>
                </a:lnTo>
                <a:lnTo>
                  <a:pt x="6096" y="82296"/>
                </a:lnTo>
                <a:lnTo>
                  <a:pt x="4572" y="88392"/>
                </a:lnTo>
                <a:lnTo>
                  <a:pt x="4572" y="96012"/>
                </a:lnTo>
                <a:lnTo>
                  <a:pt x="5422" y="110299"/>
                </a:lnTo>
                <a:lnTo>
                  <a:pt x="18288" y="146304"/>
                </a:lnTo>
                <a:lnTo>
                  <a:pt x="47853" y="179095"/>
                </a:lnTo>
                <a:lnTo>
                  <a:pt x="86106" y="196405"/>
                </a:lnTo>
                <a:lnTo>
                  <a:pt x="111252" y="199644"/>
                </a:lnTo>
                <a:lnTo>
                  <a:pt x="128968" y="198247"/>
                </a:lnTo>
                <a:lnTo>
                  <a:pt x="175260" y="178308"/>
                </a:lnTo>
                <a:lnTo>
                  <a:pt x="202692" y="141732"/>
                </a:lnTo>
                <a:lnTo>
                  <a:pt x="209550" y="118300"/>
                </a:lnTo>
                <a:lnTo>
                  <a:pt x="211836" y="91440"/>
                </a:lnTo>
                <a:close/>
              </a:path>
              <a:path extrusionOk="0" h="1373504" w="271779">
                <a:moveTo>
                  <a:pt x="271272" y="1292352"/>
                </a:moveTo>
                <a:lnTo>
                  <a:pt x="265176" y="1292352"/>
                </a:lnTo>
                <a:lnTo>
                  <a:pt x="260337" y="1299806"/>
                </a:lnTo>
                <a:lnTo>
                  <a:pt x="255079" y="1306258"/>
                </a:lnTo>
                <a:lnTo>
                  <a:pt x="220980" y="1331976"/>
                </a:lnTo>
                <a:lnTo>
                  <a:pt x="175869" y="1343126"/>
                </a:lnTo>
                <a:lnTo>
                  <a:pt x="132588" y="1345692"/>
                </a:lnTo>
                <a:lnTo>
                  <a:pt x="118008" y="1345412"/>
                </a:lnTo>
                <a:lnTo>
                  <a:pt x="77711" y="1341120"/>
                </a:lnTo>
                <a:lnTo>
                  <a:pt x="33528" y="1322832"/>
                </a:lnTo>
                <a:lnTo>
                  <a:pt x="6096" y="1292352"/>
                </a:lnTo>
                <a:lnTo>
                  <a:pt x="0" y="1292352"/>
                </a:lnTo>
                <a:lnTo>
                  <a:pt x="21526" y="1325499"/>
                </a:lnTo>
                <a:lnTo>
                  <a:pt x="53340" y="1351788"/>
                </a:lnTo>
                <a:lnTo>
                  <a:pt x="93332" y="1367599"/>
                </a:lnTo>
                <a:lnTo>
                  <a:pt x="135636" y="1373124"/>
                </a:lnTo>
                <a:lnTo>
                  <a:pt x="151345" y="1372539"/>
                </a:lnTo>
                <a:lnTo>
                  <a:pt x="195072" y="1362456"/>
                </a:lnTo>
                <a:lnTo>
                  <a:pt x="234505" y="1340167"/>
                </a:lnTo>
                <a:lnTo>
                  <a:pt x="265506" y="1303235"/>
                </a:lnTo>
                <a:lnTo>
                  <a:pt x="271272" y="12923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33" name="Google Shape;4133;p70"/>
          <p:cNvGrpSpPr/>
          <p:nvPr/>
        </p:nvGrpSpPr>
        <p:grpSpPr>
          <a:xfrm>
            <a:off x="3909059" y="1417319"/>
            <a:ext cx="271780" cy="1349249"/>
            <a:chOff x="3909059" y="1417319"/>
            <a:chExt cx="271780" cy="1349249"/>
          </a:xfrm>
        </p:grpSpPr>
        <p:sp>
          <p:nvSpPr>
            <p:cNvPr id="4134" name="Google Shape;4134;p70"/>
            <p:cNvSpPr/>
            <p:nvPr/>
          </p:nvSpPr>
          <p:spPr>
            <a:xfrm>
              <a:off x="3918204" y="2167128"/>
              <a:ext cx="201295" cy="599440"/>
            </a:xfrm>
            <a:custGeom>
              <a:rect b="b" l="l" r="r" t="t"/>
              <a:pathLst>
                <a:path extrusionOk="0" h="599439" w="201295">
                  <a:moveTo>
                    <a:pt x="198120" y="510540"/>
                  </a:moveTo>
                  <a:lnTo>
                    <a:pt x="196138" y="483704"/>
                  </a:lnTo>
                  <a:lnTo>
                    <a:pt x="190309" y="460438"/>
                  </a:lnTo>
                  <a:lnTo>
                    <a:pt x="188976" y="457720"/>
                  </a:lnTo>
                  <a:lnTo>
                    <a:pt x="188976" y="513588"/>
                  </a:lnTo>
                  <a:lnTo>
                    <a:pt x="188709" y="519861"/>
                  </a:lnTo>
                  <a:lnTo>
                    <a:pt x="188620" y="520712"/>
                  </a:lnTo>
                  <a:lnTo>
                    <a:pt x="188023" y="527113"/>
                  </a:lnTo>
                  <a:lnTo>
                    <a:pt x="186931" y="536092"/>
                  </a:lnTo>
                  <a:lnTo>
                    <a:pt x="185928" y="544068"/>
                  </a:lnTo>
                  <a:lnTo>
                    <a:pt x="13716" y="544068"/>
                  </a:lnTo>
                  <a:lnTo>
                    <a:pt x="9144" y="513588"/>
                  </a:lnTo>
                  <a:lnTo>
                    <a:pt x="10807" y="497039"/>
                  </a:lnTo>
                  <a:lnTo>
                    <a:pt x="33528" y="455676"/>
                  </a:lnTo>
                  <a:lnTo>
                    <a:pt x="79603" y="434251"/>
                  </a:lnTo>
                  <a:lnTo>
                    <a:pt x="99060" y="432816"/>
                  </a:lnTo>
                  <a:lnTo>
                    <a:pt x="118719" y="434251"/>
                  </a:lnTo>
                  <a:lnTo>
                    <a:pt x="164592" y="455676"/>
                  </a:lnTo>
                  <a:lnTo>
                    <a:pt x="187515" y="497039"/>
                  </a:lnTo>
                  <a:lnTo>
                    <a:pt x="188976" y="513588"/>
                  </a:lnTo>
                  <a:lnTo>
                    <a:pt x="188976" y="457720"/>
                  </a:lnTo>
                  <a:lnTo>
                    <a:pt x="180759" y="440893"/>
                  </a:lnTo>
                  <a:lnTo>
                    <a:pt x="174002" y="432816"/>
                  </a:lnTo>
                  <a:lnTo>
                    <a:pt x="167640" y="425196"/>
                  </a:lnTo>
                  <a:lnTo>
                    <a:pt x="153060" y="414083"/>
                  </a:lnTo>
                  <a:lnTo>
                    <a:pt x="136779" y="405955"/>
                  </a:lnTo>
                  <a:lnTo>
                    <a:pt x="118770" y="400989"/>
                  </a:lnTo>
                  <a:lnTo>
                    <a:pt x="99060" y="399288"/>
                  </a:lnTo>
                  <a:lnTo>
                    <a:pt x="83629" y="400177"/>
                  </a:lnTo>
                  <a:lnTo>
                    <a:pt x="44196" y="414528"/>
                  </a:lnTo>
                  <a:lnTo>
                    <a:pt x="10668" y="451104"/>
                  </a:lnTo>
                  <a:lnTo>
                    <a:pt x="584" y="497611"/>
                  </a:lnTo>
                  <a:lnTo>
                    <a:pt x="0" y="518160"/>
                  </a:lnTo>
                  <a:lnTo>
                    <a:pt x="0" y="598932"/>
                  </a:lnTo>
                  <a:lnTo>
                    <a:pt x="4572" y="598932"/>
                  </a:lnTo>
                  <a:lnTo>
                    <a:pt x="4572" y="585216"/>
                  </a:lnTo>
                  <a:lnTo>
                    <a:pt x="7620" y="579120"/>
                  </a:lnTo>
                  <a:lnTo>
                    <a:pt x="12192" y="576072"/>
                  </a:lnTo>
                  <a:lnTo>
                    <a:pt x="15240" y="573024"/>
                  </a:lnTo>
                  <a:lnTo>
                    <a:pt x="22860" y="571500"/>
                  </a:lnTo>
                  <a:lnTo>
                    <a:pt x="175260" y="571500"/>
                  </a:lnTo>
                  <a:lnTo>
                    <a:pt x="182880" y="573024"/>
                  </a:lnTo>
                  <a:lnTo>
                    <a:pt x="185928" y="574548"/>
                  </a:lnTo>
                  <a:lnTo>
                    <a:pt x="190500" y="579120"/>
                  </a:lnTo>
                  <a:lnTo>
                    <a:pt x="193548" y="583692"/>
                  </a:lnTo>
                  <a:lnTo>
                    <a:pt x="193548" y="598932"/>
                  </a:lnTo>
                  <a:lnTo>
                    <a:pt x="198120" y="598932"/>
                  </a:lnTo>
                  <a:lnTo>
                    <a:pt x="198120" y="571500"/>
                  </a:lnTo>
                  <a:lnTo>
                    <a:pt x="198120" y="544068"/>
                  </a:lnTo>
                  <a:lnTo>
                    <a:pt x="198120" y="510540"/>
                  </a:lnTo>
                  <a:close/>
                </a:path>
                <a:path extrusionOk="0" h="599439" w="201295">
                  <a:moveTo>
                    <a:pt x="198120" y="233172"/>
                  </a:moveTo>
                  <a:lnTo>
                    <a:pt x="147828" y="214884"/>
                  </a:lnTo>
                  <a:lnTo>
                    <a:pt x="147828" y="220980"/>
                  </a:lnTo>
                  <a:lnTo>
                    <a:pt x="156629" y="225767"/>
                  </a:lnTo>
                  <a:lnTo>
                    <a:pt x="164592" y="230695"/>
                  </a:lnTo>
                  <a:lnTo>
                    <a:pt x="187452" y="259080"/>
                  </a:lnTo>
                  <a:lnTo>
                    <a:pt x="187452" y="321564"/>
                  </a:lnTo>
                  <a:lnTo>
                    <a:pt x="185928" y="324612"/>
                  </a:lnTo>
                  <a:lnTo>
                    <a:pt x="182880" y="327660"/>
                  </a:lnTo>
                  <a:lnTo>
                    <a:pt x="181356" y="327660"/>
                  </a:lnTo>
                  <a:lnTo>
                    <a:pt x="179832" y="329184"/>
                  </a:lnTo>
                  <a:lnTo>
                    <a:pt x="99060" y="329184"/>
                  </a:lnTo>
                  <a:lnTo>
                    <a:pt x="99060" y="277368"/>
                  </a:lnTo>
                  <a:lnTo>
                    <a:pt x="126492" y="254508"/>
                  </a:lnTo>
                  <a:lnTo>
                    <a:pt x="126492" y="249936"/>
                  </a:lnTo>
                  <a:lnTo>
                    <a:pt x="60960" y="249936"/>
                  </a:lnTo>
                  <a:lnTo>
                    <a:pt x="60960" y="254508"/>
                  </a:lnTo>
                  <a:lnTo>
                    <a:pt x="71628" y="256032"/>
                  </a:lnTo>
                  <a:lnTo>
                    <a:pt x="79248" y="257556"/>
                  </a:lnTo>
                  <a:lnTo>
                    <a:pt x="83820" y="263652"/>
                  </a:lnTo>
                  <a:lnTo>
                    <a:pt x="86868" y="266700"/>
                  </a:lnTo>
                  <a:lnTo>
                    <a:pt x="88392" y="274320"/>
                  </a:lnTo>
                  <a:lnTo>
                    <a:pt x="88392" y="329184"/>
                  </a:lnTo>
                  <a:lnTo>
                    <a:pt x="10668" y="329184"/>
                  </a:lnTo>
                  <a:lnTo>
                    <a:pt x="10668" y="275844"/>
                  </a:lnTo>
                  <a:lnTo>
                    <a:pt x="10668" y="265176"/>
                  </a:lnTo>
                  <a:lnTo>
                    <a:pt x="12192" y="259080"/>
                  </a:lnTo>
                  <a:lnTo>
                    <a:pt x="15240" y="249936"/>
                  </a:lnTo>
                  <a:lnTo>
                    <a:pt x="18288" y="245364"/>
                  </a:lnTo>
                  <a:lnTo>
                    <a:pt x="21336" y="243840"/>
                  </a:lnTo>
                  <a:lnTo>
                    <a:pt x="25908" y="240792"/>
                  </a:lnTo>
                  <a:lnTo>
                    <a:pt x="33528" y="239268"/>
                  </a:lnTo>
                  <a:lnTo>
                    <a:pt x="42672" y="236220"/>
                  </a:lnTo>
                  <a:lnTo>
                    <a:pt x="42672" y="230124"/>
                  </a:lnTo>
                  <a:lnTo>
                    <a:pt x="0" y="231648"/>
                  </a:lnTo>
                  <a:lnTo>
                    <a:pt x="0" y="384048"/>
                  </a:lnTo>
                  <a:lnTo>
                    <a:pt x="4572" y="384048"/>
                  </a:lnTo>
                  <a:lnTo>
                    <a:pt x="4572" y="370332"/>
                  </a:lnTo>
                  <a:lnTo>
                    <a:pt x="7620" y="364236"/>
                  </a:lnTo>
                  <a:lnTo>
                    <a:pt x="13716" y="358140"/>
                  </a:lnTo>
                  <a:lnTo>
                    <a:pt x="22860" y="356616"/>
                  </a:lnTo>
                  <a:lnTo>
                    <a:pt x="173736" y="356616"/>
                  </a:lnTo>
                  <a:lnTo>
                    <a:pt x="179832" y="358140"/>
                  </a:lnTo>
                  <a:lnTo>
                    <a:pt x="182880" y="358140"/>
                  </a:lnTo>
                  <a:lnTo>
                    <a:pt x="188976" y="361188"/>
                  </a:lnTo>
                  <a:lnTo>
                    <a:pt x="190500" y="364236"/>
                  </a:lnTo>
                  <a:lnTo>
                    <a:pt x="193548" y="368808"/>
                  </a:lnTo>
                  <a:lnTo>
                    <a:pt x="193548" y="384048"/>
                  </a:lnTo>
                  <a:lnTo>
                    <a:pt x="198120" y="384048"/>
                  </a:lnTo>
                  <a:lnTo>
                    <a:pt x="198120" y="233172"/>
                  </a:lnTo>
                  <a:close/>
                </a:path>
                <a:path extrusionOk="0" h="599439" w="201295">
                  <a:moveTo>
                    <a:pt x="201168" y="27432"/>
                  </a:moveTo>
                  <a:lnTo>
                    <a:pt x="24384" y="27432"/>
                  </a:lnTo>
                  <a:lnTo>
                    <a:pt x="16764" y="25908"/>
                  </a:lnTo>
                  <a:lnTo>
                    <a:pt x="13716" y="24384"/>
                  </a:lnTo>
                  <a:lnTo>
                    <a:pt x="7620" y="19812"/>
                  </a:lnTo>
                  <a:lnTo>
                    <a:pt x="4572" y="13716"/>
                  </a:lnTo>
                  <a:lnTo>
                    <a:pt x="4572" y="0"/>
                  </a:lnTo>
                  <a:lnTo>
                    <a:pt x="0" y="0"/>
                  </a:lnTo>
                  <a:lnTo>
                    <a:pt x="0" y="67056"/>
                  </a:lnTo>
                  <a:lnTo>
                    <a:pt x="4572" y="67056"/>
                  </a:lnTo>
                  <a:lnTo>
                    <a:pt x="4572" y="51816"/>
                  </a:lnTo>
                  <a:lnTo>
                    <a:pt x="7620" y="47244"/>
                  </a:lnTo>
                  <a:lnTo>
                    <a:pt x="15240" y="39624"/>
                  </a:lnTo>
                  <a:lnTo>
                    <a:pt x="152400" y="39624"/>
                  </a:lnTo>
                  <a:lnTo>
                    <a:pt x="0" y="163068"/>
                  </a:lnTo>
                  <a:lnTo>
                    <a:pt x="0" y="214884"/>
                  </a:lnTo>
                  <a:lnTo>
                    <a:pt x="6096" y="214884"/>
                  </a:lnTo>
                  <a:lnTo>
                    <a:pt x="6096" y="208788"/>
                  </a:lnTo>
                  <a:lnTo>
                    <a:pt x="7620" y="204216"/>
                  </a:lnTo>
                  <a:lnTo>
                    <a:pt x="7620" y="202692"/>
                  </a:lnTo>
                  <a:lnTo>
                    <a:pt x="9144" y="196596"/>
                  </a:lnTo>
                  <a:lnTo>
                    <a:pt x="12192" y="192024"/>
                  </a:lnTo>
                  <a:lnTo>
                    <a:pt x="13716" y="188976"/>
                  </a:lnTo>
                  <a:lnTo>
                    <a:pt x="21336" y="181356"/>
                  </a:lnTo>
                  <a:lnTo>
                    <a:pt x="27432" y="176784"/>
                  </a:lnTo>
                  <a:lnTo>
                    <a:pt x="182867" y="176784"/>
                  </a:lnTo>
                  <a:lnTo>
                    <a:pt x="185915" y="179832"/>
                  </a:lnTo>
                  <a:lnTo>
                    <a:pt x="192024" y="182880"/>
                  </a:lnTo>
                  <a:lnTo>
                    <a:pt x="193548" y="188976"/>
                  </a:lnTo>
                  <a:lnTo>
                    <a:pt x="193548" y="204216"/>
                  </a:lnTo>
                  <a:lnTo>
                    <a:pt x="198120" y="204216"/>
                  </a:lnTo>
                  <a:lnTo>
                    <a:pt x="198120" y="137160"/>
                  </a:lnTo>
                  <a:lnTo>
                    <a:pt x="193548" y="137160"/>
                  </a:lnTo>
                  <a:lnTo>
                    <a:pt x="193548" y="150876"/>
                  </a:lnTo>
                  <a:lnTo>
                    <a:pt x="192024" y="156972"/>
                  </a:lnTo>
                  <a:lnTo>
                    <a:pt x="187452" y="160020"/>
                  </a:lnTo>
                  <a:lnTo>
                    <a:pt x="184391" y="163068"/>
                  </a:lnTo>
                  <a:lnTo>
                    <a:pt x="176784" y="164592"/>
                  </a:lnTo>
                  <a:lnTo>
                    <a:pt x="42672" y="164592"/>
                  </a:lnTo>
                  <a:lnTo>
                    <a:pt x="201168" y="32004"/>
                  </a:lnTo>
                  <a:lnTo>
                    <a:pt x="20116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35" name="Google Shape;4135;p70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3913631" y="2014727"/>
              <a:ext cx="207263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36" name="Google Shape;4136;p70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3918203" y="1909571"/>
              <a:ext cx="198120" cy="822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37" name="Google Shape;4137;p70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3918203" y="1502664"/>
              <a:ext cx="198120" cy="3870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38" name="Google Shape;4138;p70"/>
            <p:cNvSpPr/>
            <p:nvPr/>
          </p:nvSpPr>
          <p:spPr>
            <a:xfrm>
              <a:off x="3909059" y="1417319"/>
              <a:ext cx="271780" cy="81280"/>
            </a:xfrm>
            <a:custGeom>
              <a:rect b="b" l="l" r="r" t="t"/>
              <a:pathLst>
                <a:path extrusionOk="0" h="81280" w="271779">
                  <a:moveTo>
                    <a:pt x="271272" y="80772"/>
                  </a:moveTo>
                  <a:lnTo>
                    <a:pt x="265175" y="80772"/>
                  </a:lnTo>
                  <a:lnTo>
                    <a:pt x="260032" y="71937"/>
                  </a:lnTo>
                  <a:lnTo>
                    <a:pt x="253746" y="63817"/>
                  </a:lnTo>
                  <a:lnTo>
                    <a:pt x="218694" y="40005"/>
                  </a:lnTo>
                  <a:lnTo>
                    <a:pt x="181356" y="30003"/>
                  </a:lnTo>
                  <a:lnTo>
                    <a:pt x="140208" y="27432"/>
                  </a:lnTo>
                  <a:lnTo>
                    <a:pt x="124753" y="27717"/>
                  </a:lnTo>
                  <a:lnTo>
                    <a:pt x="74104" y="33432"/>
                  </a:lnTo>
                  <a:lnTo>
                    <a:pt x="51816" y="41148"/>
                  </a:lnTo>
                  <a:lnTo>
                    <a:pt x="45219" y="43957"/>
                  </a:lnTo>
                  <a:lnTo>
                    <a:pt x="11572" y="73318"/>
                  </a:lnTo>
                  <a:lnTo>
                    <a:pt x="6096" y="80772"/>
                  </a:lnTo>
                  <a:lnTo>
                    <a:pt x="0" y="80772"/>
                  </a:lnTo>
                  <a:lnTo>
                    <a:pt x="25908" y="42672"/>
                  </a:lnTo>
                  <a:lnTo>
                    <a:pt x="62126" y="16954"/>
                  </a:lnTo>
                  <a:lnTo>
                    <a:pt x="105918" y="2476"/>
                  </a:lnTo>
                  <a:lnTo>
                    <a:pt x="135636" y="0"/>
                  </a:lnTo>
                  <a:lnTo>
                    <a:pt x="157924" y="1190"/>
                  </a:lnTo>
                  <a:lnTo>
                    <a:pt x="199072" y="11572"/>
                  </a:lnTo>
                  <a:lnTo>
                    <a:pt x="235696" y="33623"/>
                  </a:lnTo>
                  <a:lnTo>
                    <a:pt x="262080" y="63341"/>
                  </a:lnTo>
                  <a:lnTo>
                    <a:pt x="271272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9" name="Google Shape;4139;p70"/>
          <p:cNvGrpSpPr/>
          <p:nvPr/>
        </p:nvGrpSpPr>
        <p:grpSpPr>
          <a:xfrm>
            <a:off x="6841235" y="5632703"/>
            <a:ext cx="116205" cy="158496"/>
            <a:chOff x="6841235" y="5632703"/>
            <a:chExt cx="116205" cy="158496"/>
          </a:xfrm>
        </p:grpSpPr>
        <p:pic>
          <p:nvPicPr>
            <p:cNvPr id="4140" name="Google Shape;4140;p70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6841236" y="5714999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41" name="Google Shape;4141;p70"/>
            <p:cNvSpPr/>
            <p:nvPr/>
          </p:nvSpPr>
          <p:spPr>
            <a:xfrm>
              <a:off x="6841235" y="5632703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142" name="Google Shape;4142;p70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842759" y="5241036"/>
            <a:ext cx="150875" cy="330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143" name="Google Shape;4143;p70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841235" y="4852416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144" name="Google Shape;4144;p70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655307" y="1824227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48" name="Shape 4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49" name="Google Shape;4149;p7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546860" y="9649967"/>
            <a:ext cx="73152" cy="731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50" name="Google Shape;4150;p71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478279" y="6963156"/>
            <a:ext cx="207264" cy="2439924"/>
          </a:xfrm>
          <a:prstGeom prst="rect">
            <a:avLst/>
          </a:prstGeom>
          <a:noFill/>
          <a:ln>
            <a:noFill/>
          </a:ln>
        </p:spPr>
      </p:pic>
      <p:sp>
        <p:nvSpPr>
          <p:cNvPr id="4151" name="Google Shape;4151;p71"/>
          <p:cNvSpPr/>
          <p:nvPr/>
        </p:nvSpPr>
        <p:spPr>
          <a:xfrm>
            <a:off x="1473695" y="6021324"/>
            <a:ext cx="271780" cy="838200"/>
          </a:xfrm>
          <a:custGeom>
            <a:rect b="b" l="l" r="r" t="t"/>
            <a:pathLst>
              <a:path extrusionOk="0" h="838200" w="271780">
                <a:moveTo>
                  <a:pt x="32004" y="431292"/>
                </a:moveTo>
                <a:lnTo>
                  <a:pt x="30480" y="428244"/>
                </a:lnTo>
                <a:lnTo>
                  <a:pt x="24384" y="422148"/>
                </a:lnTo>
                <a:lnTo>
                  <a:pt x="19812" y="420624"/>
                </a:lnTo>
                <a:lnTo>
                  <a:pt x="12192" y="420624"/>
                </a:lnTo>
                <a:lnTo>
                  <a:pt x="7620" y="422148"/>
                </a:lnTo>
                <a:lnTo>
                  <a:pt x="1524" y="428244"/>
                </a:lnTo>
                <a:lnTo>
                  <a:pt x="0" y="431292"/>
                </a:lnTo>
                <a:lnTo>
                  <a:pt x="0" y="440436"/>
                </a:lnTo>
                <a:lnTo>
                  <a:pt x="1524" y="445008"/>
                </a:lnTo>
                <a:lnTo>
                  <a:pt x="7620" y="451104"/>
                </a:lnTo>
                <a:lnTo>
                  <a:pt x="12192" y="452628"/>
                </a:lnTo>
                <a:lnTo>
                  <a:pt x="19812" y="452628"/>
                </a:lnTo>
                <a:lnTo>
                  <a:pt x="24384" y="451104"/>
                </a:lnTo>
                <a:lnTo>
                  <a:pt x="30480" y="445008"/>
                </a:lnTo>
                <a:lnTo>
                  <a:pt x="32004" y="440436"/>
                </a:lnTo>
                <a:lnTo>
                  <a:pt x="32004" y="431292"/>
                </a:lnTo>
                <a:close/>
              </a:path>
              <a:path extrusionOk="0" h="838200" w="271780">
                <a:moveTo>
                  <a:pt x="32004" y="265176"/>
                </a:moveTo>
                <a:lnTo>
                  <a:pt x="30480" y="262128"/>
                </a:lnTo>
                <a:lnTo>
                  <a:pt x="24384" y="256032"/>
                </a:lnTo>
                <a:lnTo>
                  <a:pt x="19812" y="254508"/>
                </a:lnTo>
                <a:lnTo>
                  <a:pt x="12192" y="254508"/>
                </a:lnTo>
                <a:lnTo>
                  <a:pt x="7620" y="256032"/>
                </a:lnTo>
                <a:lnTo>
                  <a:pt x="1524" y="262128"/>
                </a:lnTo>
                <a:lnTo>
                  <a:pt x="0" y="265176"/>
                </a:lnTo>
                <a:lnTo>
                  <a:pt x="0" y="274320"/>
                </a:lnTo>
                <a:lnTo>
                  <a:pt x="1524" y="278892"/>
                </a:lnTo>
                <a:lnTo>
                  <a:pt x="7620" y="284988"/>
                </a:lnTo>
                <a:lnTo>
                  <a:pt x="12192" y="286512"/>
                </a:lnTo>
                <a:lnTo>
                  <a:pt x="19812" y="286512"/>
                </a:lnTo>
                <a:lnTo>
                  <a:pt x="24384" y="284988"/>
                </a:lnTo>
                <a:lnTo>
                  <a:pt x="30480" y="278892"/>
                </a:lnTo>
                <a:lnTo>
                  <a:pt x="32004" y="274320"/>
                </a:lnTo>
                <a:lnTo>
                  <a:pt x="32004" y="265176"/>
                </a:lnTo>
                <a:close/>
              </a:path>
              <a:path extrusionOk="0" h="838200" w="271780">
                <a:moveTo>
                  <a:pt x="207264" y="630936"/>
                </a:moveTo>
                <a:lnTo>
                  <a:pt x="202692" y="630936"/>
                </a:lnTo>
                <a:lnTo>
                  <a:pt x="202692" y="638556"/>
                </a:lnTo>
                <a:lnTo>
                  <a:pt x="199644" y="644652"/>
                </a:lnTo>
                <a:lnTo>
                  <a:pt x="169164" y="664464"/>
                </a:lnTo>
                <a:lnTo>
                  <a:pt x="131064" y="679996"/>
                </a:lnTo>
                <a:lnTo>
                  <a:pt x="131064" y="710184"/>
                </a:lnTo>
                <a:lnTo>
                  <a:pt x="131064" y="775716"/>
                </a:lnTo>
                <a:lnTo>
                  <a:pt x="51816" y="742188"/>
                </a:lnTo>
                <a:lnTo>
                  <a:pt x="131064" y="710184"/>
                </a:lnTo>
                <a:lnTo>
                  <a:pt x="131064" y="679996"/>
                </a:lnTo>
                <a:lnTo>
                  <a:pt x="4572" y="731520"/>
                </a:lnTo>
                <a:lnTo>
                  <a:pt x="4572" y="734568"/>
                </a:lnTo>
                <a:lnTo>
                  <a:pt x="167640" y="804672"/>
                </a:lnTo>
                <a:lnTo>
                  <a:pt x="177952" y="809231"/>
                </a:lnTo>
                <a:lnTo>
                  <a:pt x="202692" y="838200"/>
                </a:lnTo>
                <a:lnTo>
                  <a:pt x="207264" y="838200"/>
                </a:lnTo>
                <a:lnTo>
                  <a:pt x="207264" y="798576"/>
                </a:lnTo>
                <a:lnTo>
                  <a:pt x="207264" y="775716"/>
                </a:lnTo>
                <a:lnTo>
                  <a:pt x="202692" y="775716"/>
                </a:lnTo>
                <a:lnTo>
                  <a:pt x="202692" y="786384"/>
                </a:lnTo>
                <a:lnTo>
                  <a:pt x="201168" y="792480"/>
                </a:lnTo>
                <a:lnTo>
                  <a:pt x="196596" y="797052"/>
                </a:lnTo>
                <a:lnTo>
                  <a:pt x="193548" y="798576"/>
                </a:lnTo>
                <a:lnTo>
                  <a:pt x="185928" y="798576"/>
                </a:lnTo>
                <a:lnTo>
                  <a:pt x="179832" y="797052"/>
                </a:lnTo>
                <a:lnTo>
                  <a:pt x="172212" y="794004"/>
                </a:lnTo>
                <a:lnTo>
                  <a:pt x="141732" y="780288"/>
                </a:lnTo>
                <a:lnTo>
                  <a:pt x="141732" y="775716"/>
                </a:lnTo>
                <a:lnTo>
                  <a:pt x="141732" y="710184"/>
                </a:lnTo>
                <a:lnTo>
                  <a:pt x="141732" y="705612"/>
                </a:lnTo>
                <a:lnTo>
                  <a:pt x="169164" y="694944"/>
                </a:lnTo>
                <a:lnTo>
                  <a:pt x="178308" y="690372"/>
                </a:lnTo>
                <a:lnTo>
                  <a:pt x="185928" y="688848"/>
                </a:lnTo>
                <a:lnTo>
                  <a:pt x="193548" y="688848"/>
                </a:lnTo>
                <a:lnTo>
                  <a:pt x="196596" y="690372"/>
                </a:lnTo>
                <a:lnTo>
                  <a:pt x="201168" y="694944"/>
                </a:lnTo>
                <a:lnTo>
                  <a:pt x="202692" y="701040"/>
                </a:lnTo>
                <a:lnTo>
                  <a:pt x="202692" y="708660"/>
                </a:lnTo>
                <a:lnTo>
                  <a:pt x="207264" y="708660"/>
                </a:lnTo>
                <a:lnTo>
                  <a:pt x="207264" y="688848"/>
                </a:lnTo>
                <a:lnTo>
                  <a:pt x="207264" y="630936"/>
                </a:lnTo>
                <a:close/>
              </a:path>
              <a:path extrusionOk="0" h="838200" w="271780">
                <a:moveTo>
                  <a:pt x="207264" y="403860"/>
                </a:moveTo>
                <a:lnTo>
                  <a:pt x="202692" y="403860"/>
                </a:lnTo>
                <a:lnTo>
                  <a:pt x="202692" y="414528"/>
                </a:lnTo>
                <a:lnTo>
                  <a:pt x="201168" y="416052"/>
                </a:lnTo>
                <a:lnTo>
                  <a:pt x="199644" y="419100"/>
                </a:lnTo>
                <a:lnTo>
                  <a:pt x="193548" y="422148"/>
                </a:lnTo>
                <a:lnTo>
                  <a:pt x="192024" y="422148"/>
                </a:lnTo>
                <a:lnTo>
                  <a:pt x="185928" y="423672"/>
                </a:lnTo>
                <a:lnTo>
                  <a:pt x="70104" y="423672"/>
                </a:lnTo>
                <a:lnTo>
                  <a:pt x="70104" y="429768"/>
                </a:lnTo>
                <a:lnTo>
                  <a:pt x="86868" y="470916"/>
                </a:lnTo>
                <a:lnTo>
                  <a:pt x="91440" y="467868"/>
                </a:lnTo>
                <a:lnTo>
                  <a:pt x="89916" y="464820"/>
                </a:lnTo>
                <a:lnTo>
                  <a:pt x="89916" y="454152"/>
                </a:lnTo>
                <a:lnTo>
                  <a:pt x="94488" y="449580"/>
                </a:lnTo>
                <a:lnTo>
                  <a:pt x="97536" y="449580"/>
                </a:lnTo>
                <a:lnTo>
                  <a:pt x="101854" y="448703"/>
                </a:lnTo>
                <a:lnTo>
                  <a:pt x="108013" y="448246"/>
                </a:lnTo>
                <a:lnTo>
                  <a:pt x="117348" y="448056"/>
                </a:lnTo>
                <a:lnTo>
                  <a:pt x="192024" y="448056"/>
                </a:lnTo>
                <a:lnTo>
                  <a:pt x="198120" y="451104"/>
                </a:lnTo>
                <a:lnTo>
                  <a:pt x="201168" y="454152"/>
                </a:lnTo>
                <a:lnTo>
                  <a:pt x="202692" y="457200"/>
                </a:lnTo>
                <a:lnTo>
                  <a:pt x="202692" y="467868"/>
                </a:lnTo>
                <a:lnTo>
                  <a:pt x="207264" y="467868"/>
                </a:lnTo>
                <a:lnTo>
                  <a:pt x="207264" y="448056"/>
                </a:lnTo>
                <a:lnTo>
                  <a:pt x="207264" y="403860"/>
                </a:lnTo>
                <a:close/>
              </a:path>
              <a:path extrusionOk="0" h="838200" w="271780">
                <a:moveTo>
                  <a:pt x="207264" y="237744"/>
                </a:moveTo>
                <a:lnTo>
                  <a:pt x="202692" y="237744"/>
                </a:lnTo>
                <a:lnTo>
                  <a:pt x="202692" y="248412"/>
                </a:lnTo>
                <a:lnTo>
                  <a:pt x="201168" y="249936"/>
                </a:lnTo>
                <a:lnTo>
                  <a:pt x="199644" y="252984"/>
                </a:lnTo>
                <a:lnTo>
                  <a:pt x="193548" y="256032"/>
                </a:lnTo>
                <a:lnTo>
                  <a:pt x="192024" y="256032"/>
                </a:lnTo>
                <a:lnTo>
                  <a:pt x="185928" y="257556"/>
                </a:lnTo>
                <a:lnTo>
                  <a:pt x="70104" y="257556"/>
                </a:lnTo>
                <a:lnTo>
                  <a:pt x="70104" y="263652"/>
                </a:lnTo>
                <a:lnTo>
                  <a:pt x="86868" y="304800"/>
                </a:lnTo>
                <a:lnTo>
                  <a:pt x="91440" y="301752"/>
                </a:lnTo>
                <a:lnTo>
                  <a:pt x="89916" y="298704"/>
                </a:lnTo>
                <a:lnTo>
                  <a:pt x="89916" y="288036"/>
                </a:lnTo>
                <a:lnTo>
                  <a:pt x="94488" y="283464"/>
                </a:lnTo>
                <a:lnTo>
                  <a:pt x="97536" y="283464"/>
                </a:lnTo>
                <a:lnTo>
                  <a:pt x="101854" y="282587"/>
                </a:lnTo>
                <a:lnTo>
                  <a:pt x="108013" y="282130"/>
                </a:lnTo>
                <a:lnTo>
                  <a:pt x="117348" y="281940"/>
                </a:lnTo>
                <a:lnTo>
                  <a:pt x="192024" y="281940"/>
                </a:lnTo>
                <a:lnTo>
                  <a:pt x="198120" y="284988"/>
                </a:lnTo>
                <a:lnTo>
                  <a:pt x="201168" y="288036"/>
                </a:lnTo>
                <a:lnTo>
                  <a:pt x="202692" y="291084"/>
                </a:lnTo>
                <a:lnTo>
                  <a:pt x="202692" y="301752"/>
                </a:lnTo>
                <a:lnTo>
                  <a:pt x="207264" y="301752"/>
                </a:lnTo>
                <a:lnTo>
                  <a:pt x="207264" y="281940"/>
                </a:lnTo>
                <a:lnTo>
                  <a:pt x="207264" y="237744"/>
                </a:lnTo>
                <a:close/>
              </a:path>
              <a:path extrusionOk="0" h="838200" w="271780">
                <a:moveTo>
                  <a:pt x="207276" y="320040"/>
                </a:moveTo>
                <a:lnTo>
                  <a:pt x="202704" y="320040"/>
                </a:lnTo>
                <a:lnTo>
                  <a:pt x="202704" y="330708"/>
                </a:lnTo>
                <a:lnTo>
                  <a:pt x="201180" y="333756"/>
                </a:lnTo>
                <a:lnTo>
                  <a:pt x="199656" y="335280"/>
                </a:lnTo>
                <a:lnTo>
                  <a:pt x="193560" y="338328"/>
                </a:lnTo>
                <a:lnTo>
                  <a:pt x="192036" y="339852"/>
                </a:lnTo>
                <a:lnTo>
                  <a:pt x="12" y="339852"/>
                </a:lnTo>
                <a:lnTo>
                  <a:pt x="12" y="347472"/>
                </a:lnTo>
                <a:lnTo>
                  <a:pt x="16776" y="385572"/>
                </a:lnTo>
                <a:lnTo>
                  <a:pt x="21348" y="384048"/>
                </a:lnTo>
                <a:lnTo>
                  <a:pt x="19824" y="379476"/>
                </a:lnTo>
                <a:lnTo>
                  <a:pt x="19824" y="370332"/>
                </a:lnTo>
                <a:lnTo>
                  <a:pt x="24396" y="365760"/>
                </a:lnTo>
                <a:lnTo>
                  <a:pt x="27444" y="365760"/>
                </a:lnTo>
                <a:lnTo>
                  <a:pt x="46088" y="364477"/>
                </a:lnTo>
                <a:lnTo>
                  <a:pt x="56400" y="364236"/>
                </a:lnTo>
                <a:lnTo>
                  <a:pt x="185940" y="364236"/>
                </a:lnTo>
                <a:lnTo>
                  <a:pt x="192036" y="365760"/>
                </a:lnTo>
                <a:lnTo>
                  <a:pt x="195084" y="367284"/>
                </a:lnTo>
                <a:lnTo>
                  <a:pt x="198132" y="367284"/>
                </a:lnTo>
                <a:lnTo>
                  <a:pt x="199656" y="370332"/>
                </a:lnTo>
                <a:lnTo>
                  <a:pt x="202704" y="373380"/>
                </a:lnTo>
                <a:lnTo>
                  <a:pt x="202704" y="384048"/>
                </a:lnTo>
                <a:lnTo>
                  <a:pt x="207276" y="384048"/>
                </a:lnTo>
                <a:lnTo>
                  <a:pt x="207276" y="320040"/>
                </a:lnTo>
                <a:close/>
              </a:path>
              <a:path extrusionOk="0" h="838200" w="271780">
                <a:moveTo>
                  <a:pt x="210312" y="173736"/>
                </a:moveTo>
                <a:lnTo>
                  <a:pt x="181356" y="146304"/>
                </a:lnTo>
                <a:lnTo>
                  <a:pt x="181356" y="152400"/>
                </a:lnTo>
                <a:lnTo>
                  <a:pt x="184404" y="153924"/>
                </a:lnTo>
                <a:lnTo>
                  <a:pt x="187452" y="156972"/>
                </a:lnTo>
                <a:lnTo>
                  <a:pt x="192024" y="166116"/>
                </a:lnTo>
                <a:lnTo>
                  <a:pt x="192024" y="172212"/>
                </a:lnTo>
                <a:lnTo>
                  <a:pt x="190500" y="175260"/>
                </a:lnTo>
                <a:lnTo>
                  <a:pt x="184404" y="181356"/>
                </a:lnTo>
                <a:lnTo>
                  <a:pt x="82296" y="181356"/>
                </a:lnTo>
                <a:lnTo>
                  <a:pt x="82296" y="150876"/>
                </a:lnTo>
                <a:lnTo>
                  <a:pt x="73152" y="150876"/>
                </a:lnTo>
                <a:lnTo>
                  <a:pt x="73152" y="181356"/>
                </a:lnTo>
                <a:lnTo>
                  <a:pt x="28956" y="181356"/>
                </a:lnTo>
                <a:lnTo>
                  <a:pt x="28956" y="184404"/>
                </a:lnTo>
                <a:lnTo>
                  <a:pt x="39624" y="188976"/>
                </a:lnTo>
                <a:lnTo>
                  <a:pt x="45720" y="192024"/>
                </a:lnTo>
                <a:lnTo>
                  <a:pt x="48768" y="195072"/>
                </a:lnTo>
                <a:lnTo>
                  <a:pt x="56388" y="199644"/>
                </a:lnTo>
                <a:lnTo>
                  <a:pt x="62484" y="205740"/>
                </a:lnTo>
                <a:lnTo>
                  <a:pt x="67056" y="211836"/>
                </a:lnTo>
                <a:lnTo>
                  <a:pt x="73152" y="217932"/>
                </a:lnTo>
                <a:lnTo>
                  <a:pt x="76200" y="224028"/>
                </a:lnTo>
                <a:lnTo>
                  <a:pt x="77724" y="228600"/>
                </a:lnTo>
                <a:lnTo>
                  <a:pt x="82296" y="228600"/>
                </a:lnTo>
                <a:lnTo>
                  <a:pt x="82296" y="205740"/>
                </a:lnTo>
                <a:lnTo>
                  <a:pt x="190500" y="205740"/>
                </a:lnTo>
                <a:lnTo>
                  <a:pt x="195072" y="202692"/>
                </a:lnTo>
                <a:lnTo>
                  <a:pt x="201168" y="201168"/>
                </a:lnTo>
                <a:lnTo>
                  <a:pt x="204216" y="198120"/>
                </a:lnTo>
                <a:lnTo>
                  <a:pt x="207264" y="193548"/>
                </a:lnTo>
                <a:lnTo>
                  <a:pt x="210312" y="184404"/>
                </a:lnTo>
                <a:lnTo>
                  <a:pt x="210312" y="173736"/>
                </a:lnTo>
                <a:close/>
              </a:path>
              <a:path extrusionOk="0" h="838200" w="271780">
                <a:moveTo>
                  <a:pt x="210324" y="556260"/>
                </a:moveTo>
                <a:lnTo>
                  <a:pt x="209181" y="543979"/>
                </a:lnTo>
                <a:lnTo>
                  <a:pt x="205752" y="532257"/>
                </a:lnTo>
                <a:lnTo>
                  <a:pt x="201180" y="523354"/>
                </a:lnTo>
                <a:lnTo>
                  <a:pt x="201180" y="548640"/>
                </a:lnTo>
                <a:lnTo>
                  <a:pt x="201180" y="553212"/>
                </a:lnTo>
                <a:lnTo>
                  <a:pt x="199656" y="559308"/>
                </a:lnTo>
                <a:lnTo>
                  <a:pt x="199529" y="559689"/>
                </a:lnTo>
                <a:lnTo>
                  <a:pt x="198132" y="563880"/>
                </a:lnTo>
                <a:lnTo>
                  <a:pt x="195084" y="568452"/>
                </a:lnTo>
                <a:lnTo>
                  <a:pt x="192036" y="574548"/>
                </a:lnTo>
                <a:lnTo>
                  <a:pt x="185940" y="579120"/>
                </a:lnTo>
                <a:lnTo>
                  <a:pt x="106692" y="579120"/>
                </a:lnTo>
                <a:lnTo>
                  <a:pt x="100596" y="573024"/>
                </a:lnTo>
                <a:lnTo>
                  <a:pt x="97548" y="568452"/>
                </a:lnTo>
                <a:lnTo>
                  <a:pt x="96024" y="563880"/>
                </a:lnTo>
                <a:lnTo>
                  <a:pt x="92976" y="559308"/>
                </a:lnTo>
                <a:lnTo>
                  <a:pt x="91452" y="554736"/>
                </a:lnTo>
                <a:lnTo>
                  <a:pt x="91452" y="548640"/>
                </a:lnTo>
                <a:lnTo>
                  <a:pt x="122123" y="515112"/>
                </a:lnTo>
                <a:lnTo>
                  <a:pt x="144792" y="512064"/>
                </a:lnTo>
                <a:lnTo>
                  <a:pt x="157670" y="512876"/>
                </a:lnTo>
                <a:lnTo>
                  <a:pt x="193459" y="528713"/>
                </a:lnTo>
                <a:lnTo>
                  <a:pt x="201180" y="548640"/>
                </a:lnTo>
                <a:lnTo>
                  <a:pt x="201180" y="523354"/>
                </a:lnTo>
                <a:lnTo>
                  <a:pt x="200037" y="521119"/>
                </a:lnTo>
                <a:lnTo>
                  <a:pt x="193179" y="512064"/>
                </a:lnTo>
                <a:lnTo>
                  <a:pt x="192036" y="510540"/>
                </a:lnTo>
                <a:lnTo>
                  <a:pt x="180644" y="500545"/>
                </a:lnTo>
                <a:lnTo>
                  <a:pt x="167271" y="493395"/>
                </a:lnTo>
                <a:lnTo>
                  <a:pt x="152171" y="489115"/>
                </a:lnTo>
                <a:lnTo>
                  <a:pt x="135648" y="487680"/>
                </a:lnTo>
                <a:lnTo>
                  <a:pt x="121373" y="488569"/>
                </a:lnTo>
                <a:lnTo>
                  <a:pt x="79756" y="510971"/>
                </a:lnTo>
                <a:lnTo>
                  <a:pt x="70116" y="537972"/>
                </a:lnTo>
                <a:lnTo>
                  <a:pt x="71831" y="549122"/>
                </a:lnTo>
                <a:lnTo>
                  <a:pt x="76974" y="559689"/>
                </a:lnTo>
                <a:lnTo>
                  <a:pt x="85547" y="569696"/>
                </a:lnTo>
                <a:lnTo>
                  <a:pt x="97548" y="579120"/>
                </a:lnTo>
                <a:lnTo>
                  <a:pt x="12" y="579120"/>
                </a:lnTo>
                <a:lnTo>
                  <a:pt x="12" y="585216"/>
                </a:lnTo>
                <a:lnTo>
                  <a:pt x="16776" y="626364"/>
                </a:lnTo>
                <a:lnTo>
                  <a:pt x="21348" y="624840"/>
                </a:lnTo>
                <a:lnTo>
                  <a:pt x="19824" y="620268"/>
                </a:lnTo>
                <a:lnTo>
                  <a:pt x="19824" y="609600"/>
                </a:lnTo>
                <a:lnTo>
                  <a:pt x="24396" y="605028"/>
                </a:lnTo>
                <a:lnTo>
                  <a:pt x="28968" y="605028"/>
                </a:lnTo>
                <a:lnTo>
                  <a:pt x="32397" y="604151"/>
                </a:lnTo>
                <a:lnTo>
                  <a:pt x="38112" y="603694"/>
                </a:lnTo>
                <a:lnTo>
                  <a:pt x="47256" y="603504"/>
                </a:lnTo>
                <a:lnTo>
                  <a:pt x="195084" y="603504"/>
                </a:lnTo>
                <a:lnTo>
                  <a:pt x="198488" y="597560"/>
                </a:lnTo>
                <a:lnTo>
                  <a:pt x="201752" y="591312"/>
                </a:lnTo>
                <a:lnTo>
                  <a:pt x="204724" y="585076"/>
                </a:lnTo>
                <a:lnTo>
                  <a:pt x="207276" y="579120"/>
                </a:lnTo>
                <a:lnTo>
                  <a:pt x="210324" y="563880"/>
                </a:lnTo>
                <a:lnTo>
                  <a:pt x="210324" y="556260"/>
                </a:lnTo>
                <a:close/>
              </a:path>
              <a:path extrusionOk="0" h="838200" w="271780">
                <a:moveTo>
                  <a:pt x="271284" y="117348"/>
                </a:moveTo>
                <a:lnTo>
                  <a:pt x="248234" y="81153"/>
                </a:lnTo>
                <a:lnTo>
                  <a:pt x="233324" y="73152"/>
                </a:lnTo>
                <a:lnTo>
                  <a:pt x="230136" y="71628"/>
                </a:lnTo>
                <a:lnTo>
                  <a:pt x="120942" y="28956"/>
                </a:lnTo>
                <a:lnTo>
                  <a:pt x="97548" y="19812"/>
                </a:lnTo>
                <a:lnTo>
                  <a:pt x="88404" y="15240"/>
                </a:lnTo>
                <a:lnTo>
                  <a:pt x="86880" y="15240"/>
                </a:lnTo>
                <a:lnTo>
                  <a:pt x="83832" y="12192"/>
                </a:lnTo>
                <a:lnTo>
                  <a:pt x="80784" y="10668"/>
                </a:lnTo>
                <a:lnTo>
                  <a:pt x="80784" y="7620"/>
                </a:lnTo>
                <a:lnTo>
                  <a:pt x="79260" y="6096"/>
                </a:lnTo>
                <a:lnTo>
                  <a:pt x="77736" y="3048"/>
                </a:lnTo>
                <a:lnTo>
                  <a:pt x="77736" y="0"/>
                </a:lnTo>
                <a:lnTo>
                  <a:pt x="73164" y="0"/>
                </a:lnTo>
                <a:lnTo>
                  <a:pt x="73164" y="42672"/>
                </a:lnTo>
                <a:lnTo>
                  <a:pt x="77736" y="42672"/>
                </a:lnTo>
                <a:lnTo>
                  <a:pt x="77736" y="35052"/>
                </a:lnTo>
                <a:lnTo>
                  <a:pt x="79260" y="33528"/>
                </a:lnTo>
                <a:lnTo>
                  <a:pt x="79260" y="32004"/>
                </a:lnTo>
                <a:lnTo>
                  <a:pt x="82308" y="28956"/>
                </a:lnTo>
                <a:lnTo>
                  <a:pt x="89928" y="28956"/>
                </a:lnTo>
                <a:lnTo>
                  <a:pt x="92976" y="30480"/>
                </a:lnTo>
                <a:lnTo>
                  <a:pt x="97548" y="32004"/>
                </a:lnTo>
                <a:lnTo>
                  <a:pt x="170700" y="60960"/>
                </a:lnTo>
                <a:lnTo>
                  <a:pt x="103644" y="92964"/>
                </a:lnTo>
                <a:lnTo>
                  <a:pt x="97548" y="96012"/>
                </a:lnTo>
                <a:lnTo>
                  <a:pt x="91452" y="97536"/>
                </a:lnTo>
                <a:lnTo>
                  <a:pt x="85356" y="97536"/>
                </a:lnTo>
                <a:lnTo>
                  <a:pt x="82308" y="96012"/>
                </a:lnTo>
                <a:lnTo>
                  <a:pt x="80784" y="94488"/>
                </a:lnTo>
                <a:lnTo>
                  <a:pt x="77736" y="88392"/>
                </a:lnTo>
                <a:lnTo>
                  <a:pt x="77736" y="80772"/>
                </a:lnTo>
                <a:lnTo>
                  <a:pt x="73164" y="80772"/>
                </a:lnTo>
                <a:lnTo>
                  <a:pt x="73164" y="144780"/>
                </a:lnTo>
                <a:lnTo>
                  <a:pt x="77736" y="144780"/>
                </a:lnTo>
                <a:lnTo>
                  <a:pt x="80784" y="135636"/>
                </a:lnTo>
                <a:lnTo>
                  <a:pt x="85356" y="131064"/>
                </a:lnTo>
                <a:lnTo>
                  <a:pt x="94500" y="124968"/>
                </a:lnTo>
                <a:lnTo>
                  <a:pt x="97548" y="121920"/>
                </a:lnTo>
                <a:lnTo>
                  <a:pt x="100596" y="120396"/>
                </a:lnTo>
                <a:lnTo>
                  <a:pt x="149263" y="97536"/>
                </a:lnTo>
                <a:lnTo>
                  <a:pt x="201180" y="73152"/>
                </a:lnTo>
                <a:lnTo>
                  <a:pt x="222516" y="82296"/>
                </a:lnTo>
                <a:lnTo>
                  <a:pt x="231660" y="85344"/>
                </a:lnTo>
                <a:lnTo>
                  <a:pt x="243852" y="105156"/>
                </a:lnTo>
                <a:lnTo>
                  <a:pt x="242328" y="108204"/>
                </a:lnTo>
                <a:lnTo>
                  <a:pt x="240804" y="114300"/>
                </a:lnTo>
                <a:lnTo>
                  <a:pt x="239280" y="118872"/>
                </a:lnTo>
                <a:lnTo>
                  <a:pt x="239280" y="126492"/>
                </a:lnTo>
                <a:lnTo>
                  <a:pt x="240804" y="129540"/>
                </a:lnTo>
                <a:lnTo>
                  <a:pt x="243852" y="132588"/>
                </a:lnTo>
                <a:lnTo>
                  <a:pt x="245376" y="135636"/>
                </a:lnTo>
                <a:lnTo>
                  <a:pt x="249948" y="137160"/>
                </a:lnTo>
                <a:lnTo>
                  <a:pt x="259092" y="137160"/>
                </a:lnTo>
                <a:lnTo>
                  <a:pt x="262140" y="135636"/>
                </a:lnTo>
                <a:lnTo>
                  <a:pt x="269760" y="128016"/>
                </a:lnTo>
                <a:lnTo>
                  <a:pt x="271284" y="123444"/>
                </a:lnTo>
                <a:lnTo>
                  <a:pt x="271284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152" name="Google Shape;4152;p71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502663" y="5728716"/>
            <a:ext cx="181356" cy="2225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53" name="Google Shape;4153;p71"/>
          <p:cNvGrpSpPr/>
          <p:nvPr/>
        </p:nvGrpSpPr>
        <p:grpSpPr>
          <a:xfrm>
            <a:off x="1473708" y="4698492"/>
            <a:ext cx="271271" cy="947926"/>
            <a:chOff x="1473708" y="4698492"/>
            <a:chExt cx="271271" cy="947926"/>
          </a:xfrm>
        </p:grpSpPr>
        <p:pic>
          <p:nvPicPr>
            <p:cNvPr id="4154" name="Google Shape;4154;p7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3811" y="5257799"/>
              <a:ext cx="201168" cy="3886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55" name="Google Shape;4155;p71"/>
            <p:cNvSpPr/>
            <p:nvPr/>
          </p:nvSpPr>
          <p:spPr>
            <a:xfrm>
              <a:off x="1473708" y="4698492"/>
              <a:ext cx="210820" cy="539750"/>
            </a:xfrm>
            <a:custGeom>
              <a:rect b="b" l="l" r="r" t="t"/>
              <a:pathLst>
                <a:path extrusionOk="0" h="539750" w="210819">
                  <a:moveTo>
                    <a:pt x="210299" y="291084"/>
                  </a:moveTo>
                  <a:lnTo>
                    <a:pt x="193535" y="249936"/>
                  </a:lnTo>
                  <a:lnTo>
                    <a:pt x="188963" y="252984"/>
                  </a:lnTo>
                  <a:lnTo>
                    <a:pt x="190487" y="256032"/>
                  </a:lnTo>
                  <a:lnTo>
                    <a:pt x="192011" y="260604"/>
                  </a:lnTo>
                  <a:lnTo>
                    <a:pt x="192011" y="265176"/>
                  </a:lnTo>
                  <a:lnTo>
                    <a:pt x="185915" y="271272"/>
                  </a:lnTo>
                  <a:lnTo>
                    <a:pt x="182867" y="272796"/>
                  </a:lnTo>
                  <a:lnTo>
                    <a:pt x="73139" y="272796"/>
                  </a:lnTo>
                  <a:lnTo>
                    <a:pt x="73139" y="316992"/>
                  </a:lnTo>
                  <a:lnTo>
                    <a:pt x="77711" y="316992"/>
                  </a:lnTo>
                  <a:lnTo>
                    <a:pt x="77711" y="309372"/>
                  </a:lnTo>
                  <a:lnTo>
                    <a:pt x="79235" y="304800"/>
                  </a:lnTo>
                  <a:lnTo>
                    <a:pt x="85331" y="298704"/>
                  </a:lnTo>
                  <a:lnTo>
                    <a:pt x="91427" y="297180"/>
                  </a:lnTo>
                  <a:lnTo>
                    <a:pt x="173723" y="297180"/>
                  </a:lnTo>
                  <a:lnTo>
                    <a:pt x="181343" y="304800"/>
                  </a:lnTo>
                  <a:lnTo>
                    <a:pt x="185915" y="312420"/>
                  </a:lnTo>
                  <a:lnTo>
                    <a:pt x="188963" y="316992"/>
                  </a:lnTo>
                  <a:lnTo>
                    <a:pt x="190487" y="323088"/>
                  </a:lnTo>
                  <a:lnTo>
                    <a:pt x="192011" y="327660"/>
                  </a:lnTo>
                  <a:lnTo>
                    <a:pt x="192011" y="338328"/>
                  </a:lnTo>
                  <a:lnTo>
                    <a:pt x="190487" y="342900"/>
                  </a:lnTo>
                  <a:lnTo>
                    <a:pt x="185915" y="347472"/>
                  </a:lnTo>
                  <a:lnTo>
                    <a:pt x="182867" y="352044"/>
                  </a:lnTo>
                  <a:lnTo>
                    <a:pt x="173723" y="353568"/>
                  </a:lnTo>
                  <a:lnTo>
                    <a:pt x="73139" y="353568"/>
                  </a:lnTo>
                  <a:lnTo>
                    <a:pt x="73139" y="400812"/>
                  </a:lnTo>
                  <a:lnTo>
                    <a:pt x="77711" y="400812"/>
                  </a:lnTo>
                  <a:lnTo>
                    <a:pt x="77711" y="390144"/>
                  </a:lnTo>
                  <a:lnTo>
                    <a:pt x="80759" y="384048"/>
                  </a:lnTo>
                  <a:lnTo>
                    <a:pt x="82283" y="382524"/>
                  </a:lnTo>
                  <a:lnTo>
                    <a:pt x="88379" y="379476"/>
                  </a:lnTo>
                  <a:lnTo>
                    <a:pt x="92951" y="377952"/>
                  </a:lnTo>
                  <a:lnTo>
                    <a:pt x="167081" y="377913"/>
                  </a:lnTo>
                  <a:lnTo>
                    <a:pt x="174675" y="377571"/>
                  </a:lnTo>
                  <a:lnTo>
                    <a:pt x="181419" y="376669"/>
                  </a:lnTo>
                  <a:lnTo>
                    <a:pt x="187439" y="374904"/>
                  </a:lnTo>
                  <a:lnTo>
                    <a:pt x="193535" y="373380"/>
                  </a:lnTo>
                  <a:lnTo>
                    <a:pt x="199631" y="368808"/>
                  </a:lnTo>
                  <a:lnTo>
                    <a:pt x="204203" y="364236"/>
                  </a:lnTo>
                  <a:lnTo>
                    <a:pt x="208775" y="358140"/>
                  </a:lnTo>
                  <a:lnTo>
                    <a:pt x="210299" y="352044"/>
                  </a:lnTo>
                  <a:lnTo>
                    <a:pt x="210299" y="336804"/>
                  </a:lnTo>
                  <a:lnTo>
                    <a:pt x="181343" y="297180"/>
                  </a:lnTo>
                  <a:lnTo>
                    <a:pt x="210299" y="297180"/>
                  </a:lnTo>
                  <a:lnTo>
                    <a:pt x="210299" y="291084"/>
                  </a:lnTo>
                  <a:close/>
                </a:path>
                <a:path extrusionOk="0" h="539750" w="210819">
                  <a:moveTo>
                    <a:pt x="210299" y="53340"/>
                  </a:moveTo>
                  <a:lnTo>
                    <a:pt x="195059" y="16764"/>
                  </a:lnTo>
                  <a:lnTo>
                    <a:pt x="158483" y="0"/>
                  </a:lnTo>
                  <a:lnTo>
                    <a:pt x="155435" y="3048"/>
                  </a:lnTo>
                  <a:lnTo>
                    <a:pt x="163753" y="6502"/>
                  </a:lnTo>
                  <a:lnTo>
                    <a:pt x="170484" y="10096"/>
                  </a:lnTo>
                  <a:lnTo>
                    <a:pt x="175806" y="13982"/>
                  </a:lnTo>
                  <a:lnTo>
                    <a:pt x="179819" y="18288"/>
                  </a:lnTo>
                  <a:lnTo>
                    <a:pt x="184391" y="25908"/>
                  </a:lnTo>
                  <a:lnTo>
                    <a:pt x="185915" y="33528"/>
                  </a:lnTo>
                  <a:lnTo>
                    <a:pt x="185915" y="41148"/>
                  </a:lnTo>
                  <a:lnTo>
                    <a:pt x="169151" y="76200"/>
                  </a:lnTo>
                  <a:lnTo>
                    <a:pt x="123431" y="91440"/>
                  </a:lnTo>
                  <a:lnTo>
                    <a:pt x="123431" y="30480"/>
                  </a:lnTo>
                  <a:lnTo>
                    <a:pt x="123431" y="0"/>
                  </a:lnTo>
                  <a:lnTo>
                    <a:pt x="114287" y="673"/>
                  </a:lnTo>
                  <a:lnTo>
                    <a:pt x="114287" y="30480"/>
                  </a:lnTo>
                  <a:lnTo>
                    <a:pt x="114287" y="91440"/>
                  </a:lnTo>
                  <a:lnTo>
                    <a:pt x="79235" y="67056"/>
                  </a:lnTo>
                  <a:lnTo>
                    <a:pt x="79235" y="53340"/>
                  </a:lnTo>
                  <a:lnTo>
                    <a:pt x="106667" y="30480"/>
                  </a:lnTo>
                  <a:lnTo>
                    <a:pt x="114287" y="30480"/>
                  </a:lnTo>
                  <a:lnTo>
                    <a:pt x="114287" y="673"/>
                  </a:lnTo>
                  <a:lnTo>
                    <a:pt x="78460" y="21145"/>
                  </a:lnTo>
                  <a:lnTo>
                    <a:pt x="70967" y="39624"/>
                  </a:lnTo>
                  <a:lnTo>
                    <a:pt x="70840" y="41148"/>
                  </a:lnTo>
                  <a:lnTo>
                    <a:pt x="70218" y="48768"/>
                  </a:lnTo>
                  <a:lnTo>
                    <a:pt x="70167" y="51130"/>
                  </a:lnTo>
                  <a:lnTo>
                    <a:pt x="71259" y="63207"/>
                  </a:lnTo>
                  <a:lnTo>
                    <a:pt x="99936" y="102489"/>
                  </a:lnTo>
                  <a:lnTo>
                    <a:pt x="141719" y="112776"/>
                  </a:lnTo>
                  <a:lnTo>
                    <a:pt x="156870" y="111633"/>
                  </a:lnTo>
                  <a:lnTo>
                    <a:pt x="170294" y="108204"/>
                  </a:lnTo>
                  <a:lnTo>
                    <a:pt x="182016" y="102489"/>
                  </a:lnTo>
                  <a:lnTo>
                    <a:pt x="192011" y="94488"/>
                  </a:lnTo>
                  <a:lnTo>
                    <a:pt x="194856" y="91440"/>
                  </a:lnTo>
                  <a:lnTo>
                    <a:pt x="200012" y="85915"/>
                  </a:lnTo>
                  <a:lnTo>
                    <a:pt x="205727" y="76200"/>
                  </a:lnTo>
                  <a:lnTo>
                    <a:pt x="209156" y="65341"/>
                  </a:lnTo>
                  <a:lnTo>
                    <a:pt x="210299" y="53340"/>
                  </a:lnTo>
                  <a:close/>
                </a:path>
                <a:path extrusionOk="0" h="539750" w="210819">
                  <a:moveTo>
                    <a:pt x="210312" y="440436"/>
                  </a:moveTo>
                  <a:lnTo>
                    <a:pt x="193548" y="400812"/>
                  </a:lnTo>
                  <a:lnTo>
                    <a:pt x="188976" y="402336"/>
                  </a:lnTo>
                  <a:lnTo>
                    <a:pt x="190500" y="406908"/>
                  </a:lnTo>
                  <a:lnTo>
                    <a:pt x="192024" y="409956"/>
                  </a:lnTo>
                  <a:lnTo>
                    <a:pt x="192024" y="414528"/>
                  </a:lnTo>
                  <a:lnTo>
                    <a:pt x="190500" y="417576"/>
                  </a:lnTo>
                  <a:lnTo>
                    <a:pt x="185928" y="422148"/>
                  </a:lnTo>
                  <a:lnTo>
                    <a:pt x="182880" y="422148"/>
                  </a:lnTo>
                  <a:lnTo>
                    <a:pt x="178562" y="423037"/>
                  </a:lnTo>
                  <a:lnTo>
                    <a:pt x="172402" y="423481"/>
                  </a:lnTo>
                  <a:lnTo>
                    <a:pt x="164223" y="423659"/>
                  </a:lnTo>
                  <a:lnTo>
                    <a:pt x="0" y="423659"/>
                  </a:lnTo>
                  <a:lnTo>
                    <a:pt x="0" y="429768"/>
                  </a:lnTo>
                  <a:lnTo>
                    <a:pt x="16764" y="470916"/>
                  </a:lnTo>
                  <a:lnTo>
                    <a:pt x="21475" y="467779"/>
                  </a:lnTo>
                  <a:lnTo>
                    <a:pt x="21285" y="467779"/>
                  </a:lnTo>
                  <a:lnTo>
                    <a:pt x="19812" y="464820"/>
                  </a:lnTo>
                  <a:lnTo>
                    <a:pt x="19900" y="454063"/>
                  </a:lnTo>
                  <a:lnTo>
                    <a:pt x="24384" y="449580"/>
                  </a:lnTo>
                  <a:lnTo>
                    <a:pt x="27432" y="449580"/>
                  </a:lnTo>
                  <a:lnTo>
                    <a:pt x="31737" y="448703"/>
                  </a:lnTo>
                  <a:lnTo>
                    <a:pt x="37909" y="448246"/>
                  </a:lnTo>
                  <a:lnTo>
                    <a:pt x="47244" y="448056"/>
                  </a:lnTo>
                  <a:lnTo>
                    <a:pt x="82296" y="448056"/>
                  </a:lnTo>
                  <a:lnTo>
                    <a:pt x="77165" y="454063"/>
                  </a:lnTo>
                  <a:lnTo>
                    <a:pt x="73342" y="460629"/>
                  </a:lnTo>
                  <a:lnTo>
                    <a:pt x="70929" y="467779"/>
                  </a:lnTo>
                  <a:lnTo>
                    <a:pt x="70104" y="475488"/>
                  </a:lnTo>
                  <a:lnTo>
                    <a:pt x="71551" y="489280"/>
                  </a:lnTo>
                  <a:lnTo>
                    <a:pt x="94488" y="521208"/>
                  </a:lnTo>
                  <a:lnTo>
                    <a:pt x="131991" y="538353"/>
                  </a:lnTo>
                  <a:lnTo>
                    <a:pt x="146304" y="539496"/>
                  </a:lnTo>
                  <a:lnTo>
                    <a:pt x="159727" y="538353"/>
                  </a:lnTo>
                  <a:lnTo>
                    <a:pt x="159524" y="538353"/>
                  </a:lnTo>
                  <a:lnTo>
                    <a:pt x="171450" y="535114"/>
                  </a:lnTo>
                  <a:lnTo>
                    <a:pt x="182308" y="529856"/>
                  </a:lnTo>
                  <a:lnTo>
                    <a:pt x="192024" y="522732"/>
                  </a:lnTo>
                  <a:lnTo>
                    <a:pt x="200025" y="514451"/>
                  </a:lnTo>
                  <a:lnTo>
                    <a:pt x="201549" y="512064"/>
                  </a:lnTo>
                  <a:lnTo>
                    <a:pt x="205740" y="505587"/>
                  </a:lnTo>
                  <a:lnTo>
                    <a:pt x="209169" y="496163"/>
                  </a:lnTo>
                  <a:lnTo>
                    <a:pt x="210312" y="486156"/>
                  </a:lnTo>
                  <a:lnTo>
                    <a:pt x="210312" y="478536"/>
                  </a:lnTo>
                  <a:lnTo>
                    <a:pt x="208788" y="472440"/>
                  </a:lnTo>
                  <a:lnTo>
                    <a:pt x="202692" y="460248"/>
                  </a:lnTo>
                  <a:lnTo>
                    <a:pt x="196469" y="454063"/>
                  </a:lnTo>
                  <a:lnTo>
                    <a:pt x="192024" y="450507"/>
                  </a:lnTo>
                  <a:lnTo>
                    <a:pt x="192024" y="472440"/>
                  </a:lnTo>
                  <a:lnTo>
                    <a:pt x="191135" y="479298"/>
                  </a:lnTo>
                  <a:lnTo>
                    <a:pt x="158686" y="508825"/>
                  </a:lnTo>
                  <a:lnTo>
                    <a:pt x="146685" y="511213"/>
                  </a:lnTo>
                  <a:lnTo>
                    <a:pt x="146964" y="511213"/>
                  </a:lnTo>
                  <a:lnTo>
                    <a:pt x="132588" y="512064"/>
                  </a:lnTo>
                  <a:lnTo>
                    <a:pt x="119697" y="511213"/>
                  </a:lnTo>
                  <a:lnTo>
                    <a:pt x="108394" y="508635"/>
                  </a:lnTo>
                  <a:lnTo>
                    <a:pt x="98501" y="504355"/>
                  </a:lnTo>
                  <a:lnTo>
                    <a:pt x="89916" y="498348"/>
                  </a:lnTo>
                  <a:lnTo>
                    <a:pt x="83820" y="492252"/>
                  </a:lnTo>
                  <a:lnTo>
                    <a:pt x="79248" y="484632"/>
                  </a:lnTo>
                  <a:lnTo>
                    <a:pt x="79248" y="472440"/>
                  </a:lnTo>
                  <a:lnTo>
                    <a:pt x="80835" y="467779"/>
                  </a:lnTo>
                  <a:lnTo>
                    <a:pt x="83820" y="463296"/>
                  </a:lnTo>
                  <a:lnTo>
                    <a:pt x="85344" y="458724"/>
                  </a:lnTo>
                  <a:lnTo>
                    <a:pt x="89916" y="455676"/>
                  </a:lnTo>
                  <a:lnTo>
                    <a:pt x="96012" y="452628"/>
                  </a:lnTo>
                  <a:lnTo>
                    <a:pt x="100584" y="449580"/>
                  </a:lnTo>
                  <a:lnTo>
                    <a:pt x="106680" y="448056"/>
                  </a:lnTo>
                  <a:lnTo>
                    <a:pt x="178308" y="448056"/>
                  </a:lnTo>
                  <a:lnTo>
                    <a:pt x="184302" y="453796"/>
                  </a:lnTo>
                  <a:lnTo>
                    <a:pt x="188595" y="459676"/>
                  </a:lnTo>
                  <a:lnTo>
                    <a:pt x="191160" y="465848"/>
                  </a:lnTo>
                  <a:lnTo>
                    <a:pt x="192024" y="472440"/>
                  </a:lnTo>
                  <a:lnTo>
                    <a:pt x="192024" y="450507"/>
                  </a:lnTo>
                  <a:lnTo>
                    <a:pt x="188976" y="448056"/>
                  </a:lnTo>
                  <a:lnTo>
                    <a:pt x="210312" y="448056"/>
                  </a:lnTo>
                  <a:lnTo>
                    <a:pt x="210312" y="440436"/>
                  </a:lnTo>
                  <a:close/>
                </a:path>
                <a:path extrusionOk="0" h="539750" w="210819">
                  <a:moveTo>
                    <a:pt x="210312" y="185928"/>
                  </a:moveTo>
                  <a:lnTo>
                    <a:pt x="188633" y="143687"/>
                  </a:lnTo>
                  <a:lnTo>
                    <a:pt x="153924" y="129540"/>
                  </a:lnTo>
                  <a:lnTo>
                    <a:pt x="152400" y="132588"/>
                  </a:lnTo>
                  <a:lnTo>
                    <a:pt x="160705" y="136931"/>
                  </a:lnTo>
                  <a:lnTo>
                    <a:pt x="167449" y="140970"/>
                  </a:lnTo>
                  <a:lnTo>
                    <a:pt x="185928" y="175260"/>
                  </a:lnTo>
                  <a:lnTo>
                    <a:pt x="184785" y="184975"/>
                  </a:lnTo>
                  <a:lnTo>
                    <a:pt x="158851" y="213029"/>
                  </a:lnTo>
                  <a:lnTo>
                    <a:pt x="126492" y="219456"/>
                  </a:lnTo>
                  <a:lnTo>
                    <a:pt x="115633" y="218846"/>
                  </a:lnTo>
                  <a:lnTo>
                    <a:pt x="105918" y="216789"/>
                  </a:lnTo>
                  <a:lnTo>
                    <a:pt x="97345" y="213029"/>
                  </a:lnTo>
                  <a:lnTo>
                    <a:pt x="89916" y="207264"/>
                  </a:lnTo>
                  <a:lnTo>
                    <a:pt x="82296" y="202692"/>
                  </a:lnTo>
                  <a:lnTo>
                    <a:pt x="79248" y="193548"/>
                  </a:lnTo>
                  <a:lnTo>
                    <a:pt x="79248" y="178308"/>
                  </a:lnTo>
                  <a:lnTo>
                    <a:pt x="80772" y="173736"/>
                  </a:lnTo>
                  <a:lnTo>
                    <a:pt x="83820" y="170688"/>
                  </a:lnTo>
                  <a:lnTo>
                    <a:pt x="86868" y="166116"/>
                  </a:lnTo>
                  <a:lnTo>
                    <a:pt x="91440" y="164592"/>
                  </a:lnTo>
                  <a:lnTo>
                    <a:pt x="97536" y="164592"/>
                  </a:lnTo>
                  <a:lnTo>
                    <a:pt x="102108" y="163068"/>
                  </a:lnTo>
                  <a:lnTo>
                    <a:pt x="106680" y="163068"/>
                  </a:lnTo>
                  <a:lnTo>
                    <a:pt x="108204" y="160020"/>
                  </a:lnTo>
                  <a:lnTo>
                    <a:pt x="112776" y="158496"/>
                  </a:lnTo>
                  <a:lnTo>
                    <a:pt x="114300" y="153924"/>
                  </a:lnTo>
                  <a:lnTo>
                    <a:pt x="114300" y="143256"/>
                  </a:lnTo>
                  <a:lnTo>
                    <a:pt x="112776" y="140208"/>
                  </a:lnTo>
                  <a:lnTo>
                    <a:pt x="108204" y="135636"/>
                  </a:lnTo>
                  <a:lnTo>
                    <a:pt x="105156" y="134112"/>
                  </a:lnTo>
                  <a:lnTo>
                    <a:pt x="94488" y="134112"/>
                  </a:lnTo>
                  <a:lnTo>
                    <a:pt x="86868" y="138684"/>
                  </a:lnTo>
                  <a:lnTo>
                    <a:pt x="80772" y="147828"/>
                  </a:lnTo>
                  <a:lnTo>
                    <a:pt x="75882" y="154114"/>
                  </a:lnTo>
                  <a:lnTo>
                    <a:pt x="72580" y="161544"/>
                  </a:lnTo>
                  <a:lnTo>
                    <a:pt x="70688" y="170116"/>
                  </a:lnTo>
                  <a:lnTo>
                    <a:pt x="70104" y="179832"/>
                  </a:lnTo>
                  <a:lnTo>
                    <a:pt x="71259" y="192100"/>
                  </a:lnTo>
                  <a:lnTo>
                    <a:pt x="99910" y="232029"/>
                  </a:lnTo>
                  <a:lnTo>
                    <a:pt x="140208" y="242316"/>
                  </a:lnTo>
                  <a:lnTo>
                    <a:pt x="155371" y="241414"/>
                  </a:lnTo>
                  <a:lnTo>
                    <a:pt x="192024" y="225552"/>
                  </a:lnTo>
                  <a:lnTo>
                    <a:pt x="209169" y="197053"/>
                  </a:lnTo>
                  <a:lnTo>
                    <a:pt x="210312" y="1859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56" name="Google Shape;4156;p71"/>
          <p:cNvGrpSpPr/>
          <p:nvPr/>
        </p:nvGrpSpPr>
        <p:grpSpPr>
          <a:xfrm>
            <a:off x="1543799" y="3842003"/>
            <a:ext cx="201295" cy="775717"/>
            <a:chOff x="1543799" y="3842003"/>
            <a:chExt cx="201295" cy="775717"/>
          </a:xfrm>
        </p:grpSpPr>
        <p:sp>
          <p:nvSpPr>
            <p:cNvPr id="4157" name="Google Shape;4157;p71"/>
            <p:cNvSpPr/>
            <p:nvPr/>
          </p:nvSpPr>
          <p:spPr>
            <a:xfrm>
              <a:off x="1543799" y="4084320"/>
              <a:ext cx="201295" cy="533400"/>
            </a:xfrm>
            <a:custGeom>
              <a:rect b="b" l="l" r="r" t="t"/>
              <a:pathLst>
                <a:path extrusionOk="0" h="533400" w="201294">
                  <a:moveTo>
                    <a:pt x="137172" y="312420"/>
                  </a:moveTo>
                  <a:lnTo>
                    <a:pt x="132600" y="312420"/>
                  </a:lnTo>
                  <a:lnTo>
                    <a:pt x="132600" y="318516"/>
                  </a:lnTo>
                  <a:lnTo>
                    <a:pt x="129552" y="327660"/>
                  </a:lnTo>
                  <a:lnTo>
                    <a:pt x="128028" y="330708"/>
                  </a:lnTo>
                  <a:lnTo>
                    <a:pt x="126504" y="332232"/>
                  </a:lnTo>
                  <a:lnTo>
                    <a:pt x="123456" y="333756"/>
                  </a:lnTo>
                  <a:lnTo>
                    <a:pt x="114312" y="336804"/>
                  </a:lnTo>
                  <a:lnTo>
                    <a:pt x="44208" y="336804"/>
                  </a:lnTo>
                  <a:lnTo>
                    <a:pt x="35064" y="332232"/>
                  </a:lnTo>
                  <a:lnTo>
                    <a:pt x="28968" y="327660"/>
                  </a:lnTo>
                  <a:lnTo>
                    <a:pt x="22872" y="321564"/>
                  </a:lnTo>
                  <a:lnTo>
                    <a:pt x="21348" y="318516"/>
                  </a:lnTo>
                  <a:lnTo>
                    <a:pt x="21348" y="315468"/>
                  </a:lnTo>
                  <a:lnTo>
                    <a:pt x="22872" y="312420"/>
                  </a:lnTo>
                  <a:lnTo>
                    <a:pt x="27444" y="307848"/>
                  </a:lnTo>
                  <a:lnTo>
                    <a:pt x="30492" y="303276"/>
                  </a:lnTo>
                  <a:lnTo>
                    <a:pt x="32016" y="300228"/>
                  </a:lnTo>
                  <a:lnTo>
                    <a:pt x="32016" y="294132"/>
                  </a:lnTo>
                  <a:lnTo>
                    <a:pt x="30492" y="291084"/>
                  </a:lnTo>
                  <a:lnTo>
                    <a:pt x="27444" y="288036"/>
                  </a:lnTo>
                  <a:lnTo>
                    <a:pt x="21348" y="284988"/>
                  </a:lnTo>
                  <a:lnTo>
                    <a:pt x="12204" y="284988"/>
                  </a:lnTo>
                  <a:lnTo>
                    <a:pt x="9156" y="286512"/>
                  </a:lnTo>
                  <a:lnTo>
                    <a:pt x="1536" y="294132"/>
                  </a:lnTo>
                  <a:lnTo>
                    <a:pt x="12" y="298704"/>
                  </a:lnTo>
                  <a:lnTo>
                    <a:pt x="12" y="303276"/>
                  </a:lnTo>
                  <a:lnTo>
                    <a:pt x="2006" y="312166"/>
                  </a:lnTo>
                  <a:lnTo>
                    <a:pt x="8013" y="320611"/>
                  </a:lnTo>
                  <a:lnTo>
                    <a:pt x="18008" y="328790"/>
                  </a:lnTo>
                  <a:lnTo>
                    <a:pt x="32016" y="336804"/>
                  </a:lnTo>
                  <a:lnTo>
                    <a:pt x="12" y="336804"/>
                  </a:lnTo>
                  <a:lnTo>
                    <a:pt x="12" y="342900"/>
                  </a:lnTo>
                  <a:lnTo>
                    <a:pt x="16776" y="384048"/>
                  </a:lnTo>
                  <a:lnTo>
                    <a:pt x="21348" y="382524"/>
                  </a:lnTo>
                  <a:lnTo>
                    <a:pt x="19824" y="379476"/>
                  </a:lnTo>
                  <a:lnTo>
                    <a:pt x="19824" y="367284"/>
                  </a:lnTo>
                  <a:lnTo>
                    <a:pt x="24396" y="362712"/>
                  </a:lnTo>
                  <a:lnTo>
                    <a:pt x="27444" y="362712"/>
                  </a:lnTo>
                  <a:lnTo>
                    <a:pt x="31102" y="361835"/>
                  </a:lnTo>
                  <a:lnTo>
                    <a:pt x="37350" y="361378"/>
                  </a:lnTo>
                  <a:lnTo>
                    <a:pt x="56400" y="361188"/>
                  </a:lnTo>
                  <a:lnTo>
                    <a:pt x="120408" y="361188"/>
                  </a:lnTo>
                  <a:lnTo>
                    <a:pt x="121932" y="362712"/>
                  </a:lnTo>
                  <a:lnTo>
                    <a:pt x="124980" y="362712"/>
                  </a:lnTo>
                  <a:lnTo>
                    <a:pt x="128028" y="364236"/>
                  </a:lnTo>
                  <a:lnTo>
                    <a:pt x="131076" y="370332"/>
                  </a:lnTo>
                  <a:lnTo>
                    <a:pt x="132600" y="374904"/>
                  </a:lnTo>
                  <a:lnTo>
                    <a:pt x="132600" y="381000"/>
                  </a:lnTo>
                  <a:lnTo>
                    <a:pt x="137172" y="381000"/>
                  </a:lnTo>
                  <a:lnTo>
                    <a:pt x="137172" y="312420"/>
                  </a:lnTo>
                  <a:close/>
                </a:path>
                <a:path extrusionOk="0" h="533400" w="201294">
                  <a:moveTo>
                    <a:pt x="140208" y="213360"/>
                  </a:moveTo>
                  <a:lnTo>
                    <a:pt x="131064" y="179832"/>
                  </a:lnTo>
                  <a:lnTo>
                    <a:pt x="131064" y="207264"/>
                  </a:lnTo>
                  <a:lnTo>
                    <a:pt x="129667" y="215861"/>
                  </a:lnTo>
                  <a:lnTo>
                    <a:pt x="98869" y="241350"/>
                  </a:lnTo>
                  <a:lnTo>
                    <a:pt x="59436" y="248412"/>
                  </a:lnTo>
                  <a:lnTo>
                    <a:pt x="50850" y="248132"/>
                  </a:lnTo>
                  <a:lnTo>
                    <a:pt x="13716" y="231648"/>
                  </a:lnTo>
                  <a:lnTo>
                    <a:pt x="9144" y="220980"/>
                  </a:lnTo>
                  <a:lnTo>
                    <a:pt x="9207" y="215861"/>
                  </a:lnTo>
                  <a:lnTo>
                    <a:pt x="34036" y="183629"/>
                  </a:lnTo>
                  <a:lnTo>
                    <a:pt x="79248" y="175260"/>
                  </a:lnTo>
                  <a:lnTo>
                    <a:pt x="92735" y="175831"/>
                  </a:lnTo>
                  <a:lnTo>
                    <a:pt x="128397" y="194691"/>
                  </a:lnTo>
                  <a:lnTo>
                    <a:pt x="131064" y="207264"/>
                  </a:lnTo>
                  <a:lnTo>
                    <a:pt x="131064" y="179832"/>
                  </a:lnTo>
                  <a:lnTo>
                    <a:pt x="94488" y="152971"/>
                  </a:lnTo>
                  <a:lnTo>
                    <a:pt x="67056" y="147828"/>
                  </a:lnTo>
                  <a:lnTo>
                    <a:pt x="55016" y="148717"/>
                  </a:lnTo>
                  <a:lnTo>
                    <a:pt x="12865" y="173050"/>
                  </a:lnTo>
                  <a:lnTo>
                    <a:pt x="0" y="211836"/>
                  </a:lnTo>
                  <a:lnTo>
                    <a:pt x="114" y="213360"/>
                  </a:lnTo>
                  <a:lnTo>
                    <a:pt x="571" y="219824"/>
                  </a:lnTo>
                  <a:lnTo>
                    <a:pt x="19240" y="256222"/>
                  </a:lnTo>
                  <a:lnTo>
                    <a:pt x="53340" y="273558"/>
                  </a:lnTo>
                  <a:lnTo>
                    <a:pt x="71628" y="275844"/>
                  </a:lnTo>
                  <a:lnTo>
                    <a:pt x="83896" y="274967"/>
                  </a:lnTo>
                  <a:lnTo>
                    <a:pt x="126707" y="250875"/>
                  </a:lnTo>
                  <a:lnTo>
                    <a:pt x="128397" y="248412"/>
                  </a:lnTo>
                  <a:lnTo>
                    <a:pt x="134302" y="239839"/>
                  </a:lnTo>
                  <a:lnTo>
                    <a:pt x="138760" y="227393"/>
                  </a:lnTo>
                  <a:lnTo>
                    <a:pt x="140208" y="213360"/>
                  </a:lnTo>
                  <a:close/>
                </a:path>
                <a:path extrusionOk="0" h="533400" w="201294">
                  <a:moveTo>
                    <a:pt x="201180" y="461772"/>
                  </a:moveTo>
                  <a:lnTo>
                    <a:pt x="196608" y="461772"/>
                  </a:lnTo>
                  <a:lnTo>
                    <a:pt x="196608" y="475488"/>
                  </a:lnTo>
                  <a:lnTo>
                    <a:pt x="195084" y="477012"/>
                  </a:lnTo>
                  <a:lnTo>
                    <a:pt x="193560" y="480060"/>
                  </a:lnTo>
                  <a:lnTo>
                    <a:pt x="190512" y="483108"/>
                  </a:lnTo>
                  <a:lnTo>
                    <a:pt x="188988" y="483108"/>
                  </a:lnTo>
                  <a:lnTo>
                    <a:pt x="185940" y="484632"/>
                  </a:lnTo>
                  <a:lnTo>
                    <a:pt x="128028" y="484632"/>
                  </a:lnTo>
                  <a:lnTo>
                    <a:pt x="132600" y="480060"/>
                  </a:lnTo>
                  <a:lnTo>
                    <a:pt x="135648" y="475488"/>
                  </a:lnTo>
                  <a:lnTo>
                    <a:pt x="137172" y="472440"/>
                  </a:lnTo>
                  <a:lnTo>
                    <a:pt x="138696" y="467868"/>
                  </a:lnTo>
                  <a:lnTo>
                    <a:pt x="140220" y="460248"/>
                  </a:lnTo>
                  <a:lnTo>
                    <a:pt x="140220" y="454152"/>
                  </a:lnTo>
                  <a:lnTo>
                    <a:pt x="139077" y="442150"/>
                  </a:lnTo>
                  <a:lnTo>
                    <a:pt x="135648" y="431292"/>
                  </a:lnTo>
                  <a:lnTo>
                    <a:pt x="131076" y="423519"/>
                  </a:lnTo>
                  <a:lnTo>
                    <a:pt x="131076" y="454152"/>
                  </a:lnTo>
                  <a:lnTo>
                    <a:pt x="131076" y="461772"/>
                  </a:lnTo>
                  <a:lnTo>
                    <a:pt x="129552" y="467868"/>
                  </a:lnTo>
                  <a:lnTo>
                    <a:pt x="124980" y="473964"/>
                  </a:lnTo>
                  <a:lnTo>
                    <a:pt x="115836" y="483108"/>
                  </a:lnTo>
                  <a:lnTo>
                    <a:pt x="109740" y="484632"/>
                  </a:lnTo>
                  <a:lnTo>
                    <a:pt x="39636" y="484632"/>
                  </a:lnTo>
                  <a:lnTo>
                    <a:pt x="25920" y="470916"/>
                  </a:lnTo>
                  <a:lnTo>
                    <a:pt x="24396" y="467868"/>
                  </a:lnTo>
                  <a:lnTo>
                    <a:pt x="21348" y="458724"/>
                  </a:lnTo>
                  <a:lnTo>
                    <a:pt x="21348" y="445008"/>
                  </a:lnTo>
                  <a:lnTo>
                    <a:pt x="52209" y="421005"/>
                  </a:lnTo>
                  <a:lnTo>
                    <a:pt x="65138" y="418414"/>
                  </a:lnTo>
                  <a:lnTo>
                    <a:pt x="65405" y="418414"/>
                  </a:lnTo>
                  <a:lnTo>
                    <a:pt x="79260" y="417576"/>
                  </a:lnTo>
                  <a:lnTo>
                    <a:pt x="120408" y="429768"/>
                  </a:lnTo>
                  <a:lnTo>
                    <a:pt x="131076" y="454152"/>
                  </a:lnTo>
                  <a:lnTo>
                    <a:pt x="131076" y="423519"/>
                  </a:lnTo>
                  <a:lnTo>
                    <a:pt x="129933" y="421576"/>
                  </a:lnTo>
                  <a:lnTo>
                    <a:pt x="126199" y="417576"/>
                  </a:lnTo>
                  <a:lnTo>
                    <a:pt x="121932" y="413004"/>
                  </a:lnTo>
                  <a:lnTo>
                    <a:pt x="109905" y="404774"/>
                  </a:lnTo>
                  <a:lnTo>
                    <a:pt x="96596" y="398526"/>
                  </a:lnTo>
                  <a:lnTo>
                    <a:pt x="81851" y="394576"/>
                  </a:lnTo>
                  <a:lnTo>
                    <a:pt x="65544" y="393192"/>
                  </a:lnTo>
                  <a:lnTo>
                    <a:pt x="51257" y="394322"/>
                  </a:lnTo>
                  <a:lnTo>
                    <a:pt x="15252" y="409956"/>
                  </a:lnTo>
                  <a:lnTo>
                    <a:pt x="12" y="451104"/>
                  </a:lnTo>
                  <a:lnTo>
                    <a:pt x="3060" y="457200"/>
                  </a:lnTo>
                  <a:lnTo>
                    <a:pt x="32016" y="484632"/>
                  </a:lnTo>
                  <a:lnTo>
                    <a:pt x="12" y="484632"/>
                  </a:lnTo>
                  <a:lnTo>
                    <a:pt x="12" y="490728"/>
                  </a:lnTo>
                  <a:lnTo>
                    <a:pt x="16776" y="531876"/>
                  </a:lnTo>
                  <a:lnTo>
                    <a:pt x="21348" y="530352"/>
                  </a:lnTo>
                  <a:lnTo>
                    <a:pt x="19824" y="527304"/>
                  </a:lnTo>
                  <a:lnTo>
                    <a:pt x="19824" y="516636"/>
                  </a:lnTo>
                  <a:lnTo>
                    <a:pt x="25920" y="510540"/>
                  </a:lnTo>
                  <a:lnTo>
                    <a:pt x="28968" y="510540"/>
                  </a:lnTo>
                  <a:lnTo>
                    <a:pt x="33540" y="509016"/>
                  </a:lnTo>
                  <a:lnTo>
                    <a:pt x="179844" y="509016"/>
                  </a:lnTo>
                  <a:lnTo>
                    <a:pt x="185940" y="510540"/>
                  </a:lnTo>
                  <a:lnTo>
                    <a:pt x="188988" y="510540"/>
                  </a:lnTo>
                  <a:lnTo>
                    <a:pt x="193560" y="515112"/>
                  </a:lnTo>
                  <a:lnTo>
                    <a:pt x="196608" y="524256"/>
                  </a:lnTo>
                  <a:lnTo>
                    <a:pt x="196608" y="533400"/>
                  </a:lnTo>
                  <a:lnTo>
                    <a:pt x="201180" y="533400"/>
                  </a:lnTo>
                  <a:lnTo>
                    <a:pt x="201180" y="509016"/>
                  </a:lnTo>
                  <a:lnTo>
                    <a:pt x="201180" y="461772"/>
                  </a:lnTo>
                  <a:close/>
                </a:path>
                <a:path extrusionOk="0" h="533400" w="201294">
                  <a:moveTo>
                    <a:pt x="201180" y="68580"/>
                  </a:moveTo>
                  <a:lnTo>
                    <a:pt x="196608" y="68580"/>
                  </a:lnTo>
                  <a:lnTo>
                    <a:pt x="196608" y="80772"/>
                  </a:lnTo>
                  <a:lnTo>
                    <a:pt x="193560" y="86868"/>
                  </a:lnTo>
                  <a:lnTo>
                    <a:pt x="190512" y="88392"/>
                  </a:lnTo>
                  <a:lnTo>
                    <a:pt x="188988" y="89916"/>
                  </a:lnTo>
                  <a:lnTo>
                    <a:pt x="185940" y="89916"/>
                  </a:lnTo>
                  <a:lnTo>
                    <a:pt x="179844" y="91440"/>
                  </a:lnTo>
                  <a:lnTo>
                    <a:pt x="128028" y="91440"/>
                  </a:lnTo>
                  <a:lnTo>
                    <a:pt x="132600" y="85344"/>
                  </a:lnTo>
                  <a:lnTo>
                    <a:pt x="135648" y="82296"/>
                  </a:lnTo>
                  <a:lnTo>
                    <a:pt x="138696" y="73152"/>
                  </a:lnTo>
                  <a:lnTo>
                    <a:pt x="140220" y="67056"/>
                  </a:lnTo>
                  <a:lnTo>
                    <a:pt x="140220" y="59436"/>
                  </a:lnTo>
                  <a:lnTo>
                    <a:pt x="139077" y="47650"/>
                  </a:lnTo>
                  <a:lnTo>
                    <a:pt x="135648" y="37147"/>
                  </a:lnTo>
                  <a:lnTo>
                    <a:pt x="131076" y="29438"/>
                  </a:lnTo>
                  <a:lnTo>
                    <a:pt x="131076" y="59436"/>
                  </a:lnTo>
                  <a:lnTo>
                    <a:pt x="131076" y="67056"/>
                  </a:lnTo>
                  <a:lnTo>
                    <a:pt x="129552" y="74676"/>
                  </a:lnTo>
                  <a:lnTo>
                    <a:pt x="124980" y="79248"/>
                  </a:lnTo>
                  <a:lnTo>
                    <a:pt x="120408" y="85344"/>
                  </a:lnTo>
                  <a:lnTo>
                    <a:pt x="115836" y="88392"/>
                  </a:lnTo>
                  <a:lnTo>
                    <a:pt x="109740" y="89916"/>
                  </a:lnTo>
                  <a:lnTo>
                    <a:pt x="106692" y="89916"/>
                  </a:lnTo>
                  <a:lnTo>
                    <a:pt x="100596" y="91440"/>
                  </a:lnTo>
                  <a:lnTo>
                    <a:pt x="39636" y="91440"/>
                  </a:lnTo>
                  <a:lnTo>
                    <a:pt x="32016" y="82296"/>
                  </a:lnTo>
                  <a:lnTo>
                    <a:pt x="25920" y="77724"/>
                  </a:lnTo>
                  <a:lnTo>
                    <a:pt x="21348" y="64008"/>
                  </a:lnTo>
                  <a:lnTo>
                    <a:pt x="21348" y="50292"/>
                  </a:lnTo>
                  <a:lnTo>
                    <a:pt x="25920" y="44196"/>
                  </a:lnTo>
                  <a:lnTo>
                    <a:pt x="32016" y="36576"/>
                  </a:lnTo>
                  <a:lnTo>
                    <a:pt x="41109" y="31457"/>
                  </a:lnTo>
                  <a:lnTo>
                    <a:pt x="52552" y="27508"/>
                  </a:lnTo>
                  <a:lnTo>
                    <a:pt x="52832" y="27508"/>
                  </a:lnTo>
                  <a:lnTo>
                    <a:pt x="65011" y="25222"/>
                  </a:lnTo>
                  <a:lnTo>
                    <a:pt x="79260" y="24384"/>
                  </a:lnTo>
                  <a:lnTo>
                    <a:pt x="91262" y="24980"/>
                  </a:lnTo>
                  <a:lnTo>
                    <a:pt x="102120" y="26860"/>
                  </a:lnTo>
                  <a:lnTo>
                    <a:pt x="130479" y="52628"/>
                  </a:lnTo>
                  <a:lnTo>
                    <a:pt x="131076" y="59436"/>
                  </a:lnTo>
                  <a:lnTo>
                    <a:pt x="131076" y="29438"/>
                  </a:lnTo>
                  <a:lnTo>
                    <a:pt x="129933" y="27508"/>
                  </a:lnTo>
                  <a:lnTo>
                    <a:pt x="127215" y="24384"/>
                  </a:lnTo>
                  <a:lnTo>
                    <a:pt x="121932" y="18288"/>
                  </a:lnTo>
                  <a:lnTo>
                    <a:pt x="109905" y="10287"/>
                  </a:lnTo>
                  <a:lnTo>
                    <a:pt x="96596" y="4572"/>
                  </a:lnTo>
                  <a:lnTo>
                    <a:pt x="81851" y="1143"/>
                  </a:lnTo>
                  <a:lnTo>
                    <a:pt x="65544" y="0"/>
                  </a:lnTo>
                  <a:lnTo>
                    <a:pt x="51257" y="889"/>
                  </a:lnTo>
                  <a:lnTo>
                    <a:pt x="15252" y="15240"/>
                  </a:lnTo>
                  <a:lnTo>
                    <a:pt x="787" y="40157"/>
                  </a:lnTo>
                  <a:lnTo>
                    <a:pt x="101" y="47650"/>
                  </a:lnTo>
                  <a:lnTo>
                    <a:pt x="12" y="56388"/>
                  </a:lnTo>
                  <a:lnTo>
                    <a:pt x="3060" y="64008"/>
                  </a:lnTo>
                  <a:lnTo>
                    <a:pt x="7632" y="70104"/>
                  </a:lnTo>
                  <a:lnTo>
                    <a:pt x="11645" y="75590"/>
                  </a:lnTo>
                  <a:lnTo>
                    <a:pt x="16967" y="80772"/>
                  </a:lnTo>
                  <a:lnTo>
                    <a:pt x="23698" y="85966"/>
                  </a:lnTo>
                  <a:lnTo>
                    <a:pt x="32016" y="91440"/>
                  </a:lnTo>
                  <a:lnTo>
                    <a:pt x="12" y="91440"/>
                  </a:lnTo>
                  <a:lnTo>
                    <a:pt x="12" y="96012"/>
                  </a:lnTo>
                  <a:lnTo>
                    <a:pt x="16776" y="138684"/>
                  </a:lnTo>
                  <a:lnTo>
                    <a:pt x="21348" y="135636"/>
                  </a:lnTo>
                  <a:lnTo>
                    <a:pt x="19824" y="132588"/>
                  </a:lnTo>
                  <a:lnTo>
                    <a:pt x="19824" y="121920"/>
                  </a:lnTo>
                  <a:lnTo>
                    <a:pt x="25920" y="115824"/>
                  </a:lnTo>
                  <a:lnTo>
                    <a:pt x="185940" y="115824"/>
                  </a:lnTo>
                  <a:lnTo>
                    <a:pt x="188988" y="117348"/>
                  </a:lnTo>
                  <a:lnTo>
                    <a:pt x="190512" y="117348"/>
                  </a:lnTo>
                  <a:lnTo>
                    <a:pt x="192036" y="118872"/>
                  </a:lnTo>
                  <a:lnTo>
                    <a:pt x="195084" y="124968"/>
                  </a:lnTo>
                  <a:lnTo>
                    <a:pt x="196608" y="129540"/>
                  </a:lnTo>
                  <a:lnTo>
                    <a:pt x="196608" y="140208"/>
                  </a:lnTo>
                  <a:lnTo>
                    <a:pt x="201180" y="140208"/>
                  </a:lnTo>
                  <a:lnTo>
                    <a:pt x="201180" y="115824"/>
                  </a:lnTo>
                  <a:lnTo>
                    <a:pt x="201180" y="68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58" name="Google Shape;4158;p71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3811" y="3842003"/>
              <a:ext cx="140208" cy="22097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159" name="Google Shape;4159;p71"/>
          <p:cNvSpPr/>
          <p:nvPr/>
        </p:nvSpPr>
        <p:spPr>
          <a:xfrm>
            <a:off x="1502651" y="2903220"/>
            <a:ext cx="242570" cy="855344"/>
          </a:xfrm>
          <a:custGeom>
            <a:rect b="b" l="l" r="r" t="t"/>
            <a:pathLst>
              <a:path extrusionOk="0" h="855345" w="242569">
                <a:moveTo>
                  <a:pt x="181356" y="792480"/>
                </a:moveTo>
                <a:lnTo>
                  <a:pt x="172212" y="758952"/>
                </a:lnTo>
                <a:lnTo>
                  <a:pt x="172212" y="786384"/>
                </a:lnTo>
                <a:lnTo>
                  <a:pt x="170815" y="795223"/>
                </a:lnTo>
                <a:lnTo>
                  <a:pt x="140017" y="821105"/>
                </a:lnTo>
                <a:lnTo>
                  <a:pt x="100584" y="827532"/>
                </a:lnTo>
                <a:lnTo>
                  <a:pt x="91998" y="827252"/>
                </a:lnTo>
                <a:lnTo>
                  <a:pt x="54864" y="810768"/>
                </a:lnTo>
                <a:lnTo>
                  <a:pt x="54787" y="810602"/>
                </a:lnTo>
                <a:lnTo>
                  <a:pt x="51816" y="804672"/>
                </a:lnTo>
                <a:lnTo>
                  <a:pt x="50292" y="800100"/>
                </a:lnTo>
                <a:lnTo>
                  <a:pt x="50330" y="795223"/>
                </a:lnTo>
                <a:lnTo>
                  <a:pt x="51155" y="787844"/>
                </a:lnTo>
                <a:lnTo>
                  <a:pt x="88201" y="757999"/>
                </a:lnTo>
                <a:lnTo>
                  <a:pt x="120396" y="754380"/>
                </a:lnTo>
                <a:lnTo>
                  <a:pt x="133883" y="754951"/>
                </a:lnTo>
                <a:lnTo>
                  <a:pt x="169545" y="773811"/>
                </a:lnTo>
                <a:lnTo>
                  <a:pt x="172212" y="786384"/>
                </a:lnTo>
                <a:lnTo>
                  <a:pt x="172212" y="758952"/>
                </a:lnTo>
                <a:lnTo>
                  <a:pt x="135636" y="732091"/>
                </a:lnTo>
                <a:lnTo>
                  <a:pt x="108204" y="726948"/>
                </a:lnTo>
                <a:lnTo>
                  <a:pt x="96164" y="727837"/>
                </a:lnTo>
                <a:lnTo>
                  <a:pt x="54013" y="752170"/>
                </a:lnTo>
                <a:lnTo>
                  <a:pt x="41148" y="790956"/>
                </a:lnTo>
                <a:lnTo>
                  <a:pt x="41262" y="792480"/>
                </a:lnTo>
                <a:lnTo>
                  <a:pt x="41719" y="798944"/>
                </a:lnTo>
                <a:lnTo>
                  <a:pt x="60388" y="835342"/>
                </a:lnTo>
                <a:lnTo>
                  <a:pt x="94488" y="852678"/>
                </a:lnTo>
                <a:lnTo>
                  <a:pt x="112776" y="854964"/>
                </a:lnTo>
                <a:lnTo>
                  <a:pt x="125044" y="854087"/>
                </a:lnTo>
                <a:lnTo>
                  <a:pt x="167855" y="829995"/>
                </a:lnTo>
                <a:lnTo>
                  <a:pt x="169545" y="827532"/>
                </a:lnTo>
                <a:lnTo>
                  <a:pt x="175450" y="818959"/>
                </a:lnTo>
                <a:lnTo>
                  <a:pt x="179908" y="806513"/>
                </a:lnTo>
                <a:lnTo>
                  <a:pt x="181356" y="792480"/>
                </a:lnTo>
                <a:close/>
              </a:path>
              <a:path extrusionOk="0" h="855345" w="242569">
                <a:moveTo>
                  <a:pt x="181356" y="606552"/>
                </a:moveTo>
                <a:lnTo>
                  <a:pt x="164592" y="566928"/>
                </a:lnTo>
                <a:lnTo>
                  <a:pt x="160020" y="568452"/>
                </a:lnTo>
                <a:lnTo>
                  <a:pt x="161544" y="573024"/>
                </a:lnTo>
                <a:lnTo>
                  <a:pt x="163068" y="576072"/>
                </a:lnTo>
                <a:lnTo>
                  <a:pt x="163068" y="580644"/>
                </a:lnTo>
                <a:lnTo>
                  <a:pt x="161544" y="583692"/>
                </a:lnTo>
                <a:lnTo>
                  <a:pt x="158496" y="586740"/>
                </a:lnTo>
                <a:lnTo>
                  <a:pt x="156972" y="586740"/>
                </a:lnTo>
                <a:lnTo>
                  <a:pt x="153924" y="588264"/>
                </a:lnTo>
                <a:lnTo>
                  <a:pt x="135280" y="589559"/>
                </a:lnTo>
                <a:lnTo>
                  <a:pt x="124968" y="589788"/>
                </a:lnTo>
                <a:lnTo>
                  <a:pt x="44196" y="589788"/>
                </a:lnTo>
                <a:lnTo>
                  <a:pt x="44196" y="633984"/>
                </a:lnTo>
                <a:lnTo>
                  <a:pt x="48768" y="633984"/>
                </a:lnTo>
                <a:lnTo>
                  <a:pt x="48768" y="624840"/>
                </a:lnTo>
                <a:lnTo>
                  <a:pt x="50292" y="620268"/>
                </a:lnTo>
                <a:lnTo>
                  <a:pt x="53340" y="617220"/>
                </a:lnTo>
                <a:lnTo>
                  <a:pt x="56388" y="615696"/>
                </a:lnTo>
                <a:lnTo>
                  <a:pt x="62484" y="614172"/>
                </a:lnTo>
                <a:lnTo>
                  <a:pt x="144780" y="614172"/>
                </a:lnTo>
                <a:lnTo>
                  <a:pt x="152400" y="621792"/>
                </a:lnTo>
                <a:lnTo>
                  <a:pt x="156972" y="627888"/>
                </a:lnTo>
                <a:lnTo>
                  <a:pt x="160020" y="632460"/>
                </a:lnTo>
                <a:lnTo>
                  <a:pt x="161544" y="638556"/>
                </a:lnTo>
                <a:lnTo>
                  <a:pt x="163068" y="643128"/>
                </a:lnTo>
                <a:lnTo>
                  <a:pt x="163068" y="653796"/>
                </a:lnTo>
                <a:lnTo>
                  <a:pt x="161544" y="658368"/>
                </a:lnTo>
                <a:lnTo>
                  <a:pt x="132588" y="670560"/>
                </a:lnTo>
                <a:lnTo>
                  <a:pt x="44196" y="670560"/>
                </a:lnTo>
                <a:lnTo>
                  <a:pt x="44196" y="717804"/>
                </a:lnTo>
                <a:lnTo>
                  <a:pt x="48768" y="717804"/>
                </a:lnTo>
                <a:lnTo>
                  <a:pt x="48768" y="705612"/>
                </a:lnTo>
                <a:lnTo>
                  <a:pt x="51816" y="699516"/>
                </a:lnTo>
                <a:lnTo>
                  <a:pt x="53340" y="697992"/>
                </a:lnTo>
                <a:lnTo>
                  <a:pt x="59436" y="694944"/>
                </a:lnTo>
                <a:lnTo>
                  <a:pt x="129540" y="694944"/>
                </a:lnTo>
                <a:lnTo>
                  <a:pt x="138137" y="694690"/>
                </a:lnTo>
                <a:lnTo>
                  <a:pt x="179832" y="673608"/>
                </a:lnTo>
                <a:lnTo>
                  <a:pt x="181356" y="667512"/>
                </a:lnTo>
                <a:lnTo>
                  <a:pt x="181356" y="652272"/>
                </a:lnTo>
                <a:lnTo>
                  <a:pt x="152400" y="614172"/>
                </a:lnTo>
                <a:lnTo>
                  <a:pt x="181356" y="614172"/>
                </a:lnTo>
                <a:lnTo>
                  <a:pt x="181356" y="606552"/>
                </a:lnTo>
                <a:close/>
              </a:path>
              <a:path extrusionOk="0" h="855345" w="242569">
                <a:moveTo>
                  <a:pt x="181356" y="513588"/>
                </a:moveTo>
                <a:lnTo>
                  <a:pt x="152400" y="486156"/>
                </a:lnTo>
                <a:lnTo>
                  <a:pt x="152400" y="492252"/>
                </a:lnTo>
                <a:lnTo>
                  <a:pt x="155448" y="493776"/>
                </a:lnTo>
                <a:lnTo>
                  <a:pt x="158496" y="496824"/>
                </a:lnTo>
                <a:lnTo>
                  <a:pt x="163068" y="505968"/>
                </a:lnTo>
                <a:lnTo>
                  <a:pt x="163068" y="512064"/>
                </a:lnTo>
                <a:lnTo>
                  <a:pt x="161544" y="515112"/>
                </a:lnTo>
                <a:lnTo>
                  <a:pt x="155448" y="521208"/>
                </a:lnTo>
                <a:lnTo>
                  <a:pt x="53340" y="521208"/>
                </a:lnTo>
                <a:lnTo>
                  <a:pt x="53340" y="490728"/>
                </a:lnTo>
                <a:lnTo>
                  <a:pt x="44196" y="490728"/>
                </a:lnTo>
                <a:lnTo>
                  <a:pt x="44196" y="521208"/>
                </a:lnTo>
                <a:lnTo>
                  <a:pt x="0" y="521208"/>
                </a:lnTo>
                <a:lnTo>
                  <a:pt x="0" y="524256"/>
                </a:lnTo>
                <a:lnTo>
                  <a:pt x="10668" y="528828"/>
                </a:lnTo>
                <a:lnTo>
                  <a:pt x="16764" y="533400"/>
                </a:lnTo>
                <a:lnTo>
                  <a:pt x="19812" y="534924"/>
                </a:lnTo>
                <a:lnTo>
                  <a:pt x="27432" y="539496"/>
                </a:lnTo>
                <a:lnTo>
                  <a:pt x="33528" y="545592"/>
                </a:lnTo>
                <a:lnTo>
                  <a:pt x="38100" y="551688"/>
                </a:lnTo>
                <a:lnTo>
                  <a:pt x="44196" y="557784"/>
                </a:lnTo>
                <a:lnTo>
                  <a:pt x="47244" y="563880"/>
                </a:lnTo>
                <a:lnTo>
                  <a:pt x="48768" y="568452"/>
                </a:lnTo>
                <a:lnTo>
                  <a:pt x="53340" y="568452"/>
                </a:lnTo>
                <a:lnTo>
                  <a:pt x="53340" y="545592"/>
                </a:lnTo>
                <a:lnTo>
                  <a:pt x="161544" y="545592"/>
                </a:lnTo>
                <a:lnTo>
                  <a:pt x="166116" y="542544"/>
                </a:lnTo>
                <a:lnTo>
                  <a:pt x="172212" y="541020"/>
                </a:lnTo>
                <a:lnTo>
                  <a:pt x="175260" y="537972"/>
                </a:lnTo>
                <a:lnTo>
                  <a:pt x="178308" y="533400"/>
                </a:lnTo>
                <a:lnTo>
                  <a:pt x="179832" y="528828"/>
                </a:lnTo>
                <a:lnTo>
                  <a:pt x="181356" y="525780"/>
                </a:lnTo>
                <a:lnTo>
                  <a:pt x="181356" y="513588"/>
                </a:lnTo>
                <a:close/>
              </a:path>
              <a:path extrusionOk="0" h="855345" w="242569">
                <a:moveTo>
                  <a:pt x="181356" y="227076"/>
                </a:moveTo>
                <a:lnTo>
                  <a:pt x="164592" y="187452"/>
                </a:lnTo>
                <a:lnTo>
                  <a:pt x="160020" y="188976"/>
                </a:lnTo>
                <a:lnTo>
                  <a:pt x="161544" y="193548"/>
                </a:lnTo>
                <a:lnTo>
                  <a:pt x="163068" y="196596"/>
                </a:lnTo>
                <a:lnTo>
                  <a:pt x="163068" y="201168"/>
                </a:lnTo>
                <a:lnTo>
                  <a:pt x="161544" y="204216"/>
                </a:lnTo>
                <a:lnTo>
                  <a:pt x="158496" y="207264"/>
                </a:lnTo>
                <a:lnTo>
                  <a:pt x="156972" y="207264"/>
                </a:lnTo>
                <a:lnTo>
                  <a:pt x="153924" y="208788"/>
                </a:lnTo>
                <a:lnTo>
                  <a:pt x="135280" y="210083"/>
                </a:lnTo>
                <a:lnTo>
                  <a:pt x="124968" y="210312"/>
                </a:lnTo>
                <a:lnTo>
                  <a:pt x="44196" y="210312"/>
                </a:lnTo>
                <a:lnTo>
                  <a:pt x="44196" y="254508"/>
                </a:lnTo>
                <a:lnTo>
                  <a:pt x="48768" y="254508"/>
                </a:lnTo>
                <a:lnTo>
                  <a:pt x="48768" y="245364"/>
                </a:lnTo>
                <a:lnTo>
                  <a:pt x="50292" y="240792"/>
                </a:lnTo>
                <a:lnTo>
                  <a:pt x="53340" y="237744"/>
                </a:lnTo>
                <a:lnTo>
                  <a:pt x="56388" y="236220"/>
                </a:lnTo>
                <a:lnTo>
                  <a:pt x="62484" y="234696"/>
                </a:lnTo>
                <a:lnTo>
                  <a:pt x="144780" y="234696"/>
                </a:lnTo>
                <a:lnTo>
                  <a:pt x="152400" y="242316"/>
                </a:lnTo>
                <a:lnTo>
                  <a:pt x="156972" y="248412"/>
                </a:lnTo>
                <a:lnTo>
                  <a:pt x="160020" y="252984"/>
                </a:lnTo>
                <a:lnTo>
                  <a:pt x="161544" y="259080"/>
                </a:lnTo>
                <a:lnTo>
                  <a:pt x="163068" y="263652"/>
                </a:lnTo>
                <a:lnTo>
                  <a:pt x="163068" y="274320"/>
                </a:lnTo>
                <a:lnTo>
                  <a:pt x="161544" y="278892"/>
                </a:lnTo>
                <a:lnTo>
                  <a:pt x="132588" y="291084"/>
                </a:lnTo>
                <a:lnTo>
                  <a:pt x="44196" y="291084"/>
                </a:lnTo>
                <a:lnTo>
                  <a:pt x="44196" y="338328"/>
                </a:lnTo>
                <a:lnTo>
                  <a:pt x="48768" y="338328"/>
                </a:lnTo>
                <a:lnTo>
                  <a:pt x="48768" y="326136"/>
                </a:lnTo>
                <a:lnTo>
                  <a:pt x="51816" y="320040"/>
                </a:lnTo>
                <a:lnTo>
                  <a:pt x="53340" y="318516"/>
                </a:lnTo>
                <a:lnTo>
                  <a:pt x="59436" y="315468"/>
                </a:lnTo>
                <a:lnTo>
                  <a:pt x="129540" y="315468"/>
                </a:lnTo>
                <a:lnTo>
                  <a:pt x="138137" y="315214"/>
                </a:lnTo>
                <a:lnTo>
                  <a:pt x="179832" y="294132"/>
                </a:lnTo>
                <a:lnTo>
                  <a:pt x="181356" y="288036"/>
                </a:lnTo>
                <a:lnTo>
                  <a:pt x="181356" y="272796"/>
                </a:lnTo>
                <a:lnTo>
                  <a:pt x="152400" y="234696"/>
                </a:lnTo>
                <a:lnTo>
                  <a:pt x="181356" y="234696"/>
                </a:lnTo>
                <a:lnTo>
                  <a:pt x="181356" y="227076"/>
                </a:lnTo>
                <a:close/>
              </a:path>
              <a:path extrusionOk="0" h="855345" w="242569">
                <a:moveTo>
                  <a:pt x="181356" y="134112"/>
                </a:moveTo>
                <a:lnTo>
                  <a:pt x="152400" y="106680"/>
                </a:lnTo>
                <a:lnTo>
                  <a:pt x="152400" y="112776"/>
                </a:lnTo>
                <a:lnTo>
                  <a:pt x="155448" y="114300"/>
                </a:lnTo>
                <a:lnTo>
                  <a:pt x="158496" y="117348"/>
                </a:lnTo>
                <a:lnTo>
                  <a:pt x="163068" y="126492"/>
                </a:lnTo>
                <a:lnTo>
                  <a:pt x="163068" y="132588"/>
                </a:lnTo>
                <a:lnTo>
                  <a:pt x="161544" y="135636"/>
                </a:lnTo>
                <a:lnTo>
                  <a:pt x="155448" y="141732"/>
                </a:lnTo>
                <a:lnTo>
                  <a:pt x="53340" y="141732"/>
                </a:lnTo>
                <a:lnTo>
                  <a:pt x="53340" y="111252"/>
                </a:lnTo>
                <a:lnTo>
                  <a:pt x="44196" y="111252"/>
                </a:lnTo>
                <a:lnTo>
                  <a:pt x="44196" y="141732"/>
                </a:lnTo>
                <a:lnTo>
                  <a:pt x="0" y="141732"/>
                </a:lnTo>
                <a:lnTo>
                  <a:pt x="0" y="144780"/>
                </a:lnTo>
                <a:lnTo>
                  <a:pt x="10668" y="149352"/>
                </a:lnTo>
                <a:lnTo>
                  <a:pt x="16764" y="153924"/>
                </a:lnTo>
                <a:lnTo>
                  <a:pt x="19812" y="155448"/>
                </a:lnTo>
                <a:lnTo>
                  <a:pt x="27432" y="160020"/>
                </a:lnTo>
                <a:lnTo>
                  <a:pt x="33528" y="166116"/>
                </a:lnTo>
                <a:lnTo>
                  <a:pt x="38100" y="172212"/>
                </a:lnTo>
                <a:lnTo>
                  <a:pt x="44196" y="178308"/>
                </a:lnTo>
                <a:lnTo>
                  <a:pt x="47244" y="184404"/>
                </a:lnTo>
                <a:lnTo>
                  <a:pt x="48768" y="188976"/>
                </a:lnTo>
                <a:lnTo>
                  <a:pt x="53340" y="188976"/>
                </a:lnTo>
                <a:lnTo>
                  <a:pt x="53340" y="166116"/>
                </a:lnTo>
                <a:lnTo>
                  <a:pt x="161544" y="166116"/>
                </a:lnTo>
                <a:lnTo>
                  <a:pt x="166116" y="163068"/>
                </a:lnTo>
                <a:lnTo>
                  <a:pt x="172212" y="161544"/>
                </a:lnTo>
                <a:lnTo>
                  <a:pt x="175260" y="158496"/>
                </a:lnTo>
                <a:lnTo>
                  <a:pt x="178308" y="153924"/>
                </a:lnTo>
                <a:lnTo>
                  <a:pt x="181356" y="144780"/>
                </a:lnTo>
                <a:lnTo>
                  <a:pt x="181356" y="134112"/>
                </a:lnTo>
                <a:close/>
              </a:path>
              <a:path extrusionOk="0" h="855345" w="242569">
                <a:moveTo>
                  <a:pt x="181368" y="45720"/>
                </a:moveTo>
                <a:lnTo>
                  <a:pt x="181254" y="44196"/>
                </a:lnTo>
                <a:lnTo>
                  <a:pt x="181152" y="42672"/>
                </a:lnTo>
                <a:lnTo>
                  <a:pt x="180771" y="36868"/>
                </a:lnTo>
                <a:lnTo>
                  <a:pt x="178892" y="28575"/>
                </a:lnTo>
                <a:lnTo>
                  <a:pt x="150329" y="863"/>
                </a:lnTo>
                <a:lnTo>
                  <a:pt x="141744" y="0"/>
                </a:lnTo>
                <a:lnTo>
                  <a:pt x="130644" y="1739"/>
                </a:lnTo>
                <a:lnTo>
                  <a:pt x="103644" y="28956"/>
                </a:lnTo>
                <a:lnTo>
                  <a:pt x="89928" y="60960"/>
                </a:lnTo>
                <a:lnTo>
                  <a:pt x="85445" y="65443"/>
                </a:lnTo>
                <a:lnTo>
                  <a:pt x="84924" y="65824"/>
                </a:lnTo>
                <a:lnTo>
                  <a:pt x="80784" y="68580"/>
                </a:lnTo>
                <a:lnTo>
                  <a:pt x="77736" y="71628"/>
                </a:lnTo>
                <a:lnTo>
                  <a:pt x="73164" y="73152"/>
                </a:lnTo>
                <a:lnTo>
                  <a:pt x="62496" y="73152"/>
                </a:lnTo>
                <a:lnTo>
                  <a:pt x="59448" y="71628"/>
                </a:lnTo>
                <a:lnTo>
                  <a:pt x="56400" y="67056"/>
                </a:lnTo>
                <a:lnTo>
                  <a:pt x="51828" y="62484"/>
                </a:lnTo>
                <a:lnTo>
                  <a:pt x="50304" y="57912"/>
                </a:lnTo>
                <a:lnTo>
                  <a:pt x="50304" y="42672"/>
                </a:lnTo>
                <a:lnTo>
                  <a:pt x="86880" y="15240"/>
                </a:lnTo>
                <a:lnTo>
                  <a:pt x="86880" y="10668"/>
                </a:lnTo>
                <a:lnTo>
                  <a:pt x="41160" y="10668"/>
                </a:lnTo>
                <a:lnTo>
                  <a:pt x="41160" y="15240"/>
                </a:lnTo>
                <a:lnTo>
                  <a:pt x="44208" y="16764"/>
                </a:lnTo>
                <a:lnTo>
                  <a:pt x="45732" y="16764"/>
                </a:lnTo>
                <a:lnTo>
                  <a:pt x="45732" y="18288"/>
                </a:lnTo>
                <a:lnTo>
                  <a:pt x="47256" y="19812"/>
                </a:lnTo>
                <a:lnTo>
                  <a:pt x="47256" y="27432"/>
                </a:lnTo>
                <a:lnTo>
                  <a:pt x="44208" y="32004"/>
                </a:lnTo>
                <a:lnTo>
                  <a:pt x="44081" y="32600"/>
                </a:lnTo>
                <a:lnTo>
                  <a:pt x="42684" y="39624"/>
                </a:lnTo>
                <a:lnTo>
                  <a:pt x="41160" y="45720"/>
                </a:lnTo>
                <a:lnTo>
                  <a:pt x="41249" y="51676"/>
                </a:lnTo>
                <a:lnTo>
                  <a:pt x="64401" y="88392"/>
                </a:lnTo>
                <a:lnTo>
                  <a:pt x="79260" y="91440"/>
                </a:lnTo>
                <a:lnTo>
                  <a:pt x="86880" y="91440"/>
                </a:lnTo>
                <a:lnTo>
                  <a:pt x="94500" y="88392"/>
                </a:lnTo>
                <a:lnTo>
                  <a:pt x="99072" y="83820"/>
                </a:lnTo>
                <a:lnTo>
                  <a:pt x="103644" y="79540"/>
                </a:lnTo>
                <a:lnTo>
                  <a:pt x="108216" y="73533"/>
                </a:lnTo>
                <a:lnTo>
                  <a:pt x="108432" y="73152"/>
                </a:lnTo>
                <a:lnTo>
                  <a:pt x="112788" y="65824"/>
                </a:lnTo>
                <a:lnTo>
                  <a:pt x="134124" y="27432"/>
                </a:lnTo>
                <a:lnTo>
                  <a:pt x="144792" y="21336"/>
                </a:lnTo>
                <a:lnTo>
                  <a:pt x="156984" y="21336"/>
                </a:lnTo>
                <a:lnTo>
                  <a:pt x="163080" y="22860"/>
                </a:lnTo>
                <a:lnTo>
                  <a:pt x="166128" y="27432"/>
                </a:lnTo>
                <a:lnTo>
                  <a:pt x="170700" y="32004"/>
                </a:lnTo>
                <a:lnTo>
                  <a:pt x="172224" y="38100"/>
                </a:lnTo>
                <a:lnTo>
                  <a:pt x="172097" y="45720"/>
                </a:lnTo>
                <a:lnTo>
                  <a:pt x="171653" y="51676"/>
                </a:lnTo>
                <a:lnTo>
                  <a:pt x="142074" y="84251"/>
                </a:lnTo>
                <a:lnTo>
                  <a:pt x="132600" y="86868"/>
                </a:lnTo>
                <a:lnTo>
                  <a:pt x="132600" y="91440"/>
                </a:lnTo>
                <a:lnTo>
                  <a:pt x="179844" y="91440"/>
                </a:lnTo>
                <a:lnTo>
                  <a:pt x="181368" y="86868"/>
                </a:lnTo>
                <a:lnTo>
                  <a:pt x="176796" y="85344"/>
                </a:lnTo>
                <a:lnTo>
                  <a:pt x="175272" y="83820"/>
                </a:lnTo>
                <a:lnTo>
                  <a:pt x="175285" y="76161"/>
                </a:lnTo>
                <a:lnTo>
                  <a:pt x="176796" y="73152"/>
                </a:lnTo>
                <a:lnTo>
                  <a:pt x="178790" y="65443"/>
                </a:lnTo>
                <a:lnTo>
                  <a:pt x="180225" y="58293"/>
                </a:lnTo>
                <a:lnTo>
                  <a:pt x="180263" y="57912"/>
                </a:lnTo>
                <a:lnTo>
                  <a:pt x="181076" y="51676"/>
                </a:lnTo>
                <a:lnTo>
                  <a:pt x="181140" y="50292"/>
                </a:lnTo>
                <a:lnTo>
                  <a:pt x="181368" y="45720"/>
                </a:lnTo>
                <a:close/>
              </a:path>
              <a:path extrusionOk="0" h="855345" w="242569">
                <a:moveTo>
                  <a:pt x="242328" y="416052"/>
                </a:moveTo>
                <a:lnTo>
                  <a:pt x="237756" y="416052"/>
                </a:lnTo>
                <a:lnTo>
                  <a:pt x="237655" y="428434"/>
                </a:lnTo>
                <a:lnTo>
                  <a:pt x="234708" y="434340"/>
                </a:lnTo>
                <a:lnTo>
                  <a:pt x="231660" y="435864"/>
                </a:lnTo>
                <a:lnTo>
                  <a:pt x="230136" y="437388"/>
                </a:lnTo>
                <a:lnTo>
                  <a:pt x="227088" y="438912"/>
                </a:lnTo>
                <a:lnTo>
                  <a:pt x="169176" y="438912"/>
                </a:lnTo>
                <a:lnTo>
                  <a:pt x="173748" y="434340"/>
                </a:lnTo>
                <a:lnTo>
                  <a:pt x="176796" y="429768"/>
                </a:lnTo>
                <a:lnTo>
                  <a:pt x="179844" y="420624"/>
                </a:lnTo>
                <a:lnTo>
                  <a:pt x="181368" y="414528"/>
                </a:lnTo>
                <a:lnTo>
                  <a:pt x="181368" y="406908"/>
                </a:lnTo>
                <a:lnTo>
                  <a:pt x="180225" y="395795"/>
                </a:lnTo>
                <a:lnTo>
                  <a:pt x="176796" y="385381"/>
                </a:lnTo>
                <a:lnTo>
                  <a:pt x="172224" y="377761"/>
                </a:lnTo>
                <a:lnTo>
                  <a:pt x="172224" y="397764"/>
                </a:lnTo>
                <a:lnTo>
                  <a:pt x="172224" y="416052"/>
                </a:lnTo>
                <a:lnTo>
                  <a:pt x="150888" y="437388"/>
                </a:lnTo>
                <a:lnTo>
                  <a:pt x="147840" y="438912"/>
                </a:lnTo>
                <a:lnTo>
                  <a:pt x="80784" y="438912"/>
                </a:lnTo>
                <a:lnTo>
                  <a:pt x="67068" y="425196"/>
                </a:lnTo>
                <a:lnTo>
                  <a:pt x="65544" y="422148"/>
                </a:lnTo>
                <a:lnTo>
                  <a:pt x="64020" y="417576"/>
                </a:lnTo>
                <a:lnTo>
                  <a:pt x="62496" y="411480"/>
                </a:lnTo>
                <a:lnTo>
                  <a:pt x="62496" y="399288"/>
                </a:lnTo>
                <a:lnTo>
                  <a:pt x="93357" y="375285"/>
                </a:lnTo>
                <a:lnTo>
                  <a:pt x="106286" y="372694"/>
                </a:lnTo>
                <a:lnTo>
                  <a:pt x="106553" y="372694"/>
                </a:lnTo>
                <a:lnTo>
                  <a:pt x="120408" y="371856"/>
                </a:lnTo>
                <a:lnTo>
                  <a:pt x="161556" y="384048"/>
                </a:lnTo>
                <a:lnTo>
                  <a:pt x="172224" y="397764"/>
                </a:lnTo>
                <a:lnTo>
                  <a:pt x="172224" y="377761"/>
                </a:lnTo>
                <a:lnTo>
                  <a:pt x="171081" y="375843"/>
                </a:lnTo>
                <a:lnTo>
                  <a:pt x="167347" y="371856"/>
                </a:lnTo>
                <a:lnTo>
                  <a:pt x="163080" y="367284"/>
                </a:lnTo>
                <a:lnTo>
                  <a:pt x="151053" y="358406"/>
                </a:lnTo>
                <a:lnTo>
                  <a:pt x="137744" y="352234"/>
                </a:lnTo>
                <a:lnTo>
                  <a:pt x="122809" y="348602"/>
                </a:lnTo>
                <a:lnTo>
                  <a:pt x="122326" y="348602"/>
                </a:lnTo>
                <a:lnTo>
                  <a:pt x="106692" y="347472"/>
                </a:lnTo>
                <a:lnTo>
                  <a:pt x="67259" y="357124"/>
                </a:lnTo>
                <a:lnTo>
                  <a:pt x="42037" y="387172"/>
                </a:lnTo>
                <a:lnTo>
                  <a:pt x="41160" y="403860"/>
                </a:lnTo>
                <a:lnTo>
                  <a:pt x="44208" y="411480"/>
                </a:lnTo>
                <a:lnTo>
                  <a:pt x="73164" y="438912"/>
                </a:lnTo>
                <a:lnTo>
                  <a:pt x="41160" y="438912"/>
                </a:lnTo>
                <a:lnTo>
                  <a:pt x="41160" y="445008"/>
                </a:lnTo>
                <a:lnTo>
                  <a:pt x="57924" y="486156"/>
                </a:lnTo>
                <a:lnTo>
                  <a:pt x="62496" y="484632"/>
                </a:lnTo>
                <a:lnTo>
                  <a:pt x="60972" y="480060"/>
                </a:lnTo>
                <a:lnTo>
                  <a:pt x="60972" y="469392"/>
                </a:lnTo>
                <a:lnTo>
                  <a:pt x="65544" y="464820"/>
                </a:lnTo>
                <a:lnTo>
                  <a:pt x="67068" y="464820"/>
                </a:lnTo>
                <a:lnTo>
                  <a:pt x="70116" y="463296"/>
                </a:lnTo>
                <a:lnTo>
                  <a:pt x="227088" y="463296"/>
                </a:lnTo>
                <a:lnTo>
                  <a:pt x="230136" y="464820"/>
                </a:lnTo>
                <a:lnTo>
                  <a:pt x="234708" y="469392"/>
                </a:lnTo>
                <a:lnTo>
                  <a:pt x="237756" y="478536"/>
                </a:lnTo>
                <a:lnTo>
                  <a:pt x="237756" y="487680"/>
                </a:lnTo>
                <a:lnTo>
                  <a:pt x="242328" y="487680"/>
                </a:lnTo>
                <a:lnTo>
                  <a:pt x="242328" y="463296"/>
                </a:lnTo>
                <a:lnTo>
                  <a:pt x="242328" y="4160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0" name="Google Shape;4160;p71"/>
          <p:cNvSpPr/>
          <p:nvPr/>
        </p:nvSpPr>
        <p:spPr>
          <a:xfrm>
            <a:off x="1473708" y="2250948"/>
            <a:ext cx="210820" cy="561340"/>
          </a:xfrm>
          <a:custGeom>
            <a:rect b="b" l="l" r="r" t="t"/>
            <a:pathLst>
              <a:path extrusionOk="0" h="561339" w="210819">
                <a:moveTo>
                  <a:pt x="207264" y="480060"/>
                </a:moveTo>
                <a:lnTo>
                  <a:pt x="202692" y="480060"/>
                </a:lnTo>
                <a:lnTo>
                  <a:pt x="202692" y="498348"/>
                </a:lnTo>
                <a:lnTo>
                  <a:pt x="201168" y="502920"/>
                </a:lnTo>
                <a:lnTo>
                  <a:pt x="196596" y="507492"/>
                </a:lnTo>
                <a:lnTo>
                  <a:pt x="193548" y="509016"/>
                </a:lnTo>
                <a:lnTo>
                  <a:pt x="184404" y="510540"/>
                </a:lnTo>
                <a:lnTo>
                  <a:pt x="82296" y="510540"/>
                </a:lnTo>
                <a:lnTo>
                  <a:pt x="82296" y="475488"/>
                </a:lnTo>
                <a:lnTo>
                  <a:pt x="73152" y="475488"/>
                </a:lnTo>
                <a:lnTo>
                  <a:pt x="73152" y="510540"/>
                </a:lnTo>
                <a:lnTo>
                  <a:pt x="49453" y="510527"/>
                </a:lnTo>
                <a:lnTo>
                  <a:pt x="10668" y="499872"/>
                </a:lnTo>
                <a:lnTo>
                  <a:pt x="9144" y="495300"/>
                </a:lnTo>
                <a:lnTo>
                  <a:pt x="9144" y="487680"/>
                </a:lnTo>
                <a:lnTo>
                  <a:pt x="10668" y="483108"/>
                </a:lnTo>
                <a:lnTo>
                  <a:pt x="13716" y="477012"/>
                </a:lnTo>
                <a:lnTo>
                  <a:pt x="16764" y="473964"/>
                </a:lnTo>
                <a:lnTo>
                  <a:pt x="22860" y="470916"/>
                </a:lnTo>
                <a:lnTo>
                  <a:pt x="27432" y="467868"/>
                </a:lnTo>
                <a:lnTo>
                  <a:pt x="33528" y="461772"/>
                </a:lnTo>
                <a:lnTo>
                  <a:pt x="35052" y="458724"/>
                </a:lnTo>
                <a:lnTo>
                  <a:pt x="35052" y="451104"/>
                </a:lnTo>
                <a:lnTo>
                  <a:pt x="33528" y="449580"/>
                </a:lnTo>
                <a:lnTo>
                  <a:pt x="32004" y="446532"/>
                </a:lnTo>
                <a:lnTo>
                  <a:pt x="28956" y="443484"/>
                </a:lnTo>
                <a:lnTo>
                  <a:pt x="25908" y="441960"/>
                </a:lnTo>
                <a:lnTo>
                  <a:pt x="18288" y="441960"/>
                </a:lnTo>
                <a:lnTo>
                  <a:pt x="0" y="480060"/>
                </a:lnTo>
                <a:lnTo>
                  <a:pt x="571" y="487807"/>
                </a:lnTo>
                <a:lnTo>
                  <a:pt x="23926" y="525094"/>
                </a:lnTo>
                <a:lnTo>
                  <a:pt x="64008" y="534924"/>
                </a:lnTo>
                <a:lnTo>
                  <a:pt x="73152" y="534924"/>
                </a:lnTo>
                <a:lnTo>
                  <a:pt x="73152" y="560832"/>
                </a:lnTo>
                <a:lnTo>
                  <a:pt x="82296" y="560832"/>
                </a:lnTo>
                <a:lnTo>
                  <a:pt x="82296" y="534924"/>
                </a:lnTo>
                <a:lnTo>
                  <a:pt x="181356" y="534924"/>
                </a:lnTo>
                <a:lnTo>
                  <a:pt x="188976" y="536448"/>
                </a:lnTo>
                <a:lnTo>
                  <a:pt x="192024" y="537972"/>
                </a:lnTo>
                <a:lnTo>
                  <a:pt x="195072" y="537972"/>
                </a:lnTo>
                <a:lnTo>
                  <a:pt x="198120" y="541020"/>
                </a:lnTo>
                <a:lnTo>
                  <a:pt x="201168" y="547116"/>
                </a:lnTo>
                <a:lnTo>
                  <a:pt x="202692" y="551688"/>
                </a:lnTo>
                <a:lnTo>
                  <a:pt x="202692" y="560832"/>
                </a:lnTo>
                <a:lnTo>
                  <a:pt x="207264" y="560832"/>
                </a:lnTo>
                <a:lnTo>
                  <a:pt x="207264" y="480060"/>
                </a:lnTo>
                <a:close/>
              </a:path>
              <a:path extrusionOk="0" h="561339" w="210819">
                <a:moveTo>
                  <a:pt x="207264" y="399288"/>
                </a:moveTo>
                <a:lnTo>
                  <a:pt x="202692" y="399288"/>
                </a:lnTo>
                <a:lnTo>
                  <a:pt x="202692" y="405384"/>
                </a:lnTo>
                <a:lnTo>
                  <a:pt x="201168" y="411480"/>
                </a:lnTo>
                <a:lnTo>
                  <a:pt x="198120" y="417576"/>
                </a:lnTo>
                <a:lnTo>
                  <a:pt x="196596" y="419100"/>
                </a:lnTo>
                <a:lnTo>
                  <a:pt x="193548" y="420624"/>
                </a:lnTo>
                <a:lnTo>
                  <a:pt x="188976" y="423672"/>
                </a:lnTo>
                <a:lnTo>
                  <a:pt x="114300" y="423672"/>
                </a:lnTo>
                <a:lnTo>
                  <a:pt x="105156" y="419100"/>
                </a:lnTo>
                <a:lnTo>
                  <a:pt x="99060" y="414528"/>
                </a:lnTo>
                <a:lnTo>
                  <a:pt x="91440" y="406908"/>
                </a:lnTo>
                <a:lnTo>
                  <a:pt x="91440" y="402336"/>
                </a:lnTo>
                <a:lnTo>
                  <a:pt x="92964" y="399288"/>
                </a:lnTo>
                <a:lnTo>
                  <a:pt x="97536" y="394716"/>
                </a:lnTo>
                <a:lnTo>
                  <a:pt x="100584" y="390144"/>
                </a:lnTo>
                <a:lnTo>
                  <a:pt x="102108" y="387096"/>
                </a:lnTo>
                <a:lnTo>
                  <a:pt x="102108" y="381000"/>
                </a:lnTo>
                <a:lnTo>
                  <a:pt x="100584" y="377952"/>
                </a:lnTo>
                <a:lnTo>
                  <a:pt x="97536" y="374904"/>
                </a:lnTo>
                <a:lnTo>
                  <a:pt x="91440" y="371856"/>
                </a:lnTo>
                <a:lnTo>
                  <a:pt x="82296" y="371856"/>
                </a:lnTo>
                <a:lnTo>
                  <a:pt x="79248" y="373380"/>
                </a:lnTo>
                <a:lnTo>
                  <a:pt x="76200" y="377952"/>
                </a:lnTo>
                <a:lnTo>
                  <a:pt x="71628" y="381000"/>
                </a:lnTo>
                <a:lnTo>
                  <a:pt x="70104" y="385572"/>
                </a:lnTo>
                <a:lnTo>
                  <a:pt x="70104" y="390144"/>
                </a:lnTo>
                <a:lnTo>
                  <a:pt x="72097" y="399034"/>
                </a:lnTo>
                <a:lnTo>
                  <a:pt x="78105" y="407479"/>
                </a:lnTo>
                <a:lnTo>
                  <a:pt x="88099" y="415658"/>
                </a:lnTo>
                <a:lnTo>
                  <a:pt x="102108" y="423672"/>
                </a:lnTo>
                <a:lnTo>
                  <a:pt x="70104" y="423672"/>
                </a:lnTo>
                <a:lnTo>
                  <a:pt x="70104" y="429768"/>
                </a:lnTo>
                <a:lnTo>
                  <a:pt x="86868" y="470916"/>
                </a:lnTo>
                <a:lnTo>
                  <a:pt x="91440" y="469392"/>
                </a:lnTo>
                <a:lnTo>
                  <a:pt x="89916" y="466344"/>
                </a:lnTo>
                <a:lnTo>
                  <a:pt x="89916" y="454152"/>
                </a:lnTo>
                <a:lnTo>
                  <a:pt x="94488" y="449580"/>
                </a:lnTo>
                <a:lnTo>
                  <a:pt x="97536" y="449580"/>
                </a:lnTo>
                <a:lnTo>
                  <a:pt x="101193" y="448703"/>
                </a:lnTo>
                <a:lnTo>
                  <a:pt x="107442" y="448246"/>
                </a:lnTo>
                <a:lnTo>
                  <a:pt x="126492" y="448056"/>
                </a:lnTo>
                <a:lnTo>
                  <a:pt x="190500" y="448056"/>
                </a:lnTo>
                <a:lnTo>
                  <a:pt x="192024" y="449580"/>
                </a:lnTo>
                <a:lnTo>
                  <a:pt x="195072" y="449580"/>
                </a:lnTo>
                <a:lnTo>
                  <a:pt x="198120" y="451104"/>
                </a:lnTo>
                <a:lnTo>
                  <a:pt x="201168" y="457200"/>
                </a:lnTo>
                <a:lnTo>
                  <a:pt x="202692" y="461772"/>
                </a:lnTo>
                <a:lnTo>
                  <a:pt x="202692" y="467868"/>
                </a:lnTo>
                <a:lnTo>
                  <a:pt x="207264" y="467868"/>
                </a:lnTo>
                <a:lnTo>
                  <a:pt x="207264" y="399288"/>
                </a:lnTo>
                <a:close/>
              </a:path>
              <a:path extrusionOk="0" h="561339" w="210819">
                <a:moveTo>
                  <a:pt x="207264" y="0"/>
                </a:moveTo>
                <a:lnTo>
                  <a:pt x="202692" y="0"/>
                </a:lnTo>
                <a:lnTo>
                  <a:pt x="202692" y="9144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8288"/>
                </a:lnTo>
                <a:lnTo>
                  <a:pt x="192024" y="18288"/>
                </a:lnTo>
                <a:lnTo>
                  <a:pt x="185928" y="19812"/>
                </a:lnTo>
                <a:lnTo>
                  <a:pt x="111823" y="19862"/>
                </a:lnTo>
                <a:lnTo>
                  <a:pt x="104394" y="20193"/>
                </a:lnTo>
                <a:lnTo>
                  <a:pt x="76200" y="35052"/>
                </a:lnTo>
                <a:lnTo>
                  <a:pt x="71628" y="41148"/>
                </a:lnTo>
                <a:lnTo>
                  <a:pt x="70104" y="47244"/>
                </a:lnTo>
                <a:lnTo>
                  <a:pt x="70104" y="60960"/>
                </a:lnTo>
                <a:lnTo>
                  <a:pt x="71628" y="68580"/>
                </a:lnTo>
                <a:lnTo>
                  <a:pt x="76200" y="74676"/>
                </a:lnTo>
                <a:lnTo>
                  <a:pt x="79336" y="79781"/>
                </a:lnTo>
                <a:lnTo>
                  <a:pt x="84201" y="85725"/>
                </a:lnTo>
                <a:lnTo>
                  <a:pt x="90766" y="92252"/>
                </a:lnTo>
                <a:lnTo>
                  <a:pt x="99060" y="99060"/>
                </a:lnTo>
                <a:lnTo>
                  <a:pt x="89916" y="102108"/>
                </a:lnTo>
                <a:lnTo>
                  <a:pt x="82296" y="105156"/>
                </a:lnTo>
                <a:lnTo>
                  <a:pt x="73152" y="117348"/>
                </a:lnTo>
                <a:lnTo>
                  <a:pt x="70104" y="124968"/>
                </a:lnTo>
                <a:lnTo>
                  <a:pt x="70104" y="137160"/>
                </a:lnTo>
                <a:lnTo>
                  <a:pt x="71628" y="141732"/>
                </a:lnTo>
                <a:lnTo>
                  <a:pt x="73152" y="147828"/>
                </a:lnTo>
                <a:lnTo>
                  <a:pt x="76200" y="152400"/>
                </a:lnTo>
                <a:lnTo>
                  <a:pt x="77724" y="156972"/>
                </a:lnTo>
                <a:lnTo>
                  <a:pt x="83820" y="163068"/>
                </a:lnTo>
                <a:lnTo>
                  <a:pt x="89916" y="167640"/>
                </a:lnTo>
                <a:lnTo>
                  <a:pt x="99060" y="178308"/>
                </a:lnTo>
                <a:lnTo>
                  <a:pt x="70104" y="178308"/>
                </a:lnTo>
                <a:lnTo>
                  <a:pt x="70104" y="184404"/>
                </a:lnTo>
                <a:lnTo>
                  <a:pt x="86868" y="225552"/>
                </a:lnTo>
                <a:lnTo>
                  <a:pt x="91440" y="222504"/>
                </a:lnTo>
                <a:lnTo>
                  <a:pt x="89916" y="219456"/>
                </a:lnTo>
                <a:lnTo>
                  <a:pt x="89916" y="208788"/>
                </a:lnTo>
                <a:lnTo>
                  <a:pt x="94488" y="204216"/>
                </a:lnTo>
                <a:lnTo>
                  <a:pt x="97536" y="204216"/>
                </a:lnTo>
                <a:lnTo>
                  <a:pt x="101841" y="203339"/>
                </a:lnTo>
                <a:lnTo>
                  <a:pt x="108013" y="202882"/>
                </a:lnTo>
                <a:lnTo>
                  <a:pt x="126492" y="202692"/>
                </a:lnTo>
                <a:lnTo>
                  <a:pt x="192024" y="202692"/>
                </a:lnTo>
                <a:lnTo>
                  <a:pt x="193548" y="204216"/>
                </a:lnTo>
                <a:lnTo>
                  <a:pt x="199644" y="207264"/>
                </a:lnTo>
                <a:lnTo>
                  <a:pt x="201168" y="210312"/>
                </a:lnTo>
                <a:lnTo>
                  <a:pt x="202692" y="211836"/>
                </a:lnTo>
                <a:lnTo>
                  <a:pt x="202692" y="222504"/>
                </a:lnTo>
                <a:lnTo>
                  <a:pt x="207264" y="222504"/>
                </a:lnTo>
                <a:lnTo>
                  <a:pt x="207264" y="158496"/>
                </a:lnTo>
                <a:lnTo>
                  <a:pt x="202692" y="158496"/>
                </a:lnTo>
                <a:lnTo>
                  <a:pt x="202692" y="169164"/>
                </a:lnTo>
                <a:lnTo>
                  <a:pt x="201168" y="170688"/>
                </a:lnTo>
                <a:lnTo>
                  <a:pt x="199644" y="173736"/>
                </a:lnTo>
                <a:lnTo>
                  <a:pt x="196596" y="175260"/>
                </a:lnTo>
                <a:lnTo>
                  <a:pt x="195072" y="176784"/>
                </a:lnTo>
                <a:lnTo>
                  <a:pt x="192024" y="176784"/>
                </a:lnTo>
                <a:lnTo>
                  <a:pt x="185928" y="178308"/>
                </a:lnTo>
                <a:lnTo>
                  <a:pt x="106680" y="178308"/>
                </a:lnTo>
                <a:lnTo>
                  <a:pt x="96012" y="167640"/>
                </a:lnTo>
                <a:lnTo>
                  <a:pt x="92964" y="160020"/>
                </a:lnTo>
                <a:lnTo>
                  <a:pt x="89916" y="155448"/>
                </a:lnTo>
                <a:lnTo>
                  <a:pt x="88392" y="149352"/>
                </a:lnTo>
                <a:lnTo>
                  <a:pt x="88392" y="137160"/>
                </a:lnTo>
                <a:lnTo>
                  <a:pt x="91440" y="131064"/>
                </a:lnTo>
                <a:lnTo>
                  <a:pt x="97536" y="128016"/>
                </a:lnTo>
                <a:lnTo>
                  <a:pt x="102108" y="124968"/>
                </a:lnTo>
                <a:lnTo>
                  <a:pt x="109728" y="123444"/>
                </a:lnTo>
                <a:lnTo>
                  <a:pt x="192024" y="123444"/>
                </a:lnTo>
                <a:lnTo>
                  <a:pt x="198120" y="126492"/>
                </a:lnTo>
                <a:lnTo>
                  <a:pt x="199644" y="129540"/>
                </a:lnTo>
                <a:lnTo>
                  <a:pt x="201168" y="131064"/>
                </a:lnTo>
                <a:lnTo>
                  <a:pt x="202692" y="135636"/>
                </a:lnTo>
                <a:lnTo>
                  <a:pt x="202692" y="143256"/>
                </a:lnTo>
                <a:lnTo>
                  <a:pt x="207264" y="143256"/>
                </a:lnTo>
                <a:lnTo>
                  <a:pt x="207264" y="79248"/>
                </a:lnTo>
                <a:lnTo>
                  <a:pt x="202692" y="79248"/>
                </a:lnTo>
                <a:lnTo>
                  <a:pt x="202692" y="89916"/>
                </a:lnTo>
                <a:lnTo>
                  <a:pt x="201168" y="91440"/>
                </a:lnTo>
                <a:lnTo>
                  <a:pt x="199644" y="94488"/>
                </a:lnTo>
                <a:lnTo>
                  <a:pt x="196596" y="96012"/>
                </a:lnTo>
                <a:lnTo>
                  <a:pt x="195072" y="97536"/>
                </a:lnTo>
                <a:lnTo>
                  <a:pt x="192024" y="97536"/>
                </a:lnTo>
                <a:lnTo>
                  <a:pt x="185928" y="99060"/>
                </a:lnTo>
                <a:lnTo>
                  <a:pt x="106680" y="99060"/>
                </a:lnTo>
                <a:lnTo>
                  <a:pt x="99060" y="91440"/>
                </a:lnTo>
                <a:lnTo>
                  <a:pt x="94488" y="85344"/>
                </a:lnTo>
                <a:lnTo>
                  <a:pt x="92964" y="80772"/>
                </a:lnTo>
                <a:lnTo>
                  <a:pt x="89916" y="74676"/>
                </a:lnTo>
                <a:lnTo>
                  <a:pt x="88392" y="70104"/>
                </a:lnTo>
                <a:lnTo>
                  <a:pt x="88392" y="56388"/>
                </a:lnTo>
                <a:lnTo>
                  <a:pt x="91440" y="51816"/>
                </a:lnTo>
                <a:lnTo>
                  <a:pt x="97536" y="47244"/>
                </a:lnTo>
                <a:lnTo>
                  <a:pt x="102108" y="45720"/>
                </a:lnTo>
                <a:lnTo>
                  <a:pt x="109728" y="44196"/>
                </a:lnTo>
                <a:lnTo>
                  <a:pt x="192024" y="44196"/>
                </a:lnTo>
                <a:lnTo>
                  <a:pt x="198120" y="47244"/>
                </a:lnTo>
                <a:lnTo>
                  <a:pt x="199644" y="48768"/>
                </a:lnTo>
                <a:lnTo>
                  <a:pt x="201168" y="51816"/>
                </a:lnTo>
                <a:lnTo>
                  <a:pt x="202692" y="56388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61339" w="210819">
                <a:moveTo>
                  <a:pt x="210299" y="300228"/>
                </a:moveTo>
                <a:lnTo>
                  <a:pt x="201155" y="266700"/>
                </a:lnTo>
                <a:lnTo>
                  <a:pt x="201155" y="294132"/>
                </a:lnTo>
                <a:lnTo>
                  <a:pt x="199758" y="302971"/>
                </a:lnTo>
                <a:lnTo>
                  <a:pt x="168960" y="329501"/>
                </a:lnTo>
                <a:lnTo>
                  <a:pt x="157314" y="332714"/>
                </a:lnTo>
                <a:lnTo>
                  <a:pt x="157632" y="332714"/>
                </a:lnTo>
                <a:lnTo>
                  <a:pt x="143814" y="334695"/>
                </a:lnTo>
                <a:lnTo>
                  <a:pt x="129527" y="335280"/>
                </a:lnTo>
                <a:lnTo>
                  <a:pt x="120942" y="335000"/>
                </a:lnTo>
                <a:lnTo>
                  <a:pt x="83807" y="318516"/>
                </a:lnTo>
                <a:lnTo>
                  <a:pt x="83731" y="318350"/>
                </a:lnTo>
                <a:lnTo>
                  <a:pt x="80759" y="312420"/>
                </a:lnTo>
                <a:lnTo>
                  <a:pt x="79235" y="307848"/>
                </a:lnTo>
                <a:lnTo>
                  <a:pt x="79273" y="302971"/>
                </a:lnTo>
                <a:lnTo>
                  <a:pt x="80098" y="295592"/>
                </a:lnTo>
                <a:lnTo>
                  <a:pt x="117144" y="265747"/>
                </a:lnTo>
                <a:lnTo>
                  <a:pt x="149339" y="262128"/>
                </a:lnTo>
                <a:lnTo>
                  <a:pt x="162826" y="262699"/>
                </a:lnTo>
                <a:lnTo>
                  <a:pt x="198488" y="281559"/>
                </a:lnTo>
                <a:lnTo>
                  <a:pt x="201155" y="294132"/>
                </a:lnTo>
                <a:lnTo>
                  <a:pt x="201155" y="266700"/>
                </a:lnTo>
                <a:lnTo>
                  <a:pt x="164579" y="239839"/>
                </a:lnTo>
                <a:lnTo>
                  <a:pt x="137147" y="234696"/>
                </a:lnTo>
                <a:lnTo>
                  <a:pt x="125107" y="235585"/>
                </a:lnTo>
                <a:lnTo>
                  <a:pt x="82956" y="259918"/>
                </a:lnTo>
                <a:lnTo>
                  <a:pt x="70091" y="298704"/>
                </a:lnTo>
                <a:lnTo>
                  <a:pt x="70205" y="300228"/>
                </a:lnTo>
                <a:lnTo>
                  <a:pt x="70662" y="306692"/>
                </a:lnTo>
                <a:lnTo>
                  <a:pt x="89331" y="343090"/>
                </a:lnTo>
                <a:lnTo>
                  <a:pt x="123431" y="360426"/>
                </a:lnTo>
                <a:lnTo>
                  <a:pt x="141719" y="362712"/>
                </a:lnTo>
                <a:lnTo>
                  <a:pt x="153987" y="361835"/>
                </a:lnTo>
                <a:lnTo>
                  <a:pt x="196799" y="338378"/>
                </a:lnTo>
                <a:lnTo>
                  <a:pt x="208851" y="314477"/>
                </a:lnTo>
                <a:lnTo>
                  <a:pt x="210299" y="3002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1" name="Google Shape;4161;p71"/>
          <p:cNvSpPr/>
          <p:nvPr/>
        </p:nvSpPr>
        <p:spPr>
          <a:xfrm>
            <a:off x="1473695" y="1513332"/>
            <a:ext cx="271780" cy="652780"/>
          </a:xfrm>
          <a:custGeom>
            <a:rect b="b" l="l" r="r" t="t"/>
            <a:pathLst>
              <a:path extrusionOk="0" h="652780" w="271780">
                <a:moveTo>
                  <a:pt x="32004" y="466344"/>
                </a:moveTo>
                <a:lnTo>
                  <a:pt x="30480" y="461772"/>
                </a:lnTo>
                <a:lnTo>
                  <a:pt x="24384" y="455676"/>
                </a:lnTo>
                <a:lnTo>
                  <a:pt x="19812" y="454152"/>
                </a:lnTo>
                <a:lnTo>
                  <a:pt x="12192" y="454152"/>
                </a:lnTo>
                <a:lnTo>
                  <a:pt x="7620" y="455676"/>
                </a:lnTo>
                <a:lnTo>
                  <a:pt x="1524" y="461772"/>
                </a:lnTo>
                <a:lnTo>
                  <a:pt x="0" y="466344"/>
                </a:lnTo>
                <a:lnTo>
                  <a:pt x="0" y="473964"/>
                </a:lnTo>
                <a:lnTo>
                  <a:pt x="1524" y="478536"/>
                </a:lnTo>
                <a:lnTo>
                  <a:pt x="7620" y="484632"/>
                </a:lnTo>
                <a:lnTo>
                  <a:pt x="12192" y="486156"/>
                </a:lnTo>
                <a:lnTo>
                  <a:pt x="19812" y="486156"/>
                </a:lnTo>
                <a:lnTo>
                  <a:pt x="24384" y="484632"/>
                </a:lnTo>
                <a:lnTo>
                  <a:pt x="30480" y="478536"/>
                </a:lnTo>
                <a:lnTo>
                  <a:pt x="32004" y="473964"/>
                </a:lnTo>
                <a:lnTo>
                  <a:pt x="32004" y="466344"/>
                </a:lnTo>
                <a:close/>
              </a:path>
              <a:path extrusionOk="0" h="652780" w="271780">
                <a:moveTo>
                  <a:pt x="207264" y="437388"/>
                </a:moveTo>
                <a:lnTo>
                  <a:pt x="202692" y="437388"/>
                </a:lnTo>
                <a:lnTo>
                  <a:pt x="202692" y="448056"/>
                </a:lnTo>
                <a:lnTo>
                  <a:pt x="201168" y="449580"/>
                </a:lnTo>
                <a:lnTo>
                  <a:pt x="199644" y="452628"/>
                </a:lnTo>
                <a:lnTo>
                  <a:pt x="193548" y="455676"/>
                </a:lnTo>
                <a:lnTo>
                  <a:pt x="192024" y="457200"/>
                </a:lnTo>
                <a:lnTo>
                  <a:pt x="70104" y="457200"/>
                </a:lnTo>
                <a:lnTo>
                  <a:pt x="70104" y="463296"/>
                </a:lnTo>
                <a:lnTo>
                  <a:pt x="86868" y="504444"/>
                </a:lnTo>
                <a:lnTo>
                  <a:pt x="91440" y="502920"/>
                </a:lnTo>
                <a:lnTo>
                  <a:pt x="89916" y="498348"/>
                </a:lnTo>
                <a:lnTo>
                  <a:pt x="89916" y="487680"/>
                </a:lnTo>
                <a:lnTo>
                  <a:pt x="94488" y="483108"/>
                </a:lnTo>
                <a:lnTo>
                  <a:pt x="97536" y="483108"/>
                </a:lnTo>
                <a:lnTo>
                  <a:pt x="101854" y="482231"/>
                </a:lnTo>
                <a:lnTo>
                  <a:pt x="108013" y="481774"/>
                </a:lnTo>
                <a:lnTo>
                  <a:pt x="117348" y="481584"/>
                </a:lnTo>
                <a:lnTo>
                  <a:pt x="192024" y="481584"/>
                </a:lnTo>
                <a:lnTo>
                  <a:pt x="198120" y="484632"/>
                </a:lnTo>
                <a:lnTo>
                  <a:pt x="199644" y="486156"/>
                </a:lnTo>
                <a:lnTo>
                  <a:pt x="201168" y="489204"/>
                </a:lnTo>
                <a:lnTo>
                  <a:pt x="202692" y="490728"/>
                </a:lnTo>
                <a:lnTo>
                  <a:pt x="202692" y="501396"/>
                </a:lnTo>
                <a:lnTo>
                  <a:pt x="207264" y="501396"/>
                </a:lnTo>
                <a:lnTo>
                  <a:pt x="207264" y="481584"/>
                </a:lnTo>
                <a:lnTo>
                  <a:pt x="207264" y="437388"/>
                </a:lnTo>
                <a:close/>
              </a:path>
              <a:path extrusionOk="0" h="652780" w="271780">
                <a:moveTo>
                  <a:pt x="207276" y="0"/>
                </a:moveTo>
                <a:lnTo>
                  <a:pt x="202704" y="0"/>
                </a:lnTo>
                <a:lnTo>
                  <a:pt x="202704" y="10668"/>
                </a:lnTo>
                <a:lnTo>
                  <a:pt x="201180" y="12192"/>
                </a:lnTo>
                <a:lnTo>
                  <a:pt x="199656" y="15240"/>
                </a:lnTo>
                <a:lnTo>
                  <a:pt x="196608" y="16764"/>
                </a:lnTo>
                <a:lnTo>
                  <a:pt x="195084" y="16764"/>
                </a:lnTo>
                <a:lnTo>
                  <a:pt x="192036" y="18288"/>
                </a:lnTo>
                <a:lnTo>
                  <a:pt x="185940" y="19812"/>
                </a:lnTo>
                <a:lnTo>
                  <a:pt x="111836" y="19862"/>
                </a:lnTo>
                <a:lnTo>
                  <a:pt x="104406" y="20193"/>
                </a:lnTo>
                <a:lnTo>
                  <a:pt x="76212" y="35052"/>
                </a:lnTo>
                <a:lnTo>
                  <a:pt x="71640" y="41148"/>
                </a:lnTo>
                <a:lnTo>
                  <a:pt x="70116" y="47244"/>
                </a:lnTo>
                <a:lnTo>
                  <a:pt x="70116" y="54864"/>
                </a:lnTo>
                <a:lnTo>
                  <a:pt x="71843" y="65443"/>
                </a:lnTo>
                <a:lnTo>
                  <a:pt x="77165" y="76581"/>
                </a:lnTo>
                <a:lnTo>
                  <a:pt x="86182" y="88303"/>
                </a:lnTo>
                <a:lnTo>
                  <a:pt x="99072" y="100584"/>
                </a:lnTo>
                <a:lnTo>
                  <a:pt x="70116" y="100584"/>
                </a:lnTo>
                <a:lnTo>
                  <a:pt x="70116" y="106680"/>
                </a:lnTo>
                <a:lnTo>
                  <a:pt x="86880" y="147828"/>
                </a:lnTo>
                <a:lnTo>
                  <a:pt x="91452" y="144780"/>
                </a:lnTo>
                <a:lnTo>
                  <a:pt x="89928" y="141732"/>
                </a:lnTo>
                <a:lnTo>
                  <a:pt x="89928" y="131064"/>
                </a:lnTo>
                <a:lnTo>
                  <a:pt x="94500" y="126492"/>
                </a:lnTo>
                <a:lnTo>
                  <a:pt x="97548" y="124968"/>
                </a:lnTo>
                <a:lnTo>
                  <a:pt x="187464" y="124968"/>
                </a:lnTo>
                <a:lnTo>
                  <a:pt x="193560" y="126492"/>
                </a:lnTo>
                <a:lnTo>
                  <a:pt x="198132" y="128016"/>
                </a:lnTo>
                <a:lnTo>
                  <a:pt x="201180" y="131064"/>
                </a:lnTo>
                <a:lnTo>
                  <a:pt x="202704" y="135636"/>
                </a:lnTo>
                <a:lnTo>
                  <a:pt x="202704" y="144780"/>
                </a:lnTo>
                <a:lnTo>
                  <a:pt x="207276" y="144780"/>
                </a:lnTo>
                <a:lnTo>
                  <a:pt x="207276" y="80772"/>
                </a:lnTo>
                <a:lnTo>
                  <a:pt x="202704" y="80772"/>
                </a:lnTo>
                <a:lnTo>
                  <a:pt x="202704" y="91440"/>
                </a:lnTo>
                <a:lnTo>
                  <a:pt x="201180" y="92964"/>
                </a:lnTo>
                <a:lnTo>
                  <a:pt x="199656" y="96012"/>
                </a:lnTo>
                <a:lnTo>
                  <a:pt x="196608" y="97536"/>
                </a:lnTo>
                <a:lnTo>
                  <a:pt x="195084" y="99060"/>
                </a:lnTo>
                <a:lnTo>
                  <a:pt x="192036" y="99060"/>
                </a:lnTo>
                <a:lnTo>
                  <a:pt x="185940" y="100584"/>
                </a:lnTo>
                <a:lnTo>
                  <a:pt x="106692" y="100584"/>
                </a:lnTo>
                <a:lnTo>
                  <a:pt x="98691" y="91465"/>
                </a:lnTo>
                <a:lnTo>
                  <a:pt x="92976" y="82486"/>
                </a:lnTo>
                <a:lnTo>
                  <a:pt x="89547" y="73799"/>
                </a:lnTo>
                <a:lnTo>
                  <a:pt x="88404" y="65532"/>
                </a:lnTo>
                <a:lnTo>
                  <a:pt x="88404" y="57912"/>
                </a:lnTo>
                <a:lnTo>
                  <a:pt x="123456" y="44196"/>
                </a:lnTo>
                <a:lnTo>
                  <a:pt x="190512" y="44196"/>
                </a:lnTo>
                <a:lnTo>
                  <a:pt x="195084" y="45720"/>
                </a:lnTo>
                <a:lnTo>
                  <a:pt x="198132" y="47244"/>
                </a:lnTo>
                <a:lnTo>
                  <a:pt x="199656" y="48768"/>
                </a:lnTo>
                <a:lnTo>
                  <a:pt x="202704" y="54864"/>
                </a:lnTo>
                <a:lnTo>
                  <a:pt x="202704" y="64008"/>
                </a:lnTo>
                <a:lnTo>
                  <a:pt x="207276" y="64008"/>
                </a:lnTo>
                <a:lnTo>
                  <a:pt x="207276" y="0"/>
                </a:lnTo>
                <a:close/>
              </a:path>
              <a:path extrusionOk="0" h="652780" w="271780">
                <a:moveTo>
                  <a:pt x="210312" y="211836"/>
                </a:moveTo>
                <a:lnTo>
                  <a:pt x="195072" y="175260"/>
                </a:lnTo>
                <a:lnTo>
                  <a:pt x="158496" y="156972"/>
                </a:lnTo>
                <a:lnTo>
                  <a:pt x="155448" y="160020"/>
                </a:lnTo>
                <a:lnTo>
                  <a:pt x="163766" y="163715"/>
                </a:lnTo>
                <a:lnTo>
                  <a:pt x="170497" y="167830"/>
                </a:lnTo>
                <a:lnTo>
                  <a:pt x="175780" y="172212"/>
                </a:lnTo>
                <a:lnTo>
                  <a:pt x="179832" y="176784"/>
                </a:lnTo>
                <a:lnTo>
                  <a:pt x="184404" y="182880"/>
                </a:lnTo>
                <a:lnTo>
                  <a:pt x="185928" y="190500"/>
                </a:lnTo>
                <a:lnTo>
                  <a:pt x="185928" y="199644"/>
                </a:lnTo>
                <a:lnTo>
                  <a:pt x="169164" y="234696"/>
                </a:lnTo>
                <a:lnTo>
                  <a:pt x="123444" y="248412"/>
                </a:lnTo>
                <a:lnTo>
                  <a:pt x="123444" y="187452"/>
                </a:lnTo>
                <a:lnTo>
                  <a:pt x="123444" y="156972"/>
                </a:lnTo>
                <a:lnTo>
                  <a:pt x="114300" y="157670"/>
                </a:lnTo>
                <a:lnTo>
                  <a:pt x="114300" y="187452"/>
                </a:lnTo>
                <a:lnTo>
                  <a:pt x="114300" y="248412"/>
                </a:lnTo>
                <a:lnTo>
                  <a:pt x="106159" y="247561"/>
                </a:lnTo>
                <a:lnTo>
                  <a:pt x="106464" y="247561"/>
                </a:lnTo>
                <a:lnTo>
                  <a:pt x="99631" y="245364"/>
                </a:lnTo>
                <a:lnTo>
                  <a:pt x="93522" y="241985"/>
                </a:lnTo>
                <a:lnTo>
                  <a:pt x="88392" y="237744"/>
                </a:lnTo>
                <a:lnTo>
                  <a:pt x="82296" y="231648"/>
                </a:lnTo>
                <a:lnTo>
                  <a:pt x="79248" y="224028"/>
                </a:lnTo>
                <a:lnTo>
                  <a:pt x="79248" y="211836"/>
                </a:lnTo>
                <a:lnTo>
                  <a:pt x="80772" y="205740"/>
                </a:lnTo>
                <a:lnTo>
                  <a:pt x="86868" y="196596"/>
                </a:lnTo>
                <a:lnTo>
                  <a:pt x="96012" y="190500"/>
                </a:lnTo>
                <a:lnTo>
                  <a:pt x="100584" y="188976"/>
                </a:lnTo>
                <a:lnTo>
                  <a:pt x="106680" y="188976"/>
                </a:lnTo>
                <a:lnTo>
                  <a:pt x="114300" y="187452"/>
                </a:lnTo>
                <a:lnTo>
                  <a:pt x="114300" y="157670"/>
                </a:lnTo>
                <a:lnTo>
                  <a:pt x="111709" y="157861"/>
                </a:lnTo>
                <a:lnTo>
                  <a:pt x="78473" y="179641"/>
                </a:lnTo>
                <a:lnTo>
                  <a:pt x="70104" y="208788"/>
                </a:lnTo>
                <a:lnTo>
                  <a:pt x="70167" y="209410"/>
                </a:lnTo>
                <a:lnTo>
                  <a:pt x="71272" y="221056"/>
                </a:lnTo>
                <a:lnTo>
                  <a:pt x="99949" y="260108"/>
                </a:lnTo>
                <a:lnTo>
                  <a:pt x="141732" y="269748"/>
                </a:lnTo>
                <a:lnTo>
                  <a:pt x="156883" y="268846"/>
                </a:lnTo>
                <a:lnTo>
                  <a:pt x="170307" y="265938"/>
                </a:lnTo>
                <a:lnTo>
                  <a:pt x="182029" y="260756"/>
                </a:lnTo>
                <a:lnTo>
                  <a:pt x="192024" y="252984"/>
                </a:lnTo>
                <a:lnTo>
                  <a:pt x="196291" y="248412"/>
                </a:lnTo>
                <a:lnTo>
                  <a:pt x="200025" y="244411"/>
                </a:lnTo>
                <a:lnTo>
                  <a:pt x="205740" y="234696"/>
                </a:lnTo>
                <a:lnTo>
                  <a:pt x="209169" y="223837"/>
                </a:lnTo>
                <a:lnTo>
                  <a:pt x="210312" y="211836"/>
                </a:lnTo>
                <a:close/>
              </a:path>
              <a:path extrusionOk="0" h="652780" w="271780">
                <a:moveTo>
                  <a:pt x="210324" y="350520"/>
                </a:moveTo>
                <a:lnTo>
                  <a:pt x="112585" y="310896"/>
                </a:lnTo>
                <a:lnTo>
                  <a:pt x="89928" y="301752"/>
                </a:lnTo>
                <a:lnTo>
                  <a:pt x="83832" y="298704"/>
                </a:lnTo>
                <a:lnTo>
                  <a:pt x="80784" y="295656"/>
                </a:lnTo>
                <a:lnTo>
                  <a:pt x="77736" y="289560"/>
                </a:lnTo>
                <a:lnTo>
                  <a:pt x="77736" y="284988"/>
                </a:lnTo>
                <a:lnTo>
                  <a:pt x="73164" y="284988"/>
                </a:lnTo>
                <a:lnTo>
                  <a:pt x="73164" y="326136"/>
                </a:lnTo>
                <a:lnTo>
                  <a:pt x="77736" y="326136"/>
                </a:lnTo>
                <a:lnTo>
                  <a:pt x="77736" y="318516"/>
                </a:lnTo>
                <a:lnTo>
                  <a:pt x="79260" y="316992"/>
                </a:lnTo>
                <a:lnTo>
                  <a:pt x="79260" y="315468"/>
                </a:lnTo>
                <a:lnTo>
                  <a:pt x="83832" y="310896"/>
                </a:lnTo>
                <a:lnTo>
                  <a:pt x="88404" y="310896"/>
                </a:lnTo>
                <a:lnTo>
                  <a:pt x="97548" y="315468"/>
                </a:lnTo>
                <a:lnTo>
                  <a:pt x="173748" y="345948"/>
                </a:lnTo>
                <a:lnTo>
                  <a:pt x="100596" y="377952"/>
                </a:lnTo>
                <a:lnTo>
                  <a:pt x="91452" y="381000"/>
                </a:lnTo>
                <a:lnTo>
                  <a:pt x="85356" y="381000"/>
                </a:lnTo>
                <a:lnTo>
                  <a:pt x="82308" y="379476"/>
                </a:lnTo>
                <a:lnTo>
                  <a:pt x="80784" y="377952"/>
                </a:lnTo>
                <a:lnTo>
                  <a:pt x="77736" y="371856"/>
                </a:lnTo>
                <a:lnTo>
                  <a:pt x="77736" y="364236"/>
                </a:lnTo>
                <a:lnTo>
                  <a:pt x="73164" y="364236"/>
                </a:lnTo>
                <a:lnTo>
                  <a:pt x="73164" y="428244"/>
                </a:lnTo>
                <a:lnTo>
                  <a:pt x="77736" y="428244"/>
                </a:lnTo>
                <a:lnTo>
                  <a:pt x="79260" y="423672"/>
                </a:lnTo>
                <a:lnTo>
                  <a:pt x="79260" y="420624"/>
                </a:lnTo>
                <a:lnTo>
                  <a:pt x="80784" y="419100"/>
                </a:lnTo>
                <a:lnTo>
                  <a:pt x="83832" y="413004"/>
                </a:lnTo>
                <a:lnTo>
                  <a:pt x="86880" y="411480"/>
                </a:lnTo>
                <a:lnTo>
                  <a:pt x="88404" y="408432"/>
                </a:lnTo>
                <a:lnTo>
                  <a:pt x="92976" y="406908"/>
                </a:lnTo>
                <a:lnTo>
                  <a:pt x="99072" y="405384"/>
                </a:lnTo>
                <a:lnTo>
                  <a:pt x="156489" y="381000"/>
                </a:lnTo>
                <a:lnTo>
                  <a:pt x="210324" y="358140"/>
                </a:lnTo>
                <a:lnTo>
                  <a:pt x="210324" y="350520"/>
                </a:lnTo>
                <a:close/>
              </a:path>
              <a:path extrusionOk="0" h="652780" w="271780">
                <a:moveTo>
                  <a:pt x="271233" y="593775"/>
                </a:moveTo>
                <a:lnTo>
                  <a:pt x="269875" y="576935"/>
                </a:lnTo>
                <a:lnTo>
                  <a:pt x="265760" y="561213"/>
                </a:lnTo>
                <a:lnTo>
                  <a:pt x="259067" y="547217"/>
                </a:lnTo>
                <a:lnTo>
                  <a:pt x="252857" y="538848"/>
                </a:lnTo>
                <a:lnTo>
                  <a:pt x="252857" y="583692"/>
                </a:lnTo>
                <a:lnTo>
                  <a:pt x="252425" y="593775"/>
                </a:lnTo>
                <a:lnTo>
                  <a:pt x="252336" y="594360"/>
                </a:lnTo>
                <a:lnTo>
                  <a:pt x="250710" y="605599"/>
                </a:lnTo>
                <a:lnTo>
                  <a:pt x="247853" y="616013"/>
                </a:lnTo>
                <a:lnTo>
                  <a:pt x="243852" y="624840"/>
                </a:lnTo>
                <a:lnTo>
                  <a:pt x="240804" y="629412"/>
                </a:lnTo>
                <a:lnTo>
                  <a:pt x="236232" y="632460"/>
                </a:lnTo>
                <a:lnTo>
                  <a:pt x="225564" y="632460"/>
                </a:lnTo>
                <a:lnTo>
                  <a:pt x="216420" y="626364"/>
                </a:lnTo>
                <a:lnTo>
                  <a:pt x="211848" y="623316"/>
                </a:lnTo>
                <a:lnTo>
                  <a:pt x="210324" y="621792"/>
                </a:lnTo>
                <a:lnTo>
                  <a:pt x="207276" y="618744"/>
                </a:lnTo>
                <a:lnTo>
                  <a:pt x="208076" y="609600"/>
                </a:lnTo>
                <a:lnTo>
                  <a:pt x="208178" y="608076"/>
                </a:lnTo>
                <a:lnTo>
                  <a:pt x="208292" y="605028"/>
                </a:lnTo>
                <a:lnTo>
                  <a:pt x="208407" y="601980"/>
                </a:lnTo>
                <a:lnTo>
                  <a:pt x="208521" y="598932"/>
                </a:lnTo>
                <a:lnTo>
                  <a:pt x="208610" y="596836"/>
                </a:lnTo>
                <a:lnTo>
                  <a:pt x="208686" y="589788"/>
                </a:lnTo>
                <a:lnTo>
                  <a:pt x="208775" y="582955"/>
                </a:lnTo>
                <a:lnTo>
                  <a:pt x="208889" y="563435"/>
                </a:lnTo>
                <a:lnTo>
                  <a:pt x="209003" y="559142"/>
                </a:lnTo>
                <a:lnTo>
                  <a:pt x="213372" y="534924"/>
                </a:lnTo>
                <a:lnTo>
                  <a:pt x="214896" y="530352"/>
                </a:lnTo>
                <a:lnTo>
                  <a:pt x="217944" y="527304"/>
                </a:lnTo>
                <a:lnTo>
                  <a:pt x="230136" y="527304"/>
                </a:lnTo>
                <a:lnTo>
                  <a:pt x="252336" y="567270"/>
                </a:lnTo>
                <a:lnTo>
                  <a:pt x="252857" y="583692"/>
                </a:lnTo>
                <a:lnTo>
                  <a:pt x="252857" y="538848"/>
                </a:lnTo>
                <a:lnTo>
                  <a:pt x="217944" y="518160"/>
                </a:lnTo>
                <a:lnTo>
                  <a:pt x="210324" y="518160"/>
                </a:lnTo>
                <a:lnTo>
                  <a:pt x="202704" y="521208"/>
                </a:lnTo>
                <a:lnTo>
                  <a:pt x="198132" y="527304"/>
                </a:lnTo>
                <a:lnTo>
                  <a:pt x="192036" y="531876"/>
                </a:lnTo>
                <a:lnTo>
                  <a:pt x="188988" y="539496"/>
                </a:lnTo>
                <a:lnTo>
                  <a:pt x="188887" y="540067"/>
                </a:lnTo>
                <a:lnTo>
                  <a:pt x="188836" y="540359"/>
                </a:lnTo>
                <a:lnTo>
                  <a:pt x="188734" y="541020"/>
                </a:lnTo>
                <a:lnTo>
                  <a:pt x="188633" y="541591"/>
                </a:lnTo>
                <a:lnTo>
                  <a:pt x="187464" y="548640"/>
                </a:lnTo>
                <a:lnTo>
                  <a:pt x="187350" y="559142"/>
                </a:lnTo>
                <a:lnTo>
                  <a:pt x="187248" y="563880"/>
                </a:lnTo>
                <a:lnTo>
                  <a:pt x="187134" y="566928"/>
                </a:lnTo>
                <a:lnTo>
                  <a:pt x="187071" y="568452"/>
                </a:lnTo>
                <a:lnTo>
                  <a:pt x="186956" y="571500"/>
                </a:lnTo>
                <a:lnTo>
                  <a:pt x="186905" y="573024"/>
                </a:lnTo>
                <a:lnTo>
                  <a:pt x="186817" y="575221"/>
                </a:lnTo>
                <a:lnTo>
                  <a:pt x="186715" y="576935"/>
                </a:lnTo>
                <a:lnTo>
                  <a:pt x="186639" y="578053"/>
                </a:lnTo>
                <a:lnTo>
                  <a:pt x="186524" y="580059"/>
                </a:lnTo>
                <a:lnTo>
                  <a:pt x="186486" y="580644"/>
                </a:lnTo>
                <a:lnTo>
                  <a:pt x="185940" y="589788"/>
                </a:lnTo>
                <a:lnTo>
                  <a:pt x="185940" y="615696"/>
                </a:lnTo>
                <a:lnTo>
                  <a:pt x="184416" y="618744"/>
                </a:lnTo>
                <a:lnTo>
                  <a:pt x="181368" y="621792"/>
                </a:lnTo>
                <a:lnTo>
                  <a:pt x="173748" y="621792"/>
                </a:lnTo>
                <a:lnTo>
                  <a:pt x="170700" y="620268"/>
                </a:lnTo>
                <a:lnTo>
                  <a:pt x="164604" y="614172"/>
                </a:lnTo>
                <a:lnTo>
                  <a:pt x="161556" y="609600"/>
                </a:lnTo>
                <a:lnTo>
                  <a:pt x="163080" y="603504"/>
                </a:lnTo>
                <a:lnTo>
                  <a:pt x="164604" y="595884"/>
                </a:lnTo>
                <a:lnTo>
                  <a:pt x="164604" y="589788"/>
                </a:lnTo>
                <a:lnTo>
                  <a:pt x="163766" y="578053"/>
                </a:lnTo>
                <a:lnTo>
                  <a:pt x="163652" y="577596"/>
                </a:lnTo>
                <a:lnTo>
                  <a:pt x="161328" y="567817"/>
                </a:lnTo>
                <a:lnTo>
                  <a:pt x="158267" y="560832"/>
                </a:lnTo>
                <a:lnTo>
                  <a:pt x="157530" y="559142"/>
                </a:lnTo>
                <a:lnTo>
                  <a:pt x="156984" y="558355"/>
                </a:lnTo>
                <a:lnTo>
                  <a:pt x="156984" y="580644"/>
                </a:lnTo>
                <a:lnTo>
                  <a:pt x="156984" y="595884"/>
                </a:lnTo>
                <a:lnTo>
                  <a:pt x="153936" y="601980"/>
                </a:lnTo>
                <a:lnTo>
                  <a:pt x="112788" y="617220"/>
                </a:lnTo>
                <a:lnTo>
                  <a:pt x="104228" y="616889"/>
                </a:lnTo>
                <a:lnTo>
                  <a:pt x="96977" y="615696"/>
                </a:lnTo>
                <a:lnTo>
                  <a:pt x="91135" y="613371"/>
                </a:lnTo>
                <a:lnTo>
                  <a:pt x="86880" y="609600"/>
                </a:lnTo>
                <a:lnTo>
                  <a:pt x="80784" y="605028"/>
                </a:lnTo>
                <a:lnTo>
                  <a:pt x="77736" y="598932"/>
                </a:lnTo>
                <a:lnTo>
                  <a:pt x="77736" y="583692"/>
                </a:lnTo>
                <a:lnTo>
                  <a:pt x="112598" y="561644"/>
                </a:lnTo>
                <a:lnTo>
                  <a:pt x="123456" y="560832"/>
                </a:lnTo>
                <a:lnTo>
                  <a:pt x="131140" y="561390"/>
                </a:lnTo>
                <a:lnTo>
                  <a:pt x="156984" y="580644"/>
                </a:lnTo>
                <a:lnTo>
                  <a:pt x="156984" y="558355"/>
                </a:lnTo>
                <a:lnTo>
                  <a:pt x="120408" y="536448"/>
                </a:lnTo>
                <a:lnTo>
                  <a:pt x="112928" y="537019"/>
                </a:lnTo>
                <a:lnTo>
                  <a:pt x="106311" y="538734"/>
                </a:lnTo>
                <a:lnTo>
                  <a:pt x="100253" y="541591"/>
                </a:lnTo>
                <a:lnTo>
                  <a:pt x="94500" y="545592"/>
                </a:lnTo>
                <a:lnTo>
                  <a:pt x="94500" y="519684"/>
                </a:lnTo>
                <a:lnTo>
                  <a:pt x="92976" y="519684"/>
                </a:lnTo>
                <a:lnTo>
                  <a:pt x="91452" y="518160"/>
                </a:lnTo>
                <a:lnTo>
                  <a:pt x="85356" y="518160"/>
                </a:lnTo>
                <a:lnTo>
                  <a:pt x="83832" y="519684"/>
                </a:lnTo>
                <a:lnTo>
                  <a:pt x="80784" y="519684"/>
                </a:lnTo>
                <a:lnTo>
                  <a:pt x="80784" y="556260"/>
                </a:lnTo>
                <a:lnTo>
                  <a:pt x="70675" y="580644"/>
                </a:lnTo>
                <a:lnTo>
                  <a:pt x="70116" y="589788"/>
                </a:lnTo>
                <a:lnTo>
                  <a:pt x="83832" y="627888"/>
                </a:lnTo>
                <a:lnTo>
                  <a:pt x="118884" y="641604"/>
                </a:lnTo>
                <a:lnTo>
                  <a:pt x="126504" y="641604"/>
                </a:lnTo>
                <a:lnTo>
                  <a:pt x="135648" y="640080"/>
                </a:lnTo>
                <a:lnTo>
                  <a:pt x="141744" y="635508"/>
                </a:lnTo>
                <a:lnTo>
                  <a:pt x="149364" y="630936"/>
                </a:lnTo>
                <a:lnTo>
                  <a:pt x="153936" y="624840"/>
                </a:lnTo>
                <a:lnTo>
                  <a:pt x="158508" y="617220"/>
                </a:lnTo>
                <a:lnTo>
                  <a:pt x="164807" y="624395"/>
                </a:lnTo>
                <a:lnTo>
                  <a:pt x="185940" y="641604"/>
                </a:lnTo>
                <a:lnTo>
                  <a:pt x="195084" y="641604"/>
                </a:lnTo>
                <a:lnTo>
                  <a:pt x="198132" y="638556"/>
                </a:lnTo>
                <a:lnTo>
                  <a:pt x="201180" y="637032"/>
                </a:lnTo>
                <a:lnTo>
                  <a:pt x="202704" y="632460"/>
                </a:lnTo>
                <a:lnTo>
                  <a:pt x="205752" y="626364"/>
                </a:lnTo>
                <a:lnTo>
                  <a:pt x="216420" y="635508"/>
                </a:lnTo>
                <a:lnTo>
                  <a:pt x="222516" y="641604"/>
                </a:lnTo>
                <a:lnTo>
                  <a:pt x="228612" y="646176"/>
                </a:lnTo>
                <a:lnTo>
                  <a:pt x="233184" y="649224"/>
                </a:lnTo>
                <a:lnTo>
                  <a:pt x="239280" y="652272"/>
                </a:lnTo>
                <a:lnTo>
                  <a:pt x="248424" y="652272"/>
                </a:lnTo>
                <a:lnTo>
                  <a:pt x="254520" y="649224"/>
                </a:lnTo>
                <a:lnTo>
                  <a:pt x="259092" y="641604"/>
                </a:lnTo>
                <a:lnTo>
                  <a:pt x="263791" y="632460"/>
                </a:lnTo>
                <a:lnTo>
                  <a:pt x="264210" y="631659"/>
                </a:lnTo>
                <a:lnTo>
                  <a:pt x="268046" y="620268"/>
                </a:lnTo>
                <a:lnTo>
                  <a:pt x="270446" y="607745"/>
                </a:lnTo>
                <a:lnTo>
                  <a:pt x="271119" y="596836"/>
                </a:lnTo>
                <a:lnTo>
                  <a:pt x="271233" y="5937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2" name="Google Shape;4162;p71"/>
          <p:cNvSpPr/>
          <p:nvPr/>
        </p:nvSpPr>
        <p:spPr>
          <a:xfrm>
            <a:off x="1793748" y="8691372"/>
            <a:ext cx="271780" cy="708660"/>
          </a:xfrm>
          <a:custGeom>
            <a:rect b="b" l="l" r="r" t="t"/>
            <a:pathLst>
              <a:path extrusionOk="0" h="708659" w="271780">
                <a:moveTo>
                  <a:pt x="32004" y="670560"/>
                </a:moveTo>
                <a:lnTo>
                  <a:pt x="30480" y="665988"/>
                </a:lnTo>
                <a:lnTo>
                  <a:pt x="24384" y="659892"/>
                </a:lnTo>
                <a:lnTo>
                  <a:pt x="21336" y="658368"/>
                </a:lnTo>
                <a:lnTo>
                  <a:pt x="12192" y="658368"/>
                </a:lnTo>
                <a:lnTo>
                  <a:pt x="7620" y="659892"/>
                </a:lnTo>
                <a:lnTo>
                  <a:pt x="1524" y="665988"/>
                </a:lnTo>
                <a:lnTo>
                  <a:pt x="0" y="670560"/>
                </a:lnTo>
                <a:lnTo>
                  <a:pt x="0" y="679704"/>
                </a:lnTo>
                <a:lnTo>
                  <a:pt x="1524" y="682752"/>
                </a:lnTo>
                <a:lnTo>
                  <a:pt x="7620" y="688848"/>
                </a:lnTo>
                <a:lnTo>
                  <a:pt x="12192" y="690372"/>
                </a:lnTo>
                <a:lnTo>
                  <a:pt x="21336" y="690372"/>
                </a:lnTo>
                <a:lnTo>
                  <a:pt x="24384" y="688848"/>
                </a:lnTo>
                <a:lnTo>
                  <a:pt x="30480" y="682752"/>
                </a:lnTo>
                <a:lnTo>
                  <a:pt x="32004" y="679704"/>
                </a:lnTo>
                <a:lnTo>
                  <a:pt x="32004" y="670560"/>
                </a:lnTo>
                <a:close/>
              </a:path>
              <a:path extrusionOk="0" h="708659" w="271780">
                <a:moveTo>
                  <a:pt x="207251" y="486156"/>
                </a:moveTo>
                <a:lnTo>
                  <a:pt x="202679" y="486156"/>
                </a:lnTo>
                <a:lnTo>
                  <a:pt x="202679" y="496824"/>
                </a:lnTo>
                <a:lnTo>
                  <a:pt x="201155" y="498348"/>
                </a:lnTo>
                <a:lnTo>
                  <a:pt x="199631" y="501396"/>
                </a:lnTo>
                <a:lnTo>
                  <a:pt x="198107" y="502920"/>
                </a:lnTo>
                <a:lnTo>
                  <a:pt x="195059" y="504444"/>
                </a:lnTo>
                <a:lnTo>
                  <a:pt x="192011" y="504444"/>
                </a:lnTo>
                <a:lnTo>
                  <a:pt x="185915" y="505968"/>
                </a:lnTo>
                <a:lnTo>
                  <a:pt x="120383" y="505968"/>
                </a:lnTo>
                <a:lnTo>
                  <a:pt x="111836" y="506234"/>
                </a:lnTo>
                <a:lnTo>
                  <a:pt x="76187" y="521208"/>
                </a:lnTo>
                <a:lnTo>
                  <a:pt x="71615" y="527304"/>
                </a:lnTo>
                <a:lnTo>
                  <a:pt x="70091" y="533400"/>
                </a:lnTo>
                <a:lnTo>
                  <a:pt x="70091" y="541020"/>
                </a:lnTo>
                <a:lnTo>
                  <a:pt x="71831" y="551599"/>
                </a:lnTo>
                <a:lnTo>
                  <a:pt x="77139" y="562737"/>
                </a:lnTo>
                <a:lnTo>
                  <a:pt x="86169" y="574459"/>
                </a:lnTo>
                <a:lnTo>
                  <a:pt x="99047" y="586740"/>
                </a:lnTo>
                <a:lnTo>
                  <a:pt x="70091" y="586740"/>
                </a:lnTo>
                <a:lnTo>
                  <a:pt x="70091" y="592836"/>
                </a:lnTo>
                <a:lnTo>
                  <a:pt x="86855" y="633984"/>
                </a:lnTo>
                <a:lnTo>
                  <a:pt x="91427" y="630936"/>
                </a:lnTo>
                <a:lnTo>
                  <a:pt x="89903" y="627888"/>
                </a:lnTo>
                <a:lnTo>
                  <a:pt x="89903" y="617220"/>
                </a:lnTo>
                <a:lnTo>
                  <a:pt x="94475" y="612648"/>
                </a:lnTo>
                <a:lnTo>
                  <a:pt x="99047" y="612648"/>
                </a:lnTo>
                <a:lnTo>
                  <a:pt x="102476" y="611771"/>
                </a:lnTo>
                <a:lnTo>
                  <a:pt x="108191" y="611314"/>
                </a:lnTo>
                <a:lnTo>
                  <a:pt x="126479" y="611124"/>
                </a:lnTo>
                <a:lnTo>
                  <a:pt x="187439" y="611124"/>
                </a:lnTo>
                <a:lnTo>
                  <a:pt x="193535" y="612648"/>
                </a:lnTo>
                <a:lnTo>
                  <a:pt x="198107" y="614172"/>
                </a:lnTo>
                <a:lnTo>
                  <a:pt x="201155" y="617220"/>
                </a:lnTo>
                <a:lnTo>
                  <a:pt x="202679" y="621792"/>
                </a:lnTo>
                <a:lnTo>
                  <a:pt x="202679" y="630936"/>
                </a:lnTo>
                <a:lnTo>
                  <a:pt x="207251" y="630936"/>
                </a:lnTo>
                <a:lnTo>
                  <a:pt x="207251" y="566928"/>
                </a:lnTo>
                <a:lnTo>
                  <a:pt x="202679" y="566928"/>
                </a:lnTo>
                <a:lnTo>
                  <a:pt x="202679" y="577596"/>
                </a:lnTo>
                <a:lnTo>
                  <a:pt x="201155" y="580644"/>
                </a:lnTo>
                <a:lnTo>
                  <a:pt x="198107" y="583692"/>
                </a:lnTo>
                <a:lnTo>
                  <a:pt x="192011" y="586740"/>
                </a:lnTo>
                <a:lnTo>
                  <a:pt x="108191" y="586740"/>
                </a:lnTo>
                <a:lnTo>
                  <a:pt x="99314" y="577621"/>
                </a:lnTo>
                <a:lnTo>
                  <a:pt x="93141" y="568642"/>
                </a:lnTo>
                <a:lnTo>
                  <a:pt x="89547" y="559955"/>
                </a:lnTo>
                <a:lnTo>
                  <a:pt x="88379" y="551688"/>
                </a:lnTo>
                <a:lnTo>
                  <a:pt x="88379" y="544068"/>
                </a:lnTo>
                <a:lnTo>
                  <a:pt x="123431" y="530352"/>
                </a:lnTo>
                <a:lnTo>
                  <a:pt x="192011" y="530352"/>
                </a:lnTo>
                <a:lnTo>
                  <a:pt x="198107" y="533400"/>
                </a:lnTo>
                <a:lnTo>
                  <a:pt x="202679" y="537972"/>
                </a:lnTo>
                <a:lnTo>
                  <a:pt x="202679" y="550164"/>
                </a:lnTo>
                <a:lnTo>
                  <a:pt x="207251" y="550164"/>
                </a:lnTo>
                <a:lnTo>
                  <a:pt x="207251" y="486156"/>
                </a:lnTo>
                <a:close/>
              </a:path>
              <a:path extrusionOk="0" h="708659" w="271780">
                <a:moveTo>
                  <a:pt x="207264" y="641604"/>
                </a:moveTo>
                <a:lnTo>
                  <a:pt x="202692" y="641604"/>
                </a:lnTo>
                <a:lnTo>
                  <a:pt x="202692" y="652272"/>
                </a:lnTo>
                <a:lnTo>
                  <a:pt x="201168" y="655320"/>
                </a:lnTo>
                <a:lnTo>
                  <a:pt x="199644" y="656844"/>
                </a:lnTo>
                <a:lnTo>
                  <a:pt x="196596" y="658368"/>
                </a:lnTo>
                <a:lnTo>
                  <a:pt x="195072" y="659892"/>
                </a:lnTo>
                <a:lnTo>
                  <a:pt x="192024" y="661416"/>
                </a:lnTo>
                <a:lnTo>
                  <a:pt x="70104" y="661416"/>
                </a:lnTo>
                <a:lnTo>
                  <a:pt x="70104" y="669036"/>
                </a:lnTo>
                <a:lnTo>
                  <a:pt x="86868" y="708660"/>
                </a:lnTo>
                <a:lnTo>
                  <a:pt x="91440" y="707136"/>
                </a:lnTo>
                <a:lnTo>
                  <a:pt x="89916" y="702564"/>
                </a:lnTo>
                <a:lnTo>
                  <a:pt x="89916" y="691896"/>
                </a:lnTo>
                <a:lnTo>
                  <a:pt x="92964" y="688848"/>
                </a:lnTo>
                <a:lnTo>
                  <a:pt x="94488" y="688848"/>
                </a:lnTo>
                <a:lnTo>
                  <a:pt x="97536" y="687324"/>
                </a:lnTo>
                <a:lnTo>
                  <a:pt x="101841" y="687095"/>
                </a:lnTo>
                <a:lnTo>
                  <a:pt x="108013" y="686562"/>
                </a:lnTo>
                <a:lnTo>
                  <a:pt x="116179" y="686041"/>
                </a:lnTo>
                <a:lnTo>
                  <a:pt x="126492" y="685800"/>
                </a:lnTo>
                <a:lnTo>
                  <a:pt x="185928" y="685800"/>
                </a:lnTo>
                <a:lnTo>
                  <a:pt x="192024" y="687324"/>
                </a:lnTo>
                <a:lnTo>
                  <a:pt x="195072" y="688848"/>
                </a:lnTo>
                <a:lnTo>
                  <a:pt x="198120" y="688848"/>
                </a:lnTo>
                <a:lnTo>
                  <a:pt x="199644" y="691896"/>
                </a:lnTo>
                <a:lnTo>
                  <a:pt x="202692" y="694944"/>
                </a:lnTo>
                <a:lnTo>
                  <a:pt x="202692" y="705612"/>
                </a:lnTo>
                <a:lnTo>
                  <a:pt x="207264" y="705612"/>
                </a:lnTo>
                <a:lnTo>
                  <a:pt x="207264" y="685800"/>
                </a:lnTo>
                <a:lnTo>
                  <a:pt x="207264" y="641604"/>
                </a:lnTo>
                <a:close/>
              </a:path>
              <a:path extrusionOk="0" h="708659" w="271780">
                <a:moveTo>
                  <a:pt x="210299" y="44196"/>
                </a:moveTo>
                <a:lnTo>
                  <a:pt x="193611" y="7721"/>
                </a:lnTo>
                <a:lnTo>
                  <a:pt x="170675" y="0"/>
                </a:lnTo>
                <a:lnTo>
                  <a:pt x="159588" y="1739"/>
                </a:lnTo>
                <a:lnTo>
                  <a:pt x="149339" y="7048"/>
                </a:lnTo>
                <a:lnTo>
                  <a:pt x="140246" y="16078"/>
                </a:lnTo>
                <a:lnTo>
                  <a:pt x="132575" y="28956"/>
                </a:lnTo>
                <a:lnTo>
                  <a:pt x="123431" y="50292"/>
                </a:lnTo>
                <a:lnTo>
                  <a:pt x="118859" y="59436"/>
                </a:lnTo>
                <a:lnTo>
                  <a:pt x="114287" y="65532"/>
                </a:lnTo>
                <a:lnTo>
                  <a:pt x="109715" y="68580"/>
                </a:lnTo>
                <a:lnTo>
                  <a:pt x="106667" y="71628"/>
                </a:lnTo>
                <a:lnTo>
                  <a:pt x="102095" y="73152"/>
                </a:lnTo>
                <a:lnTo>
                  <a:pt x="92951" y="73152"/>
                </a:lnTo>
                <a:lnTo>
                  <a:pt x="88379" y="70104"/>
                </a:lnTo>
                <a:lnTo>
                  <a:pt x="80759" y="62484"/>
                </a:lnTo>
                <a:lnTo>
                  <a:pt x="79235" y="56388"/>
                </a:lnTo>
                <a:lnTo>
                  <a:pt x="79235" y="41148"/>
                </a:lnTo>
                <a:lnTo>
                  <a:pt x="115811" y="15240"/>
                </a:lnTo>
                <a:lnTo>
                  <a:pt x="115811" y="10668"/>
                </a:lnTo>
                <a:lnTo>
                  <a:pt x="70091" y="10668"/>
                </a:lnTo>
                <a:lnTo>
                  <a:pt x="70091" y="15240"/>
                </a:lnTo>
                <a:lnTo>
                  <a:pt x="73139" y="15240"/>
                </a:lnTo>
                <a:lnTo>
                  <a:pt x="74663" y="16764"/>
                </a:lnTo>
                <a:lnTo>
                  <a:pt x="74663" y="18288"/>
                </a:lnTo>
                <a:lnTo>
                  <a:pt x="76187" y="18288"/>
                </a:lnTo>
                <a:lnTo>
                  <a:pt x="76187" y="25908"/>
                </a:lnTo>
                <a:lnTo>
                  <a:pt x="74663" y="30480"/>
                </a:lnTo>
                <a:lnTo>
                  <a:pt x="71615" y="38100"/>
                </a:lnTo>
                <a:lnTo>
                  <a:pt x="70091" y="45720"/>
                </a:lnTo>
                <a:lnTo>
                  <a:pt x="70091" y="50292"/>
                </a:lnTo>
                <a:lnTo>
                  <a:pt x="70904" y="58889"/>
                </a:lnTo>
                <a:lnTo>
                  <a:pt x="100482" y="90614"/>
                </a:lnTo>
                <a:lnTo>
                  <a:pt x="108191" y="91440"/>
                </a:lnTo>
                <a:lnTo>
                  <a:pt x="115811" y="91440"/>
                </a:lnTo>
                <a:lnTo>
                  <a:pt x="123431" y="88392"/>
                </a:lnTo>
                <a:lnTo>
                  <a:pt x="128003" y="83820"/>
                </a:lnTo>
                <a:lnTo>
                  <a:pt x="132575" y="79540"/>
                </a:lnTo>
                <a:lnTo>
                  <a:pt x="137147" y="73533"/>
                </a:lnTo>
                <a:lnTo>
                  <a:pt x="141719" y="65824"/>
                </a:lnTo>
                <a:lnTo>
                  <a:pt x="146291" y="56388"/>
                </a:lnTo>
                <a:lnTo>
                  <a:pt x="151726" y="46088"/>
                </a:lnTo>
                <a:lnTo>
                  <a:pt x="173723" y="21336"/>
                </a:lnTo>
                <a:lnTo>
                  <a:pt x="187439" y="21336"/>
                </a:lnTo>
                <a:lnTo>
                  <a:pt x="192011" y="22860"/>
                </a:lnTo>
                <a:lnTo>
                  <a:pt x="195059" y="27432"/>
                </a:lnTo>
                <a:lnTo>
                  <a:pt x="199631" y="32004"/>
                </a:lnTo>
                <a:lnTo>
                  <a:pt x="201155" y="36576"/>
                </a:lnTo>
                <a:lnTo>
                  <a:pt x="201155" y="44196"/>
                </a:lnTo>
                <a:lnTo>
                  <a:pt x="179057" y="80200"/>
                </a:lnTo>
                <a:lnTo>
                  <a:pt x="161531" y="86868"/>
                </a:lnTo>
                <a:lnTo>
                  <a:pt x="161531" y="91440"/>
                </a:lnTo>
                <a:lnTo>
                  <a:pt x="208775" y="91440"/>
                </a:lnTo>
                <a:lnTo>
                  <a:pt x="210299" y="86868"/>
                </a:lnTo>
                <a:lnTo>
                  <a:pt x="204203" y="83820"/>
                </a:lnTo>
                <a:lnTo>
                  <a:pt x="204203" y="79248"/>
                </a:lnTo>
                <a:lnTo>
                  <a:pt x="205727" y="76200"/>
                </a:lnTo>
                <a:lnTo>
                  <a:pt x="205727" y="73152"/>
                </a:lnTo>
                <a:lnTo>
                  <a:pt x="207733" y="65417"/>
                </a:lnTo>
                <a:lnTo>
                  <a:pt x="209156" y="58102"/>
                </a:lnTo>
                <a:lnTo>
                  <a:pt x="210019" y="51079"/>
                </a:lnTo>
                <a:lnTo>
                  <a:pt x="210299" y="44196"/>
                </a:lnTo>
                <a:close/>
              </a:path>
              <a:path extrusionOk="0" h="708659" w="271780">
                <a:moveTo>
                  <a:pt x="210312" y="227076"/>
                </a:moveTo>
                <a:lnTo>
                  <a:pt x="193548" y="185928"/>
                </a:lnTo>
                <a:lnTo>
                  <a:pt x="188976" y="188976"/>
                </a:lnTo>
                <a:lnTo>
                  <a:pt x="190500" y="192024"/>
                </a:lnTo>
                <a:lnTo>
                  <a:pt x="192024" y="196596"/>
                </a:lnTo>
                <a:lnTo>
                  <a:pt x="192024" y="201168"/>
                </a:lnTo>
                <a:lnTo>
                  <a:pt x="188976" y="204216"/>
                </a:lnTo>
                <a:lnTo>
                  <a:pt x="188976" y="205740"/>
                </a:lnTo>
                <a:lnTo>
                  <a:pt x="182880" y="208788"/>
                </a:lnTo>
                <a:lnTo>
                  <a:pt x="73152" y="208788"/>
                </a:lnTo>
                <a:lnTo>
                  <a:pt x="73152" y="252984"/>
                </a:lnTo>
                <a:lnTo>
                  <a:pt x="77724" y="252984"/>
                </a:lnTo>
                <a:lnTo>
                  <a:pt x="77724" y="245364"/>
                </a:lnTo>
                <a:lnTo>
                  <a:pt x="79248" y="240792"/>
                </a:lnTo>
                <a:lnTo>
                  <a:pt x="85344" y="234696"/>
                </a:lnTo>
                <a:lnTo>
                  <a:pt x="91440" y="233172"/>
                </a:lnTo>
                <a:lnTo>
                  <a:pt x="173736" y="233172"/>
                </a:lnTo>
                <a:lnTo>
                  <a:pt x="181356" y="240792"/>
                </a:lnTo>
                <a:lnTo>
                  <a:pt x="185928" y="246888"/>
                </a:lnTo>
                <a:lnTo>
                  <a:pt x="188976" y="252984"/>
                </a:lnTo>
                <a:lnTo>
                  <a:pt x="190500" y="259080"/>
                </a:lnTo>
                <a:lnTo>
                  <a:pt x="192024" y="263652"/>
                </a:lnTo>
                <a:lnTo>
                  <a:pt x="192024" y="274320"/>
                </a:lnTo>
                <a:lnTo>
                  <a:pt x="190500" y="278892"/>
                </a:lnTo>
                <a:lnTo>
                  <a:pt x="185928" y="283464"/>
                </a:lnTo>
                <a:lnTo>
                  <a:pt x="182880" y="288036"/>
                </a:lnTo>
                <a:lnTo>
                  <a:pt x="175260" y="289560"/>
                </a:lnTo>
                <a:lnTo>
                  <a:pt x="73152" y="289560"/>
                </a:lnTo>
                <a:lnTo>
                  <a:pt x="73152" y="336804"/>
                </a:lnTo>
                <a:lnTo>
                  <a:pt x="77724" y="336804"/>
                </a:lnTo>
                <a:lnTo>
                  <a:pt x="77724" y="330708"/>
                </a:lnTo>
                <a:lnTo>
                  <a:pt x="79248" y="324612"/>
                </a:lnTo>
                <a:lnTo>
                  <a:pt x="79248" y="323088"/>
                </a:lnTo>
                <a:lnTo>
                  <a:pt x="80772" y="320040"/>
                </a:lnTo>
                <a:lnTo>
                  <a:pt x="83820" y="318516"/>
                </a:lnTo>
                <a:lnTo>
                  <a:pt x="85344" y="316992"/>
                </a:lnTo>
                <a:lnTo>
                  <a:pt x="88392" y="315468"/>
                </a:lnTo>
                <a:lnTo>
                  <a:pt x="92964" y="313944"/>
                </a:lnTo>
                <a:lnTo>
                  <a:pt x="167297" y="313905"/>
                </a:lnTo>
                <a:lnTo>
                  <a:pt x="175260" y="313563"/>
                </a:lnTo>
                <a:lnTo>
                  <a:pt x="182067" y="312661"/>
                </a:lnTo>
                <a:lnTo>
                  <a:pt x="187452" y="310896"/>
                </a:lnTo>
                <a:lnTo>
                  <a:pt x="193548" y="309372"/>
                </a:lnTo>
                <a:lnTo>
                  <a:pt x="199644" y="304800"/>
                </a:lnTo>
                <a:lnTo>
                  <a:pt x="204216" y="300228"/>
                </a:lnTo>
                <a:lnTo>
                  <a:pt x="208788" y="294132"/>
                </a:lnTo>
                <a:lnTo>
                  <a:pt x="210312" y="288036"/>
                </a:lnTo>
                <a:lnTo>
                  <a:pt x="210312" y="272796"/>
                </a:lnTo>
                <a:lnTo>
                  <a:pt x="181356" y="233172"/>
                </a:lnTo>
                <a:lnTo>
                  <a:pt x="210312" y="233172"/>
                </a:lnTo>
                <a:lnTo>
                  <a:pt x="210312" y="227076"/>
                </a:lnTo>
                <a:close/>
              </a:path>
              <a:path extrusionOk="0" h="708659" w="271780">
                <a:moveTo>
                  <a:pt x="210312" y="134112"/>
                </a:moveTo>
                <a:lnTo>
                  <a:pt x="208788" y="128016"/>
                </a:lnTo>
                <a:lnTo>
                  <a:pt x="202692" y="121920"/>
                </a:lnTo>
                <a:lnTo>
                  <a:pt x="198920" y="116763"/>
                </a:lnTo>
                <a:lnTo>
                  <a:pt x="194310" y="112585"/>
                </a:lnTo>
                <a:lnTo>
                  <a:pt x="188544" y="109283"/>
                </a:lnTo>
                <a:lnTo>
                  <a:pt x="181356" y="106680"/>
                </a:lnTo>
                <a:lnTo>
                  <a:pt x="181356" y="112776"/>
                </a:lnTo>
                <a:lnTo>
                  <a:pt x="185928" y="114300"/>
                </a:lnTo>
                <a:lnTo>
                  <a:pt x="188976" y="120396"/>
                </a:lnTo>
                <a:lnTo>
                  <a:pt x="192024" y="123444"/>
                </a:lnTo>
                <a:lnTo>
                  <a:pt x="192024" y="132588"/>
                </a:lnTo>
                <a:lnTo>
                  <a:pt x="190500" y="135636"/>
                </a:lnTo>
                <a:lnTo>
                  <a:pt x="187452" y="138684"/>
                </a:lnTo>
                <a:lnTo>
                  <a:pt x="184404" y="140208"/>
                </a:lnTo>
                <a:lnTo>
                  <a:pt x="178308" y="141732"/>
                </a:lnTo>
                <a:lnTo>
                  <a:pt x="82296" y="141732"/>
                </a:lnTo>
                <a:lnTo>
                  <a:pt x="82296" y="111252"/>
                </a:lnTo>
                <a:lnTo>
                  <a:pt x="73152" y="111252"/>
                </a:lnTo>
                <a:lnTo>
                  <a:pt x="73152" y="141732"/>
                </a:lnTo>
                <a:lnTo>
                  <a:pt x="28956" y="141732"/>
                </a:lnTo>
                <a:lnTo>
                  <a:pt x="28956" y="144780"/>
                </a:lnTo>
                <a:lnTo>
                  <a:pt x="62484" y="164592"/>
                </a:lnTo>
                <a:lnTo>
                  <a:pt x="67056" y="170688"/>
                </a:lnTo>
                <a:lnTo>
                  <a:pt x="73152" y="176784"/>
                </a:lnTo>
                <a:lnTo>
                  <a:pt x="76200" y="182880"/>
                </a:lnTo>
                <a:lnTo>
                  <a:pt x="77724" y="188976"/>
                </a:lnTo>
                <a:lnTo>
                  <a:pt x="82296" y="188976"/>
                </a:lnTo>
                <a:lnTo>
                  <a:pt x="82296" y="166116"/>
                </a:lnTo>
                <a:lnTo>
                  <a:pt x="184404" y="166116"/>
                </a:lnTo>
                <a:lnTo>
                  <a:pt x="196596" y="163068"/>
                </a:lnTo>
                <a:lnTo>
                  <a:pt x="201168" y="161544"/>
                </a:lnTo>
                <a:lnTo>
                  <a:pt x="204216" y="158496"/>
                </a:lnTo>
                <a:lnTo>
                  <a:pt x="207264" y="153924"/>
                </a:lnTo>
                <a:lnTo>
                  <a:pt x="210312" y="144780"/>
                </a:lnTo>
                <a:lnTo>
                  <a:pt x="210312" y="134112"/>
                </a:lnTo>
                <a:close/>
              </a:path>
              <a:path extrusionOk="0" h="708659" w="271780">
                <a:moveTo>
                  <a:pt x="271259" y="416052"/>
                </a:moveTo>
                <a:lnTo>
                  <a:pt x="266687" y="416052"/>
                </a:lnTo>
                <a:lnTo>
                  <a:pt x="266687" y="428244"/>
                </a:lnTo>
                <a:lnTo>
                  <a:pt x="265163" y="431292"/>
                </a:lnTo>
                <a:lnTo>
                  <a:pt x="259067" y="437388"/>
                </a:lnTo>
                <a:lnTo>
                  <a:pt x="256019" y="437388"/>
                </a:lnTo>
                <a:lnTo>
                  <a:pt x="249923" y="438912"/>
                </a:lnTo>
                <a:lnTo>
                  <a:pt x="198107" y="438912"/>
                </a:lnTo>
                <a:lnTo>
                  <a:pt x="202679" y="432816"/>
                </a:lnTo>
                <a:lnTo>
                  <a:pt x="205727" y="429768"/>
                </a:lnTo>
                <a:lnTo>
                  <a:pt x="207251" y="425196"/>
                </a:lnTo>
                <a:lnTo>
                  <a:pt x="210299" y="420624"/>
                </a:lnTo>
                <a:lnTo>
                  <a:pt x="210299" y="406908"/>
                </a:lnTo>
                <a:lnTo>
                  <a:pt x="209156" y="394906"/>
                </a:lnTo>
                <a:lnTo>
                  <a:pt x="205727" y="384048"/>
                </a:lnTo>
                <a:lnTo>
                  <a:pt x="201155" y="376275"/>
                </a:lnTo>
                <a:lnTo>
                  <a:pt x="201155" y="406908"/>
                </a:lnTo>
                <a:lnTo>
                  <a:pt x="201155" y="414528"/>
                </a:lnTo>
                <a:lnTo>
                  <a:pt x="199631" y="422148"/>
                </a:lnTo>
                <a:lnTo>
                  <a:pt x="195059" y="426720"/>
                </a:lnTo>
                <a:lnTo>
                  <a:pt x="190487" y="432816"/>
                </a:lnTo>
                <a:lnTo>
                  <a:pt x="185915" y="435864"/>
                </a:lnTo>
                <a:lnTo>
                  <a:pt x="179819" y="437388"/>
                </a:lnTo>
                <a:lnTo>
                  <a:pt x="176771" y="437388"/>
                </a:lnTo>
                <a:lnTo>
                  <a:pt x="170675" y="438912"/>
                </a:lnTo>
                <a:lnTo>
                  <a:pt x="111239" y="438912"/>
                </a:lnTo>
                <a:lnTo>
                  <a:pt x="102095" y="429768"/>
                </a:lnTo>
                <a:lnTo>
                  <a:pt x="97523" y="423672"/>
                </a:lnTo>
                <a:lnTo>
                  <a:pt x="94475" y="420624"/>
                </a:lnTo>
                <a:lnTo>
                  <a:pt x="91427" y="411480"/>
                </a:lnTo>
                <a:lnTo>
                  <a:pt x="91427" y="406908"/>
                </a:lnTo>
                <a:lnTo>
                  <a:pt x="123050" y="375094"/>
                </a:lnTo>
                <a:lnTo>
                  <a:pt x="149339" y="371856"/>
                </a:lnTo>
                <a:lnTo>
                  <a:pt x="161340" y="372452"/>
                </a:lnTo>
                <a:lnTo>
                  <a:pt x="198678" y="393573"/>
                </a:lnTo>
                <a:lnTo>
                  <a:pt x="200609" y="400558"/>
                </a:lnTo>
                <a:lnTo>
                  <a:pt x="201155" y="406908"/>
                </a:lnTo>
                <a:lnTo>
                  <a:pt x="201155" y="376275"/>
                </a:lnTo>
                <a:lnTo>
                  <a:pt x="200012" y="374332"/>
                </a:lnTo>
                <a:lnTo>
                  <a:pt x="197700" y="371856"/>
                </a:lnTo>
                <a:lnTo>
                  <a:pt x="192011" y="365760"/>
                </a:lnTo>
                <a:lnTo>
                  <a:pt x="179997" y="357759"/>
                </a:lnTo>
                <a:lnTo>
                  <a:pt x="166674" y="352044"/>
                </a:lnTo>
                <a:lnTo>
                  <a:pt x="151942" y="348615"/>
                </a:lnTo>
                <a:lnTo>
                  <a:pt x="135623" y="347472"/>
                </a:lnTo>
                <a:lnTo>
                  <a:pt x="121335" y="348361"/>
                </a:lnTo>
                <a:lnTo>
                  <a:pt x="85331" y="362712"/>
                </a:lnTo>
                <a:lnTo>
                  <a:pt x="70091" y="396240"/>
                </a:lnTo>
                <a:lnTo>
                  <a:pt x="70091" y="403860"/>
                </a:lnTo>
                <a:lnTo>
                  <a:pt x="73139" y="411480"/>
                </a:lnTo>
                <a:lnTo>
                  <a:pt x="77711" y="417576"/>
                </a:lnTo>
                <a:lnTo>
                  <a:pt x="81737" y="423062"/>
                </a:lnTo>
                <a:lnTo>
                  <a:pt x="87045" y="428244"/>
                </a:lnTo>
                <a:lnTo>
                  <a:pt x="93789" y="433438"/>
                </a:lnTo>
                <a:lnTo>
                  <a:pt x="102095" y="438912"/>
                </a:lnTo>
                <a:lnTo>
                  <a:pt x="70091" y="438912"/>
                </a:lnTo>
                <a:lnTo>
                  <a:pt x="70091" y="443484"/>
                </a:lnTo>
                <a:lnTo>
                  <a:pt x="86855" y="486156"/>
                </a:lnTo>
                <a:lnTo>
                  <a:pt x="91427" y="483108"/>
                </a:lnTo>
                <a:lnTo>
                  <a:pt x="89903" y="480060"/>
                </a:lnTo>
                <a:lnTo>
                  <a:pt x="89903" y="469392"/>
                </a:lnTo>
                <a:lnTo>
                  <a:pt x="95999" y="463296"/>
                </a:lnTo>
                <a:lnTo>
                  <a:pt x="256019" y="463296"/>
                </a:lnTo>
                <a:lnTo>
                  <a:pt x="259067" y="464820"/>
                </a:lnTo>
                <a:lnTo>
                  <a:pt x="260591" y="464820"/>
                </a:lnTo>
                <a:lnTo>
                  <a:pt x="263639" y="466344"/>
                </a:lnTo>
                <a:lnTo>
                  <a:pt x="263639" y="469392"/>
                </a:lnTo>
                <a:lnTo>
                  <a:pt x="266687" y="472440"/>
                </a:lnTo>
                <a:lnTo>
                  <a:pt x="266687" y="487680"/>
                </a:lnTo>
                <a:lnTo>
                  <a:pt x="271259" y="487680"/>
                </a:lnTo>
                <a:lnTo>
                  <a:pt x="271259" y="463296"/>
                </a:lnTo>
                <a:lnTo>
                  <a:pt x="271259" y="4160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163" name="Google Shape;4163;p71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650235" y="9649967"/>
            <a:ext cx="73151" cy="731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64" name="Google Shape;4164;p71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581655" y="7161276"/>
            <a:ext cx="207264" cy="2241803"/>
          </a:xfrm>
          <a:prstGeom prst="rect">
            <a:avLst/>
          </a:prstGeom>
          <a:noFill/>
          <a:ln>
            <a:noFill/>
          </a:ln>
        </p:spPr>
      </p:pic>
      <p:sp>
        <p:nvSpPr>
          <p:cNvPr id="4165" name="Google Shape;4165;p71"/>
          <p:cNvSpPr/>
          <p:nvPr/>
        </p:nvSpPr>
        <p:spPr>
          <a:xfrm>
            <a:off x="2577071" y="6467856"/>
            <a:ext cx="271780" cy="586740"/>
          </a:xfrm>
          <a:custGeom>
            <a:rect b="b" l="l" r="r" t="t"/>
            <a:pathLst>
              <a:path extrusionOk="0" h="586740" w="271780">
                <a:moveTo>
                  <a:pt x="32016" y="332232"/>
                </a:moveTo>
                <a:lnTo>
                  <a:pt x="30492" y="327660"/>
                </a:lnTo>
                <a:lnTo>
                  <a:pt x="24396" y="321564"/>
                </a:lnTo>
                <a:lnTo>
                  <a:pt x="19824" y="320040"/>
                </a:lnTo>
                <a:lnTo>
                  <a:pt x="10680" y="320040"/>
                </a:lnTo>
                <a:lnTo>
                  <a:pt x="7632" y="321564"/>
                </a:lnTo>
                <a:lnTo>
                  <a:pt x="1536" y="327660"/>
                </a:lnTo>
                <a:lnTo>
                  <a:pt x="12" y="332232"/>
                </a:lnTo>
                <a:lnTo>
                  <a:pt x="12" y="341376"/>
                </a:lnTo>
                <a:lnTo>
                  <a:pt x="1536" y="344424"/>
                </a:lnTo>
                <a:lnTo>
                  <a:pt x="7632" y="350520"/>
                </a:lnTo>
                <a:lnTo>
                  <a:pt x="10680" y="352044"/>
                </a:lnTo>
                <a:lnTo>
                  <a:pt x="19824" y="352044"/>
                </a:lnTo>
                <a:lnTo>
                  <a:pt x="24396" y="350520"/>
                </a:lnTo>
                <a:lnTo>
                  <a:pt x="30492" y="344424"/>
                </a:lnTo>
                <a:lnTo>
                  <a:pt x="32016" y="341376"/>
                </a:lnTo>
                <a:lnTo>
                  <a:pt x="32016" y="332232"/>
                </a:lnTo>
                <a:close/>
              </a:path>
              <a:path extrusionOk="0" h="586740" w="271780">
                <a:moveTo>
                  <a:pt x="207264" y="0"/>
                </a:moveTo>
                <a:lnTo>
                  <a:pt x="202692" y="0"/>
                </a:lnTo>
                <a:lnTo>
                  <a:pt x="202692" y="6096"/>
                </a:lnTo>
                <a:lnTo>
                  <a:pt x="201168" y="10668"/>
                </a:lnTo>
                <a:lnTo>
                  <a:pt x="199644" y="12192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6764"/>
                </a:lnTo>
                <a:lnTo>
                  <a:pt x="192024" y="18288"/>
                </a:lnTo>
                <a:lnTo>
                  <a:pt x="185928" y="19812"/>
                </a:lnTo>
                <a:lnTo>
                  <a:pt x="118097" y="19837"/>
                </a:lnTo>
                <a:lnTo>
                  <a:pt x="80772" y="28956"/>
                </a:lnTo>
                <a:lnTo>
                  <a:pt x="76200" y="35052"/>
                </a:lnTo>
                <a:lnTo>
                  <a:pt x="71628" y="39624"/>
                </a:lnTo>
                <a:lnTo>
                  <a:pt x="70104" y="47244"/>
                </a:lnTo>
                <a:lnTo>
                  <a:pt x="70104" y="60960"/>
                </a:lnTo>
                <a:lnTo>
                  <a:pt x="97536" y="100584"/>
                </a:lnTo>
                <a:lnTo>
                  <a:pt x="0" y="100584"/>
                </a:lnTo>
                <a:lnTo>
                  <a:pt x="0" y="106680"/>
                </a:lnTo>
                <a:lnTo>
                  <a:pt x="16764" y="147828"/>
                </a:lnTo>
                <a:lnTo>
                  <a:pt x="21336" y="144780"/>
                </a:lnTo>
                <a:lnTo>
                  <a:pt x="19812" y="140208"/>
                </a:lnTo>
                <a:lnTo>
                  <a:pt x="18288" y="137160"/>
                </a:lnTo>
                <a:lnTo>
                  <a:pt x="18288" y="132588"/>
                </a:lnTo>
                <a:lnTo>
                  <a:pt x="21336" y="129540"/>
                </a:lnTo>
                <a:lnTo>
                  <a:pt x="21336" y="128016"/>
                </a:lnTo>
                <a:lnTo>
                  <a:pt x="27432" y="124968"/>
                </a:lnTo>
                <a:lnTo>
                  <a:pt x="190500" y="124968"/>
                </a:lnTo>
                <a:lnTo>
                  <a:pt x="196596" y="128016"/>
                </a:lnTo>
                <a:lnTo>
                  <a:pt x="198120" y="128016"/>
                </a:lnTo>
                <a:lnTo>
                  <a:pt x="201168" y="134112"/>
                </a:lnTo>
                <a:lnTo>
                  <a:pt x="202692" y="138684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9644" y="92964"/>
                </a:lnTo>
                <a:lnTo>
                  <a:pt x="198120" y="96012"/>
                </a:lnTo>
                <a:lnTo>
                  <a:pt x="196596" y="97536"/>
                </a:lnTo>
                <a:lnTo>
                  <a:pt x="193548" y="99060"/>
                </a:lnTo>
                <a:lnTo>
                  <a:pt x="192024" y="99060"/>
                </a:lnTo>
                <a:lnTo>
                  <a:pt x="185928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0772"/>
                </a:lnTo>
                <a:lnTo>
                  <a:pt x="89916" y="76200"/>
                </a:lnTo>
                <a:lnTo>
                  <a:pt x="88392" y="70104"/>
                </a:lnTo>
                <a:lnTo>
                  <a:pt x="88392" y="60960"/>
                </a:lnTo>
                <a:lnTo>
                  <a:pt x="129540" y="44196"/>
                </a:lnTo>
                <a:lnTo>
                  <a:pt x="195072" y="44196"/>
                </a:lnTo>
                <a:lnTo>
                  <a:pt x="201168" y="50292"/>
                </a:lnTo>
                <a:lnTo>
                  <a:pt x="202692" y="54864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86740" w="271780">
                <a:moveTo>
                  <a:pt x="207276" y="384048"/>
                </a:moveTo>
                <a:lnTo>
                  <a:pt x="202704" y="384048"/>
                </a:lnTo>
                <a:lnTo>
                  <a:pt x="202704" y="396240"/>
                </a:lnTo>
                <a:lnTo>
                  <a:pt x="201180" y="400812"/>
                </a:lnTo>
                <a:lnTo>
                  <a:pt x="198132" y="403860"/>
                </a:lnTo>
                <a:lnTo>
                  <a:pt x="195084" y="409956"/>
                </a:lnTo>
                <a:lnTo>
                  <a:pt x="192036" y="409956"/>
                </a:lnTo>
                <a:lnTo>
                  <a:pt x="188988" y="411480"/>
                </a:lnTo>
                <a:lnTo>
                  <a:pt x="27444" y="411480"/>
                </a:lnTo>
                <a:lnTo>
                  <a:pt x="24396" y="409956"/>
                </a:lnTo>
                <a:lnTo>
                  <a:pt x="21348" y="409956"/>
                </a:lnTo>
                <a:lnTo>
                  <a:pt x="18300" y="406908"/>
                </a:lnTo>
                <a:lnTo>
                  <a:pt x="15252" y="400812"/>
                </a:lnTo>
                <a:lnTo>
                  <a:pt x="13728" y="396240"/>
                </a:lnTo>
                <a:lnTo>
                  <a:pt x="13728" y="384048"/>
                </a:lnTo>
                <a:lnTo>
                  <a:pt x="9156" y="384048"/>
                </a:lnTo>
                <a:lnTo>
                  <a:pt x="9156" y="466344"/>
                </a:lnTo>
                <a:lnTo>
                  <a:pt x="13728" y="466344"/>
                </a:lnTo>
                <a:lnTo>
                  <a:pt x="13728" y="455676"/>
                </a:lnTo>
                <a:lnTo>
                  <a:pt x="15252" y="451104"/>
                </a:lnTo>
                <a:lnTo>
                  <a:pt x="18300" y="445008"/>
                </a:lnTo>
                <a:lnTo>
                  <a:pt x="21348" y="441960"/>
                </a:lnTo>
                <a:lnTo>
                  <a:pt x="22872" y="441960"/>
                </a:lnTo>
                <a:lnTo>
                  <a:pt x="27444" y="440436"/>
                </a:lnTo>
                <a:lnTo>
                  <a:pt x="33540" y="438912"/>
                </a:lnTo>
                <a:lnTo>
                  <a:pt x="100596" y="438912"/>
                </a:lnTo>
                <a:lnTo>
                  <a:pt x="100596" y="531876"/>
                </a:lnTo>
                <a:lnTo>
                  <a:pt x="44208" y="531876"/>
                </a:lnTo>
                <a:lnTo>
                  <a:pt x="27444" y="531876"/>
                </a:lnTo>
                <a:lnTo>
                  <a:pt x="24396" y="530352"/>
                </a:lnTo>
                <a:lnTo>
                  <a:pt x="21348" y="530352"/>
                </a:lnTo>
                <a:lnTo>
                  <a:pt x="18300" y="527304"/>
                </a:lnTo>
                <a:lnTo>
                  <a:pt x="15252" y="521208"/>
                </a:lnTo>
                <a:lnTo>
                  <a:pt x="13728" y="516636"/>
                </a:lnTo>
                <a:lnTo>
                  <a:pt x="13728" y="504444"/>
                </a:lnTo>
                <a:lnTo>
                  <a:pt x="9156" y="504444"/>
                </a:lnTo>
                <a:lnTo>
                  <a:pt x="9156" y="586740"/>
                </a:lnTo>
                <a:lnTo>
                  <a:pt x="13728" y="586740"/>
                </a:lnTo>
                <a:lnTo>
                  <a:pt x="13728" y="576072"/>
                </a:lnTo>
                <a:lnTo>
                  <a:pt x="16776" y="566928"/>
                </a:lnTo>
                <a:lnTo>
                  <a:pt x="21348" y="562356"/>
                </a:lnTo>
                <a:lnTo>
                  <a:pt x="22872" y="562356"/>
                </a:lnTo>
                <a:lnTo>
                  <a:pt x="27444" y="560832"/>
                </a:lnTo>
                <a:lnTo>
                  <a:pt x="33540" y="559308"/>
                </a:lnTo>
                <a:lnTo>
                  <a:pt x="184416" y="559308"/>
                </a:lnTo>
                <a:lnTo>
                  <a:pt x="192036" y="560832"/>
                </a:lnTo>
                <a:lnTo>
                  <a:pt x="195084" y="563880"/>
                </a:lnTo>
                <a:lnTo>
                  <a:pt x="199656" y="566928"/>
                </a:lnTo>
                <a:lnTo>
                  <a:pt x="202704" y="573024"/>
                </a:lnTo>
                <a:lnTo>
                  <a:pt x="202704" y="586740"/>
                </a:lnTo>
                <a:lnTo>
                  <a:pt x="207276" y="586740"/>
                </a:lnTo>
                <a:lnTo>
                  <a:pt x="207276" y="504444"/>
                </a:lnTo>
                <a:lnTo>
                  <a:pt x="202704" y="504444"/>
                </a:lnTo>
                <a:lnTo>
                  <a:pt x="202704" y="516636"/>
                </a:lnTo>
                <a:lnTo>
                  <a:pt x="201180" y="521208"/>
                </a:lnTo>
                <a:lnTo>
                  <a:pt x="198132" y="524256"/>
                </a:lnTo>
                <a:lnTo>
                  <a:pt x="195084" y="530352"/>
                </a:lnTo>
                <a:lnTo>
                  <a:pt x="192036" y="530352"/>
                </a:lnTo>
                <a:lnTo>
                  <a:pt x="188988" y="531876"/>
                </a:lnTo>
                <a:lnTo>
                  <a:pt x="111264" y="531876"/>
                </a:lnTo>
                <a:lnTo>
                  <a:pt x="111264" y="438912"/>
                </a:lnTo>
                <a:lnTo>
                  <a:pt x="184416" y="438912"/>
                </a:lnTo>
                <a:lnTo>
                  <a:pt x="192036" y="440436"/>
                </a:lnTo>
                <a:lnTo>
                  <a:pt x="195084" y="443484"/>
                </a:lnTo>
                <a:lnTo>
                  <a:pt x="199656" y="446532"/>
                </a:lnTo>
                <a:lnTo>
                  <a:pt x="202704" y="452628"/>
                </a:lnTo>
                <a:lnTo>
                  <a:pt x="202704" y="466344"/>
                </a:lnTo>
                <a:lnTo>
                  <a:pt x="207276" y="466344"/>
                </a:lnTo>
                <a:lnTo>
                  <a:pt x="207276" y="384048"/>
                </a:lnTo>
                <a:close/>
              </a:path>
              <a:path extrusionOk="0" h="586740" w="271780">
                <a:moveTo>
                  <a:pt x="207276" y="303276"/>
                </a:moveTo>
                <a:lnTo>
                  <a:pt x="202704" y="303276"/>
                </a:lnTo>
                <a:lnTo>
                  <a:pt x="202704" y="309372"/>
                </a:lnTo>
                <a:lnTo>
                  <a:pt x="201180" y="313944"/>
                </a:lnTo>
                <a:lnTo>
                  <a:pt x="199656" y="316992"/>
                </a:lnTo>
                <a:lnTo>
                  <a:pt x="199656" y="318516"/>
                </a:lnTo>
                <a:lnTo>
                  <a:pt x="190512" y="323088"/>
                </a:lnTo>
                <a:lnTo>
                  <a:pt x="70116" y="323088"/>
                </a:lnTo>
                <a:lnTo>
                  <a:pt x="70116" y="330708"/>
                </a:lnTo>
                <a:lnTo>
                  <a:pt x="86880" y="370332"/>
                </a:lnTo>
                <a:lnTo>
                  <a:pt x="91452" y="368808"/>
                </a:lnTo>
                <a:lnTo>
                  <a:pt x="89928" y="364236"/>
                </a:lnTo>
                <a:lnTo>
                  <a:pt x="88404" y="361188"/>
                </a:lnTo>
                <a:lnTo>
                  <a:pt x="88404" y="356616"/>
                </a:lnTo>
                <a:lnTo>
                  <a:pt x="89928" y="353568"/>
                </a:lnTo>
                <a:lnTo>
                  <a:pt x="91452" y="352044"/>
                </a:lnTo>
                <a:lnTo>
                  <a:pt x="91452" y="350520"/>
                </a:lnTo>
                <a:lnTo>
                  <a:pt x="94500" y="350520"/>
                </a:lnTo>
                <a:lnTo>
                  <a:pt x="97548" y="348996"/>
                </a:lnTo>
                <a:lnTo>
                  <a:pt x="101854" y="348767"/>
                </a:lnTo>
                <a:lnTo>
                  <a:pt x="108026" y="348234"/>
                </a:lnTo>
                <a:lnTo>
                  <a:pt x="116192" y="347713"/>
                </a:lnTo>
                <a:lnTo>
                  <a:pt x="126504" y="347472"/>
                </a:lnTo>
                <a:lnTo>
                  <a:pt x="184416" y="347472"/>
                </a:lnTo>
                <a:lnTo>
                  <a:pt x="190512" y="348996"/>
                </a:lnTo>
                <a:lnTo>
                  <a:pt x="193560" y="350520"/>
                </a:lnTo>
                <a:lnTo>
                  <a:pt x="196608" y="350520"/>
                </a:lnTo>
                <a:lnTo>
                  <a:pt x="201180" y="355092"/>
                </a:lnTo>
                <a:lnTo>
                  <a:pt x="201180" y="356616"/>
                </a:lnTo>
                <a:lnTo>
                  <a:pt x="202704" y="361188"/>
                </a:lnTo>
                <a:lnTo>
                  <a:pt x="202704" y="367284"/>
                </a:lnTo>
                <a:lnTo>
                  <a:pt x="207276" y="367284"/>
                </a:lnTo>
                <a:lnTo>
                  <a:pt x="207276" y="347472"/>
                </a:lnTo>
                <a:lnTo>
                  <a:pt x="207276" y="303276"/>
                </a:lnTo>
                <a:close/>
              </a:path>
              <a:path extrusionOk="0" h="586740" w="271780">
                <a:moveTo>
                  <a:pt x="271272" y="228600"/>
                </a:moveTo>
                <a:lnTo>
                  <a:pt x="269875" y="211175"/>
                </a:lnTo>
                <a:lnTo>
                  <a:pt x="265747" y="195453"/>
                </a:lnTo>
                <a:lnTo>
                  <a:pt x="259067" y="181457"/>
                </a:lnTo>
                <a:lnTo>
                  <a:pt x="252920" y="173189"/>
                </a:lnTo>
                <a:lnTo>
                  <a:pt x="252920" y="217932"/>
                </a:lnTo>
                <a:lnTo>
                  <a:pt x="252412" y="229514"/>
                </a:lnTo>
                <a:lnTo>
                  <a:pt x="236220" y="268224"/>
                </a:lnTo>
                <a:lnTo>
                  <a:pt x="228600" y="268224"/>
                </a:lnTo>
                <a:lnTo>
                  <a:pt x="224028" y="266700"/>
                </a:lnTo>
                <a:lnTo>
                  <a:pt x="220980" y="265176"/>
                </a:lnTo>
                <a:lnTo>
                  <a:pt x="216408" y="262128"/>
                </a:lnTo>
                <a:lnTo>
                  <a:pt x="211836" y="259080"/>
                </a:lnTo>
                <a:lnTo>
                  <a:pt x="210312" y="257556"/>
                </a:lnTo>
                <a:lnTo>
                  <a:pt x="208026" y="255270"/>
                </a:lnTo>
                <a:lnTo>
                  <a:pt x="207276" y="254469"/>
                </a:lnTo>
                <a:lnTo>
                  <a:pt x="207365" y="250507"/>
                </a:lnTo>
                <a:lnTo>
                  <a:pt x="207479" y="245364"/>
                </a:lnTo>
                <a:lnTo>
                  <a:pt x="207581" y="242658"/>
                </a:lnTo>
                <a:lnTo>
                  <a:pt x="207657" y="240792"/>
                </a:lnTo>
                <a:lnTo>
                  <a:pt x="208026" y="231838"/>
                </a:lnTo>
                <a:lnTo>
                  <a:pt x="208153" y="228600"/>
                </a:lnTo>
                <a:lnTo>
                  <a:pt x="208534" y="217932"/>
                </a:lnTo>
                <a:lnTo>
                  <a:pt x="208635" y="211836"/>
                </a:lnTo>
                <a:lnTo>
                  <a:pt x="208749" y="204216"/>
                </a:lnTo>
                <a:lnTo>
                  <a:pt x="208851" y="199072"/>
                </a:lnTo>
                <a:lnTo>
                  <a:pt x="208965" y="194246"/>
                </a:lnTo>
                <a:lnTo>
                  <a:pt x="209080" y="190385"/>
                </a:lnTo>
                <a:lnTo>
                  <a:pt x="209740" y="181927"/>
                </a:lnTo>
                <a:lnTo>
                  <a:pt x="209816" y="181457"/>
                </a:lnTo>
                <a:lnTo>
                  <a:pt x="210718" y="175247"/>
                </a:lnTo>
                <a:lnTo>
                  <a:pt x="211836" y="170688"/>
                </a:lnTo>
                <a:lnTo>
                  <a:pt x="214884" y="166116"/>
                </a:lnTo>
                <a:lnTo>
                  <a:pt x="217932" y="163068"/>
                </a:lnTo>
                <a:lnTo>
                  <a:pt x="230124" y="163068"/>
                </a:lnTo>
                <a:lnTo>
                  <a:pt x="252374" y="203263"/>
                </a:lnTo>
                <a:lnTo>
                  <a:pt x="252564" y="206883"/>
                </a:lnTo>
                <a:lnTo>
                  <a:pt x="252653" y="208788"/>
                </a:lnTo>
                <a:lnTo>
                  <a:pt x="252755" y="211175"/>
                </a:lnTo>
                <a:lnTo>
                  <a:pt x="252844" y="213156"/>
                </a:lnTo>
                <a:lnTo>
                  <a:pt x="252920" y="217932"/>
                </a:lnTo>
                <a:lnTo>
                  <a:pt x="252920" y="173189"/>
                </a:lnTo>
                <a:lnTo>
                  <a:pt x="249936" y="169164"/>
                </a:lnTo>
                <a:lnTo>
                  <a:pt x="217932" y="153924"/>
                </a:lnTo>
                <a:lnTo>
                  <a:pt x="210312" y="153924"/>
                </a:lnTo>
                <a:lnTo>
                  <a:pt x="187452" y="184404"/>
                </a:lnTo>
                <a:lnTo>
                  <a:pt x="187401" y="185928"/>
                </a:lnTo>
                <a:lnTo>
                  <a:pt x="187223" y="190385"/>
                </a:lnTo>
                <a:lnTo>
                  <a:pt x="187096" y="192405"/>
                </a:lnTo>
                <a:lnTo>
                  <a:pt x="186982" y="194246"/>
                </a:lnTo>
                <a:lnTo>
                  <a:pt x="186918" y="195453"/>
                </a:lnTo>
                <a:lnTo>
                  <a:pt x="186817" y="197154"/>
                </a:lnTo>
                <a:lnTo>
                  <a:pt x="186690" y="199072"/>
                </a:lnTo>
                <a:lnTo>
                  <a:pt x="186601" y="201104"/>
                </a:lnTo>
                <a:lnTo>
                  <a:pt x="186486" y="203555"/>
                </a:lnTo>
                <a:lnTo>
                  <a:pt x="186461" y="204216"/>
                </a:lnTo>
                <a:lnTo>
                  <a:pt x="186334" y="206883"/>
                </a:lnTo>
                <a:lnTo>
                  <a:pt x="186245" y="208788"/>
                </a:lnTo>
                <a:lnTo>
                  <a:pt x="186118" y="213156"/>
                </a:lnTo>
                <a:lnTo>
                  <a:pt x="186042" y="217932"/>
                </a:lnTo>
                <a:lnTo>
                  <a:pt x="185928" y="245364"/>
                </a:lnTo>
                <a:lnTo>
                  <a:pt x="184404" y="249936"/>
                </a:lnTo>
                <a:lnTo>
                  <a:pt x="184404" y="252984"/>
                </a:lnTo>
                <a:lnTo>
                  <a:pt x="179832" y="257556"/>
                </a:lnTo>
                <a:lnTo>
                  <a:pt x="175260" y="257556"/>
                </a:lnTo>
                <a:lnTo>
                  <a:pt x="173736" y="256032"/>
                </a:lnTo>
                <a:lnTo>
                  <a:pt x="167640" y="252984"/>
                </a:lnTo>
                <a:lnTo>
                  <a:pt x="166116" y="251460"/>
                </a:lnTo>
                <a:lnTo>
                  <a:pt x="164592" y="249936"/>
                </a:lnTo>
                <a:lnTo>
                  <a:pt x="161544" y="245364"/>
                </a:lnTo>
                <a:lnTo>
                  <a:pt x="163068" y="237744"/>
                </a:lnTo>
                <a:lnTo>
                  <a:pt x="164553" y="231838"/>
                </a:lnTo>
                <a:lnTo>
                  <a:pt x="164592" y="224028"/>
                </a:lnTo>
                <a:lnTo>
                  <a:pt x="163741" y="213156"/>
                </a:lnTo>
                <a:lnTo>
                  <a:pt x="161163" y="203263"/>
                </a:lnTo>
                <a:lnTo>
                  <a:pt x="158000" y="196596"/>
                </a:lnTo>
                <a:lnTo>
                  <a:pt x="156972" y="194437"/>
                </a:lnTo>
                <a:lnTo>
                  <a:pt x="156972" y="214884"/>
                </a:lnTo>
                <a:lnTo>
                  <a:pt x="156972" y="230124"/>
                </a:lnTo>
                <a:lnTo>
                  <a:pt x="122110" y="252399"/>
                </a:lnTo>
                <a:lnTo>
                  <a:pt x="111252" y="252984"/>
                </a:lnTo>
                <a:lnTo>
                  <a:pt x="102895" y="252399"/>
                </a:lnTo>
                <a:lnTo>
                  <a:pt x="103352" y="252399"/>
                </a:lnTo>
                <a:lnTo>
                  <a:pt x="96583" y="250888"/>
                </a:lnTo>
                <a:lnTo>
                  <a:pt x="90474" y="248488"/>
                </a:lnTo>
                <a:lnTo>
                  <a:pt x="85344" y="245364"/>
                </a:lnTo>
                <a:lnTo>
                  <a:pt x="80772" y="240792"/>
                </a:lnTo>
                <a:lnTo>
                  <a:pt x="77724" y="234696"/>
                </a:lnTo>
                <a:lnTo>
                  <a:pt x="77724" y="217932"/>
                </a:lnTo>
                <a:lnTo>
                  <a:pt x="112839" y="197154"/>
                </a:lnTo>
                <a:lnTo>
                  <a:pt x="113461" y="197154"/>
                </a:lnTo>
                <a:lnTo>
                  <a:pt x="123444" y="196596"/>
                </a:lnTo>
                <a:lnTo>
                  <a:pt x="156972" y="214884"/>
                </a:lnTo>
                <a:lnTo>
                  <a:pt x="156972" y="194437"/>
                </a:lnTo>
                <a:lnTo>
                  <a:pt x="156883" y="194246"/>
                </a:lnTo>
                <a:lnTo>
                  <a:pt x="150876" y="185928"/>
                </a:lnTo>
                <a:lnTo>
                  <a:pt x="144526" y="179832"/>
                </a:lnTo>
                <a:lnTo>
                  <a:pt x="137350" y="175641"/>
                </a:lnTo>
                <a:lnTo>
                  <a:pt x="129235" y="173075"/>
                </a:lnTo>
                <a:lnTo>
                  <a:pt x="120396" y="172212"/>
                </a:lnTo>
                <a:lnTo>
                  <a:pt x="112712" y="172770"/>
                </a:lnTo>
                <a:lnTo>
                  <a:pt x="105727" y="174307"/>
                </a:lnTo>
                <a:lnTo>
                  <a:pt x="99618" y="176720"/>
                </a:lnTo>
                <a:lnTo>
                  <a:pt x="94488" y="179832"/>
                </a:lnTo>
                <a:lnTo>
                  <a:pt x="94488" y="155448"/>
                </a:lnTo>
                <a:lnTo>
                  <a:pt x="92964" y="155448"/>
                </a:lnTo>
                <a:lnTo>
                  <a:pt x="92964" y="153924"/>
                </a:lnTo>
                <a:lnTo>
                  <a:pt x="82296" y="153924"/>
                </a:lnTo>
                <a:lnTo>
                  <a:pt x="82296" y="155448"/>
                </a:lnTo>
                <a:lnTo>
                  <a:pt x="80772" y="155448"/>
                </a:lnTo>
                <a:lnTo>
                  <a:pt x="80772" y="192024"/>
                </a:lnTo>
                <a:lnTo>
                  <a:pt x="75958" y="199072"/>
                </a:lnTo>
                <a:lnTo>
                  <a:pt x="75069" y="201104"/>
                </a:lnTo>
                <a:lnTo>
                  <a:pt x="72580" y="206883"/>
                </a:lnTo>
                <a:lnTo>
                  <a:pt x="72504" y="207264"/>
                </a:lnTo>
                <a:lnTo>
                  <a:pt x="70700" y="215176"/>
                </a:lnTo>
                <a:lnTo>
                  <a:pt x="70624" y="216408"/>
                </a:lnTo>
                <a:lnTo>
                  <a:pt x="70523" y="217932"/>
                </a:lnTo>
                <a:lnTo>
                  <a:pt x="70104" y="224028"/>
                </a:lnTo>
                <a:lnTo>
                  <a:pt x="70967" y="235127"/>
                </a:lnTo>
                <a:lnTo>
                  <a:pt x="91211" y="269011"/>
                </a:lnTo>
                <a:lnTo>
                  <a:pt x="117348" y="277368"/>
                </a:lnTo>
                <a:lnTo>
                  <a:pt x="126492" y="277368"/>
                </a:lnTo>
                <a:lnTo>
                  <a:pt x="155143" y="257556"/>
                </a:lnTo>
                <a:lnTo>
                  <a:pt x="157657" y="252984"/>
                </a:lnTo>
                <a:lnTo>
                  <a:pt x="158496" y="251460"/>
                </a:lnTo>
                <a:lnTo>
                  <a:pt x="164172" y="258876"/>
                </a:lnTo>
                <a:lnTo>
                  <a:pt x="169545" y="264985"/>
                </a:lnTo>
                <a:lnTo>
                  <a:pt x="174358" y="269684"/>
                </a:lnTo>
                <a:lnTo>
                  <a:pt x="178308" y="272796"/>
                </a:lnTo>
                <a:lnTo>
                  <a:pt x="182880" y="275844"/>
                </a:lnTo>
                <a:lnTo>
                  <a:pt x="185928" y="277368"/>
                </a:lnTo>
                <a:lnTo>
                  <a:pt x="192024" y="277368"/>
                </a:lnTo>
                <a:lnTo>
                  <a:pt x="198120" y="274320"/>
                </a:lnTo>
                <a:lnTo>
                  <a:pt x="199644" y="271272"/>
                </a:lnTo>
                <a:lnTo>
                  <a:pt x="202692" y="268224"/>
                </a:lnTo>
                <a:lnTo>
                  <a:pt x="205740" y="262128"/>
                </a:lnTo>
                <a:lnTo>
                  <a:pt x="214884" y="271272"/>
                </a:lnTo>
                <a:lnTo>
                  <a:pt x="220980" y="275844"/>
                </a:lnTo>
                <a:lnTo>
                  <a:pt x="228600" y="281940"/>
                </a:lnTo>
                <a:lnTo>
                  <a:pt x="233172" y="284988"/>
                </a:lnTo>
                <a:lnTo>
                  <a:pt x="239268" y="288036"/>
                </a:lnTo>
                <a:lnTo>
                  <a:pt x="248412" y="288036"/>
                </a:lnTo>
                <a:lnTo>
                  <a:pt x="268033" y="255270"/>
                </a:lnTo>
                <a:lnTo>
                  <a:pt x="270560" y="240792"/>
                </a:lnTo>
                <a:lnTo>
                  <a:pt x="271272" y="2286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66" name="Google Shape;4166;p71"/>
          <p:cNvGrpSpPr/>
          <p:nvPr/>
        </p:nvGrpSpPr>
        <p:grpSpPr>
          <a:xfrm>
            <a:off x="2577084" y="5657087"/>
            <a:ext cx="271271" cy="720851"/>
            <a:chOff x="2577084" y="5657087"/>
            <a:chExt cx="271271" cy="720851"/>
          </a:xfrm>
        </p:grpSpPr>
        <p:pic>
          <p:nvPicPr>
            <p:cNvPr id="4167" name="Google Shape;4167;p71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647188" y="6138671"/>
              <a:ext cx="201167" cy="2392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68" name="Google Shape;4168;p71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647261" y="6006083"/>
              <a:ext cx="140134" cy="112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69" name="Google Shape;4169;p71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77084" y="5657087"/>
              <a:ext cx="254507" cy="32766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170" name="Google Shape;4170;p71"/>
          <p:cNvGrpSpPr/>
          <p:nvPr/>
        </p:nvGrpSpPr>
        <p:grpSpPr>
          <a:xfrm>
            <a:off x="2577083" y="5123687"/>
            <a:ext cx="210313" cy="435865"/>
            <a:chOff x="2577083" y="5123687"/>
            <a:chExt cx="210313" cy="435865"/>
          </a:xfrm>
        </p:grpSpPr>
        <p:pic>
          <p:nvPicPr>
            <p:cNvPr id="4171" name="Google Shape;4171;p71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77083" y="5494020"/>
              <a:ext cx="207263" cy="65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72" name="Google Shape;4172;p71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647188" y="5123687"/>
              <a:ext cx="140208" cy="35052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173" name="Google Shape;4173;p71"/>
          <p:cNvGrpSpPr/>
          <p:nvPr/>
        </p:nvGrpSpPr>
        <p:grpSpPr>
          <a:xfrm>
            <a:off x="2577083" y="4408932"/>
            <a:ext cx="271272" cy="629411"/>
            <a:chOff x="2577083" y="4408932"/>
            <a:chExt cx="271272" cy="629411"/>
          </a:xfrm>
        </p:grpSpPr>
        <p:pic>
          <p:nvPicPr>
            <p:cNvPr id="4174" name="Google Shape;4174;p71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77083" y="4696968"/>
              <a:ext cx="210312" cy="3413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75" name="Google Shape;4175;p71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647333" y="4408932"/>
              <a:ext cx="201022" cy="2682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176" name="Google Shape;4176;p71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3432047" y="9649967"/>
            <a:ext cx="73151" cy="731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77" name="Google Shape;4177;p71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3363467" y="7505700"/>
            <a:ext cx="205740" cy="18973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178" name="Google Shape;4178;p71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3358896" y="6067044"/>
            <a:ext cx="210312" cy="133807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79" name="Google Shape;4179;p71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3358896" y="5554979"/>
            <a:ext cx="210312" cy="4175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80" name="Google Shape;4180;p71"/>
          <p:cNvGrpSpPr/>
          <p:nvPr/>
        </p:nvGrpSpPr>
        <p:grpSpPr>
          <a:xfrm>
            <a:off x="3358896" y="4864608"/>
            <a:ext cx="210312" cy="617219"/>
            <a:chOff x="3358896" y="4864608"/>
            <a:chExt cx="210312" cy="617219"/>
          </a:xfrm>
        </p:grpSpPr>
        <p:pic>
          <p:nvPicPr>
            <p:cNvPr id="4181" name="Google Shape;4181;p71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3358896" y="5111496"/>
              <a:ext cx="210311" cy="3703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82" name="Google Shape;4182;p71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3429000" y="4864608"/>
              <a:ext cx="140208" cy="21945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183" name="Google Shape;4183;p71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358896" y="3701796"/>
            <a:ext cx="210312" cy="1080515"/>
          </a:xfrm>
          <a:prstGeom prst="rect">
            <a:avLst/>
          </a:prstGeom>
          <a:noFill/>
          <a:ln>
            <a:noFill/>
          </a:ln>
        </p:spPr>
      </p:pic>
      <p:pic>
        <p:nvPicPr>
          <p:cNvPr id="4184" name="Google Shape;4184;p71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358896" y="3392423"/>
            <a:ext cx="207264" cy="2240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85" name="Google Shape;4185;p71"/>
          <p:cNvGrpSpPr/>
          <p:nvPr/>
        </p:nvGrpSpPr>
        <p:grpSpPr>
          <a:xfrm>
            <a:off x="3358896" y="2420111"/>
            <a:ext cx="210820" cy="890144"/>
            <a:chOff x="3358896" y="2420111"/>
            <a:chExt cx="210820" cy="890144"/>
          </a:xfrm>
        </p:grpSpPr>
        <p:sp>
          <p:nvSpPr>
            <p:cNvPr id="4186" name="Google Shape;4186;p71"/>
            <p:cNvSpPr/>
            <p:nvPr/>
          </p:nvSpPr>
          <p:spPr>
            <a:xfrm>
              <a:off x="3358896" y="2552700"/>
              <a:ext cx="210820" cy="757555"/>
            </a:xfrm>
            <a:custGeom>
              <a:rect b="b" l="l" r="r" t="t"/>
              <a:pathLst>
                <a:path extrusionOk="0" h="757554" w="210820">
                  <a:moveTo>
                    <a:pt x="207264" y="137160"/>
                  </a:moveTo>
                  <a:lnTo>
                    <a:pt x="202692" y="137160"/>
                  </a:lnTo>
                  <a:lnTo>
                    <a:pt x="202692" y="147828"/>
                  </a:lnTo>
                  <a:lnTo>
                    <a:pt x="201168" y="150876"/>
                  </a:lnTo>
                  <a:lnTo>
                    <a:pt x="198120" y="153924"/>
                  </a:lnTo>
                  <a:lnTo>
                    <a:pt x="196596" y="156972"/>
                  </a:lnTo>
                  <a:lnTo>
                    <a:pt x="190500" y="160020"/>
                  </a:lnTo>
                  <a:lnTo>
                    <a:pt x="184404" y="161544"/>
                  </a:lnTo>
                  <a:lnTo>
                    <a:pt x="114300" y="161544"/>
                  </a:lnTo>
                  <a:lnTo>
                    <a:pt x="105156" y="155448"/>
                  </a:lnTo>
                  <a:lnTo>
                    <a:pt x="99060" y="150876"/>
                  </a:lnTo>
                  <a:lnTo>
                    <a:pt x="91440" y="143256"/>
                  </a:lnTo>
                  <a:lnTo>
                    <a:pt x="91440" y="138684"/>
                  </a:lnTo>
                  <a:lnTo>
                    <a:pt x="94488" y="135636"/>
                  </a:lnTo>
                  <a:lnTo>
                    <a:pt x="97536" y="131064"/>
                  </a:lnTo>
                  <a:lnTo>
                    <a:pt x="96012" y="109728"/>
                  </a:lnTo>
                  <a:lnTo>
                    <a:pt x="83820" y="109728"/>
                  </a:lnTo>
                  <a:lnTo>
                    <a:pt x="79248" y="111252"/>
                  </a:lnTo>
                  <a:lnTo>
                    <a:pt x="73152" y="117348"/>
                  </a:lnTo>
                  <a:lnTo>
                    <a:pt x="70104" y="121920"/>
                  </a:lnTo>
                  <a:lnTo>
                    <a:pt x="70104" y="126492"/>
                  </a:lnTo>
                  <a:lnTo>
                    <a:pt x="72123" y="135407"/>
                  </a:lnTo>
                  <a:lnTo>
                    <a:pt x="78295" y="144018"/>
                  </a:lnTo>
                  <a:lnTo>
                    <a:pt x="88747" y="152641"/>
                  </a:lnTo>
                  <a:lnTo>
                    <a:pt x="103632" y="161544"/>
                  </a:lnTo>
                  <a:lnTo>
                    <a:pt x="70104" y="161544"/>
                  </a:lnTo>
                  <a:lnTo>
                    <a:pt x="70104" y="167640"/>
                  </a:lnTo>
                  <a:lnTo>
                    <a:pt x="86868" y="208788"/>
                  </a:lnTo>
                  <a:lnTo>
                    <a:pt x="91440" y="207264"/>
                  </a:lnTo>
                  <a:lnTo>
                    <a:pt x="89916" y="202692"/>
                  </a:lnTo>
                  <a:lnTo>
                    <a:pt x="89916" y="192024"/>
                  </a:lnTo>
                  <a:lnTo>
                    <a:pt x="91440" y="188976"/>
                  </a:lnTo>
                  <a:lnTo>
                    <a:pt x="92964" y="187452"/>
                  </a:lnTo>
                  <a:lnTo>
                    <a:pt x="96012" y="187452"/>
                  </a:lnTo>
                  <a:lnTo>
                    <a:pt x="99060" y="185928"/>
                  </a:lnTo>
                  <a:lnTo>
                    <a:pt x="192024" y="185928"/>
                  </a:lnTo>
                  <a:lnTo>
                    <a:pt x="198120" y="188976"/>
                  </a:lnTo>
                  <a:lnTo>
                    <a:pt x="202692" y="193548"/>
                  </a:lnTo>
                  <a:lnTo>
                    <a:pt x="202692" y="205740"/>
                  </a:lnTo>
                  <a:lnTo>
                    <a:pt x="207264" y="205740"/>
                  </a:lnTo>
                  <a:lnTo>
                    <a:pt x="207264" y="137160"/>
                  </a:lnTo>
                  <a:close/>
                </a:path>
                <a:path extrusionOk="0" h="757554" w="210820">
                  <a:moveTo>
                    <a:pt x="210299" y="669036"/>
                  </a:moveTo>
                  <a:lnTo>
                    <a:pt x="209118" y="661035"/>
                  </a:lnTo>
                  <a:lnTo>
                    <a:pt x="205346" y="653034"/>
                  </a:lnTo>
                  <a:lnTo>
                    <a:pt x="198729" y="645033"/>
                  </a:lnTo>
                  <a:lnTo>
                    <a:pt x="188963" y="637032"/>
                  </a:lnTo>
                  <a:lnTo>
                    <a:pt x="181343" y="637032"/>
                  </a:lnTo>
                  <a:lnTo>
                    <a:pt x="187439" y="643128"/>
                  </a:lnTo>
                  <a:lnTo>
                    <a:pt x="190487" y="647700"/>
                  </a:lnTo>
                  <a:lnTo>
                    <a:pt x="192011" y="649224"/>
                  </a:lnTo>
                  <a:lnTo>
                    <a:pt x="192011" y="655320"/>
                  </a:lnTo>
                  <a:lnTo>
                    <a:pt x="190487" y="656844"/>
                  </a:lnTo>
                  <a:lnTo>
                    <a:pt x="190487" y="658368"/>
                  </a:lnTo>
                  <a:lnTo>
                    <a:pt x="188963" y="658368"/>
                  </a:lnTo>
                  <a:lnTo>
                    <a:pt x="185915" y="659892"/>
                  </a:lnTo>
                  <a:lnTo>
                    <a:pt x="103619" y="659892"/>
                  </a:lnTo>
                  <a:lnTo>
                    <a:pt x="94475" y="661416"/>
                  </a:lnTo>
                  <a:lnTo>
                    <a:pt x="91427" y="662940"/>
                  </a:lnTo>
                  <a:lnTo>
                    <a:pt x="83807" y="665988"/>
                  </a:lnTo>
                  <a:lnTo>
                    <a:pt x="70345" y="700265"/>
                  </a:lnTo>
                  <a:lnTo>
                    <a:pt x="70408" y="708279"/>
                  </a:lnTo>
                  <a:lnTo>
                    <a:pt x="86499" y="745794"/>
                  </a:lnTo>
                  <a:lnTo>
                    <a:pt x="105143" y="752856"/>
                  </a:lnTo>
                  <a:lnTo>
                    <a:pt x="109715" y="752856"/>
                  </a:lnTo>
                  <a:lnTo>
                    <a:pt x="118859" y="748284"/>
                  </a:lnTo>
                  <a:lnTo>
                    <a:pt x="118859" y="734568"/>
                  </a:lnTo>
                  <a:lnTo>
                    <a:pt x="115811" y="731520"/>
                  </a:lnTo>
                  <a:lnTo>
                    <a:pt x="109715" y="728472"/>
                  </a:lnTo>
                  <a:lnTo>
                    <a:pt x="91427" y="728472"/>
                  </a:lnTo>
                  <a:lnTo>
                    <a:pt x="88379" y="726948"/>
                  </a:lnTo>
                  <a:lnTo>
                    <a:pt x="80759" y="719328"/>
                  </a:lnTo>
                  <a:lnTo>
                    <a:pt x="79298" y="714946"/>
                  </a:lnTo>
                  <a:lnTo>
                    <a:pt x="79235" y="701040"/>
                  </a:lnTo>
                  <a:lnTo>
                    <a:pt x="82283" y="694944"/>
                  </a:lnTo>
                  <a:lnTo>
                    <a:pt x="115811" y="684276"/>
                  </a:lnTo>
                  <a:lnTo>
                    <a:pt x="120383" y="684276"/>
                  </a:lnTo>
                  <a:lnTo>
                    <a:pt x="126809" y="700468"/>
                  </a:lnTo>
                  <a:lnTo>
                    <a:pt x="132194" y="713803"/>
                  </a:lnTo>
                  <a:lnTo>
                    <a:pt x="155435" y="749769"/>
                  </a:lnTo>
                  <a:lnTo>
                    <a:pt x="170675" y="757428"/>
                  </a:lnTo>
                  <a:lnTo>
                    <a:pt x="176771" y="757428"/>
                  </a:lnTo>
                  <a:lnTo>
                    <a:pt x="184226" y="756856"/>
                  </a:lnTo>
                  <a:lnTo>
                    <a:pt x="190677" y="755142"/>
                  </a:lnTo>
                  <a:lnTo>
                    <a:pt x="196278" y="752284"/>
                  </a:lnTo>
                  <a:lnTo>
                    <a:pt x="201155" y="748284"/>
                  </a:lnTo>
                  <a:lnTo>
                    <a:pt x="207251" y="743712"/>
                  </a:lnTo>
                  <a:lnTo>
                    <a:pt x="210299" y="736092"/>
                  </a:lnTo>
                  <a:lnTo>
                    <a:pt x="210299" y="733044"/>
                  </a:lnTo>
                  <a:lnTo>
                    <a:pt x="210299" y="714756"/>
                  </a:lnTo>
                  <a:lnTo>
                    <a:pt x="207251" y="710184"/>
                  </a:lnTo>
                  <a:lnTo>
                    <a:pt x="205016" y="706780"/>
                  </a:lnTo>
                  <a:lnTo>
                    <a:pt x="200774" y="701230"/>
                  </a:lnTo>
                  <a:lnTo>
                    <a:pt x="192011" y="690092"/>
                  </a:lnTo>
                  <a:lnTo>
                    <a:pt x="192011" y="713232"/>
                  </a:lnTo>
                  <a:lnTo>
                    <a:pt x="192011" y="717804"/>
                  </a:lnTo>
                  <a:lnTo>
                    <a:pt x="190487" y="723900"/>
                  </a:lnTo>
                  <a:lnTo>
                    <a:pt x="185915" y="726948"/>
                  </a:lnTo>
                  <a:lnTo>
                    <a:pt x="181343" y="731520"/>
                  </a:lnTo>
                  <a:lnTo>
                    <a:pt x="176771" y="733044"/>
                  </a:lnTo>
                  <a:lnTo>
                    <a:pt x="164579" y="733044"/>
                  </a:lnTo>
                  <a:lnTo>
                    <a:pt x="158483" y="731520"/>
                  </a:lnTo>
                  <a:lnTo>
                    <a:pt x="155435" y="728472"/>
                  </a:lnTo>
                  <a:lnTo>
                    <a:pt x="150863" y="725424"/>
                  </a:lnTo>
                  <a:lnTo>
                    <a:pt x="129527" y="684276"/>
                  </a:lnTo>
                  <a:lnTo>
                    <a:pt x="178295" y="684276"/>
                  </a:lnTo>
                  <a:lnTo>
                    <a:pt x="184302" y="692873"/>
                  </a:lnTo>
                  <a:lnTo>
                    <a:pt x="188582" y="700468"/>
                  </a:lnTo>
                  <a:lnTo>
                    <a:pt x="191160" y="707212"/>
                  </a:lnTo>
                  <a:lnTo>
                    <a:pt x="192011" y="713232"/>
                  </a:lnTo>
                  <a:lnTo>
                    <a:pt x="192011" y="690092"/>
                  </a:lnTo>
                  <a:lnTo>
                    <a:pt x="187439" y="684276"/>
                  </a:lnTo>
                  <a:lnTo>
                    <a:pt x="196583" y="684276"/>
                  </a:lnTo>
                  <a:lnTo>
                    <a:pt x="202679" y="682752"/>
                  </a:lnTo>
                  <a:lnTo>
                    <a:pt x="208775" y="676656"/>
                  </a:lnTo>
                  <a:lnTo>
                    <a:pt x="210299" y="673608"/>
                  </a:lnTo>
                  <a:lnTo>
                    <a:pt x="210299" y="669036"/>
                  </a:lnTo>
                  <a:close/>
                </a:path>
                <a:path extrusionOk="0" h="757554" w="210820">
                  <a:moveTo>
                    <a:pt x="210299" y="408432"/>
                  </a:moveTo>
                  <a:lnTo>
                    <a:pt x="97523" y="361188"/>
                  </a:lnTo>
                  <a:lnTo>
                    <a:pt x="89903" y="359664"/>
                  </a:lnTo>
                  <a:lnTo>
                    <a:pt x="85331" y="356616"/>
                  </a:lnTo>
                  <a:lnTo>
                    <a:pt x="82283" y="352044"/>
                  </a:lnTo>
                  <a:lnTo>
                    <a:pt x="79235" y="350520"/>
                  </a:lnTo>
                  <a:lnTo>
                    <a:pt x="79235" y="347472"/>
                  </a:lnTo>
                  <a:lnTo>
                    <a:pt x="77711" y="342900"/>
                  </a:lnTo>
                  <a:lnTo>
                    <a:pt x="73139" y="342900"/>
                  </a:lnTo>
                  <a:lnTo>
                    <a:pt x="73139" y="384048"/>
                  </a:lnTo>
                  <a:lnTo>
                    <a:pt x="77711" y="384048"/>
                  </a:lnTo>
                  <a:lnTo>
                    <a:pt x="77711" y="379476"/>
                  </a:lnTo>
                  <a:lnTo>
                    <a:pt x="79235" y="376428"/>
                  </a:lnTo>
                  <a:lnTo>
                    <a:pt x="79235" y="373380"/>
                  </a:lnTo>
                  <a:lnTo>
                    <a:pt x="82283" y="370332"/>
                  </a:lnTo>
                  <a:lnTo>
                    <a:pt x="82283" y="368808"/>
                  </a:lnTo>
                  <a:lnTo>
                    <a:pt x="88379" y="368808"/>
                  </a:lnTo>
                  <a:lnTo>
                    <a:pt x="97523" y="371856"/>
                  </a:lnTo>
                  <a:lnTo>
                    <a:pt x="173723" y="403860"/>
                  </a:lnTo>
                  <a:lnTo>
                    <a:pt x="100571" y="434340"/>
                  </a:lnTo>
                  <a:lnTo>
                    <a:pt x="95999" y="437388"/>
                  </a:lnTo>
                  <a:lnTo>
                    <a:pt x="82283" y="437388"/>
                  </a:lnTo>
                  <a:lnTo>
                    <a:pt x="80759" y="434340"/>
                  </a:lnTo>
                  <a:lnTo>
                    <a:pt x="79235" y="432816"/>
                  </a:lnTo>
                  <a:lnTo>
                    <a:pt x="77711" y="429768"/>
                  </a:lnTo>
                  <a:lnTo>
                    <a:pt x="77711" y="422148"/>
                  </a:lnTo>
                  <a:lnTo>
                    <a:pt x="73139" y="422148"/>
                  </a:lnTo>
                  <a:lnTo>
                    <a:pt x="73139" y="486156"/>
                  </a:lnTo>
                  <a:lnTo>
                    <a:pt x="77711" y="486156"/>
                  </a:lnTo>
                  <a:lnTo>
                    <a:pt x="79235" y="481584"/>
                  </a:lnTo>
                  <a:lnTo>
                    <a:pt x="80759" y="478536"/>
                  </a:lnTo>
                  <a:lnTo>
                    <a:pt x="80759" y="475488"/>
                  </a:lnTo>
                  <a:lnTo>
                    <a:pt x="82283" y="472440"/>
                  </a:lnTo>
                  <a:lnTo>
                    <a:pt x="85331" y="470916"/>
                  </a:lnTo>
                  <a:lnTo>
                    <a:pt x="89903" y="466344"/>
                  </a:lnTo>
                  <a:lnTo>
                    <a:pt x="92951" y="464820"/>
                  </a:lnTo>
                  <a:lnTo>
                    <a:pt x="99047" y="463296"/>
                  </a:lnTo>
                  <a:lnTo>
                    <a:pt x="210299" y="414528"/>
                  </a:lnTo>
                  <a:lnTo>
                    <a:pt x="210299" y="408432"/>
                  </a:lnTo>
                  <a:close/>
                </a:path>
                <a:path extrusionOk="0" h="757554" w="210820">
                  <a:moveTo>
                    <a:pt x="210312" y="525780"/>
                  </a:moveTo>
                  <a:lnTo>
                    <a:pt x="193548" y="486156"/>
                  </a:lnTo>
                  <a:lnTo>
                    <a:pt x="188976" y="487680"/>
                  </a:lnTo>
                  <a:lnTo>
                    <a:pt x="190500" y="492252"/>
                  </a:lnTo>
                  <a:lnTo>
                    <a:pt x="192024" y="495300"/>
                  </a:lnTo>
                  <a:lnTo>
                    <a:pt x="192024" y="502920"/>
                  </a:lnTo>
                  <a:lnTo>
                    <a:pt x="188976" y="505968"/>
                  </a:lnTo>
                  <a:lnTo>
                    <a:pt x="185928" y="505968"/>
                  </a:lnTo>
                  <a:lnTo>
                    <a:pt x="182880" y="507492"/>
                  </a:lnTo>
                  <a:lnTo>
                    <a:pt x="179425" y="507733"/>
                  </a:lnTo>
                  <a:lnTo>
                    <a:pt x="173545" y="508254"/>
                  </a:lnTo>
                  <a:lnTo>
                    <a:pt x="165087" y="508787"/>
                  </a:lnTo>
                  <a:lnTo>
                    <a:pt x="153924" y="509016"/>
                  </a:lnTo>
                  <a:lnTo>
                    <a:pt x="0" y="509016"/>
                  </a:lnTo>
                  <a:lnTo>
                    <a:pt x="0" y="515112"/>
                  </a:lnTo>
                  <a:lnTo>
                    <a:pt x="16764" y="556260"/>
                  </a:lnTo>
                  <a:lnTo>
                    <a:pt x="21475" y="553123"/>
                  </a:lnTo>
                  <a:lnTo>
                    <a:pt x="21285" y="553123"/>
                  </a:lnTo>
                  <a:lnTo>
                    <a:pt x="19812" y="550164"/>
                  </a:lnTo>
                  <a:lnTo>
                    <a:pt x="19900" y="539407"/>
                  </a:lnTo>
                  <a:lnTo>
                    <a:pt x="22860" y="536448"/>
                  </a:lnTo>
                  <a:lnTo>
                    <a:pt x="28943" y="533400"/>
                  </a:lnTo>
                  <a:lnTo>
                    <a:pt x="82296" y="533400"/>
                  </a:lnTo>
                  <a:lnTo>
                    <a:pt x="77165" y="539407"/>
                  </a:lnTo>
                  <a:lnTo>
                    <a:pt x="73342" y="545973"/>
                  </a:lnTo>
                  <a:lnTo>
                    <a:pt x="70929" y="553123"/>
                  </a:lnTo>
                  <a:lnTo>
                    <a:pt x="70104" y="560832"/>
                  </a:lnTo>
                  <a:lnTo>
                    <a:pt x="71767" y="573976"/>
                  </a:lnTo>
                  <a:lnTo>
                    <a:pt x="94488" y="606552"/>
                  </a:lnTo>
                  <a:lnTo>
                    <a:pt x="132626" y="623697"/>
                  </a:lnTo>
                  <a:lnTo>
                    <a:pt x="146304" y="624840"/>
                  </a:lnTo>
                  <a:lnTo>
                    <a:pt x="159969" y="623697"/>
                  </a:lnTo>
                  <a:lnTo>
                    <a:pt x="159766" y="623697"/>
                  </a:lnTo>
                  <a:lnTo>
                    <a:pt x="172212" y="620458"/>
                  </a:lnTo>
                  <a:lnTo>
                    <a:pt x="205930" y="590931"/>
                  </a:lnTo>
                  <a:lnTo>
                    <a:pt x="210312" y="571500"/>
                  </a:lnTo>
                  <a:lnTo>
                    <a:pt x="210312" y="563880"/>
                  </a:lnTo>
                  <a:lnTo>
                    <a:pt x="208788" y="557784"/>
                  </a:lnTo>
                  <a:lnTo>
                    <a:pt x="202692" y="545592"/>
                  </a:lnTo>
                  <a:lnTo>
                    <a:pt x="196469" y="539407"/>
                  </a:lnTo>
                  <a:lnTo>
                    <a:pt x="192024" y="535851"/>
                  </a:lnTo>
                  <a:lnTo>
                    <a:pt x="192024" y="557784"/>
                  </a:lnTo>
                  <a:lnTo>
                    <a:pt x="191135" y="564642"/>
                  </a:lnTo>
                  <a:lnTo>
                    <a:pt x="158877" y="594169"/>
                  </a:lnTo>
                  <a:lnTo>
                    <a:pt x="147320" y="596557"/>
                  </a:lnTo>
                  <a:lnTo>
                    <a:pt x="147574" y="596557"/>
                  </a:lnTo>
                  <a:lnTo>
                    <a:pt x="134112" y="597408"/>
                  </a:lnTo>
                  <a:lnTo>
                    <a:pt x="120370" y="596557"/>
                  </a:lnTo>
                  <a:lnTo>
                    <a:pt x="108775" y="593979"/>
                  </a:lnTo>
                  <a:lnTo>
                    <a:pt x="99174" y="589699"/>
                  </a:lnTo>
                  <a:lnTo>
                    <a:pt x="91440" y="583692"/>
                  </a:lnTo>
                  <a:lnTo>
                    <a:pt x="83820" y="577596"/>
                  </a:lnTo>
                  <a:lnTo>
                    <a:pt x="79248" y="569976"/>
                  </a:lnTo>
                  <a:lnTo>
                    <a:pt x="79248" y="557784"/>
                  </a:lnTo>
                  <a:lnTo>
                    <a:pt x="80835" y="553123"/>
                  </a:lnTo>
                  <a:lnTo>
                    <a:pt x="86868" y="544068"/>
                  </a:lnTo>
                  <a:lnTo>
                    <a:pt x="89916" y="541020"/>
                  </a:lnTo>
                  <a:lnTo>
                    <a:pt x="96012" y="537972"/>
                  </a:lnTo>
                  <a:lnTo>
                    <a:pt x="100584" y="534924"/>
                  </a:lnTo>
                  <a:lnTo>
                    <a:pt x="106680" y="533400"/>
                  </a:lnTo>
                  <a:lnTo>
                    <a:pt x="178308" y="533400"/>
                  </a:lnTo>
                  <a:lnTo>
                    <a:pt x="184302" y="539140"/>
                  </a:lnTo>
                  <a:lnTo>
                    <a:pt x="188595" y="545020"/>
                  </a:lnTo>
                  <a:lnTo>
                    <a:pt x="191160" y="551192"/>
                  </a:lnTo>
                  <a:lnTo>
                    <a:pt x="192024" y="557784"/>
                  </a:lnTo>
                  <a:lnTo>
                    <a:pt x="192024" y="535851"/>
                  </a:lnTo>
                  <a:lnTo>
                    <a:pt x="188976" y="533400"/>
                  </a:lnTo>
                  <a:lnTo>
                    <a:pt x="210312" y="533400"/>
                  </a:lnTo>
                  <a:lnTo>
                    <a:pt x="210312" y="525780"/>
                  </a:lnTo>
                  <a:close/>
                </a:path>
                <a:path extrusionOk="0" h="757554" w="210820">
                  <a:moveTo>
                    <a:pt x="210312" y="269748"/>
                  </a:moveTo>
                  <a:lnTo>
                    <a:pt x="210185" y="268224"/>
                  </a:lnTo>
                  <a:lnTo>
                    <a:pt x="210058" y="266700"/>
                  </a:lnTo>
                  <a:lnTo>
                    <a:pt x="209423" y="258889"/>
                  </a:lnTo>
                  <a:lnTo>
                    <a:pt x="186778" y="226034"/>
                  </a:lnTo>
                  <a:lnTo>
                    <a:pt x="158496" y="214884"/>
                  </a:lnTo>
                  <a:lnTo>
                    <a:pt x="155448" y="217932"/>
                  </a:lnTo>
                  <a:lnTo>
                    <a:pt x="163753" y="221627"/>
                  </a:lnTo>
                  <a:lnTo>
                    <a:pt x="170497" y="225742"/>
                  </a:lnTo>
                  <a:lnTo>
                    <a:pt x="175768" y="230124"/>
                  </a:lnTo>
                  <a:lnTo>
                    <a:pt x="179832" y="234696"/>
                  </a:lnTo>
                  <a:lnTo>
                    <a:pt x="184404" y="240792"/>
                  </a:lnTo>
                  <a:lnTo>
                    <a:pt x="185928" y="248412"/>
                  </a:lnTo>
                  <a:lnTo>
                    <a:pt x="185801" y="258889"/>
                  </a:lnTo>
                  <a:lnTo>
                    <a:pt x="160299" y="298615"/>
                  </a:lnTo>
                  <a:lnTo>
                    <a:pt x="123444" y="306324"/>
                  </a:lnTo>
                  <a:lnTo>
                    <a:pt x="123444" y="245364"/>
                  </a:lnTo>
                  <a:lnTo>
                    <a:pt x="123444" y="214884"/>
                  </a:lnTo>
                  <a:lnTo>
                    <a:pt x="114300" y="215620"/>
                  </a:lnTo>
                  <a:lnTo>
                    <a:pt x="114300" y="245364"/>
                  </a:lnTo>
                  <a:lnTo>
                    <a:pt x="114300" y="306324"/>
                  </a:lnTo>
                  <a:lnTo>
                    <a:pt x="79248" y="281940"/>
                  </a:lnTo>
                  <a:lnTo>
                    <a:pt x="79248" y="268224"/>
                  </a:lnTo>
                  <a:lnTo>
                    <a:pt x="106680" y="245364"/>
                  </a:lnTo>
                  <a:lnTo>
                    <a:pt x="114300" y="245364"/>
                  </a:lnTo>
                  <a:lnTo>
                    <a:pt x="114300" y="215620"/>
                  </a:lnTo>
                  <a:lnTo>
                    <a:pt x="79095" y="237553"/>
                  </a:lnTo>
                  <a:lnTo>
                    <a:pt x="70104" y="266700"/>
                  </a:lnTo>
                  <a:lnTo>
                    <a:pt x="70167" y="267322"/>
                  </a:lnTo>
                  <a:lnTo>
                    <a:pt x="70269" y="268224"/>
                  </a:lnTo>
                  <a:lnTo>
                    <a:pt x="71475" y="278968"/>
                  </a:lnTo>
                  <a:lnTo>
                    <a:pt x="100177" y="318020"/>
                  </a:lnTo>
                  <a:lnTo>
                    <a:pt x="143256" y="327660"/>
                  </a:lnTo>
                  <a:lnTo>
                    <a:pt x="157518" y="326542"/>
                  </a:lnTo>
                  <a:lnTo>
                    <a:pt x="170497" y="323278"/>
                  </a:lnTo>
                  <a:lnTo>
                    <a:pt x="182041" y="318020"/>
                  </a:lnTo>
                  <a:lnTo>
                    <a:pt x="192024" y="310896"/>
                  </a:lnTo>
                  <a:lnTo>
                    <a:pt x="195897" y="306324"/>
                  </a:lnTo>
                  <a:lnTo>
                    <a:pt x="200025" y="301472"/>
                  </a:lnTo>
                  <a:lnTo>
                    <a:pt x="205740" y="291465"/>
                  </a:lnTo>
                  <a:lnTo>
                    <a:pt x="209169" y="280898"/>
                  </a:lnTo>
                  <a:lnTo>
                    <a:pt x="210312" y="269748"/>
                  </a:lnTo>
                  <a:close/>
                </a:path>
                <a:path extrusionOk="0" h="757554" w="210820">
                  <a:moveTo>
                    <a:pt x="210312" y="45720"/>
                  </a:moveTo>
                  <a:lnTo>
                    <a:pt x="193611" y="8369"/>
                  </a:lnTo>
                  <a:lnTo>
                    <a:pt x="170688" y="0"/>
                  </a:lnTo>
                  <a:lnTo>
                    <a:pt x="159804" y="1981"/>
                  </a:lnTo>
                  <a:lnTo>
                    <a:pt x="149923" y="7810"/>
                  </a:lnTo>
                  <a:lnTo>
                    <a:pt x="140893" y="17360"/>
                  </a:lnTo>
                  <a:lnTo>
                    <a:pt x="132588" y="30480"/>
                  </a:lnTo>
                  <a:lnTo>
                    <a:pt x="123444" y="51816"/>
                  </a:lnTo>
                  <a:lnTo>
                    <a:pt x="118872" y="60960"/>
                  </a:lnTo>
                  <a:lnTo>
                    <a:pt x="114300" y="67056"/>
                  </a:lnTo>
                  <a:lnTo>
                    <a:pt x="111252" y="70104"/>
                  </a:lnTo>
                  <a:lnTo>
                    <a:pt x="102108" y="73152"/>
                  </a:lnTo>
                  <a:lnTo>
                    <a:pt x="92964" y="73152"/>
                  </a:lnTo>
                  <a:lnTo>
                    <a:pt x="88392" y="71628"/>
                  </a:lnTo>
                  <a:lnTo>
                    <a:pt x="85344" y="67056"/>
                  </a:lnTo>
                  <a:lnTo>
                    <a:pt x="82296" y="64008"/>
                  </a:lnTo>
                  <a:lnTo>
                    <a:pt x="79248" y="57912"/>
                  </a:lnTo>
                  <a:lnTo>
                    <a:pt x="79248" y="42672"/>
                  </a:lnTo>
                  <a:lnTo>
                    <a:pt x="115824" y="15240"/>
                  </a:lnTo>
                  <a:lnTo>
                    <a:pt x="115824" y="10668"/>
                  </a:lnTo>
                  <a:lnTo>
                    <a:pt x="70104" y="10668"/>
                  </a:lnTo>
                  <a:lnTo>
                    <a:pt x="70104" y="15240"/>
                  </a:lnTo>
                  <a:lnTo>
                    <a:pt x="73152" y="16764"/>
                  </a:lnTo>
                  <a:lnTo>
                    <a:pt x="74676" y="18288"/>
                  </a:lnTo>
                  <a:lnTo>
                    <a:pt x="76200" y="18288"/>
                  </a:lnTo>
                  <a:lnTo>
                    <a:pt x="76200" y="27432"/>
                  </a:lnTo>
                  <a:lnTo>
                    <a:pt x="74676" y="32004"/>
                  </a:lnTo>
                  <a:lnTo>
                    <a:pt x="71628" y="39624"/>
                  </a:lnTo>
                  <a:lnTo>
                    <a:pt x="70104" y="45720"/>
                  </a:lnTo>
                  <a:lnTo>
                    <a:pt x="70104" y="51816"/>
                  </a:lnTo>
                  <a:lnTo>
                    <a:pt x="70904" y="60413"/>
                  </a:lnTo>
                  <a:lnTo>
                    <a:pt x="100482" y="90855"/>
                  </a:lnTo>
                  <a:lnTo>
                    <a:pt x="108204" y="91440"/>
                  </a:lnTo>
                  <a:lnTo>
                    <a:pt x="117348" y="91440"/>
                  </a:lnTo>
                  <a:lnTo>
                    <a:pt x="147828" y="56388"/>
                  </a:lnTo>
                  <a:lnTo>
                    <a:pt x="152374" y="46964"/>
                  </a:lnTo>
                  <a:lnTo>
                    <a:pt x="156781" y="39243"/>
                  </a:lnTo>
                  <a:lnTo>
                    <a:pt x="160896" y="33248"/>
                  </a:lnTo>
                  <a:lnTo>
                    <a:pt x="164592" y="28956"/>
                  </a:lnTo>
                  <a:lnTo>
                    <a:pt x="169164" y="24384"/>
                  </a:lnTo>
                  <a:lnTo>
                    <a:pt x="175260" y="21336"/>
                  </a:lnTo>
                  <a:lnTo>
                    <a:pt x="187452" y="21336"/>
                  </a:lnTo>
                  <a:lnTo>
                    <a:pt x="192024" y="24384"/>
                  </a:lnTo>
                  <a:lnTo>
                    <a:pt x="195072" y="28956"/>
                  </a:lnTo>
                  <a:lnTo>
                    <a:pt x="199644" y="32004"/>
                  </a:lnTo>
                  <a:lnTo>
                    <a:pt x="201168" y="38100"/>
                  </a:lnTo>
                  <a:lnTo>
                    <a:pt x="201168" y="45720"/>
                  </a:lnTo>
                  <a:lnTo>
                    <a:pt x="179070" y="81534"/>
                  </a:lnTo>
                  <a:lnTo>
                    <a:pt x="161544" y="86868"/>
                  </a:lnTo>
                  <a:lnTo>
                    <a:pt x="161544" y="91440"/>
                  </a:lnTo>
                  <a:lnTo>
                    <a:pt x="208788" y="91440"/>
                  </a:lnTo>
                  <a:lnTo>
                    <a:pt x="210312" y="86868"/>
                  </a:lnTo>
                  <a:lnTo>
                    <a:pt x="207264" y="86868"/>
                  </a:lnTo>
                  <a:lnTo>
                    <a:pt x="204216" y="83820"/>
                  </a:lnTo>
                  <a:lnTo>
                    <a:pt x="204216" y="80772"/>
                  </a:lnTo>
                  <a:lnTo>
                    <a:pt x="205740" y="77724"/>
                  </a:lnTo>
                  <a:lnTo>
                    <a:pt x="205740" y="74676"/>
                  </a:lnTo>
                  <a:lnTo>
                    <a:pt x="207733" y="66725"/>
                  </a:lnTo>
                  <a:lnTo>
                    <a:pt x="209169" y="59055"/>
                  </a:lnTo>
                  <a:lnTo>
                    <a:pt x="210019" y="51968"/>
                  </a:lnTo>
                  <a:lnTo>
                    <a:pt x="210312" y="45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187" name="Google Shape;4187;p71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429000" y="2420111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188" name="Google Shape;4188;p71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358896" y="1112519"/>
            <a:ext cx="210312" cy="12161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89" name="Google Shape;4189;p71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680460" y="8977884"/>
            <a:ext cx="210312" cy="41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190" name="Google Shape;4190;p71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709415" y="7380731"/>
            <a:ext cx="242315" cy="1524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191" name="Google Shape;4191;p71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4535423" y="9649967"/>
            <a:ext cx="73151" cy="73152"/>
          </a:xfrm>
          <a:prstGeom prst="rect">
            <a:avLst/>
          </a:prstGeom>
          <a:noFill/>
          <a:ln>
            <a:noFill/>
          </a:ln>
        </p:spPr>
      </p:pic>
      <p:sp>
        <p:nvSpPr>
          <p:cNvPr id="4192" name="Google Shape;4192;p71"/>
          <p:cNvSpPr/>
          <p:nvPr/>
        </p:nvSpPr>
        <p:spPr>
          <a:xfrm>
            <a:off x="4466831" y="8211312"/>
            <a:ext cx="207645" cy="1190625"/>
          </a:xfrm>
          <a:custGeom>
            <a:rect b="b" l="l" r="r" t="t"/>
            <a:pathLst>
              <a:path extrusionOk="0" h="1190625" w="207645">
                <a:moveTo>
                  <a:pt x="202692" y="1039368"/>
                </a:moveTo>
                <a:lnTo>
                  <a:pt x="152400" y="1021080"/>
                </a:lnTo>
                <a:lnTo>
                  <a:pt x="152400" y="1027176"/>
                </a:lnTo>
                <a:lnTo>
                  <a:pt x="160972" y="1031989"/>
                </a:lnTo>
                <a:lnTo>
                  <a:pt x="168402" y="1037082"/>
                </a:lnTo>
                <a:lnTo>
                  <a:pt x="192024" y="1066800"/>
                </a:lnTo>
                <a:lnTo>
                  <a:pt x="192024" y="1129284"/>
                </a:lnTo>
                <a:lnTo>
                  <a:pt x="185928" y="1135380"/>
                </a:lnTo>
                <a:lnTo>
                  <a:pt x="103632" y="1135380"/>
                </a:lnTo>
                <a:lnTo>
                  <a:pt x="103632" y="1083564"/>
                </a:lnTo>
                <a:lnTo>
                  <a:pt x="105156" y="1077468"/>
                </a:lnTo>
                <a:lnTo>
                  <a:pt x="106680" y="1072896"/>
                </a:lnTo>
                <a:lnTo>
                  <a:pt x="108204" y="1069848"/>
                </a:lnTo>
                <a:lnTo>
                  <a:pt x="111252" y="1066800"/>
                </a:lnTo>
                <a:lnTo>
                  <a:pt x="114300" y="1065276"/>
                </a:lnTo>
                <a:lnTo>
                  <a:pt x="115824" y="1063752"/>
                </a:lnTo>
                <a:lnTo>
                  <a:pt x="121920" y="1062228"/>
                </a:lnTo>
                <a:lnTo>
                  <a:pt x="131064" y="1060704"/>
                </a:lnTo>
                <a:lnTo>
                  <a:pt x="131064" y="1056132"/>
                </a:lnTo>
                <a:lnTo>
                  <a:pt x="65532" y="1056132"/>
                </a:lnTo>
                <a:lnTo>
                  <a:pt x="65532" y="1060704"/>
                </a:lnTo>
                <a:lnTo>
                  <a:pt x="76200" y="1062228"/>
                </a:lnTo>
                <a:lnTo>
                  <a:pt x="83820" y="1063752"/>
                </a:lnTo>
                <a:lnTo>
                  <a:pt x="88392" y="1069848"/>
                </a:lnTo>
                <a:lnTo>
                  <a:pt x="91440" y="1072896"/>
                </a:lnTo>
                <a:lnTo>
                  <a:pt x="92964" y="1080516"/>
                </a:lnTo>
                <a:lnTo>
                  <a:pt x="92964" y="1135380"/>
                </a:lnTo>
                <a:lnTo>
                  <a:pt x="15240" y="1135380"/>
                </a:lnTo>
                <a:lnTo>
                  <a:pt x="15240" y="1082040"/>
                </a:lnTo>
                <a:lnTo>
                  <a:pt x="15240" y="1071372"/>
                </a:lnTo>
                <a:lnTo>
                  <a:pt x="16764" y="1065276"/>
                </a:lnTo>
                <a:lnTo>
                  <a:pt x="19812" y="1056132"/>
                </a:lnTo>
                <a:lnTo>
                  <a:pt x="22860" y="1051560"/>
                </a:lnTo>
                <a:lnTo>
                  <a:pt x="25908" y="1050036"/>
                </a:lnTo>
                <a:lnTo>
                  <a:pt x="30480" y="1046988"/>
                </a:lnTo>
                <a:lnTo>
                  <a:pt x="36576" y="1045464"/>
                </a:lnTo>
                <a:lnTo>
                  <a:pt x="47244" y="1042416"/>
                </a:lnTo>
                <a:lnTo>
                  <a:pt x="47244" y="1036320"/>
                </a:lnTo>
                <a:lnTo>
                  <a:pt x="4572" y="1037844"/>
                </a:lnTo>
                <a:lnTo>
                  <a:pt x="4572" y="1190244"/>
                </a:lnTo>
                <a:lnTo>
                  <a:pt x="9144" y="1190244"/>
                </a:lnTo>
                <a:lnTo>
                  <a:pt x="9144" y="1176528"/>
                </a:lnTo>
                <a:lnTo>
                  <a:pt x="10668" y="1170432"/>
                </a:lnTo>
                <a:lnTo>
                  <a:pt x="15240" y="1167384"/>
                </a:lnTo>
                <a:lnTo>
                  <a:pt x="18288" y="1164336"/>
                </a:lnTo>
                <a:lnTo>
                  <a:pt x="25908" y="1162812"/>
                </a:lnTo>
                <a:lnTo>
                  <a:pt x="178308" y="1162812"/>
                </a:lnTo>
                <a:lnTo>
                  <a:pt x="184404" y="1164336"/>
                </a:lnTo>
                <a:lnTo>
                  <a:pt x="187452" y="1164336"/>
                </a:lnTo>
                <a:lnTo>
                  <a:pt x="193548" y="1167384"/>
                </a:lnTo>
                <a:lnTo>
                  <a:pt x="195072" y="1170432"/>
                </a:lnTo>
                <a:lnTo>
                  <a:pt x="198120" y="1179576"/>
                </a:lnTo>
                <a:lnTo>
                  <a:pt x="198120" y="1190244"/>
                </a:lnTo>
                <a:lnTo>
                  <a:pt x="202692" y="1190244"/>
                </a:lnTo>
                <a:lnTo>
                  <a:pt x="202692" y="1039368"/>
                </a:lnTo>
                <a:close/>
              </a:path>
              <a:path extrusionOk="0" h="1190625" w="207645">
                <a:moveTo>
                  <a:pt x="202692" y="644652"/>
                </a:moveTo>
                <a:lnTo>
                  <a:pt x="152400" y="627888"/>
                </a:lnTo>
                <a:lnTo>
                  <a:pt x="152400" y="633984"/>
                </a:lnTo>
                <a:lnTo>
                  <a:pt x="160972" y="638556"/>
                </a:lnTo>
                <a:lnTo>
                  <a:pt x="168402" y="643128"/>
                </a:lnTo>
                <a:lnTo>
                  <a:pt x="191833" y="676656"/>
                </a:lnTo>
                <a:lnTo>
                  <a:pt x="192024" y="691896"/>
                </a:lnTo>
                <a:lnTo>
                  <a:pt x="192024" y="734568"/>
                </a:lnTo>
                <a:lnTo>
                  <a:pt x="185928" y="740664"/>
                </a:lnTo>
                <a:lnTo>
                  <a:pt x="184404" y="740664"/>
                </a:lnTo>
                <a:lnTo>
                  <a:pt x="178308" y="742188"/>
                </a:lnTo>
                <a:lnTo>
                  <a:pt x="103632" y="742188"/>
                </a:lnTo>
                <a:lnTo>
                  <a:pt x="103632" y="688848"/>
                </a:lnTo>
                <a:lnTo>
                  <a:pt x="105156" y="682752"/>
                </a:lnTo>
                <a:lnTo>
                  <a:pt x="106680" y="679704"/>
                </a:lnTo>
                <a:lnTo>
                  <a:pt x="108204" y="675132"/>
                </a:lnTo>
                <a:lnTo>
                  <a:pt x="111252" y="672084"/>
                </a:lnTo>
                <a:lnTo>
                  <a:pt x="114300" y="670560"/>
                </a:lnTo>
                <a:lnTo>
                  <a:pt x="115824" y="669036"/>
                </a:lnTo>
                <a:lnTo>
                  <a:pt x="121920" y="667512"/>
                </a:lnTo>
                <a:lnTo>
                  <a:pt x="131064" y="667512"/>
                </a:lnTo>
                <a:lnTo>
                  <a:pt x="131064" y="662940"/>
                </a:lnTo>
                <a:lnTo>
                  <a:pt x="65532" y="662940"/>
                </a:lnTo>
                <a:lnTo>
                  <a:pt x="65532" y="667512"/>
                </a:lnTo>
                <a:lnTo>
                  <a:pt x="76200" y="667512"/>
                </a:lnTo>
                <a:lnTo>
                  <a:pt x="83820" y="670560"/>
                </a:lnTo>
                <a:lnTo>
                  <a:pt x="91440" y="678180"/>
                </a:lnTo>
                <a:lnTo>
                  <a:pt x="92964" y="685800"/>
                </a:lnTo>
                <a:lnTo>
                  <a:pt x="92964" y="742188"/>
                </a:lnTo>
                <a:lnTo>
                  <a:pt x="15240" y="742188"/>
                </a:lnTo>
                <a:lnTo>
                  <a:pt x="15240" y="687324"/>
                </a:lnTo>
                <a:lnTo>
                  <a:pt x="15240" y="676656"/>
                </a:lnTo>
                <a:lnTo>
                  <a:pt x="47244" y="649224"/>
                </a:lnTo>
                <a:lnTo>
                  <a:pt x="47244" y="643128"/>
                </a:lnTo>
                <a:lnTo>
                  <a:pt x="4572" y="644652"/>
                </a:lnTo>
                <a:lnTo>
                  <a:pt x="4572" y="797052"/>
                </a:lnTo>
                <a:lnTo>
                  <a:pt x="9144" y="797052"/>
                </a:lnTo>
                <a:lnTo>
                  <a:pt x="9144" y="781812"/>
                </a:lnTo>
                <a:lnTo>
                  <a:pt x="10668" y="775716"/>
                </a:lnTo>
                <a:lnTo>
                  <a:pt x="15240" y="772668"/>
                </a:lnTo>
                <a:lnTo>
                  <a:pt x="18288" y="769620"/>
                </a:lnTo>
                <a:lnTo>
                  <a:pt x="184404" y="769620"/>
                </a:lnTo>
                <a:lnTo>
                  <a:pt x="187452" y="771144"/>
                </a:lnTo>
                <a:lnTo>
                  <a:pt x="190500" y="771144"/>
                </a:lnTo>
                <a:lnTo>
                  <a:pt x="193548" y="774192"/>
                </a:lnTo>
                <a:lnTo>
                  <a:pt x="196596" y="780288"/>
                </a:lnTo>
                <a:lnTo>
                  <a:pt x="198120" y="784860"/>
                </a:lnTo>
                <a:lnTo>
                  <a:pt x="198120" y="797052"/>
                </a:lnTo>
                <a:lnTo>
                  <a:pt x="202692" y="797052"/>
                </a:lnTo>
                <a:lnTo>
                  <a:pt x="202692" y="644652"/>
                </a:lnTo>
                <a:close/>
              </a:path>
              <a:path extrusionOk="0" h="1190625" w="207645">
                <a:moveTo>
                  <a:pt x="202704" y="419100"/>
                </a:moveTo>
                <a:lnTo>
                  <a:pt x="198132" y="419100"/>
                </a:lnTo>
                <a:lnTo>
                  <a:pt x="196697" y="426796"/>
                </a:lnTo>
                <a:lnTo>
                  <a:pt x="194703" y="433768"/>
                </a:lnTo>
                <a:lnTo>
                  <a:pt x="161556" y="469392"/>
                </a:lnTo>
                <a:lnTo>
                  <a:pt x="105168" y="510540"/>
                </a:lnTo>
                <a:lnTo>
                  <a:pt x="102095" y="498830"/>
                </a:lnTo>
                <a:lnTo>
                  <a:pt x="100558" y="495300"/>
                </a:lnTo>
                <a:lnTo>
                  <a:pt x="99072" y="491896"/>
                </a:lnTo>
                <a:lnTo>
                  <a:pt x="99072" y="562356"/>
                </a:lnTo>
                <a:lnTo>
                  <a:pt x="18300" y="562356"/>
                </a:lnTo>
                <a:lnTo>
                  <a:pt x="15252" y="551688"/>
                </a:lnTo>
                <a:lnTo>
                  <a:pt x="13728" y="544068"/>
                </a:lnTo>
                <a:lnTo>
                  <a:pt x="13728" y="537972"/>
                </a:lnTo>
                <a:lnTo>
                  <a:pt x="31965" y="501738"/>
                </a:lnTo>
                <a:lnTo>
                  <a:pt x="56400" y="495300"/>
                </a:lnTo>
                <a:lnTo>
                  <a:pt x="65227" y="496189"/>
                </a:lnTo>
                <a:lnTo>
                  <a:pt x="73063" y="498830"/>
                </a:lnTo>
                <a:lnTo>
                  <a:pt x="73202" y="498830"/>
                </a:lnTo>
                <a:lnTo>
                  <a:pt x="96520" y="529145"/>
                </a:lnTo>
                <a:lnTo>
                  <a:pt x="98450" y="540118"/>
                </a:lnTo>
                <a:lnTo>
                  <a:pt x="98488" y="541020"/>
                </a:lnTo>
                <a:lnTo>
                  <a:pt x="98996" y="551688"/>
                </a:lnTo>
                <a:lnTo>
                  <a:pt x="99072" y="562356"/>
                </a:lnTo>
                <a:lnTo>
                  <a:pt x="99072" y="491896"/>
                </a:lnTo>
                <a:lnTo>
                  <a:pt x="97739" y="488823"/>
                </a:lnTo>
                <a:lnTo>
                  <a:pt x="63627" y="462368"/>
                </a:lnTo>
                <a:lnTo>
                  <a:pt x="63385" y="462368"/>
                </a:lnTo>
                <a:lnTo>
                  <a:pt x="54876" y="461772"/>
                </a:lnTo>
                <a:lnTo>
                  <a:pt x="15824" y="483679"/>
                </a:lnTo>
                <a:lnTo>
                  <a:pt x="5600" y="518502"/>
                </a:lnTo>
                <a:lnTo>
                  <a:pt x="4864" y="529145"/>
                </a:lnTo>
                <a:lnTo>
                  <a:pt x="4749" y="534924"/>
                </a:lnTo>
                <a:lnTo>
                  <a:pt x="4635" y="541020"/>
                </a:lnTo>
                <a:lnTo>
                  <a:pt x="4584" y="617220"/>
                </a:lnTo>
                <a:lnTo>
                  <a:pt x="9156" y="617220"/>
                </a:lnTo>
                <a:lnTo>
                  <a:pt x="9156" y="601980"/>
                </a:lnTo>
                <a:lnTo>
                  <a:pt x="15252" y="592836"/>
                </a:lnTo>
                <a:lnTo>
                  <a:pt x="19824" y="591312"/>
                </a:lnTo>
                <a:lnTo>
                  <a:pt x="27444" y="589788"/>
                </a:lnTo>
                <a:lnTo>
                  <a:pt x="179844" y="589788"/>
                </a:lnTo>
                <a:lnTo>
                  <a:pt x="187464" y="591312"/>
                </a:lnTo>
                <a:lnTo>
                  <a:pt x="190512" y="592836"/>
                </a:lnTo>
                <a:lnTo>
                  <a:pt x="195084" y="595884"/>
                </a:lnTo>
                <a:lnTo>
                  <a:pt x="198132" y="601980"/>
                </a:lnTo>
                <a:lnTo>
                  <a:pt x="198132" y="617220"/>
                </a:lnTo>
                <a:lnTo>
                  <a:pt x="202704" y="617220"/>
                </a:lnTo>
                <a:lnTo>
                  <a:pt x="202704" y="589788"/>
                </a:lnTo>
                <a:lnTo>
                  <a:pt x="202704" y="562356"/>
                </a:lnTo>
                <a:lnTo>
                  <a:pt x="202704" y="534924"/>
                </a:lnTo>
                <a:lnTo>
                  <a:pt x="198132" y="534924"/>
                </a:lnTo>
                <a:lnTo>
                  <a:pt x="198132" y="548640"/>
                </a:lnTo>
                <a:lnTo>
                  <a:pt x="196608" y="554736"/>
                </a:lnTo>
                <a:lnTo>
                  <a:pt x="192036" y="557784"/>
                </a:lnTo>
                <a:lnTo>
                  <a:pt x="188988" y="560832"/>
                </a:lnTo>
                <a:lnTo>
                  <a:pt x="181368" y="562356"/>
                </a:lnTo>
                <a:lnTo>
                  <a:pt x="109740" y="562356"/>
                </a:lnTo>
                <a:lnTo>
                  <a:pt x="109740" y="541020"/>
                </a:lnTo>
                <a:lnTo>
                  <a:pt x="151053" y="510540"/>
                </a:lnTo>
                <a:lnTo>
                  <a:pt x="202704" y="472440"/>
                </a:lnTo>
                <a:lnTo>
                  <a:pt x="202704" y="419100"/>
                </a:lnTo>
                <a:close/>
              </a:path>
              <a:path extrusionOk="0" h="1190625" w="207645">
                <a:moveTo>
                  <a:pt x="202704" y="60960"/>
                </a:moveTo>
                <a:lnTo>
                  <a:pt x="198132" y="60960"/>
                </a:lnTo>
                <a:lnTo>
                  <a:pt x="198132" y="76200"/>
                </a:lnTo>
                <a:lnTo>
                  <a:pt x="196608" y="80772"/>
                </a:lnTo>
                <a:lnTo>
                  <a:pt x="188988" y="88392"/>
                </a:lnTo>
                <a:lnTo>
                  <a:pt x="117360" y="88392"/>
                </a:lnTo>
                <a:lnTo>
                  <a:pt x="44208" y="42672"/>
                </a:lnTo>
                <a:lnTo>
                  <a:pt x="37007" y="38366"/>
                </a:lnTo>
                <a:lnTo>
                  <a:pt x="31254" y="34480"/>
                </a:lnTo>
                <a:lnTo>
                  <a:pt x="26631" y="30886"/>
                </a:lnTo>
                <a:lnTo>
                  <a:pt x="22872" y="27432"/>
                </a:lnTo>
                <a:lnTo>
                  <a:pt x="18300" y="24384"/>
                </a:lnTo>
                <a:lnTo>
                  <a:pt x="12204" y="15240"/>
                </a:lnTo>
                <a:lnTo>
                  <a:pt x="9156" y="6096"/>
                </a:lnTo>
                <a:lnTo>
                  <a:pt x="9156" y="0"/>
                </a:lnTo>
                <a:lnTo>
                  <a:pt x="4584" y="0"/>
                </a:lnTo>
                <a:lnTo>
                  <a:pt x="4584" y="68580"/>
                </a:lnTo>
                <a:lnTo>
                  <a:pt x="9156" y="68580"/>
                </a:lnTo>
                <a:lnTo>
                  <a:pt x="9156" y="64008"/>
                </a:lnTo>
                <a:lnTo>
                  <a:pt x="10680" y="59436"/>
                </a:lnTo>
                <a:lnTo>
                  <a:pt x="10680" y="56388"/>
                </a:lnTo>
                <a:lnTo>
                  <a:pt x="12204" y="54864"/>
                </a:lnTo>
                <a:lnTo>
                  <a:pt x="13728" y="51816"/>
                </a:lnTo>
                <a:lnTo>
                  <a:pt x="16776" y="50292"/>
                </a:lnTo>
                <a:lnTo>
                  <a:pt x="18300" y="48768"/>
                </a:lnTo>
                <a:lnTo>
                  <a:pt x="28968" y="48768"/>
                </a:lnTo>
                <a:lnTo>
                  <a:pt x="35064" y="51816"/>
                </a:lnTo>
                <a:lnTo>
                  <a:pt x="44208" y="57912"/>
                </a:lnTo>
                <a:lnTo>
                  <a:pt x="105168" y="96012"/>
                </a:lnTo>
                <a:lnTo>
                  <a:pt x="42684" y="135636"/>
                </a:lnTo>
                <a:lnTo>
                  <a:pt x="32016" y="141732"/>
                </a:lnTo>
                <a:lnTo>
                  <a:pt x="25920" y="146304"/>
                </a:lnTo>
                <a:lnTo>
                  <a:pt x="18300" y="146304"/>
                </a:lnTo>
                <a:lnTo>
                  <a:pt x="12204" y="140208"/>
                </a:lnTo>
                <a:lnTo>
                  <a:pt x="9156" y="131064"/>
                </a:lnTo>
                <a:lnTo>
                  <a:pt x="9156" y="121920"/>
                </a:lnTo>
                <a:lnTo>
                  <a:pt x="4584" y="121920"/>
                </a:lnTo>
                <a:lnTo>
                  <a:pt x="4584" y="207264"/>
                </a:lnTo>
                <a:lnTo>
                  <a:pt x="9156" y="207264"/>
                </a:lnTo>
                <a:lnTo>
                  <a:pt x="9156" y="199644"/>
                </a:lnTo>
                <a:lnTo>
                  <a:pt x="10680" y="198120"/>
                </a:lnTo>
                <a:lnTo>
                  <a:pt x="13728" y="190500"/>
                </a:lnTo>
                <a:lnTo>
                  <a:pt x="16776" y="185928"/>
                </a:lnTo>
                <a:lnTo>
                  <a:pt x="19824" y="184404"/>
                </a:lnTo>
                <a:lnTo>
                  <a:pt x="21348" y="181356"/>
                </a:lnTo>
                <a:lnTo>
                  <a:pt x="27444" y="178308"/>
                </a:lnTo>
                <a:lnTo>
                  <a:pt x="38112" y="170688"/>
                </a:lnTo>
                <a:lnTo>
                  <a:pt x="124980" y="115824"/>
                </a:lnTo>
                <a:lnTo>
                  <a:pt x="179844" y="115824"/>
                </a:lnTo>
                <a:lnTo>
                  <a:pt x="187464" y="117348"/>
                </a:lnTo>
                <a:lnTo>
                  <a:pt x="190512" y="118872"/>
                </a:lnTo>
                <a:lnTo>
                  <a:pt x="195084" y="123444"/>
                </a:lnTo>
                <a:lnTo>
                  <a:pt x="198132" y="129540"/>
                </a:lnTo>
                <a:lnTo>
                  <a:pt x="198132" y="143256"/>
                </a:lnTo>
                <a:lnTo>
                  <a:pt x="202704" y="143256"/>
                </a:lnTo>
                <a:lnTo>
                  <a:pt x="202704" y="60960"/>
                </a:lnTo>
                <a:close/>
              </a:path>
              <a:path extrusionOk="0" h="1190625" w="207645">
                <a:moveTo>
                  <a:pt x="205740" y="833628"/>
                </a:moveTo>
                <a:lnTo>
                  <a:pt x="27432" y="833628"/>
                </a:lnTo>
                <a:lnTo>
                  <a:pt x="21336" y="832104"/>
                </a:lnTo>
                <a:lnTo>
                  <a:pt x="16764" y="830580"/>
                </a:lnTo>
                <a:lnTo>
                  <a:pt x="12192" y="826008"/>
                </a:lnTo>
                <a:lnTo>
                  <a:pt x="9144" y="819912"/>
                </a:lnTo>
                <a:lnTo>
                  <a:pt x="9144" y="806196"/>
                </a:lnTo>
                <a:lnTo>
                  <a:pt x="4572" y="806196"/>
                </a:lnTo>
                <a:lnTo>
                  <a:pt x="4572" y="873252"/>
                </a:lnTo>
                <a:lnTo>
                  <a:pt x="9144" y="873252"/>
                </a:lnTo>
                <a:lnTo>
                  <a:pt x="9144" y="858012"/>
                </a:lnTo>
                <a:lnTo>
                  <a:pt x="15240" y="848868"/>
                </a:lnTo>
                <a:lnTo>
                  <a:pt x="18288" y="845820"/>
                </a:lnTo>
                <a:lnTo>
                  <a:pt x="156972" y="845820"/>
                </a:lnTo>
                <a:lnTo>
                  <a:pt x="4572" y="969264"/>
                </a:lnTo>
                <a:lnTo>
                  <a:pt x="4572" y="1021080"/>
                </a:lnTo>
                <a:lnTo>
                  <a:pt x="10668" y="1021080"/>
                </a:lnTo>
                <a:lnTo>
                  <a:pt x="10668" y="1011936"/>
                </a:lnTo>
                <a:lnTo>
                  <a:pt x="12192" y="1008888"/>
                </a:lnTo>
                <a:lnTo>
                  <a:pt x="13716" y="1002792"/>
                </a:lnTo>
                <a:lnTo>
                  <a:pt x="16764" y="998220"/>
                </a:lnTo>
                <a:lnTo>
                  <a:pt x="18288" y="995172"/>
                </a:lnTo>
                <a:lnTo>
                  <a:pt x="25908" y="987552"/>
                </a:lnTo>
                <a:lnTo>
                  <a:pt x="32004" y="982980"/>
                </a:lnTo>
                <a:lnTo>
                  <a:pt x="187452" y="982980"/>
                </a:lnTo>
                <a:lnTo>
                  <a:pt x="190500" y="986028"/>
                </a:lnTo>
                <a:lnTo>
                  <a:pt x="195072" y="989076"/>
                </a:lnTo>
                <a:lnTo>
                  <a:pt x="198120" y="995172"/>
                </a:lnTo>
                <a:lnTo>
                  <a:pt x="198120" y="1010412"/>
                </a:lnTo>
                <a:lnTo>
                  <a:pt x="202692" y="1010412"/>
                </a:lnTo>
                <a:lnTo>
                  <a:pt x="202692" y="943356"/>
                </a:lnTo>
                <a:lnTo>
                  <a:pt x="198120" y="943356"/>
                </a:lnTo>
                <a:lnTo>
                  <a:pt x="198120" y="957072"/>
                </a:lnTo>
                <a:lnTo>
                  <a:pt x="196596" y="963168"/>
                </a:lnTo>
                <a:lnTo>
                  <a:pt x="192024" y="966216"/>
                </a:lnTo>
                <a:lnTo>
                  <a:pt x="188976" y="969264"/>
                </a:lnTo>
                <a:lnTo>
                  <a:pt x="181356" y="970788"/>
                </a:lnTo>
                <a:lnTo>
                  <a:pt x="47244" y="970788"/>
                </a:lnTo>
                <a:lnTo>
                  <a:pt x="205740" y="838200"/>
                </a:lnTo>
                <a:lnTo>
                  <a:pt x="205740" y="833628"/>
                </a:lnTo>
                <a:close/>
              </a:path>
              <a:path extrusionOk="0" h="1190625" w="207645">
                <a:moveTo>
                  <a:pt x="207264" y="306324"/>
                </a:moveTo>
                <a:lnTo>
                  <a:pt x="206984" y="297205"/>
                </a:lnTo>
                <a:lnTo>
                  <a:pt x="206121" y="288226"/>
                </a:lnTo>
                <a:lnTo>
                  <a:pt x="204698" y="279539"/>
                </a:lnTo>
                <a:lnTo>
                  <a:pt x="202692" y="271272"/>
                </a:lnTo>
                <a:lnTo>
                  <a:pt x="201002" y="263258"/>
                </a:lnTo>
                <a:lnTo>
                  <a:pt x="198310" y="255079"/>
                </a:lnTo>
                <a:lnTo>
                  <a:pt x="194767" y="246634"/>
                </a:lnTo>
                <a:lnTo>
                  <a:pt x="190500" y="237744"/>
                </a:lnTo>
                <a:lnTo>
                  <a:pt x="111252" y="237744"/>
                </a:lnTo>
                <a:lnTo>
                  <a:pt x="106680" y="234696"/>
                </a:lnTo>
                <a:lnTo>
                  <a:pt x="102108" y="233172"/>
                </a:lnTo>
                <a:lnTo>
                  <a:pt x="99060" y="227076"/>
                </a:lnTo>
                <a:lnTo>
                  <a:pt x="99060" y="214884"/>
                </a:lnTo>
                <a:lnTo>
                  <a:pt x="94488" y="214884"/>
                </a:lnTo>
                <a:lnTo>
                  <a:pt x="94488" y="291084"/>
                </a:lnTo>
                <a:lnTo>
                  <a:pt x="99060" y="291084"/>
                </a:lnTo>
                <a:lnTo>
                  <a:pt x="99060" y="283464"/>
                </a:lnTo>
                <a:lnTo>
                  <a:pt x="100584" y="278892"/>
                </a:lnTo>
                <a:lnTo>
                  <a:pt x="102108" y="275844"/>
                </a:lnTo>
                <a:lnTo>
                  <a:pt x="103632" y="271272"/>
                </a:lnTo>
                <a:lnTo>
                  <a:pt x="112776" y="266700"/>
                </a:lnTo>
                <a:lnTo>
                  <a:pt x="118872" y="265176"/>
                </a:lnTo>
                <a:lnTo>
                  <a:pt x="187452" y="265176"/>
                </a:lnTo>
                <a:lnTo>
                  <a:pt x="190500" y="272796"/>
                </a:lnTo>
                <a:lnTo>
                  <a:pt x="193548" y="278892"/>
                </a:lnTo>
                <a:lnTo>
                  <a:pt x="195072" y="284988"/>
                </a:lnTo>
                <a:lnTo>
                  <a:pt x="198120" y="292608"/>
                </a:lnTo>
                <a:lnTo>
                  <a:pt x="198120" y="306324"/>
                </a:lnTo>
                <a:lnTo>
                  <a:pt x="187452" y="342900"/>
                </a:lnTo>
                <a:lnTo>
                  <a:pt x="152400" y="370332"/>
                </a:lnTo>
                <a:lnTo>
                  <a:pt x="114261" y="380415"/>
                </a:lnTo>
                <a:lnTo>
                  <a:pt x="100584" y="381000"/>
                </a:lnTo>
                <a:lnTo>
                  <a:pt x="83134" y="380123"/>
                </a:lnTo>
                <a:lnTo>
                  <a:pt x="39624" y="365760"/>
                </a:lnTo>
                <a:lnTo>
                  <a:pt x="11125" y="326542"/>
                </a:lnTo>
                <a:lnTo>
                  <a:pt x="9144" y="309372"/>
                </a:lnTo>
                <a:lnTo>
                  <a:pt x="10287" y="296227"/>
                </a:lnTo>
                <a:lnTo>
                  <a:pt x="33985" y="258203"/>
                </a:lnTo>
                <a:lnTo>
                  <a:pt x="62484" y="243840"/>
                </a:lnTo>
                <a:lnTo>
                  <a:pt x="62484" y="239268"/>
                </a:lnTo>
                <a:lnTo>
                  <a:pt x="0" y="243840"/>
                </a:lnTo>
                <a:lnTo>
                  <a:pt x="0" y="248412"/>
                </a:lnTo>
                <a:lnTo>
                  <a:pt x="4572" y="249936"/>
                </a:lnTo>
                <a:lnTo>
                  <a:pt x="7620" y="249936"/>
                </a:lnTo>
                <a:lnTo>
                  <a:pt x="10668" y="252984"/>
                </a:lnTo>
                <a:lnTo>
                  <a:pt x="10668" y="262128"/>
                </a:lnTo>
                <a:lnTo>
                  <a:pt x="7620" y="266700"/>
                </a:lnTo>
                <a:lnTo>
                  <a:pt x="5600" y="274396"/>
                </a:lnTo>
                <a:lnTo>
                  <a:pt x="1524" y="292608"/>
                </a:lnTo>
                <a:lnTo>
                  <a:pt x="0" y="297180"/>
                </a:lnTo>
                <a:lnTo>
                  <a:pt x="0" y="310896"/>
                </a:lnTo>
                <a:lnTo>
                  <a:pt x="7073" y="350977"/>
                </a:lnTo>
                <a:lnTo>
                  <a:pt x="31432" y="385381"/>
                </a:lnTo>
                <a:lnTo>
                  <a:pt x="68961" y="408101"/>
                </a:lnTo>
                <a:lnTo>
                  <a:pt x="106680" y="414528"/>
                </a:lnTo>
                <a:lnTo>
                  <a:pt x="124396" y="413346"/>
                </a:lnTo>
                <a:lnTo>
                  <a:pt x="170688" y="393192"/>
                </a:lnTo>
                <a:lnTo>
                  <a:pt x="198120" y="356616"/>
                </a:lnTo>
                <a:lnTo>
                  <a:pt x="204978" y="333184"/>
                </a:lnTo>
                <a:lnTo>
                  <a:pt x="207264" y="3063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193" name="Google Shape;4193;p71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4466844" y="5934455"/>
            <a:ext cx="207264" cy="21884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94" name="Google Shape;4194;p71"/>
          <p:cNvGrpSpPr/>
          <p:nvPr/>
        </p:nvGrpSpPr>
        <p:grpSpPr>
          <a:xfrm>
            <a:off x="4471415" y="5286756"/>
            <a:ext cx="201168" cy="536446"/>
            <a:chOff x="4471415" y="5286756"/>
            <a:chExt cx="201168" cy="536446"/>
          </a:xfrm>
        </p:grpSpPr>
        <p:pic>
          <p:nvPicPr>
            <p:cNvPr id="4195" name="Google Shape;4195;p71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4471415" y="5657087"/>
              <a:ext cx="198120" cy="1661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196" name="Google Shape;4196;p71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4532375" y="5286756"/>
              <a:ext cx="140208" cy="35051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197" name="Google Shape;4197;p71"/>
          <p:cNvGrpSpPr/>
          <p:nvPr/>
        </p:nvGrpSpPr>
        <p:grpSpPr>
          <a:xfrm>
            <a:off x="4532363" y="4469892"/>
            <a:ext cx="201180" cy="743711"/>
            <a:chOff x="4532363" y="4469892"/>
            <a:chExt cx="201180" cy="743711"/>
          </a:xfrm>
        </p:grpSpPr>
        <p:pic>
          <p:nvPicPr>
            <p:cNvPr id="4198" name="Google Shape;4198;p71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4532376" y="5073395"/>
              <a:ext cx="201167" cy="1402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99" name="Google Shape;4199;p71"/>
            <p:cNvSpPr/>
            <p:nvPr/>
          </p:nvSpPr>
          <p:spPr>
            <a:xfrm>
              <a:off x="4532363" y="4469892"/>
              <a:ext cx="140335" cy="584200"/>
            </a:xfrm>
            <a:custGeom>
              <a:rect b="b" l="l" r="r" t="t"/>
              <a:pathLst>
                <a:path extrusionOk="0" h="584200" w="140335">
                  <a:moveTo>
                    <a:pt x="137160" y="27432"/>
                  </a:moveTo>
                  <a:lnTo>
                    <a:pt x="132588" y="27432"/>
                  </a:lnTo>
                  <a:lnTo>
                    <a:pt x="132588" y="39624"/>
                  </a:lnTo>
                  <a:lnTo>
                    <a:pt x="129540" y="42672"/>
                  </a:lnTo>
                  <a:lnTo>
                    <a:pt x="128016" y="45720"/>
                  </a:lnTo>
                  <a:lnTo>
                    <a:pt x="126492" y="47244"/>
                  </a:lnTo>
                  <a:lnTo>
                    <a:pt x="123444" y="48768"/>
                  </a:lnTo>
                  <a:lnTo>
                    <a:pt x="118872" y="51816"/>
                  </a:lnTo>
                  <a:lnTo>
                    <a:pt x="44196" y="51816"/>
                  </a:lnTo>
                  <a:lnTo>
                    <a:pt x="35052" y="47244"/>
                  </a:lnTo>
                  <a:lnTo>
                    <a:pt x="28956" y="42672"/>
                  </a:lnTo>
                  <a:lnTo>
                    <a:pt x="21336" y="35052"/>
                  </a:lnTo>
                  <a:lnTo>
                    <a:pt x="21336" y="30480"/>
                  </a:lnTo>
                  <a:lnTo>
                    <a:pt x="22860" y="27432"/>
                  </a:lnTo>
                  <a:lnTo>
                    <a:pt x="27432" y="22860"/>
                  </a:lnTo>
                  <a:lnTo>
                    <a:pt x="30480" y="18288"/>
                  </a:lnTo>
                  <a:lnTo>
                    <a:pt x="32004" y="15240"/>
                  </a:lnTo>
                  <a:lnTo>
                    <a:pt x="32004" y="9144"/>
                  </a:lnTo>
                  <a:lnTo>
                    <a:pt x="30480" y="6096"/>
                  </a:lnTo>
                  <a:lnTo>
                    <a:pt x="27432" y="4572"/>
                  </a:lnTo>
                  <a:lnTo>
                    <a:pt x="25908" y="1524"/>
                  </a:lnTo>
                  <a:lnTo>
                    <a:pt x="21336" y="0"/>
                  </a:lnTo>
                  <a:lnTo>
                    <a:pt x="13716" y="0"/>
                  </a:lnTo>
                  <a:lnTo>
                    <a:pt x="9144" y="1524"/>
                  </a:lnTo>
                  <a:lnTo>
                    <a:pt x="6096" y="6096"/>
                  </a:lnTo>
                  <a:lnTo>
                    <a:pt x="1524" y="9144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2006" y="27178"/>
                  </a:lnTo>
                  <a:lnTo>
                    <a:pt x="8001" y="35623"/>
                  </a:lnTo>
                  <a:lnTo>
                    <a:pt x="18008" y="43802"/>
                  </a:lnTo>
                  <a:lnTo>
                    <a:pt x="32004" y="51816"/>
                  </a:lnTo>
                  <a:lnTo>
                    <a:pt x="0" y="51816"/>
                  </a:lnTo>
                  <a:lnTo>
                    <a:pt x="0" y="57912"/>
                  </a:lnTo>
                  <a:lnTo>
                    <a:pt x="16764" y="99060"/>
                  </a:lnTo>
                  <a:lnTo>
                    <a:pt x="21336" y="97536"/>
                  </a:lnTo>
                  <a:lnTo>
                    <a:pt x="19812" y="94488"/>
                  </a:lnTo>
                  <a:lnTo>
                    <a:pt x="19812" y="82296"/>
                  </a:lnTo>
                  <a:lnTo>
                    <a:pt x="24384" y="77724"/>
                  </a:lnTo>
                  <a:lnTo>
                    <a:pt x="27432" y="77724"/>
                  </a:lnTo>
                  <a:lnTo>
                    <a:pt x="31102" y="76847"/>
                  </a:lnTo>
                  <a:lnTo>
                    <a:pt x="37338" y="76390"/>
                  </a:lnTo>
                  <a:lnTo>
                    <a:pt x="56388" y="76200"/>
                  </a:lnTo>
                  <a:lnTo>
                    <a:pt x="120396" y="76200"/>
                  </a:lnTo>
                  <a:lnTo>
                    <a:pt x="121920" y="77724"/>
                  </a:lnTo>
                  <a:lnTo>
                    <a:pt x="124968" y="77724"/>
                  </a:lnTo>
                  <a:lnTo>
                    <a:pt x="128016" y="79248"/>
                  </a:lnTo>
                  <a:lnTo>
                    <a:pt x="131064" y="85344"/>
                  </a:lnTo>
                  <a:lnTo>
                    <a:pt x="132588" y="89916"/>
                  </a:lnTo>
                  <a:lnTo>
                    <a:pt x="132588" y="96012"/>
                  </a:lnTo>
                  <a:lnTo>
                    <a:pt x="137160" y="96012"/>
                  </a:lnTo>
                  <a:lnTo>
                    <a:pt x="137160" y="27432"/>
                  </a:lnTo>
                  <a:close/>
                </a:path>
                <a:path extrusionOk="0" h="584200" w="140335">
                  <a:moveTo>
                    <a:pt x="140208" y="521208"/>
                  </a:moveTo>
                  <a:lnTo>
                    <a:pt x="131064" y="487680"/>
                  </a:lnTo>
                  <a:lnTo>
                    <a:pt x="131064" y="515112"/>
                  </a:lnTo>
                  <a:lnTo>
                    <a:pt x="129882" y="523951"/>
                  </a:lnTo>
                  <a:lnTo>
                    <a:pt x="98869" y="550481"/>
                  </a:lnTo>
                  <a:lnTo>
                    <a:pt x="87223" y="553694"/>
                  </a:lnTo>
                  <a:lnTo>
                    <a:pt x="87541" y="553694"/>
                  </a:lnTo>
                  <a:lnTo>
                    <a:pt x="73723" y="555675"/>
                  </a:lnTo>
                  <a:lnTo>
                    <a:pt x="59436" y="556260"/>
                  </a:lnTo>
                  <a:lnTo>
                    <a:pt x="50850" y="555980"/>
                  </a:lnTo>
                  <a:lnTo>
                    <a:pt x="10668" y="534924"/>
                  </a:lnTo>
                  <a:lnTo>
                    <a:pt x="9144" y="528828"/>
                  </a:lnTo>
                  <a:lnTo>
                    <a:pt x="9182" y="523951"/>
                  </a:lnTo>
                  <a:lnTo>
                    <a:pt x="34251" y="491477"/>
                  </a:lnTo>
                  <a:lnTo>
                    <a:pt x="79248" y="483108"/>
                  </a:lnTo>
                  <a:lnTo>
                    <a:pt x="92735" y="483679"/>
                  </a:lnTo>
                  <a:lnTo>
                    <a:pt x="128397" y="502539"/>
                  </a:lnTo>
                  <a:lnTo>
                    <a:pt x="131064" y="515112"/>
                  </a:lnTo>
                  <a:lnTo>
                    <a:pt x="131064" y="487680"/>
                  </a:lnTo>
                  <a:lnTo>
                    <a:pt x="94488" y="460819"/>
                  </a:lnTo>
                  <a:lnTo>
                    <a:pt x="67056" y="455676"/>
                  </a:lnTo>
                  <a:lnTo>
                    <a:pt x="55016" y="456780"/>
                  </a:lnTo>
                  <a:lnTo>
                    <a:pt x="12865" y="480898"/>
                  </a:lnTo>
                  <a:lnTo>
                    <a:pt x="0" y="519684"/>
                  </a:lnTo>
                  <a:lnTo>
                    <a:pt x="114" y="521208"/>
                  </a:lnTo>
                  <a:lnTo>
                    <a:pt x="571" y="527685"/>
                  </a:lnTo>
                  <a:lnTo>
                    <a:pt x="19812" y="564261"/>
                  </a:lnTo>
                  <a:lnTo>
                    <a:pt x="62484" y="583120"/>
                  </a:lnTo>
                  <a:lnTo>
                    <a:pt x="71628" y="583692"/>
                  </a:lnTo>
                  <a:lnTo>
                    <a:pt x="83896" y="582815"/>
                  </a:lnTo>
                  <a:lnTo>
                    <a:pt x="126707" y="559358"/>
                  </a:lnTo>
                  <a:lnTo>
                    <a:pt x="138811" y="534924"/>
                  </a:lnTo>
                  <a:lnTo>
                    <a:pt x="140208" y="521208"/>
                  </a:lnTo>
                  <a:close/>
                </a:path>
                <a:path extrusionOk="0" h="584200" w="140335">
                  <a:moveTo>
                    <a:pt x="140220" y="295656"/>
                  </a:moveTo>
                  <a:lnTo>
                    <a:pt x="24396" y="251460"/>
                  </a:lnTo>
                  <a:lnTo>
                    <a:pt x="7632" y="231648"/>
                  </a:lnTo>
                  <a:lnTo>
                    <a:pt x="3060" y="231648"/>
                  </a:lnTo>
                  <a:lnTo>
                    <a:pt x="3060" y="272796"/>
                  </a:lnTo>
                  <a:lnTo>
                    <a:pt x="7632" y="272796"/>
                  </a:lnTo>
                  <a:lnTo>
                    <a:pt x="7632" y="266700"/>
                  </a:lnTo>
                  <a:lnTo>
                    <a:pt x="9156" y="263652"/>
                  </a:lnTo>
                  <a:lnTo>
                    <a:pt x="10680" y="262128"/>
                  </a:lnTo>
                  <a:lnTo>
                    <a:pt x="12204" y="259080"/>
                  </a:lnTo>
                  <a:lnTo>
                    <a:pt x="18300" y="259080"/>
                  </a:lnTo>
                  <a:lnTo>
                    <a:pt x="22872" y="260604"/>
                  </a:lnTo>
                  <a:lnTo>
                    <a:pt x="28968" y="262128"/>
                  </a:lnTo>
                  <a:lnTo>
                    <a:pt x="102120" y="289560"/>
                  </a:lnTo>
                  <a:lnTo>
                    <a:pt x="25920" y="321564"/>
                  </a:lnTo>
                  <a:lnTo>
                    <a:pt x="24396" y="323088"/>
                  </a:lnTo>
                  <a:lnTo>
                    <a:pt x="13728" y="323088"/>
                  </a:lnTo>
                  <a:lnTo>
                    <a:pt x="9156" y="318516"/>
                  </a:lnTo>
                  <a:lnTo>
                    <a:pt x="7632" y="313944"/>
                  </a:lnTo>
                  <a:lnTo>
                    <a:pt x="7632" y="306324"/>
                  </a:lnTo>
                  <a:lnTo>
                    <a:pt x="3060" y="306324"/>
                  </a:lnTo>
                  <a:lnTo>
                    <a:pt x="3060" y="370332"/>
                  </a:lnTo>
                  <a:lnTo>
                    <a:pt x="7632" y="370332"/>
                  </a:lnTo>
                  <a:lnTo>
                    <a:pt x="7632" y="364236"/>
                  </a:lnTo>
                  <a:lnTo>
                    <a:pt x="9156" y="359664"/>
                  </a:lnTo>
                  <a:lnTo>
                    <a:pt x="10680" y="358140"/>
                  </a:lnTo>
                  <a:lnTo>
                    <a:pt x="12204" y="353568"/>
                  </a:lnTo>
                  <a:lnTo>
                    <a:pt x="16776" y="350520"/>
                  </a:lnTo>
                  <a:lnTo>
                    <a:pt x="22872" y="348996"/>
                  </a:lnTo>
                  <a:lnTo>
                    <a:pt x="42684" y="341376"/>
                  </a:lnTo>
                  <a:lnTo>
                    <a:pt x="102120" y="368808"/>
                  </a:lnTo>
                  <a:lnTo>
                    <a:pt x="27444" y="397764"/>
                  </a:lnTo>
                  <a:lnTo>
                    <a:pt x="24396" y="399288"/>
                  </a:lnTo>
                  <a:lnTo>
                    <a:pt x="19824" y="400812"/>
                  </a:lnTo>
                  <a:lnTo>
                    <a:pt x="13728" y="400812"/>
                  </a:lnTo>
                  <a:lnTo>
                    <a:pt x="9156" y="396240"/>
                  </a:lnTo>
                  <a:lnTo>
                    <a:pt x="7632" y="393192"/>
                  </a:lnTo>
                  <a:lnTo>
                    <a:pt x="7632" y="387096"/>
                  </a:lnTo>
                  <a:lnTo>
                    <a:pt x="3060" y="387096"/>
                  </a:lnTo>
                  <a:lnTo>
                    <a:pt x="3060" y="445008"/>
                  </a:lnTo>
                  <a:lnTo>
                    <a:pt x="7632" y="445008"/>
                  </a:lnTo>
                  <a:lnTo>
                    <a:pt x="9156" y="438912"/>
                  </a:lnTo>
                  <a:lnTo>
                    <a:pt x="10680" y="434340"/>
                  </a:lnTo>
                  <a:lnTo>
                    <a:pt x="13728" y="431292"/>
                  </a:lnTo>
                  <a:lnTo>
                    <a:pt x="16776" y="429768"/>
                  </a:lnTo>
                  <a:lnTo>
                    <a:pt x="21348" y="426720"/>
                  </a:lnTo>
                  <a:lnTo>
                    <a:pt x="140220" y="379476"/>
                  </a:lnTo>
                  <a:lnTo>
                    <a:pt x="140220" y="374904"/>
                  </a:lnTo>
                  <a:lnTo>
                    <a:pt x="53352" y="336804"/>
                  </a:lnTo>
                  <a:lnTo>
                    <a:pt x="140220" y="300228"/>
                  </a:lnTo>
                  <a:lnTo>
                    <a:pt x="140220" y="295656"/>
                  </a:lnTo>
                  <a:close/>
                </a:path>
                <a:path extrusionOk="0" h="584200" w="140335">
                  <a:moveTo>
                    <a:pt x="140220" y="164592"/>
                  </a:moveTo>
                  <a:lnTo>
                    <a:pt x="140093" y="163068"/>
                  </a:lnTo>
                  <a:lnTo>
                    <a:pt x="139331" y="153720"/>
                  </a:lnTo>
                  <a:lnTo>
                    <a:pt x="136601" y="143827"/>
                  </a:lnTo>
                  <a:lnTo>
                    <a:pt x="107835" y="115252"/>
                  </a:lnTo>
                  <a:lnTo>
                    <a:pt x="88404" y="109728"/>
                  </a:lnTo>
                  <a:lnTo>
                    <a:pt x="85356" y="112776"/>
                  </a:lnTo>
                  <a:lnTo>
                    <a:pt x="93662" y="116255"/>
                  </a:lnTo>
                  <a:lnTo>
                    <a:pt x="100406" y="120015"/>
                  </a:lnTo>
                  <a:lnTo>
                    <a:pt x="105714" y="124358"/>
                  </a:lnTo>
                  <a:lnTo>
                    <a:pt x="109740" y="129540"/>
                  </a:lnTo>
                  <a:lnTo>
                    <a:pt x="114312" y="135636"/>
                  </a:lnTo>
                  <a:lnTo>
                    <a:pt x="115836" y="143256"/>
                  </a:lnTo>
                  <a:lnTo>
                    <a:pt x="115836" y="152400"/>
                  </a:lnTo>
                  <a:lnTo>
                    <a:pt x="90208" y="192811"/>
                  </a:lnTo>
                  <a:lnTo>
                    <a:pt x="53352" y="201168"/>
                  </a:lnTo>
                  <a:lnTo>
                    <a:pt x="53352" y="140208"/>
                  </a:lnTo>
                  <a:lnTo>
                    <a:pt x="53352" y="109728"/>
                  </a:lnTo>
                  <a:lnTo>
                    <a:pt x="44208" y="110451"/>
                  </a:lnTo>
                  <a:lnTo>
                    <a:pt x="44208" y="140208"/>
                  </a:lnTo>
                  <a:lnTo>
                    <a:pt x="44208" y="201168"/>
                  </a:lnTo>
                  <a:lnTo>
                    <a:pt x="9156" y="176784"/>
                  </a:lnTo>
                  <a:lnTo>
                    <a:pt x="9156" y="163068"/>
                  </a:lnTo>
                  <a:lnTo>
                    <a:pt x="36588" y="140208"/>
                  </a:lnTo>
                  <a:lnTo>
                    <a:pt x="44208" y="140208"/>
                  </a:lnTo>
                  <a:lnTo>
                    <a:pt x="44208" y="110451"/>
                  </a:lnTo>
                  <a:lnTo>
                    <a:pt x="8369" y="131737"/>
                  </a:lnTo>
                  <a:lnTo>
                    <a:pt x="12" y="160020"/>
                  </a:lnTo>
                  <a:lnTo>
                    <a:pt x="1168" y="173151"/>
                  </a:lnTo>
                  <a:lnTo>
                    <a:pt x="29845" y="212217"/>
                  </a:lnTo>
                  <a:lnTo>
                    <a:pt x="71640" y="222504"/>
                  </a:lnTo>
                  <a:lnTo>
                    <a:pt x="87096" y="221361"/>
                  </a:lnTo>
                  <a:lnTo>
                    <a:pt x="86880" y="221361"/>
                  </a:lnTo>
                  <a:lnTo>
                    <a:pt x="100215" y="218122"/>
                  </a:lnTo>
                  <a:lnTo>
                    <a:pt x="111925" y="212864"/>
                  </a:lnTo>
                  <a:lnTo>
                    <a:pt x="121932" y="205740"/>
                  </a:lnTo>
                  <a:lnTo>
                    <a:pt x="125806" y="201168"/>
                  </a:lnTo>
                  <a:lnTo>
                    <a:pt x="129933" y="196316"/>
                  </a:lnTo>
                  <a:lnTo>
                    <a:pt x="135648" y="186309"/>
                  </a:lnTo>
                  <a:lnTo>
                    <a:pt x="135763" y="185928"/>
                  </a:lnTo>
                  <a:lnTo>
                    <a:pt x="139077" y="175742"/>
                  </a:lnTo>
                  <a:lnTo>
                    <a:pt x="140220" y="164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200" name="Google Shape;4200;p71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4491227" y="4175760"/>
            <a:ext cx="181356" cy="2209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01" name="Google Shape;4201;p71"/>
          <p:cNvGrpSpPr/>
          <p:nvPr/>
        </p:nvGrpSpPr>
        <p:grpSpPr>
          <a:xfrm>
            <a:off x="4462272" y="3433572"/>
            <a:ext cx="210311" cy="650748"/>
            <a:chOff x="4462272" y="3433572"/>
            <a:chExt cx="210311" cy="650748"/>
          </a:xfrm>
        </p:grpSpPr>
        <p:pic>
          <p:nvPicPr>
            <p:cNvPr id="4202" name="Google Shape;4202;p71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4462272" y="3803904"/>
              <a:ext cx="210311" cy="2804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03" name="Google Shape;4203;p71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4532375" y="3433572"/>
              <a:ext cx="140208" cy="35052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204" name="Google Shape;4204;p71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4462271" y="2125979"/>
            <a:ext cx="271272" cy="1237487"/>
          </a:xfrm>
          <a:prstGeom prst="rect">
            <a:avLst/>
          </a:prstGeom>
          <a:noFill/>
          <a:ln>
            <a:noFill/>
          </a:ln>
        </p:spPr>
      </p:pic>
      <p:pic>
        <p:nvPicPr>
          <p:cNvPr id="4205" name="Google Shape;4205;p71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4462271" y="1627632"/>
            <a:ext cx="210312" cy="4160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06" name="Google Shape;4206;p71"/>
          <p:cNvGrpSpPr/>
          <p:nvPr/>
        </p:nvGrpSpPr>
        <p:grpSpPr>
          <a:xfrm>
            <a:off x="4462271" y="891539"/>
            <a:ext cx="210312" cy="652272"/>
            <a:chOff x="4462271" y="891539"/>
            <a:chExt cx="210312" cy="652272"/>
          </a:xfrm>
        </p:grpSpPr>
        <p:pic>
          <p:nvPicPr>
            <p:cNvPr id="4207" name="Google Shape;4207;p71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4462271" y="1050035"/>
              <a:ext cx="210312" cy="493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08" name="Google Shape;4208;p71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4462271" y="891539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209" name="Google Shape;4209;p71"/>
          <p:cNvGrpSpPr/>
          <p:nvPr/>
        </p:nvGrpSpPr>
        <p:grpSpPr>
          <a:xfrm>
            <a:off x="4782311" y="8698991"/>
            <a:ext cx="271272" cy="697991"/>
            <a:chOff x="4782311" y="8698991"/>
            <a:chExt cx="271272" cy="697991"/>
          </a:xfrm>
        </p:grpSpPr>
        <p:pic>
          <p:nvPicPr>
            <p:cNvPr id="4210" name="Google Shape;4210;p71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4852416" y="9284207"/>
              <a:ext cx="140208" cy="112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11" name="Google Shape;4211;p71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4852416" y="9136379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12" name="Google Shape;4212;p71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4782311" y="8698991"/>
              <a:ext cx="271272" cy="41300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213" name="Google Shape;4213;p71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4782311" y="7741920"/>
            <a:ext cx="271272" cy="8732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214" name="Google Shape;4214;p71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4811267" y="6734556"/>
            <a:ext cx="242315" cy="914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15" name="Google Shape;4215;p71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5638800" y="9649967"/>
            <a:ext cx="73151" cy="73152"/>
          </a:xfrm>
          <a:prstGeom prst="rect">
            <a:avLst/>
          </a:prstGeom>
          <a:noFill/>
          <a:ln>
            <a:noFill/>
          </a:ln>
        </p:spPr>
      </p:pic>
      <p:sp>
        <p:nvSpPr>
          <p:cNvPr id="4216" name="Google Shape;4216;p71"/>
          <p:cNvSpPr/>
          <p:nvPr/>
        </p:nvSpPr>
        <p:spPr>
          <a:xfrm>
            <a:off x="5570220" y="8543544"/>
            <a:ext cx="205740" cy="862965"/>
          </a:xfrm>
          <a:custGeom>
            <a:rect b="b" l="l" r="r" t="t"/>
            <a:pathLst>
              <a:path extrusionOk="0" h="862965" w="205739">
                <a:moveTo>
                  <a:pt x="99047" y="12192"/>
                </a:moveTo>
                <a:lnTo>
                  <a:pt x="97523" y="7620"/>
                </a:lnTo>
                <a:lnTo>
                  <a:pt x="91427" y="1524"/>
                </a:lnTo>
                <a:lnTo>
                  <a:pt x="86855" y="0"/>
                </a:lnTo>
                <a:lnTo>
                  <a:pt x="77711" y="0"/>
                </a:lnTo>
                <a:lnTo>
                  <a:pt x="73139" y="1524"/>
                </a:lnTo>
                <a:lnTo>
                  <a:pt x="67043" y="7620"/>
                </a:lnTo>
                <a:lnTo>
                  <a:pt x="65519" y="12192"/>
                </a:lnTo>
                <a:lnTo>
                  <a:pt x="65519" y="21336"/>
                </a:lnTo>
                <a:lnTo>
                  <a:pt x="67043" y="25908"/>
                </a:lnTo>
                <a:lnTo>
                  <a:pt x="73139" y="32004"/>
                </a:lnTo>
                <a:lnTo>
                  <a:pt x="77711" y="33528"/>
                </a:lnTo>
                <a:lnTo>
                  <a:pt x="86855" y="33528"/>
                </a:lnTo>
                <a:lnTo>
                  <a:pt x="91427" y="32004"/>
                </a:lnTo>
                <a:lnTo>
                  <a:pt x="97523" y="25908"/>
                </a:lnTo>
                <a:lnTo>
                  <a:pt x="99047" y="21336"/>
                </a:lnTo>
                <a:lnTo>
                  <a:pt x="99047" y="12192"/>
                </a:lnTo>
                <a:close/>
              </a:path>
              <a:path extrusionOk="0" h="862965" w="205739">
                <a:moveTo>
                  <a:pt x="202692" y="655320"/>
                </a:moveTo>
                <a:lnTo>
                  <a:pt x="198120" y="655320"/>
                </a:lnTo>
                <a:lnTo>
                  <a:pt x="198120" y="662940"/>
                </a:lnTo>
                <a:lnTo>
                  <a:pt x="195072" y="669036"/>
                </a:lnTo>
                <a:lnTo>
                  <a:pt x="190500" y="673608"/>
                </a:lnTo>
                <a:lnTo>
                  <a:pt x="187083" y="677278"/>
                </a:lnTo>
                <a:lnTo>
                  <a:pt x="181546" y="681228"/>
                </a:lnTo>
                <a:lnTo>
                  <a:pt x="173990" y="685190"/>
                </a:lnTo>
                <a:lnTo>
                  <a:pt x="164592" y="688848"/>
                </a:lnTo>
                <a:lnTo>
                  <a:pt x="126492" y="704380"/>
                </a:lnTo>
                <a:lnTo>
                  <a:pt x="126492" y="734568"/>
                </a:lnTo>
                <a:lnTo>
                  <a:pt x="126492" y="801624"/>
                </a:lnTo>
                <a:lnTo>
                  <a:pt x="47244" y="766572"/>
                </a:lnTo>
                <a:lnTo>
                  <a:pt x="126492" y="734568"/>
                </a:lnTo>
                <a:lnTo>
                  <a:pt x="126492" y="704380"/>
                </a:lnTo>
                <a:lnTo>
                  <a:pt x="0" y="755904"/>
                </a:lnTo>
                <a:lnTo>
                  <a:pt x="0" y="758952"/>
                </a:lnTo>
                <a:lnTo>
                  <a:pt x="163068" y="830580"/>
                </a:lnTo>
                <a:lnTo>
                  <a:pt x="173367" y="834898"/>
                </a:lnTo>
                <a:lnTo>
                  <a:pt x="181546" y="838771"/>
                </a:lnTo>
                <a:lnTo>
                  <a:pt x="198120" y="862584"/>
                </a:lnTo>
                <a:lnTo>
                  <a:pt x="202692" y="862584"/>
                </a:lnTo>
                <a:lnTo>
                  <a:pt x="202692" y="824484"/>
                </a:lnTo>
                <a:lnTo>
                  <a:pt x="202692" y="801624"/>
                </a:lnTo>
                <a:lnTo>
                  <a:pt x="198120" y="801624"/>
                </a:lnTo>
                <a:lnTo>
                  <a:pt x="196596" y="810768"/>
                </a:lnTo>
                <a:lnTo>
                  <a:pt x="195072" y="816864"/>
                </a:lnTo>
                <a:lnTo>
                  <a:pt x="193548" y="819912"/>
                </a:lnTo>
                <a:lnTo>
                  <a:pt x="188976" y="824484"/>
                </a:lnTo>
                <a:lnTo>
                  <a:pt x="181356" y="824484"/>
                </a:lnTo>
                <a:lnTo>
                  <a:pt x="175260" y="821436"/>
                </a:lnTo>
                <a:lnTo>
                  <a:pt x="137160" y="806196"/>
                </a:lnTo>
                <a:lnTo>
                  <a:pt x="137160" y="801624"/>
                </a:lnTo>
                <a:lnTo>
                  <a:pt x="137160" y="734568"/>
                </a:lnTo>
                <a:lnTo>
                  <a:pt x="137160" y="729996"/>
                </a:lnTo>
                <a:lnTo>
                  <a:pt x="164592" y="719328"/>
                </a:lnTo>
                <a:lnTo>
                  <a:pt x="173736" y="714756"/>
                </a:lnTo>
                <a:lnTo>
                  <a:pt x="181356" y="713232"/>
                </a:lnTo>
                <a:lnTo>
                  <a:pt x="188976" y="713232"/>
                </a:lnTo>
                <a:lnTo>
                  <a:pt x="192024" y="714756"/>
                </a:lnTo>
                <a:lnTo>
                  <a:pt x="193548" y="717804"/>
                </a:lnTo>
                <a:lnTo>
                  <a:pt x="196596" y="719328"/>
                </a:lnTo>
                <a:lnTo>
                  <a:pt x="198120" y="725424"/>
                </a:lnTo>
                <a:lnTo>
                  <a:pt x="198120" y="733044"/>
                </a:lnTo>
                <a:lnTo>
                  <a:pt x="202692" y="733044"/>
                </a:lnTo>
                <a:lnTo>
                  <a:pt x="202692" y="713232"/>
                </a:lnTo>
                <a:lnTo>
                  <a:pt x="202692" y="655320"/>
                </a:lnTo>
                <a:close/>
              </a:path>
              <a:path extrusionOk="0" h="862965" w="205739">
                <a:moveTo>
                  <a:pt x="202692" y="297180"/>
                </a:moveTo>
                <a:lnTo>
                  <a:pt x="152400" y="280416"/>
                </a:lnTo>
                <a:lnTo>
                  <a:pt x="152400" y="286512"/>
                </a:lnTo>
                <a:lnTo>
                  <a:pt x="160972" y="291084"/>
                </a:lnTo>
                <a:lnTo>
                  <a:pt x="168402" y="295656"/>
                </a:lnTo>
                <a:lnTo>
                  <a:pt x="188976" y="320040"/>
                </a:lnTo>
                <a:lnTo>
                  <a:pt x="190500" y="324612"/>
                </a:lnTo>
                <a:lnTo>
                  <a:pt x="192024" y="332232"/>
                </a:lnTo>
                <a:lnTo>
                  <a:pt x="192024" y="387096"/>
                </a:lnTo>
                <a:lnTo>
                  <a:pt x="190500" y="388620"/>
                </a:lnTo>
                <a:lnTo>
                  <a:pt x="188976" y="391668"/>
                </a:lnTo>
                <a:lnTo>
                  <a:pt x="187452" y="393192"/>
                </a:lnTo>
                <a:lnTo>
                  <a:pt x="185928" y="393192"/>
                </a:lnTo>
                <a:lnTo>
                  <a:pt x="184404" y="394716"/>
                </a:lnTo>
                <a:lnTo>
                  <a:pt x="103632" y="394716"/>
                </a:lnTo>
                <a:lnTo>
                  <a:pt x="103632" y="336804"/>
                </a:lnTo>
                <a:lnTo>
                  <a:pt x="106680" y="332232"/>
                </a:lnTo>
                <a:lnTo>
                  <a:pt x="108204" y="327660"/>
                </a:lnTo>
                <a:lnTo>
                  <a:pt x="111252" y="326136"/>
                </a:lnTo>
                <a:lnTo>
                  <a:pt x="114300" y="323088"/>
                </a:lnTo>
                <a:lnTo>
                  <a:pt x="115824" y="323088"/>
                </a:lnTo>
                <a:lnTo>
                  <a:pt x="121920" y="321564"/>
                </a:lnTo>
                <a:lnTo>
                  <a:pt x="131064" y="320040"/>
                </a:lnTo>
                <a:lnTo>
                  <a:pt x="131064" y="315468"/>
                </a:lnTo>
                <a:lnTo>
                  <a:pt x="65532" y="315468"/>
                </a:lnTo>
                <a:lnTo>
                  <a:pt x="65532" y="320040"/>
                </a:lnTo>
                <a:lnTo>
                  <a:pt x="76200" y="320040"/>
                </a:lnTo>
                <a:lnTo>
                  <a:pt x="83820" y="323088"/>
                </a:lnTo>
                <a:lnTo>
                  <a:pt x="88392" y="327660"/>
                </a:lnTo>
                <a:lnTo>
                  <a:pt x="91440" y="332232"/>
                </a:lnTo>
                <a:lnTo>
                  <a:pt x="92964" y="339852"/>
                </a:lnTo>
                <a:lnTo>
                  <a:pt x="92964" y="394716"/>
                </a:lnTo>
                <a:lnTo>
                  <a:pt x="15240" y="394716"/>
                </a:lnTo>
                <a:lnTo>
                  <a:pt x="15240" y="339852"/>
                </a:lnTo>
                <a:lnTo>
                  <a:pt x="15240" y="323088"/>
                </a:lnTo>
                <a:lnTo>
                  <a:pt x="19812" y="313944"/>
                </a:lnTo>
                <a:lnTo>
                  <a:pt x="25908" y="307848"/>
                </a:lnTo>
                <a:lnTo>
                  <a:pt x="30480" y="306324"/>
                </a:lnTo>
                <a:lnTo>
                  <a:pt x="36576" y="303276"/>
                </a:lnTo>
                <a:lnTo>
                  <a:pt x="47244" y="301752"/>
                </a:lnTo>
                <a:lnTo>
                  <a:pt x="47244" y="295656"/>
                </a:lnTo>
                <a:lnTo>
                  <a:pt x="4572" y="297180"/>
                </a:lnTo>
                <a:lnTo>
                  <a:pt x="4572" y="449580"/>
                </a:lnTo>
                <a:lnTo>
                  <a:pt x="9144" y="449580"/>
                </a:lnTo>
                <a:lnTo>
                  <a:pt x="9144" y="434340"/>
                </a:lnTo>
                <a:lnTo>
                  <a:pt x="10668" y="428244"/>
                </a:lnTo>
                <a:lnTo>
                  <a:pt x="15240" y="425196"/>
                </a:lnTo>
                <a:lnTo>
                  <a:pt x="18288" y="423672"/>
                </a:lnTo>
                <a:lnTo>
                  <a:pt x="25908" y="422148"/>
                </a:lnTo>
                <a:lnTo>
                  <a:pt x="184404" y="422148"/>
                </a:lnTo>
                <a:lnTo>
                  <a:pt x="193548" y="426720"/>
                </a:lnTo>
                <a:lnTo>
                  <a:pt x="195072" y="429768"/>
                </a:lnTo>
                <a:lnTo>
                  <a:pt x="196596" y="434340"/>
                </a:lnTo>
                <a:lnTo>
                  <a:pt x="198120" y="437388"/>
                </a:lnTo>
                <a:lnTo>
                  <a:pt x="198120" y="448056"/>
                </a:lnTo>
                <a:lnTo>
                  <a:pt x="196684" y="455752"/>
                </a:lnTo>
                <a:lnTo>
                  <a:pt x="170967" y="491756"/>
                </a:lnTo>
                <a:lnTo>
                  <a:pt x="161531" y="498348"/>
                </a:lnTo>
                <a:lnTo>
                  <a:pt x="105143" y="539496"/>
                </a:lnTo>
                <a:lnTo>
                  <a:pt x="101409" y="527786"/>
                </a:lnTo>
                <a:lnTo>
                  <a:pt x="99847" y="524256"/>
                </a:lnTo>
                <a:lnTo>
                  <a:pt x="99047" y="522478"/>
                </a:lnTo>
                <a:lnTo>
                  <a:pt x="99047" y="591312"/>
                </a:lnTo>
                <a:lnTo>
                  <a:pt x="18275" y="591312"/>
                </a:lnTo>
                <a:lnTo>
                  <a:pt x="15227" y="582168"/>
                </a:lnTo>
                <a:lnTo>
                  <a:pt x="13703" y="574548"/>
                </a:lnTo>
                <a:lnTo>
                  <a:pt x="13703" y="568452"/>
                </a:lnTo>
                <a:lnTo>
                  <a:pt x="31927" y="531329"/>
                </a:lnTo>
                <a:lnTo>
                  <a:pt x="54851" y="524256"/>
                </a:lnTo>
                <a:lnTo>
                  <a:pt x="64046" y="525094"/>
                </a:lnTo>
                <a:lnTo>
                  <a:pt x="64427" y="525094"/>
                </a:lnTo>
                <a:lnTo>
                  <a:pt x="72847" y="527786"/>
                </a:lnTo>
                <a:lnTo>
                  <a:pt x="72999" y="527786"/>
                </a:lnTo>
                <a:lnTo>
                  <a:pt x="80568" y="532625"/>
                </a:lnTo>
                <a:lnTo>
                  <a:pt x="98221" y="569722"/>
                </a:lnTo>
                <a:lnTo>
                  <a:pt x="98234" y="569976"/>
                </a:lnTo>
                <a:lnTo>
                  <a:pt x="98958" y="582168"/>
                </a:lnTo>
                <a:lnTo>
                  <a:pt x="99047" y="591312"/>
                </a:lnTo>
                <a:lnTo>
                  <a:pt x="99047" y="522478"/>
                </a:lnTo>
                <a:lnTo>
                  <a:pt x="71805" y="493966"/>
                </a:lnTo>
                <a:lnTo>
                  <a:pt x="63614" y="491540"/>
                </a:lnTo>
                <a:lnTo>
                  <a:pt x="63436" y="491540"/>
                </a:lnTo>
                <a:lnTo>
                  <a:pt x="54851" y="490728"/>
                </a:lnTo>
                <a:lnTo>
                  <a:pt x="15798" y="513207"/>
                </a:lnTo>
                <a:lnTo>
                  <a:pt x="9017" y="527786"/>
                </a:lnTo>
                <a:lnTo>
                  <a:pt x="7137" y="535546"/>
                </a:lnTo>
                <a:lnTo>
                  <a:pt x="7023" y="536448"/>
                </a:lnTo>
                <a:lnTo>
                  <a:pt x="5702" y="546354"/>
                </a:lnTo>
                <a:lnTo>
                  <a:pt x="5638" y="547484"/>
                </a:lnTo>
                <a:lnTo>
                  <a:pt x="4851" y="559460"/>
                </a:lnTo>
                <a:lnTo>
                  <a:pt x="4762" y="563880"/>
                </a:lnTo>
                <a:lnTo>
                  <a:pt x="4648" y="569976"/>
                </a:lnTo>
                <a:lnTo>
                  <a:pt x="4559" y="646176"/>
                </a:lnTo>
                <a:lnTo>
                  <a:pt x="9131" y="646176"/>
                </a:lnTo>
                <a:lnTo>
                  <a:pt x="9131" y="632460"/>
                </a:lnTo>
                <a:lnTo>
                  <a:pt x="10655" y="626364"/>
                </a:lnTo>
                <a:lnTo>
                  <a:pt x="15227" y="623316"/>
                </a:lnTo>
                <a:lnTo>
                  <a:pt x="18275" y="620268"/>
                </a:lnTo>
                <a:lnTo>
                  <a:pt x="25895" y="618744"/>
                </a:lnTo>
                <a:lnTo>
                  <a:pt x="179819" y="618744"/>
                </a:lnTo>
                <a:lnTo>
                  <a:pt x="185915" y="620268"/>
                </a:lnTo>
                <a:lnTo>
                  <a:pt x="195059" y="624840"/>
                </a:lnTo>
                <a:lnTo>
                  <a:pt x="198107" y="630936"/>
                </a:lnTo>
                <a:lnTo>
                  <a:pt x="198107" y="646176"/>
                </a:lnTo>
                <a:lnTo>
                  <a:pt x="202679" y="646176"/>
                </a:lnTo>
                <a:lnTo>
                  <a:pt x="202679" y="618744"/>
                </a:lnTo>
                <a:lnTo>
                  <a:pt x="202679" y="591312"/>
                </a:lnTo>
                <a:lnTo>
                  <a:pt x="202679" y="563880"/>
                </a:lnTo>
                <a:lnTo>
                  <a:pt x="198107" y="563880"/>
                </a:lnTo>
                <a:lnTo>
                  <a:pt x="198107" y="579120"/>
                </a:lnTo>
                <a:lnTo>
                  <a:pt x="192011" y="588264"/>
                </a:lnTo>
                <a:lnTo>
                  <a:pt x="188963" y="589788"/>
                </a:lnTo>
                <a:lnTo>
                  <a:pt x="179819" y="591312"/>
                </a:lnTo>
                <a:lnTo>
                  <a:pt x="109715" y="591312"/>
                </a:lnTo>
                <a:lnTo>
                  <a:pt x="109715" y="569976"/>
                </a:lnTo>
                <a:lnTo>
                  <a:pt x="151041" y="539496"/>
                </a:lnTo>
                <a:lnTo>
                  <a:pt x="202679" y="501396"/>
                </a:lnTo>
                <a:lnTo>
                  <a:pt x="202679" y="449580"/>
                </a:lnTo>
                <a:lnTo>
                  <a:pt x="202692" y="297180"/>
                </a:lnTo>
                <a:close/>
              </a:path>
              <a:path extrusionOk="0" h="862965" w="205739">
                <a:moveTo>
                  <a:pt x="202692" y="65532"/>
                </a:moveTo>
                <a:lnTo>
                  <a:pt x="198120" y="65532"/>
                </a:lnTo>
                <a:lnTo>
                  <a:pt x="198120" y="73152"/>
                </a:lnTo>
                <a:lnTo>
                  <a:pt x="195072" y="79248"/>
                </a:lnTo>
                <a:lnTo>
                  <a:pt x="190500" y="83820"/>
                </a:lnTo>
                <a:lnTo>
                  <a:pt x="187083" y="87490"/>
                </a:lnTo>
                <a:lnTo>
                  <a:pt x="181546" y="91440"/>
                </a:lnTo>
                <a:lnTo>
                  <a:pt x="173990" y="95402"/>
                </a:lnTo>
                <a:lnTo>
                  <a:pt x="164592" y="99060"/>
                </a:lnTo>
                <a:lnTo>
                  <a:pt x="126492" y="114592"/>
                </a:lnTo>
                <a:lnTo>
                  <a:pt x="126492" y="144780"/>
                </a:lnTo>
                <a:lnTo>
                  <a:pt x="126492" y="210312"/>
                </a:lnTo>
                <a:lnTo>
                  <a:pt x="47244" y="176784"/>
                </a:lnTo>
                <a:lnTo>
                  <a:pt x="126492" y="144780"/>
                </a:lnTo>
                <a:lnTo>
                  <a:pt x="126492" y="114592"/>
                </a:lnTo>
                <a:lnTo>
                  <a:pt x="0" y="166116"/>
                </a:lnTo>
                <a:lnTo>
                  <a:pt x="0" y="169164"/>
                </a:lnTo>
                <a:lnTo>
                  <a:pt x="163068" y="239268"/>
                </a:lnTo>
                <a:lnTo>
                  <a:pt x="173367" y="243827"/>
                </a:lnTo>
                <a:lnTo>
                  <a:pt x="198120" y="272796"/>
                </a:lnTo>
                <a:lnTo>
                  <a:pt x="202692" y="272796"/>
                </a:lnTo>
                <a:lnTo>
                  <a:pt x="202692" y="233172"/>
                </a:lnTo>
                <a:lnTo>
                  <a:pt x="202692" y="210312"/>
                </a:lnTo>
                <a:lnTo>
                  <a:pt x="198120" y="210312"/>
                </a:lnTo>
                <a:lnTo>
                  <a:pt x="196596" y="220980"/>
                </a:lnTo>
                <a:lnTo>
                  <a:pt x="195072" y="227076"/>
                </a:lnTo>
                <a:lnTo>
                  <a:pt x="193548" y="230124"/>
                </a:lnTo>
                <a:lnTo>
                  <a:pt x="190500" y="231648"/>
                </a:lnTo>
                <a:lnTo>
                  <a:pt x="188976" y="233172"/>
                </a:lnTo>
                <a:lnTo>
                  <a:pt x="181356" y="233172"/>
                </a:lnTo>
                <a:lnTo>
                  <a:pt x="175260" y="231648"/>
                </a:lnTo>
                <a:lnTo>
                  <a:pt x="167640" y="228600"/>
                </a:lnTo>
                <a:lnTo>
                  <a:pt x="137160" y="214884"/>
                </a:lnTo>
                <a:lnTo>
                  <a:pt x="137160" y="210312"/>
                </a:lnTo>
                <a:lnTo>
                  <a:pt x="137160" y="144780"/>
                </a:lnTo>
                <a:lnTo>
                  <a:pt x="137160" y="140208"/>
                </a:lnTo>
                <a:lnTo>
                  <a:pt x="164592" y="129540"/>
                </a:lnTo>
                <a:lnTo>
                  <a:pt x="173736" y="124968"/>
                </a:lnTo>
                <a:lnTo>
                  <a:pt x="181356" y="123444"/>
                </a:lnTo>
                <a:lnTo>
                  <a:pt x="188976" y="123444"/>
                </a:lnTo>
                <a:lnTo>
                  <a:pt x="192024" y="124968"/>
                </a:lnTo>
                <a:lnTo>
                  <a:pt x="196596" y="129540"/>
                </a:lnTo>
                <a:lnTo>
                  <a:pt x="198120" y="135636"/>
                </a:lnTo>
                <a:lnTo>
                  <a:pt x="198120" y="143256"/>
                </a:lnTo>
                <a:lnTo>
                  <a:pt x="202692" y="143256"/>
                </a:lnTo>
                <a:lnTo>
                  <a:pt x="202692" y="123444"/>
                </a:lnTo>
                <a:lnTo>
                  <a:pt x="202692" y="65532"/>
                </a:lnTo>
                <a:close/>
              </a:path>
              <a:path extrusionOk="0" h="862965" w="205739">
                <a:moveTo>
                  <a:pt x="205727" y="12192"/>
                </a:moveTo>
                <a:lnTo>
                  <a:pt x="204203" y="7620"/>
                </a:lnTo>
                <a:lnTo>
                  <a:pt x="198107" y="1524"/>
                </a:lnTo>
                <a:lnTo>
                  <a:pt x="193535" y="0"/>
                </a:lnTo>
                <a:lnTo>
                  <a:pt x="184391" y="0"/>
                </a:lnTo>
                <a:lnTo>
                  <a:pt x="179819" y="1524"/>
                </a:lnTo>
                <a:lnTo>
                  <a:pt x="173723" y="7620"/>
                </a:lnTo>
                <a:lnTo>
                  <a:pt x="172199" y="12192"/>
                </a:lnTo>
                <a:lnTo>
                  <a:pt x="172199" y="21336"/>
                </a:lnTo>
                <a:lnTo>
                  <a:pt x="173723" y="25908"/>
                </a:lnTo>
                <a:lnTo>
                  <a:pt x="179819" y="32004"/>
                </a:lnTo>
                <a:lnTo>
                  <a:pt x="184391" y="33528"/>
                </a:lnTo>
                <a:lnTo>
                  <a:pt x="193535" y="33528"/>
                </a:lnTo>
                <a:lnTo>
                  <a:pt x="198107" y="32004"/>
                </a:lnTo>
                <a:lnTo>
                  <a:pt x="204203" y="25908"/>
                </a:lnTo>
                <a:lnTo>
                  <a:pt x="205727" y="21336"/>
                </a:lnTo>
                <a:lnTo>
                  <a:pt x="205727" y="121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7" name="Google Shape;4217;p71"/>
          <p:cNvSpPr/>
          <p:nvPr/>
        </p:nvSpPr>
        <p:spPr>
          <a:xfrm>
            <a:off x="5570220" y="7475220"/>
            <a:ext cx="205740" cy="967740"/>
          </a:xfrm>
          <a:custGeom>
            <a:rect b="b" l="l" r="r" t="t"/>
            <a:pathLst>
              <a:path extrusionOk="0" h="967740" w="205739">
                <a:moveTo>
                  <a:pt x="202679" y="530352"/>
                </a:moveTo>
                <a:lnTo>
                  <a:pt x="198107" y="530352"/>
                </a:lnTo>
                <a:lnTo>
                  <a:pt x="198107" y="536448"/>
                </a:lnTo>
                <a:lnTo>
                  <a:pt x="196583" y="541020"/>
                </a:lnTo>
                <a:lnTo>
                  <a:pt x="195059" y="542544"/>
                </a:lnTo>
                <a:lnTo>
                  <a:pt x="193535" y="545592"/>
                </a:lnTo>
                <a:lnTo>
                  <a:pt x="190487" y="548640"/>
                </a:lnTo>
                <a:lnTo>
                  <a:pt x="187439" y="550164"/>
                </a:lnTo>
                <a:lnTo>
                  <a:pt x="114287" y="550164"/>
                </a:lnTo>
                <a:lnTo>
                  <a:pt x="106603" y="550430"/>
                </a:lnTo>
                <a:lnTo>
                  <a:pt x="70091" y="565404"/>
                </a:lnTo>
                <a:lnTo>
                  <a:pt x="65519" y="577596"/>
                </a:lnTo>
                <a:lnTo>
                  <a:pt x="65519" y="591312"/>
                </a:lnTo>
                <a:lnTo>
                  <a:pt x="67043" y="598932"/>
                </a:lnTo>
                <a:lnTo>
                  <a:pt x="71615" y="605028"/>
                </a:lnTo>
                <a:lnTo>
                  <a:pt x="74764" y="610768"/>
                </a:lnTo>
                <a:lnTo>
                  <a:pt x="79616" y="616648"/>
                </a:lnTo>
                <a:lnTo>
                  <a:pt x="86194" y="622820"/>
                </a:lnTo>
                <a:lnTo>
                  <a:pt x="94475" y="629412"/>
                </a:lnTo>
                <a:lnTo>
                  <a:pt x="85331" y="632460"/>
                </a:lnTo>
                <a:lnTo>
                  <a:pt x="77711" y="635508"/>
                </a:lnTo>
                <a:lnTo>
                  <a:pt x="68567" y="647700"/>
                </a:lnTo>
                <a:lnTo>
                  <a:pt x="65519" y="655320"/>
                </a:lnTo>
                <a:lnTo>
                  <a:pt x="65519" y="667512"/>
                </a:lnTo>
                <a:lnTo>
                  <a:pt x="67043" y="673608"/>
                </a:lnTo>
                <a:lnTo>
                  <a:pt x="70091" y="682752"/>
                </a:lnTo>
                <a:lnTo>
                  <a:pt x="73139" y="687324"/>
                </a:lnTo>
                <a:lnTo>
                  <a:pt x="79235" y="693420"/>
                </a:lnTo>
                <a:lnTo>
                  <a:pt x="83807" y="699516"/>
                </a:lnTo>
                <a:lnTo>
                  <a:pt x="94475" y="708660"/>
                </a:lnTo>
                <a:lnTo>
                  <a:pt x="65519" y="708660"/>
                </a:lnTo>
                <a:lnTo>
                  <a:pt x="65519" y="714756"/>
                </a:lnTo>
                <a:lnTo>
                  <a:pt x="82283" y="755904"/>
                </a:lnTo>
                <a:lnTo>
                  <a:pt x="86855" y="752856"/>
                </a:lnTo>
                <a:lnTo>
                  <a:pt x="83807" y="746760"/>
                </a:lnTo>
                <a:lnTo>
                  <a:pt x="83807" y="740664"/>
                </a:lnTo>
                <a:lnTo>
                  <a:pt x="86855" y="737616"/>
                </a:lnTo>
                <a:lnTo>
                  <a:pt x="86855" y="736092"/>
                </a:lnTo>
                <a:lnTo>
                  <a:pt x="89903" y="734568"/>
                </a:lnTo>
                <a:lnTo>
                  <a:pt x="92951" y="734568"/>
                </a:lnTo>
                <a:lnTo>
                  <a:pt x="97269" y="733691"/>
                </a:lnTo>
                <a:lnTo>
                  <a:pt x="103428" y="733234"/>
                </a:lnTo>
                <a:lnTo>
                  <a:pt x="121907" y="733044"/>
                </a:lnTo>
                <a:lnTo>
                  <a:pt x="185915" y="733044"/>
                </a:lnTo>
                <a:lnTo>
                  <a:pt x="195059" y="737616"/>
                </a:lnTo>
                <a:lnTo>
                  <a:pt x="196583" y="740664"/>
                </a:lnTo>
                <a:lnTo>
                  <a:pt x="196583" y="742188"/>
                </a:lnTo>
                <a:lnTo>
                  <a:pt x="198107" y="746760"/>
                </a:lnTo>
                <a:lnTo>
                  <a:pt x="198107" y="752856"/>
                </a:lnTo>
                <a:lnTo>
                  <a:pt x="202679" y="752856"/>
                </a:lnTo>
                <a:lnTo>
                  <a:pt x="202679" y="688848"/>
                </a:lnTo>
                <a:lnTo>
                  <a:pt x="198107" y="688848"/>
                </a:lnTo>
                <a:lnTo>
                  <a:pt x="198107" y="694944"/>
                </a:lnTo>
                <a:lnTo>
                  <a:pt x="196583" y="699516"/>
                </a:lnTo>
                <a:lnTo>
                  <a:pt x="196583" y="702564"/>
                </a:lnTo>
                <a:lnTo>
                  <a:pt x="195059" y="704088"/>
                </a:lnTo>
                <a:lnTo>
                  <a:pt x="192011" y="705612"/>
                </a:lnTo>
                <a:lnTo>
                  <a:pt x="190487" y="707136"/>
                </a:lnTo>
                <a:lnTo>
                  <a:pt x="187439" y="708660"/>
                </a:lnTo>
                <a:lnTo>
                  <a:pt x="102095" y="708660"/>
                </a:lnTo>
                <a:lnTo>
                  <a:pt x="95999" y="704088"/>
                </a:lnTo>
                <a:lnTo>
                  <a:pt x="91427" y="697992"/>
                </a:lnTo>
                <a:lnTo>
                  <a:pt x="88379" y="690372"/>
                </a:lnTo>
                <a:lnTo>
                  <a:pt x="85331" y="685800"/>
                </a:lnTo>
                <a:lnTo>
                  <a:pt x="83807" y="681228"/>
                </a:lnTo>
                <a:lnTo>
                  <a:pt x="83807" y="667512"/>
                </a:lnTo>
                <a:lnTo>
                  <a:pt x="86855" y="662940"/>
                </a:lnTo>
                <a:lnTo>
                  <a:pt x="92951" y="658368"/>
                </a:lnTo>
                <a:lnTo>
                  <a:pt x="97523" y="655320"/>
                </a:lnTo>
                <a:lnTo>
                  <a:pt x="105143" y="653796"/>
                </a:lnTo>
                <a:lnTo>
                  <a:pt x="187439" y="653796"/>
                </a:lnTo>
                <a:lnTo>
                  <a:pt x="193535" y="656844"/>
                </a:lnTo>
                <a:lnTo>
                  <a:pt x="195059" y="659892"/>
                </a:lnTo>
                <a:lnTo>
                  <a:pt x="196583" y="661416"/>
                </a:lnTo>
                <a:lnTo>
                  <a:pt x="198107" y="667512"/>
                </a:lnTo>
                <a:lnTo>
                  <a:pt x="198107" y="673608"/>
                </a:lnTo>
                <a:lnTo>
                  <a:pt x="202679" y="673608"/>
                </a:lnTo>
                <a:lnTo>
                  <a:pt x="202679" y="609600"/>
                </a:lnTo>
                <a:lnTo>
                  <a:pt x="198107" y="609600"/>
                </a:lnTo>
                <a:lnTo>
                  <a:pt x="198107" y="615696"/>
                </a:lnTo>
                <a:lnTo>
                  <a:pt x="196583" y="620268"/>
                </a:lnTo>
                <a:lnTo>
                  <a:pt x="195059" y="623316"/>
                </a:lnTo>
                <a:lnTo>
                  <a:pt x="190487" y="627888"/>
                </a:lnTo>
                <a:lnTo>
                  <a:pt x="187439" y="629412"/>
                </a:lnTo>
                <a:lnTo>
                  <a:pt x="102095" y="629412"/>
                </a:lnTo>
                <a:lnTo>
                  <a:pt x="83807" y="600456"/>
                </a:lnTo>
                <a:lnTo>
                  <a:pt x="83807" y="588264"/>
                </a:lnTo>
                <a:lnTo>
                  <a:pt x="86855" y="582168"/>
                </a:lnTo>
                <a:lnTo>
                  <a:pt x="92951" y="577596"/>
                </a:lnTo>
                <a:lnTo>
                  <a:pt x="97523" y="576072"/>
                </a:lnTo>
                <a:lnTo>
                  <a:pt x="105143" y="574548"/>
                </a:lnTo>
                <a:lnTo>
                  <a:pt x="187439" y="574548"/>
                </a:lnTo>
                <a:lnTo>
                  <a:pt x="193535" y="577596"/>
                </a:lnTo>
                <a:lnTo>
                  <a:pt x="195059" y="579120"/>
                </a:lnTo>
                <a:lnTo>
                  <a:pt x="196583" y="582168"/>
                </a:lnTo>
                <a:lnTo>
                  <a:pt x="198107" y="586740"/>
                </a:lnTo>
                <a:lnTo>
                  <a:pt x="198107" y="594360"/>
                </a:lnTo>
                <a:lnTo>
                  <a:pt x="202679" y="594360"/>
                </a:lnTo>
                <a:lnTo>
                  <a:pt x="202679" y="530352"/>
                </a:lnTo>
                <a:close/>
              </a:path>
              <a:path extrusionOk="0" h="967740" w="205739">
                <a:moveTo>
                  <a:pt x="202679" y="83820"/>
                </a:moveTo>
                <a:lnTo>
                  <a:pt x="198107" y="83820"/>
                </a:lnTo>
                <a:lnTo>
                  <a:pt x="198107" y="89916"/>
                </a:lnTo>
                <a:lnTo>
                  <a:pt x="196583" y="92964"/>
                </a:lnTo>
                <a:lnTo>
                  <a:pt x="196583" y="96012"/>
                </a:lnTo>
                <a:lnTo>
                  <a:pt x="195059" y="99060"/>
                </a:lnTo>
                <a:lnTo>
                  <a:pt x="192011" y="100584"/>
                </a:lnTo>
                <a:lnTo>
                  <a:pt x="190487" y="100584"/>
                </a:lnTo>
                <a:lnTo>
                  <a:pt x="187439" y="102108"/>
                </a:lnTo>
                <a:lnTo>
                  <a:pt x="181343" y="103632"/>
                </a:lnTo>
                <a:lnTo>
                  <a:pt x="107238" y="103682"/>
                </a:lnTo>
                <a:lnTo>
                  <a:pt x="99809" y="104013"/>
                </a:lnTo>
                <a:lnTo>
                  <a:pt x="67043" y="124968"/>
                </a:lnTo>
                <a:lnTo>
                  <a:pt x="65519" y="131064"/>
                </a:lnTo>
                <a:lnTo>
                  <a:pt x="65519" y="138684"/>
                </a:lnTo>
                <a:lnTo>
                  <a:pt x="67259" y="149263"/>
                </a:lnTo>
                <a:lnTo>
                  <a:pt x="72567" y="160401"/>
                </a:lnTo>
                <a:lnTo>
                  <a:pt x="81597" y="172123"/>
                </a:lnTo>
                <a:lnTo>
                  <a:pt x="94475" y="184404"/>
                </a:lnTo>
                <a:lnTo>
                  <a:pt x="65519" y="184404"/>
                </a:lnTo>
                <a:lnTo>
                  <a:pt x="65519" y="190500"/>
                </a:lnTo>
                <a:lnTo>
                  <a:pt x="82283" y="231648"/>
                </a:lnTo>
                <a:lnTo>
                  <a:pt x="86855" y="228600"/>
                </a:lnTo>
                <a:lnTo>
                  <a:pt x="85331" y="225552"/>
                </a:lnTo>
                <a:lnTo>
                  <a:pt x="83807" y="220980"/>
                </a:lnTo>
                <a:lnTo>
                  <a:pt x="83807" y="216408"/>
                </a:lnTo>
                <a:lnTo>
                  <a:pt x="89903" y="210312"/>
                </a:lnTo>
                <a:lnTo>
                  <a:pt x="92951" y="208788"/>
                </a:lnTo>
                <a:lnTo>
                  <a:pt x="188963" y="208788"/>
                </a:lnTo>
                <a:lnTo>
                  <a:pt x="192011" y="211836"/>
                </a:lnTo>
                <a:lnTo>
                  <a:pt x="196583" y="213360"/>
                </a:lnTo>
                <a:lnTo>
                  <a:pt x="198107" y="217932"/>
                </a:lnTo>
                <a:lnTo>
                  <a:pt x="198107" y="228600"/>
                </a:lnTo>
                <a:lnTo>
                  <a:pt x="202679" y="228600"/>
                </a:lnTo>
                <a:lnTo>
                  <a:pt x="202679" y="164592"/>
                </a:lnTo>
                <a:lnTo>
                  <a:pt x="198107" y="164592"/>
                </a:lnTo>
                <a:lnTo>
                  <a:pt x="198107" y="170688"/>
                </a:lnTo>
                <a:lnTo>
                  <a:pt x="196583" y="175260"/>
                </a:lnTo>
                <a:lnTo>
                  <a:pt x="196583" y="176784"/>
                </a:lnTo>
                <a:lnTo>
                  <a:pt x="195059" y="179832"/>
                </a:lnTo>
                <a:lnTo>
                  <a:pt x="188963" y="182880"/>
                </a:lnTo>
                <a:lnTo>
                  <a:pt x="187439" y="182880"/>
                </a:lnTo>
                <a:lnTo>
                  <a:pt x="181343" y="184404"/>
                </a:lnTo>
                <a:lnTo>
                  <a:pt x="102095" y="184404"/>
                </a:lnTo>
                <a:lnTo>
                  <a:pt x="94094" y="175260"/>
                </a:lnTo>
                <a:lnTo>
                  <a:pt x="88379" y="166116"/>
                </a:lnTo>
                <a:lnTo>
                  <a:pt x="84950" y="156972"/>
                </a:lnTo>
                <a:lnTo>
                  <a:pt x="83807" y="147828"/>
                </a:lnTo>
                <a:lnTo>
                  <a:pt x="83807" y="140208"/>
                </a:lnTo>
                <a:lnTo>
                  <a:pt x="117335" y="128016"/>
                </a:lnTo>
                <a:lnTo>
                  <a:pt x="185915" y="128016"/>
                </a:lnTo>
                <a:lnTo>
                  <a:pt x="190487" y="129540"/>
                </a:lnTo>
                <a:lnTo>
                  <a:pt x="193535" y="131064"/>
                </a:lnTo>
                <a:lnTo>
                  <a:pt x="195059" y="132588"/>
                </a:lnTo>
                <a:lnTo>
                  <a:pt x="198107" y="138684"/>
                </a:lnTo>
                <a:lnTo>
                  <a:pt x="198107" y="147828"/>
                </a:lnTo>
                <a:lnTo>
                  <a:pt x="202679" y="147828"/>
                </a:lnTo>
                <a:lnTo>
                  <a:pt x="202679" y="83820"/>
                </a:lnTo>
                <a:close/>
              </a:path>
              <a:path extrusionOk="0" h="967740" w="205739">
                <a:moveTo>
                  <a:pt x="202692" y="760476"/>
                </a:moveTo>
                <a:lnTo>
                  <a:pt x="198120" y="760476"/>
                </a:lnTo>
                <a:lnTo>
                  <a:pt x="198120" y="768096"/>
                </a:lnTo>
                <a:lnTo>
                  <a:pt x="195072" y="774192"/>
                </a:lnTo>
                <a:lnTo>
                  <a:pt x="190500" y="778764"/>
                </a:lnTo>
                <a:lnTo>
                  <a:pt x="187083" y="782218"/>
                </a:lnTo>
                <a:lnTo>
                  <a:pt x="181546" y="785812"/>
                </a:lnTo>
                <a:lnTo>
                  <a:pt x="173990" y="789698"/>
                </a:lnTo>
                <a:lnTo>
                  <a:pt x="164592" y="794004"/>
                </a:lnTo>
                <a:lnTo>
                  <a:pt x="126492" y="809180"/>
                </a:lnTo>
                <a:lnTo>
                  <a:pt x="126492" y="838200"/>
                </a:lnTo>
                <a:lnTo>
                  <a:pt x="126492" y="905256"/>
                </a:lnTo>
                <a:lnTo>
                  <a:pt x="47244" y="871728"/>
                </a:lnTo>
                <a:lnTo>
                  <a:pt x="126492" y="838200"/>
                </a:lnTo>
                <a:lnTo>
                  <a:pt x="126492" y="809180"/>
                </a:lnTo>
                <a:lnTo>
                  <a:pt x="0" y="859536"/>
                </a:lnTo>
                <a:lnTo>
                  <a:pt x="0" y="864108"/>
                </a:lnTo>
                <a:lnTo>
                  <a:pt x="163068" y="934212"/>
                </a:lnTo>
                <a:lnTo>
                  <a:pt x="173367" y="938771"/>
                </a:lnTo>
                <a:lnTo>
                  <a:pt x="198120" y="967740"/>
                </a:lnTo>
                <a:lnTo>
                  <a:pt x="202692" y="967740"/>
                </a:lnTo>
                <a:lnTo>
                  <a:pt x="202692" y="928116"/>
                </a:lnTo>
                <a:lnTo>
                  <a:pt x="202692" y="905256"/>
                </a:lnTo>
                <a:lnTo>
                  <a:pt x="198120" y="905256"/>
                </a:lnTo>
                <a:lnTo>
                  <a:pt x="196596" y="915924"/>
                </a:lnTo>
                <a:lnTo>
                  <a:pt x="195072" y="922020"/>
                </a:lnTo>
                <a:lnTo>
                  <a:pt x="188976" y="928116"/>
                </a:lnTo>
                <a:lnTo>
                  <a:pt x="181356" y="928116"/>
                </a:lnTo>
                <a:lnTo>
                  <a:pt x="175260" y="926592"/>
                </a:lnTo>
                <a:lnTo>
                  <a:pt x="167640" y="923544"/>
                </a:lnTo>
                <a:lnTo>
                  <a:pt x="137160" y="909828"/>
                </a:lnTo>
                <a:lnTo>
                  <a:pt x="137160" y="905256"/>
                </a:lnTo>
                <a:lnTo>
                  <a:pt x="137160" y="838200"/>
                </a:lnTo>
                <a:lnTo>
                  <a:pt x="137160" y="835152"/>
                </a:lnTo>
                <a:lnTo>
                  <a:pt x="164592" y="822960"/>
                </a:lnTo>
                <a:lnTo>
                  <a:pt x="173736" y="819912"/>
                </a:lnTo>
                <a:lnTo>
                  <a:pt x="181356" y="818388"/>
                </a:lnTo>
                <a:lnTo>
                  <a:pt x="188976" y="818388"/>
                </a:lnTo>
                <a:lnTo>
                  <a:pt x="192024" y="819912"/>
                </a:lnTo>
                <a:lnTo>
                  <a:pt x="196596" y="824484"/>
                </a:lnTo>
                <a:lnTo>
                  <a:pt x="198120" y="830580"/>
                </a:lnTo>
                <a:lnTo>
                  <a:pt x="198120" y="838200"/>
                </a:lnTo>
                <a:lnTo>
                  <a:pt x="202692" y="838200"/>
                </a:lnTo>
                <a:lnTo>
                  <a:pt x="202692" y="818388"/>
                </a:lnTo>
                <a:lnTo>
                  <a:pt x="202692" y="760476"/>
                </a:lnTo>
                <a:close/>
              </a:path>
              <a:path extrusionOk="0" h="967740" w="205739">
                <a:moveTo>
                  <a:pt x="205727" y="27432"/>
                </a:moveTo>
                <a:lnTo>
                  <a:pt x="176771" y="0"/>
                </a:lnTo>
                <a:lnTo>
                  <a:pt x="176771" y="6096"/>
                </a:lnTo>
                <a:lnTo>
                  <a:pt x="179819" y="7620"/>
                </a:lnTo>
                <a:lnTo>
                  <a:pt x="182867" y="10668"/>
                </a:lnTo>
                <a:lnTo>
                  <a:pt x="187439" y="19812"/>
                </a:lnTo>
                <a:lnTo>
                  <a:pt x="187439" y="25908"/>
                </a:lnTo>
                <a:lnTo>
                  <a:pt x="185915" y="28956"/>
                </a:lnTo>
                <a:lnTo>
                  <a:pt x="179819" y="35052"/>
                </a:lnTo>
                <a:lnTo>
                  <a:pt x="77711" y="35052"/>
                </a:lnTo>
                <a:lnTo>
                  <a:pt x="77711" y="4572"/>
                </a:lnTo>
                <a:lnTo>
                  <a:pt x="68567" y="4572"/>
                </a:lnTo>
                <a:lnTo>
                  <a:pt x="68567" y="35052"/>
                </a:lnTo>
                <a:lnTo>
                  <a:pt x="24371" y="35052"/>
                </a:lnTo>
                <a:lnTo>
                  <a:pt x="24371" y="38100"/>
                </a:lnTo>
                <a:lnTo>
                  <a:pt x="33515" y="42672"/>
                </a:lnTo>
                <a:lnTo>
                  <a:pt x="41135" y="45720"/>
                </a:lnTo>
                <a:lnTo>
                  <a:pt x="44183" y="48768"/>
                </a:lnTo>
                <a:lnTo>
                  <a:pt x="51803" y="53340"/>
                </a:lnTo>
                <a:lnTo>
                  <a:pt x="57899" y="59436"/>
                </a:lnTo>
                <a:lnTo>
                  <a:pt x="71615" y="77724"/>
                </a:lnTo>
                <a:lnTo>
                  <a:pt x="73139" y="82296"/>
                </a:lnTo>
                <a:lnTo>
                  <a:pt x="77711" y="82296"/>
                </a:lnTo>
                <a:lnTo>
                  <a:pt x="77711" y="59436"/>
                </a:lnTo>
                <a:lnTo>
                  <a:pt x="185915" y="59436"/>
                </a:lnTo>
                <a:lnTo>
                  <a:pt x="190487" y="56388"/>
                </a:lnTo>
                <a:lnTo>
                  <a:pt x="195059" y="54864"/>
                </a:lnTo>
                <a:lnTo>
                  <a:pt x="199631" y="51816"/>
                </a:lnTo>
                <a:lnTo>
                  <a:pt x="201155" y="47244"/>
                </a:lnTo>
                <a:lnTo>
                  <a:pt x="204203" y="42672"/>
                </a:lnTo>
                <a:lnTo>
                  <a:pt x="205727" y="38100"/>
                </a:lnTo>
                <a:lnTo>
                  <a:pt x="205727" y="27432"/>
                </a:lnTo>
                <a:close/>
              </a:path>
              <a:path extrusionOk="0" h="967740" w="205739">
                <a:moveTo>
                  <a:pt x="205740" y="454152"/>
                </a:moveTo>
                <a:lnTo>
                  <a:pt x="205638" y="452628"/>
                </a:lnTo>
                <a:lnTo>
                  <a:pt x="205168" y="445274"/>
                </a:lnTo>
                <a:lnTo>
                  <a:pt x="203454" y="436816"/>
                </a:lnTo>
                <a:lnTo>
                  <a:pt x="200596" y="428650"/>
                </a:lnTo>
                <a:lnTo>
                  <a:pt x="196596" y="420624"/>
                </a:lnTo>
                <a:lnTo>
                  <a:pt x="196596" y="448056"/>
                </a:lnTo>
                <a:lnTo>
                  <a:pt x="195186" y="456895"/>
                </a:lnTo>
                <a:lnTo>
                  <a:pt x="164401" y="483425"/>
                </a:lnTo>
                <a:lnTo>
                  <a:pt x="152742" y="486638"/>
                </a:lnTo>
                <a:lnTo>
                  <a:pt x="153060" y="486638"/>
                </a:lnTo>
                <a:lnTo>
                  <a:pt x="139255" y="488619"/>
                </a:lnTo>
                <a:lnTo>
                  <a:pt x="124968" y="489204"/>
                </a:lnTo>
                <a:lnTo>
                  <a:pt x="116344" y="488924"/>
                </a:lnTo>
                <a:lnTo>
                  <a:pt x="76200" y="467868"/>
                </a:lnTo>
                <a:lnTo>
                  <a:pt x="74676" y="461772"/>
                </a:lnTo>
                <a:lnTo>
                  <a:pt x="74701" y="456895"/>
                </a:lnTo>
                <a:lnTo>
                  <a:pt x="99555" y="424421"/>
                </a:lnTo>
                <a:lnTo>
                  <a:pt x="144780" y="416052"/>
                </a:lnTo>
                <a:lnTo>
                  <a:pt x="157607" y="416623"/>
                </a:lnTo>
                <a:lnTo>
                  <a:pt x="193357" y="435483"/>
                </a:lnTo>
                <a:lnTo>
                  <a:pt x="196596" y="448056"/>
                </a:lnTo>
                <a:lnTo>
                  <a:pt x="196596" y="420624"/>
                </a:lnTo>
                <a:lnTo>
                  <a:pt x="160020" y="393763"/>
                </a:lnTo>
                <a:lnTo>
                  <a:pt x="132588" y="388620"/>
                </a:lnTo>
                <a:lnTo>
                  <a:pt x="120319" y="389724"/>
                </a:lnTo>
                <a:lnTo>
                  <a:pt x="78384" y="413842"/>
                </a:lnTo>
                <a:lnTo>
                  <a:pt x="65532" y="452628"/>
                </a:lnTo>
                <a:lnTo>
                  <a:pt x="65633" y="454152"/>
                </a:lnTo>
                <a:lnTo>
                  <a:pt x="78930" y="491210"/>
                </a:lnTo>
                <a:lnTo>
                  <a:pt x="118872" y="514350"/>
                </a:lnTo>
                <a:lnTo>
                  <a:pt x="137160" y="516636"/>
                </a:lnTo>
                <a:lnTo>
                  <a:pt x="149199" y="515759"/>
                </a:lnTo>
                <a:lnTo>
                  <a:pt x="192227" y="492302"/>
                </a:lnTo>
                <a:lnTo>
                  <a:pt x="194348" y="489204"/>
                </a:lnTo>
                <a:lnTo>
                  <a:pt x="199834" y="481203"/>
                </a:lnTo>
                <a:lnTo>
                  <a:pt x="204279" y="468401"/>
                </a:lnTo>
                <a:lnTo>
                  <a:pt x="204330" y="467868"/>
                </a:lnTo>
                <a:lnTo>
                  <a:pt x="205740" y="454152"/>
                </a:lnTo>
                <a:close/>
              </a:path>
              <a:path extrusionOk="0" h="967740" w="205739">
                <a:moveTo>
                  <a:pt x="205740" y="268224"/>
                </a:moveTo>
                <a:lnTo>
                  <a:pt x="188976" y="228600"/>
                </a:lnTo>
                <a:lnTo>
                  <a:pt x="184404" y="230124"/>
                </a:lnTo>
                <a:lnTo>
                  <a:pt x="185928" y="234696"/>
                </a:lnTo>
                <a:lnTo>
                  <a:pt x="187452" y="237744"/>
                </a:lnTo>
                <a:lnTo>
                  <a:pt x="187452" y="242316"/>
                </a:lnTo>
                <a:lnTo>
                  <a:pt x="185928" y="245364"/>
                </a:lnTo>
                <a:lnTo>
                  <a:pt x="181356" y="249936"/>
                </a:lnTo>
                <a:lnTo>
                  <a:pt x="176784" y="249936"/>
                </a:lnTo>
                <a:lnTo>
                  <a:pt x="173355" y="250825"/>
                </a:lnTo>
                <a:lnTo>
                  <a:pt x="167640" y="251269"/>
                </a:lnTo>
                <a:lnTo>
                  <a:pt x="149352" y="251460"/>
                </a:lnTo>
                <a:lnTo>
                  <a:pt x="68580" y="251460"/>
                </a:lnTo>
                <a:lnTo>
                  <a:pt x="68580" y="295656"/>
                </a:lnTo>
                <a:lnTo>
                  <a:pt x="73152" y="295656"/>
                </a:lnTo>
                <a:lnTo>
                  <a:pt x="73152" y="288036"/>
                </a:lnTo>
                <a:lnTo>
                  <a:pt x="74676" y="281940"/>
                </a:lnTo>
                <a:lnTo>
                  <a:pt x="77724" y="278892"/>
                </a:lnTo>
                <a:lnTo>
                  <a:pt x="80772" y="277368"/>
                </a:lnTo>
                <a:lnTo>
                  <a:pt x="86868" y="275844"/>
                </a:lnTo>
                <a:lnTo>
                  <a:pt x="169164" y="275844"/>
                </a:lnTo>
                <a:lnTo>
                  <a:pt x="175260" y="283464"/>
                </a:lnTo>
                <a:lnTo>
                  <a:pt x="181356" y="289560"/>
                </a:lnTo>
                <a:lnTo>
                  <a:pt x="182880" y="295656"/>
                </a:lnTo>
                <a:lnTo>
                  <a:pt x="185928" y="300228"/>
                </a:lnTo>
                <a:lnTo>
                  <a:pt x="187452" y="304800"/>
                </a:lnTo>
                <a:lnTo>
                  <a:pt x="187452" y="315468"/>
                </a:lnTo>
                <a:lnTo>
                  <a:pt x="185928" y="321564"/>
                </a:lnTo>
                <a:lnTo>
                  <a:pt x="178308" y="329184"/>
                </a:lnTo>
                <a:lnTo>
                  <a:pt x="169164" y="332232"/>
                </a:lnTo>
                <a:lnTo>
                  <a:pt x="68580" y="332232"/>
                </a:lnTo>
                <a:lnTo>
                  <a:pt x="68580" y="379476"/>
                </a:lnTo>
                <a:lnTo>
                  <a:pt x="73152" y="379476"/>
                </a:lnTo>
                <a:lnTo>
                  <a:pt x="73152" y="367284"/>
                </a:lnTo>
                <a:lnTo>
                  <a:pt x="76200" y="361188"/>
                </a:lnTo>
                <a:lnTo>
                  <a:pt x="77724" y="359664"/>
                </a:lnTo>
                <a:lnTo>
                  <a:pt x="83820" y="356616"/>
                </a:lnTo>
                <a:lnTo>
                  <a:pt x="153924" y="356616"/>
                </a:lnTo>
                <a:lnTo>
                  <a:pt x="162509" y="356362"/>
                </a:lnTo>
                <a:lnTo>
                  <a:pt x="199644" y="341376"/>
                </a:lnTo>
                <a:lnTo>
                  <a:pt x="205740" y="329184"/>
                </a:lnTo>
                <a:lnTo>
                  <a:pt x="205740" y="315468"/>
                </a:lnTo>
                <a:lnTo>
                  <a:pt x="176784" y="275844"/>
                </a:lnTo>
                <a:lnTo>
                  <a:pt x="205740" y="275844"/>
                </a:lnTo>
                <a:lnTo>
                  <a:pt x="205740" y="2682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218" name="Google Shape;4218;p71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5565647" y="6286500"/>
            <a:ext cx="210312" cy="1100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19" name="Google Shape;4219;p71"/>
          <p:cNvGrpSpPr/>
          <p:nvPr/>
        </p:nvGrpSpPr>
        <p:grpSpPr>
          <a:xfrm>
            <a:off x="5565648" y="5670804"/>
            <a:ext cx="210312" cy="544068"/>
            <a:chOff x="5565648" y="5670804"/>
            <a:chExt cx="210312" cy="544068"/>
          </a:xfrm>
        </p:grpSpPr>
        <p:pic>
          <p:nvPicPr>
            <p:cNvPr id="4220" name="Google Shape;4220;p71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5635751" y="5960364"/>
              <a:ext cx="140208" cy="2545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21" name="Google Shape;4221;p71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5565648" y="5670804"/>
              <a:ext cx="210312" cy="26974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222" name="Google Shape;4222;p71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5565648" y="5167884"/>
            <a:ext cx="210312" cy="41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223" name="Google Shape;4223;p71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5565647" y="3831335"/>
            <a:ext cx="271271" cy="12649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24" name="Google Shape;4224;p71"/>
          <p:cNvGrpSpPr/>
          <p:nvPr/>
        </p:nvGrpSpPr>
        <p:grpSpPr>
          <a:xfrm>
            <a:off x="5594603" y="3218687"/>
            <a:ext cx="181483" cy="524255"/>
            <a:chOff x="5594603" y="3218687"/>
            <a:chExt cx="181483" cy="524255"/>
          </a:xfrm>
        </p:grpSpPr>
        <p:pic>
          <p:nvPicPr>
            <p:cNvPr id="4225" name="Google Shape;4225;p71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5635752" y="3630167"/>
              <a:ext cx="140208" cy="112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26" name="Google Shape;4226;p71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5635752" y="3482339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27" name="Google Shape;4227;p71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5594603" y="3275075"/>
              <a:ext cx="181356" cy="1813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28" name="Google Shape;4228;p71"/>
            <p:cNvSpPr/>
            <p:nvPr/>
          </p:nvSpPr>
          <p:spPr>
            <a:xfrm>
              <a:off x="5742431" y="3218687"/>
              <a:ext cx="33655" cy="33655"/>
            </a:xfrm>
            <a:custGeom>
              <a:rect b="b" l="l" r="r" t="t"/>
              <a:pathLst>
                <a:path extrusionOk="0" h="33654" w="33654">
                  <a:moveTo>
                    <a:pt x="21336" y="33527"/>
                  </a:moveTo>
                  <a:lnTo>
                    <a:pt x="12192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5908" y="1523"/>
                  </a:lnTo>
                  <a:lnTo>
                    <a:pt x="32004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5908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9" name="Google Shape;4229;p71"/>
          <p:cNvGrpSpPr/>
          <p:nvPr/>
        </p:nvGrpSpPr>
        <p:grpSpPr>
          <a:xfrm>
            <a:off x="6841235" y="5702808"/>
            <a:ext cx="116205" cy="156972"/>
            <a:chOff x="6841235" y="5702808"/>
            <a:chExt cx="116205" cy="156972"/>
          </a:xfrm>
        </p:grpSpPr>
        <p:pic>
          <p:nvPicPr>
            <p:cNvPr id="4230" name="Google Shape;4230;p71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6841236" y="5783580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31" name="Google Shape;4231;p71"/>
            <p:cNvSpPr/>
            <p:nvPr/>
          </p:nvSpPr>
          <p:spPr>
            <a:xfrm>
              <a:off x="6841235" y="5702808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47243"/>
                  </a:lnTo>
                  <a:lnTo>
                    <a:pt x="106679" y="41147"/>
                  </a:lnTo>
                  <a:lnTo>
                    <a:pt x="24384" y="41147"/>
                  </a:lnTo>
                  <a:lnTo>
                    <a:pt x="21336" y="44195"/>
                  </a:lnTo>
                  <a:lnTo>
                    <a:pt x="21336" y="45719"/>
                  </a:lnTo>
                  <a:lnTo>
                    <a:pt x="19812" y="45719"/>
                  </a:lnTo>
                  <a:lnTo>
                    <a:pt x="19812" y="50291"/>
                  </a:lnTo>
                  <a:lnTo>
                    <a:pt x="21336" y="53339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8287"/>
                  </a:lnTo>
                  <a:lnTo>
                    <a:pt x="0" y="16763"/>
                  </a:lnTo>
                  <a:lnTo>
                    <a:pt x="100584" y="16763"/>
                  </a:lnTo>
                  <a:lnTo>
                    <a:pt x="105155" y="15239"/>
                  </a:lnTo>
                  <a:lnTo>
                    <a:pt x="108204" y="15239"/>
                  </a:lnTo>
                  <a:lnTo>
                    <a:pt x="109728" y="13715"/>
                  </a:lnTo>
                  <a:lnTo>
                    <a:pt x="111252" y="10667"/>
                  </a:lnTo>
                  <a:lnTo>
                    <a:pt x="112775" y="9143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232" name="Google Shape;4232;p71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6842759" y="5311140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233" name="Google Shape;4233;p71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6841235" y="4922520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34" name="Google Shape;4234;p71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6655307" y="1824227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38" name="Shape 4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9" name="Google Shape;4239;p72"/>
          <p:cNvSpPr/>
          <p:nvPr/>
        </p:nvSpPr>
        <p:spPr>
          <a:xfrm>
            <a:off x="1402067" y="5599176"/>
            <a:ext cx="343535" cy="1080770"/>
          </a:xfrm>
          <a:custGeom>
            <a:rect b="b" l="l" r="r" t="t"/>
            <a:pathLst>
              <a:path extrusionOk="0" h="1080770" w="343535">
                <a:moveTo>
                  <a:pt x="335292" y="467868"/>
                </a:moveTo>
                <a:lnTo>
                  <a:pt x="245376" y="440436"/>
                </a:lnTo>
                <a:lnTo>
                  <a:pt x="243852" y="448056"/>
                </a:lnTo>
                <a:lnTo>
                  <a:pt x="257822" y="454685"/>
                </a:lnTo>
                <a:lnTo>
                  <a:pt x="269951" y="461010"/>
                </a:lnTo>
                <a:lnTo>
                  <a:pt x="300812" y="486537"/>
                </a:lnTo>
                <a:lnTo>
                  <a:pt x="313639" y="536117"/>
                </a:lnTo>
                <a:lnTo>
                  <a:pt x="313956" y="553212"/>
                </a:lnTo>
                <a:lnTo>
                  <a:pt x="313905" y="591908"/>
                </a:lnTo>
                <a:lnTo>
                  <a:pt x="293192" y="626935"/>
                </a:lnTo>
                <a:lnTo>
                  <a:pt x="275856" y="627888"/>
                </a:lnTo>
                <a:lnTo>
                  <a:pt x="70116" y="627888"/>
                </a:lnTo>
                <a:lnTo>
                  <a:pt x="27444" y="621792"/>
                </a:lnTo>
                <a:lnTo>
                  <a:pt x="15252" y="574548"/>
                </a:lnTo>
                <a:lnTo>
                  <a:pt x="7632" y="574548"/>
                </a:lnTo>
                <a:lnTo>
                  <a:pt x="7632" y="720852"/>
                </a:lnTo>
                <a:lnTo>
                  <a:pt x="15252" y="720852"/>
                </a:lnTo>
                <a:lnTo>
                  <a:pt x="15252" y="708660"/>
                </a:lnTo>
                <a:lnTo>
                  <a:pt x="15836" y="700087"/>
                </a:lnTo>
                <a:lnTo>
                  <a:pt x="51206" y="674166"/>
                </a:lnTo>
                <a:lnTo>
                  <a:pt x="65544" y="673608"/>
                </a:lnTo>
                <a:lnTo>
                  <a:pt x="277380" y="673608"/>
                </a:lnTo>
                <a:lnTo>
                  <a:pt x="319951" y="683590"/>
                </a:lnTo>
                <a:lnTo>
                  <a:pt x="327672" y="708660"/>
                </a:lnTo>
                <a:lnTo>
                  <a:pt x="327672" y="720852"/>
                </a:lnTo>
                <a:lnTo>
                  <a:pt x="335292" y="720852"/>
                </a:lnTo>
                <a:lnTo>
                  <a:pt x="335292" y="467868"/>
                </a:lnTo>
                <a:close/>
              </a:path>
              <a:path extrusionOk="0" h="1080770" w="343535">
                <a:moveTo>
                  <a:pt x="335292" y="0"/>
                </a:moveTo>
                <a:lnTo>
                  <a:pt x="327672" y="0"/>
                </a:lnTo>
                <a:lnTo>
                  <a:pt x="327672" y="12192"/>
                </a:lnTo>
                <a:lnTo>
                  <a:pt x="327672" y="19812"/>
                </a:lnTo>
                <a:lnTo>
                  <a:pt x="326148" y="27432"/>
                </a:lnTo>
                <a:lnTo>
                  <a:pt x="321576" y="33528"/>
                </a:lnTo>
                <a:lnTo>
                  <a:pt x="318528" y="39624"/>
                </a:lnTo>
                <a:lnTo>
                  <a:pt x="277380" y="47244"/>
                </a:lnTo>
                <a:lnTo>
                  <a:pt x="65544" y="47244"/>
                </a:lnTo>
                <a:lnTo>
                  <a:pt x="27444" y="41148"/>
                </a:lnTo>
                <a:lnTo>
                  <a:pt x="15252" y="12192"/>
                </a:lnTo>
                <a:lnTo>
                  <a:pt x="15252" y="0"/>
                </a:lnTo>
                <a:lnTo>
                  <a:pt x="7632" y="0"/>
                </a:lnTo>
                <a:lnTo>
                  <a:pt x="7632" y="140208"/>
                </a:lnTo>
                <a:lnTo>
                  <a:pt x="15252" y="140208"/>
                </a:lnTo>
                <a:lnTo>
                  <a:pt x="15252" y="120396"/>
                </a:lnTo>
                <a:lnTo>
                  <a:pt x="16776" y="112776"/>
                </a:lnTo>
                <a:lnTo>
                  <a:pt x="21348" y="106680"/>
                </a:lnTo>
                <a:lnTo>
                  <a:pt x="24396" y="100584"/>
                </a:lnTo>
                <a:lnTo>
                  <a:pt x="27444" y="97536"/>
                </a:lnTo>
                <a:lnTo>
                  <a:pt x="65544" y="92964"/>
                </a:lnTo>
                <a:lnTo>
                  <a:pt x="277380" y="92964"/>
                </a:lnTo>
                <a:lnTo>
                  <a:pt x="315480" y="99060"/>
                </a:lnTo>
                <a:lnTo>
                  <a:pt x="327672" y="128016"/>
                </a:lnTo>
                <a:lnTo>
                  <a:pt x="327672" y="140208"/>
                </a:lnTo>
                <a:lnTo>
                  <a:pt x="335292" y="140208"/>
                </a:lnTo>
                <a:lnTo>
                  <a:pt x="335292" y="0"/>
                </a:lnTo>
                <a:close/>
              </a:path>
              <a:path extrusionOk="0" h="1080770" w="343535">
                <a:moveTo>
                  <a:pt x="342900" y="284988"/>
                </a:moveTo>
                <a:lnTo>
                  <a:pt x="336232" y="243840"/>
                </a:lnTo>
                <a:lnTo>
                  <a:pt x="302704" y="198958"/>
                </a:lnTo>
                <a:lnTo>
                  <a:pt x="252984" y="182880"/>
                </a:lnTo>
                <a:lnTo>
                  <a:pt x="242963" y="183438"/>
                </a:lnTo>
                <a:lnTo>
                  <a:pt x="199072" y="201739"/>
                </a:lnTo>
                <a:lnTo>
                  <a:pt x="168211" y="240792"/>
                </a:lnTo>
                <a:lnTo>
                  <a:pt x="132041" y="304660"/>
                </a:lnTo>
                <a:lnTo>
                  <a:pt x="119062" y="324993"/>
                </a:lnTo>
                <a:lnTo>
                  <a:pt x="91541" y="354761"/>
                </a:lnTo>
                <a:lnTo>
                  <a:pt x="70104" y="361188"/>
                </a:lnTo>
                <a:lnTo>
                  <a:pt x="60985" y="360070"/>
                </a:lnTo>
                <a:lnTo>
                  <a:pt x="28181" y="335622"/>
                </a:lnTo>
                <a:lnTo>
                  <a:pt x="19812" y="301752"/>
                </a:lnTo>
                <a:lnTo>
                  <a:pt x="20624" y="291236"/>
                </a:lnTo>
                <a:lnTo>
                  <a:pt x="36753" y="249364"/>
                </a:lnTo>
                <a:lnTo>
                  <a:pt x="71843" y="221703"/>
                </a:lnTo>
                <a:lnTo>
                  <a:pt x="112776" y="211836"/>
                </a:lnTo>
                <a:lnTo>
                  <a:pt x="112776" y="204216"/>
                </a:lnTo>
                <a:lnTo>
                  <a:pt x="0" y="204216"/>
                </a:lnTo>
                <a:lnTo>
                  <a:pt x="0" y="211836"/>
                </a:lnTo>
                <a:lnTo>
                  <a:pt x="7620" y="213360"/>
                </a:lnTo>
                <a:lnTo>
                  <a:pt x="12192" y="214884"/>
                </a:lnTo>
                <a:lnTo>
                  <a:pt x="15240" y="217932"/>
                </a:lnTo>
                <a:lnTo>
                  <a:pt x="18288" y="224028"/>
                </a:lnTo>
                <a:lnTo>
                  <a:pt x="18288" y="231648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73" y="261467"/>
                </a:lnTo>
                <a:lnTo>
                  <a:pt x="3238" y="275463"/>
                </a:lnTo>
                <a:lnTo>
                  <a:pt x="838" y="288899"/>
                </a:lnTo>
                <a:lnTo>
                  <a:pt x="0" y="301752"/>
                </a:lnTo>
                <a:lnTo>
                  <a:pt x="1701" y="322351"/>
                </a:lnTo>
                <a:lnTo>
                  <a:pt x="25908" y="371856"/>
                </a:lnTo>
                <a:lnTo>
                  <a:pt x="70065" y="397573"/>
                </a:lnTo>
                <a:lnTo>
                  <a:pt x="86868" y="399288"/>
                </a:lnTo>
                <a:lnTo>
                  <a:pt x="96901" y="398716"/>
                </a:lnTo>
                <a:lnTo>
                  <a:pt x="132956" y="385000"/>
                </a:lnTo>
                <a:lnTo>
                  <a:pt x="162902" y="352145"/>
                </a:lnTo>
                <a:lnTo>
                  <a:pt x="193548" y="303276"/>
                </a:lnTo>
                <a:lnTo>
                  <a:pt x="204101" y="284467"/>
                </a:lnTo>
                <a:lnTo>
                  <a:pt x="212788" y="269367"/>
                </a:lnTo>
                <a:lnTo>
                  <a:pt x="241173" y="235394"/>
                </a:lnTo>
                <a:lnTo>
                  <a:pt x="272796" y="225552"/>
                </a:lnTo>
                <a:lnTo>
                  <a:pt x="282803" y="226466"/>
                </a:lnTo>
                <a:lnTo>
                  <a:pt x="317144" y="252056"/>
                </a:lnTo>
                <a:lnTo>
                  <a:pt x="326136" y="289560"/>
                </a:lnTo>
                <a:lnTo>
                  <a:pt x="325310" y="302755"/>
                </a:lnTo>
                <a:lnTo>
                  <a:pt x="307924" y="348907"/>
                </a:lnTo>
                <a:lnTo>
                  <a:pt x="274701" y="375767"/>
                </a:lnTo>
                <a:lnTo>
                  <a:pt x="230124" y="388620"/>
                </a:lnTo>
                <a:lnTo>
                  <a:pt x="230124" y="396240"/>
                </a:lnTo>
                <a:lnTo>
                  <a:pt x="342900" y="396240"/>
                </a:lnTo>
                <a:lnTo>
                  <a:pt x="342900" y="388620"/>
                </a:lnTo>
                <a:lnTo>
                  <a:pt x="335280" y="387096"/>
                </a:lnTo>
                <a:lnTo>
                  <a:pt x="330708" y="385572"/>
                </a:lnTo>
                <a:lnTo>
                  <a:pt x="326136" y="381000"/>
                </a:lnTo>
                <a:lnTo>
                  <a:pt x="324612" y="377952"/>
                </a:lnTo>
                <a:lnTo>
                  <a:pt x="324612" y="373380"/>
                </a:lnTo>
                <a:lnTo>
                  <a:pt x="325170" y="369049"/>
                </a:lnTo>
                <a:lnTo>
                  <a:pt x="326707" y="362712"/>
                </a:lnTo>
                <a:lnTo>
                  <a:pt x="332232" y="342900"/>
                </a:lnTo>
                <a:lnTo>
                  <a:pt x="341376" y="312420"/>
                </a:lnTo>
                <a:lnTo>
                  <a:pt x="342265" y="305777"/>
                </a:lnTo>
                <a:lnTo>
                  <a:pt x="342709" y="299275"/>
                </a:lnTo>
                <a:lnTo>
                  <a:pt x="342900" y="284988"/>
                </a:lnTo>
                <a:close/>
              </a:path>
              <a:path extrusionOk="0" h="1080770" w="343535">
                <a:moveTo>
                  <a:pt x="342912" y="897636"/>
                </a:moveTo>
                <a:lnTo>
                  <a:pt x="108635" y="801624"/>
                </a:lnTo>
                <a:lnTo>
                  <a:pt x="52298" y="778510"/>
                </a:lnTo>
                <a:lnTo>
                  <a:pt x="20205" y="750570"/>
                </a:lnTo>
                <a:lnTo>
                  <a:pt x="15252" y="734568"/>
                </a:lnTo>
                <a:lnTo>
                  <a:pt x="7632" y="734568"/>
                </a:lnTo>
                <a:lnTo>
                  <a:pt x="7632" y="836676"/>
                </a:lnTo>
                <a:lnTo>
                  <a:pt x="15252" y="836676"/>
                </a:lnTo>
                <a:lnTo>
                  <a:pt x="15252" y="833628"/>
                </a:lnTo>
                <a:lnTo>
                  <a:pt x="16776" y="832104"/>
                </a:lnTo>
                <a:lnTo>
                  <a:pt x="33540" y="801624"/>
                </a:lnTo>
                <a:lnTo>
                  <a:pt x="38112" y="801624"/>
                </a:lnTo>
                <a:lnTo>
                  <a:pt x="77736" y="812292"/>
                </a:lnTo>
                <a:lnTo>
                  <a:pt x="266712" y="890016"/>
                </a:lnTo>
                <a:lnTo>
                  <a:pt x="62941" y="977442"/>
                </a:lnTo>
                <a:lnTo>
                  <a:pt x="52781" y="981265"/>
                </a:lnTo>
                <a:lnTo>
                  <a:pt x="44030" y="983678"/>
                </a:lnTo>
                <a:lnTo>
                  <a:pt x="36588" y="984504"/>
                </a:lnTo>
                <a:lnTo>
                  <a:pt x="32016" y="984504"/>
                </a:lnTo>
                <a:lnTo>
                  <a:pt x="27444" y="981456"/>
                </a:lnTo>
                <a:lnTo>
                  <a:pt x="22872" y="976884"/>
                </a:lnTo>
                <a:lnTo>
                  <a:pt x="20599" y="972578"/>
                </a:lnTo>
                <a:lnTo>
                  <a:pt x="20510" y="972312"/>
                </a:lnTo>
                <a:lnTo>
                  <a:pt x="18491" y="966406"/>
                </a:lnTo>
                <a:lnTo>
                  <a:pt x="16649" y="958240"/>
                </a:lnTo>
                <a:lnTo>
                  <a:pt x="15252" y="947928"/>
                </a:lnTo>
                <a:lnTo>
                  <a:pt x="7632" y="947928"/>
                </a:lnTo>
                <a:lnTo>
                  <a:pt x="7632" y="1080516"/>
                </a:lnTo>
                <a:lnTo>
                  <a:pt x="15252" y="1080516"/>
                </a:lnTo>
                <a:lnTo>
                  <a:pt x="16776" y="1071372"/>
                </a:lnTo>
                <a:lnTo>
                  <a:pt x="18300" y="1063752"/>
                </a:lnTo>
                <a:lnTo>
                  <a:pt x="50685" y="1033640"/>
                </a:lnTo>
                <a:lnTo>
                  <a:pt x="60972" y="1028700"/>
                </a:lnTo>
                <a:lnTo>
                  <a:pt x="163169" y="984504"/>
                </a:lnTo>
                <a:lnTo>
                  <a:pt x="342912" y="906780"/>
                </a:lnTo>
                <a:lnTo>
                  <a:pt x="342912" y="897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0" name="Google Shape;4240;p72"/>
          <p:cNvSpPr/>
          <p:nvPr/>
        </p:nvSpPr>
        <p:spPr>
          <a:xfrm>
            <a:off x="1409699" y="5163312"/>
            <a:ext cx="327660" cy="294640"/>
          </a:xfrm>
          <a:custGeom>
            <a:rect b="b" l="l" r="r" t="t"/>
            <a:pathLst>
              <a:path extrusionOk="0" h="294639" w="327660">
                <a:moveTo>
                  <a:pt x="195275" y="74676"/>
                </a:moveTo>
                <a:lnTo>
                  <a:pt x="160020" y="74676"/>
                </a:lnTo>
                <a:lnTo>
                  <a:pt x="164901" y="58674"/>
                </a:lnTo>
                <a:lnTo>
                  <a:pt x="170497" y="44958"/>
                </a:lnTo>
                <a:lnTo>
                  <a:pt x="176843" y="33718"/>
                </a:lnTo>
                <a:lnTo>
                  <a:pt x="176950" y="33528"/>
                </a:lnTo>
                <a:lnTo>
                  <a:pt x="208216" y="5905"/>
                </a:lnTo>
                <a:lnTo>
                  <a:pt x="237744" y="0"/>
                </a:lnTo>
                <a:lnTo>
                  <a:pt x="250055" y="1095"/>
                </a:lnTo>
                <a:lnTo>
                  <a:pt x="295560" y="23836"/>
                </a:lnTo>
                <a:lnTo>
                  <a:pt x="315707" y="54864"/>
                </a:lnTo>
                <a:lnTo>
                  <a:pt x="242316" y="54864"/>
                </a:lnTo>
                <a:lnTo>
                  <a:pt x="233172" y="55697"/>
                </a:lnTo>
                <a:lnTo>
                  <a:pt x="224028" y="58102"/>
                </a:lnTo>
                <a:lnTo>
                  <a:pt x="214884" y="61936"/>
                </a:lnTo>
                <a:lnTo>
                  <a:pt x="205740" y="67056"/>
                </a:lnTo>
                <a:lnTo>
                  <a:pt x="197167" y="72723"/>
                </a:lnTo>
                <a:lnTo>
                  <a:pt x="195275" y="74676"/>
                </a:lnTo>
                <a:close/>
              </a:path>
              <a:path extrusionOk="0" h="294639" w="327660">
                <a:moveTo>
                  <a:pt x="7620" y="294132"/>
                </a:moveTo>
                <a:lnTo>
                  <a:pt x="0" y="294132"/>
                </a:lnTo>
                <a:lnTo>
                  <a:pt x="121" y="146304"/>
                </a:lnTo>
                <a:lnTo>
                  <a:pt x="190" y="141946"/>
                </a:lnTo>
                <a:lnTo>
                  <a:pt x="309" y="134493"/>
                </a:lnTo>
                <a:lnTo>
                  <a:pt x="6096" y="89916"/>
                </a:lnTo>
                <a:lnTo>
                  <a:pt x="17822" y="58102"/>
                </a:lnTo>
                <a:lnTo>
                  <a:pt x="17907" y="57912"/>
                </a:lnTo>
                <a:lnTo>
                  <a:pt x="48315" y="26169"/>
                </a:lnTo>
                <a:lnTo>
                  <a:pt x="74345" y="16335"/>
                </a:lnTo>
                <a:lnTo>
                  <a:pt x="74956" y="16335"/>
                </a:lnTo>
                <a:lnTo>
                  <a:pt x="88392" y="15240"/>
                </a:lnTo>
                <a:lnTo>
                  <a:pt x="131064" y="30480"/>
                </a:lnTo>
                <a:lnTo>
                  <a:pt x="154852" y="60912"/>
                </a:lnTo>
                <a:lnTo>
                  <a:pt x="157159" y="67056"/>
                </a:lnTo>
                <a:lnTo>
                  <a:pt x="85344" y="67056"/>
                </a:lnTo>
                <a:lnTo>
                  <a:pt x="71937" y="68508"/>
                </a:lnTo>
                <a:lnTo>
                  <a:pt x="36576" y="91440"/>
                </a:lnTo>
                <a:lnTo>
                  <a:pt x="18145" y="137945"/>
                </a:lnTo>
                <a:lnTo>
                  <a:pt x="16764" y="158496"/>
                </a:lnTo>
                <a:lnTo>
                  <a:pt x="17073" y="169878"/>
                </a:lnTo>
                <a:lnTo>
                  <a:pt x="18097" y="180975"/>
                </a:lnTo>
                <a:lnTo>
                  <a:pt x="19978" y="191500"/>
                </a:lnTo>
                <a:lnTo>
                  <a:pt x="22860" y="201168"/>
                </a:lnTo>
                <a:lnTo>
                  <a:pt x="327660" y="201168"/>
                </a:lnTo>
                <a:lnTo>
                  <a:pt x="327660" y="246887"/>
                </a:lnTo>
                <a:lnTo>
                  <a:pt x="57912" y="246887"/>
                </a:lnTo>
                <a:lnTo>
                  <a:pt x="43576" y="247435"/>
                </a:lnTo>
                <a:lnTo>
                  <a:pt x="10096" y="265938"/>
                </a:lnTo>
                <a:lnTo>
                  <a:pt x="7620" y="281940"/>
                </a:lnTo>
                <a:lnTo>
                  <a:pt x="7620" y="294132"/>
                </a:lnTo>
                <a:close/>
              </a:path>
              <a:path extrusionOk="0" h="294639" w="327660">
                <a:moveTo>
                  <a:pt x="327660" y="201168"/>
                </a:moveTo>
                <a:lnTo>
                  <a:pt x="304800" y="201168"/>
                </a:lnTo>
                <a:lnTo>
                  <a:pt x="307681" y="187452"/>
                </a:lnTo>
                <a:lnTo>
                  <a:pt x="309562" y="173736"/>
                </a:lnTo>
                <a:lnTo>
                  <a:pt x="310586" y="160020"/>
                </a:lnTo>
                <a:lnTo>
                  <a:pt x="310895" y="146304"/>
                </a:lnTo>
                <a:lnTo>
                  <a:pt x="309816" y="126682"/>
                </a:lnTo>
                <a:lnTo>
                  <a:pt x="309729" y="125087"/>
                </a:lnTo>
                <a:lnTo>
                  <a:pt x="291083" y="77724"/>
                </a:lnTo>
                <a:lnTo>
                  <a:pt x="256579" y="56292"/>
                </a:lnTo>
                <a:lnTo>
                  <a:pt x="242316" y="54864"/>
                </a:lnTo>
                <a:lnTo>
                  <a:pt x="315707" y="54864"/>
                </a:lnTo>
                <a:lnTo>
                  <a:pt x="316992" y="57912"/>
                </a:lnTo>
                <a:lnTo>
                  <a:pt x="321677" y="72723"/>
                </a:lnTo>
                <a:lnTo>
                  <a:pt x="321753" y="72961"/>
                </a:lnTo>
                <a:lnTo>
                  <a:pt x="321873" y="73342"/>
                </a:lnTo>
                <a:lnTo>
                  <a:pt x="325183" y="92202"/>
                </a:lnTo>
                <a:lnTo>
                  <a:pt x="327064" y="114490"/>
                </a:lnTo>
                <a:lnTo>
                  <a:pt x="327527" y="134493"/>
                </a:lnTo>
                <a:lnTo>
                  <a:pt x="327636" y="139184"/>
                </a:lnTo>
                <a:lnTo>
                  <a:pt x="327660" y="201168"/>
                </a:lnTo>
                <a:close/>
              </a:path>
              <a:path extrusionOk="0" h="294639" w="327660">
                <a:moveTo>
                  <a:pt x="169164" y="201168"/>
                </a:moveTo>
                <a:lnTo>
                  <a:pt x="147828" y="201168"/>
                </a:lnTo>
                <a:lnTo>
                  <a:pt x="149352" y="195072"/>
                </a:lnTo>
                <a:lnTo>
                  <a:pt x="149352" y="188975"/>
                </a:lnTo>
                <a:lnTo>
                  <a:pt x="150876" y="181356"/>
                </a:lnTo>
                <a:lnTo>
                  <a:pt x="150824" y="153924"/>
                </a:lnTo>
                <a:lnTo>
                  <a:pt x="150421" y="141946"/>
                </a:lnTo>
                <a:lnTo>
                  <a:pt x="150328" y="139184"/>
                </a:lnTo>
                <a:lnTo>
                  <a:pt x="148813" y="125087"/>
                </a:lnTo>
                <a:lnTo>
                  <a:pt x="148780" y="124777"/>
                </a:lnTo>
                <a:lnTo>
                  <a:pt x="146467" y="112847"/>
                </a:lnTo>
                <a:lnTo>
                  <a:pt x="146375" y="112371"/>
                </a:lnTo>
                <a:lnTo>
                  <a:pt x="143371" y="102489"/>
                </a:lnTo>
                <a:lnTo>
                  <a:pt x="143256" y="102108"/>
                </a:lnTo>
                <a:lnTo>
                  <a:pt x="112347" y="72199"/>
                </a:lnTo>
                <a:lnTo>
                  <a:pt x="85344" y="67056"/>
                </a:lnTo>
                <a:lnTo>
                  <a:pt x="157159" y="67056"/>
                </a:lnTo>
                <a:lnTo>
                  <a:pt x="160020" y="74676"/>
                </a:lnTo>
                <a:lnTo>
                  <a:pt x="195275" y="74676"/>
                </a:lnTo>
                <a:lnTo>
                  <a:pt x="189738" y="80391"/>
                </a:lnTo>
                <a:lnTo>
                  <a:pt x="170116" y="126682"/>
                </a:lnTo>
                <a:lnTo>
                  <a:pt x="167640" y="184404"/>
                </a:lnTo>
                <a:lnTo>
                  <a:pt x="169059" y="191500"/>
                </a:lnTo>
                <a:lnTo>
                  <a:pt x="169164" y="201168"/>
                </a:lnTo>
                <a:close/>
              </a:path>
              <a:path extrusionOk="0" h="294639" w="327660">
                <a:moveTo>
                  <a:pt x="327660" y="294132"/>
                </a:moveTo>
                <a:lnTo>
                  <a:pt x="320040" y="294132"/>
                </a:lnTo>
                <a:lnTo>
                  <a:pt x="320040" y="281940"/>
                </a:lnTo>
                <a:lnTo>
                  <a:pt x="319262" y="273367"/>
                </a:lnTo>
                <a:lnTo>
                  <a:pt x="282535" y="247197"/>
                </a:lnTo>
                <a:lnTo>
                  <a:pt x="269748" y="246887"/>
                </a:lnTo>
                <a:lnTo>
                  <a:pt x="327660" y="246887"/>
                </a:lnTo>
                <a:lnTo>
                  <a:pt x="327660" y="29413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41" name="Google Shape;4241;p72"/>
          <p:cNvGrpSpPr/>
          <p:nvPr/>
        </p:nvGrpSpPr>
        <p:grpSpPr>
          <a:xfrm>
            <a:off x="1394447" y="3834383"/>
            <a:ext cx="349008" cy="1283208"/>
            <a:chOff x="1394447" y="3834383"/>
            <a:chExt cx="349008" cy="1283208"/>
          </a:xfrm>
        </p:grpSpPr>
        <p:pic>
          <p:nvPicPr>
            <p:cNvPr id="4242" name="Google Shape;4242;p7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510283" y="493013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43" name="Google Shape;4243;p72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10283" y="4462271"/>
              <a:ext cx="233172" cy="44500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44" name="Google Shape;4244;p72"/>
            <p:cNvSpPr/>
            <p:nvPr/>
          </p:nvSpPr>
          <p:spPr>
            <a:xfrm>
              <a:off x="1394447" y="4008120"/>
              <a:ext cx="346075" cy="421005"/>
            </a:xfrm>
            <a:custGeom>
              <a:rect b="b" l="l" r="r" t="t"/>
              <a:pathLst>
                <a:path extrusionOk="0" h="421004" w="346075">
                  <a:moveTo>
                    <a:pt x="342900" y="152400"/>
                  </a:moveTo>
                  <a:lnTo>
                    <a:pt x="335292" y="152400"/>
                  </a:lnTo>
                  <a:lnTo>
                    <a:pt x="335292" y="163068"/>
                  </a:lnTo>
                  <a:lnTo>
                    <a:pt x="333768" y="170688"/>
                  </a:lnTo>
                  <a:lnTo>
                    <a:pt x="292608" y="185928"/>
                  </a:lnTo>
                  <a:lnTo>
                    <a:pt x="115824" y="185928"/>
                  </a:lnTo>
                  <a:lnTo>
                    <a:pt x="115824" y="196596"/>
                  </a:lnTo>
                  <a:lnTo>
                    <a:pt x="143256" y="260604"/>
                  </a:lnTo>
                  <a:lnTo>
                    <a:pt x="150876" y="257556"/>
                  </a:lnTo>
                  <a:lnTo>
                    <a:pt x="147828" y="251460"/>
                  </a:lnTo>
                  <a:lnTo>
                    <a:pt x="147828" y="234696"/>
                  </a:lnTo>
                  <a:lnTo>
                    <a:pt x="150876" y="233172"/>
                  </a:lnTo>
                  <a:lnTo>
                    <a:pt x="152400" y="230124"/>
                  </a:lnTo>
                  <a:lnTo>
                    <a:pt x="155448" y="228600"/>
                  </a:lnTo>
                  <a:lnTo>
                    <a:pt x="161544" y="227076"/>
                  </a:lnTo>
                  <a:lnTo>
                    <a:pt x="168719" y="226847"/>
                  </a:lnTo>
                  <a:lnTo>
                    <a:pt x="178879" y="226314"/>
                  </a:lnTo>
                  <a:lnTo>
                    <a:pt x="192201" y="225793"/>
                  </a:lnTo>
                  <a:lnTo>
                    <a:pt x="208788" y="225552"/>
                  </a:lnTo>
                  <a:lnTo>
                    <a:pt x="292608" y="225552"/>
                  </a:lnTo>
                  <a:lnTo>
                    <a:pt x="301409" y="225793"/>
                  </a:lnTo>
                  <a:lnTo>
                    <a:pt x="301993" y="225793"/>
                  </a:lnTo>
                  <a:lnTo>
                    <a:pt x="335292" y="248412"/>
                  </a:lnTo>
                  <a:lnTo>
                    <a:pt x="335292" y="259080"/>
                  </a:lnTo>
                  <a:lnTo>
                    <a:pt x="342900" y="259080"/>
                  </a:lnTo>
                  <a:lnTo>
                    <a:pt x="342900" y="225552"/>
                  </a:lnTo>
                  <a:lnTo>
                    <a:pt x="342900" y="152400"/>
                  </a:lnTo>
                  <a:close/>
                </a:path>
                <a:path extrusionOk="0" h="421004" w="346075">
                  <a:moveTo>
                    <a:pt x="342912" y="288036"/>
                  </a:moveTo>
                  <a:lnTo>
                    <a:pt x="335292" y="288036"/>
                  </a:lnTo>
                  <a:lnTo>
                    <a:pt x="335292" y="307848"/>
                  </a:lnTo>
                  <a:lnTo>
                    <a:pt x="334695" y="315302"/>
                  </a:lnTo>
                  <a:lnTo>
                    <a:pt x="298043" y="338023"/>
                  </a:lnTo>
                  <a:lnTo>
                    <a:pt x="283476" y="338328"/>
                  </a:lnTo>
                  <a:lnTo>
                    <a:pt x="137172" y="338328"/>
                  </a:lnTo>
                  <a:lnTo>
                    <a:pt x="137172" y="280416"/>
                  </a:lnTo>
                  <a:lnTo>
                    <a:pt x="121932" y="280416"/>
                  </a:lnTo>
                  <a:lnTo>
                    <a:pt x="121932" y="338328"/>
                  </a:lnTo>
                  <a:lnTo>
                    <a:pt x="105168" y="338328"/>
                  </a:lnTo>
                  <a:lnTo>
                    <a:pt x="62687" y="337375"/>
                  </a:lnTo>
                  <a:lnTo>
                    <a:pt x="21348" y="323088"/>
                  </a:lnTo>
                  <a:lnTo>
                    <a:pt x="16776" y="318516"/>
                  </a:lnTo>
                  <a:lnTo>
                    <a:pt x="15252" y="312420"/>
                  </a:lnTo>
                  <a:lnTo>
                    <a:pt x="15252" y="298704"/>
                  </a:lnTo>
                  <a:lnTo>
                    <a:pt x="16776" y="292608"/>
                  </a:lnTo>
                  <a:lnTo>
                    <a:pt x="22872" y="283464"/>
                  </a:lnTo>
                  <a:lnTo>
                    <a:pt x="28968" y="277368"/>
                  </a:lnTo>
                  <a:lnTo>
                    <a:pt x="47256" y="265176"/>
                  </a:lnTo>
                  <a:lnTo>
                    <a:pt x="53352" y="260604"/>
                  </a:lnTo>
                  <a:lnTo>
                    <a:pt x="54876" y="256032"/>
                  </a:lnTo>
                  <a:lnTo>
                    <a:pt x="57924" y="251460"/>
                  </a:lnTo>
                  <a:lnTo>
                    <a:pt x="59448" y="248412"/>
                  </a:lnTo>
                  <a:lnTo>
                    <a:pt x="59448" y="239268"/>
                  </a:lnTo>
                  <a:lnTo>
                    <a:pt x="57924" y="234696"/>
                  </a:lnTo>
                  <a:lnTo>
                    <a:pt x="48780" y="225552"/>
                  </a:lnTo>
                  <a:lnTo>
                    <a:pt x="44208" y="224028"/>
                  </a:lnTo>
                  <a:lnTo>
                    <a:pt x="40005" y="224028"/>
                  </a:lnTo>
                  <a:lnTo>
                    <a:pt x="41148" y="222504"/>
                  </a:lnTo>
                  <a:lnTo>
                    <a:pt x="47244" y="217932"/>
                  </a:lnTo>
                  <a:lnTo>
                    <a:pt x="48768" y="211836"/>
                  </a:lnTo>
                  <a:lnTo>
                    <a:pt x="48768" y="199644"/>
                  </a:lnTo>
                  <a:lnTo>
                    <a:pt x="47244" y="193548"/>
                  </a:lnTo>
                  <a:lnTo>
                    <a:pt x="41148" y="188976"/>
                  </a:lnTo>
                  <a:lnTo>
                    <a:pt x="36576" y="184404"/>
                  </a:lnTo>
                  <a:lnTo>
                    <a:pt x="30480" y="181356"/>
                  </a:lnTo>
                  <a:lnTo>
                    <a:pt x="18288" y="181356"/>
                  </a:lnTo>
                  <a:lnTo>
                    <a:pt x="12192" y="184404"/>
                  </a:lnTo>
                  <a:lnTo>
                    <a:pt x="3048" y="193548"/>
                  </a:lnTo>
                  <a:lnTo>
                    <a:pt x="0" y="199644"/>
                  </a:lnTo>
                  <a:lnTo>
                    <a:pt x="0" y="213360"/>
                  </a:lnTo>
                  <a:lnTo>
                    <a:pt x="3048" y="217932"/>
                  </a:lnTo>
                  <a:lnTo>
                    <a:pt x="7620" y="222504"/>
                  </a:lnTo>
                  <a:lnTo>
                    <a:pt x="12192" y="228600"/>
                  </a:lnTo>
                  <a:lnTo>
                    <a:pt x="18288" y="230124"/>
                  </a:lnTo>
                  <a:lnTo>
                    <a:pt x="23685" y="230124"/>
                  </a:lnTo>
                  <a:lnTo>
                    <a:pt x="21628" y="231749"/>
                  </a:lnTo>
                  <a:lnTo>
                    <a:pt x="1130" y="272681"/>
                  </a:lnTo>
                  <a:lnTo>
                    <a:pt x="12" y="284988"/>
                  </a:lnTo>
                  <a:lnTo>
                    <a:pt x="863" y="298424"/>
                  </a:lnTo>
                  <a:lnTo>
                    <a:pt x="13728" y="335280"/>
                  </a:lnTo>
                  <a:lnTo>
                    <a:pt x="51828" y="367284"/>
                  </a:lnTo>
                  <a:lnTo>
                    <a:pt x="91897" y="377367"/>
                  </a:lnTo>
                  <a:lnTo>
                    <a:pt x="108216" y="377952"/>
                  </a:lnTo>
                  <a:lnTo>
                    <a:pt x="121932" y="377952"/>
                  </a:lnTo>
                  <a:lnTo>
                    <a:pt x="121932" y="420624"/>
                  </a:lnTo>
                  <a:lnTo>
                    <a:pt x="137172" y="420624"/>
                  </a:lnTo>
                  <a:lnTo>
                    <a:pt x="137172" y="377952"/>
                  </a:lnTo>
                  <a:lnTo>
                    <a:pt x="283476" y="377952"/>
                  </a:lnTo>
                  <a:lnTo>
                    <a:pt x="323100" y="382524"/>
                  </a:lnTo>
                  <a:lnTo>
                    <a:pt x="335292" y="403860"/>
                  </a:lnTo>
                  <a:lnTo>
                    <a:pt x="335292" y="420624"/>
                  </a:lnTo>
                  <a:lnTo>
                    <a:pt x="342912" y="420624"/>
                  </a:lnTo>
                  <a:lnTo>
                    <a:pt x="342912" y="288036"/>
                  </a:lnTo>
                  <a:close/>
                </a:path>
                <a:path extrusionOk="0" h="421004" w="346075">
                  <a:moveTo>
                    <a:pt x="345960" y="57912"/>
                  </a:moveTo>
                  <a:lnTo>
                    <a:pt x="327190" y="17576"/>
                  </a:lnTo>
                  <a:lnTo>
                    <a:pt x="297192" y="0"/>
                  </a:lnTo>
                  <a:lnTo>
                    <a:pt x="297192" y="10668"/>
                  </a:lnTo>
                  <a:lnTo>
                    <a:pt x="303288" y="13716"/>
                  </a:lnTo>
                  <a:lnTo>
                    <a:pt x="309384" y="18288"/>
                  </a:lnTo>
                  <a:lnTo>
                    <a:pt x="312432" y="22860"/>
                  </a:lnTo>
                  <a:lnTo>
                    <a:pt x="315480" y="28956"/>
                  </a:lnTo>
                  <a:lnTo>
                    <a:pt x="317004" y="33528"/>
                  </a:lnTo>
                  <a:lnTo>
                    <a:pt x="317004" y="45720"/>
                  </a:lnTo>
                  <a:lnTo>
                    <a:pt x="280428" y="60960"/>
                  </a:lnTo>
                  <a:lnTo>
                    <a:pt x="137172" y="60960"/>
                  </a:lnTo>
                  <a:lnTo>
                    <a:pt x="137172" y="10668"/>
                  </a:lnTo>
                  <a:lnTo>
                    <a:pt x="121932" y="10668"/>
                  </a:lnTo>
                  <a:lnTo>
                    <a:pt x="121932" y="60960"/>
                  </a:lnTo>
                  <a:lnTo>
                    <a:pt x="48780" y="60960"/>
                  </a:lnTo>
                  <a:lnTo>
                    <a:pt x="48780" y="67056"/>
                  </a:lnTo>
                  <a:lnTo>
                    <a:pt x="90919" y="89560"/>
                  </a:lnTo>
                  <a:lnTo>
                    <a:pt x="122885" y="123063"/>
                  </a:lnTo>
                  <a:lnTo>
                    <a:pt x="129552" y="135636"/>
                  </a:lnTo>
                  <a:lnTo>
                    <a:pt x="137172" y="135636"/>
                  </a:lnTo>
                  <a:lnTo>
                    <a:pt x="137172" y="100584"/>
                  </a:lnTo>
                  <a:lnTo>
                    <a:pt x="286524" y="100584"/>
                  </a:lnTo>
                  <a:lnTo>
                    <a:pt x="297992" y="100304"/>
                  </a:lnTo>
                  <a:lnTo>
                    <a:pt x="335292" y="86868"/>
                  </a:lnTo>
                  <a:lnTo>
                    <a:pt x="339864" y="79248"/>
                  </a:lnTo>
                  <a:lnTo>
                    <a:pt x="344436" y="73152"/>
                  </a:lnTo>
                  <a:lnTo>
                    <a:pt x="345960" y="65532"/>
                  </a:lnTo>
                  <a:lnTo>
                    <a:pt x="345960" y="579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245" name="Google Shape;4245;p72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10283" y="3834383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246" name="Google Shape;4246;p72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778251" y="8737092"/>
            <a:ext cx="73152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4247" name="Google Shape;4247;p72"/>
          <p:cNvSpPr/>
          <p:nvPr/>
        </p:nvSpPr>
        <p:spPr>
          <a:xfrm>
            <a:off x="2705100" y="7571232"/>
            <a:ext cx="212090" cy="902335"/>
          </a:xfrm>
          <a:custGeom>
            <a:rect b="b" l="l" r="r" t="t"/>
            <a:pathLst>
              <a:path extrusionOk="0" h="902334" w="212089">
                <a:moveTo>
                  <a:pt x="207251" y="531876"/>
                </a:moveTo>
                <a:lnTo>
                  <a:pt x="202679" y="531876"/>
                </a:lnTo>
                <a:lnTo>
                  <a:pt x="202679" y="542544"/>
                </a:lnTo>
                <a:lnTo>
                  <a:pt x="201155" y="545592"/>
                </a:lnTo>
                <a:lnTo>
                  <a:pt x="198107" y="548640"/>
                </a:lnTo>
                <a:lnTo>
                  <a:pt x="192011" y="551688"/>
                </a:lnTo>
                <a:lnTo>
                  <a:pt x="120383" y="551688"/>
                </a:lnTo>
                <a:lnTo>
                  <a:pt x="111836" y="551954"/>
                </a:lnTo>
                <a:lnTo>
                  <a:pt x="76187" y="568452"/>
                </a:lnTo>
                <a:lnTo>
                  <a:pt x="73139" y="573024"/>
                </a:lnTo>
                <a:lnTo>
                  <a:pt x="70091" y="579120"/>
                </a:lnTo>
                <a:lnTo>
                  <a:pt x="70091" y="592836"/>
                </a:lnTo>
                <a:lnTo>
                  <a:pt x="92265" y="624992"/>
                </a:lnTo>
                <a:lnTo>
                  <a:pt x="100571" y="632460"/>
                </a:lnTo>
                <a:lnTo>
                  <a:pt x="89903" y="633984"/>
                </a:lnTo>
                <a:lnTo>
                  <a:pt x="77711" y="643128"/>
                </a:lnTo>
                <a:lnTo>
                  <a:pt x="73139" y="649224"/>
                </a:lnTo>
                <a:lnTo>
                  <a:pt x="70091" y="656844"/>
                </a:lnTo>
                <a:lnTo>
                  <a:pt x="70091" y="670560"/>
                </a:lnTo>
                <a:lnTo>
                  <a:pt x="71615" y="675132"/>
                </a:lnTo>
                <a:lnTo>
                  <a:pt x="74663" y="679704"/>
                </a:lnTo>
                <a:lnTo>
                  <a:pt x="76187" y="684276"/>
                </a:lnTo>
                <a:lnTo>
                  <a:pt x="82283" y="693420"/>
                </a:lnTo>
                <a:lnTo>
                  <a:pt x="89903" y="701040"/>
                </a:lnTo>
                <a:lnTo>
                  <a:pt x="100571" y="710184"/>
                </a:lnTo>
                <a:lnTo>
                  <a:pt x="70091" y="710184"/>
                </a:lnTo>
                <a:lnTo>
                  <a:pt x="70091" y="716280"/>
                </a:lnTo>
                <a:lnTo>
                  <a:pt x="86855" y="757428"/>
                </a:lnTo>
                <a:lnTo>
                  <a:pt x="91427" y="755904"/>
                </a:lnTo>
                <a:lnTo>
                  <a:pt x="91427" y="751332"/>
                </a:lnTo>
                <a:lnTo>
                  <a:pt x="89903" y="748284"/>
                </a:lnTo>
                <a:lnTo>
                  <a:pt x="89903" y="740664"/>
                </a:lnTo>
                <a:lnTo>
                  <a:pt x="92951" y="737616"/>
                </a:lnTo>
                <a:lnTo>
                  <a:pt x="95999" y="737616"/>
                </a:lnTo>
                <a:lnTo>
                  <a:pt x="99047" y="736092"/>
                </a:lnTo>
                <a:lnTo>
                  <a:pt x="116840" y="734809"/>
                </a:lnTo>
                <a:lnTo>
                  <a:pt x="126479" y="734568"/>
                </a:lnTo>
                <a:lnTo>
                  <a:pt x="185915" y="734568"/>
                </a:lnTo>
                <a:lnTo>
                  <a:pt x="192011" y="736092"/>
                </a:lnTo>
                <a:lnTo>
                  <a:pt x="195059" y="736092"/>
                </a:lnTo>
                <a:lnTo>
                  <a:pt x="198107" y="737616"/>
                </a:lnTo>
                <a:lnTo>
                  <a:pt x="199631" y="739140"/>
                </a:lnTo>
                <a:lnTo>
                  <a:pt x="202679" y="745236"/>
                </a:lnTo>
                <a:lnTo>
                  <a:pt x="202679" y="754380"/>
                </a:lnTo>
                <a:lnTo>
                  <a:pt x="207251" y="754380"/>
                </a:lnTo>
                <a:lnTo>
                  <a:pt x="207251" y="690372"/>
                </a:lnTo>
                <a:lnTo>
                  <a:pt x="202679" y="690372"/>
                </a:lnTo>
                <a:lnTo>
                  <a:pt x="202679" y="701040"/>
                </a:lnTo>
                <a:lnTo>
                  <a:pt x="201155" y="704088"/>
                </a:lnTo>
                <a:lnTo>
                  <a:pt x="198107" y="707136"/>
                </a:lnTo>
                <a:lnTo>
                  <a:pt x="192011" y="710184"/>
                </a:lnTo>
                <a:lnTo>
                  <a:pt x="106667" y="710184"/>
                </a:lnTo>
                <a:lnTo>
                  <a:pt x="97523" y="701040"/>
                </a:lnTo>
                <a:lnTo>
                  <a:pt x="92951" y="691896"/>
                </a:lnTo>
                <a:lnTo>
                  <a:pt x="89903" y="687324"/>
                </a:lnTo>
                <a:lnTo>
                  <a:pt x="88379" y="682752"/>
                </a:lnTo>
                <a:lnTo>
                  <a:pt x="88379" y="670560"/>
                </a:lnTo>
                <a:lnTo>
                  <a:pt x="91427" y="664464"/>
                </a:lnTo>
                <a:lnTo>
                  <a:pt x="97523" y="659892"/>
                </a:lnTo>
                <a:lnTo>
                  <a:pt x="102095" y="656844"/>
                </a:lnTo>
                <a:lnTo>
                  <a:pt x="109715" y="655320"/>
                </a:lnTo>
                <a:lnTo>
                  <a:pt x="190487" y="655320"/>
                </a:lnTo>
                <a:lnTo>
                  <a:pt x="192011" y="656844"/>
                </a:lnTo>
                <a:lnTo>
                  <a:pt x="196583" y="656844"/>
                </a:lnTo>
                <a:lnTo>
                  <a:pt x="199631" y="658368"/>
                </a:lnTo>
                <a:lnTo>
                  <a:pt x="202679" y="664464"/>
                </a:lnTo>
                <a:lnTo>
                  <a:pt x="202679" y="675132"/>
                </a:lnTo>
                <a:lnTo>
                  <a:pt x="207251" y="675132"/>
                </a:lnTo>
                <a:lnTo>
                  <a:pt x="207251" y="611124"/>
                </a:lnTo>
                <a:lnTo>
                  <a:pt x="202679" y="611124"/>
                </a:lnTo>
                <a:lnTo>
                  <a:pt x="202679" y="621792"/>
                </a:lnTo>
                <a:lnTo>
                  <a:pt x="199631" y="627888"/>
                </a:lnTo>
                <a:lnTo>
                  <a:pt x="198107" y="629412"/>
                </a:lnTo>
                <a:lnTo>
                  <a:pt x="195059" y="629412"/>
                </a:lnTo>
                <a:lnTo>
                  <a:pt x="193535" y="630936"/>
                </a:lnTo>
                <a:lnTo>
                  <a:pt x="106667" y="630936"/>
                </a:lnTo>
                <a:lnTo>
                  <a:pt x="100571" y="623316"/>
                </a:lnTo>
                <a:lnTo>
                  <a:pt x="95999" y="617220"/>
                </a:lnTo>
                <a:lnTo>
                  <a:pt x="89903" y="608076"/>
                </a:lnTo>
                <a:lnTo>
                  <a:pt x="88379" y="603504"/>
                </a:lnTo>
                <a:lnTo>
                  <a:pt x="88379" y="589788"/>
                </a:lnTo>
                <a:lnTo>
                  <a:pt x="91427" y="583692"/>
                </a:lnTo>
                <a:lnTo>
                  <a:pt x="99047" y="580644"/>
                </a:lnTo>
                <a:lnTo>
                  <a:pt x="102095" y="577596"/>
                </a:lnTo>
                <a:lnTo>
                  <a:pt x="109715" y="576072"/>
                </a:lnTo>
                <a:lnTo>
                  <a:pt x="190487" y="576072"/>
                </a:lnTo>
                <a:lnTo>
                  <a:pt x="192011" y="577596"/>
                </a:lnTo>
                <a:lnTo>
                  <a:pt x="195059" y="577596"/>
                </a:lnTo>
                <a:lnTo>
                  <a:pt x="198107" y="579120"/>
                </a:lnTo>
                <a:lnTo>
                  <a:pt x="202679" y="583692"/>
                </a:lnTo>
                <a:lnTo>
                  <a:pt x="202679" y="595884"/>
                </a:lnTo>
                <a:lnTo>
                  <a:pt x="207251" y="595884"/>
                </a:lnTo>
                <a:lnTo>
                  <a:pt x="207251" y="531876"/>
                </a:lnTo>
                <a:close/>
              </a:path>
              <a:path extrusionOk="0" h="902334" w="212089">
                <a:moveTo>
                  <a:pt x="207251" y="27432"/>
                </a:moveTo>
                <a:lnTo>
                  <a:pt x="202679" y="27432"/>
                </a:lnTo>
                <a:lnTo>
                  <a:pt x="202679" y="39624"/>
                </a:lnTo>
                <a:lnTo>
                  <a:pt x="201155" y="42672"/>
                </a:lnTo>
                <a:lnTo>
                  <a:pt x="198107" y="45720"/>
                </a:lnTo>
                <a:lnTo>
                  <a:pt x="196583" y="48768"/>
                </a:lnTo>
                <a:lnTo>
                  <a:pt x="193535" y="48768"/>
                </a:lnTo>
                <a:lnTo>
                  <a:pt x="190487" y="51816"/>
                </a:lnTo>
                <a:lnTo>
                  <a:pt x="115811" y="51816"/>
                </a:lnTo>
                <a:lnTo>
                  <a:pt x="105143" y="47244"/>
                </a:lnTo>
                <a:lnTo>
                  <a:pt x="99047" y="42672"/>
                </a:lnTo>
                <a:lnTo>
                  <a:pt x="91427" y="35052"/>
                </a:lnTo>
                <a:lnTo>
                  <a:pt x="91427" y="30480"/>
                </a:lnTo>
                <a:lnTo>
                  <a:pt x="94475" y="27432"/>
                </a:lnTo>
                <a:lnTo>
                  <a:pt x="100571" y="18288"/>
                </a:lnTo>
                <a:lnTo>
                  <a:pt x="102095" y="15240"/>
                </a:lnTo>
                <a:lnTo>
                  <a:pt x="102095" y="6096"/>
                </a:lnTo>
                <a:lnTo>
                  <a:pt x="99047" y="4572"/>
                </a:lnTo>
                <a:lnTo>
                  <a:pt x="95999" y="1524"/>
                </a:lnTo>
                <a:lnTo>
                  <a:pt x="92951" y="0"/>
                </a:lnTo>
                <a:lnTo>
                  <a:pt x="83807" y="0"/>
                </a:lnTo>
                <a:lnTo>
                  <a:pt x="79235" y="1524"/>
                </a:lnTo>
                <a:lnTo>
                  <a:pt x="76187" y="6096"/>
                </a:lnTo>
                <a:lnTo>
                  <a:pt x="73139" y="9144"/>
                </a:lnTo>
                <a:lnTo>
                  <a:pt x="70091" y="13716"/>
                </a:lnTo>
                <a:lnTo>
                  <a:pt x="70091" y="18288"/>
                </a:lnTo>
                <a:lnTo>
                  <a:pt x="72339" y="27178"/>
                </a:lnTo>
                <a:lnTo>
                  <a:pt x="78854" y="35623"/>
                </a:lnTo>
                <a:lnTo>
                  <a:pt x="89382" y="43802"/>
                </a:lnTo>
                <a:lnTo>
                  <a:pt x="103619" y="51816"/>
                </a:lnTo>
                <a:lnTo>
                  <a:pt x="70091" y="51816"/>
                </a:lnTo>
                <a:lnTo>
                  <a:pt x="70091" y="57912"/>
                </a:lnTo>
                <a:lnTo>
                  <a:pt x="86855" y="99060"/>
                </a:lnTo>
                <a:lnTo>
                  <a:pt x="91427" y="97536"/>
                </a:lnTo>
                <a:lnTo>
                  <a:pt x="91427" y="94488"/>
                </a:lnTo>
                <a:lnTo>
                  <a:pt x="89903" y="91440"/>
                </a:lnTo>
                <a:lnTo>
                  <a:pt x="89903" y="85344"/>
                </a:lnTo>
                <a:lnTo>
                  <a:pt x="91427" y="82296"/>
                </a:lnTo>
                <a:lnTo>
                  <a:pt x="91427" y="80772"/>
                </a:lnTo>
                <a:lnTo>
                  <a:pt x="92951" y="79248"/>
                </a:lnTo>
                <a:lnTo>
                  <a:pt x="95999" y="77724"/>
                </a:lnTo>
                <a:lnTo>
                  <a:pt x="99047" y="77724"/>
                </a:lnTo>
                <a:lnTo>
                  <a:pt x="116192" y="76441"/>
                </a:lnTo>
                <a:lnTo>
                  <a:pt x="126479" y="76200"/>
                </a:lnTo>
                <a:lnTo>
                  <a:pt x="190487" y="76200"/>
                </a:lnTo>
                <a:lnTo>
                  <a:pt x="192011" y="77724"/>
                </a:lnTo>
                <a:lnTo>
                  <a:pt x="196583" y="77724"/>
                </a:lnTo>
                <a:lnTo>
                  <a:pt x="198107" y="79248"/>
                </a:lnTo>
                <a:lnTo>
                  <a:pt x="199631" y="82296"/>
                </a:lnTo>
                <a:lnTo>
                  <a:pt x="202679" y="85344"/>
                </a:lnTo>
                <a:lnTo>
                  <a:pt x="202679" y="96012"/>
                </a:lnTo>
                <a:lnTo>
                  <a:pt x="207251" y="96012"/>
                </a:lnTo>
                <a:lnTo>
                  <a:pt x="207251" y="27432"/>
                </a:lnTo>
                <a:close/>
              </a:path>
              <a:path extrusionOk="0" h="902334" w="212089">
                <a:moveTo>
                  <a:pt x="207264" y="321564"/>
                </a:moveTo>
                <a:lnTo>
                  <a:pt x="202692" y="321564"/>
                </a:lnTo>
                <a:lnTo>
                  <a:pt x="202692" y="332232"/>
                </a:lnTo>
                <a:lnTo>
                  <a:pt x="201168" y="333756"/>
                </a:lnTo>
                <a:lnTo>
                  <a:pt x="199631" y="336804"/>
                </a:lnTo>
                <a:lnTo>
                  <a:pt x="198107" y="338328"/>
                </a:lnTo>
                <a:lnTo>
                  <a:pt x="192024" y="341376"/>
                </a:lnTo>
                <a:lnTo>
                  <a:pt x="0" y="341376"/>
                </a:lnTo>
                <a:lnTo>
                  <a:pt x="0" y="347472"/>
                </a:lnTo>
                <a:lnTo>
                  <a:pt x="16764" y="387096"/>
                </a:lnTo>
                <a:lnTo>
                  <a:pt x="21336" y="384048"/>
                </a:lnTo>
                <a:lnTo>
                  <a:pt x="19812" y="381000"/>
                </a:lnTo>
                <a:lnTo>
                  <a:pt x="19812" y="371856"/>
                </a:lnTo>
                <a:lnTo>
                  <a:pt x="22860" y="368808"/>
                </a:lnTo>
                <a:lnTo>
                  <a:pt x="25908" y="367284"/>
                </a:lnTo>
                <a:lnTo>
                  <a:pt x="28956" y="367284"/>
                </a:lnTo>
                <a:lnTo>
                  <a:pt x="32385" y="366407"/>
                </a:lnTo>
                <a:lnTo>
                  <a:pt x="38100" y="365950"/>
                </a:lnTo>
                <a:lnTo>
                  <a:pt x="56388" y="365760"/>
                </a:lnTo>
                <a:lnTo>
                  <a:pt x="192024" y="365760"/>
                </a:lnTo>
                <a:lnTo>
                  <a:pt x="198107" y="368808"/>
                </a:lnTo>
                <a:lnTo>
                  <a:pt x="199631" y="370332"/>
                </a:lnTo>
                <a:lnTo>
                  <a:pt x="201168" y="373380"/>
                </a:lnTo>
                <a:lnTo>
                  <a:pt x="202692" y="374904"/>
                </a:lnTo>
                <a:lnTo>
                  <a:pt x="202692" y="385572"/>
                </a:lnTo>
                <a:lnTo>
                  <a:pt x="207264" y="385572"/>
                </a:lnTo>
                <a:lnTo>
                  <a:pt x="207264" y="321564"/>
                </a:lnTo>
                <a:close/>
              </a:path>
              <a:path extrusionOk="0" h="902334" w="212089">
                <a:moveTo>
                  <a:pt x="207264" y="237744"/>
                </a:moveTo>
                <a:lnTo>
                  <a:pt x="202692" y="237744"/>
                </a:lnTo>
                <a:lnTo>
                  <a:pt x="202692" y="248412"/>
                </a:lnTo>
                <a:lnTo>
                  <a:pt x="201168" y="251460"/>
                </a:lnTo>
                <a:lnTo>
                  <a:pt x="199631" y="252984"/>
                </a:lnTo>
                <a:lnTo>
                  <a:pt x="198107" y="256032"/>
                </a:lnTo>
                <a:lnTo>
                  <a:pt x="195072" y="256032"/>
                </a:lnTo>
                <a:lnTo>
                  <a:pt x="192024" y="257556"/>
                </a:lnTo>
                <a:lnTo>
                  <a:pt x="0" y="257556"/>
                </a:lnTo>
                <a:lnTo>
                  <a:pt x="0" y="265176"/>
                </a:lnTo>
                <a:lnTo>
                  <a:pt x="16764" y="303276"/>
                </a:lnTo>
                <a:lnTo>
                  <a:pt x="21336" y="301752"/>
                </a:lnTo>
                <a:lnTo>
                  <a:pt x="19812" y="297180"/>
                </a:lnTo>
                <a:lnTo>
                  <a:pt x="19812" y="288036"/>
                </a:lnTo>
                <a:lnTo>
                  <a:pt x="22860" y="284988"/>
                </a:lnTo>
                <a:lnTo>
                  <a:pt x="25908" y="283464"/>
                </a:lnTo>
                <a:lnTo>
                  <a:pt x="28956" y="283464"/>
                </a:lnTo>
                <a:lnTo>
                  <a:pt x="46101" y="282181"/>
                </a:lnTo>
                <a:lnTo>
                  <a:pt x="56388" y="281940"/>
                </a:lnTo>
                <a:lnTo>
                  <a:pt x="185928" y="281940"/>
                </a:lnTo>
                <a:lnTo>
                  <a:pt x="192024" y="283464"/>
                </a:lnTo>
                <a:lnTo>
                  <a:pt x="195072" y="284988"/>
                </a:lnTo>
                <a:lnTo>
                  <a:pt x="198107" y="284988"/>
                </a:lnTo>
                <a:lnTo>
                  <a:pt x="199631" y="288036"/>
                </a:lnTo>
                <a:lnTo>
                  <a:pt x="201168" y="289560"/>
                </a:lnTo>
                <a:lnTo>
                  <a:pt x="202692" y="292608"/>
                </a:lnTo>
                <a:lnTo>
                  <a:pt x="202692" y="301752"/>
                </a:lnTo>
                <a:lnTo>
                  <a:pt x="207264" y="301752"/>
                </a:lnTo>
                <a:lnTo>
                  <a:pt x="207264" y="237744"/>
                </a:lnTo>
                <a:close/>
              </a:path>
              <a:path extrusionOk="0" h="902334" w="212089">
                <a:moveTo>
                  <a:pt x="210299" y="161544"/>
                </a:moveTo>
                <a:lnTo>
                  <a:pt x="195059" y="124968"/>
                </a:lnTo>
                <a:lnTo>
                  <a:pt x="158483" y="106680"/>
                </a:lnTo>
                <a:lnTo>
                  <a:pt x="155435" y="109728"/>
                </a:lnTo>
                <a:lnTo>
                  <a:pt x="163753" y="113207"/>
                </a:lnTo>
                <a:lnTo>
                  <a:pt x="170484" y="116967"/>
                </a:lnTo>
                <a:lnTo>
                  <a:pt x="175806" y="121310"/>
                </a:lnTo>
                <a:lnTo>
                  <a:pt x="179819" y="126492"/>
                </a:lnTo>
                <a:lnTo>
                  <a:pt x="184391" y="132588"/>
                </a:lnTo>
                <a:lnTo>
                  <a:pt x="185915" y="140208"/>
                </a:lnTo>
                <a:lnTo>
                  <a:pt x="185915" y="149352"/>
                </a:lnTo>
                <a:lnTo>
                  <a:pt x="160947" y="189763"/>
                </a:lnTo>
                <a:lnTo>
                  <a:pt x="123431" y="198120"/>
                </a:lnTo>
                <a:lnTo>
                  <a:pt x="123431" y="137160"/>
                </a:lnTo>
                <a:lnTo>
                  <a:pt x="123431" y="106680"/>
                </a:lnTo>
                <a:lnTo>
                  <a:pt x="114287" y="107403"/>
                </a:lnTo>
                <a:lnTo>
                  <a:pt x="114287" y="137160"/>
                </a:lnTo>
                <a:lnTo>
                  <a:pt x="114287" y="198120"/>
                </a:lnTo>
                <a:lnTo>
                  <a:pt x="79235" y="173736"/>
                </a:lnTo>
                <a:lnTo>
                  <a:pt x="79235" y="160020"/>
                </a:lnTo>
                <a:lnTo>
                  <a:pt x="80759" y="155448"/>
                </a:lnTo>
                <a:lnTo>
                  <a:pt x="83807" y="150876"/>
                </a:lnTo>
                <a:lnTo>
                  <a:pt x="88379" y="146304"/>
                </a:lnTo>
                <a:lnTo>
                  <a:pt x="91427" y="141732"/>
                </a:lnTo>
                <a:lnTo>
                  <a:pt x="97523" y="140208"/>
                </a:lnTo>
                <a:lnTo>
                  <a:pt x="100571" y="138684"/>
                </a:lnTo>
                <a:lnTo>
                  <a:pt x="106667" y="137160"/>
                </a:lnTo>
                <a:lnTo>
                  <a:pt x="114287" y="137160"/>
                </a:lnTo>
                <a:lnTo>
                  <a:pt x="114287" y="107403"/>
                </a:lnTo>
                <a:lnTo>
                  <a:pt x="112344" y="107543"/>
                </a:lnTo>
                <a:lnTo>
                  <a:pt x="79095" y="128714"/>
                </a:lnTo>
                <a:lnTo>
                  <a:pt x="70104" y="158457"/>
                </a:lnTo>
                <a:lnTo>
                  <a:pt x="71475" y="170738"/>
                </a:lnTo>
                <a:lnTo>
                  <a:pt x="100177" y="209169"/>
                </a:lnTo>
                <a:lnTo>
                  <a:pt x="143243" y="219456"/>
                </a:lnTo>
                <a:lnTo>
                  <a:pt x="157822" y="218313"/>
                </a:lnTo>
                <a:lnTo>
                  <a:pt x="157607" y="218313"/>
                </a:lnTo>
                <a:lnTo>
                  <a:pt x="170484" y="215074"/>
                </a:lnTo>
                <a:lnTo>
                  <a:pt x="205727" y="183261"/>
                </a:lnTo>
                <a:lnTo>
                  <a:pt x="209156" y="172694"/>
                </a:lnTo>
                <a:lnTo>
                  <a:pt x="210299" y="161544"/>
                </a:lnTo>
                <a:close/>
              </a:path>
              <a:path extrusionOk="0" h="902334" w="212089">
                <a:moveTo>
                  <a:pt x="210312" y="429768"/>
                </a:moveTo>
                <a:lnTo>
                  <a:pt x="209118" y="421982"/>
                </a:lnTo>
                <a:lnTo>
                  <a:pt x="205359" y="414337"/>
                </a:lnTo>
                <a:lnTo>
                  <a:pt x="198729" y="406412"/>
                </a:lnTo>
                <a:lnTo>
                  <a:pt x="188976" y="397764"/>
                </a:lnTo>
                <a:lnTo>
                  <a:pt x="181356" y="397764"/>
                </a:lnTo>
                <a:lnTo>
                  <a:pt x="187452" y="403860"/>
                </a:lnTo>
                <a:lnTo>
                  <a:pt x="190500" y="408432"/>
                </a:lnTo>
                <a:lnTo>
                  <a:pt x="192024" y="409956"/>
                </a:lnTo>
                <a:lnTo>
                  <a:pt x="192024" y="417576"/>
                </a:lnTo>
                <a:lnTo>
                  <a:pt x="188976" y="420624"/>
                </a:lnTo>
                <a:lnTo>
                  <a:pt x="117348" y="420624"/>
                </a:lnTo>
                <a:lnTo>
                  <a:pt x="107937" y="420890"/>
                </a:lnTo>
                <a:lnTo>
                  <a:pt x="73952" y="442112"/>
                </a:lnTo>
                <a:lnTo>
                  <a:pt x="70104" y="464820"/>
                </a:lnTo>
                <a:lnTo>
                  <a:pt x="70929" y="476326"/>
                </a:lnTo>
                <a:lnTo>
                  <a:pt x="73342" y="485965"/>
                </a:lnTo>
                <a:lnTo>
                  <a:pt x="73431" y="486156"/>
                </a:lnTo>
                <a:lnTo>
                  <a:pt x="77165" y="494182"/>
                </a:lnTo>
                <a:lnTo>
                  <a:pt x="105156" y="513588"/>
                </a:lnTo>
                <a:lnTo>
                  <a:pt x="112776" y="513588"/>
                </a:lnTo>
                <a:lnTo>
                  <a:pt x="115824" y="510540"/>
                </a:lnTo>
                <a:lnTo>
                  <a:pt x="118872" y="509016"/>
                </a:lnTo>
                <a:lnTo>
                  <a:pt x="118872" y="495300"/>
                </a:lnTo>
                <a:lnTo>
                  <a:pt x="115824" y="493776"/>
                </a:lnTo>
                <a:lnTo>
                  <a:pt x="112776" y="490728"/>
                </a:lnTo>
                <a:lnTo>
                  <a:pt x="109728" y="489204"/>
                </a:lnTo>
                <a:lnTo>
                  <a:pt x="105156" y="489204"/>
                </a:lnTo>
                <a:lnTo>
                  <a:pt x="96012" y="490728"/>
                </a:lnTo>
                <a:lnTo>
                  <a:pt x="92964" y="490728"/>
                </a:lnTo>
                <a:lnTo>
                  <a:pt x="88392" y="487680"/>
                </a:lnTo>
                <a:lnTo>
                  <a:pt x="82296" y="481584"/>
                </a:lnTo>
                <a:lnTo>
                  <a:pt x="79248" y="477012"/>
                </a:lnTo>
                <a:lnTo>
                  <a:pt x="79248" y="461772"/>
                </a:lnTo>
                <a:lnTo>
                  <a:pt x="115824" y="445008"/>
                </a:lnTo>
                <a:lnTo>
                  <a:pt x="120396" y="445008"/>
                </a:lnTo>
                <a:lnTo>
                  <a:pt x="126809" y="461200"/>
                </a:lnTo>
                <a:lnTo>
                  <a:pt x="132207" y="474535"/>
                </a:lnTo>
                <a:lnTo>
                  <a:pt x="155448" y="511352"/>
                </a:lnTo>
                <a:lnTo>
                  <a:pt x="170688" y="518160"/>
                </a:lnTo>
                <a:lnTo>
                  <a:pt x="176784" y="518160"/>
                </a:lnTo>
                <a:lnTo>
                  <a:pt x="210312" y="496824"/>
                </a:lnTo>
                <a:lnTo>
                  <a:pt x="210312" y="493776"/>
                </a:lnTo>
                <a:lnTo>
                  <a:pt x="210312" y="475488"/>
                </a:lnTo>
                <a:lnTo>
                  <a:pt x="207264" y="470916"/>
                </a:lnTo>
                <a:lnTo>
                  <a:pt x="205232" y="467512"/>
                </a:lnTo>
                <a:lnTo>
                  <a:pt x="201358" y="461962"/>
                </a:lnTo>
                <a:lnTo>
                  <a:pt x="195465" y="454418"/>
                </a:lnTo>
                <a:lnTo>
                  <a:pt x="192024" y="450380"/>
                </a:lnTo>
                <a:lnTo>
                  <a:pt x="192024" y="473964"/>
                </a:lnTo>
                <a:lnTo>
                  <a:pt x="192024" y="480060"/>
                </a:lnTo>
                <a:lnTo>
                  <a:pt x="190500" y="484632"/>
                </a:lnTo>
                <a:lnTo>
                  <a:pt x="185928" y="487680"/>
                </a:lnTo>
                <a:lnTo>
                  <a:pt x="181356" y="492252"/>
                </a:lnTo>
                <a:lnTo>
                  <a:pt x="176784" y="493776"/>
                </a:lnTo>
                <a:lnTo>
                  <a:pt x="164592" y="493776"/>
                </a:lnTo>
                <a:lnTo>
                  <a:pt x="140030" y="469658"/>
                </a:lnTo>
                <a:lnTo>
                  <a:pt x="133794" y="455320"/>
                </a:lnTo>
                <a:lnTo>
                  <a:pt x="129540" y="445008"/>
                </a:lnTo>
                <a:lnTo>
                  <a:pt x="178308" y="445008"/>
                </a:lnTo>
                <a:lnTo>
                  <a:pt x="184302" y="453605"/>
                </a:lnTo>
                <a:lnTo>
                  <a:pt x="188595" y="461200"/>
                </a:lnTo>
                <a:lnTo>
                  <a:pt x="191160" y="467944"/>
                </a:lnTo>
                <a:lnTo>
                  <a:pt x="192024" y="473964"/>
                </a:lnTo>
                <a:lnTo>
                  <a:pt x="192024" y="450380"/>
                </a:lnTo>
                <a:lnTo>
                  <a:pt x="187452" y="445008"/>
                </a:lnTo>
                <a:lnTo>
                  <a:pt x="196596" y="445008"/>
                </a:lnTo>
                <a:lnTo>
                  <a:pt x="202692" y="443484"/>
                </a:lnTo>
                <a:lnTo>
                  <a:pt x="205740" y="441960"/>
                </a:lnTo>
                <a:lnTo>
                  <a:pt x="208788" y="438912"/>
                </a:lnTo>
                <a:lnTo>
                  <a:pt x="210312" y="434340"/>
                </a:lnTo>
                <a:lnTo>
                  <a:pt x="210312" y="429768"/>
                </a:lnTo>
                <a:close/>
              </a:path>
              <a:path extrusionOk="0" h="902334" w="212089">
                <a:moveTo>
                  <a:pt x="211836" y="835152"/>
                </a:moveTo>
                <a:lnTo>
                  <a:pt x="196596" y="790956"/>
                </a:lnTo>
                <a:lnTo>
                  <a:pt x="158496" y="774192"/>
                </a:lnTo>
                <a:lnTo>
                  <a:pt x="150876" y="774192"/>
                </a:lnTo>
                <a:lnTo>
                  <a:pt x="143256" y="775716"/>
                </a:lnTo>
                <a:lnTo>
                  <a:pt x="135636" y="780288"/>
                </a:lnTo>
                <a:lnTo>
                  <a:pt x="128016" y="783336"/>
                </a:lnTo>
                <a:lnTo>
                  <a:pt x="121920" y="789432"/>
                </a:lnTo>
                <a:lnTo>
                  <a:pt x="117348" y="797052"/>
                </a:lnTo>
                <a:lnTo>
                  <a:pt x="113347" y="802767"/>
                </a:lnTo>
                <a:lnTo>
                  <a:pt x="108204" y="810768"/>
                </a:lnTo>
                <a:lnTo>
                  <a:pt x="101917" y="821055"/>
                </a:lnTo>
                <a:lnTo>
                  <a:pt x="85674" y="848182"/>
                </a:lnTo>
                <a:lnTo>
                  <a:pt x="77724" y="859726"/>
                </a:lnTo>
                <a:lnTo>
                  <a:pt x="70904" y="868133"/>
                </a:lnTo>
                <a:lnTo>
                  <a:pt x="65532" y="873252"/>
                </a:lnTo>
                <a:lnTo>
                  <a:pt x="59436" y="877824"/>
                </a:lnTo>
                <a:lnTo>
                  <a:pt x="54864" y="879348"/>
                </a:lnTo>
                <a:lnTo>
                  <a:pt x="39624" y="879348"/>
                </a:lnTo>
                <a:lnTo>
                  <a:pt x="16764" y="845820"/>
                </a:lnTo>
                <a:lnTo>
                  <a:pt x="17310" y="839203"/>
                </a:lnTo>
                <a:lnTo>
                  <a:pt x="37236" y="805345"/>
                </a:lnTo>
                <a:lnTo>
                  <a:pt x="71628" y="792480"/>
                </a:lnTo>
                <a:lnTo>
                  <a:pt x="71628" y="787908"/>
                </a:lnTo>
                <a:lnTo>
                  <a:pt x="4572" y="787908"/>
                </a:lnTo>
                <a:lnTo>
                  <a:pt x="4572" y="792480"/>
                </a:lnTo>
                <a:lnTo>
                  <a:pt x="9144" y="794004"/>
                </a:lnTo>
                <a:lnTo>
                  <a:pt x="12192" y="795528"/>
                </a:lnTo>
                <a:lnTo>
                  <a:pt x="15240" y="798576"/>
                </a:lnTo>
                <a:lnTo>
                  <a:pt x="15240" y="809244"/>
                </a:lnTo>
                <a:lnTo>
                  <a:pt x="12192" y="813816"/>
                </a:lnTo>
                <a:lnTo>
                  <a:pt x="9067" y="822032"/>
                </a:lnTo>
                <a:lnTo>
                  <a:pt x="6667" y="830389"/>
                </a:lnTo>
                <a:lnTo>
                  <a:pt x="5118" y="838466"/>
                </a:lnTo>
                <a:lnTo>
                  <a:pt x="4572" y="845820"/>
                </a:lnTo>
                <a:lnTo>
                  <a:pt x="5689" y="857821"/>
                </a:lnTo>
                <a:lnTo>
                  <a:pt x="29616" y="893851"/>
                </a:lnTo>
                <a:lnTo>
                  <a:pt x="57912" y="902208"/>
                </a:lnTo>
                <a:lnTo>
                  <a:pt x="67056" y="902208"/>
                </a:lnTo>
                <a:lnTo>
                  <a:pt x="100584" y="880872"/>
                </a:lnTo>
                <a:lnTo>
                  <a:pt x="121920" y="847344"/>
                </a:lnTo>
                <a:lnTo>
                  <a:pt x="128206" y="835939"/>
                </a:lnTo>
                <a:lnTo>
                  <a:pt x="133350" y="826960"/>
                </a:lnTo>
                <a:lnTo>
                  <a:pt x="137350" y="820559"/>
                </a:lnTo>
                <a:lnTo>
                  <a:pt x="140208" y="816864"/>
                </a:lnTo>
                <a:lnTo>
                  <a:pt x="149352" y="807720"/>
                </a:lnTo>
                <a:lnTo>
                  <a:pt x="155448" y="806196"/>
                </a:lnTo>
                <a:lnTo>
                  <a:pt x="160020" y="803148"/>
                </a:lnTo>
                <a:lnTo>
                  <a:pt x="164592" y="801624"/>
                </a:lnTo>
                <a:lnTo>
                  <a:pt x="179832" y="801624"/>
                </a:lnTo>
                <a:lnTo>
                  <a:pt x="202692" y="839724"/>
                </a:lnTo>
                <a:lnTo>
                  <a:pt x="202374" y="847445"/>
                </a:lnTo>
                <a:lnTo>
                  <a:pt x="183730" y="883234"/>
                </a:lnTo>
                <a:lnTo>
                  <a:pt x="144780" y="896112"/>
                </a:lnTo>
                <a:lnTo>
                  <a:pt x="144780" y="900684"/>
                </a:lnTo>
                <a:lnTo>
                  <a:pt x="211836" y="900684"/>
                </a:lnTo>
                <a:lnTo>
                  <a:pt x="211836" y="896112"/>
                </a:lnTo>
                <a:lnTo>
                  <a:pt x="208788" y="896112"/>
                </a:lnTo>
                <a:lnTo>
                  <a:pt x="205740" y="894588"/>
                </a:lnTo>
                <a:lnTo>
                  <a:pt x="201168" y="890016"/>
                </a:lnTo>
                <a:lnTo>
                  <a:pt x="201168" y="885444"/>
                </a:lnTo>
                <a:lnTo>
                  <a:pt x="202692" y="879348"/>
                </a:lnTo>
                <a:lnTo>
                  <a:pt x="208788" y="861060"/>
                </a:lnTo>
                <a:lnTo>
                  <a:pt x="210312" y="854964"/>
                </a:lnTo>
                <a:lnTo>
                  <a:pt x="211836" y="851916"/>
                </a:lnTo>
                <a:lnTo>
                  <a:pt x="211836" y="8351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48" name="Google Shape;4248;p72"/>
          <p:cNvGrpSpPr/>
          <p:nvPr/>
        </p:nvGrpSpPr>
        <p:grpSpPr>
          <a:xfrm>
            <a:off x="2705100" y="6995159"/>
            <a:ext cx="211835" cy="484631"/>
            <a:chOff x="2705100" y="6995159"/>
            <a:chExt cx="211835" cy="484631"/>
          </a:xfrm>
        </p:grpSpPr>
        <p:pic>
          <p:nvPicPr>
            <p:cNvPr id="4249" name="Google Shape;4249;p7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709672" y="7351775"/>
              <a:ext cx="207263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50" name="Google Shape;4250;p7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705100" y="6995159"/>
              <a:ext cx="210311" cy="33070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251" name="Google Shape;4251;p72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3206496" y="8737092"/>
            <a:ext cx="73152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4252" name="Google Shape;4252;p72"/>
          <p:cNvSpPr/>
          <p:nvPr/>
        </p:nvSpPr>
        <p:spPr>
          <a:xfrm>
            <a:off x="3133331" y="7670292"/>
            <a:ext cx="271780" cy="817244"/>
          </a:xfrm>
          <a:custGeom>
            <a:rect b="b" l="l" r="r" t="t"/>
            <a:pathLst>
              <a:path extrusionOk="0" h="817245" w="271779">
                <a:moveTo>
                  <a:pt x="32016" y="562356"/>
                </a:moveTo>
                <a:lnTo>
                  <a:pt x="30492" y="557784"/>
                </a:lnTo>
                <a:lnTo>
                  <a:pt x="27444" y="554736"/>
                </a:lnTo>
                <a:lnTo>
                  <a:pt x="22872" y="551688"/>
                </a:lnTo>
                <a:lnTo>
                  <a:pt x="19824" y="550164"/>
                </a:lnTo>
                <a:lnTo>
                  <a:pt x="10680" y="550164"/>
                </a:lnTo>
                <a:lnTo>
                  <a:pt x="7632" y="551688"/>
                </a:lnTo>
                <a:lnTo>
                  <a:pt x="1536" y="557784"/>
                </a:lnTo>
                <a:lnTo>
                  <a:pt x="12" y="562356"/>
                </a:lnTo>
                <a:lnTo>
                  <a:pt x="12" y="571500"/>
                </a:lnTo>
                <a:lnTo>
                  <a:pt x="1536" y="574548"/>
                </a:lnTo>
                <a:lnTo>
                  <a:pt x="7632" y="580644"/>
                </a:lnTo>
                <a:lnTo>
                  <a:pt x="10680" y="582168"/>
                </a:lnTo>
                <a:lnTo>
                  <a:pt x="19824" y="582168"/>
                </a:lnTo>
                <a:lnTo>
                  <a:pt x="22872" y="580644"/>
                </a:lnTo>
                <a:lnTo>
                  <a:pt x="27444" y="577596"/>
                </a:lnTo>
                <a:lnTo>
                  <a:pt x="30492" y="574548"/>
                </a:lnTo>
                <a:lnTo>
                  <a:pt x="32016" y="569976"/>
                </a:lnTo>
                <a:lnTo>
                  <a:pt x="32016" y="562356"/>
                </a:lnTo>
                <a:close/>
              </a:path>
              <a:path extrusionOk="0" h="817245" w="271779">
                <a:moveTo>
                  <a:pt x="207264" y="228600"/>
                </a:moveTo>
                <a:lnTo>
                  <a:pt x="202692" y="228600"/>
                </a:lnTo>
                <a:lnTo>
                  <a:pt x="202692" y="234696"/>
                </a:lnTo>
                <a:lnTo>
                  <a:pt x="201168" y="239268"/>
                </a:lnTo>
                <a:lnTo>
                  <a:pt x="199644" y="242316"/>
                </a:lnTo>
                <a:lnTo>
                  <a:pt x="196596" y="245364"/>
                </a:lnTo>
                <a:lnTo>
                  <a:pt x="190500" y="248412"/>
                </a:lnTo>
                <a:lnTo>
                  <a:pt x="129540" y="248412"/>
                </a:lnTo>
                <a:lnTo>
                  <a:pt x="118097" y="248678"/>
                </a:lnTo>
                <a:lnTo>
                  <a:pt x="79248" y="259080"/>
                </a:lnTo>
                <a:lnTo>
                  <a:pt x="76200" y="263652"/>
                </a:lnTo>
                <a:lnTo>
                  <a:pt x="71628" y="269748"/>
                </a:lnTo>
                <a:lnTo>
                  <a:pt x="70104" y="275844"/>
                </a:lnTo>
                <a:lnTo>
                  <a:pt x="70104" y="291084"/>
                </a:lnTo>
                <a:lnTo>
                  <a:pt x="97536" y="329184"/>
                </a:lnTo>
                <a:lnTo>
                  <a:pt x="0" y="329184"/>
                </a:lnTo>
                <a:lnTo>
                  <a:pt x="0" y="336804"/>
                </a:lnTo>
                <a:lnTo>
                  <a:pt x="16764" y="376428"/>
                </a:lnTo>
                <a:lnTo>
                  <a:pt x="21336" y="374904"/>
                </a:lnTo>
                <a:lnTo>
                  <a:pt x="19812" y="370332"/>
                </a:lnTo>
                <a:lnTo>
                  <a:pt x="18288" y="367284"/>
                </a:lnTo>
                <a:lnTo>
                  <a:pt x="18288" y="362712"/>
                </a:lnTo>
                <a:lnTo>
                  <a:pt x="19812" y="359664"/>
                </a:lnTo>
                <a:lnTo>
                  <a:pt x="19812" y="358140"/>
                </a:lnTo>
                <a:lnTo>
                  <a:pt x="21336" y="356616"/>
                </a:lnTo>
                <a:lnTo>
                  <a:pt x="24384" y="356616"/>
                </a:lnTo>
                <a:lnTo>
                  <a:pt x="27432" y="355092"/>
                </a:lnTo>
                <a:lnTo>
                  <a:pt x="45872" y="353809"/>
                </a:lnTo>
                <a:lnTo>
                  <a:pt x="56388" y="353568"/>
                </a:lnTo>
                <a:lnTo>
                  <a:pt x="184404" y="353568"/>
                </a:lnTo>
                <a:lnTo>
                  <a:pt x="190500" y="355092"/>
                </a:lnTo>
                <a:lnTo>
                  <a:pt x="193548" y="356616"/>
                </a:lnTo>
                <a:lnTo>
                  <a:pt x="196596" y="356616"/>
                </a:lnTo>
                <a:lnTo>
                  <a:pt x="199644" y="359664"/>
                </a:lnTo>
                <a:lnTo>
                  <a:pt x="202692" y="368808"/>
                </a:lnTo>
                <a:lnTo>
                  <a:pt x="202692" y="373380"/>
                </a:lnTo>
                <a:lnTo>
                  <a:pt x="207264" y="373380"/>
                </a:lnTo>
                <a:lnTo>
                  <a:pt x="207264" y="309372"/>
                </a:lnTo>
                <a:lnTo>
                  <a:pt x="202692" y="309372"/>
                </a:lnTo>
                <a:lnTo>
                  <a:pt x="202692" y="315468"/>
                </a:lnTo>
                <a:lnTo>
                  <a:pt x="201168" y="320040"/>
                </a:lnTo>
                <a:lnTo>
                  <a:pt x="198120" y="326136"/>
                </a:lnTo>
                <a:lnTo>
                  <a:pt x="196596" y="327660"/>
                </a:lnTo>
                <a:lnTo>
                  <a:pt x="193548" y="327660"/>
                </a:lnTo>
                <a:lnTo>
                  <a:pt x="192024" y="329184"/>
                </a:lnTo>
                <a:lnTo>
                  <a:pt x="106680" y="329184"/>
                </a:lnTo>
                <a:lnTo>
                  <a:pt x="99060" y="323088"/>
                </a:lnTo>
                <a:lnTo>
                  <a:pt x="94488" y="315468"/>
                </a:lnTo>
                <a:lnTo>
                  <a:pt x="91440" y="310896"/>
                </a:lnTo>
                <a:lnTo>
                  <a:pt x="88392" y="304800"/>
                </a:lnTo>
                <a:lnTo>
                  <a:pt x="88392" y="286512"/>
                </a:lnTo>
                <a:lnTo>
                  <a:pt x="91440" y="283464"/>
                </a:lnTo>
                <a:lnTo>
                  <a:pt x="92964" y="280416"/>
                </a:lnTo>
                <a:lnTo>
                  <a:pt x="129540" y="272796"/>
                </a:lnTo>
                <a:lnTo>
                  <a:pt x="188976" y="272796"/>
                </a:lnTo>
                <a:lnTo>
                  <a:pt x="190500" y="274320"/>
                </a:lnTo>
                <a:lnTo>
                  <a:pt x="193548" y="274320"/>
                </a:lnTo>
                <a:lnTo>
                  <a:pt x="196596" y="275844"/>
                </a:lnTo>
                <a:lnTo>
                  <a:pt x="201168" y="280416"/>
                </a:lnTo>
                <a:lnTo>
                  <a:pt x="202692" y="284988"/>
                </a:lnTo>
                <a:lnTo>
                  <a:pt x="202692" y="292608"/>
                </a:lnTo>
                <a:lnTo>
                  <a:pt x="207264" y="292608"/>
                </a:lnTo>
                <a:lnTo>
                  <a:pt x="207264" y="228600"/>
                </a:lnTo>
                <a:close/>
              </a:path>
              <a:path extrusionOk="0" h="817245" w="271779">
                <a:moveTo>
                  <a:pt x="207276" y="614172"/>
                </a:moveTo>
                <a:lnTo>
                  <a:pt x="202704" y="614172"/>
                </a:lnTo>
                <a:lnTo>
                  <a:pt x="202704" y="626364"/>
                </a:lnTo>
                <a:lnTo>
                  <a:pt x="201180" y="629412"/>
                </a:lnTo>
                <a:lnTo>
                  <a:pt x="198132" y="633984"/>
                </a:lnTo>
                <a:lnTo>
                  <a:pt x="196608" y="637032"/>
                </a:lnTo>
                <a:lnTo>
                  <a:pt x="195084" y="638556"/>
                </a:lnTo>
                <a:lnTo>
                  <a:pt x="188988" y="641604"/>
                </a:lnTo>
                <a:lnTo>
                  <a:pt x="27444" y="641604"/>
                </a:lnTo>
                <a:lnTo>
                  <a:pt x="18300" y="637032"/>
                </a:lnTo>
                <a:lnTo>
                  <a:pt x="16776" y="633984"/>
                </a:lnTo>
                <a:lnTo>
                  <a:pt x="13728" y="629412"/>
                </a:lnTo>
                <a:lnTo>
                  <a:pt x="13728" y="614172"/>
                </a:lnTo>
                <a:lnTo>
                  <a:pt x="9156" y="614172"/>
                </a:lnTo>
                <a:lnTo>
                  <a:pt x="9156" y="696468"/>
                </a:lnTo>
                <a:lnTo>
                  <a:pt x="13728" y="696468"/>
                </a:lnTo>
                <a:lnTo>
                  <a:pt x="13728" y="681228"/>
                </a:lnTo>
                <a:lnTo>
                  <a:pt x="16776" y="676656"/>
                </a:lnTo>
                <a:lnTo>
                  <a:pt x="18300" y="673608"/>
                </a:lnTo>
                <a:lnTo>
                  <a:pt x="21348" y="672084"/>
                </a:lnTo>
                <a:lnTo>
                  <a:pt x="22872" y="670560"/>
                </a:lnTo>
                <a:lnTo>
                  <a:pt x="25920" y="670560"/>
                </a:lnTo>
                <a:lnTo>
                  <a:pt x="33540" y="669036"/>
                </a:lnTo>
                <a:lnTo>
                  <a:pt x="100596" y="669036"/>
                </a:lnTo>
                <a:lnTo>
                  <a:pt x="100596" y="762000"/>
                </a:lnTo>
                <a:lnTo>
                  <a:pt x="44208" y="762000"/>
                </a:lnTo>
                <a:lnTo>
                  <a:pt x="27444" y="762000"/>
                </a:lnTo>
                <a:lnTo>
                  <a:pt x="18300" y="757428"/>
                </a:lnTo>
                <a:lnTo>
                  <a:pt x="16776" y="754380"/>
                </a:lnTo>
                <a:lnTo>
                  <a:pt x="13728" y="749808"/>
                </a:lnTo>
                <a:lnTo>
                  <a:pt x="13728" y="734568"/>
                </a:lnTo>
                <a:lnTo>
                  <a:pt x="9156" y="734568"/>
                </a:lnTo>
                <a:lnTo>
                  <a:pt x="9156" y="816864"/>
                </a:lnTo>
                <a:lnTo>
                  <a:pt x="13728" y="816864"/>
                </a:lnTo>
                <a:lnTo>
                  <a:pt x="13728" y="801624"/>
                </a:lnTo>
                <a:lnTo>
                  <a:pt x="16776" y="797052"/>
                </a:lnTo>
                <a:lnTo>
                  <a:pt x="18300" y="794004"/>
                </a:lnTo>
                <a:lnTo>
                  <a:pt x="21348" y="792480"/>
                </a:lnTo>
                <a:lnTo>
                  <a:pt x="22872" y="790956"/>
                </a:lnTo>
                <a:lnTo>
                  <a:pt x="25920" y="790956"/>
                </a:lnTo>
                <a:lnTo>
                  <a:pt x="33540" y="789432"/>
                </a:lnTo>
                <a:lnTo>
                  <a:pt x="184416" y="789432"/>
                </a:lnTo>
                <a:lnTo>
                  <a:pt x="192036" y="790956"/>
                </a:lnTo>
                <a:lnTo>
                  <a:pt x="195084" y="792480"/>
                </a:lnTo>
                <a:lnTo>
                  <a:pt x="199656" y="797052"/>
                </a:lnTo>
                <a:lnTo>
                  <a:pt x="202704" y="803148"/>
                </a:lnTo>
                <a:lnTo>
                  <a:pt x="202704" y="816864"/>
                </a:lnTo>
                <a:lnTo>
                  <a:pt x="207276" y="816864"/>
                </a:lnTo>
                <a:lnTo>
                  <a:pt x="207276" y="734568"/>
                </a:lnTo>
                <a:lnTo>
                  <a:pt x="202704" y="734568"/>
                </a:lnTo>
                <a:lnTo>
                  <a:pt x="202704" y="746760"/>
                </a:lnTo>
                <a:lnTo>
                  <a:pt x="201180" y="749808"/>
                </a:lnTo>
                <a:lnTo>
                  <a:pt x="198132" y="754380"/>
                </a:lnTo>
                <a:lnTo>
                  <a:pt x="196608" y="757428"/>
                </a:lnTo>
                <a:lnTo>
                  <a:pt x="195084" y="758952"/>
                </a:lnTo>
                <a:lnTo>
                  <a:pt x="188988" y="762000"/>
                </a:lnTo>
                <a:lnTo>
                  <a:pt x="111264" y="762000"/>
                </a:lnTo>
                <a:lnTo>
                  <a:pt x="111264" y="669036"/>
                </a:lnTo>
                <a:lnTo>
                  <a:pt x="184416" y="669036"/>
                </a:lnTo>
                <a:lnTo>
                  <a:pt x="192036" y="670560"/>
                </a:lnTo>
                <a:lnTo>
                  <a:pt x="195084" y="673608"/>
                </a:lnTo>
                <a:lnTo>
                  <a:pt x="199656" y="676656"/>
                </a:lnTo>
                <a:lnTo>
                  <a:pt x="202704" y="682752"/>
                </a:lnTo>
                <a:lnTo>
                  <a:pt x="202704" y="696468"/>
                </a:lnTo>
                <a:lnTo>
                  <a:pt x="207276" y="696468"/>
                </a:lnTo>
                <a:lnTo>
                  <a:pt x="207276" y="614172"/>
                </a:lnTo>
                <a:close/>
              </a:path>
              <a:path extrusionOk="0" h="817245" w="271779">
                <a:moveTo>
                  <a:pt x="207276" y="533400"/>
                </a:moveTo>
                <a:lnTo>
                  <a:pt x="202704" y="533400"/>
                </a:lnTo>
                <a:lnTo>
                  <a:pt x="202704" y="539496"/>
                </a:lnTo>
                <a:lnTo>
                  <a:pt x="201180" y="544068"/>
                </a:lnTo>
                <a:lnTo>
                  <a:pt x="199656" y="547116"/>
                </a:lnTo>
                <a:lnTo>
                  <a:pt x="196608" y="550164"/>
                </a:lnTo>
                <a:lnTo>
                  <a:pt x="190512" y="553212"/>
                </a:lnTo>
                <a:lnTo>
                  <a:pt x="70116" y="553212"/>
                </a:lnTo>
                <a:lnTo>
                  <a:pt x="70116" y="559308"/>
                </a:lnTo>
                <a:lnTo>
                  <a:pt x="86880" y="600456"/>
                </a:lnTo>
                <a:lnTo>
                  <a:pt x="91452" y="598932"/>
                </a:lnTo>
                <a:lnTo>
                  <a:pt x="89928" y="594360"/>
                </a:lnTo>
                <a:lnTo>
                  <a:pt x="88404" y="591312"/>
                </a:lnTo>
                <a:lnTo>
                  <a:pt x="88404" y="585216"/>
                </a:lnTo>
                <a:lnTo>
                  <a:pt x="89928" y="583692"/>
                </a:lnTo>
                <a:lnTo>
                  <a:pt x="89928" y="582168"/>
                </a:lnTo>
                <a:lnTo>
                  <a:pt x="91452" y="580644"/>
                </a:lnTo>
                <a:lnTo>
                  <a:pt x="94500" y="579120"/>
                </a:lnTo>
                <a:lnTo>
                  <a:pt x="97548" y="579120"/>
                </a:lnTo>
                <a:lnTo>
                  <a:pt x="101854" y="578243"/>
                </a:lnTo>
                <a:lnTo>
                  <a:pt x="108026" y="577786"/>
                </a:lnTo>
                <a:lnTo>
                  <a:pt x="117360" y="577596"/>
                </a:lnTo>
                <a:lnTo>
                  <a:pt x="184416" y="577596"/>
                </a:lnTo>
                <a:lnTo>
                  <a:pt x="190512" y="579120"/>
                </a:lnTo>
                <a:lnTo>
                  <a:pt x="193560" y="579120"/>
                </a:lnTo>
                <a:lnTo>
                  <a:pt x="196608" y="580644"/>
                </a:lnTo>
                <a:lnTo>
                  <a:pt x="198132" y="582168"/>
                </a:lnTo>
                <a:lnTo>
                  <a:pt x="199656" y="585216"/>
                </a:lnTo>
                <a:lnTo>
                  <a:pt x="201180" y="586740"/>
                </a:lnTo>
                <a:lnTo>
                  <a:pt x="202704" y="591312"/>
                </a:lnTo>
                <a:lnTo>
                  <a:pt x="202704" y="597408"/>
                </a:lnTo>
                <a:lnTo>
                  <a:pt x="207276" y="597408"/>
                </a:lnTo>
                <a:lnTo>
                  <a:pt x="207276" y="577596"/>
                </a:lnTo>
                <a:lnTo>
                  <a:pt x="207276" y="533400"/>
                </a:lnTo>
                <a:close/>
              </a:path>
              <a:path extrusionOk="0" h="817245" w="271779">
                <a:moveTo>
                  <a:pt x="207276" y="27432"/>
                </a:moveTo>
                <a:lnTo>
                  <a:pt x="202704" y="27432"/>
                </a:lnTo>
                <a:lnTo>
                  <a:pt x="202704" y="33528"/>
                </a:lnTo>
                <a:lnTo>
                  <a:pt x="201180" y="38100"/>
                </a:lnTo>
                <a:lnTo>
                  <a:pt x="198132" y="44196"/>
                </a:lnTo>
                <a:lnTo>
                  <a:pt x="195084" y="47244"/>
                </a:lnTo>
                <a:lnTo>
                  <a:pt x="188988" y="50292"/>
                </a:lnTo>
                <a:lnTo>
                  <a:pt x="182892" y="51816"/>
                </a:lnTo>
                <a:lnTo>
                  <a:pt x="114312" y="51816"/>
                </a:lnTo>
                <a:lnTo>
                  <a:pt x="105168" y="45720"/>
                </a:lnTo>
                <a:lnTo>
                  <a:pt x="97548" y="41148"/>
                </a:lnTo>
                <a:lnTo>
                  <a:pt x="94500" y="36576"/>
                </a:lnTo>
                <a:lnTo>
                  <a:pt x="91452" y="35052"/>
                </a:lnTo>
                <a:lnTo>
                  <a:pt x="91452" y="28956"/>
                </a:lnTo>
                <a:lnTo>
                  <a:pt x="92976" y="25908"/>
                </a:lnTo>
                <a:lnTo>
                  <a:pt x="96024" y="21336"/>
                </a:lnTo>
                <a:lnTo>
                  <a:pt x="99072" y="18288"/>
                </a:lnTo>
                <a:lnTo>
                  <a:pt x="102120" y="13716"/>
                </a:lnTo>
                <a:lnTo>
                  <a:pt x="102120" y="7620"/>
                </a:lnTo>
                <a:lnTo>
                  <a:pt x="100596" y="4572"/>
                </a:lnTo>
                <a:lnTo>
                  <a:pt x="97548" y="3048"/>
                </a:lnTo>
                <a:lnTo>
                  <a:pt x="94500" y="0"/>
                </a:lnTo>
                <a:lnTo>
                  <a:pt x="82308" y="0"/>
                </a:lnTo>
                <a:lnTo>
                  <a:pt x="77736" y="1524"/>
                </a:lnTo>
                <a:lnTo>
                  <a:pt x="71640" y="7620"/>
                </a:lnTo>
                <a:lnTo>
                  <a:pt x="70116" y="12192"/>
                </a:lnTo>
                <a:lnTo>
                  <a:pt x="70116" y="16764"/>
                </a:lnTo>
                <a:lnTo>
                  <a:pt x="72110" y="25679"/>
                </a:lnTo>
                <a:lnTo>
                  <a:pt x="78117" y="34290"/>
                </a:lnTo>
                <a:lnTo>
                  <a:pt x="88112" y="42913"/>
                </a:lnTo>
                <a:lnTo>
                  <a:pt x="102120" y="51816"/>
                </a:lnTo>
                <a:lnTo>
                  <a:pt x="70116" y="51816"/>
                </a:lnTo>
                <a:lnTo>
                  <a:pt x="70116" y="57912"/>
                </a:lnTo>
                <a:lnTo>
                  <a:pt x="86880" y="99060"/>
                </a:lnTo>
                <a:lnTo>
                  <a:pt x="91452" y="97536"/>
                </a:lnTo>
                <a:lnTo>
                  <a:pt x="89928" y="92964"/>
                </a:lnTo>
                <a:lnTo>
                  <a:pt x="88404" y="89916"/>
                </a:lnTo>
                <a:lnTo>
                  <a:pt x="88404" y="83820"/>
                </a:lnTo>
                <a:lnTo>
                  <a:pt x="89928" y="82296"/>
                </a:lnTo>
                <a:lnTo>
                  <a:pt x="91452" y="79248"/>
                </a:lnTo>
                <a:lnTo>
                  <a:pt x="91452" y="77724"/>
                </a:lnTo>
                <a:lnTo>
                  <a:pt x="94500" y="77724"/>
                </a:lnTo>
                <a:lnTo>
                  <a:pt x="97548" y="76200"/>
                </a:lnTo>
                <a:lnTo>
                  <a:pt x="190512" y="76200"/>
                </a:lnTo>
                <a:lnTo>
                  <a:pt x="195084" y="77724"/>
                </a:lnTo>
                <a:lnTo>
                  <a:pt x="201180" y="83820"/>
                </a:lnTo>
                <a:lnTo>
                  <a:pt x="202704" y="88392"/>
                </a:lnTo>
                <a:lnTo>
                  <a:pt x="202704" y="96012"/>
                </a:lnTo>
                <a:lnTo>
                  <a:pt x="207276" y="96012"/>
                </a:lnTo>
                <a:lnTo>
                  <a:pt x="207276" y="27432"/>
                </a:lnTo>
                <a:close/>
              </a:path>
              <a:path extrusionOk="0" h="817245" w="271779">
                <a:moveTo>
                  <a:pt x="210324" y="160020"/>
                </a:moveTo>
                <a:lnTo>
                  <a:pt x="193560" y="123444"/>
                </a:lnTo>
                <a:lnTo>
                  <a:pt x="156984" y="105156"/>
                </a:lnTo>
                <a:lnTo>
                  <a:pt x="155460" y="108204"/>
                </a:lnTo>
                <a:lnTo>
                  <a:pt x="163093" y="111899"/>
                </a:lnTo>
                <a:lnTo>
                  <a:pt x="169748" y="116014"/>
                </a:lnTo>
                <a:lnTo>
                  <a:pt x="174929" y="120396"/>
                </a:lnTo>
                <a:lnTo>
                  <a:pt x="178320" y="124968"/>
                </a:lnTo>
                <a:lnTo>
                  <a:pt x="182892" y="131064"/>
                </a:lnTo>
                <a:lnTo>
                  <a:pt x="185940" y="138684"/>
                </a:lnTo>
                <a:lnTo>
                  <a:pt x="185940" y="147828"/>
                </a:lnTo>
                <a:lnTo>
                  <a:pt x="169176" y="182880"/>
                </a:lnTo>
                <a:lnTo>
                  <a:pt x="123456" y="196596"/>
                </a:lnTo>
                <a:lnTo>
                  <a:pt x="123456" y="135636"/>
                </a:lnTo>
                <a:lnTo>
                  <a:pt x="123456" y="105156"/>
                </a:lnTo>
                <a:lnTo>
                  <a:pt x="114312" y="105841"/>
                </a:lnTo>
                <a:lnTo>
                  <a:pt x="114312" y="135636"/>
                </a:lnTo>
                <a:lnTo>
                  <a:pt x="114312" y="196596"/>
                </a:lnTo>
                <a:lnTo>
                  <a:pt x="79260" y="172212"/>
                </a:lnTo>
                <a:lnTo>
                  <a:pt x="79260" y="158496"/>
                </a:lnTo>
                <a:lnTo>
                  <a:pt x="105168" y="135636"/>
                </a:lnTo>
                <a:lnTo>
                  <a:pt x="114312" y="135636"/>
                </a:lnTo>
                <a:lnTo>
                  <a:pt x="114312" y="105841"/>
                </a:lnTo>
                <a:lnTo>
                  <a:pt x="77825" y="127825"/>
                </a:lnTo>
                <a:lnTo>
                  <a:pt x="70116" y="156972"/>
                </a:lnTo>
                <a:lnTo>
                  <a:pt x="70167" y="157594"/>
                </a:lnTo>
                <a:lnTo>
                  <a:pt x="70256" y="158496"/>
                </a:lnTo>
                <a:lnTo>
                  <a:pt x="71259" y="169240"/>
                </a:lnTo>
                <a:lnTo>
                  <a:pt x="98666" y="208292"/>
                </a:lnTo>
                <a:lnTo>
                  <a:pt x="141744" y="217932"/>
                </a:lnTo>
                <a:lnTo>
                  <a:pt x="156006" y="216814"/>
                </a:lnTo>
                <a:lnTo>
                  <a:pt x="168986" y="213550"/>
                </a:lnTo>
                <a:lnTo>
                  <a:pt x="180530" y="208292"/>
                </a:lnTo>
                <a:lnTo>
                  <a:pt x="190512" y="201168"/>
                </a:lnTo>
                <a:lnTo>
                  <a:pt x="194818" y="196596"/>
                </a:lnTo>
                <a:lnTo>
                  <a:pt x="199390" y="191744"/>
                </a:lnTo>
                <a:lnTo>
                  <a:pt x="205562" y="181737"/>
                </a:lnTo>
                <a:lnTo>
                  <a:pt x="209156" y="171170"/>
                </a:lnTo>
                <a:lnTo>
                  <a:pt x="210324" y="160020"/>
                </a:lnTo>
                <a:close/>
              </a:path>
              <a:path extrusionOk="0" h="817245" w="271779">
                <a:moveTo>
                  <a:pt x="271272" y="458724"/>
                </a:moveTo>
                <a:lnTo>
                  <a:pt x="269849" y="441299"/>
                </a:lnTo>
                <a:lnTo>
                  <a:pt x="265557" y="425577"/>
                </a:lnTo>
                <a:lnTo>
                  <a:pt x="258419" y="411581"/>
                </a:lnTo>
                <a:lnTo>
                  <a:pt x="252869" y="404774"/>
                </a:lnTo>
                <a:lnTo>
                  <a:pt x="252869" y="448056"/>
                </a:lnTo>
                <a:lnTo>
                  <a:pt x="252425" y="458724"/>
                </a:lnTo>
                <a:lnTo>
                  <a:pt x="240792" y="495300"/>
                </a:lnTo>
                <a:lnTo>
                  <a:pt x="236220" y="498348"/>
                </a:lnTo>
                <a:lnTo>
                  <a:pt x="228600" y="498348"/>
                </a:lnTo>
                <a:lnTo>
                  <a:pt x="224028" y="496824"/>
                </a:lnTo>
                <a:lnTo>
                  <a:pt x="219456" y="493776"/>
                </a:lnTo>
                <a:lnTo>
                  <a:pt x="216408" y="492252"/>
                </a:lnTo>
                <a:lnTo>
                  <a:pt x="211836" y="489204"/>
                </a:lnTo>
                <a:lnTo>
                  <a:pt x="210312" y="487680"/>
                </a:lnTo>
                <a:lnTo>
                  <a:pt x="207264" y="484632"/>
                </a:lnTo>
                <a:lnTo>
                  <a:pt x="208762" y="431863"/>
                </a:lnTo>
                <a:lnTo>
                  <a:pt x="208864" y="428625"/>
                </a:lnTo>
                <a:lnTo>
                  <a:pt x="208978" y="423722"/>
                </a:lnTo>
                <a:lnTo>
                  <a:pt x="209092" y="420293"/>
                </a:lnTo>
                <a:lnTo>
                  <a:pt x="209740" y="412051"/>
                </a:lnTo>
                <a:lnTo>
                  <a:pt x="209816" y="411581"/>
                </a:lnTo>
                <a:lnTo>
                  <a:pt x="210718" y="405371"/>
                </a:lnTo>
                <a:lnTo>
                  <a:pt x="211836" y="400812"/>
                </a:lnTo>
                <a:lnTo>
                  <a:pt x="214884" y="394716"/>
                </a:lnTo>
                <a:lnTo>
                  <a:pt x="217932" y="393192"/>
                </a:lnTo>
                <a:lnTo>
                  <a:pt x="230124" y="393192"/>
                </a:lnTo>
                <a:lnTo>
                  <a:pt x="252361" y="432816"/>
                </a:lnTo>
                <a:lnTo>
                  <a:pt x="252552" y="436245"/>
                </a:lnTo>
                <a:lnTo>
                  <a:pt x="252806" y="441299"/>
                </a:lnTo>
                <a:lnTo>
                  <a:pt x="252869" y="448056"/>
                </a:lnTo>
                <a:lnTo>
                  <a:pt x="252869" y="404774"/>
                </a:lnTo>
                <a:lnTo>
                  <a:pt x="217932" y="384048"/>
                </a:lnTo>
                <a:lnTo>
                  <a:pt x="208788" y="384048"/>
                </a:lnTo>
                <a:lnTo>
                  <a:pt x="187452" y="414528"/>
                </a:lnTo>
                <a:lnTo>
                  <a:pt x="186575" y="420293"/>
                </a:lnTo>
                <a:lnTo>
                  <a:pt x="186461" y="422338"/>
                </a:lnTo>
                <a:lnTo>
                  <a:pt x="186385" y="423722"/>
                </a:lnTo>
                <a:lnTo>
                  <a:pt x="186296" y="425577"/>
                </a:lnTo>
                <a:lnTo>
                  <a:pt x="186194" y="427291"/>
                </a:lnTo>
                <a:lnTo>
                  <a:pt x="186080" y="431863"/>
                </a:lnTo>
                <a:lnTo>
                  <a:pt x="185953" y="448056"/>
                </a:lnTo>
                <a:lnTo>
                  <a:pt x="185928" y="475488"/>
                </a:lnTo>
                <a:lnTo>
                  <a:pt x="184404" y="480060"/>
                </a:lnTo>
                <a:lnTo>
                  <a:pt x="182880" y="483108"/>
                </a:lnTo>
                <a:lnTo>
                  <a:pt x="178308" y="487680"/>
                </a:lnTo>
                <a:lnTo>
                  <a:pt x="175260" y="487680"/>
                </a:lnTo>
                <a:lnTo>
                  <a:pt x="173736" y="486156"/>
                </a:lnTo>
                <a:lnTo>
                  <a:pt x="167640" y="483108"/>
                </a:lnTo>
                <a:lnTo>
                  <a:pt x="166116" y="481584"/>
                </a:lnTo>
                <a:lnTo>
                  <a:pt x="164592" y="480060"/>
                </a:lnTo>
                <a:lnTo>
                  <a:pt x="161544" y="473964"/>
                </a:lnTo>
                <a:lnTo>
                  <a:pt x="163068" y="467868"/>
                </a:lnTo>
                <a:lnTo>
                  <a:pt x="164592" y="460248"/>
                </a:lnTo>
                <a:lnTo>
                  <a:pt x="164592" y="454152"/>
                </a:lnTo>
                <a:lnTo>
                  <a:pt x="163741" y="443064"/>
                </a:lnTo>
                <a:lnTo>
                  <a:pt x="161163" y="432816"/>
                </a:lnTo>
                <a:lnTo>
                  <a:pt x="158292" y="426720"/>
                </a:lnTo>
                <a:lnTo>
                  <a:pt x="156972" y="423913"/>
                </a:lnTo>
                <a:lnTo>
                  <a:pt x="156972" y="445008"/>
                </a:lnTo>
                <a:lnTo>
                  <a:pt x="156972" y="460248"/>
                </a:lnTo>
                <a:lnTo>
                  <a:pt x="153924" y="467868"/>
                </a:lnTo>
                <a:lnTo>
                  <a:pt x="146304" y="472440"/>
                </a:lnTo>
                <a:lnTo>
                  <a:pt x="139763" y="476681"/>
                </a:lnTo>
                <a:lnTo>
                  <a:pt x="131635" y="480060"/>
                </a:lnTo>
                <a:lnTo>
                  <a:pt x="122097" y="482307"/>
                </a:lnTo>
                <a:lnTo>
                  <a:pt x="111252" y="483108"/>
                </a:lnTo>
                <a:lnTo>
                  <a:pt x="103568" y="482561"/>
                </a:lnTo>
                <a:lnTo>
                  <a:pt x="77724" y="463296"/>
                </a:lnTo>
                <a:lnTo>
                  <a:pt x="77724" y="448056"/>
                </a:lnTo>
                <a:lnTo>
                  <a:pt x="111302" y="427291"/>
                </a:lnTo>
                <a:lnTo>
                  <a:pt x="121920" y="426720"/>
                </a:lnTo>
                <a:lnTo>
                  <a:pt x="130479" y="427062"/>
                </a:lnTo>
                <a:lnTo>
                  <a:pt x="137731" y="428244"/>
                </a:lnTo>
                <a:lnTo>
                  <a:pt x="143573" y="430580"/>
                </a:lnTo>
                <a:lnTo>
                  <a:pt x="147828" y="434340"/>
                </a:lnTo>
                <a:lnTo>
                  <a:pt x="153924" y="438912"/>
                </a:lnTo>
                <a:lnTo>
                  <a:pt x="156972" y="445008"/>
                </a:lnTo>
                <a:lnTo>
                  <a:pt x="156972" y="423913"/>
                </a:lnTo>
                <a:lnTo>
                  <a:pt x="156883" y="423722"/>
                </a:lnTo>
                <a:lnTo>
                  <a:pt x="150876" y="416052"/>
                </a:lnTo>
                <a:lnTo>
                  <a:pt x="143865" y="409956"/>
                </a:lnTo>
                <a:lnTo>
                  <a:pt x="136779" y="405765"/>
                </a:lnTo>
                <a:lnTo>
                  <a:pt x="129019" y="403199"/>
                </a:lnTo>
                <a:lnTo>
                  <a:pt x="120396" y="402336"/>
                </a:lnTo>
                <a:lnTo>
                  <a:pt x="112712" y="402678"/>
                </a:lnTo>
                <a:lnTo>
                  <a:pt x="105727" y="403860"/>
                </a:lnTo>
                <a:lnTo>
                  <a:pt x="99618" y="406196"/>
                </a:lnTo>
                <a:lnTo>
                  <a:pt x="94488" y="409956"/>
                </a:lnTo>
                <a:lnTo>
                  <a:pt x="94488" y="387096"/>
                </a:lnTo>
                <a:lnTo>
                  <a:pt x="92964" y="385572"/>
                </a:lnTo>
                <a:lnTo>
                  <a:pt x="92964" y="384048"/>
                </a:lnTo>
                <a:lnTo>
                  <a:pt x="80772" y="384048"/>
                </a:lnTo>
                <a:lnTo>
                  <a:pt x="80772" y="420624"/>
                </a:lnTo>
                <a:lnTo>
                  <a:pt x="75895" y="428015"/>
                </a:lnTo>
                <a:lnTo>
                  <a:pt x="75806" y="428244"/>
                </a:lnTo>
                <a:lnTo>
                  <a:pt x="72580" y="436245"/>
                </a:lnTo>
                <a:lnTo>
                  <a:pt x="70713" y="445008"/>
                </a:lnTo>
                <a:lnTo>
                  <a:pt x="70104" y="454152"/>
                </a:lnTo>
                <a:lnTo>
                  <a:pt x="70967" y="465035"/>
                </a:lnTo>
                <a:lnTo>
                  <a:pt x="91211" y="498500"/>
                </a:lnTo>
                <a:lnTo>
                  <a:pt x="117348" y="507492"/>
                </a:lnTo>
                <a:lnTo>
                  <a:pt x="123952" y="506945"/>
                </a:lnTo>
                <a:lnTo>
                  <a:pt x="130111" y="505396"/>
                </a:lnTo>
                <a:lnTo>
                  <a:pt x="135242" y="503301"/>
                </a:lnTo>
                <a:lnTo>
                  <a:pt x="136131" y="502920"/>
                </a:lnTo>
                <a:lnTo>
                  <a:pt x="141884" y="499808"/>
                </a:lnTo>
                <a:lnTo>
                  <a:pt x="147828" y="496824"/>
                </a:lnTo>
                <a:lnTo>
                  <a:pt x="153924" y="489204"/>
                </a:lnTo>
                <a:lnTo>
                  <a:pt x="157581" y="483108"/>
                </a:lnTo>
                <a:lnTo>
                  <a:pt x="158496" y="481584"/>
                </a:lnTo>
                <a:lnTo>
                  <a:pt x="185928" y="507492"/>
                </a:lnTo>
                <a:lnTo>
                  <a:pt x="192024" y="507492"/>
                </a:lnTo>
                <a:lnTo>
                  <a:pt x="195072" y="505968"/>
                </a:lnTo>
                <a:lnTo>
                  <a:pt x="199644" y="501396"/>
                </a:lnTo>
                <a:lnTo>
                  <a:pt x="205740" y="492252"/>
                </a:lnTo>
                <a:lnTo>
                  <a:pt x="214884" y="501396"/>
                </a:lnTo>
                <a:lnTo>
                  <a:pt x="233172" y="515112"/>
                </a:lnTo>
                <a:lnTo>
                  <a:pt x="236220" y="516636"/>
                </a:lnTo>
                <a:lnTo>
                  <a:pt x="237744" y="516636"/>
                </a:lnTo>
                <a:lnTo>
                  <a:pt x="240792" y="518160"/>
                </a:lnTo>
                <a:lnTo>
                  <a:pt x="248412" y="518160"/>
                </a:lnTo>
                <a:lnTo>
                  <a:pt x="252984" y="513588"/>
                </a:lnTo>
                <a:lnTo>
                  <a:pt x="262153" y="498348"/>
                </a:lnTo>
                <a:lnTo>
                  <a:pt x="263563" y="496023"/>
                </a:lnTo>
                <a:lnTo>
                  <a:pt x="267843" y="484632"/>
                </a:lnTo>
                <a:lnTo>
                  <a:pt x="270421" y="472109"/>
                </a:lnTo>
                <a:lnTo>
                  <a:pt x="270522" y="470535"/>
                </a:lnTo>
                <a:lnTo>
                  <a:pt x="270598" y="469392"/>
                </a:lnTo>
                <a:lnTo>
                  <a:pt x="270687" y="467868"/>
                </a:lnTo>
                <a:lnTo>
                  <a:pt x="271272" y="4587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253" name="Google Shape;4253;p72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3133344" y="6091428"/>
            <a:ext cx="210312" cy="15011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4" name="Google Shape;4254;p72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3633215" y="8737092"/>
            <a:ext cx="73151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4255" name="Google Shape;4255;p72"/>
          <p:cNvSpPr/>
          <p:nvPr/>
        </p:nvSpPr>
        <p:spPr>
          <a:xfrm>
            <a:off x="3560051" y="7670292"/>
            <a:ext cx="271780" cy="817244"/>
          </a:xfrm>
          <a:custGeom>
            <a:rect b="b" l="l" r="r" t="t"/>
            <a:pathLst>
              <a:path extrusionOk="0" h="817245" w="271779">
                <a:moveTo>
                  <a:pt x="32004" y="562356"/>
                </a:moveTo>
                <a:lnTo>
                  <a:pt x="30480" y="557784"/>
                </a:lnTo>
                <a:lnTo>
                  <a:pt x="24384" y="551688"/>
                </a:lnTo>
                <a:lnTo>
                  <a:pt x="19812" y="550164"/>
                </a:lnTo>
                <a:lnTo>
                  <a:pt x="10668" y="550164"/>
                </a:lnTo>
                <a:lnTo>
                  <a:pt x="7620" y="551688"/>
                </a:lnTo>
                <a:lnTo>
                  <a:pt x="1524" y="557784"/>
                </a:lnTo>
                <a:lnTo>
                  <a:pt x="0" y="562356"/>
                </a:lnTo>
                <a:lnTo>
                  <a:pt x="0" y="571500"/>
                </a:lnTo>
                <a:lnTo>
                  <a:pt x="1524" y="574548"/>
                </a:lnTo>
                <a:lnTo>
                  <a:pt x="7620" y="580644"/>
                </a:lnTo>
                <a:lnTo>
                  <a:pt x="10668" y="582168"/>
                </a:lnTo>
                <a:lnTo>
                  <a:pt x="19812" y="582168"/>
                </a:lnTo>
                <a:lnTo>
                  <a:pt x="24384" y="580644"/>
                </a:lnTo>
                <a:lnTo>
                  <a:pt x="30480" y="574548"/>
                </a:lnTo>
                <a:lnTo>
                  <a:pt x="32004" y="569976"/>
                </a:lnTo>
                <a:lnTo>
                  <a:pt x="32004" y="562356"/>
                </a:lnTo>
                <a:close/>
              </a:path>
              <a:path extrusionOk="0" h="817245" w="271779">
                <a:moveTo>
                  <a:pt x="207264" y="614172"/>
                </a:moveTo>
                <a:lnTo>
                  <a:pt x="202692" y="614172"/>
                </a:lnTo>
                <a:lnTo>
                  <a:pt x="202692" y="626364"/>
                </a:lnTo>
                <a:lnTo>
                  <a:pt x="201168" y="629412"/>
                </a:lnTo>
                <a:lnTo>
                  <a:pt x="198120" y="633984"/>
                </a:lnTo>
                <a:lnTo>
                  <a:pt x="196596" y="637032"/>
                </a:lnTo>
                <a:lnTo>
                  <a:pt x="195072" y="638556"/>
                </a:lnTo>
                <a:lnTo>
                  <a:pt x="188976" y="641604"/>
                </a:lnTo>
                <a:lnTo>
                  <a:pt x="27432" y="641604"/>
                </a:lnTo>
                <a:lnTo>
                  <a:pt x="18288" y="637032"/>
                </a:lnTo>
                <a:lnTo>
                  <a:pt x="16764" y="633984"/>
                </a:lnTo>
                <a:lnTo>
                  <a:pt x="15240" y="629412"/>
                </a:lnTo>
                <a:lnTo>
                  <a:pt x="13716" y="626364"/>
                </a:lnTo>
                <a:lnTo>
                  <a:pt x="13716" y="614172"/>
                </a:lnTo>
                <a:lnTo>
                  <a:pt x="9144" y="614172"/>
                </a:lnTo>
                <a:lnTo>
                  <a:pt x="9144" y="696468"/>
                </a:lnTo>
                <a:lnTo>
                  <a:pt x="13716" y="696468"/>
                </a:lnTo>
                <a:lnTo>
                  <a:pt x="13716" y="685800"/>
                </a:lnTo>
                <a:lnTo>
                  <a:pt x="16764" y="676656"/>
                </a:lnTo>
                <a:lnTo>
                  <a:pt x="18288" y="673608"/>
                </a:lnTo>
                <a:lnTo>
                  <a:pt x="21336" y="672084"/>
                </a:lnTo>
                <a:lnTo>
                  <a:pt x="22860" y="670560"/>
                </a:lnTo>
                <a:lnTo>
                  <a:pt x="25908" y="670560"/>
                </a:lnTo>
                <a:lnTo>
                  <a:pt x="33528" y="669036"/>
                </a:lnTo>
                <a:lnTo>
                  <a:pt x="100584" y="669036"/>
                </a:lnTo>
                <a:lnTo>
                  <a:pt x="100584" y="762000"/>
                </a:lnTo>
                <a:lnTo>
                  <a:pt x="44196" y="762000"/>
                </a:lnTo>
                <a:lnTo>
                  <a:pt x="27432" y="762000"/>
                </a:lnTo>
                <a:lnTo>
                  <a:pt x="18288" y="757428"/>
                </a:lnTo>
                <a:lnTo>
                  <a:pt x="16764" y="754380"/>
                </a:lnTo>
                <a:lnTo>
                  <a:pt x="15240" y="749808"/>
                </a:lnTo>
                <a:lnTo>
                  <a:pt x="13716" y="746760"/>
                </a:lnTo>
                <a:lnTo>
                  <a:pt x="13716" y="734568"/>
                </a:lnTo>
                <a:lnTo>
                  <a:pt x="9144" y="734568"/>
                </a:lnTo>
                <a:lnTo>
                  <a:pt x="9144" y="816864"/>
                </a:lnTo>
                <a:lnTo>
                  <a:pt x="13716" y="816864"/>
                </a:lnTo>
                <a:lnTo>
                  <a:pt x="13716" y="806196"/>
                </a:lnTo>
                <a:lnTo>
                  <a:pt x="16764" y="797052"/>
                </a:lnTo>
                <a:lnTo>
                  <a:pt x="18288" y="794004"/>
                </a:lnTo>
                <a:lnTo>
                  <a:pt x="21336" y="792480"/>
                </a:lnTo>
                <a:lnTo>
                  <a:pt x="22860" y="790956"/>
                </a:lnTo>
                <a:lnTo>
                  <a:pt x="25908" y="790956"/>
                </a:lnTo>
                <a:lnTo>
                  <a:pt x="33528" y="789432"/>
                </a:lnTo>
                <a:lnTo>
                  <a:pt x="184404" y="789432"/>
                </a:lnTo>
                <a:lnTo>
                  <a:pt x="192024" y="790956"/>
                </a:lnTo>
                <a:lnTo>
                  <a:pt x="195072" y="792480"/>
                </a:lnTo>
                <a:lnTo>
                  <a:pt x="199644" y="797052"/>
                </a:lnTo>
                <a:lnTo>
                  <a:pt x="202692" y="803148"/>
                </a:lnTo>
                <a:lnTo>
                  <a:pt x="202692" y="816864"/>
                </a:lnTo>
                <a:lnTo>
                  <a:pt x="207264" y="816864"/>
                </a:lnTo>
                <a:lnTo>
                  <a:pt x="207264" y="734568"/>
                </a:lnTo>
                <a:lnTo>
                  <a:pt x="202692" y="734568"/>
                </a:lnTo>
                <a:lnTo>
                  <a:pt x="202692" y="746760"/>
                </a:lnTo>
                <a:lnTo>
                  <a:pt x="201168" y="749808"/>
                </a:lnTo>
                <a:lnTo>
                  <a:pt x="198120" y="754380"/>
                </a:lnTo>
                <a:lnTo>
                  <a:pt x="196596" y="757428"/>
                </a:lnTo>
                <a:lnTo>
                  <a:pt x="195072" y="758952"/>
                </a:lnTo>
                <a:lnTo>
                  <a:pt x="188976" y="762000"/>
                </a:lnTo>
                <a:lnTo>
                  <a:pt x="111252" y="762000"/>
                </a:lnTo>
                <a:lnTo>
                  <a:pt x="111252" y="669036"/>
                </a:lnTo>
                <a:lnTo>
                  <a:pt x="184404" y="669036"/>
                </a:lnTo>
                <a:lnTo>
                  <a:pt x="192024" y="670560"/>
                </a:lnTo>
                <a:lnTo>
                  <a:pt x="195072" y="673608"/>
                </a:lnTo>
                <a:lnTo>
                  <a:pt x="199644" y="676656"/>
                </a:lnTo>
                <a:lnTo>
                  <a:pt x="202692" y="682752"/>
                </a:lnTo>
                <a:lnTo>
                  <a:pt x="202692" y="696468"/>
                </a:lnTo>
                <a:lnTo>
                  <a:pt x="207264" y="696468"/>
                </a:lnTo>
                <a:lnTo>
                  <a:pt x="207264" y="614172"/>
                </a:lnTo>
                <a:close/>
              </a:path>
              <a:path extrusionOk="0" h="817245" w="271779">
                <a:moveTo>
                  <a:pt x="207264" y="533400"/>
                </a:moveTo>
                <a:lnTo>
                  <a:pt x="202692" y="533400"/>
                </a:lnTo>
                <a:lnTo>
                  <a:pt x="202692" y="539496"/>
                </a:lnTo>
                <a:lnTo>
                  <a:pt x="201168" y="544068"/>
                </a:lnTo>
                <a:lnTo>
                  <a:pt x="199644" y="547116"/>
                </a:lnTo>
                <a:lnTo>
                  <a:pt x="196596" y="550164"/>
                </a:lnTo>
                <a:lnTo>
                  <a:pt x="190500" y="553212"/>
                </a:lnTo>
                <a:lnTo>
                  <a:pt x="70104" y="553212"/>
                </a:lnTo>
                <a:lnTo>
                  <a:pt x="70104" y="559308"/>
                </a:lnTo>
                <a:lnTo>
                  <a:pt x="86868" y="600456"/>
                </a:lnTo>
                <a:lnTo>
                  <a:pt x="91440" y="598932"/>
                </a:lnTo>
                <a:lnTo>
                  <a:pt x="89916" y="594360"/>
                </a:lnTo>
                <a:lnTo>
                  <a:pt x="88392" y="591312"/>
                </a:lnTo>
                <a:lnTo>
                  <a:pt x="88392" y="585216"/>
                </a:lnTo>
                <a:lnTo>
                  <a:pt x="91440" y="582168"/>
                </a:lnTo>
                <a:lnTo>
                  <a:pt x="91440" y="580644"/>
                </a:lnTo>
                <a:lnTo>
                  <a:pt x="94488" y="579120"/>
                </a:lnTo>
                <a:lnTo>
                  <a:pt x="97536" y="579120"/>
                </a:lnTo>
                <a:lnTo>
                  <a:pt x="101854" y="578243"/>
                </a:lnTo>
                <a:lnTo>
                  <a:pt x="108013" y="577786"/>
                </a:lnTo>
                <a:lnTo>
                  <a:pt x="117348" y="577596"/>
                </a:lnTo>
                <a:lnTo>
                  <a:pt x="184404" y="577596"/>
                </a:lnTo>
                <a:lnTo>
                  <a:pt x="190500" y="579120"/>
                </a:lnTo>
                <a:lnTo>
                  <a:pt x="193548" y="579120"/>
                </a:lnTo>
                <a:lnTo>
                  <a:pt x="199644" y="582168"/>
                </a:lnTo>
                <a:lnTo>
                  <a:pt x="199644" y="585216"/>
                </a:lnTo>
                <a:lnTo>
                  <a:pt x="201168" y="586740"/>
                </a:lnTo>
                <a:lnTo>
                  <a:pt x="202692" y="591312"/>
                </a:lnTo>
                <a:lnTo>
                  <a:pt x="202692" y="597408"/>
                </a:lnTo>
                <a:lnTo>
                  <a:pt x="207264" y="597408"/>
                </a:lnTo>
                <a:lnTo>
                  <a:pt x="207264" y="577596"/>
                </a:lnTo>
                <a:lnTo>
                  <a:pt x="207264" y="533400"/>
                </a:lnTo>
                <a:close/>
              </a:path>
              <a:path extrusionOk="0" h="817245" w="271779">
                <a:moveTo>
                  <a:pt x="207264" y="27432"/>
                </a:moveTo>
                <a:lnTo>
                  <a:pt x="202692" y="27432"/>
                </a:lnTo>
                <a:lnTo>
                  <a:pt x="202692" y="33528"/>
                </a:lnTo>
                <a:lnTo>
                  <a:pt x="201168" y="38100"/>
                </a:lnTo>
                <a:lnTo>
                  <a:pt x="198120" y="44196"/>
                </a:lnTo>
                <a:lnTo>
                  <a:pt x="193548" y="48768"/>
                </a:lnTo>
                <a:lnTo>
                  <a:pt x="184404" y="51816"/>
                </a:lnTo>
                <a:lnTo>
                  <a:pt x="114300" y="51816"/>
                </a:lnTo>
                <a:lnTo>
                  <a:pt x="105156" y="45720"/>
                </a:lnTo>
                <a:lnTo>
                  <a:pt x="97536" y="41148"/>
                </a:lnTo>
                <a:lnTo>
                  <a:pt x="94488" y="36576"/>
                </a:lnTo>
                <a:lnTo>
                  <a:pt x="91440" y="35052"/>
                </a:lnTo>
                <a:lnTo>
                  <a:pt x="91440" y="28956"/>
                </a:lnTo>
                <a:lnTo>
                  <a:pt x="92964" y="25908"/>
                </a:lnTo>
                <a:lnTo>
                  <a:pt x="96012" y="21336"/>
                </a:lnTo>
                <a:lnTo>
                  <a:pt x="100584" y="18288"/>
                </a:lnTo>
                <a:lnTo>
                  <a:pt x="102108" y="13716"/>
                </a:lnTo>
                <a:lnTo>
                  <a:pt x="102108" y="7620"/>
                </a:lnTo>
                <a:lnTo>
                  <a:pt x="100584" y="4572"/>
                </a:lnTo>
                <a:lnTo>
                  <a:pt x="97536" y="3048"/>
                </a:lnTo>
                <a:lnTo>
                  <a:pt x="94488" y="0"/>
                </a:lnTo>
                <a:lnTo>
                  <a:pt x="82296" y="0"/>
                </a:lnTo>
                <a:lnTo>
                  <a:pt x="79248" y="1524"/>
                </a:lnTo>
                <a:lnTo>
                  <a:pt x="74676" y="4572"/>
                </a:lnTo>
                <a:lnTo>
                  <a:pt x="71628" y="7620"/>
                </a:lnTo>
                <a:lnTo>
                  <a:pt x="70104" y="12192"/>
                </a:lnTo>
                <a:lnTo>
                  <a:pt x="70104" y="16764"/>
                </a:lnTo>
                <a:lnTo>
                  <a:pt x="72110" y="25679"/>
                </a:lnTo>
                <a:lnTo>
                  <a:pt x="78105" y="34290"/>
                </a:lnTo>
                <a:lnTo>
                  <a:pt x="88112" y="42913"/>
                </a:lnTo>
                <a:lnTo>
                  <a:pt x="102108" y="51816"/>
                </a:lnTo>
                <a:lnTo>
                  <a:pt x="70104" y="51816"/>
                </a:lnTo>
                <a:lnTo>
                  <a:pt x="70104" y="57912"/>
                </a:lnTo>
                <a:lnTo>
                  <a:pt x="86868" y="99060"/>
                </a:lnTo>
                <a:lnTo>
                  <a:pt x="91440" y="97536"/>
                </a:lnTo>
                <a:lnTo>
                  <a:pt x="89916" y="92964"/>
                </a:lnTo>
                <a:lnTo>
                  <a:pt x="88392" y="89916"/>
                </a:lnTo>
                <a:lnTo>
                  <a:pt x="88392" y="83820"/>
                </a:lnTo>
                <a:lnTo>
                  <a:pt x="89916" y="82296"/>
                </a:lnTo>
                <a:lnTo>
                  <a:pt x="91440" y="79248"/>
                </a:lnTo>
                <a:lnTo>
                  <a:pt x="92964" y="77724"/>
                </a:lnTo>
                <a:lnTo>
                  <a:pt x="94488" y="77724"/>
                </a:lnTo>
                <a:lnTo>
                  <a:pt x="97536" y="76200"/>
                </a:lnTo>
                <a:lnTo>
                  <a:pt x="190500" y="76200"/>
                </a:lnTo>
                <a:lnTo>
                  <a:pt x="195072" y="77724"/>
                </a:lnTo>
                <a:lnTo>
                  <a:pt x="196596" y="79248"/>
                </a:lnTo>
                <a:lnTo>
                  <a:pt x="199644" y="80772"/>
                </a:lnTo>
                <a:lnTo>
                  <a:pt x="201168" y="83820"/>
                </a:lnTo>
                <a:lnTo>
                  <a:pt x="202692" y="88392"/>
                </a:lnTo>
                <a:lnTo>
                  <a:pt x="202692" y="96012"/>
                </a:lnTo>
                <a:lnTo>
                  <a:pt x="207264" y="96012"/>
                </a:lnTo>
                <a:lnTo>
                  <a:pt x="207264" y="27432"/>
                </a:lnTo>
                <a:close/>
              </a:path>
              <a:path extrusionOk="0" h="817245" w="271779">
                <a:moveTo>
                  <a:pt x="207276" y="228600"/>
                </a:moveTo>
                <a:lnTo>
                  <a:pt x="202704" y="228600"/>
                </a:lnTo>
                <a:lnTo>
                  <a:pt x="202704" y="234696"/>
                </a:lnTo>
                <a:lnTo>
                  <a:pt x="201180" y="239268"/>
                </a:lnTo>
                <a:lnTo>
                  <a:pt x="199656" y="242316"/>
                </a:lnTo>
                <a:lnTo>
                  <a:pt x="195084" y="246888"/>
                </a:lnTo>
                <a:lnTo>
                  <a:pt x="190512" y="248412"/>
                </a:lnTo>
                <a:lnTo>
                  <a:pt x="129552" y="248412"/>
                </a:lnTo>
                <a:lnTo>
                  <a:pt x="118097" y="248678"/>
                </a:lnTo>
                <a:lnTo>
                  <a:pt x="80784" y="259080"/>
                </a:lnTo>
                <a:lnTo>
                  <a:pt x="70116" y="275844"/>
                </a:lnTo>
                <a:lnTo>
                  <a:pt x="70116" y="291084"/>
                </a:lnTo>
                <a:lnTo>
                  <a:pt x="97548" y="329184"/>
                </a:lnTo>
                <a:lnTo>
                  <a:pt x="12" y="329184"/>
                </a:lnTo>
                <a:lnTo>
                  <a:pt x="12" y="336804"/>
                </a:lnTo>
                <a:lnTo>
                  <a:pt x="16776" y="376428"/>
                </a:lnTo>
                <a:lnTo>
                  <a:pt x="21348" y="374904"/>
                </a:lnTo>
                <a:lnTo>
                  <a:pt x="19824" y="370332"/>
                </a:lnTo>
                <a:lnTo>
                  <a:pt x="18300" y="367284"/>
                </a:lnTo>
                <a:lnTo>
                  <a:pt x="18300" y="362712"/>
                </a:lnTo>
                <a:lnTo>
                  <a:pt x="19824" y="359664"/>
                </a:lnTo>
                <a:lnTo>
                  <a:pt x="19824" y="358140"/>
                </a:lnTo>
                <a:lnTo>
                  <a:pt x="21348" y="356616"/>
                </a:lnTo>
                <a:lnTo>
                  <a:pt x="24396" y="356616"/>
                </a:lnTo>
                <a:lnTo>
                  <a:pt x="27444" y="355092"/>
                </a:lnTo>
                <a:lnTo>
                  <a:pt x="46088" y="353809"/>
                </a:lnTo>
                <a:lnTo>
                  <a:pt x="56400" y="353568"/>
                </a:lnTo>
                <a:lnTo>
                  <a:pt x="184416" y="353568"/>
                </a:lnTo>
                <a:lnTo>
                  <a:pt x="190512" y="355092"/>
                </a:lnTo>
                <a:lnTo>
                  <a:pt x="193560" y="356616"/>
                </a:lnTo>
                <a:lnTo>
                  <a:pt x="196608" y="356616"/>
                </a:lnTo>
                <a:lnTo>
                  <a:pt x="199656" y="359664"/>
                </a:lnTo>
                <a:lnTo>
                  <a:pt x="202704" y="368808"/>
                </a:lnTo>
                <a:lnTo>
                  <a:pt x="202704" y="373380"/>
                </a:lnTo>
                <a:lnTo>
                  <a:pt x="207276" y="373380"/>
                </a:lnTo>
                <a:lnTo>
                  <a:pt x="207276" y="309372"/>
                </a:lnTo>
                <a:lnTo>
                  <a:pt x="202704" y="309372"/>
                </a:lnTo>
                <a:lnTo>
                  <a:pt x="202704" y="315468"/>
                </a:lnTo>
                <a:lnTo>
                  <a:pt x="201180" y="320040"/>
                </a:lnTo>
                <a:lnTo>
                  <a:pt x="198132" y="326136"/>
                </a:lnTo>
                <a:lnTo>
                  <a:pt x="196608" y="327660"/>
                </a:lnTo>
                <a:lnTo>
                  <a:pt x="193560" y="327660"/>
                </a:lnTo>
                <a:lnTo>
                  <a:pt x="192036" y="329184"/>
                </a:lnTo>
                <a:lnTo>
                  <a:pt x="106692" y="329184"/>
                </a:lnTo>
                <a:lnTo>
                  <a:pt x="99072" y="323088"/>
                </a:lnTo>
                <a:lnTo>
                  <a:pt x="94500" y="315468"/>
                </a:lnTo>
                <a:lnTo>
                  <a:pt x="91452" y="310896"/>
                </a:lnTo>
                <a:lnTo>
                  <a:pt x="89928" y="304800"/>
                </a:lnTo>
                <a:lnTo>
                  <a:pt x="88404" y="300228"/>
                </a:lnTo>
                <a:lnTo>
                  <a:pt x="88404" y="291084"/>
                </a:lnTo>
                <a:lnTo>
                  <a:pt x="129552" y="272796"/>
                </a:lnTo>
                <a:lnTo>
                  <a:pt x="188988" y="272796"/>
                </a:lnTo>
                <a:lnTo>
                  <a:pt x="190512" y="274320"/>
                </a:lnTo>
                <a:lnTo>
                  <a:pt x="195084" y="274320"/>
                </a:lnTo>
                <a:lnTo>
                  <a:pt x="198132" y="275844"/>
                </a:lnTo>
                <a:lnTo>
                  <a:pt x="199656" y="278892"/>
                </a:lnTo>
                <a:lnTo>
                  <a:pt x="201180" y="280416"/>
                </a:lnTo>
                <a:lnTo>
                  <a:pt x="202704" y="284988"/>
                </a:lnTo>
                <a:lnTo>
                  <a:pt x="202704" y="292608"/>
                </a:lnTo>
                <a:lnTo>
                  <a:pt x="207276" y="292608"/>
                </a:lnTo>
                <a:lnTo>
                  <a:pt x="207276" y="228600"/>
                </a:lnTo>
                <a:close/>
              </a:path>
              <a:path extrusionOk="0" h="817245" w="271779">
                <a:moveTo>
                  <a:pt x="210324" y="160020"/>
                </a:moveTo>
                <a:lnTo>
                  <a:pt x="193560" y="123444"/>
                </a:lnTo>
                <a:lnTo>
                  <a:pt x="158508" y="105156"/>
                </a:lnTo>
                <a:lnTo>
                  <a:pt x="155460" y="108204"/>
                </a:lnTo>
                <a:lnTo>
                  <a:pt x="163093" y="111899"/>
                </a:lnTo>
                <a:lnTo>
                  <a:pt x="169748" y="116014"/>
                </a:lnTo>
                <a:lnTo>
                  <a:pt x="174929" y="120396"/>
                </a:lnTo>
                <a:lnTo>
                  <a:pt x="178320" y="124968"/>
                </a:lnTo>
                <a:lnTo>
                  <a:pt x="182892" y="131064"/>
                </a:lnTo>
                <a:lnTo>
                  <a:pt x="185940" y="138684"/>
                </a:lnTo>
                <a:lnTo>
                  <a:pt x="185940" y="147828"/>
                </a:lnTo>
                <a:lnTo>
                  <a:pt x="169176" y="182880"/>
                </a:lnTo>
                <a:lnTo>
                  <a:pt x="123456" y="196596"/>
                </a:lnTo>
                <a:lnTo>
                  <a:pt x="123456" y="135636"/>
                </a:lnTo>
                <a:lnTo>
                  <a:pt x="123456" y="105156"/>
                </a:lnTo>
                <a:lnTo>
                  <a:pt x="114312" y="105854"/>
                </a:lnTo>
                <a:lnTo>
                  <a:pt x="114312" y="135636"/>
                </a:lnTo>
                <a:lnTo>
                  <a:pt x="114312" y="196596"/>
                </a:lnTo>
                <a:lnTo>
                  <a:pt x="79260" y="172212"/>
                </a:lnTo>
                <a:lnTo>
                  <a:pt x="79260" y="158496"/>
                </a:lnTo>
                <a:lnTo>
                  <a:pt x="105168" y="135636"/>
                </a:lnTo>
                <a:lnTo>
                  <a:pt x="114312" y="135636"/>
                </a:lnTo>
                <a:lnTo>
                  <a:pt x="114312" y="105854"/>
                </a:lnTo>
                <a:lnTo>
                  <a:pt x="77825" y="127825"/>
                </a:lnTo>
                <a:lnTo>
                  <a:pt x="70116" y="156972"/>
                </a:lnTo>
                <a:lnTo>
                  <a:pt x="70167" y="157594"/>
                </a:lnTo>
                <a:lnTo>
                  <a:pt x="70256" y="158496"/>
                </a:lnTo>
                <a:lnTo>
                  <a:pt x="71259" y="169240"/>
                </a:lnTo>
                <a:lnTo>
                  <a:pt x="99301" y="208292"/>
                </a:lnTo>
                <a:lnTo>
                  <a:pt x="141744" y="217932"/>
                </a:lnTo>
                <a:lnTo>
                  <a:pt x="156667" y="216814"/>
                </a:lnTo>
                <a:lnTo>
                  <a:pt x="169748" y="213550"/>
                </a:lnTo>
                <a:lnTo>
                  <a:pt x="181381" y="208292"/>
                </a:lnTo>
                <a:lnTo>
                  <a:pt x="192036" y="201168"/>
                </a:lnTo>
                <a:lnTo>
                  <a:pt x="195910" y="196596"/>
                </a:lnTo>
                <a:lnTo>
                  <a:pt x="200037" y="191744"/>
                </a:lnTo>
                <a:lnTo>
                  <a:pt x="205752" y="181737"/>
                </a:lnTo>
                <a:lnTo>
                  <a:pt x="209181" y="171170"/>
                </a:lnTo>
                <a:lnTo>
                  <a:pt x="210324" y="160020"/>
                </a:lnTo>
                <a:close/>
              </a:path>
              <a:path extrusionOk="0" h="817245" w="271779">
                <a:moveTo>
                  <a:pt x="271284" y="458724"/>
                </a:moveTo>
                <a:lnTo>
                  <a:pt x="269875" y="441299"/>
                </a:lnTo>
                <a:lnTo>
                  <a:pt x="265760" y="425577"/>
                </a:lnTo>
                <a:lnTo>
                  <a:pt x="259067" y="411581"/>
                </a:lnTo>
                <a:lnTo>
                  <a:pt x="252869" y="403237"/>
                </a:lnTo>
                <a:lnTo>
                  <a:pt x="252869" y="448056"/>
                </a:lnTo>
                <a:lnTo>
                  <a:pt x="252425" y="458724"/>
                </a:lnTo>
                <a:lnTo>
                  <a:pt x="240804" y="495300"/>
                </a:lnTo>
                <a:lnTo>
                  <a:pt x="236232" y="498348"/>
                </a:lnTo>
                <a:lnTo>
                  <a:pt x="228612" y="498348"/>
                </a:lnTo>
                <a:lnTo>
                  <a:pt x="224040" y="496824"/>
                </a:lnTo>
                <a:lnTo>
                  <a:pt x="220992" y="493776"/>
                </a:lnTo>
                <a:lnTo>
                  <a:pt x="216420" y="492252"/>
                </a:lnTo>
                <a:lnTo>
                  <a:pt x="211848" y="489204"/>
                </a:lnTo>
                <a:lnTo>
                  <a:pt x="210324" y="487680"/>
                </a:lnTo>
                <a:lnTo>
                  <a:pt x="207276" y="484632"/>
                </a:lnTo>
                <a:lnTo>
                  <a:pt x="207784" y="467868"/>
                </a:lnTo>
                <a:lnTo>
                  <a:pt x="207899" y="465035"/>
                </a:lnTo>
                <a:lnTo>
                  <a:pt x="207975" y="463296"/>
                </a:lnTo>
                <a:lnTo>
                  <a:pt x="208038" y="461962"/>
                </a:lnTo>
                <a:lnTo>
                  <a:pt x="208153" y="458724"/>
                </a:lnTo>
                <a:lnTo>
                  <a:pt x="208534" y="448056"/>
                </a:lnTo>
                <a:lnTo>
                  <a:pt x="208635" y="441960"/>
                </a:lnTo>
                <a:lnTo>
                  <a:pt x="208749" y="434340"/>
                </a:lnTo>
                <a:lnTo>
                  <a:pt x="208864" y="428625"/>
                </a:lnTo>
                <a:lnTo>
                  <a:pt x="217944" y="393192"/>
                </a:lnTo>
                <a:lnTo>
                  <a:pt x="230136" y="393192"/>
                </a:lnTo>
                <a:lnTo>
                  <a:pt x="252387" y="432816"/>
                </a:lnTo>
                <a:lnTo>
                  <a:pt x="252869" y="448056"/>
                </a:lnTo>
                <a:lnTo>
                  <a:pt x="252869" y="403237"/>
                </a:lnTo>
                <a:lnTo>
                  <a:pt x="249948" y="399288"/>
                </a:lnTo>
                <a:lnTo>
                  <a:pt x="242849" y="393192"/>
                </a:lnTo>
                <a:lnTo>
                  <a:pt x="241947" y="392417"/>
                </a:lnTo>
                <a:lnTo>
                  <a:pt x="233946" y="387667"/>
                </a:lnTo>
                <a:lnTo>
                  <a:pt x="225945" y="384937"/>
                </a:lnTo>
                <a:lnTo>
                  <a:pt x="217944" y="384048"/>
                </a:lnTo>
                <a:lnTo>
                  <a:pt x="210324" y="384048"/>
                </a:lnTo>
                <a:lnTo>
                  <a:pt x="188925" y="405765"/>
                </a:lnTo>
                <a:lnTo>
                  <a:pt x="188849" y="406196"/>
                </a:lnTo>
                <a:lnTo>
                  <a:pt x="186296" y="425577"/>
                </a:lnTo>
                <a:lnTo>
                  <a:pt x="186194" y="427291"/>
                </a:lnTo>
                <a:lnTo>
                  <a:pt x="186080" y="431863"/>
                </a:lnTo>
                <a:lnTo>
                  <a:pt x="185953" y="448056"/>
                </a:lnTo>
                <a:lnTo>
                  <a:pt x="185940" y="475488"/>
                </a:lnTo>
                <a:lnTo>
                  <a:pt x="184416" y="480060"/>
                </a:lnTo>
                <a:lnTo>
                  <a:pt x="184416" y="483108"/>
                </a:lnTo>
                <a:lnTo>
                  <a:pt x="179844" y="487680"/>
                </a:lnTo>
                <a:lnTo>
                  <a:pt x="175272" y="487680"/>
                </a:lnTo>
                <a:lnTo>
                  <a:pt x="173748" y="486156"/>
                </a:lnTo>
                <a:lnTo>
                  <a:pt x="167652" y="483108"/>
                </a:lnTo>
                <a:lnTo>
                  <a:pt x="166128" y="481584"/>
                </a:lnTo>
                <a:lnTo>
                  <a:pt x="164604" y="480060"/>
                </a:lnTo>
                <a:lnTo>
                  <a:pt x="161556" y="473964"/>
                </a:lnTo>
                <a:lnTo>
                  <a:pt x="163080" y="467868"/>
                </a:lnTo>
                <a:lnTo>
                  <a:pt x="164604" y="460248"/>
                </a:lnTo>
                <a:lnTo>
                  <a:pt x="164604" y="454152"/>
                </a:lnTo>
                <a:lnTo>
                  <a:pt x="163741" y="443064"/>
                </a:lnTo>
                <a:lnTo>
                  <a:pt x="161175" y="432816"/>
                </a:lnTo>
                <a:lnTo>
                  <a:pt x="158292" y="426720"/>
                </a:lnTo>
                <a:lnTo>
                  <a:pt x="156984" y="423951"/>
                </a:lnTo>
                <a:lnTo>
                  <a:pt x="156984" y="445008"/>
                </a:lnTo>
                <a:lnTo>
                  <a:pt x="156984" y="460248"/>
                </a:lnTo>
                <a:lnTo>
                  <a:pt x="153936" y="467868"/>
                </a:lnTo>
                <a:lnTo>
                  <a:pt x="111264" y="483108"/>
                </a:lnTo>
                <a:lnTo>
                  <a:pt x="103568" y="482561"/>
                </a:lnTo>
                <a:lnTo>
                  <a:pt x="77736" y="463296"/>
                </a:lnTo>
                <a:lnTo>
                  <a:pt x="77736" y="448056"/>
                </a:lnTo>
                <a:lnTo>
                  <a:pt x="111302" y="427291"/>
                </a:lnTo>
                <a:lnTo>
                  <a:pt x="121932" y="426720"/>
                </a:lnTo>
                <a:lnTo>
                  <a:pt x="130479" y="427062"/>
                </a:lnTo>
                <a:lnTo>
                  <a:pt x="137744" y="428244"/>
                </a:lnTo>
                <a:lnTo>
                  <a:pt x="143573" y="430580"/>
                </a:lnTo>
                <a:lnTo>
                  <a:pt x="147840" y="434340"/>
                </a:lnTo>
                <a:lnTo>
                  <a:pt x="153936" y="438912"/>
                </a:lnTo>
                <a:lnTo>
                  <a:pt x="156984" y="445008"/>
                </a:lnTo>
                <a:lnTo>
                  <a:pt x="156984" y="423951"/>
                </a:lnTo>
                <a:lnTo>
                  <a:pt x="156883" y="423722"/>
                </a:lnTo>
                <a:lnTo>
                  <a:pt x="150888" y="416052"/>
                </a:lnTo>
                <a:lnTo>
                  <a:pt x="144526" y="409956"/>
                </a:lnTo>
                <a:lnTo>
                  <a:pt x="137363" y="405765"/>
                </a:lnTo>
                <a:lnTo>
                  <a:pt x="129235" y="403199"/>
                </a:lnTo>
                <a:lnTo>
                  <a:pt x="120408" y="402336"/>
                </a:lnTo>
                <a:lnTo>
                  <a:pt x="112712" y="402678"/>
                </a:lnTo>
                <a:lnTo>
                  <a:pt x="105740" y="403860"/>
                </a:lnTo>
                <a:lnTo>
                  <a:pt x="99618" y="406196"/>
                </a:lnTo>
                <a:lnTo>
                  <a:pt x="94500" y="409956"/>
                </a:lnTo>
                <a:lnTo>
                  <a:pt x="94500" y="387096"/>
                </a:lnTo>
                <a:lnTo>
                  <a:pt x="92976" y="385572"/>
                </a:lnTo>
                <a:lnTo>
                  <a:pt x="92976" y="384048"/>
                </a:lnTo>
                <a:lnTo>
                  <a:pt x="80784" y="384048"/>
                </a:lnTo>
                <a:lnTo>
                  <a:pt x="80784" y="420624"/>
                </a:lnTo>
                <a:lnTo>
                  <a:pt x="75895" y="428015"/>
                </a:lnTo>
                <a:lnTo>
                  <a:pt x="75806" y="428244"/>
                </a:lnTo>
                <a:lnTo>
                  <a:pt x="72593" y="436245"/>
                </a:lnTo>
                <a:lnTo>
                  <a:pt x="70713" y="445008"/>
                </a:lnTo>
                <a:lnTo>
                  <a:pt x="70116" y="454152"/>
                </a:lnTo>
                <a:lnTo>
                  <a:pt x="70967" y="465035"/>
                </a:lnTo>
                <a:lnTo>
                  <a:pt x="91211" y="498500"/>
                </a:lnTo>
                <a:lnTo>
                  <a:pt x="117360" y="507492"/>
                </a:lnTo>
                <a:lnTo>
                  <a:pt x="123952" y="506945"/>
                </a:lnTo>
                <a:lnTo>
                  <a:pt x="130124" y="505396"/>
                </a:lnTo>
                <a:lnTo>
                  <a:pt x="135242" y="503301"/>
                </a:lnTo>
                <a:lnTo>
                  <a:pt x="136131" y="502920"/>
                </a:lnTo>
                <a:lnTo>
                  <a:pt x="141922" y="499808"/>
                </a:lnTo>
                <a:lnTo>
                  <a:pt x="149364" y="496824"/>
                </a:lnTo>
                <a:lnTo>
                  <a:pt x="157594" y="483108"/>
                </a:lnTo>
                <a:lnTo>
                  <a:pt x="158508" y="481584"/>
                </a:lnTo>
                <a:lnTo>
                  <a:pt x="164172" y="489000"/>
                </a:lnTo>
                <a:lnTo>
                  <a:pt x="185940" y="507492"/>
                </a:lnTo>
                <a:lnTo>
                  <a:pt x="192036" y="507492"/>
                </a:lnTo>
                <a:lnTo>
                  <a:pt x="195084" y="505968"/>
                </a:lnTo>
                <a:lnTo>
                  <a:pt x="199656" y="501396"/>
                </a:lnTo>
                <a:lnTo>
                  <a:pt x="205752" y="492252"/>
                </a:lnTo>
                <a:lnTo>
                  <a:pt x="214896" y="501396"/>
                </a:lnTo>
                <a:lnTo>
                  <a:pt x="233184" y="515112"/>
                </a:lnTo>
                <a:lnTo>
                  <a:pt x="236232" y="516636"/>
                </a:lnTo>
                <a:lnTo>
                  <a:pt x="239280" y="516636"/>
                </a:lnTo>
                <a:lnTo>
                  <a:pt x="240804" y="518160"/>
                </a:lnTo>
                <a:lnTo>
                  <a:pt x="248424" y="518160"/>
                </a:lnTo>
                <a:lnTo>
                  <a:pt x="252996" y="513588"/>
                </a:lnTo>
                <a:lnTo>
                  <a:pt x="262153" y="498348"/>
                </a:lnTo>
                <a:lnTo>
                  <a:pt x="263563" y="496023"/>
                </a:lnTo>
                <a:lnTo>
                  <a:pt x="267855" y="484632"/>
                </a:lnTo>
                <a:lnTo>
                  <a:pt x="270421" y="472109"/>
                </a:lnTo>
                <a:lnTo>
                  <a:pt x="270522" y="470535"/>
                </a:lnTo>
                <a:lnTo>
                  <a:pt x="270598" y="469392"/>
                </a:lnTo>
                <a:lnTo>
                  <a:pt x="270687" y="467868"/>
                </a:lnTo>
                <a:lnTo>
                  <a:pt x="271284" y="4587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256" name="Google Shape;4256;p72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3560064" y="6015227"/>
            <a:ext cx="271272" cy="1577340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7" name="Google Shape;4257;p72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4059935" y="8737092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8" name="Google Shape;4258;p72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3986784" y="7670291"/>
            <a:ext cx="271272" cy="816864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9" name="Google Shape;4259;p72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3986784" y="6344412"/>
            <a:ext cx="271272" cy="12481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260" name="Google Shape;4260;p72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4486655" y="8737092"/>
            <a:ext cx="73151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4261" name="Google Shape;4261;p72"/>
          <p:cNvSpPr/>
          <p:nvPr/>
        </p:nvSpPr>
        <p:spPr>
          <a:xfrm>
            <a:off x="4422635" y="7720584"/>
            <a:ext cx="201295" cy="765175"/>
          </a:xfrm>
          <a:custGeom>
            <a:rect b="b" l="l" r="r" t="t"/>
            <a:pathLst>
              <a:path extrusionOk="0" h="765175" w="201295">
                <a:moveTo>
                  <a:pt x="198120" y="614172"/>
                </a:moveTo>
                <a:lnTo>
                  <a:pt x="146304" y="598932"/>
                </a:lnTo>
                <a:lnTo>
                  <a:pt x="144780" y="605028"/>
                </a:lnTo>
                <a:lnTo>
                  <a:pt x="153352" y="608698"/>
                </a:lnTo>
                <a:lnTo>
                  <a:pt x="160782" y="612648"/>
                </a:lnTo>
                <a:lnTo>
                  <a:pt x="167068" y="616610"/>
                </a:lnTo>
                <a:lnTo>
                  <a:pt x="172212" y="620268"/>
                </a:lnTo>
                <a:lnTo>
                  <a:pt x="178308" y="624840"/>
                </a:lnTo>
                <a:lnTo>
                  <a:pt x="181356" y="630936"/>
                </a:lnTo>
                <a:lnTo>
                  <a:pt x="184404" y="635508"/>
                </a:lnTo>
                <a:lnTo>
                  <a:pt x="185534" y="640943"/>
                </a:lnTo>
                <a:lnTo>
                  <a:pt x="186499" y="648081"/>
                </a:lnTo>
                <a:lnTo>
                  <a:pt x="187198" y="656945"/>
                </a:lnTo>
                <a:lnTo>
                  <a:pt x="187452" y="667512"/>
                </a:lnTo>
                <a:lnTo>
                  <a:pt x="187452" y="701040"/>
                </a:lnTo>
                <a:lnTo>
                  <a:pt x="185928" y="702564"/>
                </a:lnTo>
                <a:lnTo>
                  <a:pt x="184404" y="705612"/>
                </a:lnTo>
                <a:lnTo>
                  <a:pt x="181356" y="708660"/>
                </a:lnTo>
                <a:lnTo>
                  <a:pt x="178308" y="710184"/>
                </a:lnTo>
                <a:lnTo>
                  <a:pt x="18288" y="710184"/>
                </a:lnTo>
                <a:lnTo>
                  <a:pt x="12192" y="707136"/>
                </a:lnTo>
                <a:lnTo>
                  <a:pt x="9144" y="704088"/>
                </a:lnTo>
                <a:lnTo>
                  <a:pt x="7620" y="699516"/>
                </a:lnTo>
                <a:lnTo>
                  <a:pt x="6096" y="696468"/>
                </a:lnTo>
                <a:lnTo>
                  <a:pt x="4572" y="688848"/>
                </a:lnTo>
                <a:lnTo>
                  <a:pt x="4572" y="678180"/>
                </a:lnTo>
                <a:lnTo>
                  <a:pt x="0" y="678180"/>
                </a:lnTo>
                <a:lnTo>
                  <a:pt x="0" y="765048"/>
                </a:lnTo>
                <a:lnTo>
                  <a:pt x="4572" y="765048"/>
                </a:lnTo>
                <a:lnTo>
                  <a:pt x="4572" y="751332"/>
                </a:lnTo>
                <a:lnTo>
                  <a:pt x="6096" y="745236"/>
                </a:lnTo>
                <a:lnTo>
                  <a:pt x="10668" y="742188"/>
                </a:lnTo>
                <a:lnTo>
                  <a:pt x="13716" y="739140"/>
                </a:lnTo>
                <a:lnTo>
                  <a:pt x="22860" y="737616"/>
                </a:lnTo>
                <a:lnTo>
                  <a:pt x="175260" y="737616"/>
                </a:lnTo>
                <a:lnTo>
                  <a:pt x="181356" y="739140"/>
                </a:lnTo>
                <a:lnTo>
                  <a:pt x="185928" y="740664"/>
                </a:lnTo>
                <a:lnTo>
                  <a:pt x="190500" y="743712"/>
                </a:lnTo>
                <a:lnTo>
                  <a:pt x="193548" y="749808"/>
                </a:lnTo>
                <a:lnTo>
                  <a:pt x="193548" y="765048"/>
                </a:lnTo>
                <a:lnTo>
                  <a:pt x="198120" y="765048"/>
                </a:lnTo>
                <a:lnTo>
                  <a:pt x="198120" y="614172"/>
                </a:lnTo>
                <a:close/>
              </a:path>
              <a:path extrusionOk="0" h="765175" w="201295">
                <a:moveTo>
                  <a:pt x="198132" y="27432"/>
                </a:moveTo>
                <a:lnTo>
                  <a:pt x="193560" y="27432"/>
                </a:lnTo>
                <a:lnTo>
                  <a:pt x="193560" y="33528"/>
                </a:lnTo>
                <a:lnTo>
                  <a:pt x="192036" y="38100"/>
                </a:lnTo>
                <a:lnTo>
                  <a:pt x="188988" y="44196"/>
                </a:lnTo>
                <a:lnTo>
                  <a:pt x="184416" y="48768"/>
                </a:lnTo>
                <a:lnTo>
                  <a:pt x="175272" y="51816"/>
                </a:lnTo>
                <a:lnTo>
                  <a:pt x="105168" y="51816"/>
                </a:lnTo>
                <a:lnTo>
                  <a:pt x="96024" y="45720"/>
                </a:lnTo>
                <a:lnTo>
                  <a:pt x="89928" y="41148"/>
                </a:lnTo>
                <a:lnTo>
                  <a:pt x="85356" y="38100"/>
                </a:lnTo>
                <a:lnTo>
                  <a:pt x="83832" y="35052"/>
                </a:lnTo>
                <a:lnTo>
                  <a:pt x="82308" y="33528"/>
                </a:lnTo>
                <a:lnTo>
                  <a:pt x="82308" y="28956"/>
                </a:lnTo>
                <a:lnTo>
                  <a:pt x="83832" y="25908"/>
                </a:lnTo>
                <a:lnTo>
                  <a:pt x="88404" y="22860"/>
                </a:lnTo>
                <a:lnTo>
                  <a:pt x="91452" y="18288"/>
                </a:lnTo>
                <a:lnTo>
                  <a:pt x="92976" y="13716"/>
                </a:lnTo>
                <a:lnTo>
                  <a:pt x="92976" y="7620"/>
                </a:lnTo>
                <a:lnTo>
                  <a:pt x="91452" y="4572"/>
                </a:lnTo>
                <a:lnTo>
                  <a:pt x="88404" y="3048"/>
                </a:lnTo>
                <a:lnTo>
                  <a:pt x="85356" y="0"/>
                </a:lnTo>
                <a:lnTo>
                  <a:pt x="73164" y="0"/>
                </a:lnTo>
                <a:lnTo>
                  <a:pt x="70116" y="1524"/>
                </a:lnTo>
                <a:lnTo>
                  <a:pt x="65544" y="4572"/>
                </a:lnTo>
                <a:lnTo>
                  <a:pt x="62496" y="7620"/>
                </a:lnTo>
                <a:lnTo>
                  <a:pt x="60972" y="12192"/>
                </a:lnTo>
                <a:lnTo>
                  <a:pt x="60972" y="16764"/>
                </a:lnTo>
                <a:lnTo>
                  <a:pt x="62966" y="25679"/>
                </a:lnTo>
                <a:lnTo>
                  <a:pt x="68973" y="34290"/>
                </a:lnTo>
                <a:lnTo>
                  <a:pt x="78968" y="42913"/>
                </a:lnTo>
                <a:lnTo>
                  <a:pt x="92976" y="51816"/>
                </a:lnTo>
                <a:lnTo>
                  <a:pt x="60972" y="51816"/>
                </a:lnTo>
                <a:lnTo>
                  <a:pt x="60972" y="57912"/>
                </a:lnTo>
                <a:lnTo>
                  <a:pt x="77736" y="99060"/>
                </a:lnTo>
                <a:lnTo>
                  <a:pt x="82308" y="97536"/>
                </a:lnTo>
                <a:lnTo>
                  <a:pt x="80784" y="92964"/>
                </a:lnTo>
                <a:lnTo>
                  <a:pt x="80784" y="82296"/>
                </a:lnTo>
                <a:lnTo>
                  <a:pt x="82308" y="80772"/>
                </a:lnTo>
                <a:lnTo>
                  <a:pt x="83832" y="77724"/>
                </a:lnTo>
                <a:lnTo>
                  <a:pt x="85356" y="77724"/>
                </a:lnTo>
                <a:lnTo>
                  <a:pt x="88404" y="76200"/>
                </a:lnTo>
                <a:lnTo>
                  <a:pt x="182892" y="76200"/>
                </a:lnTo>
                <a:lnTo>
                  <a:pt x="188988" y="79248"/>
                </a:lnTo>
                <a:lnTo>
                  <a:pt x="190512" y="80772"/>
                </a:lnTo>
                <a:lnTo>
                  <a:pt x="192036" y="83820"/>
                </a:lnTo>
                <a:lnTo>
                  <a:pt x="193560" y="88392"/>
                </a:lnTo>
                <a:lnTo>
                  <a:pt x="193560" y="96012"/>
                </a:lnTo>
                <a:lnTo>
                  <a:pt x="198132" y="96012"/>
                </a:lnTo>
                <a:lnTo>
                  <a:pt x="198132" y="27432"/>
                </a:lnTo>
                <a:close/>
              </a:path>
              <a:path extrusionOk="0" h="765175" w="201295">
                <a:moveTo>
                  <a:pt x="201168" y="516636"/>
                </a:moveTo>
                <a:lnTo>
                  <a:pt x="192024" y="484644"/>
                </a:lnTo>
                <a:lnTo>
                  <a:pt x="192024" y="510540"/>
                </a:lnTo>
                <a:lnTo>
                  <a:pt x="190627" y="520026"/>
                </a:lnTo>
                <a:lnTo>
                  <a:pt x="159829" y="546150"/>
                </a:lnTo>
                <a:lnTo>
                  <a:pt x="120396" y="553212"/>
                </a:lnTo>
                <a:lnTo>
                  <a:pt x="111810" y="552907"/>
                </a:lnTo>
                <a:lnTo>
                  <a:pt x="104203" y="551878"/>
                </a:lnTo>
                <a:lnTo>
                  <a:pt x="97421" y="549973"/>
                </a:lnTo>
                <a:lnTo>
                  <a:pt x="91440" y="547116"/>
                </a:lnTo>
                <a:lnTo>
                  <a:pt x="83820" y="544068"/>
                </a:lnTo>
                <a:lnTo>
                  <a:pt x="77724" y="541020"/>
                </a:lnTo>
                <a:lnTo>
                  <a:pt x="74676" y="534924"/>
                </a:lnTo>
                <a:lnTo>
                  <a:pt x="71628" y="530352"/>
                </a:lnTo>
                <a:lnTo>
                  <a:pt x="70104" y="525780"/>
                </a:lnTo>
                <a:lnTo>
                  <a:pt x="70104" y="519684"/>
                </a:lnTo>
                <a:lnTo>
                  <a:pt x="93395" y="488632"/>
                </a:lnTo>
                <a:lnTo>
                  <a:pt x="140208" y="480060"/>
                </a:lnTo>
                <a:lnTo>
                  <a:pt x="153047" y="480618"/>
                </a:lnTo>
                <a:lnTo>
                  <a:pt x="188785" y="497967"/>
                </a:lnTo>
                <a:lnTo>
                  <a:pt x="192024" y="510540"/>
                </a:lnTo>
                <a:lnTo>
                  <a:pt x="192024" y="484644"/>
                </a:lnTo>
                <a:lnTo>
                  <a:pt x="155448" y="456488"/>
                </a:lnTo>
                <a:lnTo>
                  <a:pt x="128016" y="452628"/>
                </a:lnTo>
                <a:lnTo>
                  <a:pt x="115976" y="453517"/>
                </a:lnTo>
                <a:lnTo>
                  <a:pt x="73825" y="477608"/>
                </a:lnTo>
                <a:lnTo>
                  <a:pt x="60960" y="515112"/>
                </a:lnTo>
                <a:lnTo>
                  <a:pt x="61061" y="516636"/>
                </a:lnTo>
                <a:lnTo>
                  <a:pt x="61531" y="523976"/>
                </a:lnTo>
                <a:lnTo>
                  <a:pt x="80200" y="560451"/>
                </a:lnTo>
                <a:lnTo>
                  <a:pt x="114300" y="578358"/>
                </a:lnTo>
                <a:lnTo>
                  <a:pt x="132588" y="580644"/>
                </a:lnTo>
                <a:lnTo>
                  <a:pt x="144856" y="579551"/>
                </a:lnTo>
                <a:lnTo>
                  <a:pt x="187667" y="555650"/>
                </a:lnTo>
                <a:lnTo>
                  <a:pt x="189318" y="553212"/>
                </a:lnTo>
                <a:lnTo>
                  <a:pt x="195262" y="544449"/>
                </a:lnTo>
                <a:lnTo>
                  <a:pt x="199720" y="531545"/>
                </a:lnTo>
                <a:lnTo>
                  <a:pt x="199834" y="530352"/>
                </a:lnTo>
                <a:lnTo>
                  <a:pt x="201168" y="516636"/>
                </a:lnTo>
                <a:close/>
              </a:path>
              <a:path extrusionOk="0" h="765175" w="201295">
                <a:moveTo>
                  <a:pt x="201168" y="291084"/>
                </a:moveTo>
                <a:lnTo>
                  <a:pt x="85344" y="246888"/>
                </a:lnTo>
                <a:lnTo>
                  <a:pt x="76200" y="242316"/>
                </a:lnTo>
                <a:lnTo>
                  <a:pt x="70104" y="236220"/>
                </a:lnTo>
                <a:lnTo>
                  <a:pt x="68580" y="228600"/>
                </a:lnTo>
                <a:lnTo>
                  <a:pt x="64008" y="228600"/>
                </a:lnTo>
                <a:lnTo>
                  <a:pt x="64008" y="268224"/>
                </a:lnTo>
                <a:lnTo>
                  <a:pt x="68580" y="268224"/>
                </a:lnTo>
                <a:lnTo>
                  <a:pt x="68580" y="263652"/>
                </a:lnTo>
                <a:lnTo>
                  <a:pt x="70104" y="259080"/>
                </a:lnTo>
                <a:lnTo>
                  <a:pt x="74676" y="254508"/>
                </a:lnTo>
                <a:lnTo>
                  <a:pt x="79248" y="254508"/>
                </a:lnTo>
                <a:lnTo>
                  <a:pt x="83820" y="256032"/>
                </a:lnTo>
                <a:lnTo>
                  <a:pt x="89916" y="257556"/>
                </a:lnTo>
                <a:lnTo>
                  <a:pt x="163068" y="286512"/>
                </a:lnTo>
                <a:lnTo>
                  <a:pt x="86868" y="318516"/>
                </a:lnTo>
                <a:lnTo>
                  <a:pt x="85344" y="318516"/>
                </a:lnTo>
                <a:lnTo>
                  <a:pt x="83820" y="320040"/>
                </a:lnTo>
                <a:lnTo>
                  <a:pt x="77724" y="320040"/>
                </a:lnTo>
                <a:lnTo>
                  <a:pt x="74676" y="318516"/>
                </a:lnTo>
                <a:lnTo>
                  <a:pt x="70104" y="313944"/>
                </a:lnTo>
                <a:lnTo>
                  <a:pt x="68580" y="309372"/>
                </a:lnTo>
                <a:lnTo>
                  <a:pt x="68580" y="303276"/>
                </a:lnTo>
                <a:lnTo>
                  <a:pt x="64008" y="303276"/>
                </a:lnTo>
                <a:lnTo>
                  <a:pt x="64008" y="365760"/>
                </a:lnTo>
                <a:lnTo>
                  <a:pt x="68580" y="365760"/>
                </a:lnTo>
                <a:lnTo>
                  <a:pt x="68580" y="359664"/>
                </a:lnTo>
                <a:lnTo>
                  <a:pt x="73152" y="350520"/>
                </a:lnTo>
                <a:lnTo>
                  <a:pt x="77724" y="347472"/>
                </a:lnTo>
                <a:lnTo>
                  <a:pt x="83820" y="344424"/>
                </a:lnTo>
                <a:lnTo>
                  <a:pt x="103632" y="336804"/>
                </a:lnTo>
                <a:lnTo>
                  <a:pt x="163068" y="364236"/>
                </a:lnTo>
                <a:lnTo>
                  <a:pt x="88392" y="393192"/>
                </a:lnTo>
                <a:lnTo>
                  <a:pt x="83820" y="394716"/>
                </a:lnTo>
                <a:lnTo>
                  <a:pt x="80772" y="396240"/>
                </a:lnTo>
                <a:lnTo>
                  <a:pt x="74676" y="396240"/>
                </a:lnTo>
                <a:lnTo>
                  <a:pt x="70104" y="391668"/>
                </a:lnTo>
                <a:lnTo>
                  <a:pt x="68580" y="388620"/>
                </a:lnTo>
                <a:lnTo>
                  <a:pt x="68580" y="384048"/>
                </a:lnTo>
                <a:lnTo>
                  <a:pt x="64008" y="384048"/>
                </a:lnTo>
                <a:lnTo>
                  <a:pt x="64008" y="440436"/>
                </a:lnTo>
                <a:lnTo>
                  <a:pt x="68580" y="440436"/>
                </a:lnTo>
                <a:lnTo>
                  <a:pt x="70104" y="434340"/>
                </a:lnTo>
                <a:lnTo>
                  <a:pt x="71628" y="429768"/>
                </a:lnTo>
                <a:lnTo>
                  <a:pt x="74676" y="428244"/>
                </a:lnTo>
                <a:lnTo>
                  <a:pt x="77724" y="425196"/>
                </a:lnTo>
                <a:lnTo>
                  <a:pt x="82296" y="422148"/>
                </a:lnTo>
                <a:lnTo>
                  <a:pt x="201168" y="374904"/>
                </a:lnTo>
                <a:lnTo>
                  <a:pt x="201168" y="371856"/>
                </a:lnTo>
                <a:lnTo>
                  <a:pt x="114300" y="332232"/>
                </a:lnTo>
                <a:lnTo>
                  <a:pt x="201168" y="295656"/>
                </a:lnTo>
                <a:lnTo>
                  <a:pt x="201168" y="291084"/>
                </a:lnTo>
                <a:close/>
              </a:path>
              <a:path extrusionOk="0" h="765175" w="201295">
                <a:moveTo>
                  <a:pt x="201180" y="160020"/>
                </a:moveTo>
                <a:lnTo>
                  <a:pt x="185940" y="123444"/>
                </a:lnTo>
                <a:lnTo>
                  <a:pt x="149364" y="105156"/>
                </a:lnTo>
                <a:lnTo>
                  <a:pt x="146316" y="108204"/>
                </a:lnTo>
                <a:lnTo>
                  <a:pt x="154622" y="111899"/>
                </a:lnTo>
                <a:lnTo>
                  <a:pt x="161366" y="116014"/>
                </a:lnTo>
                <a:lnTo>
                  <a:pt x="166636" y="120396"/>
                </a:lnTo>
                <a:lnTo>
                  <a:pt x="170700" y="124968"/>
                </a:lnTo>
                <a:lnTo>
                  <a:pt x="175272" y="131064"/>
                </a:lnTo>
                <a:lnTo>
                  <a:pt x="176796" y="138684"/>
                </a:lnTo>
                <a:lnTo>
                  <a:pt x="176796" y="147828"/>
                </a:lnTo>
                <a:lnTo>
                  <a:pt x="160032" y="182880"/>
                </a:lnTo>
                <a:lnTo>
                  <a:pt x="114312" y="196596"/>
                </a:lnTo>
                <a:lnTo>
                  <a:pt x="114312" y="135636"/>
                </a:lnTo>
                <a:lnTo>
                  <a:pt x="114312" y="105156"/>
                </a:lnTo>
                <a:lnTo>
                  <a:pt x="105168" y="105854"/>
                </a:lnTo>
                <a:lnTo>
                  <a:pt x="105168" y="135636"/>
                </a:lnTo>
                <a:lnTo>
                  <a:pt x="105168" y="196596"/>
                </a:lnTo>
                <a:lnTo>
                  <a:pt x="97015" y="195745"/>
                </a:lnTo>
                <a:lnTo>
                  <a:pt x="97320" y="195745"/>
                </a:lnTo>
                <a:lnTo>
                  <a:pt x="90500" y="193548"/>
                </a:lnTo>
                <a:lnTo>
                  <a:pt x="84378" y="190169"/>
                </a:lnTo>
                <a:lnTo>
                  <a:pt x="79260" y="185928"/>
                </a:lnTo>
                <a:lnTo>
                  <a:pt x="73164" y="179832"/>
                </a:lnTo>
                <a:lnTo>
                  <a:pt x="70116" y="172212"/>
                </a:lnTo>
                <a:lnTo>
                  <a:pt x="70116" y="160020"/>
                </a:lnTo>
                <a:lnTo>
                  <a:pt x="71640" y="153924"/>
                </a:lnTo>
                <a:lnTo>
                  <a:pt x="77736" y="144780"/>
                </a:lnTo>
                <a:lnTo>
                  <a:pt x="86880" y="138684"/>
                </a:lnTo>
                <a:lnTo>
                  <a:pt x="96024" y="135636"/>
                </a:lnTo>
                <a:lnTo>
                  <a:pt x="105168" y="135636"/>
                </a:lnTo>
                <a:lnTo>
                  <a:pt x="105168" y="105854"/>
                </a:lnTo>
                <a:lnTo>
                  <a:pt x="69329" y="127825"/>
                </a:lnTo>
                <a:lnTo>
                  <a:pt x="60972" y="156972"/>
                </a:lnTo>
                <a:lnTo>
                  <a:pt x="61023" y="157594"/>
                </a:lnTo>
                <a:lnTo>
                  <a:pt x="79260" y="201168"/>
                </a:lnTo>
                <a:lnTo>
                  <a:pt x="116547" y="216814"/>
                </a:lnTo>
                <a:lnTo>
                  <a:pt x="132600" y="217932"/>
                </a:lnTo>
                <a:lnTo>
                  <a:pt x="147739" y="216814"/>
                </a:lnTo>
                <a:lnTo>
                  <a:pt x="161175" y="213550"/>
                </a:lnTo>
                <a:lnTo>
                  <a:pt x="172885" y="208292"/>
                </a:lnTo>
                <a:lnTo>
                  <a:pt x="182892" y="201168"/>
                </a:lnTo>
                <a:lnTo>
                  <a:pt x="187045" y="196596"/>
                </a:lnTo>
                <a:lnTo>
                  <a:pt x="190893" y="192392"/>
                </a:lnTo>
                <a:lnTo>
                  <a:pt x="196608" y="182308"/>
                </a:lnTo>
                <a:lnTo>
                  <a:pt x="200037" y="171386"/>
                </a:lnTo>
                <a:lnTo>
                  <a:pt x="201180" y="1600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62" name="Google Shape;4262;p72"/>
          <p:cNvGrpSpPr/>
          <p:nvPr/>
        </p:nvGrpSpPr>
        <p:grpSpPr>
          <a:xfrm>
            <a:off x="4422647" y="6886956"/>
            <a:ext cx="201283" cy="752855"/>
            <a:chOff x="4422647" y="6886956"/>
            <a:chExt cx="201283" cy="752855"/>
          </a:xfrm>
        </p:grpSpPr>
        <p:pic>
          <p:nvPicPr>
            <p:cNvPr id="4263" name="Google Shape;4263;p72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4422647" y="7490459"/>
              <a:ext cx="198120" cy="1493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64" name="Google Shape;4264;p72"/>
            <p:cNvSpPr/>
            <p:nvPr/>
          </p:nvSpPr>
          <p:spPr>
            <a:xfrm>
              <a:off x="4483595" y="6886956"/>
              <a:ext cx="140335" cy="584200"/>
            </a:xfrm>
            <a:custGeom>
              <a:rect b="b" l="l" r="r" t="t"/>
              <a:pathLst>
                <a:path extrusionOk="0" h="584200" w="140335">
                  <a:moveTo>
                    <a:pt x="137172" y="27432"/>
                  </a:moveTo>
                  <a:lnTo>
                    <a:pt x="132600" y="27432"/>
                  </a:lnTo>
                  <a:lnTo>
                    <a:pt x="132600" y="33528"/>
                  </a:lnTo>
                  <a:lnTo>
                    <a:pt x="131076" y="38100"/>
                  </a:lnTo>
                  <a:lnTo>
                    <a:pt x="129552" y="41148"/>
                  </a:lnTo>
                  <a:lnTo>
                    <a:pt x="128028" y="45720"/>
                  </a:lnTo>
                  <a:lnTo>
                    <a:pt x="124980" y="47244"/>
                  </a:lnTo>
                  <a:lnTo>
                    <a:pt x="123456" y="48768"/>
                  </a:lnTo>
                  <a:lnTo>
                    <a:pt x="114312" y="51816"/>
                  </a:lnTo>
                  <a:lnTo>
                    <a:pt x="44208" y="51816"/>
                  </a:lnTo>
                  <a:lnTo>
                    <a:pt x="35064" y="47244"/>
                  </a:lnTo>
                  <a:lnTo>
                    <a:pt x="28968" y="42672"/>
                  </a:lnTo>
                  <a:lnTo>
                    <a:pt x="22872" y="36576"/>
                  </a:lnTo>
                  <a:lnTo>
                    <a:pt x="21348" y="33528"/>
                  </a:lnTo>
                  <a:lnTo>
                    <a:pt x="21348" y="30480"/>
                  </a:lnTo>
                  <a:lnTo>
                    <a:pt x="22872" y="27432"/>
                  </a:lnTo>
                  <a:lnTo>
                    <a:pt x="27444" y="22860"/>
                  </a:lnTo>
                  <a:lnTo>
                    <a:pt x="30492" y="18288"/>
                  </a:lnTo>
                  <a:lnTo>
                    <a:pt x="32016" y="15240"/>
                  </a:lnTo>
                  <a:lnTo>
                    <a:pt x="32016" y="7620"/>
                  </a:lnTo>
                  <a:lnTo>
                    <a:pt x="27444" y="3048"/>
                  </a:lnTo>
                  <a:lnTo>
                    <a:pt x="21348" y="0"/>
                  </a:lnTo>
                  <a:lnTo>
                    <a:pt x="12204" y="0"/>
                  </a:lnTo>
                  <a:lnTo>
                    <a:pt x="9156" y="1524"/>
                  </a:lnTo>
                  <a:lnTo>
                    <a:pt x="4584" y="4572"/>
                  </a:lnTo>
                  <a:lnTo>
                    <a:pt x="1536" y="9144"/>
                  </a:lnTo>
                  <a:lnTo>
                    <a:pt x="12" y="12192"/>
                  </a:lnTo>
                  <a:lnTo>
                    <a:pt x="12" y="18288"/>
                  </a:lnTo>
                  <a:lnTo>
                    <a:pt x="2006" y="26530"/>
                  </a:lnTo>
                  <a:lnTo>
                    <a:pt x="8013" y="35052"/>
                  </a:lnTo>
                  <a:lnTo>
                    <a:pt x="18008" y="43586"/>
                  </a:lnTo>
                  <a:lnTo>
                    <a:pt x="32016" y="51816"/>
                  </a:lnTo>
                  <a:lnTo>
                    <a:pt x="12" y="51816"/>
                  </a:lnTo>
                  <a:lnTo>
                    <a:pt x="12" y="57912"/>
                  </a:lnTo>
                  <a:lnTo>
                    <a:pt x="16776" y="99060"/>
                  </a:lnTo>
                  <a:lnTo>
                    <a:pt x="21348" y="97536"/>
                  </a:lnTo>
                  <a:lnTo>
                    <a:pt x="19824" y="92964"/>
                  </a:lnTo>
                  <a:lnTo>
                    <a:pt x="19824" y="82296"/>
                  </a:lnTo>
                  <a:lnTo>
                    <a:pt x="24396" y="77724"/>
                  </a:lnTo>
                  <a:lnTo>
                    <a:pt x="27444" y="77724"/>
                  </a:lnTo>
                  <a:lnTo>
                    <a:pt x="31102" y="76847"/>
                  </a:lnTo>
                  <a:lnTo>
                    <a:pt x="37350" y="76390"/>
                  </a:lnTo>
                  <a:lnTo>
                    <a:pt x="56400" y="76200"/>
                  </a:lnTo>
                  <a:lnTo>
                    <a:pt x="121932" y="76200"/>
                  </a:lnTo>
                  <a:lnTo>
                    <a:pt x="128028" y="79248"/>
                  </a:lnTo>
                  <a:lnTo>
                    <a:pt x="131076" y="85344"/>
                  </a:lnTo>
                  <a:lnTo>
                    <a:pt x="132600" y="89916"/>
                  </a:lnTo>
                  <a:lnTo>
                    <a:pt x="132600" y="96012"/>
                  </a:lnTo>
                  <a:lnTo>
                    <a:pt x="137172" y="96012"/>
                  </a:lnTo>
                  <a:lnTo>
                    <a:pt x="137172" y="27432"/>
                  </a:lnTo>
                  <a:close/>
                </a:path>
                <a:path extrusionOk="0" h="584200" w="140335">
                  <a:moveTo>
                    <a:pt x="140208" y="521208"/>
                  </a:moveTo>
                  <a:lnTo>
                    <a:pt x="131064" y="487680"/>
                  </a:lnTo>
                  <a:lnTo>
                    <a:pt x="131064" y="515112"/>
                  </a:lnTo>
                  <a:lnTo>
                    <a:pt x="129667" y="523709"/>
                  </a:lnTo>
                  <a:lnTo>
                    <a:pt x="98869" y="549198"/>
                  </a:lnTo>
                  <a:lnTo>
                    <a:pt x="59436" y="556260"/>
                  </a:lnTo>
                  <a:lnTo>
                    <a:pt x="50850" y="555980"/>
                  </a:lnTo>
                  <a:lnTo>
                    <a:pt x="13716" y="539496"/>
                  </a:lnTo>
                  <a:lnTo>
                    <a:pt x="9144" y="528828"/>
                  </a:lnTo>
                  <a:lnTo>
                    <a:pt x="9207" y="523709"/>
                  </a:lnTo>
                  <a:lnTo>
                    <a:pt x="34036" y="491477"/>
                  </a:lnTo>
                  <a:lnTo>
                    <a:pt x="79248" y="483108"/>
                  </a:lnTo>
                  <a:lnTo>
                    <a:pt x="92087" y="483679"/>
                  </a:lnTo>
                  <a:lnTo>
                    <a:pt x="127825" y="502539"/>
                  </a:lnTo>
                  <a:lnTo>
                    <a:pt x="131064" y="515112"/>
                  </a:lnTo>
                  <a:lnTo>
                    <a:pt x="131064" y="487680"/>
                  </a:lnTo>
                  <a:lnTo>
                    <a:pt x="94488" y="460184"/>
                  </a:lnTo>
                  <a:lnTo>
                    <a:pt x="67056" y="455676"/>
                  </a:lnTo>
                  <a:lnTo>
                    <a:pt x="55016" y="456565"/>
                  </a:lnTo>
                  <a:lnTo>
                    <a:pt x="12865" y="480898"/>
                  </a:lnTo>
                  <a:lnTo>
                    <a:pt x="0" y="519684"/>
                  </a:lnTo>
                  <a:lnTo>
                    <a:pt x="114" y="521208"/>
                  </a:lnTo>
                  <a:lnTo>
                    <a:pt x="571" y="527672"/>
                  </a:lnTo>
                  <a:lnTo>
                    <a:pt x="19240" y="564070"/>
                  </a:lnTo>
                  <a:lnTo>
                    <a:pt x="53340" y="581406"/>
                  </a:lnTo>
                  <a:lnTo>
                    <a:pt x="71628" y="583692"/>
                  </a:lnTo>
                  <a:lnTo>
                    <a:pt x="83896" y="582815"/>
                  </a:lnTo>
                  <a:lnTo>
                    <a:pt x="126707" y="558723"/>
                  </a:lnTo>
                  <a:lnTo>
                    <a:pt x="128397" y="556260"/>
                  </a:lnTo>
                  <a:lnTo>
                    <a:pt x="134302" y="547687"/>
                  </a:lnTo>
                  <a:lnTo>
                    <a:pt x="138760" y="535241"/>
                  </a:lnTo>
                  <a:lnTo>
                    <a:pt x="140208" y="521208"/>
                  </a:lnTo>
                  <a:close/>
                </a:path>
                <a:path extrusionOk="0" h="584200" w="140335">
                  <a:moveTo>
                    <a:pt x="140208" y="294132"/>
                  </a:moveTo>
                  <a:lnTo>
                    <a:pt x="24384" y="249936"/>
                  </a:lnTo>
                  <a:lnTo>
                    <a:pt x="15240" y="246888"/>
                  </a:lnTo>
                  <a:lnTo>
                    <a:pt x="9144" y="240792"/>
                  </a:lnTo>
                  <a:lnTo>
                    <a:pt x="7620" y="231648"/>
                  </a:lnTo>
                  <a:lnTo>
                    <a:pt x="3048" y="231648"/>
                  </a:lnTo>
                  <a:lnTo>
                    <a:pt x="3048" y="272796"/>
                  </a:lnTo>
                  <a:lnTo>
                    <a:pt x="7620" y="272796"/>
                  </a:lnTo>
                  <a:lnTo>
                    <a:pt x="7620" y="266700"/>
                  </a:lnTo>
                  <a:lnTo>
                    <a:pt x="10668" y="260604"/>
                  </a:lnTo>
                  <a:lnTo>
                    <a:pt x="12192" y="259080"/>
                  </a:lnTo>
                  <a:lnTo>
                    <a:pt x="22860" y="259080"/>
                  </a:lnTo>
                  <a:lnTo>
                    <a:pt x="28956" y="262128"/>
                  </a:lnTo>
                  <a:lnTo>
                    <a:pt x="102108" y="289560"/>
                  </a:lnTo>
                  <a:lnTo>
                    <a:pt x="25908" y="321564"/>
                  </a:lnTo>
                  <a:lnTo>
                    <a:pt x="24384" y="323088"/>
                  </a:lnTo>
                  <a:lnTo>
                    <a:pt x="16764" y="323088"/>
                  </a:lnTo>
                  <a:lnTo>
                    <a:pt x="13716" y="321564"/>
                  </a:lnTo>
                  <a:lnTo>
                    <a:pt x="9144" y="316992"/>
                  </a:lnTo>
                  <a:lnTo>
                    <a:pt x="7620" y="312420"/>
                  </a:lnTo>
                  <a:lnTo>
                    <a:pt x="7620" y="306324"/>
                  </a:lnTo>
                  <a:lnTo>
                    <a:pt x="3048" y="306324"/>
                  </a:lnTo>
                  <a:lnTo>
                    <a:pt x="3048" y="368808"/>
                  </a:lnTo>
                  <a:lnTo>
                    <a:pt x="7620" y="368808"/>
                  </a:lnTo>
                  <a:lnTo>
                    <a:pt x="7620" y="364236"/>
                  </a:lnTo>
                  <a:lnTo>
                    <a:pt x="9144" y="359664"/>
                  </a:lnTo>
                  <a:lnTo>
                    <a:pt x="10668" y="358140"/>
                  </a:lnTo>
                  <a:lnTo>
                    <a:pt x="12192" y="353568"/>
                  </a:lnTo>
                  <a:lnTo>
                    <a:pt x="16764" y="350520"/>
                  </a:lnTo>
                  <a:lnTo>
                    <a:pt x="22860" y="348996"/>
                  </a:lnTo>
                  <a:lnTo>
                    <a:pt x="42672" y="339852"/>
                  </a:lnTo>
                  <a:lnTo>
                    <a:pt x="102108" y="367284"/>
                  </a:lnTo>
                  <a:lnTo>
                    <a:pt x="27432" y="397764"/>
                  </a:lnTo>
                  <a:lnTo>
                    <a:pt x="22860" y="399288"/>
                  </a:lnTo>
                  <a:lnTo>
                    <a:pt x="12192" y="399288"/>
                  </a:lnTo>
                  <a:lnTo>
                    <a:pt x="9144" y="396240"/>
                  </a:lnTo>
                  <a:lnTo>
                    <a:pt x="7620" y="391668"/>
                  </a:lnTo>
                  <a:lnTo>
                    <a:pt x="7620" y="387096"/>
                  </a:lnTo>
                  <a:lnTo>
                    <a:pt x="3048" y="387096"/>
                  </a:lnTo>
                  <a:lnTo>
                    <a:pt x="3048" y="443484"/>
                  </a:lnTo>
                  <a:lnTo>
                    <a:pt x="7620" y="443484"/>
                  </a:lnTo>
                  <a:lnTo>
                    <a:pt x="10668" y="434340"/>
                  </a:lnTo>
                  <a:lnTo>
                    <a:pt x="16764" y="428244"/>
                  </a:lnTo>
                  <a:lnTo>
                    <a:pt x="21336" y="425196"/>
                  </a:lnTo>
                  <a:lnTo>
                    <a:pt x="28956" y="423672"/>
                  </a:lnTo>
                  <a:lnTo>
                    <a:pt x="140208" y="379476"/>
                  </a:lnTo>
                  <a:lnTo>
                    <a:pt x="140208" y="374904"/>
                  </a:lnTo>
                  <a:lnTo>
                    <a:pt x="53340" y="335280"/>
                  </a:lnTo>
                  <a:lnTo>
                    <a:pt x="140208" y="300228"/>
                  </a:lnTo>
                  <a:lnTo>
                    <a:pt x="140208" y="294132"/>
                  </a:lnTo>
                  <a:close/>
                </a:path>
                <a:path extrusionOk="0" h="584200" w="140335">
                  <a:moveTo>
                    <a:pt x="140220" y="163068"/>
                  </a:moveTo>
                  <a:lnTo>
                    <a:pt x="124980" y="126492"/>
                  </a:lnTo>
                  <a:lnTo>
                    <a:pt x="88404" y="108204"/>
                  </a:lnTo>
                  <a:lnTo>
                    <a:pt x="85356" y="111252"/>
                  </a:lnTo>
                  <a:lnTo>
                    <a:pt x="93662" y="114947"/>
                  </a:lnTo>
                  <a:lnTo>
                    <a:pt x="100406" y="119062"/>
                  </a:lnTo>
                  <a:lnTo>
                    <a:pt x="105676" y="123444"/>
                  </a:lnTo>
                  <a:lnTo>
                    <a:pt x="109740" y="128016"/>
                  </a:lnTo>
                  <a:lnTo>
                    <a:pt x="114312" y="134112"/>
                  </a:lnTo>
                  <a:lnTo>
                    <a:pt x="114414" y="134785"/>
                  </a:lnTo>
                  <a:lnTo>
                    <a:pt x="115836" y="143256"/>
                  </a:lnTo>
                  <a:lnTo>
                    <a:pt x="115836" y="150876"/>
                  </a:lnTo>
                  <a:lnTo>
                    <a:pt x="114706" y="160858"/>
                  </a:lnTo>
                  <a:lnTo>
                    <a:pt x="90208" y="192151"/>
                  </a:lnTo>
                  <a:lnTo>
                    <a:pt x="53352" y="199644"/>
                  </a:lnTo>
                  <a:lnTo>
                    <a:pt x="53352" y="138684"/>
                  </a:lnTo>
                  <a:lnTo>
                    <a:pt x="53352" y="108204"/>
                  </a:lnTo>
                  <a:lnTo>
                    <a:pt x="44208" y="109067"/>
                  </a:lnTo>
                  <a:lnTo>
                    <a:pt x="44208" y="138684"/>
                  </a:lnTo>
                  <a:lnTo>
                    <a:pt x="44208" y="199644"/>
                  </a:lnTo>
                  <a:lnTo>
                    <a:pt x="9156" y="175260"/>
                  </a:lnTo>
                  <a:lnTo>
                    <a:pt x="9156" y="163068"/>
                  </a:lnTo>
                  <a:lnTo>
                    <a:pt x="30492" y="140208"/>
                  </a:lnTo>
                  <a:lnTo>
                    <a:pt x="35064" y="140208"/>
                  </a:lnTo>
                  <a:lnTo>
                    <a:pt x="44208" y="138684"/>
                  </a:lnTo>
                  <a:lnTo>
                    <a:pt x="44208" y="109067"/>
                  </a:lnTo>
                  <a:lnTo>
                    <a:pt x="41605" y="109308"/>
                  </a:lnTo>
                  <a:lnTo>
                    <a:pt x="31445" y="112395"/>
                  </a:lnTo>
                  <a:lnTo>
                    <a:pt x="3632" y="139446"/>
                  </a:lnTo>
                  <a:lnTo>
                    <a:pt x="76" y="160858"/>
                  </a:lnTo>
                  <a:lnTo>
                    <a:pt x="1155" y="172935"/>
                  </a:lnTo>
                  <a:lnTo>
                    <a:pt x="29197" y="211988"/>
                  </a:lnTo>
                  <a:lnTo>
                    <a:pt x="71640" y="220980"/>
                  </a:lnTo>
                  <a:lnTo>
                    <a:pt x="86779" y="220078"/>
                  </a:lnTo>
                  <a:lnTo>
                    <a:pt x="100215" y="217170"/>
                  </a:lnTo>
                  <a:lnTo>
                    <a:pt x="111925" y="211988"/>
                  </a:lnTo>
                  <a:lnTo>
                    <a:pt x="121932" y="204216"/>
                  </a:lnTo>
                  <a:lnTo>
                    <a:pt x="126199" y="199644"/>
                  </a:lnTo>
                  <a:lnTo>
                    <a:pt x="129933" y="195643"/>
                  </a:lnTo>
                  <a:lnTo>
                    <a:pt x="135648" y="185928"/>
                  </a:lnTo>
                  <a:lnTo>
                    <a:pt x="139077" y="175069"/>
                  </a:lnTo>
                  <a:lnTo>
                    <a:pt x="140220" y="1630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265" name="Google Shape;4265;p72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4413503" y="5216651"/>
            <a:ext cx="271271" cy="1586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4266" name="Google Shape;4266;p72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4913376" y="8737092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267" name="Google Shape;4267;p72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4840224" y="7653528"/>
            <a:ext cx="271224" cy="8336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68" name="Google Shape;4268;p72"/>
          <p:cNvGrpSpPr/>
          <p:nvPr/>
        </p:nvGrpSpPr>
        <p:grpSpPr>
          <a:xfrm>
            <a:off x="4840224" y="6591300"/>
            <a:ext cx="271780" cy="969262"/>
            <a:chOff x="4840224" y="6591300"/>
            <a:chExt cx="271780" cy="969262"/>
          </a:xfrm>
        </p:grpSpPr>
        <p:pic>
          <p:nvPicPr>
            <p:cNvPr id="4269" name="Google Shape;4269;p72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4844796" y="7432547"/>
              <a:ext cx="207263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70" name="Google Shape;4270;p72"/>
            <p:cNvSpPr/>
            <p:nvPr/>
          </p:nvSpPr>
          <p:spPr>
            <a:xfrm>
              <a:off x="4840224" y="6591300"/>
              <a:ext cx="271780" cy="810895"/>
            </a:xfrm>
            <a:custGeom>
              <a:rect b="b" l="l" r="r" t="t"/>
              <a:pathLst>
                <a:path extrusionOk="0" h="810895" w="271779">
                  <a:moveTo>
                    <a:pt x="32004" y="265176"/>
                  </a:moveTo>
                  <a:lnTo>
                    <a:pt x="30480" y="262128"/>
                  </a:lnTo>
                  <a:lnTo>
                    <a:pt x="27432" y="257556"/>
                  </a:lnTo>
                  <a:lnTo>
                    <a:pt x="24384" y="254508"/>
                  </a:lnTo>
                  <a:lnTo>
                    <a:pt x="21336" y="252984"/>
                  </a:lnTo>
                  <a:lnTo>
                    <a:pt x="12192" y="252984"/>
                  </a:lnTo>
                  <a:lnTo>
                    <a:pt x="7620" y="254508"/>
                  </a:lnTo>
                  <a:lnTo>
                    <a:pt x="4572" y="257556"/>
                  </a:lnTo>
                  <a:lnTo>
                    <a:pt x="1524" y="262128"/>
                  </a:lnTo>
                  <a:lnTo>
                    <a:pt x="0" y="265176"/>
                  </a:lnTo>
                  <a:lnTo>
                    <a:pt x="0" y="274320"/>
                  </a:lnTo>
                  <a:lnTo>
                    <a:pt x="1524" y="277368"/>
                  </a:lnTo>
                  <a:lnTo>
                    <a:pt x="7620" y="283464"/>
                  </a:lnTo>
                  <a:lnTo>
                    <a:pt x="12192" y="284988"/>
                  </a:lnTo>
                  <a:lnTo>
                    <a:pt x="21336" y="284988"/>
                  </a:lnTo>
                  <a:lnTo>
                    <a:pt x="24384" y="283464"/>
                  </a:lnTo>
                  <a:lnTo>
                    <a:pt x="30480" y="277368"/>
                  </a:lnTo>
                  <a:lnTo>
                    <a:pt x="32004" y="274320"/>
                  </a:lnTo>
                  <a:lnTo>
                    <a:pt x="32004" y="265176"/>
                  </a:lnTo>
                  <a:close/>
                </a:path>
                <a:path extrusionOk="0" h="810895" w="271779">
                  <a:moveTo>
                    <a:pt x="207264" y="338328"/>
                  </a:moveTo>
                  <a:lnTo>
                    <a:pt x="202692" y="338328"/>
                  </a:lnTo>
                  <a:lnTo>
                    <a:pt x="202692" y="348996"/>
                  </a:lnTo>
                  <a:lnTo>
                    <a:pt x="199644" y="352044"/>
                  </a:lnTo>
                  <a:lnTo>
                    <a:pt x="196596" y="358140"/>
                  </a:lnTo>
                  <a:lnTo>
                    <a:pt x="193548" y="359664"/>
                  </a:lnTo>
                  <a:lnTo>
                    <a:pt x="184404" y="362712"/>
                  </a:lnTo>
                  <a:lnTo>
                    <a:pt x="114300" y="362712"/>
                  </a:lnTo>
                  <a:lnTo>
                    <a:pt x="105156" y="358140"/>
                  </a:lnTo>
                  <a:lnTo>
                    <a:pt x="99060" y="353568"/>
                  </a:lnTo>
                  <a:lnTo>
                    <a:pt x="94488" y="348996"/>
                  </a:lnTo>
                  <a:lnTo>
                    <a:pt x="92964" y="345948"/>
                  </a:lnTo>
                  <a:lnTo>
                    <a:pt x="91440" y="344424"/>
                  </a:lnTo>
                  <a:lnTo>
                    <a:pt x="91440" y="339852"/>
                  </a:lnTo>
                  <a:lnTo>
                    <a:pt x="92964" y="336804"/>
                  </a:lnTo>
                  <a:lnTo>
                    <a:pt x="97536" y="333756"/>
                  </a:lnTo>
                  <a:lnTo>
                    <a:pt x="100584" y="329184"/>
                  </a:lnTo>
                  <a:lnTo>
                    <a:pt x="102108" y="324612"/>
                  </a:lnTo>
                  <a:lnTo>
                    <a:pt x="102108" y="318516"/>
                  </a:lnTo>
                  <a:lnTo>
                    <a:pt x="100584" y="315468"/>
                  </a:lnTo>
                  <a:lnTo>
                    <a:pt x="97536" y="313944"/>
                  </a:lnTo>
                  <a:lnTo>
                    <a:pt x="96012" y="310896"/>
                  </a:lnTo>
                  <a:lnTo>
                    <a:pt x="83820" y="310896"/>
                  </a:lnTo>
                  <a:lnTo>
                    <a:pt x="79248" y="312420"/>
                  </a:lnTo>
                  <a:lnTo>
                    <a:pt x="76200" y="315468"/>
                  </a:lnTo>
                  <a:lnTo>
                    <a:pt x="71628" y="318516"/>
                  </a:lnTo>
                  <a:lnTo>
                    <a:pt x="70104" y="323088"/>
                  </a:lnTo>
                  <a:lnTo>
                    <a:pt x="70104" y="329184"/>
                  </a:lnTo>
                  <a:lnTo>
                    <a:pt x="72097" y="337210"/>
                  </a:lnTo>
                  <a:lnTo>
                    <a:pt x="78105" y="345376"/>
                  </a:lnTo>
                  <a:lnTo>
                    <a:pt x="88099" y="353834"/>
                  </a:lnTo>
                  <a:lnTo>
                    <a:pt x="102108" y="362712"/>
                  </a:lnTo>
                  <a:lnTo>
                    <a:pt x="70104" y="362712"/>
                  </a:lnTo>
                  <a:lnTo>
                    <a:pt x="70104" y="368808"/>
                  </a:lnTo>
                  <a:lnTo>
                    <a:pt x="86868" y="409956"/>
                  </a:lnTo>
                  <a:lnTo>
                    <a:pt x="91440" y="408432"/>
                  </a:lnTo>
                  <a:lnTo>
                    <a:pt x="89916" y="403860"/>
                  </a:lnTo>
                  <a:lnTo>
                    <a:pt x="89916" y="393192"/>
                  </a:lnTo>
                  <a:lnTo>
                    <a:pt x="91440" y="391668"/>
                  </a:lnTo>
                  <a:lnTo>
                    <a:pt x="92964" y="388620"/>
                  </a:lnTo>
                  <a:lnTo>
                    <a:pt x="94488" y="388620"/>
                  </a:lnTo>
                  <a:lnTo>
                    <a:pt x="97536" y="387096"/>
                  </a:lnTo>
                  <a:lnTo>
                    <a:pt x="192024" y="387096"/>
                  </a:lnTo>
                  <a:lnTo>
                    <a:pt x="198120" y="390144"/>
                  </a:lnTo>
                  <a:lnTo>
                    <a:pt x="199644" y="391668"/>
                  </a:lnTo>
                  <a:lnTo>
                    <a:pt x="201168" y="394716"/>
                  </a:lnTo>
                  <a:lnTo>
                    <a:pt x="202692" y="399288"/>
                  </a:lnTo>
                  <a:lnTo>
                    <a:pt x="202692" y="406908"/>
                  </a:lnTo>
                  <a:lnTo>
                    <a:pt x="207264" y="406908"/>
                  </a:lnTo>
                  <a:lnTo>
                    <a:pt x="207264" y="338328"/>
                  </a:lnTo>
                  <a:close/>
                </a:path>
                <a:path extrusionOk="0" h="810895" w="271779">
                  <a:moveTo>
                    <a:pt x="207264" y="236220"/>
                  </a:moveTo>
                  <a:lnTo>
                    <a:pt x="202692" y="236220"/>
                  </a:lnTo>
                  <a:lnTo>
                    <a:pt x="202692" y="246888"/>
                  </a:lnTo>
                  <a:lnTo>
                    <a:pt x="201168" y="249936"/>
                  </a:lnTo>
                  <a:lnTo>
                    <a:pt x="199644" y="251460"/>
                  </a:lnTo>
                  <a:lnTo>
                    <a:pt x="196596" y="252984"/>
                  </a:lnTo>
                  <a:lnTo>
                    <a:pt x="195072" y="254508"/>
                  </a:lnTo>
                  <a:lnTo>
                    <a:pt x="192024" y="256032"/>
                  </a:lnTo>
                  <a:lnTo>
                    <a:pt x="70104" y="256032"/>
                  </a:lnTo>
                  <a:lnTo>
                    <a:pt x="70104" y="263652"/>
                  </a:lnTo>
                  <a:lnTo>
                    <a:pt x="86868" y="303276"/>
                  </a:lnTo>
                  <a:lnTo>
                    <a:pt x="91440" y="301752"/>
                  </a:lnTo>
                  <a:lnTo>
                    <a:pt x="89916" y="297180"/>
                  </a:lnTo>
                  <a:lnTo>
                    <a:pt x="89916" y="286512"/>
                  </a:lnTo>
                  <a:lnTo>
                    <a:pt x="92964" y="283464"/>
                  </a:lnTo>
                  <a:lnTo>
                    <a:pt x="94488" y="283464"/>
                  </a:lnTo>
                  <a:lnTo>
                    <a:pt x="97536" y="281940"/>
                  </a:lnTo>
                  <a:lnTo>
                    <a:pt x="101841" y="281711"/>
                  </a:lnTo>
                  <a:lnTo>
                    <a:pt x="108013" y="281178"/>
                  </a:lnTo>
                  <a:lnTo>
                    <a:pt x="116179" y="280657"/>
                  </a:lnTo>
                  <a:lnTo>
                    <a:pt x="126492" y="280416"/>
                  </a:lnTo>
                  <a:lnTo>
                    <a:pt x="185928" y="280416"/>
                  </a:lnTo>
                  <a:lnTo>
                    <a:pt x="192024" y="281940"/>
                  </a:lnTo>
                  <a:lnTo>
                    <a:pt x="198120" y="284988"/>
                  </a:lnTo>
                  <a:lnTo>
                    <a:pt x="201168" y="288036"/>
                  </a:lnTo>
                  <a:lnTo>
                    <a:pt x="202692" y="291084"/>
                  </a:lnTo>
                  <a:lnTo>
                    <a:pt x="202692" y="300228"/>
                  </a:lnTo>
                  <a:lnTo>
                    <a:pt x="207264" y="300228"/>
                  </a:lnTo>
                  <a:lnTo>
                    <a:pt x="207264" y="280416"/>
                  </a:lnTo>
                  <a:lnTo>
                    <a:pt x="207264" y="236220"/>
                  </a:lnTo>
                  <a:close/>
                </a:path>
                <a:path extrusionOk="0" h="810895" w="271779">
                  <a:moveTo>
                    <a:pt x="210299" y="752856"/>
                  </a:moveTo>
                  <a:lnTo>
                    <a:pt x="210185" y="751332"/>
                  </a:lnTo>
                  <a:lnTo>
                    <a:pt x="210058" y="749808"/>
                  </a:lnTo>
                  <a:lnTo>
                    <a:pt x="209423" y="741997"/>
                  </a:lnTo>
                  <a:lnTo>
                    <a:pt x="186778" y="709142"/>
                  </a:lnTo>
                  <a:lnTo>
                    <a:pt x="158483" y="697992"/>
                  </a:lnTo>
                  <a:lnTo>
                    <a:pt x="155435" y="701040"/>
                  </a:lnTo>
                  <a:lnTo>
                    <a:pt x="163753" y="704735"/>
                  </a:lnTo>
                  <a:lnTo>
                    <a:pt x="170484" y="708850"/>
                  </a:lnTo>
                  <a:lnTo>
                    <a:pt x="175768" y="713232"/>
                  </a:lnTo>
                  <a:lnTo>
                    <a:pt x="179819" y="717804"/>
                  </a:lnTo>
                  <a:lnTo>
                    <a:pt x="184391" y="723900"/>
                  </a:lnTo>
                  <a:lnTo>
                    <a:pt x="185915" y="731520"/>
                  </a:lnTo>
                  <a:lnTo>
                    <a:pt x="185801" y="741997"/>
                  </a:lnTo>
                  <a:lnTo>
                    <a:pt x="160299" y="781723"/>
                  </a:lnTo>
                  <a:lnTo>
                    <a:pt x="123431" y="789432"/>
                  </a:lnTo>
                  <a:lnTo>
                    <a:pt x="123431" y="728472"/>
                  </a:lnTo>
                  <a:lnTo>
                    <a:pt x="123431" y="697992"/>
                  </a:lnTo>
                  <a:lnTo>
                    <a:pt x="114287" y="698728"/>
                  </a:lnTo>
                  <a:lnTo>
                    <a:pt x="114287" y="728472"/>
                  </a:lnTo>
                  <a:lnTo>
                    <a:pt x="114287" y="789432"/>
                  </a:lnTo>
                  <a:lnTo>
                    <a:pt x="79235" y="765048"/>
                  </a:lnTo>
                  <a:lnTo>
                    <a:pt x="79235" y="751332"/>
                  </a:lnTo>
                  <a:lnTo>
                    <a:pt x="106667" y="728472"/>
                  </a:lnTo>
                  <a:lnTo>
                    <a:pt x="114287" y="728472"/>
                  </a:lnTo>
                  <a:lnTo>
                    <a:pt x="114287" y="698728"/>
                  </a:lnTo>
                  <a:lnTo>
                    <a:pt x="78460" y="720661"/>
                  </a:lnTo>
                  <a:lnTo>
                    <a:pt x="70091" y="749808"/>
                  </a:lnTo>
                  <a:lnTo>
                    <a:pt x="70154" y="750430"/>
                  </a:lnTo>
                  <a:lnTo>
                    <a:pt x="70243" y="751332"/>
                  </a:lnTo>
                  <a:lnTo>
                    <a:pt x="89903" y="794004"/>
                  </a:lnTo>
                  <a:lnTo>
                    <a:pt x="125704" y="809650"/>
                  </a:lnTo>
                  <a:lnTo>
                    <a:pt x="141719" y="810768"/>
                  </a:lnTo>
                  <a:lnTo>
                    <a:pt x="156870" y="809650"/>
                  </a:lnTo>
                  <a:lnTo>
                    <a:pt x="192011" y="794004"/>
                  </a:lnTo>
                  <a:lnTo>
                    <a:pt x="209156" y="764006"/>
                  </a:lnTo>
                  <a:lnTo>
                    <a:pt x="210299" y="752856"/>
                  </a:lnTo>
                  <a:close/>
                </a:path>
                <a:path extrusionOk="0" h="810895" w="271779">
                  <a:moveTo>
                    <a:pt x="210299" y="623316"/>
                  </a:moveTo>
                  <a:lnTo>
                    <a:pt x="188849" y="581075"/>
                  </a:lnTo>
                  <a:lnTo>
                    <a:pt x="153911" y="566928"/>
                  </a:lnTo>
                  <a:lnTo>
                    <a:pt x="152387" y="569976"/>
                  </a:lnTo>
                  <a:lnTo>
                    <a:pt x="160705" y="574319"/>
                  </a:lnTo>
                  <a:lnTo>
                    <a:pt x="167436" y="578358"/>
                  </a:lnTo>
                  <a:lnTo>
                    <a:pt x="185915" y="612648"/>
                  </a:lnTo>
                  <a:lnTo>
                    <a:pt x="184772" y="622388"/>
                  </a:lnTo>
                  <a:lnTo>
                    <a:pt x="159054" y="651065"/>
                  </a:lnTo>
                  <a:lnTo>
                    <a:pt x="126479" y="656844"/>
                  </a:lnTo>
                  <a:lnTo>
                    <a:pt x="115620" y="656259"/>
                  </a:lnTo>
                  <a:lnTo>
                    <a:pt x="81711" y="635698"/>
                  </a:lnTo>
                  <a:lnTo>
                    <a:pt x="79235" y="621792"/>
                  </a:lnTo>
                  <a:lnTo>
                    <a:pt x="79235" y="615696"/>
                  </a:lnTo>
                  <a:lnTo>
                    <a:pt x="80759" y="611124"/>
                  </a:lnTo>
                  <a:lnTo>
                    <a:pt x="86855" y="605028"/>
                  </a:lnTo>
                  <a:lnTo>
                    <a:pt x="91427" y="601980"/>
                  </a:lnTo>
                  <a:lnTo>
                    <a:pt x="103619" y="601980"/>
                  </a:lnTo>
                  <a:lnTo>
                    <a:pt x="106667" y="600456"/>
                  </a:lnTo>
                  <a:lnTo>
                    <a:pt x="108191" y="597408"/>
                  </a:lnTo>
                  <a:lnTo>
                    <a:pt x="112763" y="595884"/>
                  </a:lnTo>
                  <a:lnTo>
                    <a:pt x="114287" y="591312"/>
                  </a:lnTo>
                  <a:lnTo>
                    <a:pt x="114287" y="582168"/>
                  </a:lnTo>
                  <a:lnTo>
                    <a:pt x="112763" y="577596"/>
                  </a:lnTo>
                  <a:lnTo>
                    <a:pt x="108191" y="573024"/>
                  </a:lnTo>
                  <a:lnTo>
                    <a:pt x="105143" y="571500"/>
                  </a:lnTo>
                  <a:lnTo>
                    <a:pt x="94475" y="571500"/>
                  </a:lnTo>
                  <a:lnTo>
                    <a:pt x="86855" y="576072"/>
                  </a:lnTo>
                  <a:lnTo>
                    <a:pt x="80759" y="585216"/>
                  </a:lnTo>
                  <a:lnTo>
                    <a:pt x="75882" y="591502"/>
                  </a:lnTo>
                  <a:lnTo>
                    <a:pt x="72567" y="598932"/>
                  </a:lnTo>
                  <a:lnTo>
                    <a:pt x="70688" y="607504"/>
                  </a:lnTo>
                  <a:lnTo>
                    <a:pt x="70091" y="617220"/>
                  </a:lnTo>
                  <a:lnTo>
                    <a:pt x="71259" y="629488"/>
                  </a:lnTo>
                  <a:lnTo>
                    <a:pt x="100126" y="669417"/>
                  </a:lnTo>
                  <a:lnTo>
                    <a:pt x="140195" y="679704"/>
                  </a:lnTo>
                  <a:lnTo>
                    <a:pt x="155371" y="678802"/>
                  </a:lnTo>
                  <a:lnTo>
                    <a:pt x="192011" y="662940"/>
                  </a:lnTo>
                  <a:lnTo>
                    <a:pt x="209156" y="634441"/>
                  </a:lnTo>
                  <a:lnTo>
                    <a:pt x="210299" y="623316"/>
                  </a:lnTo>
                  <a:close/>
                </a:path>
                <a:path extrusionOk="0" h="810895" w="271779">
                  <a:moveTo>
                    <a:pt x="210312" y="448056"/>
                  </a:moveTo>
                  <a:lnTo>
                    <a:pt x="193548" y="406908"/>
                  </a:lnTo>
                  <a:lnTo>
                    <a:pt x="188976" y="408432"/>
                  </a:lnTo>
                  <a:lnTo>
                    <a:pt x="190500" y="413004"/>
                  </a:lnTo>
                  <a:lnTo>
                    <a:pt x="192024" y="416052"/>
                  </a:lnTo>
                  <a:lnTo>
                    <a:pt x="192024" y="422148"/>
                  </a:lnTo>
                  <a:lnTo>
                    <a:pt x="188976" y="425196"/>
                  </a:lnTo>
                  <a:lnTo>
                    <a:pt x="188976" y="426720"/>
                  </a:lnTo>
                  <a:lnTo>
                    <a:pt x="185928" y="428244"/>
                  </a:lnTo>
                  <a:lnTo>
                    <a:pt x="182880" y="428244"/>
                  </a:lnTo>
                  <a:lnTo>
                    <a:pt x="178562" y="429133"/>
                  </a:lnTo>
                  <a:lnTo>
                    <a:pt x="172402" y="429577"/>
                  </a:lnTo>
                  <a:lnTo>
                    <a:pt x="153924" y="429768"/>
                  </a:lnTo>
                  <a:lnTo>
                    <a:pt x="73152" y="429768"/>
                  </a:lnTo>
                  <a:lnTo>
                    <a:pt x="73152" y="473964"/>
                  </a:lnTo>
                  <a:lnTo>
                    <a:pt x="77724" y="473964"/>
                  </a:lnTo>
                  <a:lnTo>
                    <a:pt x="77724" y="466344"/>
                  </a:lnTo>
                  <a:lnTo>
                    <a:pt x="79248" y="460248"/>
                  </a:lnTo>
                  <a:lnTo>
                    <a:pt x="82296" y="457200"/>
                  </a:lnTo>
                  <a:lnTo>
                    <a:pt x="85344" y="455676"/>
                  </a:lnTo>
                  <a:lnTo>
                    <a:pt x="91440" y="454152"/>
                  </a:lnTo>
                  <a:lnTo>
                    <a:pt x="173736" y="454152"/>
                  </a:lnTo>
                  <a:lnTo>
                    <a:pt x="181356" y="461772"/>
                  </a:lnTo>
                  <a:lnTo>
                    <a:pt x="185928" y="467868"/>
                  </a:lnTo>
                  <a:lnTo>
                    <a:pt x="188976" y="473964"/>
                  </a:lnTo>
                  <a:lnTo>
                    <a:pt x="192024" y="483108"/>
                  </a:lnTo>
                  <a:lnTo>
                    <a:pt x="192024" y="493776"/>
                  </a:lnTo>
                  <a:lnTo>
                    <a:pt x="190500" y="499872"/>
                  </a:lnTo>
                  <a:lnTo>
                    <a:pt x="182880" y="507492"/>
                  </a:lnTo>
                  <a:lnTo>
                    <a:pt x="175260" y="510540"/>
                  </a:lnTo>
                  <a:lnTo>
                    <a:pt x="73152" y="510540"/>
                  </a:lnTo>
                  <a:lnTo>
                    <a:pt x="73152" y="557784"/>
                  </a:lnTo>
                  <a:lnTo>
                    <a:pt x="77724" y="557784"/>
                  </a:lnTo>
                  <a:lnTo>
                    <a:pt x="77724" y="550164"/>
                  </a:lnTo>
                  <a:lnTo>
                    <a:pt x="79248" y="545592"/>
                  </a:lnTo>
                  <a:lnTo>
                    <a:pt x="79248" y="542544"/>
                  </a:lnTo>
                  <a:lnTo>
                    <a:pt x="85344" y="536448"/>
                  </a:lnTo>
                  <a:lnTo>
                    <a:pt x="88392" y="534924"/>
                  </a:lnTo>
                  <a:lnTo>
                    <a:pt x="158496" y="534924"/>
                  </a:lnTo>
                  <a:lnTo>
                    <a:pt x="167297" y="534670"/>
                  </a:lnTo>
                  <a:lnTo>
                    <a:pt x="208788" y="513588"/>
                  </a:lnTo>
                  <a:lnTo>
                    <a:pt x="210312" y="507492"/>
                  </a:lnTo>
                  <a:lnTo>
                    <a:pt x="210312" y="493776"/>
                  </a:lnTo>
                  <a:lnTo>
                    <a:pt x="181356" y="454152"/>
                  </a:lnTo>
                  <a:lnTo>
                    <a:pt x="210312" y="454152"/>
                  </a:lnTo>
                  <a:lnTo>
                    <a:pt x="210312" y="448056"/>
                  </a:lnTo>
                  <a:close/>
                </a:path>
                <a:path extrusionOk="0" h="810895" w="271779">
                  <a:moveTo>
                    <a:pt x="210312" y="173736"/>
                  </a:moveTo>
                  <a:lnTo>
                    <a:pt x="208788" y="167640"/>
                  </a:lnTo>
                  <a:lnTo>
                    <a:pt x="202692" y="160020"/>
                  </a:lnTo>
                  <a:lnTo>
                    <a:pt x="198120" y="153924"/>
                  </a:lnTo>
                  <a:lnTo>
                    <a:pt x="190500" y="149352"/>
                  </a:lnTo>
                  <a:lnTo>
                    <a:pt x="181356" y="146304"/>
                  </a:lnTo>
                  <a:lnTo>
                    <a:pt x="181356" y="152400"/>
                  </a:lnTo>
                  <a:lnTo>
                    <a:pt x="184404" y="153924"/>
                  </a:lnTo>
                  <a:lnTo>
                    <a:pt x="192024" y="161544"/>
                  </a:lnTo>
                  <a:lnTo>
                    <a:pt x="192024" y="172212"/>
                  </a:lnTo>
                  <a:lnTo>
                    <a:pt x="190500" y="175260"/>
                  </a:lnTo>
                  <a:lnTo>
                    <a:pt x="187452" y="178308"/>
                  </a:lnTo>
                  <a:lnTo>
                    <a:pt x="184404" y="179832"/>
                  </a:lnTo>
                  <a:lnTo>
                    <a:pt x="178308" y="181356"/>
                  </a:lnTo>
                  <a:lnTo>
                    <a:pt x="82296" y="181356"/>
                  </a:lnTo>
                  <a:lnTo>
                    <a:pt x="82296" y="150876"/>
                  </a:lnTo>
                  <a:lnTo>
                    <a:pt x="73152" y="150876"/>
                  </a:lnTo>
                  <a:lnTo>
                    <a:pt x="73152" y="181356"/>
                  </a:lnTo>
                  <a:lnTo>
                    <a:pt x="28956" y="181356"/>
                  </a:lnTo>
                  <a:lnTo>
                    <a:pt x="28956" y="184404"/>
                  </a:lnTo>
                  <a:lnTo>
                    <a:pt x="62484" y="204216"/>
                  </a:lnTo>
                  <a:lnTo>
                    <a:pt x="67056" y="210312"/>
                  </a:lnTo>
                  <a:lnTo>
                    <a:pt x="73152" y="216408"/>
                  </a:lnTo>
                  <a:lnTo>
                    <a:pt x="76200" y="222504"/>
                  </a:lnTo>
                  <a:lnTo>
                    <a:pt x="77724" y="228600"/>
                  </a:lnTo>
                  <a:lnTo>
                    <a:pt x="82296" y="228600"/>
                  </a:lnTo>
                  <a:lnTo>
                    <a:pt x="82296" y="205740"/>
                  </a:lnTo>
                  <a:lnTo>
                    <a:pt x="184404" y="205740"/>
                  </a:lnTo>
                  <a:lnTo>
                    <a:pt x="196596" y="202692"/>
                  </a:lnTo>
                  <a:lnTo>
                    <a:pt x="201168" y="201168"/>
                  </a:lnTo>
                  <a:lnTo>
                    <a:pt x="204216" y="198120"/>
                  </a:lnTo>
                  <a:lnTo>
                    <a:pt x="207264" y="193548"/>
                  </a:lnTo>
                  <a:lnTo>
                    <a:pt x="210312" y="184404"/>
                  </a:lnTo>
                  <a:lnTo>
                    <a:pt x="210312" y="173736"/>
                  </a:lnTo>
                  <a:close/>
                </a:path>
                <a:path extrusionOk="0" h="810895" w="271779">
                  <a:moveTo>
                    <a:pt x="271272" y="117348"/>
                  </a:moveTo>
                  <a:lnTo>
                    <a:pt x="248221" y="80581"/>
                  </a:lnTo>
                  <a:lnTo>
                    <a:pt x="97536" y="18288"/>
                  </a:lnTo>
                  <a:lnTo>
                    <a:pt x="91440" y="16764"/>
                  </a:lnTo>
                  <a:lnTo>
                    <a:pt x="88392" y="15240"/>
                  </a:lnTo>
                  <a:lnTo>
                    <a:pt x="86868" y="13716"/>
                  </a:lnTo>
                  <a:lnTo>
                    <a:pt x="83820" y="12192"/>
                  </a:lnTo>
                  <a:lnTo>
                    <a:pt x="80772" y="9144"/>
                  </a:lnTo>
                  <a:lnTo>
                    <a:pt x="80772" y="7620"/>
                  </a:lnTo>
                  <a:lnTo>
                    <a:pt x="79248" y="6096"/>
                  </a:lnTo>
                  <a:lnTo>
                    <a:pt x="77724" y="3048"/>
                  </a:lnTo>
                  <a:lnTo>
                    <a:pt x="77724" y="0"/>
                  </a:lnTo>
                  <a:lnTo>
                    <a:pt x="73152" y="0"/>
                  </a:lnTo>
                  <a:lnTo>
                    <a:pt x="73152" y="42672"/>
                  </a:lnTo>
                  <a:lnTo>
                    <a:pt x="77724" y="42672"/>
                  </a:lnTo>
                  <a:lnTo>
                    <a:pt x="77724" y="35052"/>
                  </a:lnTo>
                  <a:lnTo>
                    <a:pt x="79248" y="33528"/>
                  </a:lnTo>
                  <a:lnTo>
                    <a:pt x="79248" y="32004"/>
                  </a:lnTo>
                  <a:lnTo>
                    <a:pt x="80772" y="30480"/>
                  </a:lnTo>
                  <a:lnTo>
                    <a:pt x="82296" y="30480"/>
                  </a:lnTo>
                  <a:lnTo>
                    <a:pt x="82296" y="28956"/>
                  </a:lnTo>
                  <a:lnTo>
                    <a:pt x="92964" y="28956"/>
                  </a:lnTo>
                  <a:lnTo>
                    <a:pt x="97536" y="30480"/>
                  </a:lnTo>
                  <a:lnTo>
                    <a:pt x="170688" y="60960"/>
                  </a:lnTo>
                  <a:lnTo>
                    <a:pt x="103632" y="91440"/>
                  </a:lnTo>
                  <a:lnTo>
                    <a:pt x="97536" y="96012"/>
                  </a:lnTo>
                  <a:lnTo>
                    <a:pt x="91440" y="97536"/>
                  </a:lnTo>
                  <a:lnTo>
                    <a:pt x="85344" y="97536"/>
                  </a:lnTo>
                  <a:lnTo>
                    <a:pt x="82296" y="96012"/>
                  </a:lnTo>
                  <a:lnTo>
                    <a:pt x="80772" y="92964"/>
                  </a:lnTo>
                  <a:lnTo>
                    <a:pt x="79248" y="91440"/>
                  </a:lnTo>
                  <a:lnTo>
                    <a:pt x="77724" y="88392"/>
                  </a:lnTo>
                  <a:lnTo>
                    <a:pt x="77724" y="80772"/>
                  </a:lnTo>
                  <a:lnTo>
                    <a:pt x="73152" y="80772"/>
                  </a:lnTo>
                  <a:lnTo>
                    <a:pt x="73152" y="144780"/>
                  </a:lnTo>
                  <a:lnTo>
                    <a:pt x="77724" y="144780"/>
                  </a:lnTo>
                  <a:lnTo>
                    <a:pt x="79248" y="138684"/>
                  </a:lnTo>
                  <a:lnTo>
                    <a:pt x="80772" y="135636"/>
                  </a:lnTo>
                  <a:lnTo>
                    <a:pt x="83820" y="132588"/>
                  </a:lnTo>
                  <a:lnTo>
                    <a:pt x="85344" y="129540"/>
                  </a:lnTo>
                  <a:lnTo>
                    <a:pt x="89916" y="128016"/>
                  </a:lnTo>
                  <a:lnTo>
                    <a:pt x="94488" y="124968"/>
                  </a:lnTo>
                  <a:lnTo>
                    <a:pt x="97536" y="121920"/>
                  </a:lnTo>
                  <a:lnTo>
                    <a:pt x="201168" y="73152"/>
                  </a:lnTo>
                  <a:lnTo>
                    <a:pt x="222504" y="80772"/>
                  </a:lnTo>
                  <a:lnTo>
                    <a:pt x="231648" y="83820"/>
                  </a:lnTo>
                  <a:lnTo>
                    <a:pt x="242316" y="94488"/>
                  </a:lnTo>
                  <a:lnTo>
                    <a:pt x="243840" y="97536"/>
                  </a:lnTo>
                  <a:lnTo>
                    <a:pt x="243840" y="103632"/>
                  </a:lnTo>
                  <a:lnTo>
                    <a:pt x="242316" y="108204"/>
                  </a:lnTo>
                  <a:lnTo>
                    <a:pt x="240792" y="114300"/>
                  </a:lnTo>
                  <a:lnTo>
                    <a:pt x="239268" y="117348"/>
                  </a:lnTo>
                  <a:lnTo>
                    <a:pt x="239268" y="126492"/>
                  </a:lnTo>
                  <a:lnTo>
                    <a:pt x="240792" y="129540"/>
                  </a:lnTo>
                  <a:lnTo>
                    <a:pt x="246888" y="135636"/>
                  </a:lnTo>
                  <a:lnTo>
                    <a:pt x="259080" y="135636"/>
                  </a:lnTo>
                  <a:lnTo>
                    <a:pt x="262128" y="134112"/>
                  </a:lnTo>
                  <a:lnTo>
                    <a:pt x="266700" y="131064"/>
                  </a:lnTo>
                  <a:lnTo>
                    <a:pt x="269748" y="126492"/>
                  </a:lnTo>
                  <a:lnTo>
                    <a:pt x="271272" y="121920"/>
                  </a:lnTo>
                  <a:lnTo>
                    <a:pt x="271272" y="1173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1" name="Google Shape;4271;p72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4272" name="Google Shape;4272;p72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73" name="Google Shape;4273;p72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274" name="Google Shape;4274;p72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5" name="Google Shape;4275;p72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6" name="Google Shape;4276;p72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6655307" y="1824227"/>
            <a:ext cx="117348" cy="1615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80" name="Shape 4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1" name="Google Shape;4281;p73"/>
          <p:cNvSpPr/>
          <p:nvPr/>
        </p:nvSpPr>
        <p:spPr>
          <a:xfrm>
            <a:off x="1335024" y="7767828"/>
            <a:ext cx="342900" cy="1082040"/>
          </a:xfrm>
          <a:custGeom>
            <a:rect b="b" l="l" r="r" t="t"/>
            <a:pathLst>
              <a:path extrusionOk="0" h="1082040" w="342900">
                <a:moveTo>
                  <a:pt x="335267" y="467868"/>
                </a:moveTo>
                <a:lnTo>
                  <a:pt x="245351" y="440436"/>
                </a:lnTo>
                <a:lnTo>
                  <a:pt x="243827" y="448056"/>
                </a:lnTo>
                <a:lnTo>
                  <a:pt x="258483" y="454685"/>
                </a:lnTo>
                <a:lnTo>
                  <a:pt x="270687" y="461010"/>
                </a:lnTo>
                <a:lnTo>
                  <a:pt x="301167" y="486537"/>
                </a:lnTo>
                <a:lnTo>
                  <a:pt x="313651" y="536981"/>
                </a:lnTo>
                <a:lnTo>
                  <a:pt x="313931" y="554736"/>
                </a:lnTo>
                <a:lnTo>
                  <a:pt x="313918" y="591908"/>
                </a:lnTo>
                <a:lnTo>
                  <a:pt x="293357" y="626935"/>
                </a:lnTo>
                <a:lnTo>
                  <a:pt x="277355" y="627888"/>
                </a:lnTo>
                <a:lnTo>
                  <a:pt x="56667" y="627849"/>
                </a:lnTo>
                <a:lnTo>
                  <a:pt x="24371" y="617220"/>
                </a:lnTo>
                <a:lnTo>
                  <a:pt x="19799" y="611124"/>
                </a:lnTo>
                <a:lnTo>
                  <a:pt x="17805" y="604558"/>
                </a:lnTo>
                <a:lnTo>
                  <a:pt x="16370" y="596265"/>
                </a:lnTo>
                <a:lnTo>
                  <a:pt x="15519" y="586270"/>
                </a:lnTo>
                <a:lnTo>
                  <a:pt x="15227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27" y="720852"/>
                </a:lnTo>
                <a:lnTo>
                  <a:pt x="15227" y="708660"/>
                </a:lnTo>
                <a:lnTo>
                  <a:pt x="16040" y="700087"/>
                </a:lnTo>
                <a:lnTo>
                  <a:pt x="51828" y="674166"/>
                </a:lnTo>
                <a:lnTo>
                  <a:pt x="65519" y="673608"/>
                </a:lnTo>
                <a:lnTo>
                  <a:pt x="277355" y="673608"/>
                </a:lnTo>
                <a:lnTo>
                  <a:pt x="319938" y="684872"/>
                </a:lnTo>
                <a:lnTo>
                  <a:pt x="327647" y="708660"/>
                </a:lnTo>
                <a:lnTo>
                  <a:pt x="327647" y="720852"/>
                </a:lnTo>
                <a:lnTo>
                  <a:pt x="335267" y="720852"/>
                </a:lnTo>
                <a:lnTo>
                  <a:pt x="335267" y="467868"/>
                </a:lnTo>
                <a:close/>
              </a:path>
              <a:path extrusionOk="0" h="1082040" w="342900">
                <a:moveTo>
                  <a:pt x="335267" y="0"/>
                </a:moveTo>
                <a:lnTo>
                  <a:pt x="327647" y="0"/>
                </a:lnTo>
                <a:lnTo>
                  <a:pt x="327647" y="12192"/>
                </a:lnTo>
                <a:lnTo>
                  <a:pt x="327647" y="19812"/>
                </a:lnTo>
                <a:lnTo>
                  <a:pt x="298691" y="46863"/>
                </a:lnTo>
                <a:lnTo>
                  <a:pt x="65519" y="47244"/>
                </a:lnTo>
                <a:lnTo>
                  <a:pt x="52070" y="46939"/>
                </a:lnTo>
                <a:lnTo>
                  <a:pt x="16065" y="21653"/>
                </a:lnTo>
                <a:lnTo>
                  <a:pt x="15227" y="12192"/>
                </a:lnTo>
                <a:lnTo>
                  <a:pt x="15227" y="0"/>
                </a:lnTo>
                <a:lnTo>
                  <a:pt x="7620" y="0"/>
                </a:lnTo>
                <a:lnTo>
                  <a:pt x="7620" y="140208"/>
                </a:lnTo>
                <a:lnTo>
                  <a:pt x="15227" y="140208"/>
                </a:lnTo>
                <a:lnTo>
                  <a:pt x="15227" y="121920"/>
                </a:lnTo>
                <a:lnTo>
                  <a:pt x="21323" y="106680"/>
                </a:lnTo>
                <a:lnTo>
                  <a:pt x="65519" y="92964"/>
                </a:lnTo>
                <a:lnTo>
                  <a:pt x="277355" y="92964"/>
                </a:lnTo>
                <a:lnTo>
                  <a:pt x="315455" y="99060"/>
                </a:lnTo>
                <a:lnTo>
                  <a:pt x="327647" y="129540"/>
                </a:lnTo>
                <a:lnTo>
                  <a:pt x="327647" y="140208"/>
                </a:lnTo>
                <a:lnTo>
                  <a:pt x="335267" y="140208"/>
                </a:lnTo>
                <a:lnTo>
                  <a:pt x="335267" y="0"/>
                </a:lnTo>
                <a:close/>
              </a:path>
              <a:path extrusionOk="0" h="1082040" w="342900">
                <a:moveTo>
                  <a:pt x="342900" y="897636"/>
                </a:moveTo>
                <a:lnTo>
                  <a:pt x="65532" y="784860"/>
                </a:lnTo>
                <a:lnTo>
                  <a:pt x="27432" y="762000"/>
                </a:lnTo>
                <a:lnTo>
                  <a:pt x="15240" y="734568"/>
                </a:lnTo>
                <a:lnTo>
                  <a:pt x="7620" y="734568"/>
                </a:lnTo>
                <a:lnTo>
                  <a:pt x="7620" y="836676"/>
                </a:lnTo>
                <a:lnTo>
                  <a:pt x="15240" y="836676"/>
                </a:lnTo>
                <a:lnTo>
                  <a:pt x="15240" y="835152"/>
                </a:lnTo>
                <a:lnTo>
                  <a:pt x="16764" y="833628"/>
                </a:lnTo>
                <a:lnTo>
                  <a:pt x="16764" y="832104"/>
                </a:lnTo>
                <a:lnTo>
                  <a:pt x="18288" y="821436"/>
                </a:lnTo>
                <a:lnTo>
                  <a:pt x="21336" y="813816"/>
                </a:lnTo>
                <a:lnTo>
                  <a:pt x="25908" y="809244"/>
                </a:lnTo>
                <a:lnTo>
                  <a:pt x="28956" y="804672"/>
                </a:lnTo>
                <a:lnTo>
                  <a:pt x="33528" y="801624"/>
                </a:lnTo>
                <a:lnTo>
                  <a:pt x="38100" y="801624"/>
                </a:lnTo>
                <a:lnTo>
                  <a:pt x="44932" y="802462"/>
                </a:lnTo>
                <a:lnTo>
                  <a:pt x="53911" y="804862"/>
                </a:lnTo>
                <a:lnTo>
                  <a:pt x="64884" y="808697"/>
                </a:lnTo>
                <a:lnTo>
                  <a:pt x="266700" y="890016"/>
                </a:lnTo>
                <a:lnTo>
                  <a:pt x="74676" y="973836"/>
                </a:lnTo>
                <a:lnTo>
                  <a:pt x="62953" y="978077"/>
                </a:lnTo>
                <a:lnTo>
                  <a:pt x="52959" y="981456"/>
                </a:lnTo>
                <a:lnTo>
                  <a:pt x="44665" y="983703"/>
                </a:lnTo>
                <a:lnTo>
                  <a:pt x="38100" y="984504"/>
                </a:lnTo>
                <a:lnTo>
                  <a:pt x="32004" y="984504"/>
                </a:lnTo>
                <a:lnTo>
                  <a:pt x="15240" y="947928"/>
                </a:lnTo>
                <a:lnTo>
                  <a:pt x="7620" y="947928"/>
                </a:lnTo>
                <a:lnTo>
                  <a:pt x="7620" y="1082040"/>
                </a:lnTo>
                <a:lnTo>
                  <a:pt x="15240" y="1082040"/>
                </a:lnTo>
                <a:lnTo>
                  <a:pt x="16764" y="1071372"/>
                </a:lnTo>
                <a:lnTo>
                  <a:pt x="18288" y="1063752"/>
                </a:lnTo>
                <a:lnTo>
                  <a:pt x="50673" y="1034491"/>
                </a:lnTo>
                <a:lnTo>
                  <a:pt x="60960" y="1030224"/>
                </a:lnTo>
                <a:lnTo>
                  <a:pt x="342900" y="906780"/>
                </a:lnTo>
                <a:lnTo>
                  <a:pt x="342900" y="897636"/>
                </a:lnTo>
                <a:close/>
              </a:path>
              <a:path extrusionOk="0" h="1082040" w="342900">
                <a:moveTo>
                  <a:pt x="342900" y="284988"/>
                </a:moveTo>
                <a:lnTo>
                  <a:pt x="336232" y="244411"/>
                </a:lnTo>
                <a:lnTo>
                  <a:pt x="302704" y="198958"/>
                </a:lnTo>
                <a:lnTo>
                  <a:pt x="252984" y="182880"/>
                </a:lnTo>
                <a:lnTo>
                  <a:pt x="242951" y="183451"/>
                </a:lnTo>
                <a:lnTo>
                  <a:pt x="206895" y="196913"/>
                </a:lnTo>
                <a:lnTo>
                  <a:pt x="168783" y="240792"/>
                </a:lnTo>
                <a:lnTo>
                  <a:pt x="146304" y="278892"/>
                </a:lnTo>
                <a:lnTo>
                  <a:pt x="132029" y="304660"/>
                </a:lnTo>
                <a:lnTo>
                  <a:pt x="119062" y="324993"/>
                </a:lnTo>
                <a:lnTo>
                  <a:pt x="91528" y="354761"/>
                </a:lnTo>
                <a:lnTo>
                  <a:pt x="70104" y="361188"/>
                </a:lnTo>
                <a:lnTo>
                  <a:pt x="60972" y="360070"/>
                </a:lnTo>
                <a:lnTo>
                  <a:pt x="28803" y="335838"/>
                </a:lnTo>
                <a:lnTo>
                  <a:pt x="19812" y="301752"/>
                </a:lnTo>
                <a:lnTo>
                  <a:pt x="20637" y="291236"/>
                </a:lnTo>
                <a:lnTo>
                  <a:pt x="38049" y="249364"/>
                </a:lnTo>
                <a:lnTo>
                  <a:pt x="72478" y="221919"/>
                </a:lnTo>
                <a:lnTo>
                  <a:pt x="112776" y="211836"/>
                </a:lnTo>
                <a:lnTo>
                  <a:pt x="112776" y="204216"/>
                </a:lnTo>
                <a:lnTo>
                  <a:pt x="0" y="204216"/>
                </a:lnTo>
                <a:lnTo>
                  <a:pt x="0" y="211836"/>
                </a:lnTo>
                <a:lnTo>
                  <a:pt x="7620" y="213360"/>
                </a:lnTo>
                <a:lnTo>
                  <a:pt x="12192" y="214884"/>
                </a:lnTo>
                <a:lnTo>
                  <a:pt x="15240" y="217932"/>
                </a:lnTo>
                <a:lnTo>
                  <a:pt x="18288" y="224028"/>
                </a:lnTo>
                <a:lnTo>
                  <a:pt x="18288" y="231648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1493"/>
                </a:lnTo>
                <a:lnTo>
                  <a:pt x="3238" y="275653"/>
                </a:lnTo>
                <a:lnTo>
                  <a:pt x="825" y="289547"/>
                </a:lnTo>
                <a:lnTo>
                  <a:pt x="0" y="303276"/>
                </a:lnTo>
                <a:lnTo>
                  <a:pt x="1689" y="322999"/>
                </a:lnTo>
                <a:lnTo>
                  <a:pt x="25908" y="371856"/>
                </a:lnTo>
                <a:lnTo>
                  <a:pt x="70053" y="397573"/>
                </a:lnTo>
                <a:lnTo>
                  <a:pt x="86868" y="399288"/>
                </a:lnTo>
                <a:lnTo>
                  <a:pt x="96888" y="398716"/>
                </a:lnTo>
                <a:lnTo>
                  <a:pt x="132943" y="385000"/>
                </a:lnTo>
                <a:lnTo>
                  <a:pt x="163106" y="352145"/>
                </a:lnTo>
                <a:lnTo>
                  <a:pt x="193548" y="303276"/>
                </a:lnTo>
                <a:lnTo>
                  <a:pt x="204089" y="284683"/>
                </a:lnTo>
                <a:lnTo>
                  <a:pt x="224028" y="251460"/>
                </a:lnTo>
                <a:lnTo>
                  <a:pt x="229755" y="245160"/>
                </a:lnTo>
                <a:lnTo>
                  <a:pt x="235648" y="239839"/>
                </a:lnTo>
                <a:lnTo>
                  <a:pt x="241808" y="235394"/>
                </a:lnTo>
                <a:lnTo>
                  <a:pt x="248412" y="231648"/>
                </a:lnTo>
                <a:lnTo>
                  <a:pt x="256032" y="227076"/>
                </a:lnTo>
                <a:lnTo>
                  <a:pt x="263652" y="225552"/>
                </a:lnTo>
                <a:lnTo>
                  <a:pt x="272796" y="225552"/>
                </a:lnTo>
                <a:lnTo>
                  <a:pt x="310896" y="242316"/>
                </a:lnTo>
                <a:lnTo>
                  <a:pt x="326136" y="291084"/>
                </a:lnTo>
                <a:lnTo>
                  <a:pt x="325513" y="303618"/>
                </a:lnTo>
                <a:lnTo>
                  <a:pt x="307911" y="348932"/>
                </a:lnTo>
                <a:lnTo>
                  <a:pt x="274701" y="376415"/>
                </a:lnTo>
                <a:lnTo>
                  <a:pt x="230124" y="388620"/>
                </a:lnTo>
                <a:lnTo>
                  <a:pt x="230124" y="396240"/>
                </a:lnTo>
                <a:lnTo>
                  <a:pt x="342900" y="396240"/>
                </a:lnTo>
                <a:lnTo>
                  <a:pt x="342900" y="388620"/>
                </a:lnTo>
                <a:lnTo>
                  <a:pt x="335280" y="387096"/>
                </a:lnTo>
                <a:lnTo>
                  <a:pt x="330708" y="385572"/>
                </a:lnTo>
                <a:lnTo>
                  <a:pt x="329184" y="382524"/>
                </a:lnTo>
                <a:lnTo>
                  <a:pt x="326136" y="381000"/>
                </a:lnTo>
                <a:lnTo>
                  <a:pt x="324612" y="377952"/>
                </a:lnTo>
                <a:lnTo>
                  <a:pt x="324612" y="373380"/>
                </a:lnTo>
                <a:lnTo>
                  <a:pt x="325158" y="369049"/>
                </a:lnTo>
                <a:lnTo>
                  <a:pt x="326707" y="362712"/>
                </a:lnTo>
                <a:lnTo>
                  <a:pt x="332232" y="342900"/>
                </a:lnTo>
                <a:lnTo>
                  <a:pt x="341376" y="312420"/>
                </a:lnTo>
                <a:lnTo>
                  <a:pt x="342252" y="306425"/>
                </a:lnTo>
                <a:lnTo>
                  <a:pt x="342709" y="299847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82" name="Google Shape;4282;p73"/>
          <p:cNvGrpSpPr/>
          <p:nvPr/>
        </p:nvGrpSpPr>
        <p:grpSpPr>
          <a:xfrm>
            <a:off x="1335024" y="6178296"/>
            <a:ext cx="440690" cy="1425447"/>
            <a:chOff x="1335024" y="6178296"/>
            <a:chExt cx="440690" cy="1425447"/>
          </a:xfrm>
        </p:grpSpPr>
        <p:sp>
          <p:nvSpPr>
            <p:cNvPr id="4283" name="Google Shape;4283;p73"/>
            <p:cNvSpPr/>
            <p:nvPr/>
          </p:nvSpPr>
          <p:spPr>
            <a:xfrm>
              <a:off x="1335024" y="7110984"/>
              <a:ext cx="440690" cy="492759"/>
            </a:xfrm>
            <a:custGeom>
              <a:rect b="b" l="l" r="r" t="t"/>
              <a:pathLst>
                <a:path extrusionOk="0" h="492759" w="440689">
                  <a:moveTo>
                    <a:pt x="342900" y="379476"/>
                  </a:moveTo>
                  <a:lnTo>
                    <a:pt x="336232" y="338137"/>
                  </a:lnTo>
                  <a:lnTo>
                    <a:pt x="316992" y="304800"/>
                  </a:lnTo>
                  <a:lnTo>
                    <a:pt x="270700" y="277799"/>
                  </a:lnTo>
                  <a:lnTo>
                    <a:pt x="252984" y="275844"/>
                  </a:lnTo>
                  <a:lnTo>
                    <a:pt x="242951" y="276415"/>
                  </a:lnTo>
                  <a:lnTo>
                    <a:pt x="206895" y="290118"/>
                  </a:lnTo>
                  <a:lnTo>
                    <a:pt x="168783" y="335280"/>
                  </a:lnTo>
                  <a:lnTo>
                    <a:pt x="146304" y="373380"/>
                  </a:lnTo>
                  <a:lnTo>
                    <a:pt x="132029" y="399148"/>
                  </a:lnTo>
                  <a:lnTo>
                    <a:pt x="119062" y="419481"/>
                  </a:lnTo>
                  <a:lnTo>
                    <a:pt x="91528" y="449008"/>
                  </a:lnTo>
                  <a:lnTo>
                    <a:pt x="70104" y="454152"/>
                  </a:lnTo>
                  <a:lnTo>
                    <a:pt x="60972" y="453275"/>
                  </a:lnTo>
                  <a:lnTo>
                    <a:pt x="28803" y="429463"/>
                  </a:lnTo>
                  <a:lnTo>
                    <a:pt x="19812" y="396240"/>
                  </a:lnTo>
                  <a:lnTo>
                    <a:pt x="20637" y="385076"/>
                  </a:lnTo>
                  <a:lnTo>
                    <a:pt x="38049" y="343852"/>
                  </a:lnTo>
                  <a:lnTo>
                    <a:pt x="72478" y="316166"/>
                  </a:lnTo>
                  <a:lnTo>
                    <a:pt x="112776" y="304800"/>
                  </a:lnTo>
                  <a:lnTo>
                    <a:pt x="112776" y="297180"/>
                  </a:lnTo>
                  <a:lnTo>
                    <a:pt x="0" y="297180"/>
                  </a:lnTo>
                  <a:lnTo>
                    <a:pt x="0" y="304800"/>
                  </a:lnTo>
                  <a:lnTo>
                    <a:pt x="7620" y="307848"/>
                  </a:lnTo>
                  <a:lnTo>
                    <a:pt x="12192" y="309372"/>
                  </a:lnTo>
                  <a:lnTo>
                    <a:pt x="16764" y="313944"/>
                  </a:lnTo>
                  <a:lnTo>
                    <a:pt x="18288" y="318516"/>
                  </a:lnTo>
                  <a:lnTo>
                    <a:pt x="18288" y="326136"/>
                  </a:lnTo>
                  <a:lnTo>
                    <a:pt x="16764" y="332232"/>
                  </a:lnTo>
                  <a:lnTo>
                    <a:pt x="12192" y="341376"/>
                  </a:lnTo>
                  <a:lnTo>
                    <a:pt x="7061" y="355955"/>
                  </a:lnTo>
                  <a:lnTo>
                    <a:pt x="3238" y="369951"/>
                  </a:lnTo>
                  <a:lnTo>
                    <a:pt x="825" y="383387"/>
                  </a:lnTo>
                  <a:lnTo>
                    <a:pt x="0" y="396240"/>
                  </a:lnTo>
                  <a:lnTo>
                    <a:pt x="1689" y="416839"/>
                  </a:lnTo>
                  <a:lnTo>
                    <a:pt x="25908" y="466344"/>
                  </a:lnTo>
                  <a:lnTo>
                    <a:pt x="70053" y="490778"/>
                  </a:lnTo>
                  <a:lnTo>
                    <a:pt x="86868" y="492252"/>
                  </a:lnTo>
                  <a:lnTo>
                    <a:pt x="96888" y="491680"/>
                  </a:lnTo>
                  <a:lnTo>
                    <a:pt x="132943" y="478205"/>
                  </a:lnTo>
                  <a:lnTo>
                    <a:pt x="163106" y="446633"/>
                  </a:lnTo>
                  <a:lnTo>
                    <a:pt x="193548" y="397764"/>
                  </a:lnTo>
                  <a:lnTo>
                    <a:pt x="204089" y="378320"/>
                  </a:lnTo>
                  <a:lnTo>
                    <a:pt x="212788" y="363283"/>
                  </a:lnTo>
                  <a:lnTo>
                    <a:pt x="241808" y="329882"/>
                  </a:lnTo>
                  <a:lnTo>
                    <a:pt x="272796" y="318516"/>
                  </a:lnTo>
                  <a:lnTo>
                    <a:pt x="283032" y="319659"/>
                  </a:lnTo>
                  <a:lnTo>
                    <a:pt x="317766" y="346544"/>
                  </a:lnTo>
                  <a:lnTo>
                    <a:pt x="326136" y="384048"/>
                  </a:lnTo>
                  <a:lnTo>
                    <a:pt x="325513" y="397243"/>
                  </a:lnTo>
                  <a:lnTo>
                    <a:pt x="307911" y="443395"/>
                  </a:lnTo>
                  <a:lnTo>
                    <a:pt x="274701" y="470230"/>
                  </a:lnTo>
                  <a:lnTo>
                    <a:pt x="230124" y="481584"/>
                  </a:lnTo>
                  <a:lnTo>
                    <a:pt x="230124" y="489204"/>
                  </a:lnTo>
                  <a:lnTo>
                    <a:pt x="342900" y="489204"/>
                  </a:lnTo>
                  <a:lnTo>
                    <a:pt x="342900" y="481584"/>
                  </a:lnTo>
                  <a:lnTo>
                    <a:pt x="335280" y="481584"/>
                  </a:lnTo>
                  <a:lnTo>
                    <a:pt x="330708" y="480060"/>
                  </a:lnTo>
                  <a:lnTo>
                    <a:pt x="329184" y="477012"/>
                  </a:lnTo>
                  <a:lnTo>
                    <a:pt x="326136" y="475488"/>
                  </a:lnTo>
                  <a:lnTo>
                    <a:pt x="324612" y="470916"/>
                  </a:lnTo>
                  <a:lnTo>
                    <a:pt x="324612" y="467868"/>
                  </a:lnTo>
                  <a:lnTo>
                    <a:pt x="325158" y="463537"/>
                  </a:lnTo>
                  <a:lnTo>
                    <a:pt x="326707" y="457200"/>
                  </a:lnTo>
                  <a:lnTo>
                    <a:pt x="332232" y="437388"/>
                  </a:lnTo>
                  <a:lnTo>
                    <a:pt x="341376" y="406908"/>
                  </a:lnTo>
                  <a:lnTo>
                    <a:pt x="342252" y="400050"/>
                  </a:lnTo>
                  <a:lnTo>
                    <a:pt x="342709" y="393192"/>
                  </a:lnTo>
                  <a:lnTo>
                    <a:pt x="342900" y="379476"/>
                  </a:lnTo>
                  <a:close/>
                </a:path>
                <a:path extrusionOk="0" h="492759" w="440689">
                  <a:moveTo>
                    <a:pt x="440436" y="199644"/>
                  </a:moveTo>
                  <a:lnTo>
                    <a:pt x="425196" y="158496"/>
                  </a:lnTo>
                  <a:lnTo>
                    <a:pt x="391325" y="130644"/>
                  </a:lnTo>
                  <a:lnTo>
                    <a:pt x="156972" y="33528"/>
                  </a:lnTo>
                  <a:lnTo>
                    <a:pt x="146304" y="28956"/>
                  </a:lnTo>
                  <a:lnTo>
                    <a:pt x="121920" y="0"/>
                  </a:lnTo>
                  <a:lnTo>
                    <a:pt x="114300" y="0"/>
                  </a:lnTo>
                  <a:lnTo>
                    <a:pt x="114300" y="71628"/>
                  </a:lnTo>
                  <a:lnTo>
                    <a:pt x="121920" y="71628"/>
                  </a:lnTo>
                  <a:lnTo>
                    <a:pt x="121920" y="64008"/>
                  </a:lnTo>
                  <a:lnTo>
                    <a:pt x="123444" y="59436"/>
                  </a:lnTo>
                  <a:lnTo>
                    <a:pt x="123444" y="56388"/>
                  </a:lnTo>
                  <a:lnTo>
                    <a:pt x="124968" y="54864"/>
                  </a:lnTo>
                  <a:lnTo>
                    <a:pt x="126492" y="51816"/>
                  </a:lnTo>
                  <a:lnTo>
                    <a:pt x="128016" y="50292"/>
                  </a:lnTo>
                  <a:lnTo>
                    <a:pt x="129540" y="50292"/>
                  </a:lnTo>
                  <a:lnTo>
                    <a:pt x="132588" y="48768"/>
                  </a:lnTo>
                  <a:lnTo>
                    <a:pt x="141732" y="48768"/>
                  </a:lnTo>
                  <a:lnTo>
                    <a:pt x="147828" y="50292"/>
                  </a:lnTo>
                  <a:lnTo>
                    <a:pt x="277368" y="103632"/>
                  </a:lnTo>
                  <a:lnTo>
                    <a:pt x="166116" y="158496"/>
                  </a:lnTo>
                  <a:lnTo>
                    <a:pt x="157746" y="162267"/>
                  </a:lnTo>
                  <a:lnTo>
                    <a:pt x="150685" y="164592"/>
                  </a:lnTo>
                  <a:lnTo>
                    <a:pt x="144462" y="165785"/>
                  </a:lnTo>
                  <a:lnTo>
                    <a:pt x="138684" y="166116"/>
                  </a:lnTo>
                  <a:lnTo>
                    <a:pt x="134112" y="166116"/>
                  </a:lnTo>
                  <a:lnTo>
                    <a:pt x="131064" y="164592"/>
                  </a:lnTo>
                  <a:lnTo>
                    <a:pt x="126492" y="161544"/>
                  </a:lnTo>
                  <a:lnTo>
                    <a:pt x="123444" y="156972"/>
                  </a:lnTo>
                  <a:lnTo>
                    <a:pt x="121920" y="152400"/>
                  </a:lnTo>
                  <a:lnTo>
                    <a:pt x="121920" y="140208"/>
                  </a:lnTo>
                  <a:lnTo>
                    <a:pt x="114300" y="140208"/>
                  </a:lnTo>
                  <a:lnTo>
                    <a:pt x="114300" y="243840"/>
                  </a:lnTo>
                  <a:lnTo>
                    <a:pt x="121920" y="243840"/>
                  </a:lnTo>
                  <a:lnTo>
                    <a:pt x="124968" y="236220"/>
                  </a:lnTo>
                  <a:lnTo>
                    <a:pt x="126492" y="230124"/>
                  </a:lnTo>
                  <a:lnTo>
                    <a:pt x="129540" y="227076"/>
                  </a:lnTo>
                  <a:lnTo>
                    <a:pt x="131064" y="224028"/>
                  </a:lnTo>
                  <a:lnTo>
                    <a:pt x="135636" y="220980"/>
                  </a:lnTo>
                  <a:lnTo>
                    <a:pt x="141732" y="216408"/>
                  </a:lnTo>
                  <a:lnTo>
                    <a:pt x="149352" y="211836"/>
                  </a:lnTo>
                  <a:lnTo>
                    <a:pt x="155448" y="207264"/>
                  </a:lnTo>
                  <a:lnTo>
                    <a:pt x="160020" y="205740"/>
                  </a:lnTo>
                  <a:lnTo>
                    <a:pt x="326136" y="123444"/>
                  </a:lnTo>
                  <a:lnTo>
                    <a:pt x="364236" y="138684"/>
                  </a:lnTo>
                  <a:lnTo>
                    <a:pt x="374535" y="143256"/>
                  </a:lnTo>
                  <a:lnTo>
                    <a:pt x="382714" y="147828"/>
                  </a:lnTo>
                  <a:lnTo>
                    <a:pt x="388874" y="152400"/>
                  </a:lnTo>
                  <a:lnTo>
                    <a:pt x="393192" y="156972"/>
                  </a:lnTo>
                  <a:lnTo>
                    <a:pt x="399288" y="163068"/>
                  </a:lnTo>
                  <a:lnTo>
                    <a:pt x="400812" y="167640"/>
                  </a:lnTo>
                  <a:lnTo>
                    <a:pt x="400812" y="175260"/>
                  </a:lnTo>
                  <a:lnTo>
                    <a:pt x="399288" y="178308"/>
                  </a:lnTo>
                  <a:lnTo>
                    <a:pt x="397764" y="184404"/>
                  </a:lnTo>
                  <a:lnTo>
                    <a:pt x="393192" y="193548"/>
                  </a:lnTo>
                  <a:lnTo>
                    <a:pt x="391668" y="201168"/>
                  </a:lnTo>
                  <a:lnTo>
                    <a:pt x="391668" y="214884"/>
                  </a:lnTo>
                  <a:lnTo>
                    <a:pt x="394716" y="220980"/>
                  </a:lnTo>
                  <a:lnTo>
                    <a:pt x="397764" y="225552"/>
                  </a:lnTo>
                  <a:lnTo>
                    <a:pt x="402336" y="230124"/>
                  </a:lnTo>
                  <a:lnTo>
                    <a:pt x="406908" y="231648"/>
                  </a:lnTo>
                  <a:lnTo>
                    <a:pt x="420624" y="231648"/>
                  </a:lnTo>
                  <a:lnTo>
                    <a:pt x="426720" y="228600"/>
                  </a:lnTo>
                  <a:lnTo>
                    <a:pt x="432816" y="222504"/>
                  </a:lnTo>
                  <a:lnTo>
                    <a:pt x="437388" y="216408"/>
                  </a:lnTo>
                  <a:lnTo>
                    <a:pt x="440436" y="208788"/>
                  </a:lnTo>
                  <a:lnTo>
                    <a:pt x="440436" y="1996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284" name="Google Shape;4284;p73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443228" y="6935723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85" name="Google Shape;4285;p73"/>
            <p:cNvSpPr/>
            <p:nvPr/>
          </p:nvSpPr>
          <p:spPr>
            <a:xfrm>
              <a:off x="1376171" y="6780276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581" y="128777"/>
                  </a:lnTo>
                  <a:lnTo>
                    <a:pt x="74295" y="121919"/>
                  </a:lnTo>
                  <a:lnTo>
                    <a:pt x="42362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66700" y="27431"/>
                  </a:lnTo>
                  <a:lnTo>
                    <a:pt x="263652" y="22859"/>
                  </a:lnTo>
                  <a:lnTo>
                    <a:pt x="260604" y="16763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81940" y="91439"/>
                  </a:lnTo>
                  <a:lnTo>
                    <a:pt x="274319" y="94487"/>
                  </a:lnTo>
                  <a:lnTo>
                    <a:pt x="267747" y="97369"/>
                  </a:lnTo>
                  <a:lnTo>
                    <a:pt x="259460" y="99250"/>
                  </a:lnTo>
                  <a:lnTo>
                    <a:pt x="249459" y="100274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286" name="Google Shape;4286;p73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443228" y="6576060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87" name="Google Shape;4287;p73"/>
            <p:cNvSpPr/>
            <p:nvPr/>
          </p:nvSpPr>
          <p:spPr>
            <a:xfrm>
              <a:off x="1443228" y="6178296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9372"/>
                  </a:lnTo>
                  <a:lnTo>
                    <a:pt x="0" y="298704"/>
                  </a:lnTo>
                  <a:lnTo>
                    <a:pt x="47244" y="298704"/>
                  </a:lnTo>
                  <a:lnTo>
                    <a:pt x="19812" y="271272"/>
                  </a:lnTo>
                  <a:lnTo>
                    <a:pt x="1333" y="235458"/>
                  </a:lnTo>
                  <a:lnTo>
                    <a:pt x="0" y="222504"/>
                  </a:lnTo>
                  <a:lnTo>
                    <a:pt x="833" y="212740"/>
                  </a:lnTo>
                  <a:lnTo>
                    <a:pt x="26860" y="175260"/>
                  </a:lnTo>
                  <a:lnTo>
                    <a:pt x="47244" y="167640"/>
                  </a:lnTo>
                  <a:lnTo>
                    <a:pt x="33789" y="155638"/>
                  </a:lnTo>
                  <a:lnTo>
                    <a:pt x="9144" y="126492"/>
                  </a:lnTo>
                  <a:lnTo>
                    <a:pt x="0" y="91440"/>
                  </a:lnTo>
                  <a:lnTo>
                    <a:pt x="571" y="82819"/>
                  </a:lnTo>
                  <a:lnTo>
                    <a:pt x="21335" y="48577"/>
                  </a:lnTo>
                  <a:lnTo>
                    <a:pt x="68532" y="33837"/>
                  </a:lnTo>
                  <a:lnTo>
                    <a:pt x="187118" y="33480"/>
                  </a:lnTo>
                  <a:lnTo>
                    <a:pt x="195453" y="33147"/>
                  </a:lnTo>
                  <a:lnTo>
                    <a:pt x="219456" y="10668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7931" y="86868"/>
                  </a:lnTo>
                  <a:lnTo>
                    <a:pt x="213359" y="82296"/>
                  </a:lnTo>
                  <a:lnTo>
                    <a:pt x="211836" y="79248"/>
                  </a:lnTo>
                  <a:lnTo>
                    <a:pt x="207264" y="76200"/>
                  </a:lnTo>
                  <a:lnTo>
                    <a:pt x="201168" y="74676"/>
                  </a:lnTo>
                  <a:lnTo>
                    <a:pt x="198119" y="74676"/>
                  </a:lnTo>
                  <a:lnTo>
                    <a:pt x="190500" y="73152"/>
                  </a:lnTo>
                  <a:lnTo>
                    <a:pt x="82296" y="73152"/>
                  </a:lnTo>
                  <a:lnTo>
                    <a:pt x="69699" y="73699"/>
                  </a:lnTo>
                  <a:lnTo>
                    <a:pt x="33147" y="92392"/>
                  </a:lnTo>
                  <a:lnTo>
                    <a:pt x="28956" y="109728"/>
                  </a:lnTo>
                  <a:lnTo>
                    <a:pt x="29479" y="116347"/>
                  </a:lnTo>
                  <a:lnTo>
                    <a:pt x="51125" y="157281"/>
                  </a:lnTo>
                  <a:lnTo>
                    <a:pt x="59436" y="166116"/>
                  </a:lnTo>
                  <a:lnTo>
                    <a:pt x="62484" y="166116"/>
                  </a:lnTo>
                  <a:lnTo>
                    <a:pt x="73152" y="164592"/>
                  </a:lnTo>
                  <a:lnTo>
                    <a:pt x="176783" y="164592"/>
                  </a:lnTo>
                  <a:lnTo>
                    <a:pt x="216407" y="153924"/>
                  </a:lnTo>
                  <a:lnTo>
                    <a:pt x="219456" y="141732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7076"/>
                  </a:lnTo>
                  <a:lnTo>
                    <a:pt x="217931" y="219456"/>
                  </a:lnTo>
                  <a:lnTo>
                    <a:pt x="211836" y="210312"/>
                  </a:lnTo>
                  <a:lnTo>
                    <a:pt x="207264" y="207264"/>
                  </a:lnTo>
                  <a:lnTo>
                    <a:pt x="201168" y="205740"/>
                  </a:lnTo>
                  <a:lnTo>
                    <a:pt x="199643" y="205740"/>
                  </a:lnTo>
                  <a:lnTo>
                    <a:pt x="190500" y="204216"/>
                  </a:lnTo>
                  <a:lnTo>
                    <a:pt x="82296" y="204216"/>
                  </a:lnTo>
                  <a:lnTo>
                    <a:pt x="70342" y="204787"/>
                  </a:lnTo>
                  <a:lnTo>
                    <a:pt x="33147" y="225552"/>
                  </a:lnTo>
                  <a:lnTo>
                    <a:pt x="28956" y="242316"/>
                  </a:lnTo>
                  <a:lnTo>
                    <a:pt x="29503" y="248935"/>
                  </a:lnTo>
                  <a:lnTo>
                    <a:pt x="46862" y="286321"/>
                  </a:lnTo>
                  <a:lnTo>
                    <a:pt x="59436" y="298704"/>
                  </a:lnTo>
                  <a:lnTo>
                    <a:pt x="187094" y="298656"/>
                  </a:lnTo>
                  <a:lnTo>
                    <a:pt x="195262" y="298323"/>
                  </a:lnTo>
                  <a:lnTo>
                    <a:pt x="201429" y="297418"/>
                  </a:lnTo>
                  <a:lnTo>
                    <a:pt x="205740" y="295656"/>
                  </a:lnTo>
                  <a:lnTo>
                    <a:pt x="210311" y="294132"/>
                  </a:lnTo>
                  <a:lnTo>
                    <a:pt x="214883" y="291084"/>
                  </a:lnTo>
                  <a:lnTo>
                    <a:pt x="216407" y="288036"/>
                  </a:lnTo>
                  <a:lnTo>
                    <a:pt x="219456" y="28346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55092"/>
                  </a:lnTo>
                  <a:lnTo>
                    <a:pt x="216407" y="350520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76366" y="338589"/>
                  </a:lnTo>
                  <a:lnTo>
                    <a:pt x="63055" y="339280"/>
                  </a:lnTo>
                  <a:lnTo>
                    <a:pt x="52887" y="340256"/>
                  </a:lnTo>
                  <a:lnTo>
                    <a:pt x="45719" y="341376"/>
                  </a:lnTo>
                  <a:lnTo>
                    <a:pt x="41148" y="341376"/>
                  </a:lnTo>
                  <a:lnTo>
                    <a:pt x="36576" y="342900"/>
                  </a:lnTo>
                  <a:lnTo>
                    <a:pt x="35052" y="345948"/>
                  </a:lnTo>
                  <a:lnTo>
                    <a:pt x="33528" y="347472"/>
                  </a:lnTo>
                  <a:lnTo>
                    <a:pt x="32004" y="350520"/>
                  </a:lnTo>
                  <a:lnTo>
                    <a:pt x="32004" y="359664"/>
                  </a:lnTo>
                  <a:lnTo>
                    <a:pt x="33528" y="364236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8" name="Google Shape;4288;p73"/>
          <p:cNvGrpSpPr/>
          <p:nvPr/>
        </p:nvGrpSpPr>
        <p:grpSpPr>
          <a:xfrm>
            <a:off x="1327404" y="4655819"/>
            <a:ext cx="448309" cy="1386967"/>
            <a:chOff x="1327404" y="4655819"/>
            <a:chExt cx="448309" cy="1386967"/>
          </a:xfrm>
        </p:grpSpPr>
        <p:sp>
          <p:nvSpPr>
            <p:cNvPr id="4289" name="Google Shape;4289;p73"/>
            <p:cNvSpPr/>
            <p:nvPr/>
          </p:nvSpPr>
          <p:spPr>
            <a:xfrm>
              <a:off x="1342643" y="5711951"/>
              <a:ext cx="327660" cy="330835"/>
            </a:xfrm>
            <a:custGeom>
              <a:rect b="b" l="l" r="r" t="t"/>
              <a:pathLst>
                <a:path extrusionOk="0" h="330835" w="327660">
                  <a:moveTo>
                    <a:pt x="7620" y="330708"/>
                  </a:moveTo>
                  <a:lnTo>
                    <a:pt x="0" y="330708"/>
                  </a:lnTo>
                  <a:lnTo>
                    <a:pt x="0" y="196596"/>
                  </a:lnTo>
                  <a:lnTo>
                    <a:pt x="4381" y="131826"/>
                  </a:lnTo>
                  <a:lnTo>
                    <a:pt x="16764" y="85344"/>
                  </a:lnTo>
                  <a:lnTo>
                    <a:pt x="39243" y="50101"/>
                  </a:lnTo>
                  <a:lnTo>
                    <a:pt x="73152" y="22860"/>
                  </a:lnTo>
                  <a:lnTo>
                    <a:pt x="114681" y="5715"/>
                  </a:lnTo>
                  <a:lnTo>
                    <a:pt x="163068" y="0"/>
                  </a:lnTo>
                  <a:lnTo>
                    <a:pt x="195929" y="2571"/>
                  </a:lnTo>
                  <a:lnTo>
                    <a:pt x="225933" y="10287"/>
                  </a:lnTo>
                  <a:lnTo>
                    <a:pt x="253079" y="23145"/>
                  </a:lnTo>
                  <a:lnTo>
                    <a:pt x="277368" y="41148"/>
                  </a:lnTo>
                  <a:lnTo>
                    <a:pt x="288879" y="54864"/>
                  </a:lnTo>
                  <a:lnTo>
                    <a:pt x="164592" y="54864"/>
                  </a:lnTo>
                  <a:lnTo>
                    <a:pt x="132040" y="57150"/>
                  </a:lnTo>
                  <a:lnTo>
                    <a:pt x="77795" y="75438"/>
                  </a:lnTo>
                  <a:lnTo>
                    <a:pt x="39287" y="111132"/>
                  </a:lnTo>
                  <a:lnTo>
                    <a:pt x="19311" y="159162"/>
                  </a:lnTo>
                  <a:lnTo>
                    <a:pt x="16764" y="187452"/>
                  </a:lnTo>
                  <a:lnTo>
                    <a:pt x="17199" y="196596"/>
                  </a:lnTo>
                  <a:lnTo>
                    <a:pt x="17311" y="198953"/>
                  </a:lnTo>
                  <a:lnTo>
                    <a:pt x="18859" y="210883"/>
                  </a:lnTo>
                  <a:lnTo>
                    <a:pt x="21264" y="223670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5273" y="283749"/>
                  </a:lnTo>
                  <a:lnTo>
                    <a:pt x="44481" y="283749"/>
                  </a:lnTo>
                  <a:lnTo>
                    <a:pt x="8429" y="309062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5" w="327660">
                  <a:moveTo>
                    <a:pt x="327660" y="237744"/>
                  </a:moveTo>
                  <a:lnTo>
                    <a:pt x="304800" y="237744"/>
                  </a:lnTo>
                  <a:lnTo>
                    <a:pt x="307681" y="222575"/>
                  </a:lnTo>
                  <a:lnTo>
                    <a:pt x="309562" y="208978"/>
                  </a:lnTo>
                  <a:lnTo>
                    <a:pt x="310586" y="196810"/>
                  </a:lnTo>
                  <a:lnTo>
                    <a:pt x="310852" y="187452"/>
                  </a:lnTo>
                  <a:lnTo>
                    <a:pt x="310896" y="185928"/>
                  </a:lnTo>
                  <a:lnTo>
                    <a:pt x="308617" y="159162"/>
                  </a:lnTo>
                  <a:lnTo>
                    <a:pt x="308562" y="158519"/>
                  </a:lnTo>
                  <a:lnTo>
                    <a:pt x="301425" y="133731"/>
                  </a:lnTo>
                  <a:lnTo>
                    <a:pt x="301371" y="133540"/>
                  </a:lnTo>
                  <a:lnTo>
                    <a:pt x="289036" y="111132"/>
                  </a:lnTo>
                  <a:lnTo>
                    <a:pt x="249888" y="75438"/>
                  </a:lnTo>
                  <a:lnTo>
                    <a:pt x="196262" y="57150"/>
                  </a:lnTo>
                  <a:lnTo>
                    <a:pt x="164592" y="54864"/>
                  </a:lnTo>
                  <a:lnTo>
                    <a:pt x="288879" y="54864"/>
                  </a:lnTo>
                  <a:lnTo>
                    <a:pt x="299370" y="67365"/>
                  </a:lnTo>
                  <a:lnTo>
                    <a:pt x="315087" y="100012"/>
                  </a:lnTo>
                  <a:lnTo>
                    <a:pt x="324516" y="138660"/>
                  </a:lnTo>
                  <a:lnTo>
                    <a:pt x="327660" y="182880"/>
                  </a:lnTo>
                  <a:lnTo>
                    <a:pt x="327660" y="237744"/>
                  </a:lnTo>
                  <a:close/>
                </a:path>
                <a:path extrusionOk="0" h="330835" w="327660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55" y="309062"/>
                  </a:lnTo>
                  <a:lnTo>
                    <a:pt x="283178" y="283749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290" name="Google Shape;4290;p73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443228" y="5489447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291" name="Google Shape;4291;p7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443228" y="5301995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292" name="Google Shape;4292;p73"/>
            <p:cNvSpPr/>
            <p:nvPr/>
          </p:nvSpPr>
          <p:spPr>
            <a:xfrm>
              <a:off x="1327404" y="4910328"/>
              <a:ext cx="448309" cy="358140"/>
            </a:xfrm>
            <a:custGeom>
              <a:rect b="b" l="l" r="r" t="t"/>
              <a:pathLst>
                <a:path extrusionOk="0" h="358139" w="448310">
                  <a:moveTo>
                    <a:pt x="48768" y="295656"/>
                  </a:moveTo>
                  <a:lnTo>
                    <a:pt x="47244" y="289560"/>
                  </a:lnTo>
                  <a:lnTo>
                    <a:pt x="42672" y="284988"/>
                  </a:lnTo>
                  <a:lnTo>
                    <a:pt x="36576" y="280416"/>
                  </a:lnTo>
                  <a:lnTo>
                    <a:pt x="32004" y="278892"/>
                  </a:lnTo>
                  <a:lnTo>
                    <a:pt x="18288" y="278892"/>
                  </a:lnTo>
                  <a:lnTo>
                    <a:pt x="12192" y="280416"/>
                  </a:lnTo>
                  <a:lnTo>
                    <a:pt x="3048" y="289560"/>
                  </a:lnTo>
                  <a:lnTo>
                    <a:pt x="0" y="295656"/>
                  </a:lnTo>
                  <a:lnTo>
                    <a:pt x="0" y="309372"/>
                  </a:lnTo>
                  <a:lnTo>
                    <a:pt x="3048" y="315468"/>
                  </a:lnTo>
                  <a:lnTo>
                    <a:pt x="12192" y="324612"/>
                  </a:lnTo>
                  <a:lnTo>
                    <a:pt x="18288" y="327660"/>
                  </a:lnTo>
                  <a:lnTo>
                    <a:pt x="32004" y="327660"/>
                  </a:lnTo>
                  <a:lnTo>
                    <a:pt x="36576" y="324612"/>
                  </a:lnTo>
                  <a:lnTo>
                    <a:pt x="42672" y="320040"/>
                  </a:lnTo>
                  <a:lnTo>
                    <a:pt x="47244" y="315468"/>
                  </a:lnTo>
                  <a:lnTo>
                    <a:pt x="48768" y="309372"/>
                  </a:lnTo>
                  <a:lnTo>
                    <a:pt x="48768" y="295656"/>
                  </a:lnTo>
                  <a:close/>
                </a:path>
                <a:path extrusionOk="0" h="358139" w="448310">
                  <a:moveTo>
                    <a:pt x="342900" y="249936"/>
                  </a:moveTo>
                  <a:lnTo>
                    <a:pt x="335280" y="249936"/>
                  </a:lnTo>
                  <a:lnTo>
                    <a:pt x="335280" y="266700"/>
                  </a:lnTo>
                  <a:lnTo>
                    <a:pt x="332232" y="271272"/>
                  </a:lnTo>
                  <a:lnTo>
                    <a:pt x="292608" y="283464"/>
                  </a:lnTo>
                  <a:lnTo>
                    <a:pt x="115824" y="283464"/>
                  </a:lnTo>
                  <a:lnTo>
                    <a:pt x="115824" y="292608"/>
                  </a:lnTo>
                  <a:lnTo>
                    <a:pt x="143256" y="358140"/>
                  </a:lnTo>
                  <a:lnTo>
                    <a:pt x="150876" y="353568"/>
                  </a:lnTo>
                  <a:lnTo>
                    <a:pt x="149352" y="348996"/>
                  </a:lnTo>
                  <a:lnTo>
                    <a:pt x="147828" y="342900"/>
                  </a:lnTo>
                  <a:lnTo>
                    <a:pt x="147828" y="335280"/>
                  </a:lnTo>
                  <a:lnTo>
                    <a:pt x="150876" y="329184"/>
                  </a:lnTo>
                  <a:lnTo>
                    <a:pt x="192189" y="323113"/>
                  </a:lnTo>
                  <a:lnTo>
                    <a:pt x="302323" y="323113"/>
                  </a:lnTo>
                  <a:lnTo>
                    <a:pt x="311086" y="323469"/>
                  </a:lnTo>
                  <a:lnTo>
                    <a:pt x="317246" y="324383"/>
                  </a:lnTo>
                  <a:lnTo>
                    <a:pt x="321564" y="326136"/>
                  </a:lnTo>
                  <a:lnTo>
                    <a:pt x="326136" y="327660"/>
                  </a:lnTo>
                  <a:lnTo>
                    <a:pt x="330708" y="330708"/>
                  </a:lnTo>
                  <a:lnTo>
                    <a:pt x="332232" y="333756"/>
                  </a:lnTo>
                  <a:lnTo>
                    <a:pt x="335280" y="338328"/>
                  </a:lnTo>
                  <a:lnTo>
                    <a:pt x="335280" y="356616"/>
                  </a:lnTo>
                  <a:lnTo>
                    <a:pt x="342900" y="356616"/>
                  </a:lnTo>
                  <a:lnTo>
                    <a:pt x="342900" y="323113"/>
                  </a:lnTo>
                  <a:lnTo>
                    <a:pt x="342900" y="249936"/>
                  </a:lnTo>
                  <a:close/>
                </a:path>
                <a:path extrusionOk="0" h="358139" w="448310">
                  <a:moveTo>
                    <a:pt x="447941" y="123444"/>
                  </a:moveTo>
                  <a:lnTo>
                    <a:pt x="446024" y="96443"/>
                  </a:lnTo>
                  <a:lnTo>
                    <a:pt x="439851" y="70485"/>
                  </a:lnTo>
                  <a:lnTo>
                    <a:pt x="429399" y="47396"/>
                  </a:lnTo>
                  <a:lnTo>
                    <a:pt x="418846" y="33248"/>
                  </a:lnTo>
                  <a:lnTo>
                    <a:pt x="418846" y="96443"/>
                  </a:lnTo>
                  <a:lnTo>
                    <a:pt x="418846" y="108521"/>
                  </a:lnTo>
                  <a:lnTo>
                    <a:pt x="411378" y="159766"/>
                  </a:lnTo>
                  <a:lnTo>
                    <a:pt x="393344" y="187337"/>
                  </a:lnTo>
                  <a:lnTo>
                    <a:pt x="378993" y="187337"/>
                  </a:lnTo>
                  <a:lnTo>
                    <a:pt x="373367" y="185928"/>
                  </a:lnTo>
                  <a:lnTo>
                    <a:pt x="365747" y="182880"/>
                  </a:lnTo>
                  <a:lnTo>
                    <a:pt x="362521" y="181356"/>
                  </a:lnTo>
                  <a:lnTo>
                    <a:pt x="360248" y="180289"/>
                  </a:lnTo>
                  <a:lnTo>
                    <a:pt x="354888" y="176974"/>
                  </a:lnTo>
                  <a:lnTo>
                    <a:pt x="349224" y="172783"/>
                  </a:lnTo>
                  <a:lnTo>
                    <a:pt x="346646" y="170688"/>
                  </a:lnTo>
                  <a:lnTo>
                    <a:pt x="342887" y="167640"/>
                  </a:lnTo>
                  <a:lnTo>
                    <a:pt x="348462" y="107632"/>
                  </a:lnTo>
                  <a:lnTo>
                    <a:pt x="348653" y="97726"/>
                  </a:lnTo>
                  <a:lnTo>
                    <a:pt x="348754" y="93141"/>
                  </a:lnTo>
                  <a:lnTo>
                    <a:pt x="348869" y="86868"/>
                  </a:lnTo>
                  <a:lnTo>
                    <a:pt x="348983" y="80772"/>
                  </a:lnTo>
                  <a:lnTo>
                    <a:pt x="349097" y="79057"/>
                  </a:lnTo>
                  <a:lnTo>
                    <a:pt x="349173" y="77914"/>
                  </a:lnTo>
                  <a:lnTo>
                    <a:pt x="350151" y="63042"/>
                  </a:lnTo>
                  <a:lnTo>
                    <a:pt x="350202" y="62484"/>
                  </a:lnTo>
                  <a:lnTo>
                    <a:pt x="351459" y="48577"/>
                  </a:lnTo>
                  <a:lnTo>
                    <a:pt x="353060" y="37274"/>
                  </a:lnTo>
                  <a:lnTo>
                    <a:pt x="355079" y="28956"/>
                  </a:lnTo>
                  <a:lnTo>
                    <a:pt x="359651" y="21336"/>
                  </a:lnTo>
                  <a:lnTo>
                    <a:pt x="364223" y="16764"/>
                  </a:lnTo>
                  <a:lnTo>
                    <a:pt x="373367" y="16764"/>
                  </a:lnTo>
                  <a:lnTo>
                    <a:pt x="410730" y="49822"/>
                  </a:lnTo>
                  <a:lnTo>
                    <a:pt x="418426" y="86868"/>
                  </a:lnTo>
                  <a:lnTo>
                    <a:pt x="418465" y="87630"/>
                  </a:lnTo>
                  <a:lnTo>
                    <a:pt x="418846" y="96443"/>
                  </a:lnTo>
                  <a:lnTo>
                    <a:pt x="418846" y="33248"/>
                  </a:lnTo>
                  <a:lnTo>
                    <a:pt x="414515" y="27432"/>
                  </a:lnTo>
                  <a:lnTo>
                    <a:pt x="403098" y="16764"/>
                  </a:lnTo>
                  <a:lnTo>
                    <a:pt x="401929" y="15671"/>
                  </a:lnTo>
                  <a:lnTo>
                    <a:pt x="389178" y="7620"/>
                  </a:lnTo>
                  <a:lnTo>
                    <a:pt x="376161" y="3009"/>
                  </a:lnTo>
                  <a:lnTo>
                    <a:pt x="362699" y="1524"/>
                  </a:lnTo>
                  <a:lnTo>
                    <a:pt x="353847" y="2387"/>
                  </a:lnTo>
                  <a:lnTo>
                    <a:pt x="320027" y="31242"/>
                  </a:lnTo>
                  <a:lnTo>
                    <a:pt x="312712" y="62484"/>
                  </a:lnTo>
                  <a:lnTo>
                    <a:pt x="312674" y="63042"/>
                  </a:lnTo>
                  <a:lnTo>
                    <a:pt x="311480" y="84328"/>
                  </a:lnTo>
                  <a:lnTo>
                    <a:pt x="311353" y="87630"/>
                  </a:lnTo>
                  <a:lnTo>
                    <a:pt x="311213" y="91440"/>
                  </a:lnTo>
                  <a:lnTo>
                    <a:pt x="311099" y="97726"/>
                  </a:lnTo>
                  <a:lnTo>
                    <a:pt x="310972" y="108521"/>
                  </a:lnTo>
                  <a:lnTo>
                    <a:pt x="310883" y="115824"/>
                  </a:lnTo>
                  <a:lnTo>
                    <a:pt x="310781" y="117348"/>
                  </a:lnTo>
                  <a:lnTo>
                    <a:pt x="310667" y="118872"/>
                  </a:lnTo>
                  <a:lnTo>
                    <a:pt x="309981" y="128384"/>
                  </a:lnTo>
                  <a:lnTo>
                    <a:pt x="309359" y="138493"/>
                  </a:lnTo>
                  <a:lnTo>
                    <a:pt x="308749" y="146050"/>
                  </a:lnTo>
                  <a:lnTo>
                    <a:pt x="307835" y="150876"/>
                  </a:lnTo>
                  <a:lnTo>
                    <a:pt x="307835" y="158496"/>
                  </a:lnTo>
                  <a:lnTo>
                    <a:pt x="304787" y="163068"/>
                  </a:lnTo>
                  <a:lnTo>
                    <a:pt x="303263" y="166116"/>
                  </a:lnTo>
                  <a:lnTo>
                    <a:pt x="300215" y="169164"/>
                  </a:lnTo>
                  <a:lnTo>
                    <a:pt x="297167" y="170688"/>
                  </a:lnTo>
                  <a:lnTo>
                    <a:pt x="292595" y="170688"/>
                  </a:lnTo>
                  <a:lnTo>
                    <a:pt x="288023" y="169164"/>
                  </a:lnTo>
                  <a:lnTo>
                    <a:pt x="283451" y="166116"/>
                  </a:lnTo>
                  <a:lnTo>
                    <a:pt x="278879" y="164592"/>
                  </a:lnTo>
                  <a:lnTo>
                    <a:pt x="277736" y="163068"/>
                  </a:lnTo>
                  <a:lnTo>
                    <a:pt x="274307" y="158496"/>
                  </a:lnTo>
                  <a:lnTo>
                    <a:pt x="268211" y="152400"/>
                  </a:lnTo>
                  <a:lnTo>
                    <a:pt x="270217" y="143522"/>
                  </a:lnTo>
                  <a:lnTo>
                    <a:pt x="270294" y="143065"/>
                  </a:lnTo>
                  <a:lnTo>
                    <a:pt x="271640" y="135064"/>
                  </a:lnTo>
                  <a:lnTo>
                    <a:pt x="271703" y="134493"/>
                  </a:lnTo>
                  <a:lnTo>
                    <a:pt x="272503" y="126898"/>
                  </a:lnTo>
                  <a:lnTo>
                    <a:pt x="272630" y="123444"/>
                  </a:lnTo>
                  <a:lnTo>
                    <a:pt x="272783" y="118872"/>
                  </a:lnTo>
                  <a:lnTo>
                    <a:pt x="272681" y="117348"/>
                  </a:lnTo>
                  <a:lnTo>
                    <a:pt x="272567" y="115824"/>
                  </a:lnTo>
                  <a:lnTo>
                    <a:pt x="271386" y="99656"/>
                  </a:lnTo>
                  <a:lnTo>
                    <a:pt x="267258" y="82867"/>
                  </a:lnTo>
                  <a:lnTo>
                    <a:pt x="263563" y="74676"/>
                  </a:lnTo>
                  <a:lnTo>
                    <a:pt x="263474" y="74485"/>
                  </a:lnTo>
                  <a:lnTo>
                    <a:pt x="260591" y="68122"/>
                  </a:lnTo>
                  <a:lnTo>
                    <a:pt x="260591" y="117348"/>
                  </a:lnTo>
                  <a:lnTo>
                    <a:pt x="259715" y="126212"/>
                  </a:lnTo>
                  <a:lnTo>
                    <a:pt x="233921" y="156476"/>
                  </a:lnTo>
                  <a:lnTo>
                    <a:pt x="185915" y="166116"/>
                  </a:lnTo>
                  <a:lnTo>
                    <a:pt x="172186" y="165290"/>
                  </a:lnTo>
                  <a:lnTo>
                    <a:pt x="136372" y="147662"/>
                  </a:lnTo>
                  <a:lnTo>
                    <a:pt x="128003" y="123444"/>
                  </a:lnTo>
                  <a:lnTo>
                    <a:pt x="129133" y="113728"/>
                  </a:lnTo>
                  <a:lnTo>
                    <a:pt x="156197" y="84328"/>
                  </a:lnTo>
                  <a:lnTo>
                    <a:pt x="204203" y="74676"/>
                  </a:lnTo>
                  <a:lnTo>
                    <a:pt x="246875" y="86868"/>
                  </a:lnTo>
                  <a:lnTo>
                    <a:pt x="260591" y="117348"/>
                  </a:lnTo>
                  <a:lnTo>
                    <a:pt x="260591" y="68122"/>
                  </a:lnTo>
                  <a:lnTo>
                    <a:pt x="227063" y="37719"/>
                  </a:lnTo>
                  <a:lnTo>
                    <a:pt x="198107" y="32004"/>
                  </a:lnTo>
                  <a:lnTo>
                    <a:pt x="185851" y="32867"/>
                  </a:lnTo>
                  <a:lnTo>
                    <a:pt x="174294" y="35433"/>
                  </a:lnTo>
                  <a:lnTo>
                    <a:pt x="163614" y="39725"/>
                  </a:lnTo>
                  <a:lnTo>
                    <a:pt x="153911" y="45720"/>
                  </a:lnTo>
                  <a:lnTo>
                    <a:pt x="153911" y="3009"/>
                  </a:lnTo>
                  <a:lnTo>
                    <a:pt x="152387" y="3009"/>
                  </a:lnTo>
                  <a:lnTo>
                    <a:pt x="152387" y="1524"/>
                  </a:lnTo>
                  <a:lnTo>
                    <a:pt x="150863" y="0"/>
                  </a:lnTo>
                  <a:lnTo>
                    <a:pt x="137147" y="0"/>
                  </a:lnTo>
                  <a:lnTo>
                    <a:pt x="135623" y="1524"/>
                  </a:lnTo>
                  <a:lnTo>
                    <a:pt x="134099" y="1524"/>
                  </a:lnTo>
                  <a:lnTo>
                    <a:pt x="134099" y="3009"/>
                  </a:lnTo>
                  <a:lnTo>
                    <a:pt x="132575" y="4572"/>
                  </a:lnTo>
                  <a:lnTo>
                    <a:pt x="132575" y="62484"/>
                  </a:lnTo>
                  <a:lnTo>
                    <a:pt x="125463" y="74485"/>
                  </a:lnTo>
                  <a:lnTo>
                    <a:pt x="125387" y="74676"/>
                  </a:lnTo>
                  <a:lnTo>
                    <a:pt x="120192" y="87630"/>
                  </a:lnTo>
                  <a:lnTo>
                    <a:pt x="116941" y="101917"/>
                  </a:lnTo>
                  <a:lnTo>
                    <a:pt x="116928" y="102108"/>
                  </a:lnTo>
                  <a:lnTo>
                    <a:pt x="115925" y="115824"/>
                  </a:lnTo>
                  <a:lnTo>
                    <a:pt x="129324" y="167932"/>
                  </a:lnTo>
                  <a:lnTo>
                    <a:pt x="166103" y="199263"/>
                  </a:lnTo>
                  <a:lnTo>
                    <a:pt x="196583" y="205740"/>
                  </a:lnTo>
                  <a:lnTo>
                    <a:pt x="206857" y="205155"/>
                  </a:lnTo>
                  <a:lnTo>
                    <a:pt x="244779" y="188785"/>
                  </a:lnTo>
                  <a:lnTo>
                    <a:pt x="263639" y="163068"/>
                  </a:lnTo>
                  <a:lnTo>
                    <a:pt x="273354" y="174498"/>
                  </a:lnTo>
                  <a:lnTo>
                    <a:pt x="303263" y="199644"/>
                  </a:lnTo>
                  <a:lnTo>
                    <a:pt x="309359" y="202692"/>
                  </a:lnTo>
                  <a:lnTo>
                    <a:pt x="320027" y="202692"/>
                  </a:lnTo>
                  <a:lnTo>
                    <a:pt x="324599" y="201168"/>
                  </a:lnTo>
                  <a:lnTo>
                    <a:pt x="336791" y="188976"/>
                  </a:lnTo>
                  <a:lnTo>
                    <a:pt x="336905" y="188785"/>
                  </a:lnTo>
                  <a:lnTo>
                    <a:pt x="341363" y="181356"/>
                  </a:lnTo>
                  <a:lnTo>
                    <a:pt x="351637" y="190500"/>
                  </a:lnTo>
                  <a:lnTo>
                    <a:pt x="364731" y="201930"/>
                  </a:lnTo>
                  <a:lnTo>
                    <a:pt x="367271" y="204216"/>
                  </a:lnTo>
                  <a:lnTo>
                    <a:pt x="374726" y="209600"/>
                  </a:lnTo>
                  <a:lnTo>
                    <a:pt x="381177" y="214122"/>
                  </a:lnTo>
                  <a:lnTo>
                    <a:pt x="386778" y="217512"/>
                  </a:lnTo>
                  <a:lnTo>
                    <a:pt x="391655" y="219456"/>
                  </a:lnTo>
                  <a:lnTo>
                    <a:pt x="394703" y="220980"/>
                  </a:lnTo>
                  <a:lnTo>
                    <a:pt x="399275" y="222504"/>
                  </a:lnTo>
                  <a:lnTo>
                    <a:pt x="402323" y="222504"/>
                  </a:lnTo>
                  <a:lnTo>
                    <a:pt x="437121" y="187337"/>
                  </a:lnTo>
                  <a:lnTo>
                    <a:pt x="443445" y="167640"/>
                  </a:lnTo>
                  <a:lnTo>
                    <a:pt x="446887" y="147853"/>
                  </a:lnTo>
                  <a:lnTo>
                    <a:pt x="446976" y="146050"/>
                  </a:lnTo>
                  <a:lnTo>
                    <a:pt x="447878" y="128384"/>
                  </a:lnTo>
                  <a:lnTo>
                    <a:pt x="447941" y="1234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293" name="Google Shape;4293;p73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443228" y="4655819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294" name="Google Shape;4294;p73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327404" y="2345436"/>
            <a:ext cx="448025" cy="2165603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5" name="Google Shape;4295;p7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401823" y="9346692"/>
            <a:ext cx="201168" cy="77724"/>
          </a:xfrm>
          <a:prstGeom prst="rect">
            <a:avLst/>
          </a:prstGeom>
          <a:noFill/>
          <a:ln>
            <a:noFill/>
          </a:ln>
        </p:spPr>
      </p:pic>
      <p:sp>
        <p:nvSpPr>
          <p:cNvPr id="4296" name="Google Shape;4296;p73"/>
          <p:cNvSpPr/>
          <p:nvPr/>
        </p:nvSpPr>
        <p:spPr>
          <a:xfrm>
            <a:off x="2572511" y="9256776"/>
            <a:ext cx="33655" cy="33655"/>
          </a:xfrm>
          <a:custGeom>
            <a:rect b="b" l="l" r="r" t="t"/>
            <a:pathLst>
              <a:path extrusionOk="0" h="33654" w="33655">
                <a:moveTo>
                  <a:pt x="21336" y="33527"/>
                </a:moveTo>
                <a:lnTo>
                  <a:pt x="12192" y="33527"/>
                </a:lnTo>
                <a:lnTo>
                  <a:pt x="7620" y="32003"/>
                </a:lnTo>
                <a:lnTo>
                  <a:pt x="4572" y="28955"/>
                </a:lnTo>
                <a:lnTo>
                  <a:pt x="1524" y="25907"/>
                </a:lnTo>
                <a:lnTo>
                  <a:pt x="0" y="21335"/>
                </a:lnTo>
                <a:lnTo>
                  <a:pt x="0" y="12191"/>
                </a:lnTo>
                <a:lnTo>
                  <a:pt x="1524" y="7619"/>
                </a:lnTo>
                <a:lnTo>
                  <a:pt x="7620" y="1523"/>
                </a:lnTo>
                <a:lnTo>
                  <a:pt x="12192" y="0"/>
                </a:lnTo>
                <a:lnTo>
                  <a:pt x="21336" y="0"/>
                </a:lnTo>
                <a:lnTo>
                  <a:pt x="25908" y="1523"/>
                </a:lnTo>
                <a:lnTo>
                  <a:pt x="32004" y="7619"/>
                </a:lnTo>
                <a:lnTo>
                  <a:pt x="33528" y="12191"/>
                </a:lnTo>
                <a:lnTo>
                  <a:pt x="33528" y="21335"/>
                </a:lnTo>
                <a:lnTo>
                  <a:pt x="32004" y="25907"/>
                </a:lnTo>
                <a:lnTo>
                  <a:pt x="25908" y="32003"/>
                </a:lnTo>
                <a:lnTo>
                  <a:pt x="21336" y="335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297" name="Google Shape;4297;p73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395727" y="7787640"/>
            <a:ext cx="271271" cy="13914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8" name="Google Shape;4298;p73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395727" y="6271259"/>
            <a:ext cx="210312" cy="1434083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9" name="Google Shape;4299;p73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395727" y="5428487"/>
            <a:ext cx="271271" cy="762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00" name="Google Shape;4300;p73"/>
          <p:cNvGrpSpPr/>
          <p:nvPr/>
        </p:nvGrpSpPr>
        <p:grpSpPr>
          <a:xfrm>
            <a:off x="2395727" y="4783835"/>
            <a:ext cx="210313" cy="569976"/>
            <a:chOff x="2395727" y="4783835"/>
            <a:chExt cx="210313" cy="569976"/>
          </a:xfrm>
        </p:grpSpPr>
        <p:pic>
          <p:nvPicPr>
            <p:cNvPr id="4301" name="Google Shape;4301;p73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424683" y="5131307"/>
              <a:ext cx="181356" cy="2225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02" name="Google Shape;4302;p73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395727" y="4899659"/>
              <a:ext cx="210311" cy="2118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03" name="Google Shape;4303;p73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465832" y="4783835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304" name="Google Shape;4304;p73"/>
          <p:cNvGrpSpPr/>
          <p:nvPr/>
        </p:nvGrpSpPr>
        <p:grpSpPr>
          <a:xfrm>
            <a:off x="2793491" y="9256776"/>
            <a:ext cx="204343" cy="196596"/>
            <a:chOff x="2793491" y="9256776"/>
            <a:chExt cx="204343" cy="196596"/>
          </a:xfrm>
        </p:grpSpPr>
        <p:pic>
          <p:nvPicPr>
            <p:cNvPr id="4305" name="Google Shape;4305;p73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793491" y="9323832"/>
              <a:ext cx="201167" cy="1295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06" name="Google Shape;4306;p73"/>
            <p:cNvSpPr/>
            <p:nvPr/>
          </p:nvSpPr>
          <p:spPr>
            <a:xfrm>
              <a:off x="2964179" y="9256776"/>
              <a:ext cx="33655" cy="33655"/>
            </a:xfrm>
            <a:custGeom>
              <a:rect b="b" l="l" r="r" t="t"/>
              <a:pathLst>
                <a:path extrusionOk="0" h="33654" w="33655">
                  <a:moveTo>
                    <a:pt x="21336" y="33527"/>
                  </a:moveTo>
                  <a:lnTo>
                    <a:pt x="12192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5908" y="1523"/>
                  </a:lnTo>
                  <a:lnTo>
                    <a:pt x="32004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5908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07" name="Google Shape;4307;p73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787395" y="8325611"/>
            <a:ext cx="271271" cy="8336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08" name="Google Shape;4308;p73"/>
          <p:cNvGrpSpPr/>
          <p:nvPr/>
        </p:nvGrpSpPr>
        <p:grpSpPr>
          <a:xfrm>
            <a:off x="2787395" y="6109716"/>
            <a:ext cx="271271" cy="2130551"/>
            <a:chOff x="2787395" y="6109716"/>
            <a:chExt cx="271271" cy="2130551"/>
          </a:xfrm>
        </p:grpSpPr>
        <p:pic>
          <p:nvPicPr>
            <p:cNvPr id="4309" name="Google Shape;4309;p73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787395" y="7107936"/>
              <a:ext cx="271271" cy="113233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0" name="Google Shape;4310;p73"/>
            <p:cNvSpPr/>
            <p:nvPr/>
          </p:nvSpPr>
          <p:spPr>
            <a:xfrm>
              <a:off x="2912364" y="7019544"/>
              <a:ext cx="26034" cy="76200"/>
            </a:xfrm>
            <a:custGeom>
              <a:rect b="b" l="l" r="r" t="t"/>
              <a:pathLst>
                <a:path extrusionOk="0" h="76200" w="26035">
                  <a:moveTo>
                    <a:pt x="25908" y="76200"/>
                  </a:moveTo>
                  <a:lnTo>
                    <a:pt x="0" y="76200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76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11" name="Google Shape;4311;p73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857499" y="6624828"/>
              <a:ext cx="140208" cy="3718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12" name="Google Shape;4312;p73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787395" y="6109716"/>
              <a:ext cx="271271" cy="4907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313" name="Google Shape;4313;p73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3185160" y="9337547"/>
            <a:ext cx="204215" cy="109728"/>
          </a:xfrm>
          <a:prstGeom prst="rect">
            <a:avLst/>
          </a:prstGeom>
          <a:noFill/>
          <a:ln>
            <a:noFill/>
          </a:ln>
        </p:spPr>
      </p:pic>
      <p:sp>
        <p:nvSpPr>
          <p:cNvPr id="4314" name="Google Shape;4314;p73"/>
          <p:cNvSpPr/>
          <p:nvPr/>
        </p:nvSpPr>
        <p:spPr>
          <a:xfrm>
            <a:off x="3355847" y="9256776"/>
            <a:ext cx="33655" cy="33655"/>
          </a:xfrm>
          <a:custGeom>
            <a:rect b="b" l="l" r="r" t="t"/>
            <a:pathLst>
              <a:path extrusionOk="0" h="33654" w="33654">
                <a:moveTo>
                  <a:pt x="21336" y="33527"/>
                </a:moveTo>
                <a:lnTo>
                  <a:pt x="12192" y="33527"/>
                </a:lnTo>
                <a:lnTo>
                  <a:pt x="7620" y="32003"/>
                </a:lnTo>
                <a:lnTo>
                  <a:pt x="4572" y="28955"/>
                </a:lnTo>
                <a:lnTo>
                  <a:pt x="1524" y="25907"/>
                </a:lnTo>
                <a:lnTo>
                  <a:pt x="0" y="21335"/>
                </a:lnTo>
                <a:lnTo>
                  <a:pt x="0" y="12191"/>
                </a:lnTo>
                <a:lnTo>
                  <a:pt x="1524" y="7619"/>
                </a:lnTo>
                <a:lnTo>
                  <a:pt x="7620" y="1523"/>
                </a:lnTo>
                <a:lnTo>
                  <a:pt x="12192" y="0"/>
                </a:lnTo>
                <a:lnTo>
                  <a:pt x="21336" y="0"/>
                </a:lnTo>
                <a:lnTo>
                  <a:pt x="24384" y="1523"/>
                </a:lnTo>
                <a:lnTo>
                  <a:pt x="28956" y="4571"/>
                </a:lnTo>
                <a:lnTo>
                  <a:pt x="32004" y="7619"/>
                </a:lnTo>
                <a:lnTo>
                  <a:pt x="33528" y="12191"/>
                </a:lnTo>
                <a:lnTo>
                  <a:pt x="33528" y="21335"/>
                </a:lnTo>
                <a:lnTo>
                  <a:pt x="32004" y="25907"/>
                </a:lnTo>
                <a:lnTo>
                  <a:pt x="28956" y="28955"/>
                </a:lnTo>
                <a:lnTo>
                  <a:pt x="24384" y="32003"/>
                </a:lnTo>
                <a:lnTo>
                  <a:pt x="21336" y="335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315" name="Google Shape;4315;p73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188207" y="8813292"/>
            <a:ext cx="198120" cy="345947"/>
          </a:xfrm>
          <a:prstGeom prst="rect">
            <a:avLst/>
          </a:prstGeom>
          <a:noFill/>
          <a:ln>
            <a:noFill/>
          </a:ln>
        </p:spPr>
      </p:pic>
      <p:pic>
        <p:nvPicPr>
          <p:cNvPr id="4316" name="Google Shape;4316;p73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179063" y="6509004"/>
            <a:ext cx="271224" cy="2205227"/>
          </a:xfrm>
          <a:prstGeom prst="rect">
            <a:avLst/>
          </a:prstGeom>
          <a:noFill/>
          <a:ln>
            <a:noFill/>
          </a:ln>
        </p:spPr>
      </p:pic>
      <p:pic>
        <p:nvPicPr>
          <p:cNvPr id="4317" name="Google Shape;4317;p73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179063" y="5573267"/>
            <a:ext cx="271272" cy="8473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18" name="Google Shape;4318;p73"/>
          <p:cNvGrpSpPr/>
          <p:nvPr/>
        </p:nvGrpSpPr>
        <p:grpSpPr>
          <a:xfrm>
            <a:off x="3179063" y="4200144"/>
            <a:ext cx="271781" cy="1282191"/>
            <a:chOff x="3179063" y="4200144"/>
            <a:chExt cx="271781" cy="1282191"/>
          </a:xfrm>
        </p:grpSpPr>
        <p:sp>
          <p:nvSpPr>
            <p:cNvPr id="4319" name="Google Shape;4319;p73"/>
            <p:cNvSpPr/>
            <p:nvPr/>
          </p:nvSpPr>
          <p:spPr>
            <a:xfrm>
              <a:off x="3179063" y="5401055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135635" y="80772"/>
                  </a:moveTo>
                  <a:lnTo>
                    <a:pt x="92201" y="75247"/>
                  </a:lnTo>
                  <a:lnTo>
                    <a:pt x="53339" y="59436"/>
                  </a:lnTo>
                  <a:lnTo>
                    <a:pt x="20955" y="33147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11215" y="8834"/>
                  </a:lnTo>
                  <a:lnTo>
                    <a:pt x="17335" y="16954"/>
                  </a:lnTo>
                  <a:lnTo>
                    <a:pt x="52387" y="40767"/>
                  </a:lnTo>
                  <a:lnTo>
                    <a:pt x="89915" y="50768"/>
                  </a:lnTo>
                  <a:lnTo>
                    <a:pt x="131063" y="53340"/>
                  </a:lnTo>
                  <a:lnTo>
                    <a:pt x="146518" y="53054"/>
                  </a:lnTo>
                  <a:lnTo>
                    <a:pt x="187451" y="48768"/>
                  </a:lnTo>
                  <a:lnTo>
                    <a:pt x="226052" y="36814"/>
                  </a:lnTo>
                  <a:lnTo>
                    <a:pt x="259699" y="7453"/>
                  </a:lnTo>
                  <a:lnTo>
                    <a:pt x="265175" y="0"/>
                  </a:lnTo>
                  <a:lnTo>
                    <a:pt x="271271" y="0"/>
                  </a:lnTo>
                  <a:lnTo>
                    <a:pt x="245363" y="38100"/>
                  </a:lnTo>
                  <a:lnTo>
                    <a:pt x="209145" y="63817"/>
                  </a:lnTo>
                  <a:lnTo>
                    <a:pt x="165353" y="78295"/>
                  </a:lnTo>
                  <a:lnTo>
                    <a:pt x="150494" y="80176"/>
                  </a:lnTo>
                  <a:lnTo>
                    <a:pt x="135635" y="807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20" name="Google Shape;4320;p73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188208" y="5045963"/>
              <a:ext cx="198120" cy="3444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21" name="Google Shape;4321;p73"/>
            <p:cNvSpPr/>
            <p:nvPr/>
          </p:nvSpPr>
          <p:spPr>
            <a:xfrm>
              <a:off x="3183623" y="4462272"/>
              <a:ext cx="203200" cy="558165"/>
            </a:xfrm>
            <a:custGeom>
              <a:rect b="b" l="l" r="r" t="t"/>
              <a:pathLst>
                <a:path extrusionOk="0" h="558164" w="203200">
                  <a:moveTo>
                    <a:pt x="146316" y="481584"/>
                  </a:moveTo>
                  <a:lnTo>
                    <a:pt x="120408" y="481584"/>
                  </a:lnTo>
                  <a:lnTo>
                    <a:pt x="120408" y="557784"/>
                  </a:lnTo>
                  <a:lnTo>
                    <a:pt x="146316" y="557784"/>
                  </a:lnTo>
                  <a:lnTo>
                    <a:pt x="146316" y="481584"/>
                  </a:lnTo>
                  <a:close/>
                </a:path>
                <a:path extrusionOk="0" h="558164" w="203200">
                  <a:moveTo>
                    <a:pt x="202692" y="260604"/>
                  </a:moveTo>
                  <a:lnTo>
                    <a:pt x="198120" y="260604"/>
                  </a:lnTo>
                  <a:lnTo>
                    <a:pt x="196596" y="269748"/>
                  </a:lnTo>
                  <a:lnTo>
                    <a:pt x="195072" y="275844"/>
                  </a:lnTo>
                  <a:lnTo>
                    <a:pt x="190500" y="280416"/>
                  </a:lnTo>
                  <a:lnTo>
                    <a:pt x="187096" y="283870"/>
                  </a:lnTo>
                  <a:lnTo>
                    <a:pt x="181546" y="287464"/>
                  </a:lnTo>
                  <a:lnTo>
                    <a:pt x="174002" y="291350"/>
                  </a:lnTo>
                  <a:lnTo>
                    <a:pt x="164592" y="295656"/>
                  </a:lnTo>
                  <a:lnTo>
                    <a:pt x="126492" y="310832"/>
                  </a:lnTo>
                  <a:lnTo>
                    <a:pt x="126492" y="339852"/>
                  </a:lnTo>
                  <a:lnTo>
                    <a:pt x="126492" y="406908"/>
                  </a:lnTo>
                  <a:lnTo>
                    <a:pt x="47244" y="371856"/>
                  </a:lnTo>
                  <a:lnTo>
                    <a:pt x="126492" y="339852"/>
                  </a:lnTo>
                  <a:lnTo>
                    <a:pt x="126492" y="310832"/>
                  </a:lnTo>
                  <a:lnTo>
                    <a:pt x="0" y="361188"/>
                  </a:lnTo>
                  <a:lnTo>
                    <a:pt x="0" y="365760"/>
                  </a:lnTo>
                  <a:lnTo>
                    <a:pt x="163068" y="435864"/>
                  </a:lnTo>
                  <a:lnTo>
                    <a:pt x="172745" y="440207"/>
                  </a:lnTo>
                  <a:lnTo>
                    <a:pt x="198120" y="467868"/>
                  </a:lnTo>
                  <a:lnTo>
                    <a:pt x="202692" y="467868"/>
                  </a:lnTo>
                  <a:lnTo>
                    <a:pt x="202692" y="429768"/>
                  </a:lnTo>
                  <a:lnTo>
                    <a:pt x="202692" y="406908"/>
                  </a:lnTo>
                  <a:lnTo>
                    <a:pt x="198120" y="406908"/>
                  </a:lnTo>
                  <a:lnTo>
                    <a:pt x="187452" y="429768"/>
                  </a:lnTo>
                  <a:lnTo>
                    <a:pt x="181356" y="429768"/>
                  </a:lnTo>
                  <a:lnTo>
                    <a:pt x="175260" y="428244"/>
                  </a:lnTo>
                  <a:lnTo>
                    <a:pt x="167640" y="425196"/>
                  </a:lnTo>
                  <a:lnTo>
                    <a:pt x="137160" y="411480"/>
                  </a:lnTo>
                  <a:lnTo>
                    <a:pt x="137160" y="406908"/>
                  </a:lnTo>
                  <a:lnTo>
                    <a:pt x="137160" y="339852"/>
                  </a:lnTo>
                  <a:lnTo>
                    <a:pt x="137160" y="335280"/>
                  </a:lnTo>
                  <a:lnTo>
                    <a:pt x="164592" y="324612"/>
                  </a:lnTo>
                  <a:lnTo>
                    <a:pt x="173736" y="321564"/>
                  </a:lnTo>
                  <a:lnTo>
                    <a:pt x="181356" y="318516"/>
                  </a:lnTo>
                  <a:lnTo>
                    <a:pt x="188976" y="318516"/>
                  </a:lnTo>
                  <a:lnTo>
                    <a:pt x="192024" y="320040"/>
                  </a:lnTo>
                  <a:lnTo>
                    <a:pt x="193548" y="323088"/>
                  </a:lnTo>
                  <a:lnTo>
                    <a:pt x="196596" y="326136"/>
                  </a:lnTo>
                  <a:lnTo>
                    <a:pt x="196596" y="330708"/>
                  </a:lnTo>
                  <a:lnTo>
                    <a:pt x="198120" y="338328"/>
                  </a:lnTo>
                  <a:lnTo>
                    <a:pt x="202692" y="338328"/>
                  </a:lnTo>
                  <a:lnTo>
                    <a:pt x="202692" y="318516"/>
                  </a:lnTo>
                  <a:lnTo>
                    <a:pt x="202692" y="260604"/>
                  </a:lnTo>
                  <a:close/>
                </a:path>
                <a:path extrusionOk="0" h="558164" w="203200">
                  <a:moveTo>
                    <a:pt x="202692" y="0"/>
                  </a:moveTo>
                  <a:lnTo>
                    <a:pt x="198120" y="0"/>
                  </a:lnTo>
                  <a:lnTo>
                    <a:pt x="198120" y="13716"/>
                  </a:lnTo>
                  <a:lnTo>
                    <a:pt x="195072" y="19812"/>
                  </a:lnTo>
                  <a:lnTo>
                    <a:pt x="190500" y="22860"/>
                  </a:lnTo>
                  <a:lnTo>
                    <a:pt x="187452" y="25908"/>
                  </a:lnTo>
                  <a:lnTo>
                    <a:pt x="179832" y="27432"/>
                  </a:lnTo>
                  <a:lnTo>
                    <a:pt x="27432" y="27432"/>
                  </a:lnTo>
                  <a:lnTo>
                    <a:pt x="19812" y="25908"/>
                  </a:lnTo>
                  <a:lnTo>
                    <a:pt x="16764" y="22860"/>
                  </a:lnTo>
                  <a:lnTo>
                    <a:pt x="10668" y="19812"/>
                  </a:lnTo>
                  <a:lnTo>
                    <a:pt x="9144" y="13716"/>
                  </a:lnTo>
                  <a:lnTo>
                    <a:pt x="9144" y="0"/>
                  </a:lnTo>
                  <a:lnTo>
                    <a:pt x="4572" y="0"/>
                  </a:lnTo>
                  <a:lnTo>
                    <a:pt x="4572" y="51816"/>
                  </a:lnTo>
                  <a:lnTo>
                    <a:pt x="158496" y="126492"/>
                  </a:lnTo>
                  <a:lnTo>
                    <a:pt x="4572" y="196596"/>
                  </a:lnTo>
                  <a:lnTo>
                    <a:pt x="4572" y="252984"/>
                  </a:lnTo>
                  <a:lnTo>
                    <a:pt x="9144" y="252984"/>
                  </a:lnTo>
                  <a:lnTo>
                    <a:pt x="9144" y="239268"/>
                  </a:lnTo>
                  <a:lnTo>
                    <a:pt x="12192" y="234696"/>
                  </a:lnTo>
                  <a:lnTo>
                    <a:pt x="13716" y="231648"/>
                  </a:lnTo>
                  <a:lnTo>
                    <a:pt x="16764" y="228600"/>
                  </a:lnTo>
                  <a:lnTo>
                    <a:pt x="22860" y="225552"/>
                  </a:lnTo>
                  <a:lnTo>
                    <a:pt x="185928" y="225552"/>
                  </a:lnTo>
                  <a:lnTo>
                    <a:pt x="188976" y="228600"/>
                  </a:lnTo>
                  <a:lnTo>
                    <a:pt x="195072" y="231648"/>
                  </a:lnTo>
                  <a:lnTo>
                    <a:pt x="198120" y="237744"/>
                  </a:lnTo>
                  <a:lnTo>
                    <a:pt x="198120" y="252984"/>
                  </a:lnTo>
                  <a:lnTo>
                    <a:pt x="202692" y="252984"/>
                  </a:lnTo>
                  <a:lnTo>
                    <a:pt x="202692" y="185928"/>
                  </a:lnTo>
                  <a:lnTo>
                    <a:pt x="198120" y="185928"/>
                  </a:lnTo>
                  <a:lnTo>
                    <a:pt x="198120" y="199644"/>
                  </a:lnTo>
                  <a:lnTo>
                    <a:pt x="195072" y="205740"/>
                  </a:lnTo>
                  <a:lnTo>
                    <a:pt x="190500" y="208788"/>
                  </a:lnTo>
                  <a:lnTo>
                    <a:pt x="187452" y="211836"/>
                  </a:lnTo>
                  <a:lnTo>
                    <a:pt x="179832" y="213360"/>
                  </a:lnTo>
                  <a:lnTo>
                    <a:pt x="35052" y="213360"/>
                  </a:lnTo>
                  <a:lnTo>
                    <a:pt x="202692" y="137160"/>
                  </a:lnTo>
                  <a:lnTo>
                    <a:pt x="202692" y="134112"/>
                  </a:lnTo>
                  <a:lnTo>
                    <a:pt x="35052" y="54864"/>
                  </a:lnTo>
                  <a:lnTo>
                    <a:pt x="185928" y="54864"/>
                  </a:lnTo>
                  <a:lnTo>
                    <a:pt x="188976" y="57912"/>
                  </a:lnTo>
                  <a:lnTo>
                    <a:pt x="195072" y="60960"/>
                  </a:lnTo>
                  <a:lnTo>
                    <a:pt x="198120" y="67056"/>
                  </a:lnTo>
                  <a:lnTo>
                    <a:pt x="198120" y="82296"/>
                  </a:lnTo>
                  <a:lnTo>
                    <a:pt x="202692" y="82296"/>
                  </a:lnTo>
                  <a:lnTo>
                    <a:pt x="20269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22" name="Google Shape;4322;p73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183635" y="4308347"/>
              <a:ext cx="207263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23" name="Google Shape;4323;p73"/>
            <p:cNvSpPr/>
            <p:nvPr/>
          </p:nvSpPr>
          <p:spPr>
            <a:xfrm>
              <a:off x="3179064" y="4200144"/>
              <a:ext cx="271780" cy="81280"/>
            </a:xfrm>
            <a:custGeom>
              <a:rect b="b" l="l" r="r" t="t"/>
              <a:pathLst>
                <a:path extrusionOk="0" h="81279" w="271779">
                  <a:moveTo>
                    <a:pt x="271272" y="80771"/>
                  </a:moveTo>
                  <a:lnTo>
                    <a:pt x="265175" y="80771"/>
                  </a:lnTo>
                  <a:lnTo>
                    <a:pt x="259175" y="72175"/>
                  </a:lnTo>
                  <a:lnTo>
                    <a:pt x="252603" y="64579"/>
                  </a:lnTo>
                  <a:lnTo>
                    <a:pt x="217932" y="41528"/>
                  </a:lnTo>
                  <a:lnTo>
                    <a:pt x="180689" y="31289"/>
                  </a:lnTo>
                  <a:lnTo>
                    <a:pt x="138683" y="27431"/>
                  </a:lnTo>
                  <a:lnTo>
                    <a:pt x="123872" y="27955"/>
                  </a:lnTo>
                  <a:lnTo>
                    <a:pt x="109346" y="29336"/>
                  </a:lnTo>
                  <a:lnTo>
                    <a:pt x="95392" y="31289"/>
                  </a:lnTo>
                  <a:lnTo>
                    <a:pt x="82295" y="33527"/>
                  </a:lnTo>
                  <a:lnTo>
                    <a:pt x="72580" y="34956"/>
                  </a:lnTo>
                  <a:lnTo>
                    <a:pt x="64007" y="36956"/>
                  </a:lnTo>
                  <a:lnTo>
                    <a:pt x="56578" y="39528"/>
                  </a:lnTo>
                  <a:lnTo>
                    <a:pt x="50291" y="42671"/>
                  </a:lnTo>
                  <a:lnTo>
                    <a:pt x="44576" y="45243"/>
                  </a:lnTo>
                  <a:lnTo>
                    <a:pt x="10929" y="73961"/>
                  </a:lnTo>
                  <a:lnTo>
                    <a:pt x="6095" y="80771"/>
                  </a:lnTo>
                  <a:lnTo>
                    <a:pt x="0" y="80771"/>
                  </a:lnTo>
                  <a:lnTo>
                    <a:pt x="25907" y="44195"/>
                  </a:lnTo>
                  <a:lnTo>
                    <a:pt x="61269" y="18478"/>
                  </a:lnTo>
                  <a:lnTo>
                    <a:pt x="104584" y="3238"/>
                  </a:lnTo>
                  <a:lnTo>
                    <a:pt x="135635" y="0"/>
                  </a:lnTo>
                  <a:lnTo>
                    <a:pt x="157067" y="1428"/>
                  </a:lnTo>
                  <a:lnTo>
                    <a:pt x="198215" y="12858"/>
                  </a:lnTo>
                  <a:lnTo>
                    <a:pt x="235053" y="35123"/>
                  </a:lnTo>
                  <a:lnTo>
                    <a:pt x="261866" y="64222"/>
                  </a:lnTo>
                  <a:lnTo>
                    <a:pt x="271272" y="807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24" name="Google Shape;4324;p73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179063" y="2828543"/>
            <a:ext cx="271272" cy="12786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25" name="Google Shape;4325;p73"/>
          <p:cNvGrpSpPr/>
          <p:nvPr/>
        </p:nvGrpSpPr>
        <p:grpSpPr>
          <a:xfrm>
            <a:off x="3576827" y="9256776"/>
            <a:ext cx="204344" cy="196596"/>
            <a:chOff x="3576827" y="9256776"/>
            <a:chExt cx="204344" cy="196596"/>
          </a:xfrm>
        </p:grpSpPr>
        <p:pic>
          <p:nvPicPr>
            <p:cNvPr id="4326" name="Google Shape;4326;p73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576827" y="9320784"/>
              <a:ext cx="201168" cy="1325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27" name="Google Shape;4327;p73"/>
            <p:cNvSpPr/>
            <p:nvPr/>
          </p:nvSpPr>
          <p:spPr>
            <a:xfrm>
              <a:off x="3747516" y="9256776"/>
              <a:ext cx="33655" cy="33655"/>
            </a:xfrm>
            <a:custGeom>
              <a:rect b="b" l="l" r="r" t="t"/>
              <a:pathLst>
                <a:path extrusionOk="0" h="33654" w="33654">
                  <a:moveTo>
                    <a:pt x="21336" y="33527"/>
                  </a:moveTo>
                  <a:lnTo>
                    <a:pt x="10668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4384" y="1523"/>
                  </a:lnTo>
                  <a:lnTo>
                    <a:pt x="27432" y="4571"/>
                  </a:lnTo>
                  <a:lnTo>
                    <a:pt x="32004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7432" y="28955"/>
                  </a:lnTo>
                  <a:lnTo>
                    <a:pt x="24384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28" name="Google Shape;4328;p73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570732" y="7697723"/>
            <a:ext cx="271272" cy="1459992"/>
          </a:xfrm>
          <a:prstGeom prst="rect">
            <a:avLst/>
          </a:prstGeom>
          <a:noFill/>
          <a:ln>
            <a:noFill/>
          </a:ln>
        </p:spPr>
      </p:pic>
      <p:pic>
        <p:nvPicPr>
          <p:cNvPr id="4329" name="Google Shape;4329;p73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570732" y="7196328"/>
            <a:ext cx="210312" cy="4175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30" name="Google Shape;4330;p73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570732" y="6288024"/>
            <a:ext cx="271272" cy="8199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31" name="Google Shape;4331;p73"/>
          <p:cNvGrpSpPr/>
          <p:nvPr/>
        </p:nvGrpSpPr>
        <p:grpSpPr>
          <a:xfrm>
            <a:off x="3970020" y="9256776"/>
            <a:ext cx="201295" cy="187450"/>
            <a:chOff x="3970020" y="9256776"/>
            <a:chExt cx="201295" cy="187450"/>
          </a:xfrm>
        </p:grpSpPr>
        <p:pic>
          <p:nvPicPr>
            <p:cNvPr id="4332" name="Google Shape;4332;p73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970020" y="9331451"/>
              <a:ext cx="201168" cy="1127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33" name="Google Shape;4333;p73"/>
            <p:cNvSpPr/>
            <p:nvPr/>
          </p:nvSpPr>
          <p:spPr>
            <a:xfrm>
              <a:off x="4137660" y="9256776"/>
              <a:ext cx="33655" cy="33655"/>
            </a:xfrm>
            <a:custGeom>
              <a:rect b="b" l="l" r="r" t="t"/>
              <a:pathLst>
                <a:path extrusionOk="0" h="33654" w="33654">
                  <a:moveTo>
                    <a:pt x="21336" y="33527"/>
                  </a:moveTo>
                  <a:lnTo>
                    <a:pt x="12192" y="33527"/>
                  </a:lnTo>
                  <a:lnTo>
                    <a:pt x="9144" y="32003"/>
                  </a:lnTo>
                  <a:lnTo>
                    <a:pt x="6096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6096" y="4571"/>
                  </a:lnTo>
                  <a:lnTo>
                    <a:pt x="9144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5908" y="1523"/>
                  </a:lnTo>
                  <a:lnTo>
                    <a:pt x="32004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5908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34" name="Google Shape;4334;p73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960876" y="8325611"/>
            <a:ext cx="271271" cy="833627"/>
          </a:xfrm>
          <a:prstGeom prst="rect">
            <a:avLst/>
          </a:prstGeom>
          <a:noFill/>
          <a:ln>
            <a:noFill/>
          </a:ln>
        </p:spPr>
      </p:pic>
      <p:pic>
        <p:nvPicPr>
          <p:cNvPr id="4335" name="Google Shape;4335;p73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960876" y="4396740"/>
            <a:ext cx="271272" cy="3843527"/>
          </a:xfrm>
          <a:prstGeom prst="rect">
            <a:avLst/>
          </a:prstGeom>
          <a:noFill/>
          <a:ln>
            <a:noFill/>
          </a:ln>
        </p:spPr>
      </p:pic>
      <p:pic>
        <p:nvPicPr>
          <p:cNvPr id="4336" name="Google Shape;4336;p73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3960876" y="2813303"/>
            <a:ext cx="210312" cy="14950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37" name="Google Shape;4337;p73"/>
          <p:cNvGrpSpPr/>
          <p:nvPr/>
        </p:nvGrpSpPr>
        <p:grpSpPr>
          <a:xfrm>
            <a:off x="4358640" y="9256776"/>
            <a:ext cx="204343" cy="190499"/>
            <a:chOff x="4358640" y="9256776"/>
            <a:chExt cx="204343" cy="190499"/>
          </a:xfrm>
        </p:grpSpPr>
        <p:pic>
          <p:nvPicPr>
            <p:cNvPr id="4338" name="Google Shape;4338;p73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4358640" y="9322307"/>
              <a:ext cx="204216" cy="1249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39" name="Google Shape;4339;p73"/>
            <p:cNvSpPr/>
            <p:nvPr/>
          </p:nvSpPr>
          <p:spPr>
            <a:xfrm>
              <a:off x="4529328" y="9256776"/>
              <a:ext cx="33655" cy="33655"/>
            </a:xfrm>
            <a:custGeom>
              <a:rect b="b" l="l" r="r" t="t"/>
              <a:pathLst>
                <a:path extrusionOk="0" h="33654" w="33654">
                  <a:moveTo>
                    <a:pt x="21336" y="33527"/>
                  </a:moveTo>
                  <a:lnTo>
                    <a:pt x="12192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4572" y="4571"/>
                  </a:lnTo>
                  <a:lnTo>
                    <a:pt x="9144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5908" y="1523"/>
                  </a:lnTo>
                  <a:lnTo>
                    <a:pt x="32004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5908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0" name="Google Shape;4340;p73"/>
          <p:cNvGrpSpPr/>
          <p:nvPr/>
        </p:nvGrpSpPr>
        <p:grpSpPr>
          <a:xfrm>
            <a:off x="4352544" y="5579364"/>
            <a:ext cx="271272" cy="3578351"/>
            <a:chOff x="4352544" y="5579364"/>
            <a:chExt cx="271272" cy="3578351"/>
          </a:xfrm>
        </p:grpSpPr>
        <p:pic>
          <p:nvPicPr>
            <p:cNvPr id="4341" name="Google Shape;4341;p73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4361688" y="8991600"/>
              <a:ext cx="198120" cy="1661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42" name="Google Shape;4342;p73"/>
            <p:cNvSpPr/>
            <p:nvPr/>
          </p:nvSpPr>
          <p:spPr>
            <a:xfrm>
              <a:off x="4422635" y="8619744"/>
              <a:ext cx="140335" cy="352425"/>
            </a:xfrm>
            <a:custGeom>
              <a:rect b="b" l="l" r="r" t="t"/>
              <a:pathLst>
                <a:path extrusionOk="0" h="352425" w="140335">
                  <a:moveTo>
                    <a:pt x="140208" y="289560"/>
                  </a:moveTo>
                  <a:lnTo>
                    <a:pt x="131064" y="256032"/>
                  </a:lnTo>
                  <a:lnTo>
                    <a:pt x="131064" y="283464"/>
                  </a:lnTo>
                  <a:lnTo>
                    <a:pt x="129882" y="292303"/>
                  </a:lnTo>
                  <a:lnTo>
                    <a:pt x="98869" y="318833"/>
                  </a:lnTo>
                  <a:lnTo>
                    <a:pt x="87223" y="322046"/>
                  </a:lnTo>
                  <a:lnTo>
                    <a:pt x="87541" y="322046"/>
                  </a:lnTo>
                  <a:lnTo>
                    <a:pt x="73723" y="324027"/>
                  </a:lnTo>
                  <a:lnTo>
                    <a:pt x="59436" y="324612"/>
                  </a:lnTo>
                  <a:lnTo>
                    <a:pt x="50850" y="324332"/>
                  </a:lnTo>
                  <a:lnTo>
                    <a:pt x="10668" y="303276"/>
                  </a:lnTo>
                  <a:lnTo>
                    <a:pt x="9144" y="297180"/>
                  </a:lnTo>
                  <a:lnTo>
                    <a:pt x="9182" y="292303"/>
                  </a:lnTo>
                  <a:lnTo>
                    <a:pt x="34251" y="259829"/>
                  </a:lnTo>
                  <a:lnTo>
                    <a:pt x="79248" y="251460"/>
                  </a:lnTo>
                  <a:lnTo>
                    <a:pt x="92735" y="252031"/>
                  </a:lnTo>
                  <a:lnTo>
                    <a:pt x="128397" y="270891"/>
                  </a:lnTo>
                  <a:lnTo>
                    <a:pt x="131064" y="283464"/>
                  </a:lnTo>
                  <a:lnTo>
                    <a:pt x="131064" y="256032"/>
                  </a:lnTo>
                  <a:lnTo>
                    <a:pt x="94488" y="229171"/>
                  </a:lnTo>
                  <a:lnTo>
                    <a:pt x="67056" y="224028"/>
                  </a:lnTo>
                  <a:lnTo>
                    <a:pt x="55016" y="225132"/>
                  </a:lnTo>
                  <a:lnTo>
                    <a:pt x="12865" y="249250"/>
                  </a:lnTo>
                  <a:lnTo>
                    <a:pt x="0" y="288036"/>
                  </a:lnTo>
                  <a:lnTo>
                    <a:pt x="114" y="289560"/>
                  </a:lnTo>
                  <a:lnTo>
                    <a:pt x="571" y="296037"/>
                  </a:lnTo>
                  <a:lnTo>
                    <a:pt x="19812" y="332613"/>
                  </a:lnTo>
                  <a:lnTo>
                    <a:pt x="62484" y="351472"/>
                  </a:lnTo>
                  <a:lnTo>
                    <a:pt x="71628" y="352044"/>
                  </a:lnTo>
                  <a:lnTo>
                    <a:pt x="83896" y="351167"/>
                  </a:lnTo>
                  <a:lnTo>
                    <a:pt x="126707" y="327710"/>
                  </a:lnTo>
                  <a:lnTo>
                    <a:pt x="138811" y="303276"/>
                  </a:lnTo>
                  <a:lnTo>
                    <a:pt x="140208" y="289560"/>
                  </a:lnTo>
                  <a:close/>
                </a:path>
                <a:path extrusionOk="0" h="352425" w="140335">
                  <a:moveTo>
                    <a:pt x="140208" y="64008"/>
                  </a:moveTo>
                  <a:lnTo>
                    <a:pt x="24384" y="19812"/>
                  </a:lnTo>
                  <a:lnTo>
                    <a:pt x="7620" y="0"/>
                  </a:lnTo>
                  <a:lnTo>
                    <a:pt x="3048" y="0"/>
                  </a:lnTo>
                  <a:lnTo>
                    <a:pt x="3048" y="41148"/>
                  </a:lnTo>
                  <a:lnTo>
                    <a:pt x="7620" y="41148"/>
                  </a:lnTo>
                  <a:lnTo>
                    <a:pt x="7620" y="35052"/>
                  </a:lnTo>
                  <a:lnTo>
                    <a:pt x="9144" y="32004"/>
                  </a:lnTo>
                  <a:lnTo>
                    <a:pt x="10668" y="30480"/>
                  </a:lnTo>
                  <a:lnTo>
                    <a:pt x="12192" y="27432"/>
                  </a:lnTo>
                  <a:lnTo>
                    <a:pt x="18288" y="27432"/>
                  </a:lnTo>
                  <a:lnTo>
                    <a:pt x="22860" y="28956"/>
                  </a:lnTo>
                  <a:lnTo>
                    <a:pt x="28956" y="30480"/>
                  </a:lnTo>
                  <a:lnTo>
                    <a:pt x="102108" y="57912"/>
                  </a:lnTo>
                  <a:lnTo>
                    <a:pt x="25908" y="89916"/>
                  </a:lnTo>
                  <a:lnTo>
                    <a:pt x="24384" y="91440"/>
                  </a:lnTo>
                  <a:lnTo>
                    <a:pt x="13716" y="91440"/>
                  </a:lnTo>
                  <a:lnTo>
                    <a:pt x="9144" y="86868"/>
                  </a:lnTo>
                  <a:lnTo>
                    <a:pt x="7620" y="82296"/>
                  </a:lnTo>
                  <a:lnTo>
                    <a:pt x="7620" y="74676"/>
                  </a:lnTo>
                  <a:lnTo>
                    <a:pt x="3048" y="74676"/>
                  </a:lnTo>
                  <a:lnTo>
                    <a:pt x="3048" y="138684"/>
                  </a:lnTo>
                  <a:lnTo>
                    <a:pt x="7620" y="138684"/>
                  </a:lnTo>
                  <a:lnTo>
                    <a:pt x="7620" y="132588"/>
                  </a:lnTo>
                  <a:lnTo>
                    <a:pt x="9144" y="128016"/>
                  </a:lnTo>
                  <a:lnTo>
                    <a:pt x="10668" y="126492"/>
                  </a:lnTo>
                  <a:lnTo>
                    <a:pt x="12192" y="121920"/>
                  </a:lnTo>
                  <a:lnTo>
                    <a:pt x="16764" y="118872"/>
                  </a:lnTo>
                  <a:lnTo>
                    <a:pt x="22860" y="117348"/>
                  </a:lnTo>
                  <a:lnTo>
                    <a:pt x="42672" y="109728"/>
                  </a:lnTo>
                  <a:lnTo>
                    <a:pt x="102108" y="137160"/>
                  </a:lnTo>
                  <a:lnTo>
                    <a:pt x="27432" y="166116"/>
                  </a:lnTo>
                  <a:lnTo>
                    <a:pt x="24384" y="167640"/>
                  </a:lnTo>
                  <a:lnTo>
                    <a:pt x="19812" y="169164"/>
                  </a:lnTo>
                  <a:lnTo>
                    <a:pt x="13716" y="169164"/>
                  </a:lnTo>
                  <a:lnTo>
                    <a:pt x="9144" y="164592"/>
                  </a:lnTo>
                  <a:lnTo>
                    <a:pt x="7620" y="161544"/>
                  </a:lnTo>
                  <a:lnTo>
                    <a:pt x="7620" y="155448"/>
                  </a:lnTo>
                  <a:lnTo>
                    <a:pt x="3048" y="155448"/>
                  </a:lnTo>
                  <a:lnTo>
                    <a:pt x="3048" y="213360"/>
                  </a:lnTo>
                  <a:lnTo>
                    <a:pt x="7620" y="213360"/>
                  </a:lnTo>
                  <a:lnTo>
                    <a:pt x="9144" y="207264"/>
                  </a:lnTo>
                  <a:lnTo>
                    <a:pt x="10668" y="202692"/>
                  </a:lnTo>
                  <a:lnTo>
                    <a:pt x="13716" y="199644"/>
                  </a:lnTo>
                  <a:lnTo>
                    <a:pt x="16764" y="198120"/>
                  </a:lnTo>
                  <a:lnTo>
                    <a:pt x="21336" y="195072"/>
                  </a:lnTo>
                  <a:lnTo>
                    <a:pt x="140208" y="147828"/>
                  </a:lnTo>
                  <a:lnTo>
                    <a:pt x="140208" y="143256"/>
                  </a:lnTo>
                  <a:lnTo>
                    <a:pt x="53340" y="105156"/>
                  </a:lnTo>
                  <a:lnTo>
                    <a:pt x="140208" y="68580"/>
                  </a:lnTo>
                  <a:lnTo>
                    <a:pt x="140208" y="640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43" name="Google Shape;4343;p73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4352544" y="5579364"/>
              <a:ext cx="271272" cy="303123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344" name="Google Shape;4344;p73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4352544" y="4620767"/>
            <a:ext cx="271271" cy="8702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45" name="Google Shape;4345;p73"/>
          <p:cNvGrpSpPr/>
          <p:nvPr/>
        </p:nvGrpSpPr>
        <p:grpSpPr>
          <a:xfrm>
            <a:off x="4753355" y="9256776"/>
            <a:ext cx="201295" cy="190499"/>
            <a:chOff x="4753355" y="9256776"/>
            <a:chExt cx="201295" cy="190499"/>
          </a:xfrm>
        </p:grpSpPr>
        <p:pic>
          <p:nvPicPr>
            <p:cNvPr id="4346" name="Google Shape;4346;p73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4753355" y="9325356"/>
              <a:ext cx="201168" cy="1219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47" name="Google Shape;4347;p73"/>
            <p:cNvSpPr/>
            <p:nvPr/>
          </p:nvSpPr>
          <p:spPr>
            <a:xfrm>
              <a:off x="4920995" y="9256776"/>
              <a:ext cx="33655" cy="33655"/>
            </a:xfrm>
            <a:custGeom>
              <a:rect b="b" l="l" r="r" t="t"/>
              <a:pathLst>
                <a:path extrusionOk="0" h="33654" w="33654">
                  <a:moveTo>
                    <a:pt x="21336" y="33527"/>
                  </a:moveTo>
                  <a:lnTo>
                    <a:pt x="12192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5908" y="1523"/>
                  </a:lnTo>
                  <a:lnTo>
                    <a:pt x="32004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5908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48" name="Google Shape;4348;p73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744211" y="7295388"/>
            <a:ext cx="271272" cy="18577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9" name="Google Shape;4349;p73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4744211" y="6784848"/>
            <a:ext cx="210312" cy="417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350" name="Google Shape;4350;p73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4744211" y="5524500"/>
            <a:ext cx="271272" cy="11795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51" name="Google Shape;4351;p73"/>
          <p:cNvGrpSpPr/>
          <p:nvPr/>
        </p:nvGrpSpPr>
        <p:grpSpPr>
          <a:xfrm>
            <a:off x="4744199" y="4754879"/>
            <a:ext cx="271780" cy="692405"/>
            <a:chOff x="4744199" y="4754879"/>
            <a:chExt cx="271780" cy="692405"/>
          </a:xfrm>
        </p:grpSpPr>
        <p:sp>
          <p:nvSpPr>
            <p:cNvPr id="4352" name="Google Shape;4352;p73"/>
            <p:cNvSpPr/>
            <p:nvPr/>
          </p:nvSpPr>
          <p:spPr>
            <a:xfrm>
              <a:off x="4744199" y="4870704"/>
              <a:ext cx="271780" cy="576580"/>
            </a:xfrm>
            <a:custGeom>
              <a:rect b="b" l="l" r="r" t="t"/>
              <a:pathLst>
                <a:path extrusionOk="0" h="576579" w="271779">
                  <a:moveTo>
                    <a:pt x="32004" y="158496"/>
                  </a:moveTo>
                  <a:lnTo>
                    <a:pt x="30480" y="153924"/>
                  </a:lnTo>
                  <a:lnTo>
                    <a:pt x="24384" y="147828"/>
                  </a:lnTo>
                  <a:lnTo>
                    <a:pt x="19812" y="146304"/>
                  </a:lnTo>
                  <a:lnTo>
                    <a:pt x="12192" y="146304"/>
                  </a:lnTo>
                  <a:lnTo>
                    <a:pt x="7620" y="147828"/>
                  </a:lnTo>
                  <a:lnTo>
                    <a:pt x="1524" y="153924"/>
                  </a:lnTo>
                  <a:lnTo>
                    <a:pt x="0" y="158496"/>
                  </a:lnTo>
                  <a:lnTo>
                    <a:pt x="0" y="166116"/>
                  </a:lnTo>
                  <a:lnTo>
                    <a:pt x="1524" y="170688"/>
                  </a:lnTo>
                  <a:lnTo>
                    <a:pt x="7620" y="176784"/>
                  </a:lnTo>
                  <a:lnTo>
                    <a:pt x="12192" y="178308"/>
                  </a:lnTo>
                  <a:lnTo>
                    <a:pt x="19812" y="178308"/>
                  </a:lnTo>
                  <a:lnTo>
                    <a:pt x="24384" y="176784"/>
                  </a:lnTo>
                  <a:lnTo>
                    <a:pt x="30480" y="170688"/>
                  </a:lnTo>
                  <a:lnTo>
                    <a:pt x="32004" y="166116"/>
                  </a:lnTo>
                  <a:lnTo>
                    <a:pt x="32004" y="158496"/>
                  </a:lnTo>
                  <a:close/>
                </a:path>
                <a:path extrusionOk="0" h="576579" w="271779">
                  <a:moveTo>
                    <a:pt x="207264" y="129540"/>
                  </a:moveTo>
                  <a:lnTo>
                    <a:pt x="202692" y="129540"/>
                  </a:lnTo>
                  <a:lnTo>
                    <a:pt x="202692" y="140208"/>
                  </a:lnTo>
                  <a:lnTo>
                    <a:pt x="201168" y="141732"/>
                  </a:lnTo>
                  <a:lnTo>
                    <a:pt x="199644" y="144780"/>
                  </a:lnTo>
                  <a:lnTo>
                    <a:pt x="190500" y="149352"/>
                  </a:lnTo>
                  <a:lnTo>
                    <a:pt x="70104" y="149352"/>
                  </a:lnTo>
                  <a:lnTo>
                    <a:pt x="70104" y="155448"/>
                  </a:lnTo>
                  <a:lnTo>
                    <a:pt x="86868" y="196596"/>
                  </a:lnTo>
                  <a:lnTo>
                    <a:pt x="91440" y="195072"/>
                  </a:lnTo>
                  <a:lnTo>
                    <a:pt x="89916" y="190500"/>
                  </a:lnTo>
                  <a:lnTo>
                    <a:pt x="89916" y="179832"/>
                  </a:lnTo>
                  <a:lnTo>
                    <a:pt x="94488" y="175260"/>
                  </a:lnTo>
                  <a:lnTo>
                    <a:pt x="97536" y="175260"/>
                  </a:lnTo>
                  <a:lnTo>
                    <a:pt x="101854" y="174383"/>
                  </a:lnTo>
                  <a:lnTo>
                    <a:pt x="108013" y="173926"/>
                  </a:lnTo>
                  <a:lnTo>
                    <a:pt x="117348" y="173736"/>
                  </a:lnTo>
                  <a:lnTo>
                    <a:pt x="190500" y="173736"/>
                  </a:lnTo>
                  <a:lnTo>
                    <a:pt x="199644" y="178308"/>
                  </a:lnTo>
                  <a:lnTo>
                    <a:pt x="201168" y="181356"/>
                  </a:lnTo>
                  <a:lnTo>
                    <a:pt x="202692" y="182880"/>
                  </a:lnTo>
                  <a:lnTo>
                    <a:pt x="202692" y="193548"/>
                  </a:lnTo>
                  <a:lnTo>
                    <a:pt x="207264" y="193548"/>
                  </a:lnTo>
                  <a:lnTo>
                    <a:pt x="207264" y="173736"/>
                  </a:lnTo>
                  <a:lnTo>
                    <a:pt x="207264" y="129540"/>
                  </a:lnTo>
                  <a:close/>
                </a:path>
                <a:path extrusionOk="0" h="576579" w="271779">
                  <a:moveTo>
                    <a:pt x="210312" y="513588"/>
                  </a:moveTo>
                  <a:lnTo>
                    <a:pt x="201168" y="480060"/>
                  </a:lnTo>
                  <a:lnTo>
                    <a:pt x="201168" y="507492"/>
                  </a:lnTo>
                  <a:lnTo>
                    <a:pt x="199771" y="516331"/>
                  </a:lnTo>
                  <a:lnTo>
                    <a:pt x="168973" y="542861"/>
                  </a:lnTo>
                  <a:lnTo>
                    <a:pt x="157327" y="546074"/>
                  </a:lnTo>
                  <a:lnTo>
                    <a:pt x="157645" y="546074"/>
                  </a:lnTo>
                  <a:lnTo>
                    <a:pt x="143827" y="548055"/>
                  </a:lnTo>
                  <a:lnTo>
                    <a:pt x="129540" y="548640"/>
                  </a:lnTo>
                  <a:lnTo>
                    <a:pt x="120954" y="548360"/>
                  </a:lnTo>
                  <a:lnTo>
                    <a:pt x="83820" y="531876"/>
                  </a:lnTo>
                  <a:lnTo>
                    <a:pt x="83743" y="531710"/>
                  </a:lnTo>
                  <a:lnTo>
                    <a:pt x="80772" y="525780"/>
                  </a:lnTo>
                  <a:lnTo>
                    <a:pt x="79248" y="521208"/>
                  </a:lnTo>
                  <a:lnTo>
                    <a:pt x="79286" y="516331"/>
                  </a:lnTo>
                  <a:lnTo>
                    <a:pt x="80111" y="508952"/>
                  </a:lnTo>
                  <a:lnTo>
                    <a:pt x="117157" y="479107"/>
                  </a:lnTo>
                  <a:lnTo>
                    <a:pt x="149352" y="475488"/>
                  </a:lnTo>
                  <a:lnTo>
                    <a:pt x="162191" y="476059"/>
                  </a:lnTo>
                  <a:lnTo>
                    <a:pt x="197929" y="494919"/>
                  </a:lnTo>
                  <a:lnTo>
                    <a:pt x="201168" y="507492"/>
                  </a:lnTo>
                  <a:lnTo>
                    <a:pt x="201168" y="480060"/>
                  </a:lnTo>
                  <a:lnTo>
                    <a:pt x="164592" y="453199"/>
                  </a:lnTo>
                  <a:lnTo>
                    <a:pt x="137160" y="448056"/>
                  </a:lnTo>
                  <a:lnTo>
                    <a:pt x="124904" y="448945"/>
                  </a:lnTo>
                  <a:lnTo>
                    <a:pt x="82969" y="473278"/>
                  </a:lnTo>
                  <a:lnTo>
                    <a:pt x="70104" y="512064"/>
                  </a:lnTo>
                  <a:lnTo>
                    <a:pt x="70218" y="513588"/>
                  </a:lnTo>
                  <a:lnTo>
                    <a:pt x="70675" y="520052"/>
                  </a:lnTo>
                  <a:lnTo>
                    <a:pt x="89344" y="556450"/>
                  </a:lnTo>
                  <a:lnTo>
                    <a:pt x="123444" y="573786"/>
                  </a:lnTo>
                  <a:lnTo>
                    <a:pt x="141732" y="576072"/>
                  </a:lnTo>
                  <a:lnTo>
                    <a:pt x="154000" y="575195"/>
                  </a:lnTo>
                  <a:lnTo>
                    <a:pt x="196811" y="551103"/>
                  </a:lnTo>
                  <a:lnTo>
                    <a:pt x="198501" y="548640"/>
                  </a:lnTo>
                  <a:lnTo>
                    <a:pt x="204406" y="540067"/>
                  </a:lnTo>
                  <a:lnTo>
                    <a:pt x="208864" y="527621"/>
                  </a:lnTo>
                  <a:lnTo>
                    <a:pt x="210312" y="513588"/>
                  </a:lnTo>
                  <a:close/>
                </a:path>
                <a:path extrusionOk="0" h="576579" w="271779">
                  <a:moveTo>
                    <a:pt x="210312" y="234696"/>
                  </a:moveTo>
                  <a:lnTo>
                    <a:pt x="181356" y="207264"/>
                  </a:lnTo>
                  <a:lnTo>
                    <a:pt x="181356" y="213360"/>
                  </a:lnTo>
                  <a:lnTo>
                    <a:pt x="184404" y="216408"/>
                  </a:lnTo>
                  <a:lnTo>
                    <a:pt x="187452" y="217932"/>
                  </a:lnTo>
                  <a:lnTo>
                    <a:pt x="192024" y="227076"/>
                  </a:lnTo>
                  <a:lnTo>
                    <a:pt x="192024" y="233172"/>
                  </a:lnTo>
                  <a:lnTo>
                    <a:pt x="190500" y="236220"/>
                  </a:lnTo>
                  <a:lnTo>
                    <a:pt x="184404" y="242316"/>
                  </a:lnTo>
                  <a:lnTo>
                    <a:pt x="82296" y="242316"/>
                  </a:lnTo>
                  <a:lnTo>
                    <a:pt x="82296" y="211836"/>
                  </a:lnTo>
                  <a:lnTo>
                    <a:pt x="73152" y="211836"/>
                  </a:lnTo>
                  <a:lnTo>
                    <a:pt x="73152" y="242316"/>
                  </a:lnTo>
                  <a:lnTo>
                    <a:pt x="28956" y="242316"/>
                  </a:lnTo>
                  <a:lnTo>
                    <a:pt x="28956" y="245364"/>
                  </a:lnTo>
                  <a:lnTo>
                    <a:pt x="38100" y="249936"/>
                  </a:lnTo>
                  <a:lnTo>
                    <a:pt x="45720" y="254508"/>
                  </a:lnTo>
                  <a:lnTo>
                    <a:pt x="48768" y="256032"/>
                  </a:lnTo>
                  <a:lnTo>
                    <a:pt x="56388" y="260604"/>
                  </a:lnTo>
                  <a:lnTo>
                    <a:pt x="62484" y="266700"/>
                  </a:lnTo>
                  <a:lnTo>
                    <a:pt x="76200" y="284988"/>
                  </a:lnTo>
                  <a:lnTo>
                    <a:pt x="77724" y="289560"/>
                  </a:lnTo>
                  <a:lnTo>
                    <a:pt x="82296" y="289560"/>
                  </a:lnTo>
                  <a:lnTo>
                    <a:pt x="82296" y="266700"/>
                  </a:lnTo>
                  <a:lnTo>
                    <a:pt x="190500" y="266700"/>
                  </a:lnTo>
                  <a:lnTo>
                    <a:pt x="195072" y="263652"/>
                  </a:lnTo>
                  <a:lnTo>
                    <a:pt x="199644" y="262128"/>
                  </a:lnTo>
                  <a:lnTo>
                    <a:pt x="204216" y="259080"/>
                  </a:lnTo>
                  <a:lnTo>
                    <a:pt x="207264" y="254508"/>
                  </a:lnTo>
                  <a:lnTo>
                    <a:pt x="208788" y="249936"/>
                  </a:lnTo>
                  <a:lnTo>
                    <a:pt x="210312" y="246888"/>
                  </a:lnTo>
                  <a:lnTo>
                    <a:pt x="210312" y="234696"/>
                  </a:lnTo>
                  <a:close/>
                </a:path>
                <a:path extrusionOk="0" h="576579" w="271779">
                  <a:moveTo>
                    <a:pt x="210324" y="56388"/>
                  </a:moveTo>
                  <a:lnTo>
                    <a:pt x="188645" y="14147"/>
                  </a:lnTo>
                  <a:lnTo>
                    <a:pt x="153936" y="0"/>
                  </a:lnTo>
                  <a:lnTo>
                    <a:pt x="152412" y="3048"/>
                  </a:lnTo>
                  <a:lnTo>
                    <a:pt x="160718" y="7391"/>
                  </a:lnTo>
                  <a:lnTo>
                    <a:pt x="167462" y="11430"/>
                  </a:lnTo>
                  <a:lnTo>
                    <a:pt x="185940" y="45720"/>
                  </a:lnTo>
                  <a:lnTo>
                    <a:pt x="184797" y="55460"/>
                  </a:lnTo>
                  <a:lnTo>
                    <a:pt x="158216" y="84137"/>
                  </a:lnTo>
                  <a:lnTo>
                    <a:pt x="126504" y="89916"/>
                  </a:lnTo>
                  <a:lnTo>
                    <a:pt x="115646" y="89331"/>
                  </a:lnTo>
                  <a:lnTo>
                    <a:pt x="81737" y="68770"/>
                  </a:lnTo>
                  <a:lnTo>
                    <a:pt x="79260" y="54864"/>
                  </a:lnTo>
                  <a:lnTo>
                    <a:pt x="79260" y="48768"/>
                  </a:lnTo>
                  <a:lnTo>
                    <a:pt x="80784" y="44196"/>
                  </a:lnTo>
                  <a:lnTo>
                    <a:pt x="86880" y="38100"/>
                  </a:lnTo>
                  <a:lnTo>
                    <a:pt x="91452" y="35052"/>
                  </a:lnTo>
                  <a:lnTo>
                    <a:pt x="102120" y="35052"/>
                  </a:lnTo>
                  <a:lnTo>
                    <a:pt x="106692" y="33528"/>
                  </a:lnTo>
                  <a:lnTo>
                    <a:pt x="108216" y="30480"/>
                  </a:lnTo>
                  <a:lnTo>
                    <a:pt x="112788" y="28956"/>
                  </a:lnTo>
                  <a:lnTo>
                    <a:pt x="114312" y="24384"/>
                  </a:lnTo>
                  <a:lnTo>
                    <a:pt x="114312" y="15240"/>
                  </a:lnTo>
                  <a:lnTo>
                    <a:pt x="112788" y="10668"/>
                  </a:lnTo>
                  <a:lnTo>
                    <a:pt x="108216" y="6096"/>
                  </a:lnTo>
                  <a:lnTo>
                    <a:pt x="105168" y="4572"/>
                  </a:lnTo>
                  <a:lnTo>
                    <a:pt x="94500" y="4572"/>
                  </a:lnTo>
                  <a:lnTo>
                    <a:pt x="86880" y="9144"/>
                  </a:lnTo>
                  <a:lnTo>
                    <a:pt x="80784" y="18288"/>
                  </a:lnTo>
                  <a:lnTo>
                    <a:pt x="75895" y="24574"/>
                  </a:lnTo>
                  <a:lnTo>
                    <a:pt x="72593" y="32004"/>
                  </a:lnTo>
                  <a:lnTo>
                    <a:pt x="70700" y="40576"/>
                  </a:lnTo>
                  <a:lnTo>
                    <a:pt x="70116" y="50292"/>
                  </a:lnTo>
                  <a:lnTo>
                    <a:pt x="71272" y="62560"/>
                  </a:lnTo>
                  <a:lnTo>
                    <a:pt x="99923" y="102489"/>
                  </a:lnTo>
                  <a:lnTo>
                    <a:pt x="140220" y="112776"/>
                  </a:lnTo>
                  <a:lnTo>
                    <a:pt x="155384" y="111874"/>
                  </a:lnTo>
                  <a:lnTo>
                    <a:pt x="192036" y="96012"/>
                  </a:lnTo>
                  <a:lnTo>
                    <a:pt x="209181" y="67513"/>
                  </a:lnTo>
                  <a:lnTo>
                    <a:pt x="210324" y="56388"/>
                  </a:lnTo>
                  <a:close/>
                </a:path>
                <a:path extrusionOk="0" h="576579" w="271779">
                  <a:moveTo>
                    <a:pt x="271272" y="368808"/>
                  </a:moveTo>
                  <a:lnTo>
                    <a:pt x="266700" y="368808"/>
                  </a:lnTo>
                  <a:lnTo>
                    <a:pt x="266700" y="376428"/>
                  </a:lnTo>
                  <a:lnTo>
                    <a:pt x="265176" y="381000"/>
                  </a:lnTo>
                  <a:lnTo>
                    <a:pt x="265176" y="384048"/>
                  </a:lnTo>
                  <a:lnTo>
                    <a:pt x="263652" y="387096"/>
                  </a:lnTo>
                  <a:lnTo>
                    <a:pt x="260604" y="388620"/>
                  </a:lnTo>
                  <a:lnTo>
                    <a:pt x="259080" y="390144"/>
                  </a:lnTo>
                  <a:lnTo>
                    <a:pt x="256032" y="390144"/>
                  </a:lnTo>
                  <a:lnTo>
                    <a:pt x="249936" y="391668"/>
                  </a:lnTo>
                  <a:lnTo>
                    <a:pt x="198120" y="391668"/>
                  </a:lnTo>
                  <a:lnTo>
                    <a:pt x="202692" y="387096"/>
                  </a:lnTo>
                  <a:lnTo>
                    <a:pt x="205740" y="382524"/>
                  </a:lnTo>
                  <a:lnTo>
                    <a:pt x="208788" y="373380"/>
                  </a:lnTo>
                  <a:lnTo>
                    <a:pt x="210312" y="367284"/>
                  </a:lnTo>
                  <a:lnTo>
                    <a:pt x="210312" y="359664"/>
                  </a:lnTo>
                  <a:lnTo>
                    <a:pt x="209169" y="347903"/>
                  </a:lnTo>
                  <a:lnTo>
                    <a:pt x="205740" y="337566"/>
                  </a:lnTo>
                  <a:lnTo>
                    <a:pt x="201168" y="330225"/>
                  </a:lnTo>
                  <a:lnTo>
                    <a:pt x="201168" y="359664"/>
                  </a:lnTo>
                  <a:lnTo>
                    <a:pt x="201168" y="367284"/>
                  </a:lnTo>
                  <a:lnTo>
                    <a:pt x="199644" y="374904"/>
                  </a:lnTo>
                  <a:lnTo>
                    <a:pt x="195072" y="379476"/>
                  </a:lnTo>
                  <a:lnTo>
                    <a:pt x="190500" y="385572"/>
                  </a:lnTo>
                  <a:lnTo>
                    <a:pt x="185928" y="388620"/>
                  </a:lnTo>
                  <a:lnTo>
                    <a:pt x="179832" y="390144"/>
                  </a:lnTo>
                  <a:lnTo>
                    <a:pt x="176784" y="390144"/>
                  </a:lnTo>
                  <a:lnTo>
                    <a:pt x="170688" y="391668"/>
                  </a:lnTo>
                  <a:lnTo>
                    <a:pt x="109728" y="391668"/>
                  </a:lnTo>
                  <a:lnTo>
                    <a:pt x="102108" y="382524"/>
                  </a:lnTo>
                  <a:lnTo>
                    <a:pt x="96012" y="377952"/>
                  </a:lnTo>
                  <a:lnTo>
                    <a:pt x="91440" y="364236"/>
                  </a:lnTo>
                  <a:lnTo>
                    <a:pt x="91440" y="352044"/>
                  </a:lnTo>
                  <a:lnTo>
                    <a:pt x="122301" y="328041"/>
                  </a:lnTo>
                  <a:lnTo>
                    <a:pt x="149352" y="324612"/>
                  </a:lnTo>
                  <a:lnTo>
                    <a:pt x="161353" y="325208"/>
                  </a:lnTo>
                  <a:lnTo>
                    <a:pt x="198691" y="346329"/>
                  </a:lnTo>
                  <a:lnTo>
                    <a:pt x="201168" y="359664"/>
                  </a:lnTo>
                  <a:lnTo>
                    <a:pt x="201168" y="330225"/>
                  </a:lnTo>
                  <a:lnTo>
                    <a:pt x="166687" y="304990"/>
                  </a:lnTo>
                  <a:lnTo>
                    <a:pt x="135636" y="300228"/>
                  </a:lnTo>
                  <a:lnTo>
                    <a:pt x="120713" y="301117"/>
                  </a:lnTo>
                  <a:lnTo>
                    <a:pt x="85344" y="315468"/>
                  </a:lnTo>
                  <a:lnTo>
                    <a:pt x="70891" y="340385"/>
                  </a:lnTo>
                  <a:lnTo>
                    <a:pt x="70205" y="347903"/>
                  </a:lnTo>
                  <a:lnTo>
                    <a:pt x="70104" y="356616"/>
                  </a:lnTo>
                  <a:lnTo>
                    <a:pt x="73152" y="364236"/>
                  </a:lnTo>
                  <a:lnTo>
                    <a:pt x="77724" y="370332"/>
                  </a:lnTo>
                  <a:lnTo>
                    <a:pt x="81749" y="375818"/>
                  </a:lnTo>
                  <a:lnTo>
                    <a:pt x="87058" y="381000"/>
                  </a:lnTo>
                  <a:lnTo>
                    <a:pt x="93802" y="386194"/>
                  </a:lnTo>
                  <a:lnTo>
                    <a:pt x="102108" y="391668"/>
                  </a:lnTo>
                  <a:lnTo>
                    <a:pt x="70104" y="391668"/>
                  </a:lnTo>
                  <a:lnTo>
                    <a:pt x="70104" y="396240"/>
                  </a:lnTo>
                  <a:lnTo>
                    <a:pt x="86868" y="438912"/>
                  </a:lnTo>
                  <a:lnTo>
                    <a:pt x="91440" y="437388"/>
                  </a:lnTo>
                  <a:lnTo>
                    <a:pt x="89916" y="432816"/>
                  </a:lnTo>
                  <a:lnTo>
                    <a:pt x="89916" y="422148"/>
                  </a:lnTo>
                  <a:lnTo>
                    <a:pt x="96012" y="416052"/>
                  </a:lnTo>
                  <a:lnTo>
                    <a:pt x="256032" y="416052"/>
                  </a:lnTo>
                  <a:lnTo>
                    <a:pt x="259080" y="417576"/>
                  </a:lnTo>
                  <a:lnTo>
                    <a:pt x="260604" y="417576"/>
                  </a:lnTo>
                  <a:lnTo>
                    <a:pt x="262128" y="419100"/>
                  </a:lnTo>
                  <a:lnTo>
                    <a:pt x="265176" y="425196"/>
                  </a:lnTo>
                  <a:lnTo>
                    <a:pt x="266700" y="431292"/>
                  </a:lnTo>
                  <a:lnTo>
                    <a:pt x="266700" y="440436"/>
                  </a:lnTo>
                  <a:lnTo>
                    <a:pt x="271272" y="440436"/>
                  </a:lnTo>
                  <a:lnTo>
                    <a:pt x="271272" y="416052"/>
                  </a:lnTo>
                  <a:lnTo>
                    <a:pt x="271272" y="3688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53" name="Google Shape;4353;p73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4814316" y="4754879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354" name="Google Shape;4354;p73"/>
          <p:cNvGrpSpPr/>
          <p:nvPr/>
        </p:nvGrpSpPr>
        <p:grpSpPr>
          <a:xfrm>
            <a:off x="5141976" y="9256776"/>
            <a:ext cx="204342" cy="184404"/>
            <a:chOff x="5141976" y="9256776"/>
            <a:chExt cx="204342" cy="184404"/>
          </a:xfrm>
        </p:grpSpPr>
        <p:pic>
          <p:nvPicPr>
            <p:cNvPr id="4355" name="Google Shape;4355;p73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5141976" y="9326880"/>
              <a:ext cx="204216" cy="1143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56" name="Google Shape;4356;p73"/>
            <p:cNvSpPr/>
            <p:nvPr/>
          </p:nvSpPr>
          <p:spPr>
            <a:xfrm>
              <a:off x="5312663" y="9256776"/>
              <a:ext cx="33655" cy="33655"/>
            </a:xfrm>
            <a:custGeom>
              <a:rect b="b" l="l" r="r" t="t"/>
              <a:pathLst>
                <a:path extrusionOk="0" h="33654" w="33654">
                  <a:moveTo>
                    <a:pt x="21336" y="33527"/>
                  </a:moveTo>
                  <a:lnTo>
                    <a:pt x="12192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4384" y="1523"/>
                  </a:lnTo>
                  <a:lnTo>
                    <a:pt x="28956" y="4571"/>
                  </a:lnTo>
                  <a:lnTo>
                    <a:pt x="32004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8956" y="28955"/>
                  </a:lnTo>
                  <a:lnTo>
                    <a:pt x="24384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57" name="Google Shape;4357;p73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5140452" y="8066531"/>
            <a:ext cx="260604" cy="1086611"/>
          </a:xfrm>
          <a:prstGeom prst="rect">
            <a:avLst/>
          </a:prstGeom>
          <a:noFill/>
          <a:ln>
            <a:noFill/>
          </a:ln>
        </p:spPr>
      </p:pic>
      <p:pic>
        <p:nvPicPr>
          <p:cNvPr id="4358" name="Google Shape;4358;p73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5135880" y="7555992"/>
            <a:ext cx="210312" cy="41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359" name="Google Shape;4359;p73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5135879" y="6304788"/>
            <a:ext cx="271271" cy="1181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360" name="Google Shape;4360;p73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5135879" y="4968240"/>
            <a:ext cx="271271" cy="12496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61" name="Google Shape;4361;p73"/>
          <p:cNvGrpSpPr/>
          <p:nvPr/>
        </p:nvGrpSpPr>
        <p:grpSpPr>
          <a:xfrm>
            <a:off x="5533644" y="9256776"/>
            <a:ext cx="204343" cy="190499"/>
            <a:chOff x="5533644" y="9256776"/>
            <a:chExt cx="204343" cy="190499"/>
          </a:xfrm>
        </p:grpSpPr>
        <p:pic>
          <p:nvPicPr>
            <p:cNvPr id="4362" name="Google Shape;4362;p73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5533644" y="9322307"/>
              <a:ext cx="204216" cy="1249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63" name="Google Shape;4363;p73"/>
            <p:cNvSpPr/>
            <p:nvPr/>
          </p:nvSpPr>
          <p:spPr>
            <a:xfrm>
              <a:off x="5704332" y="9256776"/>
              <a:ext cx="33655" cy="33655"/>
            </a:xfrm>
            <a:custGeom>
              <a:rect b="b" l="l" r="r" t="t"/>
              <a:pathLst>
                <a:path extrusionOk="0" h="33654" w="33654">
                  <a:moveTo>
                    <a:pt x="21336" y="33527"/>
                  </a:moveTo>
                  <a:lnTo>
                    <a:pt x="10668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4384" y="1523"/>
                  </a:lnTo>
                  <a:lnTo>
                    <a:pt x="30480" y="7619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0480" y="25907"/>
                  </a:lnTo>
                  <a:lnTo>
                    <a:pt x="24384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64" name="Google Shape;4364;p73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5527547" y="7488935"/>
            <a:ext cx="254508" cy="1670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4365" name="Google Shape;4365;p73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5527547" y="6405371"/>
            <a:ext cx="254508" cy="996695"/>
          </a:xfrm>
          <a:prstGeom prst="rect">
            <a:avLst/>
          </a:prstGeom>
          <a:noFill/>
          <a:ln>
            <a:noFill/>
          </a:ln>
        </p:spPr>
      </p:pic>
      <p:pic>
        <p:nvPicPr>
          <p:cNvPr id="4366" name="Google Shape;4366;p73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5527548" y="5888736"/>
            <a:ext cx="210312" cy="417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367" name="Google Shape;4367;p73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5527547" y="4636008"/>
            <a:ext cx="271272" cy="1179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368" name="Google Shape;4368;p73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5527547" y="3133344"/>
            <a:ext cx="271271" cy="14173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69" name="Google Shape;4369;p73"/>
          <p:cNvGrpSpPr/>
          <p:nvPr/>
        </p:nvGrpSpPr>
        <p:grpSpPr>
          <a:xfrm>
            <a:off x="6841235" y="5702808"/>
            <a:ext cx="116205" cy="156972"/>
            <a:chOff x="6841235" y="5702808"/>
            <a:chExt cx="116205" cy="156972"/>
          </a:xfrm>
        </p:grpSpPr>
        <p:pic>
          <p:nvPicPr>
            <p:cNvPr id="4370" name="Google Shape;4370;p73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6841236" y="5783580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71" name="Google Shape;4371;p73"/>
            <p:cNvSpPr/>
            <p:nvPr/>
          </p:nvSpPr>
          <p:spPr>
            <a:xfrm>
              <a:off x="6841235" y="5702808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47243"/>
                  </a:lnTo>
                  <a:lnTo>
                    <a:pt x="106679" y="41147"/>
                  </a:lnTo>
                  <a:lnTo>
                    <a:pt x="24384" y="41147"/>
                  </a:lnTo>
                  <a:lnTo>
                    <a:pt x="21336" y="44195"/>
                  </a:lnTo>
                  <a:lnTo>
                    <a:pt x="21336" y="45719"/>
                  </a:lnTo>
                  <a:lnTo>
                    <a:pt x="19812" y="45719"/>
                  </a:lnTo>
                  <a:lnTo>
                    <a:pt x="19812" y="50291"/>
                  </a:lnTo>
                  <a:lnTo>
                    <a:pt x="21336" y="53339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8287"/>
                  </a:lnTo>
                  <a:lnTo>
                    <a:pt x="0" y="16763"/>
                  </a:lnTo>
                  <a:lnTo>
                    <a:pt x="100584" y="16763"/>
                  </a:lnTo>
                  <a:lnTo>
                    <a:pt x="105155" y="15239"/>
                  </a:lnTo>
                  <a:lnTo>
                    <a:pt x="108204" y="15239"/>
                  </a:lnTo>
                  <a:lnTo>
                    <a:pt x="109728" y="13715"/>
                  </a:lnTo>
                  <a:lnTo>
                    <a:pt x="111252" y="10667"/>
                  </a:lnTo>
                  <a:lnTo>
                    <a:pt x="112775" y="9143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72" name="Google Shape;4372;p73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6842759" y="5311140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373" name="Google Shape;4373;p73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6841235" y="4922520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374" name="Google Shape;4374;p73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6655307" y="1821179"/>
            <a:ext cx="117348" cy="1645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78" name="Shape 4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79" name="Google Shape;4379;p7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885444" y="5390387"/>
            <a:ext cx="348996" cy="173278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80" name="Google Shape;4380;p74"/>
          <p:cNvGrpSpPr/>
          <p:nvPr/>
        </p:nvGrpSpPr>
        <p:grpSpPr>
          <a:xfrm>
            <a:off x="885444" y="4329684"/>
            <a:ext cx="348996" cy="913129"/>
            <a:chOff x="885444" y="4329684"/>
            <a:chExt cx="348996" cy="913129"/>
          </a:xfrm>
        </p:grpSpPr>
        <p:sp>
          <p:nvSpPr>
            <p:cNvPr id="4381" name="Google Shape;4381;p74"/>
            <p:cNvSpPr/>
            <p:nvPr/>
          </p:nvSpPr>
          <p:spPr>
            <a:xfrm>
              <a:off x="900684" y="4916423"/>
              <a:ext cx="327660" cy="326390"/>
            </a:xfrm>
            <a:custGeom>
              <a:rect b="b" l="l" r="r" t="t"/>
              <a:pathLst>
                <a:path extrusionOk="0" h="326389" w="327659">
                  <a:moveTo>
                    <a:pt x="241209" y="150876"/>
                  </a:moveTo>
                  <a:lnTo>
                    <a:pt x="167639" y="150876"/>
                  </a:lnTo>
                  <a:lnTo>
                    <a:pt x="262127" y="82296"/>
                  </a:lnTo>
                  <a:lnTo>
                    <a:pt x="277606" y="71389"/>
                  </a:lnTo>
                  <a:lnTo>
                    <a:pt x="289940" y="61341"/>
                  </a:lnTo>
                  <a:lnTo>
                    <a:pt x="315467" y="23622"/>
                  </a:lnTo>
                  <a:lnTo>
                    <a:pt x="320039" y="0"/>
                  </a:lnTo>
                  <a:lnTo>
                    <a:pt x="327659" y="0"/>
                  </a:lnTo>
                  <a:lnTo>
                    <a:pt x="327659" y="88392"/>
                  </a:lnTo>
                  <a:lnTo>
                    <a:pt x="241209" y="150876"/>
                  </a:lnTo>
                  <a:close/>
                </a:path>
                <a:path extrusionOk="0" h="326389" w="327659">
                  <a:moveTo>
                    <a:pt x="7619" y="326136"/>
                  </a:moveTo>
                  <a:lnTo>
                    <a:pt x="0" y="326136"/>
                  </a:lnTo>
                  <a:lnTo>
                    <a:pt x="71" y="202525"/>
                  </a:lnTo>
                  <a:lnTo>
                    <a:pt x="441" y="185928"/>
                  </a:lnTo>
                  <a:lnTo>
                    <a:pt x="547" y="181165"/>
                  </a:lnTo>
                  <a:lnTo>
                    <a:pt x="2027" y="160948"/>
                  </a:lnTo>
                  <a:lnTo>
                    <a:pt x="2095" y="160020"/>
                  </a:lnTo>
                  <a:lnTo>
                    <a:pt x="12787" y="115990"/>
                  </a:lnTo>
                  <a:lnTo>
                    <a:pt x="36575" y="85344"/>
                  </a:lnTo>
                  <a:lnTo>
                    <a:pt x="83819" y="68580"/>
                  </a:lnTo>
                  <a:lnTo>
                    <a:pt x="97775" y="69699"/>
                  </a:lnTo>
                  <a:lnTo>
                    <a:pt x="98186" y="69699"/>
                  </a:lnTo>
                  <a:lnTo>
                    <a:pt x="137159" y="88392"/>
                  </a:lnTo>
                  <a:lnTo>
                    <a:pt x="158936" y="123444"/>
                  </a:lnTo>
                  <a:lnTo>
                    <a:pt x="86867" y="123444"/>
                  </a:lnTo>
                  <a:lnTo>
                    <a:pt x="71723" y="124610"/>
                  </a:lnTo>
                  <a:lnTo>
                    <a:pt x="36575" y="143256"/>
                  </a:lnTo>
                  <a:lnTo>
                    <a:pt x="18145" y="179689"/>
                  </a:lnTo>
                  <a:lnTo>
                    <a:pt x="16763" y="195072"/>
                  </a:lnTo>
                  <a:lnTo>
                    <a:pt x="17311" y="202525"/>
                  </a:lnTo>
                  <a:lnTo>
                    <a:pt x="18859" y="211264"/>
                  </a:lnTo>
                  <a:lnTo>
                    <a:pt x="21174" y="221051"/>
                  </a:lnTo>
                  <a:lnTo>
                    <a:pt x="24383" y="233172"/>
                  </a:lnTo>
                  <a:lnTo>
                    <a:pt x="327659" y="233172"/>
                  </a:lnTo>
                  <a:lnTo>
                    <a:pt x="327659" y="278892"/>
                  </a:lnTo>
                  <a:lnTo>
                    <a:pt x="57911" y="278892"/>
                  </a:lnTo>
                  <a:lnTo>
                    <a:pt x="44679" y="279177"/>
                  </a:lnTo>
                  <a:lnTo>
                    <a:pt x="43837" y="279177"/>
                  </a:lnTo>
                  <a:lnTo>
                    <a:pt x="8429" y="305347"/>
                  </a:lnTo>
                  <a:lnTo>
                    <a:pt x="7619" y="313943"/>
                  </a:lnTo>
                  <a:lnTo>
                    <a:pt x="7619" y="326136"/>
                  </a:lnTo>
                  <a:close/>
                </a:path>
                <a:path extrusionOk="0" h="326389" w="327659">
                  <a:moveTo>
                    <a:pt x="173735" y="233172"/>
                  </a:moveTo>
                  <a:lnTo>
                    <a:pt x="158495" y="233172"/>
                  </a:lnTo>
                  <a:lnTo>
                    <a:pt x="158495" y="219456"/>
                  </a:lnTo>
                  <a:lnTo>
                    <a:pt x="157470" y="199643"/>
                  </a:lnTo>
                  <a:lnTo>
                    <a:pt x="157392" y="198119"/>
                  </a:lnTo>
                  <a:lnTo>
                    <a:pt x="157329" y="196905"/>
                  </a:lnTo>
                  <a:lnTo>
                    <a:pt x="153733" y="177355"/>
                  </a:lnTo>
                  <a:lnTo>
                    <a:pt x="127801" y="136945"/>
                  </a:lnTo>
                  <a:lnTo>
                    <a:pt x="86867" y="123444"/>
                  </a:lnTo>
                  <a:lnTo>
                    <a:pt x="158936" y="123444"/>
                  </a:lnTo>
                  <a:lnTo>
                    <a:pt x="162234" y="131468"/>
                  </a:lnTo>
                  <a:lnTo>
                    <a:pt x="167639" y="150876"/>
                  </a:lnTo>
                  <a:lnTo>
                    <a:pt x="241209" y="150876"/>
                  </a:lnTo>
                  <a:lnTo>
                    <a:pt x="173735" y="199643"/>
                  </a:lnTo>
                  <a:lnTo>
                    <a:pt x="175150" y="206716"/>
                  </a:lnTo>
                  <a:lnTo>
                    <a:pt x="175259" y="228600"/>
                  </a:lnTo>
                  <a:lnTo>
                    <a:pt x="173735" y="230124"/>
                  </a:lnTo>
                  <a:lnTo>
                    <a:pt x="173735" y="233172"/>
                  </a:lnTo>
                  <a:close/>
                </a:path>
                <a:path extrusionOk="0" h="326389" w="327659">
                  <a:moveTo>
                    <a:pt x="327659" y="233172"/>
                  </a:moveTo>
                  <a:lnTo>
                    <a:pt x="269747" y="233172"/>
                  </a:lnTo>
                  <a:lnTo>
                    <a:pt x="284297" y="232648"/>
                  </a:lnTo>
                  <a:lnTo>
                    <a:pt x="295846" y="231267"/>
                  </a:lnTo>
                  <a:lnTo>
                    <a:pt x="319934" y="199643"/>
                  </a:lnTo>
                  <a:lnTo>
                    <a:pt x="320039" y="185928"/>
                  </a:lnTo>
                  <a:lnTo>
                    <a:pt x="327659" y="185928"/>
                  </a:lnTo>
                  <a:lnTo>
                    <a:pt x="327659" y="233172"/>
                  </a:lnTo>
                  <a:close/>
                </a:path>
                <a:path extrusionOk="0" h="326389" w="327659">
                  <a:moveTo>
                    <a:pt x="327659" y="326136"/>
                  </a:moveTo>
                  <a:lnTo>
                    <a:pt x="320039" y="326136"/>
                  </a:lnTo>
                  <a:lnTo>
                    <a:pt x="320039" y="313943"/>
                  </a:lnTo>
                  <a:lnTo>
                    <a:pt x="319279" y="305347"/>
                  </a:lnTo>
                  <a:lnTo>
                    <a:pt x="283178" y="279177"/>
                  </a:lnTo>
                  <a:lnTo>
                    <a:pt x="269747" y="278892"/>
                  </a:lnTo>
                  <a:lnTo>
                    <a:pt x="327659" y="278892"/>
                  </a:lnTo>
                  <a:lnTo>
                    <a:pt x="327659" y="326136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82" name="Google Shape;4382;p7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007364" y="4675632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83" name="Google Shape;4383;p74"/>
            <p:cNvSpPr/>
            <p:nvPr/>
          </p:nvSpPr>
          <p:spPr>
            <a:xfrm>
              <a:off x="885444" y="4546092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918" y="34790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89916"/>
                  </a:lnTo>
                  <a:lnTo>
                    <a:pt x="332232" y="86868"/>
                  </a:lnTo>
                  <a:lnTo>
                    <a:pt x="330708" y="82296"/>
                  </a:lnTo>
                  <a:lnTo>
                    <a:pt x="326136" y="80772"/>
                  </a:lnTo>
                  <a:lnTo>
                    <a:pt x="321563" y="77724"/>
                  </a:lnTo>
                  <a:lnTo>
                    <a:pt x="317253" y="76604"/>
                  </a:lnTo>
                  <a:lnTo>
                    <a:pt x="311086" y="75628"/>
                  </a:lnTo>
                  <a:lnTo>
                    <a:pt x="302918" y="74937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52887" y="75318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84" name="Google Shape;4384;p74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001268" y="4329684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385" name="Google Shape;4385;p74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674876" y="9613392"/>
            <a:ext cx="172212" cy="1722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386" name="Google Shape;4386;p74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001268" y="4137659"/>
            <a:ext cx="233172" cy="1508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87" name="Google Shape;4387;p74"/>
          <p:cNvGrpSpPr/>
          <p:nvPr/>
        </p:nvGrpSpPr>
        <p:grpSpPr>
          <a:xfrm>
            <a:off x="1665731" y="8446007"/>
            <a:ext cx="205740" cy="1024509"/>
            <a:chOff x="1665731" y="8446007"/>
            <a:chExt cx="205740" cy="1024509"/>
          </a:xfrm>
        </p:grpSpPr>
        <p:sp>
          <p:nvSpPr>
            <p:cNvPr id="4388" name="Google Shape;4388;p74"/>
            <p:cNvSpPr/>
            <p:nvPr/>
          </p:nvSpPr>
          <p:spPr>
            <a:xfrm>
              <a:off x="1670303" y="9201911"/>
              <a:ext cx="198120" cy="268605"/>
            </a:xfrm>
            <a:custGeom>
              <a:rect b="b" l="l" r="r" t="t"/>
              <a:pathLst>
                <a:path extrusionOk="0" h="268604" w="198119">
                  <a:moveTo>
                    <a:pt x="198119" y="268223"/>
                  </a:moveTo>
                  <a:lnTo>
                    <a:pt x="193548" y="268223"/>
                  </a:lnTo>
                  <a:lnTo>
                    <a:pt x="193548" y="262127"/>
                  </a:lnTo>
                  <a:lnTo>
                    <a:pt x="192024" y="257555"/>
                  </a:lnTo>
                  <a:lnTo>
                    <a:pt x="190500" y="254507"/>
                  </a:lnTo>
                  <a:lnTo>
                    <a:pt x="188976" y="249935"/>
                  </a:lnTo>
                  <a:lnTo>
                    <a:pt x="184404" y="245363"/>
                  </a:lnTo>
                  <a:lnTo>
                    <a:pt x="178307" y="242315"/>
                  </a:lnTo>
                  <a:lnTo>
                    <a:pt x="173736" y="240791"/>
                  </a:lnTo>
                  <a:lnTo>
                    <a:pt x="22859" y="240791"/>
                  </a:lnTo>
                  <a:lnTo>
                    <a:pt x="16764" y="242315"/>
                  </a:lnTo>
                  <a:lnTo>
                    <a:pt x="13716" y="242315"/>
                  </a:lnTo>
                  <a:lnTo>
                    <a:pt x="10668" y="243839"/>
                  </a:lnTo>
                  <a:lnTo>
                    <a:pt x="9144" y="245363"/>
                  </a:lnTo>
                  <a:lnTo>
                    <a:pt x="7620" y="248411"/>
                  </a:lnTo>
                  <a:lnTo>
                    <a:pt x="4572" y="252983"/>
                  </a:lnTo>
                  <a:lnTo>
                    <a:pt x="4572" y="268223"/>
                  </a:lnTo>
                  <a:lnTo>
                    <a:pt x="0" y="268223"/>
                  </a:lnTo>
                  <a:lnTo>
                    <a:pt x="0" y="188975"/>
                  </a:lnTo>
                  <a:lnTo>
                    <a:pt x="129539" y="134111"/>
                  </a:lnTo>
                  <a:lnTo>
                    <a:pt x="0" y="80771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16763"/>
                  </a:lnTo>
                  <a:lnTo>
                    <a:pt x="7620" y="19811"/>
                  </a:lnTo>
                  <a:lnTo>
                    <a:pt x="9144" y="22859"/>
                  </a:lnTo>
                  <a:lnTo>
                    <a:pt x="10668" y="24383"/>
                  </a:lnTo>
                  <a:lnTo>
                    <a:pt x="16764" y="27432"/>
                  </a:lnTo>
                  <a:lnTo>
                    <a:pt x="181356" y="27432"/>
                  </a:lnTo>
                  <a:lnTo>
                    <a:pt x="182880" y="25907"/>
                  </a:lnTo>
                  <a:lnTo>
                    <a:pt x="185928" y="24383"/>
                  </a:lnTo>
                  <a:lnTo>
                    <a:pt x="190500" y="19811"/>
                  </a:lnTo>
                  <a:lnTo>
                    <a:pt x="192024" y="16763"/>
                  </a:lnTo>
                  <a:lnTo>
                    <a:pt x="193548" y="12192"/>
                  </a:lnTo>
                  <a:lnTo>
                    <a:pt x="193548" y="0"/>
                  </a:lnTo>
                  <a:lnTo>
                    <a:pt x="198119" y="0"/>
                  </a:lnTo>
                  <a:lnTo>
                    <a:pt x="198119" y="102107"/>
                  </a:lnTo>
                  <a:lnTo>
                    <a:pt x="193548" y="102107"/>
                  </a:lnTo>
                  <a:lnTo>
                    <a:pt x="193548" y="89915"/>
                  </a:lnTo>
                  <a:lnTo>
                    <a:pt x="192024" y="85343"/>
                  </a:lnTo>
                  <a:lnTo>
                    <a:pt x="188976" y="79247"/>
                  </a:lnTo>
                  <a:lnTo>
                    <a:pt x="179831" y="74675"/>
                  </a:lnTo>
                  <a:lnTo>
                    <a:pt x="18288" y="74675"/>
                  </a:lnTo>
                  <a:lnTo>
                    <a:pt x="198119" y="150875"/>
                  </a:lnTo>
                  <a:lnTo>
                    <a:pt x="198119" y="153923"/>
                  </a:lnTo>
                  <a:lnTo>
                    <a:pt x="19812" y="228599"/>
                  </a:lnTo>
                  <a:lnTo>
                    <a:pt x="176783" y="228599"/>
                  </a:lnTo>
                  <a:lnTo>
                    <a:pt x="193548" y="201167"/>
                  </a:lnTo>
                  <a:lnTo>
                    <a:pt x="198119" y="201167"/>
                  </a:lnTo>
                  <a:lnTo>
                    <a:pt x="198119" y="2682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89" name="Google Shape;4389;p74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728215" y="9055608"/>
              <a:ext cx="14325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90" name="Google Shape;4390;p74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728215" y="8648700"/>
              <a:ext cx="143256" cy="3870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91" name="Google Shape;4391;p74"/>
            <p:cNvSpPr/>
            <p:nvPr/>
          </p:nvSpPr>
          <p:spPr>
            <a:xfrm>
              <a:off x="1665731" y="8564880"/>
              <a:ext cx="96520" cy="56515"/>
            </a:xfrm>
            <a:custGeom>
              <a:rect b="b" l="l" r="r" t="t"/>
              <a:pathLst>
                <a:path extrusionOk="0" h="56515" w="96519">
                  <a:moveTo>
                    <a:pt x="30480" y="56388"/>
                  </a:moveTo>
                  <a:lnTo>
                    <a:pt x="16764" y="56388"/>
                  </a:lnTo>
                  <a:lnTo>
                    <a:pt x="12192" y="54864"/>
                  </a:lnTo>
                  <a:lnTo>
                    <a:pt x="6096" y="50292"/>
                  </a:lnTo>
                  <a:lnTo>
                    <a:pt x="1524" y="44196"/>
                  </a:lnTo>
                  <a:lnTo>
                    <a:pt x="0" y="38100"/>
                  </a:lnTo>
                  <a:lnTo>
                    <a:pt x="0" y="22860"/>
                  </a:lnTo>
                  <a:lnTo>
                    <a:pt x="35052" y="0"/>
                  </a:lnTo>
                  <a:lnTo>
                    <a:pt x="45053" y="857"/>
                  </a:lnTo>
                  <a:lnTo>
                    <a:pt x="54483" y="3429"/>
                  </a:lnTo>
                  <a:lnTo>
                    <a:pt x="63341" y="7715"/>
                  </a:lnTo>
                  <a:lnTo>
                    <a:pt x="71628" y="13716"/>
                  </a:lnTo>
                  <a:lnTo>
                    <a:pt x="78322" y="19812"/>
                  </a:lnTo>
                  <a:lnTo>
                    <a:pt x="45720" y="19812"/>
                  </a:lnTo>
                  <a:lnTo>
                    <a:pt x="45720" y="21336"/>
                  </a:lnTo>
                  <a:lnTo>
                    <a:pt x="44196" y="21336"/>
                  </a:lnTo>
                  <a:lnTo>
                    <a:pt x="42672" y="22860"/>
                  </a:lnTo>
                  <a:lnTo>
                    <a:pt x="42672" y="24312"/>
                  </a:lnTo>
                  <a:lnTo>
                    <a:pt x="44196" y="24312"/>
                  </a:lnTo>
                  <a:lnTo>
                    <a:pt x="44196" y="25908"/>
                  </a:lnTo>
                  <a:lnTo>
                    <a:pt x="47244" y="32004"/>
                  </a:lnTo>
                  <a:lnTo>
                    <a:pt x="47244" y="41148"/>
                  </a:lnTo>
                  <a:lnTo>
                    <a:pt x="44196" y="47244"/>
                  </a:lnTo>
                  <a:lnTo>
                    <a:pt x="39624" y="50292"/>
                  </a:lnTo>
                  <a:lnTo>
                    <a:pt x="35052" y="54864"/>
                  </a:lnTo>
                  <a:lnTo>
                    <a:pt x="30480" y="56388"/>
                  </a:lnTo>
                  <a:close/>
                </a:path>
                <a:path extrusionOk="0" h="56515" w="96519">
                  <a:moveTo>
                    <a:pt x="96012" y="50292"/>
                  </a:moveTo>
                  <a:lnTo>
                    <a:pt x="89916" y="50292"/>
                  </a:lnTo>
                  <a:lnTo>
                    <a:pt x="86201" y="42862"/>
                  </a:lnTo>
                  <a:lnTo>
                    <a:pt x="81915" y="36576"/>
                  </a:lnTo>
                  <a:lnTo>
                    <a:pt x="47244" y="19812"/>
                  </a:lnTo>
                  <a:lnTo>
                    <a:pt x="78322" y="19812"/>
                  </a:lnTo>
                  <a:lnTo>
                    <a:pt x="79081" y="20502"/>
                  </a:lnTo>
                  <a:lnTo>
                    <a:pt x="85534" y="29146"/>
                  </a:lnTo>
                  <a:lnTo>
                    <a:pt x="91130" y="39219"/>
                  </a:lnTo>
                  <a:lnTo>
                    <a:pt x="96012" y="502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392" name="Google Shape;4392;p74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728215" y="8446007"/>
              <a:ext cx="143256" cy="9448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393" name="Google Shape;4393;p74"/>
          <p:cNvGrpSpPr/>
          <p:nvPr/>
        </p:nvGrpSpPr>
        <p:grpSpPr>
          <a:xfrm>
            <a:off x="1670304" y="7734300"/>
            <a:ext cx="201422" cy="623316"/>
            <a:chOff x="1670304" y="7734300"/>
            <a:chExt cx="201422" cy="623316"/>
          </a:xfrm>
        </p:grpSpPr>
        <p:pic>
          <p:nvPicPr>
            <p:cNvPr id="4394" name="Google Shape;4394;p74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670304" y="8176260"/>
              <a:ext cx="198120" cy="1813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395" name="Google Shape;4395;p74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728501" y="7808976"/>
              <a:ext cx="142970" cy="3459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96" name="Google Shape;4396;p74"/>
            <p:cNvSpPr/>
            <p:nvPr/>
          </p:nvSpPr>
          <p:spPr>
            <a:xfrm>
              <a:off x="1728216" y="7734300"/>
              <a:ext cx="143510" cy="47625"/>
            </a:xfrm>
            <a:custGeom>
              <a:rect b="b" l="l" r="r" t="t"/>
              <a:pathLst>
                <a:path extrusionOk="0" h="47625" w="143510">
                  <a:moveTo>
                    <a:pt x="28956" y="47244"/>
                  </a:moveTo>
                  <a:lnTo>
                    <a:pt x="16764" y="47244"/>
                  </a:lnTo>
                  <a:lnTo>
                    <a:pt x="10668" y="44196"/>
                  </a:lnTo>
                  <a:lnTo>
                    <a:pt x="1524" y="35052"/>
                  </a:lnTo>
                  <a:lnTo>
                    <a:pt x="0" y="30480"/>
                  </a:lnTo>
                  <a:lnTo>
                    <a:pt x="0" y="16764"/>
                  </a:lnTo>
                  <a:lnTo>
                    <a:pt x="1524" y="10668"/>
                  </a:lnTo>
                  <a:lnTo>
                    <a:pt x="10668" y="1524"/>
                  </a:lnTo>
                  <a:lnTo>
                    <a:pt x="16764" y="0"/>
                  </a:lnTo>
                  <a:lnTo>
                    <a:pt x="28956" y="0"/>
                  </a:lnTo>
                  <a:lnTo>
                    <a:pt x="35052" y="1524"/>
                  </a:lnTo>
                  <a:lnTo>
                    <a:pt x="44196" y="10668"/>
                  </a:lnTo>
                  <a:lnTo>
                    <a:pt x="47244" y="16764"/>
                  </a:lnTo>
                  <a:lnTo>
                    <a:pt x="47244" y="30480"/>
                  </a:lnTo>
                  <a:lnTo>
                    <a:pt x="44196" y="35052"/>
                  </a:lnTo>
                  <a:lnTo>
                    <a:pt x="35052" y="44196"/>
                  </a:lnTo>
                  <a:lnTo>
                    <a:pt x="28956" y="47244"/>
                  </a:lnTo>
                  <a:close/>
                </a:path>
                <a:path extrusionOk="0" h="47625" w="143510">
                  <a:moveTo>
                    <a:pt x="124968" y="47244"/>
                  </a:moveTo>
                  <a:lnTo>
                    <a:pt x="112776" y="47244"/>
                  </a:lnTo>
                  <a:lnTo>
                    <a:pt x="106680" y="44196"/>
                  </a:lnTo>
                  <a:lnTo>
                    <a:pt x="97536" y="35052"/>
                  </a:lnTo>
                  <a:lnTo>
                    <a:pt x="96012" y="30480"/>
                  </a:lnTo>
                  <a:lnTo>
                    <a:pt x="96012" y="16764"/>
                  </a:lnTo>
                  <a:lnTo>
                    <a:pt x="97536" y="10668"/>
                  </a:lnTo>
                  <a:lnTo>
                    <a:pt x="106680" y="1524"/>
                  </a:lnTo>
                  <a:lnTo>
                    <a:pt x="112776" y="0"/>
                  </a:lnTo>
                  <a:lnTo>
                    <a:pt x="124968" y="0"/>
                  </a:lnTo>
                  <a:lnTo>
                    <a:pt x="131064" y="1524"/>
                  </a:lnTo>
                  <a:lnTo>
                    <a:pt x="140208" y="10668"/>
                  </a:lnTo>
                  <a:lnTo>
                    <a:pt x="143256" y="16764"/>
                  </a:lnTo>
                  <a:lnTo>
                    <a:pt x="143256" y="30480"/>
                  </a:lnTo>
                  <a:lnTo>
                    <a:pt x="140208" y="35052"/>
                  </a:lnTo>
                  <a:lnTo>
                    <a:pt x="131064" y="44196"/>
                  </a:lnTo>
                  <a:lnTo>
                    <a:pt x="124968" y="472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97" name="Google Shape;4397;p74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016252" y="6925055"/>
            <a:ext cx="207264" cy="224027"/>
          </a:xfrm>
          <a:prstGeom prst="rect">
            <a:avLst/>
          </a:prstGeom>
          <a:noFill/>
          <a:ln>
            <a:noFill/>
          </a:ln>
        </p:spPr>
      </p:pic>
      <p:pic>
        <p:nvPicPr>
          <p:cNvPr id="4398" name="Google Shape;4398;p74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016252" y="5698235"/>
            <a:ext cx="210311" cy="1144524"/>
          </a:xfrm>
          <a:prstGeom prst="rect">
            <a:avLst/>
          </a:prstGeom>
          <a:noFill/>
          <a:ln>
            <a:noFill/>
          </a:ln>
        </p:spPr>
      </p:pic>
      <p:pic>
        <p:nvPicPr>
          <p:cNvPr id="4399" name="Google Shape;4399;p74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016252" y="7229855"/>
            <a:ext cx="539495" cy="22341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00" name="Google Shape;4400;p74"/>
          <p:cNvGrpSpPr/>
          <p:nvPr/>
        </p:nvGrpSpPr>
        <p:grpSpPr>
          <a:xfrm>
            <a:off x="2016251" y="4953000"/>
            <a:ext cx="271272" cy="661415"/>
            <a:chOff x="2016251" y="4953000"/>
            <a:chExt cx="271272" cy="661415"/>
          </a:xfrm>
        </p:grpSpPr>
        <p:pic>
          <p:nvPicPr>
            <p:cNvPr id="4401" name="Google Shape;4401;p74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086355" y="5375147"/>
              <a:ext cx="201168" cy="2392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02" name="Google Shape;4402;p74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086355" y="5242560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03" name="Google Shape;4403;p74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016251" y="4953000"/>
              <a:ext cx="210312" cy="26822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404" name="Google Shape;4404;p74"/>
          <p:cNvSpPr/>
          <p:nvPr/>
        </p:nvSpPr>
        <p:spPr>
          <a:xfrm>
            <a:off x="2016251" y="4794503"/>
            <a:ext cx="210820" cy="85725"/>
          </a:xfrm>
          <a:custGeom>
            <a:rect b="b" l="l" r="r" t="t"/>
            <a:pathLst>
              <a:path extrusionOk="0" h="85725" w="210819">
                <a:moveTo>
                  <a:pt x="210312" y="85344"/>
                </a:moveTo>
                <a:lnTo>
                  <a:pt x="0" y="13716"/>
                </a:lnTo>
                <a:lnTo>
                  <a:pt x="0" y="0"/>
                </a:lnTo>
                <a:lnTo>
                  <a:pt x="210312" y="71628"/>
                </a:lnTo>
                <a:lnTo>
                  <a:pt x="210312" y="853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5" name="Google Shape;4405;p74"/>
          <p:cNvSpPr/>
          <p:nvPr/>
        </p:nvSpPr>
        <p:spPr>
          <a:xfrm>
            <a:off x="2086343" y="3742944"/>
            <a:ext cx="201295" cy="981710"/>
          </a:xfrm>
          <a:custGeom>
            <a:rect b="b" l="l" r="r" t="t"/>
            <a:pathLst>
              <a:path extrusionOk="0" h="981710" w="201294">
                <a:moveTo>
                  <a:pt x="137160" y="755904"/>
                </a:moveTo>
                <a:lnTo>
                  <a:pt x="132588" y="755904"/>
                </a:lnTo>
                <a:lnTo>
                  <a:pt x="132588" y="766572"/>
                </a:lnTo>
                <a:lnTo>
                  <a:pt x="131064" y="769620"/>
                </a:lnTo>
                <a:lnTo>
                  <a:pt x="126492" y="774192"/>
                </a:lnTo>
                <a:lnTo>
                  <a:pt x="124968" y="774192"/>
                </a:lnTo>
                <a:lnTo>
                  <a:pt x="121920" y="775716"/>
                </a:lnTo>
                <a:lnTo>
                  <a:pt x="50292" y="775716"/>
                </a:lnTo>
                <a:lnTo>
                  <a:pt x="41719" y="776008"/>
                </a:lnTo>
                <a:lnTo>
                  <a:pt x="6096" y="792480"/>
                </a:lnTo>
                <a:lnTo>
                  <a:pt x="1524" y="797052"/>
                </a:lnTo>
                <a:lnTo>
                  <a:pt x="0" y="803148"/>
                </a:lnTo>
                <a:lnTo>
                  <a:pt x="0" y="818388"/>
                </a:lnTo>
                <a:lnTo>
                  <a:pt x="28956" y="856488"/>
                </a:lnTo>
                <a:lnTo>
                  <a:pt x="19812" y="858012"/>
                </a:lnTo>
                <a:lnTo>
                  <a:pt x="12192" y="862584"/>
                </a:lnTo>
                <a:lnTo>
                  <a:pt x="3048" y="874776"/>
                </a:lnTo>
                <a:lnTo>
                  <a:pt x="0" y="880872"/>
                </a:lnTo>
                <a:lnTo>
                  <a:pt x="0" y="894588"/>
                </a:lnTo>
                <a:lnTo>
                  <a:pt x="3048" y="903732"/>
                </a:lnTo>
                <a:lnTo>
                  <a:pt x="6096" y="909828"/>
                </a:lnTo>
                <a:lnTo>
                  <a:pt x="7620" y="914400"/>
                </a:lnTo>
                <a:lnTo>
                  <a:pt x="12192" y="917448"/>
                </a:lnTo>
                <a:lnTo>
                  <a:pt x="13716" y="920496"/>
                </a:lnTo>
                <a:lnTo>
                  <a:pt x="19812" y="925068"/>
                </a:lnTo>
                <a:lnTo>
                  <a:pt x="28956" y="934212"/>
                </a:lnTo>
                <a:lnTo>
                  <a:pt x="0" y="934212"/>
                </a:lnTo>
                <a:lnTo>
                  <a:pt x="0" y="941832"/>
                </a:lnTo>
                <a:lnTo>
                  <a:pt x="16764" y="981456"/>
                </a:lnTo>
                <a:lnTo>
                  <a:pt x="21336" y="979932"/>
                </a:lnTo>
                <a:lnTo>
                  <a:pt x="19812" y="975360"/>
                </a:lnTo>
                <a:lnTo>
                  <a:pt x="19812" y="964692"/>
                </a:lnTo>
                <a:lnTo>
                  <a:pt x="21336" y="964692"/>
                </a:lnTo>
                <a:lnTo>
                  <a:pt x="24384" y="961644"/>
                </a:lnTo>
                <a:lnTo>
                  <a:pt x="27432" y="960120"/>
                </a:lnTo>
                <a:lnTo>
                  <a:pt x="46088" y="958837"/>
                </a:lnTo>
                <a:lnTo>
                  <a:pt x="56388" y="958596"/>
                </a:lnTo>
                <a:lnTo>
                  <a:pt x="115824" y="958596"/>
                </a:lnTo>
                <a:lnTo>
                  <a:pt x="121920" y="960120"/>
                </a:lnTo>
                <a:lnTo>
                  <a:pt x="123444" y="961644"/>
                </a:lnTo>
                <a:lnTo>
                  <a:pt x="129540" y="964692"/>
                </a:lnTo>
                <a:lnTo>
                  <a:pt x="131064" y="966216"/>
                </a:lnTo>
                <a:lnTo>
                  <a:pt x="132588" y="969264"/>
                </a:lnTo>
                <a:lnTo>
                  <a:pt x="132588" y="978408"/>
                </a:lnTo>
                <a:lnTo>
                  <a:pt x="137160" y="978408"/>
                </a:lnTo>
                <a:lnTo>
                  <a:pt x="137160" y="914400"/>
                </a:lnTo>
                <a:lnTo>
                  <a:pt x="132588" y="914400"/>
                </a:lnTo>
                <a:lnTo>
                  <a:pt x="132588" y="926592"/>
                </a:lnTo>
                <a:lnTo>
                  <a:pt x="131064" y="928116"/>
                </a:lnTo>
                <a:lnTo>
                  <a:pt x="129540" y="931164"/>
                </a:lnTo>
                <a:lnTo>
                  <a:pt x="128016" y="932688"/>
                </a:lnTo>
                <a:lnTo>
                  <a:pt x="124968" y="932688"/>
                </a:lnTo>
                <a:lnTo>
                  <a:pt x="121920" y="934212"/>
                </a:lnTo>
                <a:lnTo>
                  <a:pt x="36576" y="934212"/>
                </a:lnTo>
                <a:lnTo>
                  <a:pt x="32004" y="931164"/>
                </a:lnTo>
                <a:lnTo>
                  <a:pt x="27432" y="925068"/>
                </a:lnTo>
                <a:lnTo>
                  <a:pt x="22860" y="917448"/>
                </a:lnTo>
                <a:lnTo>
                  <a:pt x="19812" y="911352"/>
                </a:lnTo>
                <a:lnTo>
                  <a:pt x="18288" y="906780"/>
                </a:lnTo>
                <a:lnTo>
                  <a:pt x="18288" y="894588"/>
                </a:lnTo>
                <a:lnTo>
                  <a:pt x="21336" y="888492"/>
                </a:lnTo>
                <a:lnTo>
                  <a:pt x="27432" y="885444"/>
                </a:lnTo>
                <a:lnTo>
                  <a:pt x="32004" y="880872"/>
                </a:lnTo>
                <a:lnTo>
                  <a:pt x="39624" y="879348"/>
                </a:lnTo>
                <a:lnTo>
                  <a:pt x="115824" y="879348"/>
                </a:lnTo>
                <a:lnTo>
                  <a:pt x="120396" y="880872"/>
                </a:lnTo>
                <a:lnTo>
                  <a:pt x="121920" y="880872"/>
                </a:lnTo>
                <a:lnTo>
                  <a:pt x="128016" y="883920"/>
                </a:lnTo>
                <a:lnTo>
                  <a:pt x="132588" y="888492"/>
                </a:lnTo>
                <a:lnTo>
                  <a:pt x="132588" y="899160"/>
                </a:lnTo>
                <a:lnTo>
                  <a:pt x="137160" y="899160"/>
                </a:lnTo>
                <a:lnTo>
                  <a:pt x="137160" y="835152"/>
                </a:lnTo>
                <a:lnTo>
                  <a:pt x="132588" y="835152"/>
                </a:lnTo>
                <a:lnTo>
                  <a:pt x="132588" y="845820"/>
                </a:lnTo>
                <a:lnTo>
                  <a:pt x="129540" y="851916"/>
                </a:lnTo>
                <a:lnTo>
                  <a:pt x="126492" y="853440"/>
                </a:lnTo>
                <a:lnTo>
                  <a:pt x="124968" y="854964"/>
                </a:lnTo>
                <a:lnTo>
                  <a:pt x="36576" y="854964"/>
                </a:lnTo>
                <a:lnTo>
                  <a:pt x="28956" y="848868"/>
                </a:lnTo>
                <a:lnTo>
                  <a:pt x="24384" y="842772"/>
                </a:lnTo>
                <a:lnTo>
                  <a:pt x="22860" y="836676"/>
                </a:lnTo>
                <a:lnTo>
                  <a:pt x="19812" y="832104"/>
                </a:lnTo>
                <a:lnTo>
                  <a:pt x="18288" y="827532"/>
                </a:lnTo>
                <a:lnTo>
                  <a:pt x="18288" y="813816"/>
                </a:lnTo>
                <a:lnTo>
                  <a:pt x="21336" y="807720"/>
                </a:lnTo>
                <a:lnTo>
                  <a:pt x="27432" y="804672"/>
                </a:lnTo>
                <a:lnTo>
                  <a:pt x="32004" y="801624"/>
                </a:lnTo>
                <a:lnTo>
                  <a:pt x="39624" y="800100"/>
                </a:lnTo>
                <a:lnTo>
                  <a:pt x="114300" y="800100"/>
                </a:lnTo>
                <a:lnTo>
                  <a:pt x="120396" y="801624"/>
                </a:lnTo>
                <a:lnTo>
                  <a:pt x="124968" y="801624"/>
                </a:lnTo>
                <a:lnTo>
                  <a:pt x="128016" y="803148"/>
                </a:lnTo>
                <a:lnTo>
                  <a:pt x="132588" y="812292"/>
                </a:lnTo>
                <a:lnTo>
                  <a:pt x="132588" y="819912"/>
                </a:lnTo>
                <a:lnTo>
                  <a:pt x="137160" y="819912"/>
                </a:lnTo>
                <a:lnTo>
                  <a:pt x="137160" y="755904"/>
                </a:lnTo>
                <a:close/>
              </a:path>
              <a:path extrusionOk="0" h="981710" w="201294">
                <a:moveTo>
                  <a:pt x="137160" y="394716"/>
                </a:moveTo>
                <a:lnTo>
                  <a:pt x="132588" y="394716"/>
                </a:lnTo>
                <a:lnTo>
                  <a:pt x="132588" y="405384"/>
                </a:lnTo>
                <a:lnTo>
                  <a:pt x="131064" y="406908"/>
                </a:lnTo>
                <a:lnTo>
                  <a:pt x="129540" y="409956"/>
                </a:lnTo>
                <a:lnTo>
                  <a:pt x="126492" y="411480"/>
                </a:lnTo>
                <a:lnTo>
                  <a:pt x="124968" y="413004"/>
                </a:lnTo>
                <a:lnTo>
                  <a:pt x="121920" y="414528"/>
                </a:lnTo>
                <a:lnTo>
                  <a:pt x="50292" y="414528"/>
                </a:lnTo>
                <a:lnTo>
                  <a:pt x="41719" y="414794"/>
                </a:lnTo>
                <a:lnTo>
                  <a:pt x="6096" y="431292"/>
                </a:lnTo>
                <a:lnTo>
                  <a:pt x="1524" y="435864"/>
                </a:lnTo>
                <a:lnTo>
                  <a:pt x="0" y="441960"/>
                </a:lnTo>
                <a:lnTo>
                  <a:pt x="0" y="455676"/>
                </a:lnTo>
                <a:lnTo>
                  <a:pt x="1524" y="463296"/>
                </a:lnTo>
                <a:lnTo>
                  <a:pt x="6096" y="469392"/>
                </a:lnTo>
                <a:lnTo>
                  <a:pt x="9245" y="475157"/>
                </a:lnTo>
                <a:lnTo>
                  <a:pt x="14097" y="481203"/>
                </a:lnTo>
                <a:lnTo>
                  <a:pt x="20675" y="487832"/>
                </a:lnTo>
                <a:lnTo>
                  <a:pt x="28956" y="495300"/>
                </a:lnTo>
                <a:lnTo>
                  <a:pt x="19812" y="496824"/>
                </a:lnTo>
                <a:lnTo>
                  <a:pt x="12192" y="501396"/>
                </a:lnTo>
                <a:lnTo>
                  <a:pt x="7620" y="505968"/>
                </a:lnTo>
                <a:lnTo>
                  <a:pt x="3048" y="512064"/>
                </a:lnTo>
                <a:lnTo>
                  <a:pt x="0" y="519684"/>
                </a:lnTo>
                <a:lnTo>
                  <a:pt x="0" y="531876"/>
                </a:lnTo>
                <a:lnTo>
                  <a:pt x="1524" y="537972"/>
                </a:lnTo>
                <a:lnTo>
                  <a:pt x="3048" y="542544"/>
                </a:lnTo>
                <a:lnTo>
                  <a:pt x="6096" y="547116"/>
                </a:lnTo>
                <a:lnTo>
                  <a:pt x="7620" y="551688"/>
                </a:lnTo>
                <a:lnTo>
                  <a:pt x="28956" y="573024"/>
                </a:lnTo>
                <a:lnTo>
                  <a:pt x="0" y="573024"/>
                </a:lnTo>
                <a:lnTo>
                  <a:pt x="0" y="579120"/>
                </a:lnTo>
                <a:lnTo>
                  <a:pt x="16764" y="620268"/>
                </a:lnTo>
                <a:lnTo>
                  <a:pt x="21336" y="618744"/>
                </a:lnTo>
                <a:lnTo>
                  <a:pt x="19812" y="614172"/>
                </a:lnTo>
                <a:lnTo>
                  <a:pt x="19812" y="603504"/>
                </a:lnTo>
                <a:lnTo>
                  <a:pt x="24384" y="598932"/>
                </a:lnTo>
                <a:lnTo>
                  <a:pt x="27432" y="598932"/>
                </a:lnTo>
                <a:lnTo>
                  <a:pt x="31750" y="598055"/>
                </a:lnTo>
                <a:lnTo>
                  <a:pt x="37909" y="597598"/>
                </a:lnTo>
                <a:lnTo>
                  <a:pt x="56388" y="597408"/>
                </a:lnTo>
                <a:lnTo>
                  <a:pt x="115824" y="597408"/>
                </a:lnTo>
                <a:lnTo>
                  <a:pt x="121920" y="598932"/>
                </a:lnTo>
                <a:lnTo>
                  <a:pt x="123444" y="598932"/>
                </a:lnTo>
                <a:lnTo>
                  <a:pt x="129540" y="601980"/>
                </a:lnTo>
                <a:lnTo>
                  <a:pt x="131064" y="605028"/>
                </a:lnTo>
                <a:lnTo>
                  <a:pt x="132588" y="606552"/>
                </a:lnTo>
                <a:lnTo>
                  <a:pt x="132588" y="617220"/>
                </a:lnTo>
                <a:lnTo>
                  <a:pt x="137160" y="617220"/>
                </a:lnTo>
                <a:lnTo>
                  <a:pt x="137160" y="553212"/>
                </a:lnTo>
                <a:lnTo>
                  <a:pt x="132588" y="553212"/>
                </a:lnTo>
                <a:lnTo>
                  <a:pt x="132588" y="563880"/>
                </a:lnTo>
                <a:lnTo>
                  <a:pt x="131064" y="566928"/>
                </a:lnTo>
                <a:lnTo>
                  <a:pt x="128016" y="569976"/>
                </a:lnTo>
                <a:lnTo>
                  <a:pt x="121920" y="573024"/>
                </a:lnTo>
                <a:lnTo>
                  <a:pt x="36576" y="573024"/>
                </a:lnTo>
                <a:lnTo>
                  <a:pt x="32004" y="568452"/>
                </a:lnTo>
                <a:lnTo>
                  <a:pt x="27432" y="562356"/>
                </a:lnTo>
                <a:lnTo>
                  <a:pt x="22860" y="554736"/>
                </a:lnTo>
                <a:lnTo>
                  <a:pt x="19812" y="550164"/>
                </a:lnTo>
                <a:lnTo>
                  <a:pt x="18288" y="545592"/>
                </a:lnTo>
                <a:lnTo>
                  <a:pt x="18288" y="533400"/>
                </a:lnTo>
                <a:lnTo>
                  <a:pt x="21336" y="527304"/>
                </a:lnTo>
                <a:lnTo>
                  <a:pt x="27432" y="522732"/>
                </a:lnTo>
                <a:lnTo>
                  <a:pt x="32004" y="519684"/>
                </a:lnTo>
                <a:lnTo>
                  <a:pt x="39624" y="518160"/>
                </a:lnTo>
                <a:lnTo>
                  <a:pt x="120396" y="518160"/>
                </a:lnTo>
                <a:lnTo>
                  <a:pt x="121920" y="519684"/>
                </a:lnTo>
                <a:lnTo>
                  <a:pt x="124968" y="519684"/>
                </a:lnTo>
                <a:lnTo>
                  <a:pt x="128016" y="521208"/>
                </a:lnTo>
                <a:lnTo>
                  <a:pt x="129540" y="524256"/>
                </a:lnTo>
                <a:lnTo>
                  <a:pt x="132588" y="527304"/>
                </a:lnTo>
                <a:lnTo>
                  <a:pt x="132588" y="537972"/>
                </a:lnTo>
                <a:lnTo>
                  <a:pt x="137160" y="537972"/>
                </a:lnTo>
                <a:lnTo>
                  <a:pt x="137160" y="473964"/>
                </a:lnTo>
                <a:lnTo>
                  <a:pt x="132588" y="473964"/>
                </a:lnTo>
                <a:lnTo>
                  <a:pt x="132588" y="484632"/>
                </a:lnTo>
                <a:lnTo>
                  <a:pt x="131064" y="487680"/>
                </a:lnTo>
                <a:lnTo>
                  <a:pt x="126492" y="492252"/>
                </a:lnTo>
                <a:lnTo>
                  <a:pt x="124968" y="492252"/>
                </a:lnTo>
                <a:lnTo>
                  <a:pt x="121920" y="493776"/>
                </a:lnTo>
                <a:lnTo>
                  <a:pt x="36576" y="493776"/>
                </a:lnTo>
                <a:lnTo>
                  <a:pt x="28956" y="486156"/>
                </a:lnTo>
                <a:lnTo>
                  <a:pt x="24384" y="480060"/>
                </a:lnTo>
                <a:lnTo>
                  <a:pt x="22860" y="475488"/>
                </a:lnTo>
                <a:lnTo>
                  <a:pt x="19812" y="470916"/>
                </a:lnTo>
                <a:lnTo>
                  <a:pt x="18288" y="464820"/>
                </a:lnTo>
                <a:lnTo>
                  <a:pt x="18288" y="452628"/>
                </a:lnTo>
                <a:lnTo>
                  <a:pt x="21336" y="446532"/>
                </a:lnTo>
                <a:lnTo>
                  <a:pt x="27432" y="443484"/>
                </a:lnTo>
                <a:lnTo>
                  <a:pt x="32004" y="440436"/>
                </a:lnTo>
                <a:lnTo>
                  <a:pt x="39624" y="438912"/>
                </a:lnTo>
                <a:lnTo>
                  <a:pt x="121920" y="438912"/>
                </a:lnTo>
                <a:lnTo>
                  <a:pt x="128016" y="441960"/>
                </a:lnTo>
                <a:lnTo>
                  <a:pt x="129540" y="443484"/>
                </a:lnTo>
                <a:lnTo>
                  <a:pt x="131064" y="446532"/>
                </a:lnTo>
                <a:lnTo>
                  <a:pt x="132588" y="451104"/>
                </a:lnTo>
                <a:lnTo>
                  <a:pt x="132588" y="458724"/>
                </a:lnTo>
                <a:lnTo>
                  <a:pt x="137160" y="458724"/>
                </a:lnTo>
                <a:lnTo>
                  <a:pt x="137160" y="394716"/>
                </a:lnTo>
                <a:close/>
              </a:path>
              <a:path extrusionOk="0" h="981710" w="201294">
                <a:moveTo>
                  <a:pt x="137160" y="172212"/>
                </a:moveTo>
                <a:lnTo>
                  <a:pt x="132588" y="172212"/>
                </a:lnTo>
                <a:lnTo>
                  <a:pt x="132588" y="182880"/>
                </a:lnTo>
                <a:lnTo>
                  <a:pt x="129540" y="187452"/>
                </a:lnTo>
                <a:lnTo>
                  <a:pt x="128016" y="190500"/>
                </a:lnTo>
                <a:lnTo>
                  <a:pt x="126492" y="192024"/>
                </a:lnTo>
                <a:lnTo>
                  <a:pt x="123444" y="193548"/>
                </a:lnTo>
                <a:lnTo>
                  <a:pt x="114300" y="196596"/>
                </a:lnTo>
                <a:lnTo>
                  <a:pt x="44196" y="196596"/>
                </a:lnTo>
                <a:lnTo>
                  <a:pt x="35052" y="192024"/>
                </a:lnTo>
                <a:lnTo>
                  <a:pt x="28956" y="187452"/>
                </a:lnTo>
                <a:lnTo>
                  <a:pt x="22860" y="181356"/>
                </a:lnTo>
                <a:lnTo>
                  <a:pt x="21336" y="178308"/>
                </a:lnTo>
                <a:lnTo>
                  <a:pt x="21336" y="175260"/>
                </a:lnTo>
                <a:lnTo>
                  <a:pt x="22860" y="172212"/>
                </a:lnTo>
                <a:lnTo>
                  <a:pt x="27432" y="167640"/>
                </a:lnTo>
                <a:lnTo>
                  <a:pt x="30480" y="163068"/>
                </a:lnTo>
                <a:lnTo>
                  <a:pt x="32004" y="160020"/>
                </a:lnTo>
                <a:lnTo>
                  <a:pt x="32004" y="153924"/>
                </a:lnTo>
                <a:lnTo>
                  <a:pt x="30480" y="150876"/>
                </a:lnTo>
                <a:lnTo>
                  <a:pt x="27432" y="147828"/>
                </a:lnTo>
                <a:lnTo>
                  <a:pt x="21336" y="144780"/>
                </a:lnTo>
                <a:lnTo>
                  <a:pt x="13716" y="144780"/>
                </a:lnTo>
                <a:lnTo>
                  <a:pt x="9144" y="146304"/>
                </a:lnTo>
                <a:lnTo>
                  <a:pt x="1524" y="153924"/>
                </a:lnTo>
                <a:lnTo>
                  <a:pt x="0" y="158496"/>
                </a:lnTo>
                <a:lnTo>
                  <a:pt x="0" y="163068"/>
                </a:lnTo>
                <a:lnTo>
                  <a:pt x="2006" y="171958"/>
                </a:lnTo>
                <a:lnTo>
                  <a:pt x="8001" y="180403"/>
                </a:lnTo>
                <a:lnTo>
                  <a:pt x="18008" y="188582"/>
                </a:lnTo>
                <a:lnTo>
                  <a:pt x="32004" y="196596"/>
                </a:lnTo>
                <a:lnTo>
                  <a:pt x="0" y="196596"/>
                </a:lnTo>
                <a:lnTo>
                  <a:pt x="0" y="202692"/>
                </a:lnTo>
                <a:lnTo>
                  <a:pt x="16764" y="243840"/>
                </a:lnTo>
                <a:lnTo>
                  <a:pt x="21336" y="242316"/>
                </a:lnTo>
                <a:lnTo>
                  <a:pt x="19812" y="239268"/>
                </a:lnTo>
                <a:lnTo>
                  <a:pt x="19812" y="227076"/>
                </a:lnTo>
                <a:lnTo>
                  <a:pt x="24384" y="222504"/>
                </a:lnTo>
                <a:lnTo>
                  <a:pt x="27432" y="222504"/>
                </a:lnTo>
                <a:lnTo>
                  <a:pt x="31102" y="221627"/>
                </a:lnTo>
                <a:lnTo>
                  <a:pt x="37338" y="221170"/>
                </a:lnTo>
                <a:lnTo>
                  <a:pt x="56388" y="220980"/>
                </a:lnTo>
                <a:lnTo>
                  <a:pt x="120396" y="220980"/>
                </a:lnTo>
                <a:lnTo>
                  <a:pt x="121920" y="222504"/>
                </a:lnTo>
                <a:lnTo>
                  <a:pt x="124968" y="222504"/>
                </a:lnTo>
                <a:lnTo>
                  <a:pt x="128016" y="224028"/>
                </a:lnTo>
                <a:lnTo>
                  <a:pt x="131064" y="230124"/>
                </a:lnTo>
                <a:lnTo>
                  <a:pt x="132588" y="234696"/>
                </a:lnTo>
                <a:lnTo>
                  <a:pt x="132588" y="240792"/>
                </a:lnTo>
                <a:lnTo>
                  <a:pt x="137160" y="240792"/>
                </a:lnTo>
                <a:lnTo>
                  <a:pt x="137160" y="172212"/>
                </a:lnTo>
                <a:close/>
              </a:path>
              <a:path extrusionOk="0" h="981710" w="201294">
                <a:moveTo>
                  <a:pt x="140208" y="684276"/>
                </a:moveTo>
                <a:lnTo>
                  <a:pt x="124968" y="647700"/>
                </a:lnTo>
                <a:lnTo>
                  <a:pt x="88392" y="630936"/>
                </a:lnTo>
                <a:lnTo>
                  <a:pt x="85344" y="633984"/>
                </a:lnTo>
                <a:lnTo>
                  <a:pt x="93662" y="637438"/>
                </a:lnTo>
                <a:lnTo>
                  <a:pt x="100393" y="641032"/>
                </a:lnTo>
                <a:lnTo>
                  <a:pt x="105714" y="644918"/>
                </a:lnTo>
                <a:lnTo>
                  <a:pt x="109728" y="649224"/>
                </a:lnTo>
                <a:lnTo>
                  <a:pt x="114300" y="656844"/>
                </a:lnTo>
                <a:lnTo>
                  <a:pt x="115824" y="664464"/>
                </a:lnTo>
                <a:lnTo>
                  <a:pt x="115747" y="674281"/>
                </a:lnTo>
                <a:lnTo>
                  <a:pt x="90208" y="714019"/>
                </a:lnTo>
                <a:lnTo>
                  <a:pt x="53340" y="722376"/>
                </a:lnTo>
                <a:lnTo>
                  <a:pt x="53340" y="661416"/>
                </a:lnTo>
                <a:lnTo>
                  <a:pt x="53340" y="630936"/>
                </a:lnTo>
                <a:lnTo>
                  <a:pt x="44196" y="631609"/>
                </a:lnTo>
                <a:lnTo>
                  <a:pt x="44196" y="661416"/>
                </a:lnTo>
                <a:lnTo>
                  <a:pt x="44196" y="722376"/>
                </a:lnTo>
                <a:lnTo>
                  <a:pt x="9144" y="697992"/>
                </a:lnTo>
                <a:lnTo>
                  <a:pt x="9144" y="684276"/>
                </a:lnTo>
                <a:lnTo>
                  <a:pt x="36576" y="661416"/>
                </a:lnTo>
                <a:lnTo>
                  <a:pt x="44196" y="661416"/>
                </a:lnTo>
                <a:lnTo>
                  <a:pt x="44196" y="631609"/>
                </a:lnTo>
                <a:lnTo>
                  <a:pt x="8369" y="652081"/>
                </a:lnTo>
                <a:lnTo>
                  <a:pt x="876" y="670560"/>
                </a:lnTo>
                <a:lnTo>
                  <a:pt x="127" y="679704"/>
                </a:lnTo>
                <a:lnTo>
                  <a:pt x="10934" y="716597"/>
                </a:lnTo>
                <a:lnTo>
                  <a:pt x="41719" y="739140"/>
                </a:lnTo>
                <a:lnTo>
                  <a:pt x="71628" y="743712"/>
                </a:lnTo>
                <a:lnTo>
                  <a:pt x="86779" y="742569"/>
                </a:lnTo>
                <a:lnTo>
                  <a:pt x="100203" y="739140"/>
                </a:lnTo>
                <a:lnTo>
                  <a:pt x="111925" y="733425"/>
                </a:lnTo>
                <a:lnTo>
                  <a:pt x="121920" y="725424"/>
                </a:lnTo>
                <a:lnTo>
                  <a:pt x="124764" y="722376"/>
                </a:lnTo>
                <a:lnTo>
                  <a:pt x="129921" y="716851"/>
                </a:lnTo>
                <a:lnTo>
                  <a:pt x="135636" y="707136"/>
                </a:lnTo>
                <a:lnTo>
                  <a:pt x="139065" y="696277"/>
                </a:lnTo>
                <a:lnTo>
                  <a:pt x="140208" y="684276"/>
                </a:lnTo>
                <a:close/>
              </a:path>
              <a:path extrusionOk="0" h="981710" w="201294">
                <a:moveTo>
                  <a:pt x="140220" y="318516"/>
                </a:moveTo>
                <a:lnTo>
                  <a:pt x="140119" y="316992"/>
                </a:lnTo>
                <a:lnTo>
                  <a:pt x="139649" y="309638"/>
                </a:lnTo>
                <a:lnTo>
                  <a:pt x="137934" y="301180"/>
                </a:lnTo>
                <a:lnTo>
                  <a:pt x="135077" y="293014"/>
                </a:lnTo>
                <a:lnTo>
                  <a:pt x="131076" y="284988"/>
                </a:lnTo>
                <a:lnTo>
                  <a:pt x="131076" y="312420"/>
                </a:lnTo>
                <a:lnTo>
                  <a:pt x="129667" y="321259"/>
                </a:lnTo>
                <a:lnTo>
                  <a:pt x="98882" y="347789"/>
                </a:lnTo>
                <a:lnTo>
                  <a:pt x="87223" y="351002"/>
                </a:lnTo>
                <a:lnTo>
                  <a:pt x="87541" y="351002"/>
                </a:lnTo>
                <a:lnTo>
                  <a:pt x="73736" y="352983"/>
                </a:lnTo>
                <a:lnTo>
                  <a:pt x="59448" y="353568"/>
                </a:lnTo>
                <a:lnTo>
                  <a:pt x="50850" y="353288"/>
                </a:lnTo>
                <a:lnTo>
                  <a:pt x="10680" y="332232"/>
                </a:lnTo>
                <a:lnTo>
                  <a:pt x="9156" y="326136"/>
                </a:lnTo>
                <a:lnTo>
                  <a:pt x="9182" y="321259"/>
                </a:lnTo>
                <a:lnTo>
                  <a:pt x="34251" y="289420"/>
                </a:lnTo>
                <a:lnTo>
                  <a:pt x="79260" y="280416"/>
                </a:lnTo>
                <a:lnTo>
                  <a:pt x="92735" y="280987"/>
                </a:lnTo>
                <a:lnTo>
                  <a:pt x="128409" y="299847"/>
                </a:lnTo>
                <a:lnTo>
                  <a:pt x="131076" y="312420"/>
                </a:lnTo>
                <a:lnTo>
                  <a:pt x="131076" y="284988"/>
                </a:lnTo>
                <a:lnTo>
                  <a:pt x="94500" y="258127"/>
                </a:lnTo>
                <a:lnTo>
                  <a:pt x="67068" y="252984"/>
                </a:lnTo>
                <a:lnTo>
                  <a:pt x="55016" y="254114"/>
                </a:lnTo>
                <a:lnTo>
                  <a:pt x="12865" y="278853"/>
                </a:lnTo>
                <a:lnTo>
                  <a:pt x="0" y="316992"/>
                </a:lnTo>
                <a:lnTo>
                  <a:pt x="114" y="318516"/>
                </a:lnTo>
                <a:lnTo>
                  <a:pt x="571" y="324993"/>
                </a:lnTo>
                <a:lnTo>
                  <a:pt x="19824" y="361569"/>
                </a:lnTo>
                <a:lnTo>
                  <a:pt x="62496" y="380428"/>
                </a:lnTo>
                <a:lnTo>
                  <a:pt x="71640" y="381000"/>
                </a:lnTo>
                <a:lnTo>
                  <a:pt x="83896" y="380149"/>
                </a:lnTo>
                <a:lnTo>
                  <a:pt x="126707" y="357314"/>
                </a:lnTo>
                <a:lnTo>
                  <a:pt x="129171" y="353568"/>
                </a:lnTo>
                <a:lnTo>
                  <a:pt x="134315" y="345757"/>
                </a:lnTo>
                <a:lnTo>
                  <a:pt x="138760" y="332790"/>
                </a:lnTo>
                <a:lnTo>
                  <a:pt x="138823" y="332232"/>
                </a:lnTo>
                <a:lnTo>
                  <a:pt x="140220" y="318516"/>
                </a:lnTo>
                <a:close/>
              </a:path>
              <a:path extrusionOk="0" h="981710" w="201294">
                <a:moveTo>
                  <a:pt x="201168" y="117348"/>
                </a:moveTo>
                <a:lnTo>
                  <a:pt x="178117" y="81153"/>
                </a:lnTo>
                <a:lnTo>
                  <a:pt x="50838" y="28956"/>
                </a:lnTo>
                <a:lnTo>
                  <a:pt x="27432" y="19812"/>
                </a:lnTo>
                <a:lnTo>
                  <a:pt x="18288" y="15240"/>
                </a:lnTo>
                <a:lnTo>
                  <a:pt x="16764" y="15240"/>
                </a:lnTo>
                <a:lnTo>
                  <a:pt x="13716" y="12192"/>
                </a:lnTo>
                <a:lnTo>
                  <a:pt x="10668" y="10668"/>
                </a:lnTo>
                <a:lnTo>
                  <a:pt x="10668" y="7620"/>
                </a:lnTo>
                <a:lnTo>
                  <a:pt x="9144" y="6096"/>
                </a:lnTo>
                <a:lnTo>
                  <a:pt x="7620" y="3048"/>
                </a:lnTo>
                <a:lnTo>
                  <a:pt x="7620" y="0"/>
                </a:lnTo>
                <a:lnTo>
                  <a:pt x="3048" y="0"/>
                </a:lnTo>
                <a:lnTo>
                  <a:pt x="3048" y="42672"/>
                </a:lnTo>
                <a:lnTo>
                  <a:pt x="7620" y="42672"/>
                </a:lnTo>
                <a:lnTo>
                  <a:pt x="7620" y="35052"/>
                </a:lnTo>
                <a:lnTo>
                  <a:pt x="9144" y="33528"/>
                </a:lnTo>
                <a:lnTo>
                  <a:pt x="9144" y="32004"/>
                </a:lnTo>
                <a:lnTo>
                  <a:pt x="12192" y="28956"/>
                </a:lnTo>
                <a:lnTo>
                  <a:pt x="19812" y="28956"/>
                </a:lnTo>
                <a:lnTo>
                  <a:pt x="22860" y="30480"/>
                </a:lnTo>
                <a:lnTo>
                  <a:pt x="27432" y="32004"/>
                </a:lnTo>
                <a:lnTo>
                  <a:pt x="100584" y="60960"/>
                </a:lnTo>
                <a:lnTo>
                  <a:pt x="33528" y="92964"/>
                </a:lnTo>
                <a:lnTo>
                  <a:pt x="27432" y="96012"/>
                </a:lnTo>
                <a:lnTo>
                  <a:pt x="21336" y="97536"/>
                </a:lnTo>
                <a:lnTo>
                  <a:pt x="15240" y="97536"/>
                </a:lnTo>
                <a:lnTo>
                  <a:pt x="12192" y="96012"/>
                </a:lnTo>
                <a:lnTo>
                  <a:pt x="10668" y="94488"/>
                </a:lnTo>
                <a:lnTo>
                  <a:pt x="7620" y="88392"/>
                </a:lnTo>
                <a:lnTo>
                  <a:pt x="7620" y="80772"/>
                </a:lnTo>
                <a:lnTo>
                  <a:pt x="3048" y="80772"/>
                </a:lnTo>
                <a:lnTo>
                  <a:pt x="3048" y="144780"/>
                </a:lnTo>
                <a:lnTo>
                  <a:pt x="7620" y="144780"/>
                </a:lnTo>
                <a:lnTo>
                  <a:pt x="10668" y="135636"/>
                </a:lnTo>
                <a:lnTo>
                  <a:pt x="15240" y="131064"/>
                </a:lnTo>
                <a:lnTo>
                  <a:pt x="24384" y="124968"/>
                </a:lnTo>
                <a:lnTo>
                  <a:pt x="27432" y="121920"/>
                </a:lnTo>
                <a:lnTo>
                  <a:pt x="30480" y="120396"/>
                </a:lnTo>
                <a:lnTo>
                  <a:pt x="79159" y="97536"/>
                </a:lnTo>
                <a:lnTo>
                  <a:pt x="131064" y="73152"/>
                </a:lnTo>
                <a:lnTo>
                  <a:pt x="152400" y="82296"/>
                </a:lnTo>
                <a:lnTo>
                  <a:pt x="173736" y="105156"/>
                </a:lnTo>
                <a:lnTo>
                  <a:pt x="172212" y="108204"/>
                </a:lnTo>
                <a:lnTo>
                  <a:pt x="170688" y="114300"/>
                </a:lnTo>
                <a:lnTo>
                  <a:pt x="169164" y="118872"/>
                </a:lnTo>
                <a:lnTo>
                  <a:pt x="169164" y="126492"/>
                </a:lnTo>
                <a:lnTo>
                  <a:pt x="170688" y="129540"/>
                </a:lnTo>
                <a:lnTo>
                  <a:pt x="173736" y="132588"/>
                </a:lnTo>
                <a:lnTo>
                  <a:pt x="175260" y="135636"/>
                </a:lnTo>
                <a:lnTo>
                  <a:pt x="179832" y="137160"/>
                </a:lnTo>
                <a:lnTo>
                  <a:pt x="188976" y="137160"/>
                </a:lnTo>
                <a:lnTo>
                  <a:pt x="192024" y="135636"/>
                </a:lnTo>
                <a:lnTo>
                  <a:pt x="199644" y="128016"/>
                </a:lnTo>
                <a:lnTo>
                  <a:pt x="201168" y="123444"/>
                </a:lnTo>
                <a:lnTo>
                  <a:pt x="201168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06" name="Google Shape;4406;p74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016252" y="2679192"/>
            <a:ext cx="271271" cy="9738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07" name="Google Shape;4407;p74"/>
          <p:cNvGrpSpPr/>
          <p:nvPr/>
        </p:nvGrpSpPr>
        <p:grpSpPr>
          <a:xfrm>
            <a:off x="2016239" y="1688592"/>
            <a:ext cx="210820" cy="905256"/>
            <a:chOff x="2016239" y="1688592"/>
            <a:chExt cx="210820" cy="905256"/>
          </a:xfrm>
        </p:grpSpPr>
        <p:sp>
          <p:nvSpPr>
            <p:cNvPr id="4408" name="Google Shape;4408;p74"/>
            <p:cNvSpPr/>
            <p:nvPr/>
          </p:nvSpPr>
          <p:spPr>
            <a:xfrm>
              <a:off x="2016239" y="2022348"/>
              <a:ext cx="210820" cy="571500"/>
            </a:xfrm>
            <a:custGeom>
              <a:rect b="b" l="l" r="r" t="t"/>
              <a:pathLst>
                <a:path extrusionOk="0" h="571500" w="210819">
                  <a:moveTo>
                    <a:pt x="210312" y="473964"/>
                  </a:moveTo>
                  <a:lnTo>
                    <a:pt x="193548" y="432816"/>
                  </a:lnTo>
                  <a:lnTo>
                    <a:pt x="188976" y="435864"/>
                  </a:lnTo>
                  <a:lnTo>
                    <a:pt x="190500" y="438912"/>
                  </a:lnTo>
                  <a:lnTo>
                    <a:pt x="192024" y="443484"/>
                  </a:lnTo>
                  <a:lnTo>
                    <a:pt x="192024" y="448056"/>
                  </a:lnTo>
                  <a:lnTo>
                    <a:pt x="188976" y="451104"/>
                  </a:lnTo>
                  <a:lnTo>
                    <a:pt x="188976" y="452628"/>
                  </a:lnTo>
                  <a:lnTo>
                    <a:pt x="182880" y="455676"/>
                  </a:lnTo>
                  <a:lnTo>
                    <a:pt x="0" y="455676"/>
                  </a:lnTo>
                  <a:lnTo>
                    <a:pt x="0" y="463296"/>
                  </a:lnTo>
                  <a:lnTo>
                    <a:pt x="16764" y="502920"/>
                  </a:lnTo>
                  <a:lnTo>
                    <a:pt x="21336" y="501396"/>
                  </a:lnTo>
                  <a:lnTo>
                    <a:pt x="21234" y="501065"/>
                  </a:lnTo>
                  <a:lnTo>
                    <a:pt x="19812" y="496824"/>
                  </a:lnTo>
                  <a:lnTo>
                    <a:pt x="19812" y="487680"/>
                  </a:lnTo>
                  <a:lnTo>
                    <a:pt x="21336" y="486156"/>
                  </a:lnTo>
                  <a:lnTo>
                    <a:pt x="22860" y="483108"/>
                  </a:lnTo>
                  <a:lnTo>
                    <a:pt x="24384" y="483108"/>
                  </a:lnTo>
                  <a:lnTo>
                    <a:pt x="28956" y="481584"/>
                  </a:lnTo>
                  <a:lnTo>
                    <a:pt x="32385" y="481355"/>
                  </a:lnTo>
                  <a:lnTo>
                    <a:pt x="38100" y="480822"/>
                  </a:lnTo>
                  <a:lnTo>
                    <a:pt x="46101" y="480301"/>
                  </a:lnTo>
                  <a:lnTo>
                    <a:pt x="56388" y="480060"/>
                  </a:lnTo>
                  <a:lnTo>
                    <a:pt x="82296" y="480060"/>
                  </a:lnTo>
                  <a:lnTo>
                    <a:pt x="77177" y="486308"/>
                  </a:lnTo>
                  <a:lnTo>
                    <a:pt x="73342" y="493395"/>
                  </a:lnTo>
                  <a:lnTo>
                    <a:pt x="70942" y="501065"/>
                  </a:lnTo>
                  <a:lnTo>
                    <a:pt x="70904" y="501396"/>
                  </a:lnTo>
                  <a:lnTo>
                    <a:pt x="70104" y="509016"/>
                  </a:lnTo>
                  <a:lnTo>
                    <a:pt x="71564" y="522160"/>
                  </a:lnTo>
                  <a:lnTo>
                    <a:pt x="94488" y="554736"/>
                  </a:lnTo>
                  <a:lnTo>
                    <a:pt x="132003" y="570598"/>
                  </a:lnTo>
                  <a:lnTo>
                    <a:pt x="146304" y="571500"/>
                  </a:lnTo>
                  <a:lnTo>
                    <a:pt x="159804" y="570598"/>
                  </a:lnTo>
                  <a:lnTo>
                    <a:pt x="159562" y="570598"/>
                  </a:lnTo>
                  <a:lnTo>
                    <a:pt x="171450" y="567880"/>
                  </a:lnTo>
                  <a:lnTo>
                    <a:pt x="202552" y="544068"/>
                  </a:lnTo>
                  <a:lnTo>
                    <a:pt x="210312" y="519684"/>
                  </a:lnTo>
                  <a:lnTo>
                    <a:pt x="210312" y="512064"/>
                  </a:lnTo>
                  <a:lnTo>
                    <a:pt x="192024" y="483146"/>
                  </a:lnTo>
                  <a:lnTo>
                    <a:pt x="192024" y="505968"/>
                  </a:lnTo>
                  <a:lnTo>
                    <a:pt x="191147" y="512813"/>
                  </a:lnTo>
                  <a:lnTo>
                    <a:pt x="158877" y="541401"/>
                  </a:lnTo>
                  <a:lnTo>
                    <a:pt x="134112" y="544068"/>
                  </a:lnTo>
                  <a:lnTo>
                    <a:pt x="120357" y="543458"/>
                  </a:lnTo>
                  <a:lnTo>
                    <a:pt x="83820" y="525780"/>
                  </a:lnTo>
                  <a:lnTo>
                    <a:pt x="79248" y="518160"/>
                  </a:lnTo>
                  <a:lnTo>
                    <a:pt x="79248" y="505968"/>
                  </a:lnTo>
                  <a:lnTo>
                    <a:pt x="80772" y="501396"/>
                  </a:lnTo>
                  <a:lnTo>
                    <a:pt x="86868" y="492252"/>
                  </a:lnTo>
                  <a:lnTo>
                    <a:pt x="89916" y="489204"/>
                  </a:lnTo>
                  <a:lnTo>
                    <a:pt x="96012" y="486156"/>
                  </a:lnTo>
                  <a:lnTo>
                    <a:pt x="100584" y="483108"/>
                  </a:lnTo>
                  <a:lnTo>
                    <a:pt x="106680" y="481584"/>
                  </a:lnTo>
                  <a:lnTo>
                    <a:pt x="114300" y="480060"/>
                  </a:lnTo>
                  <a:lnTo>
                    <a:pt x="178308" y="480060"/>
                  </a:lnTo>
                  <a:lnTo>
                    <a:pt x="184315" y="486689"/>
                  </a:lnTo>
                  <a:lnTo>
                    <a:pt x="188595" y="493014"/>
                  </a:lnTo>
                  <a:lnTo>
                    <a:pt x="191173" y="499351"/>
                  </a:lnTo>
                  <a:lnTo>
                    <a:pt x="191236" y="499872"/>
                  </a:lnTo>
                  <a:lnTo>
                    <a:pt x="192024" y="505968"/>
                  </a:lnTo>
                  <a:lnTo>
                    <a:pt x="192024" y="483146"/>
                  </a:lnTo>
                  <a:lnTo>
                    <a:pt x="188976" y="480060"/>
                  </a:lnTo>
                  <a:lnTo>
                    <a:pt x="210312" y="480060"/>
                  </a:lnTo>
                  <a:lnTo>
                    <a:pt x="210312" y="473964"/>
                  </a:lnTo>
                  <a:close/>
                </a:path>
                <a:path extrusionOk="0" h="571500" w="210819">
                  <a:moveTo>
                    <a:pt x="210312" y="67056"/>
                  </a:moveTo>
                  <a:lnTo>
                    <a:pt x="209169" y="55651"/>
                  </a:lnTo>
                  <a:lnTo>
                    <a:pt x="205740" y="44386"/>
                  </a:lnTo>
                  <a:lnTo>
                    <a:pt x="201168" y="35610"/>
                  </a:lnTo>
                  <a:lnTo>
                    <a:pt x="201168" y="59436"/>
                  </a:lnTo>
                  <a:lnTo>
                    <a:pt x="201168" y="65532"/>
                  </a:lnTo>
                  <a:lnTo>
                    <a:pt x="199644" y="70104"/>
                  </a:lnTo>
                  <a:lnTo>
                    <a:pt x="198120" y="76200"/>
                  </a:lnTo>
                  <a:lnTo>
                    <a:pt x="192024" y="85344"/>
                  </a:lnTo>
                  <a:lnTo>
                    <a:pt x="185928" y="91440"/>
                  </a:lnTo>
                  <a:lnTo>
                    <a:pt x="106680" y="91440"/>
                  </a:lnTo>
                  <a:lnTo>
                    <a:pt x="100584" y="85344"/>
                  </a:lnTo>
                  <a:lnTo>
                    <a:pt x="97536" y="80772"/>
                  </a:lnTo>
                  <a:lnTo>
                    <a:pt x="96012" y="76200"/>
                  </a:lnTo>
                  <a:lnTo>
                    <a:pt x="92964" y="71628"/>
                  </a:lnTo>
                  <a:lnTo>
                    <a:pt x="91440" y="65532"/>
                  </a:lnTo>
                  <a:lnTo>
                    <a:pt x="91490" y="60579"/>
                  </a:lnTo>
                  <a:lnTo>
                    <a:pt x="92303" y="54127"/>
                  </a:lnTo>
                  <a:lnTo>
                    <a:pt x="122110" y="26860"/>
                  </a:lnTo>
                  <a:lnTo>
                    <a:pt x="144780" y="24384"/>
                  </a:lnTo>
                  <a:lnTo>
                    <a:pt x="157670" y="24980"/>
                  </a:lnTo>
                  <a:lnTo>
                    <a:pt x="193459" y="40792"/>
                  </a:lnTo>
                  <a:lnTo>
                    <a:pt x="201168" y="59436"/>
                  </a:lnTo>
                  <a:lnTo>
                    <a:pt x="201168" y="35610"/>
                  </a:lnTo>
                  <a:lnTo>
                    <a:pt x="167259" y="5715"/>
                  </a:lnTo>
                  <a:lnTo>
                    <a:pt x="135636" y="0"/>
                  </a:lnTo>
                  <a:lnTo>
                    <a:pt x="121399" y="889"/>
                  </a:lnTo>
                  <a:lnTo>
                    <a:pt x="80391" y="22656"/>
                  </a:lnTo>
                  <a:lnTo>
                    <a:pt x="71170" y="41033"/>
                  </a:lnTo>
                  <a:lnTo>
                    <a:pt x="70104" y="50292"/>
                  </a:lnTo>
                  <a:lnTo>
                    <a:pt x="71818" y="60579"/>
                  </a:lnTo>
                  <a:lnTo>
                    <a:pt x="76962" y="70866"/>
                  </a:lnTo>
                  <a:lnTo>
                    <a:pt x="85534" y="81153"/>
                  </a:lnTo>
                  <a:lnTo>
                    <a:pt x="97536" y="91440"/>
                  </a:lnTo>
                  <a:lnTo>
                    <a:pt x="0" y="91440"/>
                  </a:lnTo>
                  <a:lnTo>
                    <a:pt x="0" y="97536"/>
                  </a:lnTo>
                  <a:lnTo>
                    <a:pt x="16764" y="138684"/>
                  </a:lnTo>
                  <a:lnTo>
                    <a:pt x="21336" y="135636"/>
                  </a:lnTo>
                  <a:lnTo>
                    <a:pt x="19812" y="132588"/>
                  </a:lnTo>
                  <a:lnTo>
                    <a:pt x="19812" y="121920"/>
                  </a:lnTo>
                  <a:lnTo>
                    <a:pt x="24384" y="117348"/>
                  </a:lnTo>
                  <a:lnTo>
                    <a:pt x="28956" y="115824"/>
                  </a:lnTo>
                  <a:lnTo>
                    <a:pt x="195072" y="115824"/>
                  </a:lnTo>
                  <a:lnTo>
                    <a:pt x="198488" y="109232"/>
                  </a:lnTo>
                  <a:lnTo>
                    <a:pt x="210312" y="74676"/>
                  </a:lnTo>
                  <a:lnTo>
                    <a:pt x="210312" y="67056"/>
                  </a:lnTo>
                  <a:close/>
                </a:path>
                <a:path extrusionOk="0" h="571500" w="210819">
                  <a:moveTo>
                    <a:pt x="210324" y="361188"/>
                  </a:moveTo>
                  <a:lnTo>
                    <a:pt x="210223" y="359664"/>
                  </a:lnTo>
                  <a:lnTo>
                    <a:pt x="209753" y="352310"/>
                  </a:lnTo>
                  <a:lnTo>
                    <a:pt x="208038" y="343852"/>
                  </a:lnTo>
                  <a:lnTo>
                    <a:pt x="205181" y="335686"/>
                  </a:lnTo>
                  <a:lnTo>
                    <a:pt x="201180" y="327660"/>
                  </a:lnTo>
                  <a:lnTo>
                    <a:pt x="201180" y="355092"/>
                  </a:lnTo>
                  <a:lnTo>
                    <a:pt x="199771" y="363931"/>
                  </a:lnTo>
                  <a:lnTo>
                    <a:pt x="168986" y="390461"/>
                  </a:lnTo>
                  <a:lnTo>
                    <a:pt x="157327" y="393674"/>
                  </a:lnTo>
                  <a:lnTo>
                    <a:pt x="157645" y="393674"/>
                  </a:lnTo>
                  <a:lnTo>
                    <a:pt x="143840" y="395655"/>
                  </a:lnTo>
                  <a:lnTo>
                    <a:pt x="129552" y="396240"/>
                  </a:lnTo>
                  <a:lnTo>
                    <a:pt x="120954" y="395960"/>
                  </a:lnTo>
                  <a:lnTo>
                    <a:pt x="80784" y="374904"/>
                  </a:lnTo>
                  <a:lnTo>
                    <a:pt x="79260" y="368808"/>
                  </a:lnTo>
                  <a:lnTo>
                    <a:pt x="79286" y="363931"/>
                  </a:lnTo>
                  <a:lnTo>
                    <a:pt x="104355" y="331457"/>
                  </a:lnTo>
                  <a:lnTo>
                    <a:pt x="149364" y="323088"/>
                  </a:lnTo>
                  <a:lnTo>
                    <a:pt x="162839" y="323659"/>
                  </a:lnTo>
                  <a:lnTo>
                    <a:pt x="198513" y="342519"/>
                  </a:lnTo>
                  <a:lnTo>
                    <a:pt x="201180" y="355092"/>
                  </a:lnTo>
                  <a:lnTo>
                    <a:pt x="201180" y="327660"/>
                  </a:lnTo>
                  <a:lnTo>
                    <a:pt x="164604" y="300799"/>
                  </a:lnTo>
                  <a:lnTo>
                    <a:pt x="137172" y="295656"/>
                  </a:lnTo>
                  <a:lnTo>
                    <a:pt x="125120" y="296760"/>
                  </a:lnTo>
                  <a:lnTo>
                    <a:pt x="82969" y="320878"/>
                  </a:lnTo>
                  <a:lnTo>
                    <a:pt x="70104" y="359664"/>
                  </a:lnTo>
                  <a:lnTo>
                    <a:pt x="70218" y="361188"/>
                  </a:lnTo>
                  <a:lnTo>
                    <a:pt x="70675" y="367665"/>
                  </a:lnTo>
                  <a:lnTo>
                    <a:pt x="89928" y="404241"/>
                  </a:lnTo>
                  <a:lnTo>
                    <a:pt x="132600" y="423100"/>
                  </a:lnTo>
                  <a:lnTo>
                    <a:pt x="141744" y="423672"/>
                  </a:lnTo>
                  <a:lnTo>
                    <a:pt x="154000" y="422795"/>
                  </a:lnTo>
                  <a:lnTo>
                    <a:pt x="196811" y="399338"/>
                  </a:lnTo>
                  <a:lnTo>
                    <a:pt x="198932" y="396240"/>
                  </a:lnTo>
                  <a:lnTo>
                    <a:pt x="204419" y="388239"/>
                  </a:lnTo>
                  <a:lnTo>
                    <a:pt x="208864" y="375437"/>
                  </a:lnTo>
                  <a:lnTo>
                    <a:pt x="208915" y="374904"/>
                  </a:lnTo>
                  <a:lnTo>
                    <a:pt x="210324" y="361188"/>
                  </a:lnTo>
                  <a:close/>
                </a:path>
                <a:path extrusionOk="0" h="571500" w="210819">
                  <a:moveTo>
                    <a:pt x="210324" y="176784"/>
                  </a:moveTo>
                  <a:lnTo>
                    <a:pt x="193560" y="135636"/>
                  </a:lnTo>
                  <a:lnTo>
                    <a:pt x="188988" y="137160"/>
                  </a:lnTo>
                  <a:lnTo>
                    <a:pt x="190512" y="141732"/>
                  </a:lnTo>
                  <a:lnTo>
                    <a:pt x="192036" y="144780"/>
                  </a:lnTo>
                  <a:lnTo>
                    <a:pt x="192036" y="150876"/>
                  </a:lnTo>
                  <a:lnTo>
                    <a:pt x="188988" y="153924"/>
                  </a:lnTo>
                  <a:lnTo>
                    <a:pt x="188988" y="155448"/>
                  </a:lnTo>
                  <a:lnTo>
                    <a:pt x="185940" y="156972"/>
                  </a:lnTo>
                  <a:lnTo>
                    <a:pt x="182892" y="156972"/>
                  </a:lnTo>
                  <a:lnTo>
                    <a:pt x="178574" y="157861"/>
                  </a:lnTo>
                  <a:lnTo>
                    <a:pt x="172415" y="158305"/>
                  </a:lnTo>
                  <a:lnTo>
                    <a:pt x="153936" y="158496"/>
                  </a:lnTo>
                  <a:lnTo>
                    <a:pt x="73164" y="158496"/>
                  </a:lnTo>
                  <a:lnTo>
                    <a:pt x="73164" y="202692"/>
                  </a:lnTo>
                  <a:lnTo>
                    <a:pt x="77736" y="202692"/>
                  </a:lnTo>
                  <a:lnTo>
                    <a:pt x="77736" y="195072"/>
                  </a:lnTo>
                  <a:lnTo>
                    <a:pt x="79260" y="188976"/>
                  </a:lnTo>
                  <a:lnTo>
                    <a:pt x="82308" y="185928"/>
                  </a:lnTo>
                  <a:lnTo>
                    <a:pt x="85356" y="184404"/>
                  </a:lnTo>
                  <a:lnTo>
                    <a:pt x="91452" y="182880"/>
                  </a:lnTo>
                  <a:lnTo>
                    <a:pt x="173748" y="182880"/>
                  </a:lnTo>
                  <a:lnTo>
                    <a:pt x="181368" y="190500"/>
                  </a:lnTo>
                  <a:lnTo>
                    <a:pt x="185940" y="196596"/>
                  </a:lnTo>
                  <a:lnTo>
                    <a:pt x="188988" y="202692"/>
                  </a:lnTo>
                  <a:lnTo>
                    <a:pt x="192036" y="211836"/>
                  </a:lnTo>
                  <a:lnTo>
                    <a:pt x="192036" y="222504"/>
                  </a:lnTo>
                  <a:lnTo>
                    <a:pt x="190512" y="228600"/>
                  </a:lnTo>
                  <a:lnTo>
                    <a:pt x="182892" y="236220"/>
                  </a:lnTo>
                  <a:lnTo>
                    <a:pt x="173748" y="239268"/>
                  </a:lnTo>
                  <a:lnTo>
                    <a:pt x="73164" y="239268"/>
                  </a:lnTo>
                  <a:lnTo>
                    <a:pt x="73164" y="286512"/>
                  </a:lnTo>
                  <a:lnTo>
                    <a:pt x="77736" y="286512"/>
                  </a:lnTo>
                  <a:lnTo>
                    <a:pt x="77736" y="274320"/>
                  </a:lnTo>
                  <a:lnTo>
                    <a:pt x="79260" y="271272"/>
                  </a:lnTo>
                  <a:lnTo>
                    <a:pt x="85356" y="265176"/>
                  </a:lnTo>
                  <a:lnTo>
                    <a:pt x="88404" y="263652"/>
                  </a:lnTo>
                  <a:lnTo>
                    <a:pt x="158508" y="263652"/>
                  </a:lnTo>
                  <a:lnTo>
                    <a:pt x="167309" y="263398"/>
                  </a:lnTo>
                  <a:lnTo>
                    <a:pt x="204228" y="248412"/>
                  </a:lnTo>
                  <a:lnTo>
                    <a:pt x="208800" y="243840"/>
                  </a:lnTo>
                  <a:lnTo>
                    <a:pt x="210324" y="236220"/>
                  </a:lnTo>
                  <a:lnTo>
                    <a:pt x="210324" y="222504"/>
                  </a:lnTo>
                  <a:lnTo>
                    <a:pt x="181368" y="182880"/>
                  </a:lnTo>
                  <a:lnTo>
                    <a:pt x="210324" y="182880"/>
                  </a:lnTo>
                  <a:lnTo>
                    <a:pt x="210324" y="1767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409" name="Google Shape;4409;p74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016251" y="1805940"/>
              <a:ext cx="210312" cy="1965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10" name="Google Shape;4410;p74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086355" y="1688592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411" name="Google Shape;4411;p74"/>
          <p:cNvSpPr/>
          <p:nvPr/>
        </p:nvSpPr>
        <p:spPr>
          <a:xfrm>
            <a:off x="2371331" y="8817864"/>
            <a:ext cx="201295" cy="647700"/>
          </a:xfrm>
          <a:custGeom>
            <a:rect b="b" l="l" r="r" t="t"/>
            <a:pathLst>
              <a:path extrusionOk="0" h="647700" w="201294">
                <a:moveTo>
                  <a:pt x="137172" y="175260"/>
                </a:moveTo>
                <a:lnTo>
                  <a:pt x="132600" y="175260"/>
                </a:lnTo>
                <a:lnTo>
                  <a:pt x="132600" y="181356"/>
                </a:lnTo>
                <a:lnTo>
                  <a:pt x="131076" y="185928"/>
                </a:lnTo>
                <a:lnTo>
                  <a:pt x="128028" y="192024"/>
                </a:lnTo>
                <a:lnTo>
                  <a:pt x="123456" y="196596"/>
                </a:lnTo>
                <a:lnTo>
                  <a:pt x="114312" y="199644"/>
                </a:lnTo>
                <a:lnTo>
                  <a:pt x="44208" y="199644"/>
                </a:lnTo>
                <a:lnTo>
                  <a:pt x="35064" y="195072"/>
                </a:lnTo>
                <a:lnTo>
                  <a:pt x="27444" y="190500"/>
                </a:lnTo>
                <a:lnTo>
                  <a:pt x="24396" y="185928"/>
                </a:lnTo>
                <a:lnTo>
                  <a:pt x="22872" y="182880"/>
                </a:lnTo>
                <a:lnTo>
                  <a:pt x="21348" y="181356"/>
                </a:lnTo>
                <a:lnTo>
                  <a:pt x="21348" y="178308"/>
                </a:lnTo>
                <a:lnTo>
                  <a:pt x="22872" y="173736"/>
                </a:lnTo>
                <a:lnTo>
                  <a:pt x="30492" y="166116"/>
                </a:lnTo>
                <a:lnTo>
                  <a:pt x="32016" y="161544"/>
                </a:lnTo>
                <a:lnTo>
                  <a:pt x="32016" y="155448"/>
                </a:lnTo>
                <a:lnTo>
                  <a:pt x="30492" y="152400"/>
                </a:lnTo>
                <a:lnTo>
                  <a:pt x="27444" y="150876"/>
                </a:lnTo>
                <a:lnTo>
                  <a:pt x="24396" y="147828"/>
                </a:lnTo>
                <a:lnTo>
                  <a:pt x="12204" y="147828"/>
                </a:lnTo>
                <a:lnTo>
                  <a:pt x="9156" y="149352"/>
                </a:lnTo>
                <a:lnTo>
                  <a:pt x="4584" y="152400"/>
                </a:lnTo>
                <a:lnTo>
                  <a:pt x="1536" y="155448"/>
                </a:lnTo>
                <a:lnTo>
                  <a:pt x="12" y="160020"/>
                </a:lnTo>
                <a:lnTo>
                  <a:pt x="12" y="166116"/>
                </a:lnTo>
                <a:lnTo>
                  <a:pt x="2006" y="174358"/>
                </a:lnTo>
                <a:lnTo>
                  <a:pt x="8013" y="182880"/>
                </a:lnTo>
                <a:lnTo>
                  <a:pt x="18008" y="191414"/>
                </a:lnTo>
                <a:lnTo>
                  <a:pt x="32016" y="199644"/>
                </a:lnTo>
                <a:lnTo>
                  <a:pt x="12" y="199644"/>
                </a:lnTo>
                <a:lnTo>
                  <a:pt x="12" y="205740"/>
                </a:lnTo>
                <a:lnTo>
                  <a:pt x="16776" y="246888"/>
                </a:lnTo>
                <a:lnTo>
                  <a:pt x="21348" y="245364"/>
                </a:lnTo>
                <a:lnTo>
                  <a:pt x="19824" y="240792"/>
                </a:lnTo>
                <a:lnTo>
                  <a:pt x="18300" y="237744"/>
                </a:lnTo>
                <a:lnTo>
                  <a:pt x="18300" y="231648"/>
                </a:lnTo>
                <a:lnTo>
                  <a:pt x="24396" y="225552"/>
                </a:lnTo>
                <a:lnTo>
                  <a:pt x="27444" y="224028"/>
                </a:lnTo>
                <a:lnTo>
                  <a:pt x="121932" y="224028"/>
                </a:lnTo>
                <a:lnTo>
                  <a:pt x="128028" y="227076"/>
                </a:lnTo>
                <a:lnTo>
                  <a:pt x="129552" y="228600"/>
                </a:lnTo>
                <a:lnTo>
                  <a:pt x="131076" y="231648"/>
                </a:lnTo>
                <a:lnTo>
                  <a:pt x="132600" y="236220"/>
                </a:lnTo>
                <a:lnTo>
                  <a:pt x="132600" y="243840"/>
                </a:lnTo>
                <a:lnTo>
                  <a:pt x="137172" y="243840"/>
                </a:lnTo>
                <a:lnTo>
                  <a:pt x="137172" y="175260"/>
                </a:lnTo>
                <a:close/>
              </a:path>
              <a:path extrusionOk="0" h="647700" w="201294">
                <a:moveTo>
                  <a:pt x="140208" y="589788"/>
                </a:moveTo>
                <a:lnTo>
                  <a:pt x="123444" y="553212"/>
                </a:lnTo>
                <a:lnTo>
                  <a:pt x="88392" y="534924"/>
                </a:lnTo>
                <a:lnTo>
                  <a:pt x="85344" y="537972"/>
                </a:lnTo>
                <a:lnTo>
                  <a:pt x="93662" y="541667"/>
                </a:lnTo>
                <a:lnTo>
                  <a:pt x="100393" y="545782"/>
                </a:lnTo>
                <a:lnTo>
                  <a:pt x="105676" y="550164"/>
                </a:lnTo>
                <a:lnTo>
                  <a:pt x="109728" y="554736"/>
                </a:lnTo>
                <a:lnTo>
                  <a:pt x="112776" y="560832"/>
                </a:lnTo>
                <a:lnTo>
                  <a:pt x="115824" y="568452"/>
                </a:lnTo>
                <a:lnTo>
                  <a:pt x="115824" y="577596"/>
                </a:lnTo>
                <a:lnTo>
                  <a:pt x="99060" y="612648"/>
                </a:lnTo>
                <a:lnTo>
                  <a:pt x="53340" y="626364"/>
                </a:lnTo>
                <a:lnTo>
                  <a:pt x="53340" y="565404"/>
                </a:lnTo>
                <a:lnTo>
                  <a:pt x="53340" y="534924"/>
                </a:lnTo>
                <a:lnTo>
                  <a:pt x="44196" y="535622"/>
                </a:lnTo>
                <a:lnTo>
                  <a:pt x="44196" y="565404"/>
                </a:lnTo>
                <a:lnTo>
                  <a:pt x="44196" y="626364"/>
                </a:lnTo>
                <a:lnTo>
                  <a:pt x="9144" y="601980"/>
                </a:lnTo>
                <a:lnTo>
                  <a:pt x="9144" y="588264"/>
                </a:lnTo>
                <a:lnTo>
                  <a:pt x="35052" y="565404"/>
                </a:lnTo>
                <a:lnTo>
                  <a:pt x="44196" y="565404"/>
                </a:lnTo>
                <a:lnTo>
                  <a:pt x="44196" y="535622"/>
                </a:lnTo>
                <a:lnTo>
                  <a:pt x="7721" y="557593"/>
                </a:lnTo>
                <a:lnTo>
                  <a:pt x="0" y="586740"/>
                </a:lnTo>
                <a:lnTo>
                  <a:pt x="63" y="587362"/>
                </a:lnTo>
                <a:lnTo>
                  <a:pt x="152" y="588264"/>
                </a:lnTo>
                <a:lnTo>
                  <a:pt x="18288" y="630936"/>
                </a:lnTo>
                <a:lnTo>
                  <a:pt x="55587" y="646582"/>
                </a:lnTo>
                <a:lnTo>
                  <a:pt x="71628" y="647700"/>
                </a:lnTo>
                <a:lnTo>
                  <a:pt x="86779" y="646582"/>
                </a:lnTo>
                <a:lnTo>
                  <a:pt x="121920" y="630936"/>
                </a:lnTo>
                <a:lnTo>
                  <a:pt x="139065" y="600938"/>
                </a:lnTo>
                <a:lnTo>
                  <a:pt x="140208" y="589788"/>
                </a:lnTo>
                <a:close/>
              </a:path>
              <a:path extrusionOk="0" h="647700" w="201294">
                <a:moveTo>
                  <a:pt x="140208" y="446532"/>
                </a:moveTo>
                <a:lnTo>
                  <a:pt x="19812" y="397764"/>
                </a:lnTo>
                <a:lnTo>
                  <a:pt x="13716" y="394716"/>
                </a:lnTo>
                <a:lnTo>
                  <a:pt x="10668" y="391668"/>
                </a:lnTo>
                <a:lnTo>
                  <a:pt x="7620" y="385572"/>
                </a:lnTo>
                <a:lnTo>
                  <a:pt x="7620" y="381000"/>
                </a:lnTo>
                <a:lnTo>
                  <a:pt x="3048" y="381000"/>
                </a:lnTo>
                <a:lnTo>
                  <a:pt x="3048" y="422148"/>
                </a:lnTo>
                <a:lnTo>
                  <a:pt x="7620" y="422148"/>
                </a:lnTo>
                <a:lnTo>
                  <a:pt x="7620" y="413004"/>
                </a:lnTo>
                <a:lnTo>
                  <a:pt x="9144" y="411480"/>
                </a:lnTo>
                <a:lnTo>
                  <a:pt x="9144" y="409956"/>
                </a:lnTo>
                <a:lnTo>
                  <a:pt x="10668" y="408432"/>
                </a:lnTo>
                <a:lnTo>
                  <a:pt x="12192" y="408432"/>
                </a:lnTo>
                <a:lnTo>
                  <a:pt x="13716" y="406908"/>
                </a:lnTo>
                <a:lnTo>
                  <a:pt x="16764" y="406908"/>
                </a:lnTo>
                <a:lnTo>
                  <a:pt x="21336" y="408432"/>
                </a:lnTo>
                <a:lnTo>
                  <a:pt x="27432" y="411480"/>
                </a:lnTo>
                <a:lnTo>
                  <a:pt x="103632" y="441960"/>
                </a:lnTo>
                <a:lnTo>
                  <a:pt x="28956" y="473964"/>
                </a:lnTo>
                <a:lnTo>
                  <a:pt x="24384" y="475488"/>
                </a:lnTo>
                <a:lnTo>
                  <a:pt x="21336" y="477012"/>
                </a:lnTo>
                <a:lnTo>
                  <a:pt x="13716" y="477012"/>
                </a:lnTo>
                <a:lnTo>
                  <a:pt x="7620" y="470916"/>
                </a:lnTo>
                <a:lnTo>
                  <a:pt x="7620" y="460248"/>
                </a:lnTo>
                <a:lnTo>
                  <a:pt x="3048" y="460248"/>
                </a:lnTo>
                <a:lnTo>
                  <a:pt x="3048" y="524256"/>
                </a:lnTo>
                <a:lnTo>
                  <a:pt x="7620" y="524256"/>
                </a:lnTo>
                <a:lnTo>
                  <a:pt x="7620" y="519684"/>
                </a:lnTo>
                <a:lnTo>
                  <a:pt x="9144" y="516636"/>
                </a:lnTo>
                <a:lnTo>
                  <a:pt x="10668" y="515112"/>
                </a:lnTo>
                <a:lnTo>
                  <a:pt x="13716" y="509016"/>
                </a:lnTo>
                <a:lnTo>
                  <a:pt x="16764" y="507492"/>
                </a:lnTo>
                <a:lnTo>
                  <a:pt x="18288" y="504444"/>
                </a:lnTo>
                <a:lnTo>
                  <a:pt x="22860" y="502920"/>
                </a:lnTo>
                <a:lnTo>
                  <a:pt x="28956" y="501396"/>
                </a:lnTo>
                <a:lnTo>
                  <a:pt x="140208" y="454152"/>
                </a:lnTo>
                <a:lnTo>
                  <a:pt x="140208" y="446532"/>
                </a:lnTo>
                <a:close/>
              </a:path>
              <a:path extrusionOk="0" h="647700" w="201294">
                <a:moveTo>
                  <a:pt x="140208" y="307848"/>
                </a:moveTo>
                <a:lnTo>
                  <a:pt x="123444" y="271272"/>
                </a:lnTo>
                <a:lnTo>
                  <a:pt x="88392" y="252984"/>
                </a:lnTo>
                <a:lnTo>
                  <a:pt x="85344" y="256032"/>
                </a:lnTo>
                <a:lnTo>
                  <a:pt x="93662" y="259727"/>
                </a:lnTo>
                <a:lnTo>
                  <a:pt x="100393" y="263842"/>
                </a:lnTo>
                <a:lnTo>
                  <a:pt x="105676" y="268224"/>
                </a:lnTo>
                <a:lnTo>
                  <a:pt x="109728" y="272796"/>
                </a:lnTo>
                <a:lnTo>
                  <a:pt x="112776" y="278892"/>
                </a:lnTo>
                <a:lnTo>
                  <a:pt x="115824" y="286512"/>
                </a:lnTo>
                <a:lnTo>
                  <a:pt x="115824" y="295656"/>
                </a:lnTo>
                <a:lnTo>
                  <a:pt x="99060" y="330708"/>
                </a:lnTo>
                <a:lnTo>
                  <a:pt x="53340" y="344424"/>
                </a:lnTo>
                <a:lnTo>
                  <a:pt x="53340" y="283464"/>
                </a:lnTo>
                <a:lnTo>
                  <a:pt x="53340" y="252984"/>
                </a:lnTo>
                <a:lnTo>
                  <a:pt x="44196" y="253682"/>
                </a:lnTo>
                <a:lnTo>
                  <a:pt x="44196" y="283464"/>
                </a:lnTo>
                <a:lnTo>
                  <a:pt x="44196" y="344424"/>
                </a:lnTo>
                <a:lnTo>
                  <a:pt x="36055" y="343573"/>
                </a:lnTo>
                <a:lnTo>
                  <a:pt x="36360" y="343573"/>
                </a:lnTo>
                <a:lnTo>
                  <a:pt x="29527" y="341376"/>
                </a:lnTo>
                <a:lnTo>
                  <a:pt x="23418" y="337997"/>
                </a:lnTo>
                <a:lnTo>
                  <a:pt x="18288" y="333756"/>
                </a:lnTo>
                <a:lnTo>
                  <a:pt x="12192" y="327660"/>
                </a:lnTo>
                <a:lnTo>
                  <a:pt x="9144" y="320040"/>
                </a:lnTo>
                <a:lnTo>
                  <a:pt x="9144" y="307848"/>
                </a:lnTo>
                <a:lnTo>
                  <a:pt x="10668" y="301752"/>
                </a:lnTo>
                <a:lnTo>
                  <a:pt x="16764" y="292608"/>
                </a:lnTo>
                <a:lnTo>
                  <a:pt x="25908" y="286512"/>
                </a:lnTo>
                <a:lnTo>
                  <a:pt x="28956" y="284988"/>
                </a:lnTo>
                <a:lnTo>
                  <a:pt x="35052" y="284988"/>
                </a:lnTo>
                <a:lnTo>
                  <a:pt x="44196" y="283464"/>
                </a:lnTo>
                <a:lnTo>
                  <a:pt x="44196" y="253682"/>
                </a:lnTo>
                <a:lnTo>
                  <a:pt x="41579" y="253873"/>
                </a:lnTo>
                <a:lnTo>
                  <a:pt x="7721" y="275653"/>
                </a:lnTo>
                <a:lnTo>
                  <a:pt x="0" y="304800"/>
                </a:lnTo>
                <a:lnTo>
                  <a:pt x="63" y="305422"/>
                </a:lnTo>
                <a:lnTo>
                  <a:pt x="1143" y="317068"/>
                </a:lnTo>
                <a:lnTo>
                  <a:pt x="29197" y="356120"/>
                </a:lnTo>
                <a:lnTo>
                  <a:pt x="71628" y="365760"/>
                </a:lnTo>
                <a:lnTo>
                  <a:pt x="86779" y="364858"/>
                </a:lnTo>
                <a:lnTo>
                  <a:pt x="100203" y="361950"/>
                </a:lnTo>
                <a:lnTo>
                  <a:pt x="111925" y="356768"/>
                </a:lnTo>
                <a:lnTo>
                  <a:pt x="121920" y="348996"/>
                </a:lnTo>
                <a:lnTo>
                  <a:pt x="126187" y="344424"/>
                </a:lnTo>
                <a:lnTo>
                  <a:pt x="129921" y="340423"/>
                </a:lnTo>
                <a:lnTo>
                  <a:pt x="135636" y="330708"/>
                </a:lnTo>
                <a:lnTo>
                  <a:pt x="139065" y="319849"/>
                </a:lnTo>
                <a:lnTo>
                  <a:pt x="140208" y="307848"/>
                </a:lnTo>
                <a:close/>
              </a:path>
              <a:path extrusionOk="0" h="647700" w="201294">
                <a:moveTo>
                  <a:pt x="201168" y="117348"/>
                </a:moveTo>
                <a:lnTo>
                  <a:pt x="177546" y="81153"/>
                </a:lnTo>
                <a:lnTo>
                  <a:pt x="50838" y="28956"/>
                </a:lnTo>
                <a:lnTo>
                  <a:pt x="27432" y="19812"/>
                </a:lnTo>
                <a:lnTo>
                  <a:pt x="18288" y="15240"/>
                </a:lnTo>
                <a:lnTo>
                  <a:pt x="16764" y="13716"/>
                </a:lnTo>
                <a:lnTo>
                  <a:pt x="13716" y="12192"/>
                </a:lnTo>
                <a:lnTo>
                  <a:pt x="9144" y="7620"/>
                </a:lnTo>
                <a:lnTo>
                  <a:pt x="9144" y="6096"/>
                </a:lnTo>
                <a:lnTo>
                  <a:pt x="7620" y="3048"/>
                </a:lnTo>
                <a:lnTo>
                  <a:pt x="7620" y="0"/>
                </a:lnTo>
                <a:lnTo>
                  <a:pt x="3048" y="0"/>
                </a:lnTo>
                <a:lnTo>
                  <a:pt x="3048" y="42672"/>
                </a:lnTo>
                <a:lnTo>
                  <a:pt x="7620" y="42672"/>
                </a:lnTo>
                <a:lnTo>
                  <a:pt x="7620" y="35052"/>
                </a:lnTo>
                <a:lnTo>
                  <a:pt x="9144" y="33528"/>
                </a:lnTo>
                <a:lnTo>
                  <a:pt x="9144" y="32004"/>
                </a:lnTo>
                <a:lnTo>
                  <a:pt x="12192" y="28956"/>
                </a:lnTo>
                <a:lnTo>
                  <a:pt x="22860" y="28956"/>
                </a:lnTo>
                <a:lnTo>
                  <a:pt x="27432" y="32004"/>
                </a:lnTo>
                <a:lnTo>
                  <a:pt x="100584" y="60960"/>
                </a:lnTo>
                <a:lnTo>
                  <a:pt x="33528" y="92964"/>
                </a:lnTo>
                <a:lnTo>
                  <a:pt x="27432" y="96012"/>
                </a:lnTo>
                <a:lnTo>
                  <a:pt x="21336" y="97536"/>
                </a:lnTo>
                <a:lnTo>
                  <a:pt x="15240" y="97536"/>
                </a:lnTo>
                <a:lnTo>
                  <a:pt x="12192" y="96012"/>
                </a:lnTo>
                <a:lnTo>
                  <a:pt x="10668" y="94488"/>
                </a:lnTo>
                <a:lnTo>
                  <a:pt x="7620" y="88392"/>
                </a:lnTo>
                <a:lnTo>
                  <a:pt x="7620" y="80772"/>
                </a:lnTo>
                <a:lnTo>
                  <a:pt x="3048" y="80772"/>
                </a:lnTo>
                <a:lnTo>
                  <a:pt x="3048" y="144780"/>
                </a:lnTo>
                <a:lnTo>
                  <a:pt x="7620" y="144780"/>
                </a:lnTo>
                <a:lnTo>
                  <a:pt x="9144" y="138684"/>
                </a:lnTo>
                <a:lnTo>
                  <a:pt x="10668" y="135636"/>
                </a:lnTo>
                <a:lnTo>
                  <a:pt x="12192" y="134112"/>
                </a:lnTo>
                <a:lnTo>
                  <a:pt x="12192" y="132588"/>
                </a:lnTo>
                <a:lnTo>
                  <a:pt x="15240" y="129540"/>
                </a:lnTo>
                <a:lnTo>
                  <a:pt x="18288" y="128016"/>
                </a:lnTo>
                <a:lnTo>
                  <a:pt x="27432" y="121920"/>
                </a:lnTo>
                <a:lnTo>
                  <a:pt x="30480" y="120396"/>
                </a:lnTo>
                <a:lnTo>
                  <a:pt x="79159" y="97536"/>
                </a:lnTo>
                <a:lnTo>
                  <a:pt x="131064" y="73152"/>
                </a:lnTo>
                <a:lnTo>
                  <a:pt x="152400" y="80772"/>
                </a:lnTo>
                <a:lnTo>
                  <a:pt x="160020" y="85344"/>
                </a:lnTo>
                <a:lnTo>
                  <a:pt x="166116" y="88392"/>
                </a:lnTo>
                <a:lnTo>
                  <a:pt x="172212" y="94488"/>
                </a:lnTo>
                <a:lnTo>
                  <a:pt x="173736" y="97536"/>
                </a:lnTo>
                <a:lnTo>
                  <a:pt x="173736" y="102108"/>
                </a:lnTo>
                <a:lnTo>
                  <a:pt x="172212" y="103632"/>
                </a:lnTo>
                <a:lnTo>
                  <a:pt x="172212" y="108204"/>
                </a:lnTo>
                <a:lnTo>
                  <a:pt x="169164" y="114300"/>
                </a:lnTo>
                <a:lnTo>
                  <a:pt x="169164" y="126492"/>
                </a:lnTo>
                <a:lnTo>
                  <a:pt x="172212" y="132588"/>
                </a:lnTo>
                <a:lnTo>
                  <a:pt x="175260" y="135636"/>
                </a:lnTo>
                <a:lnTo>
                  <a:pt x="179832" y="137160"/>
                </a:lnTo>
                <a:lnTo>
                  <a:pt x="187452" y="137160"/>
                </a:lnTo>
                <a:lnTo>
                  <a:pt x="192024" y="134112"/>
                </a:lnTo>
                <a:lnTo>
                  <a:pt x="195072" y="131064"/>
                </a:lnTo>
                <a:lnTo>
                  <a:pt x="199644" y="128016"/>
                </a:lnTo>
                <a:lnTo>
                  <a:pt x="201168" y="121920"/>
                </a:lnTo>
                <a:lnTo>
                  <a:pt x="201168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12" name="Google Shape;4412;p74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3026663" y="9613392"/>
            <a:ext cx="172212" cy="1722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3" name="Google Shape;4413;p74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017519" y="8452104"/>
            <a:ext cx="207263" cy="10134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14" name="Google Shape;4414;p74"/>
          <p:cNvGrpSpPr/>
          <p:nvPr/>
        </p:nvGrpSpPr>
        <p:grpSpPr>
          <a:xfrm>
            <a:off x="3022092" y="7743443"/>
            <a:ext cx="201422" cy="618744"/>
            <a:chOff x="3022092" y="7743443"/>
            <a:chExt cx="201422" cy="618744"/>
          </a:xfrm>
        </p:grpSpPr>
        <p:pic>
          <p:nvPicPr>
            <p:cNvPr id="4415" name="Google Shape;4415;p74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3022092" y="8180831"/>
              <a:ext cx="198120" cy="1813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16" name="Google Shape;4416;p74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3080090" y="7815071"/>
              <a:ext cx="143170" cy="3459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17" name="Google Shape;4417;p74"/>
            <p:cNvSpPr/>
            <p:nvPr/>
          </p:nvSpPr>
          <p:spPr>
            <a:xfrm>
              <a:off x="3080004" y="7743443"/>
              <a:ext cx="143510" cy="47625"/>
            </a:xfrm>
            <a:custGeom>
              <a:rect b="b" l="l" r="r" t="t"/>
              <a:pathLst>
                <a:path extrusionOk="0" h="47625" w="143510">
                  <a:moveTo>
                    <a:pt x="30480" y="47244"/>
                  </a:moveTo>
                  <a:lnTo>
                    <a:pt x="16764" y="47244"/>
                  </a:lnTo>
                  <a:lnTo>
                    <a:pt x="10668" y="44196"/>
                  </a:lnTo>
                  <a:lnTo>
                    <a:pt x="1524" y="35052"/>
                  </a:lnTo>
                  <a:lnTo>
                    <a:pt x="0" y="28956"/>
                  </a:lnTo>
                  <a:lnTo>
                    <a:pt x="0" y="16764"/>
                  </a:lnTo>
                  <a:lnTo>
                    <a:pt x="1524" y="10668"/>
                  </a:lnTo>
                  <a:lnTo>
                    <a:pt x="10668" y="1524"/>
                  </a:lnTo>
                  <a:lnTo>
                    <a:pt x="16764" y="0"/>
                  </a:lnTo>
                  <a:lnTo>
                    <a:pt x="30480" y="0"/>
                  </a:lnTo>
                  <a:lnTo>
                    <a:pt x="35052" y="1524"/>
                  </a:lnTo>
                  <a:lnTo>
                    <a:pt x="44196" y="10668"/>
                  </a:lnTo>
                  <a:lnTo>
                    <a:pt x="47244" y="16764"/>
                  </a:lnTo>
                  <a:lnTo>
                    <a:pt x="47244" y="28956"/>
                  </a:lnTo>
                  <a:lnTo>
                    <a:pt x="44196" y="35052"/>
                  </a:lnTo>
                  <a:lnTo>
                    <a:pt x="35052" y="44196"/>
                  </a:lnTo>
                  <a:lnTo>
                    <a:pt x="30480" y="47244"/>
                  </a:lnTo>
                  <a:close/>
                </a:path>
                <a:path extrusionOk="0" h="47625" w="143510">
                  <a:moveTo>
                    <a:pt x="126492" y="47244"/>
                  </a:moveTo>
                  <a:lnTo>
                    <a:pt x="112776" y="47244"/>
                  </a:lnTo>
                  <a:lnTo>
                    <a:pt x="106680" y="44196"/>
                  </a:lnTo>
                  <a:lnTo>
                    <a:pt x="97536" y="35052"/>
                  </a:lnTo>
                  <a:lnTo>
                    <a:pt x="96012" y="28956"/>
                  </a:lnTo>
                  <a:lnTo>
                    <a:pt x="96012" y="16764"/>
                  </a:lnTo>
                  <a:lnTo>
                    <a:pt x="97536" y="10668"/>
                  </a:lnTo>
                  <a:lnTo>
                    <a:pt x="106680" y="1524"/>
                  </a:lnTo>
                  <a:lnTo>
                    <a:pt x="112776" y="0"/>
                  </a:lnTo>
                  <a:lnTo>
                    <a:pt x="126492" y="0"/>
                  </a:lnTo>
                  <a:lnTo>
                    <a:pt x="131064" y="1524"/>
                  </a:lnTo>
                  <a:lnTo>
                    <a:pt x="140208" y="10668"/>
                  </a:lnTo>
                  <a:lnTo>
                    <a:pt x="143256" y="16764"/>
                  </a:lnTo>
                  <a:lnTo>
                    <a:pt x="143256" y="28956"/>
                  </a:lnTo>
                  <a:lnTo>
                    <a:pt x="140208" y="35052"/>
                  </a:lnTo>
                  <a:lnTo>
                    <a:pt x="131064" y="44196"/>
                  </a:lnTo>
                  <a:lnTo>
                    <a:pt x="126492" y="472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418" name="Google Shape;4418;p74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368039" y="7568183"/>
            <a:ext cx="211836" cy="18958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9" name="Google Shape;4419;p74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368039" y="6243827"/>
            <a:ext cx="210312" cy="1251204"/>
          </a:xfrm>
          <a:prstGeom prst="rect">
            <a:avLst/>
          </a:prstGeom>
          <a:noFill/>
          <a:ln>
            <a:noFill/>
          </a:ln>
        </p:spPr>
      </p:pic>
      <p:sp>
        <p:nvSpPr>
          <p:cNvPr id="4420" name="Google Shape;4420;p74"/>
          <p:cNvSpPr/>
          <p:nvPr/>
        </p:nvSpPr>
        <p:spPr>
          <a:xfrm>
            <a:off x="3368027" y="5501640"/>
            <a:ext cx="210820" cy="657225"/>
          </a:xfrm>
          <a:custGeom>
            <a:rect b="b" l="l" r="r" t="t"/>
            <a:pathLst>
              <a:path extrusionOk="0" h="657225" w="210820">
                <a:moveTo>
                  <a:pt x="207276" y="0"/>
                </a:moveTo>
                <a:lnTo>
                  <a:pt x="202704" y="0"/>
                </a:lnTo>
                <a:lnTo>
                  <a:pt x="202704" y="10668"/>
                </a:lnTo>
                <a:lnTo>
                  <a:pt x="201180" y="12192"/>
                </a:lnTo>
                <a:lnTo>
                  <a:pt x="199656" y="15240"/>
                </a:lnTo>
                <a:lnTo>
                  <a:pt x="196608" y="16764"/>
                </a:lnTo>
                <a:lnTo>
                  <a:pt x="195084" y="18288"/>
                </a:lnTo>
                <a:lnTo>
                  <a:pt x="192036" y="18288"/>
                </a:lnTo>
                <a:lnTo>
                  <a:pt x="185940" y="19812"/>
                </a:lnTo>
                <a:lnTo>
                  <a:pt x="12" y="19812"/>
                </a:lnTo>
                <a:lnTo>
                  <a:pt x="12" y="25908"/>
                </a:lnTo>
                <a:lnTo>
                  <a:pt x="16776" y="65532"/>
                </a:lnTo>
                <a:lnTo>
                  <a:pt x="21348" y="62484"/>
                </a:lnTo>
                <a:lnTo>
                  <a:pt x="19824" y="59436"/>
                </a:lnTo>
                <a:lnTo>
                  <a:pt x="19824" y="48768"/>
                </a:lnTo>
                <a:lnTo>
                  <a:pt x="21348" y="48768"/>
                </a:lnTo>
                <a:lnTo>
                  <a:pt x="24396" y="45720"/>
                </a:lnTo>
                <a:lnTo>
                  <a:pt x="28968" y="44196"/>
                </a:lnTo>
                <a:lnTo>
                  <a:pt x="192036" y="44196"/>
                </a:lnTo>
                <a:lnTo>
                  <a:pt x="198132" y="47244"/>
                </a:lnTo>
                <a:lnTo>
                  <a:pt x="199656" y="48768"/>
                </a:lnTo>
                <a:lnTo>
                  <a:pt x="201180" y="51816"/>
                </a:lnTo>
                <a:lnTo>
                  <a:pt x="202704" y="53340"/>
                </a:lnTo>
                <a:lnTo>
                  <a:pt x="202704" y="64008"/>
                </a:lnTo>
                <a:lnTo>
                  <a:pt x="207276" y="64008"/>
                </a:lnTo>
                <a:lnTo>
                  <a:pt x="207276" y="0"/>
                </a:lnTo>
                <a:close/>
              </a:path>
              <a:path extrusionOk="0" h="657225" w="210820">
                <a:moveTo>
                  <a:pt x="210312" y="557784"/>
                </a:moveTo>
                <a:lnTo>
                  <a:pt x="193548" y="518160"/>
                </a:lnTo>
                <a:lnTo>
                  <a:pt x="188976" y="519684"/>
                </a:lnTo>
                <a:lnTo>
                  <a:pt x="190500" y="524256"/>
                </a:lnTo>
                <a:lnTo>
                  <a:pt x="192024" y="527304"/>
                </a:lnTo>
                <a:lnTo>
                  <a:pt x="192024" y="533400"/>
                </a:lnTo>
                <a:lnTo>
                  <a:pt x="190500" y="534924"/>
                </a:lnTo>
                <a:lnTo>
                  <a:pt x="190500" y="536448"/>
                </a:lnTo>
                <a:lnTo>
                  <a:pt x="188976" y="537972"/>
                </a:lnTo>
                <a:lnTo>
                  <a:pt x="185928" y="539496"/>
                </a:lnTo>
                <a:lnTo>
                  <a:pt x="182880" y="539496"/>
                </a:lnTo>
                <a:lnTo>
                  <a:pt x="179222" y="540385"/>
                </a:lnTo>
                <a:lnTo>
                  <a:pt x="172974" y="540829"/>
                </a:lnTo>
                <a:lnTo>
                  <a:pt x="164452" y="541007"/>
                </a:lnTo>
                <a:lnTo>
                  <a:pt x="0" y="541007"/>
                </a:lnTo>
                <a:lnTo>
                  <a:pt x="0" y="547116"/>
                </a:lnTo>
                <a:lnTo>
                  <a:pt x="16764" y="588264"/>
                </a:lnTo>
                <a:lnTo>
                  <a:pt x="21336" y="586740"/>
                </a:lnTo>
                <a:lnTo>
                  <a:pt x="19812" y="582168"/>
                </a:lnTo>
                <a:lnTo>
                  <a:pt x="19888" y="571436"/>
                </a:lnTo>
                <a:lnTo>
                  <a:pt x="24384" y="566928"/>
                </a:lnTo>
                <a:lnTo>
                  <a:pt x="28956" y="566928"/>
                </a:lnTo>
                <a:lnTo>
                  <a:pt x="32385" y="566051"/>
                </a:lnTo>
                <a:lnTo>
                  <a:pt x="38100" y="565594"/>
                </a:lnTo>
                <a:lnTo>
                  <a:pt x="47244" y="565404"/>
                </a:lnTo>
                <a:lnTo>
                  <a:pt x="82296" y="565404"/>
                </a:lnTo>
                <a:lnTo>
                  <a:pt x="77177" y="571436"/>
                </a:lnTo>
                <a:lnTo>
                  <a:pt x="73342" y="578167"/>
                </a:lnTo>
                <a:lnTo>
                  <a:pt x="70942" y="585774"/>
                </a:lnTo>
                <a:lnTo>
                  <a:pt x="70853" y="586740"/>
                </a:lnTo>
                <a:lnTo>
                  <a:pt x="70104" y="594360"/>
                </a:lnTo>
                <a:lnTo>
                  <a:pt x="94488" y="638556"/>
                </a:lnTo>
                <a:lnTo>
                  <a:pt x="132003" y="655701"/>
                </a:lnTo>
                <a:lnTo>
                  <a:pt x="146304" y="656844"/>
                </a:lnTo>
                <a:lnTo>
                  <a:pt x="159740" y="655701"/>
                </a:lnTo>
                <a:lnTo>
                  <a:pt x="159537" y="655701"/>
                </a:lnTo>
                <a:lnTo>
                  <a:pt x="171450" y="652462"/>
                </a:lnTo>
                <a:lnTo>
                  <a:pt x="201968" y="629412"/>
                </a:lnTo>
                <a:lnTo>
                  <a:pt x="210312" y="603504"/>
                </a:lnTo>
                <a:lnTo>
                  <a:pt x="210312" y="595884"/>
                </a:lnTo>
                <a:lnTo>
                  <a:pt x="208788" y="589788"/>
                </a:lnTo>
                <a:lnTo>
                  <a:pt x="202692" y="577596"/>
                </a:lnTo>
                <a:lnTo>
                  <a:pt x="196507" y="571436"/>
                </a:lnTo>
                <a:lnTo>
                  <a:pt x="192024" y="567855"/>
                </a:lnTo>
                <a:lnTo>
                  <a:pt x="192024" y="589788"/>
                </a:lnTo>
                <a:lnTo>
                  <a:pt x="191147" y="597509"/>
                </a:lnTo>
                <a:lnTo>
                  <a:pt x="158877" y="626173"/>
                </a:lnTo>
                <a:lnTo>
                  <a:pt x="134112" y="629412"/>
                </a:lnTo>
                <a:lnTo>
                  <a:pt x="120383" y="628586"/>
                </a:lnTo>
                <a:lnTo>
                  <a:pt x="82486" y="606361"/>
                </a:lnTo>
                <a:lnTo>
                  <a:pt x="79248" y="594360"/>
                </a:lnTo>
                <a:lnTo>
                  <a:pt x="79248" y="589788"/>
                </a:lnTo>
                <a:lnTo>
                  <a:pt x="80772" y="585216"/>
                </a:lnTo>
                <a:lnTo>
                  <a:pt x="86868" y="576072"/>
                </a:lnTo>
                <a:lnTo>
                  <a:pt x="89916" y="573024"/>
                </a:lnTo>
                <a:lnTo>
                  <a:pt x="96012" y="569976"/>
                </a:lnTo>
                <a:lnTo>
                  <a:pt x="100584" y="566928"/>
                </a:lnTo>
                <a:lnTo>
                  <a:pt x="106680" y="565404"/>
                </a:lnTo>
                <a:lnTo>
                  <a:pt x="178308" y="565404"/>
                </a:lnTo>
                <a:lnTo>
                  <a:pt x="184315" y="571144"/>
                </a:lnTo>
                <a:lnTo>
                  <a:pt x="188595" y="577024"/>
                </a:lnTo>
                <a:lnTo>
                  <a:pt x="191173" y="583196"/>
                </a:lnTo>
                <a:lnTo>
                  <a:pt x="192024" y="589788"/>
                </a:lnTo>
                <a:lnTo>
                  <a:pt x="192024" y="567855"/>
                </a:lnTo>
                <a:lnTo>
                  <a:pt x="188976" y="565404"/>
                </a:lnTo>
                <a:lnTo>
                  <a:pt x="210312" y="565404"/>
                </a:lnTo>
                <a:lnTo>
                  <a:pt x="210312" y="557784"/>
                </a:lnTo>
                <a:close/>
              </a:path>
              <a:path extrusionOk="0" h="657225" w="210820">
                <a:moveTo>
                  <a:pt x="210312" y="260604"/>
                </a:moveTo>
                <a:lnTo>
                  <a:pt x="193548" y="219456"/>
                </a:lnTo>
                <a:lnTo>
                  <a:pt x="188976" y="222504"/>
                </a:lnTo>
                <a:lnTo>
                  <a:pt x="190500" y="225552"/>
                </a:lnTo>
                <a:lnTo>
                  <a:pt x="192024" y="230124"/>
                </a:lnTo>
                <a:lnTo>
                  <a:pt x="192024" y="234696"/>
                </a:lnTo>
                <a:lnTo>
                  <a:pt x="190500" y="236220"/>
                </a:lnTo>
                <a:lnTo>
                  <a:pt x="190500" y="237744"/>
                </a:lnTo>
                <a:lnTo>
                  <a:pt x="188976" y="239268"/>
                </a:lnTo>
                <a:lnTo>
                  <a:pt x="182880" y="242316"/>
                </a:lnTo>
                <a:lnTo>
                  <a:pt x="73152" y="242316"/>
                </a:lnTo>
                <a:lnTo>
                  <a:pt x="73152" y="286512"/>
                </a:lnTo>
                <a:lnTo>
                  <a:pt x="77724" y="286512"/>
                </a:lnTo>
                <a:lnTo>
                  <a:pt x="77724" y="278892"/>
                </a:lnTo>
                <a:lnTo>
                  <a:pt x="79248" y="274320"/>
                </a:lnTo>
                <a:lnTo>
                  <a:pt x="85344" y="268224"/>
                </a:lnTo>
                <a:lnTo>
                  <a:pt x="91440" y="266700"/>
                </a:lnTo>
                <a:lnTo>
                  <a:pt x="173736" y="266700"/>
                </a:lnTo>
                <a:lnTo>
                  <a:pt x="181356" y="274320"/>
                </a:lnTo>
                <a:lnTo>
                  <a:pt x="185928" y="280416"/>
                </a:lnTo>
                <a:lnTo>
                  <a:pt x="188976" y="286512"/>
                </a:lnTo>
                <a:lnTo>
                  <a:pt x="190500" y="292608"/>
                </a:lnTo>
                <a:lnTo>
                  <a:pt x="192024" y="297180"/>
                </a:lnTo>
                <a:lnTo>
                  <a:pt x="192024" y="307848"/>
                </a:lnTo>
                <a:lnTo>
                  <a:pt x="190500" y="312420"/>
                </a:lnTo>
                <a:lnTo>
                  <a:pt x="185928" y="316992"/>
                </a:lnTo>
                <a:lnTo>
                  <a:pt x="182880" y="321564"/>
                </a:lnTo>
                <a:lnTo>
                  <a:pt x="175260" y="323088"/>
                </a:lnTo>
                <a:lnTo>
                  <a:pt x="73152" y="323088"/>
                </a:lnTo>
                <a:lnTo>
                  <a:pt x="73152" y="370332"/>
                </a:lnTo>
                <a:lnTo>
                  <a:pt x="77724" y="370332"/>
                </a:lnTo>
                <a:lnTo>
                  <a:pt x="77724" y="364236"/>
                </a:lnTo>
                <a:lnTo>
                  <a:pt x="79248" y="359664"/>
                </a:lnTo>
                <a:lnTo>
                  <a:pt x="80772" y="356616"/>
                </a:lnTo>
                <a:lnTo>
                  <a:pt x="80772" y="353568"/>
                </a:lnTo>
                <a:lnTo>
                  <a:pt x="83820" y="352044"/>
                </a:lnTo>
                <a:lnTo>
                  <a:pt x="85344" y="350520"/>
                </a:lnTo>
                <a:lnTo>
                  <a:pt x="88392" y="348996"/>
                </a:lnTo>
                <a:lnTo>
                  <a:pt x="92964" y="347472"/>
                </a:lnTo>
                <a:lnTo>
                  <a:pt x="167309" y="347433"/>
                </a:lnTo>
                <a:lnTo>
                  <a:pt x="175260" y="347091"/>
                </a:lnTo>
                <a:lnTo>
                  <a:pt x="182079" y="346189"/>
                </a:lnTo>
                <a:lnTo>
                  <a:pt x="187452" y="344424"/>
                </a:lnTo>
                <a:lnTo>
                  <a:pt x="195072" y="342900"/>
                </a:lnTo>
                <a:lnTo>
                  <a:pt x="204216" y="333756"/>
                </a:lnTo>
                <a:lnTo>
                  <a:pt x="208788" y="327660"/>
                </a:lnTo>
                <a:lnTo>
                  <a:pt x="210312" y="321564"/>
                </a:lnTo>
                <a:lnTo>
                  <a:pt x="210312" y="306324"/>
                </a:lnTo>
                <a:lnTo>
                  <a:pt x="182880" y="266700"/>
                </a:lnTo>
                <a:lnTo>
                  <a:pt x="210312" y="266700"/>
                </a:lnTo>
                <a:lnTo>
                  <a:pt x="210312" y="260604"/>
                </a:lnTo>
                <a:close/>
              </a:path>
              <a:path extrusionOk="0" h="657225" w="210820">
                <a:moveTo>
                  <a:pt x="210324" y="446532"/>
                </a:moveTo>
                <a:lnTo>
                  <a:pt x="210223" y="445008"/>
                </a:lnTo>
                <a:lnTo>
                  <a:pt x="209753" y="437438"/>
                </a:lnTo>
                <a:lnTo>
                  <a:pt x="208038" y="428625"/>
                </a:lnTo>
                <a:lnTo>
                  <a:pt x="205181" y="420395"/>
                </a:lnTo>
                <a:lnTo>
                  <a:pt x="201180" y="413004"/>
                </a:lnTo>
                <a:lnTo>
                  <a:pt x="201180" y="429768"/>
                </a:lnTo>
                <a:lnTo>
                  <a:pt x="201066" y="441223"/>
                </a:lnTo>
                <a:lnTo>
                  <a:pt x="168986" y="474522"/>
                </a:lnTo>
                <a:lnTo>
                  <a:pt x="129552" y="481584"/>
                </a:lnTo>
                <a:lnTo>
                  <a:pt x="120954" y="481304"/>
                </a:lnTo>
                <a:lnTo>
                  <a:pt x="113360" y="480441"/>
                </a:lnTo>
                <a:lnTo>
                  <a:pt x="106616" y="479018"/>
                </a:lnTo>
                <a:lnTo>
                  <a:pt x="100596" y="477012"/>
                </a:lnTo>
                <a:lnTo>
                  <a:pt x="92976" y="472440"/>
                </a:lnTo>
                <a:lnTo>
                  <a:pt x="86880" y="469392"/>
                </a:lnTo>
                <a:lnTo>
                  <a:pt x="83832" y="463296"/>
                </a:lnTo>
                <a:lnTo>
                  <a:pt x="80784" y="458724"/>
                </a:lnTo>
                <a:lnTo>
                  <a:pt x="79260" y="454152"/>
                </a:lnTo>
                <a:lnTo>
                  <a:pt x="79260" y="448056"/>
                </a:lnTo>
                <a:lnTo>
                  <a:pt x="80111" y="441223"/>
                </a:lnTo>
                <a:lnTo>
                  <a:pt x="117741" y="411861"/>
                </a:lnTo>
                <a:lnTo>
                  <a:pt x="149364" y="408432"/>
                </a:lnTo>
                <a:lnTo>
                  <a:pt x="163080" y="409003"/>
                </a:lnTo>
                <a:lnTo>
                  <a:pt x="201180" y="429768"/>
                </a:lnTo>
                <a:lnTo>
                  <a:pt x="201180" y="413004"/>
                </a:lnTo>
                <a:lnTo>
                  <a:pt x="198018" y="408432"/>
                </a:lnTo>
                <a:lnTo>
                  <a:pt x="196037" y="405561"/>
                </a:lnTo>
                <a:lnTo>
                  <a:pt x="189750" y="399097"/>
                </a:lnTo>
                <a:lnTo>
                  <a:pt x="146951" y="381558"/>
                </a:lnTo>
                <a:lnTo>
                  <a:pt x="138696" y="381000"/>
                </a:lnTo>
                <a:lnTo>
                  <a:pt x="126403" y="381889"/>
                </a:lnTo>
                <a:lnTo>
                  <a:pt x="82969" y="406006"/>
                </a:lnTo>
                <a:lnTo>
                  <a:pt x="70116" y="445008"/>
                </a:lnTo>
                <a:lnTo>
                  <a:pt x="70218" y="446532"/>
                </a:lnTo>
                <a:lnTo>
                  <a:pt x="70332" y="448056"/>
                </a:lnTo>
                <a:lnTo>
                  <a:pt x="70396" y="449033"/>
                </a:lnTo>
                <a:lnTo>
                  <a:pt x="89928" y="489394"/>
                </a:lnTo>
                <a:lnTo>
                  <a:pt x="132600" y="508444"/>
                </a:lnTo>
                <a:lnTo>
                  <a:pt x="141744" y="509016"/>
                </a:lnTo>
                <a:lnTo>
                  <a:pt x="154025" y="507923"/>
                </a:lnTo>
                <a:lnTo>
                  <a:pt x="197459" y="484047"/>
                </a:lnTo>
                <a:lnTo>
                  <a:pt x="199047" y="481584"/>
                </a:lnTo>
                <a:lnTo>
                  <a:pt x="204609" y="473011"/>
                </a:lnTo>
                <a:lnTo>
                  <a:pt x="208889" y="460565"/>
                </a:lnTo>
                <a:lnTo>
                  <a:pt x="210324" y="446532"/>
                </a:lnTo>
                <a:close/>
              </a:path>
              <a:path extrusionOk="0" h="657225" w="210820">
                <a:moveTo>
                  <a:pt x="210324" y="152400"/>
                </a:moveTo>
                <a:lnTo>
                  <a:pt x="209181" y="140119"/>
                </a:lnTo>
                <a:lnTo>
                  <a:pt x="205752" y="128397"/>
                </a:lnTo>
                <a:lnTo>
                  <a:pt x="201180" y="119494"/>
                </a:lnTo>
                <a:lnTo>
                  <a:pt x="201180" y="144780"/>
                </a:lnTo>
                <a:lnTo>
                  <a:pt x="201180" y="149352"/>
                </a:lnTo>
                <a:lnTo>
                  <a:pt x="199656" y="155448"/>
                </a:lnTo>
                <a:lnTo>
                  <a:pt x="199529" y="155829"/>
                </a:lnTo>
                <a:lnTo>
                  <a:pt x="198132" y="160020"/>
                </a:lnTo>
                <a:lnTo>
                  <a:pt x="195084" y="166116"/>
                </a:lnTo>
                <a:lnTo>
                  <a:pt x="192036" y="170688"/>
                </a:lnTo>
                <a:lnTo>
                  <a:pt x="187464" y="175260"/>
                </a:lnTo>
                <a:lnTo>
                  <a:pt x="106692" y="175260"/>
                </a:lnTo>
                <a:lnTo>
                  <a:pt x="102120" y="169164"/>
                </a:lnTo>
                <a:lnTo>
                  <a:pt x="97548" y="164592"/>
                </a:lnTo>
                <a:lnTo>
                  <a:pt x="96024" y="160020"/>
                </a:lnTo>
                <a:lnTo>
                  <a:pt x="92976" y="155448"/>
                </a:lnTo>
                <a:lnTo>
                  <a:pt x="91452" y="150876"/>
                </a:lnTo>
                <a:lnTo>
                  <a:pt x="91452" y="144780"/>
                </a:lnTo>
                <a:lnTo>
                  <a:pt x="92303" y="137972"/>
                </a:lnTo>
                <a:lnTo>
                  <a:pt x="122123" y="111442"/>
                </a:lnTo>
                <a:lnTo>
                  <a:pt x="144792" y="108204"/>
                </a:lnTo>
                <a:lnTo>
                  <a:pt x="157670" y="109042"/>
                </a:lnTo>
                <a:lnTo>
                  <a:pt x="193459" y="125501"/>
                </a:lnTo>
                <a:lnTo>
                  <a:pt x="201180" y="144780"/>
                </a:lnTo>
                <a:lnTo>
                  <a:pt x="201180" y="119494"/>
                </a:lnTo>
                <a:lnTo>
                  <a:pt x="200037" y="117259"/>
                </a:lnTo>
                <a:lnTo>
                  <a:pt x="193179" y="108204"/>
                </a:lnTo>
                <a:lnTo>
                  <a:pt x="192036" y="106680"/>
                </a:lnTo>
                <a:lnTo>
                  <a:pt x="180644" y="96685"/>
                </a:lnTo>
                <a:lnTo>
                  <a:pt x="167271" y="89535"/>
                </a:lnTo>
                <a:lnTo>
                  <a:pt x="152171" y="85255"/>
                </a:lnTo>
                <a:lnTo>
                  <a:pt x="135648" y="83820"/>
                </a:lnTo>
                <a:lnTo>
                  <a:pt x="121399" y="84709"/>
                </a:lnTo>
                <a:lnTo>
                  <a:pt x="80403" y="107111"/>
                </a:lnTo>
                <a:lnTo>
                  <a:pt x="70116" y="134112"/>
                </a:lnTo>
                <a:lnTo>
                  <a:pt x="71831" y="145262"/>
                </a:lnTo>
                <a:lnTo>
                  <a:pt x="76974" y="155829"/>
                </a:lnTo>
                <a:lnTo>
                  <a:pt x="85547" y="165836"/>
                </a:lnTo>
                <a:lnTo>
                  <a:pt x="97548" y="175260"/>
                </a:lnTo>
                <a:lnTo>
                  <a:pt x="12" y="175260"/>
                </a:lnTo>
                <a:lnTo>
                  <a:pt x="12" y="181356"/>
                </a:lnTo>
                <a:lnTo>
                  <a:pt x="16776" y="222504"/>
                </a:lnTo>
                <a:lnTo>
                  <a:pt x="21348" y="220980"/>
                </a:lnTo>
                <a:lnTo>
                  <a:pt x="19824" y="216408"/>
                </a:lnTo>
                <a:lnTo>
                  <a:pt x="19824" y="205740"/>
                </a:lnTo>
                <a:lnTo>
                  <a:pt x="24396" y="201168"/>
                </a:lnTo>
                <a:lnTo>
                  <a:pt x="28968" y="201168"/>
                </a:lnTo>
                <a:lnTo>
                  <a:pt x="32397" y="200291"/>
                </a:lnTo>
                <a:lnTo>
                  <a:pt x="38112" y="199834"/>
                </a:lnTo>
                <a:lnTo>
                  <a:pt x="47256" y="199644"/>
                </a:lnTo>
                <a:lnTo>
                  <a:pt x="195084" y="199644"/>
                </a:lnTo>
                <a:lnTo>
                  <a:pt x="199123" y="193700"/>
                </a:lnTo>
                <a:lnTo>
                  <a:pt x="202323" y="187452"/>
                </a:lnTo>
                <a:lnTo>
                  <a:pt x="204939" y="181216"/>
                </a:lnTo>
                <a:lnTo>
                  <a:pt x="207276" y="175260"/>
                </a:lnTo>
                <a:lnTo>
                  <a:pt x="210324" y="160020"/>
                </a:lnTo>
                <a:lnTo>
                  <a:pt x="210324" y="1524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1" name="Google Shape;4421;p74"/>
          <p:cNvGrpSpPr/>
          <p:nvPr/>
        </p:nvGrpSpPr>
        <p:grpSpPr>
          <a:xfrm>
            <a:off x="3438144" y="5256276"/>
            <a:ext cx="140208" cy="225551"/>
            <a:chOff x="3438144" y="5256276"/>
            <a:chExt cx="140208" cy="225551"/>
          </a:xfrm>
        </p:grpSpPr>
        <p:pic>
          <p:nvPicPr>
            <p:cNvPr id="4422" name="Google Shape;4422;p74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438144" y="5256276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23" name="Google Shape;4423;p74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438144" y="5369051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424" name="Google Shape;4424;p74"/>
          <p:cNvSpPr/>
          <p:nvPr/>
        </p:nvSpPr>
        <p:spPr>
          <a:xfrm>
            <a:off x="3438131" y="4517136"/>
            <a:ext cx="201295" cy="645160"/>
          </a:xfrm>
          <a:custGeom>
            <a:rect b="b" l="l" r="r" t="t"/>
            <a:pathLst>
              <a:path extrusionOk="0" h="645160" w="201295">
                <a:moveTo>
                  <a:pt x="137160" y="172212"/>
                </a:moveTo>
                <a:lnTo>
                  <a:pt x="132588" y="172212"/>
                </a:lnTo>
                <a:lnTo>
                  <a:pt x="132588" y="182880"/>
                </a:lnTo>
                <a:lnTo>
                  <a:pt x="129540" y="185928"/>
                </a:lnTo>
                <a:lnTo>
                  <a:pt x="128016" y="190500"/>
                </a:lnTo>
                <a:lnTo>
                  <a:pt x="126492" y="192024"/>
                </a:lnTo>
                <a:lnTo>
                  <a:pt x="120396" y="195072"/>
                </a:lnTo>
                <a:lnTo>
                  <a:pt x="114300" y="196596"/>
                </a:lnTo>
                <a:lnTo>
                  <a:pt x="44196" y="196596"/>
                </a:lnTo>
                <a:lnTo>
                  <a:pt x="35052" y="192024"/>
                </a:lnTo>
                <a:lnTo>
                  <a:pt x="28956" y="187452"/>
                </a:lnTo>
                <a:lnTo>
                  <a:pt x="24384" y="182880"/>
                </a:lnTo>
                <a:lnTo>
                  <a:pt x="22860" y="179832"/>
                </a:lnTo>
                <a:lnTo>
                  <a:pt x="21336" y="178308"/>
                </a:lnTo>
                <a:lnTo>
                  <a:pt x="21336" y="175260"/>
                </a:lnTo>
                <a:lnTo>
                  <a:pt x="22860" y="172212"/>
                </a:lnTo>
                <a:lnTo>
                  <a:pt x="27432" y="167640"/>
                </a:lnTo>
                <a:lnTo>
                  <a:pt x="30480" y="163068"/>
                </a:lnTo>
                <a:lnTo>
                  <a:pt x="32004" y="158496"/>
                </a:lnTo>
                <a:lnTo>
                  <a:pt x="32004" y="152400"/>
                </a:lnTo>
                <a:lnTo>
                  <a:pt x="25908" y="146304"/>
                </a:lnTo>
                <a:lnTo>
                  <a:pt x="21336" y="144780"/>
                </a:lnTo>
                <a:lnTo>
                  <a:pt x="13716" y="144780"/>
                </a:lnTo>
                <a:lnTo>
                  <a:pt x="9144" y="146304"/>
                </a:lnTo>
                <a:lnTo>
                  <a:pt x="6096" y="149352"/>
                </a:lnTo>
                <a:lnTo>
                  <a:pt x="1524" y="152400"/>
                </a:lnTo>
                <a:lnTo>
                  <a:pt x="0" y="156972"/>
                </a:lnTo>
                <a:lnTo>
                  <a:pt x="0" y="163068"/>
                </a:lnTo>
                <a:lnTo>
                  <a:pt x="2006" y="171310"/>
                </a:lnTo>
                <a:lnTo>
                  <a:pt x="8001" y="179832"/>
                </a:lnTo>
                <a:lnTo>
                  <a:pt x="18008" y="188366"/>
                </a:lnTo>
                <a:lnTo>
                  <a:pt x="32004" y="196596"/>
                </a:lnTo>
                <a:lnTo>
                  <a:pt x="0" y="196596"/>
                </a:lnTo>
                <a:lnTo>
                  <a:pt x="0" y="202692"/>
                </a:lnTo>
                <a:lnTo>
                  <a:pt x="16764" y="243840"/>
                </a:lnTo>
                <a:lnTo>
                  <a:pt x="21336" y="242316"/>
                </a:lnTo>
                <a:lnTo>
                  <a:pt x="19812" y="237744"/>
                </a:lnTo>
                <a:lnTo>
                  <a:pt x="19812" y="227076"/>
                </a:lnTo>
                <a:lnTo>
                  <a:pt x="22860" y="224028"/>
                </a:lnTo>
                <a:lnTo>
                  <a:pt x="28956" y="220980"/>
                </a:lnTo>
                <a:lnTo>
                  <a:pt x="121920" y="220980"/>
                </a:lnTo>
                <a:lnTo>
                  <a:pt x="128016" y="224028"/>
                </a:lnTo>
                <a:lnTo>
                  <a:pt x="132588" y="228600"/>
                </a:lnTo>
                <a:lnTo>
                  <a:pt x="132588" y="240792"/>
                </a:lnTo>
                <a:lnTo>
                  <a:pt x="137160" y="240792"/>
                </a:lnTo>
                <a:lnTo>
                  <a:pt x="137160" y="172212"/>
                </a:lnTo>
                <a:close/>
              </a:path>
              <a:path extrusionOk="0" h="645160" w="201295">
                <a:moveTo>
                  <a:pt x="140208" y="586740"/>
                </a:moveTo>
                <a:lnTo>
                  <a:pt x="124968" y="550164"/>
                </a:lnTo>
                <a:lnTo>
                  <a:pt x="88392" y="531876"/>
                </a:lnTo>
                <a:lnTo>
                  <a:pt x="85344" y="534924"/>
                </a:lnTo>
                <a:lnTo>
                  <a:pt x="93662" y="538619"/>
                </a:lnTo>
                <a:lnTo>
                  <a:pt x="100393" y="542734"/>
                </a:lnTo>
                <a:lnTo>
                  <a:pt x="105676" y="547116"/>
                </a:lnTo>
                <a:lnTo>
                  <a:pt x="109728" y="551688"/>
                </a:lnTo>
                <a:lnTo>
                  <a:pt x="114300" y="557784"/>
                </a:lnTo>
                <a:lnTo>
                  <a:pt x="115824" y="565404"/>
                </a:lnTo>
                <a:lnTo>
                  <a:pt x="115709" y="575881"/>
                </a:lnTo>
                <a:lnTo>
                  <a:pt x="90208" y="615607"/>
                </a:lnTo>
                <a:lnTo>
                  <a:pt x="53340" y="623316"/>
                </a:lnTo>
                <a:lnTo>
                  <a:pt x="53340" y="562356"/>
                </a:lnTo>
                <a:lnTo>
                  <a:pt x="53340" y="531876"/>
                </a:lnTo>
                <a:lnTo>
                  <a:pt x="44196" y="532612"/>
                </a:lnTo>
                <a:lnTo>
                  <a:pt x="44196" y="562356"/>
                </a:lnTo>
                <a:lnTo>
                  <a:pt x="44196" y="623316"/>
                </a:lnTo>
                <a:lnTo>
                  <a:pt x="36055" y="622465"/>
                </a:lnTo>
                <a:lnTo>
                  <a:pt x="36360" y="622465"/>
                </a:lnTo>
                <a:lnTo>
                  <a:pt x="29527" y="620268"/>
                </a:lnTo>
                <a:lnTo>
                  <a:pt x="23418" y="616889"/>
                </a:lnTo>
                <a:lnTo>
                  <a:pt x="18288" y="612648"/>
                </a:lnTo>
                <a:lnTo>
                  <a:pt x="12192" y="606552"/>
                </a:lnTo>
                <a:lnTo>
                  <a:pt x="9144" y="598932"/>
                </a:lnTo>
                <a:lnTo>
                  <a:pt x="9144" y="586740"/>
                </a:lnTo>
                <a:lnTo>
                  <a:pt x="10668" y="580644"/>
                </a:lnTo>
                <a:lnTo>
                  <a:pt x="16764" y="571500"/>
                </a:lnTo>
                <a:lnTo>
                  <a:pt x="21336" y="568452"/>
                </a:lnTo>
                <a:lnTo>
                  <a:pt x="30480" y="563880"/>
                </a:lnTo>
                <a:lnTo>
                  <a:pt x="36576" y="563880"/>
                </a:lnTo>
                <a:lnTo>
                  <a:pt x="44196" y="562356"/>
                </a:lnTo>
                <a:lnTo>
                  <a:pt x="44196" y="532612"/>
                </a:lnTo>
                <a:lnTo>
                  <a:pt x="42252" y="532765"/>
                </a:lnTo>
                <a:lnTo>
                  <a:pt x="8369" y="554545"/>
                </a:lnTo>
                <a:lnTo>
                  <a:pt x="0" y="583692"/>
                </a:lnTo>
                <a:lnTo>
                  <a:pt x="63" y="584314"/>
                </a:lnTo>
                <a:lnTo>
                  <a:pt x="1168" y="595960"/>
                </a:lnTo>
                <a:lnTo>
                  <a:pt x="30060" y="635012"/>
                </a:lnTo>
                <a:lnTo>
                  <a:pt x="71628" y="644652"/>
                </a:lnTo>
                <a:lnTo>
                  <a:pt x="86779" y="643750"/>
                </a:lnTo>
                <a:lnTo>
                  <a:pt x="100203" y="640842"/>
                </a:lnTo>
                <a:lnTo>
                  <a:pt x="111925" y="635660"/>
                </a:lnTo>
                <a:lnTo>
                  <a:pt x="121920" y="627888"/>
                </a:lnTo>
                <a:lnTo>
                  <a:pt x="126187" y="623316"/>
                </a:lnTo>
                <a:lnTo>
                  <a:pt x="129921" y="619315"/>
                </a:lnTo>
                <a:lnTo>
                  <a:pt x="135636" y="609600"/>
                </a:lnTo>
                <a:lnTo>
                  <a:pt x="139065" y="598741"/>
                </a:lnTo>
                <a:lnTo>
                  <a:pt x="140208" y="586740"/>
                </a:lnTo>
                <a:close/>
              </a:path>
              <a:path extrusionOk="0" h="645160" w="201295">
                <a:moveTo>
                  <a:pt x="140208" y="307848"/>
                </a:moveTo>
                <a:lnTo>
                  <a:pt x="124968" y="271272"/>
                </a:lnTo>
                <a:lnTo>
                  <a:pt x="88392" y="252984"/>
                </a:lnTo>
                <a:lnTo>
                  <a:pt x="85344" y="256032"/>
                </a:lnTo>
                <a:lnTo>
                  <a:pt x="93662" y="259727"/>
                </a:lnTo>
                <a:lnTo>
                  <a:pt x="100393" y="263842"/>
                </a:lnTo>
                <a:lnTo>
                  <a:pt x="105676" y="268224"/>
                </a:lnTo>
                <a:lnTo>
                  <a:pt x="109728" y="272796"/>
                </a:lnTo>
                <a:lnTo>
                  <a:pt x="114300" y="278892"/>
                </a:lnTo>
                <a:lnTo>
                  <a:pt x="115824" y="286512"/>
                </a:lnTo>
                <a:lnTo>
                  <a:pt x="115824" y="295656"/>
                </a:lnTo>
                <a:lnTo>
                  <a:pt x="99060" y="330708"/>
                </a:lnTo>
                <a:lnTo>
                  <a:pt x="53340" y="344424"/>
                </a:lnTo>
                <a:lnTo>
                  <a:pt x="53340" y="283464"/>
                </a:lnTo>
                <a:lnTo>
                  <a:pt x="53340" y="252984"/>
                </a:lnTo>
                <a:lnTo>
                  <a:pt x="44196" y="253898"/>
                </a:lnTo>
                <a:lnTo>
                  <a:pt x="44196" y="283464"/>
                </a:lnTo>
                <a:lnTo>
                  <a:pt x="44196" y="344424"/>
                </a:lnTo>
                <a:lnTo>
                  <a:pt x="36055" y="343573"/>
                </a:lnTo>
                <a:lnTo>
                  <a:pt x="36360" y="343573"/>
                </a:lnTo>
                <a:lnTo>
                  <a:pt x="29527" y="341376"/>
                </a:lnTo>
                <a:lnTo>
                  <a:pt x="23418" y="337997"/>
                </a:lnTo>
                <a:lnTo>
                  <a:pt x="18288" y="333756"/>
                </a:lnTo>
                <a:lnTo>
                  <a:pt x="12192" y="327660"/>
                </a:lnTo>
                <a:lnTo>
                  <a:pt x="9144" y="320040"/>
                </a:lnTo>
                <a:lnTo>
                  <a:pt x="9144" y="307848"/>
                </a:lnTo>
                <a:lnTo>
                  <a:pt x="10668" y="301752"/>
                </a:lnTo>
                <a:lnTo>
                  <a:pt x="16764" y="292608"/>
                </a:lnTo>
                <a:lnTo>
                  <a:pt x="21336" y="289560"/>
                </a:lnTo>
                <a:lnTo>
                  <a:pt x="30480" y="284988"/>
                </a:lnTo>
                <a:lnTo>
                  <a:pt x="36576" y="284988"/>
                </a:lnTo>
                <a:lnTo>
                  <a:pt x="44196" y="283464"/>
                </a:lnTo>
                <a:lnTo>
                  <a:pt x="44196" y="253898"/>
                </a:lnTo>
                <a:lnTo>
                  <a:pt x="42252" y="254088"/>
                </a:lnTo>
                <a:lnTo>
                  <a:pt x="8369" y="275653"/>
                </a:lnTo>
                <a:lnTo>
                  <a:pt x="0" y="304800"/>
                </a:lnTo>
                <a:lnTo>
                  <a:pt x="63" y="305422"/>
                </a:lnTo>
                <a:lnTo>
                  <a:pt x="1168" y="317715"/>
                </a:lnTo>
                <a:lnTo>
                  <a:pt x="30060" y="356768"/>
                </a:lnTo>
                <a:lnTo>
                  <a:pt x="71628" y="365760"/>
                </a:lnTo>
                <a:lnTo>
                  <a:pt x="86779" y="364858"/>
                </a:lnTo>
                <a:lnTo>
                  <a:pt x="100203" y="361950"/>
                </a:lnTo>
                <a:lnTo>
                  <a:pt x="111925" y="356768"/>
                </a:lnTo>
                <a:lnTo>
                  <a:pt x="121920" y="348996"/>
                </a:lnTo>
                <a:lnTo>
                  <a:pt x="126187" y="344424"/>
                </a:lnTo>
                <a:lnTo>
                  <a:pt x="129921" y="340423"/>
                </a:lnTo>
                <a:lnTo>
                  <a:pt x="135636" y="330708"/>
                </a:lnTo>
                <a:lnTo>
                  <a:pt x="139065" y="319849"/>
                </a:lnTo>
                <a:lnTo>
                  <a:pt x="140208" y="307848"/>
                </a:lnTo>
                <a:close/>
              </a:path>
              <a:path extrusionOk="0" h="645160" w="201295">
                <a:moveTo>
                  <a:pt x="140220" y="446532"/>
                </a:moveTo>
                <a:lnTo>
                  <a:pt x="42481" y="406908"/>
                </a:lnTo>
                <a:lnTo>
                  <a:pt x="19824" y="397764"/>
                </a:lnTo>
                <a:lnTo>
                  <a:pt x="10680" y="391668"/>
                </a:lnTo>
                <a:lnTo>
                  <a:pt x="9156" y="388620"/>
                </a:lnTo>
                <a:lnTo>
                  <a:pt x="9156" y="385572"/>
                </a:lnTo>
                <a:lnTo>
                  <a:pt x="7632" y="381000"/>
                </a:lnTo>
                <a:lnTo>
                  <a:pt x="3060" y="381000"/>
                </a:lnTo>
                <a:lnTo>
                  <a:pt x="3060" y="422148"/>
                </a:lnTo>
                <a:lnTo>
                  <a:pt x="7632" y="422148"/>
                </a:lnTo>
                <a:lnTo>
                  <a:pt x="7632" y="414528"/>
                </a:lnTo>
                <a:lnTo>
                  <a:pt x="9156" y="413004"/>
                </a:lnTo>
                <a:lnTo>
                  <a:pt x="9156" y="411480"/>
                </a:lnTo>
                <a:lnTo>
                  <a:pt x="13728" y="406908"/>
                </a:lnTo>
                <a:lnTo>
                  <a:pt x="18300" y="406908"/>
                </a:lnTo>
                <a:lnTo>
                  <a:pt x="27444" y="411480"/>
                </a:lnTo>
                <a:lnTo>
                  <a:pt x="103644" y="441960"/>
                </a:lnTo>
                <a:lnTo>
                  <a:pt x="30492" y="473964"/>
                </a:lnTo>
                <a:lnTo>
                  <a:pt x="21348" y="477012"/>
                </a:lnTo>
                <a:lnTo>
                  <a:pt x="15252" y="477012"/>
                </a:lnTo>
                <a:lnTo>
                  <a:pt x="12204" y="475488"/>
                </a:lnTo>
                <a:lnTo>
                  <a:pt x="10680" y="473964"/>
                </a:lnTo>
                <a:lnTo>
                  <a:pt x="7632" y="467868"/>
                </a:lnTo>
                <a:lnTo>
                  <a:pt x="7632" y="460248"/>
                </a:lnTo>
                <a:lnTo>
                  <a:pt x="3060" y="460248"/>
                </a:lnTo>
                <a:lnTo>
                  <a:pt x="3060" y="524256"/>
                </a:lnTo>
                <a:lnTo>
                  <a:pt x="7632" y="524256"/>
                </a:lnTo>
                <a:lnTo>
                  <a:pt x="9156" y="519684"/>
                </a:lnTo>
                <a:lnTo>
                  <a:pt x="9156" y="516636"/>
                </a:lnTo>
                <a:lnTo>
                  <a:pt x="10680" y="515112"/>
                </a:lnTo>
                <a:lnTo>
                  <a:pt x="13728" y="509016"/>
                </a:lnTo>
                <a:lnTo>
                  <a:pt x="19824" y="505968"/>
                </a:lnTo>
                <a:lnTo>
                  <a:pt x="22872" y="502920"/>
                </a:lnTo>
                <a:lnTo>
                  <a:pt x="28968" y="501396"/>
                </a:lnTo>
                <a:lnTo>
                  <a:pt x="86385" y="477012"/>
                </a:lnTo>
                <a:lnTo>
                  <a:pt x="140220" y="454152"/>
                </a:lnTo>
                <a:lnTo>
                  <a:pt x="140220" y="446532"/>
                </a:lnTo>
                <a:close/>
              </a:path>
              <a:path extrusionOk="0" h="645160" w="201295">
                <a:moveTo>
                  <a:pt x="201180" y="117348"/>
                </a:moveTo>
                <a:lnTo>
                  <a:pt x="178130" y="81153"/>
                </a:lnTo>
                <a:lnTo>
                  <a:pt x="27444" y="19812"/>
                </a:lnTo>
                <a:lnTo>
                  <a:pt x="18300" y="15240"/>
                </a:lnTo>
                <a:lnTo>
                  <a:pt x="16776" y="13716"/>
                </a:lnTo>
                <a:lnTo>
                  <a:pt x="13728" y="12192"/>
                </a:lnTo>
                <a:lnTo>
                  <a:pt x="12204" y="9144"/>
                </a:lnTo>
                <a:lnTo>
                  <a:pt x="9156" y="6096"/>
                </a:lnTo>
                <a:lnTo>
                  <a:pt x="9156" y="3048"/>
                </a:lnTo>
                <a:lnTo>
                  <a:pt x="7632" y="0"/>
                </a:lnTo>
                <a:lnTo>
                  <a:pt x="3060" y="0"/>
                </a:lnTo>
                <a:lnTo>
                  <a:pt x="3060" y="42672"/>
                </a:lnTo>
                <a:lnTo>
                  <a:pt x="7632" y="42672"/>
                </a:lnTo>
                <a:lnTo>
                  <a:pt x="7632" y="35052"/>
                </a:lnTo>
                <a:lnTo>
                  <a:pt x="9156" y="33528"/>
                </a:lnTo>
                <a:lnTo>
                  <a:pt x="9156" y="32004"/>
                </a:lnTo>
                <a:lnTo>
                  <a:pt x="10680" y="30480"/>
                </a:lnTo>
                <a:lnTo>
                  <a:pt x="12204" y="30480"/>
                </a:lnTo>
                <a:lnTo>
                  <a:pt x="12204" y="28956"/>
                </a:lnTo>
                <a:lnTo>
                  <a:pt x="19824" y="28956"/>
                </a:lnTo>
                <a:lnTo>
                  <a:pt x="24396" y="30480"/>
                </a:lnTo>
                <a:lnTo>
                  <a:pt x="27444" y="32004"/>
                </a:lnTo>
                <a:lnTo>
                  <a:pt x="100596" y="60960"/>
                </a:lnTo>
                <a:lnTo>
                  <a:pt x="33540" y="92964"/>
                </a:lnTo>
                <a:lnTo>
                  <a:pt x="27444" y="96012"/>
                </a:lnTo>
                <a:lnTo>
                  <a:pt x="21348" y="97536"/>
                </a:lnTo>
                <a:lnTo>
                  <a:pt x="15252" y="97536"/>
                </a:lnTo>
                <a:lnTo>
                  <a:pt x="12204" y="96012"/>
                </a:lnTo>
                <a:lnTo>
                  <a:pt x="10680" y="94488"/>
                </a:lnTo>
                <a:lnTo>
                  <a:pt x="7632" y="88392"/>
                </a:lnTo>
                <a:lnTo>
                  <a:pt x="7632" y="80772"/>
                </a:lnTo>
                <a:lnTo>
                  <a:pt x="3060" y="80772"/>
                </a:lnTo>
                <a:lnTo>
                  <a:pt x="3060" y="144780"/>
                </a:lnTo>
                <a:lnTo>
                  <a:pt x="7632" y="144780"/>
                </a:lnTo>
                <a:lnTo>
                  <a:pt x="9156" y="138684"/>
                </a:lnTo>
                <a:lnTo>
                  <a:pt x="10680" y="135636"/>
                </a:lnTo>
                <a:lnTo>
                  <a:pt x="13728" y="132588"/>
                </a:lnTo>
                <a:lnTo>
                  <a:pt x="15252" y="129540"/>
                </a:lnTo>
                <a:lnTo>
                  <a:pt x="19824" y="128016"/>
                </a:lnTo>
                <a:lnTo>
                  <a:pt x="24396" y="124968"/>
                </a:lnTo>
                <a:lnTo>
                  <a:pt x="27444" y="121920"/>
                </a:lnTo>
                <a:lnTo>
                  <a:pt x="131076" y="73152"/>
                </a:lnTo>
                <a:lnTo>
                  <a:pt x="152412" y="80772"/>
                </a:lnTo>
                <a:lnTo>
                  <a:pt x="167652" y="88392"/>
                </a:lnTo>
                <a:lnTo>
                  <a:pt x="169176" y="91440"/>
                </a:lnTo>
                <a:lnTo>
                  <a:pt x="172224" y="94488"/>
                </a:lnTo>
                <a:lnTo>
                  <a:pt x="173748" y="97536"/>
                </a:lnTo>
                <a:lnTo>
                  <a:pt x="173748" y="105156"/>
                </a:lnTo>
                <a:lnTo>
                  <a:pt x="172224" y="108204"/>
                </a:lnTo>
                <a:lnTo>
                  <a:pt x="170700" y="114300"/>
                </a:lnTo>
                <a:lnTo>
                  <a:pt x="169176" y="118872"/>
                </a:lnTo>
                <a:lnTo>
                  <a:pt x="169176" y="126492"/>
                </a:lnTo>
                <a:lnTo>
                  <a:pt x="170700" y="129540"/>
                </a:lnTo>
                <a:lnTo>
                  <a:pt x="176796" y="135636"/>
                </a:lnTo>
                <a:lnTo>
                  <a:pt x="179844" y="137160"/>
                </a:lnTo>
                <a:lnTo>
                  <a:pt x="188988" y="137160"/>
                </a:lnTo>
                <a:lnTo>
                  <a:pt x="192036" y="134112"/>
                </a:lnTo>
                <a:lnTo>
                  <a:pt x="196608" y="131064"/>
                </a:lnTo>
                <a:lnTo>
                  <a:pt x="199656" y="128016"/>
                </a:lnTo>
                <a:lnTo>
                  <a:pt x="201180" y="121920"/>
                </a:lnTo>
                <a:lnTo>
                  <a:pt x="201180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5" name="Google Shape;4425;p74"/>
          <p:cNvGrpSpPr/>
          <p:nvPr/>
        </p:nvGrpSpPr>
        <p:grpSpPr>
          <a:xfrm>
            <a:off x="3374135" y="4158996"/>
            <a:ext cx="201169" cy="249936"/>
            <a:chOff x="3374135" y="4158996"/>
            <a:chExt cx="201169" cy="249936"/>
          </a:xfrm>
        </p:grpSpPr>
        <p:pic>
          <p:nvPicPr>
            <p:cNvPr id="4426" name="Google Shape;4426;p74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374136" y="4331208"/>
              <a:ext cx="201168" cy="777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27" name="Google Shape;4427;p74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374135" y="4158996"/>
              <a:ext cx="201168" cy="1295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428" name="Google Shape;4428;p74"/>
          <p:cNvSpPr/>
          <p:nvPr/>
        </p:nvSpPr>
        <p:spPr>
          <a:xfrm>
            <a:off x="3368040" y="3247644"/>
            <a:ext cx="254635" cy="824865"/>
          </a:xfrm>
          <a:custGeom>
            <a:rect b="b" l="l" r="r" t="t"/>
            <a:pathLst>
              <a:path extrusionOk="0" h="824864" w="254635">
                <a:moveTo>
                  <a:pt x="103632" y="19812"/>
                </a:moveTo>
                <a:lnTo>
                  <a:pt x="102108" y="16764"/>
                </a:lnTo>
                <a:lnTo>
                  <a:pt x="96012" y="10668"/>
                </a:lnTo>
                <a:lnTo>
                  <a:pt x="91440" y="7620"/>
                </a:lnTo>
                <a:lnTo>
                  <a:pt x="82296" y="7620"/>
                </a:lnTo>
                <a:lnTo>
                  <a:pt x="79248" y="10668"/>
                </a:lnTo>
                <a:lnTo>
                  <a:pt x="74676" y="13716"/>
                </a:lnTo>
                <a:lnTo>
                  <a:pt x="71628" y="16764"/>
                </a:lnTo>
                <a:lnTo>
                  <a:pt x="70104" y="19812"/>
                </a:lnTo>
                <a:lnTo>
                  <a:pt x="70104" y="28956"/>
                </a:lnTo>
                <a:lnTo>
                  <a:pt x="71628" y="33528"/>
                </a:lnTo>
                <a:lnTo>
                  <a:pt x="74676" y="36576"/>
                </a:lnTo>
                <a:lnTo>
                  <a:pt x="79248" y="39624"/>
                </a:lnTo>
                <a:lnTo>
                  <a:pt x="82296" y="41148"/>
                </a:lnTo>
                <a:lnTo>
                  <a:pt x="91440" y="41148"/>
                </a:lnTo>
                <a:lnTo>
                  <a:pt x="96012" y="39624"/>
                </a:lnTo>
                <a:lnTo>
                  <a:pt x="102108" y="33528"/>
                </a:lnTo>
                <a:lnTo>
                  <a:pt x="103632" y="28956"/>
                </a:lnTo>
                <a:lnTo>
                  <a:pt x="103632" y="19812"/>
                </a:lnTo>
                <a:close/>
              </a:path>
              <a:path extrusionOk="0" h="824864" w="254635">
                <a:moveTo>
                  <a:pt x="207251" y="598932"/>
                </a:moveTo>
                <a:lnTo>
                  <a:pt x="202679" y="598932"/>
                </a:lnTo>
                <a:lnTo>
                  <a:pt x="202679" y="609600"/>
                </a:lnTo>
                <a:lnTo>
                  <a:pt x="201155" y="612648"/>
                </a:lnTo>
                <a:lnTo>
                  <a:pt x="196583" y="617220"/>
                </a:lnTo>
                <a:lnTo>
                  <a:pt x="195059" y="617220"/>
                </a:lnTo>
                <a:lnTo>
                  <a:pt x="192011" y="618744"/>
                </a:lnTo>
                <a:lnTo>
                  <a:pt x="120383" y="618744"/>
                </a:lnTo>
                <a:lnTo>
                  <a:pt x="111810" y="619036"/>
                </a:lnTo>
                <a:lnTo>
                  <a:pt x="76187" y="635508"/>
                </a:lnTo>
                <a:lnTo>
                  <a:pt x="71615" y="640080"/>
                </a:lnTo>
                <a:lnTo>
                  <a:pt x="70091" y="646176"/>
                </a:lnTo>
                <a:lnTo>
                  <a:pt x="70091" y="661416"/>
                </a:lnTo>
                <a:lnTo>
                  <a:pt x="99047" y="699516"/>
                </a:lnTo>
                <a:lnTo>
                  <a:pt x="89903" y="701040"/>
                </a:lnTo>
                <a:lnTo>
                  <a:pt x="82283" y="705612"/>
                </a:lnTo>
                <a:lnTo>
                  <a:pt x="73139" y="717804"/>
                </a:lnTo>
                <a:lnTo>
                  <a:pt x="70091" y="723900"/>
                </a:lnTo>
                <a:lnTo>
                  <a:pt x="70091" y="737616"/>
                </a:lnTo>
                <a:lnTo>
                  <a:pt x="73139" y="746760"/>
                </a:lnTo>
                <a:lnTo>
                  <a:pt x="76187" y="752856"/>
                </a:lnTo>
                <a:lnTo>
                  <a:pt x="79235" y="757428"/>
                </a:lnTo>
                <a:lnTo>
                  <a:pt x="82283" y="760476"/>
                </a:lnTo>
                <a:lnTo>
                  <a:pt x="83807" y="763524"/>
                </a:lnTo>
                <a:lnTo>
                  <a:pt x="89903" y="768096"/>
                </a:lnTo>
                <a:lnTo>
                  <a:pt x="99047" y="777240"/>
                </a:lnTo>
                <a:lnTo>
                  <a:pt x="70091" y="777240"/>
                </a:lnTo>
                <a:lnTo>
                  <a:pt x="70091" y="784860"/>
                </a:lnTo>
                <a:lnTo>
                  <a:pt x="86855" y="824484"/>
                </a:lnTo>
                <a:lnTo>
                  <a:pt x="91427" y="822960"/>
                </a:lnTo>
                <a:lnTo>
                  <a:pt x="89903" y="818388"/>
                </a:lnTo>
                <a:lnTo>
                  <a:pt x="89903" y="807720"/>
                </a:lnTo>
                <a:lnTo>
                  <a:pt x="91427" y="807720"/>
                </a:lnTo>
                <a:lnTo>
                  <a:pt x="94475" y="804672"/>
                </a:lnTo>
                <a:lnTo>
                  <a:pt x="97523" y="803148"/>
                </a:lnTo>
                <a:lnTo>
                  <a:pt x="116814" y="801865"/>
                </a:lnTo>
                <a:lnTo>
                  <a:pt x="126479" y="801624"/>
                </a:lnTo>
                <a:lnTo>
                  <a:pt x="185915" y="801624"/>
                </a:lnTo>
                <a:lnTo>
                  <a:pt x="192011" y="803148"/>
                </a:lnTo>
                <a:lnTo>
                  <a:pt x="198107" y="806196"/>
                </a:lnTo>
                <a:lnTo>
                  <a:pt x="201155" y="809244"/>
                </a:lnTo>
                <a:lnTo>
                  <a:pt x="202679" y="812292"/>
                </a:lnTo>
                <a:lnTo>
                  <a:pt x="202679" y="821436"/>
                </a:lnTo>
                <a:lnTo>
                  <a:pt x="207251" y="821436"/>
                </a:lnTo>
                <a:lnTo>
                  <a:pt x="207251" y="757428"/>
                </a:lnTo>
                <a:lnTo>
                  <a:pt x="202679" y="757428"/>
                </a:lnTo>
                <a:lnTo>
                  <a:pt x="202679" y="769620"/>
                </a:lnTo>
                <a:lnTo>
                  <a:pt x="201155" y="771144"/>
                </a:lnTo>
                <a:lnTo>
                  <a:pt x="199631" y="774192"/>
                </a:lnTo>
                <a:lnTo>
                  <a:pt x="198107" y="775716"/>
                </a:lnTo>
                <a:lnTo>
                  <a:pt x="195059" y="775716"/>
                </a:lnTo>
                <a:lnTo>
                  <a:pt x="192011" y="777240"/>
                </a:lnTo>
                <a:lnTo>
                  <a:pt x="106667" y="777240"/>
                </a:lnTo>
                <a:lnTo>
                  <a:pt x="102095" y="774192"/>
                </a:lnTo>
                <a:lnTo>
                  <a:pt x="97523" y="768096"/>
                </a:lnTo>
                <a:lnTo>
                  <a:pt x="92951" y="760476"/>
                </a:lnTo>
                <a:lnTo>
                  <a:pt x="89903" y="754380"/>
                </a:lnTo>
                <a:lnTo>
                  <a:pt x="88379" y="749808"/>
                </a:lnTo>
                <a:lnTo>
                  <a:pt x="88379" y="737616"/>
                </a:lnTo>
                <a:lnTo>
                  <a:pt x="91427" y="731520"/>
                </a:lnTo>
                <a:lnTo>
                  <a:pt x="97523" y="728472"/>
                </a:lnTo>
                <a:lnTo>
                  <a:pt x="102095" y="723900"/>
                </a:lnTo>
                <a:lnTo>
                  <a:pt x="109715" y="722376"/>
                </a:lnTo>
                <a:lnTo>
                  <a:pt x="185915" y="722376"/>
                </a:lnTo>
                <a:lnTo>
                  <a:pt x="190487" y="723900"/>
                </a:lnTo>
                <a:lnTo>
                  <a:pt x="192011" y="723900"/>
                </a:lnTo>
                <a:lnTo>
                  <a:pt x="196583" y="725424"/>
                </a:lnTo>
                <a:lnTo>
                  <a:pt x="202679" y="731520"/>
                </a:lnTo>
                <a:lnTo>
                  <a:pt x="202679" y="742188"/>
                </a:lnTo>
                <a:lnTo>
                  <a:pt x="207251" y="742188"/>
                </a:lnTo>
                <a:lnTo>
                  <a:pt x="207251" y="678180"/>
                </a:lnTo>
                <a:lnTo>
                  <a:pt x="202679" y="678180"/>
                </a:lnTo>
                <a:lnTo>
                  <a:pt x="202679" y="688848"/>
                </a:lnTo>
                <a:lnTo>
                  <a:pt x="199631" y="694944"/>
                </a:lnTo>
                <a:lnTo>
                  <a:pt x="196583" y="696468"/>
                </a:lnTo>
                <a:lnTo>
                  <a:pt x="195059" y="697992"/>
                </a:lnTo>
                <a:lnTo>
                  <a:pt x="106667" y="697992"/>
                </a:lnTo>
                <a:lnTo>
                  <a:pt x="94475" y="685800"/>
                </a:lnTo>
                <a:lnTo>
                  <a:pt x="92951" y="679704"/>
                </a:lnTo>
                <a:lnTo>
                  <a:pt x="89903" y="675132"/>
                </a:lnTo>
                <a:lnTo>
                  <a:pt x="88379" y="670560"/>
                </a:lnTo>
                <a:lnTo>
                  <a:pt x="88379" y="656844"/>
                </a:lnTo>
                <a:lnTo>
                  <a:pt x="91427" y="650748"/>
                </a:lnTo>
                <a:lnTo>
                  <a:pt x="97523" y="647700"/>
                </a:lnTo>
                <a:lnTo>
                  <a:pt x="102095" y="644652"/>
                </a:lnTo>
                <a:lnTo>
                  <a:pt x="109715" y="643128"/>
                </a:lnTo>
                <a:lnTo>
                  <a:pt x="185915" y="643128"/>
                </a:lnTo>
                <a:lnTo>
                  <a:pt x="190487" y="644652"/>
                </a:lnTo>
                <a:lnTo>
                  <a:pt x="195059" y="644652"/>
                </a:lnTo>
                <a:lnTo>
                  <a:pt x="198107" y="646176"/>
                </a:lnTo>
                <a:lnTo>
                  <a:pt x="199631" y="649224"/>
                </a:lnTo>
                <a:lnTo>
                  <a:pt x="202679" y="652272"/>
                </a:lnTo>
                <a:lnTo>
                  <a:pt x="202679" y="662940"/>
                </a:lnTo>
                <a:lnTo>
                  <a:pt x="207251" y="662940"/>
                </a:lnTo>
                <a:lnTo>
                  <a:pt x="207251" y="598932"/>
                </a:lnTo>
                <a:close/>
              </a:path>
              <a:path extrusionOk="0" h="824864" w="254635">
                <a:moveTo>
                  <a:pt x="207251" y="297180"/>
                </a:moveTo>
                <a:lnTo>
                  <a:pt x="202679" y="297180"/>
                </a:lnTo>
                <a:lnTo>
                  <a:pt x="202679" y="307848"/>
                </a:lnTo>
                <a:lnTo>
                  <a:pt x="201155" y="310896"/>
                </a:lnTo>
                <a:lnTo>
                  <a:pt x="198107" y="313944"/>
                </a:lnTo>
                <a:lnTo>
                  <a:pt x="192011" y="316992"/>
                </a:lnTo>
                <a:lnTo>
                  <a:pt x="120383" y="316992"/>
                </a:lnTo>
                <a:lnTo>
                  <a:pt x="111836" y="317284"/>
                </a:lnTo>
                <a:lnTo>
                  <a:pt x="104571" y="318135"/>
                </a:lnTo>
                <a:lnTo>
                  <a:pt x="98742" y="319570"/>
                </a:lnTo>
                <a:lnTo>
                  <a:pt x="94475" y="321564"/>
                </a:lnTo>
                <a:lnTo>
                  <a:pt x="85331" y="324612"/>
                </a:lnTo>
                <a:lnTo>
                  <a:pt x="79235" y="327660"/>
                </a:lnTo>
                <a:lnTo>
                  <a:pt x="76187" y="333756"/>
                </a:lnTo>
                <a:lnTo>
                  <a:pt x="71615" y="338328"/>
                </a:lnTo>
                <a:lnTo>
                  <a:pt x="70091" y="345948"/>
                </a:lnTo>
                <a:lnTo>
                  <a:pt x="70091" y="353568"/>
                </a:lnTo>
                <a:lnTo>
                  <a:pt x="72047" y="364121"/>
                </a:lnTo>
                <a:lnTo>
                  <a:pt x="77711" y="375094"/>
                </a:lnTo>
                <a:lnTo>
                  <a:pt x="86817" y="386359"/>
                </a:lnTo>
                <a:lnTo>
                  <a:pt x="99047" y="397764"/>
                </a:lnTo>
                <a:lnTo>
                  <a:pt x="70091" y="397764"/>
                </a:lnTo>
                <a:lnTo>
                  <a:pt x="70091" y="405384"/>
                </a:lnTo>
                <a:lnTo>
                  <a:pt x="86855" y="445008"/>
                </a:lnTo>
                <a:lnTo>
                  <a:pt x="91427" y="443484"/>
                </a:lnTo>
                <a:lnTo>
                  <a:pt x="89903" y="438912"/>
                </a:lnTo>
                <a:lnTo>
                  <a:pt x="89903" y="428244"/>
                </a:lnTo>
                <a:lnTo>
                  <a:pt x="92951" y="425196"/>
                </a:lnTo>
                <a:lnTo>
                  <a:pt x="94475" y="425196"/>
                </a:lnTo>
                <a:lnTo>
                  <a:pt x="99047" y="423672"/>
                </a:lnTo>
                <a:lnTo>
                  <a:pt x="116192" y="422389"/>
                </a:lnTo>
                <a:lnTo>
                  <a:pt x="126479" y="422148"/>
                </a:lnTo>
                <a:lnTo>
                  <a:pt x="187439" y="422148"/>
                </a:lnTo>
                <a:lnTo>
                  <a:pt x="193535" y="423672"/>
                </a:lnTo>
                <a:lnTo>
                  <a:pt x="198107" y="426720"/>
                </a:lnTo>
                <a:lnTo>
                  <a:pt x="201155" y="428244"/>
                </a:lnTo>
                <a:lnTo>
                  <a:pt x="202679" y="432816"/>
                </a:lnTo>
                <a:lnTo>
                  <a:pt x="202679" y="441960"/>
                </a:lnTo>
                <a:lnTo>
                  <a:pt x="207251" y="441960"/>
                </a:lnTo>
                <a:lnTo>
                  <a:pt x="207251" y="377952"/>
                </a:lnTo>
                <a:lnTo>
                  <a:pt x="202679" y="377952"/>
                </a:lnTo>
                <a:lnTo>
                  <a:pt x="202679" y="390144"/>
                </a:lnTo>
                <a:lnTo>
                  <a:pt x="201155" y="391668"/>
                </a:lnTo>
                <a:lnTo>
                  <a:pt x="199631" y="394716"/>
                </a:lnTo>
                <a:lnTo>
                  <a:pt x="198107" y="396240"/>
                </a:lnTo>
                <a:lnTo>
                  <a:pt x="195059" y="396240"/>
                </a:lnTo>
                <a:lnTo>
                  <a:pt x="192011" y="397764"/>
                </a:lnTo>
                <a:lnTo>
                  <a:pt x="108191" y="397764"/>
                </a:lnTo>
                <a:lnTo>
                  <a:pt x="99314" y="389509"/>
                </a:lnTo>
                <a:lnTo>
                  <a:pt x="93141" y="380809"/>
                </a:lnTo>
                <a:lnTo>
                  <a:pt x="89547" y="371843"/>
                </a:lnTo>
                <a:lnTo>
                  <a:pt x="88379" y="362712"/>
                </a:lnTo>
                <a:lnTo>
                  <a:pt x="88379" y="355092"/>
                </a:lnTo>
                <a:lnTo>
                  <a:pt x="123431" y="341376"/>
                </a:lnTo>
                <a:lnTo>
                  <a:pt x="185915" y="341376"/>
                </a:lnTo>
                <a:lnTo>
                  <a:pt x="190487" y="342900"/>
                </a:lnTo>
                <a:lnTo>
                  <a:pt x="195059" y="342900"/>
                </a:lnTo>
                <a:lnTo>
                  <a:pt x="198107" y="344424"/>
                </a:lnTo>
                <a:lnTo>
                  <a:pt x="199631" y="347472"/>
                </a:lnTo>
                <a:lnTo>
                  <a:pt x="202679" y="348996"/>
                </a:lnTo>
                <a:lnTo>
                  <a:pt x="202679" y="361188"/>
                </a:lnTo>
                <a:lnTo>
                  <a:pt x="207251" y="361188"/>
                </a:lnTo>
                <a:lnTo>
                  <a:pt x="207251" y="297180"/>
                </a:lnTo>
                <a:close/>
              </a:path>
              <a:path extrusionOk="0" h="824864" w="254635">
                <a:moveTo>
                  <a:pt x="207264" y="67056"/>
                </a:moveTo>
                <a:lnTo>
                  <a:pt x="202692" y="67056"/>
                </a:lnTo>
                <a:lnTo>
                  <a:pt x="202692" y="77724"/>
                </a:lnTo>
                <a:lnTo>
                  <a:pt x="201168" y="79248"/>
                </a:lnTo>
                <a:lnTo>
                  <a:pt x="199644" y="82296"/>
                </a:lnTo>
                <a:lnTo>
                  <a:pt x="198120" y="83820"/>
                </a:lnTo>
                <a:lnTo>
                  <a:pt x="195072" y="83820"/>
                </a:lnTo>
                <a:lnTo>
                  <a:pt x="192024" y="85344"/>
                </a:lnTo>
                <a:lnTo>
                  <a:pt x="185928" y="86868"/>
                </a:lnTo>
                <a:lnTo>
                  <a:pt x="118719" y="86918"/>
                </a:lnTo>
                <a:lnTo>
                  <a:pt x="109347" y="87249"/>
                </a:lnTo>
                <a:lnTo>
                  <a:pt x="101676" y="88163"/>
                </a:lnTo>
                <a:lnTo>
                  <a:pt x="96012" y="89916"/>
                </a:lnTo>
                <a:lnTo>
                  <a:pt x="86868" y="91440"/>
                </a:lnTo>
                <a:lnTo>
                  <a:pt x="80772" y="96012"/>
                </a:lnTo>
                <a:lnTo>
                  <a:pt x="76200" y="102108"/>
                </a:lnTo>
                <a:lnTo>
                  <a:pt x="73152" y="106680"/>
                </a:lnTo>
                <a:lnTo>
                  <a:pt x="70104" y="114300"/>
                </a:lnTo>
                <a:lnTo>
                  <a:pt x="70104" y="128016"/>
                </a:lnTo>
                <a:lnTo>
                  <a:pt x="71628" y="134112"/>
                </a:lnTo>
                <a:lnTo>
                  <a:pt x="76200" y="140208"/>
                </a:lnTo>
                <a:lnTo>
                  <a:pt x="79336" y="145999"/>
                </a:lnTo>
                <a:lnTo>
                  <a:pt x="84201" y="152209"/>
                </a:lnTo>
                <a:lnTo>
                  <a:pt x="90766" y="159283"/>
                </a:lnTo>
                <a:lnTo>
                  <a:pt x="99060" y="167640"/>
                </a:lnTo>
                <a:lnTo>
                  <a:pt x="0" y="167640"/>
                </a:lnTo>
                <a:lnTo>
                  <a:pt x="0" y="173736"/>
                </a:lnTo>
                <a:lnTo>
                  <a:pt x="16764" y="214884"/>
                </a:lnTo>
                <a:lnTo>
                  <a:pt x="21336" y="211836"/>
                </a:lnTo>
                <a:lnTo>
                  <a:pt x="19812" y="207264"/>
                </a:lnTo>
                <a:lnTo>
                  <a:pt x="19812" y="198120"/>
                </a:lnTo>
                <a:lnTo>
                  <a:pt x="24384" y="193548"/>
                </a:lnTo>
                <a:lnTo>
                  <a:pt x="28956" y="192024"/>
                </a:lnTo>
                <a:lnTo>
                  <a:pt x="192024" y="192024"/>
                </a:lnTo>
                <a:lnTo>
                  <a:pt x="195072" y="193548"/>
                </a:lnTo>
                <a:lnTo>
                  <a:pt x="196596" y="195072"/>
                </a:lnTo>
                <a:lnTo>
                  <a:pt x="199644" y="196596"/>
                </a:lnTo>
                <a:lnTo>
                  <a:pt x="199644" y="198120"/>
                </a:lnTo>
                <a:lnTo>
                  <a:pt x="202692" y="201168"/>
                </a:lnTo>
                <a:lnTo>
                  <a:pt x="202692" y="211836"/>
                </a:lnTo>
                <a:lnTo>
                  <a:pt x="207264" y="211836"/>
                </a:lnTo>
                <a:lnTo>
                  <a:pt x="207264" y="147828"/>
                </a:lnTo>
                <a:lnTo>
                  <a:pt x="202692" y="147828"/>
                </a:lnTo>
                <a:lnTo>
                  <a:pt x="202692" y="158496"/>
                </a:lnTo>
                <a:lnTo>
                  <a:pt x="201168" y="160020"/>
                </a:lnTo>
                <a:lnTo>
                  <a:pt x="199644" y="163068"/>
                </a:lnTo>
                <a:lnTo>
                  <a:pt x="196596" y="164592"/>
                </a:lnTo>
                <a:lnTo>
                  <a:pt x="195072" y="166116"/>
                </a:lnTo>
                <a:lnTo>
                  <a:pt x="192024" y="166116"/>
                </a:lnTo>
                <a:lnTo>
                  <a:pt x="185928" y="167640"/>
                </a:lnTo>
                <a:lnTo>
                  <a:pt x="108204" y="167640"/>
                </a:lnTo>
                <a:lnTo>
                  <a:pt x="94488" y="153924"/>
                </a:lnTo>
                <a:lnTo>
                  <a:pt x="92964" y="147828"/>
                </a:lnTo>
                <a:lnTo>
                  <a:pt x="89916" y="143256"/>
                </a:lnTo>
                <a:lnTo>
                  <a:pt x="88392" y="137160"/>
                </a:lnTo>
                <a:lnTo>
                  <a:pt x="88392" y="128016"/>
                </a:lnTo>
                <a:lnTo>
                  <a:pt x="131064" y="111252"/>
                </a:lnTo>
                <a:lnTo>
                  <a:pt x="192024" y="111252"/>
                </a:lnTo>
                <a:lnTo>
                  <a:pt x="198120" y="114300"/>
                </a:lnTo>
                <a:lnTo>
                  <a:pt x="202692" y="118872"/>
                </a:lnTo>
                <a:lnTo>
                  <a:pt x="202692" y="131064"/>
                </a:lnTo>
                <a:lnTo>
                  <a:pt x="207264" y="131064"/>
                </a:lnTo>
                <a:lnTo>
                  <a:pt x="207264" y="67056"/>
                </a:lnTo>
                <a:close/>
              </a:path>
              <a:path extrusionOk="0" h="824864" w="254635">
                <a:moveTo>
                  <a:pt x="210312" y="521208"/>
                </a:moveTo>
                <a:lnTo>
                  <a:pt x="210210" y="519684"/>
                </a:lnTo>
                <a:lnTo>
                  <a:pt x="209740" y="512114"/>
                </a:lnTo>
                <a:lnTo>
                  <a:pt x="208026" y="503301"/>
                </a:lnTo>
                <a:lnTo>
                  <a:pt x="205168" y="495071"/>
                </a:lnTo>
                <a:lnTo>
                  <a:pt x="201168" y="487680"/>
                </a:lnTo>
                <a:lnTo>
                  <a:pt x="201168" y="505968"/>
                </a:lnTo>
                <a:lnTo>
                  <a:pt x="201168" y="515112"/>
                </a:lnTo>
                <a:lnTo>
                  <a:pt x="168973" y="549198"/>
                </a:lnTo>
                <a:lnTo>
                  <a:pt x="129540" y="556260"/>
                </a:lnTo>
                <a:lnTo>
                  <a:pt x="120942" y="555980"/>
                </a:lnTo>
                <a:lnTo>
                  <a:pt x="83820" y="539496"/>
                </a:lnTo>
                <a:lnTo>
                  <a:pt x="79248" y="528828"/>
                </a:lnTo>
                <a:lnTo>
                  <a:pt x="79298" y="523709"/>
                </a:lnTo>
                <a:lnTo>
                  <a:pt x="104343" y="491477"/>
                </a:lnTo>
                <a:lnTo>
                  <a:pt x="149352" y="483108"/>
                </a:lnTo>
                <a:lnTo>
                  <a:pt x="163068" y="483679"/>
                </a:lnTo>
                <a:lnTo>
                  <a:pt x="201168" y="505968"/>
                </a:lnTo>
                <a:lnTo>
                  <a:pt x="201168" y="487680"/>
                </a:lnTo>
                <a:lnTo>
                  <a:pt x="198005" y="483108"/>
                </a:lnTo>
                <a:lnTo>
                  <a:pt x="196024" y="480237"/>
                </a:lnTo>
                <a:lnTo>
                  <a:pt x="189738" y="473773"/>
                </a:lnTo>
                <a:lnTo>
                  <a:pt x="146939" y="456234"/>
                </a:lnTo>
                <a:lnTo>
                  <a:pt x="138684" y="455676"/>
                </a:lnTo>
                <a:lnTo>
                  <a:pt x="126390" y="456565"/>
                </a:lnTo>
                <a:lnTo>
                  <a:pt x="82956" y="480682"/>
                </a:lnTo>
                <a:lnTo>
                  <a:pt x="70104" y="519684"/>
                </a:lnTo>
                <a:lnTo>
                  <a:pt x="70205" y="521208"/>
                </a:lnTo>
                <a:lnTo>
                  <a:pt x="84150" y="557618"/>
                </a:lnTo>
                <a:lnTo>
                  <a:pt x="123444" y="581406"/>
                </a:lnTo>
                <a:lnTo>
                  <a:pt x="141732" y="583692"/>
                </a:lnTo>
                <a:lnTo>
                  <a:pt x="154012" y="582599"/>
                </a:lnTo>
                <a:lnTo>
                  <a:pt x="197446" y="558723"/>
                </a:lnTo>
                <a:lnTo>
                  <a:pt x="199034" y="556260"/>
                </a:lnTo>
                <a:lnTo>
                  <a:pt x="204597" y="547687"/>
                </a:lnTo>
                <a:lnTo>
                  <a:pt x="208876" y="535241"/>
                </a:lnTo>
                <a:lnTo>
                  <a:pt x="210312" y="521208"/>
                </a:lnTo>
                <a:close/>
              </a:path>
              <a:path extrusionOk="0" h="824864" w="254635">
                <a:moveTo>
                  <a:pt x="210312" y="242316"/>
                </a:moveTo>
                <a:lnTo>
                  <a:pt x="208788" y="236220"/>
                </a:lnTo>
                <a:lnTo>
                  <a:pt x="202692" y="230124"/>
                </a:lnTo>
                <a:lnTo>
                  <a:pt x="198920" y="225602"/>
                </a:lnTo>
                <a:lnTo>
                  <a:pt x="194310" y="221361"/>
                </a:lnTo>
                <a:lnTo>
                  <a:pt x="188544" y="217703"/>
                </a:lnTo>
                <a:lnTo>
                  <a:pt x="181356" y="214884"/>
                </a:lnTo>
                <a:lnTo>
                  <a:pt x="181356" y="220980"/>
                </a:lnTo>
                <a:lnTo>
                  <a:pt x="185928" y="222504"/>
                </a:lnTo>
                <a:lnTo>
                  <a:pt x="188976" y="228600"/>
                </a:lnTo>
                <a:lnTo>
                  <a:pt x="192024" y="231648"/>
                </a:lnTo>
                <a:lnTo>
                  <a:pt x="192024" y="240792"/>
                </a:lnTo>
                <a:lnTo>
                  <a:pt x="190500" y="243840"/>
                </a:lnTo>
                <a:lnTo>
                  <a:pt x="187452" y="246888"/>
                </a:lnTo>
                <a:lnTo>
                  <a:pt x="184404" y="248412"/>
                </a:lnTo>
                <a:lnTo>
                  <a:pt x="178308" y="249936"/>
                </a:lnTo>
                <a:lnTo>
                  <a:pt x="82296" y="249936"/>
                </a:lnTo>
                <a:lnTo>
                  <a:pt x="82296" y="219456"/>
                </a:lnTo>
                <a:lnTo>
                  <a:pt x="73152" y="219456"/>
                </a:lnTo>
                <a:lnTo>
                  <a:pt x="73152" y="249936"/>
                </a:lnTo>
                <a:lnTo>
                  <a:pt x="28956" y="249936"/>
                </a:lnTo>
                <a:lnTo>
                  <a:pt x="28956" y="252984"/>
                </a:lnTo>
                <a:lnTo>
                  <a:pt x="62484" y="274320"/>
                </a:lnTo>
                <a:lnTo>
                  <a:pt x="67056" y="280416"/>
                </a:lnTo>
                <a:lnTo>
                  <a:pt x="73152" y="284988"/>
                </a:lnTo>
                <a:lnTo>
                  <a:pt x="76200" y="291084"/>
                </a:lnTo>
                <a:lnTo>
                  <a:pt x="77724" y="297180"/>
                </a:lnTo>
                <a:lnTo>
                  <a:pt x="82296" y="297180"/>
                </a:lnTo>
                <a:lnTo>
                  <a:pt x="82296" y="274320"/>
                </a:lnTo>
                <a:lnTo>
                  <a:pt x="192024" y="274320"/>
                </a:lnTo>
                <a:lnTo>
                  <a:pt x="196596" y="271272"/>
                </a:lnTo>
                <a:lnTo>
                  <a:pt x="201168" y="269748"/>
                </a:lnTo>
                <a:lnTo>
                  <a:pt x="204216" y="266700"/>
                </a:lnTo>
                <a:lnTo>
                  <a:pt x="207264" y="262128"/>
                </a:lnTo>
                <a:lnTo>
                  <a:pt x="210312" y="252984"/>
                </a:lnTo>
                <a:lnTo>
                  <a:pt x="210312" y="242316"/>
                </a:lnTo>
                <a:close/>
              </a:path>
              <a:path extrusionOk="0" h="824864" w="254635">
                <a:moveTo>
                  <a:pt x="254508" y="44196"/>
                </a:moveTo>
                <a:lnTo>
                  <a:pt x="234696" y="10668"/>
                </a:lnTo>
                <a:lnTo>
                  <a:pt x="207264" y="0"/>
                </a:lnTo>
                <a:lnTo>
                  <a:pt x="198120" y="0"/>
                </a:lnTo>
                <a:lnTo>
                  <a:pt x="190500" y="3048"/>
                </a:lnTo>
                <a:lnTo>
                  <a:pt x="179832" y="13716"/>
                </a:lnTo>
                <a:lnTo>
                  <a:pt x="176784" y="19812"/>
                </a:lnTo>
                <a:lnTo>
                  <a:pt x="176784" y="30480"/>
                </a:lnTo>
                <a:lnTo>
                  <a:pt x="178308" y="35052"/>
                </a:lnTo>
                <a:lnTo>
                  <a:pt x="185928" y="42672"/>
                </a:lnTo>
                <a:lnTo>
                  <a:pt x="190500" y="44196"/>
                </a:lnTo>
                <a:lnTo>
                  <a:pt x="204216" y="44196"/>
                </a:lnTo>
                <a:lnTo>
                  <a:pt x="205740" y="41148"/>
                </a:lnTo>
                <a:lnTo>
                  <a:pt x="208788" y="38100"/>
                </a:lnTo>
                <a:lnTo>
                  <a:pt x="210312" y="35052"/>
                </a:lnTo>
                <a:lnTo>
                  <a:pt x="210312" y="25908"/>
                </a:lnTo>
                <a:lnTo>
                  <a:pt x="205740" y="21336"/>
                </a:lnTo>
                <a:lnTo>
                  <a:pt x="204216" y="18288"/>
                </a:lnTo>
                <a:lnTo>
                  <a:pt x="204216" y="16764"/>
                </a:lnTo>
                <a:lnTo>
                  <a:pt x="205740" y="16764"/>
                </a:lnTo>
                <a:lnTo>
                  <a:pt x="205740" y="15240"/>
                </a:lnTo>
                <a:lnTo>
                  <a:pt x="207264" y="15240"/>
                </a:lnTo>
                <a:lnTo>
                  <a:pt x="208788" y="13716"/>
                </a:lnTo>
                <a:lnTo>
                  <a:pt x="217932" y="13716"/>
                </a:lnTo>
                <a:lnTo>
                  <a:pt x="248412" y="44196"/>
                </a:lnTo>
                <a:lnTo>
                  <a:pt x="254508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29" name="Google Shape;4429;p74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4093464" y="9613392"/>
            <a:ext cx="172212" cy="1722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30" name="Google Shape;4430;p74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4084320" y="8292083"/>
            <a:ext cx="205740" cy="11780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31" name="Google Shape;4431;p74"/>
          <p:cNvGrpSpPr/>
          <p:nvPr/>
        </p:nvGrpSpPr>
        <p:grpSpPr>
          <a:xfrm>
            <a:off x="4088891" y="7580376"/>
            <a:ext cx="201422" cy="621791"/>
            <a:chOff x="4088891" y="7580376"/>
            <a:chExt cx="201422" cy="621791"/>
          </a:xfrm>
        </p:grpSpPr>
        <p:pic>
          <p:nvPicPr>
            <p:cNvPr id="4432" name="Google Shape;4432;p74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4088891" y="8020811"/>
              <a:ext cx="198119" cy="1813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33" name="Google Shape;4433;p74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4146902" y="7655051"/>
              <a:ext cx="143157" cy="3459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34" name="Google Shape;4434;p74"/>
            <p:cNvSpPr/>
            <p:nvPr/>
          </p:nvSpPr>
          <p:spPr>
            <a:xfrm>
              <a:off x="4146803" y="7580376"/>
              <a:ext cx="143510" cy="47625"/>
            </a:xfrm>
            <a:custGeom>
              <a:rect b="b" l="l" r="r" t="t"/>
              <a:pathLst>
                <a:path extrusionOk="0" h="47625" w="143510">
                  <a:moveTo>
                    <a:pt x="30480" y="47244"/>
                  </a:moveTo>
                  <a:lnTo>
                    <a:pt x="16764" y="47244"/>
                  </a:lnTo>
                  <a:lnTo>
                    <a:pt x="12192" y="44196"/>
                  </a:lnTo>
                  <a:lnTo>
                    <a:pt x="3048" y="35052"/>
                  </a:lnTo>
                  <a:lnTo>
                    <a:pt x="0" y="28956"/>
                  </a:lnTo>
                  <a:lnTo>
                    <a:pt x="0" y="16764"/>
                  </a:lnTo>
                  <a:lnTo>
                    <a:pt x="3048" y="10668"/>
                  </a:lnTo>
                  <a:lnTo>
                    <a:pt x="12192" y="1524"/>
                  </a:lnTo>
                  <a:lnTo>
                    <a:pt x="16764" y="0"/>
                  </a:lnTo>
                  <a:lnTo>
                    <a:pt x="30480" y="0"/>
                  </a:lnTo>
                  <a:lnTo>
                    <a:pt x="36576" y="1524"/>
                  </a:lnTo>
                  <a:lnTo>
                    <a:pt x="45720" y="10668"/>
                  </a:lnTo>
                  <a:lnTo>
                    <a:pt x="47244" y="16764"/>
                  </a:lnTo>
                  <a:lnTo>
                    <a:pt x="47244" y="28956"/>
                  </a:lnTo>
                  <a:lnTo>
                    <a:pt x="45720" y="35052"/>
                  </a:lnTo>
                  <a:lnTo>
                    <a:pt x="36576" y="44196"/>
                  </a:lnTo>
                  <a:lnTo>
                    <a:pt x="30480" y="47244"/>
                  </a:lnTo>
                  <a:close/>
                </a:path>
                <a:path extrusionOk="0" h="47625" w="143510">
                  <a:moveTo>
                    <a:pt x="126492" y="47244"/>
                  </a:moveTo>
                  <a:lnTo>
                    <a:pt x="112776" y="47244"/>
                  </a:lnTo>
                  <a:lnTo>
                    <a:pt x="108204" y="44196"/>
                  </a:lnTo>
                  <a:lnTo>
                    <a:pt x="99060" y="35052"/>
                  </a:lnTo>
                  <a:lnTo>
                    <a:pt x="96012" y="28956"/>
                  </a:lnTo>
                  <a:lnTo>
                    <a:pt x="96012" y="16764"/>
                  </a:lnTo>
                  <a:lnTo>
                    <a:pt x="99060" y="10668"/>
                  </a:lnTo>
                  <a:lnTo>
                    <a:pt x="108204" y="1524"/>
                  </a:lnTo>
                  <a:lnTo>
                    <a:pt x="112776" y="0"/>
                  </a:lnTo>
                  <a:lnTo>
                    <a:pt x="126492" y="0"/>
                  </a:lnTo>
                  <a:lnTo>
                    <a:pt x="132588" y="1524"/>
                  </a:lnTo>
                  <a:lnTo>
                    <a:pt x="141732" y="10668"/>
                  </a:lnTo>
                  <a:lnTo>
                    <a:pt x="143256" y="16764"/>
                  </a:lnTo>
                  <a:lnTo>
                    <a:pt x="143256" y="28956"/>
                  </a:lnTo>
                  <a:lnTo>
                    <a:pt x="141732" y="35052"/>
                  </a:lnTo>
                  <a:lnTo>
                    <a:pt x="132588" y="44196"/>
                  </a:lnTo>
                  <a:lnTo>
                    <a:pt x="126492" y="472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5" name="Google Shape;4435;p74"/>
          <p:cNvSpPr/>
          <p:nvPr/>
        </p:nvSpPr>
        <p:spPr>
          <a:xfrm>
            <a:off x="4436364" y="8433816"/>
            <a:ext cx="210820" cy="1047115"/>
          </a:xfrm>
          <a:custGeom>
            <a:rect b="b" l="l" r="r" t="t"/>
            <a:pathLst>
              <a:path extrusionOk="0" h="1047115" w="210820">
                <a:moveTo>
                  <a:pt x="207251" y="181356"/>
                </a:moveTo>
                <a:lnTo>
                  <a:pt x="202679" y="181356"/>
                </a:lnTo>
                <a:lnTo>
                  <a:pt x="202679" y="187452"/>
                </a:lnTo>
                <a:lnTo>
                  <a:pt x="201155" y="192024"/>
                </a:lnTo>
                <a:lnTo>
                  <a:pt x="198107" y="198120"/>
                </a:lnTo>
                <a:lnTo>
                  <a:pt x="195059" y="201168"/>
                </a:lnTo>
                <a:lnTo>
                  <a:pt x="188963" y="204216"/>
                </a:lnTo>
                <a:lnTo>
                  <a:pt x="182867" y="205740"/>
                </a:lnTo>
                <a:lnTo>
                  <a:pt x="114287" y="205740"/>
                </a:lnTo>
                <a:lnTo>
                  <a:pt x="105143" y="201168"/>
                </a:lnTo>
                <a:lnTo>
                  <a:pt x="97523" y="196596"/>
                </a:lnTo>
                <a:lnTo>
                  <a:pt x="94475" y="192024"/>
                </a:lnTo>
                <a:lnTo>
                  <a:pt x="91427" y="188976"/>
                </a:lnTo>
                <a:lnTo>
                  <a:pt x="91427" y="182880"/>
                </a:lnTo>
                <a:lnTo>
                  <a:pt x="92951" y="179832"/>
                </a:lnTo>
                <a:lnTo>
                  <a:pt x="100571" y="172212"/>
                </a:lnTo>
                <a:lnTo>
                  <a:pt x="102095" y="167640"/>
                </a:lnTo>
                <a:lnTo>
                  <a:pt x="102095" y="161544"/>
                </a:lnTo>
                <a:lnTo>
                  <a:pt x="100571" y="158496"/>
                </a:lnTo>
                <a:lnTo>
                  <a:pt x="97523" y="156972"/>
                </a:lnTo>
                <a:lnTo>
                  <a:pt x="94475" y="153924"/>
                </a:lnTo>
                <a:lnTo>
                  <a:pt x="82283" y="153924"/>
                </a:lnTo>
                <a:lnTo>
                  <a:pt x="77711" y="155448"/>
                </a:lnTo>
                <a:lnTo>
                  <a:pt x="71615" y="161544"/>
                </a:lnTo>
                <a:lnTo>
                  <a:pt x="70091" y="166116"/>
                </a:lnTo>
                <a:lnTo>
                  <a:pt x="70091" y="172212"/>
                </a:lnTo>
                <a:lnTo>
                  <a:pt x="72097" y="180238"/>
                </a:lnTo>
                <a:lnTo>
                  <a:pt x="78092" y="188404"/>
                </a:lnTo>
                <a:lnTo>
                  <a:pt x="88099" y="196862"/>
                </a:lnTo>
                <a:lnTo>
                  <a:pt x="102095" y="205740"/>
                </a:lnTo>
                <a:lnTo>
                  <a:pt x="70091" y="205740"/>
                </a:lnTo>
                <a:lnTo>
                  <a:pt x="70091" y="211836"/>
                </a:lnTo>
                <a:lnTo>
                  <a:pt x="86855" y="252984"/>
                </a:lnTo>
                <a:lnTo>
                  <a:pt x="91427" y="251460"/>
                </a:lnTo>
                <a:lnTo>
                  <a:pt x="89903" y="246888"/>
                </a:lnTo>
                <a:lnTo>
                  <a:pt x="88379" y="243840"/>
                </a:lnTo>
                <a:lnTo>
                  <a:pt x="88379" y="237744"/>
                </a:lnTo>
                <a:lnTo>
                  <a:pt x="91427" y="234696"/>
                </a:lnTo>
                <a:lnTo>
                  <a:pt x="92951" y="231648"/>
                </a:lnTo>
                <a:lnTo>
                  <a:pt x="94475" y="231648"/>
                </a:lnTo>
                <a:lnTo>
                  <a:pt x="97523" y="230124"/>
                </a:lnTo>
                <a:lnTo>
                  <a:pt x="190487" y="230124"/>
                </a:lnTo>
                <a:lnTo>
                  <a:pt x="195059" y="231648"/>
                </a:lnTo>
                <a:lnTo>
                  <a:pt x="201155" y="237744"/>
                </a:lnTo>
                <a:lnTo>
                  <a:pt x="202679" y="242316"/>
                </a:lnTo>
                <a:lnTo>
                  <a:pt x="202679" y="249936"/>
                </a:lnTo>
                <a:lnTo>
                  <a:pt x="207251" y="249936"/>
                </a:lnTo>
                <a:lnTo>
                  <a:pt x="207251" y="181356"/>
                </a:lnTo>
                <a:close/>
              </a:path>
              <a:path extrusionOk="0" h="1047115" w="210820">
                <a:moveTo>
                  <a:pt x="207264" y="83820"/>
                </a:moveTo>
                <a:lnTo>
                  <a:pt x="202692" y="83820"/>
                </a:lnTo>
                <a:lnTo>
                  <a:pt x="202692" y="91440"/>
                </a:lnTo>
                <a:lnTo>
                  <a:pt x="201168" y="96012"/>
                </a:lnTo>
                <a:lnTo>
                  <a:pt x="199644" y="97536"/>
                </a:lnTo>
                <a:lnTo>
                  <a:pt x="199644" y="100584"/>
                </a:lnTo>
                <a:lnTo>
                  <a:pt x="196596" y="102108"/>
                </a:lnTo>
                <a:lnTo>
                  <a:pt x="193548" y="102108"/>
                </a:lnTo>
                <a:lnTo>
                  <a:pt x="192024" y="103632"/>
                </a:lnTo>
                <a:lnTo>
                  <a:pt x="132588" y="103632"/>
                </a:lnTo>
                <a:lnTo>
                  <a:pt x="0" y="103632"/>
                </a:lnTo>
                <a:lnTo>
                  <a:pt x="0" y="111252"/>
                </a:lnTo>
                <a:lnTo>
                  <a:pt x="16764" y="149352"/>
                </a:lnTo>
                <a:lnTo>
                  <a:pt x="21336" y="147828"/>
                </a:lnTo>
                <a:lnTo>
                  <a:pt x="19812" y="143256"/>
                </a:lnTo>
                <a:lnTo>
                  <a:pt x="18288" y="140208"/>
                </a:lnTo>
                <a:lnTo>
                  <a:pt x="18288" y="134112"/>
                </a:lnTo>
                <a:lnTo>
                  <a:pt x="21336" y="131064"/>
                </a:lnTo>
                <a:lnTo>
                  <a:pt x="24384" y="131064"/>
                </a:lnTo>
                <a:lnTo>
                  <a:pt x="27432" y="129540"/>
                </a:lnTo>
                <a:lnTo>
                  <a:pt x="31089" y="129311"/>
                </a:lnTo>
                <a:lnTo>
                  <a:pt x="37338" y="128778"/>
                </a:lnTo>
                <a:lnTo>
                  <a:pt x="45859" y="128257"/>
                </a:lnTo>
                <a:lnTo>
                  <a:pt x="56388" y="128016"/>
                </a:lnTo>
                <a:lnTo>
                  <a:pt x="184404" y="128016"/>
                </a:lnTo>
                <a:lnTo>
                  <a:pt x="202692" y="143256"/>
                </a:lnTo>
                <a:lnTo>
                  <a:pt x="202692" y="149352"/>
                </a:lnTo>
                <a:lnTo>
                  <a:pt x="207264" y="149352"/>
                </a:lnTo>
                <a:lnTo>
                  <a:pt x="207264" y="128016"/>
                </a:lnTo>
                <a:lnTo>
                  <a:pt x="207264" y="83820"/>
                </a:lnTo>
                <a:close/>
              </a:path>
              <a:path extrusionOk="0" h="1047115" w="210820">
                <a:moveTo>
                  <a:pt x="207264" y="0"/>
                </a:moveTo>
                <a:lnTo>
                  <a:pt x="201168" y="0"/>
                </a:lnTo>
                <a:lnTo>
                  <a:pt x="201168" y="7620"/>
                </a:lnTo>
                <a:lnTo>
                  <a:pt x="199644" y="10668"/>
                </a:lnTo>
                <a:lnTo>
                  <a:pt x="199644" y="13716"/>
                </a:lnTo>
                <a:lnTo>
                  <a:pt x="198120" y="16764"/>
                </a:lnTo>
                <a:lnTo>
                  <a:pt x="167640" y="44196"/>
                </a:lnTo>
                <a:lnTo>
                  <a:pt x="123444" y="80772"/>
                </a:lnTo>
                <a:lnTo>
                  <a:pt x="100914" y="54864"/>
                </a:lnTo>
                <a:lnTo>
                  <a:pt x="92964" y="45720"/>
                </a:lnTo>
                <a:lnTo>
                  <a:pt x="86868" y="39624"/>
                </a:lnTo>
                <a:lnTo>
                  <a:pt x="82296" y="33528"/>
                </a:lnTo>
                <a:lnTo>
                  <a:pt x="79248" y="27432"/>
                </a:lnTo>
                <a:lnTo>
                  <a:pt x="77724" y="21336"/>
                </a:lnTo>
                <a:lnTo>
                  <a:pt x="76200" y="13716"/>
                </a:lnTo>
                <a:lnTo>
                  <a:pt x="76200" y="4572"/>
                </a:lnTo>
                <a:lnTo>
                  <a:pt x="73152" y="4572"/>
                </a:lnTo>
                <a:lnTo>
                  <a:pt x="73152" y="65532"/>
                </a:lnTo>
                <a:lnTo>
                  <a:pt x="77724" y="65532"/>
                </a:lnTo>
                <a:lnTo>
                  <a:pt x="77724" y="59436"/>
                </a:lnTo>
                <a:lnTo>
                  <a:pt x="82296" y="54864"/>
                </a:lnTo>
                <a:lnTo>
                  <a:pt x="85344" y="54864"/>
                </a:lnTo>
                <a:lnTo>
                  <a:pt x="86868" y="56388"/>
                </a:lnTo>
                <a:lnTo>
                  <a:pt x="88392" y="56388"/>
                </a:lnTo>
                <a:lnTo>
                  <a:pt x="100584" y="68580"/>
                </a:lnTo>
                <a:lnTo>
                  <a:pt x="132588" y="103632"/>
                </a:lnTo>
                <a:lnTo>
                  <a:pt x="161366" y="80772"/>
                </a:lnTo>
                <a:lnTo>
                  <a:pt x="184404" y="62484"/>
                </a:lnTo>
                <a:lnTo>
                  <a:pt x="190500" y="57912"/>
                </a:lnTo>
                <a:lnTo>
                  <a:pt x="193548" y="56388"/>
                </a:lnTo>
                <a:lnTo>
                  <a:pt x="199644" y="56388"/>
                </a:lnTo>
                <a:lnTo>
                  <a:pt x="201168" y="57912"/>
                </a:lnTo>
                <a:lnTo>
                  <a:pt x="201168" y="59436"/>
                </a:lnTo>
                <a:lnTo>
                  <a:pt x="202692" y="62484"/>
                </a:lnTo>
                <a:lnTo>
                  <a:pt x="202692" y="65532"/>
                </a:lnTo>
                <a:lnTo>
                  <a:pt x="207264" y="65532"/>
                </a:lnTo>
                <a:lnTo>
                  <a:pt x="207264" y="56388"/>
                </a:lnTo>
                <a:lnTo>
                  <a:pt x="207264" y="0"/>
                </a:lnTo>
                <a:close/>
              </a:path>
              <a:path extrusionOk="0" h="1047115" w="210820">
                <a:moveTo>
                  <a:pt x="210299" y="858012"/>
                </a:moveTo>
                <a:lnTo>
                  <a:pt x="31991" y="858012"/>
                </a:lnTo>
                <a:lnTo>
                  <a:pt x="24371" y="856488"/>
                </a:lnTo>
                <a:lnTo>
                  <a:pt x="15227" y="851916"/>
                </a:lnTo>
                <a:lnTo>
                  <a:pt x="13703" y="845820"/>
                </a:lnTo>
                <a:lnTo>
                  <a:pt x="13703" y="830580"/>
                </a:lnTo>
                <a:lnTo>
                  <a:pt x="9131" y="830580"/>
                </a:lnTo>
                <a:lnTo>
                  <a:pt x="9131" y="897636"/>
                </a:lnTo>
                <a:lnTo>
                  <a:pt x="13703" y="897636"/>
                </a:lnTo>
                <a:lnTo>
                  <a:pt x="13703" y="883920"/>
                </a:lnTo>
                <a:lnTo>
                  <a:pt x="15227" y="877824"/>
                </a:lnTo>
                <a:lnTo>
                  <a:pt x="19799" y="874776"/>
                </a:lnTo>
                <a:lnTo>
                  <a:pt x="22847" y="871728"/>
                </a:lnTo>
                <a:lnTo>
                  <a:pt x="30467" y="870204"/>
                </a:lnTo>
                <a:lnTo>
                  <a:pt x="161531" y="870204"/>
                </a:lnTo>
                <a:lnTo>
                  <a:pt x="9131" y="995172"/>
                </a:lnTo>
                <a:lnTo>
                  <a:pt x="9131" y="1046988"/>
                </a:lnTo>
                <a:lnTo>
                  <a:pt x="15227" y="1046988"/>
                </a:lnTo>
                <a:lnTo>
                  <a:pt x="15227" y="1036320"/>
                </a:lnTo>
                <a:lnTo>
                  <a:pt x="16751" y="1033272"/>
                </a:lnTo>
                <a:lnTo>
                  <a:pt x="18275" y="1027176"/>
                </a:lnTo>
                <a:lnTo>
                  <a:pt x="19799" y="1024128"/>
                </a:lnTo>
                <a:lnTo>
                  <a:pt x="22847" y="1021080"/>
                </a:lnTo>
                <a:lnTo>
                  <a:pt x="24371" y="1018032"/>
                </a:lnTo>
                <a:lnTo>
                  <a:pt x="28943" y="1013460"/>
                </a:lnTo>
                <a:lnTo>
                  <a:pt x="36563" y="1007364"/>
                </a:lnTo>
                <a:lnTo>
                  <a:pt x="182867" y="1007364"/>
                </a:lnTo>
                <a:lnTo>
                  <a:pt x="190487" y="1008888"/>
                </a:lnTo>
                <a:lnTo>
                  <a:pt x="199631" y="1013460"/>
                </a:lnTo>
                <a:lnTo>
                  <a:pt x="202679" y="1019556"/>
                </a:lnTo>
                <a:lnTo>
                  <a:pt x="202679" y="1034796"/>
                </a:lnTo>
                <a:lnTo>
                  <a:pt x="207251" y="1034796"/>
                </a:lnTo>
                <a:lnTo>
                  <a:pt x="207251" y="967740"/>
                </a:lnTo>
                <a:lnTo>
                  <a:pt x="202679" y="967740"/>
                </a:lnTo>
                <a:lnTo>
                  <a:pt x="202679" y="982980"/>
                </a:lnTo>
                <a:lnTo>
                  <a:pt x="199631" y="987552"/>
                </a:lnTo>
                <a:lnTo>
                  <a:pt x="195059" y="992124"/>
                </a:lnTo>
                <a:lnTo>
                  <a:pt x="192011" y="993648"/>
                </a:lnTo>
                <a:lnTo>
                  <a:pt x="184391" y="995172"/>
                </a:lnTo>
                <a:lnTo>
                  <a:pt x="50279" y="995172"/>
                </a:lnTo>
                <a:lnTo>
                  <a:pt x="210299" y="862584"/>
                </a:lnTo>
                <a:lnTo>
                  <a:pt x="210299" y="858012"/>
                </a:lnTo>
                <a:close/>
              </a:path>
              <a:path extrusionOk="0" h="1047115" w="210820">
                <a:moveTo>
                  <a:pt x="210299" y="641604"/>
                </a:moveTo>
                <a:lnTo>
                  <a:pt x="181343" y="614172"/>
                </a:lnTo>
                <a:lnTo>
                  <a:pt x="181343" y="620268"/>
                </a:lnTo>
                <a:lnTo>
                  <a:pt x="184391" y="623316"/>
                </a:lnTo>
                <a:lnTo>
                  <a:pt x="187439" y="624840"/>
                </a:lnTo>
                <a:lnTo>
                  <a:pt x="192011" y="633984"/>
                </a:lnTo>
                <a:lnTo>
                  <a:pt x="192011" y="640080"/>
                </a:lnTo>
                <a:lnTo>
                  <a:pt x="190487" y="643128"/>
                </a:lnTo>
                <a:lnTo>
                  <a:pt x="184391" y="649224"/>
                </a:lnTo>
                <a:lnTo>
                  <a:pt x="82283" y="649224"/>
                </a:lnTo>
                <a:lnTo>
                  <a:pt x="82283" y="618744"/>
                </a:lnTo>
                <a:lnTo>
                  <a:pt x="73139" y="618744"/>
                </a:lnTo>
                <a:lnTo>
                  <a:pt x="73139" y="649224"/>
                </a:lnTo>
                <a:lnTo>
                  <a:pt x="28943" y="649224"/>
                </a:lnTo>
                <a:lnTo>
                  <a:pt x="28943" y="652272"/>
                </a:lnTo>
                <a:lnTo>
                  <a:pt x="38087" y="656844"/>
                </a:lnTo>
                <a:lnTo>
                  <a:pt x="45707" y="661416"/>
                </a:lnTo>
                <a:lnTo>
                  <a:pt x="48755" y="662940"/>
                </a:lnTo>
                <a:lnTo>
                  <a:pt x="56375" y="667512"/>
                </a:lnTo>
                <a:lnTo>
                  <a:pt x="62471" y="673608"/>
                </a:lnTo>
                <a:lnTo>
                  <a:pt x="71615" y="685800"/>
                </a:lnTo>
                <a:lnTo>
                  <a:pt x="74663" y="691896"/>
                </a:lnTo>
                <a:lnTo>
                  <a:pt x="77711" y="696468"/>
                </a:lnTo>
                <a:lnTo>
                  <a:pt x="82283" y="696468"/>
                </a:lnTo>
                <a:lnTo>
                  <a:pt x="82283" y="673608"/>
                </a:lnTo>
                <a:lnTo>
                  <a:pt x="190487" y="673608"/>
                </a:lnTo>
                <a:lnTo>
                  <a:pt x="195059" y="670560"/>
                </a:lnTo>
                <a:lnTo>
                  <a:pt x="199631" y="669036"/>
                </a:lnTo>
                <a:lnTo>
                  <a:pt x="204203" y="665988"/>
                </a:lnTo>
                <a:lnTo>
                  <a:pt x="205727" y="661416"/>
                </a:lnTo>
                <a:lnTo>
                  <a:pt x="208775" y="656844"/>
                </a:lnTo>
                <a:lnTo>
                  <a:pt x="210299" y="653796"/>
                </a:lnTo>
                <a:lnTo>
                  <a:pt x="210299" y="641604"/>
                </a:lnTo>
                <a:close/>
              </a:path>
              <a:path extrusionOk="0" h="1047115" w="210820">
                <a:moveTo>
                  <a:pt x="210312" y="758952"/>
                </a:moveTo>
                <a:lnTo>
                  <a:pt x="193548" y="722376"/>
                </a:lnTo>
                <a:lnTo>
                  <a:pt x="156972" y="704088"/>
                </a:lnTo>
                <a:lnTo>
                  <a:pt x="155448" y="707136"/>
                </a:lnTo>
                <a:lnTo>
                  <a:pt x="163080" y="710831"/>
                </a:lnTo>
                <a:lnTo>
                  <a:pt x="169735" y="714946"/>
                </a:lnTo>
                <a:lnTo>
                  <a:pt x="174917" y="719328"/>
                </a:lnTo>
                <a:lnTo>
                  <a:pt x="178308" y="723900"/>
                </a:lnTo>
                <a:lnTo>
                  <a:pt x="182880" y="729996"/>
                </a:lnTo>
                <a:lnTo>
                  <a:pt x="185928" y="737616"/>
                </a:lnTo>
                <a:lnTo>
                  <a:pt x="185928" y="746760"/>
                </a:lnTo>
                <a:lnTo>
                  <a:pt x="169164" y="781812"/>
                </a:lnTo>
                <a:lnTo>
                  <a:pt x="123444" y="795528"/>
                </a:lnTo>
                <a:lnTo>
                  <a:pt x="123444" y="734568"/>
                </a:lnTo>
                <a:lnTo>
                  <a:pt x="123444" y="704088"/>
                </a:lnTo>
                <a:lnTo>
                  <a:pt x="114300" y="704786"/>
                </a:lnTo>
                <a:lnTo>
                  <a:pt x="114300" y="734568"/>
                </a:lnTo>
                <a:lnTo>
                  <a:pt x="114300" y="795528"/>
                </a:lnTo>
                <a:lnTo>
                  <a:pt x="79248" y="771144"/>
                </a:lnTo>
                <a:lnTo>
                  <a:pt x="79248" y="757428"/>
                </a:lnTo>
                <a:lnTo>
                  <a:pt x="105156" y="734568"/>
                </a:lnTo>
                <a:lnTo>
                  <a:pt x="114300" y="734568"/>
                </a:lnTo>
                <a:lnTo>
                  <a:pt x="114300" y="704786"/>
                </a:lnTo>
                <a:lnTo>
                  <a:pt x="77812" y="726757"/>
                </a:lnTo>
                <a:lnTo>
                  <a:pt x="70104" y="755904"/>
                </a:lnTo>
                <a:lnTo>
                  <a:pt x="70154" y="756526"/>
                </a:lnTo>
                <a:lnTo>
                  <a:pt x="70243" y="757428"/>
                </a:lnTo>
                <a:lnTo>
                  <a:pt x="71247" y="768172"/>
                </a:lnTo>
                <a:lnTo>
                  <a:pt x="98653" y="807224"/>
                </a:lnTo>
                <a:lnTo>
                  <a:pt x="141732" y="816864"/>
                </a:lnTo>
                <a:lnTo>
                  <a:pt x="155994" y="815746"/>
                </a:lnTo>
                <a:lnTo>
                  <a:pt x="168973" y="812482"/>
                </a:lnTo>
                <a:lnTo>
                  <a:pt x="180517" y="807224"/>
                </a:lnTo>
                <a:lnTo>
                  <a:pt x="190500" y="800100"/>
                </a:lnTo>
                <a:lnTo>
                  <a:pt x="194805" y="795528"/>
                </a:lnTo>
                <a:lnTo>
                  <a:pt x="199377" y="790676"/>
                </a:lnTo>
                <a:lnTo>
                  <a:pt x="205549" y="780669"/>
                </a:lnTo>
                <a:lnTo>
                  <a:pt x="209143" y="770102"/>
                </a:lnTo>
                <a:lnTo>
                  <a:pt x="210312" y="758952"/>
                </a:lnTo>
                <a:close/>
              </a:path>
              <a:path extrusionOk="0" h="1047115" w="210820">
                <a:moveTo>
                  <a:pt x="210312" y="463296"/>
                </a:moveTo>
                <a:lnTo>
                  <a:pt x="94488" y="419100"/>
                </a:lnTo>
                <a:lnTo>
                  <a:pt x="83820" y="414528"/>
                </a:lnTo>
                <a:lnTo>
                  <a:pt x="77724" y="408432"/>
                </a:lnTo>
                <a:lnTo>
                  <a:pt x="77724" y="400812"/>
                </a:lnTo>
                <a:lnTo>
                  <a:pt x="73152" y="400812"/>
                </a:lnTo>
                <a:lnTo>
                  <a:pt x="73152" y="440436"/>
                </a:lnTo>
                <a:lnTo>
                  <a:pt x="77724" y="440436"/>
                </a:lnTo>
                <a:lnTo>
                  <a:pt x="77724" y="431292"/>
                </a:lnTo>
                <a:lnTo>
                  <a:pt x="82296" y="426720"/>
                </a:lnTo>
                <a:lnTo>
                  <a:pt x="88392" y="426720"/>
                </a:lnTo>
                <a:lnTo>
                  <a:pt x="97536" y="429768"/>
                </a:lnTo>
                <a:lnTo>
                  <a:pt x="170688" y="457200"/>
                </a:lnTo>
                <a:lnTo>
                  <a:pt x="94488" y="490728"/>
                </a:lnTo>
                <a:lnTo>
                  <a:pt x="83820" y="490728"/>
                </a:lnTo>
                <a:lnTo>
                  <a:pt x="79248" y="486156"/>
                </a:lnTo>
                <a:lnTo>
                  <a:pt x="77724" y="481584"/>
                </a:lnTo>
                <a:lnTo>
                  <a:pt x="77724" y="475488"/>
                </a:lnTo>
                <a:lnTo>
                  <a:pt x="73152" y="475488"/>
                </a:lnTo>
                <a:lnTo>
                  <a:pt x="73152" y="537972"/>
                </a:lnTo>
                <a:lnTo>
                  <a:pt x="77724" y="537972"/>
                </a:lnTo>
                <a:lnTo>
                  <a:pt x="77724" y="527304"/>
                </a:lnTo>
                <a:lnTo>
                  <a:pt x="82296" y="522732"/>
                </a:lnTo>
                <a:lnTo>
                  <a:pt x="86868" y="519684"/>
                </a:lnTo>
                <a:lnTo>
                  <a:pt x="92964" y="516636"/>
                </a:lnTo>
                <a:lnTo>
                  <a:pt x="111252" y="509016"/>
                </a:lnTo>
                <a:lnTo>
                  <a:pt x="172212" y="536448"/>
                </a:lnTo>
                <a:lnTo>
                  <a:pt x="97536" y="565404"/>
                </a:lnTo>
                <a:lnTo>
                  <a:pt x="92964" y="566928"/>
                </a:lnTo>
                <a:lnTo>
                  <a:pt x="89916" y="568452"/>
                </a:lnTo>
                <a:lnTo>
                  <a:pt x="83820" y="568452"/>
                </a:lnTo>
                <a:lnTo>
                  <a:pt x="80772" y="566928"/>
                </a:lnTo>
                <a:lnTo>
                  <a:pt x="79248" y="565404"/>
                </a:lnTo>
                <a:lnTo>
                  <a:pt x="79248" y="563880"/>
                </a:lnTo>
                <a:lnTo>
                  <a:pt x="77724" y="560832"/>
                </a:lnTo>
                <a:lnTo>
                  <a:pt x="77724" y="554736"/>
                </a:lnTo>
                <a:lnTo>
                  <a:pt x="73152" y="554736"/>
                </a:lnTo>
                <a:lnTo>
                  <a:pt x="73152" y="612648"/>
                </a:lnTo>
                <a:lnTo>
                  <a:pt x="77724" y="612648"/>
                </a:lnTo>
                <a:lnTo>
                  <a:pt x="79248" y="606552"/>
                </a:lnTo>
                <a:lnTo>
                  <a:pt x="80772" y="601980"/>
                </a:lnTo>
                <a:lnTo>
                  <a:pt x="82296" y="598932"/>
                </a:lnTo>
                <a:lnTo>
                  <a:pt x="85344" y="597408"/>
                </a:lnTo>
                <a:lnTo>
                  <a:pt x="89916" y="594360"/>
                </a:lnTo>
                <a:lnTo>
                  <a:pt x="210312" y="547116"/>
                </a:lnTo>
                <a:lnTo>
                  <a:pt x="210312" y="542544"/>
                </a:lnTo>
                <a:lnTo>
                  <a:pt x="123444" y="504444"/>
                </a:lnTo>
                <a:lnTo>
                  <a:pt x="210312" y="467868"/>
                </a:lnTo>
                <a:lnTo>
                  <a:pt x="210312" y="463296"/>
                </a:lnTo>
                <a:close/>
              </a:path>
              <a:path extrusionOk="0" h="1047115" w="210820">
                <a:moveTo>
                  <a:pt x="210312" y="327660"/>
                </a:moveTo>
                <a:lnTo>
                  <a:pt x="210210" y="326136"/>
                </a:lnTo>
                <a:lnTo>
                  <a:pt x="209740" y="318782"/>
                </a:lnTo>
                <a:lnTo>
                  <a:pt x="208026" y="310324"/>
                </a:lnTo>
                <a:lnTo>
                  <a:pt x="205168" y="302158"/>
                </a:lnTo>
                <a:lnTo>
                  <a:pt x="201168" y="294132"/>
                </a:lnTo>
                <a:lnTo>
                  <a:pt x="201168" y="321564"/>
                </a:lnTo>
                <a:lnTo>
                  <a:pt x="199758" y="330161"/>
                </a:lnTo>
                <a:lnTo>
                  <a:pt x="168757" y="355650"/>
                </a:lnTo>
                <a:lnTo>
                  <a:pt x="129540" y="362712"/>
                </a:lnTo>
                <a:lnTo>
                  <a:pt x="120700" y="362432"/>
                </a:lnTo>
                <a:lnTo>
                  <a:pt x="83820" y="345948"/>
                </a:lnTo>
                <a:lnTo>
                  <a:pt x="79248" y="335280"/>
                </a:lnTo>
                <a:lnTo>
                  <a:pt x="79298" y="330161"/>
                </a:lnTo>
                <a:lnTo>
                  <a:pt x="104127" y="297929"/>
                </a:lnTo>
                <a:lnTo>
                  <a:pt x="149352" y="289560"/>
                </a:lnTo>
                <a:lnTo>
                  <a:pt x="162179" y="290131"/>
                </a:lnTo>
                <a:lnTo>
                  <a:pt x="197929" y="308991"/>
                </a:lnTo>
                <a:lnTo>
                  <a:pt x="201168" y="321564"/>
                </a:lnTo>
                <a:lnTo>
                  <a:pt x="201168" y="294132"/>
                </a:lnTo>
                <a:lnTo>
                  <a:pt x="197993" y="289560"/>
                </a:lnTo>
                <a:lnTo>
                  <a:pt x="196024" y="286702"/>
                </a:lnTo>
                <a:lnTo>
                  <a:pt x="189738" y="280416"/>
                </a:lnTo>
                <a:lnTo>
                  <a:pt x="146304" y="262699"/>
                </a:lnTo>
                <a:lnTo>
                  <a:pt x="137160" y="262128"/>
                </a:lnTo>
                <a:lnTo>
                  <a:pt x="124891" y="263017"/>
                </a:lnTo>
                <a:lnTo>
                  <a:pt x="82956" y="287350"/>
                </a:lnTo>
                <a:lnTo>
                  <a:pt x="70104" y="326136"/>
                </a:lnTo>
                <a:lnTo>
                  <a:pt x="70205" y="327660"/>
                </a:lnTo>
                <a:lnTo>
                  <a:pt x="82867" y="364070"/>
                </a:lnTo>
                <a:lnTo>
                  <a:pt x="123253" y="387858"/>
                </a:lnTo>
                <a:lnTo>
                  <a:pt x="140208" y="390144"/>
                </a:lnTo>
                <a:lnTo>
                  <a:pt x="152488" y="389267"/>
                </a:lnTo>
                <a:lnTo>
                  <a:pt x="196164" y="365175"/>
                </a:lnTo>
                <a:lnTo>
                  <a:pt x="197866" y="362712"/>
                </a:lnTo>
                <a:lnTo>
                  <a:pt x="203835" y="354139"/>
                </a:lnTo>
                <a:lnTo>
                  <a:pt x="208635" y="341693"/>
                </a:lnTo>
                <a:lnTo>
                  <a:pt x="210312" y="3276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6" name="Google Shape;4436;p74"/>
          <p:cNvSpPr/>
          <p:nvPr/>
        </p:nvSpPr>
        <p:spPr>
          <a:xfrm>
            <a:off x="4436364" y="7729728"/>
            <a:ext cx="210820" cy="632460"/>
          </a:xfrm>
          <a:custGeom>
            <a:rect b="b" l="l" r="r" t="t"/>
            <a:pathLst>
              <a:path extrusionOk="0" h="632459" w="210820">
                <a:moveTo>
                  <a:pt x="207264" y="280416"/>
                </a:moveTo>
                <a:lnTo>
                  <a:pt x="202692" y="280416"/>
                </a:lnTo>
                <a:lnTo>
                  <a:pt x="202692" y="286512"/>
                </a:lnTo>
                <a:lnTo>
                  <a:pt x="201168" y="291084"/>
                </a:lnTo>
                <a:lnTo>
                  <a:pt x="199644" y="292608"/>
                </a:lnTo>
                <a:lnTo>
                  <a:pt x="198120" y="295656"/>
                </a:lnTo>
                <a:lnTo>
                  <a:pt x="196596" y="297180"/>
                </a:lnTo>
                <a:lnTo>
                  <a:pt x="193548" y="298704"/>
                </a:lnTo>
                <a:lnTo>
                  <a:pt x="190500" y="298704"/>
                </a:lnTo>
                <a:lnTo>
                  <a:pt x="184404" y="300228"/>
                </a:lnTo>
                <a:lnTo>
                  <a:pt x="0" y="300228"/>
                </a:lnTo>
                <a:lnTo>
                  <a:pt x="0" y="306324"/>
                </a:lnTo>
                <a:lnTo>
                  <a:pt x="16764" y="345948"/>
                </a:lnTo>
                <a:lnTo>
                  <a:pt x="21336" y="342900"/>
                </a:lnTo>
                <a:lnTo>
                  <a:pt x="18288" y="336804"/>
                </a:lnTo>
                <a:lnTo>
                  <a:pt x="18288" y="332232"/>
                </a:lnTo>
                <a:lnTo>
                  <a:pt x="19812" y="329184"/>
                </a:lnTo>
                <a:lnTo>
                  <a:pt x="19812" y="327660"/>
                </a:lnTo>
                <a:lnTo>
                  <a:pt x="21336" y="326136"/>
                </a:lnTo>
                <a:lnTo>
                  <a:pt x="24384" y="326136"/>
                </a:lnTo>
                <a:lnTo>
                  <a:pt x="27432" y="324612"/>
                </a:lnTo>
                <a:lnTo>
                  <a:pt x="190500" y="324612"/>
                </a:lnTo>
                <a:lnTo>
                  <a:pt x="199644" y="329184"/>
                </a:lnTo>
                <a:lnTo>
                  <a:pt x="199644" y="330708"/>
                </a:lnTo>
                <a:lnTo>
                  <a:pt x="201168" y="333756"/>
                </a:lnTo>
                <a:lnTo>
                  <a:pt x="202692" y="338328"/>
                </a:lnTo>
                <a:lnTo>
                  <a:pt x="202692" y="344424"/>
                </a:lnTo>
                <a:lnTo>
                  <a:pt x="207264" y="344424"/>
                </a:lnTo>
                <a:lnTo>
                  <a:pt x="207264" y="280416"/>
                </a:lnTo>
                <a:close/>
              </a:path>
              <a:path extrusionOk="0" h="632459" w="210820">
                <a:moveTo>
                  <a:pt x="210312" y="554736"/>
                </a:moveTo>
                <a:lnTo>
                  <a:pt x="96012" y="509016"/>
                </a:lnTo>
                <a:lnTo>
                  <a:pt x="83820" y="502920"/>
                </a:lnTo>
                <a:lnTo>
                  <a:pt x="80772" y="499872"/>
                </a:lnTo>
                <a:lnTo>
                  <a:pt x="77724" y="493776"/>
                </a:lnTo>
                <a:lnTo>
                  <a:pt x="77724" y="489204"/>
                </a:lnTo>
                <a:lnTo>
                  <a:pt x="73152" y="489204"/>
                </a:lnTo>
                <a:lnTo>
                  <a:pt x="73152" y="530352"/>
                </a:lnTo>
                <a:lnTo>
                  <a:pt x="77724" y="530352"/>
                </a:lnTo>
                <a:lnTo>
                  <a:pt x="77724" y="521208"/>
                </a:lnTo>
                <a:lnTo>
                  <a:pt x="79248" y="519684"/>
                </a:lnTo>
                <a:lnTo>
                  <a:pt x="79248" y="518160"/>
                </a:lnTo>
                <a:lnTo>
                  <a:pt x="80772" y="516636"/>
                </a:lnTo>
                <a:lnTo>
                  <a:pt x="82296" y="516636"/>
                </a:lnTo>
                <a:lnTo>
                  <a:pt x="82296" y="515112"/>
                </a:lnTo>
                <a:lnTo>
                  <a:pt x="86868" y="515112"/>
                </a:lnTo>
                <a:lnTo>
                  <a:pt x="91440" y="516636"/>
                </a:lnTo>
                <a:lnTo>
                  <a:pt x="96012" y="519684"/>
                </a:lnTo>
                <a:lnTo>
                  <a:pt x="172212" y="550164"/>
                </a:lnTo>
                <a:lnTo>
                  <a:pt x="99060" y="582168"/>
                </a:lnTo>
                <a:lnTo>
                  <a:pt x="94488" y="583692"/>
                </a:lnTo>
                <a:lnTo>
                  <a:pt x="91440" y="585216"/>
                </a:lnTo>
                <a:lnTo>
                  <a:pt x="83820" y="585216"/>
                </a:lnTo>
                <a:lnTo>
                  <a:pt x="82296" y="583692"/>
                </a:lnTo>
                <a:lnTo>
                  <a:pt x="79248" y="582168"/>
                </a:lnTo>
                <a:lnTo>
                  <a:pt x="77724" y="579120"/>
                </a:lnTo>
                <a:lnTo>
                  <a:pt x="77724" y="568452"/>
                </a:lnTo>
                <a:lnTo>
                  <a:pt x="73152" y="568452"/>
                </a:lnTo>
                <a:lnTo>
                  <a:pt x="73152" y="632460"/>
                </a:lnTo>
                <a:lnTo>
                  <a:pt x="77724" y="632460"/>
                </a:lnTo>
                <a:lnTo>
                  <a:pt x="77724" y="627888"/>
                </a:lnTo>
                <a:lnTo>
                  <a:pt x="79248" y="624840"/>
                </a:lnTo>
                <a:lnTo>
                  <a:pt x="79248" y="623316"/>
                </a:lnTo>
                <a:lnTo>
                  <a:pt x="80772" y="620268"/>
                </a:lnTo>
                <a:lnTo>
                  <a:pt x="88392" y="612648"/>
                </a:lnTo>
                <a:lnTo>
                  <a:pt x="97536" y="609600"/>
                </a:lnTo>
                <a:lnTo>
                  <a:pt x="210312" y="562356"/>
                </a:lnTo>
                <a:lnTo>
                  <a:pt x="210312" y="554736"/>
                </a:lnTo>
                <a:close/>
              </a:path>
              <a:path extrusionOk="0" h="632459" w="210820">
                <a:moveTo>
                  <a:pt x="210312" y="385572"/>
                </a:moveTo>
                <a:lnTo>
                  <a:pt x="208902" y="377571"/>
                </a:lnTo>
                <a:lnTo>
                  <a:pt x="208800" y="377380"/>
                </a:lnTo>
                <a:lnTo>
                  <a:pt x="204787" y="369570"/>
                </a:lnTo>
                <a:lnTo>
                  <a:pt x="198094" y="361569"/>
                </a:lnTo>
                <a:lnTo>
                  <a:pt x="188976" y="353568"/>
                </a:lnTo>
                <a:lnTo>
                  <a:pt x="181356" y="353568"/>
                </a:lnTo>
                <a:lnTo>
                  <a:pt x="185928" y="359664"/>
                </a:lnTo>
                <a:lnTo>
                  <a:pt x="188976" y="364236"/>
                </a:lnTo>
                <a:lnTo>
                  <a:pt x="190500" y="365760"/>
                </a:lnTo>
                <a:lnTo>
                  <a:pt x="190500" y="367284"/>
                </a:lnTo>
                <a:lnTo>
                  <a:pt x="192024" y="368808"/>
                </a:lnTo>
                <a:lnTo>
                  <a:pt x="192024" y="371856"/>
                </a:lnTo>
                <a:lnTo>
                  <a:pt x="187452" y="376428"/>
                </a:lnTo>
                <a:lnTo>
                  <a:pt x="115824" y="376428"/>
                </a:lnTo>
                <a:lnTo>
                  <a:pt x="106629" y="376694"/>
                </a:lnTo>
                <a:lnTo>
                  <a:pt x="73317" y="397916"/>
                </a:lnTo>
                <a:lnTo>
                  <a:pt x="70243" y="416801"/>
                </a:lnTo>
                <a:lnTo>
                  <a:pt x="70358" y="425462"/>
                </a:lnTo>
                <a:lnTo>
                  <a:pt x="70434" y="426720"/>
                </a:lnTo>
                <a:lnTo>
                  <a:pt x="70688" y="431482"/>
                </a:lnTo>
                <a:lnTo>
                  <a:pt x="91630" y="466725"/>
                </a:lnTo>
                <a:lnTo>
                  <a:pt x="103632" y="469392"/>
                </a:lnTo>
                <a:lnTo>
                  <a:pt x="111252" y="469392"/>
                </a:lnTo>
                <a:lnTo>
                  <a:pt x="113919" y="466725"/>
                </a:lnTo>
                <a:lnTo>
                  <a:pt x="114388" y="466305"/>
                </a:lnTo>
                <a:lnTo>
                  <a:pt x="117348" y="464820"/>
                </a:lnTo>
                <a:lnTo>
                  <a:pt x="118872" y="461772"/>
                </a:lnTo>
                <a:lnTo>
                  <a:pt x="118872" y="454152"/>
                </a:lnTo>
                <a:lnTo>
                  <a:pt x="117348" y="451104"/>
                </a:lnTo>
                <a:lnTo>
                  <a:pt x="114300" y="449580"/>
                </a:lnTo>
                <a:lnTo>
                  <a:pt x="112776" y="446532"/>
                </a:lnTo>
                <a:lnTo>
                  <a:pt x="108204" y="445008"/>
                </a:lnTo>
                <a:lnTo>
                  <a:pt x="91440" y="445008"/>
                </a:lnTo>
                <a:lnTo>
                  <a:pt x="86868" y="443484"/>
                </a:lnTo>
                <a:lnTo>
                  <a:pt x="80772" y="437388"/>
                </a:lnTo>
                <a:lnTo>
                  <a:pt x="79286" y="431482"/>
                </a:lnTo>
                <a:lnTo>
                  <a:pt x="79248" y="417576"/>
                </a:lnTo>
                <a:lnTo>
                  <a:pt x="80772" y="411480"/>
                </a:lnTo>
                <a:lnTo>
                  <a:pt x="114300" y="400812"/>
                </a:lnTo>
                <a:lnTo>
                  <a:pt x="120396" y="400812"/>
                </a:lnTo>
                <a:lnTo>
                  <a:pt x="126136" y="417004"/>
                </a:lnTo>
                <a:lnTo>
                  <a:pt x="131445" y="430339"/>
                </a:lnTo>
                <a:lnTo>
                  <a:pt x="153924" y="466305"/>
                </a:lnTo>
                <a:lnTo>
                  <a:pt x="169164" y="473964"/>
                </a:lnTo>
                <a:lnTo>
                  <a:pt x="175260" y="473964"/>
                </a:lnTo>
                <a:lnTo>
                  <a:pt x="210312" y="452628"/>
                </a:lnTo>
                <a:lnTo>
                  <a:pt x="210312" y="449580"/>
                </a:lnTo>
                <a:lnTo>
                  <a:pt x="210312" y="437388"/>
                </a:lnTo>
                <a:lnTo>
                  <a:pt x="208788" y="431292"/>
                </a:lnTo>
                <a:lnTo>
                  <a:pt x="205740" y="426720"/>
                </a:lnTo>
                <a:lnTo>
                  <a:pt x="203708" y="423316"/>
                </a:lnTo>
                <a:lnTo>
                  <a:pt x="199834" y="417766"/>
                </a:lnTo>
                <a:lnTo>
                  <a:pt x="193941" y="410222"/>
                </a:lnTo>
                <a:lnTo>
                  <a:pt x="192024" y="407974"/>
                </a:lnTo>
                <a:lnTo>
                  <a:pt x="192024" y="429768"/>
                </a:lnTo>
                <a:lnTo>
                  <a:pt x="192024" y="435864"/>
                </a:lnTo>
                <a:lnTo>
                  <a:pt x="188976" y="440436"/>
                </a:lnTo>
                <a:lnTo>
                  <a:pt x="184404" y="443484"/>
                </a:lnTo>
                <a:lnTo>
                  <a:pt x="179832" y="448056"/>
                </a:lnTo>
                <a:lnTo>
                  <a:pt x="175260" y="449580"/>
                </a:lnTo>
                <a:lnTo>
                  <a:pt x="163068" y="449580"/>
                </a:lnTo>
                <a:lnTo>
                  <a:pt x="158496" y="448056"/>
                </a:lnTo>
                <a:lnTo>
                  <a:pt x="149352" y="441960"/>
                </a:lnTo>
                <a:lnTo>
                  <a:pt x="140208" y="429768"/>
                </a:lnTo>
                <a:lnTo>
                  <a:pt x="138531" y="425462"/>
                </a:lnTo>
                <a:lnTo>
                  <a:pt x="136017" y="419290"/>
                </a:lnTo>
                <a:lnTo>
                  <a:pt x="132918" y="411124"/>
                </a:lnTo>
                <a:lnTo>
                  <a:pt x="129540" y="400812"/>
                </a:lnTo>
                <a:lnTo>
                  <a:pt x="178308" y="400812"/>
                </a:lnTo>
                <a:lnTo>
                  <a:pt x="184302" y="409409"/>
                </a:lnTo>
                <a:lnTo>
                  <a:pt x="188595" y="417004"/>
                </a:lnTo>
                <a:lnTo>
                  <a:pt x="191160" y="423748"/>
                </a:lnTo>
                <a:lnTo>
                  <a:pt x="192024" y="429768"/>
                </a:lnTo>
                <a:lnTo>
                  <a:pt x="192024" y="407974"/>
                </a:lnTo>
                <a:lnTo>
                  <a:pt x="185928" y="400812"/>
                </a:lnTo>
                <a:lnTo>
                  <a:pt x="195072" y="400812"/>
                </a:lnTo>
                <a:lnTo>
                  <a:pt x="201168" y="399288"/>
                </a:lnTo>
                <a:lnTo>
                  <a:pt x="204216" y="396240"/>
                </a:lnTo>
                <a:lnTo>
                  <a:pt x="208788" y="394716"/>
                </a:lnTo>
                <a:lnTo>
                  <a:pt x="210312" y="390144"/>
                </a:lnTo>
                <a:lnTo>
                  <a:pt x="210312" y="385572"/>
                </a:lnTo>
                <a:close/>
              </a:path>
              <a:path extrusionOk="0" h="632459" w="210820">
                <a:moveTo>
                  <a:pt x="210312" y="161544"/>
                </a:moveTo>
                <a:lnTo>
                  <a:pt x="193548" y="120396"/>
                </a:lnTo>
                <a:lnTo>
                  <a:pt x="188976" y="123444"/>
                </a:lnTo>
                <a:lnTo>
                  <a:pt x="190500" y="126492"/>
                </a:lnTo>
                <a:lnTo>
                  <a:pt x="190500" y="137160"/>
                </a:lnTo>
                <a:lnTo>
                  <a:pt x="187452" y="140208"/>
                </a:lnTo>
                <a:lnTo>
                  <a:pt x="184404" y="141732"/>
                </a:lnTo>
                <a:lnTo>
                  <a:pt x="181356" y="141732"/>
                </a:lnTo>
                <a:lnTo>
                  <a:pt x="177927" y="142621"/>
                </a:lnTo>
                <a:lnTo>
                  <a:pt x="172212" y="143065"/>
                </a:lnTo>
                <a:lnTo>
                  <a:pt x="153924" y="143256"/>
                </a:lnTo>
                <a:lnTo>
                  <a:pt x="73152" y="143256"/>
                </a:lnTo>
                <a:lnTo>
                  <a:pt x="73152" y="187452"/>
                </a:lnTo>
                <a:lnTo>
                  <a:pt x="77724" y="187452"/>
                </a:lnTo>
                <a:lnTo>
                  <a:pt x="77724" y="179832"/>
                </a:lnTo>
                <a:lnTo>
                  <a:pt x="79248" y="173736"/>
                </a:lnTo>
                <a:lnTo>
                  <a:pt x="82296" y="172212"/>
                </a:lnTo>
                <a:lnTo>
                  <a:pt x="85344" y="169164"/>
                </a:lnTo>
                <a:lnTo>
                  <a:pt x="89916" y="167640"/>
                </a:lnTo>
                <a:lnTo>
                  <a:pt x="172212" y="167640"/>
                </a:lnTo>
                <a:lnTo>
                  <a:pt x="179832" y="175260"/>
                </a:lnTo>
                <a:lnTo>
                  <a:pt x="184404" y="181356"/>
                </a:lnTo>
                <a:lnTo>
                  <a:pt x="187452" y="187452"/>
                </a:lnTo>
                <a:lnTo>
                  <a:pt x="190500" y="192024"/>
                </a:lnTo>
                <a:lnTo>
                  <a:pt x="192024" y="198120"/>
                </a:lnTo>
                <a:lnTo>
                  <a:pt x="192024" y="207264"/>
                </a:lnTo>
                <a:lnTo>
                  <a:pt x="188976" y="213360"/>
                </a:lnTo>
                <a:lnTo>
                  <a:pt x="185928" y="217932"/>
                </a:lnTo>
                <a:lnTo>
                  <a:pt x="181356" y="222504"/>
                </a:lnTo>
                <a:lnTo>
                  <a:pt x="173736" y="224028"/>
                </a:lnTo>
                <a:lnTo>
                  <a:pt x="73152" y="224028"/>
                </a:lnTo>
                <a:lnTo>
                  <a:pt x="73152" y="271272"/>
                </a:lnTo>
                <a:lnTo>
                  <a:pt x="77724" y="271272"/>
                </a:lnTo>
                <a:lnTo>
                  <a:pt x="77724" y="259080"/>
                </a:lnTo>
                <a:lnTo>
                  <a:pt x="79248" y="257556"/>
                </a:lnTo>
                <a:lnTo>
                  <a:pt x="82296" y="251460"/>
                </a:lnTo>
                <a:lnTo>
                  <a:pt x="85344" y="251460"/>
                </a:lnTo>
                <a:lnTo>
                  <a:pt x="86868" y="249936"/>
                </a:lnTo>
                <a:lnTo>
                  <a:pt x="91440" y="248412"/>
                </a:lnTo>
                <a:lnTo>
                  <a:pt x="167081" y="248373"/>
                </a:lnTo>
                <a:lnTo>
                  <a:pt x="174688" y="248031"/>
                </a:lnTo>
                <a:lnTo>
                  <a:pt x="181419" y="247129"/>
                </a:lnTo>
                <a:lnTo>
                  <a:pt x="187452" y="245364"/>
                </a:lnTo>
                <a:lnTo>
                  <a:pt x="193548" y="243840"/>
                </a:lnTo>
                <a:lnTo>
                  <a:pt x="199644" y="239268"/>
                </a:lnTo>
                <a:lnTo>
                  <a:pt x="202692" y="233172"/>
                </a:lnTo>
                <a:lnTo>
                  <a:pt x="207264" y="228600"/>
                </a:lnTo>
                <a:lnTo>
                  <a:pt x="210312" y="220980"/>
                </a:lnTo>
                <a:lnTo>
                  <a:pt x="210312" y="207264"/>
                </a:lnTo>
                <a:lnTo>
                  <a:pt x="208788" y="201168"/>
                </a:lnTo>
                <a:lnTo>
                  <a:pt x="204216" y="195072"/>
                </a:lnTo>
                <a:lnTo>
                  <a:pt x="201066" y="189928"/>
                </a:lnTo>
                <a:lnTo>
                  <a:pt x="196215" y="183642"/>
                </a:lnTo>
                <a:lnTo>
                  <a:pt x="189636" y="176212"/>
                </a:lnTo>
                <a:lnTo>
                  <a:pt x="181356" y="167640"/>
                </a:lnTo>
                <a:lnTo>
                  <a:pt x="210312" y="167640"/>
                </a:lnTo>
                <a:lnTo>
                  <a:pt x="210312" y="161544"/>
                </a:lnTo>
                <a:close/>
              </a:path>
              <a:path extrusionOk="0" h="632459" w="210820">
                <a:moveTo>
                  <a:pt x="210312" y="54864"/>
                </a:moveTo>
                <a:lnTo>
                  <a:pt x="193548" y="18288"/>
                </a:lnTo>
                <a:lnTo>
                  <a:pt x="156972" y="0"/>
                </a:lnTo>
                <a:lnTo>
                  <a:pt x="155448" y="3048"/>
                </a:lnTo>
                <a:lnTo>
                  <a:pt x="163080" y="6527"/>
                </a:lnTo>
                <a:lnTo>
                  <a:pt x="169735" y="10287"/>
                </a:lnTo>
                <a:lnTo>
                  <a:pt x="174942" y="14630"/>
                </a:lnTo>
                <a:lnTo>
                  <a:pt x="178308" y="19812"/>
                </a:lnTo>
                <a:lnTo>
                  <a:pt x="182880" y="25908"/>
                </a:lnTo>
                <a:lnTo>
                  <a:pt x="185928" y="33528"/>
                </a:lnTo>
                <a:lnTo>
                  <a:pt x="185928" y="42672"/>
                </a:lnTo>
                <a:lnTo>
                  <a:pt x="159448" y="83083"/>
                </a:lnTo>
                <a:lnTo>
                  <a:pt x="123444" y="91440"/>
                </a:lnTo>
                <a:lnTo>
                  <a:pt x="123444" y="30480"/>
                </a:lnTo>
                <a:lnTo>
                  <a:pt x="123444" y="0"/>
                </a:lnTo>
                <a:lnTo>
                  <a:pt x="114300" y="673"/>
                </a:lnTo>
                <a:lnTo>
                  <a:pt x="114300" y="30480"/>
                </a:lnTo>
                <a:lnTo>
                  <a:pt x="114300" y="91440"/>
                </a:lnTo>
                <a:lnTo>
                  <a:pt x="79248" y="67056"/>
                </a:lnTo>
                <a:lnTo>
                  <a:pt x="79248" y="53340"/>
                </a:lnTo>
                <a:lnTo>
                  <a:pt x="105156" y="30480"/>
                </a:lnTo>
                <a:lnTo>
                  <a:pt x="114300" y="30480"/>
                </a:lnTo>
                <a:lnTo>
                  <a:pt x="114300" y="673"/>
                </a:lnTo>
                <a:lnTo>
                  <a:pt x="77812" y="22034"/>
                </a:lnTo>
                <a:lnTo>
                  <a:pt x="70104" y="51777"/>
                </a:lnTo>
                <a:lnTo>
                  <a:pt x="71247" y="64058"/>
                </a:lnTo>
                <a:lnTo>
                  <a:pt x="98653" y="102489"/>
                </a:lnTo>
                <a:lnTo>
                  <a:pt x="141732" y="112776"/>
                </a:lnTo>
                <a:lnTo>
                  <a:pt x="156298" y="111633"/>
                </a:lnTo>
                <a:lnTo>
                  <a:pt x="156083" y="111633"/>
                </a:lnTo>
                <a:lnTo>
                  <a:pt x="168973" y="108394"/>
                </a:lnTo>
                <a:lnTo>
                  <a:pt x="180517" y="103136"/>
                </a:lnTo>
                <a:lnTo>
                  <a:pt x="190500" y="96012"/>
                </a:lnTo>
                <a:lnTo>
                  <a:pt x="194805" y="91440"/>
                </a:lnTo>
                <a:lnTo>
                  <a:pt x="199377" y="86588"/>
                </a:lnTo>
                <a:lnTo>
                  <a:pt x="205549" y="76581"/>
                </a:lnTo>
                <a:lnTo>
                  <a:pt x="209143" y="66014"/>
                </a:lnTo>
                <a:lnTo>
                  <a:pt x="210312" y="548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7" name="Google Shape;4437;p74"/>
          <p:cNvSpPr/>
          <p:nvPr/>
        </p:nvSpPr>
        <p:spPr>
          <a:xfrm>
            <a:off x="4506455" y="6934200"/>
            <a:ext cx="201295" cy="707390"/>
          </a:xfrm>
          <a:custGeom>
            <a:rect b="b" l="l" r="r" t="t"/>
            <a:pathLst>
              <a:path extrusionOk="0" h="707390" w="201295">
                <a:moveTo>
                  <a:pt x="137160" y="493776"/>
                </a:moveTo>
                <a:lnTo>
                  <a:pt x="132588" y="493776"/>
                </a:lnTo>
                <a:lnTo>
                  <a:pt x="132588" y="501396"/>
                </a:lnTo>
                <a:lnTo>
                  <a:pt x="131064" y="505968"/>
                </a:lnTo>
                <a:lnTo>
                  <a:pt x="128016" y="512064"/>
                </a:lnTo>
                <a:lnTo>
                  <a:pt x="124968" y="515112"/>
                </a:lnTo>
                <a:lnTo>
                  <a:pt x="118872" y="518160"/>
                </a:lnTo>
                <a:lnTo>
                  <a:pt x="44196" y="518160"/>
                </a:lnTo>
                <a:lnTo>
                  <a:pt x="35052" y="513588"/>
                </a:lnTo>
                <a:lnTo>
                  <a:pt x="27432" y="509016"/>
                </a:lnTo>
                <a:lnTo>
                  <a:pt x="24384" y="504444"/>
                </a:lnTo>
                <a:lnTo>
                  <a:pt x="21336" y="502920"/>
                </a:lnTo>
                <a:lnTo>
                  <a:pt x="21336" y="496824"/>
                </a:lnTo>
                <a:lnTo>
                  <a:pt x="22860" y="493776"/>
                </a:lnTo>
                <a:lnTo>
                  <a:pt x="25908" y="489204"/>
                </a:lnTo>
                <a:lnTo>
                  <a:pt x="30480" y="486156"/>
                </a:lnTo>
                <a:lnTo>
                  <a:pt x="32004" y="481584"/>
                </a:lnTo>
                <a:lnTo>
                  <a:pt x="32004" y="475488"/>
                </a:lnTo>
                <a:lnTo>
                  <a:pt x="30480" y="472440"/>
                </a:lnTo>
                <a:lnTo>
                  <a:pt x="27432" y="470916"/>
                </a:lnTo>
                <a:lnTo>
                  <a:pt x="24384" y="467868"/>
                </a:lnTo>
                <a:lnTo>
                  <a:pt x="21336" y="466344"/>
                </a:lnTo>
                <a:lnTo>
                  <a:pt x="12192" y="466344"/>
                </a:lnTo>
                <a:lnTo>
                  <a:pt x="7620" y="469392"/>
                </a:lnTo>
                <a:lnTo>
                  <a:pt x="1524" y="475488"/>
                </a:lnTo>
                <a:lnTo>
                  <a:pt x="0" y="480060"/>
                </a:lnTo>
                <a:lnTo>
                  <a:pt x="0" y="484632"/>
                </a:lnTo>
                <a:lnTo>
                  <a:pt x="2006" y="493522"/>
                </a:lnTo>
                <a:lnTo>
                  <a:pt x="8001" y="501967"/>
                </a:lnTo>
                <a:lnTo>
                  <a:pt x="18008" y="510146"/>
                </a:lnTo>
                <a:lnTo>
                  <a:pt x="32004" y="518160"/>
                </a:lnTo>
                <a:lnTo>
                  <a:pt x="0" y="518160"/>
                </a:lnTo>
                <a:lnTo>
                  <a:pt x="0" y="525780"/>
                </a:lnTo>
                <a:lnTo>
                  <a:pt x="16764" y="565404"/>
                </a:lnTo>
                <a:lnTo>
                  <a:pt x="21336" y="563880"/>
                </a:lnTo>
                <a:lnTo>
                  <a:pt x="18288" y="557784"/>
                </a:lnTo>
                <a:lnTo>
                  <a:pt x="18288" y="551688"/>
                </a:lnTo>
                <a:lnTo>
                  <a:pt x="19812" y="550164"/>
                </a:lnTo>
                <a:lnTo>
                  <a:pt x="21336" y="547116"/>
                </a:lnTo>
                <a:lnTo>
                  <a:pt x="22860" y="545592"/>
                </a:lnTo>
                <a:lnTo>
                  <a:pt x="24384" y="545592"/>
                </a:lnTo>
                <a:lnTo>
                  <a:pt x="27432" y="544068"/>
                </a:lnTo>
                <a:lnTo>
                  <a:pt x="45224" y="542785"/>
                </a:lnTo>
                <a:lnTo>
                  <a:pt x="56388" y="542544"/>
                </a:lnTo>
                <a:lnTo>
                  <a:pt x="114300" y="542544"/>
                </a:lnTo>
                <a:lnTo>
                  <a:pt x="118872" y="544068"/>
                </a:lnTo>
                <a:lnTo>
                  <a:pt x="120396" y="544068"/>
                </a:lnTo>
                <a:lnTo>
                  <a:pt x="124968" y="545592"/>
                </a:lnTo>
                <a:lnTo>
                  <a:pt x="131064" y="551688"/>
                </a:lnTo>
                <a:lnTo>
                  <a:pt x="132588" y="556260"/>
                </a:lnTo>
                <a:lnTo>
                  <a:pt x="132588" y="562356"/>
                </a:lnTo>
                <a:lnTo>
                  <a:pt x="137160" y="562356"/>
                </a:lnTo>
                <a:lnTo>
                  <a:pt x="137160" y="493776"/>
                </a:lnTo>
                <a:close/>
              </a:path>
              <a:path extrusionOk="0" h="707390" w="201295">
                <a:moveTo>
                  <a:pt x="140208" y="45720"/>
                </a:moveTo>
                <a:lnTo>
                  <a:pt x="139382" y="36868"/>
                </a:lnTo>
                <a:lnTo>
                  <a:pt x="136969" y="28575"/>
                </a:lnTo>
                <a:lnTo>
                  <a:pt x="133375" y="21336"/>
                </a:lnTo>
                <a:lnTo>
                  <a:pt x="133146" y="20866"/>
                </a:lnTo>
                <a:lnTo>
                  <a:pt x="99060" y="0"/>
                </a:lnTo>
                <a:lnTo>
                  <a:pt x="88201" y="1739"/>
                </a:lnTo>
                <a:lnTo>
                  <a:pt x="78486" y="7048"/>
                </a:lnTo>
                <a:lnTo>
                  <a:pt x="69913" y="16078"/>
                </a:lnTo>
                <a:lnTo>
                  <a:pt x="62484" y="28956"/>
                </a:lnTo>
                <a:lnTo>
                  <a:pt x="47244" y="59436"/>
                </a:lnTo>
                <a:lnTo>
                  <a:pt x="42748" y="65443"/>
                </a:lnTo>
                <a:lnTo>
                  <a:pt x="42392" y="65824"/>
                </a:lnTo>
                <a:lnTo>
                  <a:pt x="39624" y="68580"/>
                </a:lnTo>
                <a:lnTo>
                  <a:pt x="35052" y="71628"/>
                </a:lnTo>
                <a:lnTo>
                  <a:pt x="30480" y="73152"/>
                </a:lnTo>
                <a:lnTo>
                  <a:pt x="21336" y="73152"/>
                </a:lnTo>
                <a:lnTo>
                  <a:pt x="16764" y="71628"/>
                </a:lnTo>
                <a:lnTo>
                  <a:pt x="10668" y="62484"/>
                </a:lnTo>
                <a:lnTo>
                  <a:pt x="9144" y="57912"/>
                </a:lnTo>
                <a:lnTo>
                  <a:pt x="9144" y="42672"/>
                </a:lnTo>
                <a:lnTo>
                  <a:pt x="45720" y="15240"/>
                </a:lnTo>
                <a:lnTo>
                  <a:pt x="45720" y="10668"/>
                </a:lnTo>
                <a:lnTo>
                  <a:pt x="0" y="10668"/>
                </a:lnTo>
                <a:lnTo>
                  <a:pt x="0" y="15240"/>
                </a:lnTo>
                <a:lnTo>
                  <a:pt x="1524" y="16764"/>
                </a:lnTo>
                <a:lnTo>
                  <a:pt x="3048" y="16764"/>
                </a:lnTo>
                <a:lnTo>
                  <a:pt x="6096" y="19812"/>
                </a:lnTo>
                <a:lnTo>
                  <a:pt x="6096" y="22860"/>
                </a:lnTo>
                <a:lnTo>
                  <a:pt x="3073" y="31965"/>
                </a:lnTo>
                <a:lnTo>
                  <a:pt x="0" y="39624"/>
                </a:lnTo>
                <a:lnTo>
                  <a:pt x="101" y="51676"/>
                </a:lnTo>
                <a:lnTo>
                  <a:pt x="596" y="59105"/>
                </a:lnTo>
                <a:lnTo>
                  <a:pt x="685" y="59436"/>
                </a:lnTo>
                <a:lnTo>
                  <a:pt x="2476" y="67056"/>
                </a:lnTo>
                <a:lnTo>
                  <a:pt x="36576" y="91440"/>
                </a:lnTo>
                <a:lnTo>
                  <a:pt x="45720" y="91440"/>
                </a:lnTo>
                <a:lnTo>
                  <a:pt x="76200" y="56388"/>
                </a:lnTo>
                <a:lnTo>
                  <a:pt x="80759" y="46723"/>
                </a:lnTo>
                <a:lnTo>
                  <a:pt x="85153" y="38481"/>
                </a:lnTo>
                <a:lnTo>
                  <a:pt x="89281" y="31965"/>
                </a:lnTo>
                <a:lnTo>
                  <a:pt x="92964" y="27432"/>
                </a:lnTo>
                <a:lnTo>
                  <a:pt x="97536" y="22860"/>
                </a:lnTo>
                <a:lnTo>
                  <a:pt x="103632" y="21336"/>
                </a:lnTo>
                <a:lnTo>
                  <a:pt x="115824" y="21336"/>
                </a:lnTo>
                <a:lnTo>
                  <a:pt x="120396" y="22860"/>
                </a:lnTo>
                <a:lnTo>
                  <a:pt x="124968" y="27432"/>
                </a:lnTo>
                <a:lnTo>
                  <a:pt x="127990" y="31965"/>
                </a:lnTo>
                <a:lnTo>
                  <a:pt x="131064" y="38100"/>
                </a:lnTo>
                <a:lnTo>
                  <a:pt x="131064" y="44196"/>
                </a:lnTo>
                <a:lnTo>
                  <a:pt x="108204" y="80772"/>
                </a:lnTo>
                <a:lnTo>
                  <a:pt x="91440" y="86868"/>
                </a:lnTo>
                <a:lnTo>
                  <a:pt x="91440" y="91440"/>
                </a:lnTo>
                <a:lnTo>
                  <a:pt x="138684" y="91440"/>
                </a:lnTo>
                <a:lnTo>
                  <a:pt x="140208" y="86868"/>
                </a:lnTo>
                <a:lnTo>
                  <a:pt x="135636" y="85344"/>
                </a:lnTo>
                <a:lnTo>
                  <a:pt x="134112" y="83820"/>
                </a:lnTo>
                <a:lnTo>
                  <a:pt x="134137" y="76161"/>
                </a:lnTo>
                <a:lnTo>
                  <a:pt x="135636" y="73152"/>
                </a:lnTo>
                <a:lnTo>
                  <a:pt x="137642" y="65443"/>
                </a:lnTo>
                <a:lnTo>
                  <a:pt x="139065" y="58293"/>
                </a:lnTo>
                <a:lnTo>
                  <a:pt x="139115" y="57912"/>
                </a:lnTo>
                <a:lnTo>
                  <a:pt x="139928" y="51676"/>
                </a:lnTo>
                <a:lnTo>
                  <a:pt x="139992" y="50292"/>
                </a:lnTo>
                <a:lnTo>
                  <a:pt x="140208" y="45720"/>
                </a:lnTo>
                <a:close/>
              </a:path>
              <a:path extrusionOk="0" h="707390" w="201295">
                <a:moveTo>
                  <a:pt x="140220" y="394716"/>
                </a:moveTo>
                <a:lnTo>
                  <a:pt x="140119" y="393192"/>
                </a:lnTo>
                <a:lnTo>
                  <a:pt x="139649" y="385838"/>
                </a:lnTo>
                <a:lnTo>
                  <a:pt x="137934" y="377380"/>
                </a:lnTo>
                <a:lnTo>
                  <a:pt x="135077" y="369214"/>
                </a:lnTo>
                <a:lnTo>
                  <a:pt x="131076" y="361188"/>
                </a:lnTo>
                <a:lnTo>
                  <a:pt x="131076" y="388620"/>
                </a:lnTo>
                <a:lnTo>
                  <a:pt x="129667" y="397459"/>
                </a:lnTo>
                <a:lnTo>
                  <a:pt x="98666" y="423989"/>
                </a:lnTo>
                <a:lnTo>
                  <a:pt x="86664" y="427202"/>
                </a:lnTo>
                <a:lnTo>
                  <a:pt x="86969" y="427202"/>
                </a:lnTo>
                <a:lnTo>
                  <a:pt x="73088" y="429183"/>
                </a:lnTo>
                <a:lnTo>
                  <a:pt x="59448" y="429768"/>
                </a:lnTo>
                <a:lnTo>
                  <a:pt x="50609" y="429488"/>
                </a:lnTo>
                <a:lnTo>
                  <a:pt x="10680" y="408432"/>
                </a:lnTo>
                <a:lnTo>
                  <a:pt x="9156" y="402336"/>
                </a:lnTo>
                <a:lnTo>
                  <a:pt x="9182" y="397459"/>
                </a:lnTo>
                <a:lnTo>
                  <a:pt x="34036" y="365620"/>
                </a:lnTo>
                <a:lnTo>
                  <a:pt x="79260" y="356616"/>
                </a:lnTo>
                <a:lnTo>
                  <a:pt x="92087" y="357187"/>
                </a:lnTo>
                <a:lnTo>
                  <a:pt x="127838" y="376047"/>
                </a:lnTo>
                <a:lnTo>
                  <a:pt x="131076" y="388620"/>
                </a:lnTo>
                <a:lnTo>
                  <a:pt x="131076" y="361188"/>
                </a:lnTo>
                <a:lnTo>
                  <a:pt x="94500" y="334327"/>
                </a:lnTo>
                <a:lnTo>
                  <a:pt x="67068" y="329184"/>
                </a:lnTo>
                <a:lnTo>
                  <a:pt x="54800" y="330288"/>
                </a:lnTo>
                <a:lnTo>
                  <a:pt x="12865" y="354406"/>
                </a:lnTo>
                <a:lnTo>
                  <a:pt x="12" y="393192"/>
                </a:lnTo>
                <a:lnTo>
                  <a:pt x="114" y="394716"/>
                </a:lnTo>
                <a:lnTo>
                  <a:pt x="12776" y="431774"/>
                </a:lnTo>
                <a:lnTo>
                  <a:pt x="53162" y="454914"/>
                </a:lnTo>
                <a:lnTo>
                  <a:pt x="70116" y="457200"/>
                </a:lnTo>
                <a:lnTo>
                  <a:pt x="82397" y="456323"/>
                </a:lnTo>
                <a:lnTo>
                  <a:pt x="126072" y="432866"/>
                </a:lnTo>
                <a:lnTo>
                  <a:pt x="128206" y="429768"/>
                </a:lnTo>
                <a:lnTo>
                  <a:pt x="133743" y="421767"/>
                </a:lnTo>
                <a:lnTo>
                  <a:pt x="138544" y="408965"/>
                </a:lnTo>
                <a:lnTo>
                  <a:pt x="138607" y="408432"/>
                </a:lnTo>
                <a:lnTo>
                  <a:pt x="140220" y="394716"/>
                </a:lnTo>
                <a:close/>
              </a:path>
              <a:path extrusionOk="0" h="707390" w="201295">
                <a:moveTo>
                  <a:pt x="140220" y="169164"/>
                </a:moveTo>
                <a:lnTo>
                  <a:pt x="24396" y="124968"/>
                </a:lnTo>
                <a:lnTo>
                  <a:pt x="7632" y="105156"/>
                </a:lnTo>
                <a:lnTo>
                  <a:pt x="3060" y="105156"/>
                </a:lnTo>
                <a:lnTo>
                  <a:pt x="3060" y="146304"/>
                </a:lnTo>
                <a:lnTo>
                  <a:pt x="7632" y="146304"/>
                </a:lnTo>
                <a:lnTo>
                  <a:pt x="7632" y="137160"/>
                </a:lnTo>
                <a:lnTo>
                  <a:pt x="12204" y="132588"/>
                </a:lnTo>
                <a:lnTo>
                  <a:pt x="18300" y="132588"/>
                </a:lnTo>
                <a:lnTo>
                  <a:pt x="27444" y="135636"/>
                </a:lnTo>
                <a:lnTo>
                  <a:pt x="100596" y="163068"/>
                </a:lnTo>
                <a:lnTo>
                  <a:pt x="24396" y="196596"/>
                </a:lnTo>
                <a:lnTo>
                  <a:pt x="13728" y="196596"/>
                </a:lnTo>
                <a:lnTo>
                  <a:pt x="9156" y="192024"/>
                </a:lnTo>
                <a:lnTo>
                  <a:pt x="7632" y="187452"/>
                </a:lnTo>
                <a:lnTo>
                  <a:pt x="7632" y="181356"/>
                </a:lnTo>
                <a:lnTo>
                  <a:pt x="3060" y="181356"/>
                </a:lnTo>
                <a:lnTo>
                  <a:pt x="3060" y="243840"/>
                </a:lnTo>
                <a:lnTo>
                  <a:pt x="7632" y="243840"/>
                </a:lnTo>
                <a:lnTo>
                  <a:pt x="7632" y="233172"/>
                </a:lnTo>
                <a:lnTo>
                  <a:pt x="9156" y="231648"/>
                </a:lnTo>
                <a:lnTo>
                  <a:pt x="12204" y="227076"/>
                </a:lnTo>
                <a:lnTo>
                  <a:pt x="16776" y="224028"/>
                </a:lnTo>
                <a:lnTo>
                  <a:pt x="22872" y="222504"/>
                </a:lnTo>
                <a:lnTo>
                  <a:pt x="41160" y="214884"/>
                </a:lnTo>
                <a:lnTo>
                  <a:pt x="102120" y="242316"/>
                </a:lnTo>
                <a:lnTo>
                  <a:pt x="27444" y="271272"/>
                </a:lnTo>
                <a:lnTo>
                  <a:pt x="22872" y="272796"/>
                </a:lnTo>
                <a:lnTo>
                  <a:pt x="19824" y="274320"/>
                </a:lnTo>
                <a:lnTo>
                  <a:pt x="13728" y="274320"/>
                </a:lnTo>
                <a:lnTo>
                  <a:pt x="10680" y="272796"/>
                </a:lnTo>
                <a:lnTo>
                  <a:pt x="9156" y="271272"/>
                </a:lnTo>
                <a:lnTo>
                  <a:pt x="9156" y="269748"/>
                </a:lnTo>
                <a:lnTo>
                  <a:pt x="7632" y="266700"/>
                </a:lnTo>
                <a:lnTo>
                  <a:pt x="7632" y="260604"/>
                </a:lnTo>
                <a:lnTo>
                  <a:pt x="3060" y="260604"/>
                </a:lnTo>
                <a:lnTo>
                  <a:pt x="3060" y="318516"/>
                </a:lnTo>
                <a:lnTo>
                  <a:pt x="7632" y="318516"/>
                </a:lnTo>
                <a:lnTo>
                  <a:pt x="9156" y="312420"/>
                </a:lnTo>
                <a:lnTo>
                  <a:pt x="10680" y="307848"/>
                </a:lnTo>
                <a:lnTo>
                  <a:pt x="12204" y="304800"/>
                </a:lnTo>
                <a:lnTo>
                  <a:pt x="15252" y="303276"/>
                </a:lnTo>
                <a:lnTo>
                  <a:pt x="19824" y="300228"/>
                </a:lnTo>
                <a:lnTo>
                  <a:pt x="140220" y="252984"/>
                </a:lnTo>
                <a:lnTo>
                  <a:pt x="140220" y="248412"/>
                </a:lnTo>
                <a:lnTo>
                  <a:pt x="53352" y="210312"/>
                </a:lnTo>
                <a:lnTo>
                  <a:pt x="140220" y="173736"/>
                </a:lnTo>
                <a:lnTo>
                  <a:pt x="140220" y="169164"/>
                </a:lnTo>
                <a:close/>
              </a:path>
              <a:path extrusionOk="0" h="707390" w="201295">
                <a:moveTo>
                  <a:pt x="201180" y="647700"/>
                </a:moveTo>
                <a:lnTo>
                  <a:pt x="199745" y="630275"/>
                </a:lnTo>
                <a:lnTo>
                  <a:pt x="195465" y="614553"/>
                </a:lnTo>
                <a:lnTo>
                  <a:pt x="188315" y="600557"/>
                </a:lnTo>
                <a:lnTo>
                  <a:pt x="182765" y="593737"/>
                </a:lnTo>
                <a:lnTo>
                  <a:pt x="182765" y="637032"/>
                </a:lnTo>
                <a:lnTo>
                  <a:pt x="182321" y="647700"/>
                </a:lnTo>
                <a:lnTo>
                  <a:pt x="170700" y="684276"/>
                </a:lnTo>
                <a:lnTo>
                  <a:pt x="166128" y="687324"/>
                </a:lnTo>
                <a:lnTo>
                  <a:pt x="158508" y="687324"/>
                </a:lnTo>
                <a:lnTo>
                  <a:pt x="153936" y="685800"/>
                </a:lnTo>
                <a:lnTo>
                  <a:pt x="150888" y="682752"/>
                </a:lnTo>
                <a:lnTo>
                  <a:pt x="146316" y="681228"/>
                </a:lnTo>
                <a:lnTo>
                  <a:pt x="141744" y="678180"/>
                </a:lnTo>
                <a:lnTo>
                  <a:pt x="140220" y="676656"/>
                </a:lnTo>
                <a:lnTo>
                  <a:pt x="137172" y="673608"/>
                </a:lnTo>
                <a:lnTo>
                  <a:pt x="137934" y="634250"/>
                </a:lnTo>
                <a:lnTo>
                  <a:pt x="138049" y="632040"/>
                </a:lnTo>
                <a:lnTo>
                  <a:pt x="138112" y="630936"/>
                </a:lnTo>
                <a:lnTo>
                  <a:pt x="138188" y="629437"/>
                </a:lnTo>
                <a:lnTo>
                  <a:pt x="138277" y="627888"/>
                </a:lnTo>
                <a:lnTo>
                  <a:pt x="138391" y="625792"/>
                </a:lnTo>
                <a:lnTo>
                  <a:pt x="138696" y="620268"/>
                </a:lnTo>
                <a:lnTo>
                  <a:pt x="138760" y="617626"/>
                </a:lnTo>
                <a:lnTo>
                  <a:pt x="147840" y="582168"/>
                </a:lnTo>
                <a:lnTo>
                  <a:pt x="160032" y="582168"/>
                </a:lnTo>
                <a:lnTo>
                  <a:pt x="182321" y="622007"/>
                </a:lnTo>
                <a:lnTo>
                  <a:pt x="182372" y="623316"/>
                </a:lnTo>
                <a:lnTo>
                  <a:pt x="182499" y="625792"/>
                </a:lnTo>
                <a:lnTo>
                  <a:pt x="182600" y="627888"/>
                </a:lnTo>
                <a:lnTo>
                  <a:pt x="182714" y="630275"/>
                </a:lnTo>
                <a:lnTo>
                  <a:pt x="182765" y="637032"/>
                </a:lnTo>
                <a:lnTo>
                  <a:pt x="182765" y="593737"/>
                </a:lnTo>
                <a:lnTo>
                  <a:pt x="147840" y="573024"/>
                </a:lnTo>
                <a:lnTo>
                  <a:pt x="138696" y="573024"/>
                </a:lnTo>
                <a:lnTo>
                  <a:pt x="118821" y="594741"/>
                </a:lnTo>
                <a:lnTo>
                  <a:pt x="118745" y="595172"/>
                </a:lnTo>
                <a:lnTo>
                  <a:pt x="117360" y="603504"/>
                </a:lnTo>
                <a:lnTo>
                  <a:pt x="116471" y="609485"/>
                </a:lnTo>
                <a:lnTo>
                  <a:pt x="116382" y="611314"/>
                </a:lnTo>
                <a:lnTo>
                  <a:pt x="116306" y="612698"/>
                </a:lnTo>
                <a:lnTo>
                  <a:pt x="115836" y="664464"/>
                </a:lnTo>
                <a:lnTo>
                  <a:pt x="114312" y="669036"/>
                </a:lnTo>
                <a:lnTo>
                  <a:pt x="114312" y="672084"/>
                </a:lnTo>
                <a:lnTo>
                  <a:pt x="111264" y="675132"/>
                </a:lnTo>
                <a:lnTo>
                  <a:pt x="108216" y="676656"/>
                </a:lnTo>
                <a:lnTo>
                  <a:pt x="105168" y="676656"/>
                </a:lnTo>
                <a:lnTo>
                  <a:pt x="103644" y="675132"/>
                </a:lnTo>
                <a:lnTo>
                  <a:pt x="97548" y="672084"/>
                </a:lnTo>
                <a:lnTo>
                  <a:pt x="96024" y="670560"/>
                </a:lnTo>
                <a:lnTo>
                  <a:pt x="94500" y="669036"/>
                </a:lnTo>
                <a:lnTo>
                  <a:pt x="91452" y="662940"/>
                </a:lnTo>
                <a:lnTo>
                  <a:pt x="92976" y="656844"/>
                </a:lnTo>
                <a:lnTo>
                  <a:pt x="94500" y="649224"/>
                </a:lnTo>
                <a:lnTo>
                  <a:pt x="94500" y="643128"/>
                </a:lnTo>
                <a:lnTo>
                  <a:pt x="93637" y="632040"/>
                </a:lnTo>
                <a:lnTo>
                  <a:pt x="91071" y="621792"/>
                </a:lnTo>
                <a:lnTo>
                  <a:pt x="88188" y="615696"/>
                </a:lnTo>
                <a:lnTo>
                  <a:pt x="86880" y="612927"/>
                </a:lnTo>
                <a:lnTo>
                  <a:pt x="86880" y="633984"/>
                </a:lnTo>
                <a:lnTo>
                  <a:pt x="86880" y="649224"/>
                </a:lnTo>
                <a:lnTo>
                  <a:pt x="83832" y="656844"/>
                </a:lnTo>
                <a:lnTo>
                  <a:pt x="76212" y="661416"/>
                </a:lnTo>
                <a:lnTo>
                  <a:pt x="69659" y="665657"/>
                </a:lnTo>
                <a:lnTo>
                  <a:pt x="61544" y="669036"/>
                </a:lnTo>
                <a:lnTo>
                  <a:pt x="51993" y="671283"/>
                </a:lnTo>
                <a:lnTo>
                  <a:pt x="41160" y="672084"/>
                </a:lnTo>
                <a:lnTo>
                  <a:pt x="33464" y="671537"/>
                </a:lnTo>
                <a:lnTo>
                  <a:pt x="7632" y="652272"/>
                </a:lnTo>
                <a:lnTo>
                  <a:pt x="7632" y="637032"/>
                </a:lnTo>
                <a:lnTo>
                  <a:pt x="41198" y="616292"/>
                </a:lnTo>
                <a:lnTo>
                  <a:pt x="51828" y="615696"/>
                </a:lnTo>
                <a:lnTo>
                  <a:pt x="60375" y="616038"/>
                </a:lnTo>
                <a:lnTo>
                  <a:pt x="67640" y="617220"/>
                </a:lnTo>
                <a:lnTo>
                  <a:pt x="73469" y="619556"/>
                </a:lnTo>
                <a:lnTo>
                  <a:pt x="77736" y="623316"/>
                </a:lnTo>
                <a:lnTo>
                  <a:pt x="83832" y="627888"/>
                </a:lnTo>
                <a:lnTo>
                  <a:pt x="86880" y="633984"/>
                </a:lnTo>
                <a:lnTo>
                  <a:pt x="86880" y="612927"/>
                </a:lnTo>
                <a:lnTo>
                  <a:pt x="86779" y="612698"/>
                </a:lnTo>
                <a:lnTo>
                  <a:pt x="80784" y="605028"/>
                </a:lnTo>
                <a:lnTo>
                  <a:pt x="74422" y="598932"/>
                </a:lnTo>
                <a:lnTo>
                  <a:pt x="67259" y="594741"/>
                </a:lnTo>
                <a:lnTo>
                  <a:pt x="59131" y="592175"/>
                </a:lnTo>
                <a:lnTo>
                  <a:pt x="50304" y="591312"/>
                </a:lnTo>
                <a:lnTo>
                  <a:pt x="42608" y="591654"/>
                </a:lnTo>
                <a:lnTo>
                  <a:pt x="35636" y="592836"/>
                </a:lnTo>
                <a:lnTo>
                  <a:pt x="29514" y="595172"/>
                </a:lnTo>
                <a:lnTo>
                  <a:pt x="24396" y="598932"/>
                </a:lnTo>
                <a:lnTo>
                  <a:pt x="24396" y="576072"/>
                </a:lnTo>
                <a:lnTo>
                  <a:pt x="22872" y="574548"/>
                </a:lnTo>
                <a:lnTo>
                  <a:pt x="22872" y="573024"/>
                </a:lnTo>
                <a:lnTo>
                  <a:pt x="10680" y="573024"/>
                </a:lnTo>
                <a:lnTo>
                  <a:pt x="10680" y="609485"/>
                </a:lnTo>
                <a:lnTo>
                  <a:pt x="9626" y="611314"/>
                </a:lnTo>
                <a:lnTo>
                  <a:pt x="5791" y="617626"/>
                </a:lnTo>
                <a:lnTo>
                  <a:pt x="2489" y="625792"/>
                </a:lnTo>
                <a:lnTo>
                  <a:pt x="596" y="634250"/>
                </a:lnTo>
                <a:lnTo>
                  <a:pt x="12" y="643128"/>
                </a:lnTo>
                <a:lnTo>
                  <a:pt x="863" y="654011"/>
                </a:lnTo>
                <a:lnTo>
                  <a:pt x="21107" y="687476"/>
                </a:lnTo>
                <a:lnTo>
                  <a:pt x="47256" y="696468"/>
                </a:lnTo>
                <a:lnTo>
                  <a:pt x="53848" y="695921"/>
                </a:lnTo>
                <a:lnTo>
                  <a:pt x="60020" y="694372"/>
                </a:lnTo>
                <a:lnTo>
                  <a:pt x="65138" y="692277"/>
                </a:lnTo>
                <a:lnTo>
                  <a:pt x="66027" y="691896"/>
                </a:lnTo>
                <a:lnTo>
                  <a:pt x="71780" y="688784"/>
                </a:lnTo>
                <a:lnTo>
                  <a:pt x="77736" y="685800"/>
                </a:lnTo>
                <a:lnTo>
                  <a:pt x="83832" y="678180"/>
                </a:lnTo>
                <a:lnTo>
                  <a:pt x="87490" y="672084"/>
                </a:lnTo>
                <a:lnTo>
                  <a:pt x="88404" y="670560"/>
                </a:lnTo>
                <a:lnTo>
                  <a:pt x="115836" y="696468"/>
                </a:lnTo>
                <a:lnTo>
                  <a:pt x="121932" y="696468"/>
                </a:lnTo>
                <a:lnTo>
                  <a:pt x="124980" y="694944"/>
                </a:lnTo>
                <a:lnTo>
                  <a:pt x="129552" y="690372"/>
                </a:lnTo>
                <a:lnTo>
                  <a:pt x="135648" y="681228"/>
                </a:lnTo>
                <a:lnTo>
                  <a:pt x="144792" y="690372"/>
                </a:lnTo>
                <a:lnTo>
                  <a:pt x="163080" y="704088"/>
                </a:lnTo>
                <a:lnTo>
                  <a:pt x="166128" y="705612"/>
                </a:lnTo>
                <a:lnTo>
                  <a:pt x="167652" y="705612"/>
                </a:lnTo>
                <a:lnTo>
                  <a:pt x="170700" y="707136"/>
                </a:lnTo>
                <a:lnTo>
                  <a:pt x="178320" y="707136"/>
                </a:lnTo>
                <a:lnTo>
                  <a:pt x="182892" y="702564"/>
                </a:lnTo>
                <a:lnTo>
                  <a:pt x="192049" y="687324"/>
                </a:lnTo>
                <a:lnTo>
                  <a:pt x="193459" y="684999"/>
                </a:lnTo>
                <a:lnTo>
                  <a:pt x="197751" y="673608"/>
                </a:lnTo>
                <a:lnTo>
                  <a:pt x="200317" y="661085"/>
                </a:lnTo>
                <a:lnTo>
                  <a:pt x="200418" y="659511"/>
                </a:lnTo>
                <a:lnTo>
                  <a:pt x="200494" y="658368"/>
                </a:lnTo>
                <a:lnTo>
                  <a:pt x="200583" y="656844"/>
                </a:lnTo>
                <a:lnTo>
                  <a:pt x="201180" y="6477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38" name="Google Shape;4438;p74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4436364" y="5751575"/>
            <a:ext cx="271272" cy="1085088"/>
          </a:xfrm>
          <a:prstGeom prst="rect">
            <a:avLst/>
          </a:prstGeom>
          <a:noFill/>
          <a:ln>
            <a:noFill/>
          </a:ln>
        </p:spPr>
      </p:pic>
      <p:sp>
        <p:nvSpPr>
          <p:cNvPr id="4439" name="Google Shape;4439;p74"/>
          <p:cNvSpPr/>
          <p:nvPr/>
        </p:nvSpPr>
        <p:spPr>
          <a:xfrm>
            <a:off x="4436351" y="5146548"/>
            <a:ext cx="210820" cy="525780"/>
          </a:xfrm>
          <a:custGeom>
            <a:rect b="b" l="l" r="r" t="t"/>
            <a:pathLst>
              <a:path extrusionOk="0" h="525779" w="210820">
                <a:moveTo>
                  <a:pt x="32004" y="268224"/>
                </a:moveTo>
                <a:lnTo>
                  <a:pt x="30480" y="263652"/>
                </a:lnTo>
                <a:lnTo>
                  <a:pt x="24384" y="257556"/>
                </a:lnTo>
                <a:lnTo>
                  <a:pt x="19812" y="256032"/>
                </a:lnTo>
                <a:lnTo>
                  <a:pt x="10668" y="256032"/>
                </a:lnTo>
                <a:lnTo>
                  <a:pt x="7620" y="257556"/>
                </a:lnTo>
                <a:lnTo>
                  <a:pt x="1524" y="263652"/>
                </a:lnTo>
                <a:lnTo>
                  <a:pt x="0" y="268224"/>
                </a:lnTo>
                <a:lnTo>
                  <a:pt x="0" y="275844"/>
                </a:lnTo>
                <a:lnTo>
                  <a:pt x="1524" y="280416"/>
                </a:lnTo>
                <a:lnTo>
                  <a:pt x="7620" y="286512"/>
                </a:lnTo>
                <a:lnTo>
                  <a:pt x="10668" y="288036"/>
                </a:lnTo>
                <a:lnTo>
                  <a:pt x="19812" y="288036"/>
                </a:lnTo>
                <a:lnTo>
                  <a:pt x="24384" y="286512"/>
                </a:lnTo>
                <a:lnTo>
                  <a:pt x="30480" y="280416"/>
                </a:lnTo>
                <a:lnTo>
                  <a:pt x="32004" y="275844"/>
                </a:lnTo>
                <a:lnTo>
                  <a:pt x="32004" y="268224"/>
                </a:lnTo>
                <a:close/>
              </a:path>
              <a:path extrusionOk="0" h="525779" w="210820">
                <a:moveTo>
                  <a:pt x="207264" y="239268"/>
                </a:moveTo>
                <a:lnTo>
                  <a:pt x="202692" y="239268"/>
                </a:lnTo>
                <a:lnTo>
                  <a:pt x="202692" y="245364"/>
                </a:lnTo>
                <a:lnTo>
                  <a:pt x="201168" y="249936"/>
                </a:lnTo>
                <a:lnTo>
                  <a:pt x="199644" y="251460"/>
                </a:lnTo>
                <a:lnTo>
                  <a:pt x="198120" y="254508"/>
                </a:lnTo>
                <a:lnTo>
                  <a:pt x="196596" y="256032"/>
                </a:lnTo>
                <a:lnTo>
                  <a:pt x="190500" y="259080"/>
                </a:lnTo>
                <a:lnTo>
                  <a:pt x="70104" y="259080"/>
                </a:lnTo>
                <a:lnTo>
                  <a:pt x="70104" y="265176"/>
                </a:lnTo>
                <a:lnTo>
                  <a:pt x="86868" y="306324"/>
                </a:lnTo>
                <a:lnTo>
                  <a:pt x="91440" y="304800"/>
                </a:lnTo>
                <a:lnTo>
                  <a:pt x="89916" y="300228"/>
                </a:lnTo>
                <a:lnTo>
                  <a:pt x="88392" y="297180"/>
                </a:lnTo>
                <a:lnTo>
                  <a:pt x="88392" y="291084"/>
                </a:lnTo>
                <a:lnTo>
                  <a:pt x="89916" y="289560"/>
                </a:lnTo>
                <a:lnTo>
                  <a:pt x="89916" y="288036"/>
                </a:lnTo>
                <a:lnTo>
                  <a:pt x="91440" y="286512"/>
                </a:lnTo>
                <a:lnTo>
                  <a:pt x="94488" y="284988"/>
                </a:lnTo>
                <a:lnTo>
                  <a:pt x="97536" y="284988"/>
                </a:lnTo>
                <a:lnTo>
                  <a:pt x="101854" y="284111"/>
                </a:lnTo>
                <a:lnTo>
                  <a:pt x="108013" y="283654"/>
                </a:lnTo>
                <a:lnTo>
                  <a:pt x="117348" y="283464"/>
                </a:lnTo>
                <a:lnTo>
                  <a:pt x="190500" y="283464"/>
                </a:lnTo>
                <a:lnTo>
                  <a:pt x="199644" y="288036"/>
                </a:lnTo>
                <a:lnTo>
                  <a:pt x="199644" y="291084"/>
                </a:lnTo>
                <a:lnTo>
                  <a:pt x="201168" y="292608"/>
                </a:lnTo>
                <a:lnTo>
                  <a:pt x="202692" y="297180"/>
                </a:lnTo>
                <a:lnTo>
                  <a:pt x="202692" y="303276"/>
                </a:lnTo>
                <a:lnTo>
                  <a:pt x="207264" y="303276"/>
                </a:lnTo>
                <a:lnTo>
                  <a:pt x="207264" y="283464"/>
                </a:lnTo>
                <a:lnTo>
                  <a:pt x="207264" y="239268"/>
                </a:lnTo>
                <a:close/>
              </a:path>
              <a:path extrusionOk="0" h="525779" w="210820">
                <a:moveTo>
                  <a:pt x="207276" y="0"/>
                </a:moveTo>
                <a:lnTo>
                  <a:pt x="202704" y="0"/>
                </a:lnTo>
                <a:lnTo>
                  <a:pt x="202704" y="6096"/>
                </a:lnTo>
                <a:lnTo>
                  <a:pt x="201180" y="10668"/>
                </a:lnTo>
                <a:lnTo>
                  <a:pt x="199656" y="12192"/>
                </a:lnTo>
                <a:lnTo>
                  <a:pt x="198132" y="15240"/>
                </a:lnTo>
                <a:lnTo>
                  <a:pt x="196608" y="16764"/>
                </a:lnTo>
                <a:lnTo>
                  <a:pt x="190512" y="19812"/>
                </a:lnTo>
                <a:lnTo>
                  <a:pt x="129552" y="19812"/>
                </a:lnTo>
                <a:lnTo>
                  <a:pt x="118097" y="20078"/>
                </a:lnTo>
                <a:lnTo>
                  <a:pt x="79260" y="28956"/>
                </a:lnTo>
                <a:lnTo>
                  <a:pt x="76212" y="35052"/>
                </a:lnTo>
                <a:lnTo>
                  <a:pt x="71640" y="41148"/>
                </a:lnTo>
                <a:lnTo>
                  <a:pt x="70116" y="47244"/>
                </a:lnTo>
                <a:lnTo>
                  <a:pt x="70116" y="60960"/>
                </a:lnTo>
                <a:lnTo>
                  <a:pt x="97548" y="100584"/>
                </a:lnTo>
                <a:lnTo>
                  <a:pt x="12" y="100584"/>
                </a:lnTo>
                <a:lnTo>
                  <a:pt x="12" y="106680"/>
                </a:lnTo>
                <a:lnTo>
                  <a:pt x="16776" y="147828"/>
                </a:lnTo>
                <a:lnTo>
                  <a:pt x="21348" y="146304"/>
                </a:lnTo>
                <a:lnTo>
                  <a:pt x="18300" y="137160"/>
                </a:lnTo>
                <a:lnTo>
                  <a:pt x="18300" y="132588"/>
                </a:lnTo>
                <a:lnTo>
                  <a:pt x="19824" y="131064"/>
                </a:lnTo>
                <a:lnTo>
                  <a:pt x="19824" y="129540"/>
                </a:lnTo>
                <a:lnTo>
                  <a:pt x="21348" y="128016"/>
                </a:lnTo>
                <a:lnTo>
                  <a:pt x="24396" y="126492"/>
                </a:lnTo>
                <a:lnTo>
                  <a:pt x="27444" y="126492"/>
                </a:lnTo>
                <a:lnTo>
                  <a:pt x="31102" y="125615"/>
                </a:lnTo>
                <a:lnTo>
                  <a:pt x="37350" y="125158"/>
                </a:lnTo>
                <a:lnTo>
                  <a:pt x="56400" y="124968"/>
                </a:lnTo>
                <a:lnTo>
                  <a:pt x="190512" y="124968"/>
                </a:lnTo>
                <a:lnTo>
                  <a:pt x="196608" y="128016"/>
                </a:lnTo>
                <a:lnTo>
                  <a:pt x="199656" y="131064"/>
                </a:lnTo>
                <a:lnTo>
                  <a:pt x="201180" y="134112"/>
                </a:lnTo>
                <a:lnTo>
                  <a:pt x="202704" y="138684"/>
                </a:lnTo>
                <a:lnTo>
                  <a:pt x="202704" y="144780"/>
                </a:lnTo>
                <a:lnTo>
                  <a:pt x="207276" y="144780"/>
                </a:lnTo>
                <a:lnTo>
                  <a:pt x="207276" y="80772"/>
                </a:lnTo>
                <a:lnTo>
                  <a:pt x="202704" y="80772"/>
                </a:lnTo>
                <a:lnTo>
                  <a:pt x="202704" y="86868"/>
                </a:lnTo>
                <a:lnTo>
                  <a:pt x="201180" y="91440"/>
                </a:lnTo>
                <a:lnTo>
                  <a:pt x="199656" y="94488"/>
                </a:lnTo>
                <a:lnTo>
                  <a:pt x="196608" y="97536"/>
                </a:lnTo>
                <a:lnTo>
                  <a:pt x="193560" y="99060"/>
                </a:lnTo>
                <a:lnTo>
                  <a:pt x="192036" y="100584"/>
                </a:lnTo>
                <a:lnTo>
                  <a:pt x="106692" y="100584"/>
                </a:lnTo>
                <a:lnTo>
                  <a:pt x="99072" y="92964"/>
                </a:lnTo>
                <a:lnTo>
                  <a:pt x="94500" y="86868"/>
                </a:lnTo>
                <a:lnTo>
                  <a:pt x="91452" y="82296"/>
                </a:lnTo>
                <a:lnTo>
                  <a:pt x="88404" y="76200"/>
                </a:lnTo>
                <a:lnTo>
                  <a:pt x="88404" y="57912"/>
                </a:lnTo>
                <a:lnTo>
                  <a:pt x="91452" y="53340"/>
                </a:lnTo>
                <a:lnTo>
                  <a:pt x="92976" y="50292"/>
                </a:lnTo>
                <a:lnTo>
                  <a:pt x="105752" y="46126"/>
                </a:lnTo>
                <a:lnTo>
                  <a:pt x="111836" y="45148"/>
                </a:lnTo>
                <a:lnTo>
                  <a:pt x="119900" y="44462"/>
                </a:lnTo>
                <a:lnTo>
                  <a:pt x="129552" y="44196"/>
                </a:lnTo>
                <a:lnTo>
                  <a:pt x="190512" y="44196"/>
                </a:lnTo>
                <a:lnTo>
                  <a:pt x="195084" y="45720"/>
                </a:lnTo>
                <a:lnTo>
                  <a:pt x="196608" y="47244"/>
                </a:lnTo>
                <a:lnTo>
                  <a:pt x="199656" y="48768"/>
                </a:lnTo>
                <a:lnTo>
                  <a:pt x="202704" y="54864"/>
                </a:lnTo>
                <a:lnTo>
                  <a:pt x="202704" y="64008"/>
                </a:lnTo>
                <a:lnTo>
                  <a:pt x="207276" y="64008"/>
                </a:lnTo>
                <a:lnTo>
                  <a:pt x="207276" y="0"/>
                </a:lnTo>
                <a:close/>
              </a:path>
              <a:path extrusionOk="0" h="525779" w="210820">
                <a:moveTo>
                  <a:pt x="210312" y="175260"/>
                </a:moveTo>
                <a:lnTo>
                  <a:pt x="181356" y="147828"/>
                </a:lnTo>
                <a:lnTo>
                  <a:pt x="181356" y="153924"/>
                </a:lnTo>
                <a:lnTo>
                  <a:pt x="184404" y="156972"/>
                </a:lnTo>
                <a:lnTo>
                  <a:pt x="187452" y="158496"/>
                </a:lnTo>
                <a:lnTo>
                  <a:pt x="192024" y="167640"/>
                </a:lnTo>
                <a:lnTo>
                  <a:pt x="192024" y="173736"/>
                </a:lnTo>
                <a:lnTo>
                  <a:pt x="190500" y="178308"/>
                </a:lnTo>
                <a:lnTo>
                  <a:pt x="187452" y="179832"/>
                </a:lnTo>
                <a:lnTo>
                  <a:pt x="184404" y="182880"/>
                </a:lnTo>
                <a:lnTo>
                  <a:pt x="82296" y="182880"/>
                </a:lnTo>
                <a:lnTo>
                  <a:pt x="82296" y="152400"/>
                </a:lnTo>
                <a:lnTo>
                  <a:pt x="73152" y="152400"/>
                </a:lnTo>
                <a:lnTo>
                  <a:pt x="73152" y="182880"/>
                </a:lnTo>
                <a:lnTo>
                  <a:pt x="28956" y="182880"/>
                </a:lnTo>
                <a:lnTo>
                  <a:pt x="28956" y="185928"/>
                </a:lnTo>
                <a:lnTo>
                  <a:pt x="38100" y="190500"/>
                </a:lnTo>
                <a:lnTo>
                  <a:pt x="45720" y="195072"/>
                </a:lnTo>
                <a:lnTo>
                  <a:pt x="48768" y="196596"/>
                </a:lnTo>
                <a:lnTo>
                  <a:pt x="56388" y="201168"/>
                </a:lnTo>
                <a:lnTo>
                  <a:pt x="62484" y="207264"/>
                </a:lnTo>
                <a:lnTo>
                  <a:pt x="71628" y="219456"/>
                </a:lnTo>
                <a:lnTo>
                  <a:pt x="74676" y="225552"/>
                </a:lnTo>
                <a:lnTo>
                  <a:pt x="77724" y="230124"/>
                </a:lnTo>
                <a:lnTo>
                  <a:pt x="82296" y="230124"/>
                </a:lnTo>
                <a:lnTo>
                  <a:pt x="82296" y="207264"/>
                </a:lnTo>
                <a:lnTo>
                  <a:pt x="190500" y="207264"/>
                </a:lnTo>
                <a:lnTo>
                  <a:pt x="195072" y="204216"/>
                </a:lnTo>
                <a:lnTo>
                  <a:pt x="199644" y="202692"/>
                </a:lnTo>
                <a:lnTo>
                  <a:pt x="204216" y="199644"/>
                </a:lnTo>
                <a:lnTo>
                  <a:pt x="205740" y="195072"/>
                </a:lnTo>
                <a:lnTo>
                  <a:pt x="208788" y="190500"/>
                </a:lnTo>
                <a:lnTo>
                  <a:pt x="210312" y="187452"/>
                </a:lnTo>
                <a:lnTo>
                  <a:pt x="210312" y="175260"/>
                </a:lnTo>
                <a:close/>
              </a:path>
              <a:path extrusionOk="0" h="525779" w="210820">
                <a:moveTo>
                  <a:pt x="210324" y="376428"/>
                </a:moveTo>
                <a:lnTo>
                  <a:pt x="94500" y="332232"/>
                </a:lnTo>
                <a:lnTo>
                  <a:pt x="83832" y="327660"/>
                </a:lnTo>
                <a:lnTo>
                  <a:pt x="77736" y="321564"/>
                </a:lnTo>
                <a:lnTo>
                  <a:pt x="77736" y="313944"/>
                </a:lnTo>
                <a:lnTo>
                  <a:pt x="73164" y="313944"/>
                </a:lnTo>
                <a:lnTo>
                  <a:pt x="73164" y="353568"/>
                </a:lnTo>
                <a:lnTo>
                  <a:pt x="77736" y="353568"/>
                </a:lnTo>
                <a:lnTo>
                  <a:pt x="77736" y="344424"/>
                </a:lnTo>
                <a:lnTo>
                  <a:pt x="82308" y="339852"/>
                </a:lnTo>
                <a:lnTo>
                  <a:pt x="88404" y="339852"/>
                </a:lnTo>
                <a:lnTo>
                  <a:pt x="97548" y="342900"/>
                </a:lnTo>
                <a:lnTo>
                  <a:pt x="170700" y="370332"/>
                </a:lnTo>
                <a:lnTo>
                  <a:pt x="94500" y="403860"/>
                </a:lnTo>
                <a:lnTo>
                  <a:pt x="83832" y="403860"/>
                </a:lnTo>
                <a:lnTo>
                  <a:pt x="79260" y="399288"/>
                </a:lnTo>
                <a:lnTo>
                  <a:pt x="77736" y="394716"/>
                </a:lnTo>
                <a:lnTo>
                  <a:pt x="77736" y="388620"/>
                </a:lnTo>
                <a:lnTo>
                  <a:pt x="73164" y="388620"/>
                </a:lnTo>
                <a:lnTo>
                  <a:pt x="73164" y="451104"/>
                </a:lnTo>
                <a:lnTo>
                  <a:pt x="77736" y="451104"/>
                </a:lnTo>
                <a:lnTo>
                  <a:pt x="77736" y="440436"/>
                </a:lnTo>
                <a:lnTo>
                  <a:pt x="82308" y="435864"/>
                </a:lnTo>
                <a:lnTo>
                  <a:pt x="86880" y="432816"/>
                </a:lnTo>
                <a:lnTo>
                  <a:pt x="92976" y="429768"/>
                </a:lnTo>
                <a:lnTo>
                  <a:pt x="111264" y="422148"/>
                </a:lnTo>
                <a:lnTo>
                  <a:pt x="172224" y="449580"/>
                </a:lnTo>
                <a:lnTo>
                  <a:pt x="97548" y="478536"/>
                </a:lnTo>
                <a:lnTo>
                  <a:pt x="92976" y="480060"/>
                </a:lnTo>
                <a:lnTo>
                  <a:pt x="89928" y="481584"/>
                </a:lnTo>
                <a:lnTo>
                  <a:pt x="83832" y="481584"/>
                </a:lnTo>
                <a:lnTo>
                  <a:pt x="80784" y="480060"/>
                </a:lnTo>
                <a:lnTo>
                  <a:pt x="79260" y="478536"/>
                </a:lnTo>
                <a:lnTo>
                  <a:pt x="79260" y="477012"/>
                </a:lnTo>
                <a:lnTo>
                  <a:pt x="77736" y="473964"/>
                </a:lnTo>
                <a:lnTo>
                  <a:pt x="77736" y="467868"/>
                </a:lnTo>
                <a:lnTo>
                  <a:pt x="73164" y="467868"/>
                </a:lnTo>
                <a:lnTo>
                  <a:pt x="73164" y="525780"/>
                </a:lnTo>
                <a:lnTo>
                  <a:pt x="77736" y="525780"/>
                </a:lnTo>
                <a:lnTo>
                  <a:pt x="79260" y="519684"/>
                </a:lnTo>
                <a:lnTo>
                  <a:pt x="80784" y="515112"/>
                </a:lnTo>
                <a:lnTo>
                  <a:pt x="82308" y="512064"/>
                </a:lnTo>
                <a:lnTo>
                  <a:pt x="85356" y="510540"/>
                </a:lnTo>
                <a:lnTo>
                  <a:pt x="89928" y="507492"/>
                </a:lnTo>
                <a:lnTo>
                  <a:pt x="210324" y="460248"/>
                </a:lnTo>
                <a:lnTo>
                  <a:pt x="210324" y="457200"/>
                </a:lnTo>
                <a:lnTo>
                  <a:pt x="123456" y="417576"/>
                </a:lnTo>
                <a:lnTo>
                  <a:pt x="210324" y="381000"/>
                </a:lnTo>
                <a:lnTo>
                  <a:pt x="210324" y="3764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40" name="Google Shape;4440;p74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4436364" y="4716779"/>
            <a:ext cx="210311" cy="35509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41" name="Google Shape;4441;p74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4436364" y="3671315"/>
            <a:ext cx="210312" cy="957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4442" name="Google Shape;4442;p74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4436364" y="3361944"/>
            <a:ext cx="207264" cy="2225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43" name="Google Shape;4443;p74"/>
          <p:cNvGrpSpPr/>
          <p:nvPr/>
        </p:nvGrpSpPr>
        <p:grpSpPr>
          <a:xfrm>
            <a:off x="4506467" y="2613659"/>
            <a:ext cx="184786" cy="676657"/>
            <a:chOff x="4506467" y="2613659"/>
            <a:chExt cx="184786" cy="676657"/>
          </a:xfrm>
        </p:grpSpPr>
        <p:pic>
          <p:nvPicPr>
            <p:cNvPr id="4444" name="Google Shape;4444;p74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4506467" y="3035808"/>
              <a:ext cx="140208" cy="2545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45" name="Google Shape;4445;p74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4506467" y="2688335"/>
              <a:ext cx="140208" cy="3276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46" name="Google Shape;4446;p74"/>
            <p:cNvSpPr/>
            <p:nvPr/>
          </p:nvSpPr>
          <p:spPr>
            <a:xfrm>
              <a:off x="4506468" y="2613659"/>
              <a:ext cx="184785" cy="44450"/>
            </a:xfrm>
            <a:custGeom>
              <a:rect b="b" l="l" r="r" t="t"/>
              <a:pathLst>
                <a:path extrusionOk="0" h="44450" w="184785">
                  <a:moveTo>
                    <a:pt x="21336" y="41148"/>
                  </a:moveTo>
                  <a:lnTo>
                    <a:pt x="12192" y="41148"/>
                  </a:lnTo>
                  <a:lnTo>
                    <a:pt x="7620" y="39624"/>
                  </a:lnTo>
                  <a:lnTo>
                    <a:pt x="1524" y="33528"/>
                  </a:lnTo>
                  <a:lnTo>
                    <a:pt x="0" y="28956"/>
                  </a:lnTo>
                  <a:lnTo>
                    <a:pt x="0" y="19812"/>
                  </a:lnTo>
                  <a:lnTo>
                    <a:pt x="1524" y="15240"/>
                  </a:lnTo>
                  <a:lnTo>
                    <a:pt x="7620" y="9144"/>
                  </a:lnTo>
                  <a:lnTo>
                    <a:pt x="12192" y="7620"/>
                  </a:lnTo>
                  <a:lnTo>
                    <a:pt x="21336" y="7620"/>
                  </a:lnTo>
                  <a:lnTo>
                    <a:pt x="24384" y="9144"/>
                  </a:lnTo>
                  <a:lnTo>
                    <a:pt x="27432" y="12192"/>
                  </a:lnTo>
                  <a:lnTo>
                    <a:pt x="32004" y="15240"/>
                  </a:lnTo>
                  <a:lnTo>
                    <a:pt x="33528" y="19812"/>
                  </a:lnTo>
                  <a:lnTo>
                    <a:pt x="33528" y="28956"/>
                  </a:lnTo>
                  <a:lnTo>
                    <a:pt x="32004" y="33528"/>
                  </a:lnTo>
                  <a:lnTo>
                    <a:pt x="27432" y="36576"/>
                  </a:lnTo>
                  <a:lnTo>
                    <a:pt x="24384" y="39624"/>
                  </a:lnTo>
                  <a:lnTo>
                    <a:pt x="21336" y="41148"/>
                  </a:lnTo>
                  <a:close/>
                </a:path>
                <a:path extrusionOk="0" h="44450" w="184785">
                  <a:moveTo>
                    <a:pt x="128016" y="44196"/>
                  </a:moveTo>
                  <a:lnTo>
                    <a:pt x="118872" y="44196"/>
                  </a:lnTo>
                  <a:lnTo>
                    <a:pt x="114300" y="42672"/>
                  </a:lnTo>
                  <a:lnTo>
                    <a:pt x="111252" y="38100"/>
                  </a:lnTo>
                  <a:lnTo>
                    <a:pt x="108204" y="35052"/>
                  </a:lnTo>
                  <a:lnTo>
                    <a:pt x="106680" y="30480"/>
                  </a:lnTo>
                  <a:lnTo>
                    <a:pt x="106680" y="18288"/>
                  </a:lnTo>
                  <a:lnTo>
                    <a:pt x="108204" y="12192"/>
                  </a:lnTo>
                  <a:lnTo>
                    <a:pt x="120396" y="3048"/>
                  </a:lnTo>
                  <a:lnTo>
                    <a:pt x="126492" y="0"/>
                  </a:lnTo>
                  <a:lnTo>
                    <a:pt x="135636" y="0"/>
                  </a:lnTo>
                  <a:lnTo>
                    <a:pt x="167225" y="13716"/>
                  </a:lnTo>
                  <a:lnTo>
                    <a:pt x="135636" y="13716"/>
                  </a:lnTo>
                  <a:lnTo>
                    <a:pt x="135636" y="15240"/>
                  </a:lnTo>
                  <a:lnTo>
                    <a:pt x="134112" y="15240"/>
                  </a:lnTo>
                  <a:lnTo>
                    <a:pt x="134112" y="18288"/>
                  </a:lnTo>
                  <a:lnTo>
                    <a:pt x="137160" y="24384"/>
                  </a:lnTo>
                  <a:lnTo>
                    <a:pt x="140208" y="27432"/>
                  </a:lnTo>
                  <a:lnTo>
                    <a:pt x="140208" y="33528"/>
                  </a:lnTo>
                  <a:lnTo>
                    <a:pt x="138684" y="38100"/>
                  </a:lnTo>
                  <a:lnTo>
                    <a:pt x="135636" y="39624"/>
                  </a:lnTo>
                  <a:lnTo>
                    <a:pt x="132588" y="42672"/>
                  </a:lnTo>
                  <a:lnTo>
                    <a:pt x="128016" y="44196"/>
                  </a:lnTo>
                  <a:close/>
                </a:path>
                <a:path extrusionOk="0" h="44450" w="184785">
                  <a:moveTo>
                    <a:pt x="184403" y="44196"/>
                  </a:moveTo>
                  <a:lnTo>
                    <a:pt x="176784" y="44196"/>
                  </a:lnTo>
                  <a:lnTo>
                    <a:pt x="174188" y="37623"/>
                  </a:lnTo>
                  <a:lnTo>
                    <a:pt x="170878" y="31623"/>
                  </a:lnTo>
                  <a:lnTo>
                    <a:pt x="166711" y="26193"/>
                  </a:lnTo>
                  <a:lnTo>
                    <a:pt x="161544" y="21336"/>
                  </a:lnTo>
                  <a:lnTo>
                    <a:pt x="155448" y="16764"/>
                  </a:lnTo>
                  <a:lnTo>
                    <a:pt x="147828" y="13716"/>
                  </a:lnTo>
                  <a:lnTo>
                    <a:pt x="167225" y="13716"/>
                  </a:lnTo>
                  <a:lnTo>
                    <a:pt x="170045" y="16978"/>
                  </a:lnTo>
                  <a:lnTo>
                    <a:pt x="174943" y="24384"/>
                  </a:lnTo>
                  <a:lnTo>
                    <a:pt x="175069" y="24574"/>
                  </a:lnTo>
                  <a:lnTo>
                    <a:pt x="179770" y="33528"/>
                  </a:lnTo>
                  <a:lnTo>
                    <a:pt x="184403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447" name="Google Shape;4447;p74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5161788" y="9613392"/>
            <a:ext cx="172212" cy="1722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48" name="Google Shape;4448;p74"/>
          <p:cNvGrpSpPr/>
          <p:nvPr/>
        </p:nvGrpSpPr>
        <p:grpSpPr>
          <a:xfrm>
            <a:off x="5152631" y="8369807"/>
            <a:ext cx="206375" cy="1103504"/>
            <a:chOff x="5152631" y="8369807"/>
            <a:chExt cx="206375" cy="1103504"/>
          </a:xfrm>
        </p:grpSpPr>
        <p:sp>
          <p:nvSpPr>
            <p:cNvPr id="4449" name="Google Shape;4449;p74"/>
            <p:cNvSpPr/>
            <p:nvPr/>
          </p:nvSpPr>
          <p:spPr>
            <a:xfrm>
              <a:off x="5152631" y="8875776"/>
              <a:ext cx="206375" cy="597535"/>
            </a:xfrm>
            <a:custGeom>
              <a:rect b="b" l="l" r="r" t="t"/>
              <a:pathLst>
                <a:path extrusionOk="0" h="597534" w="206375">
                  <a:moveTo>
                    <a:pt x="202692" y="388620"/>
                  </a:moveTo>
                  <a:lnTo>
                    <a:pt x="198120" y="388620"/>
                  </a:lnTo>
                  <a:lnTo>
                    <a:pt x="196596" y="394716"/>
                  </a:lnTo>
                  <a:lnTo>
                    <a:pt x="195072" y="399288"/>
                  </a:lnTo>
                  <a:lnTo>
                    <a:pt x="132588" y="431698"/>
                  </a:lnTo>
                  <a:lnTo>
                    <a:pt x="132588" y="480060"/>
                  </a:lnTo>
                  <a:lnTo>
                    <a:pt x="132588" y="539496"/>
                  </a:lnTo>
                  <a:lnTo>
                    <a:pt x="65532" y="509016"/>
                  </a:lnTo>
                  <a:lnTo>
                    <a:pt x="132588" y="480060"/>
                  </a:lnTo>
                  <a:lnTo>
                    <a:pt x="132588" y="431698"/>
                  </a:lnTo>
                  <a:lnTo>
                    <a:pt x="0" y="489204"/>
                  </a:lnTo>
                  <a:lnTo>
                    <a:pt x="0" y="492252"/>
                  </a:lnTo>
                  <a:lnTo>
                    <a:pt x="156972" y="562356"/>
                  </a:lnTo>
                  <a:lnTo>
                    <a:pt x="167525" y="567791"/>
                  </a:lnTo>
                  <a:lnTo>
                    <a:pt x="176212" y="572643"/>
                  </a:lnTo>
                  <a:lnTo>
                    <a:pt x="182905" y="576935"/>
                  </a:lnTo>
                  <a:lnTo>
                    <a:pt x="187452" y="580644"/>
                  </a:lnTo>
                  <a:lnTo>
                    <a:pt x="193548" y="585216"/>
                  </a:lnTo>
                  <a:lnTo>
                    <a:pt x="196596" y="589788"/>
                  </a:lnTo>
                  <a:lnTo>
                    <a:pt x="198120" y="597408"/>
                  </a:lnTo>
                  <a:lnTo>
                    <a:pt x="202692" y="597408"/>
                  </a:lnTo>
                  <a:lnTo>
                    <a:pt x="202692" y="557784"/>
                  </a:lnTo>
                  <a:lnTo>
                    <a:pt x="202692" y="531876"/>
                  </a:lnTo>
                  <a:lnTo>
                    <a:pt x="198120" y="531876"/>
                  </a:lnTo>
                  <a:lnTo>
                    <a:pt x="196596" y="541020"/>
                  </a:lnTo>
                  <a:lnTo>
                    <a:pt x="195072" y="548640"/>
                  </a:lnTo>
                  <a:lnTo>
                    <a:pt x="193548" y="550164"/>
                  </a:lnTo>
                  <a:lnTo>
                    <a:pt x="190500" y="554736"/>
                  </a:lnTo>
                  <a:lnTo>
                    <a:pt x="187452" y="557784"/>
                  </a:lnTo>
                  <a:lnTo>
                    <a:pt x="176784" y="557784"/>
                  </a:lnTo>
                  <a:lnTo>
                    <a:pt x="170688" y="556260"/>
                  </a:lnTo>
                  <a:lnTo>
                    <a:pt x="164592" y="553212"/>
                  </a:lnTo>
                  <a:lnTo>
                    <a:pt x="144780" y="544068"/>
                  </a:lnTo>
                  <a:lnTo>
                    <a:pt x="144780" y="539496"/>
                  </a:lnTo>
                  <a:lnTo>
                    <a:pt x="144780" y="480060"/>
                  </a:lnTo>
                  <a:lnTo>
                    <a:pt x="144780" y="473964"/>
                  </a:lnTo>
                  <a:lnTo>
                    <a:pt x="169164" y="463296"/>
                  </a:lnTo>
                  <a:lnTo>
                    <a:pt x="175260" y="461772"/>
                  </a:lnTo>
                  <a:lnTo>
                    <a:pt x="179832" y="460248"/>
                  </a:lnTo>
                  <a:lnTo>
                    <a:pt x="181356" y="460248"/>
                  </a:lnTo>
                  <a:lnTo>
                    <a:pt x="182880" y="458724"/>
                  </a:lnTo>
                  <a:lnTo>
                    <a:pt x="190500" y="458724"/>
                  </a:lnTo>
                  <a:lnTo>
                    <a:pt x="196596" y="464820"/>
                  </a:lnTo>
                  <a:lnTo>
                    <a:pt x="198120" y="470916"/>
                  </a:lnTo>
                  <a:lnTo>
                    <a:pt x="198120" y="481584"/>
                  </a:lnTo>
                  <a:lnTo>
                    <a:pt x="202692" y="481584"/>
                  </a:lnTo>
                  <a:lnTo>
                    <a:pt x="202692" y="458724"/>
                  </a:lnTo>
                  <a:lnTo>
                    <a:pt x="202692" y="388620"/>
                  </a:lnTo>
                  <a:close/>
                </a:path>
                <a:path extrusionOk="0" h="597534" w="206375">
                  <a:moveTo>
                    <a:pt x="202692" y="303276"/>
                  </a:moveTo>
                  <a:lnTo>
                    <a:pt x="198120" y="303276"/>
                  </a:lnTo>
                  <a:lnTo>
                    <a:pt x="196723" y="307467"/>
                  </a:lnTo>
                  <a:lnTo>
                    <a:pt x="196596" y="312420"/>
                  </a:lnTo>
                  <a:lnTo>
                    <a:pt x="195072" y="313944"/>
                  </a:lnTo>
                  <a:lnTo>
                    <a:pt x="193548" y="316992"/>
                  </a:lnTo>
                  <a:lnTo>
                    <a:pt x="192024" y="318516"/>
                  </a:lnTo>
                  <a:lnTo>
                    <a:pt x="188976" y="318516"/>
                  </a:lnTo>
                  <a:lnTo>
                    <a:pt x="187452" y="320040"/>
                  </a:lnTo>
                  <a:lnTo>
                    <a:pt x="138684" y="320040"/>
                  </a:lnTo>
                  <a:lnTo>
                    <a:pt x="129832" y="319760"/>
                  </a:lnTo>
                  <a:lnTo>
                    <a:pt x="89916" y="303276"/>
                  </a:lnTo>
                  <a:lnTo>
                    <a:pt x="89916" y="294132"/>
                  </a:lnTo>
                  <a:lnTo>
                    <a:pt x="91440" y="292608"/>
                  </a:lnTo>
                  <a:lnTo>
                    <a:pt x="94488" y="288036"/>
                  </a:lnTo>
                  <a:lnTo>
                    <a:pt x="99060" y="284988"/>
                  </a:lnTo>
                  <a:lnTo>
                    <a:pt x="100584" y="281940"/>
                  </a:lnTo>
                  <a:lnTo>
                    <a:pt x="100584" y="272796"/>
                  </a:lnTo>
                  <a:lnTo>
                    <a:pt x="97536" y="268224"/>
                  </a:lnTo>
                  <a:lnTo>
                    <a:pt x="94488" y="265176"/>
                  </a:lnTo>
                  <a:lnTo>
                    <a:pt x="91440" y="260604"/>
                  </a:lnTo>
                  <a:lnTo>
                    <a:pt x="86868" y="259080"/>
                  </a:lnTo>
                  <a:lnTo>
                    <a:pt x="74676" y="259080"/>
                  </a:lnTo>
                  <a:lnTo>
                    <a:pt x="70104" y="260604"/>
                  </a:lnTo>
                  <a:lnTo>
                    <a:pt x="64008" y="266700"/>
                  </a:lnTo>
                  <a:lnTo>
                    <a:pt x="62484" y="271272"/>
                  </a:lnTo>
                  <a:lnTo>
                    <a:pt x="62484" y="283464"/>
                  </a:lnTo>
                  <a:lnTo>
                    <a:pt x="89395" y="313474"/>
                  </a:lnTo>
                  <a:lnTo>
                    <a:pt x="99060" y="320040"/>
                  </a:lnTo>
                  <a:lnTo>
                    <a:pt x="68580" y="320040"/>
                  </a:lnTo>
                  <a:lnTo>
                    <a:pt x="68580" y="377952"/>
                  </a:lnTo>
                  <a:lnTo>
                    <a:pt x="73152" y="377952"/>
                  </a:lnTo>
                  <a:lnTo>
                    <a:pt x="73152" y="368808"/>
                  </a:lnTo>
                  <a:lnTo>
                    <a:pt x="76200" y="365760"/>
                  </a:lnTo>
                  <a:lnTo>
                    <a:pt x="79248" y="364236"/>
                  </a:lnTo>
                  <a:lnTo>
                    <a:pt x="80772" y="362712"/>
                  </a:lnTo>
                  <a:lnTo>
                    <a:pt x="83820" y="361188"/>
                  </a:lnTo>
                  <a:lnTo>
                    <a:pt x="182880" y="361188"/>
                  </a:lnTo>
                  <a:lnTo>
                    <a:pt x="188976" y="362712"/>
                  </a:lnTo>
                  <a:lnTo>
                    <a:pt x="192024" y="364236"/>
                  </a:lnTo>
                  <a:lnTo>
                    <a:pt x="195072" y="367284"/>
                  </a:lnTo>
                  <a:lnTo>
                    <a:pt x="196596" y="371856"/>
                  </a:lnTo>
                  <a:lnTo>
                    <a:pt x="198120" y="377952"/>
                  </a:lnTo>
                  <a:lnTo>
                    <a:pt x="202692" y="377952"/>
                  </a:lnTo>
                  <a:lnTo>
                    <a:pt x="202692" y="361188"/>
                  </a:lnTo>
                  <a:lnTo>
                    <a:pt x="202692" y="303276"/>
                  </a:lnTo>
                  <a:close/>
                </a:path>
                <a:path extrusionOk="0" h="597534" w="206375">
                  <a:moveTo>
                    <a:pt x="202704" y="0"/>
                  </a:moveTo>
                  <a:lnTo>
                    <a:pt x="198132" y="0"/>
                  </a:lnTo>
                  <a:lnTo>
                    <a:pt x="196608" y="6096"/>
                  </a:lnTo>
                  <a:lnTo>
                    <a:pt x="195084" y="9144"/>
                  </a:lnTo>
                  <a:lnTo>
                    <a:pt x="190512" y="13716"/>
                  </a:lnTo>
                  <a:lnTo>
                    <a:pt x="118884" y="13716"/>
                  </a:lnTo>
                  <a:lnTo>
                    <a:pt x="108305" y="13982"/>
                  </a:lnTo>
                  <a:lnTo>
                    <a:pt x="68592" y="28956"/>
                  </a:lnTo>
                  <a:lnTo>
                    <a:pt x="62496" y="42672"/>
                  </a:lnTo>
                  <a:lnTo>
                    <a:pt x="62496" y="57912"/>
                  </a:lnTo>
                  <a:lnTo>
                    <a:pt x="83832" y="89916"/>
                  </a:lnTo>
                  <a:lnTo>
                    <a:pt x="4584" y="89916"/>
                  </a:lnTo>
                  <a:lnTo>
                    <a:pt x="4584" y="144780"/>
                  </a:lnTo>
                  <a:lnTo>
                    <a:pt x="9156" y="144780"/>
                  </a:lnTo>
                  <a:lnTo>
                    <a:pt x="9156" y="140208"/>
                  </a:lnTo>
                  <a:lnTo>
                    <a:pt x="10680" y="135636"/>
                  </a:lnTo>
                  <a:lnTo>
                    <a:pt x="16776" y="132588"/>
                  </a:lnTo>
                  <a:lnTo>
                    <a:pt x="22872" y="131064"/>
                  </a:lnTo>
                  <a:lnTo>
                    <a:pt x="182892" y="131064"/>
                  </a:lnTo>
                  <a:lnTo>
                    <a:pt x="190512" y="132588"/>
                  </a:lnTo>
                  <a:lnTo>
                    <a:pt x="192036" y="134112"/>
                  </a:lnTo>
                  <a:lnTo>
                    <a:pt x="195084" y="135636"/>
                  </a:lnTo>
                  <a:lnTo>
                    <a:pt x="198132" y="144780"/>
                  </a:lnTo>
                  <a:lnTo>
                    <a:pt x="202704" y="144780"/>
                  </a:lnTo>
                  <a:lnTo>
                    <a:pt x="202704" y="76200"/>
                  </a:lnTo>
                  <a:lnTo>
                    <a:pt x="198132" y="76200"/>
                  </a:lnTo>
                  <a:lnTo>
                    <a:pt x="196608" y="82296"/>
                  </a:lnTo>
                  <a:lnTo>
                    <a:pt x="195084" y="86868"/>
                  </a:lnTo>
                  <a:lnTo>
                    <a:pt x="188988" y="89916"/>
                  </a:lnTo>
                  <a:lnTo>
                    <a:pt x="99072" y="89916"/>
                  </a:lnTo>
                  <a:lnTo>
                    <a:pt x="92976" y="86868"/>
                  </a:lnTo>
                  <a:lnTo>
                    <a:pt x="85356" y="79248"/>
                  </a:lnTo>
                  <a:lnTo>
                    <a:pt x="82308" y="74676"/>
                  </a:lnTo>
                  <a:lnTo>
                    <a:pt x="82308" y="62484"/>
                  </a:lnTo>
                  <a:lnTo>
                    <a:pt x="85356" y="59436"/>
                  </a:lnTo>
                  <a:lnTo>
                    <a:pt x="91452" y="56388"/>
                  </a:lnTo>
                  <a:lnTo>
                    <a:pt x="92976" y="56388"/>
                  </a:lnTo>
                  <a:lnTo>
                    <a:pt x="100596" y="54864"/>
                  </a:lnTo>
                  <a:lnTo>
                    <a:pt x="182892" y="54864"/>
                  </a:lnTo>
                  <a:lnTo>
                    <a:pt x="188988" y="56388"/>
                  </a:lnTo>
                  <a:lnTo>
                    <a:pt x="192036" y="57912"/>
                  </a:lnTo>
                  <a:lnTo>
                    <a:pt x="195084" y="60960"/>
                  </a:lnTo>
                  <a:lnTo>
                    <a:pt x="196608" y="64008"/>
                  </a:lnTo>
                  <a:lnTo>
                    <a:pt x="198132" y="68580"/>
                  </a:lnTo>
                  <a:lnTo>
                    <a:pt x="202704" y="68580"/>
                  </a:lnTo>
                  <a:lnTo>
                    <a:pt x="202704" y="0"/>
                  </a:lnTo>
                  <a:close/>
                </a:path>
                <a:path extrusionOk="0" h="597534" w="206375">
                  <a:moveTo>
                    <a:pt x="205752" y="196596"/>
                  </a:moveTo>
                  <a:lnTo>
                    <a:pt x="204038" y="184010"/>
                  </a:lnTo>
                  <a:lnTo>
                    <a:pt x="198894" y="173545"/>
                  </a:lnTo>
                  <a:lnTo>
                    <a:pt x="190322" y="165100"/>
                  </a:lnTo>
                  <a:lnTo>
                    <a:pt x="178320" y="158496"/>
                  </a:lnTo>
                  <a:lnTo>
                    <a:pt x="175272" y="163068"/>
                  </a:lnTo>
                  <a:lnTo>
                    <a:pt x="184416" y="169164"/>
                  </a:lnTo>
                  <a:lnTo>
                    <a:pt x="188988" y="173736"/>
                  </a:lnTo>
                  <a:lnTo>
                    <a:pt x="188988" y="181356"/>
                  </a:lnTo>
                  <a:lnTo>
                    <a:pt x="184416" y="185928"/>
                  </a:lnTo>
                  <a:lnTo>
                    <a:pt x="182892" y="185928"/>
                  </a:lnTo>
                  <a:lnTo>
                    <a:pt x="181368" y="187452"/>
                  </a:lnTo>
                  <a:lnTo>
                    <a:pt x="82308" y="187452"/>
                  </a:lnTo>
                  <a:lnTo>
                    <a:pt x="82308" y="155448"/>
                  </a:lnTo>
                  <a:lnTo>
                    <a:pt x="68592" y="155448"/>
                  </a:lnTo>
                  <a:lnTo>
                    <a:pt x="68592" y="187452"/>
                  </a:lnTo>
                  <a:lnTo>
                    <a:pt x="18300" y="187452"/>
                  </a:lnTo>
                  <a:lnTo>
                    <a:pt x="18300" y="193548"/>
                  </a:lnTo>
                  <a:lnTo>
                    <a:pt x="26276" y="198412"/>
                  </a:lnTo>
                  <a:lnTo>
                    <a:pt x="34112" y="203835"/>
                  </a:lnTo>
                  <a:lnTo>
                    <a:pt x="41656" y="209842"/>
                  </a:lnTo>
                  <a:lnTo>
                    <a:pt x="48780" y="216408"/>
                  </a:lnTo>
                  <a:lnTo>
                    <a:pt x="56489" y="222681"/>
                  </a:lnTo>
                  <a:lnTo>
                    <a:pt x="63639" y="229933"/>
                  </a:lnTo>
                  <a:lnTo>
                    <a:pt x="70205" y="238061"/>
                  </a:lnTo>
                  <a:lnTo>
                    <a:pt x="76212" y="246888"/>
                  </a:lnTo>
                  <a:lnTo>
                    <a:pt x="82308" y="246888"/>
                  </a:lnTo>
                  <a:lnTo>
                    <a:pt x="82308" y="228600"/>
                  </a:lnTo>
                  <a:lnTo>
                    <a:pt x="181368" y="228600"/>
                  </a:lnTo>
                  <a:lnTo>
                    <a:pt x="187464" y="227076"/>
                  </a:lnTo>
                  <a:lnTo>
                    <a:pt x="193560" y="222504"/>
                  </a:lnTo>
                  <a:lnTo>
                    <a:pt x="198132" y="216408"/>
                  </a:lnTo>
                  <a:lnTo>
                    <a:pt x="202704" y="211836"/>
                  </a:lnTo>
                  <a:lnTo>
                    <a:pt x="205752" y="204216"/>
                  </a:lnTo>
                  <a:lnTo>
                    <a:pt x="205752" y="1965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450" name="Google Shape;4450;p74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5215127" y="8574024"/>
              <a:ext cx="143256" cy="2804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51" name="Google Shape;4451;p74"/>
            <p:cNvSpPr/>
            <p:nvPr/>
          </p:nvSpPr>
          <p:spPr>
            <a:xfrm>
              <a:off x="5152643" y="8485631"/>
              <a:ext cx="96520" cy="56515"/>
            </a:xfrm>
            <a:custGeom>
              <a:rect b="b" l="l" r="r" t="t"/>
              <a:pathLst>
                <a:path extrusionOk="0" h="56515" w="96520">
                  <a:moveTo>
                    <a:pt x="30480" y="56388"/>
                  </a:moveTo>
                  <a:lnTo>
                    <a:pt x="16764" y="56388"/>
                  </a:lnTo>
                  <a:lnTo>
                    <a:pt x="12192" y="53340"/>
                  </a:lnTo>
                  <a:lnTo>
                    <a:pt x="6096" y="48768"/>
                  </a:lnTo>
                  <a:lnTo>
                    <a:pt x="1524" y="44196"/>
                  </a:lnTo>
                  <a:lnTo>
                    <a:pt x="113" y="38552"/>
                  </a:lnTo>
                  <a:lnTo>
                    <a:pt x="0" y="22860"/>
                  </a:lnTo>
                  <a:lnTo>
                    <a:pt x="3048" y="15240"/>
                  </a:lnTo>
                  <a:lnTo>
                    <a:pt x="35052" y="0"/>
                  </a:lnTo>
                  <a:lnTo>
                    <a:pt x="45053" y="833"/>
                  </a:lnTo>
                  <a:lnTo>
                    <a:pt x="79081" y="19645"/>
                  </a:lnTo>
                  <a:lnTo>
                    <a:pt x="79204" y="19812"/>
                  </a:lnTo>
                  <a:lnTo>
                    <a:pt x="45720" y="19812"/>
                  </a:lnTo>
                  <a:lnTo>
                    <a:pt x="44196" y="21336"/>
                  </a:lnTo>
                  <a:lnTo>
                    <a:pt x="42672" y="21336"/>
                  </a:lnTo>
                  <a:lnTo>
                    <a:pt x="42672" y="24384"/>
                  </a:lnTo>
                  <a:lnTo>
                    <a:pt x="44196" y="24384"/>
                  </a:lnTo>
                  <a:lnTo>
                    <a:pt x="45720" y="27432"/>
                  </a:lnTo>
                  <a:lnTo>
                    <a:pt x="47244" y="32004"/>
                  </a:lnTo>
                  <a:lnTo>
                    <a:pt x="47244" y="41148"/>
                  </a:lnTo>
                  <a:lnTo>
                    <a:pt x="44196" y="45720"/>
                  </a:lnTo>
                  <a:lnTo>
                    <a:pt x="35052" y="54864"/>
                  </a:lnTo>
                  <a:lnTo>
                    <a:pt x="30480" y="56388"/>
                  </a:lnTo>
                  <a:close/>
                </a:path>
                <a:path extrusionOk="0" h="56515" w="96520">
                  <a:moveTo>
                    <a:pt x="96012" y="50292"/>
                  </a:moveTo>
                  <a:lnTo>
                    <a:pt x="89916" y="50292"/>
                  </a:lnTo>
                  <a:lnTo>
                    <a:pt x="85344" y="42862"/>
                  </a:lnTo>
                  <a:lnTo>
                    <a:pt x="80772" y="36576"/>
                  </a:lnTo>
                  <a:lnTo>
                    <a:pt x="47244" y="19812"/>
                  </a:lnTo>
                  <a:lnTo>
                    <a:pt x="79204" y="19812"/>
                  </a:lnTo>
                  <a:lnTo>
                    <a:pt x="85534" y="28384"/>
                  </a:lnTo>
                  <a:lnTo>
                    <a:pt x="91130" y="38552"/>
                  </a:lnTo>
                  <a:lnTo>
                    <a:pt x="96012" y="502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452" name="Google Shape;4452;p74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5215128" y="8369807"/>
              <a:ext cx="143255" cy="9448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453" name="Google Shape;4453;p74"/>
          <p:cNvGrpSpPr/>
          <p:nvPr/>
        </p:nvGrpSpPr>
        <p:grpSpPr>
          <a:xfrm>
            <a:off x="5157216" y="7656576"/>
            <a:ext cx="201421" cy="623316"/>
            <a:chOff x="5157216" y="7656576"/>
            <a:chExt cx="201421" cy="623316"/>
          </a:xfrm>
        </p:grpSpPr>
        <p:pic>
          <p:nvPicPr>
            <p:cNvPr id="4454" name="Google Shape;4454;p74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5157216" y="8098536"/>
              <a:ext cx="198119" cy="1813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55" name="Google Shape;4455;p74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5215413" y="7729728"/>
              <a:ext cx="142970" cy="34594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56" name="Google Shape;4456;p74"/>
            <p:cNvSpPr/>
            <p:nvPr/>
          </p:nvSpPr>
          <p:spPr>
            <a:xfrm>
              <a:off x="5215127" y="7656576"/>
              <a:ext cx="143510" cy="47625"/>
            </a:xfrm>
            <a:custGeom>
              <a:rect b="b" l="l" r="r" t="t"/>
              <a:pathLst>
                <a:path extrusionOk="0" h="47625" w="143510">
                  <a:moveTo>
                    <a:pt x="28956" y="47244"/>
                  </a:moveTo>
                  <a:lnTo>
                    <a:pt x="16764" y="47244"/>
                  </a:lnTo>
                  <a:lnTo>
                    <a:pt x="10668" y="45720"/>
                  </a:lnTo>
                  <a:lnTo>
                    <a:pt x="1524" y="36576"/>
                  </a:lnTo>
                  <a:lnTo>
                    <a:pt x="0" y="30480"/>
                  </a:lnTo>
                  <a:lnTo>
                    <a:pt x="0" y="16764"/>
                  </a:lnTo>
                  <a:lnTo>
                    <a:pt x="1524" y="12192"/>
                  </a:lnTo>
                  <a:lnTo>
                    <a:pt x="10668" y="3048"/>
                  </a:lnTo>
                  <a:lnTo>
                    <a:pt x="16764" y="0"/>
                  </a:lnTo>
                  <a:lnTo>
                    <a:pt x="28956" y="0"/>
                  </a:lnTo>
                  <a:lnTo>
                    <a:pt x="35052" y="3048"/>
                  </a:lnTo>
                  <a:lnTo>
                    <a:pt x="44196" y="12192"/>
                  </a:lnTo>
                  <a:lnTo>
                    <a:pt x="47244" y="16764"/>
                  </a:lnTo>
                  <a:lnTo>
                    <a:pt x="47244" y="30480"/>
                  </a:lnTo>
                  <a:lnTo>
                    <a:pt x="44196" y="36576"/>
                  </a:lnTo>
                  <a:lnTo>
                    <a:pt x="35052" y="45720"/>
                  </a:lnTo>
                  <a:lnTo>
                    <a:pt x="28956" y="47244"/>
                  </a:lnTo>
                  <a:close/>
                </a:path>
                <a:path extrusionOk="0" h="47625" w="143510">
                  <a:moveTo>
                    <a:pt x="124968" y="47244"/>
                  </a:moveTo>
                  <a:lnTo>
                    <a:pt x="112776" y="47244"/>
                  </a:lnTo>
                  <a:lnTo>
                    <a:pt x="106680" y="45720"/>
                  </a:lnTo>
                  <a:lnTo>
                    <a:pt x="97536" y="36576"/>
                  </a:lnTo>
                  <a:lnTo>
                    <a:pt x="96012" y="30480"/>
                  </a:lnTo>
                  <a:lnTo>
                    <a:pt x="96012" y="16764"/>
                  </a:lnTo>
                  <a:lnTo>
                    <a:pt x="97536" y="12192"/>
                  </a:lnTo>
                  <a:lnTo>
                    <a:pt x="106680" y="3048"/>
                  </a:lnTo>
                  <a:lnTo>
                    <a:pt x="112776" y="0"/>
                  </a:lnTo>
                  <a:lnTo>
                    <a:pt x="124968" y="0"/>
                  </a:lnTo>
                  <a:lnTo>
                    <a:pt x="131064" y="3048"/>
                  </a:lnTo>
                  <a:lnTo>
                    <a:pt x="140208" y="12192"/>
                  </a:lnTo>
                  <a:lnTo>
                    <a:pt x="143256" y="16764"/>
                  </a:lnTo>
                  <a:lnTo>
                    <a:pt x="143256" y="30480"/>
                  </a:lnTo>
                  <a:lnTo>
                    <a:pt x="140208" y="36576"/>
                  </a:lnTo>
                  <a:lnTo>
                    <a:pt x="131064" y="45720"/>
                  </a:lnTo>
                  <a:lnTo>
                    <a:pt x="124968" y="472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7" name="Google Shape;4457;p74"/>
          <p:cNvSpPr/>
          <p:nvPr/>
        </p:nvSpPr>
        <p:spPr>
          <a:xfrm>
            <a:off x="5512295" y="8551164"/>
            <a:ext cx="201295" cy="917575"/>
          </a:xfrm>
          <a:custGeom>
            <a:rect b="b" l="l" r="r" t="t"/>
            <a:pathLst>
              <a:path extrusionOk="0" h="917575" w="201295">
                <a:moveTo>
                  <a:pt x="198120" y="835152"/>
                </a:moveTo>
                <a:lnTo>
                  <a:pt x="193548" y="835152"/>
                </a:lnTo>
                <a:lnTo>
                  <a:pt x="193548" y="842772"/>
                </a:lnTo>
                <a:lnTo>
                  <a:pt x="193548" y="847344"/>
                </a:lnTo>
                <a:lnTo>
                  <a:pt x="192024" y="850392"/>
                </a:lnTo>
                <a:lnTo>
                  <a:pt x="190500" y="854964"/>
                </a:lnTo>
                <a:lnTo>
                  <a:pt x="185928" y="859536"/>
                </a:lnTo>
                <a:lnTo>
                  <a:pt x="179832" y="862584"/>
                </a:lnTo>
                <a:lnTo>
                  <a:pt x="22860" y="862584"/>
                </a:lnTo>
                <a:lnTo>
                  <a:pt x="15240" y="861060"/>
                </a:lnTo>
                <a:lnTo>
                  <a:pt x="12192" y="859536"/>
                </a:lnTo>
                <a:lnTo>
                  <a:pt x="7620" y="854964"/>
                </a:lnTo>
                <a:lnTo>
                  <a:pt x="4572" y="850392"/>
                </a:lnTo>
                <a:lnTo>
                  <a:pt x="4572" y="835152"/>
                </a:lnTo>
                <a:lnTo>
                  <a:pt x="0" y="835152"/>
                </a:lnTo>
                <a:lnTo>
                  <a:pt x="0" y="917448"/>
                </a:lnTo>
                <a:lnTo>
                  <a:pt x="4572" y="917448"/>
                </a:lnTo>
                <a:lnTo>
                  <a:pt x="4572" y="906780"/>
                </a:lnTo>
                <a:lnTo>
                  <a:pt x="7620" y="897636"/>
                </a:lnTo>
                <a:lnTo>
                  <a:pt x="12192" y="893064"/>
                </a:lnTo>
                <a:lnTo>
                  <a:pt x="15240" y="891540"/>
                </a:lnTo>
                <a:lnTo>
                  <a:pt x="18288" y="891540"/>
                </a:lnTo>
                <a:lnTo>
                  <a:pt x="24384" y="890016"/>
                </a:lnTo>
                <a:lnTo>
                  <a:pt x="175260" y="890016"/>
                </a:lnTo>
                <a:lnTo>
                  <a:pt x="182880" y="891540"/>
                </a:lnTo>
                <a:lnTo>
                  <a:pt x="185928" y="893064"/>
                </a:lnTo>
                <a:lnTo>
                  <a:pt x="190500" y="897636"/>
                </a:lnTo>
                <a:lnTo>
                  <a:pt x="193548" y="902208"/>
                </a:lnTo>
                <a:lnTo>
                  <a:pt x="193548" y="917448"/>
                </a:lnTo>
                <a:lnTo>
                  <a:pt x="198120" y="917448"/>
                </a:lnTo>
                <a:lnTo>
                  <a:pt x="198120" y="835152"/>
                </a:lnTo>
                <a:close/>
              </a:path>
              <a:path extrusionOk="0" h="917575" w="201295">
                <a:moveTo>
                  <a:pt x="198120" y="678180"/>
                </a:moveTo>
                <a:lnTo>
                  <a:pt x="193548" y="678180"/>
                </a:lnTo>
                <a:lnTo>
                  <a:pt x="193548" y="688848"/>
                </a:lnTo>
                <a:lnTo>
                  <a:pt x="192024" y="690372"/>
                </a:lnTo>
                <a:lnTo>
                  <a:pt x="190500" y="693420"/>
                </a:lnTo>
                <a:lnTo>
                  <a:pt x="187452" y="694944"/>
                </a:lnTo>
                <a:lnTo>
                  <a:pt x="185928" y="696468"/>
                </a:lnTo>
                <a:lnTo>
                  <a:pt x="182880" y="697992"/>
                </a:lnTo>
                <a:lnTo>
                  <a:pt x="111252" y="697992"/>
                </a:lnTo>
                <a:lnTo>
                  <a:pt x="102679" y="698258"/>
                </a:lnTo>
                <a:lnTo>
                  <a:pt x="67056" y="713232"/>
                </a:lnTo>
                <a:lnTo>
                  <a:pt x="62484" y="719328"/>
                </a:lnTo>
                <a:lnTo>
                  <a:pt x="60960" y="725424"/>
                </a:lnTo>
                <a:lnTo>
                  <a:pt x="60960" y="733044"/>
                </a:lnTo>
                <a:lnTo>
                  <a:pt x="62699" y="744270"/>
                </a:lnTo>
                <a:lnTo>
                  <a:pt x="68008" y="755332"/>
                </a:lnTo>
                <a:lnTo>
                  <a:pt x="77038" y="766699"/>
                </a:lnTo>
                <a:lnTo>
                  <a:pt x="89916" y="778764"/>
                </a:lnTo>
                <a:lnTo>
                  <a:pt x="60960" y="778764"/>
                </a:lnTo>
                <a:lnTo>
                  <a:pt x="60960" y="784860"/>
                </a:lnTo>
                <a:lnTo>
                  <a:pt x="77724" y="826008"/>
                </a:lnTo>
                <a:lnTo>
                  <a:pt x="82296" y="822960"/>
                </a:lnTo>
                <a:lnTo>
                  <a:pt x="80772" y="819912"/>
                </a:lnTo>
                <a:lnTo>
                  <a:pt x="80772" y="809244"/>
                </a:lnTo>
                <a:lnTo>
                  <a:pt x="85344" y="804672"/>
                </a:lnTo>
                <a:lnTo>
                  <a:pt x="88392" y="804672"/>
                </a:lnTo>
                <a:lnTo>
                  <a:pt x="92710" y="803795"/>
                </a:lnTo>
                <a:lnTo>
                  <a:pt x="98869" y="803338"/>
                </a:lnTo>
                <a:lnTo>
                  <a:pt x="117348" y="803148"/>
                </a:lnTo>
                <a:lnTo>
                  <a:pt x="178308" y="803148"/>
                </a:lnTo>
                <a:lnTo>
                  <a:pt x="184404" y="804672"/>
                </a:lnTo>
                <a:lnTo>
                  <a:pt x="187452" y="806196"/>
                </a:lnTo>
                <a:lnTo>
                  <a:pt x="192024" y="809244"/>
                </a:lnTo>
                <a:lnTo>
                  <a:pt x="193548" y="813816"/>
                </a:lnTo>
                <a:lnTo>
                  <a:pt x="193548" y="822960"/>
                </a:lnTo>
                <a:lnTo>
                  <a:pt x="198120" y="822960"/>
                </a:lnTo>
                <a:lnTo>
                  <a:pt x="198120" y="758952"/>
                </a:lnTo>
                <a:lnTo>
                  <a:pt x="193548" y="758952"/>
                </a:lnTo>
                <a:lnTo>
                  <a:pt x="193548" y="769620"/>
                </a:lnTo>
                <a:lnTo>
                  <a:pt x="192024" y="772668"/>
                </a:lnTo>
                <a:lnTo>
                  <a:pt x="190500" y="774192"/>
                </a:lnTo>
                <a:lnTo>
                  <a:pt x="184404" y="777240"/>
                </a:lnTo>
                <a:lnTo>
                  <a:pt x="182880" y="778764"/>
                </a:lnTo>
                <a:lnTo>
                  <a:pt x="97536" y="778764"/>
                </a:lnTo>
                <a:lnTo>
                  <a:pt x="89535" y="769861"/>
                </a:lnTo>
                <a:lnTo>
                  <a:pt x="83820" y="761238"/>
                </a:lnTo>
                <a:lnTo>
                  <a:pt x="80391" y="752627"/>
                </a:lnTo>
                <a:lnTo>
                  <a:pt x="79248" y="743712"/>
                </a:lnTo>
                <a:lnTo>
                  <a:pt x="79248" y="736092"/>
                </a:lnTo>
                <a:lnTo>
                  <a:pt x="112776" y="722376"/>
                </a:lnTo>
                <a:lnTo>
                  <a:pt x="181356" y="722376"/>
                </a:lnTo>
                <a:lnTo>
                  <a:pt x="193548" y="734568"/>
                </a:lnTo>
                <a:lnTo>
                  <a:pt x="193548" y="742188"/>
                </a:lnTo>
                <a:lnTo>
                  <a:pt x="198120" y="742188"/>
                </a:lnTo>
                <a:lnTo>
                  <a:pt x="198120" y="678180"/>
                </a:lnTo>
                <a:close/>
              </a:path>
              <a:path extrusionOk="0" h="917575" w="201295">
                <a:moveTo>
                  <a:pt x="198120" y="390144"/>
                </a:moveTo>
                <a:lnTo>
                  <a:pt x="193548" y="390144"/>
                </a:lnTo>
                <a:lnTo>
                  <a:pt x="193548" y="396240"/>
                </a:lnTo>
                <a:lnTo>
                  <a:pt x="192024" y="400812"/>
                </a:lnTo>
                <a:lnTo>
                  <a:pt x="188976" y="406908"/>
                </a:lnTo>
                <a:lnTo>
                  <a:pt x="184404" y="411480"/>
                </a:lnTo>
                <a:lnTo>
                  <a:pt x="175260" y="414528"/>
                </a:lnTo>
                <a:lnTo>
                  <a:pt x="105156" y="414528"/>
                </a:lnTo>
                <a:lnTo>
                  <a:pt x="96012" y="409956"/>
                </a:lnTo>
                <a:lnTo>
                  <a:pt x="89916" y="405384"/>
                </a:lnTo>
                <a:lnTo>
                  <a:pt x="85344" y="400812"/>
                </a:lnTo>
                <a:lnTo>
                  <a:pt x="83820" y="397764"/>
                </a:lnTo>
                <a:lnTo>
                  <a:pt x="82296" y="396240"/>
                </a:lnTo>
                <a:lnTo>
                  <a:pt x="82296" y="391668"/>
                </a:lnTo>
                <a:lnTo>
                  <a:pt x="83820" y="388620"/>
                </a:lnTo>
                <a:lnTo>
                  <a:pt x="91440" y="381000"/>
                </a:lnTo>
                <a:lnTo>
                  <a:pt x="92964" y="376428"/>
                </a:lnTo>
                <a:lnTo>
                  <a:pt x="92964" y="370332"/>
                </a:lnTo>
                <a:lnTo>
                  <a:pt x="91440" y="367284"/>
                </a:lnTo>
                <a:lnTo>
                  <a:pt x="88392" y="365760"/>
                </a:lnTo>
                <a:lnTo>
                  <a:pt x="85344" y="362712"/>
                </a:lnTo>
                <a:lnTo>
                  <a:pt x="77724" y="362712"/>
                </a:lnTo>
                <a:lnTo>
                  <a:pt x="73152" y="362712"/>
                </a:lnTo>
                <a:lnTo>
                  <a:pt x="70104" y="364236"/>
                </a:lnTo>
                <a:lnTo>
                  <a:pt x="65532" y="367284"/>
                </a:lnTo>
                <a:lnTo>
                  <a:pt x="62484" y="370332"/>
                </a:lnTo>
                <a:lnTo>
                  <a:pt x="60960" y="374904"/>
                </a:lnTo>
                <a:lnTo>
                  <a:pt x="60960" y="381000"/>
                </a:lnTo>
                <a:lnTo>
                  <a:pt x="62966" y="389026"/>
                </a:lnTo>
                <a:lnTo>
                  <a:pt x="68961" y="397192"/>
                </a:lnTo>
                <a:lnTo>
                  <a:pt x="78968" y="405650"/>
                </a:lnTo>
                <a:lnTo>
                  <a:pt x="92964" y="414528"/>
                </a:lnTo>
                <a:lnTo>
                  <a:pt x="60960" y="414528"/>
                </a:lnTo>
                <a:lnTo>
                  <a:pt x="60960" y="420624"/>
                </a:lnTo>
                <a:lnTo>
                  <a:pt x="77724" y="461772"/>
                </a:lnTo>
                <a:lnTo>
                  <a:pt x="82296" y="460248"/>
                </a:lnTo>
                <a:lnTo>
                  <a:pt x="80772" y="455676"/>
                </a:lnTo>
                <a:lnTo>
                  <a:pt x="80772" y="445008"/>
                </a:lnTo>
                <a:lnTo>
                  <a:pt x="82296" y="443484"/>
                </a:lnTo>
                <a:lnTo>
                  <a:pt x="83820" y="440436"/>
                </a:lnTo>
                <a:lnTo>
                  <a:pt x="85344" y="440436"/>
                </a:lnTo>
                <a:lnTo>
                  <a:pt x="88392" y="438912"/>
                </a:lnTo>
                <a:lnTo>
                  <a:pt x="182880" y="438912"/>
                </a:lnTo>
                <a:lnTo>
                  <a:pt x="188976" y="441960"/>
                </a:lnTo>
                <a:lnTo>
                  <a:pt x="190500" y="443484"/>
                </a:lnTo>
                <a:lnTo>
                  <a:pt x="192024" y="446532"/>
                </a:lnTo>
                <a:lnTo>
                  <a:pt x="193548" y="451104"/>
                </a:lnTo>
                <a:lnTo>
                  <a:pt x="193548" y="458724"/>
                </a:lnTo>
                <a:lnTo>
                  <a:pt x="198120" y="458724"/>
                </a:lnTo>
                <a:lnTo>
                  <a:pt x="198120" y="390144"/>
                </a:lnTo>
                <a:close/>
              </a:path>
              <a:path extrusionOk="0" h="917575" w="201295">
                <a:moveTo>
                  <a:pt x="198120" y="214884"/>
                </a:moveTo>
                <a:lnTo>
                  <a:pt x="193548" y="214884"/>
                </a:lnTo>
                <a:lnTo>
                  <a:pt x="193548" y="225552"/>
                </a:lnTo>
                <a:lnTo>
                  <a:pt x="192024" y="228600"/>
                </a:lnTo>
                <a:lnTo>
                  <a:pt x="190500" y="230124"/>
                </a:lnTo>
                <a:lnTo>
                  <a:pt x="187452" y="231648"/>
                </a:lnTo>
                <a:lnTo>
                  <a:pt x="185928" y="233172"/>
                </a:lnTo>
                <a:lnTo>
                  <a:pt x="182880" y="234696"/>
                </a:lnTo>
                <a:lnTo>
                  <a:pt x="111252" y="234696"/>
                </a:lnTo>
                <a:lnTo>
                  <a:pt x="102679" y="234988"/>
                </a:lnTo>
                <a:lnTo>
                  <a:pt x="67056" y="251460"/>
                </a:lnTo>
                <a:lnTo>
                  <a:pt x="62484" y="256032"/>
                </a:lnTo>
                <a:lnTo>
                  <a:pt x="60960" y="263652"/>
                </a:lnTo>
                <a:lnTo>
                  <a:pt x="60960" y="271272"/>
                </a:lnTo>
                <a:lnTo>
                  <a:pt x="62699" y="281825"/>
                </a:lnTo>
                <a:lnTo>
                  <a:pt x="68008" y="292798"/>
                </a:lnTo>
                <a:lnTo>
                  <a:pt x="77038" y="304063"/>
                </a:lnTo>
                <a:lnTo>
                  <a:pt x="89916" y="315468"/>
                </a:lnTo>
                <a:lnTo>
                  <a:pt x="60960" y="315468"/>
                </a:lnTo>
                <a:lnTo>
                  <a:pt x="60960" y="323088"/>
                </a:lnTo>
                <a:lnTo>
                  <a:pt x="77724" y="362712"/>
                </a:lnTo>
                <a:lnTo>
                  <a:pt x="82296" y="361188"/>
                </a:lnTo>
                <a:lnTo>
                  <a:pt x="80772" y="356616"/>
                </a:lnTo>
                <a:lnTo>
                  <a:pt x="80772" y="345948"/>
                </a:lnTo>
                <a:lnTo>
                  <a:pt x="83820" y="342900"/>
                </a:lnTo>
                <a:lnTo>
                  <a:pt x="85344" y="342900"/>
                </a:lnTo>
                <a:lnTo>
                  <a:pt x="88392" y="341376"/>
                </a:lnTo>
                <a:lnTo>
                  <a:pt x="107048" y="340093"/>
                </a:lnTo>
                <a:lnTo>
                  <a:pt x="117348" y="339852"/>
                </a:lnTo>
                <a:lnTo>
                  <a:pt x="178308" y="339852"/>
                </a:lnTo>
                <a:lnTo>
                  <a:pt x="184404" y="341376"/>
                </a:lnTo>
                <a:lnTo>
                  <a:pt x="187452" y="344424"/>
                </a:lnTo>
                <a:lnTo>
                  <a:pt x="192024" y="345948"/>
                </a:lnTo>
                <a:lnTo>
                  <a:pt x="193548" y="350520"/>
                </a:lnTo>
                <a:lnTo>
                  <a:pt x="193548" y="359664"/>
                </a:lnTo>
                <a:lnTo>
                  <a:pt x="198120" y="359664"/>
                </a:lnTo>
                <a:lnTo>
                  <a:pt x="198120" y="295656"/>
                </a:lnTo>
                <a:lnTo>
                  <a:pt x="193548" y="295656"/>
                </a:lnTo>
                <a:lnTo>
                  <a:pt x="193548" y="307848"/>
                </a:lnTo>
                <a:lnTo>
                  <a:pt x="192024" y="309372"/>
                </a:lnTo>
                <a:lnTo>
                  <a:pt x="190500" y="312420"/>
                </a:lnTo>
                <a:lnTo>
                  <a:pt x="187452" y="313944"/>
                </a:lnTo>
                <a:lnTo>
                  <a:pt x="184404" y="313944"/>
                </a:lnTo>
                <a:lnTo>
                  <a:pt x="182880" y="315468"/>
                </a:lnTo>
                <a:lnTo>
                  <a:pt x="97536" y="315468"/>
                </a:lnTo>
                <a:lnTo>
                  <a:pt x="89535" y="307213"/>
                </a:lnTo>
                <a:lnTo>
                  <a:pt x="83820" y="298513"/>
                </a:lnTo>
                <a:lnTo>
                  <a:pt x="80391" y="289547"/>
                </a:lnTo>
                <a:lnTo>
                  <a:pt x="79248" y="280416"/>
                </a:lnTo>
                <a:lnTo>
                  <a:pt x="79248" y="272796"/>
                </a:lnTo>
                <a:lnTo>
                  <a:pt x="112776" y="259080"/>
                </a:lnTo>
                <a:lnTo>
                  <a:pt x="175260" y="259080"/>
                </a:lnTo>
                <a:lnTo>
                  <a:pt x="179832" y="260604"/>
                </a:lnTo>
                <a:lnTo>
                  <a:pt x="185928" y="260604"/>
                </a:lnTo>
                <a:lnTo>
                  <a:pt x="188976" y="262128"/>
                </a:lnTo>
                <a:lnTo>
                  <a:pt x="190500" y="265176"/>
                </a:lnTo>
                <a:lnTo>
                  <a:pt x="192024" y="266700"/>
                </a:lnTo>
                <a:lnTo>
                  <a:pt x="193548" y="271272"/>
                </a:lnTo>
                <a:lnTo>
                  <a:pt x="193548" y="278892"/>
                </a:lnTo>
                <a:lnTo>
                  <a:pt x="198120" y="278892"/>
                </a:lnTo>
                <a:lnTo>
                  <a:pt x="198120" y="214884"/>
                </a:lnTo>
                <a:close/>
              </a:path>
              <a:path extrusionOk="0" h="917575" w="201295">
                <a:moveTo>
                  <a:pt x="201168" y="621792"/>
                </a:moveTo>
                <a:lnTo>
                  <a:pt x="198120" y="615696"/>
                </a:lnTo>
                <a:lnTo>
                  <a:pt x="188976" y="603504"/>
                </a:lnTo>
                <a:lnTo>
                  <a:pt x="181356" y="598932"/>
                </a:lnTo>
                <a:lnTo>
                  <a:pt x="172212" y="595884"/>
                </a:lnTo>
                <a:lnTo>
                  <a:pt x="172212" y="601980"/>
                </a:lnTo>
                <a:lnTo>
                  <a:pt x="178308" y="605028"/>
                </a:lnTo>
                <a:lnTo>
                  <a:pt x="182880" y="614172"/>
                </a:lnTo>
                <a:lnTo>
                  <a:pt x="182880" y="621792"/>
                </a:lnTo>
                <a:lnTo>
                  <a:pt x="181356" y="624840"/>
                </a:lnTo>
                <a:lnTo>
                  <a:pt x="178308" y="626364"/>
                </a:lnTo>
                <a:lnTo>
                  <a:pt x="175260" y="629412"/>
                </a:lnTo>
                <a:lnTo>
                  <a:pt x="169164" y="630936"/>
                </a:lnTo>
                <a:lnTo>
                  <a:pt x="73152" y="630936"/>
                </a:lnTo>
                <a:lnTo>
                  <a:pt x="73152" y="598932"/>
                </a:lnTo>
                <a:lnTo>
                  <a:pt x="64008" y="598932"/>
                </a:lnTo>
                <a:lnTo>
                  <a:pt x="64008" y="630936"/>
                </a:lnTo>
                <a:lnTo>
                  <a:pt x="19812" y="630936"/>
                </a:lnTo>
                <a:lnTo>
                  <a:pt x="19812" y="633984"/>
                </a:lnTo>
                <a:lnTo>
                  <a:pt x="28956" y="638556"/>
                </a:lnTo>
                <a:lnTo>
                  <a:pt x="36576" y="641604"/>
                </a:lnTo>
                <a:lnTo>
                  <a:pt x="39624" y="643128"/>
                </a:lnTo>
                <a:lnTo>
                  <a:pt x="47244" y="647700"/>
                </a:lnTo>
                <a:lnTo>
                  <a:pt x="53340" y="653796"/>
                </a:lnTo>
                <a:lnTo>
                  <a:pt x="67056" y="672084"/>
                </a:lnTo>
                <a:lnTo>
                  <a:pt x="68580" y="678180"/>
                </a:lnTo>
                <a:lnTo>
                  <a:pt x="73152" y="678180"/>
                </a:lnTo>
                <a:lnTo>
                  <a:pt x="73152" y="655320"/>
                </a:lnTo>
                <a:lnTo>
                  <a:pt x="173736" y="655320"/>
                </a:lnTo>
                <a:lnTo>
                  <a:pt x="181356" y="653796"/>
                </a:lnTo>
                <a:lnTo>
                  <a:pt x="185928" y="652272"/>
                </a:lnTo>
                <a:lnTo>
                  <a:pt x="195072" y="646176"/>
                </a:lnTo>
                <a:lnTo>
                  <a:pt x="196596" y="641604"/>
                </a:lnTo>
                <a:lnTo>
                  <a:pt x="199644" y="638556"/>
                </a:lnTo>
                <a:lnTo>
                  <a:pt x="201168" y="633984"/>
                </a:lnTo>
                <a:lnTo>
                  <a:pt x="201168" y="621792"/>
                </a:lnTo>
                <a:close/>
              </a:path>
              <a:path extrusionOk="0" h="917575" w="201295">
                <a:moveTo>
                  <a:pt x="201168" y="525780"/>
                </a:moveTo>
                <a:lnTo>
                  <a:pt x="185928" y="489204"/>
                </a:lnTo>
                <a:lnTo>
                  <a:pt x="149352" y="470916"/>
                </a:lnTo>
                <a:lnTo>
                  <a:pt x="146304" y="473964"/>
                </a:lnTo>
                <a:lnTo>
                  <a:pt x="154622" y="477659"/>
                </a:lnTo>
                <a:lnTo>
                  <a:pt x="161353" y="481774"/>
                </a:lnTo>
                <a:lnTo>
                  <a:pt x="166636" y="486156"/>
                </a:lnTo>
                <a:lnTo>
                  <a:pt x="170688" y="490728"/>
                </a:lnTo>
                <a:lnTo>
                  <a:pt x="175260" y="496824"/>
                </a:lnTo>
                <a:lnTo>
                  <a:pt x="176784" y="504444"/>
                </a:lnTo>
                <a:lnTo>
                  <a:pt x="176784" y="513588"/>
                </a:lnTo>
                <a:lnTo>
                  <a:pt x="160020" y="548640"/>
                </a:lnTo>
                <a:lnTo>
                  <a:pt x="114300" y="562356"/>
                </a:lnTo>
                <a:lnTo>
                  <a:pt x="114300" y="501396"/>
                </a:lnTo>
                <a:lnTo>
                  <a:pt x="114300" y="470916"/>
                </a:lnTo>
                <a:lnTo>
                  <a:pt x="105156" y="471614"/>
                </a:lnTo>
                <a:lnTo>
                  <a:pt x="105156" y="501396"/>
                </a:lnTo>
                <a:lnTo>
                  <a:pt x="105156" y="562356"/>
                </a:lnTo>
                <a:lnTo>
                  <a:pt x="70104" y="537972"/>
                </a:lnTo>
                <a:lnTo>
                  <a:pt x="70104" y="525780"/>
                </a:lnTo>
                <a:lnTo>
                  <a:pt x="71628" y="519684"/>
                </a:lnTo>
                <a:lnTo>
                  <a:pt x="77724" y="510540"/>
                </a:lnTo>
                <a:lnTo>
                  <a:pt x="86868" y="504444"/>
                </a:lnTo>
                <a:lnTo>
                  <a:pt x="96012" y="501396"/>
                </a:lnTo>
                <a:lnTo>
                  <a:pt x="105156" y="501396"/>
                </a:lnTo>
                <a:lnTo>
                  <a:pt x="105156" y="471614"/>
                </a:lnTo>
                <a:lnTo>
                  <a:pt x="68681" y="493585"/>
                </a:lnTo>
                <a:lnTo>
                  <a:pt x="60960" y="522732"/>
                </a:lnTo>
                <a:lnTo>
                  <a:pt x="61023" y="523354"/>
                </a:lnTo>
                <a:lnTo>
                  <a:pt x="62103" y="535000"/>
                </a:lnTo>
                <a:lnTo>
                  <a:pt x="90157" y="574052"/>
                </a:lnTo>
                <a:lnTo>
                  <a:pt x="132588" y="583692"/>
                </a:lnTo>
                <a:lnTo>
                  <a:pt x="147739" y="582574"/>
                </a:lnTo>
                <a:lnTo>
                  <a:pt x="182880" y="566928"/>
                </a:lnTo>
                <a:lnTo>
                  <a:pt x="200025" y="536930"/>
                </a:lnTo>
                <a:lnTo>
                  <a:pt x="201168" y="525780"/>
                </a:lnTo>
                <a:close/>
              </a:path>
              <a:path extrusionOk="0" h="917575" w="201295">
                <a:moveTo>
                  <a:pt x="201168" y="146304"/>
                </a:moveTo>
                <a:lnTo>
                  <a:pt x="185928" y="109728"/>
                </a:lnTo>
                <a:lnTo>
                  <a:pt x="149352" y="91440"/>
                </a:lnTo>
                <a:lnTo>
                  <a:pt x="146304" y="94488"/>
                </a:lnTo>
                <a:lnTo>
                  <a:pt x="154622" y="98183"/>
                </a:lnTo>
                <a:lnTo>
                  <a:pt x="161353" y="102298"/>
                </a:lnTo>
                <a:lnTo>
                  <a:pt x="166636" y="106680"/>
                </a:lnTo>
                <a:lnTo>
                  <a:pt x="170688" y="111252"/>
                </a:lnTo>
                <a:lnTo>
                  <a:pt x="175260" y="117348"/>
                </a:lnTo>
                <a:lnTo>
                  <a:pt x="176784" y="124968"/>
                </a:lnTo>
                <a:lnTo>
                  <a:pt x="176784" y="134112"/>
                </a:lnTo>
                <a:lnTo>
                  <a:pt x="160020" y="169164"/>
                </a:lnTo>
                <a:lnTo>
                  <a:pt x="114300" y="182880"/>
                </a:lnTo>
                <a:lnTo>
                  <a:pt x="114300" y="121920"/>
                </a:lnTo>
                <a:lnTo>
                  <a:pt x="114300" y="91440"/>
                </a:lnTo>
                <a:lnTo>
                  <a:pt x="105156" y="92138"/>
                </a:lnTo>
                <a:lnTo>
                  <a:pt x="105156" y="121920"/>
                </a:lnTo>
                <a:lnTo>
                  <a:pt x="105156" y="182880"/>
                </a:lnTo>
                <a:lnTo>
                  <a:pt x="70104" y="158496"/>
                </a:lnTo>
                <a:lnTo>
                  <a:pt x="70104" y="146304"/>
                </a:lnTo>
                <a:lnTo>
                  <a:pt x="71628" y="140208"/>
                </a:lnTo>
                <a:lnTo>
                  <a:pt x="77724" y="131064"/>
                </a:lnTo>
                <a:lnTo>
                  <a:pt x="86868" y="124968"/>
                </a:lnTo>
                <a:lnTo>
                  <a:pt x="96012" y="121920"/>
                </a:lnTo>
                <a:lnTo>
                  <a:pt x="105156" y="121920"/>
                </a:lnTo>
                <a:lnTo>
                  <a:pt x="105156" y="92138"/>
                </a:lnTo>
                <a:lnTo>
                  <a:pt x="68681" y="114109"/>
                </a:lnTo>
                <a:lnTo>
                  <a:pt x="60960" y="143256"/>
                </a:lnTo>
                <a:lnTo>
                  <a:pt x="61023" y="143878"/>
                </a:lnTo>
                <a:lnTo>
                  <a:pt x="62103" y="155524"/>
                </a:lnTo>
                <a:lnTo>
                  <a:pt x="90157" y="194576"/>
                </a:lnTo>
                <a:lnTo>
                  <a:pt x="132588" y="204216"/>
                </a:lnTo>
                <a:lnTo>
                  <a:pt x="147739" y="203098"/>
                </a:lnTo>
                <a:lnTo>
                  <a:pt x="182880" y="187452"/>
                </a:lnTo>
                <a:lnTo>
                  <a:pt x="200025" y="157454"/>
                </a:lnTo>
                <a:lnTo>
                  <a:pt x="201168" y="146304"/>
                </a:lnTo>
                <a:close/>
              </a:path>
              <a:path extrusionOk="0" h="917575" w="201295">
                <a:moveTo>
                  <a:pt x="201168" y="25908"/>
                </a:moveTo>
                <a:lnTo>
                  <a:pt x="198120" y="19812"/>
                </a:lnTo>
                <a:lnTo>
                  <a:pt x="188976" y="7620"/>
                </a:lnTo>
                <a:lnTo>
                  <a:pt x="181356" y="3048"/>
                </a:lnTo>
                <a:lnTo>
                  <a:pt x="172212" y="0"/>
                </a:lnTo>
                <a:lnTo>
                  <a:pt x="172212" y="6096"/>
                </a:lnTo>
                <a:lnTo>
                  <a:pt x="178308" y="9144"/>
                </a:lnTo>
                <a:lnTo>
                  <a:pt x="182880" y="18288"/>
                </a:lnTo>
                <a:lnTo>
                  <a:pt x="182880" y="25908"/>
                </a:lnTo>
                <a:lnTo>
                  <a:pt x="181356" y="28956"/>
                </a:lnTo>
                <a:lnTo>
                  <a:pt x="178308" y="30480"/>
                </a:lnTo>
                <a:lnTo>
                  <a:pt x="175260" y="33528"/>
                </a:lnTo>
                <a:lnTo>
                  <a:pt x="169164" y="35052"/>
                </a:lnTo>
                <a:lnTo>
                  <a:pt x="73152" y="35052"/>
                </a:lnTo>
                <a:lnTo>
                  <a:pt x="73152" y="3048"/>
                </a:lnTo>
                <a:lnTo>
                  <a:pt x="64008" y="3048"/>
                </a:lnTo>
                <a:lnTo>
                  <a:pt x="64008" y="35052"/>
                </a:lnTo>
                <a:lnTo>
                  <a:pt x="19812" y="35052"/>
                </a:lnTo>
                <a:lnTo>
                  <a:pt x="19812" y="38100"/>
                </a:lnTo>
                <a:lnTo>
                  <a:pt x="28956" y="41148"/>
                </a:lnTo>
                <a:lnTo>
                  <a:pt x="36576" y="45720"/>
                </a:lnTo>
                <a:lnTo>
                  <a:pt x="39624" y="47244"/>
                </a:lnTo>
                <a:lnTo>
                  <a:pt x="47244" y="51816"/>
                </a:lnTo>
                <a:lnTo>
                  <a:pt x="53340" y="57912"/>
                </a:lnTo>
                <a:lnTo>
                  <a:pt x="67056" y="76200"/>
                </a:lnTo>
                <a:lnTo>
                  <a:pt x="68580" y="82296"/>
                </a:lnTo>
                <a:lnTo>
                  <a:pt x="73152" y="82296"/>
                </a:lnTo>
                <a:lnTo>
                  <a:pt x="73152" y="59436"/>
                </a:lnTo>
                <a:lnTo>
                  <a:pt x="173736" y="59436"/>
                </a:lnTo>
                <a:lnTo>
                  <a:pt x="181356" y="57912"/>
                </a:lnTo>
                <a:lnTo>
                  <a:pt x="185928" y="56388"/>
                </a:lnTo>
                <a:lnTo>
                  <a:pt x="195072" y="50292"/>
                </a:lnTo>
                <a:lnTo>
                  <a:pt x="196596" y="45720"/>
                </a:lnTo>
                <a:lnTo>
                  <a:pt x="199644" y="42672"/>
                </a:lnTo>
                <a:lnTo>
                  <a:pt x="201168" y="38100"/>
                </a:lnTo>
                <a:lnTo>
                  <a:pt x="201168" y="259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58" name="Google Shape;4458;p74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5503164" y="7482840"/>
            <a:ext cx="210312" cy="998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59" name="Google Shape;4459;p74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5503164" y="7016495"/>
            <a:ext cx="210311" cy="38557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60" name="Google Shape;4460;p74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5573413" y="6800088"/>
            <a:ext cx="140062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61" name="Google Shape;4461;p74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5503164" y="5745479"/>
            <a:ext cx="271271" cy="973836"/>
          </a:xfrm>
          <a:prstGeom prst="rect">
            <a:avLst/>
          </a:prstGeom>
          <a:noFill/>
          <a:ln>
            <a:noFill/>
          </a:ln>
        </p:spPr>
      </p:pic>
      <p:sp>
        <p:nvSpPr>
          <p:cNvPr id="4462" name="Google Shape;4462;p74"/>
          <p:cNvSpPr/>
          <p:nvPr/>
        </p:nvSpPr>
        <p:spPr>
          <a:xfrm>
            <a:off x="5532107" y="4954524"/>
            <a:ext cx="181610" cy="710565"/>
          </a:xfrm>
          <a:custGeom>
            <a:rect b="b" l="l" r="r" t="t"/>
            <a:pathLst>
              <a:path extrusionOk="0" h="710564" w="181610">
                <a:moveTo>
                  <a:pt x="178308" y="638556"/>
                </a:moveTo>
                <a:lnTo>
                  <a:pt x="173736" y="638556"/>
                </a:lnTo>
                <a:lnTo>
                  <a:pt x="173736" y="644652"/>
                </a:lnTo>
                <a:lnTo>
                  <a:pt x="170688" y="653796"/>
                </a:lnTo>
                <a:lnTo>
                  <a:pt x="169164" y="656844"/>
                </a:lnTo>
                <a:lnTo>
                  <a:pt x="166116" y="658368"/>
                </a:lnTo>
                <a:lnTo>
                  <a:pt x="164592" y="659892"/>
                </a:lnTo>
                <a:lnTo>
                  <a:pt x="160020" y="662940"/>
                </a:lnTo>
                <a:lnTo>
                  <a:pt x="85344" y="662940"/>
                </a:lnTo>
                <a:lnTo>
                  <a:pt x="76200" y="658368"/>
                </a:lnTo>
                <a:lnTo>
                  <a:pt x="70104" y="653796"/>
                </a:lnTo>
                <a:lnTo>
                  <a:pt x="62484" y="646176"/>
                </a:lnTo>
                <a:lnTo>
                  <a:pt x="62484" y="641604"/>
                </a:lnTo>
                <a:lnTo>
                  <a:pt x="64008" y="638556"/>
                </a:lnTo>
                <a:lnTo>
                  <a:pt x="67056" y="633984"/>
                </a:lnTo>
                <a:lnTo>
                  <a:pt x="71628" y="629412"/>
                </a:lnTo>
                <a:lnTo>
                  <a:pt x="73152" y="626364"/>
                </a:lnTo>
                <a:lnTo>
                  <a:pt x="73152" y="620268"/>
                </a:lnTo>
                <a:lnTo>
                  <a:pt x="71628" y="617220"/>
                </a:lnTo>
                <a:lnTo>
                  <a:pt x="68580" y="614172"/>
                </a:lnTo>
                <a:lnTo>
                  <a:pt x="62484" y="611124"/>
                </a:lnTo>
                <a:lnTo>
                  <a:pt x="53340" y="611124"/>
                </a:lnTo>
                <a:lnTo>
                  <a:pt x="50292" y="612648"/>
                </a:lnTo>
                <a:lnTo>
                  <a:pt x="42672" y="620268"/>
                </a:lnTo>
                <a:lnTo>
                  <a:pt x="41148" y="624840"/>
                </a:lnTo>
                <a:lnTo>
                  <a:pt x="41148" y="629412"/>
                </a:lnTo>
                <a:lnTo>
                  <a:pt x="43154" y="638302"/>
                </a:lnTo>
                <a:lnTo>
                  <a:pt x="49149" y="646747"/>
                </a:lnTo>
                <a:lnTo>
                  <a:pt x="59156" y="654926"/>
                </a:lnTo>
                <a:lnTo>
                  <a:pt x="73152" y="662940"/>
                </a:lnTo>
                <a:lnTo>
                  <a:pt x="41148" y="662940"/>
                </a:lnTo>
                <a:lnTo>
                  <a:pt x="41148" y="669036"/>
                </a:lnTo>
                <a:lnTo>
                  <a:pt x="57912" y="710184"/>
                </a:lnTo>
                <a:lnTo>
                  <a:pt x="62484" y="708660"/>
                </a:lnTo>
                <a:lnTo>
                  <a:pt x="60960" y="705612"/>
                </a:lnTo>
                <a:lnTo>
                  <a:pt x="60960" y="693420"/>
                </a:lnTo>
                <a:lnTo>
                  <a:pt x="65532" y="688848"/>
                </a:lnTo>
                <a:lnTo>
                  <a:pt x="68580" y="688848"/>
                </a:lnTo>
                <a:lnTo>
                  <a:pt x="72034" y="687971"/>
                </a:lnTo>
                <a:lnTo>
                  <a:pt x="77914" y="687514"/>
                </a:lnTo>
                <a:lnTo>
                  <a:pt x="97536" y="687324"/>
                </a:lnTo>
                <a:lnTo>
                  <a:pt x="161544" y="687324"/>
                </a:lnTo>
                <a:lnTo>
                  <a:pt x="163068" y="688848"/>
                </a:lnTo>
                <a:lnTo>
                  <a:pt x="166116" y="688848"/>
                </a:lnTo>
                <a:lnTo>
                  <a:pt x="169164" y="690372"/>
                </a:lnTo>
                <a:lnTo>
                  <a:pt x="172212" y="696468"/>
                </a:lnTo>
                <a:lnTo>
                  <a:pt x="173736" y="701040"/>
                </a:lnTo>
                <a:lnTo>
                  <a:pt x="173736" y="707136"/>
                </a:lnTo>
                <a:lnTo>
                  <a:pt x="178308" y="707136"/>
                </a:lnTo>
                <a:lnTo>
                  <a:pt x="178308" y="638556"/>
                </a:lnTo>
                <a:close/>
              </a:path>
              <a:path extrusionOk="0" h="710564" w="181610">
                <a:moveTo>
                  <a:pt x="178308" y="176784"/>
                </a:moveTo>
                <a:lnTo>
                  <a:pt x="173736" y="176784"/>
                </a:lnTo>
                <a:lnTo>
                  <a:pt x="173736" y="182880"/>
                </a:lnTo>
                <a:lnTo>
                  <a:pt x="172212" y="187452"/>
                </a:lnTo>
                <a:lnTo>
                  <a:pt x="169164" y="193548"/>
                </a:lnTo>
                <a:lnTo>
                  <a:pt x="164592" y="198120"/>
                </a:lnTo>
                <a:lnTo>
                  <a:pt x="155448" y="201168"/>
                </a:lnTo>
                <a:lnTo>
                  <a:pt x="85344" y="201168"/>
                </a:lnTo>
                <a:lnTo>
                  <a:pt x="76200" y="196596"/>
                </a:lnTo>
                <a:lnTo>
                  <a:pt x="70104" y="192024"/>
                </a:lnTo>
                <a:lnTo>
                  <a:pt x="65532" y="187452"/>
                </a:lnTo>
                <a:lnTo>
                  <a:pt x="64008" y="184404"/>
                </a:lnTo>
                <a:lnTo>
                  <a:pt x="62484" y="182880"/>
                </a:lnTo>
                <a:lnTo>
                  <a:pt x="62484" y="179832"/>
                </a:lnTo>
                <a:lnTo>
                  <a:pt x="64008" y="175260"/>
                </a:lnTo>
                <a:lnTo>
                  <a:pt x="71628" y="167640"/>
                </a:lnTo>
                <a:lnTo>
                  <a:pt x="73152" y="163068"/>
                </a:lnTo>
                <a:lnTo>
                  <a:pt x="73152" y="156972"/>
                </a:lnTo>
                <a:lnTo>
                  <a:pt x="71628" y="153924"/>
                </a:lnTo>
                <a:lnTo>
                  <a:pt x="68580" y="152400"/>
                </a:lnTo>
                <a:lnTo>
                  <a:pt x="65532" y="149352"/>
                </a:lnTo>
                <a:lnTo>
                  <a:pt x="53340" y="149352"/>
                </a:lnTo>
                <a:lnTo>
                  <a:pt x="50292" y="150876"/>
                </a:lnTo>
                <a:lnTo>
                  <a:pt x="45720" y="153924"/>
                </a:lnTo>
                <a:lnTo>
                  <a:pt x="42672" y="156972"/>
                </a:lnTo>
                <a:lnTo>
                  <a:pt x="41148" y="161544"/>
                </a:lnTo>
                <a:lnTo>
                  <a:pt x="41148" y="167640"/>
                </a:lnTo>
                <a:lnTo>
                  <a:pt x="43154" y="175882"/>
                </a:lnTo>
                <a:lnTo>
                  <a:pt x="49149" y="184404"/>
                </a:lnTo>
                <a:lnTo>
                  <a:pt x="59156" y="192938"/>
                </a:lnTo>
                <a:lnTo>
                  <a:pt x="73152" y="201168"/>
                </a:lnTo>
                <a:lnTo>
                  <a:pt x="41148" y="201168"/>
                </a:lnTo>
                <a:lnTo>
                  <a:pt x="41148" y="207264"/>
                </a:lnTo>
                <a:lnTo>
                  <a:pt x="57912" y="248412"/>
                </a:lnTo>
                <a:lnTo>
                  <a:pt x="62484" y="246888"/>
                </a:lnTo>
                <a:lnTo>
                  <a:pt x="60960" y="242316"/>
                </a:lnTo>
                <a:lnTo>
                  <a:pt x="60960" y="231648"/>
                </a:lnTo>
                <a:lnTo>
                  <a:pt x="65532" y="227076"/>
                </a:lnTo>
                <a:lnTo>
                  <a:pt x="68580" y="225552"/>
                </a:lnTo>
                <a:lnTo>
                  <a:pt x="163068" y="225552"/>
                </a:lnTo>
                <a:lnTo>
                  <a:pt x="169164" y="228600"/>
                </a:lnTo>
                <a:lnTo>
                  <a:pt x="170688" y="230124"/>
                </a:lnTo>
                <a:lnTo>
                  <a:pt x="172212" y="233172"/>
                </a:lnTo>
                <a:lnTo>
                  <a:pt x="173736" y="237744"/>
                </a:lnTo>
                <a:lnTo>
                  <a:pt x="173736" y="245364"/>
                </a:lnTo>
                <a:lnTo>
                  <a:pt x="178308" y="245364"/>
                </a:lnTo>
                <a:lnTo>
                  <a:pt x="178308" y="176784"/>
                </a:lnTo>
                <a:close/>
              </a:path>
              <a:path extrusionOk="0" h="710564" w="181610">
                <a:moveTo>
                  <a:pt x="178308" y="0"/>
                </a:moveTo>
                <a:lnTo>
                  <a:pt x="173736" y="0"/>
                </a:lnTo>
                <a:lnTo>
                  <a:pt x="173736" y="9144"/>
                </a:lnTo>
                <a:lnTo>
                  <a:pt x="172212" y="12192"/>
                </a:lnTo>
                <a:lnTo>
                  <a:pt x="167640" y="16764"/>
                </a:lnTo>
                <a:lnTo>
                  <a:pt x="166116" y="16764"/>
                </a:lnTo>
                <a:lnTo>
                  <a:pt x="163068" y="18288"/>
                </a:lnTo>
                <a:lnTo>
                  <a:pt x="156972" y="19812"/>
                </a:lnTo>
                <a:lnTo>
                  <a:pt x="82867" y="19862"/>
                </a:lnTo>
                <a:lnTo>
                  <a:pt x="75438" y="20193"/>
                </a:lnTo>
                <a:lnTo>
                  <a:pt x="47244" y="35052"/>
                </a:lnTo>
                <a:lnTo>
                  <a:pt x="42672" y="41148"/>
                </a:lnTo>
                <a:lnTo>
                  <a:pt x="41148" y="47244"/>
                </a:lnTo>
                <a:lnTo>
                  <a:pt x="41148" y="54864"/>
                </a:lnTo>
                <a:lnTo>
                  <a:pt x="42887" y="65443"/>
                </a:lnTo>
                <a:lnTo>
                  <a:pt x="48196" y="76581"/>
                </a:lnTo>
                <a:lnTo>
                  <a:pt x="57226" y="88303"/>
                </a:lnTo>
                <a:lnTo>
                  <a:pt x="70104" y="100584"/>
                </a:lnTo>
                <a:lnTo>
                  <a:pt x="41148" y="100584"/>
                </a:lnTo>
                <a:lnTo>
                  <a:pt x="41148" y="106680"/>
                </a:lnTo>
                <a:lnTo>
                  <a:pt x="57912" y="147828"/>
                </a:lnTo>
                <a:lnTo>
                  <a:pt x="62484" y="144780"/>
                </a:lnTo>
                <a:lnTo>
                  <a:pt x="60960" y="141732"/>
                </a:lnTo>
                <a:lnTo>
                  <a:pt x="60960" y="131064"/>
                </a:lnTo>
                <a:lnTo>
                  <a:pt x="65532" y="126492"/>
                </a:lnTo>
                <a:lnTo>
                  <a:pt x="68580" y="124968"/>
                </a:lnTo>
                <a:lnTo>
                  <a:pt x="164592" y="124968"/>
                </a:lnTo>
                <a:lnTo>
                  <a:pt x="167640" y="128016"/>
                </a:lnTo>
                <a:lnTo>
                  <a:pt x="172212" y="129540"/>
                </a:lnTo>
                <a:lnTo>
                  <a:pt x="173736" y="134112"/>
                </a:lnTo>
                <a:lnTo>
                  <a:pt x="173736" y="144780"/>
                </a:lnTo>
                <a:lnTo>
                  <a:pt x="178308" y="144780"/>
                </a:lnTo>
                <a:lnTo>
                  <a:pt x="178308" y="80772"/>
                </a:lnTo>
                <a:lnTo>
                  <a:pt x="173736" y="80772"/>
                </a:lnTo>
                <a:lnTo>
                  <a:pt x="173736" y="91440"/>
                </a:lnTo>
                <a:lnTo>
                  <a:pt x="172212" y="92964"/>
                </a:lnTo>
                <a:lnTo>
                  <a:pt x="170688" y="96012"/>
                </a:lnTo>
                <a:lnTo>
                  <a:pt x="164592" y="99060"/>
                </a:lnTo>
                <a:lnTo>
                  <a:pt x="163068" y="99060"/>
                </a:lnTo>
                <a:lnTo>
                  <a:pt x="156972" y="100584"/>
                </a:lnTo>
                <a:lnTo>
                  <a:pt x="77724" y="100584"/>
                </a:lnTo>
                <a:lnTo>
                  <a:pt x="69723" y="91440"/>
                </a:lnTo>
                <a:lnTo>
                  <a:pt x="64008" y="82296"/>
                </a:lnTo>
                <a:lnTo>
                  <a:pt x="60579" y="73152"/>
                </a:lnTo>
                <a:lnTo>
                  <a:pt x="59436" y="64008"/>
                </a:lnTo>
                <a:lnTo>
                  <a:pt x="59436" y="56388"/>
                </a:lnTo>
                <a:lnTo>
                  <a:pt x="92964" y="44196"/>
                </a:lnTo>
                <a:lnTo>
                  <a:pt x="166116" y="44196"/>
                </a:lnTo>
                <a:lnTo>
                  <a:pt x="170688" y="48768"/>
                </a:lnTo>
                <a:lnTo>
                  <a:pt x="173736" y="54864"/>
                </a:lnTo>
                <a:lnTo>
                  <a:pt x="173736" y="64008"/>
                </a:lnTo>
                <a:lnTo>
                  <a:pt x="178308" y="64008"/>
                </a:lnTo>
                <a:lnTo>
                  <a:pt x="178308" y="0"/>
                </a:lnTo>
                <a:close/>
              </a:path>
              <a:path extrusionOk="0" h="710564" w="181610">
                <a:moveTo>
                  <a:pt x="181356" y="544068"/>
                </a:moveTo>
                <a:lnTo>
                  <a:pt x="166116" y="507492"/>
                </a:lnTo>
                <a:lnTo>
                  <a:pt x="129540" y="489204"/>
                </a:lnTo>
                <a:lnTo>
                  <a:pt x="126492" y="492252"/>
                </a:lnTo>
                <a:lnTo>
                  <a:pt x="134810" y="495731"/>
                </a:lnTo>
                <a:lnTo>
                  <a:pt x="141541" y="499491"/>
                </a:lnTo>
                <a:lnTo>
                  <a:pt x="146862" y="503834"/>
                </a:lnTo>
                <a:lnTo>
                  <a:pt x="150876" y="509016"/>
                </a:lnTo>
                <a:lnTo>
                  <a:pt x="155448" y="515112"/>
                </a:lnTo>
                <a:lnTo>
                  <a:pt x="156972" y="522732"/>
                </a:lnTo>
                <a:lnTo>
                  <a:pt x="156972" y="531876"/>
                </a:lnTo>
                <a:lnTo>
                  <a:pt x="131356" y="572287"/>
                </a:lnTo>
                <a:lnTo>
                  <a:pt x="94488" y="580644"/>
                </a:lnTo>
                <a:lnTo>
                  <a:pt x="94488" y="519684"/>
                </a:lnTo>
                <a:lnTo>
                  <a:pt x="94488" y="489204"/>
                </a:lnTo>
                <a:lnTo>
                  <a:pt x="85344" y="489877"/>
                </a:lnTo>
                <a:lnTo>
                  <a:pt x="85344" y="519684"/>
                </a:lnTo>
                <a:lnTo>
                  <a:pt x="85344" y="580644"/>
                </a:lnTo>
                <a:lnTo>
                  <a:pt x="50292" y="556260"/>
                </a:lnTo>
                <a:lnTo>
                  <a:pt x="50292" y="542544"/>
                </a:lnTo>
                <a:lnTo>
                  <a:pt x="51816" y="537972"/>
                </a:lnTo>
                <a:lnTo>
                  <a:pt x="57912" y="528828"/>
                </a:lnTo>
                <a:lnTo>
                  <a:pt x="67056" y="522732"/>
                </a:lnTo>
                <a:lnTo>
                  <a:pt x="76200" y="519684"/>
                </a:lnTo>
                <a:lnTo>
                  <a:pt x="85344" y="519684"/>
                </a:lnTo>
                <a:lnTo>
                  <a:pt x="85344" y="489877"/>
                </a:lnTo>
                <a:lnTo>
                  <a:pt x="48869" y="511238"/>
                </a:lnTo>
                <a:lnTo>
                  <a:pt x="41160" y="540981"/>
                </a:lnTo>
                <a:lnTo>
                  <a:pt x="42291" y="553262"/>
                </a:lnTo>
                <a:lnTo>
                  <a:pt x="70345" y="591693"/>
                </a:lnTo>
                <a:lnTo>
                  <a:pt x="112776" y="601980"/>
                </a:lnTo>
                <a:lnTo>
                  <a:pt x="128244" y="600837"/>
                </a:lnTo>
                <a:lnTo>
                  <a:pt x="128028" y="600837"/>
                </a:lnTo>
                <a:lnTo>
                  <a:pt x="141351" y="597598"/>
                </a:lnTo>
                <a:lnTo>
                  <a:pt x="176784" y="565785"/>
                </a:lnTo>
                <a:lnTo>
                  <a:pt x="180213" y="555218"/>
                </a:lnTo>
                <a:lnTo>
                  <a:pt x="181356" y="544068"/>
                </a:lnTo>
                <a:close/>
              </a:path>
              <a:path extrusionOk="0" h="710564" w="181610">
                <a:moveTo>
                  <a:pt x="181356" y="423672"/>
                </a:moveTo>
                <a:lnTo>
                  <a:pt x="152400" y="396240"/>
                </a:lnTo>
                <a:lnTo>
                  <a:pt x="152400" y="402336"/>
                </a:lnTo>
                <a:lnTo>
                  <a:pt x="155448" y="405384"/>
                </a:lnTo>
                <a:lnTo>
                  <a:pt x="158496" y="406908"/>
                </a:lnTo>
                <a:lnTo>
                  <a:pt x="163068" y="416052"/>
                </a:lnTo>
                <a:lnTo>
                  <a:pt x="163068" y="422148"/>
                </a:lnTo>
                <a:lnTo>
                  <a:pt x="161544" y="425196"/>
                </a:lnTo>
                <a:lnTo>
                  <a:pt x="155448" y="431292"/>
                </a:lnTo>
                <a:lnTo>
                  <a:pt x="53340" y="431292"/>
                </a:lnTo>
                <a:lnTo>
                  <a:pt x="53340" y="400812"/>
                </a:lnTo>
                <a:lnTo>
                  <a:pt x="44196" y="400812"/>
                </a:lnTo>
                <a:lnTo>
                  <a:pt x="44196" y="431292"/>
                </a:lnTo>
                <a:lnTo>
                  <a:pt x="0" y="431292"/>
                </a:lnTo>
                <a:lnTo>
                  <a:pt x="0" y="434340"/>
                </a:lnTo>
                <a:lnTo>
                  <a:pt x="9144" y="438912"/>
                </a:lnTo>
                <a:lnTo>
                  <a:pt x="16764" y="443484"/>
                </a:lnTo>
                <a:lnTo>
                  <a:pt x="19812" y="445008"/>
                </a:lnTo>
                <a:lnTo>
                  <a:pt x="27432" y="449580"/>
                </a:lnTo>
                <a:lnTo>
                  <a:pt x="33528" y="455676"/>
                </a:lnTo>
                <a:lnTo>
                  <a:pt x="47244" y="473964"/>
                </a:lnTo>
                <a:lnTo>
                  <a:pt x="48768" y="478536"/>
                </a:lnTo>
                <a:lnTo>
                  <a:pt x="53340" y="478536"/>
                </a:lnTo>
                <a:lnTo>
                  <a:pt x="53340" y="455676"/>
                </a:lnTo>
                <a:lnTo>
                  <a:pt x="161544" y="455676"/>
                </a:lnTo>
                <a:lnTo>
                  <a:pt x="166116" y="452628"/>
                </a:lnTo>
                <a:lnTo>
                  <a:pt x="170688" y="451104"/>
                </a:lnTo>
                <a:lnTo>
                  <a:pt x="175260" y="448056"/>
                </a:lnTo>
                <a:lnTo>
                  <a:pt x="176784" y="443484"/>
                </a:lnTo>
                <a:lnTo>
                  <a:pt x="179832" y="438912"/>
                </a:lnTo>
                <a:lnTo>
                  <a:pt x="181356" y="435864"/>
                </a:lnTo>
                <a:lnTo>
                  <a:pt x="181356" y="423672"/>
                </a:lnTo>
                <a:close/>
              </a:path>
              <a:path extrusionOk="0" h="710564" w="181610">
                <a:moveTo>
                  <a:pt x="181368" y="286512"/>
                </a:moveTo>
                <a:lnTo>
                  <a:pt x="164604" y="245364"/>
                </a:lnTo>
                <a:lnTo>
                  <a:pt x="160032" y="246888"/>
                </a:lnTo>
                <a:lnTo>
                  <a:pt x="161556" y="251460"/>
                </a:lnTo>
                <a:lnTo>
                  <a:pt x="163080" y="254508"/>
                </a:lnTo>
                <a:lnTo>
                  <a:pt x="163080" y="260604"/>
                </a:lnTo>
                <a:lnTo>
                  <a:pt x="156984" y="266700"/>
                </a:lnTo>
                <a:lnTo>
                  <a:pt x="153936" y="266700"/>
                </a:lnTo>
                <a:lnTo>
                  <a:pt x="149618" y="267589"/>
                </a:lnTo>
                <a:lnTo>
                  <a:pt x="143459" y="268033"/>
                </a:lnTo>
                <a:lnTo>
                  <a:pt x="124980" y="268224"/>
                </a:lnTo>
                <a:lnTo>
                  <a:pt x="44208" y="268224"/>
                </a:lnTo>
                <a:lnTo>
                  <a:pt x="44208" y="312420"/>
                </a:lnTo>
                <a:lnTo>
                  <a:pt x="48780" y="312420"/>
                </a:lnTo>
                <a:lnTo>
                  <a:pt x="48780" y="304800"/>
                </a:lnTo>
                <a:lnTo>
                  <a:pt x="50304" y="298704"/>
                </a:lnTo>
                <a:lnTo>
                  <a:pt x="53352" y="295656"/>
                </a:lnTo>
                <a:lnTo>
                  <a:pt x="56400" y="294132"/>
                </a:lnTo>
                <a:lnTo>
                  <a:pt x="62496" y="292608"/>
                </a:lnTo>
                <a:lnTo>
                  <a:pt x="144792" y="292608"/>
                </a:lnTo>
                <a:lnTo>
                  <a:pt x="150888" y="300228"/>
                </a:lnTo>
                <a:lnTo>
                  <a:pt x="156984" y="306324"/>
                </a:lnTo>
                <a:lnTo>
                  <a:pt x="158508" y="312420"/>
                </a:lnTo>
                <a:lnTo>
                  <a:pt x="161556" y="316992"/>
                </a:lnTo>
                <a:lnTo>
                  <a:pt x="163080" y="321564"/>
                </a:lnTo>
                <a:lnTo>
                  <a:pt x="163080" y="332232"/>
                </a:lnTo>
                <a:lnTo>
                  <a:pt x="161556" y="338328"/>
                </a:lnTo>
                <a:lnTo>
                  <a:pt x="156984" y="342900"/>
                </a:lnTo>
                <a:lnTo>
                  <a:pt x="153936" y="347472"/>
                </a:lnTo>
                <a:lnTo>
                  <a:pt x="144792" y="348996"/>
                </a:lnTo>
                <a:lnTo>
                  <a:pt x="44208" y="348996"/>
                </a:lnTo>
                <a:lnTo>
                  <a:pt x="44208" y="396240"/>
                </a:lnTo>
                <a:lnTo>
                  <a:pt x="48780" y="396240"/>
                </a:lnTo>
                <a:lnTo>
                  <a:pt x="48780" y="384048"/>
                </a:lnTo>
                <a:lnTo>
                  <a:pt x="50304" y="381000"/>
                </a:lnTo>
                <a:lnTo>
                  <a:pt x="51828" y="379476"/>
                </a:lnTo>
                <a:lnTo>
                  <a:pt x="53352" y="376428"/>
                </a:lnTo>
                <a:lnTo>
                  <a:pt x="59448" y="373380"/>
                </a:lnTo>
                <a:lnTo>
                  <a:pt x="129552" y="373380"/>
                </a:lnTo>
                <a:lnTo>
                  <a:pt x="138137" y="373126"/>
                </a:lnTo>
                <a:lnTo>
                  <a:pt x="175272" y="358140"/>
                </a:lnTo>
                <a:lnTo>
                  <a:pt x="179844" y="353568"/>
                </a:lnTo>
                <a:lnTo>
                  <a:pt x="181368" y="345948"/>
                </a:lnTo>
                <a:lnTo>
                  <a:pt x="181368" y="332232"/>
                </a:lnTo>
                <a:lnTo>
                  <a:pt x="152412" y="292608"/>
                </a:lnTo>
                <a:lnTo>
                  <a:pt x="181368" y="292608"/>
                </a:lnTo>
                <a:lnTo>
                  <a:pt x="181368" y="2865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63" name="Google Shape;4463;p74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5573267" y="4585715"/>
            <a:ext cx="140208" cy="2865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64" name="Google Shape;4464;p74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5503164" y="3211067"/>
            <a:ext cx="210312" cy="12923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65" name="Google Shape;4465;p74"/>
          <p:cNvGrpSpPr/>
          <p:nvPr/>
        </p:nvGrpSpPr>
        <p:grpSpPr>
          <a:xfrm>
            <a:off x="5503163" y="2375916"/>
            <a:ext cx="271781" cy="753363"/>
            <a:chOff x="5503163" y="2375916"/>
            <a:chExt cx="271781" cy="753363"/>
          </a:xfrm>
        </p:grpSpPr>
        <p:sp>
          <p:nvSpPr>
            <p:cNvPr id="4466" name="Google Shape;4466;p74"/>
            <p:cNvSpPr/>
            <p:nvPr/>
          </p:nvSpPr>
          <p:spPr>
            <a:xfrm>
              <a:off x="5503163" y="3047999"/>
              <a:ext cx="271780" cy="81280"/>
            </a:xfrm>
            <a:custGeom>
              <a:rect b="b" l="l" r="r" t="t"/>
              <a:pathLst>
                <a:path extrusionOk="0" h="81280" w="271779">
                  <a:moveTo>
                    <a:pt x="135635" y="80771"/>
                  </a:moveTo>
                  <a:lnTo>
                    <a:pt x="92201" y="75056"/>
                  </a:lnTo>
                  <a:lnTo>
                    <a:pt x="53339" y="57911"/>
                  </a:lnTo>
                  <a:lnTo>
                    <a:pt x="21526" y="31813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11239" y="8596"/>
                  </a:lnTo>
                  <a:lnTo>
                    <a:pt x="17525" y="16192"/>
                  </a:lnTo>
                  <a:lnTo>
                    <a:pt x="52577" y="39242"/>
                  </a:lnTo>
                  <a:lnTo>
                    <a:pt x="89915" y="49482"/>
                  </a:lnTo>
                  <a:lnTo>
                    <a:pt x="131063" y="53339"/>
                  </a:lnTo>
                  <a:lnTo>
                    <a:pt x="146518" y="53030"/>
                  </a:lnTo>
                  <a:lnTo>
                    <a:pt x="160972" y="52006"/>
                  </a:lnTo>
                  <a:lnTo>
                    <a:pt x="174569" y="50125"/>
                  </a:lnTo>
                  <a:lnTo>
                    <a:pt x="187451" y="47243"/>
                  </a:lnTo>
                  <a:lnTo>
                    <a:pt x="197191" y="45815"/>
                  </a:lnTo>
                  <a:lnTo>
                    <a:pt x="238124" y="28670"/>
                  </a:lnTo>
                  <a:lnTo>
                    <a:pt x="265175" y="0"/>
                  </a:lnTo>
                  <a:lnTo>
                    <a:pt x="271271" y="0"/>
                  </a:lnTo>
                  <a:lnTo>
                    <a:pt x="245363" y="36575"/>
                  </a:lnTo>
                  <a:lnTo>
                    <a:pt x="209359" y="62293"/>
                  </a:lnTo>
                  <a:lnTo>
                    <a:pt x="166496" y="77533"/>
                  </a:lnTo>
                  <a:lnTo>
                    <a:pt x="151352" y="79938"/>
                  </a:lnTo>
                  <a:lnTo>
                    <a:pt x="135635" y="807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467" name="Google Shape;4467;p74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5507736" y="2540507"/>
              <a:ext cx="207264" cy="4953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68" name="Google Shape;4468;p74"/>
            <p:cNvSpPr/>
            <p:nvPr/>
          </p:nvSpPr>
          <p:spPr>
            <a:xfrm>
              <a:off x="5503164" y="2375916"/>
              <a:ext cx="271780" cy="147955"/>
            </a:xfrm>
            <a:custGeom>
              <a:rect b="b" l="l" r="r" t="t"/>
              <a:pathLst>
                <a:path extrusionOk="0" h="147955" w="271779">
                  <a:moveTo>
                    <a:pt x="210299" y="12192"/>
                  </a:moveTo>
                  <a:lnTo>
                    <a:pt x="208775" y="7620"/>
                  </a:lnTo>
                  <a:lnTo>
                    <a:pt x="202679" y="1524"/>
                  </a:lnTo>
                  <a:lnTo>
                    <a:pt x="198107" y="0"/>
                  </a:lnTo>
                  <a:lnTo>
                    <a:pt x="188963" y="0"/>
                  </a:lnTo>
                  <a:lnTo>
                    <a:pt x="184391" y="1524"/>
                  </a:lnTo>
                  <a:lnTo>
                    <a:pt x="178295" y="7620"/>
                  </a:lnTo>
                  <a:lnTo>
                    <a:pt x="176771" y="12192"/>
                  </a:lnTo>
                  <a:lnTo>
                    <a:pt x="176771" y="21336"/>
                  </a:lnTo>
                  <a:lnTo>
                    <a:pt x="178295" y="24384"/>
                  </a:lnTo>
                  <a:lnTo>
                    <a:pt x="181343" y="27432"/>
                  </a:lnTo>
                  <a:lnTo>
                    <a:pt x="184391" y="32004"/>
                  </a:lnTo>
                  <a:lnTo>
                    <a:pt x="188963" y="33528"/>
                  </a:lnTo>
                  <a:lnTo>
                    <a:pt x="198107" y="33528"/>
                  </a:lnTo>
                  <a:lnTo>
                    <a:pt x="202679" y="32004"/>
                  </a:lnTo>
                  <a:lnTo>
                    <a:pt x="205727" y="27432"/>
                  </a:lnTo>
                  <a:lnTo>
                    <a:pt x="208775" y="24384"/>
                  </a:lnTo>
                  <a:lnTo>
                    <a:pt x="210299" y="21336"/>
                  </a:lnTo>
                  <a:lnTo>
                    <a:pt x="210299" y="12192"/>
                  </a:lnTo>
                  <a:close/>
                </a:path>
                <a:path extrusionOk="0" h="147955" w="271779">
                  <a:moveTo>
                    <a:pt x="271272" y="147828"/>
                  </a:moveTo>
                  <a:lnTo>
                    <a:pt x="249745" y="114681"/>
                  </a:lnTo>
                  <a:lnTo>
                    <a:pt x="217932" y="88392"/>
                  </a:lnTo>
                  <a:lnTo>
                    <a:pt x="179070" y="72580"/>
                  </a:lnTo>
                  <a:lnTo>
                    <a:pt x="135636" y="67056"/>
                  </a:lnTo>
                  <a:lnTo>
                    <a:pt x="119913" y="67652"/>
                  </a:lnTo>
                  <a:lnTo>
                    <a:pt x="76200" y="77724"/>
                  </a:lnTo>
                  <a:lnTo>
                    <a:pt x="36766" y="100660"/>
                  </a:lnTo>
                  <a:lnTo>
                    <a:pt x="5753" y="136969"/>
                  </a:lnTo>
                  <a:lnTo>
                    <a:pt x="0" y="147828"/>
                  </a:lnTo>
                  <a:lnTo>
                    <a:pt x="6096" y="147828"/>
                  </a:lnTo>
                  <a:lnTo>
                    <a:pt x="10922" y="140385"/>
                  </a:lnTo>
                  <a:lnTo>
                    <a:pt x="16192" y="133921"/>
                  </a:lnTo>
                  <a:lnTo>
                    <a:pt x="50292" y="108204"/>
                  </a:lnTo>
                  <a:lnTo>
                    <a:pt x="96024" y="97066"/>
                  </a:lnTo>
                  <a:lnTo>
                    <a:pt x="138684" y="94488"/>
                  </a:lnTo>
                  <a:lnTo>
                    <a:pt x="153276" y="94805"/>
                  </a:lnTo>
                  <a:lnTo>
                    <a:pt x="195072" y="100584"/>
                  </a:lnTo>
                  <a:lnTo>
                    <a:pt x="237744" y="117348"/>
                  </a:lnTo>
                  <a:lnTo>
                    <a:pt x="265176" y="147828"/>
                  </a:lnTo>
                  <a:lnTo>
                    <a:pt x="271272" y="1478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9" name="Google Shape;4469;p74"/>
          <p:cNvGrpSpPr/>
          <p:nvPr/>
        </p:nvGrpSpPr>
        <p:grpSpPr>
          <a:xfrm>
            <a:off x="6890003" y="5590032"/>
            <a:ext cx="116205" cy="158496"/>
            <a:chOff x="6890003" y="5590032"/>
            <a:chExt cx="116205" cy="158496"/>
          </a:xfrm>
        </p:grpSpPr>
        <p:pic>
          <p:nvPicPr>
            <p:cNvPr id="4470" name="Google Shape;4470;p74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6890003" y="5672328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71" name="Google Shape;4471;p74"/>
            <p:cNvSpPr/>
            <p:nvPr/>
          </p:nvSpPr>
          <p:spPr>
            <a:xfrm>
              <a:off x="6890003" y="5590032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47243"/>
                  </a:lnTo>
                  <a:lnTo>
                    <a:pt x="106679" y="41147"/>
                  </a:lnTo>
                  <a:lnTo>
                    <a:pt x="24384" y="41147"/>
                  </a:lnTo>
                  <a:lnTo>
                    <a:pt x="21336" y="44195"/>
                  </a:lnTo>
                  <a:lnTo>
                    <a:pt x="21336" y="45719"/>
                  </a:lnTo>
                  <a:lnTo>
                    <a:pt x="19812" y="47243"/>
                  </a:lnTo>
                  <a:lnTo>
                    <a:pt x="19812" y="50291"/>
                  </a:lnTo>
                  <a:lnTo>
                    <a:pt x="21336" y="53339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8287"/>
                  </a:lnTo>
                  <a:lnTo>
                    <a:pt x="0" y="16763"/>
                  </a:lnTo>
                  <a:lnTo>
                    <a:pt x="100584" y="16763"/>
                  </a:lnTo>
                  <a:lnTo>
                    <a:pt x="105155" y="15239"/>
                  </a:lnTo>
                  <a:lnTo>
                    <a:pt x="108204" y="15239"/>
                  </a:lnTo>
                  <a:lnTo>
                    <a:pt x="111252" y="12191"/>
                  </a:lnTo>
                  <a:lnTo>
                    <a:pt x="112775" y="9143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472" name="Google Shape;4472;p74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6891528" y="5198363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473" name="Google Shape;4473;p74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6890003" y="4809744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74" name="Google Shape;4474;p74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6655307" y="1824227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78" name="Shape 4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79" name="Google Shape;4479;p7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31035" y="5465063"/>
            <a:ext cx="448025" cy="13914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80" name="Google Shape;4480;p75"/>
          <p:cNvGrpSpPr/>
          <p:nvPr/>
        </p:nvGrpSpPr>
        <p:grpSpPr>
          <a:xfrm>
            <a:off x="1431035" y="3845051"/>
            <a:ext cx="348996" cy="1486028"/>
            <a:chOff x="1431035" y="3845051"/>
            <a:chExt cx="348996" cy="1486028"/>
          </a:xfrm>
        </p:grpSpPr>
        <p:sp>
          <p:nvSpPr>
            <p:cNvPr id="4481" name="Google Shape;4481;p75"/>
            <p:cNvSpPr/>
            <p:nvPr/>
          </p:nvSpPr>
          <p:spPr>
            <a:xfrm>
              <a:off x="1446276" y="4908804"/>
              <a:ext cx="327660" cy="422275"/>
            </a:xfrm>
            <a:custGeom>
              <a:rect b="b" l="l" r="r" t="t"/>
              <a:pathLst>
                <a:path extrusionOk="0" h="422275" w="327660">
                  <a:moveTo>
                    <a:pt x="327660" y="422148"/>
                  </a:moveTo>
                  <a:lnTo>
                    <a:pt x="320040" y="422148"/>
                  </a:lnTo>
                  <a:lnTo>
                    <a:pt x="320040" y="409956"/>
                  </a:lnTo>
                  <a:lnTo>
                    <a:pt x="319420" y="400502"/>
                  </a:lnTo>
                  <a:lnTo>
                    <a:pt x="283202" y="375213"/>
                  </a:lnTo>
                  <a:lnTo>
                    <a:pt x="269748" y="374904"/>
                  </a:lnTo>
                  <a:lnTo>
                    <a:pt x="57912" y="374904"/>
                  </a:lnTo>
                  <a:lnTo>
                    <a:pt x="16764" y="387096"/>
                  </a:lnTo>
                  <a:lnTo>
                    <a:pt x="7620" y="422148"/>
                  </a:lnTo>
                  <a:lnTo>
                    <a:pt x="0" y="422148"/>
                  </a:lnTo>
                  <a:lnTo>
                    <a:pt x="0" y="327660"/>
                  </a:lnTo>
                  <a:lnTo>
                    <a:pt x="256032" y="210312"/>
                  </a:lnTo>
                  <a:lnTo>
                    <a:pt x="0" y="92964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2192"/>
                  </a:lnTo>
                  <a:lnTo>
                    <a:pt x="8477" y="21883"/>
                  </a:lnTo>
                  <a:lnTo>
                    <a:pt x="45339" y="46958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9372" y="41148"/>
                  </a:lnTo>
                  <a:lnTo>
                    <a:pt x="320040" y="12192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8"/>
                  </a:lnTo>
                  <a:lnTo>
                    <a:pt x="320040" y="140208"/>
                  </a:lnTo>
                  <a:lnTo>
                    <a:pt x="320040" y="128016"/>
                  </a:lnTo>
                  <a:lnTo>
                    <a:pt x="319420" y="118348"/>
                  </a:lnTo>
                  <a:lnTo>
                    <a:pt x="283202" y="93273"/>
                  </a:lnTo>
                  <a:lnTo>
                    <a:pt x="269748" y="92964"/>
                  </a:lnTo>
                  <a:lnTo>
                    <a:pt x="53340" y="92964"/>
                  </a:lnTo>
                  <a:lnTo>
                    <a:pt x="327660" y="219456"/>
                  </a:lnTo>
                  <a:lnTo>
                    <a:pt x="327660" y="227076"/>
                  </a:lnTo>
                  <a:lnTo>
                    <a:pt x="53340" y="353568"/>
                  </a:lnTo>
                  <a:lnTo>
                    <a:pt x="269748" y="353568"/>
                  </a:lnTo>
                  <a:lnTo>
                    <a:pt x="309372" y="347472"/>
                  </a:lnTo>
                  <a:lnTo>
                    <a:pt x="320040" y="306324"/>
                  </a:lnTo>
                  <a:lnTo>
                    <a:pt x="327660" y="306324"/>
                  </a:lnTo>
                  <a:lnTo>
                    <a:pt x="327660" y="4221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482" name="Google Shape;4482;p7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46859" y="4695443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83" name="Google Shape;4483;p75"/>
            <p:cNvSpPr/>
            <p:nvPr/>
          </p:nvSpPr>
          <p:spPr>
            <a:xfrm>
              <a:off x="1479803" y="4543043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0604" y="18287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3151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484" name="Google Shape;4484;p75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46859" y="4376927"/>
              <a:ext cx="227075" cy="1630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485" name="Google Shape;4485;p75"/>
            <p:cNvSpPr/>
            <p:nvPr/>
          </p:nvSpPr>
          <p:spPr>
            <a:xfrm>
              <a:off x="1431035" y="4256531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39624"/>
                  </a:lnTo>
                  <a:lnTo>
                    <a:pt x="12192" y="30480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8100" y="30480"/>
                  </a:lnTo>
                  <a:lnTo>
                    <a:pt x="47244" y="39624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38100" y="74676"/>
                  </a:lnTo>
                  <a:lnTo>
                    <a:pt x="32004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2672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918" y="33266"/>
                  </a:lnTo>
                  <a:lnTo>
                    <a:pt x="332232" y="21336"/>
                  </a:lnTo>
                  <a:lnTo>
                    <a:pt x="335280" y="16764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75"/>
                  </a:lnTo>
                  <a:lnTo>
                    <a:pt x="192190" y="73175"/>
                  </a:lnTo>
                  <a:lnTo>
                    <a:pt x="178879" y="73342"/>
                  </a:lnTo>
                  <a:lnTo>
                    <a:pt x="147828" y="85344"/>
                  </a:lnTo>
                  <a:lnTo>
                    <a:pt x="147828" y="92964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8392"/>
                  </a:lnTo>
                  <a:lnTo>
                    <a:pt x="332232" y="85344"/>
                  </a:lnTo>
                  <a:lnTo>
                    <a:pt x="330707" y="80772"/>
                  </a:lnTo>
                  <a:lnTo>
                    <a:pt x="327659" y="77724"/>
                  </a:lnTo>
                  <a:lnTo>
                    <a:pt x="321564" y="76200"/>
                  </a:lnTo>
                  <a:lnTo>
                    <a:pt x="317253" y="74437"/>
                  </a:lnTo>
                  <a:lnTo>
                    <a:pt x="311086" y="73533"/>
                  </a:lnTo>
                  <a:lnTo>
                    <a:pt x="302335" y="73175"/>
                  </a:lnTo>
                  <a:lnTo>
                    <a:pt x="342900" y="73175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486" name="Google Shape;4486;p75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6859" y="403859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87" name="Google Shape;4487;p75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46859" y="3845051"/>
              <a:ext cx="233171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488" name="Google Shape;4488;p75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621280" y="8819388"/>
            <a:ext cx="97536" cy="9753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9" name="Google Shape;4489;p75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634995" y="8217407"/>
            <a:ext cx="167640" cy="48006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90" name="Google Shape;4490;p7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651760" y="7973568"/>
            <a:ext cx="150876" cy="1828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91" name="Google Shape;4491;p75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627375" y="5775960"/>
            <a:ext cx="225551" cy="21183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92" name="Google Shape;4492;p75"/>
          <p:cNvGrpSpPr/>
          <p:nvPr/>
        </p:nvGrpSpPr>
        <p:grpSpPr>
          <a:xfrm>
            <a:off x="2627376" y="5334000"/>
            <a:ext cx="175260" cy="370332"/>
            <a:chOff x="2627376" y="5334000"/>
            <a:chExt cx="175260" cy="370332"/>
          </a:xfrm>
        </p:grpSpPr>
        <p:pic>
          <p:nvPicPr>
            <p:cNvPr id="4493" name="Google Shape;4493;p75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685287" y="5597652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94" name="Google Shape;4494;p75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627376" y="5480303"/>
              <a:ext cx="172212" cy="975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495" name="Google Shape;4495;p75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685288" y="5334000"/>
              <a:ext cx="117348" cy="10210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496" name="Google Shape;4496;p75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627375" y="4648200"/>
            <a:ext cx="225552" cy="617219"/>
          </a:xfrm>
          <a:prstGeom prst="rect">
            <a:avLst/>
          </a:prstGeom>
          <a:noFill/>
          <a:ln>
            <a:noFill/>
          </a:ln>
        </p:spPr>
      </p:pic>
      <p:sp>
        <p:nvSpPr>
          <p:cNvPr id="4497" name="Google Shape;4497;p75"/>
          <p:cNvSpPr/>
          <p:nvPr/>
        </p:nvSpPr>
        <p:spPr>
          <a:xfrm>
            <a:off x="3015983" y="8404860"/>
            <a:ext cx="175895" cy="623570"/>
          </a:xfrm>
          <a:custGeom>
            <a:rect b="b" l="l" r="r" t="t"/>
            <a:pathLst>
              <a:path extrusionOk="0" h="623570" w="175894">
                <a:moveTo>
                  <a:pt x="24384" y="483108"/>
                </a:moveTo>
                <a:lnTo>
                  <a:pt x="18288" y="477012"/>
                </a:lnTo>
                <a:lnTo>
                  <a:pt x="6096" y="477012"/>
                </a:lnTo>
                <a:lnTo>
                  <a:pt x="4572" y="480060"/>
                </a:lnTo>
                <a:lnTo>
                  <a:pt x="0" y="484632"/>
                </a:lnTo>
                <a:lnTo>
                  <a:pt x="0" y="492252"/>
                </a:lnTo>
                <a:lnTo>
                  <a:pt x="1524" y="495300"/>
                </a:lnTo>
                <a:lnTo>
                  <a:pt x="4572" y="496824"/>
                </a:lnTo>
                <a:lnTo>
                  <a:pt x="6096" y="499872"/>
                </a:lnTo>
                <a:lnTo>
                  <a:pt x="9144" y="501396"/>
                </a:lnTo>
                <a:lnTo>
                  <a:pt x="16764" y="501396"/>
                </a:lnTo>
                <a:lnTo>
                  <a:pt x="21336" y="496824"/>
                </a:lnTo>
                <a:lnTo>
                  <a:pt x="24384" y="495300"/>
                </a:lnTo>
                <a:lnTo>
                  <a:pt x="24384" y="483108"/>
                </a:lnTo>
                <a:close/>
              </a:path>
              <a:path extrusionOk="0" h="623570" w="175894">
                <a:moveTo>
                  <a:pt x="24384" y="96012"/>
                </a:moveTo>
                <a:lnTo>
                  <a:pt x="21336" y="94488"/>
                </a:lnTo>
                <a:lnTo>
                  <a:pt x="16764" y="89916"/>
                </a:lnTo>
                <a:lnTo>
                  <a:pt x="9144" y="89916"/>
                </a:lnTo>
                <a:lnTo>
                  <a:pt x="6096" y="91440"/>
                </a:lnTo>
                <a:lnTo>
                  <a:pt x="4572" y="94488"/>
                </a:lnTo>
                <a:lnTo>
                  <a:pt x="1524" y="96012"/>
                </a:lnTo>
                <a:lnTo>
                  <a:pt x="0" y="99060"/>
                </a:lnTo>
                <a:lnTo>
                  <a:pt x="0" y="105156"/>
                </a:lnTo>
                <a:lnTo>
                  <a:pt x="1524" y="108204"/>
                </a:lnTo>
                <a:lnTo>
                  <a:pt x="4572" y="111252"/>
                </a:lnTo>
                <a:lnTo>
                  <a:pt x="6096" y="114300"/>
                </a:lnTo>
                <a:lnTo>
                  <a:pt x="16764" y="114300"/>
                </a:lnTo>
                <a:lnTo>
                  <a:pt x="18288" y="112776"/>
                </a:lnTo>
                <a:lnTo>
                  <a:pt x="21336" y="111252"/>
                </a:lnTo>
                <a:lnTo>
                  <a:pt x="24384" y="108204"/>
                </a:lnTo>
                <a:lnTo>
                  <a:pt x="24384" y="96012"/>
                </a:lnTo>
                <a:close/>
              </a:path>
              <a:path extrusionOk="0" h="623570" w="175894">
                <a:moveTo>
                  <a:pt x="172212" y="461772"/>
                </a:moveTo>
                <a:lnTo>
                  <a:pt x="169164" y="461772"/>
                </a:lnTo>
                <a:lnTo>
                  <a:pt x="169164" y="469392"/>
                </a:lnTo>
                <a:lnTo>
                  <a:pt x="167640" y="472440"/>
                </a:lnTo>
                <a:lnTo>
                  <a:pt x="163068" y="477012"/>
                </a:lnTo>
                <a:lnTo>
                  <a:pt x="160020" y="477012"/>
                </a:lnTo>
                <a:lnTo>
                  <a:pt x="155448" y="478536"/>
                </a:lnTo>
                <a:lnTo>
                  <a:pt x="57912" y="478536"/>
                </a:lnTo>
                <a:lnTo>
                  <a:pt x="57912" y="483108"/>
                </a:lnTo>
                <a:lnTo>
                  <a:pt x="71628" y="516636"/>
                </a:lnTo>
                <a:lnTo>
                  <a:pt x="74676" y="515112"/>
                </a:lnTo>
                <a:lnTo>
                  <a:pt x="74676" y="512064"/>
                </a:lnTo>
                <a:lnTo>
                  <a:pt x="73152" y="509016"/>
                </a:lnTo>
                <a:lnTo>
                  <a:pt x="73152" y="504444"/>
                </a:lnTo>
                <a:lnTo>
                  <a:pt x="74676" y="502920"/>
                </a:lnTo>
                <a:lnTo>
                  <a:pt x="74676" y="501396"/>
                </a:lnTo>
                <a:lnTo>
                  <a:pt x="76200" y="499872"/>
                </a:lnTo>
                <a:lnTo>
                  <a:pt x="77724" y="499872"/>
                </a:lnTo>
                <a:lnTo>
                  <a:pt x="80772" y="498348"/>
                </a:lnTo>
                <a:lnTo>
                  <a:pt x="160020" y="498348"/>
                </a:lnTo>
                <a:lnTo>
                  <a:pt x="163068" y="499872"/>
                </a:lnTo>
                <a:lnTo>
                  <a:pt x="164592" y="499872"/>
                </a:lnTo>
                <a:lnTo>
                  <a:pt x="167640" y="501396"/>
                </a:lnTo>
                <a:lnTo>
                  <a:pt x="167640" y="504444"/>
                </a:lnTo>
                <a:lnTo>
                  <a:pt x="169164" y="505968"/>
                </a:lnTo>
                <a:lnTo>
                  <a:pt x="169164" y="515112"/>
                </a:lnTo>
                <a:lnTo>
                  <a:pt x="172212" y="515112"/>
                </a:lnTo>
                <a:lnTo>
                  <a:pt x="172212" y="498348"/>
                </a:lnTo>
                <a:lnTo>
                  <a:pt x="172212" y="461772"/>
                </a:lnTo>
                <a:close/>
              </a:path>
              <a:path extrusionOk="0" h="623570" w="175894">
                <a:moveTo>
                  <a:pt x="172212" y="74676"/>
                </a:moveTo>
                <a:lnTo>
                  <a:pt x="169164" y="74676"/>
                </a:lnTo>
                <a:lnTo>
                  <a:pt x="169164" y="83820"/>
                </a:lnTo>
                <a:lnTo>
                  <a:pt x="167640" y="85344"/>
                </a:lnTo>
                <a:lnTo>
                  <a:pt x="166116" y="88392"/>
                </a:lnTo>
                <a:lnTo>
                  <a:pt x="164592" y="89916"/>
                </a:lnTo>
                <a:lnTo>
                  <a:pt x="163068" y="89916"/>
                </a:lnTo>
                <a:lnTo>
                  <a:pt x="160020" y="91440"/>
                </a:lnTo>
                <a:lnTo>
                  <a:pt x="57912" y="91440"/>
                </a:lnTo>
                <a:lnTo>
                  <a:pt x="57912" y="97536"/>
                </a:lnTo>
                <a:lnTo>
                  <a:pt x="71628" y="129540"/>
                </a:lnTo>
                <a:lnTo>
                  <a:pt x="74676" y="128016"/>
                </a:lnTo>
                <a:lnTo>
                  <a:pt x="74676" y="124968"/>
                </a:lnTo>
                <a:lnTo>
                  <a:pt x="73152" y="121920"/>
                </a:lnTo>
                <a:lnTo>
                  <a:pt x="73152" y="118872"/>
                </a:lnTo>
                <a:lnTo>
                  <a:pt x="74676" y="115824"/>
                </a:lnTo>
                <a:lnTo>
                  <a:pt x="77724" y="112776"/>
                </a:lnTo>
                <a:lnTo>
                  <a:pt x="83820" y="112776"/>
                </a:lnTo>
                <a:lnTo>
                  <a:pt x="92964" y="111252"/>
                </a:lnTo>
                <a:lnTo>
                  <a:pt x="155448" y="111252"/>
                </a:lnTo>
                <a:lnTo>
                  <a:pt x="160020" y="112776"/>
                </a:lnTo>
                <a:lnTo>
                  <a:pt x="163068" y="112776"/>
                </a:lnTo>
                <a:lnTo>
                  <a:pt x="164592" y="114300"/>
                </a:lnTo>
                <a:lnTo>
                  <a:pt x="167640" y="115824"/>
                </a:lnTo>
                <a:lnTo>
                  <a:pt x="167640" y="117348"/>
                </a:lnTo>
                <a:lnTo>
                  <a:pt x="169164" y="118872"/>
                </a:lnTo>
                <a:lnTo>
                  <a:pt x="169164" y="128016"/>
                </a:lnTo>
                <a:lnTo>
                  <a:pt x="172212" y="128016"/>
                </a:lnTo>
                <a:lnTo>
                  <a:pt x="172212" y="111252"/>
                </a:lnTo>
                <a:lnTo>
                  <a:pt x="172212" y="74676"/>
                </a:lnTo>
                <a:close/>
              </a:path>
              <a:path extrusionOk="0" h="623570" w="175894">
                <a:moveTo>
                  <a:pt x="172224" y="396240"/>
                </a:moveTo>
                <a:lnTo>
                  <a:pt x="169176" y="396240"/>
                </a:lnTo>
                <a:lnTo>
                  <a:pt x="169176" y="405384"/>
                </a:lnTo>
                <a:lnTo>
                  <a:pt x="167652" y="408432"/>
                </a:lnTo>
                <a:lnTo>
                  <a:pt x="161556" y="414528"/>
                </a:lnTo>
                <a:lnTo>
                  <a:pt x="158508" y="416052"/>
                </a:lnTo>
                <a:lnTo>
                  <a:pt x="92976" y="416052"/>
                </a:lnTo>
                <a:lnTo>
                  <a:pt x="85356" y="413004"/>
                </a:lnTo>
                <a:lnTo>
                  <a:pt x="77736" y="405384"/>
                </a:lnTo>
                <a:lnTo>
                  <a:pt x="76212" y="402336"/>
                </a:lnTo>
                <a:lnTo>
                  <a:pt x="74688" y="400812"/>
                </a:lnTo>
                <a:lnTo>
                  <a:pt x="74688" y="397764"/>
                </a:lnTo>
                <a:lnTo>
                  <a:pt x="76212" y="394716"/>
                </a:lnTo>
                <a:lnTo>
                  <a:pt x="82308" y="388620"/>
                </a:lnTo>
                <a:lnTo>
                  <a:pt x="82308" y="376428"/>
                </a:lnTo>
                <a:lnTo>
                  <a:pt x="79260" y="374904"/>
                </a:lnTo>
                <a:lnTo>
                  <a:pt x="77736" y="373380"/>
                </a:lnTo>
                <a:lnTo>
                  <a:pt x="74688" y="371856"/>
                </a:lnTo>
                <a:lnTo>
                  <a:pt x="68592" y="371856"/>
                </a:lnTo>
                <a:lnTo>
                  <a:pt x="65544" y="373380"/>
                </a:lnTo>
                <a:lnTo>
                  <a:pt x="59448" y="379476"/>
                </a:lnTo>
                <a:lnTo>
                  <a:pt x="57924" y="382524"/>
                </a:lnTo>
                <a:lnTo>
                  <a:pt x="57924" y="387096"/>
                </a:lnTo>
                <a:lnTo>
                  <a:pt x="83832" y="416052"/>
                </a:lnTo>
                <a:lnTo>
                  <a:pt x="57924" y="416052"/>
                </a:lnTo>
                <a:lnTo>
                  <a:pt x="57924" y="422148"/>
                </a:lnTo>
                <a:lnTo>
                  <a:pt x="71640" y="454152"/>
                </a:lnTo>
                <a:lnTo>
                  <a:pt x="74688" y="452628"/>
                </a:lnTo>
                <a:lnTo>
                  <a:pt x="74688" y="449580"/>
                </a:lnTo>
                <a:lnTo>
                  <a:pt x="73164" y="448056"/>
                </a:lnTo>
                <a:lnTo>
                  <a:pt x="73164" y="443484"/>
                </a:lnTo>
                <a:lnTo>
                  <a:pt x="74688" y="440436"/>
                </a:lnTo>
                <a:lnTo>
                  <a:pt x="77736" y="437388"/>
                </a:lnTo>
                <a:lnTo>
                  <a:pt x="80784" y="437388"/>
                </a:lnTo>
                <a:lnTo>
                  <a:pt x="83832" y="435864"/>
                </a:lnTo>
                <a:lnTo>
                  <a:pt x="158508" y="435864"/>
                </a:lnTo>
                <a:lnTo>
                  <a:pt x="160032" y="437388"/>
                </a:lnTo>
                <a:lnTo>
                  <a:pt x="163080" y="437388"/>
                </a:lnTo>
                <a:lnTo>
                  <a:pt x="166128" y="438912"/>
                </a:lnTo>
                <a:lnTo>
                  <a:pt x="167652" y="440436"/>
                </a:lnTo>
                <a:lnTo>
                  <a:pt x="169176" y="443484"/>
                </a:lnTo>
                <a:lnTo>
                  <a:pt x="169176" y="452628"/>
                </a:lnTo>
                <a:lnTo>
                  <a:pt x="172224" y="452628"/>
                </a:lnTo>
                <a:lnTo>
                  <a:pt x="172224" y="435864"/>
                </a:lnTo>
                <a:lnTo>
                  <a:pt x="172224" y="396240"/>
                </a:lnTo>
                <a:close/>
              </a:path>
              <a:path extrusionOk="0" h="623570" w="175894">
                <a:moveTo>
                  <a:pt x="175260" y="577596"/>
                </a:moveTo>
                <a:lnTo>
                  <a:pt x="158051" y="542353"/>
                </a:lnTo>
                <a:lnTo>
                  <a:pt x="129540" y="530352"/>
                </a:lnTo>
                <a:lnTo>
                  <a:pt x="128016" y="533400"/>
                </a:lnTo>
                <a:lnTo>
                  <a:pt x="138684" y="537972"/>
                </a:lnTo>
                <a:lnTo>
                  <a:pt x="144780" y="542544"/>
                </a:lnTo>
                <a:lnTo>
                  <a:pt x="149352" y="547116"/>
                </a:lnTo>
                <a:lnTo>
                  <a:pt x="153924" y="553212"/>
                </a:lnTo>
                <a:lnTo>
                  <a:pt x="155448" y="559308"/>
                </a:lnTo>
                <a:lnTo>
                  <a:pt x="155448" y="568452"/>
                </a:lnTo>
                <a:lnTo>
                  <a:pt x="124587" y="601218"/>
                </a:lnTo>
                <a:lnTo>
                  <a:pt x="106680" y="603504"/>
                </a:lnTo>
                <a:lnTo>
                  <a:pt x="96964" y="602932"/>
                </a:lnTo>
                <a:lnTo>
                  <a:pt x="65532" y="583692"/>
                </a:lnTo>
                <a:lnTo>
                  <a:pt x="65532" y="569976"/>
                </a:lnTo>
                <a:lnTo>
                  <a:pt x="67056" y="566928"/>
                </a:lnTo>
                <a:lnTo>
                  <a:pt x="70104" y="563880"/>
                </a:lnTo>
                <a:lnTo>
                  <a:pt x="71628" y="560832"/>
                </a:lnTo>
                <a:lnTo>
                  <a:pt x="76200" y="559308"/>
                </a:lnTo>
                <a:lnTo>
                  <a:pt x="85344" y="559308"/>
                </a:lnTo>
                <a:lnTo>
                  <a:pt x="88392" y="557784"/>
                </a:lnTo>
                <a:lnTo>
                  <a:pt x="92964" y="553212"/>
                </a:lnTo>
                <a:lnTo>
                  <a:pt x="94488" y="550164"/>
                </a:lnTo>
                <a:lnTo>
                  <a:pt x="94488" y="539496"/>
                </a:lnTo>
                <a:lnTo>
                  <a:pt x="92964" y="537972"/>
                </a:lnTo>
                <a:lnTo>
                  <a:pt x="89916" y="536448"/>
                </a:lnTo>
                <a:lnTo>
                  <a:pt x="88392" y="534924"/>
                </a:lnTo>
                <a:lnTo>
                  <a:pt x="79248" y="534924"/>
                </a:lnTo>
                <a:lnTo>
                  <a:pt x="73152" y="537972"/>
                </a:lnTo>
                <a:lnTo>
                  <a:pt x="63055" y="550722"/>
                </a:lnTo>
                <a:lnTo>
                  <a:pt x="60198" y="556831"/>
                </a:lnTo>
                <a:lnTo>
                  <a:pt x="58483" y="563816"/>
                </a:lnTo>
                <a:lnTo>
                  <a:pt x="57912" y="571500"/>
                </a:lnTo>
                <a:lnTo>
                  <a:pt x="59042" y="582358"/>
                </a:lnTo>
                <a:lnTo>
                  <a:pt x="83489" y="614959"/>
                </a:lnTo>
                <a:lnTo>
                  <a:pt x="117348" y="623316"/>
                </a:lnTo>
                <a:lnTo>
                  <a:pt x="130238" y="622465"/>
                </a:lnTo>
                <a:lnTo>
                  <a:pt x="166903" y="602462"/>
                </a:lnTo>
                <a:lnTo>
                  <a:pt x="174383" y="586460"/>
                </a:lnTo>
                <a:lnTo>
                  <a:pt x="175260" y="577596"/>
                </a:lnTo>
                <a:close/>
              </a:path>
              <a:path extrusionOk="0" h="623570" w="175894">
                <a:moveTo>
                  <a:pt x="175260" y="316992"/>
                </a:moveTo>
                <a:lnTo>
                  <a:pt x="158051" y="281990"/>
                </a:lnTo>
                <a:lnTo>
                  <a:pt x="129540" y="271272"/>
                </a:lnTo>
                <a:lnTo>
                  <a:pt x="128016" y="274320"/>
                </a:lnTo>
                <a:lnTo>
                  <a:pt x="138684" y="277368"/>
                </a:lnTo>
                <a:lnTo>
                  <a:pt x="144780" y="281940"/>
                </a:lnTo>
                <a:lnTo>
                  <a:pt x="149352" y="286512"/>
                </a:lnTo>
                <a:lnTo>
                  <a:pt x="153924" y="292608"/>
                </a:lnTo>
                <a:lnTo>
                  <a:pt x="155448" y="300228"/>
                </a:lnTo>
                <a:lnTo>
                  <a:pt x="155448" y="307848"/>
                </a:lnTo>
                <a:lnTo>
                  <a:pt x="124587" y="341376"/>
                </a:lnTo>
                <a:lnTo>
                  <a:pt x="106680" y="344424"/>
                </a:lnTo>
                <a:lnTo>
                  <a:pt x="96964" y="343839"/>
                </a:lnTo>
                <a:lnTo>
                  <a:pt x="88392" y="341947"/>
                </a:lnTo>
                <a:lnTo>
                  <a:pt x="80962" y="338645"/>
                </a:lnTo>
                <a:lnTo>
                  <a:pt x="68580" y="329184"/>
                </a:lnTo>
                <a:lnTo>
                  <a:pt x="65532" y="323088"/>
                </a:lnTo>
                <a:lnTo>
                  <a:pt x="65532" y="310896"/>
                </a:lnTo>
                <a:lnTo>
                  <a:pt x="67056" y="306324"/>
                </a:lnTo>
                <a:lnTo>
                  <a:pt x="71628" y="301752"/>
                </a:lnTo>
                <a:lnTo>
                  <a:pt x="80772" y="298704"/>
                </a:lnTo>
                <a:lnTo>
                  <a:pt x="85344" y="298704"/>
                </a:lnTo>
                <a:lnTo>
                  <a:pt x="88392" y="297180"/>
                </a:lnTo>
                <a:lnTo>
                  <a:pt x="89916" y="295656"/>
                </a:lnTo>
                <a:lnTo>
                  <a:pt x="92964" y="294132"/>
                </a:lnTo>
                <a:lnTo>
                  <a:pt x="94488" y="291084"/>
                </a:lnTo>
                <a:lnTo>
                  <a:pt x="94488" y="280416"/>
                </a:lnTo>
                <a:lnTo>
                  <a:pt x="92964" y="277368"/>
                </a:lnTo>
                <a:lnTo>
                  <a:pt x="89916" y="275844"/>
                </a:lnTo>
                <a:lnTo>
                  <a:pt x="79248" y="275844"/>
                </a:lnTo>
                <a:lnTo>
                  <a:pt x="57912" y="312420"/>
                </a:lnTo>
                <a:lnTo>
                  <a:pt x="59042" y="322427"/>
                </a:lnTo>
                <a:lnTo>
                  <a:pt x="83489" y="355244"/>
                </a:lnTo>
                <a:lnTo>
                  <a:pt x="117348" y="364236"/>
                </a:lnTo>
                <a:lnTo>
                  <a:pt x="130238" y="363359"/>
                </a:lnTo>
                <a:lnTo>
                  <a:pt x="166903" y="341858"/>
                </a:lnTo>
                <a:lnTo>
                  <a:pt x="174383" y="325856"/>
                </a:lnTo>
                <a:lnTo>
                  <a:pt x="175260" y="316992"/>
                </a:lnTo>
                <a:close/>
              </a:path>
              <a:path extrusionOk="0" h="623570" w="175894">
                <a:moveTo>
                  <a:pt x="175272" y="170688"/>
                </a:moveTo>
                <a:lnTo>
                  <a:pt x="161556" y="137160"/>
                </a:lnTo>
                <a:lnTo>
                  <a:pt x="158508" y="140208"/>
                </a:lnTo>
                <a:lnTo>
                  <a:pt x="160032" y="143256"/>
                </a:lnTo>
                <a:lnTo>
                  <a:pt x="161556" y="144780"/>
                </a:lnTo>
                <a:lnTo>
                  <a:pt x="161556" y="149352"/>
                </a:lnTo>
                <a:lnTo>
                  <a:pt x="160032" y="150876"/>
                </a:lnTo>
                <a:lnTo>
                  <a:pt x="160032" y="152400"/>
                </a:lnTo>
                <a:lnTo>
                  <a:pt x="156984" y="155448"/>
                </a:lnTo>
                <a:lnTo>
                  <a:pt x="60972" y="155448"/>
                </a:lnTo>
                <a:lnTo>
                  <a:pt x="60972" y="192024"/>
                </a:lnTo>
                <a:lnTo>
                  <a:pt x="64020" y="192024"/>
                </a:lnTo>
                <a:lnTo>
                  <a:pt x="65544" y="185928"/>
                </a:lnTo>
                <a:lnTo>
                  <a:pt x="65544" y="181356"/>
                </a:lnTo>
                <a:lnTo>
                  <a:pt x="68592" y="179832"/>
                </a:lnTo>
                <a:lnTo>
                  <a:pt x="71640" y="176784"/>
                </a:lnTo>
                <a:lnTo>
                  <a:pt x="76212" y="175260"/>
                </a:lnTo>
                <a:lnTo>
                  <a:pt x="144792" y="175260"/>
                </a:lnTo>
                <a:lnTo>
                  <a:pt x="150888" y="182880"/>
                </a:lnTo>
                <a:lnTo>
                  <a:pt x="155460" y="187452"/>
                </a:lnTo>
                <a:lnTo>
                  <a:pt x="156984" y="192024"/>
                </a:lnTo>
                <a:lnTo>
                  <a:pt x="160032" y="196596"/>
                </a:lnTo>
                <a:lnTo>
                  <a:pt x="160032" y="208788"/>
                </a:lnTo>
                <a:lnTo>
                  <a:pt x="158508" y="213360"/>
                </a:lnTo>
                <a:lnTo>
                  <a:pt x="155460" y="217932"/>
                </a:lnTo>
                <a:lnTo>
                  <a:pt x="152412" y="220980"/>
                </a:lnTo>
                <a:lnTo>
                  <a:pt x="146316" y="222504"/>
                </a:lnTo>
                <a:lnTo>
                  <a:pt x="60972" y="222504"/>
                </a:lnTo>
                <a:lnTo>
                  <a:pt x="60972" y="260604"/>
                </a:lnTo>
                <a:lnTo>
                  <a:pt x="64020" y="260604"/>
                </a:lnTo>
                <a:lnTo>
                  <a:pt x="64020" y="256032"/>
                </a:lnTo>
                <a:lnTo>
                  <a:pt x="65544" y="251460"/>
                </a:lnTo>
                <a:lnTo>
                  <a:pt x="65544" y="249936"/>
                </a:lnTo>
                <a:lnTo>
                  <a:pt x="67068" y="246888"/>
                </a:lnTo>
                <a:lnTo>
                  <a:pt x="68592" y="245364"/>
                </a:lnTo>
                <a:lnTo>
                  <a:pt x="71640" y="245364"/>
                </a:lnTo>
                <a:lnTo>
                  <a:pt x="73164" y="243840"/>
                </a:lnTo>
                <a:lnTo>
                  <a:pt x="77736" y="242316"/>
                </a:lnTo>
                <a:lnTo>
                  <a:pt x="150888" y="242316"/>
                </a:lnTo>
                <a:lnTo>
                  <a:pt x="156984" y="240792"/>
                </a:lnTo>
                <a:lnTo>
                  <a:pt x="161556" y="239268"/>
                </a:lnTo>
                <a:lnTo>
                  <a:pt x="170700" y="230124"/>
                </a:lnTo>
                <a:lnTo>
                  <a:pt x="173748" y="225552"/>
                </a:lnTo>
                <a:lnTo>
                  <a:pt x="175272" y="220980"/>
                </a:lnTo>
                <a:lnTo>
                  <a:pt x="175272" y="202692"/>
                </a:lnTo>
                <a:lnTo>
                  <a:pt x="169341" y="194119"/>
                </a:lnTo>
                <a:lnTo>
                  <a:pt x="165176" y="188976"/>
                </a:lnTo>
                <a:lnTo>
                  <a:pt x="159575" y="182689"/>
                </a:lnTo>
                <a:lnTo>
                  <a:pt x="152412" y="175260"/>
                </a:lnTo>
                <a:lnTo>
                  <a:pt x="175272" y="175260"/>
                </a:lnTo>
                <a:lnTo>
                  <a:pt x="175272" y="170688"/>
                </a:lnTo>
                <a:close/>
              </a:path>
              <a:path extrusionOk="0" h="623570" w="175894">
                <a:moveTo>
                  <a:pt x="175272" y="22860"/>
                </a:moveTo>
                <a:lnTo>
                  <a:pt x="173748" y="16764"/>
                </a:lnTo>
                <a:lnTo>
                  <a:pt x="169176" y="12192"/>
                </a:lnTo>
                <a:lnTo>
                  <a:pt x="166128" y="6096"/>
                </a:lnTo>
                <a:lnTo>
                  <a:pt x="160032" y="3048"/>
                </a:lnTo>
                <a:lnTo>
                  <a:pt x="150888" y="0"/>
                </a:lnTo>
                <a:lnTo>
                  <a:pt x="150888" y="6096"/>
                </a:lnTo>
                <a:lnTo>
                  <a:pt x="156984" y="9144"/>
                </a:lnTo>
                <a:lnTo>
                  <a:pt x="158508" y="12192"/>
                </a:lnTo>
                <a:lnTo>
                  <a:pt x="160032" y="13716"/>
                </a:lnTo>
                <a:lnTo>
                  <a:pt x="160032" y="24384"/>
                </a:lnTo>
                <a:lnTo>
                  <a:pt x="156984" y="27432"/>
                </a:lnTo>
                <a:lnTo>
                  <a:pt x="153936" y="28956"/>
                </a:lnTo>
                <a:lnTo>
                  <a:pt x="149364" y="30480"/>
                </a:lnTo>
                <a:lnTo>
                  <a:pt x="68592" y="30480"/>
                </a:lnTo>
                <a:lnTo>
                  <a:pt x="68592" y="4572"/>
                </a:lnTo>
                <a:lnTo>
                  <a:pt x="60972" y="4572"/>
                </a:lnTo>
                <a:lnTo>
                  <a:pt x="60972" y="30480"/>
                </a:lnTo>
                <a:lnTo>
                  <a:pt x="24396" y="30480"/>
                </a:lnTo>
                <a:lnTo>
                  <a:pt x="24396" y="33528"/>
                </a:lnTo>
                <a:lnTo>
                  <a:pt x="33540" y="36576"/>
                </a:lnTo>
                <a:lnTo>
                  <a:pt x="38112" y="39624"/>
                </a:lnTo>
                <a:lnTo>
                  <a:pt x="41160" y="41148"/>
                </a:lnTo>
                <a:lnTo>
                  <a:pt x="47256" y="45720"/>
                </a:lnTo>
                <a:lnTo>
                  <a:pt x="53352" y="48768"/>
                </a:lnTo>
                <a:lnTo>
                  <a:pt x="56400" y="53340"/>
                </a:lnTo>
                <a:lnTo>
                  <a:pt x="60972" y="59436"/>
                </a:lnTo>
                <a:lnTo>
                  <a:pt x="64020" y="64008"/>
                </a:lnTo>
                <a:lnTo>
                  <a:pt x="65544" y="68580"/>
                </a:lnTo>
                <a:lnTo>
                  <a:pt x="68592" y="68580"/>
                </a:lnTo>
                <a:lnTo>
                  <a:pt x="68592" y="50292"/>
                </a:lnTo>
                <a:lnTo>
                  <a:pt x="153936" y="50292"/>
                </a:lnTo>
                <a:lnTo>
                  <a:pt x="160032" y="48768"/>
                </a:lnTo>
                <a:lnTo>
                  <a:pt x="163080" y="47244"/>
                </a:lnTo>
                <a:lnTo>
                  <a:pt x="167652" y="45720"/>
                </a:lnTo>
                <a:lnTo>
                  <a:pt x="170700" y="42672"/>
                </a:lnTo>
                <a:lnTo>
                  <a:pt x="172224" y="39624"/>
                </a:lnTo>
                <a:lnTo>
                  <a:pt x="175272" y="35052"/>
                </a:lnTo>
                <a:lnTo>
                  <a:pt x="175272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8" name="Google Shape;4498;p75"/>
          <p:cNvGrpSpPr/>
          <p:nvPr/>
        </p:nvGrpSpPr>
        <p:grpSpPr>
          <a:xfrm>
            <a:off x="3015996" y="7802879"/>
            <a:ext cx="225551" cy="534924"/>
            <a:chOff x="3015996" y="7802879"/>
            <a:chExt cx="225551" cy="534924"/>
          </a:xfrm>
        </p:grpSpPr>
        <p:pic>
          <p:nvPicPr>
            <p:cNvPr id="4499" name="Google Shape;4499;p75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3015996" y="7859267"/>
              <a:ext cx="225551" cy="47853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00" name="Google Shape;4500;p75"/>
            <p:cNvSpPr/>
            <p:nvPr/>
          </p:nvSpPr>
          <p:spPr>
            <a:xfrm>
              <a:off x="3163824" y="7802879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18288" y="36576"/>
                  </a:moveTo>
                  <a:lnTo>
                    <a:pt x="10668" y="36576"/>
                  </a:lnTo>
                  <a:lnTo>
                    <a:pt x="7620" y="35052"/>
                  </a:lnTo>
                  <a:lnTo>
                    <a:pt x="1524" y="28956"/>
                  </a:lnTo>
                  <a:lnTo>
                    <a:pt x="0" y="25908"/>
                  </a:lnTo>
                  <a:lnTo>
                    <a:pt x="0" y="15240"/>
                  </a:lnTo>
                  <a:lnTo>
                    <a:pt x="3048" y="10668"/>
                  </a:lnTo>
                  <a:lnTo>
                    <a:pt x="12192" y="1524"/>
                  </a:lnTo>
                  <a:lnTo>
                    <a:pt x="18288" y="0"/>
                  </a:lnTo>
                  <a:lnTo>
                    <a:pt x="33528" y="0"/>
                  </a:lnTo>
                  <a:lnTo>
                    <a:pt x="41148" y="3048"/>
                  </a:lnTo>
                  <a:lnTo>
                    <a:pt x="48768" y="9144"/>
                  </a:lnTo>
                  <a:lnTo>
                    <a:pt x="50108" y="10668"/>
                  </a:lnTo>
                  <a:lnTo>
                    <a:pt x="25908" y="10668"/>
                  </a:lnTo>
                  <a:lnTo>
                    <a:pt x="25908" y="12192"/>
                  </a:lnTo>
                  <a:lnTo>
                    <a:pt x="24384" y="12192"/>
                  </a:lnTo>
                  <a:lnTo>
                    <a:pt x="24384" y="13716"/>
                  </a:lnTo>
                  <a:lnTo>
                    <a:pt x="27432" y="19812"/>
                  </a:lnTo>
                  <a:lnTo>
                    <a:pt x="27432" y="30480"/>
                  </a:lnTo>
                  <a:lnTo>
                    <a:pt x="22860" y="35052"/>
                  </a:lnTo>
                  <a:lnTo>
                    <a:pt x="18288" y="36576"/>
                  </a:lnTo>
                  <a:close/>
                </a:path>
                <a:path extrusionOk="0" h="36829" w="64135">
                  <a:moveTo>
                    <a:pt x="64008" y="36576"/>
                  </a:moveTo>
                  <a:lnTo>
                    <a:pt x="59436" y="36576"/>
                  </a:lnTo>
                  <a:lnTo>
                    <a:pt x="53340" y="21336"/>
                  </a:lnTo>
                  <a:lnTo>
                    <a:pt x="47244" y="18288"/>
                  </a:lnTo>
                  <a:lnTo>
                    <a:pt x="41148" y="13716"/>
                  </a:lnTo>
                  <a:lnTo>
                    <a:pt x="35052" y="10668"/>
                  </a:lnTo>
                  <a:lnTo>
                    <a:pt x="50108" y="10668"/>
                  </a:lnTo>
                  <a:lnTo>
                    <a:pt x="53292" y="14287"/>
                  </a:lnTo>
                  <a:lnTo>
                    <a:pt x="57531" y="20574"/>
                  </a:lnTo>
                  <a:lnTo>
                    <a:pt x="61198" y="28003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1" name="Google Shape;4501;p75"/>
          <p:cNvSpPr/>
          <p:nvPr/>
        </p:nvSpPr>
        <p:spPr>
          <a:xfrm>
            <a:off x="3015996" y="7132320"/>
            <a:ext cx="212090" cy="597535"/>
          </a:xfrm>
          <a:custGeom>
            <a:rect b="b" l="l" r="r" t="t"/>
            <a:pathLst>
              <a:path extrusionOk="0" h="597534" w="212089">
                <a:moveTo>
                  <a:pt x="172212" y="411480"/>
                </a:moveTo>
                <a:lnTo>
                  <a:pt x="169164" y="411480"/>
                </a:lnTo>
                <a:lnTo>
                  <a:pt x="169164" y="420624"/>
                </a:lnTo>
                <a:lnTo>
                  <a:pt x="167640" y="422148"/>
                </a:lnTo>
                <a:lnTo>
                  <a:pt x="166116" y="425196"/>
                </a:lnTo>
                <a:lnTo>
                  <a:pt x="164592" y="426720"/>
                </a:lnTo>
                <a:lnTo>
                  <a:pt x="163068" y="426720"/>
                </a:lnTo>
                <a:lnTo>
                  <a:pt x="160020" y="428244"/>
                </a:lnTo>
                <a:lnTo>
                  <a:pt x="0" y="428244"/>
                </a:lnTo>
                <a:lnTo>
                  <a:pt x="0" y="434340"/>
                </a:lnTo>
                <a:lnTo>
                  <a:pt x="13716" y="464820"/>
                </a:lnTo>
                <a:lnTo>
                  <a:pt x="16764" y="463296"/>
                </a:lnTo>
                <a:lnTo>
                  <a:pt x="16764" y="460248"/>
                </a:lnTo>
                <a:lnTo>
                  <a:pt x="15240" y="457200"/>
                </a:lnTo>
                <a:lnTo>
                  <a:pt x="15240" y="452628"/>
                </a:lnTo>
                <a:lnTo>
                  <a:pt x="16764" y="451104"/>
                </a:lnTo>
                <a:lnTo>
                  <a:pt x="18288" y="451104"/>
                </a:lnTo>
                <a:lnTo>
                  <a:pt x="19812" y="449580"/>
                </a:lnTo>
                <a:lnTo>
                  <a:pt x="22860" y="449580"/>
                </a:lnTo>
                <a:lnTo>
                  <a:pt x="25908" y="448056"/>
                </a:lnTo>
                <a:lnTo>
                  <a:pt x="155448" y="448056"/>
                </a:lnTo>
                <a:lnTo>
                  <a:pt x="160020" y="449580"/>
                </a:lnTo>
                <a:lnTo>
                  <a:pt x="163068" y="449580"/>
                </a:lnTo>
                <a:lnTo>
                  <a:pt x="164592" y="451104"/>
                </a:lnTo>
                <a:lnTo>
                  <a:pt x="167640" y="452628"/>
                </a:lnTo>
                <a:lnTo>
                  <a:pt x="167640" y="454152"/>
                </a:lnTo>
                <a:lnTo>
                  <a:pt x="169164" y="455676"/>
                </a:lnTo>
                <a:lnTo>
                  <a:pt x="169164" y="464820"/>
                </a:lnTo>
                <a:lnTo>
                  <a:pt x="172212" y="464820"/>
                </a:lnTo>
                <a:lnTo>
                  <a:pt x="172212" y="411480"/>
                </a:lnTo>
                <a:close/>
              </a:path>
              <a:path extrusionOk="0" h="597534" w="212089">
                <a:moveTo>
                  <a:pt x="172212" y="117348"/>
                </a:moveTo>
                <a:lnTo>
                  <a:pt x="169164" y="117348"/>
                </a:lnTo>
                <a:lnTo>
                  <a:pt x="169164" y="126492"/>
                </a:lnTo>
                <a:lnTo>
                  <a:pt x="167640" y="128016"/>
                </a:lnTo>
                <a:lnTo>
                  <a:pt x="167640" y="131064"/>
                </a:lnTo>
                <a:lnTo>
                  <a:pt x="166116" y="131064"/>
                </a:lnTo>
                <a:lnTo>
                  <a:pt x="163068" y="132588"/>
                </a:lnTo>
                <a:lnTo>
                  <a:pt x="161544" y="134112"/>
                </a:lnTo>
                <a:lnTo>
                  <a:pt x="111252" y="134112"/>
                </a:lnTo>
                <a:lnTo>
                  <a:pt x="0" y="134112"/>
                </a:lnTo>
                <a:lnTo>
                  <a:pt x="0" y="140208"/>
                </a:lnTo>
                <a:lnTo>
                  <a:pt x="13716" y="170688"/>
                </a:lnTo>
                <a:lnTo>
                  <a:pt x="16764" y="169164"/>
                </a:lnTo>
                <a:lnTo>
                  <a:pt x="16764" y="166116"/>
                </a:lnTo>
                <a:lnTo>
                  <a:pt x="15240" y="163068"/>
                </a:lnTo>
                <a:lnTo>
                  <a:pt x="15240" y="158496"/>
                </a:lnTo>
                <a:lnTo>
                  <a:pt x="18288" y="155448"/>
                </a:lnTo>
                <a:lnTo>
                  <a:pt x="22860" y="155448"/>
                </a:lnTo>
                <a:lnTo>
                  <a:pt x="25908" y="153924"/>
                </a:lnTo>
                <a:lnTo>
                  <a:pt x="160020" y="153924"/>
                </a:lnTo>
                <a:lnTo>
                  <a:pt x="163068" y="155448"/>
                </a:lnTo>
                <a:lnTo>
                  <a:pt x="164592" y="156972"/>
                </a:lnTo>
                <a:lnTo>
                  <a:pt x="166116" y="156972"/>
                </a:lnTo>
                <a:lnTo>
                  <a:pt x="167640" y="158496"/>
                </a:lnTo>
                <a:lnTo>
                  <a:pt x="169164" y="161544"/>
                </a:lnTo>
                <a:lnTo>
                  <a:pt x="169164" y="170688"/>
                </a:lnTo>
                <a:lnTo>
                  <a:pt x="172212" y="170688"/>
                </a:lnTo>
                <a:lnTo>
                  <a:pt x="172212" y="153924"/>
                </a:lnTo>
                <a:lnTo>
                  <a:pt x="172212" y="117348"/>
                </a:lnTo>
                <a:close/>
              </a:path>
              <a:path extrusionOk="0" h="597534" w="212089">
                <a:moveTo>
                  <a:pt x="172212" y="48768"/>
                </a:moveTo>
                <a:lnTo>
                  <a:pt x="166116" y="48768"/>
                </a:lnTo>
                <a:lnTo>
                  <a:pt x="166116" y="57912"/>
                </a:lnTo>
                <a:lnTo>
                  <a:pt x="163068" y="64008"/>
                </a:lnTo>
                <a:lnTo>
                  <a:pt x="160020" y="68580"/>
                </a:lnTo>
                <a:lnTo>
                  <a:pt x="156972" y="70104"/>
                </a:lnTo>
                <a:lnTo>
                  <a:pt x="150876" y="76200"/>
                </a:lnTo>
                <a:lnTo>
                  <a:pt x="141732" y="83820"/>
                </a:lnTo>
                <a:lnTo>
                  <a:pt x="103632" y="114300"/>
                </a:lnTo>
                <a:lnTo>
                  <a:pt x="85496" y="92964"/>
                </a:lnTo>
                <a:lnTo>
                  <a:pt x="77724" y="83820"/>
                </a:lnTo>
                <a:lnTo>
                  <a:pt x="73152" y="79248"/>
                </a:lnTo>
                <a:lnTo>
                  <a:pt x="67056" y="70104"/>
                </a:lnTo>
                <a:lnTo>
                  <a:pt x="65532" y="65532"/>
                </a:lnTo>
                <a:lnTo>
                  <a:pt x="65532" y="59436"/>
                </a:lnTo>
                <a:lnTo>
                  <a:pt x="64008" y="53340"/>
                </a:lnTo>
                <a:lnTo>
                  <a:pt x="60960" y="53340"/>
                </a:lnTo>
                <a:lnTo>
                  <a:pt x="60960" y="100584"/>
                </a:lnTo>
                <a:lnTo>
                  <a:pt x="64008" y="100584"/>
                </a:lnTo>
                <a:lnTo>
                  <a:pt x="65532" y="97536"/>
                </a:lnTo>
                <a:lnTo>
                  <a:pt x="65532" y="96012"/>
                </a:lnTo>
                <a:lnTo>
                  <a:pt x="68580" y="92964"/>
                </a:lnTo>
                <a:lnTo>
                  <a:pt x="74676" y="92964"/>
                </a:lnTo>
                <a:lnTo>
                  <a:pt x="85344" y="103632"/>
                </a:lnTo>
                <a:lnTo>
                  <a:pt x="111252" y="134112"/>
                </a:lnTo>
                <a:lnTo>
                  <a:pt x="134366" y="114300"/>
                </a:lnTo>
                <a:lnTo>
                  <a:pt x="153924" y="97536"/>
                </a:lnTo>
                <a:lnTo>
                  <a:pt x="158496" y="94488"/>
                </a:lnTo>
                <a:lnTo>
                  <a:pt x="163068" y="92964"/>
                </a:lnTo>
                <a:lnTo>
                  <a:pt x="166116" y="92964"/>
                </a:lnTo>
                <a:lnTo>
                  <a:pt x="169164" y="96012"/>
                </a:lnTo>
                <a:lnTo>
                  <a:pt x="169164" y="100584"/>
                </a:lnTo>
                <a:lnTo>
                  <a:pt x="172212" y="100584"/>
                </a:lnTo>
                <a:lnTo>
                  <a:pt x="172212" y="92964"/>
                </a:lnTo>
                <a:lnTo>
                  <a:pt x="172212" y="48768"/>
                </a:lnTo>
                <a:close/>
              </a:path>
              <a:path extrusionOk="0" h="597534" w="212089">
                <a:moveTo>
                  <a:pt x="175247" y="345948"/>
                </a:moveTo>
                <a:lnTo>
                  <a:pt x="167627" y="318516"/>
                </a:lnTo>
                <a:lnTo>
                  <a:pt x="167627" y="333756"/>
                </a:lnTo>
                <a:lnTo>
                  <a:pt x="167627" y="341376"/>
                </a:lnTo>
                <a:lnTo>
                  <a:pt x="141414" y="369760"/>
                </a:lnTo>
                <a:lnTo>
                  <a:pt x="108191" y="374904"/>
                </a:lnTo>
                <a:lnTo>
                  <a:pt x="89903" y="374904"/>
                </a:lnTo>
                <a:lnTo>
                  <a:pt x="77711" y="368808"/>
                </a:lnTo>
                <a:lnTo>
                  <a:pt x="73139" y="365760"/>
                </a:lnTo>
                <a:lnTo>
                  <a:pt x="67043" y="356616"/>
                </a:lnTo>
                <a:lnTo>
                  <a:pt x="65519" y="352044"/>
                </a:lnTo>
                <a:lnTo>
                  <a:pt x="65519" y="339852"/>
                </a:lnTo>
                <a:lnTo>
                  <a:pt x="70091" y="332232"/>
                </a:lnTo>
                <a:lnTo>
                  <a:pt x="77711" y="327660"/>
                </a:lnTo>
                <a:lnTo>
                  <a:pt x="82816" y="324523"/>
                </a:lnTo>
                <a:lnTo>
                  <a:pt x="87706" y="321564"/>
                </a:lnTo>
                <a:lnTo>
                  <a:pt x="98475" y="317373"/>
                </a:lnTo>
                <a:lnTo>
                  <a:pt x="110934" y="314807"/>
                </a:lnTo>
                <a:lnTo>
                  <a:pt x="124955" y="313944"/>
                </a:lnTo>
                <a:lnTo>
                  <a:pt x="135775" y="314502"/>
                </a:lnTo>
                <a:lnTo>
                  <a:pt x="167627" y="333756"/>
                </a:lnTo>
                <a:lnTo>
                  <a:pt x="167627" y="318516"/>
                </a:lnTo>
                <a:lnTo>
                  <a:pt x="130289" y="293179"/>
                </a:lnTo>
                <a:lnTo>
                  <a:pt x="115811" y="291084"/>
                </a:lnTo>
                <a:lnTo>
                  <a:pt x="104940" y="291947"/>
                </a:lnTo>
                <a:lnTo>
                  <a:pt x="69481" y="312496"/>
                </a:lnTo>
                <a:lnTo>
                  <a:pt x="57899" y="344424"/>
                </a:lnTo>
                <a:lnTo>
                  <a:pt x="58026" y="345948"/>
                </a:lnTo>
                <a:lnTo>
                  <a:pt x="58458" y="351269"/>
                </a:lnTo>
                <a:lnTo>
                  <a:pt x="80949" y="386410"/>
                </a:lnTo>
                <a:lnTo>
                  <a:pt x="88379" y="390144"/>
                </a:lnTo>
                <a:lnTo>
                  <a:pt x="95504" y="393915"/>
                </a:lnTo>
                <a:lnTo>
                  <a:pt x="103047" y="396240"/>
                </a:lnTo>
                <a:lnTo>
                  <a:pt x="110883" y="397433"/>
                </a:lnTo>
                <a:lnTo>
                  <a:pt x="118859" y="397764"/>
                </a:lnTo>
                <a:lnTo>
                  <a:pt x="128866" y="397154"/>
                </a:lnTo>
                <a:lnTo>
                  <a:pt x="164325" y="377888"/>
                </a:lnTo>
                <a:lnTo>
                  <a:pt x="166306" y="374904"/>
                </a:lnTo>
                <a:lnTo>
                  <a:pt x="170484" y="368617"/>
                </a:lnTo>
                <a:lnTo>
                  <a:pt x="174091" y="357936"/>
                </a:lnTo>
                <a:lnTo>
                  <a:pt x="175247" y="345948"/>
                </a:lnTo>
                <a:close/>
              </a:path>
              <a:path extrusionOk="0" h="597534" w="212089">
                <a:moveTo>
                  <a:pt x="175247" y="225552"/>
                </a:moveTo>
                <a:lnTo>
                  <a:pt x="158038" y="190334"/>
                </a:lnTo>
                <a:lnTo>
                  <a:pt x="129527" y="179832"/>
                </a:lnTo>
                <a:lnTo>
                  <a:pt x="128003" y="182880"/>
                </a:lnTo>
                <a:lnTo>
                  <a:pt x="138671" y="185928"/>
                </a:lnTo>
                <a:lnTo>
                  <a:pt x="144767" y="190500"/>
                </a:lnTo>
                <a:lnTo>
                  <a:pt x="149339" y="195072"/>
                </a:lnTo>
                <a:lnTo>
                  <a:pt x="153911" y="201168"/>
                </a:lnTo>
                <a:lnTo>
                  <a:pt x="155435" y="208788"/>
                </a:lnTo>
                <a:lnTo>
                  <a:pt x="155435" y="216408"/>
                </a:lnTo>
                <a:lnTo>
                  <a:pt x="124574" y="249936"/>
                </a:lnTo>
                <a:lnTo>
                  <a:pt x="106667" y="252984"/>
                </a:lnTo>
                <a:lnTo>
                  <a:pt x="96951" y="252183"/>
                </a:lnTo>
                <a:lnTo>
                  <a:pt x="65519" y="231648"/>
                </a:lnTo>
                <a:lnTo>
                  <a:pt x="65519" y="219456"/>
                </a:lnTo>
                <a:lnTo>
                  <a:pt x="67043" y="214884"/>
                </a:lnTo>
                <a:lnTo>
                  <a:pt x="71615" y="210312"/>
                </a:lnTo>
                <a:lnTo>
                  <a:pt x="80759" y="207264"/>
                </a:lnTo>
                <a:lnTo>
                  <a:pt x="85331" y="207264"/>
                </a:lnTo>
                <a:lnTo>
                  <a:pt x="88379" y="205740"/>
                </a:lnTo>
                <a:lnTo>
                  <a:pt x="89903" y="204216"/>
                </a:lnTo>
                <a:lnTo>
                  <a:pt x="92951" y="202692"/>
                </a:lnTo>
                <a:lnTo>
                  <a:pt x="94475" y="199644"/>
                </a:lnTo>
                <a:lnTo>
                  <a:pt x="94475" y="188976"/>
                </a:lnTo>
                <a:lnTo>
                  <a:pt x="92951" y="185928"/>
                </a:lnTo>
                <a:lnTo>
                  <a:pt x="89903" y="184404"/>
                </a:lnTo>
                <a:lnTo>
                  <a:pt x="79235" y="184404"/>
                </a:lnTo>
                <a:lnTo>
                  <a:pt x="57899" y="220980"/>
                </a:lnTo>
                <a:lnTo>
                  <a:pt x="59029" y="230987"/>
                </a:lnTo>
                <a:lnTo>
                  <a:pt x="83477" y="263804"/>
                </a:lnTo>
                <a:lnTo>
                  <a:pt x="117335" y="272796"/>
                </a:lnTo>
                <a:lnTo>
                  <a:pt x="130225" y="271703"/>
                </a:lnTo>
                <a:lnTo>
                  <a:pt x="166890" y="250418"/>
                </a:lnTo>
                <a:lnTo>
                  <a:pt x="174371" y="234416"/>
                </a:lnTo>
                <a:lnTo>
                  <a:pt x="175247" y="225552"/>
                </a:lnTo>
                <a:close/>
              </a:path>
              <a:path extrusionOk="0" h="597534" w="212089">
                <a:moveTo>
                  <a:pt x="175260" y="539496"/>
                </a:moveTo>
                <a:lnTo>
                  <a:pt x="174371" y="530148"/>
                </a:lnTo>
                <a:lnTo>
                  <a:pt x="171640" y="520636"/>
                </a:lnTo>
                <a:lnTo>
                  <a:pt x="167640" y="512889"/>
                </a:lnTo>
                <a:lnTo>
                  <a:pt x="167640" y="525780"/>
                </a:lnTo>
                <a:lnTo>
                  <a:pt x="167640" y="542544"/>
                </a:lnTo>
                <a:lnTo>
                  <a:pt x="164592" y="547116"/>
                </a:lnTo>
                <a:lnTo>
                  <a:pt x="163068" y="551688"/>
                </a:lnTo>
                <a:lnTo>
                  <a:pt x="160020" y="556260"/>
                </a:lnTo>
                <a:lnTo>
                  <a:pt x="155448" y="559308"/>
                </a:lnTo>
                <a:lnTo>
                  <a:pt x="88392" y="559308"/>
                </a:lnTo>
                <a:lnTo>
                  <a:pt x="83820" y="554736"/>
                </a:lnTo>
                <a:lnTo>
                  <a:pt x="80772" y="550164"/>
                </a:lnTo>
                <a:lnTo>
                  <a:pt x="79248" y="547116"/>
                </a:lnTo>
                <a:lnTo>
                  <a:pt x="76200" y="544068"/>
                </a:lnTo>
                <a:lnTo>
                  <a:pt x="76073" y="543687"/>
                </a:lnTo>
                <a:lnTo>
                  <a:pt x="74676" y="539496"/>
                </a:lnTo>
                <a:lnTo>
                  <a:pt x="74676" y="527304"/>
                </a:lnTo>
                <a:lnTo>
                  <a:pt x="109791" y="503732"/>
                </a:lnTo>
                <a:lnTo>
                  <a:pt x="120396" y="502920"/>
                </a:lnTo>
                <a:lnTo>
                  <a:pt x="131229" y="503732"/>
                </a:lnTo>
                <a:lnTo>
                  <a:pt x="167640" y="525780"/>
                </a:lnTo>
                <a:lnTo>
                  <a:pt x="167640" y="512889"/>
                </a:lnTo>
                <a:lnTo>
                  <a:pt x="126796" y="484492"/>
                </a:lnTo>
                <a:lnTo>
                  <a:pt x="112776" y="483108"/>
                </a:lnTo>
                <a:lnTo>
                  <a:pt x="100787" y="483971"/>
                </a:lnTo>
                <a:lnTo>
                  <a:pt x="66903" y="503072"/>
                </a:lnTo>
                <a:lnTo>
                  <a:pt x="57912" y="525780"/>
                </a:lnTo>
                <a:lnTo>
                  <a:pt x="59334" y="534885"/>
                </a:lnTo>
                <a:lnTo>
                  <a:pt x="63627" y="543687"/>
                </a:lnTo>
                <a:lnTo>
                  <a:pt x="70764" y="551929"/>
                </a:lnTo>
                <a:lnTo>
                  <a:pt x="80772" y="559308"/>
                </a:lnTo>
                <a:lnTo>
                  <a:pt x="0" y="559308"/>
                </a:lnTo>
                <a:lnTo>
                  <a:pt x="0" y="565404"/>
                </a:lnTo>
                <a:lnTo>
                  <a:pt x="13716" y="597408"/>
                </a:lnTo>
                <a:lnTo>
                  <a:pt x="16764" y="595884"/>
                </a:lnTo>
                <a:lnTo>
                  <a:pt x="16764" y="592836"/>
                </a:lnTo>
                <a:lnTo>
                  <a:pt x="15240" y="589788"/>
                </a:lnTo>
                <a:lnTo>
                  <a:pt x="15240" y="585216"/>
                </a:lnTo>
                <a:lnTo>
                  <a:pt x="19812" y="580644"/>
                </a:lnTo>
                <a:lnTo>
                  <a:pt x="25908" y="580644"/>
                </a:lnTo>
                <a:lnTo>
                  <a:pt x="35052" y="579120"/>
                </a:lnTo>
                <a:lnTo>
                  <a:pt x="163068" y="579120"/>
                </a:lnTo>
                <a:lnTo>
                  <a:pt x="167640" y="573024"/>
                </a:lnTo>
                <a:lnTo>
                  <a:pt x="170688" y="566928"/>
                </a:lnTo>
                <a:lnTo>
                  <a:pt x="172212" y="559308"/>
                </a:lnTo>
                <a:lnTo>
                  <a:pt x="175260" y="553212"/>
                </a:lnTo>
                <a:lnTo>
                  <a:pt x="175260" y="539496"/>
                </a:lnTo>
                <a:close/>
              </a:path>
              <a:path extrusionOk="0" h="597534" w="212089">
                <a:moveTo>
                  <a:pt x="211823" y="36576"/>
                </a:moveTo>
                <a:lnTo>
                  <a:pt x="188963" y="3048"/>
                </a:lnTo>
                <a:lnTo>
                  <a:pt x="181343" y="0"/>
                </a:lnTo>
                <a:lnTo>
                  <a:pt x="166103" y="0"/>
                </a:lnTo>
                <a:lnTo>
                  <a:pt x="160007" y="1524"/>
                </a:lnTo>
                <a:lnTo>
                  <a:pt x="150863" y="10668"/>
                </a:lnTo>
                <a:lnTo>
                  <a:pt x="147815" y="15240"/>
                </a:lnTo>
                <a:lnTo>
                  <a:pt x="147815" y="24384"/>
                </a:lnTo>
                <a:lnTo>
                  <a:pt x="149339" y="28956"/>
                </a:lnTo>
                <a:lnTo>
                  <a:pt x="155435" y="35052"/>
                </a:lnTo>
                <a:lnTo>
                  <a:pt x="158483" y="36576"/>
                </a:lnTo>
                <a:lnTo>
                  <a:pt x="166103" y="36576"/>
                </a:lnTo>
                <a:lnTo>
                  <a:pt x="172199" y="13652"/>
                </a:lnTo>
                <a:lnTo>
                  <a:pt x="172199" y="12192"/>
                </a:lnTo>
                <a:lnTo>
                  <a:pt x="173723" y="12192"/>
                </a:lnTo>
                <a:lnTo>
                  <a:pt x="173723" y="10668"/>
                </a:lnTo>
                <a:lnTo>
                  <a:pt x="182867" y="10668"/>
                </a:lnTo>
                <a:lnTo>
                  <a:pt x="207251" y="36576"/>
                </a:lnTo>
                <a:lnTo>
                  <a:pt x="211823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2" name="Google Shape;4502;p75"/>
          <p:cNvGrpSpPr/>
          <p:nvPr/>
        </p:nvGrpSpPr>
        <p:grpSpPr>
          <a:xfrm>
            <a:off x="3015996" y="6627876"/>
            <a:ext cx="224028" cy="404241"/>
            <a:chOff x="3015996" y="6627876"/>
            <a:chExt cx="224028" cy="404241"/>
          </a:xfrm>
        </p:grpSpPr>
        <p:sp>
          <p:nvSpPr>
            <p:cNvPr id="4503" name="Google Shape;4503;p75"/>
            <p:cNvSpPr/>
            <p:nvPr/>
          </p:nvSpPr>
          <p:spPr>
            <a:xfrm>
              <a:off x="3163824" y="6839712"/>
              <a:ext cx="27940" cy="192405"/>
            </a:xfrm>
            <a:custGeom>
              <a:rect b="b" l="l" r="r" t="t"/>
              <a:pathLst>
                <a:path extrusionOk="0" h="192404" w="27939">
                  <a:moveTo>
                    <a:pt x="18288" y="192024"/>
                  </a:moveTo>
                  <a:lnTo>
                    <a:pt x="10668" y="192024"/>
                  </a:lnTo>
                  <a:lnTo>
                    <a:pt x="4572" y="188976"/>
                  </a:lnTo>
                  <a:lnTo>
                    <a:pt x="1524" y="185928"/>
                  </a:lnTo>
                  <a:lnTo>
                    <a:pt x="0" y="182880"/>
                  </a:lnTo>
                  <a:lnTo>
                    <a:pt x="0" y="175260"/>
                  </a:lnTo>
                  <a:lnTo>
                    <a:pt x="1524" y="172212"/>
                  </a:lnTo>
                  <a:lnTo>
                    <a:pt x="7620" y="166116"/>
                  </a:lnTo>
                  <a:lnTo>
                    <a:pt x="10668" y="164592"/>
                  </a:lnTo>
                  <a:lnTo>
                    <a:pt x="18288" y="164592"/>
                  </a:lnTo>
                  <a:lnTo>
                    <a:pt x="21336" y="166116"/>
                  </a:lnTo>
                  <a:lnTo>
                    <a:pt x="27432" y="172212"/>
                  </a:lnTo>
                  <a:lnTo>
                    <a:pt x="27432" y="185928"/>
                  </a:lnTo>
                  <a:lnTo>
                    <a:pt x="24384" y="188976"/>
                  </a:lnTo>
                  <a:lnTo>
                    <a:pt x="18288" y="192024"/>
                  </a:lnTo>
                  <a:close/>
                </a:path>
                <a:path extrusionOk="0" h="192404" w="27939">
                  <a:moveTo>
                    <a:pt x="18288" y="109728"/>
                  </a:moveTo>
                  <a:lnTo>
                    <a:pt x="10668" y="109728"/>
                  </a:lnTo>
                  <a:lnTo>
                    <a:pt x="4572" y="106680"/>
                  </a:lnTo>
                  <a:lnTo>
                    <a:pt x="1524" y="103632"/>
                  </a:lnTo>
                  <a:lnTo>
                    <a:pt x="0" y="100584"/>
                  </a:lnTo>
                  <a:lnTo>
                    <a:pt x="0" y="92964"/>
                  </a:lnTo>
                  <a:lnTo>
                    <a:pt x="1524" y="89916"/>
                  </a:lnTo>
                  <a:lnTo>
                    <a:pt x="7620" y="83820"/>
                  </a:lnTo>
                  <a:lnTo>
                    <a:pt x="10668" y="82296"/>
                  </a:lnTo>
                  <a:lnTo>
                    <a:pt x="18288" y="82296"/>
                  </a:lnTo>
                  <a:lnTo>
                    <a:pt x="21336" y="83820"/>
                  </a:lnTo>
                  <a:lnTo>
                    <a:pt x="27432" y="89916"/>
                  </a:lnTo>
                  <a:lnTo>
                    <a:pt x="27432" y="103632"/>
                  </a:lnTo>
                  <a:lnTo>
                    <a:pt x="24384" y="106680"/>
                  </a:lnTo>
                  <a:lnTo>
                    <a:pt x="18288" y="109728"/>
                  </a:lnTo>
                  <a:close/>
                </a:path>
                <a:path extrusionOk="0" h="192404" w="27939">
                  <a:moveTo>
                    <a:pt x="18288" y="27432"/>
                  </a:moveTo>
                  <a:lnTo>
                    <a:pt x="10668" y="27432"/>
                  </a:lnTo>
                  <a:lnTo>
                    <a:pt x="4572" y="24383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7619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7432" y="7619"/>
                  </a:lnTo>
                  <a:lnTo>
                    <a:pt x="27432" y="21336"/>
                  </a:lnTo>
                  <a:lnTo>
                    <a:pt x="24384" y="24383"/>
                  </a:lnTo>
                  <a:lnTo>
                    <a:pt x="1828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04" name="Google Shape;4504;p75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3015996" y="6739128"/>
              <a:ext cx="224028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05" name="Google Shape;4505;p75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3020822" y="6627876"/>
              <a:ext cx="170434" cy="899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506" name="Google Shape;4506;p75"/>
          <p:cNvGrpSpPr/>
          <p:nvPr/>
        </p:nvGrpSpPr>
        <p:grpSpPr>
          <a:xfrm>
            <a:off x="3377171" y="8459723"/>
            <a:ext cx="170815" cy="580645"/>
            <a:chOff x="3377171" y="8459723"/>
            <a:chExt cx="170815" cy="580645"/>
          </a:xfrm>
        </p:grpSpPr>
        <p:sp>
          <p:nvSpPr>
            <p:cNvPr id="4507" name="Google Shape;4507;p75"/>
            <p:cNvSpPr/>
            <p:nvPr/>
          </p:nvSpPr>
          <p:spPr>
            <a:xfrm>
              <a:off x="3377171" y="8758428"/>
              <a:ext cx="170815" cy="281940"/>
            </a:xfrm>
            <a:custGeom>
              <a:rect b="b" l="l" r="r" t="t"/>
              <a:pathLst>
                <a:path extrusionOk="0" h="281940" w="170814">
                  <a:moveTo>
                    <a:pt x="112776" y="152400"/>
                  </a:moveTo>
                  <a:lnTo>
                    <a:pt x="102108" y="152400"/>
                  </a:lnTo>
                  <a:lnTo>
                    <a:pt x="102108" y="281940"/>
                  </a:lnTo>
                  <a:lnTo>
                    <a:pt x="112776" y="281940"/>
                  </a:lnTo>
                  <a:lnTo>
                    <a:pt x="112776" y="152400"/>
                  </a:lnTo>
                  <a:close/>
                </a:path>
                <a:path extrusionOk="0" h="281940" w="170814">
                  <a:moveTo>
                    <a:pt x="170688" y="67056"/>
                  </a:moveTo>
                  <a:lnTo>
                    <a:pt x="160020" y="28956"/>
                  </a:lnTo>
                  <a:lnTo>
                    <a:pt x="129540" y="0"/>
                  </a:lnTo>
                  <a:lnTo>
                    <a:pt x="128016" y="3048"/>
                  </a:lnTo>
                  <a:lnTo>
                    <a:pt x="136575" y="10769"/>
                  </a:lnTo>
                  <a:lnTo>
                    <a:pt x="143827" y="17907"/>
                  </a:lnTo>
                  <a:lnTo>
                    <a:pt x="160020" y="57912"/>
                  </a:lnTo>
                  <a:lnTo>
                    <a:pt x="159448" y="66776"/>
                  </a:lnTo>
                  <a:lnTo>
                    <a:pt x="140398" y="102870"/>
                  </a:lnTo>
                  <a:lnTo>
                    <a:pt x="97993" y="118325"/>
                  </a:lnTo>
                  <a:lnTo>
                    <a:pt x="86868" y="118872"/>
                  </a:lnTo>
                  <a:lnTo>
                    <a:pt x="73964" y="118325"/>
                  </a:lnTo>
                  <a:lnTo>
                    <a:pt x="34099" y="107302"/>
                  </a:lnTo>
                  <a:lnTo>
                    <a:pt x="9715" y="77343"/>
                  </a:lnTo>
                  <a:lnTo>
                    <a:pt x="7620" y="60960"/>
                  </a:lnTo>
                  <a:lnTo>
                    <a:pt x="8216" y="52108"/>
                  </a:lnTo>
                  <a:lnTo>
                    <a:pt x="33337" y="16573"/>
                  </a:lnTo>
                  <a:lnTo>
                    <a:pt x="56388" y="7620"/>
                  </a:lnTo>
                  <a:lnTo>
                    <a:pt x="56388" y="4572"/>
                  </a:lnTo>
                  <a:lnTo>
                    <a:pt x="0" y="7620"/>
                  </a:lnTo>
                  <a:lnTo>
                    <a:pt x="0" y="10668"/>
                  </a:lnTo>
                  <a:lnTo>
                    <a:pt x="3048" y="12192"/>
                  </a:lnTo>
                  <a:lnTo>
                    <a:pt x="4572" y="13716"/>
                  </a:lnTo>
                  <a:lnTo>
                    <a:pt x="7620" y="15240"/>
                  </a:lnTo>
                  <a:lnTo>
                    <a:pt x="7620" y="16764"/>
                  </a:lnTo>
                  <a:lnTo>
                    <a:pt x="9144" y="18288"/>
                  </a:lnTo>
                  <a:lnTo>
                    <a:pt x="9144" y="22860"/>
                  </a:lnTo>
                  <a:lnTo>
                    <a:pt x="7620" y="24384"/>
                  </a:lnTo>
                  <a:lnTo>
                    <a:pt x="6096" y="27432"/>
                  </a:lnTo>
                  <a:lnTo>
                    <a:pt x="3225" y="36563"/>
                  </a:lnTo>
                  <a:lnTo>
                    <a:pt x="1333" y="45529"/>
                  </a:lnTo>
                  <a:lnTo>
                    <a:pt x="317" y="54229"/>
                  </a:lnTo>
                  <a:lnTo>
                    <a:pt x="0" y="62484"/>
                  </a:lnTo>
                  <a:lnTo>
                    <a:pt x="596" y="73660"/>
                  </a:lnTo>
                  <a:lnTo>
                    <a:pt x="16954" y="113995"/>
                  </a:lnTo>
                  <a:lnTo>
                    <a:pt x="53225" y="140525"/>
                  </a:lnTo>
                  <a:lnTo>
                    <a:pt x="86868" y="146304"/>
                  </a:lnTo>
                  <a:lnTo>
                    <a:pt x="102069" y="145186"/>
                  </a:lnTo>
                  <a:lnTo>
                    <a:pt x="140208" y="129540"/>
                  </a:lnTo>
                  <a:lnTo>
                    <a:pt x="168719" y="86258"/>
                  </a:lnTo>
                  <a:lnTo>
                    <a:pt x="170688" y="670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08" name="Google Shape;4508;p75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3430524" y="8631935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09" name="Google Shape;4509;p75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3396996" y="8459723"/>
              <a:ext cx="150875" cy="15239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510" name="Google Shape;4510;p75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3727703" y="7813547"/>
            <a:ext cx="225552" cy="1226820"/>
          </a:xfrm>
          <a:prstGeom prst="rect">
            <a:avLst/>
          </a:prstGeom>
          <a:noFill/>
          <a:ln>
            <a:noFill/>
          </a:ln>
        </p:spPr>
      </p:pic>
      <p:sp>
        <p:nvSpPr>
          <p:cNvPr id="4511" name="Google Shape;4511;p75"/>
          <p:cNvSpPr/>
          <p:nvPr/>
        </p:nvSpPr>
        <p:spPr>
          <a:xfrm>
            <a:off x="4191000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512" name="Google Shape;4512;p75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4084320" y="7798308"/>
            <a:ext cx="225552" cy="1037844"/>
          </a:xfrm>
          <a:prstGeom prst="rect">
            <a:avLst/>
          </a:prstGeom>
          <a:noFill/>
          <a:ln>
            <a:noFill/>
          </a:ln>
        </p:spPr>
      </p:pic>
      <p:sp>
        <p:nvSpPr>
          <p:cNvPr id="4513" name="Google Shape;4513;p75"/>
          <p:cNvSpPr/>
          <p:nvPr/>
        </p:nvSpPr>
        <p:spPr>
          <a:xfrm>
            <a:off x="4547615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4" name="Google Shape;4514;p75"/>
          <p:cNvSpPr/>
          <p:nvPr/>
        </p:nvSpPr>
        <p:spPr>
          <a:xfrm>
            <a:off x="4439412" y="8249412"/>
            <a:ext cx="226060" cy="586740"/>
          </a:xfrm>
          <a:custGeom>
            <a:rect b="b" l="l" r="r" t="t"/>
            <a:pathLst>
              <a:path extrusionOk="0" h="586740" w="226060">
                <a:moveTo>
                  <a:pt x="175247" y="531876"/>
                </a:moveTo>
                <a:lnTo>
                  <a:pt x="161531" y="495300"/>
                </a:lnTo>
                <a:lnTo>
                  <a:pt x="129527" y="480060"/>
                </a:lnTo>
                <a:lnTo>
                  <a:pt x="123431" y="480060"/>
                </a:lnTo>
                <a:lnTo>
                  <a:pt x="117335" y="481584"/>
                </a:lnTo>
                <a:lnTo>
                  <a:pt x="111239" y="484632"/>
                </a:lnTo>
                <a:lnTo>
                  <a:pt x="105143" y="489204"/>
                </a:lnTo>
                <a:lnTo>
                  <a:pt x="100571" y="492252"/>
                </a:lnTo>
                <a:lnTo>
                  <a:pt x="95999" y="498348"/>
                </a:lnTo>
                <a:lnTo>
                  <a:pt x="92265" y="503758"/>
                </a:lnTo>
                <a:lnTo>
                  <a:pt x="76187" y="528828"/>
                </a:lnTo>
                <a:lnTo>
                  <a:pt x="69380" y="541147"/>
                </a:lnTo>
                <a:lnTo>
                  <a:pt x="62852" y="550735"/>
                </a:lnTo>
                <a:lnTo>
                  <a:pt x="56908" y="557771"/>
                </a:lnTo>
                <a:lnTo>
                  <a:pt x="51803" y="562356"/>
                </a:lnTo>
                <a:lnTo>
                  <a:pt x="47231" y="565404"/>
                </a:lnTo>
                <a:lnTo>
                  <a:pt x="42659" y="566928"/>
                </a:lnTo>
                <a:lnTo>
                  <a:pt x="31991" y="566928"/>
                </a:lnTo>
                <a:lnTo>
                  <a:pt x="25895" y="565404"/>
                </a:lnTo>
                <a:lnTo>
                  <a:pt x="15227" y="554736"/>
                </a:lnTo>
                <a:lnTo>
                  <a:pt x="12179" y="547116"/>
                </a:lnTo>
                <a:lnTo>
                  <a:pt x="12179" y="531876"/>
                </a:lnTo>
                <a:lnTo>
                  <a:pt x="15227" y="525780"/>
                </a:lnTo>
                <a:lnTo>
                  <a:pt x="18275" y="518160"/>
                </a:lnTo>
                <a:lnTo>
                  <a:pt x="53263" y="496709"/>
                </a:lnTo>
                <a:lnTo>
                  <a:pt x="60947" y="495300"/>
                </a:lnTo>
                <a:lnTo>
                  <a:pt x="60947" y="492252"/>
                </a:lnTo>
                <a:lnTo>
                  <a:pt x="4559" y="492252"/>
                </a:lnTo>
                <a:lnTo>
                  <a:pt x="4559" y="495300"/>
                </a:lnTo>
                <a:lnTo>
                  <a:pt x="9131" y="496824"/>
                </a:lnTo>
                <a:lnTo>
                  <a:pt x="10655" y="498348"/>
                </a:lnTo>
                <a:lnTo>
                  <a:pt x="12179" y="498348"/>
                </a:lnTo>
                <a:lnTo>
                  <a:pt x="13703" y="499872"/>
                </a:lnTo>
                <a:lnTo>
                  <a:pt x="13703" y="509016"/>
                </a:lnTo>
                <a:lnTo>
                  <a:pt x="10655" y="513588"/>
                </a:lnTo>
                <a:lnTo>
                  <a:pt x="8420" y="520446"/>
                </a:lnTo>
                <a:lnTo>
                  <a:pt x="6464" y="527304"/>
                </a:lnTo>
                <a:lnTo>
                  <a:pt x="5092" y="534162"/>
                </a:lnTo>
                <a:lnTo>
                  <a:pt x="4559" y="541020"/>
                </a:lnTo>
                <a:lnTo>
                  <a:pt x="5422" y="550760"/>
                </a:lnTo>
                <a:lnTo>
                  <a:pt x="31800" y="583501"/>
                </a:lnTo>
                <a:lnTo>
                  <a:pt x="48755" y="586740"/>
                </a:lnTo>
                <a:lnTo>
                  <a:pt x="54851" y="586740"/>
                </a:lnTo>
                <a:lnTo>
                  <a:pt x="86029" y="564819"/>
                </a:lnTo>
                <a:lnTo>
                  <a:pt x="107264" y="531863"/>
                </a:lnTo>
                <a:lnTo>
                  <a:pt x="111429" y="524827"/>
                </a:lnTo>
                <a:lnTo>
                  <a:pt x="114744" y="519811"/>
                </a:lnTo>
                <a:lnTo>
                  <a:pt x="117335" y="516636"/>
                </a:lnTo>
                <a:lnTo>
                  <a:pt x="120383" y="512064"/>
                </a:lnTo>
                <a:lnTo>
                  <a:pt x="124955" y="509016"/>
                </a:lnTo>
                <a:lnTo>
                  <a:pt x="128003" y="505968"/>
                </a:lnTo>
                <a:lnTo>
                  <a:pt x="137147" y="502920"/>
                </a:lnTo>
                <a:lnTo>
                  <a:pt x="147815" y="502920"/>
                </a:lnTo>
                <a:lnTo>
                  <a:pt x="153911" y="505968"/>
                </a:lnTo>
                <a:lnTo>
                  <a:pt x="160007" y="512064"/>
                </a:lnTo>
                <a:lnTo>
                  <a:pt x="164579" y="518160"/>
                </a:lnTo>
                <a:lnTo>
                  <a:pt x="167627" y="525780"/>
                </a:lnTo>
                <a:lnTo>
                  <a:pt x="167627" y="544068"/>
                </a:lnTo>
                <a:lnTo>
                  <a:pt x="166103" y="551688"/>
                </a:lnTo>
                <a:lnTo>
                  <a:pt x="161531" y="559308"/>
                </a:lnTo>
                <a:lnTo>
                  <a:pt x="158483" y="565404"/>
                </a:lnTo>
                <a:lnTo>
                  <a:pt x="118859" y="582168"/>
                </a:lnTo>
                <a:lnTo>
                  <a:pt x="118859" y="585216"/>
                </a:lnTo>
                <a:lnTo>
                  <a:pt x="175247" y="585216"/>
                </a:lnTo>
                <a:lnTo>
                  <a:pt x="175247" y="582168"/>
                </a:lnTo>
                <a:lnTo>
                  <a:pt x="172199" y="582168"/>
                </a:lnTo>
                <a:lnTo>
                  <a:pt x="169151" y="580644"/>
                </a:lnTo>
                <a:lnTo>
                  <a:pt x="167627" y="580644"/>
                </a:lnTo>
                <a:lnTo>
                  <a:pt x="167627" y="579120"/>
                </a:lnTo>
                <a:lnTo>
                  <a:pt x="166103" y="577596"/>
                </a:lnTo>
                <a:lnTo>
                  <a:pt x="166103" y="573024"/>
                </a:lnTo>
                <a:lnTo>
                  <a:pt x="167627" y="568452"/>
                </a:lnTo>
                <a:lnTo>
                  <a:pt x="170675" y="560832"/>
                </a:lnTo>
                <a:lnTo>
                  <a:pt x="172199" y="553212"/>
                </a:lnTo>
                <a:lnTo>
                  <a:pt x="173723" y="547116"/>
                </a:lnTo>
                <a:lnTo>
                  <a:pt x="175247" y="545592"/>
                </a:lnTo>
                <a:lnTo>
                  <a:pt x="175247" y="531876"/>
                </a:lnTo>
                <a:close/>
              </a:path>
              <a:path extrusionOk="0" h="586740" w="226060">
                <a:moveTo>
                  <a:pt x="175247" y="283464"/>
                </a:moveTo>
                <a:lnTo>
                  <a:pt x="155943" y="246964"/>
                </a:lnTo>
                <a:lnTo>
                  <a:pt x="132575" y="237744"/>
                </a:lnTo>
                <a:lnTo>
                  <a:pt x="129527" y="240792"/>
                </a:lnTo>
                <a:lnTo>
                  <a:pt x="140195" y="243840"/>
                </a:lnTo>
                <a:lnTo>
                  <a:pt x="146291" y="248412"/>
                </a:lnTo>
                <a:lnTo>
                  <a:pt x="150863" y="254508"/>
                </a:lnTo>
                <a:lnTo>
                  <a:pt x="153911" y="259080"/>
                </a:lnTo>
                <a:lnTo>
                  <a:pt x="153962" y="259257"/>
                </a:lnTo>
                <a:lnTo>
                  <a:pt x="155435" y="265176"/>
                </a:lnTo>
                <a:lnTo>
                  <a:pt x="155435" y="272796"/>
                </a:lnTo>
                <a:lnTo>
                  <a:pt x="134035" y="305993"/>
                </a:lnTo>
                <a:lnTo>
                  <a:pt x="102095" y="312420"/>
                </a:lnTo>
                <a:lnTo>
                  <a:pt x="102095" y="262128"/>
                </a:lnTo>
                <a:lnTo>
                  <a:pt x="102095" y="237744"/>
                </a:lnTo>
                <a:lnTo>
                  <a:pt x="94475" y="238404"/>
                </a:lnTo>
                <a:lnTo>
                  <a:pt x="94475" y="262128"/>
                </a:lnTo>
                <a:lnTo>
                  <a:pt x="94475" y="312420"/>
                </a:lnTo>
                <a:lnTo>
                  <a:pt x="85331" y="312420"/>
                </a:lnTo>
                <a:lnTo>
                  <a:pt x="79235" y="309372"/>
                </a:lnTo>
                <a:lnTo>
                  <a:pt x="68567" y="298704"/>
                </a:lnTo>
                <a:lnTo>
                  <a:pt x="66332" y="294233"/>
                </a:lnTo>
                <a:lnTo>
                  <a:pt x="65519" y="292569"/>
                </a:lnTo>
                <a:lnTo>
                  <a:pt x="65519" y="281940"/>
                </a:lnTo>
                <a:lnTo>
                  <a:pt x="67043" y="277368"/>
                </a:lnTo>
                <a:lnTo>
                  <a:pt x="70091" y="274320"/>
                </a:lnTo>
                <a:lnTo>
                  <a:pt x="71615" y="269748"/>
                </a:lnTo>
                <a:lnTo>
                  <a:pt x="76187" y="266700"/>
                </a:lnTo>
                <a:lnTo>
                  <a:pt x="80759" y="265176"/>
                </a:lnTo>
                <a:lnTo>
                  <a:pt x="82283" y="263652"/>
                </a:lnTo>
                <a:lnTo>
                  <a:pt x="88379" y="262128"/>
                </a:lnTo>
                <a:lnTo>
                  <a:pt x="94475" y="262128"/>
                </a:lnTo>
                <a:lnTo>
                  <a:pt x="94475" y="238404"/>
                </a:lnTo>
                <a:lnTo>
                  <a:pt x="61137" y="263461"/>
                </a:lnTo>
                <a:lnTo>
                  <a:pt x="61087" y="263652"/>
                </a:lnTo>
                <a:lnTo>
                  <a:pt x="58737" y="271589"/>
                </a:lnTo>
                <a:lnTo>
                  <a:pt x="58623" y="272796"/>
                </a:lnTo>
                <a:lnTo>
                  <a:pt x="57899" y="280416"/>
                </a:lnTo>
                <a:lnTo>
                  <a:pt x="59029" y="290423"/>
                </a:lnTo>
                <a:lnTo>
                  <a:pt x="83286" y="322999"/>
                </a:lnTo>
                <a:lnTo>
                  <a:pt x="118859" y="330708"/>
                </a:lnTo>
                <a:lnTo>
                  <a:pt x="130860" y="329857"/>
                </a:lnTo>
                <a:lnTo>
                  <a:pt x="166890" y="309613"/>
                </a:lnTo>
                <a:lnTo>
                  <a:pt x="174371" y="292569"/>
                </a:lnTo>
                <a:lnTo>
                  <a:pt x="175247" y="283464"/>
                </a:lnTo>
                <a:close/>
              </a:path>
              <a:path extrusionOk="0" h="586740" w="226060">
                <a:moveTo>
                  <a:pt x="175247" y="173736"/>
                </a:moveTo>
                <a:lnTo>
                  <a:pt x="155943" y="138112"/>
                </a:lnTo>
                <a:lnTo>
                  <a:pt x="132575" y="129540"/>
                </a:lnTo>
                <a:lnTo>
                  <a:pt x="129527" y="132588"/>
                </a:lnTo>
                <a:lnTo>
                  <a:pt x="140195" y="135636"/>
                </a:lnTo>
                <a:lnTo>
                  <a:pt x="146291" y="140208"/>
                </a:lnTo>
                <a:lnTo>
                  <a:pt x="150863" y="144780"/>
                </a:lnTo>
                <a:lnTo>
                  <a:pt x="153911" y="150876"/>
                </a:lnTo>
                <a:lnTo>
                  <a:pt x="155435" y="156972"/>
                </a:lnTo>
                <a:lnTo>
                  <a:pt x="155384" y="165125"/>
                </a:lnTo>
                <a:lnTo>
                  <a:pt x="134035" y="197154"/>
                </a:lnTo>
                <a:lnTo>
                  <a:pt x="102095" y="204216"/>
                </a:lnTo>
                <a:lnTo>
                  <a:pt x="102095" y="153924"/>
                </a:lnTo>
                <a:lnTo>
                  <a:pt x="102095" y="129540"/>
                </a:lnTo>
                <a:lnTo>
                  <a:pt x="94475" y="130009"/>
                </a:lnTo>
                <a:lnTo>
                  <a:pt x="94475" y="153924"/>
                </a:lnTo>
                <a:lnTo>
                  <a:pt x="94475" y="204216"/>
                </a:lnTo>
                <a:lnTo>
                  <a:pt x="65519" y="182880"/>
                </a:lnTo>
                <a:lnTo>
                  <a:pt x="65519" y="172212"/>
                </a:lnTo>
                <a:lnTo>
                  <a:pt x="67043" y="169164"/>
                </a:lnTo>
                <a:lnTo>
                  <a:pt x="70091" y="164592"/>
                </a:lnTo>
                <a:lnTo>
                  <a:pt x="71615" y="161544"/>
                </a:lnTo>
                <a:lnTo>
                  <a:pt x="80759" y="155448"/>
                </a:lnTo>
                <a:lnTo>
                  <a:pt x="82283" y="153924"/>
                </a:lnTo>
                <a:lnTo>
                  <a:pt x="94475" y="153924"/>
                </a:lnTo>
                <a:lnTo>
                  <a:pt x="94475" y="130009"/>
                </a:lnTo>
                <a:lnTo>
                  <a:pt x="92379" y="130136"/>
                </a:lnTo>
                <a:lnTo>
                  <a:pt x="83807" y="132016"/>
                </a:lnTo>
                <a:lnTo>
                  <a:pt x="58737" y="162077"/>
                </a:lnTo>
                <a:lnTo>
                  <a:pt x="57899" y="170688"/>
                </a:lnTo>
                <a:lnTo>
                  <a:pt x="59029" y="181546"/>
                </a:lnTo>
                <a:lnTo>
                  <a:pt x="83286" y="214147"/>
                </a:lnTo>
                <a:lnTo>
                  <a:pt x="118859" y="222504"/>
                </a:lnTo>
                <a:lnTo>
                  <a:pt x="130860" y="221627"/>
                </a:lnTo>
                <a:lnTo>
                  <a:pt x="166890" y="200101"/>
                </a:lnTo>
                <a:lnTo>
                  <a:pt x="174421" y="182880"/>
                </a:lnTo>
                <a:lnTo>
                  <a:pt x="174548" y="181546"/>
                </a:lnTo>
                <a:lnTo>
                  <a:pt x="175247" y="173736"/>
                </a:lnTo>
                <a:close/>
              </a:path>
              <a:path extrusionOk="0" h="586740" w="226060">
                <a:moveTo>
                  <a:pt x="175260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61544" y="7620"/>
                </a:lnTo>
                <a:lnTo>
                  <a:pt x="161544" y="10668"/>
                </a:lnTo>
                <a:lnTo>
                  <a:pt x="158496" y="13716"/>
                </a:lnTo>
                <a:lnTo>
                  <a:pt x="158496" y="15240"/>
                </a:lnTo>
                <a:lnTo>
                  <a:pt x="155448" y="15240"/>
                </a:lnTo>
                <a:lnTo>
                  <a:pt x="152400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6764" y="39624"/>
                </a:lnTo>
                <a:lnTo>
                  <a:pt x="18288" y="39624"/>
                </a:lnTo>
                <a:lnTo>
                  <a:pt x="19812" y="38100"/>
                </a:lnTo>
                <a:lnTo>
                  <a:pt x="22860" y="38100"/>
                </a:lnTo>
                <a:lnTo>
                  <a:pt x="25908" y="36576"/>
                </a:lnTo>
                <a:lnTo>
                  <a:pt x="68580" y="36576"/>
                </a:lnTo>
                <a:lnTo>
                  <a:pt x="57912" y="60960"/>
                </a:lnTo>
                <a:lnTo>
                  <a:pt x="59283" y="71843"/>
                </a:lnTo>
                <a:lnTo>
                  <a:pt x="88049" y="105067"/>
                </a:lnTo>
                <a:lnTo>
                  <a:pt x="121920" y="112776"/>
                </a:lnTo>
                <a:lnTo>
                  <a:pt x="133007" y="111925"/>
                </a:lnTo>
                <a:lnTo>
                  <a:pt x="166890" y="92798"/>
                </a:lnTo>
                <a:lnTo>
                  <a:pt x="168770" y="89916"/>
                </a:lnTo>
                <a:lnTo>
                  <a:pt x="171640" y="85534"/>
                </a:lnTo>
                <a:lnTo>
                  <a:pt x="174371" y="77419"/>
                </a:lnTo>
                <a:lnTo>
                  <a:pt x="175260" y="68580"/>
                </a:lnTo>
                <a:lnTo>
                  <a:pt x="175260" y="62484"/>
                </a:lnTo>
                <a:lnTo>
                  <a:pt x="173736" y="57912"/>
                </a:lnTo>
                <a:lnTo>
                  <a:pt x="172212" y="51816"/>
                </a:lnTo>
                <a:lnTo>
                  <a:pt x="169164" y="47244"/>
                </a:lnTo>
                <a:lnTo>
                  <a:pt x="164592" y="42672"/>
                </a:lnTo>
                <a:lnTo>
                  <a:pt x="160020" y="39014"/>
                </a:lnTo>
                <a:lnTo>
                  <a:pt x="160020" y="50292"/>
                </a:lnTo>
                <a:lnTo>
                  <a:pt x="160020" y="65532"/>
                </a:lnTo>
                <a:lnTo>
                  <a:pt x="122110" y="89331"/>
                </a:lnTo>
                <a:lnTo>
                  <a:pt x="111252" y="89916"/>
                </a:lnTo>
                <a:lnTo>
                  <a:pt x="100393" y="89331"/>
                </a:lnTo>
                <a:lnTo>
                  <a:pt x="65532" y="68580"/>
                </a:lnTo>
                <a:lnTo>
                  <a:pt x="65532" y="57912"/>
                </a:lnTo>
                <a:lnTo>
                  <a:pt x="79248" y="41148"/>
                </a:lnTo>
                <a:lnTo>
                  <a:pt x="83820" y="38100"/>
                </a:lnTo>
                <a:lnTo>
                  <a:pt x="88392" y="36576"/>
                </a:lnTo>
                <a:lnTo>
                  <a:pt x="149352" y="36576"/>
                </a:lnTo>
                <a:lnTo>
                  <a:pt x="156972" y="42672"/>
                </a:lnTo>
                <a:lnTo>
                  <a:pt x="160020" y="50292"/>
                </a:lnTo>
                <a:lnTo>
                  <a:pt x="160020" y="39014"/>
                </a:lnTo>
                <a:lnTo>
                  <a:pt x="156972" y="36576"/>
                </a:lnTo>
                <a:lnTo>
                  <a:pt x="175260" y="36576"/>
                </a:lnTo>
                <a:lnTo>
                  <a:pt x="175260" y="32004"/>
                </a:lnTo>
                <a:close/>
              </a:path>
              <a:path extrusionOk="0" h="586740" w="226060">
                <a:moveTo>
                  <a:pt x="225552" y="406908"/>
                </a:moveTo>
                <a:lnTo>
                  <a:pt x="222504" y="406908"/>
                </a:lnTo>
                <a:lnTo>
                  <a:pt x="222504" y="417576"/>
                </a:lnTo>
                <a:lnTo>
                  <a:pt x="220980" y="419100"/>
                </a:lnTo>
                <a:lnTo>
                  <a:pt x="219456" y="422148"/>
                </a:lnTo>
                <a:lnTo>
                  <a:pt x="217932" y="423672"/>
                </a:lnTo>
                <a:lnTo>
                  <a:pt x="216408" y="423672"/>
                </a:lnTo>
                <a:lnTo>
                  <a:pt x="213360" y="425196"/>
                </a:lnTo>
                <a:lnTo>
                  <a:pt x="166116" y="425196"/>
                </a:lnTo>
                <a:lnTo>
                  <a:pt x="169164" y="422148"/>
                </a:lnTo>
                <a:lnTo>
                  <a:pt x="172212" y="417576"/>
                </a:lnTo>
                <a:lnTo>
                  <a:pt x="172300" y="417385"/>
                </a:lnTo>
                <a:lnTo>
                  <a:pt x="173736" y="414528"/>
                </a:lnTo>
                <a:lnTo>
                  <a:pt x="175260" y="409956"/>
                </a:lnTo>
                <a:lnTo>
                  <a:pt x="175260" y="399288"/>
                </a:lnTo>
                <a:lnTo>
                  <a:pt x="174371" y="389559"/>
                </a:lnTo>
                <a:lnTo>
                  <a:pt x="171640" y="380809"/>
                </a:lnTo>
                <a:lnTo>
                  <a:pt x="167640" y="374180"/>
                </a:lnTo>
                <a:lnTo>
                  <a:pt x="167640" y="391668"/>
                </a:lnTo>
                <a:lnTo>
                  <a:pt x="167640" y="405384"/>
                </a:lnTo>
                <a:lnTo>
                  <a:pt x="166116" y="411480"/>
                </a:lnTo>
                <a:lnTo>
                  <a:pt x="163068" y="416052"/>
                </a:lnTo>
                <a:lnTo>
                  <a:pt x="155448" y="423672"/>
                </a:lnTo>
                <a:lnTo>
                  <a:pt x="150876" y="425196"/>
                </a:lnTo>
                <a:lnTo>
                  <a:pt x="91440" y="425196"/>
                </a:lnTo>
                <a:lnTo>
                  <a:pt x="83820" y="419100"/>
                </a:lnTo>
                <a:lnTo>
                  <a:pt x="79248" y="414528"/>
                </a:lnTo>
                <a:lnTo>
                  <a:pt x="77724" y="411480"/>
                </a:lnTo>
                <a:lnTo>
                  <a:pt x="76200" y="406908"/>
                </a:lnTo>
                <a:lnTo>
                  <a:pt x="74676" y="403860"/>
                </a:lnTo>
                <a:lnTo>
                  <a:pt x="74676" y="391668"/>
                </a:lnTo>
                <a:lnTo>
                  <a:pt x="77724" y="385572"/>
                </a:lnTo>
                <a:lnTo>
                  <a:pt x="83820" y="381000"/>
                </a:lnTo>
                <a:lnTo>
                  <a:pt x="91503" y="375881"/>
                </a:lnTo>
                <a:lnTo>
                  <a:pt x="100774" y="372046"/>
                </a:lnTo>
                <a:lnTo>
                  <a:pt x="111569" y="369620"/>
                </a:lnTo>
                <a:lnTo>
                  <a:pt x="111798" y="369620"/>
                </a:lnTo>
                <a:lnTo>
                  <a:pt x="123431" y="368820"/>
                </a:lnTo>
                <a:lnTo>
                  <a:pt x="164592" y="384048"/>
                </a:lnTo>
                <a:lnTo>
                  <a:pt x="167640" y="391668"/>
                </a:lnTo>
                <a:lnTo>
                  <a:pt x="167640" y="374180"/>
                </a:lnTo>
                <a:lnTo>
                  <a:pt x="166890" y="372935"/>
                </a:lnTo>
                <a:lnTo>
                  <a:pt x="162852" y="368719"/>
                </a:lnTo>
                <a:lnTo>
                  <a:pt x="160020" y="365760"/>
                </a:lnTo>
                <a:lnTo>
                  <a:pt x="150279" y="358648"/>
                </a:lnTo>
                <a:lnTo>
                  <a:pt x="139255" y="353377"/>
                </a:lnTo>
                <a:lnTo>
                  <a:pt x="126796" y="350126"/>
                </a:lnTo>
                <a:lnTo>
                  <a:pt x="112776" y="348996"/>
                </a:lnTo>
                <a:lnTo>
                  <a:pt x="100774" y="349859"/>
                </a:lnTo>
                <a:lnTo>
                  <a:pt x="65620" y="368719"/>
                </a:lnTo>
                <a:lnTo>
                  <a:pt x="57912" y="396240"/>
                </a:lnTo>
                <a:lnTo>
                  <a:pt x="59436" y="402336"/>
                </a:lnTo>
                <a:lnTo>
                  <a:pt x="64008" y="408432"/>
                </a:lnTo>
                <a:lnTo>
                  <a:pt x="67094" y="412991"/>
                </a:lnTo>
                <a:lnTo>
                  <a:pt x="71628" y="417385"/>
                </a:lnTo>
                <a:lnTo>
                  <a:pt x="77292" y="421513"/>
                </a:lnTo>
                <a:lnTo>
                  <a:pt x="83820" y="425196"/>
                </a:lnTo>
                <a:lnTo>
                  <a:pt x="57912" y="425196"/>
                </a:lnTo>
                <a:lnTo>
                  <a:pt x="57912" y="429768"/>
                </a:lnTo>
                <a:lnTo>
                  <a:pt x="71628" y="463296"/>
                </a:lnTo>
                <a:lnTo>
                  <a:pt x="74676" y="461772"/>
                </a:lnTo>
                <a:lnTo>
                  <a:pt x="74676" y="460248"/>
                </a:lnTo>
                <a:lnTo>
                  <a:pt x="73152" y="457200"/>
                </a:lnTo>
                <a:lnTo>
                  <a:pt x="73152" y="451104"/>
                </a:lnTo>
                <a:lnTo>
                  <a:pt x="77724" y="446532"/>
                </a:lnTo>
                <a:lnTo>
                  <a:pt x="80772" y="446532"/>
                </a:lnTo>
                <a:lnTo>
                  <a:pt x="85344" y="445008"/>
                </a:lnTo>
                <a:lnTo>
                  <a:pt x="208788" y="445008"/>
                </a:lnTo>
                <a:lnTo>
                  <a:pt x="214884" y="446532"/>
                </a:lnTo>
                <a:lnTo>
                  <a:pt x="216408" y="446532"/>
                </a:lnTo>
                <a:lnTo>
                  <a:pt x="220980" y="451104"/>
                </a:lnTo>
                <a:lnTo>
                  <a:pt x="222504" y="454152"/>
                </a:lnTo>
                <a:lnTo>
                  <a:pt x="222504" y="464820"/>
                </a:lnTo>
                <a:lnTo>
                  <a:pt x="225552" y="464820"/>
                </a:lnTo>
                <a:lnTo>
                  <a:pt x="225552" y="445008"/>
                </a:lnTo>
                <a:lnTo>
                  <a:pt x="225552" y="4069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5" name="Google Shape;4515;p75"/>
          <p:cNvSpPr/>
          <p:nvPr/>
        </p:nvSpPr>
        <p:spPr>
          <a:xfrm>
            <a:off x="4439399" y="7520940"/>
            <a:ext cx="226060" cy="655320"/>
          </a:xfrm>
          <a:custGeom>
            <a:rect b="b" l="l" r="r" t="t"/>
            <a:pathLst>
              <a:path extrusionOk="0" h="655320" w="226060">
                <a:moveTo>
                  <a:pt x="172212" y="284988"/>
                </a:moveTo>
                <a:lnTo>
                  <a:pt x="169164" y="284988"/>
                </a:lnTo>
                <a:lnTo>
                  <a:pt x="169164" y="294132"/>
                </a:lnTo>
                <a:lnTo>
                  <a:pt x="167640" y="297180"/>
                </a:lnTo>
                <a:lnTo>
                  <a:pt x="164592" y="300228"/>
                </a:lnTo>
                <a:lnTo>
                  <a:pt x="163068" y="300228"/>
                </a:lnTo>
                <a:lnTo>
                  <a:pt x="160020" y="301752"/>
                </a:lnTo>
                <a:lnTo>
                  <a:pt x="0" y="301752"/>
                </a:lnTo>
                <a:lnTo>
                  <a:pt x="0" y="307848"/>
                </a:lnTo>
                <a:lnTo>
                  <a:pt x="13716" y="338328"/>
                </a:lnTo>
                <a:lnTo>
                  <a:pt x="16764" y="336804"/>
                </a:lnTo>
                <a:lnTo>
                  <a:pt x="15240" y="333756"/>
                </a:lnTo>
                <a:lnTo>
                  <a:pt x="15240" y="326136"/>
                </a:lnTo>
                <a:lnTo>
                  <a:pt x="16764" y="326136"/>
                </a:lnTo>
                <a:lnTo>
                  <a:pt x="19812" y="323088"/>
                </a:lnTo>
                <a:lnTo>
                  <a:pt x="25908" y="323088"/>
                </a:lnTo>
                <a:lnTo>
                  <a:pt x="33528" y="321564"/>
                </a:lnTo>
                <a:lnTo>
                  <a:pt x="155448" y="321564"/>
                </a:lnTo>
                <a:lnTo>
                  <a:pt x="160020" y="323088"/>
                </a:lnTo>
                <a:lnTo>
                  <a:pt x="163068" y="323088"/>
                </a:lnTo>
                <a:lnTo>
                  <a:pt x="167640" y="327660"/>
                </a:lnTo>
                <a:lnTo>
                  <a:pt x="169164" y="330708"/>
                </a:lnTo>
                <a:lnTo>
                  <a:pt x="169164" y="338328"/>
                </a:lnTo>
                <a:lnTo>
                  <a:pt x="172212" y="338328"/>
                </a:lnTo>
                <a:lnTo>
                  <a:pt x="172212" y="284988"/>
                </a:lnTo>
                <a:close/>
              </a:path>
              <a:path extrusionOk="0" h="655320" w="226060">
                <a:moveTo>
                  <a:pt x="175260" y="399288"/>
                </a:moveTo>
                <a:lnTo>
                  <a:pt x="155956" y="364312"/>
                </a:lnTo>
                <a:lnTo>
                  <a:pt x="132588" y="355092"/>
                </a:lnTo>
                <a:lnTo>
                  <a:pt x="129540" y="358140"/>
                </a:lnTo>
                <a:lnTo>
                  <a:pt x="140208" y="361188"/>
                </a:lnTo>
                <a:lnTo>
                  <a:pt x="146304" y="365760"/>
                </a:lnTo>
                <a:lnTo>
                  <a:pt x="150876" y="371856"/>
                </a:lnTo>
                <a:lnTo>
                  <a:pt x="153885" y="376364"/>
                </a:lnTo>
                <a:lnTo>
                  <a:pt x="154686" y="379476"/>
                </a:lnTo>
                <a:lnTo>
                  <a:pt x="155448" y="382524"/>
                </a:lnTo>
                <a:lnTo>
                  <a:pt x="155397" y="390702"/>
                </a:lnTo>
                <a:lnTo>
                  <a:pt x="134048" y="422706"/>
                </a:lnTo>
                <a:lnTo>
                  <a:pt x="102108" y="429768"/>
                </a:lnTo>
                <a:lnTo>
                  <a:pt x="102108" y="379476"/>
                </a:lnTo>
                <a:lnTo>
                  <a:pt x="102108" y="355092"/>
                </a:lnTo>
                <a:lnTo>
                  <a:pt x="94488" y="355752"/>
                </a:lnTo>
                <a:lnTo>
                  <a:pt x="94488" y="379476"/>
                </a:lnTo>
                <a:lnTo>
                  <a:pt x="94488" y="429768"/>
                </a:lnTo>
                <a:lnTo>
                  <a:pt x="65532" y="409956"/>
                </a:lnTo>
                <a:lnTo>
                  <a:pt x="65532" y="399288"/>
                </a:lnTo>
                <a:lnTo>
                  <a:pt x="67056" y="394716"/>
                </a:lnTo>
                <a:lnTo>
                  <a:pt x="70104" y="390144"/>
                </a:lnTo>
                <a:lnTo>
                  <a:pt x="71628" y="387096"/>
                </a:lnTo>
                <a:lnTo>
                  <a:pt x="76200" y="384048"/>
                </a:lnTo>
                <a:lnTo>
                  <a:pt x="80772" y="382524"/>
                </a:lnTo>
                <a:lnTo>
                  <a:pt x="82296" y="381000"/>
                </a:lnTo>
                <a:lnTo>
                  <a:pt x="88392" y="379476"/>
                </a:lnTo>
                <a:lnTo>
                  <a:pt x="94488" y="379476"/>
                </a:lnTo>
                <a:lnTo>
                  <a:pt x="94488" y="355752"/>
                </a:lnTo>
                <a:lnTo>
                  <a:pt x="61150" y="380809"/>
                </a:lnTo>
                <a:lnTo>
                  <a:pt x="61099" y="381000"/>
                </a:lnTo>
                <a:lnTo>
                  <a:pt x="58750" y="388937"/>
                </a:lnTo>
                <a:lnTo>
                  <a:pt x="58635" y="390144"/>
                </a:lnTo>
                <a:lnTo>
                  <a:pt x="58585" y="390702"/>
                </a:lnTo>
                <a:lnTo>
                  <a:pt x="57912" y="397764"/>
                </a:lnTo>
                <a:lnTo>
                  <a:pt x="74676" y="432816"/>
                </a:lnTo>
                <a:lnTo>
                  <a:pt x="118872" y="448056"/>
                </a:lnTo>
                <a:lnTo>
                  <a:pt x="131216" y="447179"/>
                </a:lnTo>
                <a:lnTo>
                  <a:pt x="130975" y="447179"/>
                </a:lnTo>
                <a:lnTo>
                  <a:pt x="141732" y="444627"/>
                </a:lnTo>
                <a:lnTo>
                  <a:pt x="151447" y="440347"/>
                </a:lnTo>
                <a:lnTo>
                  <a:pt x="160020" y="434340"/>
                </a:lnTo>
                <a:lnTo>
                  <a:pt x="163931" y="429768"/>
                </a:lnTo>
                <a:lnTo>
                  <a:pt x="166903" y="426300"/>
                </a:lnTo>
                <a:lnTo>
                  <a:pt x="171640" y="417957"/>
                </a:lnTo>
                <a:lnTo>
                  <a:pt x="171767" y="417576"/>
                </a:lnTo>
                <a:lnTo>
                  <a:pt x="174383" y="409054"/>
                </a:lnTo>
                <a:lnTo>
                  <a:pt x="174498" y="407746"/>
                </a:lnTo>
                <a:lnTo>
                  <a:pt x="175260" y="399288"/>
                </a:lnTo>
                <a:close/>
              </a:path>
              <a:path extrusionOk="0" h="655320" w="226060">
                <a:moveTo>
                  <a:pt x="175272" y="492252"/>
                </a:moveTo>
                <a:lnTo>
                  <a:pt x="161556" y="461772"/>
                </a:lnTo>
                <a:lnTo>
                  <a:pt x="158508" y="463296"/>
                </a:lnTo>
                <a:lnTo>
                  <a:pt x="160032" y="466344"/>
                </a:lnTo>
                <a:lnTo>
                  <a:pt x="161556" y="467868"/>
                </a:lnTo>
                <a:lnTo>
                  <a:pt x="161556" y="472440"/>
                </a:lnTo>
                <a:lnTo>
                  <a:pt x="160032" y="473964"/>
                </a:lnTo>
                <a:lnTo>
                  <a:pt x="158508" y="473964"/>
                </a:lnTo>
                <a:lnTo>
                  <a:pt x="158508" y="475488"/>
                </a:lnTo>
                <a:lnTo>
                  <a:pt x="155460" y="477012"/>
                </a:lnTo>
                <a:lnTo>
                  <a:pt x="152412" y="477012"/>
                </a:lnTo>
                <a:lnTo>
                  <a:pt x="149364" y="478536"/>
                </a:lnTo>
                <a:lnTo>
                  <a:pt x="12" y="478536"/>
                </a:lnTo>
                <a:lnTo>
                  <a:pt x="12" y="483108"/>
                </a:lnTo>
                <a:lnTo>
                  <a:pt x="13728" y="515112"/>
                </a:lnTo>
                <a:lnTo>
                  <a:pt x="16776" y="513588"/>
                </a:lnTo>
                <a:lnTo>
                  <a:pt x="15252" y="510540"/>
                </a:lnTo>
                <a:lnTo>
                  <a:pt x="15252" y="502920"/>
                </a:lnTo>
                <a:lnTo>
                  <a:pt x="18300" y="499872"/>
                </a:lnTo>
                <a:lnTo>
                  <a:pt x="19824" y="499872"/>
                </a:lnTo>
                <a:lnTo>
                  <a:pt x="22872" y="498348"/>
                </a:lnTo>
                <a:lnTo>
                  <a:pt x="68592" y="498348"/>
                </a:lnTo>
                <a:lnTo>
                  <a:pt x="60972" y="504444"/>
                </a:lnTo>
                <a:lnTo>
                  <a:pt x="57924" y="512064"/>
                </a:lnTo>
                <a:lnTo>
                  <a:pt x="57924" y="521208"/>
                </a:lnTo>
                <a:lnTo>
                  <a:pt x="59296" y="532307"/>
                </a:lnTo>
                <a:lnTo>
                  <a:pt x="88061" y="566191"/>
                </a:lnTo>
                <a:lnTo>
                  <a:pt x="121932" y="574548"/>
                </a:lnTo>
                <a:lnTo>
                  <a:pt x="133337" y="573671"/>
                </a:lnTo>
                <a:lnTo>
                  <a:pt x="133121" y="573671"/>
                </a:lnTo>
                <a:lnTo>
                  <a:pt x="143268" y="571119"/>
                </a:lnTo>
                <a:lnTo>
                  <a:pt x="174383" y="538340"/>
                </a:lnTo>
                <a:lnTo>
                  <a:pt x="175272" y="524256"/>
                </a:lnTo>
                <a:lnTo>
                  <a:pt x="173748" y="518160"/>
                </a:lnTo>
                <a:lnTo>
                  <a:pt x="172224" y="513588"/>
                </a:lnTo>
                <a:lnTo>
                  <a:pt x="169176" y="509016"/>
                </a:lnTo>
                <a:lnTo>
                  <a:pt x="164604" y="502920"/>
                </a:lnTo>
                <a:lnTo>
                  <a:pt x="160032" y="500176"/>
                </a:lnTo>
                <a:lnTo>
                  <a:pt x="160032" y="512064"/>
                </a:lnTo>
                <a:lnTo>
                  <a:pt x="160032" y="518160"/>
                </a:lnTo>
                <a:lnTo>
                  <a:pt x="131838" y="549211"/>
                </a:lnTo>
                <a:lnTo>
                  <a:pt x="112128" y="551649"/>
                </a:lnTo>
                <a:lnTo>
                  <a:pt x="110617" y="551649"/>
                </a:lnTo>
                <a:lnTo>
                  <a:pt x="68592" y="534924"/>
                </a:lnTo>
                <a:lnTo>
                  <a:pt x="65544" y="528828"/>
                </a:lnTo>
                <a:lnTo>
                  <a:pt x="65544" y="518160"/>
                </a:lnTo>
                <a:lnTo>
                  <a:pt x="88404" y="498348"/>
                </a:lnTo>
                <a:lnTo>
                  <a:pt x="149364" y="498348"/>
                </a:lnTo>
                <a:lnTo>
                  <a:pt x="156984" y="504444"/>
                </a:lnTo>
                <a:lnTo>
                  <a:pt x="160032" y="512064"/>
                </a:lnTo>
                <a:lnTo>
                  <a:pt x="160032" y="500176"/>
                </a:lnTo>
                <a:lnTo>
                  <a:pt x="156984" y="498348"/>
                </a:lnTo>
                <a:lnTo>
                  <a:pt x="175272" y="498348"/>
                </a:lnTo>
                <a:lnTo>
                  <a:pt x="175272" y="492252"/>
                </a:lnTo>
                <a:close/>
              </a:path>
              <a:path extrusionOk="0" h="655320" w="226060">
                <a:moveTo>
                  <a:pt x="175272" y="195072"/>
                </a:moveTo>
                <a:lnTo>
                  <a:pt x="174129" y="189128"/>
                </a:lnTo>
                <a:lnTo>
                  <a:pt x="174040" y="188976"/>
                </a:lnTo>
                <a:lnTo>
                  <a:pt x="170700" y="182880"/>
                </a:lnTo>
                <a:lnTo>
                  <a:pt x="164973" y="176644"/>
                </a:lnTo>
                <a:lnTo>
                  <a:pt x="156972" y="170688"/>
                </a:lnTo>
                <a:lnTo>
                  <a:pt x="150876" y="170688"/>
                </a:lnTo>
                <a:lnTo>
                  <a:pt x="160020" y="179832"/>
                </a:lnTo>
                <a:lnTo>
                  <a:pt x="160020" y="184404"/>
                </a:lnTo>
                <a:lnTo>
                  <a:pt x="158496" y="185928"/>
                </a:lnTo>
                <a:lnTo>
                  <a:pt x="158496" y="187452"/>
                </a:lnTo>
                <a:lnTo>
                  <a:pt x="152400" y="187452"/>
                </a:lnTo>
                <a:lnTo>
                  <a:pt x="144780" y="188976"/>
                </a:lnTo>
                <a:lnTo>
                  <a:pt x="79248" y="188976"/>
                </a:lnTo>
                <a:lnTo>
                  <a:pt x="74676" y="190500"/>
                </a:lnTo>
                <a:lnTo>
                  <a:pt x="65532" y="196596"/>
                </a:lnTo>
                <a:lnTo>
                  <a:pt x="64008" y="201168"/>
                </a:lnTo>
                <a:lnTo>
                  <a:pt x="59436" y="207264"/>
                </a:lnTo>
                <a:lnTo>
                  <a:pt x="57950" y="216204"/>
                </a:lnTo>
                <a:lnTo>
                  <a:pt x="58000" y="227012"/>
                </a:lnTo>
                <a:lnTo>
                  <a:pt x="58115" y="228942"/>
                </a:lnTo>
                <a:lnTo>
                  <a:pt x="58191" y="230124"/>
                </a:lnTo>
                <a:lnTo>
                  <a:pt x="58483" y="235254"/>
                </a:lnTo>
                <a:lnTo>
                  <a:pt x="79248" y="268224"/>
                </a:lnTo>
                <a:lnTo>
                  <a:pt x="89916" y="268224"/>
                </a:lnTo>
                <a:lnTo>
                  <a:pt x="92964" y="266700"/>
                </a:lnTo>
                <a:lnTo>
                  <a:pt x="94488" y="265176"/>
                </a:lnTo>
                <a:lnTo>
                  <a:pt x="97536" y="263652"/>
                </a:lnTo>
                <a:lnTo>
                  <a:pt x="97536" y="252984"/>
                </a:lnTo>
                <a:lnTo>
                  <a:pt x="92964" y="248412"/>
                </a:lnTo>
                <a:lnTo>
                  <a:pt x="76200" y="248412"/>
                </a:lnTo>
                <a:lnTo>
                  <a:pt x="73152" y="246888"/>
                </a:lnTo>
                <a:lnTo>
                  <a:pt x="70104" y="242316"/>
                </a:lnTo>
                <a:lnTo>
                  <a:pt x="67056" y="239268"/>
                </a:lnTo>
                <a:lnTo>
                  <a:pt x="65532" y="236220"/>
                </a:lnTo>
                <a:lnTo>
                  <a:pt x="65659" y="222313"/>
                </a:lnTo>
                <a:lnTo>
                  <a:pt x="71628" y="213360"/>
                </a:lnTo>
                <a:lnTo>
                  <a:pt x="76200" y="210312"/>
                </a:lnTo>
                <a:lnTo>
                  <a:pt x="83820" y="208788"/>
                </a:lnTo>
                <a:lnTo>
                  <a:pt x="99060" y="208788"/>
                </a:lnTo>
                <a:lnTo>
                  <a:pt x="104495" y="222504"/>
                </a:lnTo>
                <a:lnTo>
                  <a:pt x="109347" y="233934"/>
                </a:lnTo>
                <a:lnTo>
                  <a:pt x="113639" y="243078"/>
                </a:lnTo>
                <a:lnTo>
                  <a:pt x="117348" y="249936"/>
                </a:lnTo>
                <a:lnTo>
                  <a:pt x="121920" y="259080"/>
                </a:lnTo>
                <a:lnTo>
                  <a:pt x="128016" y="265176"/>
                </a:lnTo>
                <a:lnTo>
                  <a:pt x="137160" y="271272"/>
                </a:lnTo>
                <a:lnTo>
                  <a:pt x="141732" y="272796"/>
                </a:lnTo>
                <a:lnTo>
                  <a:pt x="155448" y="272796"/>
                </a:lnTo>
                <a:lnTo>
                  <a:pt x="163068" y="269748"/>
                </a:lnTo>
                <a:lnTo>
                  <a:pt x="167640" y="263652"/>
                </a:lnTo>
                <a:lnTo>
                  <a:pt x="173748" y="259080"/>
                </a:lnTo>
                <a:lnTo>
                  <a:pt x="175272" y="252984"/>
                </a:lnTo>
                <a:lnTo>
                  <a:pt x="175272" y="234696"/>
                </a:lnTo>
                <a:lnTo>
                  <a:pt x="172224" y="230124"/>
                </a:lnTo>
                <a:lnTo>
                  <a:pt x="170484" y="227012"/>
                </a:lnTo>
                <a:lnTo>
                  <a:pt x="167449" y="222313"/>
                </a:lnTo>
                <a:lnTo>
                  <a:pt x="163004" y="216204"/>
                </a:lnTo>
                <a:lnTo>
                  <a:pt x="160020" y="212547"/>
                </a:lnTo>
                <a:lnTo>
                  <a:pt x="160020" y="239268"/>
                </a:lnTo>
                <a:lnTo>
                  <a:pt x="158496" y="242316"/>
                </a:lnTo>
                <a:lnTo>
                  <a:pt x="155448" y="246888"/>
                </a:lnTo>
                <a:lnTo>
                  <a:pt x="146304" y="252984"/>
                </a:lnTo>
                <a:lnTo>
                  <a:pt x="135636" y="252984"/>
                </a:lnTo>
                <a:lnTo>
                  <a:pt x="132588" y="251460"/>
                </a:lnTo>
                <a:lnTo>
                  <a:pt x="128016" y="248412"/>
                </a:lnTo>
                <a:lnTo>
                  <a:pt x="120396" y="240792"/>
                </a:lnTo>
                <a:lnTo>
                  <a:pt x="117348" y="233172"/>
                </a:lnTo>
                <a:lnTo>
                  <a:pt x="115684" y="229793"/>
                </a:lnTo>
                <a:lnTo>
                  <a:pt x="113157" y="224409"/>
                </a:lnTo>
                <a:lnTo>
                  <a:pt x="110070" y="217322"/>
                </a:lnTo>
                <a:lnTo>
                  <a:pt x="106680" y="208788"/>
                </a:lnTo>
                <a:lnTo>
                  <a:pt x="147828" y="208788"/>
                </a:lnTo>
                <a:lnTo>
                  <a:pt x="153543" y="216204"/>
                </a:lnTo>
                <a:lnTo>
                  <a:pt x="157353" y="222885"/>
                </a:lnTo>
                <a:lnTo>
                  <a:pt x="159410" y="228942"/>
                </a:lnTo>
                <a:lnTo>
                  <a:pt x="159499" y="229793"/>
                </a:lnTo>
                <a:lnTo>
                  <a:pt x="159537" y="230124"/>
                </a:lnTo>
                <a:lnTo>
                  <a:pt x="159943" y="233934"/>
                </a:lnTo>
                <a:lnTo>
                  <a:pt x="160020" y="239268"/>
                </a:lnTo>
                <a:lnTo>
                  <a:pt x="160020" y="212547"/>
                </a:lnTo>
                <a:lnTo>
                  <a:pt x="156972" y="208788"/>
                </a:lnTo>
                <a:lnTo>
                  <a:pt x="163068" y="208788"/>
                </a:lnTo>
                <a:lnTo>
                  <a:pt x="167640" y="207264"/>
                </a:lnTo>
                <a:lnTo>
                  <a:pt x="170700" y="204216"/>
                </a:lnTo>
                <a:lnTo>
                  <a:pt x="173748" y="202692"/>
                </a:lnTo>
                <a:lnTo>
                  <a:pt x="175272" y="199644"/>
                </a:lnTo>
                <a:lnTo>
                  <a:pt x="175272" y="195072"/>
                </a:lnTo>
                <a:close/>
              </a:path>
              <a:path extrusionOk="0" h="655320" w="226060">
                <a:moveTo>
                  <a:pt x="211836" y="36576"/>
                </a:moveTo>
                <a:lnTo>
                  <a:pt x="195072" y="9144"/>
                </a:lnTo>
                <a:lnTo>
                  <a:pt x="188976" y="3048"/>
                </a:lnTo>
                <a:lnTo>
                  <a:pt x="181356" y="0"/>
                </a:lnTo>
                <a:lnTo>
                  <a:pt x="166116" y="0"/>
                </a:lnTo>
                <a:lnTo>
                  <a:pt x="160020" y="1524"/>
                </a:lnTo>
                <a:lnTo>
                  <a:pt x="150876" y="10668"/>
                </a:lnTo>
                <a:lnTo>
                  <a:pt x="147828" y="15240"/>
                </a:lnTo>
                <a:lnTo>
                  <a:pt x="147828" y="24384"/>
                </a:lnTo>
                <a:lnTo>
                  <a:pt x="149352" y="28956"/>
                </a:lnTo>
                <a:lnTo>
                  <a:pt x="155448" y="35052"/>
                </a:lnTo>
                <a:lnTo>
                  <a:pt x="158496" y="36576"/>
                </a:lnTo>
                <a:lnTo>
                  <a:pt x="166116" y="36576"/>
                </a:lnTo>
                <a:lnTo>
                  <a:pt x="172212" y="33528"/>
                </a:lnTo>
                <a:lnTo>
                  <a:pt x="175260" y="27432"/>
                </a:lnTo>
                <a:lnTo>
                  <a:pt x="175260" y="18288"/>
                </a:lnTo>
                <a:lnTo>
                  <a:pt x="172212" y="15240"/>
                </a:lnTo>
                <a:lnTo>
                  <a:pt x="172212" y="12192"/>
                </a:lnTo>
                <a:lnTo>
                  <a:pt x="173736" y="12192"/>
                </a:lnTo>
                <a:lnTo>
                  <a:pt x="173736" y="10668"/>
                </a:lnTo>
                <a:lnTo>
                  <a:pt x="182880" y="10668"/>
                </a:lnTo>
                <a:lnTo>
                  <a:pt x="207264" y="36576"/>
                </a:lnTo>
                <a:lnTo>
                  <a:pt x="211836" y="36576"/>
                </a:lnTo>
                <a:close/>
              </a:path>
              <a:path extrusionOk="0" h="655320" w="226060">
                <a:moveTo>
                  <a:pt x="224028" y="588264"/>
                </a:moveTo>
                <a:lnTo>
                  <a:pt x="219456" y="588264"/>
                </a:lnTo>
                <a:lnTo>
                  <a:pt x="215773" y="594601"/>
                </a:lnTo>
                <a:lnTo>
                  <a:pt x="211645" y="600075"/>
                </a:lnTo>
                <a:lnTo>
                  <a:pt x="177101" y="623849"/>
                </a:lnTo>
                <a:lnTo>
                  <a:pt x="133731" y="631507"/>
                </a:lnTo>
                <a:lnTo>
                  <a:pt x="109728" y="632460"/>
                </a:lnTo>
                <a:lnTo>
                  <a:pt x="97447" y="632180"/>
                </a:lnTo>
                <a:lnTo>
                  <a:pt x="53149" y="625322"/>
                </a:lnTo>
                <a:lnTo>
                  <a:pt x="14859" y="602361"/>
                </a:lnTo>
                <a:lnTo>
                  <a:pt x="4572" y="588264"/>
                </a:lnTo>
                <a:lnTo>
                  <a:pt x="0" y="588264"/>
                </a:lnTo>
                <a:lnTo>
                  <a:pt x="30226" y="627062"/>
                </a:lnTo>
                <a:lnTo>
                  <a:pt x="76771" y="650748"/>
                </a:lnTo>
                <a:lnTo>
                  <a:pt x="112776" y="655320"/>
                </a:lnTo>
                <a:lnTo>
                  <a:pt x="125336" y="654748"/>
                </a:lnTo>
                <a:lnTo>
                  <a:pt x="173545" y="641032"/>
                </a:lnTo>
                <a:lnTo>
                  <a:pt x="209029" y="612482"/>
                </a:lnTo>
                <a:lnTo>
                  <a:pt x="219417" y="597103"/>
                </a:lnTo>
                <a:lnTo>
                  <a:pt x="224028" y="588264"/>
                </a:lnTo>
                <a:close/>
              </a:path>
              <a:path extrusionOk="0" h="655320" w="226060">
                <a:moveTo>
                  <a:pt x="225552" y="141732"/>
                </a:moveTo>
                <a:lnTo>
                  <a:pt x="193548" y="109728"/>
                </a:lnTo>
                <a:lnTo>
                  <a:pt x="97650" y="71628"/>
                </a:lnTo>
                <a:lnTo>
                  <a:pt x="76200" y="64008"/>
                </a:lnTo>
                <a:lnTo>
                  <a:pt x="73152" y="62484"/>
                </a:lnTo>
                <a:lnTo>
                  <a:pt x="71628" y="60960"/>
                </a:lnTo>
                <a:lnTo>
                  <a:pt x="68580" y="59436"/>
                </a:lnTo>
                <a:lnTo>
                  <a:pt x="67056" y="57912"/>
                </a:lnTo>
                <a:lnTo>
                  <a:pt x="67056" y="56388"/>
                </a:lnTo>
                <a:lnTo>
                  <a:pt x="65532" y="54864"/>
                </a:lnTo>
                <a:lnTo>
                  <a:pt x="64008" y="51816"/>
                </a:lnTo>
                <a:lnTo>
                  <a:pt x="64008" y="48768"/>
                </a:lnTo>
                <a:lnTo>
                  <a:pt x="60960" y="48768"/>
                </a:lnTo>
                <a:lnTo>
                  <a:pt x="60960" y="82296"/>
                </a:lnTo>
                <a:lnTo>
                  <a:pt x="64008" y="82296"/>
                </a:lnTo>
                <a:lnTo>
                  <a:pt x="64008" y="77724"/>
                </a:lnTo>
                <a:lnTo>
                  <a:pt x="65532" y="76200"/>
                </a:lnTo>
                <a:lnTo>
                  <a:pt x="65532" y="74676"/>
                </a:lnTo>
                <a:lnTo>
                  <a:pt x="68580" y="71628"/>
                </a:lnTo>
                <a:lnTo>
                  <a:pt x="74676" y="71628"/>
                </a:lnTo>
                <a:lnTo>
                  <a:pt x="77724" y="73152"/>
                </a:lnTo>
                <a:lnTo>
                  <a:pt x="82296" y="73152"/>
                </a:lnTo>
                <a:lnTo>
                  <a:pt x="143256" y="99060"/>
                </a:lnTo>
                <a:lnTo>
                  <a:pt x="86868" y="124968"/>
                </a:lnTo>
                <a:lnTo>
                  <a:pt x="80772" y="128016"/>
                </a:lnTo>
                <a:lnTo>
                  <a:pt x="76200" y="129540"/>
                </a:lnTo>
                <a:lnTo>
                  <a:pt x="70104" y="129540"/>
                </a:lnTo>
                <a:lnTo>
                  <a:pt x="65532" y="124968"/>
                </a:lnTo>
                <a:lnTo>
                  <a:pt x="64008" y="121920"/>
                </a:lnTo>
                <a:lnTo>
                  <a:pt x="64008" y="115824"/>
                </a:lnTo>
                <a:lnTo>
                  <a:pt x="60960" y="115824"/>
                </a:lnTo>
                <a:lnTo>
                  <a:pt x="60960" y="169164"/>
                </a:lnTo>
                <a:lnTo>
                  <a:pt x="64008" y="169164"/>
                </a:lnTo>
                <a:lnTo>
                  <a:pt x="65532" y="164592"/>
                </a:lnTo>
                <a:lnTo>
                  <a:pt x="67056" y="161544"/>
                </a:lnTo>
                <a:lnTo>
                  <a:pt x="68580" y="160020"/>
                </a:lnTo>
                <a:lnTo>
                  <a:pt x="68580" y="158496"/>
                </a:lnTo>
                <a:lnTo>
                  <a:pt x="71628" y="156972"/>
                </a:lnTo>
                <a:lnTo>
                  <a:pt x="74676" y="153924"/>
                </a:lnTo>
                <a:lnTo>
                  <a:pt x="77724" y="152400"/>
                </a:lnTo>
                <a:lnTo>
                  <a:pt x="82296" y="149352"/>
                </a:lnTo>
                <a:lnTo>
                  <a:pt x="83820" y="149352"/>
                </a:lnTo>
                <a:lnTo>
                  <a:pt x="124180" y="129540"/>
                </a:lnTo>
                <a:lnTo>
                  <a:pt x="167640" y="108204"/>
                </a:lnTo>
                <a:lnTo>
                  <a:pt x="187452" y="115824"/>
                </a:lnTo>
                <a:lnTo>
                  <a:pt x="195072" y="118872"/>
                </a:lnTo>
                <a:lnTo>
                  <a:pt x="199644" y="121920"/>
                </a:lnTo>
                <a:lnTo>
                  <a:pt x="202692" y="124968"/>
                </a:lnTo>
                <a:lnTo>
                  <a:pt x="205740" y="131064"/>
                </a:lnTo>
                <a:lnTo>
                  <a:pt x="205740" y="135636"/>
                </a:lnTo>
                <a:lnTo>
                  <a:pt x="204216" y="138684"/>
                </a:lnTo>
                <a:lnTo>
                  <a:pt x="202692" y="144780"/>
                </a:lnTo>
                <a:lnTo>
                  <a:pt x="201168" y="147828"/>
                </a:lnTo>
                <a:lnTo>
                  <a:pt x="201168" y="155448"/>
                </a:lnTo>
                <a:lnTo>
                  <a:pt x="202692" y="158496"/>
                </a:lnTo>
                <a:lnTo>
                  <a:pt x="207264" y="163068"/>
                </a:lnTo>
                <a:lnTo>
                  <a:pt x="216408" y="163068"/>
                </a:lnTo>
                <a:lnTo>
                  <a:pt x="219456" y="161544"/>
                </a:lnTo>
                <a:lnTo>
                  <a:pt x="222504" y="158496"/>
                </a:lnTo>
                <a:lnTo>
                  <a:pt x="225552" y="152400"/>
                </a:lnTo>
                <a:lnTo>
                  <a:pt x="225552" y="1417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516" name="Google Shape;4516;p75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4439411" y="6515100"/>
            <a:ext cx="225552" cy="92201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17" name="Google Shape;4517;p75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4439411" y="5388863"/>
            <a:ext cx="225552" cy="1054608"/>
          </a:xfrm>
          <a:prstGeom prst="rect">
            <a:avLst/>
          </a:prstGeom>
          <a:noFill/>
          <a:ln>
            <a:noFill/>
          </a:ln>
        </p:spPr>
      </p:pic>
      <p:sp>
        <p:nvSpPr>
          <p:cNvPr id="4518" name="Google Shape;4518;p75"/>
          <p:cNvSpPr/>
          <p:nvPr/>
        </p:nvSpPr>
        <p:spPr>
          <a:xfrm>
            <a:off x="4902707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8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8" y="0"/>
                </a:lnTo>
                <a:lnTo>
                  <a:pt x="10668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9" name="Google Shape;4519;p75"/>
          <p:cNvGrpSpPr/>
          <p:nvPr/>
        </p:nvGrpSpPr>
        <p:grpSpPr>
          <a:xfrm>
            <a:off x="4803647" y="8217408"/>
            <a:ext cx="167641" cy="630935"/>
            <a:chOff x="4803647" y="8217408"/>
            <a:chExt cx="167641" cy="630935"/>
          </a:xfrm>
        </p:grpSpPr>
        <p:pic>
          <p:nvPicPr>
            <p:cNvPr id="4520" name="Google Shape;4520;p75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4803647" y="8723375"/>
              <a:ext cx="164592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21" name="Google Shape;4521;p75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4853940" y="8217408"/>
              <a:ext cx="117348" cy="4861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522" name="Google Shape;4522;p75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4796027" y="7088123"/>
            <a:ext cx="225552" cy="1060703"/>
          </a:xfrm>
          <a:prstGeom prst="rect">
            <a:avLst/>
          </a:prstGeom>
          <a:noFill/>
          <a:ln>
            <a:noFill/>
          </a:ln>
        </p:spPr>
      </p:pic>
      <p:sp>
        <p:nvSpPr>
          <p:cNvPr id="4523" name="Google Shape;4523;p75"/>
          <p:cNvSpPr/>
          <p:nvPr/>
        </p:nvSpPr>
        <p:spPr>
          <a:xfrm>
            <a:off x="5259323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8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8" y="0"/>
                </a:lnTo>
                <a:lnTo>
                  <a:pt x="10668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524" name="Google Shape;4524;p75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5158740" y="7891271"/>
            <a:ext cx="217931" cy="9540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25" name="Google Shape;4525;p75"/>
          <p:cNvGrpSpPr/>
          <p:nvPr/>
        </p:nvGrpSpPr>
        <p:grpSpPr>
          <a:xfrm>
            <a:off x="5151120" y="7031736"/>
            <a:ext cx="225552" cy="794004"/>
            <a:chOff x="5151120" y="7031736"/>
            <a:chExt cx="225552" cy="794004"/>
          </a:xfrm>
        </p:grpSpPr>
        <p:pic>
          <p:nvPicPr>
            <p:cNvPr id="4526" name="Google Shape;4526;p75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5209032" y="7709916"/>
              <a:ext cx="167640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27" name="Google Shape;4527;p75"/>
            <p:cNvSpPr/>
            <p:nvPr/>
          </p:nvSpPr>
          <p:spPr>
            <a:xfrm>
              <a:off x="5151120" y="7031736"/>
              <a:ext cx="175260" cy="657225"/>
            </a:xfrm>
            <a:custGeom>
              <a:rect b="b" l="l" r="r" t="t"/>
              <a:pathLst>
                <a:path extrusionOk="0" h="657225" w="175260">
                  <a:moveTo>
                    <a:pt x="172212" y="499872"/>
                  </a:moveTo>
                  <a:lnTo>
                    <a:pt x="169164" y="499872"/>
                  </a:lnTo>
                  <a:lnTo>
                    <a:pt x="169164" y="504444"/>
                  </a:lnTo>
                  <a:lnTo>
                    <a:pt x="167640" y="509016"/>
                  </a:lnTo>
                  <a:lnTo>
                    <a:pt x="166116" y="512064"/>
                  </a:lnTo>
                  <a:lnTo>
                    <a:pt x="164592" y="513588"/>
                  </a:lnTo>
                  <a:lnTo>
                    <a:pt x="163068" y="516636"/>
                  </a:lnTo>
                  <a:lnTo>
                    <a:pt x="160020" y="516636"/>
                  </a:lnTo>
                  <a:lnTo>
                    <a:pt x="158496" y="518160"/>
                  </a:lnTo>
                  <a:lnTo>
                    <a:pt x="153924" y="519684"/>
                  </a:lnTo>
                  <a:lnTo>
                    <a:pt x="92964" y="519684"/>
                  </a:lnTo>
                  <a:lnTo>
                    <a:pt x="85344" y="515112"/>
                  </a:lnTo>
                  <a:lnTo>
                    <a:pt x="80772" y="512064"/>
                  </a:lnTo>
                  <a:lnTo>
                    <a:pt x="77724" y="507492"/>
                  </a:lnTo>
                  <a:lnTo>
                    <a:pt x="74676" y="504444"/>
                  </a:lnTo>
                  <a:lnTo>
                    <a:pt x="74676" y="501396"/>
                  </a:lnTo>
                  <a:lnTo>
                    <a:pt x="76200" y="498348"/>
                  </a:lnTo>
                  <a:lnTo>
                    <a:pt x="79248" y="495300"/>
                  </a:lnTo>
                  <a:lnTo>
                    <a:pt x="80772" y="490728"/>
                  </a:lnTo>
                  <a:lnTo>
                    <a:pt x="82296" y="487680"/>
                  </a:lnTo>
                  <a:lnTo>
                    <a:pt x="82296" y="483108"/>
                  </a:lnTo>
                  <a:lnTo>
                    <a:pt x="80772" y="480060"/>
                  </a:lnTo>
                  <a:lnTo>
                    <a:pt x="79248" y="478536"/>
                  </a:lnTo>
                  <a:lnTo>
                    <a:pt x="77724" y="475488"/>
                  </a:lnTo>
                  <a:lnTo>
                    <a:pt x="68580" y="475488"/>
                  </a:lnTo>
                  <a:lnTo>
                    <a:pt x="64008" y="477012"/>
                  </a:lnTo>
                  <a:lnTo>
                    <a:pt x="62484" y="480060"/>
                  </a:lnTo>
                  <a:lnTo>
                    <a:pt x="59436" y="483108"/>
                  </a:lnTo>
                  <a:lnTo>
                    <a:pt x="57912" y="486156"/>
                  </a:lnTo>
                  <a:lnTo>
                    <a:pt x="57912" y="490728"/>
                  </a:lnTo>
                  <a:lnTo>
                    <a:pt x="59575" y="497827"/>
                  </a:lnTo>
                  <a:lnTo>
                    <a:pt x="64389" y="505206"/>
                  </a:lnTo>
                  <a:lnTo>
                    <a:pt x="72047" y="512597"/>
                  </a:lnTo>
                  <a:lnTo>
                    <a:pt x="82296" y="519684"/>
                  </a:lnTo>
                  <a:lnTo>
                    <a:pt x="57912" y="519684"/>
                  </a:lnTo>
                  <a:lnTo>
                    <a:pt x="57912" y="524256"/>
                  </a:lnTo>
                  <a:lnTo>
                    <a:pt x="71628" y="557784"/>
                  </a:lnTo>
                  <a:lnTo>
                    <a:pt x="74676" y="556260"/>
                  </a:lnTo>
                  <a:lnTo>
                    <a:pt x="73152" y="553212"/>
                  </a:lnTo>
                  <a:lnTo>
                    <a:pt x="73152" y="544068"/>
                  </a:lnTo>
                  <a:lnTo>
                    <a:pt x="76200" y="541020"/>
                  </a:lnTo>
                  <a:lnTo>
                    <a:pt x="77724" y="541020"/>
                  </a:lnTo>
                  <a:lnTo>
                    <a:pt x="80772" y="539496"/>
                  </a:lnTo>
                  <a:lnTo>
                    <a:pt x="160020" y="539496"/>
                  </a:lnTo>
                  <a:lnTo>
                    <a:pt x="163068" y="541020"/>
                  </a:lnTo>
                  <a:lnTo>
                    <a:pt x="169164" y="547116"/>
                  </a:lnTo>
                  <a:lnTo>
                    <a:pt x="169164" y="556260"/>
                  </a:lnTo>
                  <a:lnTo>
                    <a:pt x="172212" y="556260"/>
                  </a:lnTo>
                  <a:lnTo>
                    <a:pt x="172212" y="499872"/>
                  </a:lnTo>
                  <a:close/>
                </a:path>
                <a:path extrusionOk="0" h="657225" w="175260">
                  <a:moveTo>
                    <a:pt x="172212" y="397764"/>
                  </a:moveTo>
                  <a:lnTo>
                    <a:pt x="169164" y="397764"/>
                  </a:lnTo>
                  <a:lnTo>
                    <a:pt x="169164" y="413004"/>
                  </a:lnTo>
                  <a:lnTo>
                    <a:pt x="167640" y="416052"/>
                  </a:lnTo>
                  <a:lnTo>
                    <a:pt x="163068" y="419100"/>
                  </a:lnTo>
                  <a:lnTo>
                    <a:pt x="161544" y="422148"/>
                  </a:lnTo>
                  <a:lnTo>
                    <a:pt x="153924" y="423672"/>
                  </a:lnTo>
                  <a:lnTo>
                    <a:pt x="68580" y="423672"/>
                  </a:lnTo>
                  <a:lnTo>
                    <a:pt x="68580" y="394716"/>
                  </a:lnTo>
                  <a:lnTo>
                    <a:pt x="60960" y="394716"/>
                  </a:lnTo>
                  <a:lnTo>
                    <a:pt x="60960" y="423672"/>
                  </a:lnTo>
                  <a:lnTo>
                    <a:pt x="41021" y="423443"/>
                  </a:lnTo>
                  <a:lnTo>
                    <a:pt x="19812" y="422148"/>
                  </a:lnTo>
                  <a:lnTo>
                    <a:pt x="15240" y="420624"/>
                  </a:lnTo>
                  <a:lnTo>
                    <a:pt x="12192" y="419100"/>
                  </a:lnTo>
                  <a:lnTo>
                    <a:pt x="7620" y="409956"/>
                  </a:lnTo>
                  <a:lnTo>
                    <a:pt x="7620" y="403860"/>
                  </a:lnTo>
                  <a:lnTo>
                    <a:pt x="10668" y="397764"/>
                  </a:lnTo>
                  <a:lnTo>
                    <a:pt x="15240" y="393192"/>
                  </a:lnTo>
                  <a:lnTo>
                    <a:pt x="24384" y="387096"/>
                  </a:lnTo>
                  <a:lnTo>
                    <a:pt x="30480" y="381000"/>
                  </a:lnTo>
                  <a:lnTo>
                    <a:pt x="30480" y="374904"/>
                  </a:lnTo>
                  <a:lnTo>
                    <a:pt x="28956" y="371856"/>
                  </a:lnTo>
                  <a:lnTo>
                    <a:pt x="27432" y="370332"/>
                  </a:lnTo>
                  <a:lnTo>
                    <a:pt x="25908" y="367284"/>
                  </a:lnTo>
                  <a:lnTo>
                    <a:pt x="16764" y="367284"/>
                  </a:lnTo>
                  <a:lnTo>
                    <a:pt x="12192" y="368808"/>
                  </a:lnTo>
                  <a:lnTo>
                    <a:pt x="9144" y="373380"/>
                  </a:lnTo>
                  <a:lnTo>
                    <a:pt x="3048" y="381000"/>
                  </a:lnTo>
                  <a:lnTo>
                    <a:pt x="0" y="388620"/>
                  </a:lnTo>
                  <a:lnTo>
                    <a:pt x="0" y="396240"/>
                  </a:lnTo>
                  <a:lnTo>
                    <a:pt x="18288" y="434340"/>
                  </a:lnTo>
                  <a:lnTo>
                    <a:pt x="53340" y="443484"/>
                  </a:lnTo>
                  <a:lnTo>
                    <a:pt x="60960" y="443484"/>
                  </a:lnTo>
                  <a:lnTo>
                    <a:pt x="60960" y="464820"/>
                  </a:lnTo>
                  <a:lnTo>
                    <a:pt x="68580" y="464820"/>
                  </a:lnTo>
                  <a:lnTo>
                    <a:pt x="68580" y="443484"/>
                  </a:lnTo>
                  <a:lnTo>
                    <a:pt x="156972" y="443484"/>
                  </a:lnTo>
                  <a:lnTo>
                    <a:pt x="160020" y="445008"/>
                  </a:lnTo>
                  <a:lnTo>
                    <a:pt x="163068" y="445008"/>
                  </a:lnTo>
                  <a:lnTo>
                    <a:pt x="164592" y="448056"/>
                  </a:lnTo>
                  <a:lnTo>
                    <a:pt x="169164" y="452628"/>
                  </a:lnTo>
                  <a:lnTo>
                    <a:pt x="169164" y="464820"/>
                  </a:lnTo>
                  <a:lnTo>
                    <a:pt x="172212" y="464820"/>
                  </a:lnTo>
                  <a:lnTo>
                    <a:pt x="172212" y="397764"/>
                  </a:lnTo>
                  <a:close/>
                </a:path>
                <a:path extrusionOk="0" h="657225" w="175260">
                  <a:moveTo>
                    <a:pt x="172212" y="210312"/>
                  </a:moveTo>
                  <a:lnTo>
                    <a:pt x="169164" y="210312"/>
                  </a:lnTo>
                  <a:lnTo>
                    <a:pt x="169164" y="214884"/>
                  </a:lnTo>
                  <a:lnTo>
                    <a:pt x="167640" y="219456"/>
                  </a:lnTo>
                  <a:lnTo>
                    <a:pt x="166116" y="222504"/>
                  </a:lnTo>
                  <a:lnTo>
                    <a:pt x="164592" y="224028"/>
                  </a:lnTo>
                  <a:lnTo>
                    <a:pt x="163068" y="227076"/>
                  </a:lnTo>
                  <a:lnTo>
                    <a:pt x="160020" y="227076"/>
                  </a:lnTo>
                  <a:lnTo>
                    <a:pt x="158496" y="228600"/>
                  </a:lnTo>
                  <a:lnTo>
                    <a:pt x="153924" y="230124"/>
                  </a:lnTo>
                  <a:lnTo>
                    <a:pt x="92964" y="230124"/>
                  </a:lnTo>
                  <a:lnTo>
                    <a:pt x="85344" y="225552"/>
                  </a:lnTo>
                  <a:lnTo>
                    <a:pt x="80772" y="222504"/>
                  </a:lnTo>
                  <a:lnTo>
                    <a:pt x="77724" y="217932"/>
                  </a:lnTo>
                  <a:lnTo>
                    <a:pt x="74676" y="214884"/>
                  </a:lnTo>
                  <a:lnTo>
                    <a:pt x="74676" y="211836"/>
                  </a:lnTo>
                  <a:lnTo>
                    <a:pt x="76200" y="208788"/>
                  </a:lnTo>
                  <a:lnTo>
                    <a:pt x="79248" y="205740"/>
                  </a:lnTo>
                  <a:lnTo>
                    <a:pt x="80772" y="201168"/>
                  </a:lnTo>
                  <a:lnTo>
                    <a:pt x="82296" y="198120"/>
                  </a:lnTo>
                  <a:lnTo>
                    <a:pt x="82296" y="193548"/>
                  </a:lnTo>
                  <a:lnTo>
                    <a:pt x="80772" y="190500"/>
                  </a:lnTo>
                  <a:lnTo>
                    <a:pt x="79248" y="188976"/>
                  </a:lnTo>
                  <a:lnTo>
                    <a:pt x="77724" y="185928"/>
                  </a:lnTo>
                  <a:lnTo>
                    <a:pt x="71628" y="185928"/>
                  </a:lnTo>
                  <a:lnTo>
                    <a:pt x="68580" y="185928"/>
                  </a:lnTo>
                  <a:lnTo>
                    <a:pt x="64008" y="187452"/>
                  </a:lnTo>
                  <a:lnTo>
                    <a:pt x="62484" y="190500"/>
                  </a:lnTo>
                  <a:lnTo>
                    <a:pt x="59436" y="193548"/>
                  </a:lnTo>
                  <a:lnTo>
                    <a:pt x="57912" y="196596"/>
                  </a:lnTo>
                  <a:lnTo>
                    <a:pt x="57912" y="201168"/>
                  </a:lnTo>
                  <a:lnTo>
                    <a:pt x="59575" y="208267"/>
                  </a:lnTo>
                  <a:lnTo>
                    <a:pt x="64389" y="215646"/>
                  </a:lnTo>
                  <a:lnTo>
                    <a:pt x="72047" y="223037"/>
                  </a:lnTo>
                  <a:lnTo>
                    <a:pt x="82296" y="230124"/>
                  </a:lnTo>
                  <a:lnTo>
                    <a:pt x="57912" y="230124"/>
                  </a:lnTo>
                  <a:lnTo>
                    <a:pt x="57912" y="234696"/>
                  </a:lnTo>
                  <a:lnTo>
                    <a:pt x="71628" y="268224"/>
                  </a:lnTo>
                  <a:lnTo>
                    <a:pt x="74676" y="266700"/>
                  </a:lnTo>
                  <a:lnTo>
                    <a:pt x="73152" y="263652"/>
                  </a:lnTo>
                  <a:lnTo>
                    <a:pt x="73152" y="254508"/>
                  </a:lnTo>
                  <a:lnTo>
                    <a:pt x="76200" y="251460"/>
                  </a:lnTo>
                  <a:lnTo>
                    <a:pt x="77724" y="251460"/>
                  </a:lnTo>
                  <a:lnTo>
                    <a:pt x="80772" y="249936"/>
                  </a:lnTo>
                  <a:lnTo>
                    <a:pt x="160020" y="249936"/>
                  </a:lnTo>
                  <a:lnTo>
                    <a:pt x="163068" y="251460"/>
                  </a:lnTo>
                  <a:lnTo>
                    <a:pt x="169164" y="257556"/>
                  </a:lnTo>
                  <a:lnTo>
                    <a:pt x="169164" y="266700"/>
                  </a:lnTo>
                  <a:lnTo>
                    <a:pt x="172212" y="266700"/>
                  </a:lnTo>
                  <a:lnTo>
                    <a:pt x="172212" y="210312"/>
                  </a:lnTo>
                  <a:close/>
                </a:path>
                <a:path extrusionOk="0" h="657225" w="175260">
                  <a:moveTo>
                    <a:pt x="172212" y="0"/>
                  </a:moveTo>
                  <a:lnTo>
                    <a:pt x="169164" y="0"/>
                  </a:lnTo>
                  <a:lnTo>
                    <a:pt x="169164" y="9144"/>
                  </a:lnTo>
                  <a:lnTo>
                    <a:pt x="167640" y="10668"/>
                  </a:lnTo>
                  <a:lnTo>
                    <a:pt x="166116" y="13716"/>
                  </a:lnTo>
                  <a:lnTo>
                    <a:pt x="164592" y="15240"/>
                  </a:lnTo>
                  <a:lnTo>
                    <a:pt x="163068" y="15240"/>
                  </a:lnTo>
                  <a:lnTo>
                    <a:pt x="160020" y="16764"/>
                  </a:lnTo>
                  <a:lnTo>
                    <a:pt x="89916" y="16764"/>
                  </a:lnTo>
                  <a:lnTo>
                    <a:pt x="82296" y="18288"/>
                  </a:lnTo>
                  <a:lnTo>
                    <a:pt x="57912" y="39624"/>
                  </a:lnTo>
                  <a:lnTo>
                    <a:pt x="57912" y="51816"/>
                  </a:lnTo>
                  <a:lnTo>
                    <a:pt x="82296" y="83820"/>
                  </a:lnTo>
                  <a:lnTo>
                    <a:pt x="74676" y="85344"/>
                  </a:lnTo>
                  <a:lnTo>
                    <a:pt x="68580" y="88392"/>
                  </a:lnTo>
                  <a:lnTo>
                    <a:pt x="59436" y="97536"/>
                  </a:lnTo>
                  <a:lnTo>
                    <a:pt x="57912" y="103632"/>
                  </a:lnTo>
                  <a:lnTo>
                    <a:pt x="57912" y="114300"/>
                  </a:lnTo>
                  <a:lnTo>
                    <a:pt x="60960" y="123444"/>
                  </a:lnTo>
                  <a:lnTo>
                    <a:pt x="62484" y="126492"/>
                  </a:lnTo>
                  <a:lnTo>
                    <a:pt x="65532" y="131064"/>
                  </a:lnTo>
                  <a:lnTo>
                    <a:pt x="68580" y="134112"/>
                  </a:lnTo>
                  <a:lnTo>
                    <a:pt x="68580" y="135636"/>
                  </a:lnTo>
                  <a:lnTo>
                    <a:pt x="74676" y="140208"/>
                  </a:lnTo>
                  <a:lnTo>
                    <a:pt x="82296" y="147828"/>
                  </a:lnTo>
                  <a:lnTo>
                    <a:pt x="57912" y="147828"/>
                  </a:lnTo>
                  <a:lnTo>
                    <a:pt x="57912" y="153924"/>
                  </a:lnTo>
                  <a:lnTo>
                    <a:pt x="71628" y="185928"/>
                  </a:lnTo>
                  <a:lnTo>
                    <a:pt x="74676" y="184404"/>
                  </a:lnTo>
                  <a:lnTo>
                    <a:pt x="73152" y="181356"/>
                  </a:lnTo>
                  <a:lnTo>
                    <a:pt x="73152" y="172212"/>
                  </a:lnTo>
                  <a:lnTo>
                    <a:pt x="74676" y="172212"/>
                  </a:lnTo>
                  <a:lnTo>
                    <a:pt x="77724" y="169164"/>
                  </a:lnTo>
                  <a:lnTo>
                    <a:pt x="80772" y="169164"/>
                  </a:lnTo>
                  <a:lnTo>
                    <a:pt x="83820" y="167640"/>
                  </a:lnTo>
                  <a:lnTo>
                    <a:pt x="155448" y="167640"/>
                  </a:lnTo>
                  <a:lnTo>
                    <a:pt x="160020" y="169164"/>
                  </a:lnTo>
                  <a:lnTo>
                    <a:pt x="161544" y="169164"/>
                  </a:lnTo>
                  <a:lnTo>
                    <a:pt x="164592" y="170688"/>
                  </a:lnTo>
                  <a:lnTo>
                    <a:pt x="167640" y="173736"/>
                  </a:lnTo>
                  <a:lnTo>
                    <a:pt x="169164" y="176784"/>
                  </a:lnTo>
                  <a:lnTo>
                    <a:pt x="169164" y="184404"/>
                  </a:lnTo>
                  <a:lnTo>
                    <a:pt x="172212" y="184404"/>
                  </a:lnTo>
                  <a:lnTo>
                    <a:pt x="172212" y="131064"/>
                  </a:lnTo>
                  <a:lnTo>
                    <a:pt x="169164" y="131064"/>
                  </a:lnTo>
                  <a:lnTo>
                    <a:pt x="169164" y="140208"/>
                  </a:lnTo>
                  <a:lnTo>
                    <a:pt x="167640" y="143256"/>
                  </a:lnTo>
                  <a:lnTo>
                    <a:pt x="164592" y="146304"/>
                  </a:lnTo>
                  <a:lnTo>
                    <a:pt x="163068" y="146304"/>
                  </a:lnTo>
                  <a:lnTo>
                    <a:pt x="160020" y="147828"/>
                  </a:lnTo>
                  <a:lnTo>
                    <a:pt x="88392" y="147828"/>
                  </a:lnTo>
                  <a:lnTo>
                    <a:pt x="83820" y="144780"/>
                  </a:lnTo>
                  <a:lnTo>
                    <a:pt x="80772" y="140208"/>
                  </a:lnTo>
                  <a:lnTo>
                    <a:pt x="76200" y="132588"/>
                  </a:lnTo>
                  <a:lnTo>
                    <a:pt x="74676" y="129540"/>
                  </a:lnTo>
                  <a:lnTo>
                    <a:pt x="73152" y="124968"/>
                  </a:lnTo>
                  <a:lnTo>
                    <a:pt x="73152" y="114300"/>
                  </a:lnTo>
                  <a:lnTo>
                    <a:pt x="76200" y="109728"/>
                  </a:lnTo>
                  <a:lnTo>
                    <a:pt x="85344" y="103632"/>
                  </a:lnTo>
                  <a:lnTo>
                    <a:pt x="91440" y="102108"/>
                  </a:lnTo>
                  <a:lnTo>
                    <a:pt x="158496" y="102108"/>
                  </a:lnTo>
                  <a:lnTo>
                    <a:pt x="160020" y="103632"/>
                  </a:lnTo>
                  <a:lnTo>
                    <a:pt x="163068" y="103632"/>
                  </a:lnTo>
                  <a:lnTo>
                    <a:pt x="166116" y="105156"/>
                  </a:lnTo>
                  <a:lnTo>
                    <a:pt x="167640" y="106680"/>
                  </a:lnTo>
                  <a:lnTo>
                    <a:pt x="169164" y="109728"/>
                  </a:lnTo>
                  <a:lnTo>
                    <a:pt x="169164" y="118872"/>
                  </a:lnTo>
                  <a:lnTo>
                    <a:pt x="172212" y="118872"/>
                  </a:lnTo>
                  <a:lnTo>
                    <a:pt x="172212" y="65532"/>
                  </a:lnTo>
                  <a:lnTo>
                    <a:pt x="169164" y="65532"/>
                  </a:lnTo>
                  <a:lnTo>
                    <a:pt x="169164" y="74676"/>
                  </a:lnTo>
                  <a:lnTo>
                    <a:pt x="167640" y="76200"/>
                  </a:lnTo>
                  <a:lnTo>
                    <a:pt x="166116" y="79248"/>
                  </a:lnTo>
                  <a:lnTo>
                    <a:pt x="164592" y="80772"/>
                  </a:lnTo>
                  <a:lnTo>
                    <a:pt x="163068" y="80772"/>
                  </a:lnTo>
                  <a:lnTo>
                    <a:pt x="160020" y="82296"/>
                  </a:lnTo>
                  <a:lnTo>
                    <a:pt x="88392" y="82296"/>
                  </a:lnTo>
                  <a:lnTo>
                    <a:pt x="82296" y="76200"/>
                  </a:lnTo>
                  <a:lnTo>
                    <a:pt x="76200" y="67056"/>
                  </a:lnTo>
                  <a:lnTo>
                    <a:pt x="74676" y="62484"/>
                  </a:lnTo>
                  <a:lnTo>
                    <a:pt x="73152" y="59436"/>
                  </a:lnTo>
                  <a:lnTo>
                    <a:pt x="73152" y="47244"/>
                  </a:lnTo>
                  <a:lnTo>
                    <a:pt x="76200" y="42672"/>
                  </a:lnTo>
                  <a:lnTo>
                    <a:pt x="80772" y="39624"/>
                  </a:lnTo>
                  <a:lnTo>
                    <a:pt x="85344" y="38100"/>
                  </a:lnTo>
                  <a:lnTo>
                    <a:pt x="91440" y="36576"/>
                  </a:lnTo>
                  <a:lnTo>
                    <a:pt x="160020" y="36576"/>
                  </a:lnTo>
                  <a:lnTo>
                    <a:pt x="163068" y="38100"/>
                  </a:lnTo>
                  <a:lnTo>
                    <a:pt x="166116" y="41148"/>
                  </a:lnTo>
                  <a:lnTo>
                    <a:pt x="169164" y="47244"/>
                  </a:lnTo>
                  <a:lnTo>
                    <a:pt x="169164" y="53340"/>
                  </a:lnTo>
                  <a:lnTo>
                    <a:pt x="172212" y="53340"/>
                  </a:lnTo>
                  <a:lnTo>
                    <a:pt x="172212" y="0"/>
                  </a:lnTo>
                  <a:close/>
                </a:path>
                <a:path extrusionOk="0" h="657225" w="175260">
                  <a:moveTo>
                    <a:pt x="175247" y="330708"/>
                  </a:moveTo>
                  <a:lnTo>
                    <a:pt x="167627" y="303288"/>
                  </a:lnTo>
                  <a:lnTo>
                    <a:pt x="167627" y="316992"/>
                  </a:lnTo>
                  <a:lnTo>
                    <a:pt x="167627" y="324612"/>
                  </a:lnTo>
                  <a:lnTo>
                    <a:pt x="140766" y="354520"/>
                  </a:lnTo>
                  <a:lnTo>
                    <a:pt x="108191" y="359664"/>
                  </a:lnTo>
                  <a:lnTo>
                    <a:pt x="97523" y="359664"/>
                  </a:lnTo>
                  <a:lnTo>
                    <a:pt x="89903" y="358140"/>
                  </a:lnTo>
                  <a:lnTo>
                    <a:pt x="83807" y="355092"/>
                  </a:lnTo>
                  <a:lnTo>
                    <a:pt x="76187" y="353568"/>
                  </a:lnTo>
                  <a:lnTo>
                    <a:pt x="71615" y="348996"/>
                  </a:lnTo>
                  <a:lnTo>
                    <a:pt x="70091" y="345948"/>
                  </a:lnTo>
                  <a:lnTo>
                    <a:pt x="67043" y="341376"/>
                  </a:lnTo>
                  <a:lnTo>
                    <a:pt x="65519" y="336804"/>
                  </a:lnTo>
                  <a:lnTo>
                    <a:pt x="65519" y="324612"/>
                  </a:lnTo>
                  <a:lnTo>
                    <a:pt x="97904" y="301942"/>
                  </a:lnTo>
                  <a:lnTo>
                    <a:pt x="124955" y="298704"/>
                  </a:lnTo>
                  <a:lnTo>
                    <a:pt x="135559" y="299262"/>
                  </a:lnTo>
                  <a:lnTo>
                    <a:pt x="167627" y="316992"/>
                  </a:lnTo>
                  <a:lnTo>
                    <a:pt x="167627" y="303288"/>
                  </a:lnTo>
                  <a:lnTo>
                    <a:pt x="137007" y="280352"/>
                  </a:lnTo>
                  <a:lnTo>
                    <a:pt x="114287" y="275844"/>
                  </a:lnTo>
                  <a:lnTo>
                    <a:pt x="104292" y="276682"/>
                  </a:lnTo>
                  <a:lnTo>
                    <a:pt x="68834" y="296608"/>
                  </a:lnTo>
                  <a:lnTo>
                    <a:pt x="57899" y="329184"/>
                  </a:lnTo>
                  <a:lnTo>
                    <a:pt x="58026" y="330708"/>
                  </a:lnTo>
                  <a:lnTo>
                    <a:pt x="58458" y="336029"/>
                  </a:lnTo>
                  <a:lnTo>
                    <a:pt x="80314" y="370954"/>
                  </a:lnTo>
                  <a:lnTo>
                    <a:pt x="117335" y="382524"/>
                  </a:lnTo>
                  <a:lnTo>
                    <a:pt x="127584" y="381698"/>
                  </a:lnTo>
                  <a:lnTo>
                    <a:pt x="164325" y="362000"/>
                  </a:lnTo>
                  <a:lnTo>
                    <a:pt x="165887" y="359664"/>
                  </a:lnTo>
                  <a:lnTo>
                    <a:pt x="170484" y="352806"/>
                  </a:lnTo>
                  <a:lnTo>
                    <a:pt x="174091" y="342480"/>
                  </a:lnTo>
                  <a:lnTo>
                    <a:pt x="174193" y="341376"/>
                  </a:lnTo>
                  <a:lnTo>
                    <a:pt x="175247" y="330708"/>
                  </a:lnTo>
                  <a:close/>
                </a:path>
                <a:path extrusionOk="0" h="657225" w="175260">
                  <a:moveTo>
                    <a:pt x="175260" y="609600"/>
                  </a:moveTo>
                  <a:lnTo>
                    <a:pt x="155943" y="573747"/>
                  </a:lnTo>
                  <a:lnTo>
                    <a:pt x="132588" y="563880"/>
                  </a:lnTo>
                  <a:lnTo>
                    <a:pt x="129540" y="566928"/>
                  </a:lnTo>
                  <a:lnTo>
                    <a:pt x="140208" y="571500"/>
                  </a:lnTo>
                  <a:lnTo>
                    <a:pt x="146304" y="576072"/>
                  </a:lnTo>
                  <a:lnTo>
                    <a:pt x="150876" y="580644"/>
                  </a:lnTo>
                  <a:lnTo>
                    <a:pt x="153924" y="585216"/>
                  </a:lnTo>
                  <a:lnTo>
                    <a:pt x="153949" y="585393"/>
                  </a:lnTo>
                  <a:lnTo>
                    <a:pt x="155409" y="592645"/>
                  </a:lnTo>
                  <a:lnTo>
                    <a:pt x="134035" y="632777"/>
                  </a:lnTo>
                  <a:lnTo>
                    <a:pt x="102108" y="638556"/>
                  </a:lnTo>
                  <a:lnTo>
                    <a:pt x="102108" y="588264"/>
                  </a:lnTo>
                  <a:lnTo>
                    <a:pt x="102108" y="563880"/>
                  </a:lnTo>
                  <a:lnTo>
                    <a:pt x="94488" y="564540"/>
                  </a:lnTo>
                  <a:lnTo>
                    <a:pt x="94488" y="588264"/>
                  </a:lnTo>
                  <a:lnTo>
                    <a:pt x="94488" y="638556"/>
                  </a:lnTo>
                  <a:lnTo>
                    <a:pt x="85344" y="638556"/>
                  </a:lnTo>
                  <a:lnTo>
                    <a:pt x="77724" y="635508"/>
                  </a:lnTo>
                  <a:lnTo>
                    <a:pt x="73152" y="629412"/>
                  </a:lnTo>
                  <a:lnTo>
                    <a:pt x="68580" y="624840"/>
                  </a:lnTo>
                  <a:lnTo>
                    <a:pt x="66662" y="621017"/>
                  </a:lnTo>
                  <a:lnTo>
                    <a:pt x="65532" y="618705"/>
                  </a:lnTo>
                  <a:lnTo>
                    <a:pt x="65532" y="608076"/>
                  </a:lnTo>
                  <a:lnTo>
                    <a:pt x="67056" y="603504"/>
                  </a:lnTo>
                  <a:lnTo>
                    <a:pt x="70104" y="600456"/>
                  </a:lnTo>
                  <a:lnTo>
                    <a:pt x="71628" y="595884"/>
                  </a:lnTo>
                  <a:lnTo>
                    <a:pt x="76200" y="592836"/>
                  </a:lnTo>
                  <a:lnTo>
                    <a:pt x="82296" y="589788"/>
                  </a:lnTo>
                  <a:lnTo>
                    <a:pt x="88392" y="589788"/>
                  </a:lnTo>
                  <a:lnTo>
                    <a:pt x="94488" y="588264"/>
                  </a:lnTo>
                  <a:lnTo>
                    <a:pt x="94488" y="564540"/>
                  </a:lnTo>
                  <a:lnTo>
                    <a:pt x="92392" y="564718"/>
                  </a:lnTo>
                  <a:lnTo>
                    <a:pt x="83820" y="567118"/>
                  </a:lnTo>
                  <a:lnTo>
                    <a:pt x="58737" y="597725"/>
                  </a:lnTo>
                  <a:lnTo>
                    <a:pt x="57912" y="606552"/>
                  </a:lnTo>
                  <a:lnTo>
                    <a:pt x="59029" y="617410"/>
                  </a:lnTo>
                  <a:lnTo>
                    <a:pt x="82651" y="649135"/>
                  </a:lnTo>
                  <a:lnTo>
                    <a:pt x="118872" y="656844"/>
                  </a:lnTo>
                  <a:lnTo>
                    <a:pt x="130873" y="655993"/>
                  </a:lnTo>
                  <a:lnTo>
                    <a:pt x="166928" y="635698"/>
                  </a:lnTo>
                  <a:lnTo>
                    <a:pt x="167030" y="635508"/>
                  </a:lnTo>
                  <a:lnTo>
                    <a:pt x="171640" y="627507"/>
                  </a:lnTo>
                  <a:lnTo>
                    <a:pt x="171754" y="627126"/>
                  </a:lnTo>
                  <a:lnTo>
                    <a:pt x="174371" y="618705"/>
                  </a:lnTo>
                  <a:lnTo>
                    <a:pt x="174498" y="617410"/>
                  </a:lnTo>
                  <a:lnTo>
                    <a:pt x="175260" y="6096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528" name="Google Shape;4528;p75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5209031" y="6856476"/>
            <a:ext cx="117348" cy="102108"/>
          </a:xfrm>
          <a:prstGeom prst="rect">
            <a:avLst/>
          </a:prstGeom>
          <a:noFill/>
          <a:ln>
            <a:noFill/>
          </a:ln>
        </p:spPr>
      </p:pic>
      <p:sp>
        <p:nvSpPr>
          <p:cNvPr id="4529" name="Google Shape;4529;p75"/>
          <p:cNvSpPr/>
          <p:nvPr/>
        </p:nvSpPr>
        <p:spPr>
          <a:xfrm>
            <a:off x="5151107" y="5972556"/>
            <a:ext cx="175895" cy="815340"/>
          </a:xfrm>
          <a:custGeom>
            <a:rect b="b" l="l" r="r" t="t"/>
            <a:pathLst>
              <a:path extrusionOk="0" h="815340" w="175895">
                <a:moveTo>
                  <a:pt x="24384" y="275844"/>
                </a:moveTo>
                <a:lnTo>
                  <a:pt x="22860" y="272796"/>
                </a:lnTo>
                <a:lnTo>
                  <a:pt x="18288" y="268224"/>
                </a:lnTo>
                <a:lnTo>
                  <a:pt x="15240" y="266700"/>
                </a:lnTo>
                <a:lnTo>
                  <a:pt x="9144" y="266700"/>
                </a:lnTo>
                <a:lnTo>
                  <a:pt x="6096" y="268224"/>
                </a:lnTo>
                <a:lnTo>
                  <a:pt x="1524" y="272796"/>
                </a:lnTo>
                <a:lnTo>
                  <a:pt x="0" y="275844"/>
                </a:lnTo>
                <a:lnTo>
                  <a:pt x="0" y="283464"/>
                </a:lnTo>
                <a:lnTo>
                  <a:pt x="1524" y="286512"/>
                </a:lnTo>
                <a:lnTo>
                  <a:pt x="6096" y="291084"/>
                </a:lnTo>
                <a:lnTo>
                  <a:pt x="18288" y="291084"/>
                </a:lnTo>
                <a:lnTo>
                  <a:pt x="21336" y="288036"/>
                </a:lnTo>
                <a:lnTo>
                  <a:pt x="22860" y="284988"/>
                </a:lnTo>
                <a:lnTo>
                  <a:pt x="24384" y="283464"/>
                </a:lnTo>
                <a:lnTo>
                  <a:pt x="24384" y="275844"/>
                </a:lnTo>
                <a:close/>
              </a:path>
              <a:path extrusionOk="0" h="815340" w="175895">
                <a:moveTo>
                  <a:pt x="172212" y="251460"/>
                </a:moveTo>
                <a:lnTo>
                  <a:pt x="169164" y="251460"/>
                </a:lnTo>
                <a:lnTo>
                  <a:pt x="169164" y="260604"/>
                </a:lnTo>
                <a:lnTo>
                  <a:pt x="167640" y="262128"/>
                </a:lnTo>
                <a:lnTo>
                  <a:pt x="166116" y="265176"/>
                </a:lnTo>
                <a:lnTo>
                  <a:pt x="164592" y="266700"/>
                </a:lnTo>
                <a:lnTo>
                  <a:pt x="161544" y="266700"/>
                </a:lnTo>
                <a:lnTo>
                  <a:pt x="160020" y="268224"/>
                </a:lnTo>
                <a:lnTo>
                  <a:pt x="57912" y="268224"/>
                </a:lnTo>
                <a:lnTo>
                  <a:pt x="57912" y="274320"/>
                </a:lnTo>
                <a:lnTo>
                  <a:pt x="71628" y="306324"/>
                </a:lnTo>
                <a:lnTo>
                  <a:pt x="74676" y="304800"/>
                </a:lnTo>
                <a:lnTo>
                  <a:pt x="73152" y="301752"/>
                </a:lnTo>
                <a:lnTo>
                  <a:pt x="73152" y="294132"/>
                </a:lnTo>
                <a:lnTo>
                  <a:pt x="77724" y="289560"/>
                </a:lnTo>
                <a:lnTo>
                  <a:pt x="83820" y="289560"/>
                </a:lnTo>
                <a:lnTo>
                  <a:pt x="92964" y="288036"/>
                </a:lnTo>
                <a:lnTo>
                  <a:pt x="155448" y="288036"/>
                </a:lnTo>
                <a:lnTo>
                  <a:pt x="160020" y="289560"/>
                </a:lnTo>
                <a:lnTo>
                  <a:pt x="163068" y="289560"/>
                </a:lnTo>
                <a:lnTo>
                  <a:pt x="167640" y="294132"/>
                </a:lnTo>
                <a:lnTo>
                  <a:pt x="169164" y="297180"/>
                </a:lnTo>
                <a:lnTo>
                  <a:pt x="169164" y="304800"/>
                </a:lnTo>
                <a:lnTo>
                  <a:pt x="172212" y="304800"/>
                </a:lnTo>
                <a:lnTo>
                  <a:pt x="172212" y="288036"/>
                </a:lnTo>
                <a:lnTo>
                  <a:pt x="172212" y="251460"/>
                </a:lnTo>
                <a:close/>
              </a:path>
              <a:path extrusionOk="0" h="815340" w="175895">
                <a:moveTo>
                  <a:pt x="172224" y="748284"/>
                </a:moveTo>
                <a:lnTo>
                  <a:pt x="169176" y="748284"/>
                </a:lnTo>
                <a:lnTo>
                  <a:pt x="169176" y="763524"/>
                </a:lnTo>
                <a:lnTo>
                  <a:pt x="167652" y="768096"/>
                </a:lnTo>
                <a:lnTo>
                  <a:pt x="163080" y="771144"/>
                </a:lnTo>
                <a:lnTo>
                  <a:pt x="161556" y="772668"/>
                </a:lnTo>
                <a:lnTo>
                  <a:pt x="153936" y="774192"/>
                </a:lnTo>
                <a:lnTo>
                  <a:pt x="68592" y="774192"/>
                </a:lnTo>
                <a:lnTo>
                  <a:pt x="68592" y="745236"/>
                </a:lnTo>
                <a:lnTo>
                  <a:pt x="60972" y="745236"/>
                </a:lnTo>
                <a:lnTo>
                  <a:pt x="60972" y="774192"/>
                </a:lnTo>
                <a:lnTo>
                  <a:pt x="41033" y="774179"/>
                </a:lnTo>
                <a:lnTo>
                  <a:pt x="10680" y="766572"/>
                </a:lnTo>
                <a:lnTo>
                  <a:pt x="9156" y="765048"/>
                </a:lnTo>
                <a:lnTo>
                  <a:pt x="7632" y="762000"/>
                </a:lnTo>
                <a:lnTo>
                  <a:pt x="7632" y="754380"/>
                </a:lnTo>
                <a:lnTo>
                  <a:pt x="9156" y="751332"/>
                </a:lnTo>
                <a:lnTo>
                  <a:pt x="10680" y="749808"/>
                </a:lnTo>
                <a:lnTo>
                  <a:pt x="12204" y="746760"/>
                </a:lnTo>
                <a:lnTo>
                  <a:pt x="15252" y="743712"/>
                </a:lnTo>
                <a:lnTo>
                  <a:pt x="24396" y="737616"/>
                </a:lnTo>
                <a:lnTo>
                  <a:pt x="27444" y="736092"/>
                </a:lnTo>
                <a:lnTo>
                  <a:pt x="28968" y="733044"/>
                </a:lnTo>
                <a:lnTo>
                  <a:pt x="30492" y="731520"/>
                </a:lnTo>
                <a:lnTo>
                  <a:pt x="30492" y="725424"/>
                </a:lnTo>
                <a:lnTo>
                  <a:pt x="28968" y="722376"/>
                </a:lnTo>
                <a:lnTo>
                  <a:pt x="25920" y="719328"/>
                </a:lnTo>
                <a:lnTo>
                  <a:pt x="22872" y="717804"/>
                </a:lnTo>
                <a:lnTo>
                  <a:pt x="16776" y="717804"/>
                </a:lnTo>
                <a:lnTo>
                  <a:pt x="12204" y="720852"/>
                </a:lnTo>
                <a:lnTo>
                  <a:pt x="9156" y="725424"/>
                </a:lnTo>
                <a:lnTo>
                  <a:pt x="3060" y="731520"/>
                </a:lnTo>
                <a:lnTo>
                  <a:pt x="12" y="739140"/>
                </a:lnTo>
                <a:lnTo>
                  <a:pt x="12" y="748284"/>
                </a:lnTo>
                <a:lnTo>
                  <a:pt x="18300" y="784860"/>
                </a:lnTo>
                <a:lnTo>
                  <a:pt x="53352" y="794004"/>
                </a:lnTo>
                <a:lnTo>
                  <a:pt x="60972" y="794004"/>
                </a:lnTo>
                <a:lnTo>
                  <a:pt x="60972" y="815340"/>
                </a:lnTo>
                <a:lnTo>
                  <a:pt x="68592" y="815340"/>
                </a:lnTo>
                <a:lnTo>
                  <a:pt x="68592" y="794004"/>
                </a:lnTo>
                <a:lnTo>
                  <a:pt x="156984" y="794004"/>
                </a:lnTo>
                <a:lnTo>
                  <a:pt x="163080" y="797052"/>
                </a:lnTo>
                <a:lnTo>
                  <a:pt x="164604" y="798576"/>
                </a:lnTo>
                <a:lnTo>
                  <a:pt x="166128" y="801624"/>
                </a:lnTo>
                <a:lnTo>
                  <a:pt x="169176" y="804672"/>
                </a:lnTo>
                <a:lnTo>
                  <a:pt x="169176" y="815340"/>
                </a:lnTo>
                <a:lnTo>
                  <a:pt x="172224" y="815340"/>
                </a:lnTo>
                <a:lnTo>
                  <a:pt x="172224" y="748284"/>
                </a:lnTo>
                <a:close/>
              </a:path>
              <a:path extrusionOk="0" h="815340" w="175895">
                <a:moveTo>
                  <a:pt x="172224" y="495300"/>
                </a:moveTo>
                <a:lnTo>
                  <a:pt x="169176" y="495300"/>
                </a:lnTo>
                <a:lnTo>
                  <a:pt x="169176" y="502920"/>
                </a:lnTo>
                <a:lnTo>
                  <a:pt x="167652" y="505968"/>
                </a:lnTo>
                <a:lnTo>
                  <a:pt x="164604" y="509016"/>
                </a:lnTo>
                <a:lnTo>
                  <a:pt x="163080" y="509016"/>
                </a:lnTo>
                <a:lnTo>
                  <a:pt x="160032" y="510540"/>
                </a:lnTo>
                <a:lnTo>
                  <a:pt x="155460" y="512064"/>
                </a:lnTo>
                <a:lnTo>
                  <a:pt x="82308" y="512064"/>
                </a:lnTo>
                <a:lnTo>
                  <a:pt x="77736" y="513588"/>
                </a:lnTo>
                <a:lnTo>
                  <a:pt x="70116" y="516636"/>
                </a:lnTo>
                <a:lnTo>
                  <a:pt x="65544" y="519684"/>
                </a:lnTo>
                <a:lnTo>
                  <a:pt x="59448" y="528828"/>
                </a:lnTo>
                <a:lnTo>
                  <a:pt x="57924" y="534924"/>
                </a:lnTo>
                <a:lnTo>
                  <a:pt x="57924" y="541020"/>
                </a:lnTo>
                <a:lnTo>
                  <a:pt x="59372" y="550189"/>
                </a:lnTo>
                <a:lnTo>
                  <a:pt x="63830" y="559498"/>
                </a:lnTo>
                <a:lnTo>
                  <a:pt x="71424" y="569099"/>
                </a:lnTo>
                <a:lnTo>
                  <a:pt x="82308" y="579120"/>
                </a:lnTo>
                <a:lnTo>
                  <a:pt x="57924" y="579120"/>
                </a:lnTo>
                <a:lnTo>
                  <a:pt x="57924" y="583692"/>
                </a:lnTo>
                <a:lnTo>
                  <a:pt x="71640" y="617220"/>
                </a:lnTo>
                <a:lnTo>
                  <a:pt x="74688" y="614172"/>
                </a:lnTo>
                <a:lnTo>
                  <a:pt x="73164" y="611124"/>
                </a:lnTo>
                <a:lnTo>
                  <a:pt x="73164" y="603504"/>
                </a:lnTo>
                <a:lnTo>
                  <a:pt x="76212" y="600456"/>
                </a:lnTo>
                <a:lnTo>
                  <a:pt x="77736" y="600456"/>
                </a:lnTo>
                <a:lnTo>
                  <a:pt x="80784" y="598932"/>
                </a:lnTo>
                <a:lnTo>
                  <a:pt x="161556" y="598932"/>
                </a:lnTo>
                <a:lnTo>
                  <a:pt x="164604" y="601980"/>
                </a:lnTo>
                <a:lnTo>
                  <a:pt x="167652" y="603504"/>
                </a:lnTo>
                <a:lnTo>
                  <a:pt x="169176" y="606552"/>
                </a:lnTo>
                <a:lnTo>
                  <a:pt x="169176" y="615696"/>
                </a:lnTo>
                <a:lnTo>
                  <a:pt x="172224" y="615696"/>
                </a:lnTo>
                <a:lnTo>
                  <a:pt x="172224" y="598932"/>
                </a:lnTo>
                <a:lnTo>
                  <a:pt x="172224" y="562356"/>
                </a:lnTo>
                <a:lnTo>
                  <a:pt x="169176" y="562356"/>
                </a:lnTo>
                <a:lnTo>
                  <a:pt x="169176" y="571500"/>
                </a:lnTo>
                <a:lnTo>
                  <a:pt x="163080" y="577596"/>
                </a:lnTo>
                <a:lnTo>
                  <a:pt x="160032" y="577596"/>
                </a:lnTo>
                <a:lnTo>
                  <a:pt x="155460" y="579120"/>
                </a:lnTo>
                <a:lnTo>
                  <a:pt x="88404" y="579120"/>
                </a:lnTo>
                <a:lnTo>
                  <a:pt x="82156" y="571360"/>
                </a:lnTo>
                <a:lnTo>
                  <a:pt x="77355" y="563880"/>
                </a:lnTo>
                <a:lnTo>
                  <a:pt x="74256" y="556412"/>
                </a:lnTo>
                <a:lnTo>
                  <a:pt x="73164" y="548640"/>
                </a:lnTo>
                <a:lnTo>
                  <a:pt x="73164" y="542544"/>
                </a:lnTo>
                <a:lnTo>
                  <a:pt x="76212" y="537972"/>
                </a:lnTo>
                <a:lnTo>
                  <a:pt x="85356" y="531876"/>
                </a:lnTo>
                <a:lnTo>
                  <a:pt x="163080" y="531876"/>
                </a:lnTo>
                <a:lnTo>
                  <a:pt x="169176" y="537972"/>
                </a:lnTo>
                <a:lnTo>
                  <a:pt x="169176" y="548640"/>
                </a:lnTo>
                <a:lnTo>
                  <a:pt x="172224" y="548640"/>
                </a:lnTo>
                <a:lnTo>
                  <a:pt x="172224" y="531876"/>
                </a:lnTo>
                <a:lnTo>
                  <a:pt x="172224" y="495300"/>
                </a:lnTo>
                <a:close/>
              </a:path>
              <a:path extrusionOk="0" h="815340" w="175895">
                <a:moveTo>
                  <a:pt x="172224" y="0"/>
                </a:moveTo>
                <a:lnTo>
                  <a:pt x="169176" y="0"/>
                </a:lnTo>
                <a:lnTo>
                  <a:pt x="169176" y="9144"/>
                </a:lnTo>
                <a:lnTo>
                  <a:pt x="163080" y="15240"/>
                </a:lnTo>
                <a:lnTo>
                  <a:pt x="160032" y="15240"/>
                </a:lnTo>
                <a:lnTo>
                  <a:pt x="155460" y="16764"/>
                </a:lnTo>
                <a:lnTo>
                  <a:pt x="82308" y="16764"/>
                </a:lnTo>
                <a:lnTo>
                  <a:pt x="57924" y="39624"/>
                </a:lnTo>
                <a:lnTo>
                  <a:pt x="57924" y="45720"/>
                </a:lnTo>
                <a:lnTo>
                  <a:pt x="59372" y="54889"/>
                </a:lnTo>
                <a:lnTo>
                  <a:pt x="63830" y="64198"/>
                </a:lnTo>
                <a:lnTo>
                  <a:pt x="71424" y="73799"/>
                </a:lnTo>
                <a:lnTo>
                  <a:pt x="82308" y="83820"/>
                </a:lnTo>
                <a:lnTo>
                  <a:pt x="57924" y="83820"/>
                </a:lnTo>
                <a:lnTo>
                  <a:pt x="57924" y="88392"/>
                </a:lnTo>
                <a:lnTo>
                  <a:pt x="71640" y="121920"/>
                </a:lnTo>
                <a:lnTo>
                  <a:pt x="74688" y="120396"/>
                </a:lnTo>
                <a:lnTo>
                  <a:pt x="73164" y="115824"/>
                </a:lnTo>
                <a:lnTo>
                  <a:pt x="73164" y="108204"/>
                </a:lnTo>
                <a:lnTo>
                  <a:pt x="76212" y="105156"/>
                </a:lnTo>
                <a:lnTo>
                  <a:pt x="77736" y="105156"/>
                </a:lnTo>
                <a:lnTo>
                  <a:pt x="80784" y="103632"/>
                </a:lnTo>
                <a:lnTo>
                  <a:pt x="161556" y="103632"/>
                </a:lnTo>
                <a:lnTo>
                  <a:pt x="164604" y="106680"/>
                </a:lnTo>
                <a:lnTo>
                  <a:pt x="167652" y="108204"/>
                </a:lnTo>
                <a:lnTo>
                  <a:pt x="169176" y="111252"/>
                </a:lnTo>
                <a:lnTo>
                  <a:pt x="169176" y="120396"/>
                </a:lnTo>
                <a:lnTo>
                  <a:pt x="172224" y="120396"/>
                </a:lnTo>
                <a:lnTo>
                  <a:pt x="172224" y="103632"/>
                </a:lnTo>
                <a:lnTo>
                  <a:pt x="172224" y="67056"/>
                </a:lnTo>
                <a:lnTo>
                  <a:pt x="169176" y="67056"/>
                </a:lnTo>
                <a:lnTo>
                  <a:pt x="169176" y="76200"/>
                </a:lnTo>
                <a:lnTo>
                  <a:pt x="163080" y="82296"/>
                </a:lnTo>
                <a:lnTo>
                  <a:pt x="160032" y="82296"/>
                </a:lnTo>
                <a:lnTo>
                  <a:pt x="155460" y="83820"/>
                </a:lnTo>
                <a:lnTo>
                  <a:pt x="88404" y="83820"/>
                </a:lnTo>
                <a:lnTo>
                  <a:pt x="82156" y="76060"/>
                </a:lnTo>
                <a:lnTo>
                  <a:pt x="77355" y="68580"/>
                </a:lnTo>
                <a:lnTo>
                  <a:pt x="74256" y="61112"/>
                </a:lnTo>
                <a:lnTo>
                  <a:pt x="73164" y="53340"/>
                </a:lnTo>
                <a:lnTo>
                  <a:pt x="73164" y="47244"/>
                </a:lnTo>
                <a:lnTo>
                  <a:pt x="76212" y="42672"/>
                </a:lnTo>
                <a:lnTo>
                  <a:pt x="80784" y="39624"/>
                </a:lnTo>
                <a:lnTo>
                  <a:pt x="85356" y="38100"/>
                </a:lnTo>
                <a:lnTo>
                  <a:pt x="91452" y="36576"/>
                </a:lnTo>
                <a:lnTo>
                  <a:pt x="163080" y="36576"/>
                </a:lnTo>
                <a:lnTo>
                  <a:pt x="169176" y="42672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36576"/>
                </a:lnTo>
                <a:lnTo>
                  <a:pt x="172224" y="0"/>
                </a:lnTo>
                <a:close/>
              </a:path>
              <a:path extrusionOk="0" h="815340" w="175895">
                <a:moveTo>
                  <a:pt x="175260" y="437388"/>
                </a:moveTo>
                <a:lnTo>
                  <a:pt x="158051" y="402145"/>
                </a:lnTo>
                <a:lnTo>
                  <a:pt x="129540" y="390144"/>
                </a:lnTo>
                <a:lnTo>
                  <a:pt x="128016" y="393192"/>
                </a:lnTo>
                <a:lnTo>
                  <a:pt x="138684" y="397764"/>
                </a:lnTo>
                <a:lnTo>
                  <a:pt x="144780" y="402336"/>
                </a:lnTo>
                <a:lnTo>
                  <a:pt x="147828" y="406908"/>
                </a:lnTo>
                <a:lnTo>
                  <a:pt x="153924" y="413004"/>
                </a:lnTo>
                <a:lnTo>
                  <a:pt x="155448" y="420624"/>
                </a:lnTo>
                <a:lnTo>
                  <a:pt x="155448" y="428244"/>
                </a:lnTo>
                <a:lnTo>
                  <a:pt x="154571" y="435940"/>
                </a:lnTo>
                <a:lnTo>
                  <a:pt x="124396" y="461010"/>
                </a:lnTo>
                <a:lnTo>
                  <a:pt x="105156" y="463296"/>
                </a:lnTo>
                <a:lnTo>
                  <a:pt x="96329" y="462724"/>
                </a:lnTo>
                <a:lnTo>
                  <a:pt x="65532" y="443484"/>
                </a:lnTo>
                <a:lnTo>
                  <a:pt x="65532" y="431292"/>
                </a:lnTo>
                <a:lnTo>
                  <a:pt x="67056" y="426720"/>
                </a:lnTo>
                <a:lnTo>
                  <a:pt x="70104" y="423672"/>
                </a:lnTo>
                <a:lnTo>
                  <a:pt x="71628" y="420624"/>
                </a:lnTo>
                <a:lnTo>
                  <a:pt x="76200" y="419100"/>
                </a:lnTo>
                <a:lnTo>
                  <a:pt x="85344" y="419100"/>
                </a:lnTo>
                <a:lnTo>
                  <a:pt x="88392" y="417576"/>
                </a:lnTo>
                <a:lnTo>
                  <a:pt x="89916" y="416052"/>
                </a:lnTo>
                <a:lnTo>
                  <a:pt x="92964" y="414528"/>
                </a:lnTo>
                <a:lnTo>
                  <a:pt x="94488" y="411480"/>
                </a:lnTo>
                <a:lnTo>
                  <a:pt x="94488" y="399288"/>
                </a:lnTo>
                <a:lnTo>
                  <a:pt x="91440" y="397764"/>
                </a:lnTo>
                <a:lnTo>
                  <a:pt x="89916" y="396240"/>
                </a:lnTo>
                <a:lnTo>
                  <a:pt x="86868" y="394716"/>
                </a:lnTo>
                <a:lnTo>
                  <a:pt x="77724" y="394716"/>
                </a:lnTo>
                <a:lnTo>
                  <a:pt x="57912" y="431292"/>
                </a:lnTo>
                <a:lnTo>
                  <a:pt x="59042" y="442150"/>
                </a:lnTo>
                <a:lnTo>
                  <a:pt x="83273" y="474751"/>
                </a:lnTo>
                <a:lnTo>
                  <a:pt x="117348" y="483108"/>
                </a:lnTo>
                <a:lnTo>
                  <a:pt x="129590" y="482257"/>
                </a:lnTo>
                <a:lnTo>
                  <a:pt x="166903" y="462254"/>
                </a:lnTo>
                <a:lnTo>
                  <a:pt x="174383" y="446252"/>
                </a:lnTo>
                <a:lnTo>
                  <a:pt x="175260" y="437388"/>
                </a:lnTo>
                <a:close/>
              </a:path>
              <a:path extrusionOk="0" h="815340" w="175895">
                <a:moveTo>
                  <a:pt x="175260" y="338328"/>
                </a:moveTo>
                <a:lnTo>
                  <a:pt x="173736" y="332232"/>
                </a:lnTo>
                <a:lnTo>
                  <a:pt x="169164" y="327660"/>
                </a:lnTo>
                <a:lnTo>
                  <a:pt x="164592" y="321564"/>
                </a:lnTo>
                <a:lnTo>
                  <a:pt x="158496" y="318516"/>
                </a:lnTo>
                <a:lnTo>
                  <a:pt x="150876" y="315468"/>
                </a:lnTo>
                <a:lnTo>
                  <a:pt x="150876" y="321564"/>
                </a:lnTo>
                <a:lnTo>
                  <a:pt x="156972" y="324612"/>
                </a:lnTo>
                <a:lnTo>
                  <a:pt x="158496" y="327660"/>
                </a:lnTo>
                <a:lnTo>
                  <a:pt x="160020" y="329184"/>
                </a:lnTo>
                <a:lnTo>
                  <a:pt x="160020" y="338328"/>
                </a:lnTo>
                <a:lnTo>
                  <a:pt x="158496" y="341376"/>
                </a:lnTo>
                <a:lnTo>
                  <a:pt x="156972" y="342900"/>
                </a:lnTo>
                <a:lnTo>
                  <a:pt x="153924" y="344424"/>
                </a:lnTo>
                <a:lnTo>
                  <a:pt x="149352" y="345948"/>
                </a:lnTo>
                <a:lnTo>
                  <a:pt x="68580" y="345948"/>
                </a:lnTo>
                <a:lnTo>
                  <a:pt x="68580" y="320040"/>
                </a:lnTo>
                <a:lnTo>
                  <a:pt x="60960" y="320040"/>
                </a:lnTo>
                <a:lnTo>
                  <a:pt x="60960" y="345948"/>
                </a:lnTo>
                <a:lnTo>
                  <a:pt x="24384" y="345948"/>
                </a:lnTo>
                <a:lnTo>
                  <a:pt x="24384" y="348996"/>
                </a:lnTo>
                <a:lnTo>
                  <a:pt x="32004" y="352044"/>
                </a:lnTo>
                <a:lnTo>
                  <a:pt x="41148" y="356616"/>
                </a:lnTo>
                <a:lnTo>
                  <a:pt x="47244" y="361188"/>
                </a:lnTo>
                <a:lnTo>
                  <a:pt x="51816" y="364236"/>
                </a:lnTo>
                <a:lnTo>
                  <a:pt x="56388" y="370332"/>
                </a:lnTo>
                <a:lnTo>
                  <a:pt x="60960" y="374904"/>
                </a:lnTo>
                <a:lnTo>
                  <a:pt x="64008" y="379476"/>
                </a:lnTo>
                <a:lnTo>
                  <a:pt x="65532" y="384048"/>
                </a:lnTo>
                <a:lnTo>
                  <a:pt x="68580" y="384048"/>
                </a:lnTo>
                <a:lnTo>
                  <a:pt x="68580" y="365760"/>
                </a:lnTo>
                <a:lnTo>
                  <a:pt x="153924" y="365760"/>
                </a:lnTo>
                <a:lnTo>
                  <a:pt x="160020" y="364236"/>
                </a:lnTo>
                <a:lnTo>
                  <a:pt x="163068" y="362712"/>
                </a:lnTo>
                <a:lnTo>
                  <a:pt x="167640" y="361188"/>
                </a:lnTo>
                <a:lnTo>
                  <a:pt x="170688" y="358140"/>
                </a:lnTo>
                <a:lnTo>
                  <a:pt x="173736" y="352044"/>
                </a:lnTo>
                <a:lnTo>
                  <a:pt x="175260" y="347472"/>
                </a:lnTo>
                <a:lnTo>
                  <a:pt x="175260" y="338328"/>
                </a:lnTo>
                <a:close/>
              </a:path>
              <a:path extrusionOk="0" h="815340" w="175895">
                <a:moveTo>
                  <a:pt x="175260" y="185928"/>
                </a:moveTo>
                <a:lnTo>
                  <a:pt x="167640" y="158496"/>
                </a:lnTo>
                <a:lnTo>
                  <a:pt x="167640" y="173736"/>
                </a:lnTo>
                <a:lnTo>
                  <a:pt x="167640" y="181356"/>
                </a:lnTo>
                <a:lnTo>
                  <a:pt x="140779" y="209981"/>
                </a:lnTo>
                <a:lnTo>
                  <a:pt x="108204" y="216408"/>
                </a:lnTo>
                <a:lnTo>
                  <a:pt x="97536" y="216408"/>
                </a:lnTo>
                <a:lnTo>
                  <a:pt x="89916" y="214884"/>
                </a:lnTo>
                <a:lnTo>
                  <a:pt x="83820" y="211836"/>
                </a:lnTo>
                <a:lnTo>
                  <a:pt x="76200" y="208788"/>
                </a:lnTo>
                <a:lnTo>
                  <a:pt x="71628" y="205740"/>
                </a:lnTo>
                <a:lnTo>
                  <a:pt x="70104" y="201168"/>
                </a:lnTo>
                <a:lnTo>
                  <a:pt x="67056" y="196596"/>
                </a:lnTo>
                <a:lnTo>
                  <a:pt x="65532" y="193548"/>
                </a:lnTo>
                <a:lnTo>
                  <a:pt x="65532" y="179832"/>
                </a:lnTo>
                <a:lnTo>
                  <a:pt x="70104" y="172212"/>
                </a:lnTo>
                <a:lnTo>
                  <a:pt x="77724" y="167640"/>
                </a:lnTo>
                <a:lnTo>
                  <a:pt x="86829" y="161886"/>
                </a:lnTo>
                <a:lnTo>
                  <a:pt x="97917" y="158115"/>
                </a:lnTo>
                <a:lnTo>
                  <a:pt x="110731" y="156070"/>
                </a:lnTo>
                <a:lnTo>
                  <a:pt x="124968" y="155448"/>
                </a:lnTo>
                <a:lnTo>
                  <a:pt x="135572" y="155765"/>
                </a:lnTo>
                <a:lnTo>
                  <a:pt x="167640" y="173736"/>
                </a:lnTo>
                <a:lnTo>
                  <a:pt x="167640" y="158496"/>
                </a:lnTo>
                <a:lnTo>
                  <a:pt x="137020" y="135813"/>
                </a:lnTo>
                <a:lnTo>
                  <a:pt x="114300" y="132588"/>
                </a:lnTo>
                <a:lnTo>
                  <a:pt x="104305" y="133210"/>
                </a:lnTo>
                <a:lnTo>
                  <a:pt x="68846" y="153123"/>
                </a:lnTo>
                <a:lnTo>
                  <a:pt x="58978" y="173736"/>
                </a:lnTo>
                <a:lnTo>
                  <a:pt x="57912" y="184404"/>
                </a:lnTo>
                <a:lnTo>
                  <a:pt x="58039" y="185928"/>
                </a:lnTo>
                <a:lnTo>
                  <a:pt x="58470" y="191262"/>
                </a:lnTo>
                <a:lnTo>
                  <a:pt x="60007" y="198120"/>
                </a:lnTo>
                <a:lnTo>
                  <a:pt x="86741" y="231559"/>
                </a:lnTo>
                <a:lnTo>
                  <a:pt x="117348" y="239268"/>
                </a:lnTo>
                <a:lnTo>
                  <a:pt x="127596" y="238417"/>
                </a:lnTo>
                <a:lnTo>
                  <a:pt x="164338" y="217868"/>
                </a:lnTo>
                <a:lnTo>
                  <a:pt x="165303" y="216408"/>
                </a:lnTo>
                <a:lnTo>
                  <a:pt x="170497" y="208597"/>
                </a:lnTo>
                <a:lnTo>
                  <a:pt x="174104" y="197916"/>
                </a:lnTo>
                <a:lnTo>
                  <a:pt x="175260" y="185928"/>
                </a:lnTo>
                <a:close/>
              </a:path>
              <a:path extrusionOk="0" h="815340" w="175895">
                <a:moveTo>
                  <a:pt x="175272" y="652272"/>
                </a:moveTo>
                <a:lnTo>
                  <a:pt x="161556" y="618744"/>
                </a:lnTo>
                <a:lnTo>
                  <a:pt x="158508" y="621792"/>
                </a:lnTo>
                <a:lnTo>
                  <a:pt x="160032" y="624840"/>
                </a:lnTo>
                <a:lnTo>
                  <a:pt x="160032" y="632460"/>
                </a:lnTo>
                <a:lnTo>
                  <a:pt x="158508" y="633984"/>
                </a:lnTo>
                <a:lnTo>
                  <a:pt x="158508" y="635508"/>
                </a:lnTo>
                <a:lnTo>
                  <a:pt x="155460" y="635508"/>
                </a:lnTo>
                <a:lnTo>
                  <a:pt x="152412" y="637032"/>
                </a:lnTo>
                <a:lnTo>
                  <a:pt x="60972" y="637032"/>
                </a:lnTo>
                <a:lnTo>
                  <a:pt x="60972" y="673608"/>
                </a:lnTo>
                <a:lnTo>
                  <a:pt x="64020" y="673608"/>
                </a:lnTo>
                <a:lnTo>
                  <a:pt x="64020" y="667512"/>
                </a:lnTo>
                <a:lnTo>
                  <a:pt x="65544" y="662940"/>
                </a:lnTo>
                <a:lnTo>
                  <a:pt x="68592" y="661416"/>
                </a:lnTo>
                <a:lnTo>
                  <a:pt x="70116" y="658368"/>
                </a:lnTo>
                <a:lnTo>
                  <a:pt x="74688" y="656844"/>
                </a:lnTo>
                <a:lnTo>
                  <a:pt x="144792" y="656844"/>
                </a:lnTo>
                <a:lnTo>
                  <a:pt x="150888" y="664464"/>
                </a:lnTo>
                <a:lnTo>
                  <a:pt x="155460" y="669036"/>
                </a:lnTo>
                <a:lnTo>
                  <a:pt x="160032" y="682752"/>
                </a:lnTo>
                <a:lnTo>
                  <a:pt x="160032" y="690372"/>
                </a:lnTo>
                <a:lnTo>
                  <a:pt x="158508" y="694944"/>
                </a:lnTo>
                <a:lnTo>
                  <a:pt x="155460" y="699516"/>
                </a:lnTo>
                <a:lnTo>
                  <a:pt x="152412" y="702564"/>
                </a:lnTo>
                <a:lnTo>
                  <a:pt x="144792" y="704088"/>
                </a:lnTo>
                <a:lnTo>
                  <a:pt x="60972" y="704088"/>
                </a:lnTo>
                <a:lnTo>
                  <a:pt x="60972" y="742188"/>
                </a:lnTo>
                <a:lnTo>
                  <a:pt x="64020" y="742188"/>
                </a:lnTo>
                <a:lnTo>
                  <a:pt x="64020" y="733044"/>
                </a:lnTo>
                <a:lnTo>
                  <a:pt x="65544" y="731520"/>
                </a:lnTo>
                <a:lnTo>
                  <a:pt x="67068" y="728472"/>
                </a:lnTo>
                <a:lnTo>
                  <a:pt x="68592" y="726948"/>
                </a:lnTo>
                <a:lnTo>
                  <a:pt x="70116" y="726948"/>
                </a:lnTo>
                <a:lnTo>
                  <a:pt x="76212" y="723900"/>
                </a:lnTo>
                <a:lnTo>
                  <a:pt x="150888" y="723900"/>
                </a:lnTo>
                <a:lnTo>
                  <a:pt x="155460" y="722376"/>
                </a:lnTo>
                <a:lnTo>
                  <a:pt x="175272" y="702564"/>
                </a:lnTo>
                <a:lnTo>
                  <a:pt x="175272" y="690372"/>
                </a:lnTo>
                <a:lnTo>
                  <a:pt x="173748" y="684276"/>
                </a:lnTo>
                <a:lnTo>
                  <a:pt x="170700" y="679704"/>
                </a:lnTo>
                <a:lnTo>
                  <a:pt x="168452" y="675703"/>
                </a:lnTo>
                <a:lnTo>
                  <a:pt x="164223" y="670560"/>
                </a:lnTo>
                <a:lnTo>
                  <a:pt x="158267" y="664273"/>
                </a:lnTo>
                <a:lnTo>
                  <a:pt x="150888" y="656844"/>
                </a:lnTo>
                <a:lnTo>
                  <a:pt x="175272" y="656844"/>
                </a:lnTo>
                <a:lnTo>
                  <a:pt x="175272" y="6522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0" name="Google Shape;4530;p75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4531" name="Google Shape;4531;p75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32" name="Google Shape;4532;p75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533" name="Google Shape;4533;p75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534" name="Google Shape;4534;p75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35" name="Google Shape;4535;p75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6655307" y="1757172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39" name="Shape 4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40" name="Google Shape;4540;p76"/>
          <p:cNvGrpSpPr/>
          <p:nvPr/>
        </p:nvGrpSpPr>
        <p:grpSpPr>
          <a:xfrm>
            <a:off x="838200" y="5173979"/>
            <a:ext cx="348996" cy="2380616"/>
            <a:chOff x="838200" y="5173979"/>
            <a:chExt cx="348996" cy="2380616"/>
          </a:xfrm>
        </p:grpSpPr>
        <p:sp>
          <p:nvSpPr>
            <p:cNvPr id="4541" name="Google Shape;4541;p76"/>
            <p:cNvSpPr/>
            <p:nvPr/>
          </p:nvSpPr>
          <p:spPr>
            <a:xfrm>
              <a:off x="853439" y="7307580"/>
              <a:ext cx="327660" cy="247015"/>
            </a:xfrm>
            <a:custGeom>
              <a:rect b="b" l="l" r="r" t="t"/>
              <a:pathLst>
                <a:path extrusionOk="0" h="247015" w="327659">
                  <a:moveTo>
                    <a:pt x="327659" y="246888"/>
                  </a:moveTo>
                  <a:lnTo>
                    <a:pt x="320039" y="246888"/>
                  </a:lnTo>
                  <a:lnTo>
                    <a:pt x="320039" y="236220"/>
                  </a:lnTo>
                  <a:lnTo>
                    <a:pt x="319420" y="226528"/>
                  </a:lnTo>
                  <a:lnTo>
                    <a:pt x="284059" y="200167"/>
                  </a:lnTo>
                  <a:lnTo>
                    <a:pt x="269747" y="199644"/>
                  </a:lnTo>
                  <a:lnTo>
                    <a:pt x="57911" y="199644"/>
                  </a:lnTo>
                  <a:lnTo>
                    <a:pt x="16763" y="208788"/>
                  </a:lnTo>
                  <a:lnTo>
                    <a:pt x="7619" y="227076"/>
                  </a:lnTo>
                  <a:lnTo>
                    <a:pt x="7619" y="246888"/>
                  </a:lnTo>
                  <a:lnTo>
                    <a:pt x="0" y="246888"/>
                  </a:lnTo>
                  <a:lnTo>
                    <a:pt x="0" y="3048"/>
                  </a:lnTo>
                  <a:lnTo>
                    <a:pt x="71627" y="0"/>
                  </a:lnTo>
                  <a:lnTo>
                    <a:pt x="71627" y="10668"/>
                  </a:lnTo>
                  <a:lnTo>
                    <a:pt x="61055" y="14097"/>
                  </a:lnTo>
                  <a:lnTo>
                    <a:pt x="52196" y="17526"/>
                  </a:lnTo>
                  <a:lnTo>
                    <a:pt x="22859" y="44196"/>
                  </a:lnTo>
                  <a:lnTo>
                    <a:pt x="18287" y="82296"/>
                  </a:lnTo>
                  <a:lnTo>
                    <a:pt x="18287" y="153924"/>
                  </a:lnTo>
                  <a:lnTo>
                    <a:pt x="146303" y="153924"/>
                  </a:lnTo>
                  <a:lnTo>
                    <a:pt x="146303" y="96012"/>
                  </a:lnTo>
                  <a:lnTo>
                    <a:pt x="124015" y="57531"/>
                  </a:lnTo>
                  <a:lnTo>
                    <a:pt x="99059" y="51816"/>
                  </a:lnTo>
                  <a:lnTo>
                    <a:pt x="99059" y="44196"/>
                  </a:lnTo>
                  <a:lnTo>
                    <a:pt x="213359" y="44196"/>
                  </a:lnTo>
                  <a:lnTo>
                    <a:pt x="213359" y="51816"/>
                  </a:lnTo>
                  <a:lnTo>
                    <a:pt x="204549" y="52125"/>
                  </a:lnTo>
                  <a:lnTo>
                    <a:pt x="196596" y="53149"/>
                  </a:lnTo>
                  <a:lnTo>
                    <a:pt x="167258" y="81343"/>
                  </a:lnTo>
                  <a:lnTo>
                    <a:pt x="166115" y="96012"/>
                  </a:lnTo>
                  <a:lnTo>
                    <a:pt x="166115" y="153924"/>
                  </a:lnTo>
                  <a:lnTo>
                    <a:pt x="282059" y="153876"/>
                  </a:lnTo>
                  <a:lnTo>
                    <a:pt x="291655" y="153543"/>
                  </a:lnTo>
                  <a:lnTo>
                    <a:pt x="298680" y="152638"/>
                  </a:lnTo>
                  <a:lnTo>
                    <a:pt x="303276" y="150876"/>
                  </a:lnTo>
                  <a:lnTo>
                    <a:pt x="307847" y="149352"/>
                  </a:lnTo>
                  <a:lnTo>
                    <a:pt x="310895" y="146304"/>
                  </a:lnTo>
                  <a:lnTo>
                    <a:pt x="313944" y="141732"/>
                  </a:lnTo>
                  <a:lnTo>
                    <a:pt x="318516" y="134112"/>
                  </a:lnTo>
                  <a:lnTo>
                    <a:pt x="320039" y="126492"/>
                  </a:lnTo>
                  <a:lnTo>
                    <a:pt x="320039" y="106680"/>
                  </a:lnTo>
                  <a:lnTo>
                    <a:pt x="327659" y="106680"/>
                  </a:lnTo>
                  <a:lnTo>
                    <a:pt x="327659" y="2468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42" name="Google Shape;4542;p76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60120" y="7042404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43" name="Google Shape;4543;p76"/>
            <p:cNvSpPr/>
            <p:nvPr/>
          </p:nvSpPr>
          <p:spPr>
            <a:xfrm>
              <a:off x="838200" y="6618732"/>
              <a:ext cx="342900" cy="403860"/>
            </a:xfrm>
            <a:custGeom>
              <a:rect b="b" l="l" r="r" t="t"/>
              <a:pathLst>
                <a:path extrusionOk="0" h="403859" w="342900">
                  <a:moveTo>
                    <a:pt x="251460" y="0"/>
                  </a:moveTo>
                  <a:lnTo>
                    <a:pt x="213360" y="0"/>
                  </a:lnTo>
                  <a:lnTo>
                    <a:pt x="213360" y="126492"/>
                  </a:lnTo>
                  <a:lnTo>
                    <a:pt x="251460" y="126492"/>
                  </a:lnTo>
                  <a:lnTo>
                    <a:pt x="251460" y="0"/>
                  </a:lnTo>
                  <a:close/>
                </a:path>
                <a:path extrusionOk="0" h="403859" w="342900">
                  <a:moveTo>
                    <a:pt x="342900" y="294132"/>
                  </a:moveTo>
                  <a:lnTo>
                    <a:pt x="335280" y="294132"/>
                  </a:lnTo>
                  <a:lnTo>
                    <a:pt x="335280" y="312420"/>
                  </a:lnTo>
                  <a:lnTo>
                    <a:pt x="329184" y="321564"/>
                  </a:lnTo>
                  <a:lnTo>
                    <a:pt x="292595" y="329184"/>
                  </a:lnTo>
                  <a:lnTo>
                    <a:pt x="0" y="329184"/>
                  </a:lnTo>
                  <a:lnTo>
                    <a:pt x="0" y="339852"/>
                  </a:lnTo>
                  <a:lnTo>
                    <a:pt x="27432" y="403860"/>
                  </a:lnTo>
                  <a:lnTo>
                    <a:pt x="35052" y="399288"/>
                  </a:lnTo>
                  <a:lnTo>
                    <a:pt x="33528" y="393192"/>
                  </a:lnTo>
                  <a:lnTo>
                    <a:pt x="32004" y="388620"/>
                  </a:lnTo>
                  <a:lnTo>
                    <a:pt x="32004" y="381000"/>
                  </a:lnTo>
                  <a:lnTo>
                    <a:pt x="92964" y="368808"/>
                  </a:lnTo>
                  <a:lnTo>
                    <a:pt x="292595" y="368808"/>
                  </a:lnTo>
                  <a:lnTo>
                    <a:pt x="330708" y="376428"/>
                  </a:lnTo>
                  <a:lnTo>
                    <a:pt x="332232" y="381000"/>
                  </a:lnTo>
                  <a:lnTo>
                    <a:pt x="335280" y="384048"/>
                  </a:lnTo>
                  <a:lnTo>
                    <a:pt x="335280" y="402336"/>
                  </a:lnTo>
                  <a:lnTo>
                    <a:pt x="342900" y="402336"/>
                  </a:lnTo>
                  <a:lnTo>
                    <a:pt x="342900" y="294132"/>
                  </a:lnTo>
                  <a:close/>
                </a:path>
                <a:path extrusionOk="0" h="403859" w="342900">
                  <a:moveTo>
                    <a:pt x="342900" y="155448"/>
                  </a:moveTo>
                  <a:lnTo>
                    <a:pt x="335280" y="155448"/>
                  </a:lnTo>
                  <a:lnTo>
                    <a:pt x="335280" y="175260"/>
                  </a:lnTo>
                  <a:lnTo>
                    <a:pt x="332232" y="178308"/>
                  </a:lnTo>
                  <a:lnTo>
                    <a:pt x="329184" y="182880"/>
                  </a:lnTo>
                  <a:lnTo>
                    <a:pt x="326136" y="185928"/>
                  </a:lnTo>
                  <a:lnTo>
                    <a:pt x="321551" y="187452"/>
                  </a:lnTo>
                  <a:lnTo>
                    <a:pt x="317246" y="189217"/>
                  </a:lnTo>
                  <a:lnTo>
                    <a:pt x="311073" y="190119"/>
                  </a:lnTo>
                  <a:lnTo>
                    <a:pt x="302907" y="190461"/>
                  </a:lnTo>
                  <a:lnTo>
                    <a:pt x="0" y="190500"/>
                  </a:lnTo>
                  <a:lnTo>
                    <a:pt x="0" y="201168"/>
                  </a:lnTo>
                  <a:lnTo>
                    <a:pt x="27432" y="265176"/>
                  </a:lnTo>
                  <a:lnTo>
                    <a:pt x="35052" y="262128"/>
                  </a:lnTo>
                  <a:lnTo>
                    <a:pt x="32004" y="249936"/>
                  </a:lnTo>
                  <a:lnTo>
                    <a:pt x="32004" y="242316"/>
                  </a:lnTo>
                  <a:lnTo>
                    <a:pt x="33528" y="239268"/>
                  </a:lnTo>
                  <a:lnTo>
                    <a:pt x="35052" y="237744"/>
                  </a:lnTo>
                  <a:lnTo>
                    <a:pt x="36576" y="234696"/>
                  </a:lnTo>
                  <a:lnTo>
                    <a:pt x="41148" y="233172"/>
                  </a:lnTo>
                  <a:lnTo>
                    <a:pt x="47244" y="231648"/>
                  </a:lnTo>
                  <a:lnTo>
                    <a:pt x="76174" y="230365"/>
                  </a:lnTo>
                  <a:lnTo>
                    <a:pt x="92964" y="230124"/>
                  </a:lnTo>
                  <a:lnTo>
                    <a:pt x="292595" y="230124"/>
                  </a:lnTo>
                  <a:lnTo>
                    <a:pt x="330708" y="239268"/>
                  </a:lnTo>
                  <a:lnTo>
                    <a:pt x="332232" y="242316"/>
                  </a:lnTo>
                  <a:lnTo>
                    <a:pt x="335280" y="246888"/>
                  </a:lnTo>
                  <a:lnTo>
                    <a:pt x="335280" y="263652"/>
                  </a:lnTo>
                  <a:lnTo>
                    <a:pt x="342900" y="263652"/>
                  </a:lnTo>
                  <a:lnTo>
                    <a:pt x="342900" y="1554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44" name="Google Shape;4544;p7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54023" y="6138671"/>
              <a:ext cx="233172" cy="44500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5" name="Google Shape;4545;p76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54024" y="5955792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46" name="Google Shape;4546;p76"/>
            <p:cNvSpPr/>
            <p:nvPr/>
          </p:nvSpPr>
          <p:spPr>
            <a:xfrm>
              <a:off x="886968" y="5800343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41958" y="60412"/>
                  </a:lnTo>
                  <a:lnTo>
                    <a:pt x="250126" y="58864"/>
                  </a:lnTo>
                  <a:lnTo>
                    <a:pt x="256293" y="56459"/>
                  </a:lnTo>
                  <a:lnTo>
                    <a:pt x="260604" y="53339"/>
                  </a:lnTo>
                  <a:lnTo>
                    <a:pt x="266700" y="50291"/>
                  </a:lnTo>
                  <a:lnTo>
                    <a:pt x="268224" y="44195"/>
                  </a:lnTo>
                  <a:lnTo>
                    <a:pt x="268224" y="32003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91083" y="79247"/>
                  </a:lnTo>
                  <a:lnTo>
                    <a:pt x="288036" y="85343"/>
                  </a:lnTo>
                  <a:lnTo>
                    <a:pt x="249459" y="100060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47" name="Google Shape;4547;p76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954024" y="5574791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48" name="Google Shape;4548;p76"/>
            <p:cNvSpPr/>
            <p:nvPr/>
          </p:nvSpPr>
          <p:spPr>
            <a:xfrm>
              <a:off x="954024" y="5173979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9372"/>
                  </a:lnTo>
                  <a:lnTo>
                    <a:pt x="0" y="298704"/>
                  </a:lnTo>
                  <a:lnTo>
                    <a:pt x="47244" y="298704"/>
                  </a:lnTo>
                  <a:lnTo>
                    <a:pt x="28956" y="279082"/>
                  </a:lnTo>
                  <a:lnTo>
                    <a:pt x="6096" y="246888"/>
                  </a:lnTo>
                  <a:lnTo>
                    <a:pt x="1524" y="239268"/>
                  </a:lnTo>
                  <a:lnTo>
                    <a:pt x="0" y="230124"/>
                  </a:lnTo>
                  <a:lnTo>
                    <a:pt x="0" y="222504"/>
                  </a:lnTo>
                  <a:lnTo>
                    <a:pt x="19383" y="180284"/>
                  </a:lnTo>
                  <a:lnTo>
                    <a:pt x="47244" y="167640"/>
                  </a:lnTo>
                  <a:lnTo>
                    <a:pt x="34432" y="155614"/>
                  </a:lnTo>
                  <a:lnTo>
                    <a:pt x="9144" y="124968"/>
                  </a:lnTo>
                  <a:lnTo>
                    <a:pt x="0" y="91440"/>
                  </a:lnTo>
                  <a:lnTo>
                    <a:pt x="571" y="82581"/>
                  </a:lnTo>
                  <a:lnTo>
                    <a:pt x="21526" y="47625"/>
                  </a:lnTo>
                  <a:lnTo>
                    <a:pt x="68556" y="33813"/>
                  </a:lnTo>
                  <a:lnTo>
                    <a:pt x="82296" y="33528"/>
                  </a:lnTo>
                  <a:lnTo>
                    <a:pt x="176783" y="33528"/>
                  </a:lnTo>
                  <a:lnTo>
                    <a:pt x="187118" y="33266"/>
                  </a:lnTo>
                  <a:lnTo>
                    <a:pt x="219456" y="9144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7931" y="86868"/>
                  </a:lnTo>
                  <a:lnTo>
                    <a:pt x="211836" y="77724"/>
                  </a:lnTo>
                  <a:lnTo>
                    <a:pt x="207264" y="76200"/>
                  </a:lnTo>
                  <a:lnTo>
                    <a:pt x="201168" y="74676"/>
                  </a:lnTo>
                  <a:lnTo>
                    <a:pt x="198119" y="73152"/>
                  </a:lnTo>
                  <a:lnTo>
                    <a:pt x="82296" y="73152"/>
                  </a:lnTo>
                  <a:lnTo>
                    <a:pt x="70342" y="73461"/>
                  </a:lnTo>
                  <a:lnTo>
                    <a:pt x="33147" y="91630"/>
                  </a:lnTo>
                  <a:lnTo>
                    <a:pt x="28956" y="109728"/>
                  </a:lnTo>
                  <a:lnTo>
                    <a:pt x="29503" y="115681"/>
                  </a:lnTo>
                  <a:lnTo>
                    <a:pt x="31051" y="121920"/>
                  </a:lnTo>
                  <a:lnTo>
                    <a:pt x="33456" y="128158"/>
                  </a:lnTo>
                  <a:lnTo>
                    <a:pt x="36576" y="134112"/>
                  </a:lnTo>
                  <a:lnTo>
                    <a:pt x="39933" y="141255"/>
                  </a:lnTo>
                  <a:lnTo>
                    <a:pt x="45148" y="148971"/>
                  </a:lnTo>
                  <a:lnTo>
                    <a:pt x="51792" y="157257"/>
                  </a:lnTo>
                  <a:lnTo>
                    <a:pt x="59436" y="166116"/>
                  </a:lnTo>
                  <a:lnTo>
                    <a:pt x="62484" y="166116"/>
                  </a:lnTo>
                  <a:lnTo>
                    <a:pt x="73152" y="164592"/>
                  </a:lnTo>
                  <a:lnTo>
                    <a:pt x="176783" y="164592"/>
                  </a:lnTo>
                  <a:lnTo>
                    <a:pt x="216407" y="152400"/>
                  </a:lnTo>
                  <a:lnTo>
                    <a:pt x="219456" y="140208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7076"/>
                  </a:lnTo>
                  <a:lnTo>
                    <a:pt x="217931" y="219456"/>
                  </a:lnTo>
                  <a:lnTo>
                    <a:pt x="82296" y="204216"/>
                  </a:lnTo>
                  <a:lnTo>
                    <a:pt x="70342" y="204763"/>
                  </a:lnTo>
                  <a:lnTo>
                    <a:pt x="33147" y="224790"/>
                  </a:lnTo>
                  <a:lnTo>
                    <a:pt x="28956" y="242316"/>
                  </a:lnTo>
                  <a:lnTo>
                    <a:pt x="29503" y="248292"/>
                  </a:lnTo>
                  <a:lnTo>
                    <a:pt x="46862" y="285178"/>
                  </a:lnTo>
                  <a:lnTo>
                    <a:pt x="59436" y="298704"/>
                  </a:lnTo>
                  <a:lnTo>
                    <a:pt x="176783" y="298704"/>
                  </a:lnTo>
                  <a:lnTo>
                    <a:pt x="214883" y="291084"/>
                  </a:lnTo>
                  <a:lnTo>
                    <a:pt x="216407" y="286512"/>
                  </a:lnTo>
                  <a:lnTo>
                    <a:pt x="219456" y="28346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55092"/>
                  </a:lnTo>
                  <a:lnTo>
                    <a:pt x="216407" y="350520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52887" y="338970"/>
                  </a:lnTo>
                  <a:lnTo>
                    <a:pt x="35052" y="345948"/>
                  </a:lnTo>
                  <a:lnTo>
                    <a:pt x="33528" y="347472"/>
                  </a:lnTo>
                  <a:lnTo>
                    <a:pt x="32004" y="350520"/>
                  </a:lnTo>
                  <a:lnTo>
                    <a:pt x="32004" y="358140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9" name="Google Shape;4549;p76"/>
          <p:cNvSpPr/>
          <p:nvPr/>
        </p:nvSpPr>
        <p:spPr>
          <a:xfrm>
            <a:off x="845807" y="3966972"/>
            <a:ext cx="343535" cy="1104900"/>
          </a:xfrm>
          <a:custGeom>
            <a:rect b="b" l="l" r="r" t="t"/>
            <a:pathLst>
              <a:path extrusionOk="0" h="1104900" w="343534">
                <a:moveTo>
                  <a:pt x="335280" y="755904"/>
                </a:moveTo>
                <a:lnTo>
                  <a:pt x="327660" y="755904"/>
                </a:lnTo>
                <a:lnTo>
                  <a:pt x="326859" y="765390"/>
                </a:lnTo>
                <a:lnTo>
                  <a:pt x="324612" y="773430"/>
                </a:lnTo>
                <a:lnTo>
                  <a:pt x="288493" y="805459"/>
                </a:lnTo>
                <a:lnTo>
                  <a:pt x="207264" y="839762"/>
                </a:lnTo>
                <a:lnTo>
                  <a:pt x="207264" y="888492"/>
                </a:lnTo>
                <a:lnTo>
                  <a:pt x="207264" y="1001268"/>
                </a:lnTo>
                <a:lnTo>
                  <a:pt x="76200" y="943356"/>
                </a:lnTo>
                <a:lnTo>
                  <a:pt x="207264" y="888492"/>
                </a:lnTo>
                <a:lnTo>
                  <a:pt x="207264" y="839762"/>
                </a:lnTo>
                <a:lnTo>
                  <a:pt x="0" y="926592"/>
                </a:lnTo>
                <a:lnTo>
                  <a:pt x="0" y="934212"/>
                </a:lnTo>
                <a:lnTo>
                  <a:pt x="269748" y="1051560"/>
                </a:lnTo>
                <a:lnTo>
                  <a:pt x="286588" y="1058405"/>
                </a:lnTo>
                <a:lnTo>
                  <a:pt x="300418" y="1065085"/>
                </a:lnTo>
                <a:lnTo>
                  <a:pt x="326237" y="1095476"/>
                </a:lnTo>
                <a:lnTo>
                  <a:pt x="327660" y="1104900"/>
                </a:lnTo>
                <a:lnTo>
                  <a:pt x="335280" y="1104900"/>
                </a:lnTo>
                <a:lnTo>
                  <a:pt x="335280" y="1039368"/>
                </a:lnTo>
                <a:lnTo>
                  <a:pt x="335280" y="1001268"/>
                </a:lnTo>
                <a:lnTo>
                  <a:pt x="327660" y="1001268"/>
                </a:lnTo>
                <a:lnTo>
                  <a:pt x="327113" y="1012469"/>
                </a:lnTo>
                <a:lnTo>
                  <a:pt x="325564" y="1021080"/>
                </a:lnTo>
                <a:lnTo>
                  <a:pt x="323164" y="1027417"/>
                </a:lnTo>
                <a:lnTo>
                  <a:pt x="320040" y="1031748"/>
                </a:lnTo>
                <a:lnTo>
                  <a:pt x="316992" y="1037844"/>
                </a:lnTo>
                <a:lnTo>
                  <a:pt x="312420" y="1039368"/>
                </a:lnTo>
                <a:lnTo>
                  <a:pt x="307848" y="1039368"/>
                </a:lnTo>
                <a:lnTo>
                  <a:pt x="225552" y="1008888"/>
                </a:lnTo>
                <a:lnTo>
                  <a:pt x="225552" y="1001268"/>
                </a:lnTo>
                <a:lnTo>
                  <a:pt x="225552" y="888492"/>
                </a:lnTo>
                <a:lnTo>
                  <a:pt x="225552" y="880872"/>
                </a:lnTo>
                <a:lnTo>
                  <a:pt x="274320" y="861060"/>
                </a:lnTo>
                <a:lnTo>
                  <a:pt x="284924" y="857059"/>
                </a:lnTo>
                <a:lnTo>
                  <a:pt x="293941" y="854202"/>
                </a:lnTo>
                <a:lnTo>
                  <a:pt x="301548" y="852487"/>
                </a:lnTo>
                <a:lnTo>
                  <a:pt x="307848" y="851916"/>
                </a:lnTo>
                <a:lnTo>
                  <a:pt x="313944" y="851916"/>
                </a:lnTo>
                <a:lnTo>
                  <a:pt x="327660" y="885444"/>
                </a:lnTo>
                <a:lnTo>
                  <a:pt x="335280" y="885444"/>
                </a:lnTo>
                <a:lnTo>
                  <a:pt x="335280" y="851916"/>
                </a:lnTo>
                <a:lnTo>
                  <a:pt x="335280" y="755904"/>
                </a:lnTo>
                <a:close/>
              </a:path>
              <a:path extrusionOk="0" h="1104900" w="343534">
                <a:moveTo>
                  <a:pt x="335280" y="327660"/>
                </a:moveTo>
                <a:lnTo>
                  <a:pt x="327660" y="327660"/>
                </a:lnTo>
                <a:lnTo>
                  <a:pt x="327660" y="339852"/>
                </a:lnTo>
                <a:lnTo>
                  <a:pt x="327660" y="347472"/>
                </a:lnTo>
                <a:lnTo>
                  <a:pt x="310896" y="371856"/>
                </a:lnTo>
                <a:lnTo>
                  <a:pt x="306311" y="373621"/>
                </a:lnTo>
                <a:lnTo>
                  <a:pt x="299275" y="374523"/>
                </a:lnTo>
                <a:lnTo>
                  <a:pt x="289687" y="374865"/>
                </a:lnTo>
                <a:lnTo>
                  <a:pt x="65532" y="374904"/>
                </a:lnTo>
                <a:lnTo>
                  <a:pt x="52082" y="374599"/>
                </a:lnTo>
                <a:lnTo>
                  <a:pt x="16078" y="349313"/>
                </a:lnTo>
                <a:lnTo>
                  <a:pt x="15240" y="339852"/>
                </a:lnTo>
                <a:lnTo>
                  <a:pt x="15240" y="327660"/>
                </a:lnTo>
                <a:lnTo>
                  <a:pt x="7620" y="327660"/>
                </a:lnTo>
                <a:lnTo>
                  <a:pt x="7620" y="467868"/>
                </a:lnTo>
                <a:lnTo>
                  <a:pt x="15240" y="467868"/>
                </a:lnTo>
                <a:lnTo>
                  <a:pt x="15240" y="449580"/>
                </a:lnTo>
                <a:lnTo>
                  <a:pt x="21336" y="434340"/>
                </a:lnTo>
                <a:lnTo>
                  <a:pt x="65532" y="420624"/>
                </a:lnTo>
                <a:lnTo>
                  <a:pt x="277368" y="420624"/>
                </a:lnTo>
                <a:lnTo>
                  <a:pt x="315468" y="426720"/>
                </a:lnTo>
                <a:lnTo>
                  <a:pt x="327660" y="457200"/>
                </a:lnTo>
                <a:lnTo>
                  <a:pt x="327660" y="467868"/>
                </a:lnTo>
                <a:lnTo>
                  <a:pt x="335280" y="467868"/>
                </a:lnTo>
                <a:lnTo>
                  <a:pt x="335280" y="327660"/>
                </a:lnTo>
                <a:close/>
              </a:path>
              <a:path extrusionOk="0" h="1104900" w="343534">
                <a:moveTo>
                  <a:pt x="342912" y="608076"/>
                </a:moveTo>
                <a:lnTo>
                  <a:pt x="336245" y="566737"/>
                </a:lnTo>
                <a:lnTo>
                  <a:pt x="317004" y="533400"/>
                </a:lnTo>
                <a:lnTo>
                  <a:pt x="270713" y="506399"/>
                </a:lnTo>
                <a:lnTo>
                  <a:pt x="252996" y="504444"/>
                </a:lnTo>
                <a:lnTo>
                  <a:pt x="242989" y="505015"/>
                </a:lnTo>
                <a:lnTo>
                  <a:pt x="199275" y="524827"/>
                </a:lnTo>
                <a:lnTo>
                  <a:pt x="168795" y="563880"/>
                </a:lnTo>
                <a:lnTo>
                  <a:pt x="146316" y="601980"/>
                </a:lnTo>
                <a:lnTo>
                  <a:pt x="132283" y="627748"/>
                </a:lnTo>
                <a:lnTo>
                  <a:pt x="119837" y="648081"/>
                </a:lnTo>
                <a:lnTo>
                  <a:pt x="92214" y="677608"/>
                </a:lnTo>
                <a:lnTo>
                  <a:pt x="71640" y="682752"/>
                </a:lnTo>
                <a:lnTo>
                  <a:pt x="61633" y="681875"/>
                </a:lnTo>
                <a:lnTo>
                  <a:pt x="28816" y="658063"/>
                </a:lnTo>
                <a:lnTo>
                  <a:pt x="19824" y="624840"/>
                </a:lnTo>
                <a:lnTo>
                  <a:pt x="20650" y="613676"/>
                </a:lnTo>
                <a:lnTo>
                  <a:pt x="38061" y="572452"/>
                </a:lnTo>
                <a:lnTo>
                  <a:pt x="72491" y="544766"/>
                </a:lnTo>
                <a:lnTo>
                  <a:pt x="112788" y="533400"/>
                </a:lnTo>
                <a:lnTo>
                  <a:pt x="112788" y="525780"/>
                </a:lnTo>
                <a:lnTo>
                  <a:pt x="12" y="525780"/>
                </a:lnTo>
                <a:lnTo>
                  <a:pt x="12" y="533400"/>
                </a:lnTo>
                <a:lnTo>
                  <a:pt x="7632" y="536448"/>
                </a:lnTo>
                <a:lnTo>
                  <a:pt x="12204" y="537972"/>
                </a:lnTo>
                <a:lnTo>
                  <a:pt x="15252" y="541020"/>
                </a:lnTo>
                <a:lnTo>
                  <a:pt x="18300" y="542544"/>
                </a:lnTo>
                <a:lnTo>
                  <a:pt x="18300" y="554736"/>
                </a:lnTo>
                <a:lnTo>
                  <a:pt x="16776" y="560832"/>
                </a:lnTo>
                <a:lnTo>
                  <a:pt x="12204" y="569976"/>
                </a:lnTo>
                <a:lnTo>
                  <a:pt x="7073" y="584555"/>
                </a:lnTo>
                <a:lnTo>
                  <a:pt x="3251" y="598551"/>
                </a:lnTo>
                <a:lnTo>
                  <a:pt x="838" y="611987"/>
                </a:lnTo>
                <a:lnTo>
                  <a:pt x="12" y="624840"/>
                </a:lnTo>
                <a:lnTo>
                  <a:pt x="1701" y="645439"/>
                </a:lnTo>
                <a:lnTo>
                  <a:pt x="25920" y="694944"/>
                </a:lnTo>
                <a:lnTo>
                  <a:pt x="70065" y="719378"/>
                </a:lnTo>
                <a:lnTo>
                  <a:pt x="86880" y="720852"/>
                </a:lnTo>
                <a:lnTo>
                  <a:pt x="96901" y="720280"/>
                </a:lnTo>
                <a:lnTo>
                  <a:pt x="132956" y="706805"/>
                </a:lnTo>
                <a:lnTo>
                  <a:pt x="163766" y="675233"/>
                </a:lnTo>
                <a:lnTo>
                  <a:pt x="193560" y="626364"/>
                </a:lnTo>
                <a:lnTo>
                  <a:pt x="204101" y="606920"/>
                </a:lnTo>
                <a:lnTo>
                  <a:pt x="212801" y="591883"/>
                </a:lnTo>
                <a:lnTo>
                  <a:pt x="241820" y="558482"/>
                </a:lnTo>
                <a:lnTo>
                  <a:pt x="272808" y="547116"/>
                </a:lnTo>
                <a:lnTo>
                  <a:pt x="283044" y="548259"/>
                </a:lnTo>
                <a:lnTo>
                  <a:pt x="317779" y="575144"/>
                </a:lnTo>
                <a:lnTo>
                  <a:pt x="326148" y="612648"/>
                </a:lnTo>
                <a:lnTo>
                  <a:pt x="325551" y="625843"/>
                </a:lnTo>
                <a:lnTo>
                  <a:pt x="308571" y="671995"/>
                </a:lnTo>
                <a:lnTo>
                  <a:pt x="274713" y="698830"/>
                </a:lnTo>
                <a:lnTo>
                  <a:pt x="230136" y="710184"/>
                </a:lnTo>
                <a:lnTo>
                  <a:pt x="230136" y="717804"/>
                </a:lnTo>
                <a:lnTo>
                  <a:pt x="342912" y="717804"/>
                </a:lnTo>
                <a:lnTo>
                  <a:pt x="342912" y="710184"/>
                </a:lnTo>
                <a:lnTo>
                  <a:pt x="335292" y="710184"/>
                </a:lnTo>
                <a:lnTo>
                  <a:pt x="330720" y="708660"/>
                </a:lnTo>
                <a:lnTo>
                  <a:pt x="329196" y="705612"/>
                </a:lnTo>
                <a:lnTo>
                  <a:pt x="326148" y="704088"/>
                </a:lnTo>
                <a:lnTo>
                  <a:pt x="324624" y="699516"/>
                </a:lnTo>
                <a:lnTo>
                  <a:pt x="324624" y="696468"/>
                </a:lnTo>
                <a:lnTo>
                  <a:pt x="325170" y="692137"/>
                </a:lnTo>
                <a:lnTo>
                  <a:pt x="326720" y="685800"/>
                </a:lnTo>
                <a:lnTo>
                  <a:pt x="332244" y="665988"/>
                </a:lnTo>
                <a:lnTo>
                  <a:pt x="336029" y="655447"/>
                </a:lnTo>
                <a:lnTo>
                  <a:pt x="338531" y="646747"/>
                </a:lnTo>
                <a:lnTo>
                  <a:pt x="341388" y="635508"/>
                </a:lnTo>
                <a:lnTo>
                  <a:pt x="342265" y="628650"/>
                </a:lnTo>
                <a:lnTo>
                  <a:pt x="342722" y="621792"/>
                </a:lnTo>
                <a:lnTo>
                  <a:pt x="342912" y="608076"/>
                </a:lnTo>
                <a:close/>
              </a:path>
              <a:path extrusionOk="0" h="1104900" w="343534">
                <a:moveTo>
                  <a:pt x="342912" y="135636"/>
                </a:moveTo>
                <a:lnTo>
                  <a:pt x="338150" y="93345"/>
                </a:lnTo>
                <a:lnTo>
                  <a:pt x="323100" y="57912"/>
                </a:lnTo>
                <a:lnTo>
                  <a:pt x="296621" y="26670"/>
                </a:lnTo>
                <a:lnTo>
                  <a:pt x="257568" y="0"/>
                </a:lnTo>
                <a:lnTo>
                  <a:pt x="254520" y="7620"/>
                </a:lnTo>
                <a:lnTo>
                  <a:pt x="273354" y="22174"/>
                </a:lnTo>
                <a:lnTo>
                  <a:pt x="288620" y="36004"/>
                </a:lnTo>
                <a:lnTo>
                  <a:pt x="313855" y="73850"/>
                </a:lnTo>
                <a:lnTo>
                  <a:pt x="321576" y="117348"/>
                </a:lnTo>
                <a:lnTo>
                  <a:pt x="320662" y="135089"/>
                </a:lnTo>
                <a:lnTo>
                  <a:pt x="304812" y="182880"/>
                </a:lnTo>
                <a:lnTo>
                  <a:pt x="269659" y="217601"/>
                </a:lnTo>
                <a:lnTo>
                  <a:pt x="219087" y="235839"/>
                </a:lnTo>
                <a:lnTo>
                  <a:pt x="176796" y="239268"/>
                </a:lnTo>
                <a:lnTo>
                  <a:pt x="151384" y="238391"/>
                </a:lnTo>
                <a:lnTo>
                  <a:pt x="106286" y="230911"/>
                </a:lnTo>
                <a:lnTo>
                  <a:pt x="69748" y="216319"/>
                </a:lnTo>
                <a:lnTo>
                  <a:pt x="33540" y="182880"/>
                </a:lnTo>
                <a:lnTo>
                  <a:pt x="17894" y="140665"/>
                </a:lnTo>
                <a:lnTo>
                  <a:pt x="16776" y="124968"/>
                </a:lnTo>
                <a:lnTo>
                  <a:pt x="18199" y="106375"/>
                </a:lnTo>
                <a:lnTo>
                  <a:pt x="39636" y="59436"/>
                </a:lnTo>
                <a:lnTo>
                  <a:pt x="69354" y="35242"/>
                </a:lnTo>
                <a:lnTo>
                  <a:pt x="112788" y="16764"/>
                </a:lnTo>
                <a:lnTo>
                  <a:pt x="112788" y="9144"/>
                </a:lnTo>
                <a:lnTo>
                  <a:pt x="12" y="16764"/>
                </a:lnTo>
                <a:lnTo>
                  <a:pt x="12" y="24384"/>
                </a:lnTo>
                <a:lnTo>
                  <a:pt x="7632" y="25908"/>
                </a:lnTo>
                <a:lnTo>
                  <a:pt x="13728" y="28956"/>
                </a:lnTo>
                <a:lnTo>
                  <a:pt x="21348" y="36576"/>
                </a:lnTo>
                <a:lnTo>
                  <a:pt x="22872" y="41148"/>
                </a:lnTo>
                <a:lnTo>
                  <a:pt x="22872" y="47244"/>
                </a:lnTo>
                <a:lnTo>
                  <a:pt x="21348" y="51816"/>
                </a:lnTo>
                <a:lnTo>
                  <a:pt x="18300" y="59436"/>
                </a:lnTo>
                <a:lnTo>
                  <a:pt x="10299" y="76606"/>
                </a:lnTo>
                <a:lnTo>
                  <a:pt x="4584" y="93916"/>
                </a:lnTo>
                <a:lnTo>
                  <a:pt x="1155" y="111518"/>
                </a:lnTo>
                <a:lnTo>
                  <a:pt x="12" y="129540"/>
                </a:lnTo>
                <a:lnTo>
                  <a:pt x="1435" y="151193"/>
                </a:lnTo>
                <a:lnTo>
                  <a:pt x="12865" y="192773"/>
                </a:lnTo>
                <a:lnTo>
                  <a:pt x="35445" y="230149"/>
                </a:lnTo>
                <a:lnTo>
                  <a:pt x="67449" y="260489"/>
                </a:lnTo>
                <a:lnTo>
                  <a:pt x="108000" y="281927"/>
                </a:lnTo>
                <a:lnTo>
                  <a:pt x="153098" y="292735"/>
                </a:lnTo>
                <a:lnTo>
                  <a:pt x="176796" y="294132"/>
                </a:lnTo>
                <a:lnTo>
                  <a:pt x="206527" y="292112"/>
                </a:lnTo>
                <a:lnTo>
                  <a:pt x="259727" y="275488"/>
                </a:lnTo>
                <a:lnTo>
                  <a:pt x="309473" y="236372"/>
                </a:lnTo>
                <a:lnTo>
                  <a:pt x="339191" y="173596"/>
                </a:lnTo>
                <a:lnTo>
                  <a:pt x="342912" y="135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550" name="Google Shape;4550;p76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606296" y="9473183"/>
            <a:ext cx="172211" cy="1722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551" name="Google Shape;4551;p76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592580" y="8965692"/>
            <a:ext cx="207264" cy="368808"/>
          </a:xfrm>
          <a:prstGeom prst="rect">
            <a:avLst/>
          </a:prstGeom>
          <a:noFill/>
          <a:ln>
            <a:noFill/>
          </a:ln>
        </p:spPr>
      </p:pic>
      <p:sp>
        <p:nvSpPr>
          <p:cNvPr id="4552" name="Google Shape;4552;p76"/>
          <p:cNvSpPr/>
          <p:nvPr/>
        </p:nvSpPr>
        <p:spPr>
          <a:xfrm>
            <a:off x="1592567" y="8258556"/>
            <a:ext cx="210820" cy="628015"/>
          </a:xfrm>
          <a:custGeom>
            <a:rect b="b" l="l" r="r" t="t"/>
            <a:pathLst>
              <a:path extrusionOk="0" h="628015" w="210819">
                <a:moveTo>
                  <a:pt x="207264" y="402336"/>
                </a:moveTo>
                <a:lnTo>
                  <a:pt x="202692" y="402336"/>
                </a:lnTo>
                <a:lnTo>
                  <a:pt x="202692" y="408432"/>
                </a:lnTo>
                <a:lnTo>
                  <a:pt x="201168" y="413004"/>
                </a:lnTo>
                <a:lnTo>
                  <a:pt x="199644" y="414528"/>
                </a:lnTo>
                <a:lnTo>
                  <a:pt x="198120" y="417576"/>
                </a:lnTo>
                <a:lnTo>
                  <a:pt x="195072" y="420624"/>
                </a:lnTo>
                <a:lnTo>
                  <a:pt x="190500" y="422148"/>
                </a:lnTo>
                <a:lnTo>
                  <a:pt x="118872" y="422148"/>
                </a:lnTo>
                <a:lnTo>
                  <a:pt x="111188" y="422414"/>
                </a:lnTo>
                <a:lnTo>
                  <a:pt x="74676" y="437388"/>
                </a:lnTo>
                <a:lnTo>
                  <a:pt x="70104" y="449580"/>
                </a:lnTo>
                <a:lnTo>
                  <a:pt x="70104" y="463296"/>
                </a:lnTo>
                <a:lnTo>
                  <a:pt x="71628" y="470916"/>
                </a:lnTo>
                <a:lnTo>
                  <a:pt x="76200" y="477012"/>
                </a:lnTo>
                <a:lnTo>
                  <a:pt x="79349" y="482752"/>
                </a:lnTo>
                <a:lnTo>
                  <a:pt x="84201" y="488632"/>
                </a:lnTo>
                <a:lnTo>
                  <a:pt x="90779" y="494804"/>
                </a:lnTo>
                <a:lnTo>
                  <a:pt x="99060" y="501396"/>
                </a:lnTo>
                <a:lnTo>
                  <a:pt x="89916" y="504444"/>
                </a:lnTo>
                <a:lnTo>
                  <a:pt x="82296" y="507492"/>
                </a:lnTo>
                <a:lnTo>
                  <a:pt x="73152" y="519684"/>
                </a:lnTo>
                <a:lnTo>
                  <a:pt x="70104" y="527304"/>
                </a:lnTo>
                <a:lnTo>
                  <a:pt x="70104" y="539496"/>
                </a:lnTo>
                <a:lnTo>
                  <a:pt x="71628" y="544068"/>
                </a:lnTo>
                <a:lnTo>
                  <a:pt x="73152" y="550164"/>
                </a:lnTo>
                <a:lnTo>
                  <a:pt x="74676" y="554736"/>
                </a:lnTo>
                <a:lnTo>
                  <a:pt x="77724" y="559308"/>
                </a:lnTo>
                <a:lnTo>
                  <a:pt x="83820" y="565404"/>
                </a:lnTo>
                <a:lnTo>
                  <a:pt x="88392" y="571500"/>
                </a:lnTo>
                <a:lnTo>
                  <a:pt x="99060" y="580644"/>
                </a:lnTo>
                <a:lnTo>
                  <a:pt x="70104" y="580644"/>
                </a:lnTo>
                <a:lnTo>
                  <a:pt x="70104" y="586740"/>
                </a:lnTo>
                <a:lnTo>
                  <a:pt x="86868" y="627888"/>
                </a:lnTo>
                <a:lnTo>
                  <a:pt x="91440" y="624840"/>
                </a:lnTo>
                <a:lnTo>
                  <a:pt x="88392" y="618744"/>
                </a:lnTo>
                <a:lnTo>
                  <a:pt x="88392" y="612648"/>
                </a:lnTo>
                <a:lnTo>
                  <a:pt x="91440" y="609600"/>
                </a:lnTo>
                <a:lnTo>
                  <a:pt x="91440" y="608076"/>
                </a:lnTo>
                <a:lnTo>
                  <a:pt x="94488" y="606552"/>
                </a:lnTo>
                <a:lnTo>
                  <a:pt x="97536" y="606552"/>
                </a:lnTo>
                <a:lnTo>
                  <a:pt x="101854" y="605675"/>
                </a:lnTo>
                <a:lnTo>
                  <a:pt x="108013" y="605218"/>
                </a:lnTo>
                <a:lnTo>
                  <a:pt x="126492" y="605028"/>
                </a:lnTo>
                <a:lnTo>
                  <a:pt x="190500" y="605028"/>
                </a:lnTo>
                <a:lnTo>
                  <a:pt x="199644" y="609600"/>
                </a:lnTo>
                <a:lnTo>
                  <a:pt x="201168" y="612648"/>
                </a:lnTo>
                <a:lnTo>
                  <a:pt x="201168" y="614172"/>
                </a:lnTo>
                <a:lnTo>
                  <a:pt x="202692" y="618744"/>
                </a:lnTo>
                <a:lnTo>
                  <a:pt x="202692" y="624840"/>
                </a:lnTo>
                <a:lnTo>
                  <a:pt x="207264" y="624840"/>
                </a:lnTo>
                <a:lnTo>
                  <a:pt x="207264" y="560832"/>
                </a:lnTo>
                <a:lnTo>
                  <a:pt x="202692" y="560832"/>
                </a:lnTo>
                <a:lnTo>
                  <a:pt x="202692" y="566928"/>
                </a:lnTo>
                <a:lnTo>
                  <a:pt x="201168" y="571500"/>
                </a:lnTo>
                <a:lnTo>
                  <a:pt x="201168" y="574548"/>
                </a:lnTo>
                <a:lnTo>
                  <a:pt x="199644" y="576072"/>
                </a:lnTo>
                <a:lnTo>
                  <a:pt x="193548" y="579120"/>
                </a:lnTo>
                <a:lnTo>
                  <a:pt x="192024" y="580644"/>
                </a:lnTo>
                <a:lnTo>
                  <a:pt x="106680" y="580644"/>
                </a:lnTo>
                <a:lnTo>
                  <a:pt x="100584" y="576072"/>
                </a:lnTo>
                <a:lnTo>
                  <a:pt x="96012" y="569976"/>
                </a:lnTo>
                <a:lnTo>
                  <a:pt x="92964" y="562356"/>
                </a:lnTo>
                <a:lnTo>
                  <a:pt x="89916" y="557784"/>
                </a:lnTo>
                <a:lnTo>
                  <a:pt x="88392" y="553212"/>
                </a:lnTo>
                <a:lnTo>
                  <a:pt x="88392" y="539496"/>
                </a:lnTo>
                <a:lnTo>
                  <a:pt x="91440" y="534924"/>
                </a:lnTo>
                <a:lnTo>
                  <a:pt x="97536" y="530352"/>
                </a:lnTo>
                <a:lnTo>
                  <a:pt x="102108" y="527304"/>
                </a:lnTo>
                <a:lnTo>
                  <a:pt x="109728" y="525780"/>
                </a:lnTo>
                <a:lnTo>
                  <a:pt x="192024" y="525780"/>
                </a:lnTo>
                <a:lnTo>
                  <a:pt x="198120" y="528828"/>
                </a:lnTo>
                <a:lnTo>
                  <a:pt x="199644" y="531876"/>
                </a:lnTo>
                <a:lnTo>
                  <a:pt x="201168" y="533400"/>
                </a:lnTo>
                <a:lnTo>
                  <a:pt x="202692" y="539496"/>
                </a:lnTo>
                <a:lnTo>
                  <a:pt x="202692" y="545592"/>
                </a:lnTo>
                <a:lnTo>
                  <a:pt x="207264" y="545592"/>
                </a:lnTo>
                <a:lnTo>
                  <a:pt x="207264" y="481584"/>
                </a:lnTo>
                <a:lnTo>
                  <a:pt x="202692" y="481584"/>
                </a:lnTo>
                <a:lnTo>
                  <a:pt x="202692" y="487680"/>
                </a:lnTo>
                <a:lnTo>
                  <a:pt x="201168" y="492252"/>
                </a:lnTo>
                <a:lnTo>
                  <a:pt x="199644" y="495300"/>
                </a:lnTo>
                <a:lnTo>
                  <a:pt x="196596" y="498348"/>
                </a:lnTo>
                <a:lnTo>
                  <a:pt x="193548" y="499872"/>
                </a:lnTo>
                <a:lnTo>
                  <a:pt x="192024" y="501396"/>
                </a:lnTo>
                <a:lnTo>
                  <a:pt x="106680" y="501396"/>
                </a:lnTo>
                <a:lnTo>
                  <a:pt x="99060" y="493776"/>
                </a:lnTo>
                <a:lnTo>
                  <a:pt x="94488" y="487680"/>
                </a:lnTo>
                <a:lnTo>
                  <a:pt x="91440" y="483108"/>
                </a:lnTo>
                <a:lnTo>
                  <a:pt x="89916" y="477012"/>
                </a:lnTo>
                <a:lnTo>
                  <a:pt x="88392" y="472440"/>
                </a:lnTo>
                <a:lnTo>
                  <a:pt x="88392" y="460248"/>
                </a:lnTo>
                <a:lnTo>
                  <a:pt x="91440" y="454152"/>
                </a:lnTo>
                <a:lnTo>
                  <a:pt x="97536" y="449580"/>
                </a:lnTo>
                <a:lnTo>
                  <a:pt x="102108" y="448056"/>
                </a:lnTo>
                <a:lnTo>
                  <a:pt x="109728" y="446532"/>
                </a:lnTo>
                <a:lnTo>
                  <a:pt x="192024" y="446532"/>
                </a:lnTo>
                <a:lnTo>
                  <a:pt x="198120" y="449580"/>
                </a:lnTo>
                <a:lnTo>
                  <a:pt x="199644" y="451104"/>
                </a:lnTo>
                <a:lnTo>
                  <a:pt x="201168" y="454152"/>
                </a:lnTo>
                <a:lnTo>
                  <a:pt x="202692" y="458724"/>
                </a:lnTo>
                <a:lnTo>
                  <a:pt x="202692" y="466344"/>
                </a:lnTo>
                <a:lnTo>
                  <a:pt x="207264" y="466344"/>
                </a:lnTo>
                <a:lnTo>
                  <a:pt x="207264" y="402336"/>
                </a:lnTo>
                <a:close/>
              </a:path>
              <a:path extrusionOk="0" h="628015" w="210819">
                <a:moveTo>
                  <a:pt x="207264" y="83820"/>
                </a:moveTo>
                <a:lnTo>
                  <a:pt x="202692" y="83820"/>
                </a:lnTo>
                <a:lnTo>
                  <a:pt x="202692" y="89916"/>
                </a:lnTo>
                <a:lnTo>
                  <a:pt x="201168" y="94488"/>
                </a:lnTo>
                <a:lnTo>
                  <a:pt x="201168" y="96012"/>
                </a:lnTo>
                <a:lnTo>
                  <a:pt x="199644" y="99060"/>
                </a:lnTo>
                <a:lnTo>
                  <a:pt x="196596" y="100584"/>
                </a:lnTo>
                <a:lnTo>
                  <a:pt x="195072" y="102108"/>
                </a:lnTo>
                <a:lnTo>
                  <a:pt x="192024" y="102108"/>
                </a:lnTo>
                <a:lnTo>
                  <a:pt x="185928" y="103632"/>
                </a:lnTo>
                <a:lnTo>
                  <a:pt x="132588" y="103632"/>
                </a:lnTo>
                <a:lnTo>
                  <a:pt x="0" y="103632"/>
                </a:lnTo>
                <a:lnTo>
                  <a:pt x="0" y="109728"/>
                </a:lnTo>
                <a:lnTo>
                  <a:pt x="16764" y="149352"/>
                </a:lnTo>
                <a:lnTo>
                  <a:pt x="21336" y="146304"/>
                </a:lnTo>
                <a:lnTo>
                  <a:pt x="18288" y="140208"/>
                </a:lnTo>
                <a:lnTo>
                  <a:pt x="18288" y="135636"/>
                </a:lnTo>
                <a:lnTo>
                  <a:pt x="19812" y="132588"/>
                </a:lnTo>
                <a:lnTo>
                  <a:pt x="21336" y="131064"/>
                </a:lnTo>
                <a:lnTo>
                  <a:pt x="21336" y="129540"/>
                </a:lnTo>
                <a:lnTo>
                  <a:pt x="24384" y="129540"/>
                </a:lnTo>
                <a:lnTo>
                  <a:pt x="27432" y="128016"/>
                </a:lnTo>
                <a:lnTo>
                  <a:pt x="190500" y="128016"/>
                </a:lnTo>
                <a:lnTo>
                  <a:pt x="195072" y="129540"/>
                </a:lnTo>
                <a:lnTo>
                  <a:pt x="199644" y="134112"/>
                </a:lnTo>
                <a:lnTo>
                  <a:pt x="201168" y="137160"/>
                </a:lnTo>
                <a:lnTo>
                  <a:pt x="202692" y="141732"/>
                </a:lnTo>
                <a:lnTo>
                  <a:pt x="202692" y="149352"/>
                </a:lnTo>
                <a:lnTo>
                  <a:pt x="207264" y="149352"/>
                </a:lnTo>
                <a:lnTo>
                  <a:pt x="207264" y="128016"/>
                </a:lnTo>
                <a:lnTo>
                  <a:pt x="207264" y="83820"/>
                </a:lnTo>
                <a:close/>
              </a:path>
              <a:path extrusionOk="0" h="628015" w="210819">
                <a:moveTo>
                  <a:pt x="207264" y="0"/>
                </a:moveTo>
                <a:lnTo>
                  <a:pt x="201168" y="0"/>
                </a:lnTo>
                <a:lnTo>
                  <a:pt x="201168" y="10668"/>
                </a:lnTo>
                <a:lnTo>
                  <a:pt x="199644" y="12192"/>
                </a:lnTo>
                <a:lnTo>
                  <a:pt x="198120" y="16764"/>
                </a:lnTo>
                <a:lnTo>
                  <a:pt x="195072" y="19812"/>
                </a:lnTo>
                <a:lnTo>
                  <a:pt x="192024" y="24384"/>
                </a:lnTo>
                <a:lnTo>
                  <a:pt x="188023" y="27266"/>
                </a:lnTo>
                <a:lnTo>
                  <a:pt x="182880" y="31432"/>
                </a:lnTo>
                <a:lnTo>
                  <a:pt x="176593" y="37033"/>
                </a:lnTo>
                <a:lnTo>
                  <a:pt x="169164" y="44196"/>
                </a:lnTo>
                <a:lnTo>
                  <a:pt x="123444" y="79248"/>
                </a:lnTo>
                <a:lnTo>
                  <a:pt x="102247" y="54864"/>
                </a:lnTo>
                <a:lnTo>
                  <a:pt x="92964" y="44196"/>
                </a:lnTo>
                <a:lnTo>
                  <a:pt x="86868" y="38100"/>
                </a:lnTo>
                <a:lnTo>
                  <a:pt x="82296" y="32004"/>
                </a:lnTo>
                <a:lnTo>
                  <a:pt x="79248" y="25908"/>
                </a:lnTo>
                <a:lnTo>
                  <a:pt x="77724" y="19812"/>
                </a:lnTo>
                <a:lnTo>
                  <a:pt x="76200" y="12192"/>
                </a:lnTo>
                <a:lnTo>
                  <a:pt x="76200" y="4572"/>
                </a:lnTo>
                <a:lnTo>
                  <a:pt x="73152" y="4572"/>
                </a:lnTo>
                <a:lnTo>
                  <a:pt x="73152" y="64008"/>
                </a:lnTo>
                <a:lnTo>
                  <a:pt x="77724" y="64008"/>
                </a:lnTo>
                <a:lnTo>
                  <a:pt x="77724" y="60960"/>
                </a:lnTo>
                <a:lnTo>
                  <a:pt x="79248" y="57912"/>
                </a:lnTo>
                <a:lnTo>
                  <a:pt x="79248" y="56388"/>
                </a:lnTo>
                <a:lnTo>
                  <a:pt x="80772" y="54864"/>
                </a:lnTo>
                <a:lnTo>
                  <a:pt x="88392" y="54864"/>
                </a:lnTo>
                <a:lnTo>
                  <a:pt x="102108" y="68580"/>
                </a:lnTo>
                <a:lnTo>
                  <a:pt x="132588" y="103632"/>
                </a:lnTo>
                <a:lnTo>
                  <a:pt x="162204" y="79248"/>
                </a:lnTo>
                <a:lnTo>
                  <a:pt x="184404" y="60960"/>
                </a:lnTo>
                <a:lnTo>
                  <a:pt x="190500" y="56388"/>
                </a:lnTo>
                <a:lnTo>
                  <a:pt x="193548" y="54864"/>
                </a:lnTo>
                <a:lnTo>
                  <a:pt x="198120" y="54864"/>
                </a:lnTo>
                <a:lnTo>
                  <a:pt x="199644" y="56388"/>
                </a:lnTo>
                <a:lnTo>
                  <a:pt x="201168" y="56388"/>
                </a:lnTo>
                <a:lnTo>
                  <a:pt x="201168" y="57912"/>
                </a:lnTo>
                <a:lnTo>
                  <a:pt x="202692" y="60960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54864"/>
                </a:lnTo>
                <a:lnTo>
                  <a:pt x="207264" y="0"/>
                </a:lnTo>
                <a:close/>
              </a:path>
              <a:path extrusionOk="0" h="628015" w="210819">
                <a:moveTo>
                  <a:pt x="210312" y="300228"/>
                </a:moveTo>
                <a:lnTo>
                  <a:pt x="208915" y="292227"/>
                </a:lnTo>
                <a:lnTo>
                  <a:pt x="208813" y="292036"/>
                </a:lnTo>
                <a:lnTo>
                  <a:pt x="204787" y="284226"/>
                </a:lnTo>
                <a:lnTo>
                  <a:pt x="198107" y="276225"/>
                </a:lnTo>
                <a:lnTo>
                  <a:pt x="188976" y="268224"/>
                </a:lnTo>
                <a:lnTo>
                  <a:pt x="181356" y="268224"/>
                </a:lnTo>
                <a:lnTo>
                  <a:pt x="185928" y="274320"/>
                </a:lnTo>
                <a:lnTo>
                  <a:pt x="190500" y="278892"/>
                </a:lnTo>
                <a:lnTo>
                  <a:pt x="190500" y="280416"/>
                </a:lnTo>
                <a:lnTo>
                  <a:pt x="192024" y="281940"/>
                </a:lnTo>
                <a:lnTo>
                  <a:pt x="192024" y="286512"/>
                </a:lnTo>
                <a:lnTo>
                  <a:pt x="188976" y="289560"/>
                </a:lnTo>
                <a:lnTo>
                  <a:pt x="187452" y="289560"/>
                </a:lnTo>
                <a:lnTo>
                  <a:pt x="184404" y="291084"/>
                </a:lnTo>
                <a:lnTo>
                  <a:pt x="115824" y="291084"/>
                </a:lnTo>
                <a:lnTo>
                  <a:pt x="106641" y="291350"/>
                </a:lnTo>
                <a:lnTo>
                  <a:pt x="73329" y="312356"/>
                </a:lnTo>
                <a:lnTo>
                  <a:pt x="70243" y="331457"/>
                </a:lnTo>
                <a:lnTo>
                  <a:pt x="70345" y="339471"/>
                </a:lnTo>
                <a:lnTo>
                  <a:pt x="70446" y="341376"/>
                </a:lnTo>
                <a:lnTo>
                  <a:pt x="70523" y="342900"/>
                </a:lnTo>
                <a:lnTo>
                  <a:pt x="92202" y="380809"/>
                </a:lnTo>
                <a:lnTo>
                  <a:pt x="103632" y="384048"/>
                </a:lnTo>
                <a:lnTo>
                  <a:pt x="108204" y="384048"/>
                </a:lnTo>
                <a:lnTo>
                  <a:pt x="112776" y="382524"/>
                </a:lnTo>
                <a:lnTo>
                  <a:pt x="117348" y="377952"/>
                </a:lnTo>
                <a:lnTo>
                  <a:pt x="118872" y="374904"/>
                </a:lnTo>
                <a:lnTo>
                  <a:pt x="118872" y="368808"/>
                </a:lnTo>
                <a:lnTo>
                  <a:pt x="117348" y="365760"/>
                </a:lnTo>
                <a:lnTo>
                  <a:pt x="112776" y="361188"/>
                </a:lnTo>
                <a:lnTo>
                  <a:pt x="108204" y="359664"/>
                </a:lnTo>
                <a:lnTo>
                  <a:pt x="91440" y="359664"/>
                </a:lnTo>
                <a:lnTo>
                  <a:pt x="86868" y="358140"/>
                </a:lnTo>
                <a:lnTo>
                  <a:pt x="83820" y="355092"/>
                </a:lnTo>
                <a:lnTo>
                  <a:pt x="80772" y="350520"/>
                </a:lnTo>
                <a:lnTo>
                  <a:pt x="79311" y="346138"/>
                </a:lnTo>
                <a:lnTo>
                  <a:pt x="79248" y="332232"/>
                </a:lnTo>
                <a:lnTo>
                  <a:pt x="82296" y="326136"/>
                </a:lnTo>
                <a:lnTo>
                  <a:pt x="114300" y="315468"/>
                </a:lnTo>
                <a:lnTo>
                  <a:pt x="120396" y="315468"/>
                </a:lnTo>
                <a:lnTo>
                  <a:pt x="120510" y="315785"/>
                </a:lnTo>
                <a:lnTo>
                  <a:pt x="126187" y="331660"/>
                </a:lnTo>
                <a:lnTo>
                  <a:pt x="131635" y="344995"/>
                </a:lnTo>
                <a:lnTo>
                  <a:pt x="136842" y="355854"/>
                </a:lnTo>
                <a:lnTo>
                  <a:pt x="141846" y="364426"/>
                </a:lnTo>
                <a:lnTo>
                  <a:pt x="145453" y="370763"/>
                </a:lnTo>
                <a:lnTo>
                  <a:pt x="149733" y="376428"/>
                </a:lnTo>
                <a:lnTo>
                  <a:pt x="154597" y="380961"/>
                </a:lnTo>
                <a:lnTo>
                  <a:pt x="160020" y="384048"/>
                </a:lnTo>
                <a:lnTo>
                  <a:pt x="164592" y="387096"/>
                </a:lnTo>
                <a:lnTo>
                  <a:pt x="169164" y="388620"/>
                </a:lnTo>
                <a:lnTo>
                  <a:pt x="176784" y="388620"/>
                </a:lnTo>
                <a:lnTo>
                  <a:pt x="210312" y="367284"/>
                </a:lnTo>
                <a:lnTo>
                  <a:pt x="210312" y="364236"/>
                </a:lnTo>
                <a:lnTo>
                  <a:pt x="210312" y="352044"/>
                </a:lnTo>
                <a:lnTo>
                  <a:pt x="208788" y="345948"/>
                </a:lnTo>
                <a:lnTo>
                  <a:pt x="205740" y="341376"/>
                </a:lnTo>
                <a:lnTo>
                  <a:pt x="203746" y="337972"/>
                </a:lnTo>
                <a:lnTo>
                  <a:pt x="200025" y="332422"/>
                </a:lnTo>
                <a:lnTo>
                  <a:pt x="194602" y="324878"/>
                </a:lnTo>
                <a:lnTo>
                  <a:pt x="192024" y="321487"/>
                </a:lnTo>
                <a:lnTo>
                  <a:pt x="192024" y="344424"/>
                </a:lnTo>
                <a:lnTo>
                  <a:pt x="192024" y="348996"/>
                </a:lnTo>
                <a:lnTo>
                  <a:pt x="185928" y="358140"/>
                </a:lnTo>
                <a:lnTo>
                  <a:pt x="181356" y="362712"/>
                </a:lnTo>
                <a:lnTo>
                  <a:pt x="175260" y="364236"/>
                </a:lnTo>
                <a:lnTo>
                  <a:pt x="163068" y="364236"/>
                </a:lnTo>
                <a:lnTo>
                  <a:pt x="158496" y="362712"/>
                </a:lnTo>
                <a:lnTo>
                  <a:pt x="149352" y="356616"/>
                </a:lnTo>
                <a:lnTo>
                  <a:pt x="144780" y="350520"/>
                </a:lnTo>
                <a:lnTo>
                  <a:pt x="141732" y="342900"/>
                </a:lnTo>
                <a:lnTo>
                  <a:pt x="139407" y="339471"/>
                </a:lnTo>
                <a:lnTo>
                  <a:pt x="136779" y="333756"/>
                </a:lnTo>
                <a:lnTo>
                  <a:pt x="133591" y="325755"/>
                </a:lnTo>
                <a:lnTo>
                  <a:pt x="129540" y="315468"/>
                </a:lnTo>
                <a:lnTo>
                  <a:pt x="178308" y="315468"/>
                </a:lnTo>
                <a:lnTo>
                  <a:pt x="184315" y="324065"/>
                </a:lnTo>
                <a:lnTo>
                  <a:pt x="188595" y="331660"/>
                </a:lnTo>
                <a:lnTo>
                  <a:pt x="191173" y="338404"/>
                </a:lnTo>
                <a:lnTo>
                  <a:pt x="192024" y="344424"/>
                </a:lnTo>
                <a:lnTo>
                  <a:pt x="192024" y="321487"/>
                </a:lnTo>
                <a:lnTo>
                  <a:pt x="187452" y="315468"/>
                </a:lnTo>
                <a:lnTo>
                  <a:pt x="195072" y="315468"/>
                </a:lnTo>
                <a:lnTo>
                  <a:pt x="201168" y="313944"/>
                </a:lnTo>
                <a:lnTo>
                  <a:pt x="204216" y="310896"/>
                </a:lnTo>
                <a:lnTo>
                  <a:pt x="208788" y="307848"/>
                </a:lnTo>
                <a:lnTo>
                  <a:pt x="210312" y="304800"/>
                </a:lnTo>
                <a:lnTo>
                  <a:pt x="210312" y="300228"/>
                </a:lnTo>
                <a:close/>
              </a:path>
              <a:path extrusionOk="0" h="628015" w="210819">
                <a:moveTo>
                  <a:pt x="210312" y="204216"/>
                </a:moveTo>
                <a:lnTo>
                  <a:pt x="193408" y="167741"/>
                </a:lnTo>
                <a:lnTo>
                  <a:pt x="170688" y="160020"/>
                </a:lnTo>
                <a:lnTo>
                  <a:pt x="158953" y="161759"/>
                </a:lnTo>
                <a:lnTo>
                  <a:pt x="148780" y="167068"/>
                </a:lnTo>
                <a:lnTo>
                  <a:pt x="140042" y="176098"/>
                </a:lnTo>
                <a:lnTo>
                  <a:pt x="132588" y="188976"/>
                </a:lnTo>
                <a:lnTo>
                  <a:pt x="114300" y="225552"/>
                </a:lnTo>
                <a:lnTo>
                  <a:pt x="109728" y="228600"/>
                </a:lnTo>
                <a:lnTo>
                  <a:pt x="106680" y="231648"/>
                </a:lnTo>
                <a:lnTo>
                  <a:pt x="102108" y="233172"/>
                </a:lnTo>
                <a:lnTo>
                  <a:pt x="91440" y="233172"/>
                </a:lnTo>
                <a:lnTo>
                  <a:pt x="88392" y="230124"/>
                </a:lnTo>
                <a:lnTo>
                  <a:pt x="83820" y="227076"/>
                </a:lnTo>
                <a:lnTo>
                  <a:pt x="80772" y="222504"/>
                </a:lnTo>
                <a:lnTo>
                  <a:pt x="79248" y="216408"/>
                </a:lnTo>
                <a:lnTo>
                  <a:pt x="79248" y="201168"/>
                </a:lnTo>
                <a:lnTo>
                  <a:pt x="115824" y="175260"/>
                </a:lnTo>
                <a:lnTo>
                  <a:pt x="115824" y="170688"/>
                </a:lnTo>
                <a:lnTo>
                  <a:pt x="70104" y="170688"/>
                </a:lnTo>
                <a:lnTo>
                  <a:pt x="70104" y="175260"/>
                </a:lnTo>
                <a:lnTo>
                  <a:pt x="73152" y="175260"/>
                </a:lnTo>
                <a:lnTo>
                  <a:pt x="74676" y="176784"/>
                </a:lnTo>
                <a:lnTo>
                  <a:pt x="74676" y="178308"/>
                </a:lnTo>
                <a:lnTo>
                  <a:pt x="76200" y="178308"/>
                </a:lnTo>
                <a:lnTo>
                  <a:pt x="76200" y="182880"/>
                </a:lnTo>
                <a:lnTo>
                  <a:pt x="74676" y="185928"/>
                </a:lnTo>
                <a:lnTo>
                  <a:pt x="73152" y="190500"/>
                </a:lnTo>
                <a:lnTo>
                  <a:pt x="70104" y="205740"/>
                </a:lnTo>
                <a:lnTo>
                  <a:pt x="70104" y="210312"/>
                </a:lnTo>
                <a:lnTo>
                  <a:pt x="93345" y="248221"/>
                </a:lnTo>
                <a:lnTo>
                  <a:pt x="108204" y="251460"/>
                </a:lnTo>
                <a:lnTo>
                  <a:pt x="115824" y="251460"/>
                </a:lnTo>
                <a:lnTo>
                  <a:pt x="123444" y="248412"/>
                </a:lnTo>
                <a:lnTo>
                  <a:pt x="128016" y="243840"/>
                </a:lnTo>
                <a:lnTo>
                  <a:pt x="132588" y="239560"/>
                </a:lnTo>
                <a:lnTo>
                  <a:pt x="137160" y="233553"/>
                </a:lnTo>
                <a:lnTo>
                  <a:pt x="141732" y="225844"/>
                </a:lnTo>
                <a:lnTo>
                  <a:pt x="151498" y="206108"/>
                </a:lnTo>
                <a:lnTo>
                  <a:pt x="155829" y="197929"/>
                </a:lnTo>
                <a:lnTo>
                  <a:pt x="159600" y="191770"/>
                </a:lnTo>
                <a:lnTo>
                  <a:pt x="163068" y="187452"/>
                </a:lnTo>
                <a:lnTo>
                  <a:pt x="167640" y="182880"/>
                </a:lnTo>
                <a:lnTo>
                  <a:pt x="173736" y="181356"/>
                </a:lnTo>
                <a:lnTo>
                  <a:pt x="185928" y="181356"/>
                </a:lnTo>
                <a:lnTo>
                  <a:pt x="190500" y="182880"/>
                </a:lnTo>
                <a:lnTo>
                  <a:pt x="199644" y="192024"/>
                </a:lnTo>
                <a:lnTo>
                  <a:pt x="201168" y="196596"/>
                </a:lnTo>
                <a:lnTo>
                  <a:pt x="201168" y="204216"/>
                </a:lnTo>
                <a:lnTo>
                  <a:pt x="178308" y="240220"/>
                </a:lnTo>
                <a:lnTo>
                  <a:pt x="161544" y="246888"/>
                </a:lnTo>
                <a:lnTo>
                  <a:pt x="161544" y="251460"/>
                </a:lnTo>
                <a:lnTo>
                  <a:pt x="208788" y="251460"/>
                </a:lnTo>
                <a:lnTo>
                  <a:pt x="210312" y="246888"/>
                </a:lnTo>
                <a:lnTo>
                  <a:pt x="205740" y="245364"/>
                </a:lnTo>
                <a:lnTo>
                  <a:pt x="204216" y="243840"/>
                </a:lnTo>
                <a:lnTo>
                  <a:pt x="204216" y="236220"/>
                </a:lnTo>
                <a:lnTo>
                  <a:pt x="205740" y="233172"/>
                </a:lnTo>
                <a:lnTo>
                  <a:pt x="207746" y="225437"/>
                </a:lnTo>
                <a:lnTo>
                  <a:pt x="209169" y="218122"/>
                </a:lnTo>
                <a:lnTo>
                  <a:pt x="210032" y="211099"/>
                </a:lnTo>
                <a:lnTo>
                  <a:pt x="210312" y="2042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3" name="Google Shape;4553;p76"/>
          <p:cNvGrpSpPr/>
          <p:nvPr/>
        </p:nvGrpSpPr>
        <p:grpSpPr>
          <a:xfrm>
            <a:off x="1592580" y="7484364"/>
            <a:ext cx="271386" cy="693420"/>
            <a:chOff x="1592580" y="7484364"/>
            <a:chExt cx="271386" cy="693420"/>
          </a:xfrm>
        </p:grpSpPr>
        <p:pic>
          <p:nvPicPr>
            <p:cNvPr id="4554" name="Google Shape;4554;p76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92580" y="8112252"/>
              <a:ext cx="207264" cy="655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55" name="Google Shape;4555;p76"/>
            <p:cNvSpPr/>
            <p:nvPr/>
          </p:nvSpPr>
          <p:spPr>
            <a:xfrm>
              <a:off x="1662671" y="7484364"/>
              <a:ext cx="201295" cy="605155"/>
            </a:xfrm>
            <a:custGeom>
              <a:rect b="b" l="l" r="r" t="t"/>
              <a:pathLst>
                <a:path extrusionOk="0" h="605154" w="201294">
                  <a:moveTo>
                    <a:pt x="137160" y="132588"/>
                  </a:moveTo>
                  <a:lnTo>
                    <a:pt x="132588" y="132588"/>
                  </a:lnTo>
                  <a:lnTo>
                    <a:pt x="132588" y="138684"/>
                  </a:lnTo>
                  <a:lnTo>
                    <a:pt x="131064" y="143256"/>
                  </a:lnTo>
                  <a:lnTo>
                    <a:pt x="129540" y="146304"/>
                  </a:lnTo>
                  <a:lnTo>
                    <a:pt x="128016" y="150876"/>
                  </a:lnTo>
                  <a:lnTo>
                    <a:pt x="124968" y="152400"/>
                  </a:lnTo>
                  <a:lnTo>
                    <a:pt x="123444" y="153924"/>
                  </a:lnTo>
                  <a:lnTo>
                    <a:pt x="114300" y="156972"/>
                  </a:lnTo>
                  <a:lnTo>
                    <a:pt x="44196" y="156972"/>
                  </a:lnTo>
                  <a:lnTo>
                    <a:pt x="35052" y="152400"/>
                  </a:lnTo>
                  <a:lnTo>
                    <a:pt x="27432" y="147828"/>
                  </a:lnTo>
                  <a:lnTo>
                    <a:pt x="24384" y="143256"/>
                  </a:lnTo>
                  <a:lnTo>
                    <a:pt x="22860" y="141732"/>
                  </a:lnTo>
                  <a:lnTo>
                    <a:pt x="21336" y="138684"/>
                  </a:lnTo>
                  <a:lnTo>
                    <a:pt x="21336" y="135636"/>
                  </a:lnTo>
                  <a:lnTo>
                    <a:pt x="22860" y="132588"/>
                  </a:lnTo>
                  <a:lnTo>
                    <a:pt x="25908" y="128016"/>
                  </a:lnTo>
                  <a:lnTo>
                    <a:pt x="30480" y="123444"/>
                  </a:lnTo>
                  <a:lnTo>
                    <a:pt x="32004" y="120396"/>
                  </a:lnTo>
                  <a:lnTo>
                    <a:pt x="32004" y="112776"/>
                  </a:lnTo>
                  <a:lnTo>
                    <a:pt x="27432" y="108204"/>
                  </a:lnTo>
                  <a:lnTo>
                    <a:pt x="21336" y="105156"/>
                  </a:lnTo>
                  <a:lnTo>
                    <a:pt x="12192" y="105156"/>
                  </a:lnTo>
                  <a:lnTo>
                    <a:pt x="9144" y="106680"/>
                  </a:lnTo>
                  <a:lnTo>
                    <a:pt x="4572" y="109728"/>
                  </a:lnTo>
                  <a:lnTo>
                    <a:pt x="1524" y="114300"/>
                  </a:lnTo>
                  <a:lnTo>
                    <a:pt x="0" y="117348"/>
                  </a:lnTo>
                  <a:lnTo>
                    <a:pt x="0" y="123444"/>
                  </a:lnTo>
                  <a:lnTo>
                    <a:pt x="2006" y="131686"/>
                  </a:lnTo>
                  <a:lnTo>
                    <a:pt x="8001" y="140208"/>
                  </a:lnTo>
                  <a:lnTo>
                    <a:pt x="18008" y="148742"/>
                  </a:lnTo>
                  <a:lnTo>
                    <a:pt x="32004" y="156972"/>
                  </a:lnTo>
                  <a:lnTo>
                    <a:pt x="0" y="156972"/>
                  </a:lnTo>
                  <a:lnTo>
                    <a:pt x="0" y="163068"/>
                  </a:lnTo>
                  <a:lnTo>
                    <a:pt x="16764" y="204216"/>
                  </a:lnTo>
                  <a:lnTo>
                    <a:pt x="21336" y="202692"/>
                  </a:lnTo>
                  <a:lnTo>
                    <a:pt x="19812" y="198120"/>
                  </a:lnTo>
                  <a:lnTo>
                    <a:pt x="18288" y="195072"/>
                  </a:lnTo>
                  <a:lnTo>
                    <a:pt x="18288" y="188976"/>
                  </a:lnTo>
                  <a:lnTo>
                    <a:pt x="24384" y="182880"/>
                  </a:lnTo>
                  <a:lnTo>
                    <a:pt x="27432" y="182880"/>
                  </a:lnTo>
                  <a:lnTo>
                    <a:pt x="30886" y="182003"/>
                  </a:lnTo>
                  <a:lnTo>
                    <a:pt x="36766" y="181546"/>
                  </a:lnTo>
                  <a:lnTo>
                    <a:pt x="56388" y="181356"/>
                  </a:lnTo>
                  <a:lnTo>
                    <a:pt x="121920" y="181356"/>
                  </a:lnTo>
                  <a:lnTo>
                    <a:pt x="128016" y="184404"/>
                  </a:lnTo>
                  <a:lnTo>
                    <a:pt x="131064" y="190500"/>
                  </a:lnTo>
                  <a:lnTo>
                    <a:pt x="132588" y="195072"/>
                  </a:lnTo>
                  <a:lnTo>
                    <a:pt x="132588" y="201168"/>
                  </a:lnTo>
                  <a:lnTo>
                    <a:pt x="137160" y="201168"/>
                  </a:lnTo>
                  <a:lnTo>
                    <a:pt x="137160" y="132588"/>
                  </a:lnTo>
                  <a:close/>
                </a:path>
                <a:path extrusionOk="0" h="605154" w="201294">
                  <a:moveTo>
                    <a:pt x="140208" y="516636"/>
                  </a:moveTo>
                  <a:lnTo>
                    <a:pt x="138811" y="508850"/>
                  </a:lnTo>
                  <a:lnTo>
                    <a:pt x="134683" y="501205"/>
                  </a:lnTo>
                  <a:lnTo>
                    <a:pt x="128003" y="493280"/>
                  </a:lnTo>
                  <a:lnTo>
                    <a:pt x="118872" y="484632"/>
                  </a:lnTo>
                  <a:lnTo>
                    <a:pt x="111252" y="484632"/>
                  </a:lnTo>
                  <a:lnTo>
                    <a:pt x="115824" y="490728"/>
                  </a:lnTo>
                  <a:lnTo>
                    <a:pt x="120396" y="495300"/>
                  </a:lnTo>
                  <a:lnTo>
                    <a:pt x="120396" y="496824"/>
                  </a:lnTo>
                  <a:lnTo>
                    <a:pt x="121920" y="498348"/>
                  </a:lnTo>
                  <a:lnTo>
                    <a:pt x="121920" y="504444"/>
                  </a:lnTo>
                  <a:lnTo>
                    <a:pt x="120396" y="504444"/>
                  </a:lnTo>
                  <a:lnTo>
                    <a:pt x="117348" y="507492"/>
                  </a:lnTo>
                  <a:lnTo>
                    <a:pt x="45720" y="507492"/>
                  </a:lnTo>
                  <a:lnTo>
                    <a:pt x="36537" y="507758"/>
                  </a:lnTo>
                  <a:lnTo>
                    <a:pt x="3225" y="528980"/>
                  </a:lnTo>
                  <a:lnTo>
                    <a:pt x="152" y="547865"/>
                  </a:lnTo>
                  <a:lnTo>
                    <a:pt x="254" y="556526"/>
                  </a:lnTo>
                  <a:lnTo>
                    <a:pt x="317" y="557784"/>
                  </a:lnTo>
                  <a:lnTo>
                    <a:pt x="596" y="563194"/>
                  </a:lnTo>
                  <a:lnTo>
                    <a:pt x="2476" y="572833"/>
                  </a:lnTo>
                  <a:lnTo>
                    <a:pt x="2565" y="573024"/>
                  </a:lnTo>
                  <a:lnTo>
                    <a:pt x="5791" y="581050"/>
                  </a:lnTo>
                  <a:lnTo>
                    <a:pt x="33528" y="600456"/>
                  </a:lnTo>
                  <a:lnTo>
                    <a:pt x="42672" y="600456"/>
                  </a:lnTo>
                  <a:lnTo>
                    <a:pt x="44196" y="597408"/>
                  </a:lnTo>
                  <a:lnTo>
                    <a:pt x="47244" y="595884"/>
                  </a:lnTo>
                  <a:lnTo>
                    <a:pt x="48679" y="593026"/>
                  </a:lnTo>
                  <a:lnTo>
                    <a:pt x="48768" y="585216"/>
                  </a:lnTo>
                  <a:lnTo>
                    <a:pt x="47244" y="582168"/>
                  </a:lnTo>
                  <a:lnTo>
                    <a:pt x="44196" y="580644"/>
                  </a:lnTo>
                  <a:lnTo>
                    <a:pt x="42672" y="577596"/>
                  </a:lnTo>
                  <a:lnTo>
                    <a:pt x="38100" y="576072"/>
                  </a:lnTo>
                  <a:lnTo>
                    <a:pt x="33528" y="576072"/>
                  </a:lnTo>
                  <a:lnTo>
                    <a:pt x="25908" y="577596"/>
                  </a:lnTo>
                  <a:lnTo>
                    <a:pt x="21336" y="577596"/>
                  </a:lnTo>
                  <a:lnTo>
                    <a:pt x="16764" y="574548"/>
                  </a:lnTo>
                  <a:lnTo>
                    <a:pt x="10668" y="568452"/>
                  </a:lnTo>
                  <a:lnTo>
                    <a:pt x="9144" y="562356"/>
                  </a:lnTo>
                  <a:lnTo>
                    <a:pt x="9144" y="548640"/>
                  </a:lnTo>
                  <a:lnTo>
                    <a:pt x="44196" y="531876"/>
                  </a:lnTo>
                  <a:lnTo>
                    <a:pt x="50292" y="531876"/>
                  </a:lnTo>
                  <a:lnTo>
                    <a:pt x="56083" y="548068"/>
                  </a:lnTo>
                  <a:lnTo>
                    <a:pt x="61531" y="561403"/>
                  </a:lnTo>
                  <a:lnTo>
                    <a:pt x="66802" y="572389"/>
                  </a:lnTo>
                  <a:lnTo>
                    <a:pt x="71628" y="580644"/>
                  </a:lnTo>
                  <a:lnTo>
                    <a:pt x="75349" y="587197"/>
                  </a:lnTo>
                  <a:lnTo>
                    <a:pt x="79629" y="593026"/>
                  </a:lnTo>
                  <a:lnTo>
                    <a:pt x="84493" y="598004"/>
                  </a:lnTo>
                  <a:lnTo>
                    <a:pt x="89916" y="601980"/>
                  </a:lnTo>
                  <a:lnTo>
                    <a:pt x="99060" y="605028"/>
                  </a:lnTo>
                  <a:lnTo>
                    <a:pt x="106680" y="605028"/>
                  </a:lnTo>
                  <a:lnTo>
                    <a:pt x="140208" y="583692"/>
                  </a:lnTo>
                  <a:lnTo>
                    <a:pt x="140208" y="580644"/>
                  </a:lnTo>
                  <a:lnTo>
                    <a:pt x="140208" y="568452"/>
                  </a:lnTo>
                  <a:lnTo>
                    <a:pt x="138684" y="562356"/>
                  </a:lnTo>
                  <a:lnTo>
                    <a:pt x="135636" y="557784"/>
                  </a:lnTo>
                  <a:lnTo>
                    <a:pt x="133642" y="554380"/>
                  </a:lnTo>
                  <a:lnTo>
                    <a:pt x="129921" y="548830"/>
                  </a:lnTo>
                  <a:lnTo>
                    <a:pt x="124498" y="541286"/>
                  </a:lnTo>
                  <a:lnTo>
                    <a:pt x="121920" y="537895"/>
                  </a:lnTo>
                  <a:lnTo>
                    <a:pt x="121920" y="560832"/>
                  </a:lnTo>
                  <a:lnTo>
                    <a:pt x="121920" y="566928"/>
                  </a:lnTo>
                  <a:lnTo>
                    <a:pt x="118872" y="571500"/>
                  </a:lnTo>
                  <a:lnTo>
                    <a:pt x="111252" y="579120"/>
                  </a:lnTo>
                  <a:lnTo>
                    <a:pt x="105156" y="580644"/>
                  </a:lnTo>
                  <a:lnTo>
                    <a:pt x="92964" y="580644"/>
                  </a:lnTo>
                  <a:lnTo>
                    <a:pt x="88392" y="579120"/>
                  </a:lnTo>
                  <a:lnTo>
                    <a:pt x="79248" y="573024"/>
                  </a:lnTo>
                  <a:lnTo>
                    <a:pt x="74676" y="568452"/>
                  </a:lnTo>
                  <a:lnTo>
                    <a:pt x="71628" y="560832"/>
                  </a:lnTo>
                  <a:lnTo>
                    <a:pt x="69303" y="556526"/>
                  </a:lnTo>
                  <a:lnTo>
                    <a:pt x="66675" y="550354"/>
                  </a:lnTo>
                  <a:lnTo>
                    <a:pt x="59436" y="531876"/>
                  </a:lnTo>
                  <a:lnTo>
                    <a:pt x="108204" y="531876"/>
                  </a:lnTo>
                  <a:lnTo>
                    <a:pt x="114211" y="540473"/>
                  </a:lnTo>
                  <a:lnTo>
                    <a:pt x="118491" y="548068"/>
                  </a:lnTo>
                  <a:lnTo>
                    <a:pt x="121069" y="554812"/>
                  </a:lnTo>
                  <a:lnTo>
                    <a:pt x="121920" y="560832"/>
                  </a:lnTo>
                  <a:lnTo>
                    <a:pt x="121920" y="537895"/>
                  </a:lnTo>
                  <a:lnTo>
                    <a:pt x="117348" y="531876"/>
                  </a:lnTo>
                  <a:lnTo>
                    <a:pt x="124968" y="531876"/>
                  </a:lnTo>
                  <a:lnTo>
                    <a:pt x="131064" y="530352"/>
                  </a:lnTo>
                  <a:lnTo>
                    <a:pt x="134112" y="527304"/>
                  </a:lnTo>
                  <a:lnTo>
                    <a:pt x="138684" y="525780"/>
                  </a:lnTo>
                  <a:lnTo>
                    <a:pt x="140208" y="521208"/>
                  </a:lnTo>
                  <a:lnTo>
                    <a:pt x="140208" y="516636"/>
                  </a:lnTo>
                  <a:close/>
                </a:path>
                <a:path extrusionOk="0" h="605154" w="201294">
                  <a:moveTo>
                    <a:pt x="140208" y="44196"/>
                  </a:moveTo>
                  <a:lnTo>
                    <a:pt x="123304" y="7721"/>
                  </a:lnTo>
                  <a:lnTo>
                    <a:pt x="100584" y="0"/>
                  </a:lnTo>
                  <a:lnTo>
                    <a:pt x="88849" y="1739"/>
                  </a:lnTo>
                  <a:lnTo>
                    <a:pt x="78676" y="7048"/>
                  </a:lnTo>
                  <a:lnTo>
                    <a:pt x="69938" y="16078"/>
                  </a:lnTo>
                  <a:lnTo>
                    <a:pt x="62484" y="28956"/>
                  </a:lnTo>
                  <a:lnTo>
                    <a:pt x="44196" y="65532"/>
                  </a:lnTo>
                  <a:lnTo>
                    <a:pt x="39624" y="68580"/>
                  </a:lnTo>
                  <a:lnTo>
                    <a:pt x="36576" y="71628"/>
                  </a:lnTo>
                  <a:lnTo>
                    <a:pt x="32004" y="73152"/>
                  </a:lnTo>
                  <a:lnTo>
                    <a:pt x="21336" y="73152"/>
                  </a:lnTo>
                  <a:lnTo>
                    <a:pt x="18288" y="70104"/>
                  </a:lnTo>
                  <a:lnTo>
                    <a:pt x="13716" y="67056"/>
                  </a:lnTo>
                  <a:lnTo>
                    <a:pt x="10668" y="62484"/>
                  </a:lnTo>
                  <a:lnTo>
                    <a:pt x="9144" y="56388"/>
                  </a:lnTo>
                  <a:lnTo>
                    <a:pt x="9144" y="41148"/>
                  </a:lnTo>
                  <a:lnTo>
                    <a:pt x="45720" y="15240"/>
                  </a:lnTo>
                  <a:lnTo>
                    <a:pt x="45720" y="10668"/>
                  </a:lnTo>
                  <a:lnTo>
                    <a:pt x="0" y="10668"/>
                  </a:lnTo>
                  <a:lnTo>
                    <a:pt x="0" y="15240"/>
                  </a:lnTo>
                  <a:lnTo>
                    <a:pt x="3048" y="16764"/>
                  </a:lnTo>
                  <a:lnTo>
                    <a:pt x="4572" y="16764"/>
                  </a:lnTo>
                  <a:lnTo>
                    <a:pt x="4572" y="18288"/>
                  </a:lnTo>
                  <a:lnTo>
                    <a:pt x="6096" y="18288"/>
                  </a:lnTo>
                  <a:lnTo>
                    <a:pt x="6096" y="22860"/>
                  </a:lnTo>
                  <a:lnTo>
                    <a:pt x="4572" y="25908"/>
                  </a:lnTo>
                  <a:lnTo>
                    <a:pt x="3048" y="32004"/>
                  </a:lnTo>
                  <a:lnTo>
                    <a:pt x="1524" y="39624"/>
                  </a:lnTo>
                  <a:lnTo>
                    <a:pt x="0" y="45720"/>
                  </a:lnTo>
                  <a:lnTo>
                    <a:pt x="0" y="50292"/>
                  </a:lnTo>
                  <a:lnTo>
                    <a:pt x="23241" y="88201"/>
                  </a:lnTo>
                  <a:lnTo>
                    <a:pt x="38100" y="91440"/>
                  </a:lnTo>
                  <a:lnTo>
                    <a:pt x="45720" y="91440"/>
                  </a:lnTo>
                  <a:lnTo>
                    <a:pt x="53340" y="88392"/>
                  </a:lnTo>
                  <a:lnTo>
                    <a:pt x="57912" y="83820"/>
                  </a:lnTo>
                  <a:lnTo>
                    <a:pt x="62484" y="79540"/>
                  </a:lnTo>
                  <a:lnTo>
                    <a:pt x="67056" y="73533"/>
                  </a:lnTo>
                  <a:lnTo>
                    <a:pt x="71628" y="65824"/>
                  </a:lnTo>
                  <a:lnTo>
                    <a:pt x="76200" y="56388"/>
                  </a:lnTo>
                  <a:lnTo>
                    <a:pt x="85725" y="38481"/>
                  </a:lnTo>
                  <a:lnTo>
                    <a:pt x="89496" y="31965"/>
                  </a:lnTo>
                  <a:lnTo>
                    <a:pt x="92964" y="27432"/>
                  </a:lnTo>
                  <a:lnTo>
                    <a:pt x="97536" y="22860"/>
                  </a:lnTo>
                  <a:lnTo>
                    <a:pt x="103632" y="21336"/>
                  </a:lnTo>
                  <a:lnTo>
                    <a:pt x="115824" y="21336"/>
                  </a:lnTo>
                  <a:lnTo>
                    <a:pt x="120396" y="22860"/>
                  </a:lnTo>
                  <a:lnTo>
                    <a:pt x="129540" y="32004"/>
                  </a:lnTo>
                  <a:lnTo>
                    <a:pt x="131064" y="36576"/>
                  </a:lnTo>
                  <a:lnTo>
                    <a:pt x="131064" y="44196"/>
                  </a:lnTo>
                  <a:lnTo>
                    <a:pt x="108204" y="80200"/>
                  </a:lnTo>
                  <a:lnTo>
                    <a:pt x="91440" y="86868"/>
                  </a:lnTo>
                  <a:lnTo>
                    <a:pt x="91440" y="91440"/>
                  </a:lnTo>
                  <a:lnTo>
                    <a:pt x="138684" y="91440"/>
                  </a:lnTo>
                  <a:lnTo>
                    <a:pt x="140208" y="86868"/>
                  </a:lnTo>
                  <a:lnTo>
                    <a:pt x="135636" y="85344"/>
                  </a:lnTo>
                  <a:lnTo>
                    <a:pt x="134112" y="83820"/>
                  </a:lnTo>
                  <a:lnTo>
                    <a:pt x="134112" y="76200"/>
                  </a:lnTo>
                  <a:lnTo>
                    <a:pt x="135636" y="73152"/>
                  </a:lnTo>
                  <a:lnTo>
                    <a:pt x="137642" y="65417"/>
                  </a:lnTo>
                  <a:lnTo>
                    <a:pt x="139065" y="58102"/>
                  </a:lnTo>
                  <a:lnTo>
                    <a:pt x="139928" y="51079"/>
                  </a:lnTo>
                  <a:lnTo>
                    <a:pt x="140208" y="44196"/>
                  </a:lnTo>
                  <a:close/>
                </a:path>
                <a:path extrusionOk="0" h="605154" w="201294">
                  <a:moveTo>
                    <a:pt x="140220" y="268224"/>
                  </a:moveTo>
                  <a:lnTo>
                    <a:pt x="123456" y="231648"/>
                  </a:lnTo>
                  <a:lnTo>
                    <a:pt x="88404" y="213360"/>
                  </a:lnTo>
                  <a:lnTo>
                    <a:pt x="85356" y="216408"/>
                  </a:lnTo>
                  <a:lnTo>
                    <a:pt x="93662" y="220103"/>
                  </a:lnTo>
                  <a:lnTo>
                    <a:pt x="100406" y="224218"/>
                  </a:lnTo>
                  <a:lnTo>
                    <a:pt x="105676" y="228600"/>
                  </a:lnTo>
                  <a:lnTo>
                    <a:pt x="109740" y="233172"/>
                  </a:lnTo>
                  <a:lnTo>
                    <a:pt x="115836" y="248412"/>
                  </a:lnTo>
                  <a:lnTo>
                    <a:pt x="115836" y="256032"/>
                  </a:lnTo>
                  <a:lnTo>
                    <a:pt x="99072" y="291084"/>
                  </a:lnTo>
                  <a:lnTo>
                    <a:pt x="53352" y="304800"/>
                  </a:lnTo>
                  <a:lnTo>
                    <a:pt x="53352" y="243840"/>
                  </a:lnTo>
                  <a:lnTo>
                    <a:pt x="53352" y="213360"/>
                  </a:lnTo>
                  <a:lnTo>
                    <a:pt x="44208" y="214223"/>
                  </a:lnTo>
                  <a:lnTo>
                    <a:pt x="44208" y="243840"/>
                  </a:lnTo>
                  <a:lnTo>
                    <a:pt x="44208" y="304800"/>
                  </a:lnTo>
                  <a:lnTo>
                    <a:pt x="9156" y="280416"/>
                  </a:lnTo>
                  <a:lnTo>
                    <a:pt x="9156" y="268224"/>
                  </a:lnTo>
                  <a:lnTo>
                    <a:pt x="28968" y="245364"/>
                  </a:lnTo>
                  <a:lnTo>
                    <a:pt x="35064" y="245364"/>
                  </a:lnTo>
                  <a:lnTo>
                    <a:pt x="44208" y="243840"/>
                  </a:lnTo>
                  <a:lnTo>
                    <a:pt x="44208" y="214223"/>
                  </a:lnTo>
                  <a:lnTo>
                    <a:pt x="41579" y="214464"/>
                  </a:lnTo>
                  <a:lnTo>
                    <a:pt x="31254" y="217551"/>
                  </a:lnTo>
                  <a:lnTo>
                    <a:pt x="3441" y="244602"/>
                  </a:lnTo>
                  <a:lnTo>
                    <a:pt x="76" y="266014"/>
                  </a:lnTo>
                  <a:lnTo>
                    <a:pt x="1155" y="278091"/>
                  </a:lnTo>
                  <a:lnTo>
                    <a:pt x="29197" y="317144"/>
                  </a:lnTo>
                  <a:lnTo>
                    <a:pt x="71640" y="326136"/>
                  </a:lnTo>
                  <a:lnTo>
                    <a:pt x="86779" y="325234"/>
                  </a:lnTo>
                  <a:lnTo>
                    <a:pt x="100215" y="322326"/>
                  </a:lnTo>
                  <a:lnTo>
                    <a:pt x="111925" y="317144"/>
                  </a:lnTo>
                  <a:lnTo>
                    <a:pt x="121932" y="309372"/>
                  </a:lnTo>
                  <a:lnTo>
                    <a:pt x="126199" y="304800"/>
                  </a:lnTo>
                  <a:lnTo>
                    <a:pt x="129933" y="300799"/>
                  </a:lnTo>
                  <a:lnTo>
                    <a:pt x="135648" y="291084"/>
                  </a:lnTo>
                  <a:lnTo>
                    <a:pt x="139077" y="280225"/>
                  </a:lnTo>
                  <a:lnTo>
                    <a:pt x="140220" y="268224"/>
                  </a:lnTo>
                  <a:close/>
                </a:path>
                <a:path extrusionOk="0" h="605154" w="201294">
                  <a:moveTo>
                    <a:pt x="201180" y="457200"/>
                  </a:moveTo>
                  <a:lnTo>
                    <a:pt x="177558" y="421005"/>
                  </a:lnTo>
                  <a:lnTo>
                    <a:pt x="50838" y="368808"/>
                  </a:lnTo>
                  <a:lnTo>
                    <a:pt x="27444" y="359664"/>
                  </a:lnTo>
                  <a:lnTo>
                    <a:pt x="18300" y="355092"/>
                  </a:lnTo>
                  <a:lnTo>
                    <a:pt x="16776" y="355092"/>
                  </a:lnTo>
                  <a:lnTo>
                    <a:pt x="13728" y="352044"/>
                  </a:lnTo>
                  <a:lnTo>
                    <a:pt x="10680" y="350520"/>
                  </a:lnTo>
                  <a:lnTo>
                    <a:pt x="9156" y="347472"/>
                  </a:lnTo>
                  <a:lnTo>
                    <a:pt x="9156" y="345948"/>
                  </a:lnTo>
                  <a:lnTo>
                    <a:pt x="7632" y="342900"/>
                  </a:lnTo>
                  <a:lnTo>
                    <a:pt x="7632" y="339852"/>
                  </a:lnTo>
                  <a:lnTo>
                    <a:pt x="3060" y="339852"/>
                  </a:lnTo>
                  <a:lnTo>
                    <a:pt x="3060" y="382524"/>
                  </a:lnTo>
                  <a:lnTo>
                    <a:pt x="7632" y="382524"/>
                  </a:lnTo>
                  <a:lnTo>
                    <a:pt x="7632" y="374904"/>
                  </a:lnTo>
                  <a:lnTo>
                    <a:pt x="9156" y="373380"/>
                  </a:lnTo>
                  <a:lnTo>
                    <a:pt x="9156" y="371856"/>
                  </a:lnTo>
                  <a:lnTo>
                    <a:pt x="12204" y="368808"/>
                  </a:lnTo>
                  <a:lnTo>
                    <a:pt x="19824" y="368808"/>
                  </a:lnTo>
                  <a:lnTo>
                    <a:pt x="22872" y="370332"/>
                  </a:lnTo>
                  <a:lnTo>
                    <a:pt x="27444" y="371856"/>
                  </a:lnTo>
                  <a:lnTo>
                    <a:pt x="100596" y="400812"/>
                  </a:lnTo>
                  <a:lnTo>
                    <a:pt x="33540" y="432816"/>
                  </a:lnTo>
                  <a:lnTo>
                    <a:pt x="27444" y="435864"/>
                  </a:lnTo>
                  <a:lnTo>
                    <a:pt x="21348" y="437388"/>
                  </a:lnTo>
                  <a:lnTo>
                    <a:pt x="15252" y="437388"/>
                  </a:lnTo>
                  <a:lnTo>
                    <a:pt x="12204" y="435864"/>
                  </a:lnTo>
                  <a:lnTo>
                    <a:pt x="10680" y="434340"/>
                  </a:lnTo>
                  <a:lnTo>
                    <a:pt x="7632" y="428244"/>
                  </a:lnTo>
                  <a:lnTo>
                    <a:pt x="7632" y="420624"/>
                  </a:lnTo>
                  <a:lnTo>
                    <a:pt x="3060" y="420624"/>
                  </a:lnTo>
                  <a:lnTo>
                    <a:pt x="3060" y="484632"/>
                  </a:lnTo>
                  <a:lnTo>
                    <a:pt x="7632" y="484632"/>
                  </a:lnTo>
                  <a:lnTo>
                    <a:pt x="10680" y="475488"/>
                  </a:lnTo>
                  <a:lnTo>
                    <a:pt x="12204" y="473964"/>
                  </a:lnTo>
                  <a:lnTo>
                    <a:pt x="12204" y="472440"/>
                  </a:lnTo>
                  <a:lnTo>
                    <a:pt x="15252" y="469392"/>
                  </a:lnTo>
                  <a:lnTo>
                    <a:pt x="18300" y="467868"/>
                  </a:lnTo>
                  <a:lnTo>
                    <a:pt x="27444" y="461772"/>
                  </a:lnTo>
                  <a:lnTo>
                    <a:pt x="30492" y="460248"/>
                  </a:lnTo>
                  <a:lnTo>
                    <a:pt x="79159" y="437388"/>
                  </a:lnTo>
                  <a:lnTo>
                    <a:pt x="131076" y="413004"/>
                  </a:lnTo>
                  <a:lnTo>
                    <a:pt x="152412" y="420624"/>
                  </a:lnTo>
                  <a:lnTo>
                    <a:pt x="160032" y="425196"/>
                  </a:lnTo>
                  <a:lnTo>
                    <a:pt x="166128" y="428244"/>
                  </a:lnTo>
                  <a:lnTo>
                    <a:pt x="172224" y="434340"/>
                  </a:lnTo>
                  <a:lnTo>
                    <a:pt x="173697" y="438772"/>
                  </a:lnTo>
                  <a:lnTo>
                    <a:pt x="173748" y="441960"/>
                  </a:lnTo>
                  <a:lnTo>
                    <a:pt x="172224" y="445008"/>
                  </a:lnTo>
                  <a:lnTo>
                    <a:pt x="172224" y="448056"/>
                  </a:lnTo>
                  <a:lnTo>
                    <a:pt x="169176" y="454152"/>
                  </a:lnTo>
                  <a:lnTo>
                    <a:pt x="169176" y="466344"/>
                  </a:lnTo>
                  <a:lnTo>
                    <a:pt x="172224" y="472440"/>
                  </a:lnTo>
                  <a:lnTo>
                    <a:pt x="175272" y="475488"/>
                  </a:lnTo>
                  <a:lnTo>
                    <a:pt x="179844" y="477012"/>
                  </a:lnTo>
                  <a:lnTo>
                    <a:pt x="187464" y="477012"/>
                  </a:lnTo>
                  <a:lnTo>
                    <a:pt x="192036" y="475488"/>
                  </a:lnTo>
                  <a:lnTo>
                    <a:pt x="195084" y="470916"/>
                  </a:lnTo>
                  <a:lnTo>
                    <a:pt x="199656" y="467868"/>
                  </a:lnTo>
                  <a:lnTo>
                    <a:pt x="201180" y="463296"/>
                  </a:lnTo>
                  <a:lnTo>
                    <a:pt x="201180" y="457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556" name="Google Shape;4556;p76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662683" y="7048500"/>
            <a:ext cx="140208" cy="344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4557" name="Google Shape;4557;p76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1592579" y="5617463"/>
            <a:ext cx="210312" cy="1339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58" name="Google Shape;4558;p76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1592579" y="5317235"/>
            <a:ext cx="207264" cy="2194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59" name="Google Shape;4559;p76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1662829" y="5111496"/>
            <a:ext cx="140062" cy="120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60" name="Google Shape;4560;p76"/>
          <p:cNvGrpSpPr/>
          <p:nvPr/>
        </p:nvGrpSpPr>
        <p:grpSpPr>
          <a:xfrm>
            <a:off x="1597152" y="3607308"/>
            <a:ext cx="205740" cy="1418844"/>
            <a:chOff x="1597152" y="3607308"/>
            <a:chExt cx="205740" cy="1418844"/>
          </a:xfrm>
        </p:grpSpPr>
        <p:sp>
          <p:nvSpPr>
            <p:cNvPr id="4561" name="Google Shape;4561;p76"/>
            <p:cNvSpPr/>
            <p:nvPr/>
          </p:nvSpPr>
          <p:spPr>
            <a:xfrm>
              <a:off x="1597152" y="4515612"/>
              <a:ext cx="205740" cy="510540"/>
            </a:xfrm>
            <a:custGeom>
              <a:rect b="b" l="l" r="r" t="t"/>
              <a:pathLst>
                <a:path extrusionOk="0" h="510539" w="205739">
                  <a:moveTo>
                    <a:pt x="149352" y="0"/>
                  </a:moveTo>
                  <a:lnTo>
                    <a:pt x="118872" y="0"/>
                  </a:lnTo>
                  <a:lnTo>
                    <a:pt x="118872" y="83820"/>
                  </a:lnTo>
                  <a:lnTo>
                    <a:pt x="149352" y="83820"/>
                  </a:lnTo>
                  <a:lnTo>
                    <a:pt x="149352" y="0"/>
                  </a:lnTo>
                  <a:close/>
                </a:path>
                <a:path extrusionOk="0" h="510539" w="205739">
                  <a:moveTo>
                    <a:pt x="202692" y="429768"/>
                  </a:moveTo>
                  <a:lnTo>
                    <a:pt x="198120" y="429768"/>
                  </a:lnTo>
                  <a:lnTo>
                    <a:pt x="198120" y="438912"/>
                  </a:lnTo>
                  <a:lnTo>
                    <a:pt x="196596" y="443484"/>
                  </a:lnTo>
                  <a:lnTo>
                    <a:pt x="193548" y="446532"/>
                  </a:lnTo>
                  <a:lnTo>
                    <a:pt x="190500" y="448056"/>
                  </a:lnTo>
                  <a:lnTo>
                    <a:pt x="184404" y="449580"/>
                  </a:lnTo>
                  <a:lnTo>
                    <a:pt x="82296" y="449580"/>
                  </a:lnTo>
                  <a:lnTo>
                    <a:pt x="82296" y="429768"/>
                  </a:lnTo>
                  <a:lnTo>
                    <a:pt x="68580" y="429768"/>
                  </a:lnTo>
                  <a:lnTo>
                    <a:pt x="68580" y="449580"/>
                  </a:lnTo>
                  <a:lnTo>
                    <a:pt x="13716" y="449580"/>
                  </a:lnTo>
                  <a:lnTo>
                    <a:pt x="7620" y="443484"/>
                  </a:lnTo>
                  <a:lnTo>
                    <a:pt x="7620" y="437388"/>
                  </a:lnTo>
                  <a:lnTo>
                    <a:pt x="10668" y="434340"/>
                  </a:lnTo>
                  <a:lnTo>
                    <a:pt x="27432" y="434340"/>
                  </a:lnTo>
                  <a:lnTo>
                    <a:pt x="30480" y="432816"/>
                  </a:lnTo>
                  <a:lnTo>
                    <a:pt x="25908" y="399288"/>
                  </a:lnTo>
                  <a:lnTo>
                    <a:pt x="16764" y="399288"/>
                  </a:lnTo>
                  <a:lnTo>
                    <a:pt x="0" y="434340"/>
                  </a:lnTo>
                  <a:lnTo>
                    <a:pt x="850" y="446341"/>
                  </a:lnTo>
                  <a:lnTo>
                    <a:pt x="21996" y="482371"/>
                  </a:lnTo>
                  <a:lnTo>
                    <a:pt x="50292" y="490728"/>
                  </a:lnTo>
                  <a:lnTo>
                    <a:pt x="68580" y="490728"/>
                  </a:lnTo>
                  <a:lnTo>
                    <a:pt x="68580" y="510540"/>
                  </a:lnTo>
                  <a:lnTo>
                    <a:pt x="82296" y="510540"/>
                  </a:lnTo>
                  <a:lnTo>
                    <a:pt x="82296" y="490728"/>
                  </a:lnTo>
                  <a:lnTo>
                    <a:pt x="187452" y="490728"/>
                  </a:lnTo>
                  <a:lnTo>
                    <a:pt x="190500" y="492252"/>
                  </a:lnTo>
                  <a:lnTo>
                    <a:pt x="192024" y="493776"/>
                  </a:lnTo>
                  <a:lnTo>
                    <a:pt x="195072" y="495300"/>
                  </a:lnTo>
                  <a:lnTo>
                    <a:pt x="195072" y="498348"/>
                  </a:lnTo>
                  <a:lnTo>
                    <a:pt x="196596" y="499872"/>
                  </a:lnTo>
                  <a:lnTo>
                    <a:pt x="198120" y="504444"/>
                  </a:lnTo>
                  <a:lnTo>
                    <a:pt x="198120" y="510540"/>
                  </a:lnTo>
                  <a:lnTo>
                    <a:pt x="202692" y="510540"/>
                  </a:lnTo>
                  <a:lnTo>
                    <a:pt x="202692" y="429768"/>
                  </a:lnTo>
                  <a:close/>
                </a:path>
                <a:path extrusionOk="0" h="510539" w="205739">
                  <a:moveTo>
                    <a:pt x="202692" y="176784"/>
                  </a:moveTo>
                  <a:lnTo>
                    <a:pt x="198120" y="176784"/>
                  </a:lnTo>
                  <a:lnTo>
                    <a:pt x="198120" y="182880"/>
                  </a:lnTo>
                  <a:lnTo>
                    <a:pt x="196596" y="187452"/>
                  </a:lnTo>
                  <a:lnTo>
                    <a:pt x="193548" y="188976"/>
                  </a:lnTo>
                  <a:lnTo>
                    <a:pt x="190500" y="192024"/>
                  </a:lnTo>
                  <a:lnTo>
                    <a:pt x="184404" y="193548"/>
                  </a:lnTo>
                  <a:lnTo>
                    <a:pt x="4572" y="193548"/>
                  </a:lnTo>
                  <a:lnTo>
                    <a:pt x="4572" y="251460"/>
                  </a:lnTo>
                  <a:lnTo>
                    <a:pt x="9144" y="251460"/>
                  </a:lnTo>
                  <a:lnTo>
                    <a:pt x="9144" y="243840"/>
                  </a:lnTo>
                  <a:lnTo>
                    <a:pt x="10668" y="239268"/>
                  </a:lnTo>
                  <a:lnTo>
                    <a:pt x="13716" y="237744"/>
                  </a:lnTo>
                  <a:lnTo>
                    <a:pt x="16764" y="234696"/>
                  </a:lnTo>
                  <a:lnTo>
                    <a:pt x="190500" y="234696"/>
                  </a:lnTo>
                  <a:lnTo>
                    <a:pt x="192024" y="237744"/>
                  </a:lnTo>
                  <a:lnTo>
                    <a:pt x="196596" y="240792"/>
                  </a:lnTo>
                  <a:lnTo>
                    <a:pt x="198120" y="245364"/>
                  </a:lnTo>
                  <a:lnTo>
                    <a:pt x="198120" y="251460"/>
                  </a:lnTo>
                  <a:lnTo>
                    <a:pt x="202692" y="251460"/>
                  </a:lnTo>
                  <a:lnTo>
                    <a:pt x="202692" y="176784"/>
                  </a:lnTo>
                  <a:close/>
                </a:path>
                <a:path extrusionOk="0" h="510539" w="205739">
                  <a:moveTo>
                    <a:pt x="202692" y="92964"/>
                  </a:moveTo>
                  <a:lnTo>
                    <a:pt x="198120" y="92964"/>
                  </a:lnTo>
                  <a:lnTo>
                    <a:pt x="198120" y="99060"/>
                  </a:lnTo>
                  <a:lnTo>
                    <a:pt x="196596" y="103632"/>
                  </a:lnTo>
                  <a:lnTo>
                    <a:pt x="193548" y="106680"/>
                  </a:lnTo>
                  <a:lnTo>
                    <a:pt x="190500" y="108204"/>
                  </a:lnTo>
                  <a:lnTo>
                    <a:pt x="184404" y="109728"/>
                  </a:lnTo>
                  <a:lnTo>
                    <a:pt x="4572" y="109728"/>
                  </a:lnTo>
                  <a:lnTo>
                    <a:pt x="4572" y="167640"/>
                  </a:lnTo>
                  <a:lnTo>
                    <a:pt x="9144" y="167640"/>
                  </a:lnTo>
                  <a:lnTo>
                    <a:pt x="9144" y="161544"/>
                  </a:lnTo>
                  <a:lnTo>
                    <a:pt x="10668" y="156972"/>
                  </a:lnTo>
                  <a:lnTo>
                    <a:pt x="13716" y="153924"/>
                  </a:lnTo>
                  <a:lnTo>
                    <a:pt x="16764" y="152400"/>
                  </a:lnTo>
                  <a:lnTo>
                    <a:pt x="22860" y="150876"/>
                  </a:lnTo>
                  <a:lnTo>
                    <a:pt x="184404" y="150876"/>
                  </a:lnTo>
                  <a:lnTo>
                    <a:pt x="190500" y="152400"/>
                  </a:lnTo>
                  <a:lnTo>
                    <a:pt x="192024" y="153924"/>
                  </a:lnTo>
                  <a:lnTo>
                    <a:pt x="196596" y="156972"/>
                  </a:lnTo>
                  <a:lnTo>
                    <a:pt x="198120" y="161544"/>
                  </a:lnTo>
                  <a:lnTo>
                    <a:pt x="198120" y="167640"/>
                  </a:lnTo>
                  <a:lnTo>
                    <a:pt x="202692" y="167640"/>
                  </a:lnTo>
                  <a:lnTo>
                    <a:pt x="202692" y="92964"/>
                  </a:lnTo>
                  <a:close/>
                </a:path>
                <a:path extrusionOk="0" h="510539" w="205739">
                  <a:moveTo>
                    <a:pt x="205740" y="356616"/>
                  </a:moveTo>
                  <a:lnTo>
                    <a:pt x="204216" y="348996"/>
                  </a:lnTo>
                  <a:lnTo>
                    <a:pt x="198120" y="336804"/>
                  </a:lnTo>
                  <a:lnTo>
                    <a:pt x="192024" y="330708"/>
                  </a:lnTo>
                  <a:lnTo>
                    <a:pt x="184404" y="324612"/>
                  </a:lnTo>
                  <a:lnTo>
                    <a:pt x="202692" y="324612"/>
                  </a:lnTo>
                  <a:lnTo>
                    <a:pt x="202692" y="269748"/>
                  </a:lnTo>
                  <a:lnTo>
                    <a:pt x="198120" y="269748"/>
                  </a:lnTo>
                  <a:lnTo>
                    <a:pt x="195072" y="278892"/>
                  </a:lnTo>
                  <a:lnTo>
                    <a:pt x="193548" y="280416"/>
                  </a:lnTo>
                  <a:lnTo>
                    <a:pt x="190500" y="281940"/>
                  </a:lnTo>
                  <a:lnTo>
                    <a:pt x="184404" y="283464"/>
                  </a:lnTo>
                  <a:lnTo>
                    <a:pt x="68580" y="283464"/>
                  </a:lnTo>
                  <a:lnTo>
                    <a:pt x="68580" y="338328"/>
                  </a:lnTo>
                  <a:lnTo>
                    <a:pt x="73152" y="338328"/>
                  </a:lnTo>
                  <a:lnTo>
                    <a:pt x="73152" y="332232"/>
                  </a:lnTo>
                  <a:lnTo>
                    <a:pt x="74676" y="327660"/>
                  </a:lnTo>
                  <a:lnTo>
                    <a:pt x="80772" y="324612"/>
                  </a:lnTo>
                  <a:lnTo>
                    <a:pt x="167640" y="324612"/>
                  </a:lnTo>
                  <a:lnTo>
                    <a:pt x="175260" y="329184"/>
                  </a:lnTo>
                  <a:lnTo>
                    <a:pt x="182880" y="336804"/>
                  </a:lnTo>
                  <a:lnTo>
                    <a:pt x="185928" y="342900"/>
                  </a:lnTo>
                  <a:lnTo>
                    <a:pt x="185928" y="347472"/>
                  </a:lnTo>
                  <a:lnTo>
                    <a:pt x="184404" y="350520"/>
                  </a:lnTo>
                  <a:lnTo>
                    <a:pt x="182880" y="352044"/>
                  </a:lnTo>
                  <a:lnTo>
                    <a:pt x="182880" y="353568"/>
                  </a:lnTo>
                  <a:lnTo>
                    <a:pt x="176784" y="356616"/>
                  </a:lnTo>
                  <a:lnTo>
                    <a:pt x="175260" y="356616"/>
                  </a:lnTo>
                  <a:lnTo>
                    <a:pt x="169164" y="358140"/>
                  </a:lnTo>
                  <a:lnTo>
                    <a:pt x="68580" y="358140"/>
                  </a:lnTo>
                  <a:lnTo>
                    <a:pt x="68580" y="413004"/>
                  </a:lnTo>
                  <a:lnTo>
                    <a:pt x="73152" y="413004"/>
                  </a:lnTo>
                  <a:lnTo>
                    <a:pt x="73152" y="406908"/>
                  </a:lnTo>
                  <a:lnTo>
                    <a:pt x="74676" y="402336"/>
                  </a:lnTo>
                  <a:lnTo>
                    <a:pt x="80772" y="399288"/>
                  </a:lnTo>
                  <a:lnTo>
                    <a:pt x="150876" y="399288"/>
                  </a:lnTo>
                  <a:lnTo>
                    <a:pt x="161442" y="399034"/>
                  </a:lnTo>
                  <a:lnTo>
                    <a:pt x="202692" y="377952"/>
                  </a:lnTo>
                  <a:lnTo>
                    <a:pt x="205740" y="371856"/>
                  </a:lnTo>
                  <a:lnTo>
                    <a:pt x="205740" y="3566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62" name="Google Shape;4562;p76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659635" y="4221480"/>
              <a:ext cx="143256" cy="2727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63" name="Google Shape;4563;p76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615440" y="3857244"/>
              <a:ext cx="187451" cy="3413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64" name="Google Shape;4564;p76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659636" y="3607308"/>
              <a:ext cx="140207" cy="2286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565" name="Google Shape;4565;p76"/>
          <p:cNvGrpSpPr/>
          <p:nvPr/>
        </p:nvGrpSpPr>
        <p:grpSpPr>
          <a:xfrm>
            <a:off x="1597151" y="2782824"/>
            <a:ext cx="207263" cy="758951"/>
            <a:chOff x="1597151" y="2782824"/>
            <a:chExt cx="207263" cy="758951"/>
          </a:xfrm>
        </p:grpSpPr>
        <p:pic>
          <p:nvPicPr>
            <p:cNvPr id="4566" name="Google Shape;4566;p76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597151" y="3177539"/>
              <a:ext cx="207263" cy="3642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67" name="Google Shape;4567;p76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597151" y="2849879"/>
              <a:ext cx="207263" cy="3078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68" name="Google Shape;4568;p76"/>
            <p:cNvSpPr/>
            <p:nvPr/>
          </p:nvSpPr>
          <p:spPr>
            <a:xfrm>
              <a:off x="1769364" y="2782824"/>
              <a:ext cx="33655" cy="33655"/>
            </a:xfrm>
            <a:custGeom>
              <a:rect b="b" l="l" r="r" t="t"/>
              <a:pathLst>
                <a:path extrusionOk="0" h="33655" w="33655">
                  <a:moveTo>
                    <a:pt x="21336" y="33527"/>
                  </a:moveTo>
                  <a:lnTo>
                    <a:pt x="12192" y="33527"/>
                  </a:lnTo>
                  <a:lnTo>
                    <a:pt x="7620" y="32003"/>
                  </a:lnTo>
                  <a:lnTo>
                    <a:pt x="4572" y="28955"/>
                  </a:lnTo>
                  <a:lnTo>
                    <a:pt x="1524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4" y="7619"/>
                  </a:lnTo>
                  <a:lnTo>
                    <a:pt x="7620" y="1523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5908" y="1523"/>
                  </a:lnTo>
                  <a:lnTo>
                    <a:pt x="28956" y="4571"/>
                  </a:lnTo>
                  <a:lnTo>
                    <a:pt x="32004" y="9143"/>
                  </a:lnTo>
                  <a:lnTo>
                    <a:pt x="33528" y="12191"/>
                  </a:lnTo>
                  <a:lnTo>
                    <a:pt x="33528" y="21335"/>
                  </a:lnTo>
                  <a:lnTo>
                    <a:pt x="32004" y="25907"/>
                  </a:lnTo>
                  <a:lnTo>
                    <a:pt x="25908" y="32003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569" name="Google Shape;4569;p76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1961388" y="9473183"/>
            <a:ext cx="172211" cy="1722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570" name="Google Shape;4570;p76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1956816" y="9156192"/>
            <a:ext cx="201168" cy="1752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71" name="Google Shape;4571;p76"/>
          <p:cNvGrpSpPr/>
          <p:nvPr/>
        </p:nvGrpSpPr>
        <p:grpSpPr>
          <a:xfrm>
            <a:off x="1947659" y="7735823"/>
            <a:ext cx="210820" cy="746761"/>
            <a:chOff x="1947659" y="7735823"/>
            <a:chExt cx="210820" cy="746761"/>
          </a:xfrm>
        </p:grpSpPr>
        <p:sp>
          <p:nvSpPr>
            <p:cNvPr id="4572" name="Google Shape;4572;p76"/>
            <p:cNvSpPr/>
            <p:nvPr/>
          </p:nvSpPr>
          <p:spPr>
            <a:xfrm>
              <a:off x="1947659" y="7850124"/>
              <a:ext cx="210820" cy="632460"/>
            </a:xfrm>
            <a:custGeom>
              <a:rect b="b" l="l" r="r" t="t"/>
              <a:pathLst>
                <a:path extrusionOk="0" h="632459" w="210819">
                  <a:moveTo>
                    <a:pt x="207264" y="406908"/>
                  </a:moveTo>
                  <a:lnTo>
                    <a:pt x="202692" y="406908"/>
                  </a:lnTo>
                  <a:lnTo>
                    <a:pt x="202692" y="417576"/>
                  </a:lnTo>
                  <a:lnTo>
                    <a:pt x="201168" y="420624"/>
                  </a:lnTo>
                  <a:lnTo>
                    <a:pt x="198120" y="423672"/>
                  </a:lnTo>
                  <a:lnTo>
                    <a:pt x="192024" y="426720"/>
                  </a:lnTo>
                  <a:lnTo>
                    <a:pt x="120396" y="426720"/>
                  </a:lnTo>
                  <a:lnTo>
                    <a:pt x="111848" y="426986"/>
                  </a:lnTo>
                  <a:lnTo>
                    <a:pt x="76200" y="443484"/>
                  </a:lnTo>
                  <a:lnTo>
                    <a:pt x="73152" y="448056"/>
                  </a:lnTo>
                  <a:lnTo>
                    <a:pt x="70104" y="454152"/>
                  </a:lnTo>
                  <a:lnTo>
                    <a:pt x="70104" y="469392"/>
                  </a:lnTo>
                  <a:lnTo>
                    <a:pt x="73152" y="475488"/>
                  </a:lnTo>
                  <a:lnTo>
                    <a:pt x="76200" y="483108"/>
                  </a:lnTo>
                  <a:lnTo>
                    <a:pt x="79565" y="487997"/>
                  </a:lnTo>
                  <a:lnTo>
                    <a:pt x="84772" y="493585"/>
                  </a:lnTo>
                  <a:lnTo>
                    <a:pt x="99060" y="507492"/>
                  </a:lnTo>
                  <a:lnTo>
                    <a:pt x="89916" y="509016"/>
                  </a:lnTo>
                  <a:lnTo>
                    <a:pt x="83820" y="513588"/>
                  </a:lnTo>
                  <a:lnTo>
                    <a:pt x="73152" y="524256"/>
                  </a:lnTo>
                  <a:lnTo>
                    <a:pt x="70104" y="531876"/>
                  </a:lnTo>
                  <a:lnTo>
                    <a:pt x="70104" y="545592"/>
                  </a:lnTo>
                  <a:lnTo>
                    <a:pt x="73152" y="554736"/>
                  </a:lnTo>
                  <a:lnTo>
                    <a:pt x="82296" y="568452"/>
                  </a:lnTo>
                  <a:lnTo>
                    <a:pt x="99060" y="585216"/>
                  </a:lnTo>
                  <a:lnTo>
                    <a:pt x="70104" y="585216"/>
                  </a:lnTo>
                  <a:lnTo>
                    <a:pt x="70104" y="591312"/>
                  </a:lnTo>
                  <a:lnTo>
                    <a:pt x="86868" y="632460"/>
                  </a:lnTo>
                  <a:lnTo>
                    <a:pt x="91440" y="630936"/>
                  </a:lnTo>
                  <a:lnTo>
                    <a:pt x="89916" y="626364"/>
                  </a:lnTo>
                  <a:lnTo>
                    <a:pt x="89916" y="615696"/>
                  </a:lnTo>
                  <a:lnTo>
                    <a:pt x="92964" y="612648"/>
                  </a:lnTo>
                  <a:lnTo>
                    <a:pt x="94488" y="612648"/>
                  </a:lnTo>
                  <a:lnTo>
                    <a:pt x="99060" y="611124"/>
                  </a:lnTo>
                  <a:lnTo>
                    <a:pt x="116852" y="609841"/>
                  </a:lnTo>
                  <a:lnTo>
                    <a:pt x="126492" y="609600"/>
                  </a:lnTo>
                  <a:lnTo>
                    <a:pt x="185928" y="609600"/>
                  </a:lnTo>
                  <a:lnTo>
                    <a:pt x="192024" y="611124"/>
                  </a:lnTo>
                  <a:lnTo>
                    <a:pt x="195072" y="612648"/>
                  </a:lnTo>
                  <a:lnTo>
                    <a:pt x="198120" y="612648"/>
                  </a:lnTo>
                  <a:lnTo>
                    <a:pt x="199644" y="615696"/>
                  </a:lnTo>
                  <a:lnTo>
                    <a:pt x="201168" y="617220"/>
                  </a:lnTo>
                  <a:lnTo>
                    <a:pt x="202692" y="620268"/>
                  </a:lnTo>
                  <a:lnTo>
                    <a:pt x="202692" y="629412"/>
                  </a:lnTo>
                  <a:lnTo>
                    <a:pt x="207264" y="629412"/>
                  </a:lnTo>
                  <a:lnTo>
                    <a:pt x="207264" y="565404"/>
                  </a:lnTo>
                  <a:lnTo>
                    <a:pt x="202692" y="565404"/>
                  </a:lnTo>
                  <a:lnTo>
                    <a:pt x="202692" y="577596"/>
                  </a:lnTo>
                  <a:lnTo>
                    <a:pt x="199644" y="580644"/>
                  </a:lnTo>
                  <a:lnTo>
                    <a:pt x="198120" y="583692"/>
                  </a:lnTo>
                  <a:lnTo>
                    <a:pt x="195072" y="583692"/>
                  </a:lnTo>
                  <a:lnTo>
                    <a:pt x="192024" y="585216"/>
                  </a:lnTo>
                  <a:lnTo>
                    <a:pt x="106680" y="585216"/>
                  </a:lnTo>
                  <a:lnTo>
                    <a:pt x="102108" y="582168"/>
                  </a:lnTo>
                  <a:lnTo>
                    <a:pt x="97536" y="576072"/>
                  </a:lnTo>
                  <a:lnTo>
                    <a:pt x="92964" y="568452"/>
                  </a:lnTo>
                  <a:lnTo>
                    <a:pt x="89916" y="562356"/>
                  </a:lnTo>
                  <a:lnTo>
                    <a:pt x="88392" y="557784"/>
                  </a:lnTo>
                  <a:lnTo>
                    <a:pt x="88392" y="545592"/>
                  </a:lnTo>
                  <a:lnTo>
                    <a:pt x="91440" y="539496"/>
                  </a:lnTo>
                  <a:lnTo>
                    <a:pt x="97536" y="534924"/>
                  </a:lnTo>
                  <a:lnTo>
                    <a:pt x="102108" y="531876"/>
                  </a:lnTo>
                  <a:lnTo>
                    <a:pt x="109728" y="530352"/>
                  </a:lnTo>
                  <a:lnTo>
                    <a:pt x="190500" y="530352"/>
                  </a:lnTo>
                  <a:lnTo>
                    <a:pt x="192024" y="531876"/>
                  </a:lnTo>
                  <a:lnTo>
                    <a:pt x="196596" y="531876"/>
                  </a:lnTo>
                  <a:lnTo>
                    <a:pt x="198120" y="534924"/>
                  </a:lnTo>
                  <a:lnTo>
                    <a:pt x="201168" y="536448"/>
                  </a:lnTo>
                  <a:lnTo>
                    <a:pt x="202692" y="539496"/>
                  </a:lnTo>
                  <a:lnTo>
                    <a:pt x="202692" y="550164"/>
                  </a:lnTo>
                  <a:lnTo>
                    <a:pt x="207264" y="550164"/>
                  </a:lnTo>
                  <a:lnTo>
                    <a:pt x="207264" y="486156"/>
                  </a:lnTo>
                  <a:lnTo>
                    <a:pt x="202692" y="486156"/>
                  </a:lnTo>
                  <a:lnTo>
                    <a:pt x="202692" y="496824"/>
                  </a:lnTo>
                  <a:lnTo>
                    <a:pt x="199644" y="502920"/>
                  </a:lnTo>
                  <a:lnTo>
                    <a:pt x="198120" y="504444"/>
                  </a:lnTo>
                  <a:lnTo>
                    <a:pt x="195072" y="504444"/>
                  </a:lnTo>
                  <a:lnTo>
                    <a:pt x="192024" y="505968"/>
                  </a:lnTo>
                  <a:lnTo>
                    <a:pt x="106680" y="505968"/>
                  </a:lnTo>
                  <a:lnTo>
                    <a:pt x="100584" y="498348"/>
                  </a:lnTo>
                  <a:lnTo>
                    <a:pt x="96012" y="492252"/>
                  </a:lnTo>
                  <a:lnTo>
                    <a:pt x="89916" y="483108"/>
                  </a:lnTo>
                  <a:lnTo>
                    <a:pt x="88392" y="478536"/>
                  </a:lnTo>
                  <a:lnTo>
                    <a:pt x="88392" y="464820"/>
                  </a:lnTo>
                  <a:lnTo>
                    <a:pt x="91440" y="458724"/>
                  </a:lnTo>
                  <a:lnTo>
                    <a:pt x="97536" y="455676"/>
                  </a:lnTo>
                  <a:lnTo>
                    <a:pt x="102108" y="452628"/>
                  </a:lnTo>
                  <a:lnTo>
                    <a:pt x="109728" y="451104"/>
                  </a:lnTo>
                  <a:lnTo>
                    <a:pt x="190500" y="451104"/>
                  </a:lnTo>
                  <a:lnTo>
                    <a:pt x="192024" y="452628"/>
                  </a:lnTo>
                  <a:lnTo>
                    <a:pt x="195072" y="452628"/>
                  </a:lnTo>
                  <a:lnTo>
                    <a:pt x="198120" y="454152"/>
                  </a:lnTo>
                  <a:lnTo>
                    <a:pt x="199644" y="457200"/>
                  </a:lnTo>
                  <a:lnTo>
                    <a:pt x="202692" y="460248"/>
                  </a:lnTo>
                  <a:lnTo>
                    <a:pt x="202692" y="470916"/>
                  </a:lnTo>
                  <a:lnTo>
                    <a:pt x="207264" y="470916"/>
                  </a:lnTo>
                  <a:lnTo>
                    <a:pt x="207264" y="406908"/>
                  </a:lnTo>
                  <a:close/>
                </a:path>
                <a:path extrusionOk="0" h="632459" w="210819">
                  <a:moveTo>
                    <a:pt x="207264" y="204216"/>
                  </a:moveTo>
                  <a:lnTo>
                    <a:pt x="202692" y="204216"/>
                  </a:lnTo>
                  <a:lnTo>
                    <a:pt x="202692" y="214884"/>
                  </a:lnTo>
                  <a:lnTo>
                    <a:pt x="201168" y="217932"/>
                  </a:lnTo>
                  <a:lnTo>
                    <a:pt x="198120" y="220980"/>
                  </a:lnTo>
                  <a:lnTo>
                    <a:pt x="192024" y="224028"/>
                  </a:lnTo>
                  <a:lnTo>
                    <a:pt x="134112" y="224028"/>
                  </a:lnTo>
                  <a:lnTo>
                    <a:pt x="0" y="224028"/>
                  </a:lnTo>
                  <a:lnTo>
                    <a:pt x="0" y="230124"/>
                  </a:lnTo>
                  <a:lnTo>
                    <a:pt x="16764" y="269748"/>
                  </a:lnTo>
                  <a:lnTo>
                    <a:pt x="21336" y="266700"/>
                  </a:lnTo>
                  <a:lnTo>
                    <a:pt x="19812" y="263652"/>
                  </a:lnTo>
                  <a:lnTo>
                    <a:pt x="19812" y="254508"/>
                  </a:lnTo>
                  <a:lnTo>
                    <a:pt x="24384" y="249936"/>
                  </a:lnTo>
                  <a:lnTo>
                    <a:pt x="28956" y="249936"/>
                  </a:lnTo>
                  <a:lnTo>
                    <a:pt x="32385" y="249059"/>
                  </a:lnTo>
                  <a:lnTo>
                    <a:pt x="38100" y="248602"/>
                  </a:lnTo>
                  <a:lnTo>
                    <a:pt x="47244" y="248412"/>
                  </a:lnTo>
                  <a:lnTo>
                    <a:pt x="192024" y="248412"/>
                  </a:lnTo>
                  <a:lnTo>
                    <a:pt x="198120" y="251460"/>
                  </a:lnTo>
                  <a:lnTo>
                    <a:pt x="201168" y="254508"/>
                  </a:lnTo>
                  <a:lnTo>
                    <a:pt x="202692" y="257556"/>
                  </a:lnTo>
                  <a:lnTo>
                    <a:pt x="202692" y="269748"/>
                  </a:lnTo>
                  <a:lnTo>
                    <a:pt x="207264" y="269748"/>
                  </a:lnTo>
                  <a:lnTo>
                    <a:pt x="207264" y="248412"/>
                  </a:lnTo>
                  <a:lnTo>
                    <a:pt x="207264" y="204216"/>
                  </a:lnTo>
                  <a:close/>
                </a:path>
                <a:path extrusionOk="0" h="632459" w="210819">
                  <a:moveTo>
                    <a:pt x="207264" y="120396"/>
                  </a:moveTo>
                  <a:lnTo>
                    <a:pt x="201168" y="120396"/>
                  </a:lnTo>
                  <a:lnTo>
                    <a:pt x="201168" y="131064"/>
                  </a:lnTo>
                  <a:lnTo>
                    <a:pt x="199644" y="132588"/>
                  </a:lnTo>
                  <a:lnTo>
                    <a:pt x="199644" y="137160"/>
                  </a:lnTo>
                  <a:lnTo>
                    <a:pt x="196596" y="141732"/>
                  </a:lnTo>
                  <a:lnTo>
                    <a:pt x="169164" y="164592"/>
                  </a:lnTo>
                  <a:lnTo>
                    <a:pt x="124968" y="201168"/>
                  </a:lnTo>
                  <a:lnTo>
                    <a:pt x="101320" y="175260"/>
                  </a:lnTo>
                  <a:lnTo>
                    <a:pt x="92964" y="166116"/>
                  </a:lnTo>
                  <a:lnTo>
                    <a:pt x="86868" y="158496"/>
                  </a:lnTo>
                  <a:lnTo>
                    <a:pt x="82296" y="152400"/>
                  </a:lnTo>
                  <a:lnTo>
                    <a:pt x="80772" y="146304"/>
                  </a:lnTo>
                  <a:lnTo>
                    <a:pt x="77724" y="140208"/>
                  </a:lnTo>
                  <a:lnTo>
                    <a:pt x="77724" y="134112"/>
                  </a:lnTo>
                  <a:lnTo>
                    <a:pt x="76200" y="124968"/>
                  </a:lnTo>
                  <a:lnTo>
                    <a:pt x="73152" y="124968"/>
                  </a:lnTo>
                  <a:lnTo>
                    <a:pt x="73152" y="185928"/>
                  </a:lnTo>
                  <a:lnTo>
                    <a:pt x="77724" y="185928"/>
                  </a:lnTo>
                  <a:lnTo>
                    <a:pt x="77724" y="181356"/>
                  </a:lnTo>
                  <a:lnTo>
                    <a:pt x="80772" y="178308"/>
                  </a:lnTo>
                  <a:lnTo>
                    <a:pt x="82296" y="175260"/>
                  </a:lnTo>
                  <a:lnTo>
                    <a:pt x="88392" y="175260"/>
                  </a:lnTo>
                  <a:lnTo>
                    <a:pt x="89916" y="176784"/>
                  </a:lnTo>
                  <a:lnTo>
                    <a:pt x="91440" y="176784"/>
                  </a:lnTo>
                  <a:lnTo>
                    <a:pt x="96012" y="181356"/>
                  </a:lnTo>
                  <a:lnTo>
                    <a:pt x="102108" y="188976"/>
                  </a:lnTo>
                  <a:lnTo>
                    <a:pt x="134112" y="224028"/>
                  </a:lnTo>
                  <a:lnTo>
                    <a:pt x="161874" y="201168"/>
                  </a:lnTo>
                  <a:lnTo>
                    <a:pt x="185928" y="181356"/>
                  </a:lnTo>
                  <a:lnTo>
                    <a:pt x="195072" y="175260"/>
                  </a:lnTo>
                  <a:lnTo>
                    <a:pt x="199644" y="175260"/>
                  </a:lnTo>
                  <a:lnTo>
                    <a:pt x="201168" y="176784"/>
                  </a:lnTo>
                  <a:lnTo>
                    <a:pt x="201168" y="178308"/>
                  </a:lnTo>
                  <a:lnTo>
                    <a:pt x="202692" y="179832"/>
                  </a:lnTo>
                  <a:lnTo>
                    <a:pt x="202692" y="185928"/>
                  </a:lnTo>
                  <a:lnTo>
                    <a:pt x="207264" y="185928"/>
                  </a:lnTo>
                  <a:lnTo>
                    <a:pt x="207264" y="175260"/>
                  </a:lnTo>
                  <a:lnTo>
                    <a:pt x="207264" y="120396"/>
                  </a:lnTo>
                  <a:close/>
                </a:path>
                <a:path extrusionOk="0" h="632459" w="210819">
                  <a:moveTo>
                    <a:pt x="210324" y="304800"/>
                  </a:moveTo>
                  <a:lnTo>
                    <a:pt x="209130" y="297688"/>
                  </a:lnTo>
                  <a:lnTo>
                    <a:pt x="205371" y="290131"/>
                  </a:lnTo>
                  <a:lnTo>
                    <a:pt x="198742" y="282308"/>
                  </a:lnTo>
                  <a:lnTo>
                    <a:pt x="188988" y="274320"/>
                  </a:lnTo>
                  <a:lnTo>
                    <a:pt x="181368" y="274320"/>
                  </a:lnTo>
                  <a:lnTo>
                    <a:pt x="187464" y="278892"/>
                  </a:lnTo>
                  <a:lnTo>
                    <a:pt x="190512" y="283464"/>
                  </a:lnTo>
                  <a:lnTo>
                    <a:pt x="192036" y="284988"/>
                  </a:lnTo>
                  <a:lnTo>
                    <a:pt x="192036" y="292608"/>
                  </a:lnTo>
                  <a:lnTo>
                    <a:pt x="190512" y="292608"/>
                  </a:lnTo>
                  <a:lnTo>
                    <a:pt x="190512" y="294132"/>
                  </a:lnTo>
                  <a:lnTo>
                    <a:pt x="188988" y="295656"/>
                  </a:lnTo>
                  <a:lnTo>
                    <a:pt x="182892" y="295656"/>
                  </a:lnTo>
                  <a:lnTo>
                    <a:pt x="175272" y="297180"/>
                  </a:lnTo>
                  <a:lnTo>
                    <a:pt x="94500" y="297180"/>
                  </a:lnTo>
                  <a:lnTo>
                    <a:pt x="91452" y="298704"/>
                  </a:lnTo>
                  <a:lnTo>
                    <a:pt x="83832" y="301752"/>
                  </a:lnTo>
                  <a:lnTo>
                    <a:pt x="70116" y="341376"/>
                  </a:lnTo>
                  <a:lnTo>
                    <a:pt x="70205" y="342569"/>
                  </a:lnTo>
                  <a:lnTo>
                    <a:pt x="70281" y="343649"/>
                  </a:lnTo>
                  <a:lnTo>
                    <a:pt x="86512" y="382435"/>
                  </a:lnTo>
                  <a:lnTo>
                    <a:pt x="105168" y="390144"/>
                  </a:lnTo>
                  <a:lnTo>
                    <a:pt x="109740" y="390144"/>
                  </a:lnTo>
                  <a:lnTo>
                    <a:pt x="112788" y="388620"/>
                  </a:lnTo>
                  <a:lnTo>
                    <a:pt x="115836" y="385572"/>
                  </a:lnTo>
                  <a:lnTo>
                    <a:pt x="118884" y="384048"/>
                  </a:lnTo>
                  <a:lnTo>
                    <a:pt x="118884" y="370332"/>
                  </a:lnTo>
                  <a:lnTo>
                    <a:pt x="115836" y="368808"/>
                  </a:lnTo>
                  <a:lnTo>
                    <a:pt x="112788" y="365760"/>
                  </a:lnTo>
                  <a:lnTo>
                    <a:pt x="91452" y="365760"/>
                  </a:lnTo>
                  <a:lnTo>
                    <a:pt x="88404" y="364236"/>
                  </a:lnTo>
                  <a:lnTo>
                    <a:pt x="85356" y="359664"/>
                  </a:lnTo>
                  <a:lnTo>
                    <a:pt x="80784" y="356616"/>
                  </a:lnTo>
                  <a:lnTo>
                    <a:pt x="79311" y="352221"/>
                  </a:lnTo>
                  <a:lnTo>
                    <a:pt x="79260" y="336804"/>
                  </a:lnTo>
                  <a:lnTo>
                    <a:pt x="82308" y="330708"/>
                  </a:lnTo>
                  <a:lnTo>
                    <a:pt x="115836" y="321564"/>
                  </a:lnTo>
                  <a:lnTo>
                    <a:pt x="120408" y="321564"/>
                  </a:lnTo>
                  <a:lnTo>
                    <a:pt x="132219" y="349758"/>
                  </a:lnTo>
                  <a:lnTo>
                    <a:pt x="137121" y="360578"/>
                  </a:lnTo>
                  <a:lnTo>
                    <a:pt x="164604" y="393192"/>
                  </a:lnTo>
                  <a:lnTo>
                    <a:pt x="170700" y="394716"/>
                  </a:lnTo>
                  <a:lnTo>
                    <a:pt x="176796" y="394716"/>
                  </a:lnTo>
                  <a:lnTo>
                    <a:pt x="210324" y="371856"/>
                  </a:lnTo>
                  <a:lnTo>
                    <a:pt x="210324" y="370332"/>
                  </a:lnTo>
                  <a:lnTo>
                    <a:pt x="210324" y="352044"/>
                  </a:lnTo>
                  <a:lnTo>
                    <a:pt x="192036" y="326859"/>
                  </a:lnTo>
                  <a:lnTo>
                    <a:pt x="192036" y="348996"/>
                  </a:lnTo>
                  <a:lnTo>
                    <a:pt x="192036" y="355092"/>
                  </a:lnTo>
                  <a:lnTo>
                    <a:pt x="190512" y="359664"/>
                  </a:lnTo>
                  <a:lnTo>
                    <a:pt x="185940" y="364236"/>
                  </a:lnTo>
                  <a:lnTo>
                    <a:pt x="176796" y="370332"/>
                  </a:lnTo>
                  <a:lnTo>
                    <a:pt x="164604" y="370332"/>
                  </a:lnTo>
                  <a:lnTo>
                    <a:pt x="158508" y="367284"/>
                  </a:lnTo>
                  <a:lnTo>
                    <a:pt x="155460" y="364236"/>
                  </a:lnTo>
                  <a:lnTo>
                    <a:pt x="150888" y="361188"/>
                  </a:lnTo>
                  <a:lnTo>
                    <a:pt x="146316" y="356616"/>
                  </a:lnTo>
                  <a:lnTo>
                    <a:pt x="141744" y="348996"/>
                  </a:lnTo>
                  <a:lnTo>
                    <a:pt x="140042" y="344716"/>
                  </a:lnTo>
                  <a:lnTo>
                    <a:pt x="137363" y="338709"/>
                  </a:lnTo>
                  <a:lnTo>
                    <a:pt x="133807" y="331000"/>
                  </a:lnTo>
                  <a:lnTo>
                    <a:pt x="129552" y="321564"/>
                  </a:lnTo>
                  <a:lnTo>
                    <a:pt x="178320" y="321564"/>
                  </a:lnTo>
                  <a:lnTo>
                    <a:pt x="184315" y="329501"/>
                  </a:lnTo>
                  <a:lnTo>
                    <a:pt x="188607" y="336994"/>
                  </a:lnTo>
                  <a:lnTo>
                    <a:pt x="188671" y="337185"/>
                  </a:lnTo>
                  <a:lnTo>
                    <a:pt x="191173" y="343649"/>
                  </a:lnTo>
                  <a:lnTo>
                    <a:pt x="192036" y="348996"/>
                  </a:lnTo>
                  <a:lnTo>
                    <a:pt x="192036" y="326859"/>
                  </a:lnTo>
                  <a:lnTo>
                    <a:pt x="187464" y="321564"/>
                  </a:lnTo>
                  <a:lnTo>
                    <a:pt x="196608" y="320040"/>
                  </a:lnTo>
                  <a:lnTo>
                    <a:pt x="202704" y="320040"/>
                  </a:lnTo>
                  <a:lnTo>
                    <a:pt x="208800" y="313944"/>
                  </a:lnTo>
                  <a:lnTo>
                    <a:pt x="210324" y="309372"/>
                  </a:lnTo>
                  <a:lnTo>
                    <a:pt x="210324" y="304800"/>
                  </a:lnTo>
                  <a:close/>
                </a:path>
                <a:path extrusionOk="0" h="632459" w="210819">
                  <a:moveTo>
                    <a:pt x="210324" y="54864"/>
                  </a:moveTo>
                  <a:lnTo>
                    <a:pt x="210197" y="53340"/>
                  </a:lnTo>
                  <a:lnTo>
                    <a:pt x="209435" y="43992"/>
                  </a:lnTo>
                  <a:lnTo>
                    <a:pt x="206705" y="34099"/>
                  </a:lnTo>
                  <a:lnTo>
                    <a:pt x="177939" y="5524"/>
                  </a:lnTo>
                  <a:lnTo>
                    <a:pt x="158508" y="0"/>
                  </a:lnTo>
                  <a:lnTo>
                    <a:pt x="155460" y="3048"/>
                  </a:lnTo>
                  <a:lnTo>
                    <a:pt x="163766" y="6502"/>
                  </a:lnTo>
                  <a:lnTo>
                    <a:pt x="170510" y="10096"/>
                  </a:lnTo>
                  <a:lnTo>
                    <a:pt x="175818" y="13982"/>
                  </a:lnTo>
                  <a:lnTo>
                    <a:pt x="179844" y="18288"/>
                  </a:lnTo>
                  <a:lnTo>
                    <a:pt x="184416" y="25908"/>
                  </a:lnTo>
                  <a:lnTo>
                    <a:pt x="185940" y="33528"/>
                  </a:lnTo>
                  <a:lnTo>
                    <a:pt x="185940" y="42672"/>
                  </a:lnTo>
                  <a:lnTo>
                    <a:pt x="160312" y="83083"/>
                  </a:lnTo>
                  <a:lnTo>
                    <a:pt x="123456" y="91440"/>
                  </a:lnTo>
                  <a:lnTo>
                    <a:pt x="123456" y="30480"/>
                  </a:lnTo>
                  <a:lnTo>
                    <a:pt x="123456" y="0"/>
                  </a:lnTo>
                  <a:lnTo>
                    <a:pt x="114312" y="723"/>
                  </a:lnTo>
                  <a:lnTo>
                    <a:pt x="114312" y="30480"/>
                  </a:lnTo>
                  <a:lnTo>
                    <a:pt x="114312" y="91440"/>
                  </a:lnTo>
                  <a:lnTo>
                    <a:pt x="79260" y="67056"/>
                  </a:lnTo>
                  <a:lnTo>
                    <a:pt x="79260" y="53340"/>
                  </a:lnTo>
                  <a:lnTo>
                    <a:pt x="80784" y="48768"/>
                  </a:lnTo>
                  <a:lnTo>
                    <a:pt x="86880" y="39624"/>
                  </a:lnTo>
                  <a:lnTo>
                    <a:pt x="91452" y="35052"/>
                  </a:lnTo>
                  <a:lnTo>
                    <a:pt x="97548" y="33528"/>
                  </a:lnTo>
                  <a:lnTo>
                    <a:pt x="100596" y="32004"/>
                  </a:lnTo>
                  <a:lnTo>
                    <a:pt x="106692" y="30480"/>
                  </a:lnTo>
                  <a:lnTo>
                    <a:pt x="114312" y="30480"/>
                  </a:lnTo>
                  <a:lnTo>
                    <a:pt x="114312" y="723"/>
                  </a:lnTo>
                  <a:lnTo>
                    <a:pt x="79108" y="21361"/>
                  </a:lnTo>
                  <a:lnTo>
                    <a:pt x="70116" y="50292"/>
                  </a:lnTo>
                  <a:lnTo>
                    <a:pt x="71488" y="63423"/>
                  </a:lnTo>
                  <a:lnTo>
                    <a:pt x="100190" y="102489"/>
                  </a:lnTo>
                  <a:lnTo>
                    <a:pt x="143268" y="112776"/>
                  </a:lnTo>
                  <a:lnTo>
                    <a:pt x="157530" y="111633"/>
                  </a:lnTo>
                  <a:lnTo>
                    <a:pt x="170510" y="108204"/>
                  </a:lnTo>
                  <a:lnTo>
                    <a:pt x="182054" y="102489"/>
                  </a:lnTo>
                  <a:lnTo>
                    <a:pt x="192036" y="94488"/>
                  </a:lnTo>
                  <a:lnTo>
                    <a:pt x="194881" y="91440"/>
                  </a:lnTo>
                  <a:lnTo>
                    <a:pt x="200037" y="85940"/>
                  </a:lnTo>
                  <a:lnTo>
                    <a:pt x="205752" y="76390"/>
                  </a:lnTo>
                  <a:lnTo>
                    <a:pt x="205803" y="76200"/>
                  </a:lnTo>
                  <a:lnTo>
                    <a:pt x="209181" y="65989"/>
                  </a:lnTo>
                  <a:lnTo>
                    <a:pt x="210324" y="548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573" name="Google Shape;4573;p76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017776" y="7735823"/>
              <a:ext cx="140207" cy="9143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574" name="Google Shape;4574;p76"/>
          <p:cNvGrpSpPr/>
          <p:nvPr/>
        </p:nvGrpSpPr>
        <p:grpSpPr>
          <a:xfrm>
            <a:off x="2017775" y="7013447"/>
            <a:ext cx="140208" cy="621792"/>
            <a:chOff x="2017775" y="7013447"/>
            <a:chExt cx="140208" cy="621792"/>
          </a:xfrm>
        </p:grpSpPr>
        <p:pic>
          <p:nvPicPr>
            <p:cNvPr id="4575" name="Google Shape;4575;p76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017775" y="7543799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76" name="Google Shape;4576;p76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017775" y="7149083"/>
              <a:ext cx="140208" cy="3749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77" name="Google Shape;4577;p76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017775" y="7013447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578" name="Google Shape;4578;p76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1976627" y="6713219"/>
            <a:ext cx="181356" cy="222504"/>
          </a:xfrm>
          <a:prstGeom prst="rect">
            <a:avLst/>
          </a:prstGeom>
          <a:noFill/>
          <a:ln>
            <a:noFill/>
          </a:ln>
        </p:spPr>
      </p:pic>
      <p:pic>
        <p:nvPicPr>
          <p:cNvPr id="4579" name="Google Shape;4579;p76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1947672" y="5853683"/>
            <a:ext cx="271230" cy="765048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0" name="Google Shape;4580;p76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017776" y="5650992"/>
            <a:ext cx="140208" cy="120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81" name="Google Shape;4581;p76"/>
          <p:cNvGrpSpPr/>
          <p:nvPr/>
        </p:nvGrpSpPr>
        <p:grpSpPr>
          <a:xfrm>
            <a:off x="1947672" y="4213860"/>
            <a:ext cx="210566" cy="1353311"/>
            <a:chOff x="1947672" y="4213860"/>
            <a:chExt cx="210566" cy="1353311"/>
          </a:xfrm>
        </p:grpSpPr>
        <p:pic>
          <p:nvPicPr>
            <p:cNvPr id="4582" name="Google Shape;4582;p76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1947672" y="5079492"/>
              <a:ext cx="210312" cy="4876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83" name="Google Shape;4583;p76"/>
            <p:cNvSpPr/>
            <p:nvPr/>
          </p:nvSpPr>
          <p:spPr>
            <a:xfrm>
              <a:off x="1976628" y="4213860"/>
              <a:ext cx="181610" cy="843280"/>
            </a:xfrm>
            <a:custGeom>
              <a:rect b="b" l="l" r="r" t="t"/>
              <a:pathLst>
                <a:path extrusionOk="0" h="843279" w="181610">
                  <a:moveTo>
                    <a:pt x="178295" y="0"/>
                  </a:moveTo>
                  <a:lnTo>
                    <a:pt x="173723" y="0"/>
                  </a:lnTo>
                  <a:lnTo>
                    <a:pt x="173723" y="9144"/>
                  </a:lnTo>
                  <a:lnTo>
                    <a:pt x="170675" y="15240"/>
                  </a:lnTo>
                  <a:lnTo>
                    <a:pt x="169151" y="16764"/>
                  </a:lnTo>
                  <a:lnTo>
                    <a:pt x="166103" y="16764"/>
                  </a:lnTo>
                  <a:lnTo>
                    <a:pt x="163055" y="18288"/>
                  </a:lnTo>
                  <a:lnTo>
                    <a:pt x="156959" y="19812"/>
                  </a:lnTo>
                  <a:lnTo>
                    <a:pt x="82880" y="19862"/>
                  </a:lnTo>
                  <a:lnTo>
                    <a:pt x="75615" y="20193"/>
                  </a:lnTo>
                  <a:lnTo>
                    <a:pt x="69786" y="21107"/>
                  </a:lnTo>
                  <a:lnTo>
                    <a:pt x="65519" y="22860"/>
                  </a:lnTo>
                  <a:lnTo>
                    <a:pt x="56375" y="25908"/>
                  </a:lnTo>
                  <a:lnTo>
                    <a:pt x="50279" y="30480"/>
                  </a:lnTo>
                  <a:lnTo>
                    <a:pt x="47231" y="35052"/>
                  </a:lnTo>
                  <a:lnTo>
                    <a:pt x="41135" y="47244"/>
                  </a:lnTo>
                  <a:lnTo>
                    <a:pt x="41135" y="60960"/>
                  </a:lnTo>
                  <a:lnTo>
                    <a:pt x="44183" y="67056"/>
                  </a:lnTo>
                  <a:lnTo>
                    <a:pt x="47231" y="74676"/>
                  </a:lnTo>
                  <a:lnTo>
                    <a:pt x="50596" y="79781"/>
                  </a:lnTo>
                  <a:lnTo>
                    <a:pt x="55803" y="85725"/>
                  </a:lnTo>
                  <a:lnTo>
                    <a:pt x="62458" y="92252"/>
                  </a:lnTo>
                  <a:lnTo>
                    <a:pt x="70091" y="99060"/>
                  </a:lnTo>
                  <a:lnTo>
                    <a:pt x="60947" y="100584"/>
                  </a:lnTo>
                  <a:lnTo>
                    <a:pt x="54851" y="105156"/>
                  </a:lnTo>
                  <a:lnTo>
                    <a:pt x="48755" y="111252"/>
                  </a:lnTo>
                  <a:lnTo>
                    <a:pt x="44183" y="117348"/>
                  </a:lnTo>
                  <a:lnTo>
                    <a:pt x="41135" y="123444"/>
                  </a:lnTo>
                  <a:lnTo>
                    <a:pt x="41135" y="137160"/>
                  </a:lnTo>
                  <a:lnTo>
                    <a:pt x="42659" y="141732"/>
                  </a:lnTo>
                  <a:lnTo>
                    <a:pt x="44183" y="147828"/>
                  </a:lnTo>
                  <a:lnTo>
                    <a:pt x="53327" y="161544"/>
                  </a:lnTo>
                  <a:lnTo>
                    <a:pt x="54851" y="163068"/>
                  </a:lnTo>
                  <a:lnTo>
                    <a:pt x="60947" y="167640"/>
                  </a:lnTo>
                  <a:lnTo>
                    <a:pt x="70091" y="178308"/>
                  </a:lnTo>
                  <a:lnTo>
                    <a:pt x="41135" y="178308"/>
                  </a:lnTo>
                  <a:lnTo>
                    <a:pt x="41135" y="184404"/>
                  </a:lnTo>
                  <a:lnTo>
                    <a:pt x="57899" y="225552"/>
                  </a:lnTo>
                  <a:lnTo>
                    <a:pt x="62471" y="222504"/>
                  </a:lnTo>
                  <a:lnTo>
                    <a:pt x="60947" y="219456"/>
                  </a:lnTo>
                  <a:lnTo>
                    <a:pt x="60947" y="208788"/>
                  </a:lnTo>
                  <a:lnTo>
                    <a:pt x="65519" y="204216"/>
                  </a:lnTo>
                  <a:lnTo>
                    <a:pt x="70091" y="204216"/>
                  </a:lnTo>
                  <a:lnTo>
                    <a:pt x="73736" y="203339"/>
                  </a:lnTo>
                  <a:lnTo>
                    <a:pt x="79806" y="202882"/>
                  </a:lnTo>
                  <a:lnTo>
                    <a:pt x="97523" y="202692"/>
                  </a:lnTo>
                  <a:lnTo>
                    <a:pt x="163055" y="202692"/>
                  </a:lnTo>
                  <a:lnTo>
                    <a:pt x="169151" y="205740"/>
                  </a:lnTo>
                  <a:lnTo>
                    <a:pt x="172199" y="208788"/>
                  </a:lnTo>
                  <a:lnTo>
                    <a:pt x="173723" y="211836"/>
                  </a:lnTo>
                  <a:lnTo>
                    <a:pt x="173723" y="222504"/>
                  </a:lnTo>
                  <a:lnTo>
                    <a:pt x="178295" y="222504"/>
                  </a:lnTo>
                  <a:lnTo>
                    <a:pt x="178295" y="158496"/>
                  </a:lnTo>
                  <a:lnTo>
                    <a:pt x="173723" y="158496"/>
                  </a:lnTo>
                  <a:lnTo>
                    <a:pt x="173723" y="169164"/>
                  </a:lnTo>
                  <a:lnTo>
                    <a:pt x="172199" y="170688"/>
                  </a:lnTo>
                  <a:lnTo>
                    <a:pt x="170675" y="173736"/>
                  </a:lnTo>
                  <a:lnTo>
                    <a:pt x="169151" y="175260"/>
                  </a:lnTo>
                  <a:lnTo>
                    <a:pt x="166103" y="176784"/>
                  </a:lnTo>
                  <a:lnTo>
                    <a:pt x="163055" y="176784"/>
                  </a:lnTo>
                  <a:lnTo>
                    <a:pt x="156959" y="178308"/>
                  </a:lnTo>
                  <a:lnTo>
                    <a:pt x="77711" y="178308"/>
                  </a:lnTo>
                  <a:lnTo>
                    <a:pt x="73139" y="173736"/>
                  </a:lnTo>
                  <a:lnTo>
                    <a:pt x="68567" y="167640"/>
                  </a:lnTo>
                  <a:lnTo>
                    <a:pt x="63995" y="160020"/>
                  </a:lnTo>
                  <a:lnTo>
                    <a:pt x="60947" y="155448"/>
                  </a:lnTo>
                  <a:lnTo>
                    <a:pt x="59423" y="149352"/>
                  </a:lnTo>
                  <a:lnTo>
                    <a:pt x="59423" y="137160"/>
                  </a:lnTo>
                  <a:lnTo>
                    <a:pt x="62471" y="131064"/>
                  </a:lnTo>
                  <a:lnTo>
                    <a:pt x="68567" y="128016"/>
                  </a:lnTo>
                  <a:lnTo>
                    <a:pt x="73139" y="124968"/>
                  </a:lnTo>
                  <a:lnTo>
                    <a:pt x="80759" y="123444"/>
                  </a:lnTo>
                  <a:lnTo>
                    <a:pt x="163055" y="123444"/>
                  </a:lnTo>
                  <a:lnTo>
                    <a:pt x="167627" y="124968"/>
                  </a:lnTo>
                  <a:lnTo>
                    <a:pt x="173723" y="131064"/>
                  </a:lnTo>
                  <a:lnTo>
                    <a:pt x="173723" y="143256"/>
                  </a:lnTo>
                  <a:lnTo>
                    <a:pt x="178295" y="143256"/>
                  </a:lnTo>
                  <a:lnTo>
                    <a:pt x="178295" y="79248"/>
                  </a:lnTo>
                  <a:lnTo>
                    <a:pt x="173723" y="79248"/>
                  </a:lnTo>
                  <a:lnTo>
                    <a:pt x="173723" y="89916"/>
                  </a:lnTo>
                  <a:lnTo>
                    <a:pt x="172199" y="91440"/>
                  </a:lnTo>
                  <a:lnTo>
                    <a:pt x="170675" y="94488"/>
                  </a:lnTo>
                  <a:lnTo>
                    <a:pt x="169151" y="96012"/>
                  </a:lnTo>
                  <a:lnTo>
                    <a:pt x="166103" y="97536"/>
                  </a:lnTo>
                  <a:lnTo>
                    <a:pt x="163055" y="97536"/>
                  </a:lnTo>
                  <a:lnTo>
                    <a:pt x="158483" y="99060"/>
                  </a:lnTo>
                  <a:lnTo>
                    <a:pt x="77711" y="99060"/>
                  </a:lnTo>
                  <a:lnTo>
                    <a:pt x="71615" y="91440"/>
                  </a:lnTo>
                  <a:lnTo>
                    <a:pt x="67043" y="85344"/>
                  </a:lnTo>
                  <a:lnTo>
                    <a:pt x="63995" y="80772"/>
                  </a:lnTo>
                  <a:lnTo>
                    <a:pt x="60947" y="74676"/>
                  </a:lnTo>
                  <a:lnTo>
                    <a:pt x="59423" y="70104"/>
                  </a:lnTo>
                  <a:lnTo>
                    <a:pt x="59423" y="56388"/>
                  </a:lnTo>
                  <a:lnTo>
                    <a:pt x="62471" y="51816"/>
                  </a:lnTo>
                  <a:lnTo>
                    <a:pt x="68567" y="47244"/>
                  </a:lnTo>
                  <a:lnTo>
                    <a:pt x="73139" y="45720"/>
                  </a:lnTo>
                  <a:lnTo>
                    <a:pt x="80759" y="44196"/>
                  </a:lnTo>
                  <a:lnTo>
                    <a:pt x="163055" y="44196"/>
                  </a:lnTo>
                  <a:lnTo>
                    <a:pt x="169151" y="47244"/>
                  </a:lnTo>
                  <a:lnTo>
                    <a:pt x="173723" y="51816"/>
                  </a:lnTo>
                  <a:lnTo>
                    <a:pt x="173723" y="64008"/>
                  </a:lnTo>
                  <a:lnTo>
                    <a:pt x="178295" y="64008"/>
                  </a:lnTo>
                  <a:lnTo>
                    <a:pt x="178295" y="0"/>
                  </a:lnTo>
                  <a:close/>
                </a:path>
                <a:path extrusionOk="0" h="843279" w="181610">
                  <a:moveTo>
                    <a:pt x="181343" y="786384"/>
                  </a:moveTo>
                  <a:lnTo>
                    <a:pt x="159918" y="744143"/>
                  </a:lnTo>
                  <a:lnTo>
                    <a:pt x="126479" y="729996"/>
                  </a:lnTo>
                  <a:lnTo>
                    <a:pt x="123431" y="733044"/>
                  </a:lnTo>
                  <a:lnTo>
                    <a:pt x="131991" y="737387"/>
                  </a:lnTo>
                  <a:lnTo>
                    <a:pt x="139242" y="741426"/>
                  </a:lnTo>
                  <a:lnTo>
                    <a:pt x="156959" y="775716"/>
                  </a:lnTo>
                  <a:lnTo>
                    <a:pt x="155841" y="785431"/>
                  </a:lnTo>
                  <a:lnTo>
                    <a:pt x="120764" y="817245"/>
                  </a:lnTo>
                  <a:lnTo>
                    <a:pt x="99047" y="819912"/>
                  </a:lnTo>
                  <a:lnTo>
                    <a:pt x="87312" y="819302"/>
                  </a:lnTo>
                  <a:lnTo>
                    <a:pt x="50279" y="794004"/>
                  </a:lnTo>
                  <a:lnTo>
                    <a:pt x="50279" y="778764"/>
                  </a:lnTo>
                  <a:lnTo>
                    <a:pt x="51803" y="774192"/>
                  </a:lnTo>
                  <a:lnTo>
                    <a:pt x="54851" y="771144"/>
                  </a:lnTo>
                  <a:lnTo>
                    <a:pt x="57899" y="766572"/>
                  </a:lnTo>
                  <a:lnTo>
                    <a:pt x="62471" y="765048"/>
                  </a:lnTo>
                  <a:lnTo>
                    <a:pt x="68567" y="765048"/>
                  </a:lnTo>
                  <a:lnTo>
                    <a:pt x="74663" y="763524"/>
                  </a:lnTo>
                  <a:lnTo>
                    <a:pt x="77711" y="763524"/>
                  </a:lnTo>
                  <a:lnTo>
                    <a:pt x="80759" y="760476"/>
                  </a:lnTo>
                  <a:lnTo>
                    <a:pt x="83807" y="758952"/>
                  </a:lnTo>
                  <a:lnTo>
                    <a:pt x="85331" y="754380"/>
                  </a:lnTo>
                  <a:lnTo>
                    <a:pt x="85331" y="740664"/>
                  </a:lnTo>
                  <a:lnTo>
                    <a:pt x="80759" y="736092"/>
                  </a:lnTo>
                  <a:lnTo>
                    <a:pt x="77711" y="734568"/>
                  </a:lnTo>
                  <a:lnTo>
                    <a:pt x="65519" y="734568"/>
                  </a:lnTo>
                  <a:lnTo>
                    <a:pt x="41948" y="770559"/>
                  </a:lnTo>
                  <a:lnTo>
                    <a:pt x="41135" y="780288"/>
                  </a:lnTo>
                  <a:lnTo>
                    <a:pt x="42519" y="792556"/>
                  </a:lnTo>
                  <a:lnTo>
                    <a:pt x="71805" y="832485"/>
                  </a:lnTo>
                  <a:lnTo>
                    <a:pt x="111239" y="842772"/>
                  </a:lnTo>
                  <a:lnTo>
                    <a:pt x="127266" y="841654"/>
                  </a:lnTo>
                  <a:lnTo>
                    <a:pt x="163055" y="826008"/>
                  </a:lnTo>
                  <a:lnTo>
                    <a:pt x="180200" y="797509"/>
                  </a:lnTo>
                  <a:lnTo>
                    <a:pt x="181343" y="786384"/>
                  </a:lnTo>
                  <a:close/>
                </a:path>
                <a:path extrusionOk="0" h="843279" w="181610">
                  <a:moveTo>
                    <a:pt x="181343" y="510540"/>
                  </a:moveTo>
                  <a:lnTo>
                    <a:pt x="164655" y="472541"/>
                  </a:lnTo>
                  <a:lnTo>
                    <a:pt x="141719" y="464820"/>
                  </a:lnTo>
                  <a:lnTo>
                    <a:pt x="130848" y="466801"/>
                  </a:lnTo>
                  <a:lnTo>
                    <a:pt x="120954" y="472630"/>
                  </a:lnTo>
                  <a:lnTo>
                    <a:pt x="111937" y="482180"/>
                  </a:lnTo>
                  <a:lnTo>
                    <a:pt x="103619" y="495300"/>
                  </a:lnTo>
                  <a:lnTo>
                    <a:pt x="94475" y="516636"/>
                  </a:lnTo>
                  <a:lnTo>
                    <a:pt x="89903" y="525780"/>
                  </a:lnTo>
                  <a:lnTo>
                    <a:pt x="85331" y="531876"/>
                  </a:lnTo>
                  <a:lnTo>
                    <a:pt x="82283" y="534924"/>
                  </a:lnTo>
                  <a:lnTo>
                    <a:pt x="73139" y="537972"/>
                  </a:lnTo>
                  <a:lnTo>
                    <a:pt x="63995" y="537972"/>
                  </a:lnTo>
                  <a:lnTo>
                    <a:pt x="59423" y="536448"/>
                  </a:lnTo>
                  <a:lnTo>
                    <a:pt x="56375" y="531876"/>
                  </a:lnTo>
                  <a:lnTo>
                    <a:pt x="53327" y="528828"/>
                  </a:lnTo>
                  <a:lnTo>
                    <a:pt x="50279" y="522732"/>
                  </a:lnTo>
                  <a:lnTo>
                    <a:pt x="50279" y="507492"/>
                  </a:lnTo>
                  <a:lnTo>
                    <a:pt x="86855" y="480060"/>
                  </a:lnTo>
                  <a:lnTo>
                    <a:pt x="86855" y="475488"/>
                  </a:lnTo>
                  <a:lnTo>
                    <a:pt x="41135" y="475488"/>
                  </a:lnTo>
                  <a:lnTo>
                    <a:pt x="41135" y="480060"/>
                  </a:lnTo>
                  <a:lnTo>
                    <a:pt x="44183" y="481584"/>
                  </a:lnTo>
                  <a:lnTo>
                    <a:pt x="45707" y="483108"/>
                  </a:lnTo>
                  <a:lnTo>
                    <a:pt x="47231" y="483108"/>
                  </a:lnTo>
                  <a:lnTo>
                    <a:pt x="47231" y="492252"/>
                  </a:lnTo>
                  <a:lnTo>
                    <a:pt x="45707" y="496824"/>
                  </a:lnTo>
                  <a:lnTo>
                    <a:pt x="42659" y="504444"/>
                  </a:lnTo>
                  <a:lnTo>
                    <a:pt x="41135" y="510540"/>
                  </a:lnTo>
                  <a:lnTo>
                    <a:pt x="41135" y="516636"/>
                  </a:lnTo>
                  <a:lnTo>
                    <a:pt x="41948" y="525233"/>
                  </a:lnTo>
                  <a:lnTo>
                    <a:pt x="71526" y="555675"/>
                  </a:lnTo>
                  <a:lnTo>
                    <a:pt x="79235" y="556260"/>
                  </a:lnTo>
                  <a:lnTo>
                    <a:pt x="88379" y="556260"/>
                  </a:lnTo>
                  <a:lnTo>
                    <a:pt x="118859" y="521208"/>
                  </a:lnTo>
                  <a:lnTo>
                    <a:pt x="123418" y="511784"/>
                  </a:lnTo>
                  <a:lnTo>
                    <a:pt x="127812" y="504063"/>
                  </a:lnTo>
                  <a:lnTo>
                    <a:pt x="131940" y="498068"/>
                  </a:lnTo>
                  <a:lnTo>
                    <a:pt x="135623" y="493776"/>
                  </a:lnTo>
                  <a:lnTo>
                    <a:pt x="140195" y="489204"/>
                  </a:lnTo>
                  <a:lnTo>
                    <a:pt x="146291" y="486156"/>
                  </a:lnTo>
                  <a:lnTo>
                    <a:pt x="158483" y="486156"/>
                  </a:lnTo>
                  <a:lnTo>
                    <a:pt x="163055" y="489204"/>
                  </a:lnTo>
                  <a:lnTo>
                    <a:pt x="166103" y="493776"/>
                  </a:lnTo>
                  <a:lnTo>
                    <a:pt x="170675" y="496824"/>
                  </a:lnTo>
                  <a:lnTo>
                    <a:pt x="172199" y="502920"/>
                  </a:lnTo>
                  <a:lnTo>
                    <a:pt x="172199" y="510540"/>
                  </a:lnTo>
                  <a:lnTo>
                    <a:pt x="150101" y="546354"/>
                  </a:lnTo>
                  <a:lnTo>
                    <a:pt x="132575" y="551688"/>
                  </a:lnTo>
                  <a:lnTo>
                    <a:pt x="132575" y="556260"/>
                  </a:lnTo>
                  <a:lnTo>
                    <a:pt x="179819" y="556260"/>
                  </a:lnTo>
                  <a:lnTo>
                    <a:pt x="181343" y="551688"/>
                  </a:lnTo>
                  <a:lnTo>
                    <a:pt x="175247" y="548640"/>
                  </a:lnTo>
                  <a:lnTo>
                    <a:pt x="175247" y="544068"/>
                  </a:lnTo>
                  <a:lnTo>
                    <a:pt x="176771" y="542544"/>
                  </a:lnTo>
                  <a:lnTo>
                    <a:pt x="176771" y="539496"/>
                  </a:lnTo>
                  <a:lnTo>
                    <a:pt x="178777" y="531545"/>
                  </a:lnTo>
                  <a:lnTo>
                    <a:pt x="180200" y="523875"/>
                  </a:lnTo>
                  <a:lnTo>
                    <a:pt x="181063" y="516788"/>
                  </a:lnTo>
                  <a:lnTo>
                    <a:pt x="181343" y="510540"/>
                  </a:lnTo>
                  <a:close/>
                </a:path>
                <a:path extrusionOk="0" h="843279" w="181610">
                  <a:moveTo>
                    <a:pt x="181356" y="609600"/>
                  </a:moveTo>
                  <a:lnTo>
                    <a:pt x="164592" y="569976"/>
                  </a:lnTo>
                  <a:lnTo>
                    <a:pt x="160020" y="571500"/>
                  </a:lnTo>
                  <a:lnTo>
                    <a:pt x="161544" y="574548"/>
                  </a:lnTo>
                  <a:lnTo>
                    <a:pt x="163068" y="579120"/>
                  </a:lnTo>
                  <a:lnTo>
                    <a:pt x="163068" y="585216"/>
                  </a:lnTo>
                  <a:lnTo>
                    <a:pt x="161544" y="588264"/>
                  </a:lnTo>
                  <a:lnTo>
                    <a:pt x="160020" y="589788"/>
                  </a:lnTo>
                  <a:lnTo>
                    <a:pt x="156972" y="589788"/>
                  </a:lnTo>
                  <a:lnTo>
                    <a:pt x="153924" y="591312"/>
                  </a:lnTo>
                  <a:lnTo>
                    <a:pt x="135483" y="592607"/>
                  </a:lnTo>
                  <a:lnTo>
                    <a:pt x="124968" y="592836"/>
                  </a:lnTo>
                  <a:lnTo>
                    <a:pt x="44196" y="592836"/>
                  </a:lnTo>
                  <a:lnTo>
                    <a:pt x="44196" y="637032"/>
                  </a:lnTo>
                  <a:lnTo>
                    <a:pt x="48768" y="637032"/>
                  </a:lnTo>
                  <a:lnTo>
                    <a:pt x="50292" y="627888"/>
                  </a:lnTo>
                  <a:lnTo>
                    <a:pt x="51816" y="623316"/>
                  </a:lnTo>
                  <a:lnTo>
                    <a:pt x="53340" y="620268"/>
                  </a:lnTo>
                  <a:lnTo>
                    <a:pt x="56388" y="617220"/>
                  </a:lnTo>
                  <a:lnTo>
                    <a:pt x="144780" y="617220"/>
                  </a:lnTo>
                  <a:lnTo>
                    <a:pt x="152400" y="623316"/>
                  </a:lnTo>
                  <a:lnTo>
                    <a:pt x="156972" y="630936"/>
                  </a:lnTo>
                  <a:lnTo>
                    <a:pt x="160020" y="635508"/>
                  </a:lnTo>
                  <a:lnTo>
                    <a:pt x="163068" y="641604"/>
                  </a:lnTo>
                  <a:lnTo>
                    <a:pt x="163068" y="656844"/>
                  </a:lnTo>
                  <a:lnTo>
                    <a:pt x="134112" y="673608"/>
                  </a:lnTo>
                  <a:lnTo>
                    <a:pt x="44196" y="673608"/>
                  </a:lnTo>
                  <a:lnTo>
                    <a:pt x="44196" y="720852"/>
                  </a:lnTo>
                  <a:lnTo>
                    <a:pt x="48768" y="720852"/>
                  </a:lnTo>
                  <a:lnTo>
                    <a:pt x="48768" y="713232"/>
                  </a:lnTo>
                  <a:lnTo>
                    <a:pt x="50292" y="708660"/>
                  </a:lnTo>
                  <a:lnTo>
                    <a:pt x="53340" y="702564"/>
                  </a:lnTo>
                  <a:lnTo>
                    <a:pt x="56388" y="699516"/>
                  </a:lnTo>
                  <a:lnTo>
                    <a:pt x="59436" y="697992"/>
                  </a:lnTo>
                  <a:lnTo>
                    <a:pt x="129540" y="697992"/>
                  </a:lnTo>
                  <a:lnTo>
                    <a:pt x="138341" y="697712"/>
                  </a:lnTo>
                  <a:lnTo>
                    <a:pt x="146304" y="696849"/>
                  </a:lnTo>
                  <a:lnTo>
                    <a:pt x="153111" y="695426"/>
                  </a:lnTo>
                  <a:lnTo>
                    <a:pt x="158496" y="693420"/>
                  </a:lnTo>
                  <a:lnTo>
                    <a:pt x="166116" y="691896"/>
                  </a:lnTo>
                  <a:lnTo>
                    <a:pt x="175260" y="682752"/>
                  </a:lnTo>
                  <a:lnTo>
                    <a:pt x="179832" y="676656"/>
                  </a:lnTo>
                  <a:lnTo>
                    <a:pt x="181356" y="670560"/>
                  </a:lnTo>
                  <a:lnTo>
                    <a:pt x="181356" y="655320"/>
                  </a:lnTo>
                  <a:lnTo>
                    <a:pt x="153924" y="617220"/>
                  </a:lnTo>
                  <a:lnTo>
                    <a:pt x="181356" y="617220"/>
                  </a:lnTo>
                  <a:lnTo>
                    <a:pt x="181356" y="609600"/>
                  </a:lnTo>
                  <a:close/>
                </a:path>
                <a:path extrusionOk="0" h="843279" w="181610">
                  <a:moveTo>
                    <a:pt x="181356" y="400812"/>
                  </a:moveTo>
                  <a:lnTo>
                    <a:pt x="152400" y="373380"/>
                  </a:lnTo>
                  <a:lnTo>
                    <a:pt x="152400" y="379476"/>
                  </a:lnTo>
                  <a:lnTo>
                    <a:pt x="156972" y="381000"/>
                  </a:lnTo>
                  <a:lnTo>
                    <a:pt x="158496" y="384048"/>
                  </a:lnTo>
                  <a:lnTo>
                    <a:pt x="161544" y="387096"/>
                  </a:lnTo>
                  <a:lnTo>
                    <a:pt x="163068" y="390144"/>
                  </a:lnTo>
                  <a:lnTo>
                    <a:pt x="163068" y="399288"/>
                  </a:lnTo>
                  <a:lnTo>
                    <a:pt x="161544" y="402336"/>
                  </a:lnTo>
                  <a:lnTo>
                    <a:pt x="155448" y="408432"/>
                  </a:lnTo>
                  <a:lnTo>
                    <a:pt x="53340" y="408432"/>
                  </a:lnTo>
                  <a:lnTo>
                    <a:pt x="53340" y="377952"/>
                  </a:lnTo>
                  <a:lnTo>
                    <a:pt x="44196" y="377952"/>
                  </a:lnTo>
                  <a:lnTo>
                    <a:pt x="44196" y="408432"/>
                  </a:lnTo>
                  <a:lnTo>
                    <a:pt x="0" y="408432"/>
                  </a:lnTo>
                  <a:lnTo>
                    <a:pt x="0" y="411480"/>
                  </a:lnTo>
                  <a:lnTo>
                    <a:pt x="10668" y="416052"/>
                  </a:lnTo>
                  <a:lnTo>
                    <a:pt x="16764" y="420624"/>
                  </a:lnTo>
                  <a:lnTo>
                    <a:pt x="21336" y="422148"/>
                  </a:lnTo>
                  <a:lnTo>
                    <a:pt x="27432" y="426720"/>
                  </a:lnTo>
                  <a:lnTo>
                    <a:pt x="39624" y="438912"/>
                  </a:lnTo>
                  <a:lnTo>
                    <a:pt x="44196" y="445008"/>
                  </a:lnTo>
                  <a:lnTo>
                    <a:pt x="47244" y="451104"/>
                  </a:lnTo>
                  <a:lnTo>
                    <a:pt x="50292" y="455676"/>
                  </a:lnTo>
                  <a:lnTo>
                    <a:pt x="53340" y="455676"/>
                  </a:lnTo>
                  <a:lnTo>
                    <a:pt x="53340" y="432816"/>
                  </a:lnTo>
                  <a:lnTo>
                    <a:pt x="163068" y="432816"/>
                  </a:lnTo>
                  <a:lnTo>
                    <a:pt x="167640" y="429768"/>
                  </a:lnTo>
                  <a:lnTo>
                    <a:pt x="172212" y="428244"/>
                  </a:lnTo>
                  <a:lnTo>
                    <a:pt x="175260" y="425196"/>
                  </a:lnTo>
                  <a:lnTo>
                    <a:pt x="181356" y="416052"/>
                  </a:lnTo>
                  <a:lnTo>
                    <a:pt x="181356" y="400812"/>
                  </a:lnTo>
                  <a:close/>
                </a:path>
                <a:path extrusionOk="0" h="843279" w="181610">
                  <a:moveTo>
                    <a:pt x="181356" y="300228"/>
                  </a:moveTo>
                  <a:lnTo>
                    <a:pt x="181254" y="298704"/>
                  </a:lnTo>
                  <a:lnTo>
                    <a:pt x="180784" y="291350"/>
                  </a:lnTo>
                  <a:lnTo>
                    <a:pt x="179070" y="282892"/>
                  </a:lnTo>
                  <a:lnTo>
                    <a:pt x="176212" y="274726"/>
                  </a:lnTo>
                  <a:lnTo>
                    <a:pt x="172212" y="266700"/>
                  </a:lnTo>
                  <a:lnTo>
                    <a:pt x="172212" y="284988"/>
                  </a:lnTo>
                  <a:lnTo>
                    <a:pt x="172212" y="294132"/>
                  </a:lnTo>
                  <a:lnTo>
                    <a:pt x="140017" y="328853"/>
                  </a:lnTo>
                  <a:lnTo>
                    <a:pt x="100584" y="335280"/>
                  </a:lnTo>
                  <a:lnTo>
                    <a:pt x="92621" y="335000"/>
                  </a:lnTo>
                  <a:lnTo>
                    <a:pt x="54864" y="318516"/>
                  </a:lnTo>
                  <a:lnTo>
                    <a:pt x="50292" y="307848"/>
                  </a:lnTo>
                  <a:lnTo>
                    <a:pt x="50317" y="302971"/>
                  </a:lnTo>
                  <a:lnTo>
                    <a:pt x="76669" y="270497"/>
                  </a:lnTo>
                  <a:lnTo>
                    <a:pt x="120396" y="262128"/>
                  </a:lnTo>
                  <a:lnTo>
                    <a:pt x="134112" y="262699"/>
                  </a:lnTo>
                  <a:lnTo>
                    <a:pt x="172212" y="284988"/>
                  </a:lnTo>
                  <a:lnTo>
                    <a:pt x="172212" y="266700"/>
                  </a:lnTo>
                  <a:lnTo>
                    <a:pt x="169037" y="262128"/>
                  </a:lnTo>
                  <a:lnTo>
                    <a:pt x="167068" y="259270"/>
                  </a:lnTo>
                  <a:lnTo>
                    <a:pt x="160782" y="252984"/>
                  </a:lnTo>
                  <a:lnTo>
                    <a:pt x="117983" y="235267"/>
                  </a:lnTo>
                  <a:lnTo>
                    <a:pt x="109728" y="234696"/>
                  </a:lnTo>
                  <a:lnTo>
                    <a:pt x="97434" y="235585"/>
                  </a:lnTo>
                  <a:lnTo>
                    <a:pt x="54000" y="259918"/>
                  </a:lnTo>
                  <a:lnTo>
                    <a:pt x="42519" y="284988"/>
                  </a:lnTo>
                  <a:lnTo>
                    <a:pt x="41148" y="298704"/>
                  </a:lnTo>
                  <a:lnTo>
                    <a:pt x="55410" y="336638"/>
                  </a:lnTo>
                  <a:lnTo>
                    <a:pt x="94488" y="360426"/>
                  </a:lnTo>
                  <a:lnTo>
                    <a:pt x="112776" y="362712"/>
                  </a:lnTo>
                  <a:lnTo>
                    <a:pt x="125056" y="361835"/>
                  </a:lnTo>
                  <a:lnTo>
                    <a:pt x="168490" y="337743"/>
                  </a:lnTo>
                  <a:lnTo>
                    <a:pt x="170078" y="335280"/>
                  </a:lnTo>
                  <a:lnTo>
                    <a:pt x="175641" y="326707"/>
                  </a:lnTo>
                  <a:lnTo>
                    <a:pt x="179920" y="314261"/>
                  </a:lnTo>
                  <a:lnTo>
                    <a:pt x="181356" y="3002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584" name="Google Shape;4584;p76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1947672" y="8369807"/>
            <a:ext cx="495300" cy="958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5" name="Google Shape;4585;p76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1956816" y="4047744"/>
            <a:ext cx="198120" cy="8229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6" name="Google Shape;4586;p76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1952244" y="3852671"/>
            <a:ext cx="207263" cy="17525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7" name="Google Shape;4587;p76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1947672" y="3557015"/>
            <a:ext cx="207264" cy="201168"/>
          </a:xfrm>
          <a:prstGeom prst="rect">
            <a:avLst/>
          </a:prstGeom>
          <a:noFill/>
          <a:ln>
            <a:noFill/>
          </a:ln>
        </p:spPr>
      </p:pic>
      <p:sp>
        <p:nvSpPr>
          <p:cNvPr id="4588" name="Google Shape;4588;p76"/>
          <p:cNvSpPr/>
          <p:nvPr/>
        </p:nvSpPr>
        <p:spPr>
          <a:xfrm>
            <a:off x="1947659" y="2924556"/>
            <a:ext cx="210820" cy="586740"/>
          </a:xfrm>
          <a:custGeom>
            <a:rect b="b" l="l" r="r" t="t"/>
            <a:pathLst>
              <a:path extrusionOk="0" h="586739" w="210819">
                <a:moveTo>
                  <a:pt x="207264" y="358140"/>
                </a:moveTo>
                <a:lnTo>
                  <a:pt x="202692" y="358140"/>
                </a:lnTo>
                <a:lnTo>
                  <a:pt x="202692" y="368808"/>
                </a:lnTo>
                <a:lnTo>
                  <a:pt x="201168" y="371856"/>
                </a:lnTo>
                <a:lnTo>
                  <a:pt x="198120" y="374904"/>
                </a:lnTo>
                <a:lnTo>
                  <a:pt x="192024" y="377952"/>
                </a:lnTo>
                <a:lnTo>
                  <a:pt x="131064" y="377952"/>
                </a:lnTo>
                <a:lnTo>
                  <a:pt x="119380" y="378218"/>
                </a:lnTo>
                <a:lnTo>
                  <a:pt x="80772" y="388620"/>
                </a:lnTo>
                <a:lnTo>
                  <a:pt x="70104" y="405384"/>
                </a:lnTo>
                <a:lnTo>
                  <a:pt x="70104" y="420624"/>
                </a:lnTo>
                <a:lnTo>
                  <a:pt x="71628" y="426720"/>
                </a:lnTo>
                <a:lnTo>
                  <a:pt x="76200" y="432816"/>
                </a:lnTo>
                <a:lnTo>
                  <a:pt x="79349" y="437946"/>
                </a:lnTo>
                <a:lnTo>
                  <a:pt x="84201" y="444055"/>
                </a:lnTo>
                <a:lnTo>
                  <a:pt x="90779" y="451040"/>
                </a:lnTo>
                <a:lnTo>
                  <a:pt x="99060" y="458724"/>
                </a:lnTo>
                <a:lnTo>
                  <a:pt x="0" y="458724"/>
                </a:lnTo>
                <a:lnTo>
                  <a:pt x="0" y="466344"/>
                </a:lnTo>
                <a:lnTo>
                  <a:pt x="16764" y="505968"/>
                </a:lnTo>
                <a:lnTo>
                  <a:pt x="21336" y="504444"/>
                </a:lnTo>
                <a:lnTo>
                  <a:pt x="19812" y="499872"/>
                </a:lnTo>
                <a:lnTo>
                  <a:pt x="19812" y="489204"/>
                </a:lnTo>
                <a:lnTo>
                  <a:pt x="24384" y="484632"/>
                </a:lnTo>
                <a:lnTo>
                  <a:pt x="28956" y="484632"/>
                </a:lnTo>
                <a:lnTo>
                  <a:pt x="32385" y="483755"/>
                </a:lnTo>
                <a:lnTo>
                  <a:pt x="38100" y="483298"/>
                </a:lnTo>
                <a:lnTo>
                  <a:pt x="56388" y="483108"/>
                </a:lnTo>
                <a:lnTo>
                  <a:pt x="185928" y="483108"/>
                </a:lnTo>
                <a:lnTo>
                  <a:pt x="192024" y="484632"/>
                </a:lnTo>
                <a:lnTo>
                  <a:pt x="195072" y="484632"/>
                </a:lnTo>
                <a:lnTo>
                  <a:pt x="198120" y="486156"/>
                </a:lnTo>
                <a:lnTo>
                  <a:pt x="199644" y="487680"/>
                </a:lnTo>
                <a:lnTo>
                  <a:pt x="199644" y="489204"/>
                </a:lnTo>
                <a:lnTo>
                  <a:pt x="202692" y="492252"/>
                </a:lnTo>
                <a:lnTo>
                  <a:pt x="202692" y="502920"/>
                </a:lnTo>
                <a:lnTo>
                  <a:pt x="207264" y="502920"/>
                </a:lnTo>
                <a:lnTo>
                  <a:pt x="207264" y="438912"/>
                </a:lnTo>
                <a:lnTo>
                  <a:pt x="202692" y="438912"/>
                </a:lnTo>
                <a:lnTo>
                  <a:pt x="202692" y="449580"/>
                </a:lnTo>
                <a:lnTo>
                  <a:pt x="199644" y="455676"/>
                </a:lnTo>
                <a:lnTo>
                  <a:pt x="198120" y="457200"/>
                </a:lnTo>
                <a:lnTo>
                  <a:pt x="195072" y="457200"/>
                </a:lnTo>
                <a:lnTo>
                  <a:pt x="192024" y="458724"/>
                </a:lnTo>
                <a:lnTo>
                  <a:pt x="108204" y="458724"/>
                </a:lnTo>
                <a:lnTo>
                  <a:pt x="94488" y="445008"/>
                </a:lnTo>
                <a:lnTo>
                  <a:pt x="92964" y="440436"/>
                </a:lnTo>
                <a:lnTo>
                  <a:pt x="89916" y="434340"/>
                </a:lnTo>
                <a:lnTo>
                  <a:pt x="88392" y="429768"/>
                </a:lnTo>
                <a:lnTo>
                  <a:pt x="88392" y="420624"/>
                </a:lnTo>
                <a:lnTo>
                  <a:pt x="89916" y="416052"/>
                </a:lnTo>
                <a:lnTo>
                  <a:pt x="92964" y="413004"/>
                </a:lnTo>
                <a:lnTo>
                  <a:pt x="94488" y="408432"/>
                </a:lnTo>
                <a:lnTo>
                  <a:pt x="131064" y="402336"/>
                </a:lnTo>
                <a:lnTo>
                  <a:pt x="192024" y="402336"/>
                </a:lnTo>
                <a:lnTo>
                  <a:pt x="198120" y="405384"/>
                </a:lnTo>
                <a:lnTo>
                  <a:pt x="199644" y="408432"/>
                </a:lnTo>
                <a:lnTo>
                  <a:pt x="202692" y="409956"/>
                </a:lnTo>
                <a:lnTo>
                  <a:pt x="202692" y="422148"/>
                </a:lnTo>
                <a:lnTo>
                  <a:pt x="207264" y="422148"/>
                </a:lnTo>
                <a:lnTo>
                  <a:pt x="207264" y="358140"/>
                </a:lnTo>
                <a:close/>
              </a:path>
              <a:path extrusionOk="0" h="586739" w="210819">
                <a:moveTo>
                  <a:pt x="207264" y="152400"/>
                </a:moveTo>
                <a:lnTo>
                  <a:pt x="202692" y="152400"/>
                </a:lnTo>
                <a:lnTo>
                  <a:pt x="202692" y="164592"/>
                </a:lnTo>
                <a:lnTo>
                  <a:pt x="201168" y="167640"/>
                </a:lnTo>
                <a:lnTo>
                  <a:pt x="198120" y="170688"/>
                </a:lnTo>
                <a:lnTo>
                  <a:pt x="196596" y="173736"/>
                </a:lnTo>
                <a:lnTo>
                  <a:pt x="190500" y="176784"/>
                </a:lnTo>
                <a:lnTo>
                  <a:pt x="114300" y="176784"/>
                </a:lnTo>
                <a:lnTo>
                  <a:pt x="105156" y="172212"/>
                </a:lnTo>
                <a:lnTo>
                  <a:pt x="99060" y="167640"/>
                </a:lnTo>
                <a:lnTo>
                  <a:pt x="91440" y="160020"/>
                </a:lnTo>
                <a:lnTo>
                  <a:pt x="91440" y="155448"/>
                </a:lnTo>
                <a:lnTo>
                  <a:pt x="94488" y="152400"/>
                </a:lnTo>
                <a:lnTo>
                  <a:pt x="97536" y="147828"/>
                </a:lnTo>
                <a:lnTo>
                  <a:pt x="91440" y="124968"/>
                </a:lnTo>
                <a:lnTo>
                  <a:pt x="83820" y="124968"/>
                </a:lnTo>
                <a:lnTo>
                  <a:pt x="79248" y="128016"/>
                </a:lnTo>
                <a:lnTo>
                  <a:pt x="73152" y="134112"/>
                </a:lnTo>
                <a:lnTo>
                  <a:pt x="70104" y="138684"/>
                </a:lnTo>
                <a:lnTo>
                  <a:pt x="70104" y="143256"/>
                </a:lnTo>
                <a:lnTo>
                  <a:pt x="72136" y="152146"/>
                </a:lnTo>
                <a:lnTo>
                  <a:pt x="78295" y="160591"/>
                </a:lnTo>
                <a:lnTo>
                  <a:pt x="88760" y="168770"/>
                </a:lnTo>
                <a:lnTo>
                  <a:pt x="103632" y="176784"/>
                </a:lnTo>
                <a:lnTo>
                  <a:pt x="70104" y="176784"/>
                </a:lnTo>
                <a:lnTo>
                  <a:pt x="70104" y="182880"/>
                </a:lnTo>
                <a:lnTo>
                  <a:pt x="86868" y="224028"/>
                </a:lnTo>
                <a:lnTo>
                  <a:pt x="91440" y="222504"/>
                </a:lnTo>
                <a:lnTo>
                  <a:pt x="89916" y="219456"/>
                </a:lnTo>
                <a:lnTo>
                  <a:pt x="89916" y="208788"/>
                </a:lnTo>
                <a:lnTo>
                  <a:pt x="91440" y="205740"/>
                </a:lnTo>
                <a:lnTo>
                  <a:pt x="92964" y="204216"/>
                </a:lnTo>
                <a:lnTo>
                  <a:pt x="96012" y="202692"/>
                </a:lnTo>
                <a:lnTo>
                  <a:pt x="99060" y="202692"/>
                </a:lnTo>
                <a:lnTo>
                  <a:pt x="116205" y="201409"/>
                </a:lnTo>
                <a:lnTo>
                  <a:pt x="126492" y="201168"/>
                </a:lnTo>
                <a:lnTo>
                  <a:pt x="185928" y="201168"/>
                </a:lnTo>
                <a:lnTo>
                  <a:pt x="190500" y="202692"/>
                </a:lnTo>
                <a:lnTo>
                  <a:pt x="195072" y="202692"/>
                </a:lnTo>
                <a:lnTo>
                  <a:pt x="202692" y="210312"/>
                </a:lnTo>
                <a:lnTo>
                  <a:pt x="202692" y="220980"/>
                </a:lnTo>
                <a:lnTo>
                  <a:pt x="207264" y="220980"/>
                </a:lnTo>
                <a:lnTo>
                  <a:pt x="207264" y="152400"/>
                </a:lnTo>
                <a:close/>
              </a:path>
              <a:path extrusionOk="0" h="586739" w="210819">
                <a:moveTo>
                  <a:pt x="210324" y="531876"/>
                </a:moveTo>
                <a:lnTo>
                  <a:pt x="181368" y="504444"/>
                </a:lnTo>
                <a:lnTo>
                  <a:pt x="181368" y="510540"/>
                </a:lnTo>
                <a:lnTo>
                  <a:pt x="185940" y="512064"/>
                </a:lnTo>
                <a:lnTo>
                  <a:pt x="190512" y="516636"/>
                </a:lnTo>
                <a:lnTo>
                  <a:pt x="192036" y="519684"/>
                </a:lnTo>
                <a:lnTo>
                  <a:pt x="192036" y="530352"/>
                </a:lnTo>
                <a:lnTo>
                  <a:pt x="190512" y="533400"/>
                </a:lnTo>
                <a:lnTo>
                  <a:pt x="187464" y="534924"/>
                </a:lnTo>
                <a:lnTo>
                  <a:pt x="184416" y="537972"/>
                </a:lnTo>
                <a:lnTo>
                  <a:pt x="179844" y="539496"/>
                </a:lnTo>
                <a:lnTo>
                  <a:pt x="82308" y="539496"/>
                </a:lnTo>
                <a:lnTo>
                  <a:pt x="82308" y="507492"/>
                </a:lnTo>
                <a:lnTo>
                  <a:pt x="73164" y="507492"/>
                </a:lnTo>
                <a:lnTo>
                  <a:pt x="73164" y="539496"/>
                </a:lnTo>
                <a:lnTo>
                  <a:pt x="28968" y="539496"/>
                </a:lnTo>
                <a:lnTo>
                  <a:pt x="28968" y="542544"/>
                </a:lnTo>
                <a:lnTo>
                  <a:pt x="39636" y="547116"/>
                </a:lnTo>
                <a:lnTo>
                  <a:pt x="45732" y="550164"/>
                </a:lnTo>
                <a:lnTo>
                  <a:pt x="50304" y="551688"/>
                </a:lnTo>
                <a:lnTo>
                  <a:pt x="56400" y="557784"/>
                </a:lnTo>
                <a:lnTo>
                  <a:pt x="62496" y="562356"/>
                </a:lnTo>
                <a:lnTo>
                  <a:pt x="68592" y="568452"/>
                </a:lnTo>
                <a:lnTo>
                  <a:pt x="73164" y="574548"/>
                </a:lnTo>
                <a:lnTo>
                  <a:pt x="79260" y="586740"/>
                </a:lnTo>
                <a:lnTo>
                  <a:pt x="82308" y="586740"/>
                </a:lnTo>
                <a:lnTo>
                  <a:pt x="82308" y="563880"/>
                </a:lnTo>
                <a:lnTo>
                  <a:pt x="184416" y="563880"/>
                </a:lnTo>
                <a:lnTo>
                  <a:pt x="192036" y="562356"/>
                </a:lnTo>
                <a:lnTo>
                  <a:pt x="196608" y="560832"/>
                </a:lnTo>
                <a:lnTo>
                  <a:pt x="201180" y="557784"/>
                </a:lnTo>
                <a:lnTo>
                  <a:pt x="207276" y="551688"/>
                </a:lnTo>
                <a:lnTo>
                  <a:pt x="210324" y="547116"/>
                </a:lnTo>
                <a:lnTo>
                  <a:pt x="210324" y="531876"/>
                </a:lnTo>
                <a:close/>
              </a:path>
              <a:path extrusionOk="0" h="586739" w="210819">
                <a:moveTo>
                  <a:pt x="210324" y="289560"/>
                </a:moveTo>
                <a:lnTo>
                  <a:pt x="210197" y="288036"/>
                </a:lnTo>
                <a:lnTo>
                  <a:pt x="209435" y="278701"/>
                </a:lnTo>
                <a:lnTo>
                  <a:pt x="206705" y="268986"/>
                </a:lnTo>
                <a:lnTo>
                  <a:pt x="177939" y="240411"/>
                </a:lnTo>
                <a:lnTo>
                  <a:pt x="158508" y="234696"/>
                </a:lnTo>
                <a:lnTo>
                  <a:pt x="155460" y="237744"/>
                </a:lnTo>
                <a:lnTo>
                  <a:pt x="163766" y="241223"/>
                </a:lnTo>
                <a:lnTo>
                  <a:pt x="170510" y="244983"/>
                </a:lnTo>
                <a:lnTo>
                  <a:pt x="175818" y="249326"/>
                </a:lnTo>
                <a:lnTo>
                  <a:pt x="179844" y="254508"/>
                </a:lnTo>
                <a:lnTo>
                  <a:pt x="184416" y="260604"/>
                </a:lnTo>
                <a:lnTo>
                  <a:pt x="185940" y="268224"/>
                </a:lnTo>
                <a:lnTo>
                  <a:pt x="185940" y="277368"/>
                </a:lnTo>
                <a:lnTo>
                  <a:pt x="160312" y="317779"/>
                </a:lnTo>
                <a:lnTo>
                  <a:pt x="123456" y="326136"/>
                </a:lnTo>
                <a:lnTo>
                  <a:pt x="123456" y="265176"/>
                </a:lnTo>
                <a:lnTo>
                  <a:pt x="123456" y="234696"/>
                </a:lnTo>
                <a:lnTo>
                  <a:pt x="114312" y="235419"/>
                </a:lnTo>
                <a:lnTo>
                  <a:pt x="114312" y="265176"/>
                </a:lnTo>
                <a:lnTo>
                  <a:pt x="114312" y="326136"/>
                </a:lnTo>
                <a:lnTo>
                  <a:pt x="79260" y="301752"/>
                </a:lnTo>
                <a:lnTo>
                  <a:pt x="79260" y="288036"/>
                </a:lnTo>
                <a:lnTo>
                  <a:pt x="106692" y="265176"/>
                </a:lnTo>
                <a:lnTo>
                  <a:pt x="114312" y="265176"/>
                </a:lnTo>
                <a:lnTo>
                  <a:pt x="114312" y="235419"/>
                </a:lnTo>
                <a:lnTo>
                  <a:pt x="79108" y="256730"/>
                </a:lnTo>
                <a:lnTo>
                  <a:pt x="70116" y="286473"/>
                </a:lnTo>
                <a:lnTo>
                  <a:pt x="71488" y="298754"/>
                </a:lnTo>
                <a:lnTo>
                  <a:pt x="100190" y="337185"/>
                </a:lnTo>
                <a:lnTo>
                  <a:pt x="143268" y="347472"/>
                </a:lnTo>
                <a:lnTo>
                  <a:pt x="157835" y="346329"/>
                </a:lnTo>
                <a:lnTo>
                  <a:pt x="157619" y="346329"/>
                </a:lnTo>
                <a:lnTo>
                  <a:pt x="170510" y="343090"/>
                </a:lnTo>
                <a:lnTo>
                  <a:pt x="182054" y="337832"/>
                </a:lnTo>
                <a:lnTo>
                  <a:pt x="192036" y="330708"/>
                </a:lnTo>
                <a:lnTo>
                  <a:pt x="195910" y="326136"/>
                </a:lnTo>
                <a:lnTo>
                  <a:pt x="200037" y="321284"/>
                </a:lnTo>
                <a:lnTo>
                  <a:pt x="205752" y="311277"/>
                </a:lnTo>
                <a:lnTo>
                  <a:pt x="205867" y="310896"/>
                </a:lnTo>
                <a:lnTo>
                  <a:pt x="209181" y="300710"/>
                </a:lnTo>
                <a:lnTo>
                  <a:pt x="210324" y="289560"/>
                </a:lnTo>
                <a:close/>
              </a:path>
              <a:path extrusionOk="0" h="586739" w="210819">
                <a:moveTo>
                  <a:pt x="210324" y="54864"/>
                </a:moveTo>
                <a:lnTo>
                  <a:pt x="195084" y="18288"/>
                </a:lnTo>
                <a:lnTo>
                  <a:pt x="158508" y="0"/>
                </a:lnTo>
                <a:lnTo>
                  <a:pt x="155460" y="3048"/>
                </a:lnTo>
                <a:lnTo>
                  <a:pt x="163766" y="6743"/>
                </a:lnTo>
                <a:lnTo>
                  <a:pt x="170510" y="10858"/>
                </a:lnTo>
                <a:lnTo>
                  <a:pt x="175780" y="15240"/>
                </a:lnTo>
                <a:lnTo>
                  <a:pt x="179844" y="19812"/>
                </a:lnTo>
                <a:lnTo>
                  <a:pt x="184416" y="25908"/>
                </a:lnTo>
                <a:lnTo>
                  <a:pt x="185940" y="33528"/>
                </a:lnTo>
                <a:lnTo>
                  <a:pt x="185813" y="44005"/>
                </a:lnTo>
                <a:lnTo>
                  <a:pt x="160312" y="83731"/>
                </a:lnTo>
                <a:lnTo>
                  <a:pt x="123456" y="91440"/>
                </a:lnTo>
                <a:lnTo>
                  <a:pt x="123456" y="30480"/>
                </a:lnTo>
                <a:lnTo>
                  <a:pt x="123456" y="0"/>
                </a:lnTo>
                <a:lnTo>
                  <a:pt x="114312" y="736"/>
                </a:lnTo>
                <a:lnTo>
                  <a:pt x="114312" y="30480"/>
                </a:lnTo>
                <a:lnTo>
                  <a:pt x="114312" y="91440"/>
                </a:lnTo>
                <a:lnTo>
                  <a:pt x="106387" y="90589"/>
                </a:lnTo>
                <a:lnTo>
                  <a:pt x="106692" y="90589"/>
                </a:lnTo>
                <a:lnTo>
                  <a:pt x="100215" y="88392"/>
                </a:lnTo>
                <a:lnTo>
                  <a:pt x="94157" y="85013"/>
                </a:lnTo>
                <a:lnTo>
                  <a:pt x="88404" y="80772"/>
                </a:lnTo>
                <a:lnTo>
                  <a:pt x="82308" y="74676"/>
                </a:lnTo>
                <a:lnTo>
                  <a:pt x="79260" y="67056"/>
                </a:lnTo>
                <a:lnTo>
                  <a:pt x="79260" y="54864"/>
                </a:lnTo>
                <a:lnTo>
                  <a:pt x="80784" y="48768"/>
                </a:lnTo>
                <a:lnTo>
                  <a:pt x="86880" y="39624"/>
                </a:lnTo>
                <a:lnTo>
                  <a:pt x="91452" y="36576"/>
                </a:lnTo>
                <a:lnTo>
                  <a:pt x="100596" y="32004"/>
                </a:lnTo>
                <a:lnTo>
                  <a:pt x="106692" y="32004"/>
                </a:lnTo>
                <a:lnTo>
                  <a:pt x="114312" y="30480"/>
                </a:lnTo>
                <a:lnTo>
                  <a:pt x="114312" y="736"/>
                </a:lnTo>
                <a:lnTo>
                  <a:pt x="112356" y="889"/>
                </a:lnTo>
                <a:lnTo>
                  <a:pt x="102120" y="3619"/>
                </a:lnTo>
                <a:lnTo>
                  <a:pt x="74307" y="31242"/>
                </a:lnTo>
                <a:lnTo>
                  <a:pt x="70116" y="51816"/>
                </a:lnTo>
                <a:lnTo>
                  <a:pt x="70180" y="52438"/>
                </a:lnTo>
                <a:lnTo>
                  <a:pt x="89928" y="96012"/>
                </a:lnTo>
                <a:lnTo>
                  <a:pt x="127000" y="111658"/>
                </a:lnTo>
                <a:lnTo>
                  <a:pt x="143268" y="112776"/>
                </a:lnTo>
                <a:lnTo>
                  <a:pt x="157530" y="111874"/>
                </a:lnTo>
                <a:lnTo>
                  <a:pt x="170510" y="108966"/>
                </a:lnTo>
                <a:lnTo>
                  <a:pt x="182054" y="103784"/>
                </a:lnTo>
                <a:lnTo>
                  <a:pt x="192036" y="96012"/>
                </a:lnTo>
                <a:lnTo>
                  <a:pt x="196303" y="91440"/>
                </a:lnTo>
                <a:lnTo>
                  <a:pt x="200037" y="87439"/>
                </a:lnTo>
                <a:lnTo>
                  <a:pt x="205752" y="77724"/>
                </a:lnTo>
                <a:lnTo>
                  <a:pt x="209181" y="66865"/>
                </a:lnTo>
                <a:lnTo>
                  <a:pt x="210324" y="548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589" name="Google Shape;4589;p76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2017775" y="2491739"/>
            <a:ext cx="140208" cy="344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4590" name="Google Shape;4590;p76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2017775" y="2124455"/>
            <a:ext cx="140208" cy="286511"/>
          </a:xfrm>
          <a:prstGeom prst="rect">
            <a:avLst/>
          </a:prstGeom>
          <a:noFill/>
          <a:ln>
            <a:noFill/>
          </a:ln>
        </p:spPr>
      </p:pic>
      <p:pic>
        <p:nvPicPr>
          <p:cNvPr id="4591" name="Google Shape;4591;p76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2232660" y="7168896"/>
            <a:ext cx="210312" cy="1114043"/>
          </a:xfrm>
          <a:prstGeom prst="rect">
            <a:avLst/>
          </a:prstGeom>
          <a:noFill/>
          <a:ln>
            <a:noFill/>
          </a:ln>
        </p:spPr>
      </p:pic>
      <p:pic>
        <p:nvPicPr>
          <p:cNvPr id="4592" name="Google Shape;4592;p76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602992" y="9473183"/>
            <a:ext cx="172212" cy="172212"/>
          </a:xfrm>
          <a:prstGeom prst="rect">
            <a:avLst/>
          </a:prstGeom>
          <a:noFill/>
          <a:ln>
            <a:noFill/>
          </a:ln>
        </p:spPr>
      </p:pic>
      <p:sp>
        <p:nvSpPr>
          <p:cNvPr id="4593" name="Google Shape;4593;p76"/>
          <p:cNvSpPr/>
          <p:nvPr/>
        </p:nvSpPr>
        <p:spPr>
          <a:xfrm>
            <a:off x="2589263" y="7908036"/>
            <a:ext cx="210820" cy="1424940"/>
          </a:xfrm>
          <a:custGeom>
            <a:rect b="b" l="l" r="r" t="t"/>
            <a:pathLst>
              <a:path extrusionOk="0" h="1424940" w="210819">
                <a:moveTo>
                  <a:pt x="150876" y="865632"/>
                </a:moveTo>
                <a:lnTo>
                  <a:pt x="124968" y="865632"/>
                </a:lnTo>
                <a:lnTo>
                  <a:pt x="124968" y="941832"/>
                </a:lnTo>
                <a:lnTo>
                  <a:pt x="150876" y="941832"/>
                </a:lnTo>
                <a:lnTo>
                  <a:pt x="150876" y="865632"/>
                </a:lnTo>
                <a:close/>
              </a:path>
              <a:path extrusionOk="0" h="1424940" w="210819">
                <a:moveTo>
                  <a:pt x="207264" y="1039368"/>
                </a:moveTo>
                <a:lnTo>
                  <a:pt x="202692" y="1039368"/>
                </a:lnTo>
                <a:lnTo>
                  <a:pt x="202692" y="1046988"/>
                </a:lnTo>
                <a:lnTo>
                  <a:pt x="199644" y="1053084"/>
                </a:lnTo>
                <a:lnTo>
                  <a:pt x="198120" y="1054608"/>
                </a:lnTo>
                <a:lnTo>
                  <a:pt x="196596" y="1057656"/>
                </a:lnTo>
                <a:lnTo>
                  <a:pt x="193548" y="1057656"/>
                </a:lnTo>
                <a:lnTo>
                  <a:pt x="190500" y="1059180"/>
                </a:lnTo>
                <a:lnTo>
                  <a:pt x="0" y="1059180"/>
                </a:lnTo>
                <a:lnTo>
                  <a:pt x="0" y="1066800"/>
                </a:lnTo>
                <a:lnTo>
                  <a:pt x="16764" y="1104900"/>
                </a:lnTo>
                <a:lnTo>
                  <a:pt x="21336" y="1103376"/>
                </a:lnTo>
                <a:lnTo>
                  <a:pt x="19812" y="1098804"/>
                </a:lnTo>
                <a:lnTo>
                  <a:pt x="18288" y="1095756"/>
                </a:lnTo>
                <a:lnTo>
                  <a:pt x="18288" y="1091184"/>
                </a:lnTo>
                <a:lnTo>
                  <a:pt x="19812" y="1089660"/>
                </a:lnTo>
                <a:lnTo>
                  <a:pt x="19812" y="1088136"/>
                </a:lnTo>
                <a:lnTo>
                  <a:pt x="21336" y="1086612"/>
                </a:lnTo>
                <a:lnTo>
                  <a:pt x="24384" y="1085088"/>
                </a:lnTo>
                <a:lnTo>
                  <a:pt x="27432" y="1085088"/>
                </a:lnTo>
                <a:lnTo>
                  <a:pt x="45872" y="1083805"/>
                </a:lnTo>
                <a:lnTo>
                  <a:pt x="56388" y="1083564"/>
                </a:lnTo>
                <a:lnTo>
                  <a:pt x="184404" y="1083564"/>
                </a:lnTo>
                <a:lnTo>
                  <a:pt x="190500" y="1085088"/>
                </a:lnTo>
                <a:lnTo>
                  <a:pt x="193548" y="1086612"/>
                </a:lnTo>
                <a:lnTo>
                  <a:pt x="196596" y="1086612"/>
                </a:lnTo>
                <a:lnTo>
                  <a:pt x="198120" y="1089660"/>
                </a:lnTo>
                <a:lnTo>
                  <a:pt x="199644" y="1091184"/>
                </a:lnTo>
                <a:lnTo>
                  <a:pt x="202692" y="1097280"/>
                </a:lnTo>
                <a:lnTo>
                  <a:pt x="202692" y="1103376"/>
                </a:lnTo>
                <a:lnTo>
                  <a:pt x="207264" y="1103376"/>
                </a:lnTo>
                <a:lnTo>
                  <a:pt x="207264" y="1039368"/>
                </a:lnTo>
                <a:close/>
              </a:path>
              <a:path extrusionOk="0" h="1424940" w="210819">
                <a:moveTo>
                  <a:pt x="207264" y="960120"/>
                </a:moveTo>
                <a:lnTo>
                  <a:pt x="202692" y="960120"/>
                </a:lnTo>
                <a:lnTo>
                  <a:pt x="202692" y="966216"/>
                </a:lnTo>
                <a:lnTo>
                  <a:pt x="201168" y="970788"/>
                </a:lnTo>
                <a:lnTo>
                  <a:pt x="199644" y="972312"/>
                </a:lnTo>
                <a:lnTo>
                  <a:pt x="198120" y="975360"/>
                </a:lnTo>
                <a:lnTo>
                  <a:pt x="196596" y="976884"/>
                </a:lnTo>
                <a:lnTo>
                  <a:pt x="190500" y="979932"/>
                </a:lnTo>
                <a:lnTo>
                  <a:pt x="0" y="979932"/>
                </a:lnTo>
                <a:lnTo>
                  <a:pt x="0" y="986028"/>
                </a:lnTo>
                <a:lnTo>
                  <a:pt x="16764" y="1025652"/>
                </a:lnTo>
                <a:lnTo>
                  <a:pt x="21336" y="1022604"/>
                </a:lnTo>
                <a:lnTo>
                  <a:pt x="18288" y="1016508"/>
                </a:lnTo>
                <a:lnTo>
                  <a:pt x="18288" y="1011936"/>
                </a:lnTo>
                <a:lnTo>
                  <a:pt x="19812" y="1010412"/>
                </a:lnTo>
                <a:lnTo>
                  <a:pt x="19812" y="1008888"/>
                </a:lnTo>
                <a:lnTo>
                  <a:pt x="21336" y="1007364"/>
                </a:lnTo>
                <a:lnTo>
                  <a:pt x="24384" y="1005840"/>
                </a:lnTo>
                <a:lnTo>
                  <a:pt x="27432" y="1005840"/>
                </a:lnTo>
                <a:lnTo>
                  <a:pt x="31102" y="1004963"/>
                </a:lnTo>
                <a:lnTo>
                  <a:pt x="37338" y="1004506"/>
                </a:lnTo>
                <a:lnTo>
                  <a:pt x="56388" y="1004316"/>
                </a:lnTo>
                <a:lnTo>
                  <a:pt x="190500" y="1004316"/>
                </a:lnTo>
                <a:lnTo>
                  <a:pt x="196596" y="1007364"/>
                </a:lnTo>
                <a:lnTo>
                  <a:pt x="198120" y="1008888"/>
                </a:lnTo>
                <a:lnTo>
                  <a:pt x="199644" y="1011936"/>
                </a:lnTo>
                <a:lnTo>
                  <a:pt x="201168" y="1013460"/>
                </a:lnTo>
                <a:lnTo>
                  <a:pt x="202692" y="1018032"/>
                </a:lnTo>
                <a:lnTo>
                  <a:pt x="202692" y="1024128"/>
                </a:lnTo>
                <a:lnTo>
                  <a:pt x="207264" y="1024128"/>
                </a:lnTo>
                <a:lnTo>
                  <a:pt x="207264" y="960120"/>
                </a:lnTo>
                <a:close/>
              </a:path>
              <a:path extrusionOk="0" h="1424940" w="210819">
                <a:moveTo>
                  <a:pt x="207276" y="1342644"/>
                </a:moveTo>
                <a:lnTo>
                  <a:pt x="202704" y="1342644"/>
                </a:lnTo>
                <a:lnTo>
                  <a:pt x="202704" y="1353312"/>
                </a:lnTo>
                <a:lnTo>
                  <a:pt x="201180" y="1357884"/>
                </a:lnTo>
                <a:lnTo>
                  <a:pt x="198132" y="1362456"/>
                </a:lnTo>
                <a:lnTo>
                  <a:pt x="196608" y="1365504"/>
                </a:lnTo>
                <a:lnTo>
                  <a:pt x="195084" y="1367028"/>
                </a:lnTo>
                <a:lnTo>
                  <a:pt x="192036" y="1367028"/>
                </a:lnTo>
                <a:lnTo>
                  <a:pt x="188988" y="1368552"/>
                </a:lnTo>
                <a:lnTo>
                  <a:pt x="181368" y="1370076"/>
                </a:lnTo>
                <a:lnTo>
                  <a:pt x="109740" y="1370076"/>
                </a:lnTo>
                <a:lnTo>
                  <a:pt x="109740" y="1322832"/>
                </a:lnTo>
                <a:lnTo>
                  <a:pt x="111264" y="1319784"/>
                </a:lnTo>
                <a:lnTo>
                  <a:pt x="114312" y="1316736"/>
                </a:lnTo>
                <a:lnTo>
                  <a:pt x="115836" y="1313688"/>
                </a:lnTo>
                <a:lnTo>
                  <a:pt x="120408" y="1312164"/>
                </a:lnTo>
                <a:lnTo>
                  <a:pt x="123456" y="1309116"/>
                </a:lnTo>
                <a:lnTo>
                  <a:pt x="137172" y="1309116"/>
                </a:lnTo>
                <a:lnTo>
                  <a:pt x="137172" y="1304544"/>
                </a:lnTo>
                <a:lnTo>
                  <a:pt x="71640" y="1304544"/>
                </a:lnTo>
                <a:lnTo>
                  <a:pt x="71640" y="1309116"/>
                </a:lnTo>
                <a:lnTo>
                  <a:pt x="82308" y="1309116"/>
                </a:lnTo>
                <a:lnTo>
                  <a:pt x="89928" y="1312164"/>
                </a:lnTo>
                <a:lnTo>
                  <a:pt x="92976" y="1316736"/>
                </a:lnTo>
                <a:lnTo>
                  <a:pt x="96024" y="1319784"/>
                </a:lnTo>
                <a:lnTo>
                  <a:pt x="99072" y="1325880"/>
                </a:lnTo>
                <a:lnTo>
                  <a:pt x="99072" y="1370076"/>
                </a:lnTo>
                <a:lnTo>
                  <a:pt x="19824" y="1370076"/>
                </a:lnTo>
                <a:lnTo>
                  <a:pt x="19824" y="1325880"/>
                </a:lnTo>
                <a:lnTo>
                  <a:pt x="19824" y="1307592"/>
                </a:lnTo>
                <a:lnTo>
                  <a:pt x="22872" y="1303020"/>
                </a:lnTo>
                <a:lnTo>
                  <a:pt x="24396" y="1298448"/>
                </a:lnTo>
                <a:lnTo>
                  <a:pt x="27444" y="1293876"/>
                </a:lnTo>
                <a:lnTo>
                  <a:pt x="32016" y="1290828"/>
                </a:lnTo>
                <a:lnTo>
                  <a:pt x="35064" y="1289304"/>
                </a:lnTo>
                <a:lnTo>
                  <a:pt x="42684" y="1286256"/>
                </a:lnTo>
                <a:lnTo>
                  <a:pt x="51828" y="1284732"/>
                </a:lnTo>
                <a:lnTo>
                  <a:pt x="51828" y="1278636"/>
                </a:lnTo>
                <a:lnTo>
                  <a:pt x="9156" y="1280160"/>
                </a:lnTo>
                <a:lnTo>
                  <a:pt x="9156" y="1424940"/>
                </a:lnTo>
                <a:lnTo>
                  <a:pt x="13728" y="1424940"/>
                </a:lnTo>
                <a:lnTo>
                  <a:pt x="13728" y="1408176"/>
                </a:lnTo>
                <a:lnTo>
                  <a:pt x="16776" y="1405128"/>
                </a:lnTo>
                <a:lnTo>
                  <a:pt x="18300" y="1402080"/>
                </a:lnTo>
                <a:lnTo>
                  <a:pt x="21348" y="1399032"/>
                </a:lnTo>
                <a:lnTo>
                  <a:pt x="22872" y="1399032"/>
                </a:lnTo>
                <a:lnTo>
                  <a:pt x="25920" y="1397508"/>
                </a:lnTo>
                <a:lnTo>
                  <a:pt x="192036" y="1397508"/>
                </a:lnTo>
                <a:lnTo>
                  <a:pt x="195084" y="1400556"/>
                </a:lnTo>
                <a:lnTo>
                  <a:pt x="199656" y="1403604"/>
                </a:lnTo>
                <a:lnTo>
                  <a:pt x="202704" y="1409700"/>
                </a:lnTo>
                <a:lnTo>
                  <a:pt x="202704" y="1424940"/>
                </a:lnTo>
                <a:lnTo>
                  <a:pt x="207276" y="1424940"/>
                </a:lnTo>
                <a:lnTo>
                  <a:pt x="207276" y="1342644"/>
                </a:lnTo>
                <a:close/>
              </a:path>
              <a:path extrusionOk="0" h="1424940" w="210819">
                <a:moveTo>
                  <a:pt x="207276" y="0"/>
                </a:moveTo>
                <a:lnTo>
                  <a:pt x="202704" y="0"/>
                </a:lnTo>
                <a:lnTo>
                  <a:pt x="202704" y="6096"/>
                </a:lnTo>
                <a:lnTo>
                  <a:pt x="198132" y="15240"/>
                </a:lnTo>
                <a:lnTo>
                  <a:pt x="196608" y="16764"/>
                </a:lnTo>
                <a:lnTo>
                  <a:pt x="193560" y="18288"/>
                </a:lnTo>
                <a:lnTo>
                  <a:pt x="190512" y="18288"/>
                </a:lnTo>
                <a:lnTo>
                  <a:pt x="184416" y="19812"/>
                </a:lnTo>
                <a:lnTo>
                  <a:pt x="110540" y="19862"/>
                </a:lnTo>
                <a:lnTo>
                  <a:pt x="74688" y="35052"/>
                </a:lnTo>
                <a:lnTo>
                  <a:pt x="70116" y="47244"/>
                </a:lnTo>
                <a:lnTo>
                  <a:pt x="70116" y="60960"/>
                </a:lnTo>
                <a:lnTo>
                  <a:pt x="99072" y="99060"/>
                </a:lnTo>
                <a:lnTo>
                  <a:pt x="89928" y="102108"/>
                </a:lnTo>
                <a:lnTo>
                  <a:pt x="82308" y="105156"/>
                </a:lnTo>
                <a:lnTo>
                  <a:pt x="77736" y="111252"/>
                </a:lnTo>
                <a:lnTo>
                  <a:pt x="71640" y="117348"/>
                </a:lnTo>
                <a:lnTo>
                  <a:pt x="70116" y="124968"/>
                </a:lnTo>
                <a:lnTo>
                  <a:pt x="70116" y="141732"/>
                </a:lnTo>
                <a:lnTo>
                  <a:pt x="73164" y="147828"/>
                </a:lnTo>
                <a:lnTo>
                  <a:pt x="74688" y="152400"/>
                </a:lnTo>
                <a:lnTo>
                  <a:pt x="80784" y="161544"/>
                </a:lnTo>
                <a:lnTo>
                  <a:pt x="88404" y="169164"/>
                </a:lnTo>
                <a:lnTo>
                  <a:pt x="99072" y="178308"/>
                </a:lnTo>
                <a:lnTo>
                  <a:pt x="70116" y="178308"/>
                </a:lnTo>
                <a:lnTo>
                  <a:pt x="70116" y="184404"/>
                </a:lnTo>
                <a:lnTo>
                  <a:pt x="86880" y="225552"/>
                </a:lnTo>
                <a:lnTo>
                  <a:pt x="91452" y="222504"/>
                </a:lnTo>
                <a:lnTo>
                  <a:pt x="88404" y="216408"/>
                </a:lnTo>
                <a:lnTo>
                  <a:pt x="88404" y="210312"/>
                </a:lnTo>
                <a:lnTo>
                  <a:pt x="89928" y="208788"/>
                </a:lnTo>
                <a:lnTo>
                  <a:pt x="89928" y="207264"/>
                </a:lnTo>
                <a:lnTo>
                  <a:pt x="91452" y="205740"/>
                </a:lnTo>
                <a:lnTo>
                  <a:pt x="94500" y="204216"/>
                </a:lnTo>
                <a:lnTo>
                  <a:pt x="97548" y="204216"/>
                </a:lnTo>
                <a:lnTo>
                  <a:pt x="101854" y="203339"/>
                </a:lnTo>
                <a:lnTo>
                  <a:pt x="108026" y="202882"/>
                </a:lnTo>
                <a:lnTo>
                  <a:pt x="126504" y="202692"/>
                </a:lnTo>
                <a:lnTo>
                  <a:pt x="190512" y="202692"/>
                </a:lnTo>
                <a:lnTo>
                  <a:pt x="196608" y="205740"/>
                </a:lnTo>
                <a:lnTo>
                  <a:pt x="198132" y="207264"/>
                </a:lnTo>
                <a:lnTo>
                  <a:pt x="199656" y="210312"/>
                </a:lnTo>
                <a:lnTo>
                  <a:pt x="201180" y="211836"/>
                </a:lnTo>
                <a:lnTo>
                  <a:pt x="202704" y="216408"/>
                </a:lnTo>
                <a:lnTo>
                  <a:pt x="202704" y="222504"/>
                </a:lnTo>
                <a:lnTo>
                  <a:pt x="207276" y="222504"/>
                </a:lnTo>
                <a:lnTo>
                  <a:pt x="207276" y="158496"/>
                </a:lnTo>
                <a:lnTo>
                  <a:pt x="202704" y="158496"/>
                </a:lnTo>
                <a:lnTo>
                  <a:pt x="202704" y="164592"/>
                </a:lnTo>
                <a:lnTo>
                  <a:pt x="201180" y="169164"/>
                </a:lnTo>
                <a:lnTo>
                  <a:pt x="199656" y="170688"/>
                </a:lnTo>
                <a:lnTo>
                  <a:pt x="198132" y="173736"/>
                </a:lnTo>
                <a:lnTo>
                  <a:pt x="196608" y="175260"/>
                </a:lnTo>
                <a:lnTo>
                  <a:pt x="193560" y="176784"/>
                </a:lnTo>
                <a:lnTo>
                  <a:pt x="190512" y="176784"/>
                </a:lnTo>
                <a:lnTo>
                  <a:pt x="185940" y="178308"/>
                </a:lnTo>
                <a:lnTo>
                  <a:pt x="105168" y="178308"/>
                </a:lnTo>
                <a:lnTo>
                  <a:pt x="100596" y="173736"/>
                </a:lnTo>
                <a:lnTo>
                  <a:pt x="96024" y="167640"/>
                </a:lnTo>
                <a:lnTo>
                  <a:pt x="91452" y="160020"/>
                </a:lnTo>
                <a:lnTo>
                  <a:pt x="89928" y="155448"/>
                </a:lnTo>
                <a:lnTo>
                  <a:pt x="88404" y="149352"/>
                </a:lnTo>
                <a:lnTo>
                  <a:pt x="88404" y="137160"/>
                </a:lnTo>
                <a:lnTo>
                  <a:pt x="91452" y="132588"/>
                </a:lnTo>
                <a:lnTo>
                  <a:pt x="97548" y="128016"/>
                </a:lnTo>
                <a:lnTo>
                  <a:pt x="102120" y="124968"/>
                </a:lnTo>
                <a:lnTo>
                  <a:pt x="109740" y="123444"/>
                </a:lnTo>
                <a:lnTo>
                  <a:pt x="190512" y="123444"/>
                </a:lnTo>
                <a:lnTo>
                  <a:pt x="195084" y="124968"/>
                </a:lnTo>
                <a:lnTo>
                  <a:pt x="198132" y="126492"/>
                </a:lnTo>
                <a:lnTo>
                  <a:pt x="199656" y="129540"/>
                </a:lnTo>
                <a:lnTo>
                  <a:pt x="201180" y="131064"/>
                </a:lnTo>
                <a:lnTo>
                  <a:pt x="202704" y="135636"/>
                </a:lnTo>
                <a:lnTo>
                  <a:pt x="202704" y="143256"/>
                </a:lnTo>
                <a:lnTo>
                  <a:pt x="207276" y="143256"/>
                </a:lnTo>
                <a:lnTo>
                  <a:pt x="207276" y="79248"/>
                </a:lnTo>
                <a:lnTo>
                  <a:pt x="202704" y="79248"/>
                </a:lnTo>
                <a:lnTo>
                  <a:pt x="202704" y="85344"/>
                </a:lnTo>
                <a:lnTo>
                  <a:pt x="201180" y="89916"/>
                </a:lnTo>
                <a:lnTo>
                  <a:pt x="199656" y="91440"/>
                </a:lnTo>
                <a:lnTo>
                  <a:pt x="198132" y="94488"/>
                </a:lnTo>
                <a:lnTo>
                  <a:pt x="196608" y="96012"/>
                </a:lnTo>
                <a:lnTo>
                  <a:pt x="193560" y="97536"/>
                </a:lnTo>
                <a:lnTo>
                  <a:pt x="192036" y="97536"/>
                </a:lnTo>
                <a:lnTo>
                  <a:pt x="185940" y="99060"/>
                </a:lnTo>
                <a:lnTo>
                  <a:pt x="105168" y="99060"/>
                </a:lnTo>
                <a:lnTo>
                  <a:pt x="99072" y="91440"/>
                </a:lnTo>
                <a:lnTo>
                  <a:pt x="94500" y="85344"/>
                </a:lnTo>
                <a:lnTo>
                  <a:pt x="91452" y="80772"/>
                </a:lnTo>
                <a:lnTo>
                  <a:pt x="88404" y="74676"/>
                </a:lnTo>
                <a:lnTo>
                  <a:pt x="88404" y="57912"/>
                </a:lnTo>
                <a:lnTo>
                  <a:pt x="91452" y="51816"/>
                </a:lnTo>
                <a:lnTo>
                  <a:pt x="97548" y="47244"/>
                </a:lnTo>
                <a:lnTo>
                  <a:pt x="102120" y="45720"/>
                </a:lnTo>
                <a:lnTo>
                  <a:pt x="109740" y="44196"/>
                </a:lnTo>
                <a:lnTo>
                  <a:pt x="190512" y="44196"/>
                </a:lnTo>
                <a:lnTo>
                  <a:pt x="195084" y="45720"/>
                </a:lnTo>
                <a:lnTo>
                  <a:pt x="201180" y="51816"/>
                </a:lnTo>
                <a:lnTo>
                  <a:pt x="202704" y="56388"/>
                </a:lnTo>
                <a:lnTo>
                  <a:pt x="202704" y="64008"/>
                </a:lnTo>
                <a:lnTo>
                  <a:pt x="207276" y="64008"/>
                </a:lnTo>
                <a:lnTo>
                  <a:pt x="207276" y="0"/>
                </a:lnTo>
                <a:close/>
              </a:path>
              <a:path extrusionOk="0" h="1424940" w="210819">
                <a:moveTo>
                  <a:pt x="210312" y="1152144"/>
                </a:moveTo>
                <a:lnTo>
                  <a:pt x="193548" y="1112520"/>
                </a:lnTo>
                <a:lnTo>
                  <a:pt x="188976" y="1114044"/>
                </a:lnTo>
                <a:lnTo>
                  <a:pt x="190500" y="1118616"/>
                </a:lnTo>
                <a:lnTo>
                  <a:pt x="190500" y="1129284"/>
                </a:lnTo>
                <a:lnTo>
                  <a:pt x="187452" y="1132332"/>
                </a:lnTo>
                <a:lnTo>
                  <a:pt x="184404" y="1132332"/>
                </a:lnTo>
                <a:lnTo>
                  <a:pt x="181356" y="1133856"/>
                </a:lnTo>
                <a:lnTo>
                  <a:pt x="164211" y="1135151"/>
                </a:lnTo>
                <a:lnTo>
                  <a:pt x="153924" y="1135380"/>
                </a:lnTo>
                <a:lnTo>
                  <a:pt x="73152" y="1135380"/>
                </a:lnTo>
                <a:lnTo>
                  <a:pt x="73152" y="1179576"/>
                </a:lnTo>
                <a:lnTo>
                  <a:pt x="77724" y="1179576"/>
                </a:lnTo>
                <a:lnTo>
                  <a:pt x="77724" y="1170432"/>
                </a:lnTo>
                <a:lnTo>
                  <a:pt x="79248" y="1165860"/>
                </a:lnTo>
                <a:lnTo>
                  <a:pt x="82296" y="1162812"/>
                </a:lnTo>
                <a:lnTo>
                  <a:pt x="85344" y="1161288"/>
                </a:lnTo>
                <a:lnTo>
                  <a:pt x="89916" y="1159764"/>
                </a:lnTo>
                <a:lnTo>
                  <a:pt x="172212" y="1159764"/>
                </a:lnTo>
                <a:lnTo>
                  <a:pt x="192024" y="1188720"/>
                </a:lnTo>
                <a:lnTo>
                  <a:pt x="192024" y="1199388"/>
                </a:lnTo>
                <a:lnTo>
                  <a:pt x="161544" y="1216152"/>
                </a:lnTo>
                <a:lnTo>
                  <a:pt x="73152" y="1216152"/>
                </a:lnTo>
                <a:lnTo>
                  <a:pt x="73152" y="1263396"/>
                </a:lnTo>
                <a:lnTo>
                  <a:pt x="77724" y="1263396"/>
                </a:lnTo>
                <a:lnTo>
                  <a:pt x="77724" y="1251204"/>
                </a:lnTo>
                <a:lnTo>
                  <a:pt x="80772" y="1245108"/>
                </a:lnTo>
                <a:lnTo>
                  <a:pt x="82296" y="1243584"/>
                </a:lnTo>
                <a:lnTo>
                  <a:pt x="85344" y="1242060"/>
                </a:lnTo>
                <a:lnTo>
                  <a:pt x="86868" y="1240536"/>
                </a:lnTo>
                <a:lnTo>
                  <a:pt x="158496" y="1240536"/>
                </a:lnTo>
                <a:lnTo>
                  <a:pt x="167068" y="1240282"/>
                </a:lnTo>
                <a:lnTo>
                  <a:pt x="202692" y="1225296"/>
                </a:lnTo>
                <a:lnTo>
                  <a:pt x="207264" y="1219200"/>
                </a:lnTo>
                <a:lnTo>
                  <a:pt x="210312" y="1213104"/>
                </a:lnTo>
                <a:lnTo>
                  <a:pt x="210312" y="1197864"/>
                </a:lnTo>
                <a:lnTo>
                  <a:pt x="208788" y="1191768"/>
                </a:lnTo>
                <a:lnTo>
                  <a:pt x="204216" y="1185672"/>
                </a:lnTo>
                <a:lnTo>
                  <a:pt x="201079" y="1180553"/>
                </a:lnTo>
                <a:lnTo>
                  <a:pt x="196215" y="1174432"/>
                </a:lnTo>
                <a:lnTo>
                  <a:pt x="189649" y="1167460"/>
                </a:lnTo>
                <a:lnTo>
                  <a:pt x="181356" y="1159764"/>
                </a:lnTo>
                <a:lnTo>
                  <a:pt x="210312" y="1159764"/>
                </a:lnTo>
                <a:lnTo>
                  <a:pt x="210312" y="1152144"/>
                </a:lnTo>
                <a:close/>
              </a:path>
              <a:path extrusionOk="0" h="1424940" w="210819">
                <a:moveTo>
                  <a:pt x="210312" y="783336"/>
                </a:moveTo>
                <a:lnTo>
                  <a:pt x="195072" y="748284"/>
                </a:lnTo>
                <a:lnTo>
                  <a:pt x="153924" y="726948"/>
                </a:lnTo>
                <a:lnTo>
                  <a:pt x="152400" y="729996"/>
                </a:lnTo>
                <a:lnTo>
                  <a:pt x="160718" y="734339"/>
                </a:lnTo>
                <a:lnTo>
                  <a:pt x="167449" y="738378"/>
                </a:lnTo>
                <a:lnTo>
                  <a:pt x="185928" y="772668"/>
                </a:lnTo>
                <a:lnTo>
                  <a:pt x="184785" y="782383"/>
                </a:lnTo>
                <a:lnTo>
                  <a:pt x="158216" y="810437"/>
                </a:lnTo>
                <a:lnTo>
                  <a:pt x="126492" y="816864"/>
                </a:lnTo>
                <a:lnTo>
                  <a:pt x="115633" y="816254"/>
                </a:lnTo>
                <a:lnTo>
                  <a:pt x="105918" y="814197"/>
                </a:lnTo>
                <a:lnTo>
                  <a:pt x="97345" y="810437"/>
                </a:lnTo>
                <a:lnTo>
                  <a:pt x="89916" y="804672"/>
                </a:lnTo>
                <a:lnTo>
                  <a:pt x="82296" y="800100"/>
                </a:lnTo>
                <a:lnTo>
                  <a:pt x="79248" y="790956"/>
                </a:lnTo>
                <a:lnTo>
                  <a:pt x="79248" y="775716"/>
                </a:lnTo>
                <a:lnTo>
                  <a:pt x="80772" y="771144"/>
                </a:lnTo>
                <a:lnTo>
                  <a:pt x="89916" y="762000"/>
                </a:lnTo>
                <a:lnTo>
                  <a:pt x="102108" y="762000"/>
                </a:lnTo>
                <a:lnTo>
                  <a:pt x="106680" y="760476"/>
                </a:lnTo>
                <a:lnTo>
                  <a:pt x="108204" y="757428"/>
                </a:lnTo>
                <a:lnTo>
                  <a:pt x="111252" y="755904"/>
                </a:lnTo>
                <a:lnTo>
                  <a:pt x="114300" y="751332"/>
                </a:lnTo>
                <a:lnTo>
                  <a:pt x="114300" y="740664"/>
                </a:lnTo>
                <a:lnTo>
                  <a:pt x="112776" y="737616"/>
                </a:lnTo>
                <a:lnTo>
                  <a:pt x="109728" y="736092"/>
                </a:lnTo>
                <a:lnTo>
                  <a:pt x="108204" y="733044"/>
                </a:lnTo>
                <a:lnTo>
                  <a:pt x="105156" y="731520"/>
                </a:lnTo>
                <a:lnTo>
                  <a:pt x="102108" y="731520"/>
                </a:lnTo>
                <a:lnTo>
                  <a:pt x="72390" y="758952"/>
                </a:lnTo>
                <a:lnTo>
                  <a:pt x="70104" y="777240"/>
                </a:lnTo>
                <a:lnTo>
                  <a:pt x="71247" y="789508"/>
                </a:lnTo>
                <a:lnTo>
                  <a:pt x="99275" y="829437"/>
                </a:lnTo>
                <a:lnTo>
                  <a:pt x="140208" y="839724"/>
                </a:lnTo>
                <a:lnTo>
                  <a:pt x="155359" y="838822"/>
                </a:lnTo>
                <a:lnTo>
                  <a:pt x="190500" y="822960"/>
                </a:lnTo>
                <a:lnTo>
                  <a:pt x="209156" y="794461"/>
                </a:lnTo>
                <a:lnTo>
                  <a:pt x="210312" y="783336"/>
                </a:lnTo>
                <a:close/>
              </a:path>
              <a:path extrusionOk="0" h="1424940" w="210819">
                <a:moveTo>
                  <a:pt x="210312" y="606552"/>
                </a:moveTo>
                <a:lnTo>
                  <a:pt x="193548" y="566928"/>
                </a:lnTo>
                <a:lnTo>
                  <a:pt x="188976" y="568452"/>
                </a:lnTo>
                <a:lnTo>
                  <a:pt x="190500" y="573024"/>
                </a:lnTo>
                <a:lnTo>
                  <a:pt x="190500" y="583692"/>
                </a:lnTo>
                <a:lnTo>
                  <a:pt x="187452" y="586740"/>
                </a:lnTo>
                <a:lnTo>
                  <a:pt x="184404" y="586740"/>
                </a:lnTo>
                <a:lnTo>
                  <a:pt x="181356" y="588264"/>
                </a:lnTo>
                <a:lnTo>
                  <a:pt x="164211" y="589559"/>
                </a:lnTo>
                <a:lnTo>
                  <a:pt x="153924" y="589788"/>
                </a:lnTo>
                <a:lnTo>
                  <a:pt x="73152" y="589788"/>
                </a:lnTo>
                <a:lnTo>
                  <a:pt x="73152" y="633984"/>
                </a:lnTo>
                <a:lnTo>
                  <a:pt x="77724" y="633984"/>
                </a:lnTo>
                <a:lnTo>
                  <a:pt x="77724" y="624840"/>
                </a:lnTo>
                <a:lnTo>
                  <a:pt x="79248" y="620268"/>
                </a:lnTo>
                <a:lnTo>
                  <a:pt x="82296" y="617220"/>
                </a:lnTo>
                <a:lnTo>
                  <a:pt x="85344" y="615696"/>
                </a:lnTo>
                <a:lnTo>
                  <a:pt x="89916" y="614172"/>
                </a:lnTo>
                <a:lnTo>
                  <a:pt x="172212" y="614172"/>
                </a:lnTo>
                <a:lnTo>
                  <a:pt x="192024" y="643128"/>
                </a:lnTo>
                <a:lnTo>
                  <a:pt x="192024" y="653796"/>
                </a:lnTo>
                <a:lnTo>
                  <a:pt x="161544" y="670560"/>
                </a:lnTo>
                <a:lnTo>
                  <a:pt x="73152" y="670560"/>
                </a:lnTo>
                <a:lnTo>
                  <a:pt x="73152" y="717804"/>
                </a:lnTo>
                <a:lnTo>
                  <a:pt x="77724" y="717804"/>
                </a:lnTo>
                <a:lnTo>
                  <a:pt x="77724" y="705612"/>
                </a:lnTo>
                <a:lnTo>
                  <a:pt x="80772" y="699516"/>
                </a:lnTo>
                <a:lnTo>
                  <a:pt x="82296" y="697992"/>
                </a:lnTo>
                <a:lnTo>
                  <a:pt x="85344" y="696468"/>
                </a:lnTo>
                <a:lnTo>
                  <a:pt x="86868" y="694944"/>
                </a:lnTo>
                <a:lnTo>
                  <a:pt x="158496" y="694944"/>
                </a:lnTo>
                <a:lnTo>
                  <a:pt x="167068" y="694690"/>
                </a:lnTo>
                <a:lnTo>
                  <a:pt x="202692" y="679704"/>
                </a:lnTo>
                <a:lnTo>
                  <a:pt x="207264" y="673608"/>
                </a:lnTo>
                <a:lnTo>
                  <a:pt x="210312" y="667512"/>
                </a:lnTo>
                <a:lnTo>
                  <a:pt x="210312" y="652272"/>
                </a:lnTo>
                <a:lnTo>
                  <a:pt x="208788" y="646176"/>
                </a:lnTo>
                <a:lnTo>
                  <a:pt x="204216" y="640080"/>
                </a:lnTo>
                <a:lnTo>
                  <a:pt x="201079" y="634961"/>
                </a:lnTo>
                <a:lnTo>
                  <a:pt x="196215" y="628840"/>
                </a:lnTo>
                <a:lnTo>
                  <a:pt x="189649" y="621868"/>
                </a:lnTo>
                <a:lnTo>
                  <a:pt x="181356" y="614172"/>
                </a:lnTo>
                <a:lnTo>
                  <a:pt x="210312" y="614172"/>
                </a:lnTo>
                <a:lnTo>
                  <a:pt x="210312" y="606552"/>
                </a:lnTo>
                <a:close/>
              </a:path>
              <a:path extrusionOk="0" h="1424940" w="210819">
                <a:moveTo>
                  <a:pt x="210324" y="507492"/>
                </a:moveTo>
                <a:lnTo>
                  <a:pt x="192747" y="470141"/>
                </a:lnTo>
                <a:lnTo>
                  <a:pt x="169176" y="461772"/>
                </a:lnTo>
                <a:lnTo>
                  <a:pt x="158318" y="463753"/>
                </a:lnTo>
                <a:lnTo>
                  <a:pt x="148602" y="469582"/>
                </a:lnTo>
                <a:lnTo>
                  <a:pt x="140030" y="479132"/>
                </a:lnTo>
                <a:lnTo>
                  <a:pt x="132600" y="492252"/>
                </a:lnTo>
                <a:lnTo>
                  <a:pt x="117360" y="522732"/>
                </a:lnTo>
                <a:lnTo>
                  <a:pt x="112788" y="528828"/>
                </a:lnTo>
                <a:lnTo>
                  <a:pt x="109740" y="531876"/>
                </a:lnTo>
                <a:lnTo>
                  <a:pt x="105168" y="534924"/>
                </a:lnTo>
                <a:lnTo>
                  <a:pt x="91452" y="534924"/>
                </a:lnTo>
                <a:lnTo>
                  <a:pt x="86880" y="533400"/>
                </a:lnTo>
                <a:lnTo>
                  <a:pt x="83832" y="528828"/>
                </a:lnTo>
                <a:lnTo>
                  <a:pt x="80784" y="525780"/>
                </a:lnTo>
                <a:lnTo>
                  <a:pt x="79260" y="519684"/>
                </a:lnTo>
                <a:lnTo>
                  <a:pt x="79260" y="504444"/>
                </a:lnTo>
                <a:lnTo>
                  <a:pt x="80784" y="496824"/>
                </a:lnTo>
                <a:lnTo>
                  <a:pt x="86880" y="492252"/>
                </a:lnTo>
                <a:lnTo>
                  <a:pt x="91186" y="487946"/>
                </a:lnTo>
                <a:lnTo>
                  <a:pt x="97358" y="484060"/>
                </a:lnTo>
                <a:lnTo>
                  <a:pt x="105524" y="480466"/>
                </a:lnTo>
                <a:lnTo>
                  <a:pt x="115836" y="477012"/>
                </a:lnTo>
                <a:lnTo>
                  <a:pt x="115836" y="472440"/>
                </a:lnTo>
                <a:lnTo>
                  <a:pt x="70116" y="472440"/>
                </a:lnTo>
                <a:lnTo>
                  <a:pt x="70116" y="477012"/>
                </a:lnTo>
                <a:lnTo>
                  <a:pt x="73164" y="480060"/>
                </a:lnTo>
                <a:lnTo>
                  <a:pt x="74688" y="480060"/>
                </a:lnTo>
                <a:lnTo>
                  <a:pt x="74688" y="481584"/>
                </a:lnTo>
                <a:lnTo>
                  <a:pt x="76212" y="483108"/>
                </a:lnTo>
                <a:lnTo>
                  <a:pt x="76212" y="486156"/>
                </a:lnTo>
                <a:lnTo>
                  <a:pt x="74688" y="489204"/>
                </a:lnTo>
                <a:lnTo>
                  <a:pt x="73164" y="493776"/>
                </a:lnTo>
                <a:lnTo>
                  <a:pt x="70116" y="501396"/>
                </a:lnTo>
                <a:lnTo>
                  <a:pt x="70116" y="513588"/>
                </a:lnTo>
                <a:lnTo>
                  <a:pt x="92024" y="550735"/>
                </a:lnTo>
                <a:lnTo>
                  <a:pt x="106692" y="553212"/>
                </a:lnTo>
                <a:lnTo>
                  <a:pt x="115836" y="553212"/>
                </a:lnTo>
                <a:lnTo>
                  <a:pt x="146316" y="519684"/>
                </a:lnTo>
                <a:lnTo>
                  <a:pt x="150863" y="509384"/>
                </a:lnTo>
                <a:lnTo>
                  <a:pt x="155270" y="501205"/>
                </a:lnTo>
                <a:lnTo>
                  <a:pt x="159385" y="495046"/>
                </a:lnTo>
                <a:lnTo>
                  <a:pt x="163080" y="490728"/>
                </a:lnTo>
                <a:lnTo>
                  <a:pt x="167652" y="486156"/>
                </a:lnTo>
                <a:lnTo>
                  <a:pt x="173748" y="483108"/>
                </a:lnTo>
                <a:lnTo>
                  <a:pt x="185940" y="483108"/>
                </a:lnTo>
                <a:lnTo>
                  <a:pt x="190512" y="486156"/>
                </a:lnTo>
                <a:lnTo>
                  <a:pt x="195084" y="490728"/>
                </a:lnTo>
                <a:lnTo>
                  <a:pt x="201180" y="499872"/>
                </a:lnTo>
                <a:lnTo>
                  <a:pt x="201180" y="507492"/>
                </a:lnTo>
                <a:lnTo>
                  <a:pt x="178320" y="543306"/>
                </a:lnTo>
                <a:lnTo>
                  <a:pt x="161556" y="548640"/>
                </a:lnTo>
                <a:lnTo>
                  <a:pt x="161556" y="553212"/>
                </a:lnTo>
                <a:lnTo>
                  <a:pt x="208800" y="553212"/>
                </a:lnTo>
                <a:lnTo>
                  <a:pt x="210324" y="548640"/>
                </a:lnTo>
                <a:lnTo>
                  <a:pt x="205752" y="548640"/>
                </a:lnTo>
                <a:lnTo>
                  <a:pt x="204228" y="545592"/>
                </a:lnTo>
                <a:lnTo>
                  <a:pt x="204228" y="539496"/>
                </a:lnTo>
                <a:lnTo>
                  <a:pt x="205752" y="536448"/>
                </a:lnTo>
                <a:lnTo>
                  <a:pt x="207746" y="528713"/>
                </a:lnTo>
                <a:lnTo>
                  <a:pt x="209181" y="521398"/>
                </a:lnTo>
                <a:lnTo>
                  <a:pt x="210032" y="514375"/>
                </a:lnTo>
                <a:lnTo>
                  <a:pt x="210324" y="507492"/>
                </a:lnTo>
                <a:close/>
              </a:path>
              <a:path extrusionOk="0" h="1424940" w="210819">
                <a:moveTo>
                  <a:pt x="210324" y="397764"/>
                </a:moveTo>
                <a:lnTo>
                  <a:pt x="207276" y="391668"/>
                </a:lnTo>
                <a:lnTo>
                  <a:pt x="198132" y="379476"/>
                </a:lnTo>
                <a:lnTo>
                  <a:pt x="190512" y="374904"/>
                </a:lnTo>
                <a:lnTo>
                  <a:pt x="181368" y="371856"/>
                </a:lnTo>
                <a:lnTo>
                  <a:pt x="181368" y="377952"/>
                </a:lnTo>
                <a:lnTo>
                  <a:pt x="187464" y="381000"/>
                </a:lnTo>
                <a:lnTo>
                  <a:pt x="192036" y="390144"/>
                </a:lnTo>
                <a:lnTo>
                  <a:pt x="192036" y="397764"/>
                </a:lnTo>
                <a:lnTo>
                  <a:pt x="190512" y="400812"/>
                </a:lnTo>
                <a:lnTo>
                  <a:pt x="187464" y="402336"/>
                </a:lnTo>
                <a:lnTo>
                  <a:pt x="184416" y="405384"/>
                </a:lnTo>
                <a:lnTo>
                  <a:pt x="178320" y="406908"/>
                </a:lnTo>
                <a:lnTo>
                  <a:pt x="82308" y="406908"/>
                </a:lnTo>
                <a:lnTo>
                  <a:pt x="82308" y="374904"/>
                </a:lnTo>
                <a:lnTo>
                  <a:pt x="73164" y="374904"/>
                </a:lnTo>
                <a:lnTo>
                  <a:pt x="73164" y="406908"/>
                </a:lnTo>
                <a:lnTo>
                  <a:pt x="28968" y="406908"/>
                </a:lnTo>
                <a:lnTo>
                  <a:pt x="28968" y="409956"/>
                </a:lnTo>
                <a:lnTo>
                  <a:pt x="38112" y="413004"/>
                </a:lnTo>
                <a:lnTo>
                  <a:pt x="45732" y="417576"/>
                </a:lnTo>
                <a:lnTo>
                  <a:pt x="48780" y="419100"/>
                </a:lnTo>
                <a:lnTo>
                  <a:pt x="56400" y="423672"/>
                </a:lnTo>
                <a:lnTo>
                  <a:pt x="62496" y="429768"/>
                </a:lnTo>
                <a:lnTo>
                  <a:pt x="71640" y="441960"/>
                </a:lnTo>
                <a:lnTo>
                  <a:pt x="77736" y="454152"/>
                </a:lnTo>
                <a:lnTo>
                  <a:pt x="82308" y="454152"/>
                </a:lnTo>
                <a:lnTo>
                  <a:pt x="82308" y="431292"/>
                </a:lnTo>
                <a:lnTo>
                  <a:pt x="182892" y="431292"/>
                </a:lnTo>
                <a:lnTo>
                  <a:pt x="190512" y="429768"/>
                </a:lnTo>
                <a:lnTo>
                  <a:pt x="195084" y="428244"/>
                </a:lnTo>
                <a:lnTo>
                  <a:pt x="199656" y="425196"/>
                </a:lnTo>
                <a:lnTo>
                  <a:pt x="202704" y="422148"/>
                </a:lnTo>
                <a:lnTo>
                  <a:pt x="205752" y="417576"/>
                </a:lnTo>
                <a:lnTo>
                  <a:pt x="208800" y="414528"/>
                </a:lnTo>
                <a:lnTo>
                  <a:pt x="210324" y="409956"/>
                </a:lnTo>
                <a:lnTo>
                  <a:pt x="210324" y="397764"/>
                </a:lnTo>
                <a:close/>
              </a:path>
              <a:path extrusionOk="0" h="1424940" w="210819">
                <a:moveTo>
                  <a:pt x="210324" y="300228"/>
                </a:moveTo>
                <a:lnTo>
                  <a:pt x="210223" y="298704"/>
                </a:lnTo>
                <a:lnTo>
                  <a:pt x="209753" y="291350"/>
                </a:lnTo>
                <a:lnTo>
                  <a:pt x="208038" y="282892"/>
                </a:lnTo>
                <a:lnTo>
                  <a:pt x="205181" y="274726"/>
                </a:lnTo>
                <a:lnTo>
                  <a:pt x="201180" y="266700"/>
                </a:lnTo>
                <a:lnTo>
                  <a:pt x="201180" y="294132"/>
                </a:lnTo>
                <a:lnTo>
                  <a:pt x="199771" y="302971"/>
                </a:lnTo>
                <a:lnTo>
                  <a:pt x="168122" y="329501"/>
                </a:lnTo>
                <a:lnTo>
                  <a:pt x="156184" y="332714"/>
                </a:lnTo>
                <a:lnTo>
                  <a:pt x="156489" y="332714"/>
                </a:lnTo>
                <a:lnTo>
                  <a:pt x="142976" y="334695"/>
                </a:lnTo>
                <a:lnTo>
                  <a:pt x="129552" y="335280"/>
                </a:lnTo>
                <a:lnTo>
                  <a:pt x="120713" y="335000"/>
                </a:lnTo>
                <a:lnTo>
                  <a:pt x="83832" y="318516"/>
                </a:lnTo>
                <a:lnTo>
                  <a:pt x="79260" y="307848"/>
                </a:lnTo>
                <a:lnTo>
                  <a:pt x="79286" y="302971"/>
                </a:lnTo>
                <a:lnTo>
                  <a:pt x="104140" y="270497"/>
                </a:lnTo>
                <a:lnTo>
                  <a:pt x="149364" y="262128"/>
                </a:lnTo>
                <a:lnTo>
                  <a:pt x="162191" y="262699"/>
                </a:lnTo>
                <a:lnTo>
                  <a:pt x="197942" y="281559"/>
                </a:lnTo>
                <a:lnTo>
                  <a:pt x="201180" y="294132"/>
                </a:lnTo>
                <a:lnTo>
                  <a:pt x="201180" y="266700"/>
                </a:lnTo>
                <a:lnTo>
                  <a:pt x="164604" y="239839"/>
                </a:lnTo>
                <a:lnTo>
                  <a:pt x="137172" y="234696"/>
                </a:lnTo>
                <a:lnTo>
                  <a:pt x="124904" y="235585"/>
                </a:lnTo>
                <a:lnTo>
                  <a:pt x="82969" y="259918"/>
                </a:lnTo>
                <a:lnTo>
                  <a:pt x="70104" y="298704"/>
                </a:lnTo>
                <a:lnTo>
                  <a:pt x="70218" y="300228"/>
                </a:lnTo>
                <a:lnTo>
                  <a:pt x="70662" y="306692"/>
                </a:lnTo>
                <a:lnTo>
                  <a:pt x="89166" y="343090"/>
                </a:lnTo>
                <a:lnTo>
                  <a:pt x="131305" y="362140"/>
                </a:lnTo>
                <a:lnTo>
                  <a:pt x="140220" y="362712"/>
                </a:lnTo>
                <a:lnTo>
                  <a:pt x="152501" y="361835"/>
                </a:lnTo>
                <a:lnTo>
                  <a:pt x="196176" y="338378"/>
                </a:lnTo>
                <a:lnTo>
                  <a:pt x="198310" y="335280"/>
                </a:lnTo>
                <a:lnTo>
                  <a:pt x="203847" y="327279"/>
                </a:lnTo>
                <a:lnTo>
                  <a:pt x="208648" y="314477"/>
                </a:lnTo>
                <a:lnTo>
                  <a:pt x="210324" y="3002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4" name="Google Shape;4594;p76"/>
          <p:cNvGrpSpPr/>
          <p:nvPr/>
        </p:nvGrpSpPr>
        <p:grpSpPr>
          <a:xfrm>
            <a:off x="2589276" y="7155180"/>
            <a:ext cx="210820" cy="664463"/>
            <a:chOff x="2589276" y="7155180"/>
            <a:chExt cx="210820" cy="664463"/>
          </a:xfrm>
        </p:grpSpPr>
        <p:pic>
          <p:nvPicPr>
            <p:cNvPr id="4595" name="Google Shape;4595;p76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2659379" y="7691627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596" name="Google Shape;4596;p76"/>
            <p:cNvSpPr/>
            <p:nvPr/>
          </p:nvSpPr>
          <p:spPr>
            <a:xfrm>
              <a:off x="2589276" y="7155180"/>
              <a:ext cx="210820" cy="516890"/>
            </a:xfrm>
            <a:custGeom>
              <a:rect b="b" l="l" r="r" t="t"/>
              <a:pathLst>
                <a:path extrusionOk="0" h="516890" w="210819">
                  <a:moveTo>
                    <a:pt x="207264" y="435864"/>
                  </a:moveTo>
                  <a:lnTo>
                    <a:pt x="202692" y="435864"/>
                  </a:lnTo>
                  <a:lnTo>
                    <a:pt x="202692" y="454152"/>
                  </a:lnTo>
                  <a:lnTo>
                    <a:pt x="199644" y="458724"/>
                  </a:lnTo>
                  <a:lnTo>
                    <a:pt x="195072" y="461772"/>
                  </a:lnTo>
                  <a:lnTo>
                    <a:pt x="192024" y="464820"/>
                  </a:lnTo>
                  <a:lnTo>
                    <a:pt x="184404" y="466344"/>
                  </a:lnTo>
                  <a:lnTo>
                    <a:pt x="82296" y="466344"/>
                  </a:lnTo>
                  <a:lnTo>
                    <a:pt x="82296" y="431292"/>
                  </a:lnTo>
                  <a:lnTo>
                    <a:pt x="73152" y="431292"/>
                  </a:lnTo>
                  <a:lnTo>
                    <a:pt x="73152" y="466344"/>
                  </a:lnTo>
                  <a:lnTo>
                    <a:pt x="48145" y="466331"/>
                  </a:lnTo>
                  <a:lnTo>
                    <a:pt x="9144" y="454152"/>
                  </a:lnTo>
                  <a:lnTo>
                    <a:pt x="9144" y="438912"/>
                  </a:lnTo>
                  <a:lnTo>
                    <a:pt x="10668" y="435864"/>
                  </a:lnTo>
                  <a:lnTo>
                    <a:pt x="16764" y="429768"/>
                  </a:lnTo>
                  <a:lnTo>
                    <a:pt x="21336" y="426720"/>
                  </a:lnTo>
                  <a:lnTo>
                    <a:pt x="27432" y="422148"/>
                  </a:lnTo>
                  <a:lnTo>
                    <a:pt x="32004" y="417576"/>
                  </a:lnTo>
                  <a:lnTo>
                    <a:pt x="35052" y="411480"/>
                  </a:lnTo>
                  <a:lnTo>
                    <a:pt x="35052" y="406908"/>
                  </a:lnTo>
                  <a:lnTo>
                    <a:pt x="33528" y="403860"/>
                  </a:lnTo>
                  <a:lnTo>
                    <a:pt x="30480" y="402336"/>
                  </a:lnTo>
                  <a:lnTo>
                    <a:pt x="28956" y="399288"/>
                  </a:lnTo>
                  <a:lnTo>
                    <a:pt x="25908" y="397764"/>
                  </a:lnTo>
                  <a:lnTo>
                    <a:pt x="18288" y="397764"/>
                  </a:lnTo>
                  <a:lnTo>
                    <a:pt x="0" y="434340"/>
                  </a:lnTo>
                  <a:lnTo>
                    <a:pt x="330" y="442963"/>
                  </a:lnTo>
                  <a:lnTo>
                    <a:pt x="23901" y="480898"/>
                  </a:lnTo>
                  <a:lnTo>
                    <a:pt x="64008" y="490728"/>
                  </a:lnTo>
                  <a:lnTo>
                    <a:pt x="73152" y="490728"/>
                  </a:lnTo>
                  <a:lnTo>
                    <a:pt x="73152" y="516636"/>
                  </a:lnTo>
                  <a:lnTo>
                    <a:pt x="82296" y="516636"/>
                  </a:lnTo>
                  <a:lnTo>
                    <a:pt x="82296" y="490728"/>
                  </a:lnTo>
                  <a:lnTo>
                    <a:pt x="187452" y="490728"/>
                  </a:lnTo>
                  <a:lnTo>
                    <a:pt x="190500" y="492252"/>
                  </a:lnTo>
                  <a:lnTo>
                    <a:pt x="195072" y="493776"/>
                  </a:lnTo>
                  <a:lnTo>
                    <a:pt x="196596" y="496824"/>
                  </a:lnTo>
                  <a:lnTo>
                    <a:pt x="199644" y="499872"/>
                  </a:lnTo>
                  <a:lnTo>
                    <a:pt x="202692" y="505968"/>
                  </a:lnTo>
                  <a:lnTo>
                    <a:pt x="202692" y="516636"/>
                  </a:lnTo>
                  <a:lnTo>
                    <a:pt x="207264" y="516636"/>
                  </a:lnTo>
                  <a:lnTo>
                    <a:pt x="207264" y="435864"/>
                  </a:lnTo>
                  <a:close/>
                </a:path>
                <a:path extrusionOk="0" h="516890" w="210819">
                  <a:moveTo>
                    <a:pt x="207264" y="344424"/>
                  </a:moveTo>
                  <a:lnTo>
                    <a:pt x="202692" y="344424"/>
                  </a:lnTo>
                  <a:lnTo>
                    <a:pt x="202692" y="362712"/>
                  </a:lnTo>
                  <a:lnTo>
                    <a:pt x="199644" y="367284"/>
                  </a:lnTo>
                  <a:lnTo>
                    <a:pt x="195072" y="370332"/>
                  </a:lnTo>
                  <a:lnTo>
                    <a:pt x="192024" y="373380"/>
                  </a:lnTo>
                  <a:lnTo>
                    <a:pt x="184404" y="374904"/>
                  </a:lnTo>
                  <a:lnTo>
                    <a:pt x="82296" y="374904"/>
                  </a:lnTo>
                  <a:lnTo>
                    <a:pt x="82296" y="339852"/>
                  </a:lnTo>
                  <a:lnTo>
                    <a:pt x="73152" y="339852"/>
                  </a:lnTo>
                  <a:lnTo>
                    <a:pt x="73152" y="374904"/>
                  </a:lnTo>
                  <a:lnTo>
                    <a:pt x="62484" y="374904"/>
                  </a:lnTo>
                  <a:lnTo>
                    <a:pt x="48145" y="374650"/>
                  </a:lnTo>
                  <a:lnTo>
                    <a:pt x="36957" y="373951"/>
                  </a:lnTo>
                  <a:lnTo>
                    <a:pt x="28613" y="372986"/>
                  </a:lnTo>
                  <a:lnTo>
                    <a:pt x="22860" y="371856"/>
                  </a:lnTo>
                  <a:lnTo>
                    <a:pt x="18288" y="371856"/>
                  </a:lnTo>
                  <a:lnTo>
                    <a:pt x="9144" y="362712"/>
                  </a:lnTo>
                  <a:lnTo>
                    <a:pt x="9144" y="347472"/>
                  </a:lnTo>
                  <a:lnTo>
                    <a:pt x="10668" y="344424"/>
                  </a:lnTo>
                  <a:lnTo>
                    <a:pt x="21336" y="333756"/>
                  </a:lnTo>
                  <a:lnTo>
                    <a:pt x="27432" y="330708"/>
                  </a:lnTo>
                  <a:lnTo>
                    <a:pt x="30480" y="327660"/>
                  </a:lnTo>
                  <a:lnTo>
                    <a:pt x="32004" y="324612"/>
                  </a:lnTo>
                  <a:lnTo>
                    <a:pt x="33528" y="323088"/>
                  </a:lnTo>
                  <a:lnTo>
                    <a:pt x="35052" y="320040"/>
                  </a:lnTo>
                  <a:lnTo>
                    <a:pt x="35052" y="315468"/>
                  </a:lnTo>
                  <a:lnTo>
                    <a:pt x="33528" y="312420"/>
                  </a:lnTo>
                  <a:lnTo>
                    <a:pt x="28956" y="307848"/>
                  </a:lnTo>
                  <a:lnTo>
                    <a:pt x="25908" y="306324"/>
                  </a:lnTo>
                  <a:lnTo>
                    <a:pt x="18288" y="306324"/>
                  </a:lnTo>
                  <a:lnTo>
                    <a:pt x="0" y="342900"/>
                  </a:lnTo>
                  <a:lnTo>
                    <a:pt x="330" y="350888"/>
                  </a:lnTo>
                  <a:lnTo>
                    <a:pt x="23901" y="389242"/>
                  </a:lnTo>
                  <a:lnTo>
                    <a:pt x="64008" y="399288"/>
                  </a:lnTo>
                  <a:lnTo>
                    <a:pt x="73152" y="399288"/>
                  </a:lnTo>
                  <a:lnTo>
                    <a:pt x="73152" y="425196"/>
                  </a:lnTo>
                  <a:lnTo>
                    <a:pt x="82296" y="425196"/>
                  </a:lnTo>
                  <a:lnTo>
                    <a:pt x="82296" y="399288"/>
                  </a:lnTo>
                  <a:lnTo>
                    <a:pt x="187452" y="399288"/>
                  </a:lnTo>
                  <a:lnTo>
                    <a:pt x="190500" y="400812"/>
                  </a:lnTo>
                  <a:lnTo>
                    <a:pt x="195072" y="402336"/>
                  </a:lnTo>
                  <a:lnTo>
                    <a:pt x="199644" y="406908"/>
                  </a:lnTo>
                  <a:lnTo>
                    <a:pt x="201168" y="411480"/>
                  </a:lnTo>
                  <a:lnTo>
                    <a:pt x="202692" y="414528"/>
                  </a:lnTo>
                  <a:lnTo>
                    <a:pt x="202692" y="425196"/>
                  </a:lnTo>
                  <a:lnTo>
                    <a:pt x="207264" y="425196"/>
                  </a:lnTo>
                  <a:lnTo>
                    <a:pt x="207264" y="344424"/>
                  </a:lnTo>
                  <a:close/>
                </a:path>
                <a:path extrusionOk="0" h="516890" w="210819">
                  <a:moveTo>
                    <a:pt x="207264" y="132588"/>
                  </a:moveTo>
                  <a:lnTo>
                    <a:pt x="202692" y="132588"/>
                  </a:lnTo>
                  <a:lnTo>
                    <a:pt x="202692" y="138684"/>
                  </a:lnTo>
                  <a:lnTo>
                    <a:pt x="201168" y="143256"/>
                  </a:lnTo>
                  <a:lnTo>
                    <a:pt x="199644" y="146304"/>
                  </a:lnTo>
                  <a:lnTo>
                    <a:pt x="198120" y="150876"/>
                  </a:lnTo>
                  <a:lnTo>
                    <a:pt x="188976" y="155448"/>
                  </a:lnTo>
                  <a:lnTo>
                    <a:pt x="182880" y="156972"/>
                  </a:lnTo>
                  <a:lnTo>
                    <a:pt x="114300" y="156972"/>
                  </a:lnTo>
                  <a:lnTo>
                    <a:pt x="105156" y="152400"/>
                  </a:lnTo>
                  <a:lnTo>
                    <a:pt x="97536" y="147828"/>
                  </a:lnTo>
                  <a:lnTo>
                    <a:pt x="94488" y="143256"/>
                  </a:lnTo>
                  <a:lnTo>
                    <a:pt x="91440" y="141732"/>
                  </a:lnTo>
                  <a:lnTo>
                    <a:pt x="91440" y="135636"/>
                  </a:lnTo>
                  <a:lnTo>
                    <a:pt x="92964" y="132588"/>
                  </a:lnTo>
                  <a:lnTo>
                    <a:pt x="99060" y="123444"/>
                  </a:lnTo>
                  <a:lnTo>
                    <a:pt x="102108" y="120396"/>
                  </a:lnTo>
                  <a:lnTo>
                    <a:pt x="102108" y="114300"/>
                  </a:lnTo>
                  <a:lnTo>
                    <a:pt x="100584" y="111252"/>
                  </a:lnTo>
                  <a:lnTo>
                    <a:pt x="97536" y="108204"/>
                  </a:lnTo>
                  <a:lnTo>
                    <a:pt x="91440" y="105156"/>
                  </a:lnTo>
                  <a:lnTo>
                    <a:pt x="82296" y="105156"/>
                  </a:lnTo>
                  <a:lnTo>
                    <a:pt x="77724" y="106680"/>
                  </a:lnTo>
                  <a:lnTo>
                    <a:pt x="74676" y="109728"/>
                  </a:lnTo>
                  <a:lnTo>
                    <a:pt x="71628" y="114300"/>
                  </a:lnTo>
                  <a:lnTo>
                    <a:pt x="70104" y="117348"/>
                  </a:lnTo>
                  <a:lnTo>
                    <a:pt x="70104" y="123444"/>
                  </a:lnTo>
                  <a:lnTo>
                    <a:pt x="72097" y="131686"/>
                  </a:lnTo>
                  <a:lnTo>
                    <a:pt x="78105" y="140208"/>
                  </a:lnTo>
                  <a:lnTo>
                    <a:pt x="88099" y="148742"/>
                  </a:lnTo>
                  <a:lnTo>
                    <a:pt x="102108" y="156972"/>
                  </a:lnTo>
                  <a:lnTo>
                    <a:pt x="70104" y="156972"/>
                  </a:lnTo>
                  <a:lnTo>
                    <a:pt x="70104" y="163068"/>
                  </a:lnTo>
                  <a:lnTo>
                    <a:pt x="86868" y="204216"/>
                  </a:lnTo>
                  <a:lnTo>
                    <a:pt x="91440" y="202692"/>
                  </a:lnTo>
                  <a:lnTo>
                    <a:pt x="89916" y="198120"/>
                  </a:lnTo>
                  <a:lnTo>
                    <a:pt x="88392" y="195072"/>
                  </a:lnTo>
                  <a:lnTo>
                    <a:pt x="88392" y="190500"/>
                  </a:lnTo>
                  <a:lnTo>
                    <a:pt x="89916" y="187452"/>
                  </a:lnTo>
                  <a:lnTo>
                    <a:pt x="91440" y="185928"/>
                  </a:lnTo>
                  <a:lnTo>
                    <a:pt x="91440" y="184404"/>
                  </a:lnTo>
                  <a:lnTo>
                    <a:pt x="94488" y="182880"/>
                  </a:lnTo>
                  <a:lnTo>
                    <a:pt x="97536" y="182880"/>
                  </a:lnTo>
                  <a:lnTo>
                    <a:pt x="100977" y="182003"/>
                  </a:lnTo>
                  <a:lnTo>
                    <a:pt x="106870" y="181546"/>
                  </a:lnTo>
                  <a:lnTo>
                    <a:pt x="126492" y="181356"/>
                  </a:lnTo>
                  <a:lnTo>
                    <a:pt x="190500" y="181356"/>
                  </a:lnTo>
                  <a:lnTo>
                    <a:pt x="195072" y="182880"/>
                  </a:lnTo>
                  <a:lnTo>
                    <a:pt x="196596" y="184404"/>
                  </a:lnTo>
                  <a:lnTo>
                    <a:pt x="198120" y="187452"/>
                  </a:lnTo>
                  <a:lnTo>
                    <a:pt x="201168" y="190500"/>
                  </a:lnTo>
                  <a:lnTo>
                    <a:pt x="202692" y="195072"/>
                  </a:lnTo>
                  <a:lnTo>
                    <a:pt x="202692" y="201168"/>
                  </a:lnTo>
                  <a:lnTo>
                    <a:pt x="207264" y="201168"/>
                  </a:lnTo>
                  <a:lnTo>
                    <a:pt x="207264" y="132588"/>
                  </a:lnTo>
                  <a:close/>
                </a:path>
                <a:path extrusionOk="0" h="516890" w="210819">
                  <a:moveTo>
                    <a:pt x="210299" y="268224"/>
                  </a:moveTo>
                  <a:lnTo>
                    <a:pt x="193535" y="231648"/>
                  </a:lnTo>
                  <a:lnTo>
                    <a:pt x="156959" y="214884"/>
                  </a:lnTo>
                  <a:lnTo>
                    <a:pt x="155435" y="217932"/>
                  </a:lnTo>
                  <a:lnTo>
                    <a:pt x="163080" y="220751"/>
                  </a:lnTo>
                  <a:lnTo>
                    <a:pt x="169722" y="224409"/>
                  </a:lnTo>
                  <a:lnTo>
                    <a:pt x="174891" y="228600"/>
                  </a:lnTo>
                  <a:lnTo>
                    <a:pt x="178295" y="233172"/>
                  </a:lnTo>
                  <a:lnTo>
                    <a:pt x="182867" y="240792"/>
                  </a:lnTo>
                  <a:lnTo>
                    <a:pt x="185915" y="248412"/>
                  </a:lnTo>
                  <a:lnTo>
                    <a:pt x="185915" y="256032"/>
                  </a:lnTo>
                  <a:lnTo>
                    <a:pt x="169151" y="291084"/>
                  </a:lnTo>
                  <a:lnTo>
                    <a:pt x="123431" y="306324"/>
                  </a:lnTo>
                  <a:lnTo>
                    <a:pt x="123431" y="245364"/>
                  </a:lnTo>
                  <a:lnTo>
                    <a:pt x="123431" y="214884"/>
                  </a:lnTo>
                  <a:lnTo>
                    <a:pt x="114287" y="215557"/>
                  </a:lnTo>
                  <a:lnTo>
                    <a:pt x="114287" y="245364"/>
                  </a:lnTo>
                  <a:lnTo>
                    <a:pt x="114287" y="306324"/>
                  </a:lnTo>
                  <a:lnTo>
                    <a:pt x="79235" y="281940"/>
                  </a:lnTo>
                  <a:lnTo>
                    <a:pt x="79235" y="268224"/>
                  </a:lnTo>
                  <a:lnTo>
                    <a:pt x="80759" y="263652"/>
                  </a:lnTo>
                  <a:lnTo>
                    <a:pt x="83807" y="259080"/>
                  </a:lnTo>
                  <a:lnTo>
                    <a:pt x="86855" y="252984"/>
                  </a:lnTo>
                  <a:lnTo>
                    <a:pt x="89903" y="249936"/>
                  </a:lnTo>
                  <a:lnTo>
                    <a:pt x="95999" y="248412"/>
                  </a:lnTo>
                  <a:lnTo>
                    <a:pt x="99047" y="246888"/>
                  </a:lnTo>
                  <a:lnTo>
                    <a:pt x="105143" y="245364"/>
                  </a:lnTo>
                  <a:lnTo>
                    <a:pt x="114287" y="245364"/>
                  </a:lnTo>
                  <a:lnTo>
                    <a:pt x="114287" y="215557"/>
                  </a:lnTo>
                  <a:lnTo>
                    <a:pt x="77812" y="236029"/>
                  </a:lnTo>
                  <a:lnTo>
                    <a:pt x="70167" y="266014"/>
                  </a:lnTo>
                  <a:lnTo>
                    <a:pt x="71234" y="278091"/>
                  </a:lnTo>
                  <a:lnTo>
                    <a:pt x="98653" y="317373"/>
                  </a:lnTo>
                  <a:lnTo>
                    <a:pt x="141719" y="327660"/>
                  </a:lnTo>
                  <a:lnTo>
                    <a:pt x="155994" y="326517"/>
                  </a:lnTo>
                  <a:lnTo>
                    <a:pt x="190487" y="309372"/>
                  </a:lnTo>
                  <a:lnTo>
                    <a:pt x="209143" y="280225"/>
                  </a:lnTo>
                  <a:lnTo>
                    <a:pt x="210299" y="268224"/>
                  </a:lnTo>
                  <a:close/>
                </a:path>
                <a:path extrusionOk="0" h="516890" w="210819">
                  <a:moveTo>
                    <a:pt x="210312" y="44196"/>
                  </a:moveTo>
                  <a:lnTo>
                    <a:pt x="192735" y="7721"/>
                  </a:lnTo>
                  <a:lnTo>
                    <a:pt x="169164" y="0"/>
                  </a:lnTo>
                  <a:lnTo>
                    <a:pt x="158305" y="1739"/>
                  </a:lnTo>
                  <a:lnTo>
                    <a:pt x="148590" y="7048"/>
                  </a:lnTo>
                  <a:lnTo>
                    <a:pt x="140017" y="16078"/>
                  </a:lnTo>
                  <a:lnTo>
                    <a:pt x="132588" y="28956"/>
                  </a:lnTo>
                  <a:lnTo>
                    <a:pt x="117348" y="59436"/>
                  </a:lnTo>
                  <a:lnTo>
                    <a:pt x="112864" y="65417"/>
                  </a:lnTo>
                  <a:lnTo>
                    <a:pt x="112483" y="65824"/>
                  </a:lnTo>
                  <a:lnTo>
                    <a:pt x="109728" y="68580"/>
                  </a:lnTo>
                  <a:lnTo>
                    <a:pt x="105156" y="71628"/>
                  </a:lnTo>
                  <a:lnTo>
                    <a:pt x="100584" y="73152"/>
                  </a:lnTo>
                  <a:lnTo>
                    <a:pt x="91440" y="73152"/>
                  </a:lnTo>
                  <a:lnTo>
                    <a:pt x="79248" y="41148"/>
                  </a:lnTo>
                  <a:lnTo>
                    <a:pt x="80772" y="35052"/>
                  </a:lnTo>
                  <a:lnTo>
                    <a:pt x="115824" y="15240"/>
                  </a:lnTo>
                  <a:lnTo>
                    <a:pt x="115824" y="10668"/>
                  </a:lnTo>
                  <a:lnTo>
                    <a:pt x="70104" y="10668"/>
                  </a:lnTo>
                  <a:lnTo>
                    <a:pt x="70104" y="15240"/>
                  </a:lnTo>
                  <a:lnTo>
                    <a:pt x="71628" y="16764"/>
                  </a:lnTo>
                  <a:lnTo>
                    <a:pt x="73152" y="16764"/>
                  </a:lnTo>
                  <a:lnTo>
                    <a:pt x="76200" y="19812"/>
                  </a:lnTo>
                  <a:lnTo>
                    <a:pt x="76200" y="22860"/>
                  </a:lnTo>
                  <a:lnTo>
                    <a:pt x="74676" y="25908"/>
                  </a:lnTo>
                  <a:lnTo>
                    <a:pt x="73152" y="31965"/>
                  </a:lnTo>
                  <a:lnTo>
                    <a:pt x="70104" y="39624"/>
                  </a:lnTo>
                  <a:lnTo>
                    <a:pt x="70154" y="51041"/>
                  </a:lnTo>
                  <a:lnTo>
                    <a:pt x="70688" y="58889"/>
                  </a:lnTo>
                  <a:lnTo>
                    <a:pt x="98983" y="90614"/>
                  </a:lnTo>
                  <a:lnTo>
                    <a:pt x="106680" y="91440"/>
                  </a:lnTo>
                  <a:lnTo>
                    <a:pt x="115824" y="91440"/>
                  </a:lnTo>
                  <a:lnTo>
                    <a:pt x="136245" y="73152"/>
                  </a:lnTo>
                  <a:lnTo>
                    <a:pt x="140868" y="65824"/>
                  </a:lnTo>
                  <a:lnTo>
                    <a:pt x="146304" y="56388"/>
                  </a:lnTo>
                  <a:lnTo>
                    <a:pt x="150850" y="46723"/>
                  </a:lnTo>
                  <a:lnTo>
                    <a:pt x="155257" y="38481"/>
                  </a:lnTo>
                  <a:lnTo>
                    <a:pt x="159372" y="31965"/>
                  </a:lnTo>
                  <a:lnTo>
                    <a:pt x="163068" y="27432"/>
                  </a:lnTo>
                  <a:lnTo>
                    <a:pt x="167640" y="22860"/>
                  </a:lnTo>
                  <a:lnTo>
                    <a:pt x="173736" y="21336"/>
                  </a:lnTo>
                  <a:lnTo>
                    <a:pt x="185928" y="21336"/>
                  </a:lnTo>
                  <a:lnTo>
                    <a:pt x="190500" y="22860"/>
                  </a:lnTo>
                  <a:lnTo>
                    <a:pt x="195072" y="27432"/>
                  </a:lnTo>
                  <a:lnTo>
                    <a:pt x="198081" y="31965"/>
                  </a:lnTo>
                  <a:lnTo>
                    <a:pt x="201168" y="38100"/>
                  </a:lnTo>
                  <a:lnTo>
                    <a:pt x="201168" y="44196"/>
                  </a:lnTo>
                  <a:lnTo>
                    <a:pt x="200355" y="51041"/>
                  </a:lnTo>
                  <a:lnTo>
                    <a:pt x="198120" y="57721"/>
                  </a:lnTo>
                  <a:lnTo>
                    <a:pt x="198018" y="57912"/>
                  </a:lnTo>
                  <a:lnTo>
                    <a:pt x="197916" y="58102"/>
                  </a:lnTo>
                  <a:lnTo>
                    <a:pt x="161544" y="86868"/>
                  </a:lnTo>
                  <a:lnTo>
                    <a:pt x="161544" y="91440"/>
                  </a:lnTo>
                  <a:lnTo>
                    <a:pt x="208788" y="91440"/>
                  </a:lnTo>
                  <a:lnTo>
                    <a:pt x="210312" y="86868"/>
                  </a:lnTo>
                  <a:lnTo>
                    <a:pt x="205740" y="85344"/>
                  </a:lnTo>
                  <a:lnTo>
                    <a:pt x="204216" y="83820"/>
                  </a:lnTo>
                  <a:lnTo>
                    <a:pt x="204216" y="76200"/>
                  </a:lnTo>
                  <a:lnTo>
                    <a:pt x="205740" y="73152"/>
                  </a:lnTo>
                  <a:lnTo>
                    <a:pt x="207733" y="65417"/>
                  </a:lnTo>
                  <a:lnTo>
                    <a:pt x="209169" y="58102"/>
                  </a:lnTo>
                  <a:lnTo>
                    <a:pt x="209207" y="57721"/>
                  </a:lnTo>
                  <a:lnTo>
                    <a:pt x="210019" y="51041"/>
                  </a:lnTo>
                  <a:lnTo>
                    <a:pt x="210058" y="50292"/>
                  </a:lnTo>
                  <a:lnTo>
                    <a:pt x="210312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597" name="Google Shape;4597;p76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2589275" y="6717792"/>
            <a:ext cx="210312" cy="35051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98" name="Google Shape;4598;p76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2589276" y="3704844"/>
            <a:ext cx="210312" cy="4206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99" name="Google Shape;4599;p76"/>
          <p:cNvGrpSpPr/>
          <p:nvPr/>
        </p:nvGrpSpPr>
        <p:grpSpPr>
          <a:xfrm>
            <a:off x="2589275" y="2859024"/>
            <a:ext cx="210312" cy="766571"/>
            <a:chOff x="2589275" y="2859024"/>
            <a:chExt cx="210312" cy="766571"/>
          </a:xfrm>
        </p:grpSpPr>
        <p:pic>
          <p:nvPicPr>
            <p:cNvPr id="4600" name="Google Shape;4600;p76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2589275" y="3560064"/>
              <a:ext cx="207263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01" name="Google Shape;4601;p76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2659379" y="3067811"/>
              <a:ext cx="140208" cy="4709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02" name="Google Shape;4602;p76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2618231" y="2859024"/>
              <a:ext cx="181356" cy="18287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603" name="Google Shape;4603;p76"/>
          <p:cNvGrpSpPr/>
          <p:nvPr/>
        </p:nvGrpSpPr>
        <p:grpSpPr>
          <a:xfrm>
            <a:off x="2901696" y="8860535"/>
            <a:ext cx="181356" cy="466344"/>
            <a:chOff x="2901696" y="8860535"/>
            <a:chExt cx="181356" cy="466344"/>
          </a:xfrm>
        </p:grpSpPr>
        <p:pic>
          <p:nvPicPr>
            <p:cNvPr id="4604" name="Google Shape;4604;p76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2942844" y="9067799"/>
              <a:ext cx="140208" cy="2590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05" name="Google Shape;4605;p76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2901696" y="8860535"/>
              <a:ext cx="181356" cy="18288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606" name="Google Shape;4606;p76"/>
          <p:cNvGrpSpPr/>
          <p:nvPr/>
        </p:nvGrpSpPr>
        <p:grpSpPr>
          <a:xfrm>
            <a:off x="2872739" y="7286244"/>
            <a:ext cx="210313" cy="347472"/>
            <a:chOff x="2872739" y="7286244"/>
            <a:chExt cx="210313" cy="347472"/>
          </a:xfrm>
        </p:grpSpPr>
        <p:pic>
          <p:nvPicPr>
            <p:cNvPr id="4607" name="Google Shape;4607;p76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2872739" y="7420356"/>
              <a:ext cx="210312" cy="2133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08" name="Google Shape;4608;p76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942844" y="7286244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609" name="Google Shape;4609;p76"/>
          <p:cNvGrpSpPr/>
          <p:nvPr/>
        </p:nvGrpSpPr>
        <p:grpSpPr>
          <a:xfrm>
            <a:off x="2589275" y="2322575"/>
            <a:ext cx="839723" cy="7004304"/>
            <a:chOff x="2589275" y="2322575"/>
            <a:chExt cx="839723" cy="7004304"/>
          </a:xfrm>
        </p:grpSpPr>
        <p:pic>
          <p:nvPicPr>
            <p:cNvPr id="4610" name="Google Shape;4610;p76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2618231" y="2322575"/>
              <a:ext cx="464820" cy="14676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11" name="Google Shape;4611;p76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2589275" y="3046475"/>
              <a:ext cx="839723" cy="57287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12" name="Google Shape;4612;p76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157727" y="8563355"/>
              <a:ext cx="271271" cy="7635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13" name="Google Shape;4613;p76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3157727" y="2801111"/>
              <a:ext cx="207264" cy="1737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14" name="Google Shape;4614;p76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3157727" y="2474975"/>
              <a:ext cx="210312" cy="3002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15" name="Google Shape;4615;p76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528060" y="9473183"/>
            <a:ext cx="172212" cy="172212"/>
          </a:xfrm>
          <a:prstGeom prst="rect">
            <a:avLst/>
          </a:prstGeom>
          <a:noFill/>
          <a:ln>
            <a:noFill/>
          </a:ln>
        </p:spPr>
      </p:pic>
      <p:sp>
        <p:nvSpPr>
          <p:cNvPr id="4616" name="Google Shape;4616;p76"/>
          <p:cNvSpPr/>
          <p:nvPr/>
        </p:nvSpPr>
        <p:spPr>
          <a:xfrm>
            <a:off x="3584448" y="6717792"/>
            <a:ext cx="140335" cy="565785"/>
          </a:xfrm>
          <a:custGeom>
            <a:rect b="b" l="l" r="r" t="t"/>
            <a:pathLst>
              <a:path extrusionOk="0" h="565784" w="140335">
                <a:moveTo>
                  <a:pt x="137160" y="152400"/>
                </a:moveTo>
                <a:lnTo>
                  <a:pt x="132588" y="152400"/>
                </a:lnTo>
                <a:lnTo>
                  <a:pt x="132588" y="158496"/>
                </a:lnTo>
                <a:lnTo>
                  <a:pt x="131064" y="163068"/>
                </a:lnTo>
                <a:lnTo>
                  <a:pt x="129540" y="166116"/>
                </a:lnTo>
                <a:lnTo>
                  <a:pt x="126492" y="169164"/>
                </a:lnTo>
                <a:lnTo>
                  <a:pt x="124968" y="172212"/>
                </a:lnTo>
                <a:lnTo>
                  <a:pt x="118872" y="175260"/>
                </a:lnTo>
                <a:lnTo>
                  <a:pt x="112776" y="176784"/>
                </a:lnTo>
                <a:lnTo>
                  <a:pt x="44196" y="176784"/>
                </a:lnTo>
                <a:lnTo>
                  <a:pt x="35052" y="172212"/>
                </a:lnTo>
                <a:lnTo>
                  <a:pt x="27432" y="167640"/>
                </a:lnTo>
                <a:lnTo>
                  <a:pt x="22860" y="163068"/>
                </a:lnTo>
                <a:lnTo>
                  <a:pt x="21336" y="160020"/>
                </a:lnTo>
                <a:lnTo>
                  <a:pt x="21336" y="153924"/>
                </a:lnTo>
                <a:lnTo>
                  <a:pt x="22860" y="150876"/>
                </a:lnTo>
                <a:lnTo>
                  <a:pt x="25908" y="147828"/>
                </a:lnTo>
                <a:lnTo>
                  <a:pt x="32004" y="138684"/>
                </a:lnTo>
                <a:lnTo>
                  <a:pt x="32004" y="132588"/>
                </a:lnTo>
                <a:lnTo>
                  <a:pt x="30480" y="129540"/>
                </a:lnTo>
                <a:lnTo>
                  <a:pt x="27432" y="128016"/>
                </a:lnTo>
                <a:lnTo>
                  <a:pt x="24384" y="124968"/>
                </a:lnTo>
                <a:lnTo>
                  <a:pt x="12192" y="124968"/>
                </a:lnTo>
                <a:lnTo>
                  <a:pt x="7620" y="126492"/>
                </a:lnTo>
                <a:lnTo>
                  <a:pt x="1524" y="132588"/>
                </a:lnTo>
                <a:lnTo>
                  <a:pt x="0" y="137160"/>
                </a:lnTo>
                <a:lnTo>
                  <a:pt x="0" y="143256"/>
                </a:lnTo>
                <a:lnTo>
                  <a:pt x="1993" y="151282"/>
                </a:lnTo>
                <a:lnTo>
                  <a:pt x="8001" y="159448"/>
                </a:lnTo>
                <a:lnTo>
                  <a:pt x="17995" y="167906"/>
                </a:lnTo>
                <a:lnTo>
                  <a:pt x="32004" y="176784"/>
                </a:lnTo>
                <a:lnTo>
                  <a:pt x="0" y="176784"/>
                </a:lnTo>
                <a:lnTo>
                  <a:pt x="0" y="182880"/>
                </a:lnTo>
                <a:lnTo>
                  <a:pt x="16764" y="224028"/>
                </a:lnTo>
                <a:lnTo>
                  <a:pt x="21336" y="222504"/>
                </a:lnTo>
                <a:lnTo>
                  <a:pt x="19812" y="217932"/>
                </a:lnTo>
                <a:lnTo>
                  <a:pt x="18288" y="214884"/>
                </a:lnTo>
                <a:lnTo>
                  <a:pt x="18288" y="208788"/>
                </a:lnTo>
                <a:lnTo>
                  <a:pt x="19812" y="207264"/>
                </a:lnTo>
                <a:lnTo>
                  <a:pt x="19812" y="205740"/>
                </a:lnTo>
                <a:lnTo>
                  <a:pt x="21336" y="204216"/>
                </a:lnTo>
                <a:lnTo>
                  <a:pt x="27432" y="201168"/>
                </a:lnTo>
                <a:lnTo>
                  <a:pt x="120396" y="201168"/>
                </a:lnTo>
                <a:lnTo>
                  <a:pt x="124968" y="202692"/>
                </a:lnTo>
                <a:lnTo>
                  <a:pt x="131064" y="208788"/>
                </a:lnTo>
                <a:lnTo>
                  <a:pt x="132588" y="213360"/>
                </a:lnTo>
                <a:lnTo>
                  <a:pt x="132588" y="220980"/>
                </a:lnTo>
                <a:lnTo>
                  <a:pt x="137160" y="220980"/>
                </a:lnTo>
                <a:lnTo>
                  <a:pt x="137160" y="152400"/>
                </a:lnTo>
                <a:close/>
              </a:path>
              <a:path extrusionOk="0" h="565784" w="140335">
                <a:moveTo>
                  <a:pt x="140195" y="416052"/>
                </a:moveTo>
                <a:lnTo>
                  <a:pt x="24371" y="371856"/>
                </a:lnTo>
                <a:lnTo>
                  <a:pt x="13703" y="367284"/>
                </a:lnTo>
                <a:lnTo>
                  <a:pt x="7607" y="361188"/>
                </a:lnTo>
                <a:lnTo>
                  <a:pt x="7607" y="353568"/>
                </a:lnTo>
                <a:lnTo>
                  <a:pt x="3035" y="353568"/>
                </a:lnTo>
                <a:lnTo>
                  <a:pt x="3035" y="394716"/>
                </a:lnTo>
                <a:lnTo>
                  <a:pt x="7607" y="394716"/>
                </a:lnTo>
                <a:lnTo>
                  <a:pt x="7607" y="384048"/>
                </a:lnTo>
                <a:lnTo>
                  <a:pt x="12179" y="379476"/>
                </a:lnTo>
                <a:lnTo>
                  <a:pt x="18275" y="379476"/>
                </a:lnTo>
                <a:lnTo>
                  <a:pt x="27419" y="382524"/>
                </a:lnTo>
                <a:lnTo>
                  <a:pt x="100571" y="411480"/>
                </a:lnTo>
                <a:lnTo>
                  <a:pt x="24371" y="443484"/>
                </a:lnTo>
                <a:lnTo>
                  <a:pt x="22847" y="445008"/>
                </a:lnTo>
                <a:lnTo>
                  <a:pt x="15227" y="445008"/>
                </a:lnTo>
                <a:lnTo>
                  <a:pt x="13703" y="443484"/>
                </a:lnTo>
                <a:lnTo>
                  <a:pt x="10655" y="441960"/>
                </a:lnTo>
                <a:lnTo>
                  <a:pt x="9131" y="438912"/>
                </a:lnTo>
                <a:lnTo>
                  <a:pt x="7607" y="434340"/>
                </a:lnTo>
                <a:lnTo>
                  <a:pt x="7607" y="428244"/>
                </a:lnTo>
                <a:lnTo>
                  <a:pt x="3035" y="428244"/>
                </a:lnTo>
                <a:lnTo>
                  <a:pt x="3035" y="490728"/>
                </a:lnTo>
                <a:lnTo>
                  <a:pt x="7607" y="490728"/>
                </a:lnTo>
                <a:lnTo>
                  <a:pt x="7607" y="481584"/>
                </a:lnTo>
                <a:lnTo>
                  <a:pt x="9131" y="478536"/>
                </a:lnTo>
                <a:lnTo>
                  <a:pt x="12179" y="475488"/>
                </a:lnTo>
                <a:lnTo>
                  <a:pt x="16751" y="472440"/>
                </a:lnTo>
                <a:lnTo>
                  <a:pt x="22847" y="469392"/>
                </a:lnTo>
                <a:lnTo>
                  <a:pt x="41135" y="461772"/>
                </a:lnTo>
                <a:lnTo>
                  <a:pt x="102095" y="489204"/>
                </a:lnTo>
                <a:lnTo>
                  <a:pt x="27419" y="518160"/>
                </a:lnTo>
                <a:lnTo>
                  <a:pt x="22847" y="519684"/>
                </a:lnTo>
                <a:lnTo>
                  <a:pt x="19799" y="521208"/>
                </a:lnTo>
                <a:lnTo>
                  <a:pt x="13703" y="521208"/>
                </a:lnTo>
                <a:lnTo>
                  <a:pt x="10655" y="519684"/>
                </a:lnTo>
                <a:lnTo>
                  <a:pt x="7607" y="516636"/>
                </a:lnTo>
                <a:lnTo>
                  <a:pt x="7607" y="509016"/>
                </a:lnTo>
                <a:lnTo>
                  <a:pt x="3035" y="509016"/>
                </a:lnTo>
                <a:lnTo>
                  <a:pt x="3035" y="565404"/>
                </a:lnTo>
                <a:lnTo>
                  <a:pt x="7607" y="565404"/>
                </a:lnTo>
                <a:lnTo>
                  <a:pt x="7607" y="559308"/>
                </a:lnTo>
                <a:lnTo>
                  <a:pt x="10655" y="556260"/>
                </a:lnTo>
                <a:lnTo>
                  <a:pt x="12179" y="553212"/>
                </a:lnTo>
                <a:lnTo>
                  <a:pt x="15227" y="550164"/>
                </a:lnTo>
                <a:lnTo>
                  <a:pt x="19799" y="547116"/>
                </a:lnTo>
                <a:lnTo>
                  <a:pt x="140195" y="499872"/>
                </a:lnTo>
                <a:lnTo>
                  <a:pt x="140195" y="496824"/>
                </a:lnTo>
                <a:lnTo>
                  <a:pt x="53327" y="457200"/>
                </a:lnTo>
                <a:lnTo>
                  <a:pt x="140195" y="420624"/>
                </a:lnTo>
                <a:lnTo>
                  <a:pt x="140195" y="416052"/>
                </a:lnTo>
                <a:close/>
              </a:path>
              <a:path extrusionOk="0" h="565784" w="140335">
                <a:moveTo>
                  <a:pt x="140208" y="288036"/>
                </a:moveTo>
                <a:lnTo>
                  <a:pt x="123444" y="251460"/>
                </a:lnTo>
                <a:lnTo>
                  <a:pt x="86868" y="233172"/>
                </a:lnTo>
                <a:lnTo>
                  <a:pt x="85344" y="236220"/>
                </a:lnTo>
                <a:lnTo>
                  <a:pt x="92773" y="239915"/>
                </a:lnTo>
                <a:lnTo>
                  <a:pt x="99060" y="244030"/>
                </a:lnTo>
                <a:lnTo>
                  <a:pt x="104165" y="248412"/>
                </a:lnTo>
                <a:lnTo>
                  <a:pt x="108204" y="252984"/>
                </a:lnTo>
                <a:lnTo>
                  <a:pt x="112776" y="259080"/>
                </a:lnTo>
                <a:lnTo>
                  <a:pt x="115824" y="266700"/>
                </a:lnTo>
                <a:lnTo>
                  <a:pt x="115824" y="275844"/>
                </a:lnTo>
                <a:lnTo>
                  <a:pt x="99060" y="310896"/>
                </a:lnTo>
                <a:lnTo>
                  <a:pt x="53340" y="324612"/>
                </a:lnTo>
                <a:lnTo>
                  <a:pt x="53340" y="263652"/>
                </a:lnTo>
                <a:lnTo>
                  <a:pt x="53340" y="233172"/>
                </a:lnTo>
                <a:lnTo>
                  <a:pt x="44196" y="233857"/>
                </a:lnTo>
                <a:lnTo>
                  <a:pt x="44196" y="263652"/>
                </a:lnTo>
                <a:lnTo>
                  <a:pt x="44196" y="324612"/>
                </a:lnTo>
                <a:lnTo>
                  <a:pt x="35369" y="323761"/>
                </a:lnTo>
                <a:lnTo>
                  <a:pt x="35712" y="323761"/>
                </a:lnTo>
                <a:lnTo>
                  <a:pt x="28956" y="321564"/>
                </a:lnTo>
                <a:lnTo>
                  <a:pt x="23190" y="318185"/>
                </a:lnTo>
                <a:lnTo>
                  <a:pt x="18288" y="313944"/>
                </a:lnTo>
                <a:lnTo>
                  <a:pt x="12192" y="307848"/>
                </a:lnTo>
                <a:lnTo>
                  <a:pt x="9144" y="300228"/>
                </a:lnTo>
                <a:lnTo>
                  <a:pt x="9144" y="288036"/>
                </a:lnTo>
                <a:lnTo>
                  <a:pt x="10668" y="281940"/>
                </a:lnTo>
                <a:lnTo>
                  <a:pt x="16764" y="272796"/>
                </a:lnTo>
                <a:lnTo>
                  <a:pt x="19812" y="269748"/>
                </a:lnTo>
                <a:lnTo>
                  <a:pt x="28956" y="265176"/>
                </a:lnTo>
                <a:lnTo>
                  <a:pt x="35052" y="265176"/>
                </a:lnTo>
                <a:lnTo>
                  <a:pt x="44196" y="263652"/>
                </a:lnTo>
                <a:lnTo>
                  <a:pt x="44196" y="233857"/>
                </a:lnTo>
                <a:lnTo>
                  <a:pt x="41351" y="234061"/>
                </a:lnTo>
                <a:lnTo>
                  <a:pt x="30670" y="236791"/>
                </a:lnTo>
                <a:lnTo>
                  <a:pt x="3429" y="264414"/>
                </a:lnTo>
                <a:lnTo>
                  <a:pt x="0" y="284988"/>
                </a:lnTo>
                <a:lnTo>
                  <a:pt x="50" y="285610"/>
                </a:lnTo>
                <a:lnTo>
                  <a:pt x="18288" y="329184"/>
                </a:lnTo>
                <a:lnTo>
                  <a:pt x="55359" y="344830"/>
                </a:lnTo>
                <a:lnTo>
                  <a:pt x="71628" y="345948"/>
                </a:lnTo>
                <a:lnTo>
                  <a:pt x="85890" y="344830"/>
                </a:lnTo>
                <a:lnTo>
                  <a:pt x="124790" y="324612"/>
                </a:lnTo>
                <a:lnTo>
                  <a:pt x="138823" y="300037"/>
                </a:lnTo>
                <a:lnTo>
                  <a:pt x="140208" y="288036"/>
                </a:lnTo>
                <a:close/>
              </a:path>
              <a:path extrusionOk="0" h="565784" w="140335">
                <a:moveTo>
                  <a:pt x="140208" y="53340"/>
                </a:moveTo>
                <a:lnTo>
                  <a:pt x="123444" y="16764"/>
                </a:lnTo>
                <a:lnTo>
                  <a:pt x="86868" y="0"/>
                </a:lnTo>
                <a:lnTo>
                  <a:pt x="85344" y="3048"/>
                </a:lnTo>
                <a:lnTo>
                  <a:pt x="92773" y="5867"/>
                </a:lnTo>
                <a:lnTo>
                  <a:pt x="99060" y="9525"/>
                </a:lnTo>
                <a:lnTo>
                  <a:pt x="104140" y="13716"/>
                </a:lnTo>
                <a:lnTo>
                  <a:pt x="108204" y="18288"/>
                </a:lnTo>
                <a:lnTo>
                  <a:pt x="112776" y="25908"/>
                </a:lnTo>
                <a:lnTo>
                  <a:pt x="115824" y="33528"/>
                </a:lnTo>
                <a:lnTo>
                  <a:pt x="115824" y="41148"/>
                </a:lnTo>
                <a:lnTo>
                  <a:pt x="99060" y="76200"/>
                </a:lnTo>
                <a:lnTo>
                  <a:pt x="53340" y="91440"/>
                </a:lnTo>
                <a:lnTo>
                  <a:pt x="53340" y="30480"/>
                </a:lnTo>
                <a:lnTo>
                  <a:pt x="53340" y="0"/>
                </a:lnTo>
                <a:lnTo>
                  <a:pt x="44196" y="660"/>
                </a:lnTo>
                <a:lnTo>
                  <a:pt x="44196" y="30480"/>
                </a:lnTo>
                <a:lnTo>
                  <a:pt x="44196" y="91440"/>
                </a:lnTo>
                <a:lnTo>
                  <a:pt x="9144" y="67056"/>
                </a:lnTo>
                <a:lnTo>
                  <a:pt x="9144" y="53340"/>
                </a:lnTo>
                <a:lnTo>
                  <a:pt x="10668" y="48768"/>
                </a:lnTo>
                <a:lnTo>
                  <a:pt x="13716" y="44196"/>
                </a:lnTo>
                <a:lnTo>
                  <a:pt x="16764" y="38100"/>
                </a:lnTo>
                <a:lnTo>
                  <a:pt x="19812" y="35052"/>
                </a:lnTo>
                <a:lnTo>
                  <a:pt x="25908" y="33528"/>
                </a:lnTo>
                <a:lnTo>
                  <a:pt x="28956" y="32004"/>
                </a:lnTo>
                <a:lnTo>
                  <a:pt x="35052" y="30480"/>
                </a:lnTo>
                <a:lnTo>
                  <a:pt x="44196" y="30480"/>
                </a:lnTo>
                <a:lnTo>
                  <a:pt x="44196" y="660"/>
                </a:lnTo>
                <a:lnTo>
                  <a:pt x="7708" y="21145"/>
                </a:lnTo>
                <a:lnTo>
                  <a:pt x="63" y="51130"/>
                </a:lnTo>
                <a:lnTo>
                  <a:pt x="1143" y="63207"/>
                </a:lnTo>
                <a:lnTo>
                  <a:pt x="28549" y="102489"/>
                </a:lnTo>
                <a:lnTo>
                  <a:pt x="71628" y="112776"/>
                </a:lnTo>
                <a:lnTo>
                  <a:pt x="85890" y="111633"/>
                </a:lnTo>
                <a:lnTo>
                  <a:pt x="98869" y="108204"/>
                </a:lnTo>
                <a:lnTo>
                  <a:pt x="110413" y="102489"/>
                </a:lnTo>
                <a:lnTo>
                  <a:pt x="120396" y="94488"/>
                </a:lnTo>
                <a:lnTo>
                  <a:pt x="123317" y="91440"/>
                </a:lnTo>
                <a:lnTo>
                  <a:pt x="128625" y="85915"/>
                </a:lnTo>
                <a:lnTo>
                  <a:pt x="134874" y="76200"/>
                </a:lnTo>
                <a:lnTo>
                  <a:pt x="138823" y="65341"/>
                </a:lnTo>
                <a:lnTo>
                  <a:pt x="140208" y="533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17" name="Google Shape;4617;p76"/>
          <p:cNvGrpSpPr/>
          <p:nvPr/>
        </p:nvGrpSpPr>
        <p:grpSpPr>
          <a:xfrm>
            <a:off x="3514344" y="4809744"/>
            <a:ext cx="210312" cy="394715"/>
            <a:chOff x="3514344" y="4809744"/>
            <a:chExt cx="210312" cy="394715"/>
          </a:xfrm>
        </p:grpSpPr>
        <p:pic>
          <p:nvPicPr>
            <p:cNvPr id="4618" name="Google Shape;4618;p76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3514344" y="4895088"/>
              <a:ext cx="210312" cy="30937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19" name="Google Shape;4619;p76"/>
            <p:cNvSpPr/>
            <p:nvPr/>
          </p:nvSpPr>
          <p:spPr>
            <a:xfrm>
              <a:off x="3514344" y="4809744"/>
              <a:ext cx="207645" cy="66040"/>
            </a:xfrm>
            <a:custGeom>
              <a:rect b="b" l="l" r="r" t="t"/>
              <a:pathLst>
                <a:path extrusionOk="0" h="66039" w="207645">
                  <a:moveTo>
                    <a:pt x="16764" y="65532"/>
                  </a:moveTo>
                  <a:lnTo>
                    <a:pt x="0" y="25908"/>
                  </a:lnTo>
                  <a:lnTo>
                    <a:pt x="0" y="19812"/>
                  </a:lnTo>
                  <a:lnTo>
                    <a:pt x="184404" y="19812"/>
                  </a:lnTo>
                  <a:lnTo>
                    <a:pt x="190500" y="18288"/>
                  </a:lnTo>
                  <a:lnTo>
                    <a:pt x="193548" y="16764"/>
                  </a:lnTo>
                  <a:lnTo>
                    <a:pt x="196595" y="16764"/>
                  </a:lnTo>
                  <a:lnTo>
                    <a:pt x="198119" y="15240"/>
                  </a:lnTo>
                  <a:lnTo>
                    <a:pt x="199643" y="12192"/>
                  </a:lnTo>
                  <a:lnTo>
                    <a:pt x="201168" y="10668"/>
                  </a:lnTo>
                  <a:lnTo>
                    <a:pt x="202692" y="6096"/>
                  </a:lnTo>
                  <a:lnTo>
                    <a:pt x="202692" y="0"/>
                  </a:lnTo>
                  <a:lnTo>
                    <a:pt x="207264" y="0"/>
                  </a:lnTo>
                  <a:lnTo>
                    <a:pt x="207264" y="64008"/>
                  </a:lnTo>
                  <a:lnTo>
                    <a:pt x="202692" y="64008"/>
                  </a:lnTo>
                  <a:lnTo>
                    <a:pt x="202692" y="56388"/>
                  </a:lnTo>
                  <a:lnTo>
                    <a:pt x="199643" y="50292"/>
                  </a:lnTo>
                  <a:lnTo>
                    <a:pt x="196595" y="47244"/>
                  </a:lnTo>
                  <a:lnTo>
                    <a:pt x="190500" y="44196"/>
                  </a:lnTo>
                  <a:lnTo>
                    <a:pt x="27432" y="44196"/>
                  </a:lnTo>
                  <a:lnTo>
                    <a:pt x="24384" y="45720"/>
                  </a:lnTo>
                  <a:lnTo>
                    <a:pt x="21336" y="45720"/>
                  </a:lnTo>
                  <a:lnTo>
                    <a:pt x="18288" y="48768"/>
                  </a:lnTo>
                  <a:lnTo>
                    <a:pt x="18288" y="54864"/>
                  </a:lnTo>
                  <a:lnTo>
                    <a:pt x="19812" y="57912"/>
                  </a:lnTo>
                  <a:lnTo>
                    <a:pt x="21336" y="62484"/>
                  </a:lnTo>
                  <a:lnTo>
                    <a:pt x="16764" y="655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620" name="Google Shape;4620;p76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3514344" y="3322320"/>
            <a:ext cx="210312" cy="3779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21" name="Google Shape;4621;p76"/>
          <p:cNvGrpSpPr/>
          <p:nvPr/>
        </p:nvGrpSpPr>
        <p:grpSpPr>
          <a:xfrm>
            <a:off x="3514344" y="1859280"/>
            <a:ext cx="778764" cy="7473695"/>
            <a:chOff x="3514344" y="1859280"/>
            <a:chExt cx="778764" cy="7473695"/>
          </a:xfrm>
        </p:grpSpPr>
        <p:pic>
          <p:nvPicPr>
            <p:cNvPr id="4622" name="Google Shape;4622;p76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3514344" y="6527292"/>
              <a:ext cx="778763" cy="28056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23" name="Google Shape;4623;p76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3867911" y="8982456"/>
              <a:ext cx="140208" cy="3444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24" name="Google Shape;4624;p76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3514344" y="4735068"/>
              <a:ext cx="493776" cy="18897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25" name="Google Shape;4625;p76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3514344" y="1859280"/>
              <a:ext cx="554735" cy="29337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26" name="Google Shape;4626;p76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4152900" y="8982456"/>
              <a:ext cx="140208" cy="3444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27" name="Google Shape;4627;p76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4152900" y="8840724"/>
              <a:ext cx="140208" cy="12039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28" name="Google Shape;4628;p76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4453128" y="9473183"/>
            <a:ext cx="172212" cy="172212"/>
          </a:xfrm>
          <a:prstGeom prst="rect">
            <a:avLst/>
          </a:prstGeom>
          <a:noFill/>
          <a:ln>
            <a:noFill/>
          </a:ln>
        </p:spPr>
      </p:pic>
      <p:sp>
        <p:nvSpPr>
          <p:cNvPr id="4629" name="Google Shape;4629;p76"/>
          <p:cNvSpPr/>
          <p:nvPr/>
        </p:nvSpPr>
        <p:spPr>
          <a:xfrm>
            <a:off x="4439399" y="8662416"/>
            <a:ext cx="212090" cy="664845"/>
          </a:xfrm>
          <a:custGeom>
            <a:rect b="b" l="l" r="r" t="t"/>
            <a:pathLst>
              <a:path extrusionOk="0" h="664845" w="212089">
                <a:moveTo>
                  <a:pt x="207264" y="230124"/>
                </a:moveTo>
                <a:lnTo>
                  <a:pt x="202692" y="230124"/>
                </a:lnTo>
                <a:lnTo>
                  <a:pt x="202692" y="236220"/>
                </a:lnTo>
                <a:lnTo>
                  <a:pt x="201168" y="240792"/>
                </a:lnTo>
                <a:lnTo>
                  <a:pt x="199644" y="242316"/>
                </a:lnTo>
                <a:lnTo>
                  <a:pt x="198120" y="245364"/>
                </a:lnTo>
                <a:lnTo>
                  <a:pt x="196596" y="246888"/>
                </a:lnTo>
                <a:lnTo>
                  <a:pt x="190500" y="249936"/>
                </a:lnTo>
                <a:lnTo>
                  <a:pt x="129540" y="249936"/>
                </a:lnTo>
                <a:lnTo>
                  <a:pt x="118071" y="250202"/>
                </a:lnTo>
                <a:lnTo>
                  <a:pt x="79248" y="259080"/>
                </a:lnTo>
                <a:lnTo>
                  <a:pt x="76200" y="265176"/>
                </a:lnTo>
                <a:lnTo>
                  <a:pt x="71628" y="271272"/>
                </a:lnTo>
                <a:lnTo>
                  <a:pt x="70104" y="277368"/>
                </a:lnTo>
                <a:lnTo>
                  <a:pt x="70104" y="291084"/>
                </a:lnTo>
                <a:lnTo>
                  <a:pt x="97536" y="330708"/>
                </a:lnTo>
                <a:lnTo>
                  <a:pt x="0" y="330708"/>
                </a:lnTo>
                <a:lnTo>
                  <a:pt x="0" y="338328"/>
                </a:lnTo>
                <a:lnTo>
                  <a:pt x="16764" y="377952"/>
                </a:lnTo>
                <a:lnTo>
                  <a:pt x="21336" y="376428"/>
                </a:lnTo>
                <a:lnTo>
                  <a:pt x="18288" y="367284"/>
                </a:lnTo>
                <a:lnTo>
                  <a:pt x="18288" y="361188"/>
                </a:lnTo>
                <a:lnTo>
                  <a:pt x="21336" y="358140"/>
                </a:lnTo>
                <a:lnTo>
                  <a:pt x="24384" y="356616"/>
                </a:lnTo>
                <a:lnTo>
                  <a:pt x="27432" y="356616"/>
                </a:lnTo>
                <a:lnTo>
                  <a:pt x="30886" y="355739"/>
                </a:lnTo>
                <a:lnTo>
                  <a:pt x="36766" y="355282"/>
                </a:lnTo>
                <a:lnTo>
                  <a:pt x="56388" y="355092"/>
                </a:lnTo>
                <a:lnTo>
                  <a:pt x="190500" y="355092"/>
                </a:lnTo>
                <a:lnTo>
                  <a:pt x="196596" y="358140"/>
                </a:lnTo>
                <a:lnTo>
                  <a:pt x="199644" y="361188"/>
                </a:lnTo>
                <a:lnTo>
                  <a:pt x="201168" y="364236"/>
                </a:lnTo>
                <a:lnTo>
                  <a:pt x="202692" y="368808"/>
                </a:lnTo>
                <a:lnTo>
                  <a:pt x="202692" y="374904"/>
                </a:lnTo>
                <a:lnTo>
                  <a:pt x="207264" y="374904"/>
                </a:lnTo>
                <a:lnTo>
                  <a:pt x="207264" y="310896"/>
                </a:lnTo>
                <a:lnTo>
                  <a:pt x="202692" y="310896"/>
                </a:lnTo>
                <a:lnTo>
                  <a:pt x="202692" y="316992"/>
                </a:lnTo>
                <a:lnTo>
                  <a:pt x="201168" y="321564"/>
                </a:lnTo>
                <a:lnTo>
                  <a:pt x="199644" y="324612"/>
                </a:lnTo>
                <a:lnTo>
                  <a:pt x="198120" y="326136"/>
                </a:lnTo>
                <a:lnTo>
                  <a:pt x="196596" y="329184"/>
                </a:lnTo>
                <a:lnTo>
                  <a:pt x="193548" y="329184"/>
                </a:lnTo>
                <a:lnTo>
                  <a:pt x="192024" y="330708"/>
                </a:lnTo>
                <a:lnTo>
                  <a:pt x="106680" y="330708"/>
                </a:lnTo>
                <a:lnTo>
                  <a:pt x="99060" y="323088"/>
                </a:lnTo>
                <a:lnTo>
                  <a:pt x="94488" y="316992"/>
                </a:lnTo>
                <a:lnTo>
                  <a:pt x="91440" y="312420"/>
                </a:lnTo>
                <a:lnTo>
                  <a:pt x="88392" y="306324"/>
                </a:lnTo>
                <a:lnTo>
                  <a:pt x="88392" y="288036"/>
                </a:lnTo>
                <a:lnTo>
                  <a:pt x="91440" y="283464"/>
                </a:lnTo>
                <a:lnTo>
                  <a:pt x="92964" y="280416"/>
                </a:lnTo>
                <a:lnTo>
                  <a:pt x="129540" y="274320"/>
                </a:lnTo>
                <a:lnTo>
                  <a:pt x="190500" y="274320"/>
                </a:lnTo>
                <a:lnTo>
                  <a:pt x="199644" y="278892"/>
                </a:lnTo>
                <a:lnTo>
                  <a:pt x="202692" y="284988"/>
                </a:lnTo>
                <a:lnTo>
                  <a:pt x="202692" y="294132"/>
                </a:lnTo>
                <a:lnTo>
                  <a:pt x="207264" y="294132"/>
                </a:lnTo>
                <a:lnTo>
                  <a:pt x="207264" y="230124"/>
                </a:lnTo>
                <a:close/>
              </a:path>
              <a:path extrusionOk="0" h="664845" w="212089">
                <a:moveTo>
                  <a:pt x="207276" y="27432"/>
                </a:moveTo>
                <a:lnTo>
                  <a:pt x="202704" y="27432"/>
                </a:lnTo>
                <a:lnTo>
                  <a:pt x="202704" y="33528"/>
                </a:lnTo>
                <a:lnTo>
                  <a:pt x="201180" y="39624"/>
                </a:lnTo>
                <a:lnTo>
                  <a:pt x="199656" y="42672"/>
                </a:lnTo>
                <a:lnTo>
                  <a:pt x="195084" y="47244"/>
                </a:lnTo>
                <a:lnTo>
                  <a:pt x="192036" y="48768"/>
                </a:lnTo>
                <a:lnTo>
                  <a:pt x="188988" y="51816"/>
                </a:lnTo>
                <a:lnTo>
                  <a:pt x="114312" y="51816"/>
                </a:lnTo>
                <a:lnTo>
                  <a:pt x="105168" y="47244"/>
                </a:lnTo>
                <a:lnTo>
                  <a:pt x="97548" y="42672"/>
                </a:lnTo>
                <a:lnTo>
                  <a:pt x="91452" y="36576"/>
                </a:lnTo>
                <a:lnTo>
                  <a:pt x="91452" y="30480"/>
                </a:lnTo>
                <a:lnTo>
                  <a:pt x="92976" y="27432"/>
                </a:lnTo>
                <a:lnTo>
                  <a:pt x="99072" y="18288"/>
                </a:lnTo>
                <a:lnTo>
                  <a:pt x="102120" y="15240"/>
                </a:lnTo>
                <a:lnTo>
                  <a:pt x="102120" y="9144"/>
                </a:lnTo>
                <a:lnTo>
                  <a:pt x="100596" y="6096"/>
                </a:lnTo>
                <a:lnTo>
                  <a:pt x="97548" y="3048"/>
                </a:lnTo>
                <a:lnTo>
                  <a:pt x="91452" y="0"/>
                </a:lnTo>
                <a:lnTo>
                  <a:pt x="82308" y="0"/>
                </a:lnTo>
                <a:lnTo>
                  <a:pt x="77736" y="1524"/>
                </a:lnTo>
                <a:lnTo>
                  <a:pt x="74688" y="6096"/>
                </a:lnTo>
                <a:lnTo>
                  <a:pt x="71640" y="9144"/>
                </a:lnTo>
                <a:lnTo>
                  <a:pt x="70116" y="13716"/>
                </a:lnTo>
                <a:lnTo>
                  <a:pt x="70116" y="18288"/>
                </a:lnTo>
                <a:lnTo>
                  <a:pt x="72110" y="27178"/>
                </a:lnTo>
                <a:lnTo>
                  <a:pt x="78117" y="35623"/>
                </a:lnTo>
                <a:lnTo>
                  <a:pt x="88112" y="43802"/>
                </a:lnTo>
                <a:lnTo>
                  <a:pt x="102120" y="51816"/>
                </a:lnTo>
                <a:lnTo>
                  <a:pt x="70116" y="51816"/>
                </a:lnTo>
                <a:lnTo>
                  <a:pt x="70116" y="57912"/>
                </a:lnTo>
                <a:lnTo>
                  <a:pt x="86880" y="99060"/>
                </a:lnTo>
                <a:lnTo>
                  <a:pt x="91452" y="97536"/>
                </a:lnTo>
                <a:lnTo>
                  <a:pt x="89928" y="94488"/>
                </a:lnTo>
                <a:lnTo>
                  <a:pt x="88404" y="89916"/>
                </a:lnTo>
                <a:lnTo>
                  <a:pt x="88404" y="85344"/>
                </a:lnTo>
                <a:lnTo>
                  <a:pt x="89928" y="82296"/>
                </a:lnTo>
                <a:lnTo>
                  <a:pt x="89928" y="80772"/>
                </a:lnTo>
                <a:lnTo>
                  <a:pt x="91452" y="79248"/>
                </a:lnTo>
                <a:lnTo>
                  <a:pt x="94500" y="77724"/>
                </a:lnTo>
                <a:lnTo>
                  <a:pt x="97548" y="77724"/>
                </a:lnTo>
                <a:lnTo>
                  <a:pt x="100990" y="76847"/>
                </a:lnTo>
                <a:lnTo>
                  <a:pt x="106883" y="76390"/>
                </a:lnTo>
                <a:lnTo>
                  <a:pt x="126504" y="76200"/>
                </a:lnTo>
                <a:lnTo>
                  <a:pt x="188988" y="76200"/>
                </a:lnTo>
                <a:lnTo>
                  <a:pt x="190512" y="77724"/>
                </a:lnTo>
                <a:lnTo>
                  <a:pt x="195084" y="77724"/>
                </a:lnTo>
                <a:lnTo>
                  <a:pt x="196608" y="79248"/>
                </a:lnTo>
                <a:lnTo>
                  <a:pt x="198132" y="82296"/>
                </a:lnTo>
                <a:lnTo>
                  <a:pt x="201180" y="85344"/>
                </a:lnTo>
                <a:lnTo>
                  <a:pt x="202704" y="89916"/>
                </a:lnTo>
                <a:lnTo>
                  <a:pt x="202704" y="96012"/>
                </a:lnTo>
                <a:lnTo>
                  <a:pt x="207276" y="96012"/>
                </a:lnTo>
                <a:lnTo>
                  <a:pt x="207276" y="27432"/>
                </a:lnTo>
                <a:close/>
              </a:path>
              <a:path extrusionOk="0" h="664845" w="212089">
                <a:moveTo>
                  <a:pt x="210312" y="405384"/>
                </a:moveTo>
                <a:lnTo>
                  <a:pt x="207264" y="399288"/>
                </a:lnTo>
                <a:lnTo>
                  <a:pt x="198120" y="387096"/>
                </a:lnTo>
                <a:lnTo>
                  <a:pt x="190500" y="382524"/>
                </a:lnTo>
                <a:lnTo>
                  <a:pt x="181356" y="379476"/>
                </a:lnTo>
                <a:lnTo>
                  <a:pt x="181356" y="385572"/>
                </a:lnTo>
                <a:lnTo>
                  <a:pt x="187452" y="388620"/>
                </a:lnTo>
                <a:lnTo>
                  <a:pt x="192024" y="397764"/>
                </a:lnTo>
                <a:lnTo>
                  <a:pt x="192024" y="405384"/>
                </a:lnTo>
                <a:lnTo>
                  <a:pt x="190500" y="408432"/>
                </a:lnTo>
                <a:lnTo>
                  <a:pt x="187452" y="409956"/>
                </a:lnTo>
                <a:lnTo>
                  <a:pt x="184404" y="413004"/>
                </a:lnTo>
                <a:lnTo>
                  <a:pt x="178308" y="414528"/>
                </a:lnTo>
                <a:lnTo>
                  <a:pt x="82296" y="414528"/>
                </a:lnTo>
                <a:lnTo>
                  <a:pt x="82296" y="382524"/>
                </a:lnTo>
                <a:lnTo>
                  <a:pt x="73152" y="382524"/>
                </a:lnTo>
                <a:lnTo>
                  <a:pt x="73152" y="414528"/>
                </a:lnTo>
                <a:lnTo>
                  <a:pt x="28956" y="414528"/>
                </a:lnTo>
                <a:lnTo>
                  <a:pt x="28956" y="417576"/>
                </a:lnTo>
                <a:lnTo>
                  <a:pt x="38100" y="420624"/>
                </a:lnTo>
                <a:lnTo>
                  <a:pt x="45720" y="425196"/>
                </a:lnTo>
                <a:lnTo>
                  <a:pt x="48768" y="426720"/>
                </a:lnTo>
                <a:lnTo>
                  <a:pt x="56388" y="431292"/>
                </a:lnTo>
                <a:lnTo>
                  <a:pt x="62484" y="437388"/>
                </a:lnTo>
                <a:lnTo>
                  <a:pt x="71628" y="449580"/>
                </a:lnTo>
                <a:lnTo>
                  <a:pt x="77724" y="461772"/>
                </a:lnTo>
                <a:lnTo>
                  <a:pt x="82296" y="461772"/>
                </a:lnTo>
                <a:lnTo>
                  <a:pt x="82296" y="438912"/>
                </a:lnTo>
                <a:lnTo>
                  <a:pt x="182880" y="438912"/>
                </a:lnTo>
                <a:lnTo>
                  <a:pt x="190500" y="437388"/>
                </a:lnTo>
                <a:lnTo>
                  <a:pt x="195072" y="435864"/>
                </a:lnTo>
                <a:lnTo>
                  <a:pt x="199644" y="432816"/>
                </a:lnTo>
                <a:lnTo>
                  <a:pt x="202692" y="429768"/>
                </a:lnTo>
                <a:lnTo>
                  <a:pt x="205740" y="425196"/>
                </a:lnTo>
                <a:lnTo>
                  <a:pt x="208788" y="422148"/>
                </a:lnTo>
                <a:lnTo>
                  <a:pt x="210312" y="417576"/>
                </a:lnTo>
                <a:lnTo>
                  <a:pt x="210312" y="405384"/>
                </a:lnTo>
                <a:close/>
              </a:path>
              <a:path extrusionOk="0" h="664845" w="212089">
                <a:moveTo>
                  <a:pt x="210324" y="161544"/>
                </a:moveTo>
                <a:lnTo>
                  <a:pt x="193560" y="123444"/>
                </a:lnTo>
                <a:lnTo>
                  <a:pt x="156984" y="106680"/>
                </a:lnTo>
                <a:lnTo>
                  <a:pt x="155460" y="109728"/>
                </a:lnTo>
                <a:lnTo>
                  <a:pt x="162890" y="113207"/>
                </a:lnTo>
                <a:lnTo>
                  <a:pt x="169176" y="116967"/>
                </a:lnTo>
                <a:lnTo>
                  <a:pt x="174320" y="121310"/>
                </a:lnTo>
                <a:lnTo>
                  <a:pt x="178320" y="126492"/>
                </a:lnTo>
                <a:lnTo>
                  <a:pt x="182892" y="132588"/>
                </a:lnTo>
                <a:lnTo>
                  <a:pt x="185940" y="140208"/>
                </a:lnTo>
                <a:lnTo>
                  <a:pt x="185940" y="149352"/>
                </a:lnTo>
                <a:lnTo>
                  <a:pt x="159461" y="189763"/>
                </a:lnTo>
                <a:lnTo>
                  <a:pt x="123456" y="198120"/>
                </a:lnTo>
                <a:lnTo>
                  <a:pt x="123456" y="137160"/>
                </a:lnTo>
                <a:lnTo>
                  <a:pt x="123456" y="106680"/>
                </a:lnTo>
                <a:lnTo>
                  <a:pt x="114312" y="107340"/>
                </a:lnTo>
                <a:lnTo>
                  <a:pt x="114312" y="137160"/>
                </a:lnTo>
                <a:lnTo>
                  <a:pt x="114312" y="198120"/>
                </a:lnTo>
                <a:lnTo>
                  <a:pt x="79260" y="173736"/>
                </a:lnTo>
                <a:lnTo>
                  <a:pt x="79260" y="160020"/>
                </a:lnTo>
                <a:lnTo>
                  <a:pt x="80784" y="155448"/>
                </a:lnTo>
                <a:lnTo>
                  <a:pt x="89928" y="141732"/>
                </a:lnTo>
                <a:lnTo>
                  <a:pt x="96024" y="140208"/>
                </a:lnTo>
                <a:lnTo>
                  <a:pt x="99072" y="138684"/>
                </a:lnTo>
                <a:lnTo>
                  <a:pt x="105168" y="137160"/>
                </a:lnTo>
                <a:lnTo>
                  <a:pt x="114312" y="137160"/>
                </a:lnTo>
                <a:lnTo>
                  <a:pt x="114312" y="107340"/>
                </a:lnTo>
                <a:lnTo>
                  <a:pt x="77825" y="128689"/>
                </a:lnTo>
                <a:lnTo>
                  <a:pt x="70116" y="156972"/>
                </a:lnTo>
                <a:lnTo>
                  <a:pt x="71259" y="170103"/>
                </a:lnTo>
                <a:lnTo>
                  <a:pt x="98666" y="209169"/>
                </a:lnTo>
                <a:lnTo>
                  <a:pt x="141744" y="219456"/>
                </a:lnTo>
                <a:lnTo>
                  <a:pt x="156311" y="218313"/>
                </a:lnTo>
                <a:lnTo>
                  <a:pt x="156095" y="218313"/>
                </a:lnTo>
                <a:lnTo>
                  <a:pt x="168986" y="215074"/>
                </a:lnTo>
                <a:lnTo>
                  <a:pt x="180530" y="209816"/>
                </a:lnTo>
                <a:lnTo>
                  <a:pt x="190512" y="202692"/>
                </a:lnTo>
                <a:lnTo>
                  <a:pt x="194818" y="198120"/>
                </a:lnTo>
                <a:lnTo>
                  <a:pt x="199390" y="193268"/>
                </a:lnTo>
                <a:lnTo>
                  <a:pt x="205562" y="183261"/>
                </a:lnTo>
                <a:lnTo>
                  <a:pt x="209156" y="172694"/>
                </a:lnTo>
                <a:lnTo>
                  <a:pt x="210324" y="161544"/>
                </a:lnTo>
                <a:close/>
              </a:path>
              <a:path extrusionOk="0" h="664845" w="212089">
                <a:moveTo>
                  <a:pt x="211848" y="566928"/>
                </a:moveTo>
                <a:lnTo>
                  <a:pt x="209867" y="548068"/>
                </a:lnTo>
                <a:lnTo>
                  <a:pt x="204038" y="530352"/>
                </a:lnTo>
                <a:lnTo>
                  <a:pt x="202692" y="528027"/>
                </a:lnTo>
                <a:lnTo>
                  <a:pt x="202692" y="568452"/>
                </a:lnTo>
                <a:lnTo>
                  <a:pt x="201295" y="580453"/>
                </a:lnTo>
                <a:lnTo>
                  <a:pt x="167119" y="618731"/>
                </a:lnTo>
                <a:lnTo>
                  <a:pt x="129501" y="629539"/>
                </a:lnTo>
                <a:lnTo>
                  <a:pt x="106680" y="630936"/>
                </a:lnTo>
                <a:lnTo>
                  <a:pt x="83718" y="629539"/>
                </a:lnTo>
                <a:lnTo>
                  <a:pt x="83997" y="629539"/>
                </a:lnTo>
                <a:lnTo>
                  <a:pt x="64389" y="625602"/>
                </a:lnTo>
                <a:lnTo>
                  <a:pt x="24650" y="602322"/>
                </a:lnTo>
                <a:lnTo>
                  <a:pt x="14871" y="580453"/>
                </a:lnTo>
                <a:lnTo>
                  <a:pt x="13716" y="568452"/>
                </a:lnTo>
                <a:lnTo>
                  <a:pt x="14884" y="554697"/>
                </a:lnTo>
                <a:lnTo>
                  <a:pt x="14973" y="554431"/>
                </a:lnTo>
                <a:lnTo>
                  <a:pt x="18478" y="542925"/>
                </a:lnTo>
                <a:lnTo>
                  <a:pt x="47802" y="515378"/>
                </a:lnTo>
                <a:lnTo>
                  <a:pt x="86309" y="505574"/>
                </a:lnTo>
                <a:lnTo>
                  <a:pt x="87007" y="505574"/>
                </a:lnTo>
                <a:lnTo>
                  <a:pt x="109728" y="504444"/>
                </a:lnTo>
                <a:lnTo>
                  <a:pt x="151066" y="508825"/>
                </a:lnTo>
                <a:lnTo>
                  <a:pt x="189839" y="530948"/>
                </a:lnTo>
                <a:lnTo>
                  <a:pt x="201295" y="554697"/>
                </a:lnTo>
                <a:lnTo>
                  <a:pt x="202692" y="568452"/>
                </a:lnTo>
                <a:lnTo>
                  <a:pt x="202692" y="528027"/>
                </a:lnTo>
                <a:lnTo>
                  <a:pt x="194487" y="513778"/>
                </a:lnTo>
                <a:lnTo>
                  <a:pt x="165620" y="486346"/>
                </a:lnTo>
                <a:lnTo>
                  <a:pt x="128422" y="472630"/>
                </a:lnTo>
                <a:lnTo>
                  <a:pt x="106680" y="470916"/>
                </a:lnTo>
                <a:lnTo>
                  <a:pt x="85826" y="472630"/>
                </a:lnTo>
                <a:lnTo>
                  <a:pt x="49250" y="486346"/>
                </a:lnTo>
                <a:lnTo>
                  <a:pt x="20650" y="512902"/>
                </a:lnTo>
                <a:lnTo>
                  <a:pt x="4572" y="565404"/>
                </a:lnTo>
                <a:lnTo>
                  <a:pt x="4699" y="566928"/>
                </a:lnTo>
                <a:lnTo>
                  <a:pt x="4826" y="568452"/>
                </a:lnTo>
                <a:lnTo>
                  <a:pt x="18719" y="617270"/>
                </a:lnTo>
                <a:lnTo>
                  <a:pt x="46253" y="646468"/>
                </a:lnTo>
                <a:lnTo>
                  <a:pt x="84061" y="662470"/>
                </a:lnTo>
                <a:lnTo>
                  <a:pt x="106680" y="664464"/>
                </a:lnTo>
                <a:lnTo>
                  <a:pt x="128638" y="662736"/>
                </a:lnTo>
                <a:lnTo>
                  <a:pt x="166268" y="648398"/>
                </a:lnTo>
                <a:lnTo>
                  <a:pt x="194487" y="620941"/>
                </a:lnTo>
                <a:lnTo>
                  <a:pt x="209867" y="586651"/>
                </a:lnTo>
                <a:lnTo>
                  <a:pt x="211848" y="5669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0" name="Google Shape;4630;p76"/>
          <p:cNvGrpSpPr/>
          <p:nvPr/>
        </p:nvGrpSpPr>
        <p:grpSpPr>
          <a:xfrm>
            <a:off x="4439411" y="7120127"/>
            <a:ext cx="210312" cy="266700"/>
            <a:chOff x="4439411" y="7120127"/>
            <a:chExt cx="210312" cy="266700"/>
          </a:xfrm>
        </p:grpSpPr>
        <p:pic>
          <p:nvPicPr>
            <p:cNvPr id="4631" name="Google Shape;4631;p76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4509515" y="7258811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32" name="Google Shape;4632;p76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4439411" y="7120127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633" name="Google Shape;4633;p76"/>
          <p:cNvGrpSpPr/>
          <p:nvPr/>
        </p:nvGrpSpPr>
        <p:grpSpPr>
          <a:xfrm>
            <a:off x="4439411" y="5710428"/>
            <a:ext cx="210554" cy="1353311"/>
            <a:chOff x="4439411" y="5710428"/>
            <a:chExt cx="210554" cy="1353311"/>
          </a:xfrm>
        </p:grpSpPr>
        <p:pic>
          <p:nvPicPr>
            <p:cNvPr id="4634" name="Google Shape;4634;p76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4439411" y="6576060"/>
              <a:ext cx="210312" cy="4876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35" name="Google Shape;4635;p76"/>
            <p:cNvSpPr/>
            <p:nvPr/>
          </p:nvSpPr>
          <p:spPr>
            <a:xfrm>
              <a:off x="4468355" y="5710428"/>
              <a:ext cx="181610" cy="844550"/>
            </a:xfrm>
            <a:custGeom>
              <a:rect b="b" l="l" r="r" t="t"/>
              <a:pathLst>
                <a:path extrusionOk="0" h="844550" w="181610">
                  <a:moveTo>
                    <a:pt x="178320" y="0"/>
                  </a:moveTo>
                  <a:lnTo>
                    <a:pt x="173748" y="0"/>
                  </a:lnTo>
                  <a:lnTo>
                    <a:pt x="173748" y="6096"/>
                  </a:lnTo>
                  <a:lnTo>
                    <a:pt x="172224" y="10668"/>
                  </a:lnTo>
                  <a:lnTo>
                    <a:pt x="170700" y="12192"/>
                  </a:lnTo>
                  <a:lnTo>
                    <a:pt x="169176" y="15240"/>
                  </a:lnTo>
                  <a:lnTo>
                    <a:pt x="167652" y="16764"/>
                  </a:lnTo>
                  <a:lnTo>
                    <a:pt x="161556" y="19812"/>
                  </a:lnTo>
                  <a:lnTo>
                    <a:pt x="89928" y="19812"/>
                  </a:lnTo>
                  <a:lnTo>
                    <a:pt x="81368" y="20078"/>
                  </a:lnTo>
                  <a:lnTo>
                    <a:pt x="45732" y="36576"/>
                  </a:lnTo>
                  <a:lnTo>
                    <a:pt x="41160" y="47244"/>
                  </a:lnTo>
                  <a:lnTo>
                    <a:pt x="41160" y="60960"/>
                  </a:lnTo>
                  <a:lnTo>
                    <a:pt x="61798" y="93116"/>
                  </a:lnTo>
                  <a:lnTo>
                    <a:pt x="70116" y="100584"/>
                  </a:lnTo>
                  <a:lnTo>
                    <a:pt x="59448" y="102108"/>
                  </a:lnTo>
                  <a:lnTo>
                    <a:pt x="47256" y="111252"/>
                  </a:lnTo>
                  <a:lnTo>
                    <a:pt x="42684" y="117348"/>
                  </a:lnTo>
                  <a:lnTo>
                    <a:pt x="41160" y="124968"/>
                  </a:lnTo>
                  <a:lnTo>
                    <a:pt x="41160" y="143256"/>
                  </a:lnTo>
                  <a:lnTo>
                    <a:pt x="44208" y="147828"/>
                  </a:lnTo>
                  <a:lnTo>
                    <a:pt x="45732" y="152400"/>
                  </a:lnTo>
                  <a:lnTo>
                    <a:pt x="51828" y="161544"/>
                  </a:lnTo>
                  <a:lnTo>
                    <a:pt x="59448" y="169164"/>
                  </a:lnTo>
                  <a:lnTo>
                    <a:pt x="70116" y="178308"/>
                  </a:lnTo>
                  <a:lnTo>
                    <a:pt x="41160" y="178308"/>
                  </a:lnTo>
                  <a:lnTo>
                    <a:pt x="41160" y="184404"/>
                  </a:lnTo>
                  <a:lnTo>
                    <a:pt x="57924" y="225552"/>
                  </a:lnTo>
                  <a:lnTo>
                    <a:pt x="62496" y="224028"/>
                  </a:lnTo>
                  <a:lnTo>
                    <a:pt x="60972" y="219456"/>
                  </a:lnTo>
                  <a:lnTo>
                    <a:pt x="59448" y="216408"/>
                  </a:lnTo>
                  <a:lnTo>
                    <a:pt x="59448" y="210312"/>
                  </a:lnTo>
                  <a:lnTo>
                    <a:pt x="60972" y="208788"/>
                  </a:lnTo>
                  <a:lnTo>
                    <a:pt x="60972" y="207264"/>
                  </a:lnTo>
                  <a:lnTo>
                    <a:pt x="62496" y="205740"/>
                  </a:lnTo>
                  <a:lnTo>
                    <a:pt x="65544" y="205740"/>
                  </a:lnTo>
                  <a:lnTo>
                    <a:pt x="68592" y="204216"/>
                  </a:lnTo>
                  <a:lnTo>
                    <a:pt x="72898" y="203339"/>
                  </a:lnTo>
                  <a:lnTo>
                    <a:pt x="79070" y="202882"/>
                  </a:lnTo>
                  <a:lnTo>
                    <a:pt x="97548" y="202692"/>
                  </a:lnTo>
                  <a:lnTo>
                    <a:pt x="155460" y="202692"/>
                  </a:lnTo>
                  <a:lnTo>
                    <a:pt x="161556" y="204216"/>
                  </a:lnTo>
                  <a:lnTo>
                    <a:pt x="164604" y="204216"/>
                  </a:lnTo>
                  <a:lnTo>
                    <a:pt x="167652" y="205740"/>
                  </a:lnTo>
                  <a:lnTo>
                    <a:pt x="169176" y="207264"/>
                  </a:lnTo>
                  <a:lnTo>
                    <a:pt x="173748" y="216408"/>
                  </a:lnTo>
                  <a:lnTo>
                    <a:pt x="173748" y="222504"/>
                  </a:lnTo>
                  <a:lnTo>
                    <a:pt x="178320" y="222504"/>
                  </a:lnTo>
                  <a:lnTo>
                    <a:pt x="178320" y="158496"/>
                  </a:lnTo>
                  <a:lnTo>
                    <a:pt x="173748" y="158496"/>
                  </a:lnTo>
                  <a:lnTo>
                    <a:pt x="173748" y="166116"/>
                  </a:lnTo>
                  <a:lnTo>
                    <a:pt x="170700" y="172212"/>
                  </a:lnTo>
                  <a:lnTo>
                    <a:pt x="167652" y="175260"/>
                  </a:lnTo>
                  <a:lnTo>
                    <a:pt x="161556" y="178308"/>
                  </a:lnTo>
                  <a:lnTo>
                    <a:pt x="76212" y="178308"/>
                  </a:lnTo>
                  <a:lnTo>
                    <a:pt x="71640" y="173736"/>
                  </a:lnTo>
                  <a:lnTo>
                    <a:pt x="67068" y="167640"/>
                  </a:lnTo>
                  <a:lnTo>
                    <a:pt x="62496" y="160020"/>
                  </a:lnTo>
                  <a:lnTo>
                    <a:pt x="59448" y="155448"/>
                  </a:lnTo>
                  <a:lnTo>
                    <a:pt x="59448" y="138684"/>
                  </a:lnTo>
                  <a:lnTo>
                    <a:pt x="62496" y="132588"/>
                  </a:lnTo>
                  <a:lnTo>
                    <a:pt x="67068" y="128016"/>
                  </a:lnTo>
                  <a:lnTo>
                    <a:pt x="71640" y="124968"/>
                  </a:lnTo>
                  <a:lnTo>
                    <a:pt x="79260" y="123444"/>
                  </a:lnTo>
                  <a:lnTo>
                    <a:pt x="160032" y="123444"/>
                  </a:lnTo>
                  <a:lnTo>
                    <a:pt x="161556" y="124968"/>
                  </a:lnTo>
                  <a:lnTo>
                    <a:pt x="166128" y="124968"/>
                  </a:lnTo>
                  <a:lnTo>
                    <a:pt x="169176" y="126492"/>
                  </a:lnTo>
                  <a:lnTo>
                    <a:pt x="172224" y="132588"/>
                  </a:lnTo>
                  <a:lnTo>
                    <a:pt x="173748" y="137160"/>
                  </a:lnTo>
                  <a:lnTo>
                    <a:pt x="173748" y="143256"/>
                  </a:lnTo>
                  <a:lnTo>
                    <a:pt x="178320" y="143256"/>
                  </a:lnTo>
                  <a:lnTo>
                    <a:pt x="178320" y="79248"/>
                  </a:lnTo>
                  <a:lnTo>
                    <a:pt x="173748" y="79248"/>
                  </a:lnTo>
                  <a:lnTo>
                    <a:pt x="173748" y="85344"/>
                  </a:lnTo>
                  <a:lnTo>
                    <a:pt x="172224" y="89916"/>
                  </a:lnTo>
                  <a:lnTo>
                    <a:pt x="170700" y="92964"/>
                  </a:lnTo>
                  <a:lnTo>
                    <a:pt x="169176" y="94488"/>
                  </a:lnTo>
                  <a:lnTo>
                    <a:pt x="167652" y="97536"/>
                  </a:lnTo>
                  <a:lnTo>
                    <a:pt x="164604" y="97536"/>
                  </a:lnTo>
                  <a:lnTo>
                    <a:pt x="163080" y="99060"/>
                  </a:lnTo>
                  <a:lnTo>
                    <a:pt x="76212" y="99060"/>
                  </a:lnTo>
                  <a:lnTo>
                    <a:pt x="70116" y="91440"/>
                  </a:lnTo>
                  <a:lnTo>
                    <a:pt x="65544" y="85344"/>
                  </a:lnTo>
                  <a:lnTo>
                    <a:pt x="59448" y="76200"/>
                  </a:lnTo>
                  <a:lnTo>
                    <a:pt x="59448" y="57912"/>
                  </a:lnTo>
                  <a:lnTo>
                    <a:pt x="62496" y="51816"/>
                  </a:lnTo>
                  <a:lnTo>
                    <a:pt x="68592" y="48768"/>
                  </a:lnTo>
                  <a:lnTo>
                    <a:pt x="71640" y="45720"/>
                  </a:lnTo>
                  <a:lnTo>
                    <a:pt x="79260" y="44196"/>
                  </a:lnTo>
                  <a:lnTo>
                    <a:pt x="160032" y="44196"/>
                  </a:lnTo>
                  <a:lnTo>
                    <a:pt x="161556" y="45720"/>
                  </a:lnTo>
                  <a:lnTo>
                    <a:pt x="166128" y="45720"/>
                  </a:lnTo>
                  <a:lnTo>
                    <a:pt x="172224" y="51816"/>
                  </a:lnTo>
                  <a:lnTo>
                    <a:pt x="173748" y="56388"/>
                  </a:lnTo>
                  <a:lnTo>
                    <a:pt x="173748" y="64008"/>
                  </a:lnTo>
                  <a:lnTo>
                    <a:pt x="178320" y="64008"/>
                  </a:lnTo>
                  <a:lnTo>
                    <a:pt x="178320" y="0"/>
                  </a:lnTo>
                  <a:close/>
                </a:path>
                <a:path extrusionOk="0" h="844550" w="181610">
                  <a:moveTo>
                    <a:pt x="181356" y="786384"/>
                  </a:moveTo>
                  <a:lnTo>
                    <a:pt x="158407" y="745451"/>
                  </a:lnTo>
                  <a:lnTo>
                    <a:pt x="124968" y="731520"/>
                  </a:lnTo>
                  <a:lnTo>
                    <a:pt x="123444" y="734568"/>
                  </a:lnTo>
                  <a:lnTo>
                    <a:pt x="131114" y="738238"/>
                  </a:lnTo>
                  <a:lnTo>
                    <a:pt x="137922" y="742188"/>
                  </a:lnTo>
                  <a:lnTo>
                    <a:pt x="156972" y="775716"/>
                  </a:lnTo>
                  <a:lnTo>
                    <a:pt x="155829" y="785456"/>
                  </a:lnTo>
                  <a:lnTo>
                    <a:pt x="129260" y="814374"/>
                  </a:lnTo>
                  <a:lnTo>
                    <a:pt x="97536" y="821436"/>
                  </a:lnTo>
                  <a:lnTo>
                    <a:pt x="86664" y="820610"/>
                  </a:lnTo>
                  <a:lnTo>
                    <a:pt x="52578" y="798766"/>
                  </a:lnTo>
                  <a:lnTo>
                    <a:pt x="50292" y="784860"/>
                  </a:lnTo>
                  <a:lnTo>
                    <a:pt x="50292" y="778764"/>
                  </a:lnTo>
                  <a:lnTo>
                    <a:pt x="73152" y="765048"/>
                  </a:lnTo>
                  <a:lnTo>
                    <a:pt x="77724" y="763524"/>
                  </a:lnTo>
                  <a:lnTo>
                    <a:pt x="82296" y="758952"/>
                  </a:lnTo>
                  <a:lnTo>
                    <a:pt x="85344" y="754380"/>
                  </a:lnTo>
                  <a:lnTo>
                    <a:pt x="85344" y="745236"/>
                  </a:lnTo>
                  <a:lnTo>
                    <a:pt x="83820" y="742188"/>
                  </a:lnTo>
                  <a:lnTo>
                    <a:pt x="80772" y="739140"/>
                  </a:lnTo>
                  <a:lnTo>
                    <a:pt x="79248" y="736092"/>
                  </a:lnTo>
                  <a:lnTo>
                    <a:pt x="65532" y="736092"/>
                  </a:lnTo>
                  <a:lnTo>
                    <a:pt x="57912" y="739140"/>
                  </a:lnTo>
                  <a:lnTo>
                    <a:pt x="41148" y="780288"/>
                  </a:lnTo>
                  <a:lnTo>
                    <a:pt x="42291" y="792556"/>
                  </a:lnTo>
                  <a:lnTo>
                    <a:pt x="70319" y="833374"/>
                  </a:lnTo>
                  <a:lnTo>
                    <a:pt x="111252" y="844296"/>
                  </a:lnTo>
                  <a:lnTo>
                    <a:pt x="126403" y="843153"/>
                  </a:lnTo>
                  <a:lnTo>
                    <a:pt x="161544" y="826008"/>
                  </a:lnTo>
                  <a:lnTo>
                    <a:pt x="179984" y="797509"/>
                  </a:lnTo>
                  <a:lnTo>
                    <a:pt x="181356" y="786384"/>
                  </a:lnTo>
                  <a:close/>
                </a:path>
                <a:path extrusionOk="0" h="844550" w="181610">
                  <a:moveTo>
                    <a:pt x="181356" y="402336"/>
                  </a:moveTo>
                  <a:lnTo>
                    <a:pt x="152400" y="374904"/>
                  </a:lnTo>
                  <a:lnTo>
                    <a:pt x="152400" y="381000"/>
                  </a:lnTo>
                  <a:lnTo>
                    <a:pt x="158496" y="384048"/>
                  </a:lnTo>
                  <a:lnTo>
                    <a:pt x="163068" y="393192"/>
                  </a:lnTo>
                  <a:lnTo>
                    <a:pt x="163068" y="400812"/>
                  </a:lnTo>
                  <a:lnTo>
                    <a:pt x="161544" y="403860"/>
                  </a:lnTo>
                  <a:lnTo>
                    <a:pt x="158496" y="406908"/>
                  </a:lnTo>
                  <a:lnTo>
                    <a:pt x="155448" y="408432"/>
                  </a:lnTo>
                  <a:lnTo>
                    <a:pt x="149352" y="409956"/>
                  </a:lnTo>
                  <a:lnTo>
                    <a:pt x="53340" y="409956"/>
                  </a:lnTo>
                  <a:lnTo>
                    <a:pt x="53340" y="379476"/>
                  </a:lnTo>
                  <a:lnTo>
                    <a:pt x="44196" y="379476"/>
                  </a:lnTo>
                  <a:lnTo>
                    <a:pt x="44196" y="409956"/>
                  </a:lnTo>
                  <a:lnTo>
                    <a:pt x="0" y="409956"/>
                  </a:lnTo>
                  <a:lnTo>
                    <a:pt x="0" y="413004"/>
                  </a:lnTo>
                  <a:lnTo>
                    <a:pt x="9144" y="417576"/>
                  </a:lnTo>
                  <a:lnTo>
                    <a:pt x="16764" y="420624"/>
                  </a:lnTo>
                  <a:lnTo>
                    <a:pt x="19812" y="423672"/>
                  </a:lnTo>
                  <a:lnTo>
                    <a:pt x="27432" y="428244"/>
                  </a:lnTo>
                  <a:lnTo>
                    <a:pt x="33528" y="432816"/>
                  </a:lnTo>
                  <a:lnTo>
                    <a:pt x="42672" y="445008"/>
                  </a:lnTo>
                  <a:lnTo>
                    <a:pt x="48768" y="457200"/>
                  </a:lnTo>
                  <a:lnTo>
                    <a:pt x="53340" y="457200"/>
                  </a:lnTo>
                  <a:lnTo>
                    <a:pt x="53340" y="434340"/>
                  </a:lnTo>
                  <a:lnTo>
                    <a:pt x="153924" y="434340"/>
                  </a:lnTo>
                  <a:lnTo>
                    <a:pt x="161544" y="432816"/>
                  </a:lnTo>
                  <a:lnTo>
                    <a:pt x="170688" y="429768"/>
                  </a:lnTo>
                  <a:lnTo>
                    <a:pt x="173736" y="425196"/>
                  </a:lnTo>
                  <a:lnTo>
                    <a:pt x="176784" y="422148"/>
                  </a:lnTo>
                  <a:lnTo>
                    <a:pt x="179832" y="417576"/>
                  </a:lnTo>
                  <a:lnTo>
                    <a:pt x="181356" y="413004"/>
                  </a:lnTo>
                  <a:lnTo>
                    <a:pt x="181356" y="402336"/>
                  </a:lnTo>
                  <a:close/>
                </a:path>
                <a:path extrusionOk="0" h="844550" w="181610">
                  <a:moveTo>
                    <a:pt x="181356" y="300228"/>
                  </a:moveTo>
                  <a:lnTo>
                    <a:pt x="181254" y="298704"/>
                  </a:lnTo>
                  <a:lnTo>
                    <a:pt x="180771" y="291350"/>
                  </a:lnTo>
                  <a:lnTo>
                    <a:pt x="178879" y="282892"/>
                  </a:lnTo>
                  <a:lnTo>
                    <a:pt x="175577" y="274726"/>
                  </a:lnTo>
                  <a:lnTo>
                    <a:pt x="172212" y="269201"/>
                  </a:lnTo>
                  <a:lnTo>
                    <a:pt x="172212" y="294132"/>
                  </a:lnTo>
                  <a:lnTo>
                    <a:pt x="170815" y="302971"/>
                  </a:lnTo>
                  <a:lnTo>
                    <a:pt x="139166" y="329501"/>
                  </a:lnTo>
                  <a:lnTo>
                    <a:pt x="127228" y="332714"/>
                  </a:lnTo>
                  <a:lnTo>
                    <a:pt x="127533" y="332714"/>
                  </a:lnTo>
                  <a:lnTo>
                    <a:pt x="114020" y="334695"/>
                  </a:lnTo>
                  <a:lnTo>
                    <a:pt x="100584" y="335280"/>
                  </a:lnTo>
                  <a:lnTo>
                    <a:pt x="91757" y="335000"/>
                  </a:lnTo>
                  <a:lnTo>
                    <a:pt x="54864" y="318516"/>
                  </a:lnTo>
                  <a:lnTo>
                    <a:pt x="54762" y="318350"/>
                  </a:lnTo>
                  <a:lnTo>
                    <a:pt x="51816" y="313944"/>
                  </a:lnTo>
                  <a:lnTo>
                    <a:pt x="50292" y="309372"/>
                  </a:lnTo>
                  <a:lnTo>
                    <a:pt x="50330" y="302971"/>
                  </a:lnTo>
                  <a:lnTo>
                    <a:pt x="75184" y="271132"/>
                  </a:lnTo>
                  <a:lnTo>
                    <a:pt x="120396" y="262128"/>
                  </a:lnTo>
                  <a:lnTo>
                    <a:pt x="133235" y="262699"/>
                  </a:lnTo>
                  <a:lnTo>
                    <a:pt x="168973" y="281559"/>
                  </a:lnTo>
                  <a:lnTo>
                    <a:pt x="172212" y="294132"/>
                  </a:lnTo>
                  <a:lnTo>
                    <a:pt x="172212" y="269201"/>
                  </a:lnTo>
                  <a:lnTo>
                    <a:pt x="143256" y="243840"/>
                  </a:lnTo>
                  <a:lnTo>
                    <a:pt x="108204" y="234696"/>
                  </a:lnTo>
                  <a:lnTo>
                    <a:pt x="95948" y="235826"/>
                  </a:lnTo>
                  <a:lnTo>
                    <a:pt x="54013" y="261200"/>
                  </a:lnTo>
                  <a:lnTo>
                    <a:pt x="41148" y="298704"/>
                  </a:lnTo>
                  <a:lnTo>
                    <a:pt x="41211" y="300228"/>
                  </a:lnTo>
                  <a:lnTo>
                    <a:pt x="41325" y="303276"/>
                  </a:lnTo>
                  <a:lnTo>
                    <a:pt x="60198" y="343852"/>
                  </a:lnTo>
                  <a:lnTo>
                    <a:pt x="102133" y="362140"/>
                  </a:lnTo>
                  <a:lnTo>
                    <a:pt x="111252" y="362712"/>
                  </a:lnTo>
                  <a:lnTo>
                    <a:pt x="123545" y="361861"/>
                  </a:lnTo>
                  <a:lnTo>
                    <a:pt x="167220" y="339242"/>
                  </a:lnTo>
                  <a:lnTo>
                    <a:pt x="169926" y="335280"/>
                  </a:lnTo>
                  <a:lnTo>
                    <a:pt x="174879" y="328041"/>
                  </a:lnTo>
                  <a:lnTo>
                    <a:pt x="179692" y="315137"/>
                  </a:lnTo>
                  <a:lnTo>
                    <a:pt x="181356" y="300228"/>
                  </a:lnTo>
                  <a:close/>
                </a:path>
                <a:path extrusionOk="0" h="844550" w="181610">
                  <a:moveTo>
                    <a:pt x="181368" y="611124"/>
                  </a:moveTo>
                  <a:lnTo>
                    <a:pt x="164604" y="569976"/>
                  </a:lnTo>
                  <a:lnTo>
                    <a:pt x="160032" y="571500"/>
                  </a:lnTo>
                  <a:lnTo>
                    <a:pt x="161556" y="576072"/>
                  </a:lnTo>
                  <a:lnTo>
                    <a:pt x="161556" y="586740"/>
                  </a:lnTo>
                  <a:lnTo>
                    <a:pt x="158508" y="589788"/>
                  </a:lnTo>
                  <a:lnTo>
                    <a:pt x="155460" y="591312"/>
                  </a:lnTo>
                  <a:lnTo>
                    <a:pt x="152412" y="591312"/>
                  </a:lnTo>
                  <a:lnTo>
                    <a:pt x="148983" y="592201"/>
                  </a:lnTo>
                  <a:lnTo>
                    <a:pt x="143268" y="592645"/>
                  </a:lnTo>
                  <a:lnTo>
                    <a:pt x="124980" y="592836"/>
                  </a:lnTo>
                  <a:lnTo>
                    <a:pt x="44208" y="592836"/>
                  </a:lnTo>
                  <a:lnTo>
                    <a:pt x="44208" y="637032"/>
                  </a:lnTo>
                  <a:lnTo>
                    <a:pt x="48780" y="637032"/>
                  </a:lnTo>
                  <a:lnTo>
                    <a:pt x="48780" y="629412"/>
                  </a:lnTo>
                  <a:lnTo>
                    <a:pt x="50304" y="623316"/>
                  </a:lnTo>
                  <a:lnTo>
                    <a:pt x="53352" y="621792"/>
                  </a:lnTo>
                  <a:lnTo>
                    <a:pt x="56400" y="618744"/>
                  </a:lnTo>
                  <a:lnTo>
                    <a:pt x="60972" y="617220"/>
                  </a:lnTo>
                  <a:lnTo>
                    <a:pt x="143268" y="617220"/>
                  </a:lnTo>
                  <a:lnTo>
                    <a:pt x="150888" y="624840"/>
                  </a:lnTo>
                  <a:lnTo>
                    <a:pt x="155460" y="630936"/>
                  </a:lnTo>
                  <a:lnTo>
                    <a:pt x="158508" y="637032"/>
                  </a:lnTo>
                  <a:lnTo>
                    <a:pt x="161556" y="641604"/>
                  </a:lnTo>
                  <a:lnTo>
                    <a:pt x="163080" y="646176"/>
                  </a:lnTo>
                  <a:lnTo>
                    <a:pt x="163080" y="656844"/>
                  </a:lnTo>
                  <a:lnTo>
                    <a:pt x="160032" y="662940"/>
                  </a:lnTo>
                  <a:lnTo>
                    <a:pt x="156984" y="667512"/>
                  </a:lnTo>
                  <a:lnTo>
                    <a:pt x="152412" y="672084"/>
                  </a:lnTo>
                  <a:lnTo>
                    <a:pt x="144792" y="673608"/>
                  </a:lnTo>
                  <a:lnTo>
                    <a:pt x="44208" y="673608"/>
                  </a:lnTo>
                  <a:lnTo>
                    <a:pt x="44208" y="720852"/>
                  </a:lnTo>
                  <a:lnTo>
                    <a:pt x="48780" y="720852"/>
                  </a:lnTo>
                  <a:lnTo>
                    <a:pt x="47256" y="713232"/>
                  </a:lnTo>
                  <a:lnTo>
                    <a:pt x="48780" y="708660"/>
                  </a:lnTo>
                  <a:lnTo>
                    <a:pt x="50304" y="705612"/>
                  </a:lnTo>
                  <a:lnTo>
                    <a:pt x="51828" y="704088"/>
                  </a:lnTo>
                  <a:lnTo>
                    <a:pt x="53352" y="701040"/>
                  </a:lnTo>
                  <a:lnTo>
                    <a:pt x="56400" y="699516"/>
                  </a:lnTo>
                  <a:lnTo>
                    <a:pt x="57924" y="699516"/>
                  </a:lnTo>
                  <a:lnTo>
                    <a:pt x="62496" y="697992"/>
                  </a:lnTo>
                  <a:lnTo>
                    <a:pt x="129552" y="697992"/>
                  </a:lnTo>
                  <a:lnTo>
                    <a:pt x="138125" y="697738"/>
                  </a:lnTo>
                  <a:lnTo>
                    <a:pt x="173748" y="682752"/>
                  </a:lnTo>
                  <a:lnTo>
                    <a:pt x="178320" y="678180"/>
                  </a:lnTo>
                  <a:lnTo>
                    <a:pt x="181368" y="670560"/>
                  </a:lnTo>
                  <a:lnTo>
                    <a:pt x="181368" y="656844"/>
                  </a:lnTo>
                  <a:lnTo>
                    <a:pt x="152412" y="617220"/>
                  </a:lnTo>
                  <a:lnTo>
                    <a:pt x="181368" y="617220"/>
                  </a:lnTo>
                  <a:lnTo>
                    <a:pt x="181368" y="611124"/>
                  </a:lnTo>
                  <a:close/>
                </a:path>
                <a:path extrusionOk="0" h="844550" w="181610">
                  <a:moveTo>
                    <a:pt x="181368" y="510540"/>
                  </a:moveTo>
                  <a:lnTo>
                    <a:pt x="163144" y="474065"/>
                  </a:lnTo>
                  <a:lnTo>
                    <a:pt x="140220" y="466344"/>
                  </a:lnTo>
                  <a:lnTo>
                    <a:pt x="129362" y="468083"/>
                  </a:lnTo>
                  <a:lnTo>
                    <a:pt x="119646" y="473392"/>
                  </a:lnTo>
                  <a:lnTo>
                    <a:pt x="111074" y="482422"/>
                  </a:lnTo>
                  <a:lnTo>
                    <a:pt x="103644" y="495300"/>
                  </a:lnTo>
                  <a:lnTo>
                    <a:pt x="88404" y="525780"/>
                  </a:lnTo>
                  <a:lnTo>
                    <a:pt x="83921" y="531761"/>
                  </a:lnTo>
                  <a:lnTo>
                    <a:pt x="83540" y="532168"/>
                  </a:lnTo>
                  <a:lnTo>
                    <a:pt x="80784" y="534924"/>
                  </a:lnTo>
                  <a:lnTo>
                    <a:pt x="76212" y="537972"/>
                  </a:lnTo>
                  <a:lnTo>
                    <a:pt x="71640" y="539496"/>
                  </a:lnTo>
                  <a:lnTo>
                    <a:pt x="62496" y="539496"/>
                  </a:lnTo>
                  <a:lnTo>
                    <a:pt x="50304" y="507492"/>
                  </a:lnTo>
                  <a:lnTo>
                    <a:pt x="51828" y="501396"/>
                  </a:lnTo>
                  <a:lnTo>
                    <a:pt x="86880" y="481584"/>
                  </a:lnTo>
                  <a:lnTo>
                    <a:pt x="86880" y="477012"/>
                  </a:lnTo>
                  <a:lnTo>
                    <a:pt x="41160" y="477012"/>
                  </a:lnTo>
                  <a:lnTo>
                    <a:pt x="41160" y="481584"/>
                  </a:lnTo>
                  <a:lnTo>
                    <a:pt x="42684" y="483108"/>
                  </a:lnTo>
                  <a:lnTo>
                    <a:pt x="44208" y="483108"/>
                  </a:lnTo>
                  <a:lnTo>
                    <a:pt x="47256" y="486156"/>
                  </a:lnTo>
                  <a:lnTo>
                    <a:pt x="47256" y="489204"/>
                  </a:lnTo>
                  <a:lnTo>
                    <a:pt x="45732" y="492252"/>
                  </a:lnTo>
                  <a:lnTo>
                    <a:pt x="44208" y="498309"/>
                  </a:lnTo>
                  <a:lnTo>
                    <a:pt x="41160" y="505968"/>
                  </a:lnTo>
                  <a:lnTo>
                    <a:pt x="41211" y="517385"/>
                  </a:lnTo>
                  <a:lnTo>
                    <a:pt x="41744" y="525233"/>
                  </a:lnTo>
                  <a:lnTo>
                    <a:pt x="70040" y="556958"/>
                  </a:lnTo>
                  <a:lnTo>
                    <a:pt x="77736" y="557784"/>
                  </a:lnTo>
                  <a:lnTo>
                    <a:pt x="86880" y="557784"/>
                  </a:lnTo>
                  <a:lnTo>
                    <a:pt x="107302" y="539496"/>
                  </a:lnTo>
                  <a:lnTo>
                    <a:pt x="111925" y="532168"/>
                  </a:lnTo>
                  <a:lnTo>
                    <a:pt x="117360" y="522732"/>
                  </a:lnTo>
                  <a:lnTo>
                    <a:pt x="121907" y="513067"/>
                  </a:lnTo>
                  <a:lnTo>
                    <a:pt x="126314" y="504825"/>
                  </a:lnTo>
                  <a:lnTo>
                    <a:pt x="130429" y="498309"/>
                  </a:lnTo>
                  <a:lnTo>
                    <a:pt x="134124" y="493776"/>
                  </a:lnTo>
                  <a:lnTo>
                    <a:pt x="138696" y="489204"/>
                  </a:lnTo>
                  <a:lnTo>
                    <a:pt x="144792" y="487680"/>
                  </a:lnTo>
                  <a:lnTo>
                    <a:pt x="156984" y="487680"/>
                  </a:lnTo>
                  <a:lnTo>
                    <a:pt x="161556" y="489204"/>
                  </a:lnTo>
                  <a:lnTo>
                    <a:pt x="166128" y="493776"/>
                  </a:lnTo>
                  <a:lnTo>
                    <a:pt x="169138" y="498309"/>
                  </a:lnTo>
                  <a:lnTo>
                    <a:pt x="172224" y="504444"/>
                  </a:lnTo>
                  <a:lnTo>
                    <a:pt x="172224" y="510540"/>
                  </a:lnTo>
                  <a:lnTo>
                    <a:pt x="171411" y="517385"/>
                  </a:lnTo>
                  <a:lnTo>
                    <a:pt x="169176" y="524065"/>
                  </a:lnTo>
                  <a:lnTo>
                    <a:pt x="169075" y="524256"/>
                  </a:lnTo>
                  <a:lnTo>
                    <a:pt x="168973" y="524446"/>
                  </a:lnTo>
                  <a:lnTo>
                    <a:pt x="132600" y="553212"/>
                  </a:lnTo>
                  <a:lnTo>
                    <a:pt x="132600" y="557784"/>
                  </a:lnTo>
                  <a:lnTo>
                    <a:pt x="179844" y="557784"/>
                  </a:lnTo>
                  <a:lnTo>
                    <a:pt x="181368" y="553212"/>
                  </a:lnTo>
                  <a:lnTo>
                    <a:pt x="176796" y="551688"/>
                  </a:lnTo>
                  <a:lnTo>
                    <a:pt x="175272" y="550164"/>
                  </a:lnTo>
                  <a:lnTo>
                    <a:pt x="175272" y="542544"/>
                  </a:lnTo>
                  <a:lnTo>
                    <a:pt x="176796" y="539496"/>
                  </a:lnTo>
                  <a:lnTo>
                    <a:pt x="178790" y="531761"/>
                  </a:lnTo>
                  <a:lnTo>
                    <a:pt x="180225" y="524446"/>
                  </a:lnTo>
                  <a:lnTo>
                    <a:pt x="180263" y="524065"/>
                  </a:lnTo>
                  <a:lnTo>
                    <a:pt x="181076" y="517385"/>
                  </a:lnTo>
                  <a:lnTo>
                    <a:pt x="181114" y="516636"/>
                  </a:lnTo>
                  <a:lnTo>
                    <a:pt x="181368" y="5105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6" name="Google Shape;4636;p76"/>
          <p:cNvGrpSpPr/>
          <p:nvPr/>
        </p:nvGrpSpPr>
        <p:grpSpPr>
          <a:xfrm>
            <a:off x="4443984" y="5233415"/>
            <a:ext cx="207263" cy="397765"/>
            <a:chOff x="4443984" y="5233415"/>
            <a:chExt cx="207263" cy="397765"/>
          </a:xfrm>
        </p:grpSpPr>
        <p:pic>
          <p:nvPicPr>
            <p:cNvPr id="4637" name="Google Shape;4637;p76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4448556" y="5548884"/>
              <a:ext cx="198120" cy="822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38" name="Google Shape;4638;p76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443984" y="5350763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39" name="Google Shape;4639;p76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4509516" y="5233415"/>
              <a:ext cx="140208" cy="914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40" name="Google Shape;4640;p76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4443983" y="4062984"/>
            <a:ext cx="207264" cy="107442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1" name="Google Shape;4641;p76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4509515" y="3624072"/>
            <a:ext cx="140208" cy="341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2" name="Google Shape;4642;p76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4439411" y="2002535"/>
            <a:ext cx="271272" cy="15407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43" name="Google Shape;4643;p76"/>
          <p:cNvGrpSpPr/>
          <p:nvPr/>
        </p:nvGrpSpPr>
        <p:grpSpPr>
          <a:xfrm>
            <a:off x="4439411" y="4070603"/>
            <a:ext cx="839724" cy="5256276"/>
            <a:chOff x="4439411" y="4070603"/>
            <a:chExt cx="839724" cy="5256276"/>
          </a:xfrm>
        </p:grpSpPr>
        <p:pic>
          <p:nvPicPr>
            <p:cNvPr id="4644" name="Google Shape;4644;p76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4722876" y="8991600"/>
              <a:ext cx="210311" cy="3352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45" name="Google Shape;4645;p76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4439411" y="4070603"/>
              <a:ext cx="839724" cy="52562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46" name="Google Shape;4646;p76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5378196" y="9473183"/>
            <a:ext cx="172212" cy="172212"/>
          </a:xfrm>
          <a:prstGeom prst="rect">
            <a:avLst/>
          </a:prstGeom>
          <a:noFill/>
          <a:ln>
            <a:noFill/>
          </a:ln>
        </p:spPr>
      </p:pic>
      <p:sp>
        <p:nvSpPr>
          <p:cNvPr id="4647" name="Google Shape;4647;p76"/>
          <p:cNvSpPr/>
          <p:nvPr/>
        </p:nvSpPr>
        <p:spPr>
          <a:xfrm>
            <a:off x="5364467" y="8660892"/>
            <a:ext cx="212090" cy="600710"/>
          </a:xfrm>
          <a:custGeom>
            <a:rect b="b" l="l" r="r" t="t"/>
            <a:pathLst>
              <a:path extrusionOk="0" h="600709" w="212089">
                <a:moveTo>
                  <a:pt x="32004" y="111252"/>
                </a:moveTo>
                <a:lnTo>
                  <a:pt x="30480" y="106680"/>
                </a:lnTo>
                <a:lnTo>
                  <a:pt x="25908" y="103632"/>
                </a:lnTo>
                <a:lnTo>
                  <a:pt x="22860" y="100584"/>
                </a:lnTo>
                <a:lnTo>
                  <a:pt x="19812" y="99060"/>
                </a:lnTo>
                <a:lnTo>
                  <a:pt x="10668" y="99060"/>
                </a:lnTo>
                <a:lnTo>
                  <a:pt x="7620" y="100584"/>
                </a:lnTo>
                <a:lnTo>
                  <a:pt x="1524" y="106680"/>
                </a:lnTo>
                <a:lnTo>
                  <a:pt x="0" y="111252"/>
                </a:lnTo>
                <a:lnTo>
                  <a:pt x="0" y="120396"/>
                </a:lnTo>
                <a:lnTo>
                  <a:pt x="1524" y="123444"/>
                </a:lnTo>
                <a:lnTo>
                  <a:pt x="7620" y="129540"/>
                </a:lnTo>
                <a:lnTo>
                  <a:pt x="10668" y="131064"/>
                </a:lnTo>
                <a:lnTo>
                  <a:pt x="19812" y="131064"/>
                </a:lnTo>
                <a:lnTo>
                  <a:pt x="22860" y="129540"/>
                </a:lnTo>
                <a:lnTo>
                  <a:pt x="25908" y="126492"/>
                </a:lnTo>
                <a:lnTo>
                  <a:pt x="30480" y="123444"/>
                </a:lnTo>
                <a:lnTo>
                  <a:pt x="32004" y="120396"/>
                </a:lnTo>
                <a:lnTo>
                  <a:pt x="32004" y="111252"/>
                </a:lnTo>
                <a:close/>
              </a:path>
              <a:path extrusionOk="0" h="600709" w="212089">
                <a:moveTo>
                  <a:pt x="207264" y="240792"/>
                </a:moveTo>
                <a:lnTo>
                  <a:pt x="202692" y="240792"/>
                </a:lnTo>
                <a:lnTo>
                  <a:pt x="202692" y="246888"/>
                </a:lnTo>
                <a:lnTo>
                  <a:pt x="201168" y="251460"/>
                </a:lnTo>
                <a:lnTo>
                  <a:pt x="199644" y="252984"/>
                </a:lnTo>
                <a:lnTo>
                  <a:pt x="198120" y="256032"/>
                </a:lnTo>
                <a:lnTo>
                  <a:pt x="196596" y="257556"/>
                </a:lnTo>
                <a:lnTo>
                  <a:pt x="193548" y="259080"/>
                </a:lnTo>
                <a:lnTo>
                  <a:pt x="190500" y="259080"/>
                </a:lnTo>
                <a:lnTo>
                  <a:pt x="184404" y="260604"/>
                </a:lnTo>
                <a:lnTo>
                  <a:pt x="118872" y="260604"/>
                </a:lnTo>
                <a:lnTo>
                  <a:pt x="111188" y="260870"/>
                </a:lnTo>
                <a:lnTo>
                  <a:pt x="74676" y="275844"/>
                </a:lnTo>
                <a:lnTo>
                  <a:pt x="70104" y="288036"/>
                </a:lnTo>
                <a:lnTo>
                  <a:pt x="70104" y="295656"/>
                </a:lnTo>
                <a:lnTo>
                  <a:pt x="71818" y="306235"/>
                </a:lnTo>
                <a:lnTo>
                  <a:pt x="76962" y="317373"/>
                </a:lnTo>
                <a:lnTo>
                  <a:pt x="85534" y="329095"/>
                </a:lnTo>
                <a:lnTo>
                  <a:pt x="97536" y="341376"/>
                </a:lnTo>
                <a:lnTo>
                  <a:pt x="70104" y="341376"/>
                </a:lnTo>
                <a:lnTo>
                  <a:pt x="70104" y="347472"/>
                </a:lnTo>
                <a:lnTo>
                  <a:pt x="86868" y="388620"/>
                </a:lnTo>
                <a:lnTo>
                  <a:pt x="91440" y="385572"/>
                </a:lnTo>
                <a:lnTo>
                  <a:pt x="88392" y="379476"/>
                </a:lnTo>
                <a:lnTo>
                  <a:pt x="88392" y="373380"/>
                </a:lnTo>
                <a:lnTo>
                  <a:pt x="89916" y="371856"/>
                </a:lnTo>
                <a:lnTo>
                  <a:pt x="89916" y="370332"/>
                </a:lnTo>
                <a:lnTo>
                  <a:pt x="91440" y="368808"/>
                </a:lnTo>
                <a:lnTo>
                  <a:pt x="94488" y="367284"/>
                </a:lnTo>
                <a:lnTo>
                  <a:pt x="97536" y="367284"/>
                </a:lnTo>
                <a:lnTo>
                  <a:pt x="100990" y="366407"/>
                </a:lnTo>
                <a:lnTo>
                  <a:pt x="106870" y="365950"/>
                </a:lnTo>
                <a:lnTo>
                  <a:pt x="126492" y="365760"/>
                </a:lnTo>
                <a:lnTo>
                  <a:pt x="185928" y="365760"/>
                </a:lnTo>
                <a:lnTo>
                  <a:pt x="193548" y="367284"/>
                </a:lnTo>
                <a:lnTo>
                  <a:pt x="196596" y="368808"/>
                </a:lnTo>
                <a:lnTo>
                  <a:pt x="199644" y="371856"/>
                </a:lnTo>
                <a:lnTo>
                  <a:pt x="202692" y="376428"/>
                </a:lnTo>
                <a:lnTo>
                  <a:pt x="202692" y="385572"/>
                </a:lnTo>
                <a:lnTo>
                  <a:pt x="207264" y="385572"/>
                </a:lnTo>
                <a:lnTo>
                  <a:pt x="207264" y="321564"/>
                </a:lnTo>
                <a:lnTo>
                  <a:pt x="202692" y="321564"/>
                </a:lnTo>
                <a:lnTo>
                  <a:pt x="202692" y="327660"/>
                </a:lnTo>
                <a:lnTo>
                  <a:pt x="201168" y="332232"/>
                </a:lnTo>
                <a:lnTo>
                  <a:pt x="199644" y="335280"/>
                </a:lnTo>
                <a:lnTo>
                  <a:pt x="196596" y="338328"/>
                </a:lnTo>
                <a:lnTo>
                  <a:pt x="193548" y="339852"/>
                </a:lnTo>
                <a:lnTo>
                  <a:pt x="192024" y="341376"/>
                </a:lnTo>
                <a:lnTo>
                  <a:pt x="106680" y="341376"/>
                </a:lnTo>
                <a:lnTo>
                  <a:pt x="98679" y="332473"/>
                </a:lnTo>
                <a:lnTo>
                  <a:pt x="92964" y="323850"/>
                </a:lnTo>
                <a:lnTo>
                  <a:pt x="89535" y="315239"/>
                </a:lnTo>
                <a:lnTo>
                  <a:pt x="88392" y="306324"/>
                </a:lnTo>
                <a:lnTo>
                  <a:pt x="88392" y="298704"/>
                </a:lnTo>
                <a:lnTo>
                  <a:pt x="121920" y="284988"/>
                </a:lnTo>
                <a:lnTo>
                  <a:pt x="190500" y="284988"/>
                </a:lnTo>
                <a:lnTo>
                  <a:pt x="199644" y="289560"/>
                </a:lnTo>
                <a:lnTo>
                  <a:pt x="202692" y="295656"/>
                </a:lnTo>
                <a:lnTo>
                  <a:pt x="202692" y="304800"/>
                </a:lnTo>
                <a:lnTo>
                  <a:pt x="207264" y="304800"/>
                </a:lnTo>
                <a:lnTo>
                  <a:pt x="207264" y="240792"/>
                </a:lnTo>
                <a:close/>
              </a:path>
              <a:path extrusionOk="0" h="600709" w="212089">
                <a:moveTo>
                  <a:pt x="207264" y="82296"/>
                </a:moveTo>
                <a:lnTo>
                  <a:pt x="202692" y="82296"/>
                </a:lnTo>
                <a:lnTo>
                  <a:pt x="202692" y="88392"/>
                </a:lnTo>
                <a:lnTo>
                  <a:pt x="201168" y="92964"/>
                </a:lnTo>
                <a:lnTo>
                  <a:pt x="199644" y="96012"/>
                </a:lnTo>
                <a:lnTo>
                  <a:pt x="196596" y="99060"/>
                </a:lnTo>
                <a:lnTo>
                  <a:pt x="190500" y="102108"/>
                </a:lnTo>
                <a:lnTo>
                  <a:pt x="70104" y="102108"/>
                </a:lnTo>
                <a:lnTo>
                  <a:pt x="70104" y="108204"/>
                </a:lnTo>
                <a:lnTo>
                  <a:pt x="86868" y="149352"/>
                </a:lnTo>
                <a:lnTo>
                  <a:pt x="91440" y="147828"/>
                </a:lnTo>
                <a:lnTo>
                  <a:pt x="89916" y="143256"/>
                </a:lnTo>
                <a:lnTo>
                  <a:pt x="88392" y="140208"/>
                </a:lnTo>
                <a:lnTo>
                  <a:pt x="88392" y="134112"/>
                </a:lnTo>
                <a:lnTo>
                  <a:pt x="89916" y="132588"/>
                </a:lnTo>
                <a:lnTo>
                  <a:pt x="89916" y="131064"/>
                </a:lnTo>
                <a:lnTo>
                  <a:pt x="91440" y="129540"/>
                </a:lnTo>
                <a:lnTo>
                  <a:pt x="94488" y="129540"/>
                </a:lnTo>
                <a:lnTo>
                  <a:pt x="97536" y="128016"/>
                </a:lnTo>
                <a:lnTo>
                  <a:pt x="101854" y="127139"/>
                </a:lnTo>
                <a:lnTo>
                  <a:pt x="108013" y="126682"/>
                </a:lnTo>
                <a:lnTo>
                  <a:pt x="117348" y="126492"/>
                </a:lnTo>
                <a:lnTo>
                  <a:pt x="184404" y="126492"/>
                </a:lnTo>
                <a:lnTo>
                  <a:pt x="190500" y="128016"/>
                </a:lnTo>
                <a:lnTo>
                  <a:pt x="193548" y="128016"/>
                </a:lnTo>
                <a:lnTo>
                  <a:pt x="196596" y="129540"/>
                </a:lnTo>
                <a:lnTo>
                  <a:pt x="198120" y="131064"/>
                </a:lnTo>
                <a:lnTo>
                  <a:pt x="199644" y="134112"/>
                </a:lnTo>
                <a:lnTo>
                  <a:pt x="201168" y="135636"/>
                </a:lnTo>
                <a:lnTo>
                  <a:pt x="202692" y="140208"/>
                </a:lnTo>
                <a:lnTo>
                  <a:pt x="202692" y="146304"/>
                </a:lnTo>
                <a:lnTo>
                  <a:pt x="207264" y="146304"/>
                </a:lnTo>
                <a:lnTo>
                  <a:pt x="207264" y="126492"/>
                </a:lnTo>
                <a:lnTo>
                  <a:pt x="207264" y="82296"/>
                </a:lnTo>
                <a:close/>
              </a:path>
              <a:path extrusionOk="0" h="600709" w="212089">
                <a:moveTo>
                  <a:pt x="207276" y="0"/>
                </a:moveTo>
                <a:lnTo>
                  <a:pt x="202704" y="0"/>
                </a:lnTo>
                <a:lnTo>
                  <a:pt x="202704" y="6096"/>
                </a:lnTo>
                <a:lnTo>
                  <a:pt x="201180" y="10668"/>
                </a:lnTo>
                <a:lnTo>
                  <a:pt x="199656" y="12192"/>
                </a:lnTo>
                <a:lnTo>
                  <a:pt x="198132" y="15240"/>
                </a:lnTo>
                <a:lnTo>
                  <a:pt x="196608" y="16764"/>
                </a:lnTo>
                <a:lnTo>
                  <a:pt x="193560" y="18288"/>
                </a:lnTo>
                <a:lnTo>
                  <a:pt x="190512" y="18288"/>
                </a:lnTo>
                <a:lnTo>
                  <a:pt x="184416" y="19812"/>
                </a:lnTo>
                <a:lnTo>
                  <a:pt x="12" y="19812"/>
                </a:lnTo>
                <a:lnTo>
                  <a:pt x="12" y="25908"/>
                </a:lnTo>
                <a:lnTo>
                  <a:pt x="16776" y="65532"/>
                </a:lnTo>
                <a:lnTo>
                  <a:pt x="21348" y="62484"/>
                </a:lnTo>
                <a:lnTo>
                  <a:pt x="18300" y="56388"/>
                </a:lnTo>
                <a:lnTo>
                  <a:pt x="18300" y="48768"/>
                </a:lnTo>
                <a:lnTo>
                  <a:pt x="21348" y="45720"/>
                </a:lnTo>
                <a:lnTo>
                  <a:pt x="24396" y="45720"/>
                </a:lnTo>
                <a:lnTo>
                  <a:pt x="27444" y="44196"/>
                </a:lnTo>
                <a:lnTo>
                  <a:pt x="190512" y="44196"/>
                </a:lnTo>
                <a:lnTo>
                  <a:pt x="196608" y="47244"/>
                </a:lnTo>
                <a:lnTo>
                  <a:pt x="199656" y="50292"/>
                </a:lnTo>
                <a:lnTo>
                  <a:pt x="201180" y="53340"/>
                </a:lnTo>
                <a:lnTo>
                  <a:pt x="202704" y="57912"/>
                </a:lnTo>
                <a:lnTo>
                  <a:pt x="202704" y="64008"/>
                </a:lnTo>
                <a:lnTo>
                  <a:pt x="207276" y="64008"/>
                </a:lnTo>
                <a:lnTo>
                  <a:pt x="207276" y="0"/>
                </a:lnTo>
                <a:close/>
              </a:path>
              <a:path extrusionOk="0" h="600709" w="212089">
                <a:moveTo>
                  <a:pt x="210312" y="184404"/>
                </a:moveTo>
                <a:lnTo>
                  <a:pt x="207264" y="178308"/>
                </a:lnTo>
                <a:lnTo>
                  <a:pt x="198120" y="166116"/>
                </a:lnTo>
                <a:lnTo>
                  <a:pt x="190500" y="161544"/>
                </a:lnTo>
                <a:lnTo>
                  <a:pt x="181356" y="158496"/>
                </a:lnTo>
                <a:lnTo>
                  <a:pt x="181356" y="164592"/>
                </a:lnTo>
                <a:lnTo>
                  <a:pt x="187452" y="167640"/>
                </a:lnTo>
                <a:lnTo>
                  <a:pt x="192024" y="176784"/>
                </a:lnTo>
                <a:lnTo>
                  <a:pt x="192024" y="184404"/>
                </a:lnTo>
                <a:lnTo>
                  <a:pt x="190500" y="187452"/>
                </a:lnTo>
                <a:lnTo>
                  <a:pt x="187452" y="188976"/>
                </a:lnTo>
                <a:lnTo>
                  <a:pt x="184404" y="192024"/>
                </a:lnTo>
                <a:lnTo>
                  <a:pt x="178308" y="193548"/>
                </a:lnTo>
                <a:lnTo>
                  <a:pt x="82296" y="193548"/>
                </a:lnTo>
                <a:lnTo>
                  <a:pt x="82296" y="161544"/>
                </a:lnTo>
                <a:lnTo>
                  <a:pt x="73152" y="161544"/>
                </a:lnTo>
                <a:lnTo>
                  <a:pt x="73152" y="193548"/>
                </a:lnTo>
                <a:lnTo>
                  <a:pt x="28956" y="193548"/>
                </a:lnTo>
                <a:lnTo>
                  <a:pt x="28956" y="196596"/>
                </a:lnTo>
                <a:lnTo>
                  <a:pt x="38100" y="199644"/>
                </a:lnTo>
                <a:lnTo>
                  <a:pt x="45720" y="204216"/>
                </a:lnTo>
                <a:lnTo>
                  <a:pt x="48768" y="205740"/>
                </a:lnTo>
                <a:lnTo>
                  <a:pt x="56388" y="210312"/>
                </a:lnTo>
                <a:lnTo>
                  <a:pt x="62484" y="216408"/>
                </a:lnTo>
                <a:lnTo>
                  <a:pt x="71628" y="228600"/>
                </a:lnTo>
                <a:lnTo>
                  <a:pt x="77724" y="240792"/>
                </a:lnTo>
                <a:lnTo>
                  <a:pt x="82296" y="240792"/>
                </a:lnTo>
                <a:lnTo>
                  <a:pt x="82296" y="217932"/>
                </a:lnTo>
                <a:lnTo>
                  <a:pt x="182880" y="217932"/>
                </a:lnTo>
                <a:lnTo>
                  <a:pt x="190500" y="216408"/>
                </a:lnTo>
                <a:lnTo>
                  <a:pt x="195072" y="214884"/>
                </a:lnTo>
                <a:lnTo>
                  <a:pt x="199644" y="211836"/>
                </a:lnTo>
                <a:lnTo>
                  <a:pt x="202692" y="208788"/>
                </a:lnTo>
                <a:lnTo>
                  <a:pt x="205740" y="204216"/>
                </a:lnTo>
                <a:lnTo>
                  <a:pt x="208788" y="201168"/>
                </a:lnTo>
                <a:lnTo>
                  <a:pt x="210312" y="196596"/>
                </a:lnTo>
                <a:lnTo>
                  <a:pt x="210312" y="184404"/>
                </a:lnTo>
                <a:close/>
              </a:path>
              <a:path extrusionOk="0" h="600709" w="212089">
                <a:moveTo>
                  <a:pt x="211848" y="495300"/>
                </a:moveTo>
                <a:lnTo>
                  <a:pt x="204774" y="457796"/>
                </a:lnTo>
                <a:lnTo>
                  <a:pt x="178650" y="428561"/>
                </a:lnTo>
                <a:lnTo>
                  <a:pt x="138976" y="419417"/>
                </a:lnTo>
                <a:lnTo>
                  <a:pt x="124980" y="419100"/>
                </a:lnTo>
                <a:lnTo>
                  <a:pt x="32016" y="419100"/>
                </a:lnTo>
                <a:lnTo>
                  <a:pt x="25920" y="417576"/>
                </a:lnTo>
                <a:lnTo>
                  <a:pt x="22872" y="416052"/>
                </a:lnTo>
                <a:lnTo>
                  <a:pt x="16776" y="411480"/>
                </a:lnTo>
                <a:lnTo>
                  <a:pt x="13728" y="406908"/>
                </a:lnTo>
                <a:lnTo>
                  <a:pt x="13728" y="391668"/>
                </a:lnTo>
                <a:lnTo>
                  <a:pt x="9156" y="391668"/>
                </a:lnTo>
                <a:lnTo>
                  <a:pt x="9156" y="458724"/>
                </a:lnTo>
                <a:lnTo>
                  <a:pt x="13728" y="458724"/>
                </a:lnTo>
                <a:lnTo>
                  <a:pt x="13728" y="451104"/>
                </a:lnTo>
                <a:lnTo>
                  <a:pt x="13728" y="445008"/>
                </a:lnTo>
                <a:lnTo>
                  <a:pt x="15252" y="438912"/>
                </a:lnTo>
                <a:lnTo>
                  <a:pt x="19824" y="435864"/>
                </a:lnTo>
                <a:lnTo>
                  <a:pt x="22872" y="432816"/>
                </a:lnTo>
                <a:lnTo>
                  <a:pt x="30492" y="431292"/>
                </a:lnTo>
                <a:lnTo>
                  <a:pt x="123456" y="431292"/>
                </a:lnTo>
                <a:lnTo>
                  <a:pt x="169176" y="437388"/>
                </a:lnTo>
                <a:lnTo>
                  <a:pt x="194513" y="466140"/>
                </a:lnTo>
                <a:lnTo>
                  <a:pt x="199656" y="493776"/>
                </a:lnTo>
                <a:lnTo>
                  <a:pt x="199123" y="501256"/>
                </a:lnTo>
                <a:lnTo>
                  <a:pt x="179844" y="534924"/>
                </a:lnTo>
                <a:lnTo>
                  <a:pt x="173748" y="539496"/>
                </a:lnTo>
                <a:lnTo>
                  <a:pt x="129552" y="545592"/>
                </a:lnTo>
                <a:lnTo>
                  <a:pt x="32016" y="545592"/>
                </a:lnTo>
                <a:lnTo>
                  <a:pt x="24396" y="544068"/>
                </a:lnTo>
                <a:lnTo>
                  <a:pt x="15252" y="539496"/>
                </a:lnTo>
                <a:lnTo>
                  <a:pt x="13728" y="533400"/>
                </a:lnTo>
                <a:lnTo>
                  <a:pt x="13728" y="518160"/>
                </a:lnTo>
                <a:lnTo>
                  <a:pt x="9156" y="518160"/>
                </a:lnTo>
                <a:lnTo>
                  <a:pt x="9156" y="600456"/>
                </a:lnTo>
                <a:lnTo>
                  <a:pt x="13728" y="600456"/>
                </a:lnTo>
                <a:lnTo>
                  <a:pt x="13728" y="586740"/>
                </a:lnTo>
                <a:lnTo>
                  <a:pt x="15252" y="580644"/>
                </a:lnTo>
                <a:lnTo>
                  <a:pt x="44208" y="573024"/>
                </a:lnTo>
                <a:lnTo>
                  <a:pt x="120408" y="573024"/>
                </a:lnTo>
                <a:lnTo>
                  <a:pt x="137236" y="572744"/>
                </a:lnTo>
                <a:lnTo>
                  <a:pt x="178650" y="564438"/>
                </a:lnTo>
                <a:lnTo>
                  <a:pt x="204774" y="534949"/>
                </a:lnTo>
                <a:lnTo>
                  <a:pt x="211010" y="510425"/>
                </a:lnTo>
                <a:lnTo>
                  <a:pt x="211848" y="4953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8" name="Google Shape;4648;p76"/>
          <p:cNvGrpSpPr/>
          <p:nvPr/>
        </p:nvGrpSpPr>
        <p:grpSpPr>
          <a:xfrm>
            <a:off x="5364479" y="5940552"/>
            <a:ext cx="554736" cy="2810255"/>
            <a:chOff x="5364479" y="5940552"/>
            <a:chExt cx="554736" cy="2810255"/>
          </a:xfrm>
        </p:grpSpPr>
        <p:pic>
          <p:nvPicPr>
            <p:cNvPr id="4649" name="Google Shape;4649;p76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5364479" y="5940552"/>
              <a:ext cx="211836" cy="14554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50" name="Google Shape;4650;p76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5364480" y="7068312"/>
              <a:ext cx="554735" cy="168249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51" name="Google Shape;4651;p76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5364479" y="2956560"/>
            <a:ext cx="271271" cy="1594104"/>
          </a:xfrm>
          <a:prstGeom prst="rect">
            <a:avLst/>
          </a:prstGeom>
          <a:noFill/>
          <a:ln>
            <a:noFill/>
          </a:ln>
        </p:spPr>
      </p:pic>
      <p:sp>
        <p:nvSpPr>
          <p:cNvPr id="4652" name="Google Shape;4652;p76"/>
          <p:cNvSpPr/>
          <p:nvPr/>
        </p:nvSpPr>
        <p:spPr>
          <a:xfrm>
            <a:off x="5774435" y="8842247"/>
            <a:ext cx="26034" cy="76200"/>
          </a:xfrm>
          <a:custGeom>
            <a:rect b="b" l="l" r="r" t="t"/>
            <a:pathLst>
              <a:path extrusionOk="0" h="76200" w="26035">
                <a:moveTo>
                  <a:pt x="25908" y="76200"/>
                </a:moveTo>
                <a:lnTo>
                  <a:pt x="0" y="76200"/>
                </a:lnTo>
                <a:lnTo>
                  <a:pt x="0" y="0"/>
                </a:lnTo>
                <a:lnTo>
                  <a:pt x="25908" y="0"/>
                </a:lnTo>
                <a:lnTo>
                  <a:pt x="25908" y="762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653" name="Google Shape;4653;p76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5364479" y="3895344"/>
            <a:ext cx="554736" cy="226618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54" name="Google Shape;4654;p76"/>
          <p:cNvGrpSpPr/>
          <p:nvPr/>
        </p:nvGrpSpPr>
        <p:grpSpPr>
          <a:xfrm>
            <a:off x="5647944" y="6252971"/>
            <a:ext cx="254888" cy="717805"/>
            <a:chOff x="5647944" y="6252971"/>
            <a:chExt cx="254888" cy="717805"/>
          </a:xfrm>
        </p:grpSpPr>
        <p:sp>
          <p:nvSpPr>
            <p:cNvPr id="4655" name="Google Shape;4655;p76"/>
            <p:cNvSpPr/>
            <p:nvPr/>
          </p:nvSpPr>
          <p:spPr>
            <a:xfrm>
              <a:off x="5647944" y="6437376"/>
              <a:ext cx="212090" cy="533400"/>
            </a:xfrm>
            <a:custGeom>
              <a:rect b="b" l="l" r="r" t="t"/>
              <a:pathLst>
                <a:path extrusionOk="0" h="533400" w="212089">
                  <a:moveTo>
                    <a:pt x="32004" y="193548"/>
                  </a:moveTo>
                  <a:lnTo>
                    <a:pt x="30480" y="190500"/>
                  </a:lnTo>
                  <a:lnTo>
                    <a:pt x="24384" y="184404"/>
                  </a:lnTo>
                  <a:lnTo>
                    <a:pt x="21336" y="182880"/>
                  </a:lnTo>
                  <a:lnTo>
                    <a:pt x="12192" y="182880"/>
                  </a:lnTo>
                  <a:lnTo>
                    <a:pt x="7620" y="184404"/>
                  </a:lnTo>
                  <a:lnTo>
                    <a:pt x="1524" y="190500"/>
                  </a:lnTo>
                  <a:lnTo>
                    <a:pt x="0" y="193548"/>
                  </a:lnTo>
                  <a:lnTo>
                    <a:pt x="0" y="202692"/>
                  </a:lnTo>
                  <a:lnTo>
                    <a:pt x="1524" y="205740"/>
                  </a:lnTo>
                  <a:lnTo>
                    <a:pt x="4572" y="208788"/>
                  </a:lnTo>
                  <a:lnTo>
                    <a:pt x="7620" y="213360"/>
                  </a:lnTo>
                  <a:lnTo>
                    <a:pt x="12192" y="214884"/>
                  </a:lnTo>
                  <a:lnTo>
                    <a:pt x="21336" y="214884"/>
                  </a:lnTo>
                  <a:lnTo>
                    <a:pt x="30480" y="205740"/>
                  </a:lnTo>
                  <a:lnTo>
                    <a:pt x="32004" y="202692"/>
                  </a:lnTo>
                  <a:lnTo>
                    <a:pt x="32004" y="193548"/>
                  </a:lnTo>
                  <a:close/>
                </a:path>
                <a:path extrusionOk="0" h="533400" w="212089">
                  <a:moveTo>
                    <a:pt x="207264" y="321564"/>
                  </a:moveTo>
                  <a:lnTo>
                    <a:pt x="202692" y="321564"/>
                  </a:lnTo>
                  <a:lnTo>
                    <a:pt x="202692" y="332232"/>
                  </a:lnTo>
                  <a:lnTo>
                    <a:pt x="201168" y="335280"/>
                  </a:lnTo>
                  <a:lnTo>
                    <a:pt x="198120" y="338328"/>
                  </a:lnTo>
                  <a:lnTo>
                    <a:pt x="195072" y="339852"/>
                  </a:lnTo>
                  <a:lnTo>
                    <a:pt x="192024" y="339852"/>
                  </a:lnTo>
                  <a:lnTo>
                    <a:pt x="185928" y="341376"/>
                  </a:lnTo>
                  <a:lnTo>
                    <a:pt x="134112" y="341376"/>
                  </a:lnTo>
                  <a:lnTo>
                    <a:pt x="0" y="341376"/>
                  </a:lnTo>
                  <a:lnTo>
                    <a:pt x="0" y="347472"/>
                  </a:lnTo>
                  <a:lnTo>
                    <a:pt x="16764" y="387096"/>
                  </a:lnTo>
                  <a:lnTo>
                    <a:pt x="21336" y="384048"/>
                  </a:lnTo>
                  <a:lnTo>
                    <a:pt x="19812" y="381000"/>
                  </a:lnTo>
                  <a:lnTo>
                    <a:pt x="19812" y="371856"/>
                  </a:lnTo>
                  <a:lnTo>
                    <a:pt x="24384" y="367284"/>
                  </a:lnTo>
                  <a:lnTo>
                    <a:pt x="28956" y="365760"/>
                  </a:lnTo>
                  <a:lnTo>
                    <a:pt x="192024" y="365760"/>
                  </a:lnTo>
                  <a:lnTo>
                    <a:pt x="198120" y="368808"/>
                  </a:lnTo>
                  <a:lnTo>
                    <a:pt x="201168" y="371856"/>
                  </a:lnTo>
                  <a:lnTo>
                    <a:pt x="202692" y="374904"/>
                  </a:lnTo>
                  <a:lnTo>
                    <a:pt x="202692" y="387096"/>
                  </a:lnTo>
                  <a:lnTo>
                    <a:pt x="207264" y="387096"/>
                  </a:lnTo>
                  <a:lnTo>
                    <a:pt x="207264" y="365760"/>
                  </a:lnTo>
                  <a:lnTo>
                    <a:pt x="207264" y="321564"/>
                  </a:lnTo>
                  <a:close/>
                </a:path>
                <a:path extrusionOk="0" h="533400" w="212089">
                  <a:moveTo>
                    <a:pt x="207264" y="237744"/>
                  </a:moveTo>
                  <a:lnTo>
                    <a:pt x="201168" y="237744"/>
                  </a:lnTo>
                  <a:lnTo>
                    <a:pt x="201168" y="248412"/>
                  </a:lnTo>
                  <a:lnTo>
                    <a:pt x="199644" y="249936"/>
                  </a:lnTo>
                  <a:lnTo>
                    <a:pt x="199644" y="254508"/>
                  </a:lnTo>
                  <a:lnTo>
                    <a:pt x="192024" y="262128"/>
                  </a:lnTo>
                  <a:lnTo>
                    <a:pt x="188874" y="265010"/>
                  </a:lnTo>
                  <a:lnTo>
                    <a:pt x="177444" y="274777"/>
                  </a:lnTo>
                  <a:lnTo>
                    <a:pt x="169164" y="281940"/>
                  </a:lnTo>
                  <a:lnTo>
                    <a:pt x="124968" y="316992"/>
                  </a:lnTo>
                  <a:lnTo>
                    <a:pt x="101688" y="292608"/>
                  </a:lnTo>
                  <a:lnTo>
                    <a:pt x="92964" y="283464"/>
                  </a:lnTo>
                  <a:lnTo>
                    <a:pt x="86868" y="275844"/>
                  </a:lnTo>
                  <a:lnTo>
                    <a:pt x="82296" y="269748"/>
                  </a:lnTo>
                  <a:lnTo>
                    <a:pt x="80772" y="263652"/>
                  </a:lnTo>
                  <a:lnTo>
                    <a:pt x="77724" y="257556"/>
                  </a:lnTo>
                  <a:lnTo>
                    <a:pt x="76200" y="251460"/>
                  </a:lnTo>
                  <a:lnTo>
                    <a:pt x="76200" y="242316"/>
                  </a:lnTo>
                  <a:lnTo>
                    <a:pt x="73152" y="242316"/>
                  </a:lnTo>
                  <a:lnTo>
                    <a:pt x="73152" y="303276"/>
                  </a:lnTo>
                  <a:lnTo>
                    <a:pt x="77724" y="303276"/>
                  </a:lnTo>
                  <a:lnTo>
                    <a:pt x="77724" y="298704"/>
                  </a:lnTo>
                  <a:lnTo>
                    <a:pt x="79248" y="295656"/>
                  </a:lnTo>
                  <a:lnTo>
                    <a:pt x="82296" y="292608"/>
                  </a:lnTo>
                  <a:lnTo>
                    <a:pt x="88392" y="292608"/>
                  </a:lnTo>
                  <a:lnTo>
                    <a:pt x="89916" y="294132"/>
                  </a:lnTo>
                  <a:lnTo>
                    <a:pt x="91440" y="294132"/>
                  </a:lnTo>
                  <a:lnTo>
                    <a:pt x="96012" y="298704"/>
                  </a:lnTo>
                  <a:lnTo>
                    <a:pt x="102108" y="306324"/>
                  </a:lnTo>
                  <a:lnTo>
                    <a:pt x="134112" y="341376"/>
                  </a:lnTo>
                  <a:lnTo>
                    <a:pt x="163715" y="316992"/>
                  </a:lnTo>
                  <a:lnTo>
                    <a:pt x="185928" y="298704"/>
                  </a:lnTo>
                  <a:lnTo>
                    <a:pt x="195072" y="292608"/>
                  </a:lnTo>
                  <a:lnTo>
                    <a:pt x="199644" y="292608"/>
                  </a:lnTo>
                  <a:lnTo>
                    <a:pt x="201168" y="294132"/>
                  </a:lnTo>
                  <a:lnTo>
                    <a:pt x="201168" y="295656"/>
                  </a:lnTo>
                  <a:lnTo>
                    <a:pt x="202692" y="295656"/>
                  </a:lnTo>
                  <a:lnTo>
                    <a:pt x="202692" y="303276"/>
                  </a:lnTo>
                  <a:lnTo>
                    <a:pt x="207264" y="303276"/>
                  </a:lnTo>
                  <a:lnTo>
                    <a:pt x="207264" y="292608"/>
                  </a:lnTo>
                  <a:lnTo>
                    <a:pt x="207264" y="237744"/>
                  </a:lnTo>
                  <a:close/>
                </a:path>
                <a:path extrusionOk="0" h="533400" w="212089">
                  <a:moveTo>
                    <a:pt x="207264" y="166116"/>
                  </a:moveTo>
                  <a:lnTo>
                    <a:pt x="202692" y="166116"/>
                  </a:lnTo>
                  <a:lnTo>
                    <a:pt x="202692" y="175260"/>
                  </a:lnTo>
                  <a:lnTo>
                    <a:pt x="201168" y="178308"/>
                  </a:lnTo>
                  <a:lnTo>
                    <a:pt x="199644" y="179832"/>
                  </a:lnTo>
                  <a:lnTo>
                    <a:pt x="198120" y="182880"/>
                  </a:lnTo>
                  <a:lnTo>
                    <a:pt x="195072" y="182880"/>
                  </a:lnTo>
                  <a:lnTo>
                    <a:pt x="192024" y="184404"/>
                  </a:lnTo>
                  <a:lnTo>
                    <a:pt x="185928" y="185928"/>
                  </a:lnTo>
                  <a:lnTo>
                    <a:pt x="70104" y="185928"/>
                  </a:lnTo>
                  <a:lnTo>
                    <a:pt x="70104" y="192024"/>
                  </a:lnTo>
                  <a:lnTo>
                    <a:pt x="86868" y="233172"/>
                  </a:lnTo>
                  <a:lnTo>
                    <a:pt x="91440" y="230124"/>
                  </a:lnTo>
                  <a:lnTo>
                    <a:pt x="89916" y="227076"/>
                  </a:lnTo>
                  <a:lnTo>
                    <a:pt x="89916" y="216408"/>
                  </a:lnTo>
                  <a:lnTo>
                    <a:pt x="94488" y="211836"/>
                  </a:lnTo>
                  <a:lnTo>
                    <a:pt x="97536" y="210312"/>
                  </a:lnTo>
                  <a:lnTo>
                    <a:pt x="192024" y="210312"/>
                  </a:lnTo>
                  <a:lnTo>
                    <a:pt x="198120" y="213360"/>
                  </a:lnTo>
                  <a:lnTo>
                    <a:pt x="201168" y="216408"/>
                  </a:lnTo>
                  <a:lnTo>
                    <a:pt x="202692" y="219456"/>
                  </a:lnTo>
                  <a:lnTo>
                    <a:pt x="202692" y="230124"/>
                  </a:lnTo>
                  <a:lnTo>
                    <a:pt x="207264" y="230124"/>
                  </a:lnTo>
                  <a:lnTo>
                    <a:pt x="207264" y="210312"/>
                  </a:lnTo>
                  <a:lnTo>
                    <a:pt x="207264" y="166116"/>
                  </a:lnTo>
                  <a:close/>
                </a:path>
                <a:path extrusionOk="0" h="533400" w="212089">
                  <a:moveTo>
                    <a:pt x="207264" y="82296"/>
                  </a:moveTo>
                  <a:lnTo>
                    <a:pt x="202692" y="82296"/>
                  </a:lnTo>
                  <a:lnTo>
                    <a:pt x="202692" y="92964"/>
                  </a:lnTo>
                  <a:lnTo>
                    <a:pt x="201168" y="96012"/>
                  </a:lnTo>
                  <a:lnTo>
                    <a:pt x="198120" y="99060"/>
                  </a:lnTo>
                  <a:lnTo>
                    <a:pt x="192024" y="102108"/>
                  </a:lnTo>
                  <a:lnTo>
                    <a:pt x="0" y="102108"/>
                  </a:lnTo>
                  <a:lnTo>
                    <a:pt x="0" y="108204"/>
                  </a:lnTo>
                  <a:lnTo>
                    <a:pt x="16764" y="147828"/>
                  </a:lnTo>
                  <a:lnTo>
                    <a:pt x="21336" y="144780"/>
                  </a:lnTo>
                  <a:lnTo>
                    <a:pt x="19812" y="141732"/>
                  </a:lnTo>
                  <a:lnTo>
                    <a:pt x="19812" y="132588"/>
                  </a:lnTo>
                  <a:lnTo>
                    <a:pt x="24384" y="128016"/>
                  </a:lnTo>
                  <a:lnTo>
                    <a:pt x="28956" y="128016"/>
                  </a:lnTo>
                  <a:lnTo>
                    <a:pt x="32385" y="127139"/>
                  </a:lnTo>
                  <a:lnTo>
                    <a:pt x="38100" y="126682"/>
                  </a:lnTo>
                  <a:lnTo>
                    <a:pt x="56388" y="126492"/>
                  </a:lnTo>
                  <a:lnTo>
                    <a:pt x="192024" y="126492"/>
                  </a:lnTo>
                  <a:lnTo>
                    <a:pt x="198120" y="129540"/>
                  </a:lnTo>
                  <a:lnTo>
                    <a:pt x="199644" y="131064"/>
                  </a:lnTo>
                  <a:lnTo>
                    <a:pt x="201168" y="134112"/>
                  </a:lnTo>
                  <a:lnTo>
                    <a:pt x="202692" y="135636"/>
                  </a:lnTo>
                  <a:lnTo>
                    <a:pt x="202692" y="146304"/>
                  </a:lnTo>
                  <a:lnTo>
                    <a:pt x="207264" y="146304"/>
                  </a:lnTo>
                  <a:lnTo>
                    <a:pt x="207264" y="82296"/>
                  </a:lnTo>
                  <a:close/>
                </a:path>
                <a:path extrusionOk="0" h="533400" w="212089">
                  <a:moveTo>
                    <a:pt x="207264" y="0"/>
                  </a:moveTo>
                  <a:lnTo>
                    <a:pt x="202692" y="0"/>
                  </a:lnTo>
                  <a:lnTo>
                    <a:pt x="202692" y="10668"/>
                  </a:lnTo>
                  <a:lnTo>
                    <a:pt x="201168" y="12192"/>
                  </a:lnTo>
                  <a:lnTo>
                    <a:pt x="199644" y="15240"/>
                  </a:lnTo>
                  <a:lnTo>
                    <a:pt x="198120" y="16764"/>
                  </a:lnTo>
                  <a:lnTo>
                    <a:pt x="195072" y="16764"/>
                  </a:lnTo>
                  <a:lnTo>
                    <a:pt x="192024" y="18288"/>
                  </a:lnTo>
                  <a:lnTo>
                    <a:pt x="185928" y="19812"/>
                  </a:lnTo>
                  <a:lnTo>
                    <a:pt x="0" y="19812"/>
                  </a:lnTo>
                  <a:lnTo>
                    <a:pt x="0" y="25908"/>
                  </a:lnTo>
                  <a:lnTo>
                    <a:pt x="16764" y="65532"/>
                  </a:lnTo>
                  <a:lnTo>
                    <a:pt x="21336" y="62484"/>
                  </a:lnTo>
                  <a:lnTo>
                    <a:pt x="19812" y="59436"/>
                  </a:lnTo>
                  <a:lnTo>
                    <a:pt x="19812" y="48768"/>
                  </a:lnTo>
                  <a:lnTo>
                    <a:pt x="22860" y="45720"/>
                  </a:lnTo>
                  <a:lnTo>
                    <a:pt x="24384" y="45720"/>
                  </a:lnTo>
                  <a:lnTo>
                    <a:pt x="28956" y="44196"/>
                  </a:lnTo>
                  <a:lnTo>
                    <a:pt x="192024" y="44196"/>
                  </a:lnTo>
                  <a:lnTo>
                    <a:pt x="198120" y="47244"/>
                  </a:lnTo>
                  <a:lnTo>
                    <a:pt x="201168" y="50292"/>
                  </a:lnTo>
                  <a:lnTo>
                    <a:pt x="202692" y="53340"/>
                  </a:lnTo>
                  <a:lnTo>
                    <a:pt x="202692" y="64008"/>
                  </a:lnTo>
                  <a:lnTo>
                    <a:pt x="207264" y="64008"/>
                  </a:lnTo>
                  <a:lnTo>
                    <a:pt x="207264" y="0"/>
                  </a:lnTo>
                  <a:close/>
                </a:path>
                <a:path extrusionOk="0" h="533400" w="212089">
                  <a:moveTo>
                    <a:pt x="211836" y="466344"/>
                  </a:moveTo>
                  <a:lnTo>
                    <a:pt x="196596" y="422148"/>
                  </a:lnTo>
                  <a:lnTo>
                    <a:pt x="158496" y="405384"/>
                  </a:lnTo>
                  <a:lnTo>
                    <a:pt x="150876" y="405384"/>
                  </a:lnTo>
                  <a:lnTo>
                    <a:pt x="143256" y="406908"/>
                  </a:lnTo>
                  <a:lnTo>
                    <a:pt x="135636" y="411480"/>
                  </a:lnTo>
                  <a:lnTo>
                    <a:pt x="128016" y="414528"/>
                  </a:lnTo>
                  <a:lnTo>
                    <a:pt x="101053" y="451586"/>
                  </a:lnTo>
                  <a:lnTo>
                    <a:pt x="94488" y="463296"/>
                  </a:lnTo>
                  <a:lnTo>
                    <a:pt x="85648" y="477875"/>
                  </a:lnTo>
                  <a:lnTo>
                    <a:pt x="77533" y="489585"/>
                  </a:lnTo>
                  <a:lnTo>
                    <a:pt x="70269" y="498449"/>
                  </a:lnTo>
                  <a:lnTo>
                    <a:pt x="59436" y="509016"/>
                  </a:lnTo>
                  <a:lnTo>
                    <a:pt x="53340" y="510540"/>
                  </a:lnTo>
                  <a:lnTo>
                    <a:pt x="39624" y="510540"/>
                  </a:lnTo>
                  <a:lnTo>
                    <a:pt x="16764" y="477012"/>
                  </a:lnTo>
                  <a:lnTo>
                    <a:pt x="17310" y="470179"/>
                  </a:lnTo>
                  <a:lnTo>
                    <a:pt x="41148" y="432816"/>
                  </a:lnTo>
                  <a:lnTo>
                    <a:pt x="71628" y="423672"/>
                  </a:lnTo>
                  <a:lnTo>
                    <a:pt x="71628" y="419100"/>
                  </a:lnTo>
                  <a:lnTo>
                    <a:pt x="4572" y="419100"/>
                  </a:lnTo>
                  <a:lnTo>
                    <a:pt x="4572" y="423672"/>
                  </a:lnTo>
                  <a:lnTo>
                    <a:pt x="9144" y="423672"/>
                  </a:lnTo>
                  <a:lnTo>
                    <a:pt x="12192" y="425196"/>
                  </a:lnTo>
                  <a:lnTo>
                    <a:pt x="15240" y="428244"/>
                  </a:lnTo>
                  <a:lnTo>
                    <a:pt x="15240" y="438912"/>
                  </a:lnTo>
                  <a:lnTo>
                    <a:pt x="12192" y="445008"/>
                  </a:lnTo>
                  <a:lnTo>
                    <a:pt x="9067" y="453009"/>
                  </a:lnTo>
                  <a:lnTo>
                    <a:pt x="6667" y="461010"/>
                  </a:lnTo>
                  <a:lnTo>
                    <a:pt x="5118" y="469011"/>
                  </a:lnTo>
                  <a:lnTo>
                    <a:pt x="4572" y="477012"/>
                  </a:lnTo>
                  <a:lnTo>
                    <a:pt x="5689" y="488784"/>
                  </a:lnTo>
                  <a:lnTo>
                    <a:pt x="28968" y="523760"/>
                  </a:lnTo>
                  <a:lnTo>
                    <a:pt x="57912" y="533400"/>
                  </a:lnTo>
                  <a:lnTo>
                    <a:pt x="65532" y="533400"/>
                  </a:lnTo>
                  <a:lnTo>
                    <a:pt x="73152" y="531876"/>
                  </a:lnTo>
                  <a:lnTo>
                    <a:pt x="80772" y="527304"/>
                  </a:lnTo>
                  <a:lnTo>
                    <a:pt x="88392" y="524256"/>
                  </a:lnTo>
                  <a:lnTo>
                    <a:pt x="115341" y="488492"/>
                  </a:lnTo>
                  <a:lnTo>
                    <a:pt x="121920" y="477012"/>
                  </a:lnTo>
                  <a:lnTo>
                    <a:pt x="133350" y="457962"/>
                  </a:lnTo>
                  <a:lnTo>
                    <a:pt x="164592" y="432816"/>
                  </a:lnTo>
                  <a:lnTo>
                    <a:pt x="178308" y="432816"/>
                  </a:lnTo>
                  <a:lnTo>
                    <a:pt x="202692" y="470916"/>
                  </a:lnTo>
                  <a:lnTo>
                    <a:pt x="202374" y="477774"/>
                  </a:lnTo>
                  <a:lnTo>
                    <a:pt x="183515" y="513778"/>
                  </a:lnTo>
                  <a:lnTo>
                    <a:pt x="144780" y="527304"/>
                  </a:lnTo>
                  <a:lnTo>
                    <a:pt x="144780" y="531876"/>
                  </a:lnTo>
                  <a:lnTo>
                    <a:pt x="211836" y="531876"/>
                  </a:lnTo>
                  <a:lnTo>
                    <a:pt x="211836" y="527304"/>
                  </a:lnTo>
                  <a:lnTo>
                    <a:pt x="207264" y="525780"/>
                  </a:lnTo>
                  <a:lnTo>
                    <a:pt x="205740" y="525780"/>
                  </a:lnTo>
                  <a:lnTo>
                    <a:pt x="201168" y="521208"/>
                  </a:lnTo>
                  <a:lnTo>
                    <a:pt x="201168" y="515112"/>
                  </a:lnTo>
                  <a:lnTo>
                    <a:pt x="202692" y="510540"/>
                  </a:lnTo>
                  <a:lnTo>
                    <a:pt x="205740" y="499872"/>
                  </a:lnTo>
                  <a:lnTo>
                    <a:pt x="208788" y="490728"/>
                  </a:lnTo>
                  <a:lnTo>
                    <a:pt x="210312" y="484632"/>
                  </a:lnTo>
                  <a:lnTo>
                    <a:pt x="211836" y="481584"/>
                  </a:lnTo>
                  <a:lnTo>
                    <a:pt x="211836" y="466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656" name="Google Shape;4656;p76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5718048" y="6321552"/>
              <a:ext cx="140208" cy="9143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57" name="Google Shape;4657;p76"/>
            <p:cNvSpPr/>
            <p:nvPr/>
          </p:nvSpPr>
          <p:spPr>
            <a:xfrm>
              <a:off x="5824727" y="6252971"/>
              <a:ext cx="78105" cy="44450"/>
            </a:xfrm>
            <a:custGeom>
              <a:rect b="b" l="l" r="r" t="t"/>
              <a:pathLst>
                <a:path extrusionOk="0" h="44450" w="78104">
                  <a:moveTo>
                    <a:pt x="22860" y="44196"/>
                  </a:moveTo>
                  <a:lnTo>
                    <a:pt x="13716" y="44196"/>
                  </a:lnTo>
                  <a:lnTo>
                    <a:pt x="9144" y="42672"/>
                  </a:lnTo>
                  <a:lnTo>
                    <a:pt x="1524" y="35052"/>
                  </a:lnTo>
                  <a:lnTo>
                    <a:pt x="0" y="30480"/>
                  </a:lnTo>
                  <a:lnTo>
                    <a:pt x="0" y="18288"/>
                  </a:lnTo>
                  <a:lnTo>
                    <a:pt x="3048" y="13716"/>
                  </a:lnTo>
                  <a:lnTo>
                    <a:pt x="13716" y="3048"/>
                  </a:lnTo>
                  <a:lnTo>
                    <a:pt x="21336" y="0"/>
                  </a:lnTo>
                  <a:lnTo>
                    <a:pt x="30480" y="0"/>
                  </a:lnTo>
                  <a:lnTo>
                    <a:pt x="60960" y="13716"/>
                  </a:lnTo>
                  <a:lnTo>
                    <a:pt x="33528" y="13716"/>
                  </a:lnTo>
                  <a:lnTo>
                    <a:pt x="32004" y="15240"/>
                  </a:lnTo>
                  <a:lnTo>
                    <a:pt x="30480" y="15240"/>
                  </a:lnTo>
                  <a:lnTo>
                    <a:pt x="30480" y="21336"/>
                  </a:lnTo>
                  <a:lnTo>
                    <a:pt x="32004" y="24384"/>
                  </a:lnTo>
                  <a:lnTo>
                    <a:pt x="33528" y="25908"/>
                  </a:lnTo>
                  <a:lnTo>
                    <a:pt x="33528" y="33528"/>
                  </a:lnTo>
                  <a:lnTo>
                    <a:pt x="32004" y="38100"/>
                  </a:lnTo>
                  <a:lnTo>
                    <a:pt x="30480" y="41148"/>
                  </a:lnTo>
                  <a:lnTo>
                    <a:pt x="27432" y="42672"/>
                  </a:lnTo>
                  <a:lnTo>
                    <a:pt x="22860" y="44196"/>
                  </a:lnTo>
                  <a:close/>
                </a:path>
                <a:path extrusionOk="0" h="44450" w="78104">
                  <a:moveTo>
                    <a:pt x="77724" y="44196"/>
                  </a:moveTo>
                  <a:lnTo>
                    <a:pt x="71628" y="44196"/>
                  </a:lnTo>
                  <a:lnTo>
                    <a:pt x="69032" y="37623"/>
                  </a:lnTo>
                  <a:lnTo>
                    <a:pt x="65722" y="31623"/>
                  </a:lnTo>
                  <a:lnTo>
                    <a:pt x="61555" y="26193"/>
                  </a:lnTo>
                  <a:lnTo>
                    <a:pt x="56388" y="21336"/>
                  </a:lnTo>
                  <a:lnTo>
                    <a:pt x="50292" y="16764"/>
                  </a:lnTo>
                  <a:lnTo>
                    <a:pt x="42672" y="13716"/>
                  </a:lnTo>
                  <a:lnTo>
                    <a:pt x="60960" y="13716"/>
                  </a:lnTo>
                  <a:lnTo>
                    <a:pt x="64222" y="16978"/>
                  </a:lnTo>
                  <a:lnTo>
                    <a:pt x="69532" y="24574"/>
                  </a:lnTo>
                  <a:lnTo>
                    <a:pt x="73950" y="33528"/>
                  </a:lnTo>
                  <a:lnTo>
                    <a:pt x="77724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8" name="Google Shape;4658;p76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4659" name="Google Shape;4659;p76"/>
            <p:cNvPicPr preferRelativeResize="0"/>
            <p:nvPr/>
          </p:nvPicPr>
          <p:blipFill rotWithShape="1">
            <a:blip r:embed="rId75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60" name="Google Shape;4660;p76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661" name="Google Shape;4661;p76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662" name="Google Shape;4662;p76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63" name="Google Shape;4663;p76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6655308" y="1824227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7" name="Shape 4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68" name="Google Shape;4668;p77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688848" y="5707379"/>
            <a:ext cx="447946" cy="13914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69" name="Google Shape;4669;p77"/>
          <p:cNvGrpSpPr/>
          <p:nvPr/>
        </p:nvGrpSpPr>
        <p:grpSpPr>
          <a:xfrm>
            <a:off x="688835" y="4575048"/>
            <a:ext cx="349262" cy="998601"/>
            <a:chOff x="688835" y="4575048"/>
            <a:chExt cx="349262" cy="998601"/>
          </a:xfrm>
        </p:grpSpPr>
        <p:sp>
          <p:nvSpPr>
            <p:cNvPr id="4670" name="Google Shape;4670;p77"/>
            <p:cNvSpPr/>
            <p:nvPr/>
          </p:nvSpPr>
          <p:spPr>
            <a:xfrm>
              <a:off x="688835" y="5183124"/>
              <a:ext cx="343535" cy="390525"/>
            </a:xfrm>
            <a:custGeom>
              <a:rect b="b" l="l" r="r" t="t"/>
              <a:pathLst>
                <a:path extrusionOk="0" h="390525" w="343534">
                  <a:moveTo>
                    <a:pt x="342900" y="249936"/>
                  </a:moveTo>
                  <a:lnTo>
                    <a:pt x="335280" y="249936"/>
                  </a:lnTo>
                  <a:lnTo>
                    <a:pt x="335280" y="269748"/>
                  </a:lnTo>
                  <a:lnTo>
                    <a:pt x="333756" y="275844"/>
                  </a:lnTo>
                  <a:lnTo>
                    <a:pt x="296659" y="296926"/>
                  </a:lnTo>
                  <a:lnTo>
                    <a:pt x="284988" y="297180"/>
                  </a:lnTo>
                  <a:lnTo>
                    <a:pt x="181356" y="297180"/>
                  </a:lnTo>
                  <a:lnTo>
                    <a:pt x="181356" y="239268"/>
                  </a:lnTo>
                  <a:lnTo>
                    <a:pt x="181648" y="230936"/>
                  </a:lnTo>
                  <a:lnTo>
                    <a:pt x="205028" y="197650"/>
                  </a:lnTo>
                  <a:lnTo>
                    <a:pt x="228600" y="195072"/>
                  </a:lnTo>
                  <a:lnTo>
                    <a:pt x="228600" y="187452"/>
                  </a:lnTo>
                  <a:lnTo>
                    <a:pt x="114300" y="187452"/>
                  </a:lnTo>
                  <a:lnTo>
                    <a:pt x="114300" y="195072"/>
                  </a:lnTo>
                  <a:lnTo>
                    <a:pt x="127762" y="196773"/>
                  </a:lnTo>
                  <a:lnTo>
                    <a:pt x="138493" y="199453"/>
                  </a:lnTo>
                  <a:lnTo>
                    <a:pt x="161544" y="239268"/>
                  </a:lnTo>
                  <a:lnTo>
                    <a:pt x="161544" y="297180"/>
                  </a:lnTo>
                  <a:lnTo>
                    <a:pt x="33528" y="297180"/>
                  </a:lnTo>
                  <a:lnTo>
                    <a:pt x="33528" y="224028"/>
                  </a:lnTo>
                  <a:lnTo>
                    <a:pt x="38100" y="185928"/>
                  </a:lnTo>
                  <a:lnTo>
                    <a:pt x="67246" y="159448"/>
                  </a:lnTo>
                  <a:lnTo>
                    <a:pt x="86868" y="153924"/>
                  </a:lnTo>
                  <a:lnTo>
                    <a:pt x="86868" y="143256"/>
                  </a:lnTo>
                  <a:lnTo>
                    <a:pt x="15240" y="146304"/>
                  </a:lnTo>
                  <a:lnTo>
                    <a:pt x="15240" y="390144"/>
                  </a:lnTo>
                  <a:lnTo>
                    <a:pt x="22860" y="390144"/>
                  </a:lnTo>
                  <a:lnTo>
                    <a:pt x="22860" y="370332"/>
                  </a:lnTo>
                  <a:lnTo>
                    <a:pt x="24384" y="362712"/>
                  </a:lnTo>
                  <a:lnTo>
                    <a:pt x="61709" y="342950"/>
                  </a:lnTo>
                  <a:lnTo>
                    <a:pt x="284988" y="342900"/>
                  </a:lnTo>
                  <a:lnTo>
                    <a:pt x="298665" y="343217"/>
                  </a:lnTo>
                  <a:lnTo>
                    <a:pt x="334454" y="368503"/>
                  </a:lnTo>
                  <a:lnTo>
                    <a:pt x="335280" y="377952"/>
                  </a:lnTo>
                  <a:lnTo>
                    <a:pt x="335280" y="390144"/>
                  </a:lnTo>
                  <a:lnTo>
                    <a:pt x="342900" y="390144"/>
                  </a:lnTo>
                  <a:lnTo>
                    <a:pt x="342900" y="249936"/>
                  </a:lnTo>
                  <a:close/>
                </a:path>
                <a:path extrusionOk="0" h="390525" w="343534">
                  <a:moveTo>
                    <a:pt x="342912" y="0"/>
                  </a:moveTo>
                  <a:lnTo>
                    <a:pt x="335292" y="0"/>
                  </a:lnTo>
                  <a:lnTo>
                    <a:pt x="335292" y="10668"/>
                  </a:lnTo>
                  <a:lnTo>
                    <a:pt x="333768" y="18288"/>
                  </a:lnTo>
                  <a:lnTo>
                    <a:pt x="292608" y="35052"/>
                  </a:lnTo>
                  <a:lnTo>
                    <a:pt x="0" y="35052"/>
                  </a:lnTo>
                  <a:lnTo>
                    <a:pt x="0" y="45720"/>
                  </a:lnTo>
                  <a:lnTo>
                    <a:pt x="27432" y="109728"/>
                  </a:lnTo>
                  <a:lnTo>
                    <a:pt x="35052" y="105156"/>
                  </a:lnTo>
                  <a:lnTo>
                    <a:pt x="32004" y="99060"/>
                  </a:lnTo>
                  <a:lnTo>
                    <a:pt x="32004" y="83820"/>
                  </a:lnTo>
                  <a:lnTo>
                    <a:pt x="36576" y="79248"/>
                  </a:lnTo>
                  <a:lnTo>
                    <a:pt x="41148" y="76200"/>
                  </a:lnTo>
                  <a:lnTo>
                    <a:pt x="45720" y="76200"/>
                  </a:lnTo>
                  <a:lnTo>
                    <a:pt x="52031" y="75323"/>
                  </a:lnTo>
                  <a:lnTo>
                    <a:pt x="61912" y="74866"/>
                  </a:lnTo>
                  <a:lnTo>
                    <a:pt x="92964" y="74676"/>
                  </a:lnTo>
                  <a:lnTo>
                    <a:pt x="302285" y="74726"/>
                  </a:lnTo>
                  <a:lnTo>
                    <a:pt x="310515" y="75057"/>
                  </a:lnTo>
                  <a:lnTo>
                    <a:pt x="317042" y="75971"/>
                  </a:lnTo>
                  <a:lnTo>
                    <a:pt x="321564" y="77724"/>
                  </a:lnTo>
                  <a:lnTo>
                    <a:pt x="326148" y="79248"/>
                  </a:lnTo>
                  <a:lnTo>
                    <a:pt x="330720" y="82296"/>
                  </a:lnTo>
                  <a:lnTo>
                    <a:pt x="332244" y="86868"/>
                  </a:lnTo>
                  <a:lnTo>
                    <a:pt x="333768" y="89916"/>
                  </a:lnTo>
                  <a:lnTo>
                    <a:pt x="335292" y="97536"/>
                  </a:lnTo>
                  <a:lnTo>
                    <a:pt x="335292" y="108204"/>
                  </a:lnTo>
                  <a:lnTo>
                    <a:pt x="342912" y="108204"/>
                  </a:lnTo>
                  <a:lnTo>
                    <a:pt x="3429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671" name="Google Shape;4671;p7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804672" y="4940807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72" name="Google Shape;4672;p77"/>
            <p:cNvSpPr/>
            <p:nvPr/>
          </p:nvSpPr>
          <p:spPr>
            <a:xfrm>
              <a:off x="810768" y="4575048"/>
              <a:ext cx="227329" cy="346075"/>
            </a:xfrm>
            <a:custGeom>
              <a:rect b="b" l="l" r="r" t="t"/>
              <a:pathLst>
                <a:path extrusionOk="0" h="346075" w="227330">
                  <a:moveTo>
                    <a:pt x="7620" y="345948"/>
                  </a:moveTo>
                  <a:lnTo>
                    <a:pt x="0" y="345948"/>
                  </a:lnTo>
                  <a:lnTo>
                    <a:pt x="0" y="251460"/>
                  </a:lnTo>
                  <a:lnTo>
                    <a:pt x="7620" y="251460"/>
                  </a:lnTo>
                  <a:lnTo>
                    <a:pt x="9144" y="260604"/>
                  </a:lnTo>
                  <a:lnTo>
                    <a:pt x="10668" y="266700"/>
                  </a:lnTo>
                  <a:lnTo>
                    <a:pt x="15240" y="271272"/>
                  </a:lnTo>
                  <a:lnTo>
                    <a:pt x="18288" y="272796"/>
                  </a:lnTo>
                  <a:lnTo>
                    <a:pt x="27432" y="272796"/>
                  </a:lnTo>
                  <a:lnTo>
                    <a:pt x="33528" y="271272"/>
                  </a:lnTo>
                  <a:lnTo>
                    <a:pt x="41148" y="268224"/>
                  </a:lnTo>
                  <a:lnTo>
                    <a:pt x="164592" y="220980"/>
                  </a:lnTo>
                  <a:lnTo>
                    <a:pt x="65532" y="175260"/>
                  </a:lnTo>
                  <a:lnTo>
                    <a:pt x="26336" y="190261"/>
                  </a:lnTo>
                  <a:lnTo>
                    <a:pt x="20574" y="193929"/>
                  </a:lnTo>
                  <a:lnTo>
                    <a:pt x="15954" y="198167"/>
                  </a:lnTo>
                  <a:lnTo>
                    <a:pt x="12192" y="202692"/>
                  </a:lnTo>
                  <a:lnTo>
                    <a:pt x="9144" y="205740"/>
                  </a:lnTo>
                  <a:lnTo>
                    <a:pt x="7620" y="213360"/>
                  </a:lnTo>
                  <a:lnTo>
                    <a:pt x="7620" y="222504"/>
                  </a:lnTo>
                  <a:lnTo>
                    <a:pt x="0" y="222504"/>
                  </a:lnTo>
                  <a:lnTo>
                    <a:pt x="0" y="117348"/>
                  </a:lnTo>
                  <a:lnTo>
                    <a:pt x="7620" y="117348"/>
                  </a:lnTo>
                  <a:lnTo>
                    <a:pt x="7620" y="129540"/>
                  </a:lnTo>
                  <a:lnTo>
                    <a:pt x="10668" y="137160"/>
                  </a:lnTo>
                  <a:lnTo>
                    <a:pt x="13716" y="141731"/>
                  </a:lnTo>
                  <a:lnTo>
                    <a:pt x="16764" y="144779"/>
                  </a:lnTo>
                  <a:lnTo>
                    <a:pt x="21336" y="147828"/>
                  </a:lnTo>
                  <a:lnTo>
                    <a:pt x="30480" y="147828"/>
                  </a:lnTo>
                  <a:lnTo>
                    <a:pt x="33528" y="146304"/>
                  </a:lnTo>
                  <a:lnTo>
                    <a:pt x="38100" y="144779"/>
                  </a:lnTo>
                  <a:lnTo>
                    <a:pt x="161544" y="94488"/>
                  </a:lnTo>
                  <a:lnTo>
                    <a:pt x="42672" y="48767"/>
                  </a:lnTo>
                  <a:lnTo>
                    <a:pt x="33528" y="45720"/>
                  </a:lnTo>
                  <a:lnTo>
                    <a:pt x="25908" y="44196"/>
                  </a:lnTo>
                  <a:lnTo>
                    <a:pt x="16764" y="44196"/>
                  </a:lnTo>
                  <a:lnTo>
                    <a:pt x="9144" y="51816"/>
                  </a:lnTo>
                  <a:lnTo>
                    <a:pt x="7620" y="57912"/>
                  </a:lnTo>
                  <a:lnTo>
                    <a:pt x="7620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10429" y="9691"/>
                  </a:lnTo>
                  <a:lnTo>
                    <a:pt x="16383" y="18097"/>
                  </a:lnTo>
                  <a:lnTo>
                    <a:pt x="25193" y="25074"/>
                  </a:lnTo>
                  <a:lnTo>
                    <a:pt x="36576" y="30480"/>
                  </a:lnTo>
                  <a:lnTo>
                    <a:pt x="227076" y="103631"/>
                  </a:lnTo>
                  <a:lnTo>
                    <a:pt x="227076" y="111252"/>
                  </a:lnTo>
                  <a:lnTo>
                    <a:pt x="83820" y="167640"/>
                  </a:lnTo>
                  <a:lnTo>
                    <a:pt x="227076" y="233172"/>
                  </a:lnTo>
                  <a:lnTo>
                    <a:pt x="227076" y="239268"/>
                  </a:lnTo>
                  <a:lnTo>
                    <a:pt x="42672" y="310896"/>
                  </a:lnTo>
                  <a:lnTo>
                    <a:pt x="10668" y="336804"/>
                  </a:lnTo>
                  <a:lnTo>
                    <a:pt x="7620" y="3459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673" name="Google Shape;4673;p77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455419" y="9636252"/>
            <a:ext cx="167640" cy="17373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74" name="Google Shape;4674;p77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50847" y="8938259"/>
            <a:ext cx="225551" cy="633984"/>
          </a:xfrm>
          <a:prstGeom prst="rect">
            <a:avLst/>
          </a:prstGeom>
          <a:noFill/>
          <a:ln>
            <a:noFill/>
          </a:ln>
        </p:spPr>
      </p:pic>
      <p:pic>
        <p:nvPicPr>
          <p:cNvPr id="4675" name="Google Shape;4675;p77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450848" y="8423147"/>
            <a:ext cx="175259" cy="4450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676" name="Google Shape;4676;p77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450848" y="8208264"/>
            <a:ext cx="175259" cy="147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4677" name="Google Shape;4677;p77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508760" y="8026908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678" name="Google Shape;4678;p77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508759" y="7063740"/>
            <a:ext cx="167640" cy="89001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79" name="Google Shape;4679;p77"/>
          <p:cNvGrpSpPr/>
          <p:nvPr/>
        </p:nvGrpSpPr>
        <p:grpSpPr>
          <a:xfrm>
            <a:off x="1450848" y="6766560"/>
            <a:ext cx="175260" cy="224028"/>
            <a:chOff x="1450848" y="6766560"/>
            <a:chExt cx="175260" cy="224028"/>
          </a:xfrm>
        </p:grpSpPr>
        <p:pic>
          <p:nvPicPr>
            <p:cNvPr id="4680" name="Google Shape;4680;p77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508760" y="6883908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81" name="Google Shape;4681;p77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450848" y="6766560"/>
              <a:ext cx="172212" cy="9753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682" name="Google Shape;4682;p77"/>
          <p:cNvGrpSpPr/>
          <p:nvPr/>
        </p:nvGrpSpPr>
        <p:grpSpPr>
          <a:xfrm>
            <a:off x="1475232" y="6246876"/>
            <a:ext cx="201167" cy="473963"/>
            <a:chOff x="1475232" y="6246876"/>
            <a:chExt cx="201167" cy="473963"/>
          </a:xfrm>
        </p:grpSpPr>
        <p:pic>
          <p:nvPicPr>
            <p:cNvPr id="4683" name="Google Shape;4683;p77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475232" y="6342888"/>
              <a:ext cx="201167" cy="3779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84" name="Google Shape;4684;p77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508759" y="6246876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85" name="Google Shape;4685;p77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1475232" y="5992367"/>
            <a:ext cx="150875" cy="185928"/>
          </a:xfrm>
          <a:prstGeom prst="rect">
            <a:avLst/>
          </a:prstGeom>
          <a:noFill/>
          <a:ln>
            <a:noFill/>
          </a:ln>
        </p:spPr>
      </p:pic>
      <p:pic>
        <p:nvPicPr>
          <p:cNvPr id="4686" name="Google Shape;4686;p77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450847" y="5279135"/>
            <a:ext cx="225551" cy="6370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87" name="Google Shape;4687;p77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1508759" y="4986528"/>
            <a:ext cx="117348" cy="2240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88" name="Google Shape;4688;p77"/>
          <p:cNvGrpSpPr/>
          <p:nvPr/>
        </p:nvGrpSpPr>
        <p:grpSpPr>
          <a:xfrm>
            <a:off x="1455419" y="4381500"/>
            <a:ext cx="170688" cy="556260"/>
            <a:chOff x="1455419" y="4381500"/>
            <a:chExt cx="170688" cy="556260"/>
          </a:xfrm>
        </p:grpSpPr>
        <p:pic>
          <p:nvPicPr>
            <p:cNvPr id="4689" name="Google Shape;4689;p77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455419" y="4634484"/>
              <a:ext cx="170688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90" name="Google Shape;4690;p77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1455419" y="4764024"/>
              <a:ext cx="167640" cy="1737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91" name="Google Shape;4691;p77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1455419" y="4381500"/>
              <a:ext cx="170688" cy="2331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92" name="Google Shape;4692;p77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1921763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sp>
        <p:nvSpPr>
          <p:cNvPr id="4693" name="Google Shape;4693;p77"/>
          <p:cNvSpPr/>
          <p:nvPr/>
        </p:nvSpPr>
        <p:spPr>
          <a:xfrm>
            <a:off x="1930908" y="8092440"/>
            <a:ext cx="205740" cy="600710"/>
          </a:xfrm>
          <a:custGeom>
            <a:rect b="b" l="l" r="r" t="t"/>
            <a:pathLst>
              <a:path extrusionOk="0" h="600709" w="205739">
                <a:moveTo>
                  <a:pt x="152387" y="371856"/>
                </a:moveTo>
                <a:lnTo>
                  <a:pt x="147815" y="371856"/>
                </a:lnTo>
                <a:lnTo>
                  <a:pt x="144767" y="377952"/>
                </a:lnTo>
                <a:lnTo>
                  <a:pt x="141719" y="381000"/>
                </a:lnTo>
                <a:lnTo>
                  <a:pt x="135623" y="382524"/>
                </a:lnTo>
                <a:lnTo>
                  <a:pt x="75260" y="382549"/>
                </a:lnTo>
                <a:lnTo>
                  <a:pt x="67995" y="382714"/>
                </a:lnTo>
                <a:lnTo>
                  <a:pt x="44183" y="393192"/>
                </a:lnTo>
                <a:lnTo>
                  <a:pt x="39611" y="397764"/>
                </a:lnTo>
                <a:lnTo>
                  <a:pt x="38087" y="403860"/>
                </a:lnTo>
                <a:lnTo>
                  <a:pt x="38087" y="417576"/>
                </a:lnTo>
                <a:lnTo>
                  <a:pt x="39611" y="422148"/>
                </a:lnTo>
                <a:lnTo>
                  <a:pt x="42659" y="428244"/>
                </a:lnTo>
                <a:lnTo>
                  <a:pt x="44183" y="432816"/>
                </a:lnTo>
                <a:lnTo>
                  <a:pt x="56375" y="445008"/>
                </a:lnTo>
                <a:lnTo>
                  <a:pt x="41135" y="445008"/>
                </a:lnTo>
                <a:lnTo>
                  <a:pt x="41135" y="489204"/>
                </a:lnTo>
                <a:lnTo>
                  <a:pt x="45707" y="489204"/>
                </a:lnTo>
                <a:lnTo>
                  <a:pt x="45707" y="484632"/>
                </a:lnTo>
                <a:lnTo>
                  <a:pt x="47231" y="481584"/>
                </a:lnTo>
                <a:lnTo>
                  <a:pt x="48755" y="480060"/>
                </a:lnTo>
                <a:lnTo>
                  <a:pt x="51803" y="478536"/>
                </a:lnTo>
                <a:lnTo>
                  <a:pt x="141719" y="478536"/>
                </a:lnTo>
                <a:lnTo>
                  <a:pt x="144767" y="481584"/>
                </a:lnTo>
                <a:lnTo>
                  <a:pt x="146291" y="484632"/>
                </a:lnTo>
                <a:lnTo>
                  <a:pt x="147815" y="489204"/>
                </a:lnTo>
                <a:lnTo>
                  <a:pt x="152387" y="489204"/>
                </a:lnTo>
                <a:lnTo>
                  <a:pt x="152387" y="434340"/>
                </a:lnTo>
                <a:lnTo>
                  <a:pt x="147815" y="434340"/>
                </a:lnTo>
                <a:lnTo>
                  <a:pt x="144767" y="440436"/>
                </a:lnTo>
                <a:lnTo>
                  <a:pt x="141719" y="443484"/>
                </a:lnTo>
                <a:lnTo>
                  <a:pt x="135623" y="445008"/>
                </a:lnTo>
                <a:lnTo>
                  <a:pt x="71615" y="445008"/>
                </a:lnTo>
                <a:lnTo>
                  <a:pt x="63855" y="440423"/>
                </a:lnTo>
                <a:lnTo>
                  <a:pt x="58661" y="435673"/>
                </a:lnTo>
                <a:lnTo>
                  <a:pt x="55765" y="430657"/>
                </a:lnTo>
                <a:lnTo>
                  <a:pt x="54851" y="425196"/>
                </a:lnTo>
                <a:lnTo>
                  <a:pt x="54851" y="422148"/>
                </a:lnTo>
                <a:lnTo>
                  <a:pt x="56375" y="420624"/>
                </a:lnTo>
                <a:lnTo>
                  <a:pt x="57899" y="417576"/>
                </a:lnTo>
                <a:lnTo>
                  <a:pt x="59423" y="417576"/>
                </a:lnTo>
                <a:lnTo>
                  <a:pt x="62471" y="416052"/>
                </a:lnTo>
                <a:lnTo>
                  <a:pt x="140195" y="416052"/>
                </a:lnTo>
                <a:lnTo>
                  <a:pt x="141719" y="417576"/>
                </a:lnTo>
                <a:lnTo>
                  <a:pt x="144767" y="419100"/>
                </a:lnTo>
                <a:lnTo>
                  <a:pt x="146291" y="422148"/>
                </a:lnTo>
                <a:lnTo>
                  <a:pt x="147815" y="426720"/>
                </a:lnTo>
                <a:lnTo>
                  <a:pt x="152387" y="426720"/>
                </a:lnTo>
                <a:lnTo>
                  <a:pt x="152387" y="371856"/>
                </a:lnTo>
                <a:close/>
              </a:path>
              <a:path extrusionOk="0" h="600709" w="205739">
                <a:moveTo>
                  <a:pt x="152387" y="207264"/>
                </a:moveTo>
                <a:lnTo>
                  <a:pt x="147815" y="207264"/>
                </a:lnTo>
                <a:lnTo>
                  <a:pt x="147815" y="211836"/>
                </a:lnTo>
                <a:lnTo>
                  <a:pt x="146291" y="214884"/>
                </a:lnTo>
                <a:lnTo>
                  <a:pt x="144767" y="216408"/>
                </a:lnTo>
                <a:lnTo>
                  <a:pt x="144767" y="217932"/>
                </a:lnTo>
                <a:lnTo>
                  <a:pt x="143243" y="219456"/>
                </a:lnTo>
                <a:lnTo>
                  <a:pt x="140195" y="219456"/>
                </a:lnTo>
                <a:lnTo>
                  <a:pt x="140195" y="220980"/>
                </a:lnTo>
                <a:lnTo>
                  <a:pt x="100571" y="220980"/>
                </a:lnTo>
                <a:lnTo>
                  <a:pt x="62471" y="208788"/>
                </a:lnTo>
                <a:lnTo>
                  <a:pt x="60947" y="207264"/>
                </a:lnTo>
                <a:lnTo>
                  <a:pt x="60947" y="199644"/>
                </a:lnTo>
                <a:lnTo>
                  <a:pt x="68567" y="192024"/>
                </a:lnTo>
                <a:lnTo>
                  <a:pt x="70091" y="188976"/>
                </a:lnTo>
                <a:lnTo>
                  <a:pt x="70091" y="181356"/>
                </a:lnTo>
                <a:lnTo>
                  <a:pt x="68567" y="178308"/>
                </a:lnTo>
                <a:lnTo>
                  <a:pt x="62471" y="172212"/>
                </a:lnTo>
                <a:lnTo>
                  <a:pt x="57899" y="170688"/>
                </a:lnTo>
                <a:lnTo>
                  <a:pt x="48755" y="170688"/>
                </a:lnTo>
                <a:lnTo>
                  <a:pt x="44183" y="172212"/>
                </a:lnTo>
                <a:lnTo>
                  <a:pt x="41135" y="175260"/>
                </a:lnTo>
                <a:lnTo>
                  <a:pt x="38087" y="181356"/>
                </a:lnTo>
                <a:lnTo>
                  <a:pt x="38087" y="190500"/>
                </a:lnTo>
                <a:lnTo>
                  <a:pt x="65519" y="220980"/>
                </a:lnTo>
                <a:lnTo>
                  <a:pt x="41135" y="220980"/>
                </a:lnTo>
                <a:lnTo>
                  <a:pt x="41135" y="268224"/>
                </a:lnTo>
                <a:lnTo>
                  <a:pt x="45707" y="268224"/>
                </a:lnTo>
                <a:lnTo>
                  <a:pt x="45707" y="260604"/>
                </a:lnTo>
                <a:lnTo>
                  <a:pt x="50279" y="256032"/>
                </a:lnTo>
                <a:lnTo>
                  <a:pt x="51803" y="256032"/>
                </a:lnTo>
                <a:lnTo>
                  <a:pt x="54851" y="254508"/>
                </a:lnTo>
                <a:lnTo>
                  <a:pt x="135623" y="254508"/>
                </a:lnTo>
                <a:lnTo>
                  <a:pt x="141719" y="256032"/>
                </a:lnTo>
                <a:lnTo>
                  <a:pt x="143243" y="257556"/>
                </a:lnTo>
                <a:lnTo>
                  <a:pt x="146291" y="259080"/>
                </a:lnTo>
                <a:lnTo>
                  <a:pt x="146291" y="262128"/>
                </a:lnTo>
                <a:lnTo>
                  <a:pt x="147815" y="268224"/>
                </a:lnTo>
                <a:lnTo>
                  <a:pt x="152387" y="268224"/>
                </a:lnTo>
                <a:lnTo>
                  <a:pt x="152387" y="254508"/>
                </a:lnTo>
                <a:lnTo>
                  <a:pt x="152387" y="207264"/>
                </a:lnTo>
                <a:close/>
              </a:path>
              <a:path extrusionOk="0" h="600709" w="205739">
                <a:moveTo>
                  <a:pt x="155435" y="9144"/>
                </a:moveTo>
                <a:lnTo>
                  <a:pt x="153911" y="6096"/>
                </a:lnTo>
                <a:lnTo>
                  <a:pt x="150863" y="3048"/>
                </a:lnTo>
                <a:lnTo>
                  <a:pt x="144767" y="0"/>
                </a:lnTo>
                <a:lnTo>
                  <a:pt x="137147" y="0"/>
                </a:lnTo>
                <a:lnTo>
                  <a:pt x="131051" y="3048"/>
                </a:lnTo>
                <a:lnTo>
                  <a:pt x="128003" y="9144"/>
                </a:lnTo>
                <a:lnTo>
                  <a:pt x="128003" y="16764"/>
                </a:lnTo>
                <a:lnTo>
                  <a:pt x="131051" y="22860"/>
                </a:lnTo>
                <a:lnTo>
                  <a:pt x="134099" y="25908"/>
                </a:lnTo>
                <a:lnTo>
                  <a:pt x="137147" y="27432"/>
                </a:lnTo>
                <a:lnTo>
                  <a:pt x="144767" y="27432"/>
                </a:lnTo>
                <a:lnTo>
                  <a:pt x="147815" y="25908"/>
                </a:lnTo>
                <a:lnTo>
                  <a:pt x="153911" y="19812"/>
                </a:lnTo>
                <a:lnTo>
                  <a:pt x="155435" y="16764"/>
                </a:lnTo>
                <a:lnTo>
                  <a:pt x="155435" y="9144"/>
                </a:lnTo>
                <a:close/>
              </a:path>
              <a:path extrusionOk="0" h="600709" w="205739">
                <a:moveTo>
                  <a:pt x="155448" y="551688"/>
                </a:moveTo>
                <a:lnTo>
                  <a:pt x="155321" y="550164"/>
                </a:lnTo>
                <a:lnTo>
                  <a:pt x="155206" y="548640"/>
                </a:lnTo>
                <a:lnTo>
                  <a:pt x="154876" y="544220"/>
                </a:lnTo>
                <a:lnTo>
                  <a:pt x="154838" y="544068"/>
                </a:lnTo>
                <a:lnTo>
                  <a:pt x="128943" y="510565"/>
                </a:lnTo>
                <a:lnTo>
                  <a:pt x="120396" y="505968"/>
                </a:lnTo>
                <a:lnTo>
                  <a:pt x="117348" y="509016"/>
                </a:lnTo>
                <a:lnTo>
                  <a:pt x="123444" y="513588"/>
                </a:lnTo>
                <a:lnTo>
                  <a:pt x="128016" y="518160"/>
                </a:lnTo>
                <a:lnTo>
                  <a:pt x="131064" y="522732"/>
                </a:lnTo>
                <a:lnTo>
                  <a:pt x="134112" y="525780"/>
                </a:lnTo>
                <a:lnTo>
                  <a:pt x="134150" y="525932"/>
                </a:lnTo>
                <a:lnTo>
                  <a:pt x="135636" y="530352"/>
                </a:lnTo>
                <a:lnTo>
                  <a:pt x="135559" y="544220"/>
                </a:lnTo>
                <a:lnTo>
                  <a:pt x="132588" y="550164"/>
                </a:lnTo>
                <a:lnTo>
                  <a:pt x="92964" y="568452"/>
                </a:lnTo>
                <a:lnTo>
                  <a:pt x="92964" y="536448"/>
                </a:lnTo>
                <a:lnTo>
                  <a:pt x="92964" y="505968"/>
                </a:lnTo>
                <a:lnTo>
                  <a:pt x="85344" y="506488"/>
                </a:lnTo>
                <a:lnTo>
                  <a:pt x="85344" y="536448"/>
                </a:lnTo>
                <a:lnTo>
                  <a:pt x="85344" y="568452"/>
                </a:lnTo>
                <a:lnTo>
                  <a:pt x="80772" y="568452"/>
                </a:lnTo>
                <a:lnTo>
                  <a:pt x="71958" y="567905"/>
                </a:lnTo>
                <a:lnTo>
                  <a:pt x="45720" y="554736"/>
                </a:lnTo>
                <a:lnTo>
                  <a:pt x="45720" y="545592"/>
                </a:lnTo>
                <a:lnTo>
                  <a:pt x="77012" y="536448"/>
                </a:lnTo>
                <a:lnTo>
                  <a:pt x="85344" y="536448"/>
                </a:lnTo>
                <a:lnTo>
                  <a:pt x="85344" y="506488"/>
                </a:lnTo>
                <a:lnTo>
                  <a:pt x="45808" y="525932"/>
                </a:lnTo>
                <a:lnTo>
                  <a:pt x="38100" y="548640"/>
                </a:lnTo>
                <a:lnTo>
                  <a:pt x="38976" y="558647"/>
                </a:lnTo>
                <a:lnTo>
                  <a:pt x="62814" y="591464"/>
                </a:lnTo>
                <a:lnTo>
                  <a:pt x="97536" y="600456"/>
                </a:lnTo>
                <a:lnTo>
                  <a:pt x="108623" y="599655"/>
                </a:lnTo>
                <a:lnTo>
                  <a:pt x="144513" y="582345"/>
                </a:lnTo>
                <a:lnTo>
                  <a:pt x="152501" y="568452"/>
                </a:lnTo>
                <a:lnTo>
                  <a:pt x="154279" y="563435"/>
                </a:lnTo>
                <a:lnTo>
                  <a:pt x="155448" y="551688"/>
                </a:lnTo>
                <a:close/>
              </a:path>
              <a:path extrusionOk="0" h="600709" w="205739">
                <a:moveTo>
                  <a:pt x="155448" y="313944"/>
                </a:moveTo>
                <a:lnTo>
                  <a:pt x="154012" y="304253"/>
                </a:lnTo>
                <a:lnTo>
                  <a:pt x="149733" y="295846"/>
                </a:lnTo>
                <a:lnTo>
                  <a:pt x="142582" y="288874"/>
                </a:lnTo>
                <a:lnTo>
                  <a:pt x="132588" y="283464"/>
                </a:lnTo>
                <a:lnTo>
                  <a:pt x="131064" y="288036"/>
                </a:lnTo>
                <a:lnTo>
                  <a:pt x="137160" y="291084"/>
                </a:lnTo>
                <a:lnTo>
                  <a:pt x="141732" y="295656"/>
                </a:lnTo>
                <a:lnTo>
                  <a:pt x="141732" y="301752"/>
                </a:lnTo>
                <a:lnTo>
                  <a:pt x="140208" y="303276"/>
                </a:lnTo>
                <a:lnTo>
                  <a:pt x="140208" y="304800"/>
                </a:lnTo>
                <a:lnTo>
                  <a:pt x="138684" y="306324"/>
                </a:lnTo>
                <a:lnTo>
                  <a:pt x="137160" y="306324"/>
                </a:lnTo>
                <a:lnTo>
                  <a:pt x="135636" y="307848"/>
                </a:lnTo>
                <a:lnTo>
                  <a:pt x="53340" y="307848"/>
                </a:lnTo>
                <a:lnTo>
                  <a:pt x="53340" y="283464"/>
                </a:lnTo>
                <a:lnTo>
                  <a:pt x="41148" y="283464"/>
                </a:lnTo>
                <a:lnTo>
                  <a:pt x="41148" y="307848"/>
                </a:lnTo>
                <a:lnTo>
                  <a:pt x="0" y="307848"/>
                </a:lnTo>
                <a:lnTo>
                  <a:pt x="0" y="312420"/>
                </a:lnTo>
                <a:lnTo>
                  <a:pt x="31623" y="336689"/>
                </a:lnTo>
                <a:lnTo>
                  <a:pt x="48768" y="356616"/>
                </a:lnTo>
                <a:lnTo>
                  <a:pt x="53340" y="356616"/>
                </a:lnTo>
                <a:lnTo>
                  <a:pt x="53340" y="341376"/>
                </a:lnTo>
                <a:lnTo>
                  <a:pt x="132588" y="341376"/>
                </a:lnTo>
                <a:lnTo>
                  <a:pt x="135636" y="339852"/>
                </a:lnTo>
                <a:lnTo>
                  <a:pt x="140208" y="339852"/>
                </a:lnTo>
                <a:lnTo>
                  <a:pt x="144780" y="336804"/>
                </a:lnTo>
                <a:lnTo>
                  <a:pt x="149352" y="330708"/>
                </a:lnTo>
                <a:lnTo>
                  <a:pt x="155448" y="321564"/>
                </a:lnTo>
                <a:lnTo>
                  <a:pt x="155448" y="313944"/>
                </a:lnTo>
                <a:close/>
              </a:path>
              <a:path extrusionOk="0" h="600709" w="205739">
                <a:moveTo>
                  <a:pt x="205740" y="132588"/>
                </a:moveTo>
                <a:lnTo>
                  <a:pt x="176403" y="109728"/>
                </a:lnTo>
                <a:lnTo>
                  <a:pt x="169989" y="106870"/>
                </a:lnTo>
                <a:lnTo>
                  <a:pt x="155448" y="100584"/>
                </a:lnTo>
                <a:lnTo>
                  <a:pt x="80987" y="71628"/>
                </a:lnTo>
                <a:lnTo>
                  <a:pt x="73152" y="68580"/>
                </a:lnTo>
                <a:lnTo>
                  <a:pt x="45720" y="51816"/>
                </a:lnTo>
                <a:lnTo>
                  <a:pt x="45720" y="47244"/>
                </a:lnTo>
                <a:lnTo>
                  <a:pt x="41148" y="47244"/>
                </a:lnTo>
                <a:lnTo>
                  <a:pt x="41148" y="85344"/>
                </a:lnTo>
                <a:lnTo>
                  <a:pt x="45720" y="85344"/>
                </a:lnTo>
                <a:lnTo>
                  <a:pt x="45720" y="76136"/>
                </a:lnTo>
                <a:lnTo>
                  <a:pt x="45859" y="76136"/>
                </a:lnTo>
                <a:lnTo>
                  <a:pt x="48768" y="74676"/>
                </a:lnTo>
                <a:lnTo>
                  <a:pt x="51816" y="71628"/>
                </a:lnTo>
                <a:lnTo>
                  <a:pt x="54864" y="71628"/>
                </a:lnTo>
                <a:lnTo>
                  <a:pt x="58877" y="72186"/>
                </a:lnTo>
                <a:lnTo>
                  <a:pt x="64198" y="73723"/>
                </a:lnTo>
                <a:lnTo>
                  <a:pt x="70929" y="76136"/>
                </a:lnTo>
                <a:lnTo>
                  <a:pt x="79248" y="79248"/>
                </a:lnTo>
                <a:lnTo>
                  <a:pt x="112776" y="91440"/>
                </a:lnTo>
                <a:lnTo>
                  <a:pt x="70104" y="111252"/>
                </a:lnTo>
                <a:lnTo>
                  <a:pt x="60960" y="115824"/>
                </a:lnTo>
                <a:lnTo>
                  <a:pt x="54864" y="117348"/>
                </a:lnTo>
                <a:lnTo>
                  <a:pt x="50292" y="117348"/>
                </a:lnTo>
                <a:lnTo>
                  <a:pt x="45720" y="112776"/>
                </a:lnTo>
                <a:lnTo>
                  <a:pt x="45720" y="106680"/>
                </a:lnTo>
                <a:lnTo>
                  <a:pt x="41148" y="106680"/>
                </a:lnTo>
                <a:lnTo>
                  <a:pt x="41148" y="167640"/>
                </a:lnTo>
                <a:lnTo>
                  <a:pt x="45720" y="167640"/>
                </a:lnTo>
                <a:lnTo>
                  <a:pt x="45720" y="164592"/>
                </a:lnTo>
                <a:lnTo>
                  <a:pt x="51816" y="158496"/>
                </a:lnTo>
                <a:lnTo>
                  <a:pt x="53340" y="155448"/>
                </a:lnTo>
                <a:lnTo>
                  <a:pt x="60960" y="150876"/>
                </a:lnTo>
                <a:lnTo>
                  <a:pt x="73152" y="146304"/>
                </a:lnTo>
                <a:lnTo>
                  <a:pt x="138303" y="117348"/>
                </a:lnTo>
                <a:lnTo>
                  <a:pt x="155448" y="109728"/>
                </a:lnTo>
                <a:lnTo>
                  <a:pt x="166116" y="112776"/>
                </a:lnTo>
                <a:lnTo>
                  <a:pt x="176784" y="117348"/>
                </a:lnTo>
                <a:lnTo>
                  <a:pt x="184404" y="121920"/>
                </a:lnTo>
                <a:lnTo>
                  <a:pt x="187452" y="124968"/>
                </a:lnTo>
                <a:lnTo>
                  <a:pt x="190500" y="126492"/>
                </a:lnTo>
                <a:lnTo>
                  <a:pt x="192024" y="128016"/>
                </a:lnTo>
                <a:lnTo>
                  <a:pt x="192024" y="131064"/>
                </a:lnTo>
                <a:lnTo>
                  <a:pt x="190500" y="132588"/>
                </a:lnTo>
                <a:lnTo>
                  <a:pt x="190500" y="134112"/>
                </a:lnTo>
                <a:lnTo>
                  <a:pt x="179832" y="134112"/>
                </a:lnTo>
                <a:lnTo>
                  <a:pt x="176784" y="135636"/>
                </a:lnTo>
                <a:lnTo>
                  <a:pt x="173736" y="138684"/>
                </a:lnTo>
                <a:lnTo>
                  <a:pt x="170688" y="140208"/>
                </a:lnTo>
                <a:lnTo>
                  <a:pt x="170688" y="152400"/>
                </a:lnTo>
                <a:lnTo>
                  <a:pt x="172212" y="155448"/>
                </a:lnTo>
                <a:lnTo>
                  <a:pt x="178308" y="161544"/>
                </a:lnTo>
                <a:lnTo>
                  <a:pt x="181356" y="163068"/>
                </a:lnTo>
                <a:lnTo>
                  <a:pt x="192024" y="163068"/>
                </a:lnTo>
                <a:lnTo>
                  <a:pt x="196596" y="161544"/>
                </a:lnTo>
                <a:lnTo>
                  <a:pt x="205740" y="147828"/>
                </a:lnTo>
                <a:lnTo>
                  <a:pt x="205740" y="1325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4" name="Google Shape;4694;p77"/>
          <p:cNvGrpSpPr/>
          <p:nvPr/>
        </p:nvGrpSpPr>
        <p:grpSpPr>
          <a:xfrm>
            <a:off x="1911096" y="7427976"/>
            <a:ext cx="225515" cy="588263"/>
            <a:chOff x="1911096" y="7427976"/>
            <a:chExt cx="225515" cy="588263"/>
          </a:xfrm>
        </p:grpSpPr>
        <p:pic>
          <p:nvPicPr>
            <p:cNvPr id="4695" name="Google Shape;4695;p77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1918716" y="7844027"/>
              <a:ext cx="167640" cy="1722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96" name="Google Shape;4696;p77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1911096" y="7427976"/>
              <a:ext cx="225515" cy="3962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97" name="Google Shape;4697;p77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1969196" y="7252716"/>
            <a:ext cx="117159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698" name="Google Shape;4698;p77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1918716" y="6169152"/>
            <a:ext cx="167640" cy="101346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99" name="Google Shape;4699;p77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1915668" y="8770619"/>
            <a:ext cx="457199" cy="7010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0" name="Google Shape;4700;p77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1915668" y="4933188"/>
            <a:ext cx="220979" cy="1162811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1" name="Google Shape;4701;p77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1918716" y="3919727"/>
            <a:ext cx="217673" cy="938783"/>
          </a:xfrm>
          <a:prstGeom prst="rect">
            <a:avLst/>
          </a:prstGeom>
          <a:noFill/>
          <a:ln>
            <a:noFill/>
          </a:ln>
        </p:spPr>
      </p:pic>
      <p:sp>
        <p:nvSpPr>
          <p:cNvPr id="4702" name="Google Shape;4702;p77"/>
          <p:cNvSpPr/>
          <p:nvPr/>
        </p:nvSpPr>
        <p:spPr>
          <a:xfrm>
            <a:off x="1911083" y="3163824"/>
            <a:ext cx="224154" cy="683260"/>
          </a:xfrm>
          <a:custGeom>
            <a:rect b="b" l="l" r="r" t="t"/>
            <a:pathLst>
              <a:path extrusionOk="0" h="683260" w="224155">
                <a:moveTo>
                  <a:pt x="172212" y="422148"/>
                </a:moveTo>
                <a:lnTo>
                  <a:pt x="167640" y="422148"/>
                </a:lnTo>
                <a:lnTo>
                  <a:pt x="167640" y="431292"/>
                </a:lnTo>
                <a:lnTo>
                  <a:pt x="166116" y="435864"/>
                </a:lnTo>
                <a:lnTo>
                  <a:pt x="164592" y="438912"/>
                </a:lnTo>
                <a:lnTo>
                  <a:pt x="160020" y="443484"/>
                </a:lnTo>
                <a:lnTo>
                  <a:pt x="156972" y="445008"/>
                </a:lnTo>
                <a:lnTo>
                  <a:pt x="21336" y="445008"/>
                </a:lnTo>
                <a:lnTo>
                  <a:pt x="19812" y="443484"/>
                </a:lnTo>
                <a:lnTo>
                  <a:pt x="16764" y="441960"/>
                </a:lnTo>
                <a:lnTo>
                  <a:pt x="13716" y="438912"/>
                </a:lnTo>
                <a:lnTo>
                  <a:pt x="12192" y="435864"/>
                </a:lnTo>
                <a:lnTo>
                  <a:pt x="12192" y="422148"/>
                </a:lnTo>
                <a:lnTo>
                  <a:pt x="7620" y="422148"/>
                </a:lnTo>
                <a:lnTo>
                  <a:pt x="7620" y="507492"/>
                </a:lnTo>
                <a:lnTo>
                  <a:pt x="12192" y="507492"/>
                </a:lnTo>
                <a:lnTo>
                  <a:pt x="12192" y="493776"/>
                </a:lnTo>
                <a:lnTo>
                  <a:pt x="13716" y="490728"/>
                </a:lnTo>
                <a:lnTo>
                  <a:pt x="15240" y="489204"/>
                </a:lnTo>
                <a:lnTo>
                  <a:pt x="16764" y="486156"/>
                </a:lnTo>
                <a:lnTo>
                  <a:pt x="19812" y="486156"/>
                </a:lnTo>
                <a:lnTo>
                  <a:pt x="21336" y="484632"/>
                </a:lnTo>
                <a:lnTo>
                  <a:pt x="82296" y="484632"/>
                </a:lnTo>
                <a:lnTo>
                  <a:pt x="82296" y="542544"/>
                </a:lnTo>
                <a:lnTo>
                  <a:pt x="21336" y="542544"/>
                </a:lnTo>
                <a:lnTo>
                  <a:pt x="19812" y="541020"/>
                </a:lnTo>
                <a:lnTo>
                  <a:pt x="16764" y="539496"/>
                </a:lnTo>
                <a:lnTo>
                  <a:pt x="13716" y="536448"/>
                </a:lnTo>
                <a:lnTo>
                  <a:pt x="12192" y="533400"/>
                </a:lnTo>
                <a:lnTo>
                  <a:pt x="12192" y="519684"/>
                </a:lnTo>
                <a:lnTo>
                  <a:pt x="7620" y="519684"/>
                </a:lnTo>
                <a:lnTo>
                  <a:pt x="7620" y="605028"/>
                </a:lnTo>
                <a:lnTo>
                  <a:pt x="12192" y="605028"/>
                </a:lnTo>
                <a:lnTo>
                  <a:pt x="12192" y="591312"/>
                </a:lnTo>
                <a:lnTo>
                  <a:pt x="13716" y="588264"/>
                </a:lnTo>
                <a:lnTo>
                  <a:pt x="15240" y="586740"/>
                </a:lnTo>
                <a:lnTo>
                  <a:pt x="16764" y="583692"/>
                </a:lnTo>
                <a:lnTo>
                  <a:pt x="19812" y="583692"/>
                </a:lnTo>
                <a:lnTo>
                  <a:pt x="21336" y="582168"/>
                </a:lnTo>
                <a:lnTo>
                  <a:pt x="156972" y="582168"/>
                </a:lnTo>
                <a:lnTo>
                  <a:pt x="158496" y="583692"/>
                </a:lnTo>
                <a:lnTo>
                  <a:pt x="161544" y="585216"/>
                </a:lnTo>
                <a:lnTo>
                  <a:pt x="164592" y="588264"/>
                </a:lnTo>
                <a:lnTo>
                  <a:pt x="167640" y="594360"/>
                </a:lnTo>
                <a:lnTo>
                  <a:pt x="167640" y="605028"/>
                </a:lnTo>
                <a:lnTo>
                  <a:pt x="172212" y="605028"/>
                </a:lnTo>
                <a:lnTo>
                  <a:pt x="172212" y="519684"/>
                </a:lnTo>
                <a:lnTo>
                  <a:pt x="167640" y="519684"/>
                </a:lnTo>
                <a:lnTo>
                  <a:pt x="167640" y="528828"/>
                </a:lnTo>
                <a:lnTo>
                  <a:pt x="166116" y="533400"/>
                </a:lnTo>
                <a:lnTo>
                  <a:pt x="164592" y="536448"/>
                </a:lnTo>
                <a:lnTo>
                  <a:pt x="160020" y="541020"/>
                </a:lnTo>
                <a:lnTo>
                  <a:pt x="156972" y="542544"/>
                </a:lnTo>
                <a:lnTo>
                  <a:pt x="92964" y="542544"/>
                </a:lnTo>
                <a:lnTo>
                  <a:pt x="92964" y="484632"/>
                </a:lnTo>
                <a:lnTo>
                  <a:pt x="156972" y="484632"/>
                </a:lnTo>
                <a:lnTo>
                  <a:pt x="158496" y="486156"/>
                </a:lnTo>
                <a:lnTo>
                  <a:pt x="161544" y="487680"/>
                </a:lnTo>
                <a:lnTo>
                  <a:pt x="164592" y="490728"/>
                </a:lnTo>
                <a:lnTo>
                  <a:pt x="167640" y="496824"/>
                </a:lnTo>
                <a:lnTo>
                  <a:pt x="167640" y="507492"/>
                </a:lnTo>
                <a:lnTo>
                  <a:pt x="172212" y="507492"/>
                </a:lnTo>
                <a:lnTo>
                  <a:pt x="172212" y="422148"/>
                </a:lnTo>
                <a:close/>
              </a:path>
              <a:path extrusionOk="0" h="683260" w="224155">
                <a:moveTo>
                  <a:pt x="172212" y="86868"/>
                </a:moveTo>
                <a:lnTo>
                  <a:pt x="112776" y="80772"/>
                </a:lnTo>
                <a:lnTo>
                  <a:pt x="112776" y="85344"/>
                </a:lnTo>
                <a:lnTo>
                  <a:pt x="129540" y="91440"/>
                </a:lnTo>
                <a:lnTo>
                  <a:pt x="136359" y="94348"/>
                </a:lnTo>
                <a:lnTo>
                  <a:pt x="141732" y="97536"/>
                </a:lnTo>
                <a:lnTo>
                  <a:pt x="153924" y="106680"/>
                </a:lnTo>
                <a:lnTo>
                  <a:pt x="160020" y="118872"/>
                </a:lnTo>
                <a:lnTo>
                  <a:pt x="161544" y="124968"/>
                </a:lnTo>
                <a:lnTo>
                  <a:pt x="161544" y="155448"/>
                </a:lnTo>
                <a:lnTo>
                  <a:pt x="160020" y="160020"/>
                </a:lnTo>
                <a:lnTo>
                  <a:pt x="160020" y="163068"/>
                </a:lnTo>
                <a:lnTo>
                  <a:pt x="158496" y="164592"/>
                </a:lnTo>
                <a:lnTo>
                  <a:pt x="156972" y="167640"/>
                </a:lnTo>
                <a:lnTo>
                  <a:pt x="155448" y="167640"/>
                </a:lnTo>
                <a:lnTo>
                  <a:pt x="152400" y="169164"/>
                </a:lnTo>
                <a:lnTo>
                  <a:pt x="21336" y="169164"/>
                </a:lnTo>
                <a:lnTo>
                  <a:pt x="19812" y="167640"/>
                </a:lnTo>
                <a:lnTo>
                  <a:pt x="16764" y="167640"/>
                </a:lnTo>
                <a:lnTo>
                  <a:pt x="15240" y="164592"/>
                </a:lnTo>
                <a:lnTo>
                  <a:pt x="13716" y="163068"/>
                </a:lnTo>
                <a:lnTo>
                  <a:pt x="12192" y="160020"/>
                </a:lnTo>
                <a:lnTo>
                  <a:pt x="12192" y="143256"/>
                </a:lnTo>
                <a:lnTo>
                  <a:pt x="7620" y="143256"/>
                </a:lnTo>
                <a:lnTo>
                  <a:pt x="7620" y="231648"/>
                </a:lnTo>
                <a:lnTo>
                  <a:pt x="12192" y="231648"/>
                </a:lnTo>
                <a:lnTo>
                  <a:pt x="12192" y="217932"/>
                </a:lnTo>
                <a:lnTo>
                  <a:pt x="13716" y="216408"/>
                </a:lnTo>
                <a:lnTo>
                  <a:pt x="15240" y="213360"/>
                </a:lnTo>
                <a:lnTo>
                  <a:pt x="16764" y="211836"/>
                </a:lnTo>
                <a:lnTo>
                  <a:pt x="19812" y="210312"/>
                </a:lnTo>
                <a:lnTo>
                  <a:pt x="21336" y="210312"/>
                </a:lnTo>
                <a:lnTo>
                  <a:pt x="25908" y="208788"/>
                </a:lnTo>
                <a:lnTo>
                  <a:pt x="152400" y="208788"/>
                </a:lnTo>
                <a:lnTo>
                  <a:pt x="156972" y="210312"/>
                </a:lnTo>
                <a:lnTo>
                  <a:pt x="158496" y="210312"/>
                </a:lnTo>
                <a:lnTo>
                  <a:pt x="161544" y="211836"/>
                </a:lnTo>
                <a:lnTo>
                  <a:pt x="164592" y="214884"/>
                </a:lnTo>
                <a:lnTo>
                  <a:pt x="166116" y="217932"/>
                </a:lnTo>
                <a:lnTo>
                  <a:pt x="167640" y="222504"/>
                </a:lnTo>
                <a:lnTo>
                  <a:pt x="167640" y="231648"/>
                </a:lnTo>
                <a:lnTo>
                  <a:pt x="172212" y="231648"/>
                </a:lnTo>
                <a:lnTo>
                  <a:pt x="172212" y="86868"/>
                </a:lnTo>
                <a:close/>
              </a:path>
              <a:path extrusionOk="0" h="683260" w="224155">
                <a:moveTo>
                  <a:pt x="172224" y="327660"/>
                </a:moveTo>
                <a:lnTo>
                  <a:pt x="170700" y="320040"/>
                </a:lnTo>
                <a:lnTo>
                  <a:pt x="170637" y="315264"/>
                </a:lnTo>
                <a:lnTo>
                  <a:pt x="168414" y="307759"/>
                </a:lnTo>
                <a:lnTo>
                  <a:pt x="166128" y="300609"/>
                </a:lnTo>
                <a:lnTo>
                  <a:pt x="164604" y="296240"/>
                </a:lnTo>
                <a:lnTo>
                  <a:pt x="164604" y="335280"/>
                </a:lnTo>
                <a:lnTo>
                  <a:pt x="164604" y="339852"/>
                </a:lnTo>
                <a:lnTo>
                  <a:pt x="163080" y="342900"/>
                </a:lnTo>
                <a:lnTo>
                  <a:pt x="161556" y="344424"/>
                </a:lnTo>
                <a:lnTo>
                  <a:pt x="161556" y="345948"/>
                </a:lnTo>
                <a:lnTo>
                  <a:pt x="158508" y="348996"/>
                </a:lnTo>
                <a:lnTo>
                  <a:pt x="15252" y="348996"/>
                </a:lnTo>
                <a:lnTo>
                  <a:pt x="26682" y="309943"/>
                </a:lnTo>
                <a:lnTo>
                  <a:pt x="61544" y="293560"/>
                </a:lnTo>
                <a:lnTo>
                  <a:pt x="91452" y="291084"/>
                </a:lnTo>
                <a:lnTo>
                  <a:pt x="109715" y="291973"/>
                </a:lnTo>
                <a:lnTo>
                  <a:pt x="149364" y="306324"/>
                </a:lnTo>
                <a:lnTo>
                  <a:pt x="164604" y="335280"/>
                </a:lnTo>
                <a:lnTo>
                  <a:pt x="164604" y="296240"/>
                </a:lnTo>
                <a:lnTo>
                  <a:pt x="163842" y="294043"/>
                </a:lnTo>
                <a:lnTo>
                  <a:pt x="162712" y="291084"/>
                </a:lnTo>
                <a:lnTo>
                  <a:pt x="161556" y="288036"/>
                </a:lnTo>
                <a:lnTo>
                  <a:pt x="135267" y="258699"/>
                </a:lnTo>
                <a:lnTo>
                  <a:pt x="121932" y="252984"/>
                </a:lnTo>
                <a:lnTo>
                  <a:pt x="114782" y="250113"/>
                </a:lnTo>
                <a:lnTo>
                  <a:pt x="107073" y="248221"/>
                </a:lnTo>
                <a:lnTo>
                  <a:pt x="98780" y="247205"/>
                </a:lnTo>
                <a:lnTo>
                  <a:pt x="89928" y="246888"/>
                </a:lnTo>
                <a:lnTo>
                  <a:pt x="77635" y="247726"/>
                </a:lnTo>
                <a:lnTo>
                  <a:pt x="35394" y="265366"/>
                </a:lnTo>
                <a:lnTo>
                  <a:pt x="11480" y="300824"/>
                </a:lnTo>
                <a:lnTo>
                  <a:pt x="7772" y="332422"/>
                </a:lnTo>
                <a:lnTo>
                  <a:pt x="7696" y="335280"/>
                </a:lnTo>
                <a:lnTo>
                  <a:pt x="7620" y="411480"/>
                </a:lnTo>
                <a:lnTo>
                  <a:pt x="12204" y="411480"/>
                </a:lnTo>
                <a:lnTo>
                  <a:pt x="12204" y="397764"/>
                </a:lnTo>
                <a:lnTo>
                  <a:pt x="13728" y="396240"/>
                </a:lnTo>
                <a:lnTo>
                  <a:pt x="15252" y="393192"/>
                </a:lnTo>
                <a:lnTo>
                  <a:pt x="16776" y="391668"/>
                </a:lnTo>
                <a:lnTo>
                  <a:pt x="19824" y="390144"/>
                </a:lnTo>
                <a:lnTo>
                  <a:pt x="21348" y="390144"/>
                </a:lnTo>
                <a:lnTo>
                  <a:pt x="25920" y="388620"/>
                </a:lnTo>
                <a:lnTo>
                  <a:pt x="156984" y="388620"/>
                </a:lnTo>
                <a:lnTo>
                  <a:pt x="158508" y="390144"/>
                </a:lnTo>
                <a:lnTo>
                  <a:pt x="161556" y="391668"/>
                </a:lnTo>
                <a:lnTo>
                  <a:pt x="163080" y="393192"/>
                </a:lnTo>
                <a:lnTo>
                  <a:pt x="164604" y="396240"/>
                </a:lnTo>
                <a:lnTo>
                  <a:pt x="166128" y="397764"/>
                </a:lnTo>
                <a:lnTo>
                  <a:pt x="167652" y="402336"/>
                </a:lnTo>
                <a:lnTo>
                  <a:pt x="167652" y="411480"/>
                </a:lnTo>
                <a:lnTo>
                  <a:pt x="172224" y="411480"/>
                </a:lnTo>
                <a:lnTo>
                  <a:pt x="172224" y="388620"/>
                </a:lnTo>
                <a:lnTo>
                  <a:pt x="172224" y="348996"/>
                </a:lnTo>
                <a:lnTo>
                  <a:pt x="172224" y="327660"/>
                </a:lnTo>
                <a:close/>
              </a:path>
              <a:path extrusionOk="0" h="683260" w="224155">
                <a:moveTo>
                  <a:pt x="224028" y="615696"/>
                </a:moveTo>
                <a:lnTo>
                  <a:pt x="219456" y="615696"/>
                </a:lnTo>
                <a:lnTo>
                  <a:pt x="214884" y="622033"/>
                </a:lnTo>
                <a:lnTo>
                  <a:pt x="210312" y="627507"/>
                </a:lnTo>
                <a:lnTo>
                  <a:pt x="176237" y="651281"/>
                </a:lnTo>
                <a:lnTo>
                  <a:pt x="132969" y="659511"/>
                </a:lnTo>
                <a:lnTo>
                  <a:pt x="108204" y="659892"/>
                </a:lnTo>
                <a:lnTo>
                  <a:pt x="96774" y="659612"/>
                </a:lnTo>
                <a:lnTo>
                  <a:pt x="52489" y="652754"/>
                </a:lnTo>
                <a:lnTo>
                  <a:pt x="13525" y="629793"/>
                </a:lnTo>
                <a:lnTo>
                  <a:pt x="4572" y="615696"/>
                </a:lnTo>
                <a:lnTo>
                  <a:pt x="0" y="615696"/>
                </a:lnTo>
                <a:lnTo>
                  <a:pt x="29362" y="654494"/>
                </a:lnTo>
                <a:lnTo>
                  <a:pt x="76009" y="678180"/>
                </a:lnTo>
                <a:lnTo>
                  <a:pt x="111252" y="682752"/>
                </a:lnTo>
                <a:lnTo>
                  <a:pt x="123825" y="682180"/>
                </a:lnTo>
                <a:lnTo>
                  <a:pt x="161544" y="673608"/>
                </a:lnTo>
                <a:lnTo>
                  <a:pt x="202692" y="647700"/>
                </a:lnTo>
                <a:lnTo>
                  <a:pt x="219202" y="624560"/>
                </a:lnTo>
                <a:lnTo>
                  <a:pt x="224028" y="615696"/>
                </a:lnTo>
                <a:close/>
              </a:path>
              <a:path extrusionOk="0" h="683260" w="224155">
                <a:moveTo>
                  <a:pt x="224040" y="67056"/>
                </a:moveTo>
                <a:lnTo>
                  <a:pt x="193814" y="28270"/>
                </a:lnTo>
                <a:lnTo>
                  <a:pt x="146697" y="4572"/>
                </a:lnTo>
                <a:lnTo>
                  <a:pt x="111264" y="0"/>
                </a:lnTo>
                <a:lnTo>
                  <a:pt x="98704" y="571"/>
                </a:lnTo>
                <a:lnTo>
                  <a:pt x="50495" y="14287"/>
                </a:lnTo>
                <a:lnTo>
                  <a:pt x="15011" y="42849"/>
                </a:lnTo>
                <a:lnTo>
                  <a:pt x="12" y="67056"/>
                </a:lnTo>
                <a:lnTo>
                  <a:pt x="4584" y="67056"/>
                </a:lnTo>
                <a:lnTo>
                  <a:pt x="8267" y="60756"/>
                </a:lnTo>
                <a:lnTo>
                  <a:pt x="12395" y="55435"/>
                </a:lnTo>
                <a:lnTo>
                  <a:pt x="16789" y="50990"/>
                </a:lnTo>
                <a:lnTo>
                  <a:pt x="21348" y="47244"/>
                </a:lnTo>
                <a:lnTo>
                  <a:pt x="27444" y="41148"/>
                </a:lnTo>
                <a:lnTo>
                  <a:pt x="35064" y="38100"/>
                </a:lnTo>
                <a:lnTo>
                  <a:pt x="41160" y="35052"/>
                </a:lnTo>
                <a:lnTo>
                  <a:pt x="46278" y="32766"/>
                </a:lnTo>
                <a:lnTo>
                  <a:pt x="90119" y="23812"/>
                </a:lnTo>
                <a:lnTo>
                  <a:pt x="114312" y="22860"/>
                </a:lnTo>
                <a:lnTo>
                  <a:pt x="126593" y="23152"/>
                </a:lnTo>
                <a:lnTo>
                  <a:pt x="170891" y="30010"/>
                </a:lnTo>
                <a:lnTo>
                  <a:pt x="209181" y="52959"/>
                </a:lnTo>
                <a:lnTo>
                  <a:pt x="219468" y="67056"/>
                </a:lnTo>
                <a:lnTo>
                  <a:pt x="224040" y="670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03" name="Google Shape;4703;p77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1969007" y="2889504"/>
            <a:ext cx="117348" cy="19659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4" name="Google Shape;4704;p77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1911095" y="1850135"/>
            <a:ext cx="175260" cy="96621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5" name="Google Shape;4705;p77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2618231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sp>
        <p:nvSpPr>
          <p:cNvPr id="4706" name="Google Shape;4706;p77"/>
          <p:cNvSpPr/>
          <p:nvPr/>
        </p:nvSpPr>
        <p:spPr>
          <a:xfrm>
            <a:off x="2612136" y="8889492"/>
            <a:ext cx="220979" cy="581025"/>
          </a:xfrm>
          <a:custGeom>
            <a:rect b="b" l="l" r="r" t="t"/>
            <a:pathLst>
              <a:path extrusionOk="0" h="581025" w="220980">
                <a:moveTo>
                  <a:pt x="35052" y="132588"/>
                </a:moveTo>
                <a:lnTo>
                  <a:pt x="33528" y="128016"/>
                </a:lnTo>
                <a:lnTo>
                  <a:pt x="30480" y="124968"/>
                </a:lnTo>
                <a:lnTo>
                  <a:pt x="25908" y="121920"/>
                </a:lnTo>
                <a:lnTo>
                  <a:pt x="22860" y="120396"/>
                </a:lnTo>
                <a:lnTo>
                  <a:pt x="12192" y="120396"/>
                </a:lnTo>
                <a:lnTo>
                  <a:pt x="9144" y="121920"/>
                </a:lnTo>
                <a:lnTo>
                  <a:pt x="4572" y="124968"/>
                </a:lnTo>
                <a:lnTo>
                  <a:pt x="1524" y="128016"/>
                </a:lnTo>
                <a:lnTo>
                  <a:pt x="0" y="132588"/>
                </a:lnTo>
                <a:lnTo>
                  <a:pt x="0" y="143256"/>
                </a:lnTo>
                <a:lnTo>
                  <a:pt x="1524" y="146304"/>
                </a:lnTo>
                <a:lnTo>
                  <a:pt x="9144" y="153924"/>
                </a:lnTo>
                <a:lnTo>
                  <a:pt x="12192" y="155448"/>
                </a:lnTo>
                <a:lnTo>
                  <a:pt x="22860" y="155448"/>
                </a:lnTo>
                <a:lnTo>
                  <a:pt x="25908" y="153924"/>
                </a:lnTo>
                <a:lnTo>
                  <a:pt x="33528" y="146304"/>
                </a:lnTo>
                <a:lnTo>
                  <a:pt x="35052" y="143256"/>
                </a:lnTo>
                <a:lnTo>
                  <a:pt x="35052" y="132588"/>
                </a:lnTo>
                <a:close/>
              </a:path>
              <a:path extrusionOk="0" h="581025" w="220980">
                <a:moveTo>
                  <a:pt x="167640" y="435864"/>
                </a:moveTo>
                <a:lnTo>
                  <a:pt x="108204" y="429768"/>
                </a:lnTo>
                <a:lnTo>
                  <a:pt x="108204" y="434340"/>
                </a:lnTo>
                <a:lnTo>
                  <a:pt x="124968" y="440436"/>
                </a:lnTo>
                <a:lnTo>
                  <a:pt x="131775" y="443344"/>
                </a:lnTo>
                <a:lnTo>
                  <a:pt x="144780" y="451104"/>
                </a:lnTo>
                <a:lnTo>
                  <a:pt x="149352" y="455676"/>
                </a:lnTo>
                <a:lnTo>
                  <a:pt x="155448" y="467868"/>
                </a:lnTo>
                <a:lnTo>
                  <a:pt x="156972" y="473964"/>
                </a:lnTo>
                <a:lnTo>
                  <a:pt x="156972" y="509016"/>
                </a:lnTo>
                <a:lnTo>
                  <a:pt x="155448" y="510540"/>
                </a:lnTo>
                <a:lnTo>
                  <a:pt x="152400" y="516636"/>
                </a:lnTo>
                <a:lnTo>
                  <a:pt x="150876" y="516636"/>
                </a:lnTo>
                <a:lnTo>
                  <a:pt x="147828" y="518160"/>
                </a:lnTo>
                <a:lnTo>
                  <a:pt x="16764" y="518160"/>
                </a:lnTo>
                <a:lnTo>
                  <a:pt x="15240" y="516636"/>
                </a:lnTo>
                <a:lnTo>
                  <a:pt x="12192" y="515112"/>
                </a:lnTo>
                <a:lnTo>
                  <a:pt x="10668" y="513588"/>
                </a:lnTo>
                <a:lnTo>
                  <a:pt x="10668" y="512064"/>
                </a:lnTo>
                <a:lnTo>
                  <a:pt x="7620" y="509016"/>
                </a:lnTo>
                <a:lnTo>
                  <a:pt x="7620" y="492252"/>
                </a:lnTo>
                <a:lnTo>
                  <a:pt x="3048" y="492252"/>
                </a:lnTo>
                <a:lnTo>
                  <a:pt x="3048" y="580644"/>
                </a:lnTo>
                <a:lnTo>
                  <a:pt x="7620" y="580644"/>
                </a:lnTo>
                <a:lnTo>
                  <a:pt x="7620" y="566928"/>
                </a:lnTo>
                <a:lnTo>
                  <a:pt x="9144" y="563880"/>
                </a:lnTo>
                <a:lnTo>
                  <a:pt x="10668" y="562356"/>
                </a:lnTo>
                <a:lnTo>
                  <a:pt x="13716" y="560832"/>
                </a:lnTo>
                <a:lnTo>
                  <a:pt x="16764" y="557784"/>
                </a:lnTo>
                <a:lnTo>
                  <a:pt x="152400" y="557784"/>
                </a:lnTo>
                <a:lnTo>
                  <a:pt x="155448" y="559308"/>
                </a:lnTo>
                <a:lnTo>
                  <a:pt x="156972" y="560832"/>
                </a:lnTo>
                <a:lnTo>
                  <a:pt x="160020" y="562356"/>
                </a:lnTo>
                <a:lnTo>
                  <a:pt x="160020" y="563880"/>
                </a:lnTo>
                <a:lnTo>
                  <a:pt x="163068" y="569976"/>
                </a:lnTo>
                <a:lnTo>
                  <a:pt x="163068" y="580644"/>
                </a:lnTo>
                <a:lnTo>
                  <a:pt x="167640" y="580644"/>
                </a:lnTo>
                <a:lnTo>
                  <a:pt x="167640" y="435864"/>
                </a:lnTo>
                <a:close/>
              </a:path>
              <a:path extrusionOk="0" h="581025" w="220980">
                <a:moveTo>
                  <a:pt x="167640" y="106680"/>
                </a:moveTo>
                <a:lnTo>
                  <a:pt x="163068" y="106680"/>
                </a:lnTo>
                <a:lnTo>
                  <a:pt x="163068" y="111252"/>
                </a:lnTo>
                <a:lnTo>
                  <a:pt x="161544" y="115824"/>
                </a:lnTo>
                <a:lnTo>
                  <a:pt x="158496" y="117348"/>
                </a:lnTo>
                <a:lnTo>
                  <a:pt x="156972" y="118872"/>
                </a:lnTo>
                <a:lnTo>
                  <a:pt x="150876" y="120396"/>
                </a:lnTo>
                <a:lnTo>
                  <a:pt x="56388" y="120396"/>
                </a:lnTo>
                <a:lnTo>
                  <a:pt x="56388" y="167640"/>
                </a:lnTo>
                <a:lnTo>
                  <a:pt x="60960" y="167640"/>
                </a:lnTo>
                <a:lnTo>
                  <a:pt x="60960" y="161544"/>
                </a:lnTo>
                <a:lnTo>
                  <a:pt x="62484" y="158496"/>
                </a:lnTo>
                <a:lnTo>
                  <a:pt x="67056" y="153924"/>
                </a:lnTo>
                <a:lnTo>
                  <a:pt x="156972" y="153924"/>
                </a:lnTo>
                <a:lnTo>
                  <a:pt x="161544" y="158496"/>
                </a:lnTo>
                <a:lnTo>
                  <a:pt x="163068" y="161544"/>
                </a:lnTo>
                <a:lnTo>
                  <a:pt x="163068" y="167640"/>
                </a:lnTo>
                <a:lnTo>
                  <a:pt x="167640" y="167640"/>
                </a:lnTo>
                <a:lnTo>
                  <a:pt x="167640" y="153924"/>
                </a:lnTo>
                <a:lnTo>
                  <a:pt x="167640" y="106680"/>
                </a:lnTo>
                <a:close/>
              </a:path>
              <a:path extrusionOk="0" h="581025" w="220980">
                <a:moveTo>
                  <a:pt x="170688" y="359664"/>
                </a:moveTo>
                <a:lnTo>
                  <a:pt x="169519" y="347027"/>
                </a:lnTo>
                <a:lnTo>
                  <a:pt x="167640" y="341376"/>
                </a:lnTo>
                <a:lnTo>
                  <a:pt x="165925" y="336232"/>
                </a:lnTo>
                <a:lnTo>
                  <a:pt x="163068" y="331914"/>
                </a:lnTo>
                <a:lnTo>
                  <a:pt x="163068" y="356616"/>
                </a:lnTo>
                <a:lnTo>
                  <a:pt x="163068" y="362712"/>
                </a:lnTo>
                <a:lnTo>
                  <a:pt x="161544" y="367284"/>
                </a:lnTo>
                <a:lnTo>
                  <a:pt x="158496" y="368808"/>
                </a:lnTo>
                <a:lnTo>
                  <a:pt x="155448" y="371856"/>
                </a:lnTo>
                <a:lnTo>
                  <a:pt x="150876" y="374904"/>
                </a:lnTo>
                <a:lnTo>
                  <a:pt x="144780" y="374904"/>
                </a:lnTo>
                <a:lnTo>
                  <a:pt x="138772" y="376415"/>
                </a:lnTo>
                <a:lnTo>
                  <a:pt x="110172" y="376415"/>
                </a:lnTo>
                <a:lnTo>
                  <a:pt x="100012" y="376237"/>
                </a:lnTo>
                <a:lnTo>
                  <a:pt x="91262" y="375793"/>
                </a:lnTo>
                <a:lnTo>
                  <a:pt x="83820" y="374904"/>
                </a:lnTo>
                <a:lnTo>
                  <a:pt x="74676" y="374904"/>
                </a:lnTo>
                <a:lnTo>
                  <a:pt x="65532" y="370332"/>
                </a:lnTo>
                <a:lnTo>
                  <a:pt x="62484" y="367284"/>
                </a:lnTo>
                <a:lnTo>
                  <a:pt x="60960" y="362712"/>
                </a:lnTo>
                <a:lnTo>
                  <a:pt x="60960" y="353568"/>
                </a:lnTo>
                <a:lnTo>
                  <a:pt x="64008" y="350520"/>
                </a:lnTo>
                <a:lnTo>
                  <a:pt x="65532" y="347472"/>
                </a:lnTo>
                <a:lnTo>
                  <a:pt x="102108" y="341376"/>
                </a:lnTo>
                <a:lnTo>
                  <a:pt x="117817" y="341642"/>
                </a:lnTo>
                <a:lnTo>
                  <a:pt x="156972" y="347472"/>
                </a:lnTo>
                <a:lnTo>
                  <a:pt x="163068" y="356616"/>
                </a:lnTo>
                <a:lnTo>
                  <a:pt x="163068" y="331914"/>
                </a:lnTo>
                <a:lnTo>
                  <a:pt x="123012" y="307162"/>
                </a:lnTo>
                <a:lnTo>
                  <a:pt x="111252" y="306324"/>
                </a:lnTo>
                <a:lnTo>
                  <a:pt x="103505" y="306882"/>
                </a:lnTo>
                <a:lnTo>
                  <a:pt x="64935" y="326593"/>
                </a:lnTo>
                <a:lnTo>
                  <a:pt x="53340" y="359664"/>
                </a:lnTo>
                <a:lnTo>
                  <a:pt x="54483" y="371411"/>
                </a:lnTo>
                <a:lnTo>
                  <a:pt x="80200" y="403771"/>
                </a:lnTo>
                <a:lnTo>
                  <a:pt x="112776" y="411480"/>
                </a:lnTo>
                <a:lnTo>
                  <a:pt x="123888" y="410629"/>
                </a:lnTo>
                <a:lnTo>
                  <a:pt x="160401" y="390321"/>
                </a:lnTo>
                <a:lnTo>
                  <a:pt x="167906" y="376237"/>
                </a:lnTo>
                <a:lnTo>
                  <a:pt x="169545" y="371411"/>
                </a:lnTo>
                <a:lnTo>
                  <a:pt x="169646" y="370332"/>
                </a:lnTo>
                <a:lnTo>
                  <a:pt x="170688" y="359664"/>
                </a:lnTo>
                <a:close/>
              </a:path>
              <a:path extrusionOk="0" h="581025" w="220980">
                <a:moveTo>
                  <a:pt x="170688" y="45720"/>
                </a:moveTo>
                <a:lnTo>
                  <a:pt x="154114" y="9334"/>
                </a:lnTo>
                <a:lnTo>
                  <a:pt x="141732" y="0"/>
                </a:lnTo>
                <a:lnTo>
                  <a:pt x="138684" y="4572"/>
                </a:lnTo>
                <a:lnTo>
                  <a:pt x="143256" y="9144"/>
                </a:lnTo>
                <a:lnTo>
                  <a:pt x="146304" y="13716"/>
                </a:lnTo>
                <a:lnTo>
                  <a:pt x="147828" y="16764"/>
                </a:lnTo>
                <a:lnTo>
                  <a:pt x="149352" y="19812"/>
                </a:lnTo>
                <a:lnTo>
                  <a:pt x="150876" y="24384"/>
                </a:lnTo>
                <a:lnTo>
                  <a:pt x="150876" y="33528"/>
                </a:lnTo>
                <a:lnTo>
                  <a:pt x="149352" y="39624"/>
                </a:lnTo>
                <a:lnTo>
                  <a:pt x="109728" y="61341"/>
                </a:lnTo>
                <a:lnTo>
                  <a:pt x="94488" y="62484"/>
                </a:lnTo>
                <a:lnTo>
                  <a:pt x="85915" y="62179"/>
                </a:lnTo>
                <a:lnTo>
                  <a:pt x="60960" y="50292"/>
                </a:lnTo>
                <a:lnTo>
                  <a:pt x="60960" y="44196"/>
                </a:lnTo>
                <a:lnTo>
                  <a:pt x="62484" y="42672"/>
                </a:lnTo>
                <a:lnTo>
                  <a:pt x="64008" y="39624"/>
                </a:lnTo>
                <a:lnTo>
                  <a:pt x="65532" y="38100"/>
                </a:lnTo>
                <a:lnTo>
                  <a:pt x="70104" y="36576"/>
                </a:lnTo>
                <a:lnTo>
                  <a:pt x="74676" y="36576"/>
                </a:lnTo>
                <a:lnTo>
                  <a:pt x="83820" y="35052"/>
                </a:lnTo>
                <a:lnTo>
                  <a:pt x="86868" y="3048"/>
                </a:lnTo>
                <a:lnTo>
                  <a:pt x="74676" y="3048"/>
                </a:lnTo>
                <a:lnTo>
                  <a:pt x="53340" y="41148"/>
                </a:lnTo>
                <a:lnTo>
                  <a:pt x="54495" y="54013"/>
                </a:lnTo>
                <a:lnTo>
                  <a:pt x="82575" y="88061"/>
                </a:lnTo>
                <a:lnTo>
                  <a:pt x="114300" y="94488"/>
                </a:lnTo>
                <a:lnTo>
                  <a:pt x="125412" y="93637"/>
                </a:lnTo>
                <a:lnTo>
                  <a:pt x="161036" y="74231"/>
                </a:lnTo>
                <a:lnTo>
                  <a:pt x="169557" y="56565"/>
                </a:lnTo>
                <a:lnTo>
                  <a:pt x="170688" y="45720"/>
                </a:lnTo>
                <a:close/>
              </a:path>
              <a:path extrusionOk="0" h="581025" w="220980">
                <a:moveTo>
                  <a:pt x="220713" y="243967"/>
                </a:moveTo>
                <a:lnTo>
                  <a:pt x="220662" y="227076"/>
                </a:lnTo>
                <a:lnTo>
                  <a:pt x="220573" y="226339"/>
                </a:lnTo>
                <a:lnTo>
                  <a:pt x="220484" y="225552"/>
                </a:lnTo>
                <a:lnTo>
                  <a:pt x="219633" y="218122"/>
                </a:lnTo>
                <a:lnTo>
                  <a:pt x="217754" y="209435"/>
                </a:lnTo>
                <a:lnTo>
                  <a:pt x="214871" y="201168"/>
                </a:lnTo>
                <a:lnTo>
                  <a:pt x="213347" y="198120"/>
                </a:lnTo>
                <a:lnTo>
                  <a:pt x="212979" y="197383"/>
                </a:lnTo>
                <a:lnTo>
                  <a:pt x="212979" y="243967"/>
                </a:lnTo>
                <a:lnTo>
                  <a:pt x="212217" y="250418"/>
                </a:lnTo>
                <a:lnTo>
                  <a:pt x="210781" y="256349"/>
                </a:lnTo>
                <a:lnTo>
                  <a:pt x="208775" y="260604"/>
                </a:lnTo>
                <a:lnTo>
                  <a:pt x="201155" y="268224"/>
                </a:lnTo>
                <a:lnTo>
                  <a:pt x="192011" y="268224"/>
                </a:lnTo>
                <a:lnTo>
                  <a:pt x="188963" y="266700"/>
                </a:lnTo>
                <a:lnTo>
                  <a:pt x="185915" y="262128"/>
                </a:lnTo>
                <a:lnTo>
                  <a:pt x="184391" y="259080"/>
                </a:lnTo>
                <a:lnTo>
                  <a:pt x="184518" y="226339"/>
                </a:lnTo>
                <a:lnTo>
                  <a:pt x="184645" y="221272"/>
                </a:lnTo>
                <a:lnTo>
                  <a:pt x="184772" y="219265"/>
                </a:lnTo>
                <a:lnTo>
                  <a:pt x="184835" y="218122"/>
                </a:lnTo>
                <a:lnTo>
                  <a:pt x="184950" y="216408"/>
                </a:lnTo>
                <a:lnTo>
                  <a:pt x="185051" y="214884"/>
                </a:lnTo>
                <a:lnTo>
                  <a:pt x="185915" y="210312"/>
                </a:lnTo>
                <a:lnTo>
                  <a:pt x="186016" y="205549"/>
                </a:lnTo>
                <a:lnTo>
                  <a:pt x="187439" y="202692"/>
                </a:lnTo>
                <a:lnTo>
                  <a:pt x="192011" y="198120"/>
                </a:lnTo>
                <a:lnTo>
                  <a:pt x="201155" y="198120"/>
                </a:lnTo>
                <a:lnTo>
                  <a:pt x="212979" y="243967"/>
                </a:lnTo>
                <a:lnTo>
                  <a:pt x="212979" y="197383"/>
                </a:lnTo>
                <a:lnTo>
                  <a:pt x="208775" y="188976"/>
                </a:lnTo>
                <a:lnTo>
                  <a:pt x="196583" y="179832"/>
                </a:lnTo>
                <a:lnTo>
                  <a:pt x="190487" y="178308"/>
                </a:lnTo>
                <a:lnTo>
                  <a:pt x="184391" y="178308"/>
                </a:lnTo>
                <a:lnTo>
                  <a:pt x="156768" y="205549"/>
                </a:lnTo>
                <a:lnTo>
                  <a:pt x="156756" y="205740"/>
                </a:lnTo>
                <a:lnTo>
                  <a:pt x="155803" y="214884"/>
                </a:lnTo>
                <a:lnTo>
                  <a:pt x="155676" y="218122"/>
                </a:lnTo>
                <a:lnTo>
                  <a:pt x="155562" y="222504"/>
                </a:lnTo>
                <a:lnTo>
                  <a:pt x="155435" y="252984"/>
                </a:lnTo>
                <a:lnTo>
                  <a:pt x="152387" y="259080"/>
                </a:lnTo>
                <a:lnTo>
                  <a:pt x="150863" y="260604"/>
                </a:lnTo>
                <a:lnTo>
                  <a:pt x="147815" y="262128"/>
                </a:lnTo>
                <a:lnTo>
                  <a:pt x="141719" y="262128"/>
                </a:lnTo>
                <a:lnTo>
                  <a:pt x="138671" y="260604"/>
                </a:lnTo>
                <a:lnTo>
                  <a:pt x="135623" y="257556"/>
                </a:lnTo>
                <a:lnTo>
                  <a:pt x="134099" y="256032"/>
                </a:lnTo>
                <a:lnTo>
                  <a:pt x="134099" y="252984"/>
                </a:lnTo>
                <a:lnTo>
                  <a:pt x="134099" y="228600"/>
                </a:lnTo>
                <a:lnTo>
                  <a:pt x="132575" y="222504"/>
                </a:lnTo>
                <a:lnTo>
                  <a:pt x="132499" y="222313"/>
                </a:lnTo>
                <a:lnTo>
                  <a:pt x="132422" y="222123"/>
                </a:lnTo>
                <a:lnTo>
                  <a:pt x="131965" y="220980"/>
                </a:lnTo>
                <a:lnTo>
                  <a:pt x="129527" y="214884"/>
                </a:lnTo>
                <a:lnTo>
                  <a:pt x="126479" y="208788"/>
                </a:lnTo>
                <a:lnTo>
                  <a:pt x="126479" y="233172"/>
                </a:lnTo>
                <a:lnTo>
                  <a:pt x="126479" y="242316"/>
                </a:lnTo>
                <a:lnTo>
                  <a:pt x="120383" y="248412"/>
                </a:lnTo>
                <a:lnTo>
                  <a:pt x="115811" y="251460"/>
                </a:lnTo>
                <a:lnTo>
                  <a:pt x="108191" y="252984"/>
                </a:lnTo>
                <a:lnTo>
                  <a:pt x="95999" y="252984"/>
                </a:lnTo>
                <a:lnTo>
                  <a:pt x="60947" y="240792"/>
                </a:lnTo>
                <a:lnTo>
                  <a:pt x="60947" y="231648"/>
                </a:lnTo>
                <a:lnTo>
                  <a:pt x="62471" y="228600"/>
                </a:lnTo>
                <a:lnTo>
                  <a:pt x="67043" y="227076"/>
                </a:lnTo>
                <a:lnTo>
                  <a:pt x="71335" y="224205"/>
                </a:lnTo>
                <a:lnTo>
                  <a:pt x="77330" y="222313"/>
                </a:lnTo>
                <a:lnTo>
                  <a:pt x="85229" y="221272"/>
                </a:lnTo>
                <a:lnTo>
                  <a:pt x="85775" y="221272"/>
                </a:lnTo>
                <a:lnTo>
                  <a:pt x="94475" y="220980"/>
                </a:lnTo>
                <a:lnTo>
                  <a:pt x="126479" y="233172"/>
                </a:lnTo>
                <a:lnTo>
                  <a:pt x="126479" y="208788"/>
                </a:lnTo>
                <a:lnTo>
                  <a:pt x="102095" y="188976"/>
                </a:lnTo>
                <a:lnTo>
                  <a:pt x="89903" y="188976"/>
                </a:lnTo>
                <a:lnTo>
                  <a:pt x="80759" y="192024"/>
                </a:lnTo>
                <a:lnTo>
                  <a:pt x="77711" y="193548"/>
                </a:lnTo>
                <a:lnTo>
                  <a:pt x="73139" y="196596"/>
                </a:lnTo>
                <a:lnTo>
                  <a:pt x="70091" y="199644"/>
                </a:lnTo>
                <a:lnTo>
                  <a:pt x="70091" y="178308"/>
                </a:lnTo>
                <a:lnTo>
                  <a:pt x="56375" y="178308"/>
                </a:lnTo>
                <a:lnTo>
                  <a:pt x="56375" y="216408"/>
                </a:lnTo>
                <a:lnTo>
                  <a:pt x="53327" y="231648"/>
                </a:lnTo>
                <a:lnTo>
                  <a:pt x="53454" y="240792"/>
                </a:lnTo>
                <a:lnTo>
                  <a:pt x="53568" y="242316"/>
                </a:lnTo>
                <a:lnTo>
                  <a:pt x="53644" y="243255"/>
                </a:lnTo>
                <a:lnTo>
                  <a:pt x="53695" y="243967"/>
                </a:lnTo>
                <a:lnTo>
                  <a:pt x="53809" y="245364"/>
                </a:lnTo>
                <a:lnTo>
                  <a:pt x="54165" y="249897"/>
                </a:lnTo>
                <a:lnTo>
                  <a:pt x="56565" y="259080"/>
                </a:lnTo>
                <a:lnTo>
                  <a:pt x="85242" y="287185"/>
                </a:lnTo>
                <a:lnTo>
                  <a:pt x="92951" y="288036"/>
                </a:lnTo>
                <a:lnTo>
                  <a:pt x="102095" y="288036"/>
                </a:lnTo>
                <a:lnTo>
                  <a:pt x="131051" y="257556"/>
                </a:lnTo>
                <a:lnTo>
                  <a:pt x="134099" y="266700"/>
                </a:lnTo>
                <a:lnTo>
                  <a:pt x="138671" y="274320"/>
                </a:lnTo>
                <a:lnTo>
                  <a:pt x="144767" y="278892"/>
                </a:lnTo>
                <a:lnTo>
                  <a:pt x="149339" y="283464"/>
                </a:lnTo>
                <a:lnTo>
                  <a:pt x="153911" y="284988"/>
                </a:lnTo>
                <a:lnTo>
                  <a:pt x="160007" y="284988"/>
                </a:lnTo>
                <a:lnTo>
                  <a:pt x="166560" y="284086"/>
                </a:lnTo>
                <a:lnTo>
                  <a:pt x="172389" y="281178"/>
                </a:lnTo>
                <a:lnTo>
                  <a:pt x="177368" y="275996"/>
                </a:lnTo>
                <a:lnTo>
                  <a:pt x="177444" y="275844"/>
                </a:lnTo>
                <a:lnTo>
                  <a:pt x="181343" y="268224"/>
                </a:lnTo>
                <a:lnTo>
                  <a:pt x="182867" y="275844"/>
                </a:lnTo>
                <a:lnTo>
                  <a:pt x="182943" y="275996"/>
                </a:lnTo>
                <a:lnTo>
                  <a:pt x="185915" y="281940"/>
                </a:lnTo>
                <a:lnTo>
                  <a:pt x="188963" y="283464"/>
                </a:lnTo>
                <a:lnTo>
                  <a:pt x="192011" y="286512"/>
                </a:lnTo>
                <a:lnTo>
                  <a:pt x="195059" y="288036"/>
                </a:lnTo>
                <a:lnTo>
                  <a:pt x="202679" y="288036"/>
                </a:lnTo>
                <a:lnTo>
                  <a:pt x="205727" y="286512"/>
                </a:lnTo>
                <a:lnTo>
                  <a:pt x="219151" y="257556"/>
                </a:lnTo>
                <a:lnTo>
                  <a:pt x="219989" y="251460"/>
                </a:lnTo>
                <a:lnTo>
                  <a:pt x="220103" y="250418"/>
                </a:lnTo>
                <a:lnTo>
                  <a:pt x="220154" y="249897"/>
                </a:lnTo>
                <a:lnTo>
                  <a:pt x="220713" y="2439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07" name="Google Shape;4707;p77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2612136" y="7830311"/>
            <a:ext cx="220979" cy="986027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8" name="Google Shape;4708;p77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2607564" y="6854952"/>
            <a:ext cx="175260" cy="899159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9" name="Google Shape;4709;p77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2665475" y="6676644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710" name="Google Shape;4710;p77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2607563" y="5241035"/>
            <a:ext cx="225516" cy="13685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711" name="Google Shape;4711;p77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2607564" y="4732019"/>
            <a:ext cx="175260" cy="432816"/>
          </a:xfrm>
          <a:prstGeom prst="rect">
            <a:avLst/>
          </a:prstGeom>
          <a:noFill/>
          <a:ln>
            <a:noFill/>
          </a:ln>
        </p:spPr>
      </p:pic>
      <p:pic>
        <p:nvPicPr>
          <p:cNvPr id="4712" name="Google Shape;4712;p77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2607563" y="3790188"/>
            <a:ext cx="175260" cy="862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4713" name="Google Shape;4713;p77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2607563" y="2503932"/>
            <a:ext cx="175260" cy="12176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714" name="Google Shape;4714;p77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076955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sp>
        <p:nvSpPr>
          <p:cNvPr id="4715" name="Google Shape;4715;p77"/>
          <p:cNvSpPr/>
          <p:nvPr/>
        </p:nvSpPr>
        <p:spPr>
          <a:xfrm>
            <a:off x="3070847" y="8727948"/>
            <a:ext cx="221615" cy="736600"/>
          </a:xfrm>
          <a:custGeom>
            <a:rect b="b" l="l" r="r" t="t"/>
            <a:pathLst>
              <a:path extrusionOk="0" h="736600" w="221614">
                <a:moveTo>
                  <a:pt x="167652" y="0"/>
                </a:moveTo>
                <a:lnTo>
                  <a:pt x="163080" y="0"/>
                </a:lnTo>
                <a:lnTo>
                  <a:pt x="163080" y="4572"/>
                </a:lnTo>
                <a:lnTo>
                  <a:pt x="158508" y="9144"/>
                </a:lnTo>
                <a:lnTo>
                  <a:pt x="152412" y="10668"/>
                </a:lnTo>
                <a:lnTo>
                  <a:pt x="90512" y="10693"/>
                </a:lnTo>
                <a:lnTo>
                  <a:pt x="83261" y="10858"/>
                </a:lnTo>
                <a:lnTo>
                  <a:pt x="53352" y="33528"/>
                </a:lnTo>
                <a:lnTo>
                  <a:pt x="53352" y="47244"/>
                </a:lnTo>
                <a:lnTo>
                  <a:pt x="62496" y="65532"/>
                </a:lnTo>
                <a:lnTo>
                  <a:pt x="74688" y="77724"/>
                </a:lnTo>
                <a:lnTo>
                  <a:pt x="62496" y="83820"/>
                </a:lnTo>
                <a:lnTo>
                  <a:pt x="59448" y="88392"/>
                </a:lnTo>
                <a:lnTo>
                  <a:pt x="56400" y="94488"/>
                </a:lnTo>
                <a:lnTo>
                  <a:pt x="53352" y="99060"/>
                </a:lnTo>
                <a:lnTo>
                  <a:pt x="53352" y="112776"/>
                </a:lnTo>
                <a:lnTo>
                  <a:pt x="54876" y="118872"/>
                </a:lnTo>
                <a:lnTo>
                  <a:pt x="57924" y="123444"/>
                </a:lnTo>
                <a:lnTo>
                  <a:pt x="60972" y="129540"/>
                </a:lnTo>
                <a:lnTo>
                  <a:pt x="65544" y="135636"/>
                </a:lnTo>
                <a:lnTo>
                  <a:pt x="73164" y="141732"/>
                </a:lnTo>
                <a:lnTo>
                  <a:pt x="56400" y="141732"/>
                </a:lnTo>
                <a:lnTo>
                  <a:pt x="56400" y="185928"/>
                </a:lnTo>
                <a:lnTo>
                  <a:pt x="60972" y="185928"/>
                </a:lnTo>
                <a:lnTo>
                  <a:pt x="62496" y="181356"/>
                </a:lnTo>
                <a:lnTo>
                  <a:pt x="64020" y="178308"/>
                </a:lnTo>
                <a:lnTo>
                  <a:pt x="65544" y="176784"/>
                </a:lnTo>
                <a:lnTo>
                  <a:pt x="68592" y="175260"/>
                </a:lnTo>
                <a:lnTo>
                  <a:pt x="156984" y="175260"/>
                </a:lnTo>
                <a:lnTo>
                  <a:pt x="160032" y="176784"/>
                </a:lnTo>
                <a:lnTo>
                  <a:pt x="161556" y="178308"/>
                </a:lnTo>
                <a:lnTo>
                  <a:pt x="163080" y="181356"/>
                </a:lnTo>
                <a:lnTo>
                  <a:pt x="163080" y="185928"/>
                </a:lnTo>
                <a:lnTo>
                  <a:pt x="167652" y="185928"/>
                </a:lnTo>
                <a:lnTo>
                  <a:pt x="167652" y="131064"/>
                </a:lnTo>
                <a:lnTo>
                  <a:pt x="163080" y="131064"/>
                </a:lnTo>
                <a:lnTo>
                  <a:pt x="163080" y="135636"/>
                </a:lnTo>
                <a:lnTo>
                  <a:pt x="160032" y="138684"/>
                </a:lnTo>
                <a:lnTo>
                  <a:pt x="156984" y="140208"/>
                </a:lnTo>
                <a:lnTo>
                  <a:pt x="152412" y="141732"/>
                </a:lnTo>
                <a:lnTo>
                  <a:pt x="85356" y="141732"/>
                </a:lnTo>
                <a:lnTo>
                  <a:pt x="79260" y="137160"/>
                </a:lnTo>
                <a:lnTo>
                  <a:pt x="76212" y="132588"/>
                </a:lnTo>
                <a:lnTo>
                  <a:pt x="73164" y="129540"/>
                </a:lnTo>
                <a:lnTo>
                  <a:pt x="70116" y="123444"/>
                </a:lnTo>
                <a:lnTo>
                  <a:pt x="70116" y="118872"/>
                </a:lnTo>
                <a:lnTo>
                  <a:pt x="71640" y="115824"/>
                </a:lnTo>
                <a:lnTo>
                  <a:pt x="76212" y="111252"/>
                </a:lnTo>
                <a:lnTo>
                  <a:pt x="79260" y="109728"/>
                </a:lnTo>
                <a:lnTo>
                  <a:pt x="156984" y="109728"/>
                </a:lnTo>
                <a:lnTo>
                  <a:pt x="158508" y="111252"/>
                </a:lnTo>
                <a:lnTo>
                  <a:pt x="160032" y="111252"/>
                </a:lnTo>
                <a:lnTo>
                  <a:pt x="163080" y="114300"/>
                </a:lnTo>
                <a:lnTo>
                  <a:pt x="163080" y="120396"/>
                </a:lnTo>
                <a:lnTo>
                  <a:pt x="167652" y="120396"/>
                </a:lnTo>
                <a:lnTo>
                  <a:pt x="167652" y="65532"/>
                </a:lnTo>
                <a:lnTo>
                  <a:pt x="163080" y="65532"/>
                </a:lnTo>
                <a:lnTo>
                  <a:pt x="163080" y="70104"/>
                </a:lnTo>
                <a:lnTo>
                  <a:pt x="161556" y="73152"/>
                </a:lnTo>
                <a:lnTo>
                  <a:pt x="158508" y="74676"/>
                </a:lnTo>
                <a:lnTo>
                  <a:pt x="156984" y="74676"/>
                </a:lnTo>
                <a:lnTo>
                  <a:pt x="152412" y="76200"/>
                </a:lnTo>
                <a:lnTo>
                  <a:pt x="85356" y="76200"/>
                </a:lnTo>
                <a:lnTo>
                  <a:pt x="74688" y="65532"/>
                </a:lnTo>
                <a:lnTo>
                  <a:pt x="71640" y="60960"/>
                </a:lnTo>
                <a:lnTo>
                  <a:pt x="70116" y="57912"/>
                </a:lnTo>
                <a:lnTo>
                  <a:pt x="70116" y="51816"/>
                </a:lnTo>
                <a:lnTo>
                  <a:pt x="76212" y="45720"/>
                </a:lnTo>
                <a:lnTo>
                  <a:pt x="79260" y="44196"/>
                </a:lnTo>
                <a:lnTo>
                  <a:pt x="156984" y="44196"/>
                </a:lnTo>
                <a:lnTo>
                  <a:pt x="158508" y="45720"/>
                </a:lnTo>
                <a:lnTo>
                  <a:pt x="161556" y="47244"/>
                </a:lnTo>
                <a:lnTo>
                  <a:pt x="163080" y="50292"/>
                </a:lnTo>
                <a:lnTo>
                  <a:pt x="163080" y="54864"/>
                </a:lnTo>
                <a:lnTo>
                  <a:pt x="167652" y="54864"/>
                </a:lnTo>
                <a:lnTo>
                  <a:pt x="167652" y="0"/>
                </a:lnTo>
                <a:close/>
              </a:path>
              <a:path extrusionOk="0" h="736600" w="221614">
                <a:moveTo>
                  <a:pt x="170688" y="678180"/>
                </a:moveTo>
                <a:lnTo>
                  <a:pt x="156972" y="637032"/>
                </a:lnTo>
                <a:lnTo>
                  <a:pt x="121920" y="620268"/>
                </a:lnTo>
                <a:lnTo>
                  <a:pt x="113969" y="620839"/>
                </a:lnTo>
                <a:lnTo>
                  <a:pt x="79248" y="643509"/>
                </a:lnTo>
                <a:lnTo>
                  <a:pt x="61252" y="678472"/>
                </a:lnTo>
                <a:lnTo>
                  <a:pt x="57531" y="686181"/>
                </a:lnTo>
                <a:lnTo>
                  <a:pt x="54394" y="692188"/>
                </a:lnTo>
                <a:lnTo>
                  <a:pt x="51816" y="696468"/>
                </a:lnTo>
                <a:lnTo>
                  <a:pt x="47244" y="701040"/>
                </a:lnTo>
                <a:lnTo>
                  <a:pt x="44196" y="705612"/>
                </a:lnTo>
                <a:lnTo>
                  <a:pt x="39624" y="707136"/>
                </a:lnTo>
                <a:lnTo>
                  <a:pt x="36576" y="710184"/>
                </a:lnTo>
                <a:lnTo>
                  <a:pt x="24384" y="710184"/>
                </a:lnTo>
                <a:lnTo>
                  <a:pt x="19812" y="707136"/>
                </a:lnTo>
                <a:lnTo>
                  <a:pt x="10668" y="697992"/>
                </a:lnTo>
                <a:lnTo>
                  <a:pt x="7620" y="691896"/>
                </a:lnTo>
                <a:lnTo>
                  <a:pt x="7620" y="682752"/>
                </a:lnTo>
                <a:lnTo>
                  <a:pt x="28511" y="645985"/>
                </a:lnTo>
                <a:lnTo>
                  <a:pt x="54864" y="633984"/>
                </a:lnTo>
                <a:lnTo>
                  <a:pt x="54864" y="629412"/>
                </a:lnTo>
                <a:lnTo>
                  <a:pt x="0" y="629412"/>
                </a:lnTo>
                <a:lnTo>
                  <a:pt x="0" y="633984"/>
                </a:lnTo>
                <a:lnTo>
                  <a:pt x="6096" y="635508"/>
                </a:lnTo>
                <a:lnTo>
                  <a:pt x="7620" y="637032"/>
                </a:lnTo>
                <a:lnTo>
                  <a:pt x="9144" y="637032"/>
                </a:lnTo>
                <a:lnTo>
                  <a:pt x="10668" y="638556"/>
                </a:lnTo>
                <a:lnTo>
                  <a:pt x="10668" y="649224"/>
                </a:lnTo>
                <a:lnTo>
                  <a:pt x="7620" y="653796"/>
                </a:lnTo>
                <a:lnTo>
                  <a:pt x="4572" y="659892"/>
                </a:lnTo>
                <a:lnTo>
                  <a:pt x="3048" y="664464"/>
                </a:lnTo>
                <a:lnTo>
                  <a:pt x="3048" y="669036"/>
                </a:lnTo>
                <a:lnTo>
                  <a:pt x="1524" y="673608"/>
                </a:lnTo>
                <a:lnTo>
                  <a:pt x="0" y="679704"/>
                </a:lnTo>
                <a:lnTo>
                  <a:pt x="0" y="684276"/>
                </a:lnTo>
                <a:lnTo>
                  <a:pt x="13716" y="720852"/>
                </a:lnTo>
                <a:lnTo>
                  <a:pt x="47244" y="736092"/>
                </a:lnTo>
                <a:lnTo>
                  <a:pt x="54864" y="736092"/>
                </a:lnTo>
                <a:lnTo>
                  <a:pt x="89916" y="709980"/>
                </a:lnTo>
                <a:lnTo>
                  <a:pt x="103632" y="682752"/>
                </a:lnTo>
                <a:lnTo>
                  <a:pt x="114782" y="663892"/>
                </a:lnTo>
                <a:lnTo>
                  <a:pt x="135636" y="646176"/>
                </a:lnTo>
                <a:lnTo>
                  <a:pt x="146304" y="646176"/>
                </a:lnTo>
                <a:lnTo>
                  <a:pt x="150876" y="649224"/>
                </a:lnTo>
                <a:lnTo>
                  <a:pt x="161544" y="659892"/>
                </a:lnTo>
                <a:lnTo>
                  <a:pt x="163068" y="667512"/>
                </a:lnTo>
                <a:lnTo>
                  <a:pt x="163068" y="676656"/>
                </a:lnTo>
                <a:lnTo>
                  <a:pt x="143167" y="717600"/>
                </a:lnTo>
                <a:lnTo>
                  <a:pt x="109728" y="731520"/>
                </a:lnTo>
                <a:lnTo>
                  <a:pt x="109728" y="736092"/>
                </a:lnTo>
                <a:lnTo>
                  <a:pt x="170688" y="736092"/>
                </a:lnTo>
                <a:lnTo>
                  <a:pt x="170688" y="731520"/>
                </a:lnTo>
                <a:lnTo>
                  <a:pt x="164592" y="728472"/>
                </a:lnTo>
                <a:lnTo>
                  <a:pt x="163068" y="725424"/>
                </a:lnTo>
                <a:lnTo>
                  <a:pt x="161544" y="723900"/>
                </a:lnTo>
                <a:lnTo>
                  <a:pt x="160020" y="720852"/>
                </a:lnTo>
                <a:lnTo>
                  <a:pt x="160020" y="716280"/>
                </a:lnTo>
                <a:lnTo>
                  <a:pt x="163068" y="710184"/>
                </a:lnTo>
                <a:lnTo>
                  <a:pt x="166116" y="702564"/>
                </a:lnTo>
                <a:lnTo>
                  <a:pt x="169164" y="696468"/>
                </a:lnTo>
                <a:lnTo>
                  <a:pt x="169164" y="691896"/>
                </a:lnTo>
                <a:lnTo>
                  <a:pt x="170688" y="687324"/>
                </a:lnTo>
                <a:lnTo>
                  <a:pt x="170688" y="678180"/>
                </a:lnTo>
                <a:close/>
              </a:path>
              <a:path extrusionOk="0" h="736600" w="221614">
                <a:moveTo>
                  <a:pt x="170700" y="429768"/>
                </a:moveTo>
                <a:lnTo>
                  <a:pt x="169557" y="425196"/>
                </a:lnTo>
                <a:lnTo>
                  <a:pt x="169176" y="423672"/>
                </a:lnTo>
                <a:lnTo>
                  <a:pt x="163080" y="411480"/>
                </a:lnTo>
                <a:lnTo>
                  <a:pt x="158508" y="406908"/>
                </a:lnTo>
                <a:lnTo>
                  <a:pt x="146316" y="400812"/>
                </a:lnTo>
                <a:lnTo>
                  <a:pt x="140220" y="399288"/>
                </a:lnTo>
                <a:lnTo>
                  <a:pt x="128028" y="399288"/>
                </a:lnTo>
                <a:lnTo>
                  <a:pt x="121932" y="400812"/>
                </a:lnTo>
                <a:lnTo>
                  <a:pt x="115836" y="405384"/>
                </a:lnTo>
                <a:lnTo>
                  <a:pt x="111239" y="408774"/>
                </a:lnTo>
                <a:lnTo>
                  <a:pt x="106502" y="414147"/>
                </a:lnTo>
                <a:lnTo>
                  <a:pt x="101473" y="421246"/>
                </a:lnTo>
                <a:lnTo>
                  <a:pt x="96024" y="429768"/>
                </a:lnTo>
                <a:lnTo>
                  <a:pt x="90614" y="438035"/>
                </a:lnTo>
                <a:lnTo>
                  <a:pt x="85928" y="444436"/>
                </a:lnTo>
                <a:lnTo>
                  <a:pt x="82092" y="448843"/>
                </a:lnTo>
                <a:lnTo>
                  <a:pt x="79260" y="451104"/>
                </a:lnTo>
                <a:lnTo>
                  <a:pt x="76212" y="452628"/>
                </a:lnTo>
                <a:lnTo>
                  <a:pt x="74688" y="454152"/>
                </a:lnTo>
                <a:lnTo>
                  <a:pt x="70116" y="454152"/>
                </a:lnTo>
                <a:lnTo>
                  <a:pt x="67068" y="452628"/>
                </a:lnTo>
                <a:lnTo>
                  <a:pt x="62496" y="448056"/>
                </a:lnTo>
                <a:lnTo>
                  <a:pt x="60972" y="445008"/>
                </a:lnTo>
                <a:lnTo>
                  <a:pt x="60972" y="437388"/>
                </a:lnTo>
                <a:lnTo>
                  <a:pt x="64020" y="431292"/>
                </a:lnTo>
                <a:lnTo>
                  <a:pt x="68592" y="426720"/>
                </a:lnTo>
                <a:lnTo>
                  <a:pt x="72605" y="422414"/>
                </a:lnTo>
                <a:lnTo>
                  <a:pt x="77927" y="418528"/>
                </a:lnTo>
                <a:lnTo>
                  <a:pt x="84658" y="414934"/>
                </a:lnTo>
                <a:lnTo>
                  <a:pt x="92976" y="411480"/>
                </a:lnTo>
                <a:lnTo>
                  <a:pt x="92976" y="406908"/>
                </a:lnTo>
                <a:lnTo>
                  <a:pt x="53352" y="406908"/>
                </a:lnTo>
                <a:lnTo>
                  <a:pt x="53352" y="411480"/>
                </a:lnTo>
                <a:lnTo>
                  <a:pt x="56400" y="413004"/>
                </a:lnTo>
                <a:lnTo>
                  <a:pt x="59448" y="416052"/>
                </a:lnTo>
                <a:lnTo>
                  <a:pt x="59448" y="422148"/>
                </a:lnTo>
                <a:lnTo>
                  <a:pt x="57924" y="423672"/>
                </a:lnTo>
                <a:lnTo>
                  <a:pt x="54876" y="429768"/>
                </a:lnTo>
                <a:lnTo>
                  <a:pt x="53352" y="435864"/>
                </a:lnTo>
                <a:lnTo>
                  <a:pt x="53352" y="441960"/>
                </a:lnTo>
                <a:lnTo>
                  <a:pt x="75641" y="474726"/>
                </a:lnTo>
                <a:lnTo>
                  <a:pt x="88404" y="477012"/>
                </a:lnTo>
                <a:lnTo>
                  <a:pt x="96024" y="477012"/>
                </a:lnTo>
                <a:lnTo>
                  <a:pt x="122580" y="454152"/>
                </a:lnTo>
                <a:lnTo>
                  <a:pt x="123240" y="453326"/>
                </a:lnTo>
                <a:lnTo>
                  <a:pt x="129552" y="445008"/>
                </a:lnTo>
                <a:lnTo>
                  <a:pt x="134124" y="435864"/>
                </a:lnTo>
                <a:lnTo>
                  <a:pt x="141744" y="428244"/>
                </a:lnTo>
                <a:lnTo>
                  <a:pt x="147840" y="425196"/>
                </a:lnTo>
                <a:lnTo>
                  <a:pt x="155460" y="425196"/>
                </a:lnTo>
                <a:lnTo>
                  <a:pt x="158508" y="426720"/>
                </a:lnTo>
                <a:lnTo>
                  <a:pt x="163080" y="431292"/>
                </a:lnTo>
                <a:lnTo>
                  <a:pt x="163080" y="445008"/>
                </a:lnTo>
                <a:lnTo>
                  <a:pt x="161556" y="451104"/>
                </a:lnTo>
                <a:lnTo>
                  <a:pt x="155460" y="457200"/>
                </a:lnTo>
                <a:lnTo>
                  <a:pt x="151218" y="461518"/>
                </a:lnTo>
                <a:lnTo>
                  <a:pt x="145580" y="465378"/>
                </a:lnTo>
                <a:lnTo>
                  <a:pt x="138734" y="468998"/>
                </a:lnTo>
                <a:lnTo>
                  <a:pt x="131076" y="472440"/>
                </a:lnTo>
                <a:lnTo>
                  <a:pt x="131076" y="477012"/>
                </a:lnTo>
                <a:lnTo>
                  <a:pt x="170700" y="477012"/>
                </a:lnTo>
                <a:lnTo>
                  <a:pt x="170700" y="472440"/>
                </a:lnTo>
                <a:lnTo>
                  <a:pt x="167652" y="470916"/>
                </a:lnTo>
                <a:lnTo>
                  <a:pt x="164604" y="467868"/>
                </a:lnTo>
                <a:lnTo>
                  <a:pt x="164604" y="464820"/>
                </a:lnTo>
                <a:lnTo>
                  <a:pt x="166128" y="463296"/>
                </a:lnTo>
                <a:lnTo>
                  <a:pt x="166192" y="460057"/>
                </a:lnTo>
                <a:lnTo>
                  <a:pt x="169176" y="451104"/>
                </a:lnTo>
                <a:lnTo>
                  <a:pt x="170700" y="443484"/>
                </a:lnTo>
                <a:lnTo>
                  <a:pt x="170700" y="429768"/>
                </a:lnTo>
                <a:close/>
              </a:path>
              <a:path extrusionOk="0" h="736600" w="221614">
                <a:moveTo>
                  <a:pt x="170700" y="341376"/>
                </a:moveTo>
                <a:lnTo>
                  <a:pt x="169506" y="331927"/>
                </a:lnTo>
                <a:lnTo>
                  <a:pt x="165747" y="324040"/>
                </a:lnTo>
                <a:lnTo>
                  <a:pt x="159118" y="317588"/>
                </a:lnTo>
                <a:lnTo>
                  <a:pt x="149364" y="312420"/>
                </a:lnTo>
                <a:lnTo>
                  <a:pt x="146316" y="315468"/>
                </a:lnTo>
                <a:lnTo>
                  <a:pt x="153936" y="320040"/>
                </a:lnTo>
                <a:lnTo>
                  <a:pt x="156984" y="324612"/>
                </a:lnTo>
                <a:lnTo>
                  <a:pt x="156984" y="330708"/>
                </a:lnTo>
                <a:lnTo>
                  <a:pt x="155460" y="332232"/>
                </a:lnTo>
                <a:lnTo>
                  <a:pt x="155460" y="333756"/>
                </a:lnTo>
                <a:lnTo>
                  <a:pt x="153936" y="335280"/>
                </a:lnTo>
                <a:lnTo>
                  <a:pt x="149364" y="335280"/>
                </a:lnTo>
                <a:lnTo>
                  <a:pt x="144792" y="336804"/>
                </a:lnTo>
                <a:lnTo>
                  <a:pt x="68592" y="336804"/>
                </a:lnTo>
                <a:lnTo>
                  <a:pt x="68592" y="312420"/>
                </a:lnTo>
                <a:lnTo>
                  <a:pt x="56400" y="312420"/>
                </a:lnTo>
                <a:lnTo>
                  <a:pt x="56400" y="336804"/>
                </a:lnTo>
                <a:lnTo>
                  <a:pt x="15252" y="336804"/>
                </a:lnTo>
                <a:lnTo>
                  <a:pt x="15252" y="339852"/>
                </a:lnTo>
                <a:lnTo>
                  <a:pt x="48399" y="364147"/>
                </a:lnTo>
                <a:lnTo>
                  <a:pt x="65544" y="385572"/>
                </a:lnTo>
                <a:lnTo>
                  <a:pt x="68592" y="385572"/>
                </a:lnTo>
                <a:lnTo>
                  <a:pt x="68592" y="370332"/>
                </a:lnTo>
                <a:lnTo>
                  <a:pt x="141744" y="370332"/>
                </a:lnTo>
                <a:lnTo>
                  <a:pt x="149364" y="368808"/>
                </a:lnTo>
                <a:lnTo>
                  <a:pt x="152412" y="368808"/>
                </a:lnTo>
                <a:lnTo>
                  <a:pt x="156984" y="367284"/>
                </a:lnTo>
                <a:lnTo>
                  <a:pt x="161556" y="364236"/>
                </a:lnTo>
                <a:lnTo>
                  <a:pt x="166128" y="359664"/>
                </a:lnTo>
                <a:lnTo>
                  <a:pt x="169176" y="355092"/>
                </a:lnTo>
                <a:lnTo>
                  <a:pt x="170700" y="348996"/>
                </a:lnTo>
                <a:lnTo>
                  <a:pt x="170700" y="341376"/>
                </a:lnTo>
                <a:close/>
              </a:path>
              <a:path extrusionOk="0" h="736600" w="221614">
                <a:moveTo>
                  <a:pt x="170700" y="249936"/>
                </a:moveTo>
                <a:lnTo>
                  <a:pt x="170624" y="248412"/>
                </a:lnTo>
                <a:lnTo>
                  <a:pt x="170548" y="246888"/>
                </a:lnTo>
                <a:lnTo>
                  <a:pt x="170357" y="243103"/>
                </a:lnTo>
                <a:lnTo>
                  <a:pt x="169176" y="236410"/>
                </a:lnTo>
                <a:lnTo>
                  <a:pt x="169100" y="236220"/>
                </a:lnTo>
                <a:lnTo>
                  <a:pt x="166839" y="230009"/>
                </a:lnTo>
                <a:lnTo>
                  <a:pt x="135648" y="204216"/>
                </a:lnTo>
                <a:lnTo>
                  <a:pt x="132600" y="208788"/>
                </a:lnTo>
                <a:lnTo>
                  <a:pt x="140220" y="213360"/>
                </a:lnTo>
                <a:lnTo>
                  <a:pt x="144792" y="216408"/>
                </a:lnTo>
                <a:lnTo>
                  <a:pt x="150888" y="225552"/>
                </a:lnTo>
                <a:lnTo>
                  <a:pt x="150888" y="242316"/>
                </a:lnTo>
                <a:lnTo>
                  <a:pt x="118808" y="265226"/>
                </a:lnTo>
                <a:lnTo>
                  <a:pt x="108216" y="266700"/>
                </a:lnTo>
                <a:lnTo>
                  <a:pt x="108216" y="234696"/>
                </a:lnTo>
                <a:lnTo>
                  <a:pt x="108216" y="204216"/>
                </a:lnTo>
                <a:lnTo>
                  <a:pt x="100596" y="204774"/>
                </a:lnTo>
                <a:lnTo>
                  <a:pt x="100596" y="234696"/>
                </a:lnTo>
                <a:lnTo>
                  <a:pt x="100596" y="266700"/>
                </a:lnTo>
                <a:lnTo>
                  <a:pt x="97548" y="266700"/>
                </a:lnTo>
                <a:lnTo>
                  <a:pt x="88709" y="266153"/>
                </a:lnTo>
                <a:lnTo>
                  <a:pt x="80594" y="264604"/>
                </a:lnTo>
                <a:lnTo>
                  <a:pt x="73329" y="262204"/>
                </a:lnTo>
                <a:lnTo>
                  <a:pt x="64020" y="257556"/>
                </a:lnTo>
                <a:lnTo>
                  <a:pt x="60972" y="254508"/>
                </a:lnTo>
                <a:lnTo>
                  <a:pt x="60972" y="246888"/>
                </a:lnTo>
                <a:lnTo>
                  <a:pt x="93078" y="234696"/>
                </a:lnTo>
                <a:lnTo>
                  <a:pt x="100596" y="234696"/>
                </a:lnTo>
                <a:lnTo>
                  <a:pt x="100596" y="204774"/>
                </a:lnTo>
                <a:lnTo>
                  <a:pt x="62344" y="224180"/>
                </a:lnTo>
                <a:lnTo>
                  <a:pt x="53352" y="246888"/>
                </a:lnTo>
                <a:lnTo>
                  <a:pt x="54470" y="256895"/>
                </a:lnTo>
                <a:lnTo>
                  <a:pt x="78943" y="290347"/>
                </a:lnTo>
                <a:lnTo>
                  <a:pt x="114312" y="298704"/>
                </a:lnTo>
                <a:lnTo>
                  <a:pt x="125183" y="298119"/>
                </a:lnTo>
                <a:lnTo>
                  <a:pt x="160413" y="280593"/>
                </a:lnTo>
                <a:lnTo>
                  <a:pt x="167855" y="266700"/>
                </a:lnTo>
                <a:lnTo>
                  <a:pt x="169557" y="261683"/>
                </a:lnTo>
                <a:lnTo>
                  <a:pt x="170700" y="249936"/>
                </a:lnTo>
                <a:close/>
              </a:path>
              <a:path extrusionOk="0" h="736600" w="221614">
                <a:moveTo>
                  <a:pt x="220992" y="573024"/>
                </a:moveTo>
                <a:lnTo>
                  <a:pt x="185915" y="547979"/>
                </a:lnTo>
                <a:lnTo>
                  <a:pt x="170700" y="542544"/>
                </a:lnTo>
                <a:lnTo>
                  <a:pt x="89928" y="509016"/>
                </a:lnTo>
                <a:lnTo>
                  <a:pt x="80759" y="505637"/>
                </a:lnTo>
                <a:lnTo>
                  <a:pt x="73736" y="502539"/>
                </a:lnTo>
                <a:lnTo>
                  <a:pt x="65544" y="498348"/>
                </a:lnTo>
                <a:lnTo>
                  <a:pt x="60972" y="489204"/>
                </a:lnTo>
                <a:lnTo>
                  <a:pt x="56400" y="489204"/>
                </a:lnTo>
                <a:lnTo>
                  <a:pt x="56400" y="525780"/>
                </a:lnTo>
                <a:lnTo>
                  <a:pt x="60972" y="525780"/>
                </a:lnTo>
                <a:lnTo>
                  <a:pt x="62496" y="521208"/>
                </a:lnTo>
                <a:lnTo>
                  <a:pt x="62496" y="518160"/>
                </a:lnTo>
                <a:lnTo>
                  <a:pt x="64020" y="516636"/>
                </a:lnTo>
                <a:lnTo>
                  <a:pt x="65544" y="513588"/>
                </a:lnTo>
                <a:lnTo>
                  <a:pt x="76212" y="513588"/>
                </a:lnTo>
                <a:lnTo>
                  <a:pt x="83832" y="515112"/>
                </a:lnTo>
                <a:lnTo>
                  <a:pt x="96024" y="519684"/>
                </a:lnTo>
                <a:lnTo>
                  <a:pt x="128028" y="533400"/>
                </a:lnTo>
                <a:lnTo>
                  <a:pt x="85356" y="553212"/>
                </a:lnTo>
                <a:lnTo>
                  <a:pt x="77736" y="556260"/>
                </a:lnTo>
                <a:lnTo>
                  <a:pt x="71640" y="559308"/>
                </a:lnTo>
                <a:lnTo>
                  <a:pt x="67068" y="559308"/>
                </a:lnTo>
                <a:lnTo>
                  <a:pt x="62496" y="554736"/>
                </a:lnTo>
                <a:lnTo>
                  <a:pt x="62496" y="551688"/>
                </a:lnTo>
                <a:lnTo>
                  <a:pt x="60972" y="548640"/>
                </a:lnTo>
                <a:lnTo>
                  <a:pt x="56400" y="548640"/>
                </a:lnTo>
                <a:lnTo>
                  <a:pt x="56400" y="609600"/>
                </a:lnTo>
                <a:lnTo>
                  <a:pt x="60972" y="609600"/>
                </a:lnTo>
                <a:lnTo>
                  <a:pt x="62496" y="605028"/>
                </a:lnTo>
                <a:lnTo>
                  <a:pt x="64020" y="601980"/>
                </a:lnTo>
                <a:lnTo>
                  <a:pt x="67068" y="598932"/>
                </a:lnTo>
                <a:lnTo>
                  <a:pt x="70116" y="597408"/>
                </a:lnTo>
                <a:lnTo>
                  <a:pt x="77736" y="592836"/>
                </a:lnTo>
                <a:lnTo>
                  <a:pt x="89928" y="588264"/>
                </a:lnTo>
                <a:lnTo>
                  <a:pt x="172224" y="550164"/>
                </a:lnTo>
                <a:lnTo>
                  <a:pt x="182892" y="554736"/>
                </a:lnTo>
                <a:lnTo>
                  <a:pt x="193560" y="559308"/>
                </a:lnTo>
                <a:lnTo>
                  <a:pt x="201180" y="562356"/>
                </a:lnTo>
                <a:lnTo>
                  <a:pt x="207276" y="568452"/>
                </a:lnTo>
                <a:lnTo>
                  <a:pt x="207276" y="576072"/>
                </a:lnTo>
                <a:lnTo>
                  <a:pt x="196608" y="576072"/>
                </a:lnTo>
                <a:lnTo>
                  <a:pt x="192036" y="577596"/>
                </a:lnTo>
                <a:lnTo>
                  <a:pt x="187464" y="582168"/>
                </a:lnTo>
                <a:lnTo>
                  <a:pt x="185940" y="585216"/>
                </a:lnTo>
                <a:lnTo>
                  <a:pt x="185940" y="594360"/>
                </a:lnTo>
                <a:lnTo>
                  <a:pt x="187464" y="597408"/>
                </a:lnTo>
                <a:lnTo>
                  <a:pt x="193560" y="603504"/>
                </a:lnTo>
                <a:lnTo>
                  <a:pt x="198132" y="605028"/>
                </a:lnTo>
                <a:lnTo>
                  <a:pt x="207276" y="605028"/>
                </a:lnTo>
                <a:lnTo>
                  <a:pt x="216420" y="598932"/>
                </a:lnTo>
                <a:lnTo>
                  <a:pt x="219468" y="594360"/>
                </a:lnTo>
                <a:lnTo>
                  <a:pt x="220992" y="588264"/>
                </a:lnTo>
                <a:lnTo>
                  <a:pt x="220992" y="5730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16" name="Google Shape;4716;p77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070860" y="7351776"/>
            <a:ext cx="220979" cy="1304544"/>
          </a:xfrm>
          <a:prstGeom prst="rect">
            <a:avLst/>
          </a:prstGeom>
          <a:noFill/>
          <a:ln>
            <a:noFill/>
          </a:ln>
        </p:spPr>
      </p:pic>
      <p:sp>
        <p:nvSpPr>
          <p:cNvPr id="4717" name="Google Shape;4717;p77"/>
          <p:cNvSpPr/>
          <p:nvPr/>
        </p:nvSpPr>
        <p:spPr>
          <a:xfrm>
            <a:off x="3066275" y="6611112"/>
            <a:ext cx="175895" cy="662940"/>
          </a:xfrm>
          <a:custGeom>
            <a:rect b="b" l="l" r="r" t="t"/>
            <a:pathLst>
              <a:path extrusionOk="0" h="662940" w="175894">
                <a:moveTo>
                  <a:pt x="24384" y="446532"/>
                </a:moveTo>
                <a:lnTo>
                  <a:pt x="21336" y="445008"/>
                </a:lnTo>
                <a:lnTo>
                  <a:pt x="19812" y="441960"/>
                </a:lnTo>
                <a:lnTo>
                  <a:pt x="16764" y="440436"/>
                </a:lnTo>
                <a:lnTo>
                  <a:pt x="9144" y="440436"/>
                </a:lnTo>
                <a:lnTo>
                  <a:pt x="6096" y="441960"/>
                </a:lnTo>
                <a:lnTo>
                  <a:pt x="4572" y="445008"/>
                </a:lnTo>
                <a:lnTo>
                  <a:pt x="1524" y="446532"/>
                </a:lnTo>
                <a:lnTo>
                  <a:pt x="0" y="449580"/>
                </a:lnTo>
                <a:lnTo>
                  <a:pt x="0" y="457200"/>
                </a:lnTo>
                <a:lnTo>
                  <a:pt x="4572" y="461772"/>
                </a:lnTo>
                <a:lnTo>
                  <a:pt x="6096" y="464820"/>
                </a:lnTo>
                <a:lnTo>
                  <a:pt x="19812" y="464820"/>
                </a:lnTo>
                <a:lnTo>
                  <a:pt x="21336" y="461772"/>
                </a:lnTo>
                <a:lnTo>
                  <a:pt x="24384" y="458724"/>
                </a:lnTo>
                <a:lnTo>
                  <a:pt x="24384" y="446532"/>
                </a:lnTo>
                <a:close/>
              </a:path>
              <a:path extrusionOk="0" h="662940" w="175894">
                <a:moveTo>
                  <a:pt x="24384" y="254508"/>
                </a:moveTo>
                <a:lnTo>
                  <a:pt x="21336" y="251460"/>
                </a:lnTo>
                <a:lnTo>
                  <a:pt x="19812" y="248412"/>
                </a:lnTo>
                <a:lnTo>
                  <a:pt x="6096" y="248412"/>
                </a:lnTo>
                <a:lnTo>
                  <a:pt x="4572" y="251460"/>
                </a:lnTo>
                <a:lnTo>
                  <a:pt x="0" y="256032"/>
                </a:lnTo>
                <a:lnTo>
                  <a:pt x="0" y="263652"/>
                </a:lnTo>
                <a:lnTo>
                  <a:pt x="1524" y="266700"/>
                </a:lnTo>
                <a:lnTo>
                  <a:pt x="4572" y="268224"/>
                </a:lnTo>
                <a:lnTo>
                  <a:pt x="6096" y="271272"/>
                </a:lnTo>
                <a:lnTo>
                  <a:pt x="9144" y="272796"/>
                </a:lnTo>
                <a:lnTo>
                  <a:pt x="16764" y="272796"/>
                </a:lnTo>
                <a:lnTo>
                  <a:pt x="19812" y="271272"/>
                </a:lnTo>
                <a:lnTo>
                  <a:pt x="21336" y="268224"/>
                </a:lnTo>
                <a:lnTo>
                  <a:pt x="24384" y="266700"/>
                </a:lnTo>
                <a:lnTo>
                  <a:pt x="24384" y="254508"/>
                </a:lnTo>
                <a:close/>
              </a:path>
              <a:path extrusionOk="0" h="662940" w="175894">
                <a:moveTo>
                  <a:pt x="172212" y="425196"/>
                </a:moveTo>
                <a:lnTo>
                  <a:pt x="169164" y="425196"/>
                </a:lnTo>
                <a:lnTo>
                  <a:pt x="169164" y="434340"/>
                </a:lnTo>
                <a:lnTo>
                  <a:pt x="167640" y="435864"/>
                </a:lnTo>
                <a:lnTo>
                  <a:pt x="167640" y="438912"/>
                </a:lnTo>
                <a:lnTo>
                  <a:pt x="164592" y="440436"/>
                </a:lnTo>
                <a:lnTo>
                  <a:pt x="163068" y="440436"/>
                </a:lnTo>
                <a:lnTo>
                  <a:pt x="160020" y="441960"/>
                </a:lnTo>
                <a:lnTo>
                  <a:pt x="57912" y="441960"/>
                </a:lnTo>
                <a:lnTo>
                  <a:pt x="57912" y="448056"/>
                </a:lnTo>
                <a:lnTo>
                  <a:pt x="71628" y="480060"/>
                </a:lnTo>
                <a:lnTo>
                  <a:pt x="74676" y="478536"/>
                </a:lnTo>
                <a:lnTo>
                  <a:pt x="74676" y="475488"/>
                </a:lnTo>
                <a:lnTo>
                  <a:pt x="73152" y="472440"/>
                </a:lnTo>
                <a:lnTo>
                  <a:pt x="73152" y="469392"/>
                </a:lnTo>
                <a:lnTo>
                  <a:pt x="74676" y="467868"/>
                </a:lnTo>
                <a:lnTo>
                  <a:pt x="74676" y="466344"/>
                </a:lnTo>
                <a:lnTo>
                  <a:pt x="77724" y="463296"/>
                </a:lnTo>
                <a:lnTo>
                  <a:pt x="85344" y="463296"/>
                </a:lnTo>
                <a:lnTo>
                  <a:pt x="92964" y="461772"/>
                </a:lnTo>
                <a:lnTo>
                  <a:pt x="155448" y="461772"/>
                </a:lnTo>
                <a:lnTo>
                  <a:pt x="160020" y="463296"/>
                </a:lnTo>
                <a:lnTo>
                  <a:pt x="163068" y="463296"/>
                </a:lnTo>
                <a:lnTo>
                  <a:pt x="166116" y="464820"/>
                </a:lnTo>
                <a:lnTo>
                  <a:pt x="167640" y="466344"/>
                </a:lnTo>
                <a:lnTo>
                  <a:pt x="167640" y="467868"/>
                </a:lnTo>
                <a:lnTo>
                  <a:pt x="169164" y="470916"/>
                </a:lnTo>
                <a:lnTo>
                  <a:pt x="169164" y="478536"/>
                </a:lnTo>
                <a:lnTo>
                  <a:pt x="172212" y="478536"/>
                </a:lnTo>
                <a:lnTo>
                  <a:pt x="172212" y="461772"/>
                </a:lnTo>
                <a:lnTo>
                  <a:pt x="172212" y="425196"/>
                </a:lnTo>
                <a:close/>
              </a:path>
              <a:path extrusionOk="0" h="662940" w="175894">
                <a:moveTo>
                  <a:pt x="172212" y="233172"/>
                </a:moveTo>
                <a:lnTo>
                  <a:pt x="169164" y="233172"/>
                </a:lnTo>
                <a:lnTo>
                  <a:pt x="169164" y="240792"/>
                </a:lnTo>
                <a:lnTo>
                  <a:pt x="167640" y="243840"/>
                </a:lnTo>
                <a:lnTo>
                  <a:pt x="167640" y="245364"/>
                </a:lnTo>
                <a:lnTo>
                  <a:pt x="164592" y="246888"/>
                </a:lnTo>
                <a:lnTo>
                  <a:pt x="163068" y="248412"/>
                </a:lnTo>
                <a:lnTo>
                  <a:pt x="160020" y="248412"/>
                </a:lnTo>
                <a:lnTo>
                  <a:pt x="155448" y="249936"/>
                </a:lnTo>
                <a:lnTo>
                  <a:pt x="57912" y="249936"/>
                </a:lnTo>
                <a:lnTo>
                  <a:pt x="57912" y="254508"/>
                </a:lnTo>
                <a:lnTo>
                  <a:pt x="71628" y="288036"/>
                </a:lnTo>
                <a:lnTo>
                  <a:pt x="74676" y="286512"/>
                </a:lnTo>
                <a:lnTo>
                  <a:pt x="74676" y="283464"/>
                </a:lnTo>
                <a:lnTo>
                  <a:pt x="73152" y="280416"/>
                </a:lnTo>
                <a:lnTo>
                  <a:pt x="73152" y="275844"/>
                </a:lnTo>
                <a:lnTo>
                  <a:pt x="74676" y="274320"/>
                </a:lnTo>
                <a:lnTo>
                  <a:pt x="74676" y="272796"/>
                </a:lnTo>
                <a:lnTo>
                  <a:pt x="76200" y="271272"/>
                </a:lnTo>
                <a:lnTo>
                  <a:pt x="77724" y="271272"/>
                </a:lnTo>
                <a:lnTo>
                  <a:pt x="80772" y="269748"/>
                </a:lnTo>
                <a:lnTo>
                  <a:pt x="160020" y="269748"/>
                </a:lnTo>
                <a:lnTo>
                  <a:pt x="163068" y="271272"/>
                </a:lnTo>
                <a:lnTo>
                  <a:pt x="166116" y="271272"/>
                </a:lnTo>
                <a:lnTo>
                  <a:pt x="167640" y="272796"/>
                </a:lnTo>
                <a:lnTo>
                  <a:pt x="167640" y="275844"/>
                </a:lnTo>
                <a:lnTo>
                  <a:pt x="169164" y="277368"/>
                </a:lnTo>
                <a:lnTo>
                  <a:pt x="169164" y="286512"/>
                </a:lnTo>
                <a:lnTo>
                  <a:pt x="172212" y="286512"/>
                </a:lnTo>
                <a:lnTo>
                  <a:pt x="172212" y="269748"/>
                </a:lnTo>
                <a:lnTo>
                  <a:pt x="172212" y="233172"/>
                </a:lnTo>
                <a:close/>
              </a:path>
              <a:path extrusionOk="0" h="662940" w="175894">
                <a:moveTo>
                  <a:pt x="172224" y="589788"/>
                </a:moveTo>
                <a:lnTo>
                  <a:pt x="170764" y="567245"/>
                </a:lnTo>
                <a:lnTo>
                  <a:pt x="166306" y="547687"/>
                </a:lnTo>
                <a:lnTo>
                  <a:pt x="164477" y="543750"/>
                </a:lnTo>
                <a:lnTo>
                  <a:pt x="164477" y="589788"/>
                </a:lnTo>
                <a:lnTo>
                  <a:pt x="164363" y="600456"/>
                </a:lnTo>
                <a:lnTo>
                  <a:pt x="164211" y="603123"/>
                </a:lnTo>
                <a:lnTo>
                  <a:pt x="163309" y="609752"/>
                </a:lnTo>
                <a:lnTo>
                  <a:pt x="161544" y="617220"/>
                </a:lnTo>
                <a:lnTo>
                  <a:pt x="19812" y="617220"/>
                </a:lnTo>
                <a:lnTo>
                  <a:pt x="16764" y="608076"/>
                </a:lnTo>
                <a:lnTo>
                  <a:pt x="15240" y="600456"/>
                </a:lnTo>
                <a:lnTo>
                  <a:pt x="15240" y="592836"/>
                </a:lnTo>
                <a:lnTo>
                  <a:pt x="27457" y="554050"/>
                </a:lnTo>
                <a:lnTo>
                  <a:pt x="59245" y="529018"/>
                </a:lnTo>
                <a:lnTo>
                  <a:pt x="89916" y="524256"/>
                </a:lnTo>
                <a:lnTo>
                  <a:pt x="106857" y="525424"/>
                </a:lnTo>
                <a:lnTo>
                  <a:pt x="144780" y="544068"/>
                </a:lnTo>
                <a:lnTo>
                  <a:pt x="163436" y="577291"/>
                </a:lnTo>
                <a:lnTo>
                  <a:pt x="163550" y="578726"/>
                </a:lnTo>
                <a:lnTo>
                  <a:pt x="164477" y="589788"/>
                </a:lnTo>
                <a:lnTo>
                  <a:pt x="164477" y="543750"/>
                </a:lnTo>
                <a:lnTo>
                  <a:pt x="158711" y="531291"/>
                </a:lnTo>
                <a:lnTo>
                  <a:pt x="121729" y="502348"/>
                </a:lnTo>
                <a:lnTo>
                  <a:pt x="89916" y="496824"/>
                </a:lnTo>
                <a:lnTo>
                  <a:pt x="77635" y="497662"/>
                </a:lnTo>
                <a:lnTo>
                  <a:pt x="35623" y="515289"/>
                </a:lnTo>
                <a:lnTo>
                  <a:pt x="12763" y="550672"/>
                </a:lnTo>
                <a:lnTo>
                  <a:pt x="7721" y="592836"/>
                </a:lnTo>
                <a:lnTo>
                  <a:pt x="7620" y="662940"/>
                </a:lnTo>
                <a:lnTo>
                  <a:pt x="10680" y="662940"/>
                </a:lnTo>
                <a:lnTo>
                  <a:pt x="10680" y="650748"/>
                </a:lnTo>
                <a:lnTo>
                  <a:pt x="13728" y="646176"/>
                </a:lnTo>
                <a:lnTo>
                  <a:pt x="16764" y="643128"/>
                </a:lnTo>
                <a:lnTo>
                  <a:pt x="19812" y="641604"/>
                </a:lnTo>
                <a:lnTo>
                  <a:pt x="25908" y="640080"/>
                </a:lnTo>
                <a:lnTo>
                  <a:pt x="153924" y="640080"/>
                </a:lnTo>
                <a:lnTo>
                  <a:pt x="160020" y="641604"/>
                </a:lnTo>
                <a:lnTo>
                  <a:pt x="163068" y="643128"/>
                </a:lnTo>
                <a:lnTo>
                  <a:pt x="167640" y="646176"/>
                </a:lnTo>
                <a:lnTo>
                  <a:pt x="169164" y="650748"/>
                </a:lnTo>
                <a:lnTo>
                  <a:pt x="169164" y="662940"/>
                </a:lnTo>
                <a:lnTo>
                  <a:pt x="172224" y="662940"/>
                </a:lnTo>
                <a:lnTo>
                  <a:pt x="172224" y="640080"/>
                </a:lnTo>
                <a:lnTo>
                  <a:pt x="172224" y="617220"/>
                </a:lnTo>
                <a:lnTo>
                  <a:pt x="172224" y="589788"/>
                </a:lnTo>
                <a:close/>
              </a:path>
              <a:path extrusionOk="0" h="662940" w="175894">
                <a:moveTo>
                  <a:pt x="175272" y="353568"/>
                </a:moveTo>
                <a:lnTo>
                  <a:pt x="80784" y="315468"/>
                </a:lnTo>
                <a:lnTo>
                  <a:pt x="74688" y="313944"/>
                </a:lnTo>
                <a:lnTo>
                  <a:pt x="70116" y="310896"/>
                </a:lnTo>
                <a:lnTo>
                  <a:pt x="65544" y="306324"/>
                </a:lnTo>
                <a:lnTo>
                  <a:pt x="65544" y="303276"/>
                </a:lnTo>
                <a:lnTo>
                  <a:pt x="64020" y="298704"/>
                </a:lnTo>
                <a:lnTo>
                  <a:pt x="60972" y="298704"/>
                </a:lnTo>
                <a:lnTo>
                  <a:pt x="60972" y="333756"/>
                </a:lnTo>
                <a:lnTo>
                  <a:pt x="64020" y="333756"/>
                </a:lnTo>
                <a:lnTo>
                  <a:pt x="64020" y="330708"/>
                </a:lnTo>
                <a:lnTo>
                  <a:pt x="65544" y="327660"/>
                </a:lnTo>
                <a:lnTo>
                  <a:pt x="65544" y="324612"/>
                </a:lnTo>
                <a:lnTo>
                  <a:pt x="67068" y="323088"/>
                </a:lnTo>
                <a:lnTo>
                  <a:pt x="68592" y="323088"/>
                </a:lnTo>
                <a:lnTo>
                  <a:pt x="68592" y="321564"/>
                </a:lnTo>
                <a:lnTo>
                  <a:pt x="73164" y="321564"/>
                </a:lnTo>
                <a:lnTo>
                  <a:pt x="76212" y="323088"/>
                </a:lnTo>
                <a:lnTo>
                  <a:pt x="80784" y="324612"/>
                </a:lnTo>
                <a:lnTo>
                  <a:pt x="144792" y="348996"/>
                </a:lnTo>
                <a:lnTo>
                  <a:pt x="83832" y="374904"/>
                </a:lnTo>
                <a:lnTo>
                  <a:pt x="79260" y="376428"/>
                </a:lnTo>
                <a:lnTo>
                  <a:pt x="68592" y="376428"/>
                </a:lnTo>
                <a:lnTo>
                  <a:pt x="65544" y="373380"/>
                </a:lnTo>
                <a:lnTo>
                  <a:pt x="64020" y="370332"/>
                </a:lnTo>
                <a:lnTo>
                  <a:pt x="64020" y="364236"/>
                </a:lnTo>
                <a:lnTo>
                  <a:pt x="60972" y="364236"/>
                </a:lnTo>
                <a:lnTo>
                  <a:pt x="60972" y="416052"/>
                </a:lnTo>
                <a:lnTo>
                  <a:pt x="64020" y="416052"/>
                </a:lnTo>
                <a:lnTo>
                  <a:pt x="65544" y="413004"/>
                </a:lnTo>
                <a:lnTo>
                  <a:pt x="65544" y="409956"/>
                </a:lnTo>
                <a:lnTo>
                  <a:pt x="67068" y="408432"/>
                </a:lnTo>
                <a:lnTo>
                  <a:pt x="68592" y="405384"/>
                </a:lnTo>
                <a:lnTo>
                  <a:pt x="71640" y="402336"/>
                </a:lnTo>
                <a:lnTo>
                  <a:pt x="77736" y="399288"/>
                </a:lnTo>
                <a:lnTo>
                  <a:pt x="82308" y="397764"/>
                </a:lnTo>
                <a:lnTo>
                  <a:pt x="175272" y="358140"/>
                </a:lnTo>
                <a:lnTo>
                  <a:pt x="175272" y="353568"/>
                </a:lnTo>
                <a:close/>
              </a:path>
              <a:path extrusionOk="0" h="662940" w="175894">
                <a:moveTo>
                  <a:pt x="175272" y="135636"/>
                </a:moveTo>
                <a:lnTo>
                  <a:pt x="161556" y="103632"/>
                </a:lnTo>
                <a:lnTo>
                  <a:pt x="158508" y="105156"/>
                </a:lnTo>
                <a:lnTo>
                  <a:pt x="161556" y="111252"/>
                </a:lnTo>
                <a:lnTo>
                  <a:pt x="161556" y="114300"/>
                </a:lnTo>
                <a:lnTo>
                  <a:pt x="160032" y="115824"/>
                </a:lnTo>
                <a:lnTo>
                  <a:pt x="160032" y="117348"/>
                </a:lnTo>
                <a:lnTo>
                  <a:pt x="158508" y="118872"/>
                </a:lnTo>
                <a:lnTo>
                  <a:pt x="156984" y="118872"/>
                </a:lnTo>
                <a:lnTo>
                  <a:pt x="153936" y="120396"/>
                </a:lnTo>
                <a:lnTo>
                  <a:pt x="12" y="120396"/>
                </a:lnTo>
                <a:lnTo>
                  <a:pt x="12" y="126492"/>
                </a:lnTo>
                <a:lnTo>
                  <a:pt x="13728" y="156972"/>
                </a:lnTo>
                <a:lnTo>
                  <a:pt x="16776" y="155448"/>
                </a:lnTo>
                <a:lnTo>
                  <a:pt x="16776" y="152400"/>
                </a:lnTo>
                <a:lnTo>
                  <a:pt x="15252" y="150876"/>
                </a:lnTo>
                <a:lnTo>
                  <a:pt x="15252" y="146304"/>
                </a:lnTo>
                <a:lnTo>
                  <a:pt x="16776" y="144780"/>
                </a:lnTo>
                <a:lnTo>
                  <a:pt x="16776" y="143256"/>
                </a:lnTo>
                <a:lnTo>
                  <a:pt x="18300" y="143256"/>
                </a:lnTo>
                <a:lnTo>
                  <a:pt x="19824" y="141732"/>
                </a:lnTo>
                <a:lnTo>
                  <a:pt x="22872" y="141732"/>
                </a:lnTo>
                <a:lnTo>
                  <a:pt x="25920" y="140208"/>
                </a:lnTo>
                <a:lnTo>
                  <a:pt x="68592" y="140208"/>
                </a:lnTo>
                <a:lnTo>
                  <a:pt x="64350" y="145097"/>
                </a:lnTo>
                <a:lnTo>
                  <a:pt x="60972" y="150685"/>
                </a:lnTo>
                <a:lnTo>
                  <a:pt x="60896" y="150876"/>
                </a:lnTo>
                <a:lnTo>
                  <a:pt x="58724" y="157149"/>
                </a:lnTo>
                <a:lnTo>
                  <a:pt x="57924" y="164592"/>
                </a:lnTo>
                <a:lnTo>
                  <a:pt x="59296" y="175475"/>
                </a:lnTo>
                <a:lnTo>
                  <a:pt x="88277" y="208699"/>
                </a:lnTo>
                <a:lnTo>
                  <a:pt x="121932" y="216408"/>
                </a:lnTo>
                <a:lnTo>
                  <a:pt x="133045" y="215557"/>
                </a:lnTo>
                <a:lnTo>
                  <a:pt x="167551" y="196430"/>
                </a:lnTo>
                <a:lnTo>
                  <a:pt x="169252" y="193548"/>
                </a:lnTo>
                <a:lnTo>
                  <a:pt x="171843" y="189166"/>
                </a:lnTo>
                <a:lnTo>
                  <a:pt x="174409" y="181051"/>
                </a:lnTo>
                <a:lnTo>
                  <a:pt x="175272" y="172212"/>
                </a:lnTo>
                <a:lnTo>
                  <a:pt x="175272" y="161544"/>
                </a:lnTo>
                <a:lnTo>
                  <a:pt x="172224" y="155448"/>
                </a:lnTo>
                <a:lnTo>
                  <a:pt x="169176" y="150876"/>
                </a:lnTo>
                <a:lnTo>
                  <a:pt x="164604" y="146304"/>
                </a:lnTo>
                <a:lnTo>
                  <a:pt x="160032" y="142646"/>
                </a:lnTo>
                <a:lnTo>
                  <a:pt x="160032" y="153924"/>
                </a:lnTo>
                <a:lnTo>
                  <a:pt x="160032" y="169164"/>
                </a:lnTo>
                <a:lnTo>
                  <a:pt x="156984" y="176784"/>
                </a:lnTo>
                <a:lnTo>
                  <a:pt x="147840" y="182880"/>
                </a:lnTo>
                <a:lnTo>
                  <a:pt x="141262" y="187769"/>
                </a:lnTo>
                <a:lnTo>
                  <a:pt x="132981" y="191071"/>
                </a:lnTo>
                <a:lnTo>
                  <a:pt x="122974" y="192963"/>
                </a:lnTo>
                <a:lnTo>
                  <a:pt x="111264" y="193548"/>
                </a:lnTo>
                <a:lnTo>
                  <a:pt x="100418" y="192963"/>
                </a:lnTo>
                <a:lnTo>
                  <a:pt x="90881" y="191071"/>
                </a:lnTo>
                <a:lnTo>
                  <a:pt x="82753" y="187769"/>
                </a:lnTo>
                <a:lnTo>
                  <a:pt x="70116" y="178308"/>
                </a:lnTo>
                <a:lnTo>
                  <a:pt x="65544" y="172212"/>
                </a:lnTo>
                <a:lnTo>
                  <a:pt x="65544" y="161544"/>
                </a:lnTo>
                <a:lnTo>
                  <a:pt x="67068" y="156972"/>
                </a:lnTo>
                <a:lnTo>
                  <a:pt x="70116" y="153924"/>
                </a:lnTo>
                <a:lnTo>
                  <a:pt x="71640" y="149352"/>
                </a:lnTo>
                <a:lnTo>
                  <a:pt x="74688" y="146304"/>
                </a:lnTo>
                <a:lnTo>
                  <a:pt x="79260" y="144780"/>
                </a:lnTo>
                <a:lnTo>
                  <a:pt x="83832" y="141732"/>
                </a:lnTo>
                <a:lnTo>
                  <a:pt x="89928" y="140208"/>
                </a:lnTo>
                <a:lnTo>
                  <a:pt x="149364" y="140208"/>
                </a:lnTo>
                <a:lnTo>
                  <a:pt x="156984" y="146304"/>
                </a:lnTo>
                <a:lnTo>
                  <a:pt x="160032" y="153924"/>
                </a:lnTo>
                <a:lnTo>
                  <a:pt x="160032" y="142646"/>
                </a:lnTo>
                <a:lnTo>
                  <a:pt x="156984" y="140208"/>
                </a:lnTo>
                <a:lnTo>
                  <a:pt x="175272" y="140208"/>
                </a:lnTo>
                <a:lnTo>
                  <a:pt x="175272" y="135636"/>
                </a:lnTo>
                <a:close/>
              </a:path>
              <a:path extrusionOk="0" h="662940" w="175894">
                <a:moveTo>
                  <a:pt x="175272" y="44196"/>
                </a:moveTo>
                <a:lnTo>
                  <a:pt x="175145" y="42672"/>
                </a:lnTo>
                <a:lnTo>
                  <a:pt x="174650" y="36245"/>
                </a:lnTo>
                <a:lnTo>
                  <a:pt x="172605" y="28575"/>
                </a:lnTo>
                <a:lnTo>
                  <a:pt x="141211" y="1739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6764"/>
                </a:lnTo>
                <a:lnTo>
                  <a:pt x="153936" y="21336"/>
                </a:lnTo>
                <a:lnTo>
                  <a:pt x="153962" y="21488"/>
                </a:lnTo>
                <a:lnTo>
                  <a:pt x="155460" y="27432"/>
                </a:lnTo>
                <a:lnTo>
                  <a:pt x="155460" y="35052"/>
                </a:lnTo>
                <a:lnTo>
                  <a:pt x="154609" y="42672"/>
                </a:lnTo>
                <a:lnTo>
                  <a:pt x="124790" y="71437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723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4864"/>
                </a:lnTo>
                <a:lnTo>
                  <a:pt x="65544" y="44196"/>
                </a:lnTo>
                <a:lnTo>
                  <a:pt x="67068" y="39624"/>
                </a:lnTo>
                <a:lnTo>
                  <a:pt x="70116" y="35052"/>
                </a:lnTo>
                <a:lnTo>
                  <a:pt x="76212" y="28956"/>
                </a:lnTo>
                <a:lnTo>
                  <a:pt x="80784" y="27432"/>
                </a:lnTo>
                <a:lnTo>
                  <a:pt x="83832" y="25908"/>
                </a:lnTo>
                <a:lnTo>
                  <a:pt x="88404" y="24384"/>
                </a:lnTo>
                <a:lnTo>
                  <a:pt x="94500" y="24384"/>
                </a:lnTo>
                <a:lnTo>
                  <a:pt x="94500" y="723"/>
                </a:lnTo>
                <a:lnTo>
                  <a:pt x="61163" y="25717"/>
                </a:lnTo>
                <a:lnTo>
                  <a:pt x="58635" y="35052"/>
                </a:lnTo>
                <a:lnTo>
                  <a:pt x="58521" y="36245"/>
                </a:lnTo>
                <a:lnTo>
                  <a:pt x="74688" y="77724"/>
                </a:lnTo>
                <a:lnTo>
                  <a:pt x="118884" y="92964"/>
                </a:lnTo>
                <a:lnTo>
                  <a:pt x="131432" y="92087"/>
                </a:lnTo>
                <a:lnTo>
                  <a:pt x="131203" y="92087"/>
                </a:lnTo>
                <a:lnTo>
                  <a:pt x="142316" y="89535"/>
                </a:lnTo>
                <a:lnTo>
                  <a:pt x="152095" y="85255"/>
                </a:lnTo>
                <a:lnTo>
                  <a:pt x="160032" y="79248"/>
                </a:lnTo>
                <a:lnTo>
                  <a:pt x="164274" y="74676"/>
                </a:lnTo>
                <a:lnTo>
                  <a:pt x="166903" y="71843"/>
                </a:lnTo>
                <a:lnTo>
                  <a:pt x="171653" y="63436"/>
                </a:lnTo>
                <a:lnTo>
                  <a:pt x="174383" y="54178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18" name="Google Shape;4718;p77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124200" y="6432803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719" name="Google Shape;4719;p77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066288" y="5888735"/>
            <a:ext cx="225551" cy="473964"/>
          </a:xfrm>
          <a:prstGeom prst="rect">
            <a:avLst/>
          </a:prstGeom>
          <a:noFill/>
          <a:ln>
            <a:noFill/>
          </a:ln>
        </p:spPr>
      </p:pic>
      <p:sp>
        <p:nvSpPr>
          <p:cNvPr id="4720" name="Google Shape;4720;p77"/>
          <p:cNvSpPr/>
          <p:nvPr/>
        </p:nvSpPr>
        <p:spPr>
          <a:xfrm>
            <a:off x="3090672" y="5143500"/>
            <a:ext cx="201295" cy="666115"/>
          </a:xfrm>
          <a:custGeom>
            <a:rect b="b" l="l" r="r" t="t"/>
            <a:pathLst>
              <a:path extrusionOk="0" h="666114" w="201295">
                <a:moveTo>
                  <a:pt x="147828" y="0"/>
                </a:moveTo>
                <a:lnTo>
                  <a:pt x="144780" y="0"/>
                </a:lnTo>
                <a:lnTo>
                  <a:pt x="144780" y="7620"/>
                </a:lnTo>
                <a:lnTo>
                  <a:pt x="143256" y="10668"/>
                </a:lnTo>
                <a:lnTo>
                  <a:pt x="138684" y="15240"/>
                </a:lnTo>
                <a:lnTo>
                  <a:pt x="135636" y="16764"/>
                </a:lnTo>
                <a:lnTo>
                  <a:pt x="57912" y="16764"/>
                </a:lnTo>
                <a:lnTo>
                  <a:pt x="53340" y="19812"/>
                </a:lnTo>
                <a:lnTo>
                  <a:pt x="33528" y="39624"/>
                </a:lnTo>
                <a:lnTo>
                  <a:pt x="33528" y="50292"/>
                </a:lnTo>
                <a:lnTo>
                  <a:pt x="57912" y="82296"/>
                </a:lnTo>
                <a:lnTo>
                  <a:pt x="50292" y="83820"/>
                </a:lnTo>
                <a:lnTo>
                  <a:pt x="44196" y="88392"/>
                </a:lnTo>
                <a:lnTo>
                  <a:pt x="41148" y="92964"/>
                </a:lnTo>
                <a:lnTo>
                  <a:pt x="36576" y="97536"/>
                </a:lnTo>
                <a:lnTo>
                  <a:pt x="33528" y="103632"/>
                </a:lnTo>
                <a:lnTo>
                  <a:pt x="33528" y="114300"/>
                </a:lnTo>
                <a:lnTo>
                  <a:pt x="35052" y="118872"/>
                </a:lnTo>
                <a:lnTo>
                  <a:pt x="36576" y="121920"/>
                </a:lnTo>
                <a:lnTo>
                  <a:pt x="38100" y="126492"/>
                </a:lnTo>
                <a:lnTo>
                  <a:pt x="41148" y="129540"/>
                </a:lnTo>
                <a:lnTo>
                  <a:pt x="44196" y="134112"/>
                </a:lnTo>
                <a:lnTo>
                  <a:pt x="57912" y="147828"/>
                </a:lnTo>
                <a:lnTo>
                  <a:pt x="33528" y="147828"/>
                </a:lnTo>
                <a:lnTo>
                  <a:pt x="33528" y="152400"/>
                </a:lnTo>
                <a:lnTo>
                  <a:pt x="47244" y="185928"/>
                </a:lnTo>
                <a:lnTo>
                  <a:pt x="50292" y="184404"/>
                </a:lnTo>
                <a:lnTo>
                  <a:pt x="50292" y="181356"/>
                </a:lnTo>
                <a:lnTo>
                  <a:pt x="48768" y="178308"/>
                </a:lnTo>
                <a:lnTo>
                  <a:pt x="48768" y="173736"/>
                </a:lnTo>
                <a:lnTo>
                  <a:pt x="50292" y="172212"/>
                </a:lnTo>
                <a:lnTo>
                  <a:pt x="50292" y="170688"/>
                </a:lnTo>
                <a:lnTo>
                  <a:pt x="51816" y="170688"/>
                </a:lnTo>
                <a:lnTo>
                  <a:pt x="53340" y="169164"/>
                </a:lnTo>
                <a:lnTo>
                  <a:pt x="56388" y="169164"/>
                </a:lnTo>
                <a:lnTo>
                  <a:pt x="60960" y="167640"/>
                </a:lnTo>
                <a:lnTo>
                  <a:pt x="135636" y="167640"/>
                </a:lnTo>
                <a:lnTo>
                  <a:pt x="138684" y="169164"/>
                </a:lnTo>
                <a:lnTo>
                  <a:pt x="140208" y="170688"/>
                </a:lnTo>
                <a:lnTo>
                  <a:pt x="143256" y="172212"/>
                </a:lnTo>
                <a:lnTo>
                  <a:pt x="143256" y="173736"/>
                </a:lnTo>
                <a:lnTo>
                  <a:pt x="144780" y="175260"/>
                </a:lnTo>
                <a:lnTo>
                  <a:pt x="144780" y="184404"/>
                </a:lnTo>
                <a:lnTo>
                  <a:pt x="147828" y="184404"/>
                </a:lnTo>
                <a:lnTo>
                  <a:pt x="147828" y="131064"/>
                </a:lnTo>
                <a:lnTo>
                  <a:pt x="144780" y="131064"/>
                </a:lnTo>
                <a:lnTo>
                  <a:pt x="144780" y="140208"/>
                </a:lnTo>
                <a:lnTo>
                  <a:pt x="143256" y="141732"/>
                </a:lnTo>
                <a:lnTo>
                  <a:pt x="143256" y="143256"/>
                </a:lnTo>
                <a:lnTo>
                  <a:pt x="141732" y="144780"/>
                </a:lnTo>
                <a:lnTo>
                  <a:pt x="138684" y="146304"/>
                </a:lnTo>
                <a:lnTo>
                  <a:pt x="137160" y="147828"/>
                </a:lnTo>
                <a:lnTo>
                  <a:pt x="64008" y="147828"/>
                </a:lnTo>
                <a:lnTo>
                  <a:pt x="60960" y="144780"/>
                </a:lnTo>
                <a:lnTo>
                  <a:pt x="56388" y="138684"/>
                </a:lnTo>
                <a:lnTo>
                  <a:pt x="53340" y="132588"/>
                </a:lnTo>
                <a:lnTo>
                  <a:pt x="50292" y="128016"/>
                </a:lnTo>
                <a:lnTo>
                  <a:pt x="48768" y="124968"/>
                </a:lnTo>
                <a:lnTo>
                  <a:pt x="48768" y="114300"/>
                </a:lnTo>
                <a:lnTo>
                  <a:pt x="51816" y="109728"/>
                </a:lnTo>
                <a:lnTo>
                  <a:pt x="56388" y="105156"/>
                </a:lnTo>
                <a:lnTo>
                  <a:pt x="60960" y="103632"/>
                </a:lnTo>
                <a:lnTo>
                  <a:pt x="67056" y="102108"/>
                </a:lnTo>
                <a:lnTo>
                  <a:pt x="137160" y="102108"/>
                </a:lnTo>
                <a:lnTo>
                  <a:pt x="140208" y="103632"/>
                </a:lnTo>
                <a:lnTo>
                  <a:pt x="143256" y="106680"/>
                </a:lnTo>
                <a:lnTo>
                  <a:pt x="144780" y="109728"/>
                </a:lnTo>
                <a:lnTo>
                  <a:pt x="144780" y="118872"/>
                </a:lnTo>
                <a:lnTo>
                  <a:pt x="147828" y="118872"/>
                </a:lnTo>
                <a:lnTo>
                  <a:pt x="147828" y="65532"/>
                </a:lnTo>
                <a:lnTo>
                  <a:pt x="144780" y="65532"/>
                </a:lnTo>
                <a:lnTo>
                  <a:pt x="144780" y="74676"/>
                </a:lnTo>
                <a:lnTo>
                  <a:pt x="143256" y="76200"/>
                </a:lnTo>
                <a:lnTo>
                  <a:pt x="141732" y="79248"/>
                </a:lnTo>
                <a:lnTo>
                  <a:pt x="140208" y="80772"/>
                </a:lnTo>
                <a:lnTo>
                  <a:pt x="138684" y="80772"/>
                </a:lnTo>
                <a:lnTo>
                  <a:pt x="137160" y="82296"/>
                </a:lnTo>
                <a:lnTo>
                  <a:pt x="64008" y="82296"/>
                </a:lnTo>
                <a:lnTo>
                  <a:pt x="59436" y="76200"/>
                </a:lnTo>
                <a:lnTo>
                  <a:pt x="54864" y="71628"/>
                </a:lnTo>
                <a:lnTo>
                  <a:pt x="53340" y="67056"/>
                </a:lnTo>
                <a:lnTo>
                  <a:pt x="50292" y="62484"/>
                </a:lnTo>
                <a:lnTo>
                  <a:pt x="48768" y="57912"/>
                </a:lnTo>
                <a:lnTo>
                  <a:pt x="48768" y="47244"/>
                </a:lnTo>
                <a:lnTo>
                  <a:pt x="51816" y="42672"/>
                </a:lnTo>
                <a:lnTo>
                  <a:pt x="60960" y="38100"/>
                </a:lnTo>
                <a:lnTo>
                  <a:pt x="67056" y="36576"/>
                </a:lnTo>
                <a:lnTo>
                  <a:pt x="135636" y="36576"/>
                </a:lnTo>
                <a:lnTo>
                  <a:pt x="138684" y="38100"/>
                </a:lnTo>
                <a:lnTo>
                  <a:pt x="141732" y="38100"/>
                </a:lnTo>
                <a:lnTo>
                  <a:pt x="143256" y="41148"/>
                </a:lnTo>
                <a:lnTo>
                  <a:pt x="144780" y="42672"/>
                </a:lnTo>
                <a:lnTo>
                  <a:pt x="144780" y="53340"/>
                </a:lnTo>
                <a:lnTo>
                  <a:pt x="147828" y="53340"/>
                </a:lnTo>
                <a:lnTo>
                  <a:pt x="147828" y="0"/>
                </a:lnTo>
                <a:close/>
              </a:path>
              <a:path extrusionOk="0" h="666114" w="201295">
                <a:moveTo>
                  <a:pt x="150876" y="629412"/>
                </a:moveTo>
                <a:lnTo>
                  <a:pt x="131254" y="594550"/>
                </a:lnTo>
                <a:lnTo>
                  <a:pt x="117348" y="591312"/>
                </a:lnTo>
                <a:lnTo>
                  <a:pt x="108508" y="592772"/>
                </a:lnTo>
                <a:lnTo>
                  <a:pt x="100393" y="597217"/>
                </a:lnTo>
                <a:lnTo>
                  <a:pt x="93129" y="604824"/>
                </a:lnTo>
                <a:lnTo>
                  <a:pt x="86868" y="615696"/>
                </a:lnTo>
                <a:lnTo>
                  <a:pt x="71628" y="646176"/>
                </a:lnTo>
                <a:lnTo>
                  <a:pt x="67056" y="647700"/>
                </a:lnTo>
                <a:lnTo>
                  <a:pt x="60960" y="650748"/>
                </a:lnTo>
                <a:lnTo>
                  <a:pt x="51816" y="650748"/>
                </a:lnTo>
                <a:lnTo>
                  <a:pt x="48768" y="649224"/>
                </a:lnTo>
                <a:lnTo>
                  <a:pt x="42672" y="643128"/>
                </a:lnTo>
                <a:lnTo>
                  <a:pt x="41148" y="638556"/>
                </a:lnTo>
                <a:lnTo>
                  <a:pt x="41148" y="626364"/>
                </a:lnTo>
                <a:lnTo>
                  <a:pt x="71628" y="603504"/>
                </a:lnTo>
                <a:lnTo>
                  <a:pt x="71628" y="600456"/>
                </a:lnTo>
                <a:lnTo>
                  <a:pt x="33528" y="600456"/>
                </a:lnTo>
                <a:lnTo>
                  <a:pt x="33528" y="603504"/>
                </a:lnTo>
                <a:lnTo>
                  <a:pt x="36576" y="605028"/>
                </a:lnTo>
                <a:lnTo>
                  <a:pt x="38100" y="605028"/>
                </a:lnTo>
                <a:lnTo>
                  <a:pt x="38100" y="612648"/>
                </a:lnTo>
                <a:lnTo>
                  <a:pt x="36576" y="617220"/>
                </a:lnTo>
                <a:lnTo>
                  <a:pt x="33528" y="629412"/>
                </a:lnTo>
                <a:lnTo>
                  <a:pt x="33528" y="632460"/>
                </a:lnTo>
                <a:lnTo>
                  <a:pt x="56388" y="665988"/>
                </a:lnTo>
                <a:lnTo>
                  <a:pt x="73152" y="665988"/>
                </a:lnTo>
                <a:lnTo>
                  <a:pt x="77724" y="664464"/>
                </a:lnTo>
                <a:lnTo>
                  <a:pt x="82296" y="659892"/>
                </a:lnTo>
                <a:lnTo>
                  <a:pt x="85953" y="656755"/>
                </a:lnTo>
                <a:lnTo>
                  <a:pt x="89916" y="651891"/>
                </a:lnTo>
                <a:lnTo>
                  <a:pt x="93865" y="645325"/>
                </a:lnTo>
                <a:lnTo>
                  <a:pt x="97536" y="637032"/>
                </a:lnTo>
                <a:lnTo>
                  <a:pt x="101841" y="629602"/>
                </a:lnTo>
                <a:lnTo>
                  <a:pt x="120396" y="609600"/>
                </a:lnTo>
                <a:lnTo>
                  <a:pt x="131064" y="609600"/>
                </a:lnTo>
                <a:lnTo>
                  <a:pt x="135636" y="611124"/>
                </a:lnTo>
                <a:lnTo>
                  <a:pt x="138684" y="615696"/>
                </a:lnTo>
                <a:lnTo>
                  <a:pt x="141732" y="618744"/>
                </a:lnTo>
                <a:lnTo>
                  <a:pt x="143256" y="623316"/>
                </a:lnTo>
                <a:lnTo>
                  <a:pt x="143256" y="637032"/>
                </a:lnTo>
                <a:lnTo>
                  <a:pt x="112776" y="662940"/>
                </a:lnTo>
                <a:lnTo>
                  <a:pt x="112776" y="665988"/>
                </a:lnTo>
                <a:lnTo>
                  <a:pt x="150876" y="665988"/>
                </a:lnTo>
                <a:lnTo>
                  <a:pt x="150876" y="662940"/>
                </a:lnTo>
                <a:lnTo>
                  <a:pt x="147828" y="661416"/>
                </a:lnTo>
                <a:lnTo>
                  <a:pt x="146304" y="659892"/>
                </a:lnTo>
                <a:lnTo>
                  <a:pt x="146304" y="656844"/>
                </a:lnTo>
                <a:lnTo>
                  <a:pt x="147828" y="655320"/>
                </a:lnTo>
                <a:lnTo>
                  <a:pt x="147828" y="652272"/>
                </a:lnTo>
                <a:lnTo>
                  <a:pt x="150876" y="643128"/>
                </a:lnTo>
                <a:lnTo>
                  <a:pt x="150876" y="629412"/>
                </a:lnTo>
                <a:close/>
              </a:path>
              <a:path extrusionOk="0" h="666114" w="201295">
                <a:moveTo>
                  <a:pt x="150876" y="408432"/>
                </a:moveTo>
                <a:lnTo>
                  <a:pt x="150304" y="401599"/>
                </a:lnTo>
                <a:lnTo>
                  <a:pt x="148590" y="394906"/>
                </a:lnTo>
                <a:lnTo>
                  <a:pt x="148501" y="394716"/>
                </a:lnTo>
                <a:lnTo>
                  <a:pt x="146456" y="390144"/>
                </a:lnTo>
                <a:lnTo>
                  <a:pt x="117348" y="371856"/>
                </a:lnTo>
                <a:lnTo>
                  <a:pt x="108508" y="373291"/>
                </a:lnTo>
                <a:lnTo>
                  <a:pt x="77724" y="413004"/>
                </a:lnTo>
                <a:lnTo>
                  <a:pt x="74676" y="420624"/>
                </a:lnTo>
                <a:lnTo>
                  <a:pt x="71628" y="425196"/>
                </a:lnTo>
                <a:lnTo>
                  <a:pt x="67056" y="426720"/>
                </a:lnTo>
                <a:lnTo>
                  <a:pt x="64008" y="429768"/>
                </a:lnTo>
                <a:lnTo>
                  <a:pt x="60960" y="431292"/>
                </a:lnTo>
                <a:lnTo>
                  <a:pt x="51816" y="431292"/>
                </a:lnTo>
                <a:lnTo>
                  <a:pt x="42672" y="422148"/>
                </a:lnTo>
                <a:lnTo>
                  <a:pt x="41148" y="417576"/>
                </a:lnTo>
                <a:lnTo>
                  <a:pt x="41148" y="405384"/>
                </a:lnTo>
                <a:lnTo>
                  <a:pt x="44196" y="399288"/>
                </a:lnTo>
                <a:lnTo>
                  <a:pt x="48768" y="394716"/>
                </a:lnTo>
                <a:lnTo>
                  <a:pt x="51816" y="390144"/>
                </a:lnTo>
                <a:lnTo>
                  <a:pt x="60960" y="387096"/>
                </a:lnTo>
                <a:lnTo>
                  <a:pt x="71628" y="384048"/>
                </a:lnTo>
                <a:lnTo>
                  <a:pt x="71628" y="381000"/>
                </a:lnTo>
                <a:lnTo>
                  <a:pt x="33528" y="381000"/>
                </a:lnTo>
                <a:lnTo>
                  <a:pt x="33528" y="384048"/>
                </a:lnTo>
                <a:lnTo>
                  <a:pt x="36576" y="384048"/>
                </a:lnTo>
                <a:lnTo>
                  <a:pt x="38100" y="385572"/>
                </a:lnTo>
                <a:lnTo>
                  <a:pt x="38100" y="393192"/>
                </a:lnTo>
                <a:lnTo>
                  <a:pt x="36576" y="397764"/>
                </a:lnTo>
                <a:lnTo>
                  <a:pt x="35052" y="403860"/>
                </a:lnTo>
                <a:lnTo>
                  <a:pt x="33528" y="408432"/>
                </a:lnTo>
                <a:lnTo>
                  <a:pt x="33528" y="422148"/>
                </a:lnTo>
                <a:lnTo>
                  <a:pt x="36576" y="429768"/>
                </a:lnTo>
                <a:lnTo>
                  <a:pt x="42672" y="435864"/>
                </a:lnTo>
                <a:lnTo>
                  <a:pt x="48768" y="443484"/>
                </a:lnTo>
                <a:lnTo>
                  <a:pt x="56388" y="446532"/>
                </a:lnTo>
                <a:lnTo>
                  <a:pt x="73152" y="446532"/>
                </a:lnTo>
                <a:lnTo>
                  <a:pt x="97536" y="417576"/>
                </a:lnTo>
                <a:lnTo>
                  <a:pt x="101841" y="409295"/>
                </a:lnTo>
                <a:lnTo>
                  <a:pt x="105727" y="402717"/>
                </a:lnTo>
                <a:lnTo>
                  <a:pt x="108254" y="399288"/>
                </a:lnTo>
                <a:lnTo>
                  <a:pt x="109423" y="397764"/>
                </a:lnTo>
                <a:lnTo>
                  <a:pt x="112776" y="394716"/>
                </a:lnTo>
                <a:lnTo>
                  <a:pt x="115824" y="391668"/>
                </a:lnTo>
                <a:lnTo>
                  <a:pt x="120396" y="390144"/>
                </a:lnTo>
                <a:lnTo>
                  <a:pt x="131064" y="390144"/>
                </a:lnTo>
                <a:lnTo>
                  <a:pt x="135636" y="391668"/>
                </a:lnTo>
                <a:lnTo>
                  <a:pt x="141732" y="397764"/>
                </a:lnTo>
                <a:lnTo>
                  <a:pt x="143256" y="402336"/>
                </a:lnTo>
                <a:lnTo>
                  <a:pt x="143256" y="416052"/>
                </a:lnTo>
                <a:lnTo>
                  <a:pt x="141732" y="423672"/>
                </a:lnTo>
                <a:lnTo>
                  <a:pt x="135636" y="429768"/>
                </a:lnTo>
                <a:lnTo>
                  <a:pt x="131635" y="434060"/>
                </a:lnTo>
                <a:lnTo>
                  <a:pt x="126492" y="437769"/>
                </a:lnTo>
                <a:lnTo>
                  <a:pt x="120205" y="440918"/>
                </a:lnTo>
                <a:lnTo>
                  <a:pt x="112776" y="443484"/>
                </a:lnTo>
                <a:lnTo>
                  <a:pt x="112776" y="446532"/>
                </a:lnTo>
                <a:lnTo>
                  <a:pt x="150876" y="446532"/>
                </a:lnTo>
                <a:lnTo>
                  <a:pt x="150876" y="443484"/>
                </a:lnTo>
                <a:lnTo>
                  <a:pt x="147828" y="441960"/>
                </a:lnTo>
                <a:lnTo>
                  <a:pt x="146304" y="440436"/>
                </a:lnTo>
                <a:lnTo>
                  <a:pt x="146304" y="437388"/>
                </a:lnTo>
                <a:lnTo>
                  <a:pt x="147828" y="434340"/>
                </a:lnTo>
                <a:lnTo>
                  <a:pt x="147828" y="431292"/>
                </a:lnTo>
                <a:lnTo>
                  <a:pt x="150876" y="423672"/>
                </a:lnTo>
                <a:lnTo>
                  <a:pt x="150876" y="408432"/>
                </a:lnTo>
                <a:close/>
              </a:path>
              <a:path extrusionOk="0" h="666114" w="201295">
                <a:moveTo>
                  <a:pt x="150876" y="318516"/>
                </a:moveTo>
                <a:lnTo>
                  <a:pt x="149352" y="312420"/>
                </a:lnTo>
                <a:lnTo>
                  <a:pt x="144780" y="307848"/>
                </a:lnTo>
                <a:lnTo>
                  <a:pt x="141732" y="301752"/>
                </a:lnTo>
                <a:lnTo>
                  <a:pt x="135636" y="298704"/>
                </a:lnTo>
                <a:lnTo>
                  <a:pt x="126492" y="295656"/>
                </a:lnTo>
                <a:lnTo>
                  <a:pt x="126492" y="301752"/>
                </a:lnTo>
                <a:lnTo>
                  <a:pt x="132588" y="304800"/>
                </a:lnTo>
                <a:lnTo>
                  <a:pt x="134112" y="307848"/>
                </a:lnTo>
                <a:lnTo>
                  <a:pt x="135636" y="309372"/>
                </a:lnTo>
                <a:lnTo>
                  <a:pt x="135636" y="320040"/>
                </a:lnTo>
                <a:lnTo>
                  <a:pt x="132588" y="323088"/>
                </a:lnTo>
                <a:lnTo>
                  <a:pt x="129540" y="324612"/>
                </a:lnTo>
                <a:lnTo>
                  <a:pt x="124968" y="326136"/>
                </a:lnTo>
                <a:lnTo>
                  <a:pt x="44196" y="326136"/>
                </a:lnTo>
                <a:lnTo>
                  <a:pt x="44196" y="300228"/>
                </a:lnTo>
                <a:lnTo>
                  <a:pt x="36576" y="300228"/>
                </a:lnTo>
                <a:lnTo>
                  <a:pt x="36576" y="326136"/>
                </a:lnTo>
                <a:lnTo>
                  <a:pt x="0" y="326136"/>
                </a:lnTo>
                <a:lnTo>
                  <a:pt x="0" y="329184"/>
                </a:lnTo>
                <a:lnTo>
                  <a:pt x="9144" y="332232"/>
                </a:lnTo>
                <a:lnTo>
                  <a:pt x="18288" y="336804"/>
                </a:lnTo>
                <a:lnTo>
                  <a:pt x="22860" y="341376"/>
                </a:lnTo>
                <a:lnTo>
                  <a:pt x="28956" y="344424"/>
                </a:lnTo>
                <a:lnTo>
                  <a:pt x="32004" y="350520"/>
                </a:lnTo>
                <a:lnTo>
                  <a:pt x="36576" y="355092"/>
                </a:lnTo>
                <a:lnTo>
                  <a:pt x="39624" y="359664"/>
                </a:lnTo>
                <a:lnTo>
                  <a:pt x="41148" y="364236"/>
                </a:lnTo>
                <a:lnTo>
                  <a:pt x="44196" y="364236"/>
                </a:lnTo>
                <a:lnTo>
                  <a:pt x="44196" y="345948"/>
                </a:lnTo>
                <a:lnTo>
                  <a:pt x="129540" y="345948"/>
                </a:lnTo>
                <a:lnTo>
                  <a:pt x="135636" y="344424"/>
                </a:lnTo>
                <a:lnTo>
                  <a:pt x="138684" y="342900"/>
                </a:lnTo>
                <a:lnTo>
                  <a:pt x="143256" y="341376"/>
                </a:lnTo>
                <a:lnTo>
                  <a:pt x="146304" y="338328"/>
                </a:lnTo>
                <a:lnTo>
                  <a:pt x="147828" y="335280"/>
                </a:lnTo>
                <a:lnTo>
                  <a:pt x="150876" y="330708"/>
                </a:lnTo>
                <a:lnTo>
                  <a:pt x="150876" y="318516"/>
                </a:lnTo>
                <a:close/>
              </a:path>
              <a:path extrusionOk="0" h="666114" w="201295">
                <a:moveTo>
                  <a:pt x="150876" y="237744"/>
                </a:moveTo>
                <a:lnTo>
                  <a:pt x="150761" y="236220"/>
                </a:lnTo>
                <a:lnTo>
                  <a:pt x="150660" y="234696"/>
                </a:lnTo>
                <a:lnTo>
                  <a:pt x="150253" y="228917"/>
                </a:lnTo>
                <a:lnTo>
                  <a:pt x="124587" y="197358"/>
                </a:lnTo>
                <a:lnTo>
                  <a:pt x="108204" y="192024"/>
                </a:lnTo>
                <a:lnTo>
                  <a:pt x="105156" y="195072"/>
                </a:lnTo>
                <a:lnTo>
                  <a:pt x="115824" y="199644"/>
                </a:lnTo>
                <a:lnTo>
                  <a:pt x="121920" y="204216"/>
                </a:lnTo>
                <a:lnTo>
                  <a:pt x="126492" y="208788"/>
                </a:lnTo>
                <a:lnTo>
                  <a:pt x="129540" y="214884"/>
                </a:lnTo>
                <a:lnTo>
                  <a:pt x="131013" y="220789"/>
                </a:lnTo>
                <a:lnTo>
                  <a:pt x="130886" y="228600"/>
                </a:lnTo>
                <a:lnTo>
                  <a:pt x="109651" y="260921"/>
                </a:lnTo>
                <a:lnTo>
                  <a:pt x="100723" y="264109"/>
                </a:lnTo>
                <a:lnTo>
                  <a:pt x="101066" y="264109"/>
                </a:lnTo>
                <a:lnTo>
                  <a:pt x="89700" y="266115"/>
                </a:lnTo>
                <a:lnTo>
                  <a:pt x="77724" y="266700"/>
                </a:lnTo>
                <a:lnTo>
                  <a:pt x="77724" y="216408"/>
                </a:lnTo>
                <a:lnTo>
                  <a:pt x="77724" y="192024"/>
                </a:lnTo>
                <a:lnTo>
                  <a:pt x="70104" y="192747"/>
                </a:lnTo>
                <a:lnTo>
                  <a:pt x="70104" y="216408"/>
                </a:lnTo>
                <a:lnTo>
                  <a:pt x="70104" y="266700"/>
                </a:lnTo>
                <a:lnTo>
                  <a:pt x="62484" y="266700"/>
                </a:lnTo>
                <a:lnTo>
                  <a:pt x="54864" y="263652"/>
                </a:lnTo>
                <a:lnTo>
                  <a:pt x="44196" y="252984"/>
                </a:lnTo>
                <a:lnTo>
                  <a:pt x="41148" y="246888"/>
                </a:lnTo>
                <a:lnTo>
                  <a:pt x="41148" y="236220"/>
                </a:lnTo>
                <a:lnTo>
                  <a:pt x="42672" y="231648"/>
                </a:lnTo>
                <a:lnTo>
                  <a:pt x="45720" y="228600"/>
                </a:lnTo>
                <a:lnTo>
                  <a:pt x="48768" y="224028"/>
                </a:lnTo>
                <a:lnTo>
                  <a:pt x="51816" y="220980"/>
                </a:lnTo>
                <a:lnTo>
                  <a:pt x="56388" y="219456"/>
                </a:lnTo>
                <a:lnTo>
                  <a:pt x="59436" y="217932"/>
                </a:lnTo>
                <a:lnTo>
                  <a:pt x="64008" y="217932"/>
                </a:lnTo>
                <a:lnTo>
                  <a:pt x="70104" y="216408"/>
                </a:lnTo>
                <a:lnTo>
                  <a:pt x="70104" y="192747"/>
                </a:lnTo>
                <a:lnTo>
                  <a:pt x="68859" y="192862"/>
                </a:lnTo>
                <a:lnTo>
                  <a:pt x="36766" y="217741"/>
                </a:lnTo>
                <a:lnTo>
                  <a:pt x="33528" y="234696"/>
                </a:lnTo>
                <a:lnTo>
                  <a:pt x="34645" y="245554"/>
                </a:lnTo>
                <a:lnTo>
                  <a:pt x="59118" y="277279"/>
                </a:lnTo>
                <a:lnTo>
                  <a:pt x="94488" y="284988"/>
                </a:lnTo>
                <a:lnTo>
                  <a:pt x="106692" y="284137"/>
                </a:lnTo>
                <a:lnTo>
                  <a:pt x="117919" y="281559"/>
                </a:lnTo>
                <a:lnTo>
                  <a:pt x="127698" y="277279"/>
                </a:lnTo>
                <a:lnTo>
                  <a:pt x="135636" y="271272"/>
                </a:lnTo>
                <a:lnTo>
                  <a:pt x="140017" y="266700"/>
                </a:lnTo>
                <a:lnTo>
                  <a:pt x="142506" y="264109"/>
                </a:lnTo>
                <a:lnTo>
                  <a:pt x="147256" y="256222"/>
                </a:lnTo>
                <a:lnTo>
                  <a:pt x="147307" y="256032"/>
                </a:lnTo>
                <a:lnTo>
                  <a:pt x="149987" y="247484"/>
                </a:lnTo>
                <a:lnTo>
                  <a:pt x="150037" y="246888"/>
                </a:lnTo>
                <a:lnTo>
                  <a:pt x="150164" y="245554"/>
                </a:lnTo>
                <a:lnTo>
                  <a:pt x="150876" y="237744"/>
                </a:lnTo>
                <a:close/>
              </a:path>
              <a:path extrusionOk="0" h="666114" w="201295">
                <a:moveTo>
                  <a:pt x="201168" y="553212"/>
                </a:moveTo>
                <a:lnTo>
                  <a:pt x="199644" y="545592"/>
                </a:lnTo>
                <a:lnTo>
                  <a:pt x="193548" y="539496"/>
                </a:lnTo>
                <a:lnTo>
                  <a:pt x="188658" y="534314"/>
                </a:lnTo>
                <a:lnTo>
                  <a:pt x="183070" y="529971"/>
                </a:lnTo>
                <a:lnTo>
                  <a:pt x="176606" y="526211"/>
                </a:lnTo>
                <a:lnTo>
                  <a:pt x="169164" y="522732"/>
                </a:lnTo>
                <a:lnTo>
                  <a:pt x="161747" y="519684"/>
                </a:lnTo>
                <a:lnTo>
                  <a:pt x="72745" y="483108"/>
                </a:lnTo>
                <a:lnTo>
                  <a:pt x="57912" y="477012"/>
                </a:lnTo>
                <a:lnTo>
                  <a:pt x="51816" y="475488"/>
                </a:lnTo>
                <a:lnTo>
                  <a:pt x="48768" y="473964"/>
                </a:lnTo>
                <a:lnTo>
                  <a:pt x="47244" y="473964"/>
                </a:lnTo>
                <a:lnTo>
                  <a:pt x="45720" y="470916"/>
                </a:lnTo>
                <a:lnTo>
                  <a:pt x="42672" y="469392"/>
                </a:lnTo>
                <a:lnTo>
                  <a:pt x="42672" y="467868"/>
                </a:lnTo>
                <a:lnTo>
                  <a:pt x="41148" y="466344"/>
                </a:lnTo>
                <a:lnTo>
                  <a:pt x="41148" y="464820"/>
                </a:lnTo>
                <a:lnTo>
                  <a:pt x="39624" y="461772"/>
                </a:lnTo>
                <a:lnTo>
                  <a:pt x="36576" y="461772"/>
                </a:lnTo>
                <a:lnTo>
                  <a:pt x="36576" y="495300"/>
                </a:lnTo>
                <a:lnTo>
                  <a:pt x="39624" y="495300"/>
                </a:lnTo>
                <a:lnTo>
                  <a:pt x="39624" y="490728"/>
                </a:lnTo>
                <a:lnTo>
                  <a:pt x="41148" y="489204"/>
                </a:lnTo>
                <a:lnTo>
                  <a:pt x="41148" y="486156"/>
                </a:lnTo>
                <a:lnTo>
                  <a:pt x="42672" y="484632"/>
                </a:lnTo>
                <a:lnTo>
                  <a:pt x="44196" y="484632"/>
                </a:lnTo>
                <a:lnTo>
                  <a:pt x="45720" y="483108"/>
                </a:lnTo>
                <a:lnTo>
                  <a:pt x="50292" y="483108"/>
                </a:lnTo>
                <a:lnTo>
                  <a:pt x="54864" y="484632"/>
                </a:lnTo>
                <a:lnTo>
                  <a:pt x="57912" y="486156"/>
                </a:lnTo>
                <a:lnTo>
                  <a:pt x="118872" y="510540"/>
                </a:lnTo>
                <a:lnTo>
                  <a:pt x="62484" y="537972"/>
                </a:lnTo>
                <a:lnTo>
                  <a:pt x="57912" y="541020"/>
                </a:lnTo>
                <a:lnTo>
                  <a:pt x="44196" y="541020"/>
                </a:lnTo>
                <a:lnTo>
                  <a:pt x="42672" y="539496"/>
                </a:lnTo>
                <a:lnTo>
                  <a:pt x="41148" y="536448"/>
                </a:lnTo>
                <a:lnTo>
                  <a:pt x="39624" y="534924"/>
                </a:lnTo>
                <a:lnTo>
                  <a:pt x="39624" y="528828"/>
                </a:lnTo>
                <a:lnTo>
                  <a:pt x="36576" y="528828"/>
                </a:lnTo>
                <a:lnTo>
                  <a:pt x="36576" y="580644"/>
                </a:lnTo>
                <a:lnTo>
                  <a:pt x="39624" y="580644"/>
                </a:lnTo>
                <a:lnTo>
                  <a:pt x="41148" y="576072"/>
                </a:lnTo>
                <a:lnTo>
                  <a:pt x="42672" y="573024"/>
                </a:lnTo>
                <a:lnTo>
                  <a:pt x="47244" y="568452"/>
                </a:lnTo>
                <a:lnTo>
                  <a:pt x="50292" y="566928"/>
                </a:lnTo>
                <a:lnTo>
                  <a:pt x="54864" y="563880"/>
                </a:lnTo>
                <a:lnTo>
                  <a:pt x="101307" y="541020"/>
                </a:lnTo>
                <a:lnTo>
                  <a:pt x="144780" y="519684"/>
                </a:lnTo>
                <a:lnTo>
                  <a:pt x="163068" y="528828"/>
                </a:lnTo>
                <a:lnTo>
                  <a:pt x="170688" y="531876"/>
                </a:lnTo>
                <a:lnTo>
                  <a:pt x="175260" y="533400"/>
                </a:lnTo>
                <a:lnTo>
                  <a:pt x="181356" y="539496"/>
                </a:lnTo>
                <a:lnTo>
                  <a:pt x="181356" y="548640"/>
                </a:lnTo>
                <a:lnTo>
                  <a:pt x="179832" y="551688"/>
                </a:lnTo>
                <a:lnTo>
                  <a:pt x="178308" y="556260"/>
                </a:lnTo>
                <a:lnTo>
                  <a:pt x="176784" y="559308"/>
                </a:lnTo>
                <a:lnTo>
                  <a:pt x="176784" y="566928"/>
                </a:lnTo>
                <a:lnTo>
                  <a:pt x="179832" y="573024"/>
                </a:lnTo>
                <a:lnTo>
                  <a:pt x="185928" y="576072"/>
                </a:lnTo>
                <a:lnTo>
                  <a:pt x="192024" y="576072"/>
                </a:lnTo>
                <a:lnTo>
                  <a:pt x="195072" y="574548"/>
                </a:lnTo>
                <a:lnTo>
                  <a:pt x="201168" y="568452"/>
                </a:lnTo>
                <a:lnTo>
                  <a:pt x="201168" y="5532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21" name="Google Shape;4721;p77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066288" y="4698491"/>
            <a:ext cx="175260" cy="3703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22" name="Google Shape;4722;p77"/>
          <p:cNvGrpSpPr/>
          <p:nvPr/>
        </p:nvGrpSpPr>
        <p:grpSpPr>
          <a:xfrm>
            <a:off x="3066288" y="2769107"/>
            <a:ext cx="225552" cy="1876045"/>
            <a:chOff x="3066288" y="2769107"/>
            <a:chExt cx="225552" cy="1876045"/>
          </a:xfrm>
        </p:grpSpPr>
        <p:pic>
          <p:nvPicPr>
            <p:cNvPr id="4723" name="Google Shape;4723;p77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070859" y="4471416"/>
              <a:ext cx="167640" cy="1737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24" name="Google Shape;4724;p77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070860" y="4343400"/>
              <a:ext cx="170687" cy="1066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725" name="Google Shape;4725;p77"/>
            <p:cNvSpPr/>
            <p:nvPr/>
          </p:nvSpPr>
          <p:spPr>
            <a:xfrm>
              <a:off x="3070847" y="4088892"/>
              <a:ext cx="170815" cy="231775"/>
            </a:xfrm>
            <a:custGeom>
              <a:rect b="b" l="l" r="r" t="t"/>
              <a:pathLst>
                <a:path extrusionOk="0" h="231775" w="170814">
                  <a:moveTo>
                    <a:pt x="167640" y="163068"/>
                  </a:moveTo>
                  <a:lnTo>
                    <a:pt x="164592" y="163068"/>
                  </a:lnTo>
                  <a:lnTo>
                    <a:pt x="164592" y="169164"/>
                  </a:lnTo>
                  <a:lnTo>
                    <a:pt x="164592" y="176784"/>
                  </a:lnTo>
                  <a:lnTo>
                    <a:pt x="156972" y="184404"/>
                  </a:lnTo>
                  <a:lnTo>
                    <a:pt x="153924" y="185928"/>
                  </a:lnTo>
                  <a:lnTo>
                    <a:pt x="22860" y="185928"/>
                  </a:lnTo>
                  <a:lnTo>
                    <a:pt x="15240" y="184404"/>
                  </a:lnTo>
                  <a:lnTo>
                    <a:pt x="13716" y="182880"/>
                  </a:lnTo>
                  <a:lnTo>
                    <a:pt x="9144" y="179832"/>
                  </a:lnTo>
                  <a:lnTo>
                    <a:pt x="6096" y="175260"/>
                  </a:lnTo>
                  <a:lnTo>
                    <a:pt x="6096" y="163068"/>
                  </a:lnTo>
                  <a:lnTo>
                    <a:pt x="3048" y="163068"/>
                  </a:lnTo>
                  <a:lnTo>
                    <a:pt x="3048" y="231648"/>
                  </a:lnTo>
                  <a:lnTo>
                    <a:pt x="6096" y="231648"/>
                  </a:lnTo>
                  <a:lnTo>
                    <a:pt x="6096" y="222504"/>
                  </a:lnTo>
                  <a:lnTo>
                    <a:pt x="7620" y="217932"/>
                  </a:lnTo>
                  <a:lnTo>
                    <a:pt x="9144" y="214884"/>
                  </a:lnTo>
                  <a:lnTo>
                    <a:pt x="13716" y="210312"/>
                  </a:lnTo>
                  <a:lnTo>
                    <a:pt x="15240" y="210312"/>
                  </a:lnTo>
                  <a:lnTo>
                    <a:pt x="18288" y="208788"/>
                  </a:lnTo>
                  <a:lnTo>
                    <a:pt x="149352" y="208788"/>
                  </a:lnTo>
                  <a:lnTo>
                    <a:pt x="156972" y="210312"/>
                  </a:lnTo>
                  <a:lnTo>
                    <a:pt x="158496" y="211836"/>
                  </a:lnTo>
                  <a:lnTo>
                    <a:pt x="163068" y="214884"/>
                  </a:lnTo>
                  <a:lnTo>
                    <a:pt x="164592" y="219456"/>
                  </a:lnTo>
                  <a:lnTo>
                    <a:pt x="164592" y="231648"/>
                  </a:lnTo>
                  <a:lnTo>
                    <a:pt x="167640" y="231648"/>
                  </a:lnTo>
                  <a:lnTo>
                    <a:pt x="167640" y="163068"/>
                  </a:lnTo>
                  <a:close/>
                </a:path>
                <a:path extrusionOk="0" h="231775" w="170814">
                  <a:moveTo>
                    <a:pt x="170688" y="67056"/>
                  </a:moveTo>
                  <a:lnTo>
                    <a:pt x="161544" y="28956"/>
                  </a:lnTo>
                  <a:lnTo>
                    <a:pt x="129540" y="0"/>
                  </a:lnTo>
                  <a:lnTo>
                    <a:pt x="128016" y="4572"/>
                  </a:lnTo>
                  <a:lnTo>
                    <a:pt x="137210" y="11417"/>
                  </a:lnTo>
                  <a:lnTo>
                    <a:pt x="144399" y="18097"/>
                  </a:lnTo>
                  <a:lnTo>
                    <a:pt x="160020" y="59436"/>
                  </a:lnTo>
                  <a:lnTo>
                    <a:pt x="159689" y="68300"/>
                  </a:lnTo>
                  <a:lnTo>
                    <a:pt x="141160" y="103822"/>
                  </a:lnTo>
                  <a:lnTo>
                    <a:pt x="99275" y="118567"/>
                  </a:lnTo>
                  <a:lnTo>
                    <a:pt x="88392" y="118872"/>
                  </a:lnTo>
                  <a:lnTo>
                    <a:pt x="75247" y="118541"/>
                  </a:lnTo>
                  <a:lnTo>
                    <a:pt x="34340" y="107518"/>
                  </a:lnTo>
                  <a:lnTo>
                    <a:pt x="9906" y="77533"/>
                  </a:lnTo>
                  <a:lnTo>
                    <a:pt x="7620" y="62484"/>
                  </a:lnTo>
                  <a:lnTo>
                    <a:pt x="8458" y="52755"/>
                  </a:lnTo>
                  <a:lnTo>
                    <a:pt x="34671" y="17145"/>
                  </a:lnTo>
                  <a:lnTo>
                    <a:pt x="56388" y="7620"/>
                  </a:lnTo>
                  <a:lnTo>
                    <a:pt x="56388" y="4572"/>
                  </a:lnTo>
                  <a:lnTo>
                    <a:pt x="0" y="7620"/>
                  </a:lnTo>
                  <a:lnTo>
                    <a:pt x="0" y="10668"/>
                  </a:lnTo>
                  <a:lnTo>
                    <a:pt x="4572" y="12192"/>
                  </a:lnTo>
                  <a:lnTo>
                    <a:pt x="9144" y="16764"/>
                  </a:lnTo>
                  <a:lnTo>
                    <a:pt x="9144" y="25908"/>
                  </a:lnTo>
                  <a:lnTo>
                    <a:pt x="7620" y="28956"/>
                  </a:lnTo>
                  <a:lnTo>
                    <a:pt x="4508" y="37223"/>
                  </a:lnTo>
                  <a:lnTo>
                    <a:pt x="2095" y="45910"/>
                  </a:lnTo>
                  <a:lnTo>
                    <a:pt x="558" y="54889"/>
                  </a:lnTo>
                  <a:lnTo>
                    <a:pt x="0" y="64008"/>
                  </a:lnTo>
                  <a:lnTo>
                    <a:pt x="838" y="75158"/>
                  </a:lnTo>
                  <a:lnTo>
                    <a:pt x="18478" y="114642"/>
                  </a:lnTo>
                  <a:lnTo>
                    <a:pt x="54533" y="140525"/>
                  </a:lnTo>
                  <a:lnTo>
                    <a:pt x="88392" y="146304"/>
                  </a:lnTo>
                  <a:lnTo>
                    <a:pt x="102946" y="145427"/>
                  </a:lnTo>
                  <a:lnTo>
                    <a:pt x="141732" y="131064"/>
                  </a:lnTo>
                  <a:lnTo>
                    <a:pt x="168960" y="86487"/>
                  </a:lnTo>
                  <a:lnTo>
                    <a:pt x="170688" y="670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726" name="Google Shape;4726;p77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066288" y="2769107"/>
              <a:ext cx="225552" cy="130149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727" name="Google Shape;4727;p77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537203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28" name="Google Shape;4728;p77"/>
          <p:cNvGrpSpPr/>
          <p:nvPr/>
        </p:nvGrpSpPr>
        <p:grpSpPr>
          <a:xfrm>
            <a:off x="3534143" y="8368283"/>
            <a:ext cx="218440" cy="1102107"/>
            <a:chOff x="3534143" y="8368283"/>
            <a:chExt cx="218440" cy="1102107"/>
          </a:xfrm>
        </p:grpSpPr>
        <p:sp>
          <p:nvSpPr>
            <p:cNvPr id="4729" name="Google Shape;4729;p77"/>
            <p:cNvSpPr/>
            <p:nvPr/>
          </p:nvSpPr>
          <p:spPr>
            <a:xfrm>
              <a:off x="3534143" y="8595360"/>
              <a:ext cx="218440" cy="875030"/>
            </a:xfrm>
            <a:custGeom>
              <a:rect b="b" l="l" r="r" t="t"/>
              <a:pathLst>
                <a:path extrusionOk="0" h="875029" w="218439">
                  <a:moveTo>
                    <a:pt x="120396" y="438912"/>
                  </a:moveTo>
                  <a:lnTo>
                    <a:pt x="94488" y="438912"/>
                  </a:lnTo>
                  <a:lnTo>
                    <a:pt x="94488" y="509016"/>
                  </a:lnTo>
                  <a:lnTo>
                    <a:pt x="120396" y="509016"/>
                  </a:lnTo>
                  <a:lnTo>
                    <a:pt x="120396" y="438912"/>
                  </a:lnTo>
                  <a:close/>
                </a:path>
                <a:path extrusionOk="0" h="875029" w="218439">
                  <a:moveTo>
                    <a:pt x="164604" y="792480"/>
                  </a:moveTo>
                  <a:lnTo>
                    <a:pt x="160032" y="792480"/>
                  </a:lnTo>
                  <a:lnTo>
                    <a:pt x="160032" y="806196"/>
                  </a:lnTo>
                  <a:lnTo>
                    <a:pt x="158508" y="807720"/>
                  </a:lnTo>
                  <a:lnTo>
                    <a:pt x="155460" y="813816"/>
                  </a:lnTo>
                  <a:lnTo>
                    <a:pt x="152412" y="813816"/>
                  </a:lnTo>
                  <a:lnTo>
                    <a:pt x="150888" y="815340"/>
                  </a:lnTo>
                  <a:lnTo>
                    <a:pt x="88404" y="815340"/>
                  </a:lnTo>
                  <a:lnTo>
                    <a:pt x="88303" y="810768"/>
                  </a:lnTo>
                  <a:lnTo>
                    <a:pt x="88214" y="806196"/>
                  </a:lnTo>
                  <a:lnTo>
                    <a:pt x="88099" y="801801"/>
                  </a:lnTo>
                  <a:lnTo>
                    <a:pt x="87452" y="791337"/>
                  </a:lnTo>
                  <a:lnTo>
                    <a:pt x="86474" y="781913"/>
                  </a:lnTo>
                  <a:lnTo>
                    <a:pt x="85572" y="775716"/>
                  </a:lnTo>
                  <a:lnTo>
                    <a:pt x="85356" y="774192"/>
                  </a:lnTo>
                  <a:lnTo>
                    <a:pt x="82753" y="766267"/>
                  </a:lnTo>
                  <a:lnTo>
                    <a:pt x="80772" y="761784"/>
                  </a:lnTo>
                  <a:lnTo>
                    <a:pt x="80772" y="815340"/>
                  </a:lnTo>
                  <a:lnTo>
                    <a:pt x="7620" y="815340"/>
                  </a:lnTo>
                  <a:lnTo>
                    <a:pt x="7734" y="809244"/>
                  </a:lnTo>
                  <a:lnTo>
                    <a:pt x="7835" y="807720"/>
                  </a:lnTo>
                  <a:lnTo>
                    <a:pt x="7937" y="806196"/>
                  </a:lnTo>
                  <a:lnTo>
                    <a:pt x="8191" y="802436"/>
                  </a:lnTo>
                  <a:lnTo>
                    <a:pt x="9906" y="795528"/>
                  </a:lnTo>
                  <a:lnTo>
                    <a:pt x="10007" y="795337"/>
                  </a:lnTo>
                  <a:lnTo>
                    <a:pt x="12788" y="789749"/>
                  </a:lnTo>
                  <a:lnTo>
                    <a:pt x="44196" y="775716"/>
                  </a:lnTo>
                  <a:lnTo>
                    <a:pt x="52768" y="776287"/>
                  </a:lnTo>
                  <a:lnTo>
                    <a:pt x="80314" y="803148"/>
                  </a:lnTo>
                  <a:lnTo>
                    <a:pt x="80772" y="815340"/>
                  </a:lnTo>
                  <a:lnTo>
                    <a:pt x="80772" y="761784"/>
                  </a:lnTo>
                  <a:lnTo>
                    <a:pt x="50393" y="736688"/>
                  </a:lnTo>
                  <a:lnTo>
                    <a:pt x="42672" y="736092"/>
                  </a:lnTo>
                  <a:lnTo>
                    <a:pt x="34061" y="737196"/>
                  </a:lnTo>
                  <a:lnTo>
                    <a:pt x="3238" y="772096"/>
                  </a:lnTo>
                  <a:lnTo>
                    <a:pt x="0" y="874776"/>
                  </a:lnTo>
                  <a:lnTo>
                    <a:pt x="4572" y="874776"/>
                  </a:lnTo>
                  <a:lnTo>
                    <a:pt x="4572" y="862584"/>
                  </a:lnTo>
                  <a:lnTo>
                    <a:pt x="7620" y="856488"/>
                  </a:lnTo>
                  <a:lnTo>
                    <a:pt x="9144" y="854964"/>
                  </a:lnTo>
                  <a:lnTo>
                    <a:pt x="12192" y="853440"/>
                  </a:lnTo>
                  <a:lnTo>
                    <a:pt x="13716" y="853440"/>
                  </a:lnTo>
                  <a:lnTo>
                    <a:pt x="19812" y="851916"/>
                  </a:lnTo>
                  <a:lnTo>
                    <a:pt x="144792" y="851916"/>
                  </a:lnTo>
                  <a:lnTo>
                    <a:pt x="150888" y="853440"/>
                  </a:lnTo>
                  <a:lnTo>
                    <a:pt x="152412" y="853440"/>
                  </a:lnTo>
                  <a:lnTo>
                    <a:pt x="155460" y="854964"/>
                  </a:lnTo>
                  <a:lnTo>
                    <a:pt x="156984" y="856488"/>
                  </a:lnTo>
                  <a:lnTo>
                    <a:pt x="160032" y="862584"/>
                  </a:lnTo>
                  <a:lnTo>
                    <a:pt x="160032" y="874776"/>
                  </a:lnTo>
                  <a:lnTo>
                    <a:pt x="164604" y="874776"/>
                  </a:lnTo>
                  <a:lnTo>
                    <a:pt x="164604" y="851916"/>
                  </a:lnTo>
                  <a:lnTo>
                    <a:pt x="164604" y="815340"/>
                  </a:lnTo>
                  <a:lnTo>
                    <a:pt x="164604" y="792480"/>
                  </a:lnTo>
                  <a:close/>
                </a:path>
                <a:path extrusionOk="0" h="875029" w="218439">
                  <a:moveTo>
                    <a:pt x="164604" y="659892"/>
                  </a:moveTo>
                  <a:lnTo>
                    <a:pt x="160032" y="659892"/>
                  </a:lnTo>
                  <a:lnTo>
                    <a:pt x="160032" y="664464"/>
                  </a:lnTo>
                  <a:lnTo>
                    <a:pt x="158508" y="667512"/>
                  </a:lnTo>
                  <a:lnTo>
                    <a:pt x="158508" y="669036"/>
                  </a:lnTo>
                  <a:lnTo>
                    <a:pt x="155460" y="672084"/>
                  </a:lnTo>
                  <a:lnTo>
                    <a:pt x="153936" y="672084"/>
                  </a:lnTo>
                  <a:lnTo>
                    <a:pt x="152412" y="673608"/>
                  </a:lnTo>
                  <a:lnTo>
                    <a:pt x="112788" y="673608"/>
                  </a:lnTo>
                  <a:lnTo>
                    <a:pt x="105943" y="673328"/>
                  </a:lnTo>
                  <a:lnTo>
                    <a:pt x="99263" y="672465"/>
                  </a:lnTo>
                  <a:lnTo>
                    <a:pt x="92849" y="671042"/>
                  </a:lnTo>
                  <a:lnTo>
                    <a:pt x="77736" y="665988"/>
                  </a:lnTo>
                  <a:lnTo>
                    <a:pt x="76212" y="661416"/>
                  </a:lnTo>
                  <a:lnTo>
                    <a:pt x="73164" y="658368"/>
                  </a:lnTo>
                  <a:lnTo>
                    <a:pt x="73164" y="652272"/>
                  </a:lnTo>
                  <a:lnTo>
                    <a:pt x="74688" y="652272"/>
                  </a:lnTo>
                  <a:lnTo>
                    <a:pt x="76212" y="650748"/>
                  </a:lnTo>
                  <a:lnTo>
                    <a:pt x="77736" y="647700"/>
                  </a:lnTo>
                  <a:lnTo>
                    <a:pt x="80784" y="646176"/>
                  </a:lnTo>
                  <a:lnTo>
                    <a:pt x="82308" y="641604"/>
                  </a:lnTo>
                  <a:lnTo>
                    <a:pt x="82308" y="633984"/>
                  </a:lnTo>
                  <a:lnTo>
                    <a:pt x="80784" y="630936"/>
                  </a:lnTo>
                  <a:lnTo>
                    <a:pt x="74688" y="624840"/>
                  </a:lnTo>
                  <a:lnTo>
                    <a:pt x="71640" y="623316"/>
                  </a:lnTo>
                  <a:lnTo>
                    <a:pt x="60972" y="623316"/>
                  </a:lnTo>
                  <a:lnTo>
                    <a:pt x="56400" y="624840"/>
                  </a:lnTo>
                  <a:lnTo>
                    <a:pt x="54876" y="627888"/>
                  </a:lnTo>
                  <a:lnTo>
                    <a:pt x="51828" y="630936"/>
                  </a:lnTo>
                  <a:lnTo>
                    <a:pt x="50304" y="633984"/>
                  </a:lnTo>
                  <a:lnTo>
                    <a:pt x="50304" y="643128"/>
                  </a:lnTo>
                  <a:lnTo>
                    <a:pt x="51828" y="649224"/>
                  </a:lnTo>
                  <a:lnTo>
                    <a:pt x="56400" y="653796"/>
                  </a:lnTo>
                  <a:lnTo>
                    <a:pt x="59537" y="658393"/>
                  </a:lnTo>
                  <a:lnTo>
                    <a:pt x="64401" y="663130"/>
                  </a:lnTo>
                  <a:lnTo>
                    <a:pt x="70967" y="668159"/>
                  </a:lnTo>
                  <a:lnTo>
                    <a:pt x="79260" y="673608"/>
                  </a:lnTo>
                  <a:lnTo>
                    <a:pt x="53352" y="673608"/>
                  </a:lnTo>
                  <a:lnTo>
                    <a:pt x="53352" y="720852"/>
                  </a:lnTo>
                  <a:lnTo>
                    <a:pt x="57924" y="720852"/>
                  </a:lnTo>
                  <a:lnTo>
                    <a:pt x="57924" y="716280"/>
                  </a:lnTo>
                  <a:lnTo>
                    <a:pt x="59448" y="713232"/>
                  </a:lnTo>
                  <a:lnTo>
                    <a:pt x="59448" y="711708"/>
                  </a:lnTo>
                  <a:lnTo>
                    <a:pt x="62496" y="708660"/>
                  </a:lnTo>
                  <a:lnTo>
                    <a:pt x="65544" y="708660"/>
                  </a:lnTo>
                  <a:lnTo>
                    <a:pt x="67068" y="707136"/>
                  </a:lnTo>
                  <a:lnTo>
                    <a:pt x="147840" y="707136"/>
                  </a:lnTo>
                  <a:lnTo>
                    <a:pt x="153936" y="708660"/>
                  </a:lnTo>
                  <a:lnTo>
                    <a:pt x="155460" y="710184"/>
                  </a:lnTo>
                  <a:lnTo>
                    <a:pt x="158508" y="711708"/>
                  </a:lnTo>
                  <a:lnTo>
                    <a:pt x="160032" y="714756"/>
                  </a:lnTo>
                  <a:lnTo>
                    <a:pt x="160032" y="720852"/>
                  </a:lnTo>
                  <a:lnTo>
                    <a:pt x="164604" y="720852"/>
                  </a:lnTo>
                  <a:lnTo>
                    <a:pt x="164604" y="659892"/>
                  </a:lnTo>
                  <a:close/>
                </a:path>
                <a:path extrusionOk="0" h="875029" w="218439">
                  <a:moveTo>
                    <a:pt x="164604" y="365760"/>
                  </a:moveTo>
                  <a:lnTo>
                    <a:pt x="160032" y="365760"/>
                  </a:lnTo>
                  <a:lnTo>
                    <a:pt x="160032" y="371856"/>
                  </a:lnTo>
                  <a:lnTo>
                    <a:pt x="158508" y="374904"/>
                  </a:lnTo>
                  <a:lnTo>
                    <a:pt x="155460" y="376428"/>
                  </a:lnTo>
                  <a:lnTo>
                    <a:pt x="153936" y="377952"/>
                  </a:lnTo>
                  <a:lnTo>
                    <a:pt x="147840" y="379476"/>
                  </a:lnTo>
                  <a:lnTo>
                    <a:pt x="12" y="379476"/>
                  </a:lnTo>
                  <a:lnTo>
                    <a:pt x="12" y="426720"/>
                  </a:lnTo>
                  <a:lnTo>
                    <a:pt x="4584" y="426720"/>
                  </a:lnTo>
                  <a:lnTo>
                    <a:pt x="4584" y="422148"/>
                  </a:lnTo>
                  <a:lnTo>
                    <a:pt x="6108" y="417576"/>
                  </a:lnTo>
                  <a:lnTo>
                    <a:pt x="9156" y="416052"/>
                  </a:lnTo>
                  <a:lnTo>
                    <a:pt x="10680" y="414528"/>
                  </a:lnTo>
                  <a:lnTo>
                    <a:pt x="16776" y="413004"/>
                  </a:lnTo>
                  <a:lnTo>
                    <a:pt x="147840" y="413004"/>
                  </a:lnTo>
                  <a:lnTo>
                    <a:pt x="153936" y="414528"/>
                  </a:lnTo>
                  <a:lnTo>
                    <a:pt x="155460" y="416052"/>
                  </a:lnTo>
                  <a:lnTo>
                    <a:pt x="158508" y="417576"/>
                  </a:lnTo>
                  <a:lnTo>
                    <a:pt x="160032" y="422148"/>
                  </a:lnTo>
                  <a:lnTo>
                    <a:pt x="160032" y="426720"/>
                  </a:lnTo>
                  <a:lnTo>
                    <a:pt x="164604" y="426720"/>
                  </a:lnTo>
                  <a:lnTo>
                    <a:pt x="164604" y="365760"/>
                  </a:lnTo>
                  <a:close/>
                </a:path>
                <a:path extrusionOk="0" h="875029" w="218439">
                  <a:moveTo>
                    <a:pt x="167640" y="51816"/>
                  </a:moveTo>
                  <a:lnTo>
                    <a:pt x="166484" y="39814"/>
                  </a:lnTo>
                  <a:lnTo>
                    <a:pt x="166420" y="39624"/>
                  </a:lnTo>
                  <a:lnTo>
                    <a:pt x="164909" y="35077"/>
                  </a:lnTo>
                  <a:lnTo>
                    <a:pt x="162877" y="28956"/>
                  </a:lnTo>
                  <a:lnTo>
                    <a:pt x="160020" y="24460"/>
                  </a:lnTo>
                  <a:lnTo>
                    <a:pt x="160020" y="48768"/>
                  </a:lnTo>
                  <a:lnTo>
                    <a:pt x="160020" y="56388"/>
                  </a:lnTo>
                  <a:lnTo>
                    <a:pt x="158496" y="59436"/>
                  </a:lnTo>
                  <a:lnTo>
                    <a:pt x="152400" y="65532"/>
                  </a:lnTo>
                  <a:lnTo>
                    <a:pt x="147828" y="67056"/>
                  </a:lnTo>
                  <a:lnTo>
                    <a:pt x="143256" y="67056"/>
                  </a:lnTo>
                  <a:lnTo>
                    <a:pt x="135636" y="68580"/>
                  </a:lnTo>
                  <a:lnTo>
                    <a:pt x="126492" y="70104"/>
                  </a:lnTo>
                  <a:lnTo>
                    <a:pt x="118872" y="70104"/>
                  </a:lnTo>
                  <a:lnTo>
                    <a:pt x="107137" y="69875"/>
                  </a:lnTo>
                  <a:lnTo>
                    <a:pt x="88226" y="68821"/>
                  </a:lnTo>
                  <a:lnTo>
                    <a:pt x="80772" y="68580"/>
                  </a:lnTo>
                  <a:lnTo>
                    <a:pt x="71628" y="67056"/>
                  </a:lnTo>
                  <a:lnTo>
                    <a:pt x="65532" y="65532"/>
                  </a:lnTo>
                  <a:lnTo>
                    <a:pt x="59436" y="59436"/>
                  </a:lnTo>
                  <a:lnTo>
                    <a:pt x="57912" y="56388"/>
                  </a:lnTo>
                  <a:lnTo>
                    <a:pt x="57912" y="48768"/>
                  </a:lnTo>
                  <a:lnTo>
                    <a:pt x="89636" y="35077"/>
                  </a:lnTo>
                  <a:lnTo>
                    <a:pt x="115023" y="35077"/>
                  </a:lnTo>
                  <a:lnTo>
                    <a:pt x="153924" y="39624"/>
                  </a:lnTo>
                  <a:lnTo>
                    <a:pt x="160020" y="48768"/>
                  </a:lnTo>
                  <a:lnTo>
                    <a:pt x="160020" y="24460"/>
                  </a:lnTo>
                  <a:lnTo>
                    <a:pt x="120611" y="596"/>
                  </a:lnTo>
                  <a:lnTo>
                    <a:pt x="109728" y="0"/>
                  </a:lnTo>
                  <a:lnTo>
                    <a:pt x="101117" y="317"/>
                  </a:lnTo>
                  <a:lnTo>
                    <a:pt x="61899" y="18961"/>
                  </a:lnTo>
                  <a:lnTo>
                    <a:pt x="50292" y="51816"/>
                  </a:lnTo>
                  <a:lnTo>
                    <a:pt x="51435" y="63563"/>
                  </a:lnTo>
                  <a:lnTo>
                    <a:pt x="51523" y="63804"/>
                  </a:lnTo>
                  <a:lnTo>
                    <a:pt x="54864" y="73723"/>
                  </a:lnTo>
                  <a:lnTo>
                    <a:pt x="86868" y="100965"/>
                  </a:lnTo>
                  <a:lnTo>
                    <a:pt x="109728" y="105156"/>
                  </a:lnTo>
                  <a:lnTo>
                    <a:pt x="120853" y="104305"/>
                  </a:lnTo>
                  <a:lnTo>
                    <a:pt x="157353" y="83756"/>
                  </a:lnTo>
                  <a:lnTo>
                    <a:pt x="164477" y="70104"/>
                  </a:lnTo>
                  <a:lnTo>
                    <a:pt x="164553" y="69875"/>
                  </a:lnTo>
                  <a:lnTo>
                    <a:pt x="166497" y="63804"/>
                  </a:lnTo>
                  <a:lnTo>
                    <a:pt x="166522" y="63563"/>
                  </a:lnTo>
                  <a:lnTo>
                    <a:pt x="167640" y="51816"/>
                  </a:lnTo>
                  <a:close/>
                </a:path>
                <a:path extrusionOk="0" h="875029" w="218439">
                  <a:moveTo>
                    <a:pt x="167652" y="565404"/>
                  </a:moveTo>
                  <a:lnTo>
                    <a:pt x="167525" y="563880"/>
                  </a:lnTo>
                  <a:lnTo>
                    <a:pt x="167093" y="558571"/>
                  </a:lnTo>
                  <a:lnTo>
                    <a:pt x="165557" y="551878"/>
                  </a:lnTo>
                  <a:lnTo>
                    <a:pt x="132600" y="519684"/>
                  </a:lnTo>
                  <a:lnTo>
                    <a:pt x="129552" y="524256"/>
                  </a:lnTo>
                  <a:lnTo>
                    <a:pt x="137172" y="528828"/>
                  </a:lnTo>
                  <a:lnTo>
                    <a:pt x="141744" y="533400"/>
                  </a:lnTo>
                  <a:lnTo>
                    <a:pt x="143268" y="536448"/>
                  </a:lnTo>
                  <a:lnTo>
                    <a:pt x="146316" y="541020"/>
                  </a:lnTo>
                  <a:lnTo>
                    <a:pt x="147789" y="545477"/>
                  </a:lnTo>
                  <a:lnTo>
                    <a:pt x="123647" y="578929"/>
                  </a:lnTo>
                  <a:lnTo>
                    <a:pt x="105168" y="582168"/>
                  </a:lnTo>
                  <a:lnTo>
                    <a:pt x="105168" y="550164"/>
                  </a:lnTo>
                  <a:lnTo>
                    <a:pt x="105168" y="519684"/>
                  </a:lnTo>
                  <a:lnTo>
                    <a:pt x="97548" y="520700"/>
                  </a:lnTo>
                  <a:lnTo>
                    <a:pt x="97548" y="550164"/>
                  </a:lnTo>
                  <a:lnTo>
                    <a:pt x="97548" y="582168"/>
                  </a:lnTo>
                  <a:lnTo>
                    <a:pt x="92976" y="582168"/>
                  </a:lnTo>
                  <a:lnTo>
                    <a:pt x="84378" y="581863"/>
                  </a:lnTo>
                  <a:lnTo>
                    <a:pt x="57924" y="569976"/>
                  </a:lnTo>
                  <a:lnTo>
                    <a:pt x="57924" y="560832"/>
                  </a:lnTo>
                  <a:lnTo>
                    <a:pt x="65544" y="553212"/>
                  </a:lnTo>
                  <a:lnTo>
                    <a:pt x="71640" y="553212"/>
                  </a:lnTo>
                  <a:lnTo>
                    <a:pt x="75895" y="552094"/>
                  </a:lnTo>
                  <a:lnTo>
                    <a:pt x="81737" y="551116"/>
                  </a:lnTo>
                  <a:lnTo>
                    <a:pt x="88988" y="550430"/>
                  </a:lnTo>
                  <a:lnTo>
                    <a:pt x="97548" y="550164"/>
                  </a:lnTo>
                  <a:lnTo>
                    <a:pt x="97548" y="520700"/>
                  </a:lnTo>
                  <a:lnTo>
                    <a:pt x="58013" y="540308"/>
                  </a:lnTo>
                  <a:lnTo>
                    <a:pt x="50304" y="563880"/>
                  </a:lnTo>
                  <a:lnTo>
                    <a:pt x="51422" y="573646"/>
                  </a:lnTo>
                  <a:lnTo>
                    <a:pt x="75895" y="605815"/>
                  </a:lnTo>
                  <a:lnTo>
                    <a:pt x="111264" y="614172"/>
                  </a:lnTo>
                  <a:lnTo>
                    <a:pt x="122135" y="613587"/>
                  </a:lnTo>
                  <a:lnTo>
                    <a:pt x="157365" y="596696"/>
                  </a:lnTo>
                  <a:lnTo>
                    <a:pt x="164934" y="582168"/>
                  </a:lnTo>
                  <a:lnTo>
                    <a:pt x="165036" y="581863"/>
                  </a:lnTo>
                  <a:lnTo>
                    <a:pt x="166509" y="577367"/>
                  </a:lnTo>
                  <a:lnTo>
                    <a:pt x="166624" y="576072"/>
                  </a:lnTo>
                  <a:lnTo>
                    <a:pt x="166725" y="575106"/>
                  </a:lnTo>
                  <a:lnTo>
                    <a:pt x="167652" y="565404"/>
                  </a:lnTo>
                  <a:close/>
                </a:path>
                <a:path extrusionOk="0" h="875029" w="218439">
                  <a:moveTo>
                    <a:pt x="167652" y="268224"/>
                  </a:moveTo>
                  <a:lnTo>
                    <a:pt x="166128" y="263652"/>
                  </a:lnTo>
                  <a:lnTo>
                    <a:pt x="160032" y="254508"/>
                  </a:lnTo>
                  <a:lnTo>
                    <a:pt x="155460" y="249936"/>
                  </a:lnTo>
                  <a:lnTo>
                    <a:pt x="149364" y="246888"/>
                  </a:lnTo>
                  <a:lnTo>
                    <a:pt x="147840" y="249936"/>
                  </a:lnTo>
                  <a:lnTo>
                    <a:pt x="150888" y="252984"/>
                  </a:lnTo>
                  <a:lnTo>
                    <a:pt x="150888" y="257556"/>
                  </a:lnTo>
                  <a:lnTo>
                    <a:pt x="149364" y="257556"/>
                  </a:lnTo>
                  <a:lnTo>
                    <a:pt x="149364" y="259080"/>
                  </a:lnTo>
                  <a:lnTo>
                    <a:pt x="147840" y="259080"/>
                  </a:lnTo>
                  <a:lnTo>
                    <a:pt x="147840" y="304800"/>
                  </a:lnTo>
                  <a:lnTo>
                    <a:pt x="147840" y="313944"/>
                  </a:lnTo>
                  <a:lnTo>
                    <a:pt x="146316" y="316992"/>
                  </a:lnTo>
                  <a:lnTo>
                    <a:pt x="141744" y="321564"/>
                  </a:lnTo>
                  <a:lnTo>
                    <a:pt x="138696" y="323088"/>
                  </a:lnTo>
                  <a:lnTo>
                    <a:pt x="131076" y="323088"/>
                  </a:lnTo>
                  <a:lnTo>
                    <a:pt x="126504" y="321564"/>
                  </a:lnTo>
                  <a:lnTo>
                    <a:pt x="121932" y="316992"/>
                  </a:lnTo>
                  <a:lnTo>
                    <a:pt x="117360" y="313016"/>
                  </a:lnTo>
                  <a:lnTo>
                    <a:pt x="112788" y="308038"/>
                  </a:lnTo>
                  <a:lnTo>
                    <a:pt x="108216" y="302209"/>
                  </a:lnTo>
                  <a:lnTo>
                    <a:pt x="103644" y="295656"/>
                  </a:lnTo>
                  <a:lnTo>
                    <a:pt x="141744" y="295656"/>
                  </a:lnTo>
                  <a:lnTo>
                    <a:pt x="146316" y="300228"/>
                  </a:lnTo>
                  <a:lnTo>
                    <a:pt x="147840" y="304800"/>
                  </a:lnTo>
                  <a:lnTo>
                    <a:pt x="147840" y="259080"/>
                  </a:lnTo>
                  <a:lnTo>
                    <a:pt x="146316" y="259080"/>
                  </a:lnTo>
                  <a:lnTo>
                    <a:pt x="143268" y="260604"/>
                  </a:lnTo>
                  <a:lnTo>
                    <a:pt x="74688" y="260604"/>
                  </a:lnTo>
                  <a:lnTo>
                    <a:pt x="71640" y="262128"/>
                  </a:lnTo>
                  <a:lnTo>
                    <a:pt x="65544" y="263652"/>
                  </a:lnTo>
                  <a:lnTo>
                    <a:pt x="60972" y="268224"/>
                  </a:lnTo>
                  <a:lnTo>
                    <a:pt x="51828" y="280416"/>
                  </a:lnTo>
                  <a:lnTo>
                    <a:pt x="50304" y="288036"/>
                  </a:lnTo>
                  <a:lnTo>
                    <a:pt x="50368" y="300228"/>
                  </a:lnTo>
                  <a:lnTo>
                    <a:pt x="50444" y="302209"/>
                  </a:lnTo>
                  <a:lnTo>
                    <a:pt x="50558" y="304800"/>
                  </a:lnTo>
                  <a:lnTo>
                    <a:pt x="50584" y="305549"/>
                  </a:lnTo>
                  <a:lnTo>
                    <a:pt x="50685" y="306324"/>
                  </a:lnTo>
                  <a:lnTo>
                    <a:pt x="51447" y="312229"/>
                  </a:lnTo>
                  <a:lnTo>
                    <a:pt x="52844" y="318516"/>
                  </a:lnTo>
                  <a:lnTo>
                    <a:pt x="57924" y="333756"/>
                  </a:lnTo>
                  <a:lnTo>
                    <a:pt x="60972" y="339852"/>
                  </a:lnTo>
                  <a:lnTo>
                    <a:pt x="67068" y="344424"/>
                  </a:lnTo>
                  <a:lnTo>
                    <a:pt x="71640" y="348996"/>
                  </a:lnTo>
                  <a:lnTo>
                    <a:pt x="77736" y="352044"/>
                  </a:lnTo>
                  <a:lnTo>
                    <a:pt x="88404" y="352044"/>
                  </a:lnTo>
                  <a:lnTo>
                    <a:pt x="97548" y="342900"/>
                  </a:lnTo>
                  <a:lnTo>
                    <a:pt x="99072" y="338328"/>
                  </a:lnTo>
                  <a:lnTo>
                    <a:pt x="99072" y="329184"/>
                  </a:lnTo>
                  <a:lnTo>
                    <a:pt x="98056" y="326136"/>
                  </a:lnTo>
                  <a:lnTo>
                    <a:pt x="97548" y="324612"/>
                  </a:lnTo>
                  <a:lnTo>
                    <a:pt x="91452" y="318516"/>
                  </a:lnTo>
                  <a:lnTo>
                    <a:pt x="88404" y="316992"/>
                  </a:lnTo>
                  <a:lnTo>
                    <a:pt x="80784" y="316992"/>
                  </a:lnTo>
                  <a:lnTo>
                    <a:pt x="77736" y="318516"/>
                  </a:lnTo>
                  <a:lnTo>
                    <a:pt x="73164" y="321564"/>
                  </a:lnTo>
                  <a:lnTo>
                    <a:pt x="71640" y="324612"/>
                  </a:lnTo>
                  <a:lnTo>
                    <a:pt x="68592" y="326136"/>
                  </a:lnTo>
                  <a:lnTo>
                    <a:pt x="65544" y="326136"/>
                  </a:lnTo>
                  <a:lnTo>
                    <a:pt x="62496" y="324612"/>
                  </a:lnTo>
                  <a:lnTo>
                    <a:pt x="60972" y="323088"/>
                  </a:lnTo>
                  <a:lnTo>
                    <a:pt x="59448" y="318516"/>
                  </a:lnTo>
                  <a:lnTo>
                    <a:pt x="57924" y="315468"/>
                  </a:lnTo>
                  <a:lnTo>
                    <a:pt x="57924" y="306324"/>
                  </a:lnTo>
                  <a:lnTo>
                    <a:pt x="59448" y="303276"/>
                  </a:lnTo>
                  <a:lnTo>
                    <a:pt x="60972" y="301752"/>
                  </a:lnTo>
                  <a:lnTo>
                    <a:pt x="62496" y="298704"/>
                  </a:lnTo>
                  <a:lnTo>
                    <a:pt x="64020" y="297180"/>
                  </a:lnTo>
                  <a:lnTo>
                    <a:pt x="67068" y="295656"/>
                  </a:lnTo>
                  <a:lnTo>
                    <a:pt x="96024" y="295656"/>
                  </a:lnTo>
                  <a:lnTo>
                    <a:pt x="104368" y="312229"/>
                  </a:lnTo>
                  <a:lnTo>
                    <a:pt x="111455" y="325564"/>
                  </a:lnTo>
                  <a:lnTo>
                    <a:pt x="139738" y="354266"/>
                  </a:lnTo>
                  <a:lnTo>
                    <a:pt x="146316" y="355092"/>
                  </a:lnTo>
                  <a:lnTo>
                    <a:pt x="152412" y="355092"/>
                  </a:lnTo>
                  <a:lnTo>
                    <a:pt x="156984" y="352044"/>
                  </a:lnTo>
                  <a:lnTo>
                    <a:pt x="161556" y="347472"/>
                  </a:lnTo>
                  <a:lnTo>
                    <a:pt x="166128" y="344424"/>
                  </a:lnTo>
                  <a:lnTo>
                    <a:pt x="167652" y="338328"/>
                  </a:lnTo>
                  <a:lnTo>
                    <a:pt x="167652" y="332232"/>
                  </a:lnTo>
                  <a:lnTo>
                    <a:pt x="166509" y="323951"/>
                  </a:lnTo>
                  <a:lnTo>
                    <a:pt x="166166" y="323088"/>
                  </a:lnTo>
                  <a:lnTo>
                    <a:pt x="163080" y="315087"/>
                  </a:lnTo>
                  <a:lnTo>
                    <a:pt x="157759" y="306324"/>
                  </a:lnTo>
                  <a:lnTo>
                    <a:pt x="157264" y="305549"/>
                  </a:lnTo>
                  <a:lnTo>
                    <a:pt x="149364" y="295656"/>
                  </a:lnTo>
                  <a:lnTo>
                    <a:pt x="155460" y="294132"/>
                  </a:lnTo>
                  <a:lnTo>
                    <a:pt x="160032" y="292608"/>
                  </a:lnTo>
                  <a:lnTo>
                    <a:pt x="163080" y="288036"/>
                  </a:lnTo>
                  <a:lnTo>
                    <a:pt x="166128" y="284988"/>
                  </a:lnTo>
                  <a:lnTo>
                    <a:pt x="167652" y="280416"/>
                  </a:lnTo>
                  <a:lnTo>
                    <a:pt x="167652" y="268224"/>
                  </a:lnTo>
                  <a:close/>
                </a:path>
                <a:path extrusionOk="0" h="875029" w="218439">
                  <a:moveTo>
                    <a:pt x="217944" y="202692"/>
                  </a:moveTo>
                  <a:lnTo>
                    <a:pt x="186575" y="179832"/>
                  </a:lnTo>
                  <a:lnTo>
                    <a:pt x="94564" y="143256"/>
                  </a:lnTo>
                  <a:lnTo>
                    <a:pt x="86880" y="140208"/>
                  </a:lnTo>
                  <a:lnTo>
                    <a:pt x="70116" y="132969"/>
                  </a:lnTo>
                  <a:lnTo>
                    <a:pt x="65011" y="130352"/>
                  </a:lnTo>
                  <a:lnTo>
                    <a:pt x="62496" y="128016"/>
                  </a:lnTo>
                  <a:lnTo>
                    <a:pt x="59448" y="126492"/>
                  </a:lnTo>
                  <a:lnTo>
                    <a:pt x="57924" y="123444"/>
                  </a:lnTo>
                  <a:lnTo>
                    <a:pt x="57924" y="118872"/>
                  </a:lnTo>
                  <a:lnTo>
                    <a:pt x="53352" y="118872"/>
                  </a:lnTo>
                  <a:lnTo>
                    <a:pt x="53352" y="156972"/>
                  </a:lnTo>
                  <a:lnTo>
                    <a:pt x="57924" y="156972"/>
                  </a:lnTo>
                  <a:lnTo>
                    <a:pt x="57924" y="150876"/>
                  </a:lnTo>
                  <a:lnTo>
                    <a:pt x="59448" y="147828"/>
                  </a:lnTo>
                  <a:lnTo>
                    <a:pt x="64020" y="143256"/>
                  </a:lnTo>
                  <a:lnTo>
                    <a:pt x="67068" y="143256"/>
                  </a:lnTo>
                  <a:lnTo>
                    <a:pt x="71323" y="143598"/>
                  </a:lnTo>
                  <a:lnTo>
                    <a:pt x="77165" y="144780"/>
                  </a:lnTo>
                  <a:lnTo>
                    <a:pt x="84416" y="147116"/>
                  </a:lnTo>
                  <a:lnTo>
                    <a:pt x="92976" y="150876"/>
                  </a:lnTo>
                  <a:lnTo>
                    <a:pt x="124980" y="163068"/>
                  </a:lnTo>
                  <a:lnTo>
                    <a:pt x="82308" y="182880"/>
                  </a:lnTo>
                  <a:lnTo>
                    <a:pt x="73202" y="187439"/>
                  </a:lnTo>
                  <a:lnTo>
                    <a:pt x="67068" y="188976"/>
                  </a:lnTo>
                  <a:lnTo>
                    <a:pt x="62496" y="188976"/>
                  </a:lnTo>
                  <a:lnTo>
                    <a:pt x="59448" y="185928"/>
                  </a:lnTo>
                  <a:lnTo>
                    <a:pt x="59448" y="184404"/>
                  </a:lnTo>
                  <a:lnTo>
                    <a:pt x="57924" y="181356"/>
                  </a:lnTo>
                  <a:lnTo>
                    <a:pt x="57924" y="178308"/>
                  </a:lnTo>
                  <a:lnTo>
                    <a:pt x="53352" y="178308"/>
                  </a:lnTo>
                  <a:lnTo>
                    <a:pt x="53352" y="239268"/>
                  </a:lnTo>
                  <a:lnTo>
                    <a:pt x="57924" y="239268"/>
                  </a:lnTo>
                  <a:lnTo>
                    <a:pt x="59448" y="234696"/>
                  </a:lnTo>
                  <a:lnTo>
                    <a:pt x="60972" y="231648"/>
                  </a:lnTo>
                  <a:lnTo>
                    <a:pt x="64020" y="230124"/>
                  </a:lnTo>
                  <a:lnTo>
                    <a:pt x="67157" y="227584"/>
                  </a:lnTo>
                  <a:lnTo>
                    <a:pt x="72021" y="224599"/>
                  </a:lnTo>
                  <a:lnTo>
                    <a:pt x="78587" y="221348"/>
                  </a:lnTo>
                  <a:lnTo>
                    <a:pt x="86880" y="217932"/>
                  </a:lnTo>
                  <a:lnTo>
                    <a:pt x="148259" y="188976"/>
                  </a:lnTo>
                  <a:lnTo>
                    <a:pt x="167652" y="179832"/>
                  </a:lnTo>
                  <a:lnTo>
                    <a:pt x="178320" y="184404"/>
                  </a:lnTo>
                  <a:lnTo>
                    <a:pt x="190512" y="188976"/>
                  </a:lnTo>
                  <a:lnTo>
                    <a:pt x="198132" y="192024"/>
                  </a:lnTo>
                  <a:lnTo>
                    <a:pt x="201180" y="195072"/>
                  </a:lnTo>
                  <a:lnTo>
                    <a:pt x="202704" y="198120"/>
                  </a:lnTo>
                  <a:lnTo>
                    <a:pt x="204228" y="199644"/>
                  </a:lnTo>
                  <a:lnTo>
                    <a:pt x="204228" y="204216"/>
                  </a:lnTo>
                  <a:lnTo>
                    <a:pt x="202704" y="205740"/>
                  </a:lnTo>
                  <a:lnTo>
                    <a:pt x="192036" y="205740"/>
                  </a:lnTo>
                  <a:lnTo>
                    <a:pt x="188988" y="207264"/>
                  </a:lnTo>
                  <a:lnTo>
                    <a:pt x="184416" y="211836"/>
                  </a:lnTo>
                  <a:lnTo>
                    <a:pt x="182892" y="214884"/>
                  </a:lnTo>
                  <a:lnTo>
                    <a:pt x="182892" y="224028"/>
                  </a:lnTo>
                  <a:lnTo>
                    <a:pt x="184416" y="227076"/>
                  </a:lnTo>
                  <a:lnTo>
                    <a:pt x="190512" y="233172"/>
                  </a:lnTo>
                  <a:lnTo>
                    <a:pt x="193560" y="234696"/>
                  </a:lnTo>
                  <a:lnTo>
                    <a:pt x="204228" y="234696"/>
                  </a:lnTo>
                  <a:lnTo>
                    <a:pt x="208800" y="233172"/>
                  </a:lnTo>
                  <a:lnTo>
                    <a:pt x="211848" y="228600"/>
                  </a:lnTo>
                  <a:lnTo>
                    <a:pt x="216420" y="224028"/>
                  </a:lnTo>
                  <a:lnTo>
                    <a:pt x="217944" y="217932"/>
                  </a:lnTo>
                  <a:lnTo>
                    <a:pt x="217944" y="2026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730" name="Google Shape;4730;p77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3546348" y="8368283"/>
              <a:ext cx="155448" cy="2072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731" name="Google Shape;4731;p77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531108" y="7150607"/>
            <a:ext cx="170688" cy="1147572"/>
          </a:xfrm>
          <a:prstGeom prst="rect">
            <a:avLst/>
          </a:prstGeom>
          <a:noFill/>
          <a:ln>
            <a:noFill/>
          </a:ln>
        </p:spPr>
      </p:pic>
      <p:sp>
        <p:nvSpPr>
          <p:cNvPr id="4732" name="Google Shape;4732;p77"/>
          <p:cNvSpPr/>
          <p:nvPr/>
        </p:nvSpPr>
        <p:spPr>
          <a:xfrm>
            <a:off x="3526523" y="6444996"/>
            <a:ext cx="175895" cy="622300"/>
          </a:xfrm>
          <a:custGeom>
            <a:rect b="b" l="l" r="r" t="t"/>
            <a:pathLst>
              <a:path extrusionOk="0" h="622300" w="175895">
                <a:moveTo>
                  <a:pt x="172212" y="345948"/>
                </a:moveTo>
                <a:lnTo>
                  <a:pt x="169164" y="345948"/>
                </a:lnTo>
                <a:lnTo>
                  <a:pt x="169164" y="355092"/>
                </a:lnTo>
                <a:lnTo>
                  <a:pt x="163068" y="361188"/>
                </a:lnTo>
                <a:lnTo>
                  <a:pt x="160020" y="361188"/>
                </a:lnTo>
                <a:lnTo>
                  <a:pt x="155448" y="362712"/>
                </a:lnTo>
                <a:lnTo>
                  <a:pt x="98755" y="362737"/>
                </a:lnTo>
                <a:lnTo>
                  <a:pt x="62484" y="374904"/>
                </a:lnTo>
                <a:lnTo>
                  <a:pt x="57912" y="385572"/>
                </a:lnTo>
                <a:lnTo>
                  <a:pt x="57912" y="397764"/>
                </a:lnTo>
                <a:lnTo>
                  <a:pt x="82296" y="429768"/>
                </a:lnTo>
                <a:lnTo>
                  <a:pt x="0" y="429768"/>
                </a:lnTo>
                <a:lnTo>
                  <a:pt x="0" y="434340"/>
                </a:lnTo>
                <a:lnTo>
                  <a:pt x="13716" y="467868"/>
                </a:lnTo>
                <a:lnTo>
                  <a:pt x="16764" y="466344"/>
                </a:lnTo>
                <a:lnTo>
                  <a:pt x="15240" y="461772"/>
                </a:lnTo>
                <a:lnTo>
                  <a:pt x="15240" y="454152"/>
                </a:lnTo>
                <a:lnTo>
                  <a:pt x="16764" y="452628"/>
                </a:lnTo>
                <a:lnTo>
                  <a:pt x="16764" y="451104"/>
                </a:lnTo>
                <a:lnTo>
                  <a:pt x="19812" y="451104"/>
                </a:lnTo>
                <a:lnTo>
                  <a:pt x="22860" y="449580"/>
                </a:lnTo>
                <a:lnTo>
                  <a:pt x="160020" y="449580"/>
                </a:lnTo>
                <a:lnTo>
                  <a:pt x="161544" y="451104"/>
                </a:lnTo>
                <a:lnTo>
                  <a:pt x="164592" y="451104"/>
                </a:lnTo>
                <a:lnTo>
                  <a:pt x="166116" y="452628"/>
                </a:lnTo>
                <a:lnTo>
                  <a:pt x="166116" y="454152"/>
                </a:lnTo>
                <a:lnTo>
                  <a:pt x="167640" y="457200"/>
                </a:lnTo>
                <a:lnTo>
                  <a:pt x="169164" y="461772"/>
                </a:lnTo>
                <a:lnTo>
                  <a:pt x="169164" y="466344"/>
                </a:lnTo>
                <a:lnTo>
                  <a:pt x="172212" y="466344"/>
                </a:lnTo>
                <a:lnTo>
                  <a:pt x="172212" y="413004"/>
                </a:lnTo>
                <a:lnTo>
                  <a:pt x="169164" y="413004"/>
                </a:lnTo>
                <a:lnTo>
                  <a:pt x="169164" y="422148"/>
                </a:lnTo>
                <a:lnTo>
                  <a:pt x="167640" y="423672"/>
                </a:lnTo>
                <a:lnTo>
                  <a:pt x="166116" y="426720"/>
                </a:lnTo>
                <a:lnTo>
                  <a:pt x="164592" y="428244"/>
                </a:lnTo>
                <a:lnTo>
                  <a:pt x="163068" y="428244"/>
                </a:lnTo>
                <a:lnTo>
                  <a:pt x="160020" y="429768"/>
                </a:lnTo>
                <a:lnTo>
                  <a:pt x="88392" y="429768"/>
                </a:lnTo>
                <a:lnTo>
                  <a:pt x="82296" y="423672"/>
                </a:lnTo>
                <a:lnTo>
                  <a:pt x="77724" y="417576"/>
                </a:lnTo>
                <a:lnTo>
                  <a:pt x="74676" y="408432"/>
                </a:lnTo>
                <a:lnTo>
                  <a:pt x="73152" y="405384"/>
                </a:lnTo>
                <a:lnTo>
                  <a:pt x="73152" y="396240"/>
                </a:lnTo>
                <a:lnTo>
                  <a:pt x="77724" y="387096"/>
                </a:lnTo>
                <a:lnTo>
                  <a:pt x="83820" y="384048"/>
                </a:lnTo>
                <a:lnTo>
                  <a:pt x="88392" y="382524"/>
                </a:lnTo>
                <a:lnTo>
                  <a:pt x="160020" y="382524"/>
                </a:lnTo>
                <a:lnTo>
                  <a:pt x="163068" y="384048"/>
                </a:lnTo>
                <a:lnTo>
                  <a:pt x="164592" y="384048"/>
                </a:lnTo>
                <a:lnTo>
                  <a:pt x="166116" y="387096"/>
                </a:lnTo>
                <a:lnTo>
                  <a:pt x="167640" y="388620"/>
                </a:lnTo>
                <a:lnTo>
                  <a:pt x="169164" y="391668"/>
                </a:lnTo>
                <a:lnTo>
                  <a:pt x="169164" y="399288"/>
                </a:lnTo>
                <a:lnTo>
                  <a:pt x="172212" y="399288"/>
                </a:lnTo>
                <a:lnTo>
                  <a:pt x="172212" y="345948"/>
                </a:lnTo>
                <a:close/>
              </a:path>
              <a:path extrusionOk="0" h="622300" w="175895">
                <a:moveTo>
                  <a:pt x="172212" y="68580"/>
                </a:moveTo>
                <a:lnTo>
                  <a:pt x="169164" y="68580"/>
                </a:lnTo>
                <a:lnTo>
                  <a:pt x="169164" y="77724"/>
                </a:lnTo>
                <a:lnTo>
                  <a:pt x="167640" y="79248"/>
                </a:lnTo>
                <a:lnTo>
                  <a:pt x="166116" y="82296"/>
                </a:lnTo>
                <a:lnTo>
                  <a:pt x="164592" y="82296"/>
                </a:lnTo>
                <a:lnTo>
                  <a:pt x="163068" y="83820"/>
                </a:lnTo>
                <a:lnTo>
                  <a:pt x="160020" y="85344"/>
                </a:lnTo>
                <a:lnTo>
                  <a:pt x="109728" y="85344"/>
                </a:lnTo>
                <a:lnTo>
                  <a:pt x="0" y="85344"/>
                </a:lnTo>
                <a:lnTo>
                  <a:pt x="0" y="89916"/>
                </a:lnTo>
                <a:lnTo>
                  <a:pt x="13716" y="121920"/>
                </a:lnTo>
                <a:lnTo>
                  <a:pt x="16764" y="120396"/>
                </a:lnTo>
                <a:lnTo>
                  <a:pt x="15240" y="117348"/>
                </a:lnTo>
                <a:lnTo>
                  <a:pt x="15240" y="109728"/>
                </a:lnTo>
                <a:lnTo>
                  <a:pt x="16764" y="108204"/>
                </a:lnTo>
                <a:lnTo>
                  <a:pt x="16764" y="106680"/>
                </a:lnTo>
                <a:lnTo>
                  <a:pt x="22860" y="106680"/>
                </a:lnTo>
                <a:lnTo>
                  <a:pt x="25908" y="105156"/>
                </a:lnTo>
                <a:lnTo>
                  <a:pt x="160020" y="105156"/>
                </a:lnTo>
                <a:lnTo>
                  <a:pt x="163068" y="106680"/>
                </a:lnTo>
                <a:lnTo>
                  <a:pt x="164592" y="108204"/>
                </a:lnTo>
                <a:lnTo>
                  <a:pt x="166116" y="108204"/>
                </a:lnTo>
                <a:lnTo>
                  <a:pt x="167640" y="109728"/>
                </a:lnTo>
                <a:lnTo>
                  <a:pt x="169164" y="112776"/>
                </a:lnTo>
                <a:lnTo>
                  <a:pt x="169164" y="121920"/>
                </a:lnTo>
                <a:lnTo>
                  <a:pt x="172212" y="121920"/>
                </a:lnTo>
                <a:lnTo>
                  <a:pt x="172212" y="105156"/>
                </a:lnTo>
                <a:lnTo>
                  <a:pt x="172212" y="68580"/>
                </a:lnTo>
                <a:close/>
              </a:path>
              <a:path extrusionOk="0" h="622300" w="175895">
                <a:moveTo>
                  <a:pt x="172212" y="0"/>
                </a:moveTo>
                <a:lnTo>
                  <a:pt x="166116" y="0"/>
                </a:lnTo>
                <a:lnTo>
                  <a:pt x="166116" y="7620"/>
                </a:lnTo>
                <a:lnTo>
                  <a:pt x="164592" y="9144"/>
                </a:lnTo>
                <a:lnTo>
                  <a:pt x="164592" y="12192"/>
                </a:lnTo>
                <a:lnTo>
                  <a:pt x="163068" y="15240"/>
                </a:lnTo>
                <a:lnTo>
                  <a:pt x="160020" y="19812"/>
                </a:lnTo>
                <a:lnTo>
                  <a:pt x="156972" y="21336"/>
                </a:lnTo>
                <a:lnTo>
                  <a:pt x="150876" y="27432"/>
                </a:lnTo>
                <a:lnTo>
                  <a:pt x="140208" y="35052"/>
                </a:lnTo>
                <a:lnTo>
                  <a:pt x="103632" y="65532"/>
                </a:lnTo>
                <a:lnTo>
                  <a:pt x="85496" y="44196"/>
                </a:lnTo>
                <a:lnTo>
                  <a:pt x="77724" y="35052"/>
                </a:lnTo>
                <a:lnTo>
                  <a:pt x="68580" y="25908"/>
                </a:lnTo>
                <a:lnTo>
                  <a:pt x="65532" y="16764"/>
                </a:lnTo>
                <a:lnTo>
                  <a:pt x="64008" y="10668"/>
                </a:lnTo>
                <a:lnTo>
                  <a:pt x="64008" y="4572"/>
                </a:lnTo>
                <a:lnTo>
                  <a:pt x="60960" y="4572"/>
                </a:lnTo>
                <a:lnTo>
                  <a:pt x="60960" y="51816"/>
                </a:lnTo>
                <a:lnTo>
                  <a:pt x="64008" y="51816"/>
                </a:lnTo>
                <a:lnTo>
                  <a:pt x="64008" y="48768"/>
                </a:lnTo>
                <a:lnTo>
                  <a:pt x="65532" y="47244"/>
                </a:lnTo>
                <a:lnTo>
                  <a:pt x="65532" y="45720"/>
                </a:lnTo>
                <a:lnTo>
                  <a:pt x="67056" y="44196"/>
                </a:lnTo>
                <a:lnTo>
                  <a:pt x="73152" y="44196"/>
                </a:lnTo>
                <a:lnTo>
                  <a:pt x="74676" y="45720"/>
                </a:lnTo>
                <a:lnTo>
                  <a:pt x="79248" y="48768"/>
                </a:lnTo>
                <a:lnTo>
                  <a:pt x="83820" y="54864"/>
                </a:lnTo>
                <a:lnTo>
                  <a:pt x="109728" y="85344"/>
                </a:lnTo>
                <a:lnTo>
                  <a:pt x="133667" y="65532"/>
                </a:lnTo>
                <a:lnTo>
                  <a:pt x="153924" y="48768"/>
                </a:lnTo>
                <a:lnTo>
                  <a:pt x="158496" y="45720"/>
                </a:lnTo>
                <a:lnTo>
                  <a:pt x="161544" y="44196"/>
                </a:lnTo>
                <a:lnTo>
                  <a:pt x="166116" y="44196"/>
                </a:lnTo>
                <a:lnTo>
                  <a:pt x="169164" y="47244"/>
                </a:lnTo>
                <a:lnTo>
                  <a:pt x="169164" y="51816"/>
                </a:lnTo>
                <a:lnTo>
                  <a:pt x="172212" y="51816"/>
                </a:lnTo>
                <a:lnTo>
                  <a:pt x="172212" y="44196"/>
                </a:lnTo>
                <a:lnTo>
                  <a:pt x="172212" y="0"/>
                </a:lnTo>
                <a:close/>
              </a:path>
              <a:path extrusionOk="0" h="622300" w="175895">
                <a:moveTo>
                  <a:pt x="175260" y="283464"/>
                </a:moveTo>
                <a:lnTo>
                  <a:pt x="155308" y="248488"/>
                </a:lnTo>
                <a:lnTo>
                  <a:pt x="132588" y="239268"/>
                </a:lnTo>
                <a:lnTo>
                  <a:pt x="129540" y="242316"/>
                </a:lnTo>
                <a:lnTo>
                  <a:pt x="140208" y="245364"/>
                </a:lnTo>
                <a:lnTo>
                  <a:pt x="146304" y="249936"/>
                </a:lnTo>
                <a:lnTo>
                  <a:pt x="149352" y="256032"/>
                </a:lnTo>
                <a:lnTo>
                  <a:pt x="153924" y="260604"/>
                </a:lnTo>
                <a:lnTo>
                  <a:pt x="153962" y="260756"/>
                </a:lnTo>
                <a:lnTo>
                  <a:pt x="155448" y="266700"/>
                </a:lnTo>
                <a:lnTo>
                  <a:pt x="155448" y="274320"/>
                </a:lnTo>
                <a:lnTo>
                  <a:pt x="133400" y="306882"/>
                </a:lnTo>
                <a:lnTo>
                  <a:pt x="102108" y="313944"/>
                </a:lnTo>
                <a:lnTo>
                  <a:pt x="102108" y="263652"/>
                </a:lnTo>
                <a:lnTo>
                  <a:pt x="102108" y="239268"/>
                </a:lnTo>
                <a:lnTo>
                  <a:pt x="94488" y="239928"/>
                </a:lnTo>
                <a:lnTo>
                  <a:pt x="94488" y="263652"/>
                </a:lnTo>
                <a:lnTo>
                  <a:pt x="94488" y="313944"/>
                </a:lnTo>
                <a:lnTo>
                  <a:pt x="85344" y="312420"/>
                </a:lnTo>
                <a:lnTo>
                  <a:pt x="77724" y="309372"/>
                </a:lnTo>
                <a:lnTo>
                  <a:pt x="68580" y="300228"/>
                </a:lnTo>
                <a:lnTo>
                  <a:pt x="65532" y="294132"/>
                </a:lnTo>
                <a:lnTo>
                  <a:pt x="65532" y="283464"/>
                </a:lnTo>
                <a:lnTo>
                  <a:pt x="68580" y="274320"/>
                </a:lnTo>
                <a:lnTo>
                  <a:pt x="74676" y="268224"/>
                </a:lnTo>
                <a:lnTo>
                  <a:pt x="79248" y="266700"/>
                </a:lnTo>
                <a:lnTo>
                  <a:pt x="82296" y="265176"/>
                </a:lnTo>
                <a:lnTo>
                  <a:pt x="86868" y="263652"/>
                </a:lnTo>
                <a:lnTo>
                  <a:pt x="94488" y="263652"/>
                </a:lnTo>
                <a:lnTo>
                  <a:pt x="94488" y="239928"/>
                </a:lnTo>
                <a:lnTo>
                  <a:pt x="61150" y="264985"/>
                </a:lnTo>
                <a:lnTo>
                  <a:pt x="61099" y="265176"/>
                </a:lnTo>
                <a:lnTo>
                  <a:pt x="58750" y="273113"/>
                </a:lnTo>
                <a:lnTo>
                  <a:pt x="58635" y="274320"/>
                </a:lnTo>
                <a:lnTo>
                  <a:pt x="58521" y="275513"/>
                </a:lnTo>
                <a:lnTo>
                  <a:pt x="57912" y="281940"/>
                </a:lnTo>
                <a:lnTo>
                  <a:pt x="73152" y="316992"/>
                </a:lnTo>
                <a:lnTo>
                  <a:pt x="117348" y="332232"/>
                </a:lnTo>
                <a:lnTo>
                  <a:pt x="130594" y="331355"/>
                </a:lnTo>
                <a:lnTo>
                  <a:pt x="130340" y="331355"/>
                </a:lnTo>
                <a:lnTo>
                  <a:pt x="141541" y="328803"/>
                </a:lnTo>
                <a:lnTo>
                  <a:pt x="171640" y="302704"/>
                </a:lnTo>
                <a:lnTo>
                  <a:pt x="174383" y="293446"/>
                </a:lnTo>
                <a:lnTo>
                  <a:pt x="175260" y="283464"/>
                </a:lnTo>
                <a:close/>
              </a:path>
              <a:path extrusionOk="0" h="622300" w="175895">
                <a:moveTo>
                  <a:pt x="175260" y="176784"/>
                </a:moveTo>
                <a:lnTo>
                  <a:pt x="156768" y="141541"/>
                </a:lnTo>
                <a:lnTo>
                  <a:pt x="129540" y="129540"/>
                </a:lnTo>
                <a:lnTo>
                  <a:pt x="128016" y="132588"/>
                </a:lnTo>
                <a:lnTo>
                  <a:pt x="138684" y="137160"/>
                </a:lnTo>
                <a:lnTo>
                  <a:pt x="144780" y="141732"/>
                </a:lnTo>
                <a:lnTo>
                  <a:pt x="147828" y="146304"/>
                </a:lnTo>
                <a:lnTo>
                  <a:pt x="152400" y="152400"/>
                </a:lnTo>
                <a:lnTo>
                  <a:pt x="155448" y="160020"/>
                </a:lnTo>
                <a:lnTo>
                  <a:pt x="155448" y="167640"/>
                </a:lnTo>
                <a:lnTo>
                  <a:pt x="154571" y="175336"/>
                </a:lnTo>
                <a:lnTo>
                  <a:pt x="123825" y="200406"/>
                </a:lnTo>
                <a:lnTo>
                  <a:pt x="105156" y="202692"/>
                </a:lnTo>
                <a:lnTo>
                  <a:pt x="96329" y="202120"/>
                </a:lnTo>
                <a:lnTo>
                  <a:pt x="65532" y="182880"/>
                </a:lnTo>
                <a:lnTo>
                  <a:pt x="65532" y="170688"/>
                </a:lnTo>
                <a:lnTo>
                  <a:pt x="67056" y="166116"/>
                </a:lnTo>
                <a:lnTo>
                  <a:pt x="68580" y="163068"/>
                </a:lnTo>
                <a:lnTo>
                  <a:pt x="74676" y="160020"/>
                </a:lnTo>
                <a:lnTo>
                  <a:pt x="80772" y="158496"/>
                </a:lnTo>
                <a:lnTo>
                  <a:pt x="85344" y="158496"/>
                </a:lnTo>
                <a:lnTo>
                  <a:pt x="88392" y="156972"/>
                </a:lnTo>
                <a:lnTo>
                  <a:pt x="89916" y="155448"/>
                </a:lnTo>
                <a:lnTo>
                  <a:pt x="92964" y="153924"/>
                </a:lnTo>
                <a:lnTo>
                  <a:pt x="94488" y="150876"/>
                </a:lnTo>
                <a:lnTo>
                  <a:pt x="94488" y="141732"/>
                </a:lnTo>
                <a:lnTo>
                  <a:pt x="92964" y="140208"/>
                </a:lnTo>
                <a:lnTo>
                  <a:pt x="91440" y="137160"/>
                </a:lnTo>
                <a:lnTo>
                  <a:pt x="89916" y="135636"/>
                </a:lnTo>
                <a:lnTo>
                  <a:pt x="86868" y="134112"/>
                </a:lnTo>
                <a:lnTo>
                  <a:pt x="77724" y="134112"/>
                </a:lnTo>
                <a:lnTo>
                  <a:pt x="57912" y="172212"/>
                </a:lnTo>
                <a:lnTo>
                  <a:pt x="59042" y="182219"/>
                </a:lnTo>
                <a:lnTo>
                  <a:pt x="83273" y="214795"/>
                </a:lnTo>
                <a:lnTo>
                  <a:pt x="117348" y="222504"/>
                </a:lnTo>
                <a:lnTo>
                  <a:pt x="129590" y="221653"/>
                </a:lnTo>
                <a:lnTo>
                  <a:pt x="166903" y="201650"/>
                </a:lnTo>
                <a:lnTo>
                  <a:pt x="174383" y="185648"/>
                </a:lnTo>
                <a:lnTo>
                  <a:pt x="175260" y="176784"/>
                </a:lnTo>
                <a:close/>
              </a:path>
              <a:path extrusionOk="0" h="622300" w="175895">
                <a:moveTo>
                  <a:pt x="175272" y="542544"/>
                </a:moveTo>
                <a:lnTo>
                  <a:pt x="164604" y="504444"/>
                </a:lnTo>
                <a:lnTo>
                  <a:pt x="134124" y="475488"/>
                </a:lnTo>
                <a:lnTo>
                  <a:pt x="132600" y="478536"/>
                </a:lnTo>
                <a:lnTo>
                  <a:pt x="141147" y="486257"/>
                </a:lnTo>
                <a:lnTo>
                  <a:pt x="148412" y="493395"/>
                </a:lnTo>
                <a:lnTo>
                  <a:pt x="164604" y="533400"/>
                </a:lnTo>
                <a:lnTo>
                  <a:pt x="164033" y="542264"/>
                </a:lnTo>
                <a:lnTo>
                  <a:pt x="144983" y="578358"/>
                </a:lnTo>
                <a:lnTo>
                  <a:pt x="102565" y="593813"/>
                </a:lnTo>
                <a:lnTo>
                  <a:pt x="91452" y="594360"/>
                </a:lnTo>
                <a:lnTo>
                  <a:pt x="79184" y="593813"/>
                </a:lnTo>
                <a:lnTo>
                  <a:pt x="38684" y="582790"/>
                </a:lnTo>
                <a:lnTo>
                  <a:pt x="14300" y="553021"/>
                </a:lnTo>
                <a:lnTo>
                  <a:pt x="12204" y="537972"/>
                </a:lnTo>
                <a:lnTo>
                  <a:pt x="12788" y="528243"/>
                </a:lnTo>
                <a:lnTo>
                  <a:pt x="38493" y="492061"/>
                </a:lnTo>
                <a:lnTo>
                  <a:pt x="60972" y="483108"/>
                </a:lnTo>
                <a:lnTo>
                  <a:pt x="60972" y="480060"/>
                </a:lnTo>
                <a:lnTo>
                  <a:pt x="4584" y="483108"/>
                </a:lnTo>
                <a:lnTo>
                  <a:pt x="4584" y="486156"/>
                </a:lnTo>
                <a:lnTo>
                  <a:pt x="10680" y="489204"/>
                </a:lnTo>
                <a:lnTo>
                  <a:pt x="13728" y="492252"/>
                </a:lnTo>
                <a:lnTo>
                  <a:pt x="13728" y="499872"/>
                </a:lnTo>
                <a:lnTo>
                  <a:pt x="12204" y="502920"/>
                </a:lnTo>
                <a:lnTo>
                  <a:pt x="9080" y="512051"/>
                </a:lnTo>
                <a:lnTo>
                  <a:pt x="6680" y="521017"/>
                </a:lnTo>
                <a:lnTo>
                  <a:pt x="5130" y="529717"/>
                </a:lnTo>
                <a:lnTo>
                  <a:pt x="4584" y="537972"/>
                </a:lnTo>
                <a:lnTo>
                  <a:pt x="5168" y="549363"/>
                </a:lnTo>
                <a:lnTo>
                  <a:pt x="21539" y="589483"/>
                </a:lnTo>
                <a:lnTo>
                  <a:pt x="57823" y="616013"/>
                </a:lnTo>
                <a:lnTo>
                  <a:pt x="92976" y="621792"/>
                </a:lnTo>
                <a:lnTo>
                  <a:pt x="107276" y="620674"/>
                </a:lnTo>
                <a:lnTo>
                  <a:pt x="144792" y="605028"/>
                </a:lnTo>
                <a:lnTo>
                  <a:pt x="173291" y="561746"/>
                </a:lnTo>
                <a:lnTo>
                  <a:pt x="175272" y="5425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33" name="Google Shape;4733;p77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550920" y="6198107"/>
            <a:ext cx="150876" cy="184404"/>
          </a:xfrm>
          <a:prstGeom prst="rect">
            <a:avLst/>
          </a:prstGeom>
          <a:noFill/>
          <a:ln>
            <a:noFill/>
          </a:ln>
        </p:spPr>
      </p:pic>
      <p:pic>
        <p:nvPicPr>
          <p:cNvPr id="4734" name="Google Shape;4734;p77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584447" y="5823203"/>
            <a:ext cx="117348" cy="2941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35" name="Google Shape;4735;p77"/>
          <p:cNvGrpSpPr/>
          <p:nvPr/>
        </p:nvGrpSpPr>
        <p:grpSpPr>
          <a:xfrm>
            <a:off x="3526535" y="5245607"/>
            <a:ext cx="175260" cy="498348"/>
            <a:chOff x="3526535" y="5245607"/>
            <a:chExt cx="175260" cy="498348"/>
          </a:xfrm>
        </p:grpSpPr>
        <p:pic>
          <p:nvPicPr>
            <p:cNvPr id="4736" name="Google Shape;4736;p77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526535" y="5577839"/>
              <a:ext cx="172212" cy="1661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37" name="Google Shape;4737;p77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3526535" y="5245607"/>
              <a:ext cx="175260" cy="29565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738" name="Google Shape;4738;p77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3526535" y="4532376"/>
            <a:ext cx="225516" cy="638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39" name="Google Shape;4739;p77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3526535" y="3560064"/>
            <a:ext cx="175260" cy="9052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40" name="Google Shape;4740;p77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3526535" y="2584704"/>
            <a:ext cx="225552" cy="899159"/>
          </a:xfrm>
          <a:prstGeom prst="rect">
            <a:avLst/>
          </a:prstGeom>
          <a:noFill/>
          <a:ln>
            <a:noFill/>
          </a:ln>
        </p:spPr>
      </p:pic>
      <p:pic>
        <p:nvPicPr>
          <p:cNvPr id="4741" name="Google Shape;4741;p77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3997452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742" name="Google Shape;4742;p77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3991355" y="7051547"/>
            <a:ext cx="220980" cy="2418587"/>
          </a:xfrm>
          <a:prstGeom prst="rect">
            <a:avLst/>
          </a:prstGeom>
          <a:noFill/>
          <a:ln>
            <a:noFill/>
          </a:ln>
        </p:spPr>
      </p:pic>
      <p:pic>
        <p:nvPicPr>
          <p:cNvPr id="4743" name="Google Shape;4743;p77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3986784" y="6691883"/>
            <a:ext cx="175260" cy="295655"/>
          </a:xfrm>
          <a:prstGeom prst="rect">
            <a:avLst/>
          </a:prstGeom>
          <a:noFill/>
          <a:ln>
            <a:noFill/>
          </a:ln>
        </p:spPr>
      </p:pic>
      <p:sp>
        <p:nvSpPr>
          <p:cNvPr id="4744" name="Google Shape;4744;p77"/>
          <p:cNvSpPr/>
          <p:nvPr/>
        </p:nvSpPr>
        <p:spPr>
          <a:xfrm>
            <a:off x="3986771" y="5986272"/>
            <a:ext cx="175895" cy="637540"/>
          </a:xfrm>
          <a:custGeom>
            <a:rect b="b" l="l" r="r" t="t"/>
            <a:pathLst>
              <a:path extrusionOk="0" h="637540" w="175895">
                <a:moveTo>
                  <a:pt x="172212" y="451104"/>
                </a:moveTo>
                <a:lnTo>
                  <a:pt x="169164" y="451104"/>
                </a:lnTo>
                <a:lnTo>
                  <a:pt x="169164" y="455676"/>
                </a:lnTo>
                <a:lnTo>
                  <a:pt x="167640" y="460248"/>
                </a:lnTo>
                <a:lnTo>
                  <a:pt x="166116" y="461772"/>
                </a:lnTo>
                <a:lnTo>
                  <a:pt x="166116" y="463296"/>
                </a:lnTo>
                <a:lnTo>
                  <a:pt x="163068" y="464820"/>
                </a:lnTo>
                <a:lnTo>
                  <a:pt x="161544" y="466344"/>
                </a:lnTo>
                <a:lnTo>
                  <a:pt x="158496" y="467868"/>
                </a:lnTo>
                <a:lnTo>
                  <a:pt x="0" y="467868"/>
                </a:lnTo>
                <a:lnTo>
                  <a:pt x="0" y="472440"/>
                </a:lnTo>
                <a:lnTo>
                  <a:pt x="13716" y="504444"/>
                </a:lnTo>
                <a:lnTo>
                  <a:pt x="16764" y="502920"/>
                </a:lnTo>
                <a:lnTo>
                  <a:pt x="13716" y="496824"/>
                </a:lnTo>
                <a:lnTo>
                  <a:pt x="13716" y="493776"/>
                </a:lnTo>
                <a:lnTo>
                  <a:pt x="15240" y="492252"/>
                </a:lnTo>
                <a:lnTo>
                  <a:pt x="15240" y="490728"/>
                </a:lnTo>
                <a:lnTo>
                  <a:pt x="16764" y="489204"/>
                </a:lnTo>
                <a:lnTo>
                  <a:pt x="18288" y="489204"/>
                </a:lnTo>
                <a:lnTo>
                  <a:pt x="21336" y="487680"/>
                </a:lnTo>
                <a:lnTo>
                  <a:pt x="158496" y="487680"/>
                </a:lnTo>
                <a:lnTo>
                  <a:pt x="164592" y="490728"/>
                </a:lnTo>
                <a:lnTo>
                  <a:pt x="166116" y="492252"/>
                </a:lnTo>
                <a:lnTo>
                  <a:pt x="166116" y="493776"/>
                </a:lnTo>
                <a:lnTo>
                  <a:pt x="167640" y="495300"/>
                </a:lnTo>
                <a:lnTo>
                  <a:pt x="169164" y="498348"/>
                </a:lnTo>
                <a:lnTo>
                  <a:pt x="169164" y="504444"/>
                </a:lnTo>
                <a:lnTo>
                  <a:pt x="172212" y="504444"/>
                </a:lnTo>
                <a:lnTo>
                  <a:pt x="172212" y="451104"/>
                </a:lnTo>
                <a:close/>
              </a:path>
              <a:path extrusionOk="0" h="637540" w="175895">
                <a:moveTo>
                  <a:pt x="172212" y="156972"/>
                </a:moveTo>
                <a:lnTo>
                  <a:pt x="169164" y="156972"/>
                </a:lnTo>
                <a:lnTo>
                  <a:pt x="167640" y="161544"/>
                </a:lnTo>
                <a:lnTo>
                  <a:pt x="167640" y="166116"/>
                </a:lnTo>
                <a:lnTo>
                  <a:pt x="166116" y="167640"/>
                </a:lnTo>
                <a:lnTo>
                  <a:pt x="166116" y="169164"/>
                </a:lnTo>
                <a:lnTo>
                  <a:pt x="164592" y="170688"/>
                </a:lnTo>
                <a:lnTo>
                  <a:pt x="161544" y="172212"/>
                </a:lnTo>
                <a:lnTo>
                  <a:pt x="160020" y="172212"/>
                </a:lnTo>
                <a:lnTo>
                  <a:pt x="153924" y="173736"/>
                </a:lnTo>
                <a:lnTo>
                  <a:pt x="109728" y="173736"/>
                </a:lnTo>
                <a:lnTo>
                  <a:pt x="0" y="173736"/>
                </a:lnTo>
                <a:lnTo>
                  <a:pt x="0" y="178308"/>
                </a:lnTo>
                <a:lnTo>
                  <a:pt x="13716" y="210312"/>
                </a:lnTo>
                <a:lnTo>
                  <a:pt x="16764" y="207264"/>
                </a:lnTo>
                <a:lnTo>
                  <a:pt x="15240" y="204216"/>
                </a:lnTo>
                <a:lnTo>
                  <a:pt x="13716" y="202692"/>
                </a:lnTo>
                <a:lnTo>
                  <a:pt x="13716" y="199644"/>
                </a:lnTo>
                <a:lnTo>
                  <a:pt x="15240" y="198120"/>
                </a:lnTo>
                <a:lnTo>
                  <a:pt x="15240" y="196596"/>
                </a:lnTo>
                <a:lnTo>
                  <a:pt x="16764" y="195072"/>
                </a:lnTo>
                <a:lnTo>
                  <a:pt x="18288" y="195072"/>
                </a:lnTo>
                <a:lnTo>
                  <a:pt x="21336" y="193548"/>
                </a:lnTo>
                <a:lnTo>
                  <a:pt x="158496" y="193548"/>
                </a:lnTo>
                <a:lnTo>
                  <a:pt x="161544" y="195072"/>
                </a:lnTo>
                <a:lnTo>
                  <a:pt x="164592" y="195072"/>
                </a:lnTo>
                <a:lnTo>
                  <a:pt x="164592" y="196596"/>
                </a:lnTo>
                <a:lnTo>
                  <a:pt x="166116" y="198120"/>
                </a:lnTo>
                <a:lnTo>
                  <a:pt x="169164" y="204216"/>
                </a:lnTo>
                <a:lnTo>
                  <a:pt x="169164" y="210312"/>
                </a:lnTo>
                <a:lnTo>
                  <a:pt x="172212" y="210312"/>
                </a:lnTo>
                <a:lnTo>
                  <a:pt x="172212" y="193548"/>
                </a:lnTo>
                <a:lnTo>
                  <a:pt x="172212" y="156972"/>
                </a:lnTo>
                <a:close/>
              </a:path>
              <a:path extrusionOk="0" h="637540" w="175895">
                <a:moveTo>
                  <a:pt x="172212" y="88392"/>
                </a:moveTo>
                <a:lnTo>
                  <a:pt x="166116" y="88392"/>
                </a:lnTo>
                <a:lnTo>
                  <a:pt x="166116" y="92964"/>
                </a:lnTo>
                <a:lnTo>
                  <a:pt x="164592" y="96012"/>
                </a:lnTo>
                <a:lnTo>
                  <a:pt x="164592" y="97536"/>
                </a:lnTo>
                <a:lnTo>
                  <a:pt x="161544" y="103632"/>
                </a:lnTo>
                <a:lnTo>
                  <a:pt x="155448" y="109728"/>
                </a:lnTo>
                <a:lnTo>
                  <a:pt x="149352" y="114300"/>
                </a:lnTo>
                <a:lnTo>
                  <a:pt x="140208" y="123444"/>
                </a:lnTo>
                <a:lnTo>
                  <a:pt x="102108" y="153924"/>
                </a:lnTo>
                <a:lnTo>
                  <a:pt x="82677" y="131064"/>
                </a:lnTo>
                <a:lnTo>
                  <a:pt x="76200" y="123444"/>
                </a:lnTo>
                <a:lnTo>
                  <a:pt x="71628" y="118872"/>
                </a:lnTo>
                <a:lnTo>
                  <a:pt x="68580" y="112776"/>
                </a:lnTo>
                <a:lnTo>
                  <a:pt x="67056" y="108204"/>
                </a:lnTo>
                <a:lnTo>
                  <a:pt x="64008" y="105156"/>
                </a:lnTo>
                <a:lnTo>
                  <a:pt x="64008" y="92964"/>
                </a:lnTo>
                <a:lnTo>
                  <a:pt x="60960" y="92964"/>
                </a:lnTo>
                <a:lnTo>
                  <a:pt x="60960" y="140208"/>
                </a:lnTo>
                <a:lnTo>
                  <a:pt x="64008" y="140208"/>
                </a:lnTo>
                <a:lnTo>
                  <a:pt x="64008" y="135636"/>
                </a:lnTo>
                <a:lnTo>
                  <a:pt x="68580" y="131064"/>
                </a:lnTo>
                <a:lnTo>
                  <a:pt x="70104" y="131064"/>
                </a:lnTo>
                <a:lnTo>
                  <a:pt x="71628" y="132588"/>
                </a:lnTo>
                <a:lnTo>
                  <a:pt x="73152" y="132588"/>
                </a:lnTo>
                <a:lnTo>
                  <a:pt x="83820" y="143256"/>
                </a:lnTo>
                <a:lnTo>
                  <a:pt x="109728" y="173736"/>
                </a:lnTo>
                <a:lnTo>
                  <a:pt x="133667" y="153924"/>
                </a:lnTo>
                <a:lnTo>
                  <a:pt x="153924" y="137160"/>
                </a:lnTo>
                <a:lnTo>
                  <a:pt x="158496" y="134112"/>
                </a:lnTo>
                <a:lnTo>
                  <a:pt x="161544" y="132588"/>
                </a:lnTo>
                <a:lnTo>
                  <a:pt x="166116" y="132588"/>
                </a:lnTo>
                <a:lnTo>
                  <a:pt x="167640" y="134112"/>
                </a:lnTo>
                <a:lnTo>
                  <a:pt x="167640" y="137160"/>
                </a:lnTo>
                <a:lnTo>
                  <a:pt x="169164" y="140208"/>
                </a:lnTo>
                <a:lnTo>
                  <a:pt x="172212" y="140208"/>
                </a:lnTo>
                <a:lnTo>
                  <a:pt x="172212" y="132588"/>
                </a:lnTo>
                <a:lnTo>
                  <a:pt x="172212" y="88392"/>
                </a:lnTo>
                <a:close/>
              </a:path>
              <a:path extrusionOk="0" h="637540" w="175895">
                <a:moveTo>
                  <a:pt x="175260" y="579120"/>
                </a:moveTo>
                <a:lnTo>
                  <a:pt x="174142" y="569125"/>
                </a:lnTo>
                <a:lnTo>
                  <a:pt x="170878" y="559689"/>
                </a:lnTo>
                <a:lnTo>
                  <a:pt x="167640" y="554240"/>
                </a:lnTo>
                <a:lnTo>
                  <a:pt x="167640" y="565404"/>
                </a:lnTo>
                <a:lnTo>
                  <a:pt x="167640" y="577596"/>
                </a:lnTo>
                <a:lnTo>
                  <a:pt x="166116" y="582168"/>
                </a:lnTo>
                <a:lnTo>
                  <a:pt x="163068" y="586740"/>
                </a:lnTo>
                <a:lnTo>
                  <a:pt x="161544" y="591312"/>
                </a:lnTo>
                <a:lnTo>
                  <a:pt x="153924" y="598932"/>
                </a:lnTo>
                <a:lnTo>
                  <a:pt x="86868" y="598932"/>
                </a:lnTo>
                <a:lnTo>
                  <a:pt x="82296" y="594360"/>
                </a:lnTo>
                <a:lnTo>
                  <a:pt x="79248" y="589788"/>
                </a:lnTo>
                <a:lnTo>
                  <a:pt x="77724" y="586740"/>
                </a:lnTo>
                <a:lnTo>
                  <a:pt x="74676" y="582168"/>
                </a:lnTo>
                <a:lnTo>
                  <a:pt x="74676" y="565404"/>
                </a:lnTo>
                <a:lnTo>
                  <a:pt x="77724" y="559308"/>
                </a:lnTo>
                <a:lnTo>
                  <a:pt x="118872" y="542544"/>
                </a:lnTo>
                <a:lnTo>
                  <a:pt x="129717" y="543115"/>
                </a:lnTo>
                <a:lnTo>
                  <a:pt x="167640" y="565404"/>
                </a:lnTo>
                <a:lnTo>
                  <a:pt x="167640" y="554240"/>
                </a:lnTo>
                <a:lnTo>
                  <a:pt x="138303" y="527494"/>
                </a:lnTo>
                <a:lnTo>
                  <a:pt x="111252" y="522732"/>
                </a:lnTo>
                <a:lnTo>
                  <a:pt x="99275" y="523570"/>
                </a:lnTo>
                <a:lnTo>
                  <a:pt x="65633" y="541832"/>
                </a:lnTo>
                <a:lnTo>
                  <a:pt x="57912" y="565404"/>
                </a:lnTo>
                <a:lnTo>
                  <a:pt x="59105" y="574294"/>
                </a:lnTo>
                <a:lnTo>
                  <a:pt x="62865" y="582739"/>
                </a:lnTo>
                <a:lnTo>
                  <a:pt x="69494" y="590918"/>
                </a:lnTo>
                <a:lnTo>
                  <a:pt x="79248" y="598932"/>
                </a:lnTo>
                <a:lnTo>
                  <a:pt x="0" y="598932"/>
                </a:lnTo>
                <a:lnTo>
                  <a:pt x="0" y="605028"/>
                </a:lnTo>
                <a:lnTo>
                  <a:pt x="13716" y="637032"/>
                </a:lnTo>
                <a:lnTo>
                  <a:pt x="16764" y="635508"/>
                </a:lnTo>
                <a:lnTo>
                  <a:pt x="13716" y="629412"/>
                </a:lnTo>
                <a:lnTo>
                  <a:pt x="13716" y="624840"/>
                </a:lnTo>
                <a:lnTo>
                  <a:pt x="15240" y="623316"/>
                </a:lnTo>
                <a:lnTo>
                  <a:pt x="15240" y="621792"/>
                </a:lnTo>
                <a:lnTo>
                  <a:pt x="16764" y="621792"/>
                </a:lnTo>
                <a:lnTo>
                  <a:pt x="18288" y="620268"/>
                </a:lnTo>
                <a:lnTo>
                  <a:pt x="21336" y="620268"/>
                </a:lnTo>
                <a:lnTo>
                  <a:pt x="24752" y="619391"/>
                </a:lnTo>
                <a:lnTo>
                  <a:pt x="30289" y="618934"/>
                </a:lnTo>
                <a:lnTo>
                  <a:pt x="38925" y="618744"/>
                </a:lnTo>
                <a:lnTo>
                  <a:pt x="161544" y="618744"/>
                </a:lnTo>
                <a:lnTo>
                  <a:pt x="166116" y="612648"/>
                </a:lnTo>
                <a:lnTo>
                  <a:pt x="169164" y="605028"/>
                </a:lnTo>
                <a:lnTo>
                  <a:pt x="170688" y="598932"/>
                </a:lnTo>
                <a:lnTo>
                  <a:pt x="173736" y="592836"/>
                </a:lnTo>
                <a:lnTo>
                  <a:pt x="175260" y="585216"/>
                </a:lnTo>
                <a:lnTo>
                  <a:pt x="175260" y="579120"/>
                </a:lnTo>
                <a:close/>
              </a:path>
              <a:path extrusionOk="0" h="637540" w="175895">
                <a:moveTo>
                  <a:pt x="175260" y="382524"/>
                </a:moveTo>
                <a:lnTo>
                  <a:pt x="167640" y="357378"/>
                </a:lnTo>
                <a:lnTo>
                  <a:pt x="167640" y="370332"/>
                </a:lnTo>
                <a:lnTo>
                  <a:pt x="167640" y="377952"/>
                </a:lnTo>
                <a:lnTo>
                  <a:pt x="139903" y="406336"/>
                </a:lnTo>
                <a:lnTo>
                  <a:pt x="106680" y="411480"/>
                </a:lnTo>
                <a:lnTo>
                  <a:pt x="88392" y="411480"/>
                </a:lnTo>
                <a:lnTo>
                  <a:pt x="76200" y="405384"/>
                </a:lnTo>
                <a:lnTo>
                  <a:pt x="71628" y="402336"/>
                </a:lnTo>
                <a:lnTo>
                  <a:pt x="65532" y="393192"/>
                </a:lnTo>
                <a:lnTo>
                  <a:pt x="65532" y="376428"/>
                </a:lnTo>
                <a:lnTo>
                  <a:pt x="68580" y="368808"/>
                </a:lnTo>
                <a:lnTo>
                  <a:pt x="76200" y="364236"/>
                </a:lnTo>
                <a:lnTo>
                  <a:pt x="84861" y="358902"/>
                </a:lnTo>
                <a:lnTo>
                  <a:pt x="86194" y="358140"/>
                </a:lnTo>
                <a:lnTo>
                  <a:pt x="96964" y="353949"/>
                </a:lnTo>
                <a:lnTo>
                  <a:pt x="109423" y="351383"/>
                </a:lnTo>
                <a:lnTo>
                  <a:pt x="123444" y="350520"/>
                </a:lnTo>
                <a:lnTo>
                  <a:pt x="134264" y="351078"/>
                </a:lnTo>
                <a:lnTo>
                  <a:pt x="167640" y="370332"/>
                </a:lnTo>
                <a:lnTo>
                  <a:pt x="167640" y="357378"/>
                </a:lnTo>
                <a:lnTo>
                  <a:pt x="166077" y="355028"/>
                </a:lnTo>
                <a:lnTo>
                  <a:pt x="163220" y="350520"/>
                </a:lnTo>
                <a:lnTo>
                  <a:pt x="162115" y="348792"/>
                </a:lnTo>
                <a:lnTo>
                  <a:pt x="128778" y="329755"/>
                </a:lnTo>
                <a:lnTo>
                  <a:pt x="114300" y="327660"/>
                </a:lnTo>
                <a:lnTo>
                  <a:pt x="103428" y="328523"/>
                </a:lnTo>
                <a:lnTo>
                  <a:pt x="68199" y="349719"/>
                </a:lnTo>
                <a:lnTo>
                  <a:pt x="58953" y="370332"/>
                </a:lnTo>
                <a:lnTo>
                  <a:pt x="57912" y="381000"/>
                </a:lnTo>
                <a:lnTo>
                  <a:pt x="57988" y="382524"/>
                </a:lnTo>
                <a:lnTo>
                  <a:pt x="58229" y="387845"/>
                </a:lnTo>
                <a:lnTo>
                  <a:pt x="59245" y="394512"/>
                </a:lnTo>
                <a:lnTo>
                  <a:pt x="86868" y="426720"/>
                </a:lnTo>
                <a:lnTo>
                  <a:pt x="93992" y="430491"/>
                </a:lnTo>
                <a:lnTo>
                  <a:pt x="101536" y="432816"/>
                </a:lnTo>
                <a:lnTo>
                  <a:pt x="109372" y="434009"/>
                </a:lnTo>
                <a:lnTo>
                  <a:pt x="117348" y="434340"/>
                </a:lnTo>
                <a:lnTo>
                  <a:pt x="127355" y="433730"/>
                </a:lnTo>
                <a:lnTo>
                  <a:pt x="163055" y="414464"/>
                </a:lnTo>
                <a:lnTo>
                  <a:pt x="165201" y="411480"/>
                </a:lnTo>
                <a:lnTo>
                  <a:pt x="169735" y="405193"/>
                </a:lnTo>
                <a:lnTo>
                  <a:pt x="173863" y="394512"/>
                </a:lnTo>
                <a:lnTo>
                  <a:pt x="175260" y="382524"/>
                </a:lnTo>
                <a:close/>
              </a:path>
              <a:path extrusionOk="0" h="637540" w="175895">
                <a:moveTo>
                  <a:pt x="175272" y="265176"/>
                </a:moveTo>
                <a:lnTo>
                  <a:pt x="156768" y="229933"/>
                </a:lnTo>
                <a:lnTo>
                  <a:pt x="129552" y="217932"/>
                </a:lnTo>
                <a:lnTo>
                  <a:pt x="128028" y="220980"/>
                </a:lnTo>
                <a:lnTo>
                  <a:pt x="137172" y="225552"/>
                </a:lnTo>
                <a:lnTo>
                  <a:pt x="144792" y="230124"/>
                </a:lnTo>
                <a:lnTo>
                  <a:pt x="147840" y="234696"/>
                </a:lnTo>
                <a:lnTo>
                  <a:pt x="152412" y="240792"/>
                </a:lnTo>
                <a:lnTo>
                  <a:pt x="155460" y="246888"/>
                </a:lnTo>
                <a:lnTo>
                  <a:pt x="155460" y="256032"/>
                </a:lnTo>
                <a:lnTo>
                  <a:pt x="154355" y="263728"/>
                </a:lnTo>
                <a:lnTo>
                  <a:pt x="123266" y="288798"/>
                </a:lnTo>
                <a:lnTo>
                  <a:pt x="105168" y="291084"/>
                </a:lnTo>
                <a:lnTo>
                  <a:pt x="95656" y="290512"/>
                </a:lnTo>
                <a:lnTo>
                  <a:pt x="65544" y="271272"/>
                </a:lnTo>
                <a:lnTo>
                  <a:pt x="65544" y="254508"/>
                </a:lnTo>
                <a:lnTo>
                  <a:pt x="71640" y="248412"/>
                </a:lnTo>
                <a:lnTo>
                  <a:pt x="74688" y="246888"/>
                </a:lnTo>
                <a:lnTo>
                  <a:pt x="83832" y="246888"/>
                </a:lnTo>
                <a:lnTo>
                  <a:pt x="89928" y="243840"/>
                </a:lnTo>
                <a:lnTo>
                  <a:pt x="92976" y="240792"/>
                </a:lnTo>
                <a:lnTo>
                  <a:pt x="94500" y="237744"/>
                </a:lnTo>
                <a:lnTo>
                  <a:pt x="94500" y="230124"/>
                </a:lnTo>
                <a:lnTo>
                  <a:pt x="92976" y="227076"/>
                </a:lnTo>
                <a:lnTo>
                  <a:pt x="91452" y="225552"/>
                </a:lnTo>
                <a:lnTo>
                  <a:pt x="88404" y="224028"/>
                </a:lnTo>
                <a:lnTo>
                  <a:pt x="86880" y="222504"/>
                </a:lnTo>
                <a:lnTo>
                  <a:pt x="77736" y="222504"/>
                </a:lnTo>
                <a:lnTo>
                  <a:pt x="71640" y="225552"/>
                </a:lnTo>
                <a:lnTo>
                  <a:pt x="57924" y="259080"/>
                </a:lnTo>
                <a:lnTo>
                  <a:pt x="58801" y="269938"/>
                </a:lnTo>
                <a:lnTo>
                  <a:pt x="81965" y="302539"/>
                </a:lnTo>
                <a:lnTo>
                  <a:pt x="115836" y="310896"/>
                </a:lnTo>
                <a:lnTo>
                  <a:pt x="128714" y="310045"/>
                </a:lnTo>
                <a:lnTo>
                  <a:pt x="165620" y="290042"/>
                </a:lnTo>
                <a:lnTo>
                  <a:pt x="174142" y="274040"/>
                </a:lnTo>
                <a:lnTo>
                  <a:pt x="175272" y="265176"/>
                </a:lnTo>
                <a:close/>
              </a:path>
              <a:path extrusionOk="0" h="637540" w="175895">
                <a:moveTo>
                  <a:pt x="175272" y="38100"/>
                </a:moveTo>
                <a:lnTo>
                  <a:pt x="174675" y="31267"/>
                </a:lnTo>
                <a:lnTo>
                  <a:pt x="172796" y="24574"/>
                </a:lnTo>
                <a:lnTo>
                  <a:pt x="172694" y="24384"/>
                </a:lnTo>
                <a:lnTo>
                  <a:pt x="169481" y="18173"/>
                </a:lnTo>
                <a:lnTo>
                  <a:pt x="141744" y="0"/>
                </a:lnTo>
                <a:lnTo>
                  <a:pt x="132029" y="1676"/>
                </a:lnTo>
                <a:lnTo>
                  <a:pt x="100596" y="42672"/>
                </a:lnTo>
                <a:lnTo>
                  <a:pt x="97548" y="50292"/>
                </a:lnTo>
                <a:lnTo>
                  <a:pt x="94500" y="54864"/>
                </a:lnTo>
                <a:lnTo>
                  <a:pt x="89928" y="56388"/>
                </a:lnTo>
                <a:lnTo>
                  <a:pt x="86880" y="59436"/>
                </a:lnTo>
                <a:lnTo>
                  <a:pt x="76212" y="59436"/>
                </a:lnTo>
                <a:lnTo>
                  <a:pt x="65544" y="47244"/>
                </a:lnTo>
                <a:lnTo>
                  <a:pt x="65544" y="35052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60972" y="15240"/>
                </a:lnTo>
                <a:lnTo>
                  <a:pt x="60972" y="16764"/>
                </a:lnTo>
                <a:lnTo>
                  <a:pt x="62496" y="16764"/>
                </a:lnTo>
                <a:lnTo>
                  <a:pt x="62496" y="19812"/>
                </a:lnTo>
                <a:lnTo>
                  <a:pt x="59448" y="25908"/>
                </a:lnTo>
                <a:lnTo>
                  <a:pt x="57924" y="32004"/>
                </a:lnTo>
                <a:lnTo>
                  <a:pt x="57924" y="51816"/>
                </a:lnTo>
                <a:lnTo>
                  <a:pt x="60972" y="59436"/>
                </a:lnTo>
                <a:lnTo>
                  <a:pt x="65544" y="65532"/>
                </a:lnTo>
                <a:lnTo>
                  <a:pt x="71640" y="71628"/>
                </a:lnTo>
                <a:lnTo>
                  <a:pt x="79260" y="74676"/>
                </a:lnTo>
                <a:lnTo>
                  <a:pt x="96024" y="74676"/>
                </a:lnTo>
                <a:lnTo>
                  <a:pt x="113741" y="59436"/>
                </a:lnTo>
                <a:lnTo>
                  <a:pt x="116738" y="54673"/>
                </a:lnTo>
                <a:lnTo>
                  <a:pt x="135648" y="24384"/>
                </a:lnTo>
                <a:lnTo>
                  <a:pt x="138696" y="21336"/>
                </a:lnTo>
                <a:lnTo>
                  <a:pt x="143446" y="18173"/>
                </a:lnTo>
                <a:lnTo>
                  <a:pt x="153746" y="18173"/>
                </a:lnTo>
                <a:lnTo>
                  <a:pt x="158508" y="21336"/>
                </a:lnTo>
                <a:lnTo>
                  <a:pt x="164604" y="27432"/>
                </a:lnTo>
                <a:lnTo>
                  <a:pt x="167652" y="32004"/>
                </a:lnTo>
                <a:lnTo>
                  <a:pt x="167652" y="45720"/>
                </a:lnTo>
                <a:lnTo>
                  <a:pt x="164604" y="53340"/>
                </a:lnTo>
                <a:lnTo>
                  <a:pt x="158508" y="59436"/>
                </a:lnTo>
                <a:lnTo>
                  <a:pt x="153936" y="65532"/>
                </a:lnTo>
                <a:lnTo>
                  <a:pt x="146316" y="70104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1628"/>
                </a:lnTo>
                <a:lnTo>
                  <a:pt x="170700" y="70104"/>
                </a:lnTo>
                <a:lnTo>
                  <a:pt x="170700" y="60960"/>
                </a:lnTo>
                <a:lnTo>
                  <a:pt x="173748" y="53340"/>
                </a:lnTo>
                <a:lnTo>
                  <a:pt x="175272" y="44196"/>
                </a:lnTo>
                <a:lnTo>
                  <a:pt x="175272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5" name="Google Shape;4745;p77"/>
          <p:cNvGrpSpPr/>
          <p:nvPr/>
        </p:nvGrpSpPr>
        <p:grpSpPr>
          <a:xfrm>
            <a:off x="3986784" y="5358384"/>
            <a:ext cx="175260" cy="550164"/>
            <a:chOff x="3986784" y="5358384"/>
            <a:chExt cx="175260" cy="550164"/>
          </a:xfrm>
        </p:grpSpPr>
        <p:pic>
          <p:nvPicPr>
            <p:cNvPr id="4746" name="Google Shape;4746;p77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3986784" y="5687568"/>
              <a:ext cx="175259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47" name="Google Shape;4747;p77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3986784" y="5358384"/>
              <a:ext cx="175260" cy="29260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748" name="Google Shape;4748;p77"/>
          <p:cNvGrpSpPr/>
          <p:nvPr/>
        </p:nvGrpSpPr>
        <p:grpSpPr>
          <a:xfrm>
            <a:off x="3986784" y="4686300"/>
            <a:ext cx="175260" cy="601980"/>
            <a:chOff x="3986784" y="4686300"/>
            <a:chExt cx="175260" cy="601980"/>
          </a:xfrm>
        </p:grpSpPr>
        <p:pic>
          <p:nvPicPr>
            <p:cNvPr id="4749" name="Google Shape;4749;p77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3986784" y="4855464"/>
              <a:ext cx="175260" cy="4328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50" name="Google Shape;4750;p77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4011168" y="4686300"/>
              <a:ext cx="150876" cy="14935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751" name="Google Shape;4751;p77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4044696" y="4379976"/>
            <a:ext cx="117348" cy="236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4752" name="Google Shape;4752;p77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3986784" y="4023359"/>
            <a:ext cx="175260" cy="2956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53" name="Google Shape;4753;p77"/>
          <p:cNvGrpSpPr/>
          <p:nvPr/>
        </p:nvGrpSpPr>
        <p:grpSpPr>
          <a:xfrm>
            <a:off x="3986784" y="3482340"/>
            <a:ext cx="225551" cy="463296"/>
            <a:chOff x="3986784" y="3482340"/>
            <a:chExt cx="225551" cy="463296"/>
          </a:xfrm>
        </p:grpSpPr>
        <p:pic>
          <p:nvPicPr>
            <p:cNvPr id="4754" name="Google Shape;4754;p77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3986784" y="3538728"/>
              <a:ext cx="225551" cy="4069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755" name="Google Shape;4755;p77"/>
            <p:cNvSpPr/>
            <p:nvPr/>
          </p:nvSpPr>
          <p:spPr>
            <a:xfrm>
              <a:off x="4134612" y="3482340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6764" y="27431"/>
                  </a:moveTo>
                  <a:lnTo>
                    <a:pt x="9144" y="27431"/>
                  </a:lnTo>
                  <a:lnTo>
                    <a:pt x="6096" y="25907"/>
                  </a:lnTo>
                  <a:lnTo>
                    <a:pt x="3048" y="22859"/>
                  </a:lnTo>
                  <a:lnTo>
                    <a:pt x="0" y="19811"/>
                  </a:lnTo>
                  <a:lnTo>
                    <a:pt x="0" y="6095"/>
                  </a:lnTo>
                  <a:lnTo>
                    <a:pt x="3048" y="3047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19812" y="1523"/>
                  </a:lnTo>
                  <a:lnTo>
                    <a:pt x="22860" y="4571"/>
                  </a:lnTo>
                  <a:lnTo>
                    <a:pt x="25908" y="6095"/>
                  </a:lnTo>
                  <a:lnTo>
                    <a:pt x="27432" y="9143"/>
                  </a:lnTo>
                  <a:lnTo>
                    <a:pt x="27432" y="16763"/>
                  </a:lnTo>
                  <a:lnTo>
                    <a:pt x="25908" y="19811"/>
                  </a:lnTo>
                  <a:lnTo>
                    <a:pt x="19812" y="25907"/>
                  </a:lnTo>
                  <a:lnTo>
                    <a:pt x="16764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756" name="Google Shape;4756;p77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4456176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757" name="Google Shape;4757;p77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4453127" y="8331708"/>
            <a:ext cx="167640" cy="11384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58" name="Google Shape;4758;p77"/>
          <p:cNvGrpSpPr/>
          <p:nvPr/>
        </p:nvGrpSpPr>
        <p:grpSpPr>
          <a:xfrm>
            <a:off x="4445508" y="7563611"/>
            <a:ext cx="175260" cy="690372"/>
            <a:chOff x="4445508" y="7563611"/>
            <a:chExt cx="175260" cy="690372"/>
          </a:xfrm>
        </p:grpSpPr>
        <p:pic>
          <p:nvPicPr>
            <p:cNvPr id="4759" name="Google Shape;4759;p77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4453128" y="8087867"/>
              <a:ext cx="164592" cy="1661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60" name="Google Shape;4760;p77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4445508" y="7563611"/>
              <a:ext cx="175260" cy="50444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761" name="Google Shape;4761;p77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4445508" y="7199376"/>
            <a:ext cx="175260" cy="2956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62" name="Google Shape;4762;p77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4445508" y="6246876"/>
            <a:ext cx="175260" cy="877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4763" name="Google Shape;4763;p77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4445508" y="5949696"/>
            <a:ext cx="175259" cy="220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764" name="Google Shape;4764;p77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4445508" y="5472684"/>
            <a:ext cx="175260" cy="4312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765" name="Google Shape;4765;p77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4445508" y="5212079"/>
            <a:ext cx="172212" cy="1813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66" name="Google Shape;4766;p77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4503420" y="5036819"/>
            <a:ext cx="117348" cy="102108"/>
          </a:xfrm>
          <a:prstGeom prst="rect">
            <a:avLst/>
          </a:prstGeom>
          <a:noFill/>
          <a:ln>
            <a:noFill/>
          </a:ln>
        </p:spPr>
      </p:pic>
      <p:sp>
        <p:nvSpPr>
          <p:cNvPr id="4767" name="Google Shape;4767;p77"/>
          <p:cNvSpPr/>
          <p:nvPr/>
        </p:nvSpPr>
        <p:spPr>
          <a:xfrm>
            <a:off x="4445508" y="4381500"/>
            <a:ext cx="175260" cy="596265"/>
          </a:xfrm>
          <a:custGeom>
            <a:rect b="b" l="l" r="r" t="t"/>
            <a:pathLst>
              <a:path extrusionOk="0" h="596264" w="175260">
                <a:moveTo>
                  <a:pt x="172212" y="409956"/>
                </a:moveTo>
                <a:lnTo>
                  <a:pt x="169164" y="409956"/>
                </a:lnTo>
                <a:lnTo>
                  <a:pt x="169164" y="419100"/>
                </a:lnTo>
                <a:lnTo>
                  <a:pt x="164592" y="423672"/>
                </a:lnTo>
                <a:lnTo>
                  <a:pt x="161544" y="425196"/>
                </a:lnTo>
                <a:lnTo>
                  <a:pt x="160020" y="425196"/>
                </a:lnTo>
                <a:lnTo>
                  <a:pt x="155448" y="426720"/>
                </a:lnTo>
                <a:lnTo>
                  <a:pt x="0" y="426720"/>
                </a:lnTo>
                <a:lnTo>
                  <a:pt x="0" y="431292"/>
                </a:lnTo>
                <a:lnTo>
                  <a:pt x="13716" y="463296"/>
                </a:lnTo>
                <a:lnTo>
                  <a:pt x="16764" y="460248"/>
                </a:lnTo>
                <a:lnTo>
                  <a:pt x="15240" y="458724"/>
                </a:lnTo>
                <a:lnTo>
                  <a:pt x="15240" y="451104"/>
                </a:lnTo>
                <a:lnTo>
                  <a:pt x="18288" y="448056"/>
                </a:lnTo>
                <a:lnTo>
                  <a:pt x="19812" y="448056"/>
                </a:lnTo>
                <a:lnTo>
                  <a:pt x="22860" y="446532"/>
                </a:lnTo>
                <a:lnTo>
                  <a:pt x="160020" y="446532"/>
                </a:lnTo>
                <a:lnTo>
                  <a:pt x="163068" y="448056"/>
                </a:lnTo>
                <a:lnTo>
                  <a:pt x="164592" y="448056"/>
                </a:lnTo>
                <a:lnTo>
                  <a:pt x="166116" y="449580"/>
                </a:lnTo>
                <a:lnTo>
                  <a:pt x="167640" y="452628"/>
                </a:lnTo>
                <a:lnTo>
                  <a:pt x="169164" y="454152"/>
                </a:lnTo>
                <a:lnTo>
                  <a:pt x="169164" y="463296"/>
                </a:lnTo>
                <a:lnTo>
                  <a:pt x="172212" y="463296"/>
                </a:lnTo>
                <a:lnTo>
                  <a:pt x="172212" y="409956"/>
                </a:lnTo>
                <a:close/>
              </a:path>
              <a:path extrusionOk="0" h="596264" w="175260">
                <a:moveTo>
                  <a:pt x="172212" y="112776"/>
                </a:moveTo>
                <a:lnTo>
                  <a:pt x="169164" y="112776"/>
                </a:lnTo>
                <a:lnTo>
                  <a:pt x="169164" y="121920"/>
                </a:lnTo>
                <a:lnTo>
                  <a:pt x="163068" y="128016"/>
                </a:lnTo>
                <a:lnTo>
                  <a:pt x="160020" y="129540"/>
                </a:lnTo>
                <a:lnTo>
                  <a:pt x="111252" y="129540"/>
                </a:lnTo>
                <a:lnTo>
                  <a:pt x="0" y="129540"/>
                </a:lnTo>
                <a:lnTo>
                  <a:pt x="0" y="134112"/>
                </a:lnTo>
                <a:lnTo>
                  <a:pt x="13716" y="166116"/>
                </a:lnTo>
                <a:lnTo>
                  <a:pt x="16764" y="164592"/>
                </a:lnTo>
                <a:lnTo>
                  <a:pt x="15240" y="161544"/>
                </a:lnTo>
                <a:lnTo>
                  <a:pt x="15240" y="153924"/>
                </a:lnTo>
                <a:lnTo>
                  <a:pt x="18288" y="150876"/>
                </a:lnTo>
                <a:lnTo>
                  <a:pt x="19812" y="150876"/>
                </a:lnTo>
                <a:lnTo>
                  <a:pt x="22860" y="149352"/>
                </a:lnTo>
                <a:lnTo>
                  <a:pt x="160020" y="149352"/>
                </a:lnTo>
                <a:lnTo>
                  <a:pt x="163068" y="150876"/>
                </a:lnTo>
                <a:lnTo>
                  <a:pt x="164592" y="150876"/>
                </a:lnTo>
                <a:lnTo>
                  <a:pt x="167640" y="153924"/>
                </a:lnTo>
                <a:lnTo>
                  <a:pt x="169164" y="156972"/>
                </a:lnTo>
                <a:lnTo>
                  <a:pt x="169164" y="166116"/>
                </a:lnTo>
                <a:lnTo>
                  <a:pt x="172212" y="166116"/>
                </a:lnTo>
                <a:lnTo>
                  <a:pt x="172212" y="149352"/>
                </a:lnTo>
                <a:lnTo>
                  <a:pt x="172212" y="112776"/>
                </a:lnTo>
                <a:close/>
              </a:path>
              <a:path extrusionOk="0" h="596264" w="175260">
                <a:moveTo>
                  <a:pt x="172212" y="44196"/>
                </a:moveTo>
                <a:lnTo>
                  <a:pt x="166116" y="44196"/>
                </a:lnTo>
                <a:lnTo>
                  <a:pt x="166116" y="51816"/>
                </a:lnTo>
                <a:lnTo>
                  <a:pt x="164592" y="53340"/>
                </a:lnTo>
                <a:lnTo>
                  <a:pt x="164592" y="56388"/>
                </a:lnTo>
                <a:lnTo>
                  <a:pt x="163068" y="59436"/>
                </a:lnTo>
                <a:lnTo>
                  <a:pt x="160020" y="64008"/>
                </a:lnTo>
                <a:lnTo>
                  <a:pt x="156972" y="65532"/>
                </a:lnTo>
                <a:lnTo>
                  <a:pt x="150876" y="71628"/>
                </a:lnTo>
                <a:lnTo>
                  <a:pt x="140208" y="79248"/>
                </a:lnTo>
                <a:lnTo>
                  <a:pt x="103632" y="109728"/>
                </a:lnTo>
                <a:lnTo>
                  <a:pt x="84201" y="86868"/>
                </a:lnTo>
                <a:lnTo>
                  <a:pt x="77724" y="79248"/>
                </a:lnTo>
                <a:lnTo>
                  <a:pt x="68580" y="70104"/>
                </a:lnTo>
                <a:lnTo>
                  <a:pt x="65532" y="60960"/>
                </a:lnTo>
                <a:lnTo>
                  <a:pt x="64008" y="54864"/>
                </a:lnTo>
                <a:lnTo>
                  <a:pt x="64008" y="48768"/>
                </a:lnTo>
                <a:lnTo>
                  <a:pt x="60960" y="48768"/>
                </a:lnTo>
                <a:lnTo>
                  <a:pt x="60960" y="96012"/>
                </a:lnTo>
                <a:lnTo>
                  <a:pt x="64008" y="96012"/>
                </a:lnTo>
                <a:lnTo>
                  <a:pt x="64008" y="92964"/>
                </a:lnTo>
                <a:lnTo>
                  <a:pt x="65532" y="91440"/>
                </a:lnTo>
                <a:lnTo>
                  <a:pt x="65532" y="89916"/>
                </a:lnTo>
                <a:lnTo>
                  <a:pt x="68580" y="86868"/>
                </a:lnTo>
                <a:lnTo>
                  <a:pt x="71628" y="86868"/>
                </a:lnTo>
                <a:lnTo>
                  <a:pt x="74676" y="89916"/>
                </a:lnTo>
                <a:lnTo>
                  <a:pt x="79248" y="92964"/>
                </a:lnTo>
                <a:lnTo>
                  <a:pt x="85344" y="99060"/>
                </a:lnTo>
                <a:lnTo>
                  <a:pt x="111252" y="129540"/>
                </a:lnTo>
                <a:lnTo>
                  <a:pt x="134366" y="109728"/>
                </a:lnTo>
                <a:lnTo>
                  <a:pt x="153924" y="92964"/>
                </a:lnTo>
                <a:lnTo>
                  <a:pt x="158496" y="89916"/>
                </a:lnTo>
                <a:lnTo>
                  <a:pt x="161544" y="88392"/>
                </a:lnTo>
                <a:lnTo>
                  <a:pt x="167640" y="88392"/>
                </a:lnTo>
                <a:lnTo>
                  <a:pt x="167640" y="89916"/>
                </a:lnTo>
                <a:lnTo>
                  <a:pt x="169164" y="91440"/>
                </a:lnTo>
                <a:lnTo>
                  <a:pt x="169164" y="96012"/>
                </a:lnTo>
                <a:lnTo>
                  <a:pt x="172212" y="96012"/>
                </a:lnTo>
                <a:lnTo>
                  <a:pt x="172212" y="88392"/>
                </a:lnTo>
                <a:lnTo>
                  <a:pt x="172212" y="44196"/>
                </a:lnTo>
                <a:close/>
              </a:path>
              <a:path extrusionOk="0" h="596264" w="175260">
                <a:moveTo>
                  <a:pt x="175260" y="537972"/>
                </a:moveTo>
                <a:lnTo>
                  <a:pt x="174371" y="527977"/>
                </a:lnTo>
                <a:lnTo>
                  <a:pt x="171640" y="518541"/>
                </a:lnTo>
                <a:lnTo>
                  <a:pt x="167640" y="511086"/>
                </a:lnTo>
                <a:lnTo>
                  <a:pt x="167640" y="524256"/>
                </a:lnTo>
                <a:lnTo>
                  <a:pt x="167640" y="536448"/>
                </a:lnTo>
                <a:lnTo>
                  <a:pt x="166116" y="541020"/>
                </a:lnTo>
                <a:lnTo>
                  <a:pt x="164592" y="544068"/>
                </a:lnTo>
                <a:lnTo>
                  <a:pt x="163068" y="548640"/>
                </a:lnTo>
                <a:lnTo>
                  <a:pt x="160020" y="553212"/>
                </a:lnTo>
                <a:lnTo>
                  <a:pt x="155448" y="557784"/>
                </a:lnTo>
                <a:lnTo>
                  <a:pt x="88392" y="557784"/>
                </a:lnTo>
                <a:lnTo>
                  <a:pt x="79248" y="548640"/>
                </a:lnTo>
                <a:lnTo>
                  <a:pt x="77724" y="545592"/>
                </a:lnTo>
                <a:lnTo>
                  <a:pt x="74676" y="536448"/>
                </a:lnTo>
                <a:lnTo>
                  <a:pt x="74676" y="524256"/>
                </a:lnTo>
                <a:lnTo>
                  <a:pt x="109791" y="501967"/>
                </a:lnTo>
                <a:lnTo>
                  <a:pt x="120396" y="501396"/>
                </a:lnTo>
                <a:lnTo>
                  <a:pt x="131229" y="501967"/>
                </a:lnTo>
                <a:lnTo>
                  <a:pt x="167640" y="524256"/>
                </a:lnTo>
                <a:lnTo>
                  <a:pt x="167640" y="511086"/>
                </a:lnTo>
                <a:lnTo>
                  <a:pt x="126796" y="482752"/>
                </a:lnTo>
                <a:lnTo>
                  <a:pt x="112776" y="481584"/>
                </a:lnTo>
                <a:lnTo>
                  <a:pt x="100787" y="482422"/>
                </a:lnTo>
                <a:lnTo>
                  <a:pt x="66268" y="500659"/>
                </a:lnTo>
                <a:lnTo>
                  <a:pt x="57912" y="522732"/>
                </a:lnTo>
                <a:lnTo>
                  <a:pt x="59334" y="531863"/>
                </a:lnTo>
                <a:lnTo>
                  <a:pt x="63627" y="540829"/>
                </a:lnTo>
                <a:lnTo>
                  <a:pt x="70764" y="549529"/>
                </a:lnTo>
                <a:lnTo>
                  <a:pt x="80772" y="557784"/>
                </a:lnTo>
                <a:lnTo>
                  <a:pt x="0" y="557784"/>
                </a:lnTo>
                <a:lnTo>
                  <a:pt x="0" y="562356"/>
                </a:lnTo>
                <a:lnTo>
                  <a:pt x="13716" y="595884"/>
                </a:lnTo>
                <a:lnTo>
                  <a:pt x="16764" y="594360"/>
                </a:lnTo>
                <a:lnTo>
                  <a:pt x="15240" y="591312"/>
                </a:lnTo>
                <a:lnTo>
                  <a:pt x="15240" y="582168"/>
                </a:lnTo>
                <a:lnTo>
                  <a:pt x="18288" y="579120"/>
                </a:lnTo>
                <a:lnTo>
                  <a:pt x="19812" y="579120"/>
                </a:lnTo>
                <a:lnTo>
                  <a:pt x="22860" y="577596"/>
                </a:lnTo>
                <a:lnTo>
                  <a:pt x="163068" y="577596"/>
                </a:lnTo>
                <a:lnTo>
                  <a:pt x="166116" y="569976"/>
                </a:lnTo>
                <a:lnTo>
                  <a:pt x="170688" y="563880"/>
                </a:lnTo>
                <a:lnTo>
                  <a:pt x="172212" y="557784"/>
                </a:lnTo>
                <a:lnTo>
                  <a:pt x="173736" y="550164"/>
                </a:lnTo>
                <a:lnTo>
                  <a:pt x="175260" y="544068"/>
                </a:lnTo>
                <a:lnTo>
                  <a:pt x="175260" y="537972"/>
                </a:lnTo>
                <a:close/>
              </a:path>
              <a:path extrusionOk="0" h="596264" w="175260">
                <a:moveTo>
                  <a:pt x="175260" y="341376"/>
                </a:moveTo>
                <a:lnTo>
                  <a:pt x="175145" y="339852"/>
                </a:lnTo>
                <a:lnTo>
                  <a:pt x="174701" y="333667"/>
                </a:lnTo>
                <a:lnTo>
                  <a:pt x="173126" y="326428"/>
                </a:lnTo>
                <a:lnTo>
                  <a:pt x="170751" y="319951"/>
                </a:lnTo>
                <a:lnTo>
                  <a:pt x="167640" y="313982"/>
                </a:lnTo>
                <a:lnTo>
                  <a:pt x="167640" y="329184"/>
                </a:lnTo>
                <a:lnTo>
                  <a:pt x="167640" y="336804"/>
                </a:lnTo>
                <a:lnTo>
                  <a:pt x="140779" y="365188"/>
                </a:lnTo>
                <a:lnTo>
                  <a:pt x="108204" y="370332"/>
                </a:lnTo>
                <a:lnTo>
                  <a:pt x="97536" y="370332"/>
                </a:lnTo>
                <a:lnTo>
                  <a:pt x="70104" y="356616"/>
                </a:lnTo>
                <a:lnTo>
                  <a:pt x="67056" y="352044"/>
                </a:lnTo>
                <a:lnTo>
                  <a:pt x="65532" y="347472"/>
                </a:lnTo>
                <a:lnTo>
                  <a:pt x="65633" y="343623"/>
                </a:lnTo>
                <a:lnTo>
                  <a:pt x="66357" y="337858"/>
                </a:lnTo>
                <a:lnTo>
                  <a:pt x="97917" y="312610"/>
                </a:lnTo>
                <a:lnTo>
                  <a:pt x="124968" y="309372"/>
                </a:lnTo>
                <a:lnTo>
                  <a:pt x="135559" y="309930"/>
                </a:lnTo>
                <a:lnTo>
                  <a:pt x="167640" y="329184"/>
                </a:lnTo>
                <a:lnTo>
                  <a:pt x="167640" y="313982"/>
                </a:lnTo>
                <a:lnTo>
                  <a:pt x="164731" y="309372"/>
                </a:lnTo>
                <a:lnTo>
                  <a:pt x="163639" y="307644"/>
                </a:lnTo>
                <a:lnTo>
                  <a:pt x="129540" y="288607"/>
                </a:lnTo>
                <a:lnTo>
                  <a:pt x="114300" y="286512"/>
                </a:lnTo>
                <a:lnTo>
                  <a:pt x="104292" y="287375"/>
                </a:lnTo>
                <a:lnTo>
                  <a:pt x="68834" y="307924"/>
                </a:lnTo>
                <a:lnTo>
                  <a:pt x="57912" y="339852"/>
                </a:lnTo>
                <a:lnTo>
                  <a:pt x="58026" y="341376"/>
                </a:lnTo>
                <a:lnTo>
                  <a:pt x="74485" y="377380"/>
                </a:lnTo>
                <a:lnTo>
                  <a:pt x="110223" y="392861"/>
                </a:lnTo>
                <a:lnTo>
                  <a:pt x="117348" y="393192"/>
                </a:lnTo>
                <a:lnTo>
                  <a:pt x="127584" y="392366"/>
                </a:lnTo>
                <a:lnTo>
                  <a:pt x="164325" y="373316"/>
                </a:lnTo>
                <a:lnTo>
                  <a:pt x="166306" y="370332"/>
                </a:lnTo>
                <a:lnTo>
                  <a:pt x="170497" y="364045"/>
                </a:lnTo>
                <a:lnTo>
                  <a:pt x="174091" y="353364"/>
                </a:lnTo>
                <a:lnTo>
                  <a:pt x="175260" y="341376"/>
                </a:lnTo>
                <a:close/>
              </a:path>
              <a:path extrusionOk="0" h="596264" w="175260">
                <a:moveTo>
                  <a:pt x="175260" y="222504"/>
                </a:moveTo>
                <a:lnTo>
                  <a:pt x="158038" y="188150"/>
                </a:lnTo>
                <a:lnTo>
                  <a:pt x="129540" y="176784"/>
                </a:lnTo>
                <a:lnTo>
                  <a:pt x="128016" y="179832"/>
                </a:lnTo>
                <a:lnTo>
                  <a:pt x="138684" y="184404"/>
                </a:lnTo>
                <a:lnTo>
                  <a:pt x="144780" y="188976"/>
                </a:lnTo>
                <a:lnTo>
                  <a:pt x="147828" y="192024"/>
                </a:lnTo>
                <a:lnTo>
                  <a:pt x="153924" y="199644"/>
                </a:lnTo>
                <a:lnTo>
                  <a:pt x="155448" y="205740"/>
                </a:lnTo>
                <a:lnTo>
                  <a:pt x="155448" y="213360"/>
                </a:lnTo>
                <a:lnTo>
                  <a:pt x="132791" y="244792"/>
                </a:lnTo>
                <a:lnTo>
                  <a:pt x="105156" y="249936"/>
                </a:lnTo>
                <a:lnTo>
                  <a:pt x="96316" y="249364"/>
                </a:lnTo>
                <a:lnTo>
                  <a:pt x="65532" y="228600"/>
                </a:lnTo>
                <a:lnTo>
                  <a:pt x="65532" y="216408"/>
                </a:lnTo>
                <a:lnTo>
                  <a:pt x="67056" y="213360"/>
                </a:lnTo>
                <a:lnTo>
                  <a:pt x="70104" y="210312"/>
                </a:lnTo>
                <a:lnTo>
                  <a:pt x="71628" y="207264"/>
                </a:lnTo>
                <a:lnTo>
                  <a:pt x="76200" y="205740"/>
                </a:lnTo>
                <a:lnTo>
                  <a:pt x="80772" y="205740"/>
                </a:lnTo>
                <a:lnTo>
                  <a:pt x="85344" y="204216"/>
                </a:lnTo>
                <a:lnTo>
                  <a:pt x="88392" y="204216"/>
                </a:lnTo>
                <a:lnTo>
                  <a:pt x="89916" y="201168"/>
                </a:lnTo>
                <a:lnTo>
                  <a:pt x="92964" y="199644"/>
                </a:lnTo>
                <a:lnTo>
                  <a:pt x="94488" y="196596"/>
                </a:lnTo>
                <a:lnTo>
                  <a:pt x="94488" y="185928"/>
                </a:lnTo>
                <a:lnTo>
                  <a:pt x="91440" y="184404"/>
                </a:lnTo>
                <a:lnTo>
                  <a:pt x="89916" y="182880"/>
                </a:lnTo>
                <a:lnTo>
                  <a:pt x="86868" y="181356"/>
                </a:lnTo>
                <a:lnTo>
                  <a:pt x="77724" y="181356"/>
                </a:lnTo>
                <a:lnTo>
                  <a:pt x="71628" y="184404"/>
                </a:lnTo>
                <a:lnTo>
                  <a:pt x="67056" y="192024"/>
                </a:lnTo>
                <a:lnTo>
                  <a:pt x="63055" y="197154"/>
                </a:lnTo>
                <a:lnTo>
                  <a:pt x="60198" y="203263"/>
                </a:lnTo>
                <a:lnTo>
                  <a:pt x="58483" y="210248"/>
                </a:lnTo>
                <a:lnTo>
                  <a:pt x="57912" y="217932"/>
                </a:lnTo>
                <a:lnTo>
                  <a:pt x="59029" y="227939"/>
                </a:lnTo>
                <a:lnTo>
                  <a:pt x="83261" y="261391"/>
                </a:lnTo>
                <a:lnTo>
                  <a:pt x="117348" y="269748"/>
                </a:lnTo>
                <a:lnTo>
                  <a:pt x="129578" y="268897"/>
                </a:lnTo>
                <a:lnTo>
                  <a:pt x="166890" y="248869"/>
                </a:lnTo>
                <a:lnTo>
                  <a:pt x="174371" y="232244"/>
                </a:lnTo>
                <a:lnTo>
                  <a:pt x="175260" y="222504"/>
                </a:lnTo>
                <a:close/>
              </a:path>
              <a:path extrusionOk="0" h="596264" w="175260">
                <a:moveTo>
                  <a:pt x="175260" y="9144"/>
                </a:moveTo>
                <a:lnTo>
                  <a:pt x="173736" y="6096"/>
                </a:lnTo>
                <a:lnTo>
                  <a:pt x="169164" y="1524"/>
                </a:lnTo>
                <a:lnTo>
                  <a:pt x="166116" y="0"/>
                </a:lnTo>
                <a:lnTo>
                  <a:pt x="158496" y="0"/>
                </a:lnTo>
                <a:lnTo>
                  <a:pt x="152400" y="3048"/>
                </a:lnTo>
                <a:lnTo>
                  <a:pt x="149352" y="6096"/>
                </a:lnTo>
                <a:lnTo>
                  <a:pt x="147828" y="9144"/>
                </a:lnTo>
                <a:lnTo>
                  <a:pt x="147828" y="16764"/>
                </a:lnTo>
                <a:lnTo>
                  <a:pt x="149352" y="19812"/>
                </a:lnTo>
                <a:lnTo>
                  <a:pt x="152400" y="22860"/>
                </a:lnTo>
                <a:lnTo>
                  <a:pt x="153924" y="25908"/>
                </a:lnTo>
                <a:lnTo>
                  <a:pt x="158496" y="27432"/>
                </a:lnTo>
                <a:lnTo>
                  <a:pt x="166116" y="27432"/>
                </a:lnTo>
                <a:lnTo>
                  <a:pt x="169164" y="25908"/>
                </a:lnTo>
                <a:lnTo>
                  <a:pt x="170688" y="22860"/>
                </a:lnTo>
                <a:lnTo>
                  <a:pt x="173736" y="19812"/>
                </a:lnTo>
                <a:lnTo>
                  <a:pt x="175260" y="16764"/>
                </a:lnTo>
                <a:lnTo>
                  <a:pt x="175260" y="91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68" name="Google Shape;4768;p77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4916424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769" name="Google Shape;4769;p77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4910328" y="8577071"/>
            <a:ext cx="220734" cy="894587"/>
          </a:xfrm>
          <a:prstGeom prst="rect">
            <a:avLst/>
          </a:prstGeom>
          <a:noFill/>
          <a:ln>
            <a:noFill/>
          </a:ln>
        </p:spPr>
      </p:pic>
      <p:sp>
        <p:nvSpPr>
          <p:cNvPr id="4770" name="Google Shape;4770;p77"/>
          <p:cNvSpPr/>
          <p:nvPr/>
        </p:nvSpPr>
        <p:spPr>
          <a:xfrm>
            <a:off x="4905743" y="7947660"/>
            <a:ext cx="175895" cy="551815"/>
          </a:xfrm>
          <a:custGeom>
            <a:rect b="b" l="l" r="r" t="t"/>
            <a:pathLst>
              <a:path extrusionOk="0" h="551815" w="175895">
                <a:moveTo>
                  <a:pt x="172212" y="341376"/>
                </a:moveTo>
                <a:lnTo>
                  <a:pt x="169164" y="341376"/>
                </a:lnTo>
                <a:lnTo>
                  <a:pt x="169164" y="353568"/>
                </a:lnTo>
                <a:lnTo>
                  <a:pt x="166116" y="358140"/>
                </a:lnTo>
                <a:lnTo>
                  <a:pt x="163068" y="361188"/>
                </a:lnTo>
                <a:lnTo>
                  <a:pt x="160020" y="362712"/>
                </a:lnTo>
                <a:lnTo>
                  <a:pt x="153924" y="364236"/>
                </a:lnTo>
                <a:lnTo>
                  <a:pt x="25908" y="364236"/>
                </a:lnTo>
                <a:lnTo>
                  <a:pt x="19812" y="362712"/>
                </a:lnTo>
                <a:lnTo>
                  <a:pt x="16764" y="361188"/>
                </a:lnTo>
                <a:lnTo>
                  <a:pt x="12192" y="358140"/>
                </a:lnTo>
                <a:lnTo>
                  <a:pt x="10668" y="353568"/>
                </a:lnTo>
                <a:lnTo>
                  <a:pt x="10668" y="341376"/>
                </a:lnTo>
                <a:lnTo>
                  <a:pt x="7620" y="341376"/>
                </a:lnTo>
                <a:lnTo>
                  <a:pt x="7620" y="387096"/>
                </a:lnTo>
                <a:lnTo>
                  <a:pt x="135636" y="445008"/>
                </a:lnTo>
                <a:lnTo>
                  <a:pt x="7620" y="504444"/>
                </a:lnTo>
                <a:lnTo>
                  <a:pt x="7620" y="551688"/>
                </a:lnTo>
                <a:lnTo>
                  <a:pt x="10668" y="551688"/>
                </a:lnTo>
                <a:lnTo>
                  <a:pt x="10668" y="539496"/>
                </a:lnTo>
                <a:lnTo>
                  <a:pt x="13716" y="533400"/>
                </a:lnTo>
                <a:lnTo>
                  <a:pt x="16764" y="531876"/>
                </a:lnTo>
                <a:lnTo>
                  <a:pt x="18288" y="530352"/>
                </a:lnTo>
                <a:lnTo>
                  <a:pt x="22860" y="528828"/>
                </a:lnTo>
                <a:lnTo>
                  <a:pt x="158496" y="528828"/>
                </a:lnTo>
                <a:lnTo>
                  <a:pt x="161544" y="531876"/>
                </a:lnTo>
                <a:lnTo>
                  <a:pt x="166116" y="533400"/>
                </a:lnTo>
                <a:lnTo>
                  <a:pt x="169164" y="539496"/>
                </a:lnTo>
                <a:lnTo>
                  <a:pt x="169164" y="551688"/>
                </a:lnTo>
                <a:lnTo>
                  <a:pt x="172212" y="551688"/>
                </a:lnTo>
                <a:lnTo>
                  <a:pt x="172212" y="495300"/>
                </a:lnTo>
                <a:lnTo>
                  <a:pt x="169164" y="495300"/>
                </a:lnTo>
                <a:lnTo>
                  <a:pt x="169164" y="507492"/>
                </a:lnTo>
                <a:lnTo>
                  <a:pt x="166116" y="512064"/>
                </a:lnTo>
                <a:lnTo>
                  <a:pt x="163068" y="515112"/>
                </a:lnTo>
                <a:lnTo>
                  <a:pt x="160020" y="516636"/>
                </a:lnTo>
                <a:lnTo>
                  <a:pt x="153924" y="518160"/>
                </a:lnTo>
                <a:lnTo>
                  <a:pt x="33528" y="518160"/>
                </a:lnTo>
                <a:lnTo>
                  <a:pt x="172212" y="454152"/>
                </a:lnTo>
                <a:lnTo>
                  <a:pt x="172212" y="451104"/>
                </a:lnTo>
                <a:lnTo>
                  <a:pt x="33528" y="387096"/>
                </a:lnTo>
                <a:lnTo>
                  <a:pt x="158496" y="387096"/>
                </a:lnTo>
                <a:lnTo>
                  <a:pt x="161544" y="390144"/>
                </a:lnTo>
                <a:lnTo>
                  <a:pt x="166116" y="391668"/>
                </a:lnTo>
                <a:lnTo>
                  <a:pt x="169164" y="397764"/>
                </a:lnTo>
                <a:lnTo>
                  <a:pt x="169164" y="409956"/>
                </a:lnTo>
                <a:lnTo>
                  <a:pt x="172212" y="409956"/>
                </a:lnTo>
                <a:lnTo>
                  <a:pt x="172212" y="341376"/>
                </a:lnTo>
                <a:close/>
              </a:path>
              <a:path extrusionOk="0" h="551815" w="175895">
                <a:moveTo>
                  <a:pt x="172212" y="170688"/>
                </a:moveTo>
                <a:lnTo>
                  <a:pt x="169164" y="170688"/>
                </a:lnTo>
                <a:lnTo>
                  <a:pt x="169164" y="176784"/>
                </a:lnTo>
                <a:lnTo>
                  <a:pt x="167640" y="179832"/>
                </a:lnTo>
                <a:lnTo>
                  <a:pt x="167640" y="181356"/>
                </a:lnTo>
                <a:lnTo>
                  <a:pt x="164592" y="184404"/>
                </a:lnTo>
                <a:lnTo>
                  <a:pt x="161544" y="185928"/>
                </a:lnTo>
                <a:lnTo>
                  <a:pt x="160020" y="185928"/>
                </a:lnTo>
                <a:lnTo>
                  <a:pt x="155448" y="187452"/>
                </a:lnTo>
                <a:lnTo>
                  <a:pt x="109728" y="187452"/>
                </a:lnTo>
                <a:lnTo>
                  <a:pt x="0" y="187452"/>
                </a:lnTo>
                <a:lnTo>
                  <a:pt x="0" y="192024"/>
                </a:lnTo>
                <a:lnTo>
                  <a:pt x="13716" y="224028"/>
                </a:lnTo>
                <a:lnTo>
                  <a:pt x="16764" y="222504"/>
                </a:lnTo>
                <a:lnTo>
                  <a:pt x="13716" y="216408"/>
                </a:lnTo>
                <a:lnTo>
                  <a:pt x="13716" y="213360"/>
                </a:lnTo>
                <a:lnTo>
                  <a:pt x="15240" y="211836"/>
                </a:lnTo>
                <a:lnTo>
                  <a:pt x="15240" y="210312"/>
                </a:lnTo>
                <a:lnTo>
                  <a:pt x="16764" y="208788"/>
                </a:lnTo>
                <a:lnTo>
                  <a:pt x="18288" y="208788"/>
                </a:lnTo>
                <a:lnTo>
                  <a:pt x="21336" y="207264"/>
                </a:lnTo>
                <a:lnTo>
                  <a:pt x="158496" y="207264"/>
                </a:lnTo>
                <a:lnTo>
                  <a:pt x="161544" y="208788"/>
                </a:lnTo>
                <a:lnTo>
                  <a:pt x="164592" y="208788"/>
                </a:lnTo>
                <a:lnTo>
                  <a:pt x="166116" y="210312"/>
                </a:lnTo>
                <a:lnTo>
                  <a:pt x="166116" y="211836"/>
                </a:lnTo>
                <a:lnTo>
                  <a:pt x="169164" y="217932"/>
                </a:lnTo>
                <a:lnTo>
                  <a:pt x="169164" y="224028"/>
                </a:lnTo>
                <a:lnTo>
                  <a:pt x="172212" y="224028"/>
                </a:lnTo>
                <a:lnTo>
                  <a:pt x="172212" y="207264"/>
                </a:lnTo>
                <a:lnTo>
                  <a:pt x="172212" y="170688"/>
                </a:lnTo>
                <a:close/>
              </a:path>
              <a:path extrusionOk="0" h="551815" w="175895">
                <a:moveTo>
                  <a:pt x="172212" y="102108"/>
                </a:moveTo>
                <a:lnTo>
                  <a:pt x="166116" y="102108"/>
                </a:lnTo>
                <a:lnTo>
                  <a:pt x="166116" y="106680"/>
                </a:lnTo>
                <a:lnTo>
                  <a:pt x="164592" y="109728"/>
                </a:lnTo>
                <a:lnTo>
                  <a:pt x="164592" y="111252"/>
                </a:lnTo>
                <a:lnTo>
                  <a:pt x="161544" y="117348"/>
                </a:lnTo>
                <a:lnTo>
                  <a:pt x="155448" y="123444"/>
                </a:lnTo>
                <a:lnTo>
                  <a:pt x="149352" y="128016"/>
                </a:lnTo>
                <a:lnTo>
                  <a:pt x="140208" y="137160"/>
                </a:lnTo>
                <a:lnTo>
                  <a:pt x="102108" y="167640"/>
                </a:lnTo>
                <a:lnTo>
                  <a:pt x="82677" y="144780"/>
                </a:lnTo>
                <a:lnTo>
                  <a:pt x="76200" y="137160"/>
                </a:lnTo>
                <a:lnTo>
                  <a:pt x="71628" y="132588"/>
                </a:lnTo>
                <a:lnTo>
                  <a:pt x="67056" y="123444"/>
                </a:lnTo>
                <a:lnTo>
                  <a:pt x="64008" y="118872"/>
                </a:lnTo>
                <a:lnTo>
                  <a:pt x="64008" y="106680"/>
                </a:lnTo>
                <a:lnTo>
                  <a:pt x="60960" y="106680"/>
                </a:lnTo>
                <a:lnTo>
                  <a:pt x="60960" y="153924"/>
                </a:lnTo>
                <a:lnTo>
                  <a:pt x="64008" y="153924"/>
                </a:lnTo>
                <a:lnTo>
                  <a:pt x="64008" y="149352"/>
                </a:lnTo>
                <a:lnTo>
                  <a:pt x="68580" y="144780"/>
                </a:lnTo>
                <a:lnTo>
                  <a:pt x="71628" y="144780"/>
                </a:lnTo>
                <a:lnTo>
                  <a:pt x="71628" y="146304"/>
                </a:lnTo>
                <a:lnTo>
                  <a:pt x="73152" y="146304"/>
                </a:lnTo>
                <a:lnTo>
                  <a:pt x="83820" y="156972"/>
                </a:lnTo>
                <a:lnTo>
                  <a:pt x="109728" y="187452"/>
                </a:lnTo>
                <a:lnTo>
                  <a:pt x="133667" y="167640"/>
                </a:lnTo>
                <a:lnTo>
                  <a:pt x="153924" y="150876"/>
                </a:lnTo>
                <a:lnTo>
                  <a:pt x="158496" y="147828"/>
                </a:lnTo>
                <a:lnTo>
                  <a:pt x="161544" y="146304"/>
                </a:lnTo>
                <a:lnTo>
                  <a:pt x="166116" y="146304"/>
                </a:lnTo>
                <a:lnTo>
                  <a:pt x="167640" y="147828"/>
                </a:lnTo>
                <a:lnTo>
                  <a:pt x="167640" y="149352"/>
                </a:lnTo>
                <a:lnTo>
                  <a:pt x="169164" y="150876"/>
                </a:lnTo>
                <a:lnTo>
                  <a:pt x="169164" y="153924"/>
                </a:lnTo>
                <a:lnTo>
                  <a:pt x="172212" y="153924"/>
                </a:lnTo>
                <a:lnTo>
                  <a:pt x="172212" y="146304"/>
                </a:lnTo>
                <a:lnTo>
                  <a:pt x="172212" y="102108"/>
                </a:lnTo>
                <a:close/>
              </a:path>
              <a:path extrusionOk="0" h="551815" w="175895">
                <a:moveTo>
                  <a:pt x="175272" y="248412"/>
                </a:moveTo>
                <a:lnTo>
                  <a:pt x="156984" y="222504"/>
                </a:lnTo>
                <a:lnTo>
                  <a:pt x="150888" y="222504"/>
                </a:lnTo>
                <a:lnTo>
                  <a:pt x="155460" y="227076"/>
                </a:lnTo>
                <a:lnTo>
                  <a:pt x="156984" y="230124"/>
                </a:lnTo>
                <a:lnTo>
                  <a:pt x="158508" y="231648"/>
                </a:lnTo>
                <a:lnTo>
                  <a:pt x="158508" y="233172"/>
                </a:lnTo>
                <a:lnTo>
                  <a:pt x="160032" y="234696"/>
                </a:lnTo>
                <a:lnTo>
                  <a:pt x="160032" y="236220"/>
                </a:lnTo>
                <a:lnTo>
                  <a:pt x="158508" y="237744"/>
                </a:lnTo>
                <a:lnTo>
                  <a:pt x="158508" y="239268"/>
                </a:lnTo>
                <a:lnTo>
                  <a:pt x="156984" y="239268"/>
                </a:lnTo>
                <a:lnTo>
                  <a:pt x="155460" y="240792"/>
                </a:lnTo>
                <a:lnTo>
                  <a:pt x="85356" y="240792"/>
                </a:lnTo>
                <a:lnTo>
                  <a:pt x="77736" y="242316"/>
                </a:lnTo>
                <a:lnTo>
                  <a:pt x="74688" y="243840"/>
                </a:lnTo>
                <a:lnTo>
                  <a:pt x="68592" y="245364"/>
                </a:lnTo>
                <a:lnTo>
                  <a:pt x="62496" y="254508"/>
                </a:lnTo>
                <a:lnTo>
                  <a:pt x="59448" y="260604"/>
                </a:lnTo>
                <a:lnTo>
                  <a:pt x="57924" y="268224"/>
                </a:lnTo>
                <a:lnTo>
                  <a:pt x="58000" y="280327"/>
                </a:lnTo>
                <a:lnTo>
                  <a:pt x="58127" y="282473"/>
                </a:lnTo>
                <a:lnTo>
                  <a:pt x="58178" y="283464"/>
                </a:lnTo>
                <a:lnTo>
                  <a:pt x="77736" y="320040"/>
                </a:lnTo>
                <a:lnTo>
                  <a:pt x="91452" y="320040"/>
                </a:lnTo>
                <a:lnTo>
                  <a:pt x="97548" y="313944"/>
                </a:lnTo>
                <a:lnTo>
                  <a:pt x="97548" y="307848"/>
                </a:lnTo>
                <a:lnTo>
                  <a:pt x="96024" y="304800"/>
                </a:lnTo>
                <a:lnTo>
                  <a:pt x="94500" y="303276"/>
                </a:lnTo>
                <a:lnTo>
                  <a:pt x="88404" y="300228"/>
                </a:lnTo>
                <a:lnTo>
                  <a:pt x="74688" y="300228"/>
                </a:lnTo>
                <a:lnTo>
                  <a:pt x="71640" y="298704"/>
                </a:lnTo>
                <a:lnTo>
                  <a:pt x="68592" y="295656"/>
                </a:lnTo>
                <a:lnTo>
                  <a:pt x="67068" y="292608"/>
                </a:lnTo>
                <a:lnTo>
                  <a:pt x="65646" y="288378"/>
                </a:lnTo>
                <a:lnTo>
                  <a:pt x="65684" y="275272"/>
                </a:lnTo>
                <a:lnTo>
                  <a:pt x="67068" y="269748"/>
                </a:lnTo>
                <a:lnTo>
                  <a:pt x="71640" y="266700"/>
                </a:lnTo>
                <a:lnTo>
                  <a:pt x="74688" y="263652"/>
                </a:lnTo>
                <a:lnTo>
                  <a:pt x="82308" y="260604"/>
                </a:lnTo>
                <a:lnTo>
                  <a:pt x="99072" y="260604"/>
                </a:lnTo>
                <a:lnTo>
                  <a:pt x="103619" y="274561"/>
                </a:lnTo>
                <a:lnTo>
                  <a:pt x="108026" y="286512"/>
                </a:lnTo>
                <a:lnTo>
                  <a:pt x="112141" y="296189"/>
                </a:lnTo>
                <a:lnTo>
                  <a:pt x="112268" y="296418"/>
                </a:lnTo>
                <a:lnTo>
                  <a:pt x="115836" y="303276"/>
                </a:lnTo>
                <a:lnTo>
                  <a:pt x="120408" y="312420"/>
                </a:lnTo>
                <a:lnTo>
                  <a:pt x="126504" y="318516"/>
                </a:lnTo>
                <a:lnTo>
                  <a:pt x="135648" y="323088"/>
                </a:lnTo>
                <a:lnTo>
                  <a:pt x="140220" y="324612"/>
                </a:lnTo>
                <a:lnTo>
                  <a:pt x="153936" y="324612"/>
                </a:lnTo>
                <a:lnTo>
                  <a:pt x="161556" y="323088"/>
                </a:lnTo>
                <a:lnTo>
                  <a:pt x="166128" y="316992"/>
                </a:lnTo>
                <a:lnTo>
                  <a:pt x="172224" y="312420"/>
                </a:lnTo>
                <a:lnTo>
                  <a:pt x="175272" y="306324"/>
                </a:lnTo>
                <a:lnTo>
                  <a:pt x="175272" y="304800"/>
                </a:lnTo>
                <a:lnTo>
                  <a:pt x="175272" y="292608"/>
                </a:lnTo>
                <a:lnTo>
                  <a:pt x="172224" y="283464"/>
                </a:lnTo>
                <a:lnTo>
                  <a:pt x="170243" y="280327"/>
                </a:lnTo>
                <a:lnTo>
                  <a:pt x="166700" y="275463"/>
                </a:lnTo>
                <a:lnTo>
                  <a:pt x="160032" y="266649"/>
                </a:lnTo>
                <a:lnTo>
                  <a:pt x="160032" y="286512"/>
                </a:lnTo>
                <a:lnTo>
                  <a:pt x="160032" y="291084"/>
                </a:lnTo>
                <a:lnTo>
                  <a:pt x="153936" y="300228"/>
                </a:lnTo>
                <a:lnTo>
                  <a:pt x="149364" y="303276"/>
                </a:lnTo>
                <a:lnTo>
                  <a:pt x="144792" y="304800"/>
                </a:lnTo>
                <a:lnTo>
                  <a:pt x="135648" y="304800"/>
                </a:lnTo>
                <a:lnTo>
                  <a:pt x="131076" y="303276"/>
                </a:lnTo>
                <a:lnTo>
                  <a:pt x="126504" y="300228"/>
                </a:lnTo>
                <a:lnTo>
                  <a:pt x="123456" y="297180"/>
                </a:lnTo>
                <a:lnTo>
                  <a:pt x="120408" y="292608"/>
                </a:lnTo>
                <a:lnTo>
                  <a:pt x="115836" y="286512"/>
                </a:lnTo>
                <a:lnTo>
                  <a:pt x="114401" y="282473"/>
                </a:lnTo>
                <a:lnTo>
                  <a:pt x="112407" y="276987"/>
                </a:lnTo>
                <a:lnTo>
                  <a:pt x="109816" y="269748"/>
                </a:lnTo>
                <a:lnTo>
                  <a:pt x="106692" y="260604"/>
                </a:lnTo>
                <a:lnTo>
                  <a:pt x="147840" y="260604"/>
                </a:lnTo>
                <a:lnTo>
                  <a:pt x="152908" y="268224"/>
                </a:lnTo>
                <a:lnTo>
                  <a:pt x="156794" y="275272"/>
                </a:lnTo>
                <a:lnTo>
                  <a:pt x="156857" y="275463"/>
                </a:lnTo>
                <a:lnTo>
                  <a:pt x="159194" y="281393"/>
                </a:lnTo>
                <a:lnTo>
                  <a:pt x="160032" y="286512"/>
                </a:lnTo>
                <a:lnTo>
                  <a:pt x="160032" y="266649"/>
                </a:lnTo>
                <a:lnTo>
                  <a:pt x="155460" y="260604"/>
                </a:lnTo>
                <a:lnTo>
                  <a:pt x="163080" y="260604"/>
                </a:lnTo>
                <a:lnTo>
                  <a:pt x="167652" y="259080"/>
                </a:lnTo>
                <a:lnTo>
                  <a:pt x="170700" y="257556"/>
                </a:lnTo>
                <a:lnTo>
                  <a:pt x="173748" y="254508"/>
                </a:lnTo>
                <a:lnTo>
                  <a:pt x="175272" y="251460"/>
                </a:lnTo>
                <a:lnTo>
                  <a:pt x="175272" y="248412"/>
                </a:lnTo>
                <a:close/>
              </a:path>
              <a:path extrusionOk="0" h="551815" w="175895">
                <a:moveTo>
                  <a:pt x="175272" y="44196"/>
                </a:moveTo>
                <a:lnTo>
                  <a:pt x="154647" y="8572"/>
                </a:lnTo>
                <a:lnTo>
                  <a:pt x="131076" y="0"/>
                </a:lnTo>
                <a:lnTo>
                  <a:pt x="129552" y="3048"/>
                </a:lnTo>
                <a:lnTo>
                  <a:pt x="138696" y="6096"/>
                </a:lnTo>
                <a:lnTo>
                  <a:pt x="146316" y="10668"/>
                </a:lnTo>
                <a:lnTo>
                  <a:pt x="149364" y="15240"/>
                </a:lnTo>
                <a:lnTo>
                  <a:pt x="155359" y="27241"/>
                </a:lnTo>
                <a:lnTo>
                  <a:pt x="155270" y="35369"/>
                </a:lnTo>
                <a:lnTo>
                  <a:pt x="132765" y="67614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469"/>
                </a:lnTo>
                <a:lnTo>
                  <a:pt x="94500" y="24384"/>
                </a:lnTo>
                <a:lnTo>
                  <a:pt x="94500" y="74676"/>
                </a:lnTo>
                <a:lnTo>
                  <a:pt x="85356" y="73152"/>
                </a:lnTo>
                <a:lnTo>
                  <a:pt x="77736" y="70104"/>
                </a:lnTo>
                <a:lnTo>
                  <a:pt x="67068" y="59436"/>
                </a:lnTo>
                <a:lnTo>
                  <a:pt x="65544" y="53340"/>
                </a:lnTo>
                <a:lnTo>
                  <a:pt x="65544" y="39624"/>
                </a:lnTo>
                <a:lnTo>
                  <a:pt x="71640" y="30480"/>
                </a:lnTo>
                <a:lnTo>
                  <a:pt x="74688" y="28956"/>
                </a:lnTo>
                <a:lnTo>
                  <a:pt x="79260" y="25908"/>
                </a:lnTo>
                <a:lnTo>
                  <a:pt x="82308" y="24384"/>
                </a:lnTo>
                <a:lnTo>
                  <a:pt x="94500" y="24384"/>
                </a:lnTo>
                <a:lnTo>
                  <a:pt x="94500" y="469"/>
                </a:lnTo>
                <a:lnTo>
                  <a:pt x="60591" y="24765"/>
                </a:lnTo>
                <a:lnTo>
                  <a:pt x="58470" y="33528"/>
                </a:lnTo>
                <a:lnTo>
                  <a:pt x="58026" y="39624"/>
                </a:lnTo>
                <a:lnTo>
                  <a:pt x="73164" y="77724"/>
                </a:lnTo>
                <a:lnTo>
                  <a:pt x="117360" y="92964"/>
                </a:lnTo>
                <a:lnTo>
                  <a:pt x="130213" y="91871"/>
                </a:lnTo>
                <a:lnTo>
                  <a:pt x="141363" y="88773"/>
                </a:lnTo>
                <a:lnTo>
                  <a:pt x="150787" y="83972"/>
                </a:lnTo>
                <a:lnTo>
                  <a:pt x="158508" y="77724"/>
                </a:lnTo>
                <a:lnTo>
                  <a:pt x="161531" y="74676"/>
                </a:lnTo>
                <a:lnTo>
                  <a:pt x="165620" y="70561"/>
                </a:lnTo>
                <a:lnTo>
                  <a:pt x="170891" y="62674"/>
                </a:lnTo>
                <a:lnTo>
                  <a:pt x="170954" y="62484"/>
                </a:lnTo>
                <a:lnTo>
                  <a:pt x="174142" y="53936"/>
                </a:lnTo>
                <a:lnTo>
                  <a:pt x="174218" y="53340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71" name="Google Shape;4771;p77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4905755" y="7583423"/>
            <a:ext cx="175260" cy="2941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772" name="Google Shape;4772;p77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4905755" y="6341363"/>
            <a:ext cx="175260" cy="116433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73" name="Google Shape;4773;p77"/>
          <p:cNvGrpSpPr/>
          <p:nvPr/>
        </p:nvGrpSpPr>
        <p:grpSpPr>
          <a:xfrm>
            <a:off x="4905755" y="5451348"/>
            <a:ext cx="175502" cy="824483"/>
            <a:chOff x="4905755" y="5451348"/>
            <a:chExt cx="175502" cy="824483"/>
          </a:xfrm>
        </p:grpSpPr>
        <p:pic>
          <p:nvPicPr>
            <p:cNvPr id="4774" name="Google Shape;4774;p77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4905755" y="6161531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775" name="Google Shape;4775;p77"/>
            <p:cNvSpPr/>
            <p:nvPr/>
          </p:nvSpPr>
          <p:spPr>
            <a:xfrm>
              <a:off x="4930127" y="5451348"/>
              <a:ext cx="151130" cy="690880"/>
            </a:xfrm>
            <a:custGeom>
              <a:rect b="b" l="l" r="r" t="t"/>
              <a:pathLst>
                <a:path extrusionOk="0" h="690879" w="151129">
                  <a:moveTo>
                    <a:pt x="147828" y="0"/>
                  </a:moveTo>
                  <a:lnTo>
                    <a:pt x="144780" y="0"/>
                  </a:lnTo>
                  <a:lnTo>
                    <a:pt x="144780" y="6096"/>
                  </a:lnTo>
                  <a:lnTo>
                    <a:pt x="143256" y="9144"/>
                  </a:lnTo>
                  <a:lnTo>
                    <a:pt x="141732" y="10668"/>
                  </a:lnTo>
                  <a:lnTo>
                    <a:pt x="141732" y="12192"/>
                  </a:lnTo>
                  <a:lnTo>
                    <a:pt x="140208" y="13716"/>
                  </a:lnTo>
                  <a:lnTo>
                    <a:pt x="137160" y="15240"/>
                  </a:lnTo>
                  <a:lnTo>
                    <a:pt x="135636" y="16764"/>
                  </a:lnTo>
                  <a:lnTo>
                    <a:pt x="65532" y="16764"/>
                  </a:lnTo>
                  <a:lnTo>
                    <a:pt x="33528" y="39624"/>
                  </a:lnTo>
                  <a:lnTo>
                    <a:pt x="33528" y="45720"/>
                  </a:lnTo>
                  <a:lnTo>
                    <a:pt x="34963" y="54864"/>
                  </a:lnTo>
                  <a:lnTo>
                    <a:pt x="39243" y="64198"/>
                  </a:lnTo>
                  <a:lnTo>
                    <a:pt x="46393" y="73799"/>
                  </a:lnTo>
                  <a:lnTo>
                    <a:pt x="56388" y="83820"/>
                  </a:lnTo>
                  <a:lnTo>
                    <a:pt x="33528" y="83820"/>
                  </a:lnTo>
                  <a:lnTo>
                    <a:pt x="33528" y="88392"/>
                  </a:lnTo>
                  <a:lnTo>
                    <a:pt x="47244" y="121920"/>
                  </a:lnTo>
                  <a:lnTo>
                    <a:pt x="50292" y="120396"/>
                  </a:lnTo>
                  <a:lnTo>
                    <a:pt x="47244" y="114300"/>
                  </a:lnTo>
                  <a:lnTo>
                    <a:pt x="47244" y="109728"/>
                  </a:lnTo>
                  <a:lnTo>
                    <a:pt x="48768" y="108204"/>
                  </a:lnTo>
                  <a:lnTo>
                    <a:pt x="48768" y="106680"/>
                  </a:lnTo>
                  <a:lnTo>
                    <a:pt x="50292" y="106680"/>
                  </a:lnTo>
                  <a:lnTo>
                    <a:pt x="51816" y="105156"/>
                  </a:lnTo>
                  <a:lnTo>
                    <a:pt x="54864" y="105156"/>
                  </a:lnTo>
                  <a:lnTo>
                    <a:pt x="58280" y="104279"/>
                  </a:lnTo>
                  <a:lnTo>
                    <a:pt x="63817" y="103822"/>
                  </a:lnTo>
                  <a:lnTo>
                    <a:pt x="72453" y="103632"/>
                  </a:lnTo>
                  <a:lnTo>
                    <a:pt x="131064" y="103632"/>
                  </a:lnTo>
                  <a:lnTo>
                    <a:pt x="137160" y="105156"/>
                  </a:lnTo>
                  <a:lnTo>
                    <a:pt x="143256" y="108204"/>
                  </a:lnTo>
                  <a:lnTo>
                    <a:pt x="144780" y="112776"/>
                  </a:lnTo>
                  <a:lnTo>
                    <a:pt x="144780" y="120396"/>
                  </a:lnTo>
                  <a:lnTo>
                    <a:pt x="147828" y="120396"/>
                  </a:lnTo>
                  <a:lnTo>
                    <a:pt x="147828" y="103632"/>
                  </a:lnTo>
                  <a:lnTo>
                    <a:pt x="147828" y="67056"/>
                  </a:lnTo>
                  <a:lnTo>
                    <a:pt x="144780" y="67056"/>
                  </a:lnTo>
                  <a:lnTo>
                    <a:pt x="144780" y="73152"/>
                  </a:lnTo>
                  <a:lnTo>
                    <a:pt x="143256" y="76200"/>
                  </a:lnTo>
                  <a:lnTo>
                    <a:pt x="143256" y="77724"/>
                  </a:lnTo>
                  <a:lnTo>
                    <a:pt x="141732" y="80772"/>
                  </a:lnTo>
                  <a:lnTo>
                    <a:pt x="140208" y="82296"/>
                  </a:lnTo>
                  <a:lnTo>
                    <a:pt x="137160" y="82296"/>
                  </a:lnTo>
                  <a:lnTo>
                    <a:pt x="135636" y="83820"/>
                  </a:lnTo>
                  <a:lnTo>
                    <a:pt x="64008" y="83820"/>
                  </a:lnTo>
                  <a:lnTo>
                    <a:pt x="57137" y="76733"/>
                  </a:lnTo>
                  <a:lnTo>
                    <a:pt x="52387" y="69342"/>
                  </a:lnTo>
                  <a:lnTo>
                    <a:pt x="49657" y="61963"/>
                  </a:lnTo>
                  <a:lnTo>
                    <a:pt x="48768" y="54864"/>
                  </a:lnTo>
                  <a:lnTo>
                    <a:pt x="48768" y="48768"/>
                  </a:lnTo>
                  <a:lnTo>
                    <a:pt x="50292" y="44196"/>
                  </a:lnTo>
                  <a:lnTo>
                    <a:pt x="59436" y="38100"/>
                  </a:lnTo>
                  <a:lnTo>
                    <a:pt x="67056" y="36576"/>
                  </a:lnTo>
                  <a:lnTo>
                    <a:pt x="134112" y="36576"/>
                  </a:lnTo>
                  <a:lnTo>
                    <a:pt x="140208" y="39624"/>
                  </a:lnTo>
                  <a:lnTo>
                    <a:pt x="143256" y="42672"/>
                  </a:lnTo>
                  <a:lnTo>
                    <a:pt x="144780" y="47244"/>
                  </a:lnTo>
                  <a:lnTo>
                    <a:pt x="144780" y="53340"/>
                  </a:lnTo>
                  <a:lnTo>
                    <a:pt x="147828" y="53340"/>
                  </a:lnTo>
                  <a:lnTo>
                    <a:pt x="147828" y="36576"/>
                  </a:lnTo>
                  <a:lnTo>
                    <a:pt x="147828" y="0"/>
                  </a:lnTo>
                  <a:close/>
                </a:path>
                <a:path extrusionOk="0" h="690879" w="151129">
                  <a:moveTo>
                    <a:pt x="150876" y="544068"/>
                  </a:moveTo>
                  <a:lnTo>
                    <a:pt x="147828" y="539496"/>
                  </a:lnTo>
                  <a:lnTo>
                    <a:pt x="144780" y="533400"/>
                  </a:lnTo>
                  <a:lnTo>
                    <a:pt x="140208" y="528828"/>
                  </a:lnTo>
                  <a:lnTo>
                    <a:pt x="134112" y="524256"/>
                  </a:lnTo>
                  <a:lnTo>
                    <a:pt x="126492" y="521208"/>
                  </a:lnTo>
                  <a:lnTo>
                    <a:pt x="126492" y="527304"/>
                  </a:lnTo>
                  <a:lnTo>
                    <a:pt x="129540" y="528828"/>
                  </a:lnTo>
                  <a:lnTo>
                    <a:pt x="131064" y="530352"/>
                  </a:lnTo>
                  <a:lnTo>
                    <a:pt x="134112" y="536448"/>
                  </a:lnTo>
                  <a:lnTo>
                    <a:pt x="135636" y="537972"/>
                  </a:lnTo>
                  <a:lnTo>
                    <a:pt x="135636" y="544068"/>
                  </a:lnTo>
                  <a:lnTo>
                    <a:pt x="134112" y="547116"/>
                  </a:lnTo>
                  <a:lnTo>
                    <a:pt x="128016" y="550164"/>
                  </a:lnTo>
                  <a:lnTo>
                    <a:pt x="123444" y="551688"/>
                  </a:lnTo>
                  <a:lnTo>
                    <a:pt x="44196" y="551688"/>
                  </a:lnTo>
                  <a:lnTo>
                    <a:pt x="44196" y="525780"/>
                  </a:lnTo>
                  <a:lnTo>
                    <a:pt x="36576" y="525780"/>
                  </a:lnTo>
                  <a:lnTo>
                    <a:pt x="36576" y="551688"/>
                  </a:lnTo>
                  <a:lnTo>
                    <a:pt x="0" y="551688"/>
                  </a:lnTo>
                  <a:lnTo>
                    <a:pt x="0" y="554736"/>
                  </a:lnTo>
                  <a:lnTo>
                    <a:pt x="30480" y="576072"/>
                  </a:lnTo>
                  <a:lnTo>
                    <a:pt x="35052" y="580644"/>
                  </a:lnTo>
                  <a:lnTo>
                    <a:pt x="38100" y="585216"/>
                  </a:lnTo>
                  <a:lnTo>
                    <a:pt x="39624" y="589788"/>
                  </a:lnTo>
                  <a:lnTo>
                    <a:pt x="44196" y="589788"/>
                  </a:lnTo>
                  <a:lnTo>
                    <a:pt x="44196" y="571500"/>
                  </a:lnTo>
                  <a:lnTo>
                    <a:pt x="134112" y="571500"/>
                  </a:lnTo>
                  <a:lnTo>
                    <a:pt x="138684" y="568452"/>
                  </a:lnTo>
                  <a:lnTo>
                    <a:pt x="144780" y="565404"/>
                  </a:lnTo>
                  <a:lnTo>
                    <a:pt x="147828" y="560832"/>
                  </a:lnTo>
                  <a:lnTo>
                    <a:pt x="149352" y="557784"/>
                  </a:lnTo>
                  <a:lnTo>
                    <a:pt x="150876" y="553212"/>
                  </a:lnTo>
                  <a:lnTo>
                    <a:pt x="150876" y="544068"/>
                  </a:lnTo>
                  <a:close/>
                </a:path>
                <a:path extrusionOk="0" h="690879" w="151129">
                  <a:moveTo>
                    <a:pt x="150888" y="641604"/>
                  </a:moveTo>
                  <a:lnTo>
                    <a:pt x="130263" y="605980"/>
                  </a:lnTo>
                  <a:lnTo>
                    <a:pt x="106692" y="597408"/>
                  </a:lnTo>
                  <a:lnTo>
                    <a:pt x="105168" y="600456"/>
                  </a:lnTo>
                  <a:lnTo>
                    <a:pt x="114312" y="603504"/>
                  </a:lnTo>
                  <a:lnTo>
                    <a:pt x="121932" y="608076"/>
                  </a:lnTo>
                  <a:lnTo>
                    <a:pt x="124980" y="612648"/>
                  </a:lnTo>
                  <a:lnTo>
                    <a:pt x="131076" y="624840"/>
                  </a:lnTo>
                  <a:lnTo>
                    <a:pt x="131013" y="632993"/>
                  </a:lnTo>
                  <a:lnTo>
                    <a:pt x="108381" y="665022"/>
                  </a:lnTo>
                  <a:lnTo>
                    <a:pt x="77736" y="672084"/>
                  </a:lnTo>
                  <a:lnTo>
                    <a:pt x="77736" y="621792"/>
                  </a:lnTo>
                  <a:lnTo>
                    <a:pt x="77736" y="597408"/>
                  </a:lnTo>
                  <a:lnTo>
                    <a:pt x="70116" y="597877"/>
                  </a:lnTo>
                  <a:lnTo>
                    <a:pt x="70116" y="621792"/>
                  </a:lnTo>
                  <a:lnTo>
                    <a:pt x="70116" y="672084"/>
                  </a:lnTo>
                  <a:lnTo>
                    <a:pt x="60972" y="670560"/>
                  </a:lnTo>
                  <a:lnTo>
                    <a:pt x="53352" y="667512"/>
                  </a:lnTo>
                  <a:lnTo>
                    <a:pt x="42684" y="656844"/>
                  </a:lnTo>
                  <a:lnTo>
                    <a:pt x="41160" y="650748"/>
                  </a:lnTo>
                  <a:lnTo>
                    <a:pt x="41160" y="637032"/>
                  </a:lnTo>
                  <a:lnTo>
                    <a:pt x="47256" y="627888"/>
                  </a:lnTo>
                  <a:lnTo>
                    <a:pt x="50304" y="626364"/>
                  </a:lnTo>
                  <a:lnTo>
                    <a:pt x="54876" y="623316"/>
                  </a:lnTo>
                  <a:lnTo>
                    <a:pt x="57924" y="621792"/>
                  </a:lnTo>
                  <a:lnTo>
                    <a:pt x="70116" y="621792"/>
                  </a:lnTo>
                  <a:lnTo>
                    <a:pt x="70116" y="597877"/>
                  </a:lnTo>
                  <a:lnTo>
                    <a:pt x="36207" y="622173"/>
                  </a:lnTo>
                  <a:lnTo>
                    <a:pt x="33642" y="637032"/>
                  </a:lnTo>
                  <a:lnTo>
                    <a:pt x="33667" y="640181"/>
                  </a:lnTo>
                  <a:lnTo>
                    <a:pt x="57607" y="681380"/>
                  </a:lnTo>
                  <a:lnTo>
                    <a:pt x="92976" y="690372"/>
                  </a:lnTo>
                  <a:lnTo>
                    <a:pt x="105829" y="689495"/>
                  </a:lnTo>
                  <a:lnTo>
                    <a:pt x="116979" y="686752"/>
                  </a:lnTo>
                  <a:lnTo>
                    <a:pt x="126403" y="682015"/>
                  </a:lnTo>
                  <a:lnTo>
                    <a:pt x="134124" y="675132"/>
                  </a:lnTo>
                  <a:lnTo>
                    <a:pt x="137147" y="672084"/>
                  </a:lnTo>
                  <a:lnTo>
                    <a:pt x="141236" y="667969"/>
                  </a:lnTo>
                  <a:lnTo>
                    <a:pt x="146507" y="660082"/>
                  </a:lnTo>
                  <a:lnTo>
                    <a:pt x="146570" y="659892"/>
                  </a:lnTo>
                  <a:lnTo>
                    <a:pt x="149758" y="651344"/>
                  </a:lnTo>
                  <a:lnTo>
                    <a:pt x="149834" y="650748"/>
                  </a:lnTo>
                  <a:lnTo>
                    <a:pt x="150888" y="641604"/>
                  </a:lnTo>
                  <a:close/>
                </a:path>
                <a:path extrusionOk="0" h="690879" w="151129">
                  <a:moveTo>
                    <a:pt x="150888" y="394716"/>
                  </a:moveTo>
                  <a:lnTo>
                    <a:pt x="54876" y="359664"/>
                  </a:lnTo>
                  <a:lnTo>
                    <a:pt x="45732" y="356616"/>
                  </a:lnTo>
                  <a:lnTo>
                    <a:pt x="39636" y="352044"/>
                  </a:lnTo>
                  <a:lnTo>
                    <a:pt x="39636" y="344424"/>
                  </a:lnTo>
                  <a:lnTo>
                    <a:pt x="36588" y="344424"/>
                  </a:lnTo>
                  <a:lnTo>
                    <a:pt x="36588" y="377952"/>
                  </a:lnTo>
                  <a:lnTo>
                    <a:pt x="39636" y="377952"/>
                  </a:lnTo>
                  <a:lnTo>
                    <a:pt x="39636" y="368808"/>
                  </a:lnTo>
                  <a:lnTo>
                    <a:pt x="44208" y="364236"/>
                  </a:lnTo>
                  <a:lnTo>
                    <a:pt x="48780" y="364236"/>
                  </a:lnTo>
                  <a:lnTo>
                    <a:pt x="51828" y="365760"/>
                  </a:lnTo>
                  <a:lnTo>
                    <a:pt x="56400" y="368808"/>
                  </a:lnTo>
                  <a:lnTo>
                    <a:pt x="118884" y="391668"/>
                  </a:lnTo>
                  <a:lnTo>
                    <a:pt x="54876" y="419100"/>
                  </a:lnTo>
                  <a:lnTo>
                    <a:pt x="53352" y="420624"/>
                  </a:lnTo>
                  <a:lnTo>
                    <a:pt x="47256" y="420624"/>
                  </a:lnTo>
                  <a:lnTo>
                    <a:pt x="44208" y="419100"/>
                  </a:lnTo>
                  <a:lnTo>
                    <a:pt x="41160" y="416052"/>
                  </a:lnTo>
                  <a:lnTo>
                    <a:pt x="39636" y="413004"/>
                  </a:lnTo>
                  <a:lnTo>
                    <a:pt x="39636" y="406908"/>
                  </a:lnTo>
                  <a:lnTo>
                    <a:pt x="36588" y="406908"/>
                  </a:lnTo>
                  <a:lnTo>
                    <a:pt x="36588" y="458724"/>
                  </a:lnTo>
                  <a:lnTo>
                    <a:pt x="39636" y="458724"/>
                  </a:lnTo>
                  <a:lnTo>
                    <a:pt x="39636" y="449580"/>
                  </a:lnTo>
                  <a:lnTo>
                    <a:pt x="44208" y="445008"/>
                  </a:lnTo>
                  <a:lnTo>
                    <a:pt x="53352" y="440436"/>
                  </a:lnTo>
                  <a:lnTo>
                    <a:pt x="68592" y="434340"/>
                  </a:lnTo>
                  <a:lnTo>
                    <a:pt x="118884" y="458724"/>
                  </a:lnTo>
                  <a:lnTo>
                    <a:pt x="56400" y="484632"/>
                  </a:lnTo>
                  <a:lnTo>
                    <a:pt x="53352" y="484632"/>
                  </a:lnTo>
                  <a:lnTo>
                    <a:pt x="50304" y="486156"/>
                  </a:lnTo>
                  <a:lnTo>
                    <a:pt x="44208" y="486156"/>
                  </a:lnTo>
                  <a:lnTo>
                    <a:pt x="42684" y="484632"/>
                  </a:lnTo>
                  <a:lnTo>
                    <a:pt x="41160" y="484632"/>
                  </a:lnTo>
                  <a:lnTo>
                    <a:pt x="39636" y="483108"/>
                  </a:lnTo>
                  <a:lnTo>
                    <a:pt x="39636" y="475488"/>
                  </a:lnTo>
                  <a:lnTo>
                    <a:pt x="36588" y="475488"/>
                  </a:lnTo>
                  <a:lnTo>
                    <a:pt x="36588" y="522732"/>
                  </a:lnTo>
                  <a:lnTo>
                    <a:pt x="39636" y="522732"/>
                  </a:lnTo>
                  <a:lnTo>
                    <a:pt x="39636" y="518160"/>
                  </a:lnTo>
                  <a:lnTo>
                    <a:pt x="41160" y="513588"/>
                  </a:lnTo>
                  <a:lnTo>
                    <a:pt x="44208" y="512064"/>
                  </a:lnTo>
                  <a:lnTo>
                    <a:pt x="45732" y="509016"/>
                  </a:lnTo>
                  <a:lnTo>
                    <a:pt x="50304" y="507492"/>
                  </a:lnTo>
                  <a:lnTo>
                    <a:pt x="56400" y="504444"/>
                  </a:lnTo>
                  <a:lnTo>
                    <a:pt x="150888" y="467868"/>
                  </a:lnTo>
                  <a:lnTo>
                    <a:pt x="150888" y="466344"/>
                  </a:lnTo>
                  <a:lnTo>
                    <a:pt x="77736" y="429768"/>
                  </a:lnTo>
                  <a:lnTo>
                    <a:pt x="150888" y="399288"/>
                  </a:lnTo>
                  <a:lnTo>
                    <a:pt x="150888" y="394716"/>
                  </a:lnTo>
                  <a:close/>
                </a:path>
                <a:path extrusionOk="0" h="690879" w="151129">
                  <a:moveTo>
                    <a:pt x="150888" y="284988"/>
                  </a:moveTo>
                  <a:lnTo>
                    <a:pt x="130263" y="249364"/>
                  </a:lnTo>
                  <a:lnTo>
                    <a:pt x="106692" y="240792"/>
                  </a:lnTo>
                  <a:lnTo>
                    <a:pt x="105168" y="243840"/>
                  </a:lnTo>
                  <a:lnTo>
                    <a:pt x="114312" y="246888"/>
                  </a:lnTo>
                  <a:lnTo>
                    <a:pt x="121932" y="251460"/>
                  </a:lnTo>
                  <a:lnTo>
                    <a:pt x="124980" y="256032"/>
                  </a:lnTo>
                  <a:lnTo>
                    <a:pt x="131076" y="268224"/>
                  </a:lnTo>
                  <a:lnTo>
                    <a:pt x="131013" y="276377"/>
                  </a:lnTo>
                  <a:lnTo>
                    <a:pt x="108381" y="308406"/>
                  </a:lnTo>
                  <a:lnTo>
                    <a:pt x="77736" y="315468"/>
                  </a:lnTo>
                  <a:lnTo>
                    <a:pt x="77736" y="265176"/>
                  </a:lnTo>
                  <a:lnTo>
                    <a:pt x="77736" y="240792"/>
                  </a:lnTo>
                  <a:lnTo>
                    <a:pt x="70116" y="241261"/>
                  </a:lnTo>
                  <a:lnTo>
                    <a:pt x="70116" y="265176"/>
                  </a:lnTo>
                  <a:lnTo>
                    <a:pt x="70116" y="315468"/>
                  </a:lnTo>
                  <a:lnTo>
                    <a:pt x="60972" y="313944"/>
                  </a:lnTo>
                  <a:lnTo>
                    <a:pt x="53352" y="310896"/>
                  </a:lnTo>
                  <a:lnTo>
                    <a:pt x="42684" y="300228"/>
                  </a:lnTo>
                  <a:lnTo>
                    <a:pt x="41160" y="294132"/>
                  </a:lnTo>
                  <a:lnTo>
                    <a:pt x="41160" y="280416"/>
                  </a:lnTo>
                  <a:lnTo>
                    <a:pt x="44208" y="275844"/>
                  </a:lnTo>
                  <a:lnTo>
                    <a:pt x="50304" y="269748"/>
                  </a:lnTo>
                  <a:lnTo>
                    <a:pt x="54876" y="266700"/>
                  </a:lnTo>
                  <a:lnTo>
                    <a:pt x="57924" y="265176"/>
                  </a:lnTo>
                  <a:lnTo>
                    <a:pt x="70116" y="265176"/>
                  </a:lnTo>
                  <a:lnTo>
                    <a:pt x="70116" y="241261"/>
                  </a:lnTo>
                  <a:lnTo>
                    <a:pt x="36207" y="265557"/>
                  </a:lnTo>
                  <a:lnTo>
                    <a:pt x="33642" y="280416"/>
                  </a:lnTo>
                  <a:lnTo>
                    <a:pt x="33667" y="283565"/>
                  </a:lnTo>
                  <a:lnTo>
                    <a:pt x="57607" y="325399"/>
                  </a:lnTo>
                  <a:lnTo>
                    <a:pt x="92976" y="333756"/>
                  </a:lnTo>
                  <a:lnTo>
                    <a:pt x="105829" y="332879"/>
                  </a:lnTo>
                  <a:lnTo>
                    <a:pt x="116979" y="330136"/>
                  </a:lnTo>
                  <a:lnTo>
                    <a:pt x="126403" y="325399"/>
                  </a:lnTo>
                  <a:lnTo>
                    <a:pt x="134124" y="318516"/>
                  </a:lnTo>
                  <a:lnTo>
                    <a:pt x="137147" y="315468"/>
                  </a:lnTo>
                  <a:lnTo>
                    <a:pt x="141236" y="311353"/>
                  </a:lnTo>
                  <a:lnTo>
                    <a:pt x="146507" y="303466"/>
                  </a:lnTo>
                  <a:lnTo>
                    <a:pt x="146570" y="303276"/>
                  </a:lnTo>
                  <a:lnTo>
                    <a:pt x="149758" y="294728"/>
                  </a:lnTo>
                  <a:lnTo>
                    <a:pt x="149834" y="294132"/>
                  </a:lnTo>
                  <a:lnTo>
                    <a:pt x="150888" y="284988"/>
                  </a:lnTo>
                  <a:close/>
                </a:path>
                <a:path extrusionOk="0" h="690879" w="151129">
                  <a:moveTo>
                    <a:pt x="150888" y="176784"/>
                  </a:moveTo>
                  <a:lnTo>
                    <a:pt x="150025" y="167957"/>
                  </a:lnTo>
                  <a:lnTo>
                    <a:pt x="149923" y="167640"/>
                  </a:lnTo>
                  <a:lnTo>
                    <a:pt x="147459" y="159829"/>
                  </a:lnTo>
                  <a:lnTo>
                    <a:pt x="115303" y="133019"/>
                  </a:lnTo>
                  <a:lnTo>
                    <a:pt x="106692" y="131064"/>
                  </a:lnTo>
                  <a:lnTo>
                    <a:pt x="105168" y="134112"/>
                  </a:lnTo>
                  <a:lnTo>
                    <a:pt x="114312" y="138684"/>
                  </a:lnTo>
                  <a:lnTo>
                    <a:pt x="121932" y="141732"/>
                  </a:lnTo>
                  <a:lnTo>
                    <a:pt x="124980" y="147828"/>
                  </a:lnTo>
                  <a:lnTo>
                    <a:pt x="128028" y="152400"/>
                  </a:lnTo>
                  <a:lnTo>
                    <a:pt x="128104" y="152577"/>
                  </a:lnTo>
                  <a:lnTo>
                    <a:pt x="131076" y="158496"/>
                  </a:lnTo>
                  <a:lnTo>
                    <a:pt x="131076" y="166116"/>
                  </a:lnTo>
                  <a:lnTo>
                    <a:pt x="130200" y="173736"/>
                  </a:lnTo>
                  <a:lnTo>
                    <a:pt x="99644" y="203073"/>
                  </a:lnTo>
                  <a:lnTo>
                    <a:pt x="77736" y="205740"/>
                  </a:lnTo>
                  <a:lnTo>
                    <a:pt x="77736" y="155448"/>
                  </a:lnTo>
                  <a:lnTo>
                    <a:pt x="77736" y="131064"/>
                  </a:lnTo>
                  <a:lnTo>
                    <a:pt x="70116" y="131724"/>
                  </a:lnTo>
                  <a:lnTo>
                    <a:pt x="70116" y="155448"/>
                  </a:lnTo>
                  <a:lnTo>
                    <a:pt x="70116" y="205740"/>
                  </a:lnTo>
                  <a:lnTo>
                    <a:pt x="60972" y="205740"/>
                  </a:lnTo>
                  <a:lnTo>
                    <a:pt x="53352" y="202692"/>
                  </a:lnTo>
                  <a:lnTo>
                    <a:pt x="48780" y="196596"/>
                  </a:lnTo>
                  <a:lnTo>
                    <a:pt x="42684" y="192024"/>
                  </a:lnTo>
                  <a:lnTo>
                    <a:pt x="41160" y="185889"/>
                  </a:lnTo>
                  <a:lnTo>
                    <a:pt x="41160" y="170688"/>
                  </a:lnTo>
                  <a:lnTo>
                    <a:pt x="44208" y="167640"/>
                  </a:lnTo>
                  <a:lnTo>
                    <a:pt x="47256" y="163068"/>
                  </a:lnTo>
                  <a:lnTo>
                    <a:pt x="50304" y="160020"/>
                  </a:lnTo>
                  <a:lnTo>
                    <a:pt x="54876" y="158496"/>
                  </a:lnTo>
                  <a:lnTo>
                    <a:pt x="57924" y="156972"/>
                  </a:lnTo>
                  <a:lnTo>
                    <a:pt x="62496" y="155448"/>
                  </a:lnTo>
                  <a:lnTo>
                    <a:pt x="70116" y="155448"/>
                  </a:lnTo>
                  <a:lnTo>
                    <a:pt x="70116" y="131724"/>
                  </a:lnTo>
                  <a:lnTo>
                    <a:pt x="36207" y="156781"/>
                  </a:lnTo>
                  <a:lnTo>
                    <a:pt x="34074" y="166116"/>
                  </a:lnTo>
                  <a:lnTo>
                    <a:pt x="33959" y="167640"/>
                  </a:lnTo>
                  <a:lnTo>
                    <a:pt x="33934" y="167957"/>
                  </a:lnTo>
                  <a:lnTo>
                    <a:pt x="33540" y="173736"/>
                  </a:lnTo>
                  <a:lnTo>
                    <a:pt x="34417" y="183743"/>
                  </a:lnTo>
                  <a:lnTo>
                    <a:pt x="57607" y="216319"/>
                  </a:lnTo>
                  <a:lnTo>
                    <a:pt x="92976" y="224028"/>
                  </a:lnTo>
                  <a:lnTo>
                    <a:pt x="105829" y="223177"/>
                  </a:lnTo>
                  <a:lnTo>
                    <a:pt x="141236" y="202933"/>
                  </a:lnTo>
                  <a:lnTo>
                    <a:pt x="149758" y="185889"/>
                  </a:lnTo>
                  <a:lnTo>
                    <a:pt x="150888" y="1767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776" name="Google Shape;4776;p77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4905755" y="4946904"/>
            <a:ext cx="175260" cy="434340"/>
          </a:xfrm>
          <a:prstGeom prst="rect">
            <a:avLst/>
          </a:prstGeom>
          <a:noFill/>
          <a:ln>
            <a:noFill/>
          </a:ln>
        </p:spPr>
      </p:pic>
      <p:pic>
        <p:nvPicPr>
          <p:cNvPr id="4777" name="Google Shape;4777;p77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4905755" y="3765804"/>
            <a:ext cx="175260" cy="1103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78" name="Google Shape;4778;p77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5375147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779" name="Google Shape;4779;p77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5369052" y="8304276"/>
            <a:ext cx="170688" cy="1165860"/>
          </a:xfrm>
          <a:prstGeom prst="rect">
            <a:avLst/>
          </a:prstGeom>
          <a:noFill/>
          <a:ln>
            <a:noFill/>
          </a:ln>
        </p:spPr>
      </p:pic>
      <p:pic>
        <p:nvPicPr>
          <p:cNvPr id="4780" name="Google Shape;4780;p77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5364479" y="7193280"/>
            <a:ext cx="175260" cy="1033272"/>
          </a:xfrm>
          <a:prstGeom prst="rect">
            <a:avLst/>
          </a:prstGeom>
          <a:noFill/>
          <a:ln>
            <a:noFill/>
          </a:ln>
        </p:spPr>
      </p:pic>
      <p:pic>
        <p:nvPicPr>
          <p:cNvPr id="4781" name="Google Shape;4781;p77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5364479" y="6832092"/>
            <a:ext cx="175259" cy="2956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82" name="Google Shape;4782;p77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5364479" y="5795771"/>
            <a:ext cx="175260" cy="967740"/>
          </a:xfrm>
          <a:prstGeom prst="rect">
            <a:avLst/>
          </a:prstGeom>
          <a:noFill/>
          <a:ln>
            <a:noFill/>
          </a:ln>
        </p:spPr>
      </p:pic>
      <p:pic>
        <p:nvPicPr>
          <p:cNvPr id="4783" name="Google Shape;4783;p77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5364479" y="5373623"/>
            <a:ext cx="175260" cy="34899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84" name="Google Shape;4784;p77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5364479" y="4166615"/>
            <a:ext cx="225551" cy="11369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85" name="Google Shape;4785;p77"/>
          <p:cNvGrpSpPr/>
          <p:nvPr/>
        </p:nvGrpSpPr>
        <p:grpSpPr>
          <a:xfrm>
            <a:off x="5364479" y="3537203"/>
            <a:ext cx="175260" cy="553212"/>
            <a:chOff x="5364479" y="3537203"/>
            <a:chExt cx="175260" cy="553212"/>
          </a:xfrm>
        </p:grpSpPr>
        <p:pic>
          <p:nvPicPr>
            <p:cNvPr id="4786" name="Google Shape;4786;p77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5364480" y="3869435"/>
              <a:ext cx="175259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87" name="Google Shape;4787;p77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5364479" y="3537203"/>
              <a:ext cx="175259" cy="29565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788" name="Google Shape;4788;p77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5364479" y="2200655"/>
            <a:ext cx="175260" cy="1260347"/>
          </a:xfrm>
          <a:prstGeom prst="rect">
            <a:avLst/>
          </a:prstGeom>
          <a:noFill/>
          <a:ln>
            <a:noFill/>
          </a:ln>
        </p:spPr>
      </p:pic>
      <p:pic>
        <p:nvPicPr>
          <p:cNvPr id="4789" name="Google Shape;4789;p77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5835396" y="9645395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0" name="Google Shape;4790;p77"/>
          <p:cNvPicPr preferRelativeResize="0"/>
          <p:nvPr/>
        </p:nvPicPr>
        <p:blipFill rotWithShape="1">
          <a:blip r:embed="rId91">
            <a:alphaModFix/>
          </a:blip>
          <a:srcRect b="0" l="0" r="0" t="0"/>
          <a:stretch/>
        </p:blipFill>
        <p:spPr>
          <a:xfrm>
            <a:off x="5829300" y="7146035"/>
            <a:ext cx="170688" cy="1147572"/>
          </a:xfrm>
          <a:prstGeom prst="rect">
            <a:avLst/>
          </a:prstGeom>
          <a:noFill/>
          <a:ln>
            <a:noFill/>
          </a:ln>
        </p:spPr>
      </p:pic>
      <p:sp>
        <p:nvSpPr>
          <p:cNvPr id="4791" name="Google Shape;4791;p77"/>
          <p:cNvSpPr/>
          <p:nvPr/>
        </p:nvSpPr>
        <p:spPr>
          <a:xfrm>
            <a:off x="5824728" y="6440424"/>
            <a:ext cx="175260" cy="622300"/>
          </a:xfrm>
          <a:custGeom>
            <a:rect b="b" l="l" r="r" t="t"/>
            <a:pathLst>
              <a:path extrusionOk="0" h="622300" w="175260">
                <a:moveTo>
                  <a:pt x="172212" y="345948"/>
                </a:moveTo>
                <a:lnTo>
                  <a:pt x="169164" y="345948"/>
                </a:lnTo>
                <a:lnTo>
                  <a:pt x="169164" y="350520"/>
                </a:lnTo>
                <a:lnTo>
                  <a:pt x="167640" y="355092"/>
                </a:lnTo>
                <a:lnTo>
                  <a:pt x="167640" y="356616"/>
                </a:lnTo>
                <a:lnTo>
                  <a:pt x="163068" y="361188"/>
                </a:lnTo>
                <a:lnTo>
                  <a:pt x="160020" y="362712"/>
                </a:lnTo>
                <a:lnTo>
                  <a:pt x="99707" y="362712"/>
                </a:lnTo>
                <a:lnTo>
                  <a:pt x="90297" y="362902"/>
                </a:lnTo>
                <a:lnTo>
                  <a:pt x="57912" y="385572"/>
                </a:lnTo>
                <a:lnTo>
                  <a:pt x="57912" y="397764"/>
                </a:lnTo>
                <a:lnTo>
                  <a:pt x="80772" y="429768"/>
                </a:lnTo>
                <a:lnTo>
                  <a:pt x="0" y="429768"/>
                </a:lnTo>
                <a:lnTo>
                  <a:pt x="0" y="434340"/>
                </a:lnTo>
                <a:lnTo>
                  <a:pt x="13716" y="467868"/>
                </a:lnTo>
                <a:lnTo>
                  <a:pt x="16764" y="466344"/>
                </a:lnTo>
                <a:lnTo>
                  <a:pt x="15240" y="461772"/>
                </a:lnTo>
                <a:lnTo>
                  <a:pt x="15240" y="454152"/>
                </a:lnTo>
                <a:lnTo>
                  <a:pt x="16764" y="452628"/>
                </a:lnTo>
                <a:lnTo>
                  <a:pt x="16764" y="451104"/>
                </a:lnTo>
                <a:lnTo>
                  <a:pt x="19812" y="451104"/>
                </a:lnTo>
                <a:lnTo>
                  <a:pt x="22860" y="449580"/>
                </a:lnTo>
                <a:lnTo>
                  <a:pt x="160020" y="449580"/>
                </a:lnTo>
                <a:lnTo>
                  <a:pt x="161544" y="451104"/>
                </a:lnTo>
                <a:lnTo>
                  <a:pt x="164592" y="451104"/>
                </a:lnTo>
                <a:lnTo>
                  <a:pt x="166116" y="452628"/>
                </a:lnTo>
                <a:lnTo>
                  <a:pt x="166116" y="454152"/>
                </a:lnTo>
                <a:lnTo>
                  <a:pt x="167640" y="457200"/>
                </a:lnTo>
                <a:lnTo>
                  <a:pt x="169164" y="461772"/>
                </a:lnTo>
                <a:lnTo>
                  <a:pt x="169164" y="466344"/>
                </a:lnTo>
                <a:lnTo>
                  <a:pt x="172212" y="466344"/>
                </a:lnTo>
                <a:lnTo>
                  <a:pt x="172212" y="449580"/>
                </a:lnTo>
                <a:lnTo>
                  <a:pt x="172212" y="413004"/>
                </a:lnTo>
                <a:lnTo>
                  <a:pt x="169164" y="413004"/>
                </a:lnTo>
                <a:lnTo>
                  <a:pt x="169164" y="417576"/>
                </a:lnTo>
                <a:lnTo>
                  <a:pt x="167640" y="422148"/>
                </a:lnTo>
                <a:lnTo>
                  <a:pt x="167640" y="423672"/>
                </a:lnTo>
                <a:lnTo>
                  <a:pt x="166116" y="426720"/>
                </a:lnTo>
                <a:lnTo>
                  <a:pt x="164592" y="428244"/>
                </a:lnTo>
                <a:lnTo>
                  <a:pt x="161544" y="428244"/>
                </a:lnTo>
                <a:lnTo>
                  <a:pt x="160020" y="429768"/>
                </a:lnTo>
                <a:lnTo>
                  <a:pt x="88392" y="429768"/>
                </a:lnTo>
                <a:lnTo>
                  <a:pt x="82296" y="423672"/>
                </a:lnTo>
                <a:lnTo>
                  <a:pt x="77724" y="417576"/>
                </a:lnTo>
                <a:lnTo>
                  <a:pt x="77660" y="417385"/>
                </a:lnTo>
                <a:lnTo>
                  <a:pt x="76200" y="413004"/>
                </a:lnTo>
                <a:lnTo>
                  <a:pt x="73152" y="409956"/>
                </a:lnTo>
                <a:lnTo>
                  <a:pt x="73152" y="393192"/>
                </a:lnTo>
                <a:lnTo>
                  <a:pt x="76200" y="390144"/>
                </a:lnTo>
                <a:lnTo>
                  <a:pt x="77724" y="387096"/>
                </a:lnTo>
                <a:lnTo>
                  <a:pt x="83820" y="384048"/>
                </a:lnTo>
                <a:lnTo>
                  <a:pt x="88392" y="382524"/>
                </a:lnTo>
                <a:lnTo>
                  <a:pt x="158496" y="382524"/>
                </a:lnTo>
                <a:lnTo>
                  <a:pt x="163068" y="384048"/>
                </a:lnTo>
                <a:lnTo>
                  <a:pt x="164592" y="384048"/>
                </a:lnTo>
                <a:lnTo>
                  <a:pt x="166116" y="387096"/>
                </a:lnTo>
                <a:lnTo>
                  <a:pt x="167640" y="388620"/>
                </a:lnTo>
                <a:lnTo>
                  <a:pt x="169164" y="391668"/>
                </a:lnTo>
                <a:lnTo>
                  <a:pt x="169164" y="399288"/>
                </a:lnTo>
                <a:lnTo>
                  <a:pt x="172212" y="399288"/>
                </a:lnTo>
                <a:lnTo>
                  <a:pt x="172212" y="382524"/>
                </a:lnTo>
                <a:lnTo>
                  <a:pt x="172212" y="345948"/>
                </a:lnTo>
                <a:close/>
              </a:path>
              <a:path extrusionOk="0" h="622300" w="175260">
                <a:moveTo>
                  <a:pt x="172212" y="68580"/>
                </a:moveTo>
                <a:lnTo>
                  <a:pt x="169164" y="68580"/>
                </a:lnTo>
                <a:lnTo>
                  <a:pt x="169164" y="74676"/>
                </a:lnTo>
                <a:lnTo>
                  <a:pt x="167640" y="77724"/>
                </a:lnTo>
                <a:lnTo>
                  <a:pt x="167640" y="80772"/>
                </a:lnTo>
                <a:lnTo>
                  <a:pt x="164592" y="83820"/>
                </a:lnTo>
                <a:lnTo>
                  <a:pt x="161544" y="83820"/>
                </a:lnTo>
                <a:lnTo>
                  <a:pt x="160020" y="85344"/>
                </a:lnTo>
                <a:lnTo>
                  <a:pt x="109728" y="85344"/>
                </a:lnTo>
                <a:lnTo>
                  <a:pt x="0" y="85344"/>
                </a:lnTo>
                <a:lnTo>
                  <a:pt x="0" y="91440"/>
                </a:lnTo>
                <a:lnTo>
                  <a:pt x="13716" y="121920"/>
                </a:lnTo>
                <a:lnTo>
                  <a:pt x="16764" y="120396"/>
                </a:lnTo>
                <a:lnTo>
                  <a:pt x="13716" y="114300"/>
                </a:lnTo>
                <a:lnTo>
                  <a:pt x="13716" y="111252"/>
                </a:lnTo>
                <a:lnTo>
                  <a:pt x="16764" y="108204"/>
                </a:lnTo>
                <a:lnTo>
                  <a:pt x="16764" y="106680"/>
                </a:lnTo>
                <a:lnTo>
                  <a:pt x="22860" y="106680"/>
                </a:lnTo>
                <a:lnTo>
                  <a:pt x="25908" y="105156"/>
                </a:lnTo>
                <a:lnTo>
                  <a:pt x="160020" y="105156"/>
                </a:lnTo>
                <a:lnTo>
                  <a:pt x="161544" y="106680"/>
                </a:lnTo>
                <a:lnTo>
                  <a:pt x="164592" y="108204"/>
                </a:lnTo>
                <a:lnTo>
                  <a:pt x="166116" y="108204"/>
                </a:lnTo>
                <a:lnTo>
                  <a:pt x="166116" y="109728"/>
                </a:lnTo>
                <a:lnTo>
                  <a:pt x="167640" y="112776"/>
                </a:lnTo>
                <a:lnTo>
                  <a:pt x="169164" y="117348"/>
                </a:lnTo>
                <a:lnTo>
                  <a:pt x="169164" y="121920"/>
                </a:lnTo>
                <a:lnTo>
                  <a:pt x="172212" y="121920"/>
                </a:lnTo>
                <a:lnTo>
                  <a:pt x="172212" y="105156"/>
                </a:lnTo>
                <a:lnTo>
                  <a:pt x="172212" y="68580"/>
                </a:lnTo>
                <a:close/>
              </a:path>
              <a:path extrusionOk="0" h="622300" w="175260">
                <a:moveTo>
                  <a:pt x="172212" y="0"/>
                </a:moveTo>
                <a:lnTo>
                  <a:pt x="166116" y="0"/>
                </a:lnTo>
                <a:lnTo>
                  <a:pt x="166116" y="7620"/>
                </a:lnTo>
                <a:lnTo>
                  <a:pt x="164592" y="10668"/>
                </a:lnTo>
                <a:lnTo>
                  <a:pt x="164592" y="12192"/>
                </a:lnTo>
                <a:lnTo>
                  <a:pt x="161544" y="15240"/>
                </a:lnTo>
                <a:lnTo>
                  <a:pt x="158496" y="19812"/>
                </a:lnTo>
                <a:lnTo>
                  <a:pt x="155448" y="21336"/>
                </a:lnTo>
                <a:lnTo>
                  <a:pt x="149352" y="27432"/>
                </a:lnTo>
                <a:lnTo>
                  <a:pt x="103632" y="65532"/>
                </a:lnTo>
                <a:lnTo>
                  <a:pt x="85496" y="44196"/>
                </a:lnTo>
                <a:lnTo>
                  <a:pt x="77724" y="35052"/>
                </a:lnTo>
                <a:lnTo>
                  <a:pt x="71628" y="30480"/>
                </a:lnTo>
                <a:lnTo>
                  <a:pt x="68580" y="25908"/>
                </a:lnTo>
                <a:lnTo>
                  <a:pt x="65532" y="16764"/>
                </a:lnTo>
                <a:lnTo>
                  <a:pt x="64008" y="10668"/>
                </a:lnTo>
                <a:lnTo>
                  <a:pt x="64008" y="4572"/>
                </a:lnTo>
                <a:lnTo>
                  <a:pt x="60960" y="4572"/>
                </a:lnTo>
                <a:lnTo>
                  <a:pt x="60960" y="51816"/>
                </a:lnTo>
                <a:lnTo>
                  <a:pt x="64008" y="51816"/>
                </a:lnTo>
                <a:lnTo>
                  <a:pt x="64008" y="47244"/>
                </a:lnTo>
                <a:lnTo>
                  <a:pt x="67056" y="44196"/>
                </a:lnTo>
                <a:lnTo>
                  <a:pt x="73152" y="44196"/>
                </a:lnTo>
                <a:lnTo>
                  <a:pt x="83820" y="54864"/>
                </a:lnTo>
                <a:lnTo>
                  <a:pt x="109728" y="85344"/>
                </a:lnTo>
                <a:lnTo>
                  <a:pt x="133667" y="65532"/>
                </a:lnTo>
                <a:lnTo>
                  <a:pt x="153924" y="48768"/>
                </a:lnTo>
                <a:lnTo>
                  <a:pt x="158496" y="45720"/>
                </a:lnTo>
                <a:lnTo>
                  <a:pt x="161544" y="44196"/>
                </a:lnTo>
                <a:lnTo>
                  <a:pt x="164592" y="44196"/>
                </a:lnTo>
                <a:lnTo>
                  <a:pt x="166116" y="45720"/>
                </a:lnTo>
                <a:lnTo>
                  <a:pt x="167640" y="45720"/>
                </a:lnTo>
                <a:lnTo>
                  <a:pt x="167640" y="47244"/>
                </a:lnTo>
                <a:lnTo>
                  <a:pt x="169164" y="48768"/>
                </a:lnTo>
                <a:lnTo>
                  <a:pt x="169164" y="51816"/>
                </a:lnTo>
                <a:lnTo>
                  <a:pt x="172212" y="51816"/>
                </a:lnTo>
                <a:lnTo>
                  <a:pt x="172212" y="44196"/>
                </a:lnTo>
                <a:lnTo>
                  <a:pt x="172212" y="0"/>
                </a:lnTo>
                <a:close/>
              </a:path>
              <a:path extrusionOk="0" h="622300" w="175260">
                <a:moveTo>
                  <a:pt x="175247" y="284988"/>
                </a:moveTo>
                <a:lnTo>
                  <a:pt x="154635" y="248488"/>
                </a:lnTo>
                <a:lnTo>
                  <a:pt x="131051" y="239268"/>
                </a:lnTo>
                <a:lnTo>
                  <a:pt x="129527" y="242316"/>
                </a:lnTo>
                <a:lnTo>
                  <a:pt x="138671" y="245364"/>
                </a:lnTo>
                <a:lnTo>
                  <a:pt x="146291" y="249936"/>
                </a:lnTo>
                <a:lnTo>
                  <a:pt x="149339" y="256032"/>
                </a:lnTo>
                <a:lnTo>
                  <a:pt x="153911" y="260604"/>
                </a:lnTo>
                <a:lnTo>
                  <a:pt x="153962" y="260781"/>
                </a:lnTo>
                <a:lnTo>
                  <a:pt x="155435" y="266700"/>
                </a:lnTo>
                <a:lnTo>
                  <a:pt x="155435" y="274320"/>
                </a:lnTo>
                <a:lnTo>
                  <a:pt x="132753" y="307517"/>
                </a:lnTo>
                <a:lnTo>
                  <a:pt x="102095" y="313944"/>
                </a:lnTo>
                <a:lnTo>
                  <a:pt x="102095" y="263652"/>
                </a:lnTo>
                <a:lnTo>
                  <a:pt x="102095" y="239268"/>
                </a:lnTo>
                <a:lnTo>
                  <a:pt x="94475" y="239928"/>
                </a:lnTo>
                <a:lnTo>
                  <a:pt x="94475" y="263652"/>
                </a:lnTo>
                <a:lnTo>
                  <a:pt x="94475" y="313944"/>
                </a:lnTo>
                <a:lnTo>
                  <a:pt x="85331" y="312420"/>
                </a:lnTo>
                <a:lnTo>
                  <a:pt x="77711" y="309372"/>
                </a:lnTo>
                <a:lnTo>
                  <a:pt x="73139" y="304800"/>
                </a:lnTo>
                <a:lnTo>
                  <a:pt x="67043" y="300228"/>
                </a:lnTo>
                <a:lnTo>
                  <a:pt x="65519" y="294093"/>
                </a:lnTo>
                <a:lnTo>
                  <a:pt x="65519" y="283464"/>
                </a:lnTo>
                <a:lnTo>
                  <a:pt x="68567" y="274320"/>
                </a:lnTo>
                <a:lnTo>
                  <a:pt x="74663" y="268224"/>
                </a:lnTo>
                <a:lnTo>
                  <a:pt x="79235" y="266700"/>
                </a:lnTo>
                <a:lnTo>
                  <a:pt x="82283" y="265176"/>
                </a:lnTo>
                <a:lnTo>
                  <a:pt x="86855" y="263652"/>
                </a:lnTo>
                <a:lnTo>
                  <a:pt x="94475" y="263652"/>
                </a:lnTo>
                <a:lnTo>
                  <a:pt x="94475" y="239928"/>
                </a:lnTo>
                <a:lnTo>
                  <a:pt x="60566" y="264985"/>
                </a:lnTo>
                <a:lnTo>
                  <a:pt x="60528" y="265176"/>
                </a:lnTo>
                <a:lnTo>
                  <a:pt x="58521" y="273113"/>
                </a:lnTo>
                <a:lnTo>
                  <a:pt x="58445" y="274320"/>
                </a:lnTo>
                <a:lnTo>
                  <a:pt x="57899" y="281940"/>
                </a:lnTo>
                <a:lnTo>
                  <a:pt x="58788" y="291947"/>
                </a:lnTo>
                <a:lnTo>
                  <a:pt x="81978" y="324523"/>
                </a:lnTo>
                <a:lnTo>
                  <a:pt x="117335" y="332232"/>
                </a:lnTo>
                <a:lnTo>
                  <a:pt x="130225" y="331381"/>
                </a:lnTo>
                <a:lnTo>
                  <a:pt x="166255" y="311137"/>
                </a:lnTo>
                <a:lnTo>
                  <a:pt x="174155" y="294093"/>
                </a:lnTo>
                <a:lnTo>
                  <a:pt x="175247" y="284988"/>
                </a:lnTo>
                <a:close/>
              </a:path>
              <a:path extrusionOk="0" h="622300" w="175260">
                <a:moveTo>
                  <a:pt x="175260" y="542544"/>
                </a:moveTo>
                <a:lnTo>
                  <a:pt x="164579" y="504444"/>
                </a:lnTo>
                <a:lnTo>
                  <a:pt x="134112" y="475488"/>
                </a:lnTo>
                <a:lnTo>
                  <a:pt x="132588" y="480060"/>
                </a:lnTo>
                <a:lnTo>
                  <a:pt x="141135" y="486905"/>
                </a:lnTo>
                <a:lnTo>
                  <a:pt x="148399" y="493585"/>
                </a:lnTo>
                <a:lnTo>
                  <a:pt x="164579" y="533400"/>
                </a:lnTo>
                <a:lnTo>
                  <a:pt x="164007" y="542290"/>
                </a:lnTo>
                <a:lnTo>
                  <a:pt x="144970" y="578548"/>
                </a:lnTo>
                <a:lnTo>
                  <a:pt x="102336" y="594029"/>
                </a:lnTo>
                <a:lnTo>
                  <a:pt x="91440" y="594360"/>
                </a:lnTo>
                <a:lnTo>
                  <a:pt x="78524" y="593813"/>
                </a:lnTo>
                <a:lnTo>
                  <a:pt x="38671" y="582790"/>
                </a:lnTo>
                <a:lnTo>
                  <a:pt x="14287" y="553021"/>
                </a:lnTo>
                <a:lnTo>
                  <a:pt x="12192" y="537972"/>
                </a:lnTo>
                <a:lnTo>
                  <a:pt x="12776" y="528243"/>
                </a:lnTo>
                <a:lnTo>
                  <a:pt x="37909" y="492061"/>
                </a:lnTo>
                <a:lnTo>
                  <a:pt x="60960" y="483108"/>
                </a:lnTo>
                <a:lnTo>
                  <a:pt x="60960" y="480060"/>
                </a:lnTo>
                <a:lnTo>
                  <a:pt x="4572" y="483108"/>
                </a:lnTo>
                <a:lnTo>
                  <a:pt x="4572" y="486156"/>
                </a:lnTo>
                <a:lnTo>
                  <a:pt x="7620" y="487680"/>
                </a:lnTo>
                <a:lnTo>
                  <a:pt x="9144" y="489204"/>
                </a:lnTo>
                <a:lnTo>
                  <a:pt x="12192" y="490728"/>
                </a:lnTo>
                <a:lnTo>
                  <a:pt x="12192" y="492252"/>
                </a:lnTo>
                <a:lnTo>
                  <a:pt x="13716" y="493776"/>
                </a:lnTo>
                <a:lnTo>
                  <a:pt x="13716" y="498348"/>
                </a:lnTo>
                <a:lnTo>
                  <a:pt x="12192" y="499872"/>
                </a:lnTo>
                <a:lnTo>
                  <a:pt x="7785" y="512686"/>
                </a:lnTo>
                <a:lnTo>
                  <a:pt x="5905" y="521208"/>
                </a:lnTo>
                <a:lnTo>
                  <a:pt x="4876" y="529742"/>
                </a:lnTo>
                <a:lnTo>
                  <a:pt x="4572" y="537972"/>
                </a:lnTo>
                <a:lnTo>
                  <a:pt x="5156" y="549363"/>
                </a:lnTo>
                <a:lnTo>
                  <a:pt x="21526" y="589483"/>
                </a:lnTo>
                <a:lnTo>
                  <a:pt x="57785" y="616013"/>
                </a:lnTo>
                <a:lnTo>
                  <a:pt x="91440" y="621792"/>
                </a:lnTo>
                <a:lnTo>
                  <a:pt x="106629" y="620674"/>
                </a:lnTo>
                <a:lnTo>
                  <a:pt x="144780" y="605028"/>
                </a:lnTo>
                <a:lnTo>
                  <a:pt x="173278" y="561962"/>
                </a:lnTo>
                <a:lnTo>
                  <a:pt x="175260" y="542544"/>
                </a:lnTo>
                <a:close/>
              </a:path>
              <a:path extrusionOk="0" h="622300" w="175260">
                <a:moveTo>
                  <a:pt x="175260" y="176784"/>
                </a:moveTo>
                <a:lnTo>
                  <a:pt x="156756" y="141782"/>
                </a:lnTo>
                <a:lnTo>
                  <a:pt x="129540" y="131064"/>
                </a:lnTo>
                <a:lnTo>
                  <a:pt x="128016" y="134112"/>
                </a:lnTo>
                <a:lnTo>
                  <a:pt x="137160" y="137160"/>
                </a:lnTo>
                <a:lnTo>
                  <a:pt x="144780" y="141732"/>
                </a:lnTo>
                <a:lnTo>
                  <a:pt x="147828" y="146304"/>
                </a:lnTo>
                <a:lnTo>
                  <a:pt x="152400" y="152400"/>
                </a:lnTo>
                <a:lnTo>
                  <a:pt x="155448" y="160020"/>
                </a:lnTo>
                <a:lnTo>
                  <a:pt x="155448" y="167640"/>
                </a:lnTo>
                <a:lnTo>
                  <a:pt x="154343" y="175336"/>
                </a:lnTo>
                <a:lnTo>
                  <a:pt x="123825" y="201168"/>
                </a:lnTo>
                <a:lnTo>
                  <a:pt x="105156" y="204216"/>
                </a:lnTo>
                <a:lnTo>
                  <a:pt x="96316" y="203415"/>
                </a:lnTo>
                <a:lnTo>
                  <a:pt x="65532" y="182880"/>
                </a:lnTo>
                <a:lnTo>
                  <a:pt x="65532" y="170688"/>
                </a:lnTo>
                <a:lnTo>
                  <a:pt x="67056" y="166116"/>
                </a:lnTo>
                <a:lnTo>
                  <a:pt x="68580" y="163068"/>
                </a:lnTo>
                <a:lnTo>
                  <a:pt x="74676" y="160020"/>
                </a:lnTo>
                <a:lnTo>
                  <a:pt x="79248" y="158496"/>
                </a:lnTo>
                <a:lnTo>
                  <a:pt x="85344" y="158496"/>
                </a:lnTo>
                <a:lnTo>
                  <a:pt x="88392" y="156972"/>
                </a:lnTo>
                <a:lnTo>
                  <a:pt x="89916" y="155448"/>
                </a:lnTo>
                <a:lnTo>
                  <a:pt x="92964" y="153924"/>
                </a:lnTo>
                <a:lnTo>
                  <a:pt x="94488" y="150876"/>
                </a:lnTo>
                <a:lnTo>
                  <a:pt x="94488" y="141732"/>
                </a:lnTo>
                <a:lnTo>
                  <a:pt x="92964" y="140208"/>
                </a:lnTo>
                <a:lnTo>
                  <a:pt x="91440" y="137160"/>
                </a:lnTo>
                <a:lnTo>
                  <a:pt x="89916" y="135636"/>
                </a:lnTo>
                <a:lnTo>
                  <a:pt x="77724" y="135636"/>
                </a:lnTo>
                <a:lnTo>
                  <a:pt x="57912" y="172212"/>
                </a:lnTo>
                <a:lnTo>
                  <a:pt x="58788" y="182219"/>
                </a:lnTo>
                <a:lnTo>
                  <a:pt x="82600" y="215036"/>
                </a:lnTo>
                <a:lnTo>
                  <a:pt x="115824" y="224028"/>
                </a:lnTo>
                <a:lnTo>
                  <a:pt x="128701" y="223151"/>
                </a:lnTo>
                <a:lnTo>
                  <a:pt x="165608" y="201650"/>
                </a:lnTo>
                <a:lnTo>
                  <a:pt x="174129" y="185648"/>
                </a:lnTo>
                <a:lnTo>
                  <a:pt x="175260" y="1767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92" name="Google Shape;4792;p77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5849111" y="6193535"/>
            <a:ext cx="150875" cy="1844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93" name="Google Shape;4793;p77"/>
          <p:cNvGrpSpPr/>
          <p:nvPr/>
        </p:nvGrpSpPr>
        <p:grpSpPr>
          <a:xfrm>
            <a:off x="5882639" y="5818632"/>
            <a:ext cx="117348" cy="295655"/>
            <a:chOff x="5882639" y="5818632"/>
            <a:chExt cx="117348" cy="295655"/>
          </a:xfrm>
        </p:grpSpPr>
        <p:pic>
          <p:nvPicPr>
            <p:cNvPr id="4794" name="Google Shape;4794;p77"/>
            <p:cNvPicPr preferRelativeResize="0"/>
            <p:nvPr/>
          </p:nvPicPr>
          <p:blipFill rotWithShape="1">
            <a:blip r:embed="rId93">
              <a:alphaModFix/>
            </a:blip>
            <a:srcRect b="0" l="0" r="0" t="0"/>
            <a:stretch/>
          </p:blipFill>
          <p:spPr>
            <a:xfrm>
              <a:off x="5882639" y="6039611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95" name="Google Shape;4795;p77"/>
            <p:cNvPicPr preferRelativeResize="0"/>
            <p:nvPr/>
          </p:nvPicPr>
          <p:blipFill rotWithShape="1">
            <a:blip r:embed="rId94">
              <a:alphaModFix/>
            </a:blip>
            <a:srcRect b="0" l="0" r="0" t="0"/>
            <a:stretch/>
          </p:blipFill>
          <p:spPr>
            <a:xfrm>
              <a:off x="5882639" y="5818632"/>
              <a:ext cx="117348" cy="20116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796" name="Google Shape;4796;p77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5824728" y="5454396"/>
            <a:ext cx="175259" cy="2926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7" name="Google Shape;4797;p77"/>
          <p:cNvPicPr preferRelativeResize="0"/>
          <p:nvPr/>
        </p:nvPicPr>
        <p:blipFill rotWithShape="1">
          <a:blip r:embed="rId96">
            <a:alphaModFix/>
          </a:blip>
          <a:srcRect b="0" l="0" r="0" t="0"/>
          <a:stretch/>
        </p:blipFill>
        <p:spPr>
          <a:xfrm>
            <a:off x="5824727" y="4741164"/>
            <a:ext cx="225516" cy="6355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8" name="Google Shape;4798;p77"/>
          <p:cNvPicPr preferRelativeResize="0"/>
          <p:nvPr/>
        </p:nvPicPr>
        <p:blipFill rotWithShape="1">
          <a:blip r:embed="rId97">
            <a:alphaModFix/>
          </a:blip>
          <a:srcRect b="0" l="0" r="0" t="0"/>
          <a:stretch/>
        </p:blipFill>
        <p:spPr>
          <a:xfrm>
            <a:off x="5824728" y="4317491"/>
            <a:ext cx="175259" cy="350519"/>
          </a:xfrm>
          <a:prstGeom prst="rect">
            <a:avLst/>
          </a:prstGeom>
          <a:noFill/>
          <a:ln>
            <a:noFill/>
          </a:ln>
        </p:spPr>
      </p:pic>
      <p:sp>
        <p:nvSpPr>
          <p:cNvPr id="4799" name="Google Shape;4799;p77"/>
          <p:cNvSpPr/>
          <p:nvPr/>
        </p:nvSpPr>
        <p:spPr>
          <a:xfrm>
            <a:off x="5882627" y="3864864"/>
            <a:ext cx="117475" cy="386080"/>
          </a:xfrm>
          <a:custGeom>
            <a:rect b="b" l="l" r="r" t="t"/>
            <a:pathLst>
              <a:path extrusionOk="0" h="386079" w="117475">
                <a:moveTo>
                  <a:pt x="114300" y="24384"/>
                </a:moveTo>
                <a:lnTo>
                  <a:pt x="111252" y="24384"/>
                </a:lnTo>
                <a:lnTo>
                  <a:pt x="111252" y="28956"/>
                </a:lnTo>
                <a:lnTo>
                  <a:pt x="109728" y="33528"/>
                </a:lnTo>
                <a:lnTo>
                  <a:pt x="106680" y="39624"/>
                </a:lnTo>
                <a:lnTo>
                  <a:pt x="103632" y="41148"/>
                </a:lnTo>
                <a:lnTo>
                  <a:pt x="102108" y="41148"/>
                </a:lnTo>
                <a:lnTo>
                  <a:pt x="99060" y="42672"/>
                </a:lnTo>
                <a:lnTo>
                  <a:pt x="94488" y="44196"/>
                </a:lnTo>
                <a:lnTo>
                  <a:pt x="35052" y="44196"/>
                </a:lnTo>
                <a:lnTo>
                  <a:pt x="27432" y="39624"/>
                </a:lnTo>
                <a:lnTo>
                  <a:pt x="21336" y="36576"/>
                </a:lnTo>
                <a:lnTo>
                  <a:pt x="18288" y="32004"/>
                </a:lnTo>
                <a:lnTo>
                  <a:pt x="16764" y="30480"/>
                </a:lnTo>
                <a:lnTo>
                  <a:pt x="16764" y="25908"/>
                </a:lnTo>
                <a:lnTo>
                  <a:pt x="19812" y="19812"/>
                </a:lnTo>
                <a:lnTo>
                  <a:pt x="22860" y="15240"/>
                </a:lnTo>
                <a:lnTo>
                  <a:pt x="24384" y="12192"/>
                </a:lnTo>
                <a:lnTo>
                  <a:pt x="24384" y="7620"/>
                </a:lnTo>
                <a:lnTo>
                  <a:pt x="22860" y="4572"/>
                </a:lnTo>
                <a:lnTo>
                  <a:pt x="21336" y="3048"/>
                </a:lnTo>
                <a:lnTo>
                  <a:pt x="18288" y="1524"/>
                </a:lnTo>
                <a:lnTo>
                  <a:pt x="16764" y="0"/>
                </a:lnTo>
                <a:lnTo>
                  <a:pt x="9144" y="0"/>
                </a:lnTo>
                <a:lnTo>
                  <a:pt x="6096" y="1524"/>
                </a:lnTo>
                <a:lnTo>
                  <a:pt x="3048" y="4572"/>
                </a:lnTo>
                <a:lnTo>
                  <a:pt x="0" y="10668"/>
                </a:lnTo>
                <a:lnTo>
                  <a:pt x="0" y="15240"/>
                </a:lnTo>
                <a:lnTo>
                  <a:pt x="1460" y="22987"/>
                </a:lnTo>
                <a:lnTo>
                  <a:pt x="5905" y="30289"/>
                </a:lnTo>
                <a:lnTo>
                  <a:pt x="13512" y="37325"/>
                </a:lnTo>
                <a:lnTo>
                  <a:pt x="24384" y="44196"/>
                </a:lnTo>
                <a:lnTo>
                  <a:pt x="0" y="44196"/>
                </a:lnTo>
                <a:lnTo>
                  <a:pt x="0" y="48768"/>
                </a:lnTo>
                <a:lnTo>
                  <a:pt x="13716" y="82296"/>
                </a:lnTo>
                <a:lnTo>
                  <a:pt x="16764" y="80772"/>
                </a:lnTo>
                <a:lnTo>
                  <a:pt x="15240" y="77724"/>
                </a:lnTo>
                <a:lnTo>
                  <a:pt x="15240" y="68580"/>
                </a:lnTo>
                <a:lnTo>
                  <a:pt x="18288" y="65532"/>
                </a:lnTo>
                <a:lnTo>
                  <a:pt x="21336" y="65532"/>
                </a:lnTo>
                <a:lnTo>
                  <a:pt x="24752" y="64655"/>
                </a:lnTo>
                <a:lnTo>
                  <a:pt x="30289" y="64198"/>
                </a:lnTo>
                <a:lnTo>
                  <a:pt x="47244" y="64008"/>
                </a:lnTo>
                <a:lnTo>
                  <a:pt x="102108" y="64008"/>
                </a:lnTo>
                <a:lnTo>
                  <a:pt x="105156" y="65532"/>
                </a:lnTo>
                <a:lnTo>
                  <a:pt x="108204" y="68580"/>
                </a:lnTo>
                <a:lnTo>
                  <a:pt x="111252" y="74676"/>
                </a:lnTo>
                <a:lnTo>
                  <a:pt x="111252" y="80772"/>
                </a:lnTo>
                <a:lnTo>
                  <a:pt x="114300" y="80772"/>
                </a:lnTo>
                <a:lnTo>
                  <a:pt x="114300" y="24384"/>
                </a:lnTo>
                <a:close/>
              </a:path>
              <a:path extrusionOk="0" h="386079" w="117475">
                <a:moveTo>
                  <a:pt x="117348" y="259080"/>
                </a:moveTo>
                <a:lnTo>
                  <a:pt x="21336" y="224028"/>
                </a:lnTo>
                <a:lnTo>
                  <a:pt x="12192" y="220980"/>
                </a:lnTo>
                <a:lnTo>
                  <a:pt x="7620" y="214884"/>
                </a:lnTo>
                <a:lnTo>
                  <a:pt x="6096" y="208788"/>
                </a:lnTo>
                <a:lnTo>
                  <a:pt x="3048" y="208788"/>
                </a:lnTo>
                <a:lnTo>
                  <a:pt x="3048" y="242316"/>
                </a:lnTo>
                <a:lnTo>
                  <a:pt x="6096" y="242316"/>
                </a:lnTo>
                <a:lnTo>
                  <a:pt x="6096" y="233172"/>
                </a:lnTo>
                <a:lnTo>
                  <a:pt x="7620" y="231648"/>
                </a:lnTo>
                <a:lnTo>
                  <a:pt x="9144" y="228600"/>
                </a:lnTo>
                <a:lnTo>
                  <a:pt x="15240" y="228600"/>
                </a:lnTo>
                <a:lnTo>
                  <a:pt x="19812" y="230124"/>
                </a:lnTo>
                <a:lnTo>
                  <a:pt x="24384" y="233172"/>
                </a:lnTo>
                <a:lnTo>
                  <a:pt x="85344" y="254508"/>
                </a:lnTo>
                <a:lnTo>
                  <a:pt x="21336" y="283464"/>
                </a:lnTo>
                <a:lnTo>
                  <a:pt x="10668" y="283464"/>
                </a:lnTo>
                <a:lnTo>
                  <a:pt x="7620" y="280416"/>
                </a:lnTo>
                <a:lnTo>
                  <a:pt x="6096" y="275844"/>
                </a:lnTo>
                <a:lnTo>
                  <a:pt x="6096" y="271272"/>
                </a:lnTo>
                <a:lnTo>
                  <a:pt x="3048" y="271272"/>
                </a:lnTo>
                <a:lnTo>
                  <a:pt x="3048" y="321564"/>
                </a:lnTo>
                <a:lnTo>
                  <a:pt x="6096" y="321564"/>
                </a:lnTo>
                <a:lnTo>
                  <a:pt x="6096" y="313944"/>
                </a:lnTo>
                <a:lnTo>
                  <a:pt x="13716" y="306324"/>
                </a:lnTo>
                <a:lnTo>
                  <a:pt x="19812" y="304800"/>
                </a:lnTo>
                <a:lnTo>
                  <a:pt x="35052" y="298704"/>
                </a:lnTo>
                <a:lnTo>
                  <a:pt x="86868" y="323088"/>
                </a:lnTo>
                <a:lnTo>
                  <a:pt x="22860" y="347472"/>
                </a:lnTo>
                <a:lnTo>
                  <a:pt x="19812" y="348996"/>
                </a:lnTo>
                <a:lnTo>
                  <a:pt x="9144" y="348996"/>
                </a:lnTo>
                <a:lnTo>
                  <a:pt x="7620" y="347472"/>
                </a:lnTo>
                <a:lnTo>
                  <a:pt x="7620" y="345948"/>
                </a:lnTo>
                <a:lnTo>
                  <a:pt x="6096" y="342900"/>
                </a:lnTo>
                <a:lnTo>
                  <a:pt x="6096" y="339852"/>
                </a:lnTo>
                <a:lnTo>
                  <a:pt x="3048" y="339852"/>
                </a:lnTo>
                <a:lnTo>
                  <a:pt x="3048" y="385572"/>
                </a:lnTo>
                <a:lnTo>
                  <a:pt x="6096" y="385572"/>
                </a:lnTo>
                <a:lnTo>
                  <a:pt x="7620" y="381000"/>
                </a:lnTo>
                <a:lnTo>
                  <a:pt x="10668" y="374904"/>
                </a:lnTo>
                <a:lnTo>
                  <a:pt x="13716" y="373380"/>
                </a:lnTo>
                <a:lnTo>
                  <a:pt x="16764" y="370332"/>
                </a:lnTo>
                <a:lnTo>
                  <a:pt x="24384" y="368808"/>
                </a:lnTo>
                <a:lnTo>
                  <a:pt x="117348" y="332232"/>
                </a:lnTo>
                <a:lnTo>
                  <a:pt x="117348" y="329184"/>
                </a:lnTo>
                <a:lnTo>
                  <a:pt x="44196" y="294132"/>
                </a:lnTo>
                <a:lnTo>
                  <a:pt x="117348" y="263652"/>
                </a:lnTo>
                <a:lnTo>
                  <a:pt x="117348" y="259080"/>
                </a:lnTo>
                <a:close/>
              </a:path>
              <a:path extrusionOk="0" h="386079" w="117475">
                <a:moveTo>
                  <a:pt x="117348" y="144780"/>
                </a:moveTo>
                <a:lnTo>
                  <a:pt x="109728" y="117386"/>
                </a:lnTo>
                <a:lnTo>
                  <a:pt x="109728" y="132588"/>
                </a:lnTo>
                <a:lnTo>
                  <a:pt x="109728" y="140208"/>
                </a:lnTo>
                <a:lnTo>
                  <a:pt x="81991" y="168592"/>
                </a:lnTo>
                <a:lnTo>
                  <a:pt x="48768" y="173736"/>
                </a:lnTo>
                <a:lnTo>
                  <a:pt x="39624" y="173736"/>
                </a:lnTo>
                <a:lnTo>
                  <a:pt x="7620" y="150876"/>
                </a:lnTo>
                <a:lnTo>
                  <a:pt x="7620" y="138684"/>
                </a:lnTo>
                <a:lnTo>
                  <a:pt x="39052" y="116014"/>
                </a:lnTo>
                <a:lnTo>
                  <a:pt x="65532" y="112776"/>
                </a:lnTo>
                <a:lnTo>
                  <a:pt x="76987" y="113334"/>
                </a:lnTo>
                <a:lnTo>
                  <a:pt x="109728" y="132588"/>
                </a:lnTo>
                <a:lnTo>
                  <a:pt x="109728" y="117386"/>
                </a:lnTo>
                <a:lnTo>
                  <a:pt x="78892" y="94424"/>
                </a:lnTo>
                <a:lnTo>
                  <a:pt x="56388" y="89916"/>
                </a:lnTo>
                <a:lnTo>
                  <a:pt x="46151" y="90779"/>
                </a:lnTo>
                <a:lnTo>
                  <a:pt x="10287" y="111328"/>
                </a:lnTo>
                <a:lnTo>
                  <a:pt x="1028" y="132588"/>
                </a:lnTo>
                <a:lnTo>
                  <a:pt x="0" y="143256"/>
                </a:lnTo>
                <a:lnTo>
                  <a:pt x="76" y="144780"/>
                </a:lnTo>
                <a:lnTo>
                  <a:pt x="177" y="147027"/>
                </a:lnTo>
                <a:lnTo>
                  <a:pt x="317" y="150101"/>
                </a:lnTo>
                <a:lnTo>
                  <a:pt x="22390" y="185242"/>
                </a:lnTo>
                <a:lnTo>
                  <a:pt x="59436" y="196596"/>
                </a:lnTo>
                <a:lnTo>
                  <a:pt x="69469" y="195986"/>
                </a:lnTo>
                <a:lnTo>
                  <a:pt x="105778" y="176720"/>
                </a:lnTo>
                <a:lnTo>
                  <a:pt x="107784" y="173736"/>
                </a:lnTo>
                <a:lnTo>
                  <a:pt x="112014" y="167449"/>
                </a:lnTo>
                <a:lnTo>
                  <a:pt x="115976" y="156768"/>
                </a:lnTo>
                <a:lnTo>
                  <a:pt x="117348" y="1447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800" name="Google Shape;4800;p77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5832347" y="7577328"/>
            <a:ext cx="403860" cy="1892807"/>
          </a:xfrm>
          <a:prstGeom prst="rect">
            <a:avLst/>
          </a:prstGeom>
          <a:noFill/>
          <a:ln>
            <a:noFill/>
          </a:ln>
        </p:spPr>
      </p:pic>
      <p:sp>
        <p:nvSpPr>
          <p:cNvPr id="4801" name="Google Shape;4801;p77"/>
          <p:cNvSpPr/>
          <p:nvPr/>
        </p:nvSpPr>
        <p:spPr>
          <a:xfrm>
            <a:off x="5824728" y="3653028"/>
            <a:ext cx="175260" cy="208915"/>
          </a:xfrm>
          <a:custGeom>
            <a:rect b="b" l="l" r="r" t="t"/>
            <a:pathLst>
              <a:path extrusionOk="0" h="208914" w="175260">
                <a:moveTo>
                  <a:pt x="172212" y="155448"/>
                </a:moveTo>
                <a:lnTo>
                  <a:pt x="169164" y="155448"/>
                </a:lnTo>
                <a:lnTo>
                  <a:pt x="169164" y="161544"/>
                </a:lnTo>
                <a:lnTo>
                  <a:pt x="167640" y="164592"/>
                </a:lnTo>
                <a:lnTo>
                  <a:pt x="167640" y="166116"/>
                </a:lnTo>
                <a:lnTo>
                  <a:pt x="164592" y="169164"/>
                </a:lnTo>
                <a:lnTo>
                  <a:pt x="161544" y="170688"/>
                </a:lnTo>
                <a:lnTo>
                  <a:pt x="160020" y="170688"/>
                </a:lnTo>
                <a:lnTo>
                  <a:pt x="155448" y="172212"/>
                </a:lnTo>
                <a:lnTo>
                  <a:pt x="109728" y="172212"/>
                </a:lnTo>
                <a:lnTo>
                  <a:pt x="0" y="172212"/>
                </a:lnTo>
                <a:lnTo>
                  <a:pt x="0" y="176784"/>
                </a:lnTo>
                <a:lnTo>
                  <a:pt x="13716" y="208788"/>
                </a:lnTo>
                <a:lnTo>
                  <a:pt x="16764" y="207264"/>
                </a:lnTo>
                <a:lnTo>
                  <a:pt x="13716" y="201168"/>
                </a:lnTo>
                <a:lnTo>
                  <a:pt x="13716" y="198120"/>
                </a:lnTo>
                <a:lnTo>
                  <a:pt x="16764" y="195072"/>
                </a:lnTo>
                <a:lnTo>
                  <a:pt x="16764" y="193548"/>
                </a:lnTo>
                <a:lnTo>
                  <a:pt x="19812" y="193548"/>
                </a:lnTo>
                <a:lnTo>
                  <a:pt x="22860" y="192024"/>
                </a:lnTo>
                <a:lnTo>
                  <a:pt x="160020" y="192024"/>
                </a:lnTo>
                <a:lnTo>
                  <a:pt x="161544" y="193548"/>
                </a:lnTo>
                <a:lnTo>
                  <a:pt x="164592" y="193548"/>
                </a:lnTo>
                <a:lnTo>
                  <a:pt x="166116" y="195072"/>
                </a:lnTo>
                <a:lnTo>
                  <a:pt x="166116" y="196596"/>
                </a:lnTo>
                <a:lnTo>
                  <a:pt x="169164" y="202692"/>
                </a:lnTo>
                <a:lnTo>
                  <a:pt x="169164" y="208788"/>
                </a:lnTo>
                <a:lnTo>
                  <a:pt x="172212" y="208788"/>
                </a:lnTo>
                <a:lnTo>
                  <a:pt x="172212" y="192024"/>
                </a:lnTo>
                <a:lnTo>
                  <a:pt x="172212" y="155448"/>
                </a:lnTo>
                <a:close/>
              </a:path>
              <a:path extrusionOk="0" h="208914" w="175260">
                <a:moveTo>
                  <a:pt x="172212" y="86868"/>
                </a:moveTo>
                <a:lnTo>
                  <a:pt x="166116" y="86868"/>
                </a:lnTo>
                <a:lnTo>
                  <a:pt x="166116" y="94488"/>
                </a:lnTo>
                <a:lnTo>
                  <a:pt x="164592" y="96012"/>
                </a:lnTo>
                <a:lnTo>
                  <a:pt x="164592" y="99060"/>
                </a:lnTo>
                <a:lnTo>
                  <a:pt x="155448" y="108204"/>
                </a:lnTo>
                <a:lnTo>
                  <a:pt x="149352" y="112776"/>
                </a:lnTo>
                <a:lnTo>
                  <a:pt x="140208" y="121920"/>
                </a:lnTo>
                <a:lnTo>
                  <a:pt x="103632" y="152400"/>
                </a:lnTo>
                <a:lnTo>
                  <a:pt x="84201" y="129540"/>
                </a:lnTo>
                <a:lnTo>
                  <a:pt x="77724" y="121920"/>
                </a:lnTo>
                <a:lnTo>
                  <a:pt x="71628" y="117348"/>
                </a:lnTo>
                <a:lnTo>
                  <a:pt x="67056" y="108204"/>
                </a:lnTo>
                <a:lnTo>
                  <a:pt x="65532" y="103632"/>
                </a:lnTo>
                <a:lnTo>
                  <a:pt x="64008" y="97536"/>
                </a:lnTo>
                <a:lnTo>
                  <a:pt x="64008" y="91440"/>
                </a:lnTo>
                <a:lnTo>
                  <a:pt x="60960" y="91440"/>
                </a:lnTo>
                <a:lnTo>
                  <a:pt x="60960" y="138684"/>
                </a:lnTo>
                <a:lnTo>
                  <a:pt x="64008" y="138684"/>
                </a:lnTo>
                <a:lnTo>
                  <a:pt x="64008" y="134112"/>
                </a:lnTo>
                <a:lnTo>
                  <a:pt x="68580" y="129540"/>
                </a:lnTo>
                <a:lnTo>
                  <a:pt x="71628" y="129540"/>
                </a:lnTo>
                <a:lnTo>
                  <a:pt x="71628" y="131064"/>
                </a:lnTo>
                <a:lnTo>
                  <a:pt x="73152" y="131064"/>
                </a:lnTo>
                <a:lnTo>
                  <a:pt x="83820" y="141732"/>
                </a:lnTo>
                <a:lnTo>
                  <a:pt x="109728" y="172212"/>
                </a:lnTo>
                <a:lnTo>
                  <a:pt x="133667" y="152400"/>
                </a:lnTo>
                <a:lnTo>
                  <a:pt x="153924" y="135636"/>
                </a:lnTo>
                <a:lnTo>
                  <a:pt x="158496" y="132588"/>
                </a:lnTo>
                <a:lnTo>
                  <a:pt x="161544" y="131064"/>
                </a:lnTo>
                <a:lnTo>
                  <a:pt x="166116" y="131064"/>
                </a:lnTo>
                <a:lnTo>
                  <a:pt x="167640" y="132588"/>
                </a:lnTo>
                <a:lnTo>
                  <a:pt x="167640" y="134112"/>
                </a:lnTo>
                <a:lnTo>
                  <a:pt x="169164" y="135636"/>
                </a:lnTo>
                <a:lnTo>
                  <a:pt x="169164" y="138684"/>
                </a:lnTo>
                <a:lnTo>
                  <a:pt x="172212" y="138684"/>
                </a:lnTo>
                <a:lnTo>
                  <a:pt x="172212" y="131064"/>
                </a:lnTo>
                <a:lnTo>
                  <a:pt x="172212" y="86868"/>
                </a:lnTo>
                <a:close/>
              </a:path>
              <a:path extrusionOk="0" h="208914" w="175260">
                <a:moveTo>
                  <a:pt x="175247" y="36576"/>
                </a:moveTo>
                <a:lnTo>
                  <a:pt x="155054" y="2476"/>
                </a:lnTo>
                <a:lnTo>
                  <a:pt x="141719" y="0"/>
                </a:lnTo>
                <a:lnTo>
                  <a:pt x="132003" y="1435"/>
                </a:lnTo>
                <a:lnTo>
                  <a:pt x="123431" y="5715"/>
                </a:lnTo>
                <a:lnTo>
                  <a:pt x="116001" y="12865"/>
                </a:lnTo>
                <a:lnTo>
                  <a:pt x="109715" y="22860"/>
                </a:lnTo>
                <a:lnTo>
                  <a:pt x="109626" y="23050"/>
                </a:lnTo>
                <a:lnTo>
                  <a:pt x="100571" y="41148"/>
                </a:lnTo>
                <a:lnTo>
                  <a:pt x="97523" y="48768"/>
                </a:lnTo>
                <a:lnTo>
                  <a:pt x="94475" y="53340"/>
                </a:lnTo>
                <a:lnTo>
                  <a:pt x="91427" y="54864"/>
                </a:lnTo>
                <a:lnTo>
                  <a:pt x="88379" y="57912"/>
                </a:lnTo>
                <a:lnTo>
                  <a:pt x="83807" y="59436"/>
                </a:lnTo>
                <a:lnTo>
                  <a:pt x="76187" y="59436"/>
                </a:lnTo>
                <a:lnTo>
                  <a:pt x="67043" y="50292"/>
                </a:lnTo>
                <a:lnTo>
                  <a:pt x="65519" y="45720"/>
                </a:lnTo>
                <a:lnTo>
                  <a:pt x="65519" y="33528"/>
                </a:lnTo>
                <a:lnTo>
                  <a:pt x="95999" y="12192"/>
                </a:lnTo>
                <a:lnTo>
                  <a:pt x="95999" y="9144"/>
                </a:lnTo>
                <a:lnTo>
                  <a:pt x="57899" y="9144"/>
                </a:lnTo>
                <a:lnTo>
                  <a:pt x="57899" y="12192"/>
                </a:lnTo>
                <a:lnTo>
                  <a:pt x="59423" y="12192"/>
                </a:lnTo>
                <a:lnTo>
                  <a:pt x="62471" y="15240"/>
                </a:lnTo>
                <a:lnTo>
                  <a:pt x="62471" y="18288"/>
                </a:lnTo>
                <a:lnTo>
                  <a:pt x="60947" y="21336"/>
                </a:lnTo>
                <a:lnTo>
                  <a:pt x="60947" y="24384"/>
                </a:lnTo>
                <a:lnTo>
                  <a:pt x="57899" y="32004"/>
                </a:lnTo>
                <a:lnTo>
                  <a:pt x="57899" y="50292"/>
                </a:lnTo>
                <a:lnTo>
                  <a:pt x="60947" y="57912"/>
                </a:lnTo>
                <a:lnTo>
                  <a:pt x="67043" y="64008"/>
                </a:lnTo>
                <a:lnTo>
                  <a:pt x="73139" y="71628"/>
                </a:lnTo>
                <a:lnTo>
                  <a:pt x="79235" y="74676"/>
                </a:lnTo>
                <a:lnTo>
                  <a:pt x="95999" y="74676"/>
                </a:lnTo>
                <a:lnTo>
                  <a:pt x="121907" y="45720"/>
                </a:lnTo>
                <a:lnTo>
                  <a:pt x="125336" y="37439"/>
                </a:lnTo>
                <a:lnTo>
                  <a:pt x="128765" y="30861"/>
                </a:lnTo>
                <a:lnTo>
                  <a:pt x="144767" y="18288"/>
                </a:lnTo>
                <a:lnTo>
                  <a:pt x="155435" y="18288"/>
                </a:lnTo>
                <a:lnTo>
                  <a:pt x="158483" y="19812"/>
                </a:lnTo>
                <a:lnTo>
                  <a:pt x="161531" y="22860"/>
                </a:lnTo>
                <a:lnTo>
                  <a:pt x="166103" y="25908"/>
                </a:lnTo>
                <a:lnTo>
                  <a:pt x="167627" y="30480"/>
                </a:lnTo>
                <a:lnTo>
                  <a:pt x="167627" y="44196"/>
                </a:lnTo>
                <a:lnTo>
                  <a:pt x="137147" y="71628"/>
                </a:lnTo>
                <a:lnTo>
                  <a:pt x="137147" y="74676"/>
                </a:lnTo>
                <a:lnTo>
                  <a:pt x="175247" y="74676"/>
                </a:lnTo>
                <a:lnTo>
                  <a:pt x="175247" y="71628"/>
                </a:lnTo>
                <a:lnTo>
                  <a:pt x="172199" y="70104"/>
                </a:lnTo>
                <a:lnTo>
                  <a:pt x="170675" y="68580"/>
                </a:lnTo>
                <a:lnTo>
                  <a:pt x="170675" y="62484"/>
                </a:lnTo>
                <a:lnTo>
                  <a:pt x="172199" y="59436"/>
                </a:lnTo>
                <a:lnTo>
                  <a:pt x="173723" y="51816"/>
                </a:lnTo>
                <a:lnTo>
                  <a:pt x="175247" y="42672"/>
                </a:lnTo>
                <a:lnTo>
                  <a:pt x="175247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802" name="Google Shape;4802;p77"/>
          <p:cNvPicPr preferRelativeResize="0"/>
          <p:nvPr/>
        </p:nvPicPr>
        <p:blipFill rotWithShape="1">
          <a:blip r:embed="rId99">
            <a:alphaModFix/>
          </a:blip>
          <a:srcRect b="0" l="0" r="0" t="0"/>
          <a:stretch/>
        </p:blipFill>
        <p:spPr>
          <a:xfrm>
            <a:off x="5824728" y="3147059"/>
            <a:ext cx="175259" cy="43738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03" name="Google Shape;4803;p77"/>
          <p:cNvPicPr preferRelativeResize="0"/>
          <p:nvPr/>
        </p:nvPicPr>
        <p:blipFill rotWithShape="1">
          <a:blip r:embed="rId100">
            <a:alphaModFix/>
          </a:blip>
          <a:srcRect b="0" l="0" r="0" t="0"/>
          <a:stretch/>
        </p:blipFill>
        <p:spPr>
          <a:xfrm>
            <a:off x="5824728" y="2790443"/>
            <a:ext cx="175259" cy="295656"/>
          </a:xfrm>
          <a:prstGeom prst="rect">
            <a:avLst/>
          </a:prstGeom>
          <a:noFill/>
          <a:ln>
            <a:noFill/>
          </a:ln>
        </p:spPr>
      </p:pic>
      <p:sp>
        <p:nvSpPr>
          <p:cNvPr id="4804" name="Google Shape;4804;p77"/>
          <p:cNvSpPr/>
          <p:nvPr/>
        </p:nvSpPr>
        <p:spPr>
          <a:xfrm>
            <a:off x="5824715" y="2132076"/>
            <a:ext cx="175895" cy="581025"/>
          </a:xfrm>
          <a:custGeom>
            <a:rect b="b" l="l" r="r" t="t"/>
            <a:pathLst>
              <a:path extrusionOk="0" h="581025" w="175895">
                <a:moveTo>
                  <a:pt x="175260" y="390144"/>
                </a:moveTo>
                <a:lnTo>
                  <a:pt x="161544" y="358140"/>
                </a:lnTo>
                <a:lnTo>
                  <a:pt x="158496" y="359664"/>
                </a:lnTo>
                <a:lnTo>
                  <a:pt x="160020" y="362712"/>
                </a:lnTo>
                <a:lnTo>
                  <a:pt x="160020" y="370332"/>
                </a:lnTo>
                <a:lnTo>
                  <a:pt x="155448" y="374904"/>
                </a:lnTo>
                <a:lnTo>
                  <a:pt x="0" y="374904"/>
                </a:lnTo>
                <a:lnTo>
                  <a:pt x="0" y="381000"/>
                </a:lnTo>
                <a:lnTo>
                  <a:pt x="13716" y="411480"/>
                </a:lnTo>
                <a:lnTo>
                  <a:pt x="16764" y="409956"/>
                </a:lnTo>
                <a:lnTo>
                  <a:pt x="15240" y="406908"/>
                </a:lnTo>
                <a:lnTo>
                  <a:pt x="15240" y="399288"/>
                </a:lnTo>
                <a:lnTo>
                  <a:pt x="16764" y="399288"/>
                </a:lnTo>
                <a:lnTo>
                  <a:pt x="16764" y="397764"/>
                </a:lnTo>
                <a:lnTo>
                  <a:pt x="19812" y="396240"/>
                </a:lnTo>
                <a:lnTo>
                  <a:pt x="25908" y="396240"/>
                </a:lnTo>
                <a:lnTo>
                  <a:pt x="33528" y="394716"/>
                </a:lnTo>
                <a:lnTo>
                  <a:pt x="67056" y="394716"/>
                </a:lnTo>
                <a:lnTo>
                  <a:pt x="63055" y="400456"/>
                </a:lnTo>
                <a:lnTo>
                  <a:pt x="60198" y="406336"/>
                </a:lnTo>
                <a:lnTo>
                  <a:pt x="58483" y="412508"/>
                </a:lnTo>
                <a:lnTo>
                  <a:pt x="58445" y="413004"/>
                </a:lnTo>
                <a:lnTo>
                  <a:pt x="57912" y="419100"/>
                </a:lnTo>
                <a:lnTo>
                  <a:pt x="77724" y="457200"/>
                </a:lnTo>
                <a:lnTo>
                  <a:pt x="120396" y="470916"/>
                </a:lnTo>
                <a:lnTo>
                  <a:pt x="132168" y="470306"/>
                </a:lnTo>
                <a:lnTo>
                  <a:pt x="166268" y="451586"/>
                </a:lnTo>
                <a:lnTo>
                  <a:pt x="175260" y="420624"/>
                </a:lnTo>
                <a:lnTo>
                  <a:pt x="173736" y="416052"/>
                </a:lnTo>
                <a:lnTo>
                  <a:pt x="170688" y="411480"/>
                </a:lnTo>
                <a:lnTo>
                  <a:pt x="167640" y="405384"/>
                </a:lnTo>
                <a:lnTo>
                  <a:pt x="160020" y="397764"/>
                </a:lnTo>
                <a:lnTo>
                  <a:pt x="160020" y="408432"/>
                </a:lnTo>
                <a:lnTo>
                  <a:pt x="160020" y="416052"/>
                </a:lnTo>
                <a:lnTo>
                  <a:pt x="131445" y="445770"/>
                </a:lnTo>
                <a:lnTo>
                  <a:pt x="121589" y="447471"/>
                </a:lnTo>
                <a:lnTo>
                  <a:pt x="121932" y="447471"/>
                </a:lnTo>
                <a:lnTo>
                  <a:pt x="109728" y="448056"/>
                </a:lnTo>
                <a:lnTo>
                  <a:pt x="98894" y="447471"/>
                </a:lnTo>
                <a:lnTo>
                  <a:pt x="89344" y="445579"/>
                </a:lnTo>
                <a:lnTo>
                  <a:pt x="81229" y="442277"/>
                </a:lnTo>
                <a:lnTo>
                  <a:pt x="68580" y="432816"/>
                </a:lnTo>
                <a:lnTo>
                  <a:pt x="65532" y="426720"/>
                </a:lnTo>
                <a:lnTo>
                  <a:pt x="65532" y="416052"/>
                </a:lnTo>
                <a:lnTo>
                  <a:pt x="67056" y="413004"/>
                </a:lnTo>
                <a:lnTo>
                  <a:pt x="68580" y="408432"/>
                </a:lnTo>
                <a:lnTo>
                  <a:pt x="70104" y="405384"/>
                </a:lnTo>
                <a:lnTo>
                  <a:pt x="79248" y="399288"/>
                </a:lnTo>
                <a:lnTo>
                  <a:pt x="82296" y="397764"/>
                </a:lnTo>
                <a:lnTo>
                  <a:pt x="94488" y="394716"/>
                </a:lnTo>
                <a:lnTo>
                  <a:pt x="147828" y="394716"/>
                </a:lnTo>
                <a:lnTo>
                  <a:pt x="155448" y="402336"/>
                </a:lnTo>
                <a:lnTo>
                  <a:pt x="160020" y="408432"/>
                </a:lnTo>
                <a:lnTo>
                  <a:pt x="160020" y="397764"/>
                </a:lnTo>
                <a:lnTo>
                  <a:pt x="156972" y="394716"/>
                </a:lnTo>
                <a:lnTo>
                  <a:pt x="175260" y="394716"/>
                </a:lnTo>
                <a:lnTo>
                  <a:pt x="175260" y="390144"/>
                </a:lnTo>
                <a:close/>
              </a:path>
              <a:path extrusionOk="0" h="581025" w="175895">
                <a:moveTo>
                  <a:pt x="175260" y="266700"/>
                </a:moveTo>
                <a:lnTo>
                  <a:pt x="161544" y="234696"/>
                </a:lnTo>
                <a:lnTo>
                  <a:pt x="158496" y="236220"/>
                </a:lnTo>
                <a:lnTo>
                  <a:pt x="160020" y="239268"/>
                </a:lnTo>
                <a:lnTo>
                  <a:pt x="160020" y="246888"/>
                </a:lnTo>
                <a:lnTo>
                  <a:pt x="156972" y="249936"/>
                </a:lnTo>
                <a:lnTo>
                  <a:pt x="155448" y="249936"/>
                </a:lnTo>
                <a:lnTo>
                  <a:pt x="152400" y="251460"/>
                </a:lnTo>
                <a:lnTo>
                  <a:pt x="0" y="251460"/>
                </a:lnTo>
                <a:lnTo>
                  <a:pt x="0" y="257556"/>
                </a:lnTo>
                <a:lnTo>
                  <a:pt x="13716" y="288036"/>
                </a:lnTo>
                <a:lnTo>
                  <a:pt x="16764" y="286512"/>
                </a:lnTo>
                <a:lnTo>
                  <a:pt x="15240" y="283464"/>
                </a:lnTo>
                <a:lnTo>
                  <a:pt x="15240" y="275844"/>
                </a:lnTo>
                <a:lnTo>
                  <a:pt x="16764" y="274320"/>
                </a:lnTo>
                <a:lnTo>
                  <a:pt x="19812" y="272796"/>
                </a:lnTo>
                <a:lnTo>
                  <a:pt x="22860" y="272796"/>
                </a:lnTo>
                <a:lnTo>
                  <a:pt x="25908" y="271272"/>
                </a:lnTo>
                <a:lnTo>
                  <a:pt x="67056" y="271272"/>
                </a:lnTo>
                <a:lnTo>
                  <a:pt x="63055" y="276161"/>
                </a:lnTo>
                <a:lnTo>
                  <a:pt x="60198" y="281749"/>
                </a:lnTo>
                <a:lnTo>
                  <a:pt x="60159" y="281940"/>
                </a:lnTo>
                <a:lnTo>
                  <a:pt x="58483" y="288213"/>
                </a:lnTo>
                <a:lnTo>
                  <a:pt x="57912" y="295656"/>
                </a:lnTo>
                <a:lnTo>
                  <a:pt x="77724" y="333756"/>
                </a:lnTo>
                <a:lnTo>
                  <a:pt x="120396" y="347472"/>
                </a:lnTo>
                <a:lnTo>
                  <a:pt x="132168" y="346621"/>
                </a:lnTo>
                <a:lnTo>
                  <a:pt x="166268" y="327494"/>
                </a:lnTo>
                <a:lnTo>
                  <a:pt x="168173" y="324612"/>
                </a:lnTo>
                <a:lnTo>
                  <a:pt x="171069" y="320230"/>
                </a:lnTo>
                <a:lnTo>
                  <a:pt x="174167" y="312115"/>
                </a:lnTo>
                <a:lnTo>
                  <a:pt x="175260" y="303276"/>
                </a:lnTo>
                <a:lnTo>
                  <a:pt x="175260" y="297180"/>
                </a:lnTo>
                <a:lnTo>
                  <a:pt x="173736" y="292608"/>
                </a:lnTo>
                <a:lnTo>
                  <a:pt x="170688" y="286512"/>
                </a:lnTo>
                <a:lnTo>
                  <a:pt x="167640" y="281940"/>
                </a:lnTo>
                <a:lnTo>
                  <a:pt x="160020" y="274320"/>
                </a:lnTo>
                <a:lnTo>
                  <a:pt x="160020" y="284988"/>
                </a:lnTo>
                <a:lnTo>
                  <a:pt x="160020" y="300228"/>
                </a:lnTo>
                <a:lnTo>
                  <a:pt x="155448" y="307848"/>
                </a:lnTo>
                <a:lnTo>
                  <a:pt x="146304" y="313944"/>
                </a:lnTo>
                <a:lnTo>
                  <a:pt x="139738" y="318833"/>
                </a:lnTo>
                <a:lnTo>
                  <a:pt x="131445" y="322135"/>
                </a:lnTo>
                <a:lnTo>
                  <a:pt x="121450" y="324027"/>
                </a:lnTo>
                <a:lnTo>
                  <a:pt x="109728" y="324612"/>
                </a:lnTo>
                <a:lnTo>
                  <a:pt x="98894" y="324027"/>
                </a:lnTo>
                <a:lnTo>
                  <a:pt x="89344" y="322135"/>
                </a:lnTo>
                <a:lnTo>
                  <a:pt x="81229" y="318833"/>
                </a:lnTo>
                <a:lnTo>
                  <a:pt x="68580" y="309372"/>
                </a:lnTo>
                <a:lnTo>
                  <a:pt x="65532" y="303276"/>
                </a:lnTo>
                <a:lnTo>
                  <a:pt x="65532" y="292608"/>
                </a:lnTo>
                <a:lnTo>
                  <a:pt x="67056" y="288036"/>
                </a:lnTo>
                <a:lnTo>
                  <a:pt x="68580" y="284988"/>
                </a:lnTo>
                <a:lnTo>
                  <a:pt x="70104" y="280416"/>
                </a:lnTo>
                <a:lnTo>
                  <a:pt x="74676" y="277368"/>
                </a:lnTo>
                <a:lnTo>
                  <a:pt x="79248" y="275844"/>
                </a:lnTo>
                <a:lnTo>
                  <a:pt x="82296" y="272796"/>
                </a:lnTo>
                <a:lnTo>
                  <a:pt x="88392" y="271272"/>
                </a:lnTo>
                <a:lnTo>
                  <a:pt x="147828" y="271272"/>
                </a:lnTo>
                <a:lnTo>
                  <a:pt x="155448" y="277368"/>
                </a:lnTo>
                <a:lnTo>
                  <a:pt x="160020" y="284988"/>
                </a:lnTo>
                <a:lnTo>
                  <a:pt x="160020" y="274320"/>
                </a:lnTo>
                <a:lnTo>
                  <a:pt x="156972" y="271272"/>
                </a:lnTo>
                <a:lnTo>
                  <a:pt x="175260" y="271272"/>
                </a:lnTo>
                <a:lnTo>
                  <a:pt x="175260" y="266700"/>
                </a:lnTo>
                <a:close/>
              </a:path>
              <a:path extrusionOk="0" h="581025" w="175895">
                <a:moveTo>
                  <a:pt x="175260" y="173736"/>
                </a:moveTo>
                <a:lnTo>
                  <a:pt x="174409" y="164909"/>
                </a:lnTo>
                <a:lnTo>
                  <a:pt x="174307" y="164592"/>
                </a:lnTo>
                <a:lnTo>
                  <a:pt x="171831" y="156781"/>
                </a:lnTo>
                <a:lnTo>
                  <a:pt x="139687" y="129971"/>
                </a:lnTo>
                <a:lnTo>
                  <a:pt x="131064" y="128016"/>
                </a:lnTo>
                <a:lnTo>
                  <a:pt x="129540" y="131064"/>
                </a:lnTo>
                <a:lnTo>
                  <a:pt x="138684" y="135636"/>
                </a:lnTo>
                <a:lnTo>
                  <a:pt x="146304" y="140208"/>
                </a:lnTo>
                <a:lnTo>
                  <a:pt x="149352" y="144780"/>
                </a:lnTo>
                <a:lnTo>
                  <a:pt x="153924" y="150876"/>
                </a:lnTo>
                <a:lnTo>
                  <a:pt x="155409" y="156781"/>
                </a:lnTo>
                <a:lnTo>
                  <a:pt x="155282" y="164592"/>
                </a:lnTo>
                <a:lnTo>
                  <a:pt x="155244" y="164909"/>
                </a:lnTo>
                <a:lnTo>
                  <a:pt x="154584" y="170688"/>
                </a:lnTo>
                <a:lnTo>
                  <a:pt x="124333" y="200101"/>
                </a:lnTo>
                <a:lnTo>
                  <a:pt x="124663" y="200101"/>
                </a:lnTo>
                <a:lnTo>
                  <a:pt x="113855" y="202107"/>
                </a:lnTo>
                <a:lnTo>
                  <a:pt x="102108" y="202692"/>
                </a:lnTo>
                <a:lnTo>
                  <a:pt x="102108" y="152400"/>
                </a:lnTo>
                <a:lnTo>
                  <a:pt x="102108" y="128016"/>
                </a:lnTo>
                <a:lnTo>
                  <a:pt x="94488" y="128676"/>
                </a:lnTo>
                <a:lnTo>
                  <a:pt x="94488" y="152400"/>
                </a:lnTo>
                <a:lnTo>
                  <a:pt x="94488" y="202692"/>
                </a:lnTo>
                <a:lnTo>
                  <a:pt x="85344" y="202692"/>
                </a:lnTo>
                <a:lnTo>
                  <a:pt x="77724" y="199644"/>
                </a:lnTo>
                <a:lnTo>
                  <a:pt x="73152" y="193548"/>
                </a:lnTo>
                <a:lnTo>
                  <a:pt x="67056" y="188976"/>
                </a:lnTo>
                <a:lnTo>
                  <a:pt x="65532" y="182880"/>
                </a:lnTo>
                <a:lnTo>
                  <a:pt x="65532" y="172212"/>
                </a:lnTo>
                <a:lnTo>
                  <a:pt x="79248" y="155448"/>
                </a:lnTo>
                <a:lnTo>
                  <a:pt x="82296" y="153924"/>
                </a:lnTo>
                <a:lnTo>
                  <a:pt x="86868" y="153924"/>
                </a:lnTo>
                <a:lnTo>
                  <a:pt x="94488" y="152400"/>
                </a:lnTo>
                <a:lnTo>
                  <a:pt x="94488" y="128676"/>
                </a:lnTo>
                <a:lnTo>
                  <a:pt x="92392" y="128854"/>
                </a:lnTo>
                <a:lnTo>
                  <a:pt x="60579" y="153733"/>
                </a:lnTo>
                <a:lnTo>
                  <a:pt x="60540" y="153924"/>
                </a:lnTo>
                <a:lnTo>
                  <a:pt x="58534" y="161861"/>
                </a:lnTo>
                <a:lnTo>
                  <a:pt x="58458" y="163068"/>
                </a:lnTo>
                <a:lnTo>
                  <a:pt x="58343" y="164592"/>
                </a:lnTo>
                <a:lnTo>
                  <a:pt x="58318" y="164909"/>
                </a:lnTo>
                <a:lnTo>
                  <a:pt x="57912" y="170688"/>
                </a:lnTo>
                <a:lnTo>
                  <a:pt x="58039" y="172212"/>
                </a:lnTo>
                <a:lnTo>
                  <a:pt x="58166" y="173736"/>
                </a:lnTo>
                <a:lnTo>
                  <a:pt x="58801" y="181546"/>
                </a:lnTo>
                <a:lnTo>
                  <a:pt x="81991" y="213271"/>
                </a:lnTo>
                <a:lnTo>
                  <a:pt x="117348" y="220980"/>
                </a:lnTo>
                <a:lnTo>
                  <a:pt x="130238" y="220129"/>
                </a:lnTo>
                <a:lnTo>
                  <a:pt x="141541" y="217551"/>
                </a:lnTo>
                <a:lnTo>
                  <a:pt x="151434" y="213271"/>
                </a:lnTo>
                <a:lnTo>
                  <a:pt x="160020" y="207264"/>
                </a:lnTo>
                <a:lnTo>
                  <a:pt x="164007" y="202692"/>
                </a:lnTo>
                <a:lnTo>
                  <a:pt x="166268" y="200101"/>
                </a:lnTo>
                <a:lnTo>
                  <a:pt x="171069" y="192214"/>
                </a:lnTo>
                <a:lnTo>
                  <a:pt x="171145" y="192024"/>
                </a:lnTo>
                <a:lnTo>
                  <a:pt x="174167" y="183476"/>
                </a:lnTo>
                <a:lnTo>
                  <a:pt x="174244" y="182880"/>
                </a:lnTo>
                <a:lnTo>
                  <a:pt x="175260" y="173736"/>
                </a:lnTo>
                <a:close/>
              </a:path>
              <a:path extrusionOk="0" h="581025" w="175895">
                <a:moveTo>
                  <a:pt x="175260" y="30480"/>
                </a:moveTo>
                <a:lnTo>
                  <a:pt x="161544" y="0"/>
                </a:lnTo>
                <a:lnTo>
                  <a:pt x="158496" y="1524"/>
                </a:lnTo>
                <a:lnTo>
                  <a:pt x="160020" y="4572"/>
                </a:lnTo>
                <a:lnTo>
                  <a:pt x="160020" y="12192"/>
                </a:lnTo>
                <a:lnTo>
                  <a:pt x="158496" y="13716"/>
                </a:lnTo>
                <a:lnTo>
                  <a:pt x="156972" y="13716"/>
                </a:lnTo>
                <a:lnTo>
                  <a:pt x="155448" y="15240"/>
                </a:lnTo>
                <a:lnTo>
                  <a:pt x="152400" y="15240"/>
                </a:lnTo>
                <a:lnTo>
                  <a:pt x="149352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6764" y="39624"/>
                </a:lnTo>
                <a:lnTo>
                  <a:pt x="16764" y="38100"/>
                </a:lnTo>
                <a:lnTo>
                  <a:pt x="19812" y="38100"/>
                </a:lnTo>
                <a:lnTo>
                  <a:pt x="22860" y="36576"/>
                </a:lnTo>
                <a:lnTo>
                  <a:pt x="67056" y="36576"/>
                </a:lnTo>
                <a:lnTo>
                  <a:pt x="60960" y="42672"/>
                </a:lnTo>
                <a:lnTo>
                  <a:pt x="57912" y="50292"/>
                </a:lnTo>
                <a:lnTo>
                  <a:pt x="57912" y="59436"/>
                </a:lnTo>
                <a:lnTo>
                  <a:pt x="59080" y="71183"/>
                </a:lnTo>
                <a:lnTo>
                  <a:pt x="87401" y="104419"/>
                </a:lnTo>
                <a:lnTo>
                  <a:pt x="120396" y="112776"/>
                </a:lnTo>
                <a:lnTo>
                  <a:pt x="132486" y="111899"/>
                </a:lnTo>
                <a:lnTo>
                  <a:pt x="132257" y="111899"/>
                </a:lnTo>
                <a:lnTo>
                  <a:pt x="142494" y="109347"/>
                </a:lnTo>
                <a:lnTo>
                  <a:pt x="151688" y="105067"/>
                </a:lnTo>
                <a:lnTo>
                  <a:pt x="160020" y="99060"/>
                </a:lnTo>
                <a:lnTo>
                  <a:pt x="166268" y="92163"/>
                </a:lnTo>
                <a:lnTo>
                  <a:pt x="167767" y="89916"/>
                </a:lnTo>
                <a:lnTo>
                  <a:pt x="171069" y="84963"/>
                </a:lnTo>
                <a:lnTo>
                  <a:pt x="174167" y="77203"/>
                </a:lnTo>
                <a:lnTo>
                  <a:pt x="175221" y="68961"/>
                </a:lnTo>
                <a:lnTo>
                  <a:pt x="175260" y="62484"/>
                </a:lnTo>
                <a:lnTo>
                  <a:pt x="173736" y="56388"/>
                </a:lnTo>
                <a:lnTo>
                  <a:pt x="167640" y="47244"/>
                </a:lnTo>
                <a:lnTo>
                  <a:pt x="163068" y="41148"/>
                </a:lnTo>
                <a:lnTo>
                  <a:pt x="160020" y="38862"/>
                </a:lnTo>
                <a:lnTo>
                  <a:pt x="160020" y="50292"/>
                </a:lnTo>
                <a:lnTo>
                  <a:pt x="160020" y="56388"/>
                </a:lnTo>
                <a:lnTo>
                  <a:pt x="131445" y="87439"/>
                </a:lnTo>
                <a:lnTo>
                  <a:pt x="109728" y="89916"/>
                </a:lnTo>
                <a:lnTo>
                  <a:pt x="98894" y="89331"/>
                </a:lnTo>
                <a:lnTo>
                  <a:pt x="65532" y="67056"/>
                </a:lnTo>
                <a:lnTo>
                  <a:pt x="65532" y="57912"/>
                </a:lnTo>
                <a:lnTo>
                  <a:pt x="67056" y="53340"/>
                </a:lnTo>
                <a:lnTo>
                  <a:pt x="68580" y="50292"/>
                </a:lnTo>
                <a:lnTo>
                  <a:pt x="70104" y="45720"/>
                </a:lnTo>
                <a:lnTo>
                  <a:pt x="74676" y="42672"/>
                </a:lnTo>
                <a:lnTo>
                  <a:pt x="79248" y="41148"/>
                </a:lnTo>
                <a:lnTo>
                  <a:pt x="82296" y="38100"/>
                </a:lnTo>
                <a:lnTo>
                  <a:pt x="88392" y="36576"/>
                </a:lnTo>
                <a:lnTo>
                  <a:pt x="147828" y="36576"/>
                </a:lnTo>
                <a:lnTo>
                  <a:pt x="155448" y="42672"/>
                </a:lnTo>
                <a:lnTo>
                  <a:pt x="160020" y="50292"/>
                </a:lnTo>
                <a:lnTo>
                  <a:pt x="160020" y="38862"/>
                </a:lnTo>
                <a:lnTo>
                  <a:pt x="156972" y="36576"/>
                </a:lnTo>
                <a:lnTo>
                  <a:pt x="175260" y="36576"/>
                </a:lnTo>
                <a:lnTo>
                  <a:pt x="175260" y="30480"/>
                </a:lnTo>
                <a:close/>
              </a:path>
              <a:path extrusionOk="0" h="581025" w="175895">
                <a:moveTo>
                  <a:pt x="175272" y="502920"/>
                </a:moveTo>
                <a:lnTo>
                  <a:pt x="174129" y="497192"/>
                </a:lnTo>
                <a:lnTo>
                  <a:pt x="170700" y="491299"/>
                </a:lnTo>
                <a:lnTo>
                  <a:pt x="164985" y="485140"/>
                </a:lnTo>
                <a:lnTo>
                  <a:pt x="156984" y="478536"/>
                </a:lnTo>
                <a:lnTo>
                  <a:pt x="150888" y="478536"/>
                </a:lnTo>
                <a:lnTo>
                  <a:pt x="158508" y="486156"/>
                </a:lnTo>
                <a:lnTo>
                  <a:pt x="158508" y="487680"/>
                </a:lnTo>
                <a:lnTo>
                  <a:pt x="160032" y="489204"/>
                </a:lnTo>
                <a:lnTo>
                  <a:pt x="160032" y="493776"/>
                </a:lnTo>
                <a:lnTo>
                  <a:pt x="158508" y="493776"/>
                </a:lnTo>
                <a:lnTo>
                  <a:pt x="156984" y="495300"/>
                </a:lnTo>
                <a:lnTo>
                  <a:pt x="155460" y="495300"/>
                </a:lnTo>
                <a:lnTo>
                  <a:pt x="153936" y="496824"/>
                </a:lnTo>
                <a:lnTo>
                  <a:pt x="77736" y="496824"/>
                </a:lnTo>
                <a:lnTo>
                  <a:pt x="60413" y="515112"/>
                </a:lnTo>
                <a:lnTo>
                  <a:pt x="59067" y="520827"/>
                </a:lnTo>
                <a:lnTo>
                  <a:pt x="58204" y="527456"/>
                </a:lnTo>
                <a:lnTo>
                  <a:pt x="58102" y="537972"/>
                </a:lnTo>
                <a:lnTo>
                  <a:pt x="58470" y="543763"/>
                </a:lnTo>
                <a:lnTo>
                  <a:pt x="79260" y="576072"/>
                </a:lnTo>
                <a:lnTo>
                  <a:pt x="88404" y="576072"/>
                </a:lnTo>
                <a:lnTo>
                  <a:pt x="94500" y="573024"/>
                </a:lnTo>
                <a:lnTo>
                  <a:pt x="96024" y="571500"/>
                </a:lnTo>
                <a:lnTo>
                  <a:pt x="97548" y="568452"/>
                </a:lnTo>
                <a:lnTo>
                  <a:pt x="97548" y="562356"/>
                </a:lnTo>
                <a:lnTo>
                  <a:pt x="91452" y="556260"/>
                </a:lnTo>
                <a:lnTo>
                  <a:pt x="74688" y="556260"/>
                </a:lnTo>
                <a:lnTo>
                  <a:pt x="71640" y="554736"/>
                </a:lnTo>
                <a:lnTo>
                  <a:pt x="68783" y="551878"/>
                </a:lnTo>
                <a:lnTo>
                  <a:pt x="68529" y="551573"/>
                </a:lnTo>
                <a:lnTo>
                  <a:pt x="67068" y="548640"/>
                </a:lnTo>
                <a:lnTo>
                  <a:pt x="65544" y="544068"/>
                </a:lnTo>
                <a:lnTo>
                  <a:pt x="65544" y="531876"/>
                </a:lnTo>
                <a:lnTo>
                  <a:pt x="67068" y="525780"/>
                </a:lnTo>
                <a:lnTo>
                  <a:pt x="71640" y="522732"/>
                </a:lnTo>
                <a:lnTo>
                  <a:pt x="76212" y="518160"/>
                </a:lnTo>
                <a:lnTo>
                  <a:pt x="83832" y="516636"/>
                </a:lnTo>
                <a:lnTo>
                  <a:pt x="99072" y="516636"/>
                </a:lnTo>
                <a:lnTo>
                  <a:pt x="103619" y="530377"/>
                </a:lnTo>
                <a:lnTo>
                  <a:pt x="108026" y="541972"/>
                </a:lnTo>
                <a:lnTo>
                  <a:pt x="112141" y="551573"/>
                </a:lnTo>
                <a:lnTo>
                  <a:pt x="115836" y="559308"/>
                </a:lnTo>
                <a:lnTo>
                  <a:pt x="121932" y="566928"/>
                </a:lnTo>
                <a:lnTo>
                  <a:pt x="126504" y="573024"/>
                </a:lnTo>
                <a:lnTo>
                  <a:pt x="132600" y="576072"/>
                </a:lnTo>
                <a:lnTo>
                  <a:pt x="135648" y="579120"/>
                </a:lnTo>
                <a:lnTo>
                  <a:pt x="140220" y="580644"/>
                </a:lnTo>
                <a:lnTo>
                  <a:pt x="155460" y="580644"/>
                </a:lnTo>
                <a:lnTo>
                  <a:pt x="161556" y="577596"/>
                </a:lnTo>
                <a:lnTo>
                  <a:pt x="167652" y="573024"/>
                </a:lnTo>
                <a:lnTo>
                  <a:pt x="172224" y="566928"/>
                </a:lnTo>
                <a:lnTo>
                  <a:pt x="175272" y="560832"/>
                </a:lnTo>
                <a:lnTo>
                  <a:pt x="175272" y="548640"/>
                </a:lnTo>
                <a:lnTo>
                  <a:pt x="161721" y="524687"/>
                </a:lnTo>
                <a:lnTo>
                  <a:pt x="160032" y="522516"/>
                </a:lnTo>
                <a:lnTo>
                  <a:pt x="160032" y="547116"/>
                </a:lnTo>
                <a:lnTo>
                  <a:pt x="158546" y="551573"/>
                </a:lnTo>
                <a:lnTo>
                  <a:pt x="158686" y="551573"/>
                </a:lnTo>
                <a:lnTo>
                  <a:pt x="153936" y="554736"/>
                </a:lnTo>
                <a:lnTo>
                  <a:pt x="150888" y="559308"/>
                </a:lnTo>
                <a:lnTo>
                  <a:pt x="146316" y="560832"/>
                </a:lnTo>
                <a:lnTo>
                  <a:pt x="135648" y="560832"/>
                </a:lnTo>
                <a:lnTo>
                  <a:pt x="131076" y="559308"/>
                </a:lnTo>
                <a:lnTo>
                  <a:pt x="128028" y="556260"/>
                </a:lnTo>
                <a:lnTo>
                  <a:pt x="123456" y="553212"/>
                </a:lnTo>
                <a:lnTo>
                  <a:pt x="109829" y="525170"/>
                </a:lnTo>
                <a:lnTo>
                  <a:pt x="106692" y="516636"/>
                </a:lnTo>
                <a:lnTo>
                  <a:pt x="147840" y="516636"/>
                </a:lnTo>
                <a:lnTo>
                  <a:pt x="152958" y="524332"/>
                </a:lnTo>
                <a:lnTo>
                  <a:pt x="160032" y="547116"/>
                </a:lnTo>
                <a:lnTo>
                  <a:pt x="160032" y="522516"/>
                </a:lnTo>
                <a:lnTo>
                  <a:pt x="155460" y="516636"/>
                </a:lnTo>
                <a:lnTo>
                  <a:pt x="163080" y="516636"/>
                </a:lnTo>
                <a:lnTo>
                  <a:pt x="167652" y="515112"/>
                </a:lnTo>
                <a:lnTo>
                  <a:pt x="170700" y="513588"/>
                </a:lnTo>
                <a:lnTo>
                  <a:pt x="173748" y="510540"/>
                </a:lnTo>
                <a:lnTo>
                  <a:pt x="175272" y="507492"/>
                </a:lnTo>
                <a:lnTo>
                  <a:pt x="175272" y="5029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805" name="Google Shape;4805;p77"/>
          <p:cNvPicPr preferRelativeResize="0"/>
          <p:nvPr/>
        </p:nvPicPr>
        <p:blipFill rotWithShape="1">
          <a:blip r:embed="rId101">
            <a:alphaModFix/>
          </a:blip>
          <a:srcRect b="0" l="0" r="0" t="0"/>
          <a:stretch/>
        </p:blipFill>
        <p:spPr>
          <a:xfrm>
            <a:off x="5824727" y="1556003"/>
            <a:ext cx="175260" cy="5059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06" name="Google Shape;4806;p77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4807" name="Google Shape;4807;p77"/>
            <p:cNvPicPr preferRelativeResize="0"/>
            <p:nvPr/>
          </p:nvPicPr>
          <p:blipFill rotWithShape="1">
            <a:blip r:embed="rId102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08" name="Google Shape;4808;p77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809" name="Google Shape;4809;p77"/>
          <p:cNvPicPr preferRelativeResize="0"/>
          <p:nvPr/>
        </p:nvPicPr>
        <p:blipFill rotWithShape="1">
          <a:blip r:embed="rId103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10" name="Google Shape;4810;p77"/>
          <p:cNvPicPr preferRelativeResize="0"/>
          <p:nvPr/>
        </p:nvPicPr>
        <p:blipFill rotWithShape="1">
          <a:blip r:embed="rId104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811" name="Google Shape;4811;p77"/>
          <p:cNvPicPr preferRelativeResize="0"/>
          <p:nvPr/>
        </p:nvPicPr>
        <p:blipFill rotWithShape="1">
          <a:blip r:embed="rId105">
            <a:alphaModFix/>
          </a:blip>
          <a:srcRect b="0" l="0" r="0" t="0"/>
          <a:stretch/>
        </p:blipFill>
        <p:spPr>
          <a:xfrm>
            <a:off x="6655307" y="1831848"/>
            <a:ext cx="115824" cy="1539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15" name="Shape 4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6" name="Google Shape;4816;p7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928116" y="6752843"/>
            <a:ext cx="447935" cy="138988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17" name="Google Shape;4817;p78"/>
          <p:cNvGrpSpPr/>
          <p:nvPr/>
        </p:nvGrpSpPr>
        <p:grpSpPr>
          <a:xfrm>
            <a:off x="928116" y="5618988"/>
            <a:ext cx="349249" cy="999871"/>
            <a:chOff x="928116" y="5618988"/>
            <a:chExt cx="349249" cy="999871"/>
          </a:xfrm>
        </p:grpSpPr>
        <p:sp>
          <p:nvSpPr>
            <p:cNvPr id="4818" name="Google Shape;4818;p78"/>
            <p:cNvSpPr/>
            <p:nvPr/>
          </p:nvSpPr>
          <p:spPr>
            <a:xfrm>
              <a:off x="928116" y="6227064"/>
              <a:ext cx="342900" cy="391795"/>
            </a:xfrm>
            <a:custGeom>
              <a:rect b="b" l="l" r="r" t="t"/>
              <a:pathLst>
                <a:path extrusionOk="0" h="391795" w="342900">
                  <a:moveTo>
                    <a:pt x="342887" y="251460"/>
                  </a:moveTo>
                  <a:lnTo>
                    <a:pt x="335267" y="251460"/>
                  </a:lnTo>
                  <a:lnTo>
                    <a:pt x="335267" y="269748"/>
                  </a:lnTo>
                  <a:lnTo>
                    <a:pt x="329184" y="284988"/>
                  </a:lnTo>
                  <a:lnTo>
                    <a:pt x="284975" y="298704"/>
                  </a:lnTo>
                  <a:lnTo>
                    <a:pt x="181343" y="298704"/>
                  </a:lnTo>
                  <a:lnTo>
                    <a:pt x="181343" y="240792"/>
                  </a:lnTo>
                  <a:lnTo>
                    <a:pt x="181635" y="232460"/>
                  </a:lnTo>
                  <a:lnTo>
                    <a:pt x="204800" y="199174"/>
                  </a:lnTo>
                  <a:lnTo>
                    <a:pt x="228587" y="196596"/>
                  </a:lnTo>
                  <a:lnTo>
                    <a:pt x="228587" y="188976"/>
                  </a:lnTo>
                  <a:lnTo>
                    <a:pt x="114287" y="188976"/>
                  </a:lnTo>
                  <a:lnTo>
                    <a:pt x="114287" y="196596"/>
                  </a:lnTo>
                  <a:lnTo>
                    <a:pt x="127749" y="198297"/>
                  </a:lnTo>
                  <a:lnTo>
                    <a:pt x="138480" y="200977"/>
                  </a:lnTo>
                  <a:lnTo>
                    <a:pt x="161531" y="240792"/>
                  </a:lnTo>
                  <a:lnTo>
                    <a:pt x="161531" y="298704"/>
                  </a:lnTo>
                  <a:lnTo>
                    <a:pt x="33515" y="298704"/>
                  </a:lnTo>
                  <a:lnTo>
                    <a:pt x="33515" y="225552"/>
                  </a:lnTo>
                  <a:lnTo>
                    <a:pt x="38087" y="187452"/>
                  </a:lnTo>
                  <a:lnTo>
                    <a:pt x="67233" y="160972"/>
                  </a:lnTo>
                  <a:lnTo>
                    <a:pt x="86855" y="155448"/>
                  </a:lnTo>
                  <a:lnTo>
                    <a:pt x="86855" y="144780"/>
                  </a:lnTo>
                  <a:lnTo>
                    <a:pt x="15227" y="147828"/>
                  </a:lnTo>
                  <a:lnTo>
                    <a:pt x="15227" y="391668"/>
                  </a:lnTo>
                  <a:lnTo>
                    <a:pt x="22847" y="391668"/>
                  </a:lnTo>
                  <a:lnTo>
                    <a:pt x="22847" y="371856"/>
                  </a:lnTo>
                  <a:lnTo>
                    <a:pt x="24371" y="364236"/>
                  </a:lnTo>
                  <a:lnTo>
                    <a:pt x="61480" y="344474"/>
                  </a:lnTo>
                  <a:lnTo>
                    <a:pt x="284975" y="344424"/>
                  </a:lnTo>
                  <a:lnTo>
                    <a:pt x="298437" y="344716"/>
                  </a:lnTo>
                  <a:lnTo>
                    <a:pt x="334441" y="369785"/>
                  </a:lnTo>
                  <a:lnTo>
                    <a:pt x="335267" y="379476"/>
                  </a:lnTo>
                  <a:lnTo>
                    <a:pt x="335267" y="391668"/>
                  </a:lnTo>
                  <a:lnTo>
                    <a:pt x="342887" y="391668"/>
                  </a:lnTo>
                  <a:lnTo>
                    <a:pt x="342887" y="251460"/>
                  </a:lnTo>
                  <a:close/>
                </a:path>
                <a:path extrusionOk="0" h="391795" w="342900">
                  <a:moveTo>
                    <a:pt x="342900" y="0"/>
                  </a:moveTo>
                  <a:lnTo>
                    <a:pt x="335280" y="0"/>
                  </a:lnTo>
                  <a:lnTo>
                    <a:pt x="335280" y="12192"/>
                  </a:lnTo>
                  <a:lnTo>
                    <a:pt x="333756" y="19812"/>
                  </a:lnTo>
                  <a:lnTo>
                    <a:pt x="330708" y="22860"/>
                  </a:lnTo>
                  <a:lnTo>
                    <a:pt x="329184" y="27432"/>
                  </a:lnTo>
                  <a:lnTo>
                    <a:pt x="324612" y="30480"/>
                  </a:lnTo>
                  <a:lnTo>
                    <a:pt x="320040" y="32004"/>
                  </a:lnTo>
                  <a:lnTo>
                    <a:pt x="315747" y="33769"/>
                  </a:lnTo>
                  <a:lnTo>
                    <a:pt x="309753" y="34671"/>
                  </a:lnTo>
                  <a:lnTo>
                    <a:pt x="302031" y="35013"/>
                  </a:lnTo>
                  <a:lnTo>
                    <a:pt x="0" y="35052"/>
                  </a:lnTo>
                  <a:lnTo>
                    <a:pt x="0" y="45720"/>
                  </a:lnTo>
                  <a:lnTo>
                    <a:pt x="27432" y="109728"/>
                  </a:lnTo>
                  <a:lnTo>
                    <a:pt x="35052" y="106680"/>
                  </a:lnTo>
                  <a:lnTo>
                    <a:pt x="32004" y="100584"/>
                  </a:lnTo>
                  <a:lnTo>
                    <a:pt x="30480" y="94488"/>
                  </a:lnTo>
                  <a:lnTo>
                    <a:pt x="30480" y="86868"/>
                  </a:lnTo>
                  <a:lnTo>
                    <a:pt x="32004" y="83820"/>
                  </a:lnTo>
                  <a:lnTo>
                    <a:pt x="75501" y="74917"/>
                  </a:lnTo>
                  <a:lnTo>
                    <a:pt x="92964" y="74676"/>
                  </a:lnTo>
                  <a:lnTo>
                    <a:pt x="292608" y="74676"/>
                  </a:lnTo>
                  <a:lnTo>
                    <a:pt x="302056" y="74968"/>
                  </a:lnTo>
                  <a:lnTo>
                    <a:pt x="309943" y="75819"/>
                  </a:lnTo>
                  <a:lnTo>
                    <a:pt x="316395" y="77254"/>
                  </a:lnTo>
                  <a:lnTo>
                    <a:pt x="321564" y="79248"/>
                  </a:lnTo>
                  <a:lnTo>
                    <a:pt x="326136" y="80772"/>
                  </a:lnTo>
                  <a:lnTo>
                    <a:pt x="332232" y="86868"/>
                  </a:lnTo>
                  <a:lnTo>
                    <a:pt x="333756" y="91440"/>
                  </a:lnTo>
                  <a:lnTo>
                    <a:pt x="335280" y="99060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819" name="Google Shape;4819;p7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043940" y="5986272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20" name="Google Shape;4820;p78"/>
            <p:cNvSpPr/>
            <p:nvPr/>
          </p:nvSpPr>
          <p:spPr>
            <a:xfrm>
              <a:off x="1050036" y="5618988"/>
              <a:ext cx="227329" cy="347980"/>
            </a:xfrm>
            <a:custGeom>
              <a:rect b="b" l="l" r="r" t="t"/>
              <a:pathLst>
                <a:path extrusionOk="0" h="347979" w="227330">
                  <a:moveTo>
                    <a:pt x="7619" y="347472"/>
                  </a:moveTo>
                  <a:lnTo>
                    <a:pt x="0" y="347472"/>
                  </a:lnTo>
                  <a:lnTo>
                    <a:pt x="0" y="252984"/>
                  </a:lnTo>
                  <a:lnTo>
                    <a:pt x="7619" y="252984"/>
                  </a:lnTo>
                  <a:lnTo>
                    <a:pt x="7619" y="262128"/>
                  </a:lnTo>
                  <a:lnTo>
                    <a:pt x="9143" y="268224"/>
                  </a:lnTo>
                  <a:lnTo>
                    <a:pt x="12191" y="269748"/>
                  </a:lnTo>
                  <a:lnTo>
                    <a:pt x="13715" y="272796"/>
                  </a:lnTo>
                  <a:lnTo>
                    <a:pt x="18287" y="274320"/>
                  </a:lnTo>
                  <a:lnTo>
                    <a:pt x="27431" y="274320"/>
                  </a:lnTo>
                  <a:lnTo>
                    <a:pt x="33527" y="272796"/>
                  </a:lnTo>
                  <a:lnTo>
                    <a:pt x="163067" y="222504"/>
                  </a:lnTo>
                  <a:lnTo>
                    <a:pt x="64007" y="176784"/>
                  </a:lnTo>
                  <a:lnTo>
                    <a:pt x="32003" y="188976"/>
                  </a:lnTo>
                  <a:lnTo>
                    <a:pt x="22859" y="192024"/>
                  </a:lnTo>
                  <a:lnTo>
                    <a:pt x="15239" y="198120"/>
                  </a:lnTo>
                  <a:lnTo>
                    <a:pt x="12191" y="204216"/>
                  </a:lnTo>
                  <a:lnTo>
                    <a:pt x="9143" y="207264"/>
                  </a:lnTo>
                  <a:lnTo>
                    <a:pt x="7619" y="213360"/>
                  </a:lnTo>
                  <a:lnTo>
                    <a:pt x="7619" y="224028"/>
                  </a:lnTo>
                  <a:lnTo>
                    <a:pt x="0" y="224028"/>
                  </a:lnTo>
                  <a:lnTo>
                    <a:pt x="0" y="118872"/>
                  </a:lnTo>
                  <a:lnTo>
                    <a:pt x="7619" y="118872"/>
                  </a:lnTo>
                  <a:lnTo>
                    <a:pt x="7619" y="131064"/>
                  </a:lnTo>
                  <a:lnTo>
                    <a:pt x="9143" y="138684"/>
                  </a:lnTo>
                  <a:lnTo>
                    <a:pt x="16763" y="146303"/>
                  </a:lnTo>
                  <a:lnTo>
                    <a:pt x="21335" y="147828"/>
                  </a:lnTo>
                  <a:lnTo>
                    <a:pt x="33527" y="147828"/>
                  </a:lnTo>
                  <a:lnTo>
                    <a:pt x="36575" y="146303"/>
                  </a:lnTo>
                  <a:lnTo>
                    <a:pt x="161543" y="96012"/>
                  </a:lnTo>
                  <a:lnTo>
                    <a:pt x="41147" y="50291"/>
                  </a:lnTo>
                  <a:lnTo>
                    <a:pt x="32003" y="47244"/>
                  </a:lnTo>
                  <a:lnTo>
                    <a:pt x="25907" y="45720"/>
                  </a:lnTo>
                  <a:lnTo>
                    <a:pt x="16763" y="45720"/>
                  </a:lnTo>
                  <a:lnTo>
                    <a:pt x="13715" y="47244"/>
                  </a:lnTo>
                  <a:lnTo>
                    <a:pt x="10667" y="50291"/>
                  </a:lnTo>
                  <a:lnTo>
                    <a:pt x="9143" y="53340"/>
                  </a:lnTo>
                  <a:lnTo>
                    <a:pt x="7619" y="59436"/>
                  </a:lnTo>
                  <a:lnTo>
                    <a:pt x="7619" y="68579"/>
                  </a:lnTo>
                  <a:lnTo>
                    <a:pt x="0" y="68579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0191" y="10358"/>
                  </a:lnTo>
                  <a:lnTo>
                    <a:pt x="15620" y="18859"/>
                  </a:lnTo>
                  <a:lnTo>
                    <a:pt x="23907" y="25931"/>
                  </a:lnTo>
                  <a:lnTo>
                    <a:pt x="35051" y="32004"/>
                  </a:lnTo>
                  <a:lnTo>
                    <a:pt x="227076" y="103632"/>
                  </a:lnTo>
                  <a:lnTo>
                    <a:pt x="227076" y="112776"/>
                  </a:lnTo>
                  <a:lnTo>
                    <a:pt x="83819" y="169164"/>
                  </a:lnTo>
                  <a:lnTo>
                    <a:pt x="227076" y="234696"/>
                  </a:lnTo>
                  <a:lnTo>
                    <a:pt x="227076" y="240792"/>
                  </a:lnTo>
                  <a:lnTo>
                    <a:pt x="41147" y="312420"/>
                  </a:lnTo>
                  <a:lnTo>
                    <a:pt x="9143" y="336804"/>
                  </a:lnTo>
                  <a:lnTo>
                    <a:pt x="7619" y="3474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1" name="Google Shape;4821;p78"/>
          <p:cNvGrpSpPr/>
          <p:nvPr/>
        </p:nvGrpSpPr>
        <p:grpSpPr>
          <a:xfrm>
            <a:off x="928116" y="1103375"/>
            <a:ext cx="5103876" cy="7999475"/>
            <a:chOff x="928116" y="1103375"/>
            <a:chExt cx="5103876" cy="7999475"/>
          </a:xfrm>
        </p:grpSpPr>
        <p:pic>
          <p:nvPicPr>
            <p:cNvPr id="4822" name="Google Shape;4822;p7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28116" y="3631691"/>
              <a:ext cx="448055" cy="18348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23" name="Google Shape;4823;p78"/>
            <p:cNvSpPr/>
            <p:nvPr/>
          </p:nvSpPr>
          <p:spPr>
            <a:xfrm>
              <a:off x="928116" y="3221736"/>
              <a:ext cx="448309" cy="381000"/>
            </a:xfrm>
            <a:custGeom>
              <a:rect b="b" l="l" r="r" t="t"/>
              <a:pathLst>
                <a:path extrusionOk="0" h="381000" w="448309">
                  <a:moveTo>
                    <a:pt x="348996" y="216408"/>
                  </a:moveTo>
                  <a:lnTo>
                    <a:pt x="321564" y="152400"/>
                  </a:lnTo>
                  <a:lnTo>
                    <a:pt x="313944" y="155448"/>
                  </a:lnTo>
                  <a:lnTo>
                    <a:pt x="316992" y="167640"/>
                  </a:lnTo>
                  <a:lnTo>
                    <a:pt x="316992" y="176784"/>
                  </a:lnTo>
                  <a:lnTo>
                    <a:pt x="313944" y="179832"/>
                  </a:lnTo>
                  <a:lnTo>
                    <a:pt x="312420" y="182880"/>
                  </a:lnTo>
                  <a:lnTo>
                    <a:pt x="307848" y="184404"/>
                  </a:lnTo>
                  <a:lnTo>
                    <a:pt x="301752" y="185928"/>
                  </a:lnTo>
                  <a:lnTo>
                    <a:pt x="296100" y="186817"/>
                  </a:lnTo>
                  <a:lnTo>
                    <a:pt x="286321" y="187261"/>
                  </a:lnTo>
                  <a:lnTo>
                    <a:pt x="272808" y="187439"/>
                  </a:lnTo>
                  <a:lnTo>
                    <a:pt x="0" y="187439"/>
                  </a:lnTo>
                  <a:lnTo>
                    <a:pt x="0" y="198120"/>
                  </a:lnTo>
                  <a:lnTo>
                    <a:pt x="27432" y="262128"/>
                  </a:lnTo>
                  <a:lnTo>
                    <a:pt x="35052" y="259080"/>
                  </a:lnTo>
                  <a:lnTo>
                    <a:pt x="32004" y="252984"/>
                  </a:lnTo>
                  <a:lnTo>
                    <a:pt x="30480" y="246888"/>
                  </a:lnTo>
                  <a:lnTo>
                    <a:pt x="30480" y="239268"/>
                  </a:lnTo>
                  <a:lnTo>
                    <a:pt x="32004" y="236220"/>
                  </a:lnTo>
                  <a:lnTo>
                    <a:pt x="77444" y="227076"/>
                  </a:lnTo>
                  <a:lnTo>
                    <a:pt x="135636" y="227076"/>
                  </a:lnTo>
                  <a:lnTo>
                    <a:pt x="126746" y="237032"/>
                  </a:lnTo>
                  <a:lnTo>
                    <a:pt x="120586" y="248412"/>
                  </a:lnTo>
                  <a:lnTo>
                    <a:pt x="116979" y="260946"/>
                  </a:lnTo>
                  <a:lnTo>
                    <a:pt x="116878" y="262128"/>
                  </a:lnTo>
                  <a:lnTo>
                    <a:pt x="115824" y="274320"/>
                  </a:lnTo>
                  <a:lnTo>
                    <a:pt x="125158" y="316992"/>
                  </a:lnTo>
                  <a:lnTo>
                    <a:pt x="153924" y="350520"/>
                  </a:lnTo>
                  <a:lnTo>
                    <a:pt x="196215" y="373189"/>
                  </a:lnTo>
                  <a:lnTo>
                    <a:pt x="240792" y="381000"/>
                  </a:lnTo>
                  <a:lnTo>
                    <a:pt x="263652" y="379285"/>
                  </a:lnTo>
                  <a:lnTo>
                    <a:pt x="302514" y="365569"/>
                  </a:lnTo>
                  <a:lnTo>
                    <a:pt x="331635" y="340169"/>
                  </a:lnTo>
                  <a:lnTo>
                    <a:pt x="333768" y="336804"/>
                  </a:lnTo>
                  <a:lnTo>
                    <a:pt x="341185" y="325183"/>
                  </a:lnTo>
                  <a:lnTo>
                    <a:pt x="347014" y="308787"/>
                  </a:lnTo>
                  <a:lnTo>
                    <a:pt x="348996" y="291084"/>
                  </a:lnTo>
                  <a:lnTo>
                    <a:pt x="348437" y="282206"/>
                  </a:lnTo>
                  <a:lnTo>
                    <a:pt x="331470" y="242887"/>
                  </a:lnTo>
                  <a:lnTo>
                    <a:pt x="323088" y="233438"/>
                  </a:lnTo>
                  <a:lnTo>
                    <a:pt x="323088" y="268224"/>
                  </a:lnTo>
                  <a:lnTo>
                    <a:pt x="321386" y="281393"/>
                  </a:lnTo>
                  <a:lnTo>
                    <a:pt x="297180" y="315468"/>
                  </a:lnTo>
                  <a:lnTo>
                    <a:pt x="245097" y="335407"/>
                  </a:lnTo>
                  <a:lnTo>
                    <a:pt x="222504" y="336804"/>
                  </a:lnTo>
                  <a:lnTo>
                    <a:pt x="199923" y="335407"/>
                  </a:lnTo>
                  <a:lnTo>
                    <a:pt x="163347" y="324599"/>
                  </a:lnTo>
                  <a:lnTo>
                    <a:pt x="135610" y="296951"/>
                  </a:lnTo>
                  <a:lnTo>
                    <a:pt x="131064" y="277368"/>
                  </a:lnTo>
                  <a:lnTo>
                    <a:pt x="131064" y="269748"/>
                  </a:lnTo>
                  <a:lnTo>
                    <a:pt x="156972" y="236220"/>
                  </a:lnTo>
                  <a:lnTo>
                    <a:pt x="188976" y="227076"/>
                  </a:lnTo>
                  <a:lnTo>
                    <a:pt x="300228" y="227076"/>
                  </a:lnTo>
                  <a:lnTo>
                    <a:pt x="310222" y="237363"/>
                  </a:lnTo>
                  <a:lnTo>
                    <a:pt x="317373" y="247650"/>
                  </a:lnTo>
                  <a:lnTo>
                    <a:pt x="321652" y="257937"/>
                  </a:lnTo>
                  <a:lnTo>
                    <a:pt x="323088" y="268224"/>
                  </a:lnTo>
                  <a:lnTo>
                    <a:pt x="323088" y="233438"/>
                  </a:lnTo>
                  <a:lnTo>
                    <a:pt x="316992" y="227076"/>
                  </a:lnTo>
                  <a:lnTo>
                    <a:pt x="348996" y="227076"/>
                  </a:lnTo>
                  <a:lnTo>
                    <a:pt x="348996" y="216408"/>
                  </a:lnTo>
                  <a:close/>
                </a:path>
                <a:path extrusionOk="0" h="381000" w="448309">
                  <a:moveTo>
                    <a:pt x="448056" y="134112"/>
                  </a:moveTo>
                  <a:lnTo>
                    <a:pt x="412419" y="79057"/>
                  </a:lnTo>
                  <a:lnTo>
                    <a:pt x="359651" y="36576"/>
                  </a:lnTo>
                  <a:lnTo>
                    <a:pt x="295262" y="9144"/>
                  </a:lnTo>
                  <a:lnTo>
                    <a:pt x="224015" y="0"/>
                  </a:lnTo>
                  <a:lnTo>
                    <a:pt x="198920" y="1143"/>
                  </a:lnTo>
                  <a:lnTo>
                    <a:pt x="149872" y="10287"/>
                  </a:lnTo>
                  <a:lnTo>
                    <a:pt x="103339" y="28562"/>
                  </a:lnTo>
                  <a:lnTo>
                    <a:pt x="62191" y="55372"/>
                  </a:lnTo>
                  <a:lnTo>
                    <a:pt x="32169" y="85039"/>
                  </a:lnTo>
                  <a:lnTo>
                    <a:pt x="1511" y="134112"/>
                  </a:lnTo>
                  <a:lnTo>
                    <a:pt x="10655" y="134112"/>
                  </a:lnTo>
                  <a:lnTo>
                    <a:pt x="18923" y="122110"/>
                  </a:lnTo>
                  <a:lnTo>
                    <a:pt x="27609" y="111252"/>
                  </a:lnTo>
                  <a:lnTo>
                    <a:pt x="64185" y="79629"/>
                  </a:lnTo>
                  <a:lnTo>
                    <a:pt x="107048" y="60388"/>
                  </a:lnTo>
                  <a:lnTo>
                    <a:pt x="159181" y="49580"/>
                  </a:lnTo>
                  <a:lnTo>
                    <a:pt x="205524" y="46062"/>
                  </a:lnTo>
                  <a:lnTo>
                    <a:pt x="230111" y="45720"/>
                  </a:lnTo>
                  <a:lnTo>
                    <a:pt x="253834" y="46291"/>
                  </a:lnTo>
                  <a:lnTo>
                    <a:pt x="299554" y="50863"/>
                  </a:lnTo>
                  <a:lnTo>
                    <a:pt x="342392" y="60032"/>
                  </a:lnTo>
                  <a:lnTo>
                    <a:pt x="378345" y="74371"/>
                  </a:lnTo>
                  <a:lnTo>
                    <a:pt x="418896" y="106108"/>
                  </a:lnTo>
                  <a:lnTo>
                    <a:pt x="438899" y="134112"/>
                  </a:lnTo>
                  <a:lnTo>
                    <a:pt x="448056" y="1341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824" name="Google Shape;4824;p7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341120" y="1103375"/>
              <a:ext cx="4690872" cy="79994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825" name="Google Shape;4825;p78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4826" name="Google Shape;4826;p78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27" name="Google Shape;4827;p78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828" name="Google Shape;4828;p78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29" name="Google Shape;4829;p78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830" name="Google Shape;4830;p78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655307" y="1827275"/>
            <a:ext cx="115824" cy="1584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34" name="Shape 4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5" name="Google Shape;4835;p79"/>
          <p:cNvSpPr/>
          <p:nvPr/>
        </p:nvSpPr>
        <p:spPr>
          <a:xfrm>
            <a:off x="1057643" y="6525768"/>
            <a:ext cx="343535" cy="1104900"/>
          </a:xfrm>
          <a:custGeom>
            <a:rect b="b" l="l" r="r" t="t"/>
            <a:pathLst>
              <a:path extrusionOk="0" h="1104900" w="343534">
                <a:moveTo>
                  <a:pt x="335280" y="755904"/>
                </a:moveTo>
                <a:lnTo>
                  <a:pt x="327660" y="755904"/>
                </a:lnTo>
                <a:lnTo>
                  <a:pt x="326859" y="765619"/>
                </a:lnTo>
                <a:lnTo>
                  <a:pt x="324612" y="774192"/>
                </a:lnTo>
                <a:lnTo>
                  <a:pt x="288493" y="805484"/>
                </a:lnTo>
                <a:lnTo>
                  <a:pt x="207264" y="839762"/>
                </a:lnTo>
                <a:lnTo>
                  <a:pt x="207264" y="888492"/>
                </a:lnTo>
                <a:lnTo>
                  <a:pt x="207264" y="1001268"/>
                </a:lnTo>
                <a:lnTo>
                  <a:pt x="76200" y="943356"/>
                </a:lnTo>
                <a:lnTo>
                  <a:pt x="207264" y="888492"/>
                </a:lnTo>
                <a:lnTo>
                  <a:pt x="207264" y="839762"/>
                </a:lnTo>
                <a:lnTo>
                  <a:pt x="0" y="926592"/>
                </a:lnTo>
                <a:lnTo>
                  <a:pt x="0" y="934212"/>
                </a:lnTo>
                <a:lnTo>
                  <a:pt x="269748" y="1051560"/>
                </a:lnTo>
                <a:lnTo>
                  <a:pt x="286588" y="1058418"/>
                </a:lnTo>
                <a:lnTo>
                  <a:pt x="300418" y="1065276"/>
                </a:lnTo>
                <a:lnTo>
                  <a:pt x="326237" y="1095502"/>
                </a:lnTo>
                <a:lnTo>
                  <a:pt x="327660" y="1104900"/>
                </a:lnTo>
                <a:lnTo>
                  <a:pt x="335280" y="1104900"/>
                </a:lnTo>
                <a:lnTo>
                  <a:pt x="335280" y="1039368"/>
                </a:lnTo>
                <a:lnTo>
                  <a:pt x="335280" y="1001268"/>
                </a:lnTo>
                <a:lnTo>
                  <a:pt x="327660" y="1001268"/>
                </a:lnTo>
                <a:lnTo>
                  <a:pt x="327113" y="1012698"/>
                </a:lnTo>
                <a:lnTo>
                  <a:pt x="325564" y="1021842"/>
                </a:lnTo>
                <a:lnTo>
                  <a:pt x="323164" y="1028700"/>
                </a:lnTo>
                <a:lnTo>
                  <a:pt x="320040" y="1033272"/>
                </a:lnTo>
                <a:lnTo>
                  <a:pt x="316992" y="1037844"/>
                </a:lnTo>
                <a:lnTo>
                  <a:pt x="312420" y="1039368"/>
                </a:lnTo>
                <a:lnTo>
                  <a:pt x="307848" y="1039368"/>
                </a:lnTo>
                <a:lnTo>
                  <a:pt x="225552" y="1008888"/>
                </a:lnTo>
                <a:lnTo>
                  <a:pt x="225552" y="1001268"/>
                </a:lnTo>
                <a:lnTo>
                  <a:pt x="225552" y="888492"/>
                </a:lnTo>
                <a:lnTo>
                  <a:pt x="225552" y="880872"/>
                </a:lnTo>
                <a:lnTo>
                  <a:pt x="274320" y="861060"/>
                </a:lnTo>
                <a:lnTo>
                  <a:pt x="284924" y="857059"/>
                </a:lnTo>
                <a:lnTo>
                  <a:pt x="293941" y="854202"/>
                </a:lnTo>
                <a:lnTo>
                  <a:pt x="301548" y="852487"/>
                </a:lnTo>
                <a:lnTo>
                  <a:pt x="307848" y="851916"/>
                </a:lnTo>
                <a:lnTo>
                  <a:pt x="313944" y="851916"/>
                </a:lnTo>
                <a:lnTo>
                  <a:pt x="327660" y="885444"/>
                </a:lnTo>
                <a:lnTo>
                  <a:pt x="335280" y="885444"/>
                </a:lnTo>
                <a:lnTo>
                  <a:pt x="335280" y="851916"/>
                </a:lnTo>
                <a:lnTo>
                  <a:pt x="335280" y="755904"/>
                </a:lnTo>
                <a:close/>
              </a:path>
              <a:path extrusionOk="0" h="1104900" w="343534">
                <a:moveTo>
                  <a:pt x="335292" y="323088"/>
                </a:moveTo>
                <a:lnTo>
                  <a:pt x="327672" y="323088"/>
                </a:lnTo>
                <a:lnTo>
                  <a:pt x="327672" y="335280"/>
                </a:lnTo>
                <a:lnTo>
                  <a:pt x="327672" y="342900"/>
                </a:lnTo>
                <a:lnTo>
                  <a:pt x="326148" y="350520"/>
                </a:lnTo>
                <a:lnTo>
                  <a:pt x="321576" y="358140"/>
                </a:lnTo>
                <a:lnTo>
                  <a:pt x="320052" y="362712"/>
                </a:lnTo>
                <a:lnTo>
                  <a:pt x="315480" y="365760"/>
                </a:lnTo>
                <a:lnTo>
                  <a:pt x="310908" y="367284"/>
                </a:lnTo>
                <a:lnTo>
                  <a:pt x="306311" y="369049"/>
                </a:lnTo>
                <a:lnTo>
                  <a:pt x="299288" y="369951"/>
                </a:lnTo>
                <a:lnTo>
                  <a:pt x="289687" y="370293"/>
                </a:lnTo>
                <a:lnTo>
                  <a:pt x="65544" y="370332"/>
                </a:lnTo>
                <a:lnTo>
                  <a:pt x="52082" y="370027"/>
                </a:lnTo>
                <a:lnTo>
                  <a:pt x="16078" y="344741"/>
                </a:lnTo>
                <a:lnTo>
                  <a:pt x="15252" y="335280"/>
                </a:lnTo>
                <a:lnTo>
                  <a:pt x="15252" y="323088"/>
                </a:lnTo>
                <a:lnTo>
                  <a:pt x="7632" y="323088"/>
                </a:lnTo>
                <a:lnTo>
                  <a:pt x="7632" y="463296"/>
                </a:lnTo>
                <a:lnTo>
                  <a:pt x="15252" y="463296"/>
                </a:lnTo>
                <a:lnTo>
                  <a:pt x="15252" y="445008"/>
                </a:lnTo>
                <a:lnTo>
                  <a:pt x="21348" y="429768"/>
                </a:lnTo>
                <a:lnTo>
                  <a:pt x="65544" y="416052"/>
                </a:lnTo>
                <a:lnTo>
                  <a:pt x="277380" y="416052"/>
                </a:lnTo>
                <a:lnTo>
                  <a:pt x="315480" y="422148"/>
                </a:lnTo>
                <a:lnTo>
                  <a:pt x="327672" y="452628"/>
                </a:lnTo>
                <a:lnTo>
                  <a:pt x="327672" y="463296"/>
                </a:lnTo>
                <a:lnTo>
                  <a:pt x="335292" y="463296"/>
                </a:lnTo>
                <a:lnTo>
                  <a:pt x="335292" y="323088"/>
                </a:lnTo>
                <a:close/>
              </a:path>
              <a:path extrusionOk="0" h="1104900" w="343534">
                <a:moveTo>
                  <a:pt x="342912" y="608076"/>
                </a:moveTo>
                <a:lnTo>
                  <a:pt x="336816" y="567499"/>
                </a:lnTo>
                <a:lnTo>
                  <a:pt x="317004" y="534924"/>
                </a:lnTo>
                <a:lnTo>
                  <a:pt x="270713" y="507707"/>
                </a:lnTo>
                <a:lnTo>
                  <a:pt x="252996" y="505968"/>
                </a:lnTo>
                <a:lnTo>
                  <a:pt x="242989" y="506539"/>
                </a:lnTo>
                <a:lnTo>
                  <a:pt x="199275" y="525589"/>
                </a:lnTo>
                <a:lnTo>
                  <a:pt x="168795" y="563880"/>
                </a:lnTo>
                <a:lnTo>
                  <a:pt x="146316" y="601980"/>
                </a:lnTo>
                <a:lnTo>
                  <a:pt x="132283" y="627748"/>
                </a:lnTo>
                <a:lnTo>
                  <a:pt x="119837" y="648081"/>
                </a:lnTo>
                <a:lnTo>
                  <a:pt x="92214" y="677849"/>
                </a:lnTo>
                <a:lnTo>
                  <a:pt x="71640" y="684276"/>
                </a:lnTo>
                <a:lnTo>
                  <a:pt x="61633" y="683158"/>
                </a:lnTo>
                <a:lnTo>
                  <a:pt x="28816" y="658710"/>
                </a:lnTo>
                <a:lnTo>
                  <a:pt x="19824" y="624840"/>
                </a:lnTo>
                <a:lnTo>
                  <a:pt x="20650" y="614324"/>
                </a:lnTo>
                <a:lnTo>
                  <a:pt x="38061" y="572452"/>
                </a:lnTo>
                <a:lnTo>
                  <a:pt x="72491" y="545007"/>
                </a:lnTo>
                <a:lnTo>
                  <a:pt x="112788" y="534924"/>
                </a:lnTo>
                <a:lnTo>
                  <a:pt x="112788" y="527304"/>
                </a:lnTo>
                <a:lnTo>
                  <a:pt x="12" y="527304"/>
                </a:lnTo>
                <a:lnTo>
                  <a:pt x="12" y="534924"/>
                </a:lnTo>
                <a:lnTo>
                  <a:pt x="7632" y="536448"/>
                </a:lnTo>
                <a:lnTo>
                  <a:pt x="12204" y="537972"/>
                </a:lnTo>
                <a:lnTo>
                  <a:pt x="18300" y="544068"/>
                </a:lnTo>
                <a:lnTo>
                  <a:pt x="18300" y="554736"/>
                </a:lnTo>
                <a:lnTo>
                  <a:pt x="16776" y="560832"/>
                </a:lnTo>
                <a:lnTo>
                  <a:pt x="13728" y="569976"/>
                </a:lnTo>
                <a:lnTo>
                  <a:pt x="7721" y="584581"/>
                </a:lnTo>
                <a:lnTo>
                  <a:pt x="3441" y="598741"/>
                </a:lnTo>
                <a:lnTo>
                  <a:pt x="863" y="612635"/>
                </a:lnTo>
                <a:lnTo>
                  <a:pt x="12" y="626364"/>
                </a:lnTo>
                <a:lnTo>
                  <a:pt x="1701" y="646087"/>
                </a:lnTo>
                <a:lnTo>
                  <a:pt x="25920" y="694944"/>
                </a:lnTo>
                <a:lnTo>
                  <a:pt x="70065" y="720661"/>
                </a:lnTo>
                <a:lnTo>
                  <a:pt x="86880" y="722376"/>
                </a:lnTo>
                <a:lnTo>
                  <a:pt x="96901" y="721804"/>
                </a:lnTo>
                <a:lnTo>
                  <a:pt x="132956" y="708088"/>
                </a:lnTo>
                <a:lnTo>
                  <a:pt x="163766" y="675233"/>
                </a:lnTo>
                <a:lnTo>
                  <a:pt x="204101" y="607555"/>
                </a:lnTo>
                <a:lnTo>
                  <a:pt x="212801" y="592455"/>
                </a:lnTo>
                <a:lnTo>
                  <a:pt x="241820" y="558482"/>
                </a:lnTo>
                <a:lnTo>
                  <a:pt x="248424" y="554736"/>
                </a:lnTo>
                <a:lnTo>
                  <a:pt x="256044" y="550164"/>
                </a:lnTo>
                <a:lnTo>
                  <a:pt x="263664" y="548640"/>
                </a:lnTo>
                <a:lnTo>
                  <a:pt x="272808" y="548640"/>
                </a:lnTo>
                <a:lnTo>
                  <a:pt x="310908" y="565404"/>
                </a:lnTo>
                <a:lnTo>
                  <a:pt x="326148" y="614172"/>
                </a:lnTo>
                <a:lnTo>
                  <a:pt x="325551" y="626706"/>
                </a:lnTo>
                <a:lnTo>
                  <a:pt x="308571" y="672020"/>
                </a:lnTo>
                <a:lnTo>
                  <a:pt x="274713" y="699503"/>
                </a:lnTo>
                <a:lnTo>
                  <a:pt x="230136" y="711708"/>
                </a:lnTo>
                <a:lnTo>
                  <a:pt x="230136" y="719328"/>
                </a:lnTo>
                <a:lnTo>
                  <a:pt x="342912" y="719328"/>
                </a:lnTo>
                <a:lnTo>
                  <a:pt x="342912" y="711708"/>
                </a:lnTo>
                <a:lnTo>
                  <a:pt x="335292" y="710184"/>
                </a:lnTo>
                <a:lnTo>
                  <a:pt x="330720" y="708660"/>
                </a:lnTo>
                <a:lnTo>
                  <a:pt x="329196" y="705612"/>
                </a:lnTo>
                <a:lnTo>
                  <a:pt x="326148" y="704088"/>
                </a:lnTo>
                <a:lnTo>
                  <a:pt x="324624" y="701040"/>
                </a:lnTo>
                <a:lnTo>
                  <a:pt x="324624" y="696468"/>
                </a:lnTo>
                <a:lnTo>
                  <a:pt x="325170" y="692137"/>
                </a:lnTo>
                <a:lnTo>
                  <a:pt x="326720" y="685800"/>
                </a:lnTo>
                <a:lnTo>
                  <a:pt x="332244" y="665988"/>
                </a:lnTo>
                <a:lnTo>
                  <a:pt x="336029" y="655447"/>
                </a:lnTo>
                <a:lnTo>
                  <a:pt x="338531" y="646747"/>
                </a:lnTo>
                <a:lnTo>
                  <a:pt x="341388" y="635508"/>
                </a:lnTo>
                <a:lnTo>
                  <a:pt x="342265" y="629513"/>
                </a:lnTo>
                <a:lnTo>
                  <a:pt x="342722" y="622935"/>
                </a:lnTo>
                <a:lnTo>
                  <a:pt x="342912" y="608076"/>
                </a:lnTo>
                <a:close/>
              </a:path>
              <a:path extrusionOk="0" h="1104900" w="343534">
                <a:moveTo>
                  <a:pt x="342912" y="135636"/>
                </a:moveTo>
                <a:lnTo>
                  <a:pt x="338150" y="93345"/>
                </a:lnTo>
                <a:lnTo>
                  <a:pt x="323088" y="57912"/>
                </a:lnTo>
                <a:lnTo>
                  <a:pt x="296621" y="27241"/>
                </a:lnTo>
                <a:lnTo>
                  <a:pt x="257568" y="0"/>
                </a:lnTo>
                <a:lnTo>
                  <a:pt x="254520" y="7620"/>
                </a:lnTo>
                <a:lnTo>
                  <a:pt x="273380" y="22174"/>
                </a:lnTo>
                <a:lnTo>
                  <a:pt x="288810" y="36004"/>
                </a:lnTo>
                <a:lnTo>
                  <a:pt x="314502" y="73850"/>
                </a:lnTo>
                <a:lnTo>
                  <a:pt x="321564" y="117348"/>
                </a:lnTo>
                <a:lnTo>
                  <a:pt x="320662" y="135305"/>
                </a:lnTo>
                <a:lnTo>
                  <a:pt x="304812" y="182880"/>
                </a:lnTo>
                <a:lnTo>
                  <a:pt x="269659" y="217817"/>
                </a:lnTo>
                <a:lnTo>
                  <a:pt x="219087" y="235839"/>
                </a:lnTo>
                <a:lnTo>
                  <a:pt x="176796" y="239268"/>
                </a:lnTo>
                <a:lnTo>
                  <a:pt x="151384" y="238417"/>
                </a:lnTo>
                <a:lnTo>
                  <a:pt x="106286" y="231559"/>
                </a:lnTo>
                <a:lnTo>
                  <a:pt x="69964" y="216979"/>
                </a:lnTo>
                <a:lnTo>
                  <a:pt x="33540" y="184404"/>
                </a:lnTo>
                <a:lnTo>
                  <a:pt x="17894" y="141338"/>
                </a:lnTo>
                <a:lnTo>
                  <a:pt x="16776" y="124968"/>
                </a:lnTo>
                <a:lnTo>
                  <a:pt x="18199" y="107022"/>
                </a:lnTo>
                <a:lnTo>
                  <a:pt x="39636" y="59436"/>
                </a:lnTo>
                <a:lnTo>
                  <a:pt x="69354" y="35242"/>
                </a:lnTo>
                <a:lnTo>
                  <a:pt x="112788" y="16764"/>
                </a:lnTo>
                <a:lnTo>
                  <a:pt x="112788" y="9144"/>
                </a:lnTo>
                <a:lnTo>
                  <a:pt x="12" y="16764"/>
                </a:lnTo>
                <a:lnTo>
                  <a:pt x="12" y="24384"/>
                </a:lnTo>
                <a:lnTo>
                  <a:pt x="7632" y="27432"/>
                </a:lnTo>
                <a:lnTo>
                  <a:pt x="13728" y="30480"/>
                </a:lnTo>
                <a:lnTo>
                  <a:pt x="18300" y="33528"/>
                </a:lnTo>
                <a:lnTo>
                  <a:pt x="21348" y="36576"/>
                </a:lnTo>
                <a:lnTo>
                  <a:pt x="22872" y="41148"/>
                </a:lnTo>
                <a:lnTo>
                  <a:pt x="22872" y="48768"/>
                </a:lnTo>
                <a:lnTo>
                  <a:pt x="21348" y="53340"/>
                </a:lnTo>
                <a:lnTo>
                  <a:pt x="18300" y="59436"/>
                </a:lnTo>
                <a:lnTo>
                  <a:pt x="10299" y="76606"/>
                </a:lnTo>
                <a:lnTo>
                  <a:pt x="4584" y="93916"/>
                </a:lnTo>
                <a:lnTo>
                  <a:pt x="1155" y="111518"/>
                </a:lnTo>
                <a:lnTo>
                  <a:pt x="12" y="129540"/>
                </a:lnTo>
                <a:lnTo>
                  <a:pt x="1435" y="151853"/>
                </a:lnTo>
                <a:lnTo>
                  <a:pt x="12865" y="193624"/>
                </a:lnTo>
                <a:lnTo>
                  <a:pt x="35445" y="231013"/>
                </a:lnTo>
                <a:lnTo>
                  <a:pt x="67449" y="261162"/>
                </a:lnTo>
                <a:lnTo>
                  <a:pt x="108000" y="282562"/>
                </a:lnTo>
                <a:lnTo>
                  <a:pt x="153098" y="292950"/>
                </a:lnTo>
                <a:lnTo>
                  <a:pt x="176796" y="294132"/>
                </a:lnTo>
                <a:lnTo>
                  <a:pt x="206527" y="292138"/>
                </a:lnTo>
                <a:lnTo>
                  <a:pt x="259727" y="276136"/>
                </a:lnTo>
                <a:lnTo>
                  <a:pt x="309473" y="237223"/>
                </a:lnTo>
                <a:lnTo>
                  <a:pt x="339191" y="174269"/>
                </a:lnTo>
                <a:lnTo>
                  <a:pt x="342912" y="135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6" name="Google Shape;4836;p79"/>
          <p:cNvGrpSpPr/>
          <p:nvPr/>
        </p:nvGrpSpPr>
        <p:grpSpPr>
          <a:xfrm>
            <a:off x="1050023" y="5571744"/>
            <a:ext cx="350533" cy="794511"/>
            <a:chOff x="1050023" y="5571744"/>
            <a:chExt cx="350533" cy="794511"/>
          </a:xfrm>
        </p:grpSpPr>
        <p:sp>
          <p:nvSpPr>
            <p:cNvPr id="4837" name="Google Shape;4837;p79"/>
            <p:cNvSpPr/>
            <p:nvPr/>
          </p:nvSpPr>
          <p:spPr>
            <a:xfrm>
              <a:off x="1057656" y="6071615"/>
              <a:ext cx="342900" cy="294640"/>
            </a:xfrm>
            <a:custGeom>
              <a:rect b="b" l="l" r="r" t="t"/>
              <a:pathLst>
                <a:path extrusionOk="0" h="294639" w="342900">
                  <a:moveTo>
                    <a:pt x="176783" y="294132"/>
                  </a:moveTo>
                  <a:lnTo>
                    <a:pt x="130111" y="289179"/>
                  </a:lnTo>
                  <a:lnTo>
                    <a:pt x="86868" y="272796"/>
                  </a:lnTo>
                  <a:lnTo>
                    <a:pt x="50292" y="247078"/>
                  </a:lnTo>
                  <a:lnTo>
                    <a:pt x="22859" y="213360"/>
                  </a:lnTo>
                  <a:lnTo>
                    <a:pt x="5715" y="173164"/>
                  </a:lnTo>
                  <a:lnTo>
                    <a:pt x="0" y="129540"/>
                  </a:lnTo>
                  <a:lnTo>
                    <a:pt x="1142" y="111513"/>
                  </a:lnTo>
                  <a:lnTo>
                    <a:pt x="4571" y="93916"/>
                  </a:lnTo>
                  <a:lnTo>
                    <a:pt x="10286" y="76604"/>
                  </a:lnTo>
                  <a:lnTo>
                    <a:pt x="18288" y="59436"/>
                  </a:lnTo>
                  <a:lnTo>
                    <a:pt x="21336" y="53340"/>
                  </a:lnTo>
                  <a:lnTo>
                    <a:pt x="22859" y="48768"/>
                  </a:lnTo>
                  <a:lnTo>
                    <a:pt x="22859" y="41148"/>
                  </a:lnTo>
                  <a:lnTo>
                    <a:pt x="21336" y="36576"/>
                  </a:lnTo>
                  <a:lnTo>
                    <a:pt x="13716" y="28956"/>
                  </a:lnTo>
                  <a:lnTo>
                    <a:pt x="7620" y="27432"/>
                  </a:lnTo>
                  <a:lnTo>
                    <a:pt x="0" y="24384"/>
                  </a:lnTo>
                  <a:lnTo>
                    <a:pt x="0" y="16764"/>
                  </a:lnTo>
                  <a:lnTo>
                    <a:pt x="112775" y="9144"/>
                  </a:lnTo>
                  <a:lnTo>
                    <a:pt x="112775" y="16764"/>
                  </a:lnTo>
                  <a:lnTo>
                    <a:pt x="89344" y="25360"/>
                  </a:lnTo>
                  <a:lnTo>
                    <a:pt x="69342" y="35242"/>
                  </a:lnTo>
                  <a:lnTo>
                    <a:pt x="39624" y="59436"/>
                  </a:lnTo>
                  <a:lnTo>
                    <a:pt x="18192" y="107013"/>
                  </a:lnTo>
                  <a:lnTo>
                    <a:pt x="16764" y="124968"/>
                  </a:lnTo>
                  <a:lnTo>
                    <a:pt x="17883" y="141327"/>
                  </a:lnTo>
                  <a:lnTo>
                    <a:pt x="33528" y="184403"/>
                  </a:lnTo>
                  <a:lnTo>
                    <a:pt x="69961" y="216979"/>
                  </a:lnTo>
                  <a:lnTo>
                    <a:pt x="106275" y="231552"/>
                  </a:lnTo>
                  <a:lnTo>
                    <a:pt x="151376" y="238410"/>
                  </a:lnTo>
                  <a:lnTo>
                    <a:pt x="176783" y="239267"/>
                  </a:lnTo>
                  <a:lnTo>
                    <a:pt x="198786" y="238410"/>
                  </a:lnTo>
                  <a:lnTo>
                    <a:pt x="237648" y="231552"/>
                  </a:lnTo>
                  <a:lnTo>
                    <a:pt x="283082" y="207644"/>
                  </a:lnTo>
                  <a:lnTo>
                    <a:pt x="312562" y="168354"/>
                  </a:lnTo>
                  <a:lnTo>
                    <a:pt x="321563" y="117348"/>
                  </a:lnTo>
                  <a:lnTo>
                    <a:pt x="320730" y="101893"/>
                  </a:lnTo>
                  <a:lnTo>
                    <a:pt x="309372" y="60960"/>
                  </a:lnTo>
                  <a:lnTo>
                    <a:pt x="273367" y="22169"/>
                  </a:lnTo>
                  <a:lnTo>
                    <a:pt x="254507" y="7620"/>
                  </a:lnTo>
                  <a:lnTo>
                    <a:pt x="257556" y="0"/>
                  </a:lnTo>
                  <a:lnTo>
                    <a:pt x="296608" y="27241"/>
                  </a:lnTo>
                  <a:lnTo>
                    <a:pt x="323087" y="57912"/>
                  </a:lnTo>
                  <a:lnTo>
                    <a:pt x="338137" y="93345"/>
                  </a:lnTo>
                  <a:lnTo>
                    <a:pt x="342900" y="135636"/>
                  </a:lnTo>
                  <a:lnTo>
                    <a:pt x="339185" y="174259"/>
                  </a:lnTo>
                  <a:lnTo>
                    <a:pt x="309467" y="237220"/>
                  </a:lnTo>
                  <a:lnTo>
                    <a:pt x="259722" y="276129"/>
                  </a:lnTo>
                  <a:lnTo>
                    <a:pt x="206525" y="292131"/>
                  </a:lnTo>
                  <a:lnTo>
                    <a:pt x="176783" y="29413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838" name="Google Shape;4838;p79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165859" y="584911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39" name="Google Shape;4839;p79"/>
            <p:cNvSpPr/>
            <p:nvPr/>
          </p:nvSpPr>
          <p:spPr>
            <a:xfrm>
              <a:off x="1050023" y="5571744"/>
              <a:ext cx="342900" cy="248920"/>
            </a:xfrm>
            <a:custGeom>
              <a:rect b="b" l="l" r="r" t="t"/>
              <a:pathLst>
                <a:path extrusionOk="0" h="248920" w="342900">
                  <a:moveTo>
                    <a:pt x="342900" y="138684"/>
                  </a:moveTo>
                  <a:lnTo>
                    <a:pt x="335280" y="138684"/>
                  </a:lnTo>
                  <a:lnTo>
                    <a:pt x="335280" y="156972"/>
                  </a:lnTo>
                  <a:lnTo>
                    <a:pt x="329184" y="166116"/>
                  </a:lnTo>
                  <a:lnTo>
                    <a:pt x="292608" y="173736"/>
                  </a:lnTo>
                  <a:lnTo>
                    <a:pt x="0" y="173736"/>
                  </a:lnTo>
                  <a:lnTo>
                    <a:pt x="0" y="184404"/>
                  </a:lnTo>
                  <a:lnTo>
                    <a:pt x="27432" y="248412"/>
                  </a:lnTo>
                  <a:lnTo>
                    <a:pt x="35052" y="243840"/>
                  </a:lnTo>
                  <a:lnTo>
                    <a:pt x="33528" y="237744"/>
                  </a:lnTo>
                  <a:lnTo>
                    <a:pt x="32004" y="233172"/>
                  </a:lnTo>
                  <a:lnTo>
                    <a:pt x="32004" y="225552"/>
                  </a:lnTo>
                  <a:lnTo>
                    <a:pt x="92964" y="213360"/>
                  </a:lnTo>
                  <a:lnTo>
                    <a:pt x="292608" y="213360"/>
                  </a:lnTo>
                  <a:lnTo>
                    <a:pt x="330708" y="220980"/>
                  </a:lnTo>
                  <a:lnTo>
                    <a:pt x="332232" y="225552"/>
                  </a:lnTo>
                  <a:lnTo>
                    <a:pt x="335280" y="228600"/>
                  </a:lnTo>
                  <a:lnTo>
                    <a:pt x="335280" y="246888"/>
                  </a:lnTo>
                  <a:lnTo>
                    <a:pt x="342900" y="246888"/>
                  </a:lnTo>
                  <a:lnTo>
                    <a:pt x="342900" y="138684"/>
                  </a:lnTo>
                  <a:close/>
                </a:path>
                <a:path extrusionOk="0" h="248920" w="342900">
                  <a:moveTo>
                    <a:pt x="342900" y="0"/>
                  </a:moveTo>
                  <a:lnTo>
                    <a:pt x="335280" y="0"/>
                  </a:lnTo>
                  <a:lnTo>
                    <a:pt x="335280" y="19812"/>
                  </a:lnTo>
                  <a:lnTo>
                    <a:pt x="332232" y="22860"/>
                  </a:lnTo>
                  <a:lnTo>
                    <a:pt x="292608" y="35052"/>
                  </a:lnTo>
                  <a:lnTo>
                    <a:pt x="0" y="35052"/>
                  </a:lnTo>
                  <a:lnTo>
                    <a:pt x="0" y="45720"/>
                  </a:lnTo>
                  <a:lnTo>
                    <a:pt x="27432" y="109728"/>
                  </a:lnTo>
                  <a:lnTo>
                    <a:pt x="35052" y="106680"/>
                  </a:lnTo>
                  <a:lnTo>
                    <a:pt x="32004" y="94488"/>
                  </a:lnTo>
                  <a:lnTo>
                    <a:pt x="32004" y="86868"/>
                  </a:lnTo>
                  <a:lnTo>
                    <a:pt x="33528" y="83820"/>
                  </a:lnTo>
                  <a:lnTo>
                    <a:pt x="35052" y="82296"/>
                  </a:lnTo>
                  <a:lnTo>
                    <a:pt x="36576" y="79248"/>
                  </a:lnTo>
                  <a:lnTo>
                    <a:pt x="92964" y="74676"/>
                  </a:lnTo>
                  <a:lnTo>
                    <a:pt x="292608" y="74676"/>
                  </a:lnTo>
                  <a:lnTo>
                    <a:pt x="330708" y="83820"/>
                  </a:lnTo>
                  <a:lnTo>
                    <a:pt x="332232" y="86868"/>
                  </a:lnTo>
                  <a:lnTo>
                    <a:pt x="335280" y="91440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840" name="Google Shape;4840;p7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050036" y="3671315"/>
            <a:ext cx="348996" cy="175564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1" name="Google Shape;4841;p79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2036063" y="9465564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2" name="Google Shape;4842;p79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033016" y="8919971"/>
            <a:ext cx="167640" cy="374903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3" name="Google Shape;4843;p79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083307" y="8740140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4" name="Google Shape;4844;p79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029968" y="8014716"/>
            <a:ext cx="220740" cy="655319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5" name="Google Shape;4845;p79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029968" y="7662671"/>
            <a:ext cx="170687" cy="272795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6" name="Google Shape;4846;p79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025395" y="7121652"/>
            <a:ext cx="175260" cy="466344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7" name="Google Shape;4847;p79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025395" y="6761988"/>
            <a:ext cx="175260" cy="294132"/>
          </a:xfrm>
          <a:prstGeom prst="rect">
            <a:avLst/>
          </a:prstGeom>
          <a:noFill/>
          <a:ln>
            <a:noFill/>
          </a:ln>
        </p:spPr>
      </p:pic>
      <p:sp>
        <p:nvSpPr>
          <p:cNvPr id="4848" name="Google Shape;4848;p79"/>
          <p:cNvSpPr/>
          <p:nvPr/>
        </p:nvSpPr>
        <p:spPr>
          <a:xfrm>
            <a:off x="2029955" y="6115812"/>
            <a:ext cx="170815" cy="576580"/>
          </a:xfrm>
          <a:custGeom>
            <a:rect b="b" l="l" r="r" t="t"/>
            <a:pathLst>
              <a:path extrusionOk="0" h="576579" w="170814">
                <a:moveTo>
                  <a:pt x="167640" y="402336"/>
                </a:moveTo>
                <a:lnTo>
                  <a:pt x="163068" y="402336"/>
                </a:lnTo>
                <a:lnTo>
                  <a:pt x="161544" y="408432"/>
                </a:lnTo>
                <a:lnTo>
                  <a:pt x="158496" y="414528"/>
                </a:lnTo>
                <a:lnTo>
                  <a:pt x="109728" y="439051"/>
                </a:lnTo>
                <a:lnTo>
                  <a:pt x="109728" y="478536"/>
                </a:lnTo>
                <a:lnTo>
                  <a:pt x="109728" y="527304"/>
                </a:lnTo>
                <a:lnTo>
                  <a:pt x="54864" y="502920"/>
                </a:lnTo>
                <a:lnTo>
                  <a:pt x="109728" y="478536"/>
                </a:lnTo>
                <a:lnTo>
                  <a:pt x="109728" y="439051"/>
                </a:lnTo>
                <a:lnTo>
                  <a:pt x="0" y="487680"/>
                </a:lnTo>
                <a:lnTo>
                  <a:pt x="0" y="489204"/>
                </a:lnTo>
                <a:lnTo>
                  <a:pt x="129540" y="548640"/>
                </a:lnTo>
                <a:lnTo>
                  <a:pt x="138734" y="552069"/>
                </a:lnTo>
                <a:lnTo>
                  <a:pt x="145923" y="555498"/>
                </a:lnTo>
                <a:lnTo>
                  <a:pt x="163068" y="576072"/>
                </a:lnTo>
                <a:lnTo>
                  <a:pt x="167640" y="576072"/>
                </a:lnTo>
                <a:lnTo>
                  <a:pt x="167640" y="542544"/>
                </a:lnTo>
                <a:lnTo>
                  <a:pt x="167640" y="521208"/>
                </a:lnTo>
                <a:lnTo>
                  <a:pt x="163068" y="521208"/>
                </a:lnTo>
                <a:lnTo>
                  <a:pt x="161544" y="528828"/>
                </a:lnTo>
                <a:lnTo>
                  <a:pt x="161544" y="534924"/>
                </a:lnTo>
                <a:lnTo>
                  <a:pt x="160020" y="536448"/>
                </a:lnTo>
                <a:lnTo>
                  <a:pt x="156972" y="541020"/>
                </a:lnTo>
                <a:lnTo>
                  <a:pt x="153924" y="542544"/>
                </a:lnTo>
                <a:lnTo>
                  <a:pt x="146304" y="542544"/>
                </a:lnTo>
                <a:lnTo>
                  <a:pt x="141732" y="541020"/>
                </a:lnTo>
                <a:lnTo>
                  <a:pt x="135636" y="539496"/>
                </a:lnTo>
                <a:lnTo>
                  <a:pt x="120396" y="531876"/>
                </a:lnTo>
                <a:lnTo>
                  <a:pt x="120396" y="527304"/>
                </a:lnTo>
                <a:lnTo>
                  <a:pt x="120396" y="478536"/>
                </a:lnTo>
                <a:lnTo>
                  <a:pt x="120396" y="473964"/>
                </a:lnTo>
                <a:lnTo>
                  <a:pt x="140208" y="464820"/>
                </a:lnTo>
                <a:lnTo>
                  <a:pt x="144780" y="463296"/>
                </a:lnTo>
                <a:lnTo>
                  <a:pt x="147828" y="461772"/>
                </a:lnTo>
                <a:lnTo>
                  <a:pt x="150876" y="461772"/>
                </a:lnTo>
                <a:lnTo>
                  <a:pt x="152400" y="460248"/>
                </a:lnTo>
                <a:lnTo>
                  <a:pt x="156972" y="460248"/>
                </a:lnTo>
                <a:lnTo>
                  <a:pt x="160020" y="463296"/>
                </a:lnTo>
                <a:lnTo>
                  <a:pt x="161544" y="466344"/>
                </a:lnTo>
                <a:lnTo>
                  <a:pt x="163068" y="470916"/>
                </a:lnTo>
                <a:lnTo>
                  <a:pt x="163068" y="480060"/>
                </a:lnTo>
                <a:lnTo>
                  <a:pt x="167640" y="480060"/>
                </a:lnTo>
                <a:lnTo>
                  <a:pt x="167640" y="460248"/>
                </a:lnTo>
                <a:lnTo>
                  <a:pt x="167640" y="402336"/>
                </a:lnTo>
                <a:close/>
              </a:path>
              <a:path extrusionOk="0" h="576579" w="170814">
                <a:moveTo>
                  <a:pt x="167652" y="169164"/>
                </a:moveTo>
                <a:lnTo>
                  <a:pt x="163080" y="169164"/>
                </a:lnTo>
                <a:lnTo>
                  <a:pt x="163080" y="175260"/>
                </a:lnTo>
                <a:lnTo>
                  <a:pt x="163080" y="179832"/>
                </a:lnTo>
                <a:lnTo>
                  <a:pt x="158508" y="188976"/>
                </a:lnTo>
                <a:lnTo>
                  <a:pt x="156984" y="190500"/>
                </a:lnTo>
                <a:lnTo>
                  <a:pt x="155460" y="190500"/>
                </a:lnTo>
                <a:lnTo>
                  <a:pt x="152412" y="192024"/>
                </a:lnTo>
                <a:lnTo>
                  <a:pt x="16776" y="192024"/>
                </a:lnTo>
                <a:lnTo>
                  <a:pt x="15252" y="190500"/>
                </a:lnTo>
                <a:lnTo>
                  <a:pt x="12204" y="190500"/>
                </a:lnTo>
                <a:lnTo>
                  <a:pt x="10680" y="188976"/>
                </a:lnTo>
                <a:lnTo>
                  <a:pt x="7632" y="182880"/>
                </a:lnTo>
                <a:lnTo>
                  <a:pt x="7632" y="169164"/>
                </a:lnTo>
                <a:lnTo>
                  <a:pt x="3060" y="169164"/>
                </a:lnTo>
                <a:lnTo>
                  <a:pt x="3060" y="254508"/>
                </a:lnTo>
                <a:lnTo>
                  <a:pt x="7632" y="254508"/>
                </a:lnTo>
                <a:lnTo>
                  <a:pt x="7632" y="240792"/>
                </a:lnTo>
                <a:lnTo>
                  <a:pt x="9156" y="239268"/>
                </a:lnTo>
                <a:lnTo>
                  <a:pt x="10680" y="236220"/>
                </a:lnTo>
                <a:lnTo>
                  <a:pt x="12204" y="234696"/>
                </a:lnTo>
                <a:lnTo>
                  <a:pt x="15252" y="233172"/>
                </a:lnTo>
                <a:lnTo>
                  <a:pt x="16776" y="233172"/>
                </a:lnTo>
                <a:lnTo>
                  <a:pt x="21348" y="231648"/>
                </a:lnTo>
                <a:lnTo>
                  <a:pt x="147840" y="231648"/>
                </a:lnTo>
                <a:lnTo>
                  <a:pt x="152412" y="233172"/>
                </a:lnTo>
                <a:lnTo>
                  <a:pt x="153936" y="233172"/>
                </a:lnTo>
                <a:lnTo>
                  <a:pt x="156984" y="234696"/>
                </a:lnTo>
                <a:lnTo>
                  <a:pt x="160032" y="237744"/>
                </a:lnTo>
                <a:lnTo>
                  <a:pt x="161556" y="240792"/>
                </a:lnTo>
                <a:lnTo>
                  <a:pt x="163080" y="245364"/>
                </a:lnTo>
                <a:lnTo>
                  <a:pt x="163080" y="254508"/>
                </a:lnTo>
                <a:lnTo>
                  <a:pt x="167652" y="254508"/>
                </a:lnTo>
                <a:lnTo>
                  <a:pt x="167652" y="169164"/>
                </a:lnTo>
                <a:close/>
              </a:path>
              <a:path extrusionOk="0" h="576579" w="170814">
                <a:moveTo>
                  <a:pt x="170688" y="329184"/>
                </a:moveTo>
                <a:lnTo>
                  <a:pt x="155448" y="288036"/>
                </a:lnTo>
                <a:lnTo>
                  <a:pt x="120396" y="271272"/>
                </a:lnTo>
                <a:lnTo>
                  <a:pt x="112445" y="271843"/>
                </a:lnTo>
                <a:lnTo>
                  <a:pt x="77724" y="295084"/>
                </a:lnTo>
                <a:lnTo>
                  <a:pt x="59728" y="329476"/>
                </a:lnTo>
                <a:lnTo>
                  <a:pt x="56007" y="337185"/>
                </a:lnTo>
                <a:lnTo>
                  <a:pt x="52870" y="343192"/>
                </a:lnTo>
                <a:lnTo>
                  <a:pt x="50292" y="347472"/>
                </a:lnTo>
                <a:lnTo>
                  <a:pt x="45720" y="352044"/>
                </a:lnTo>
                <a:lnTo>
                  <a:pt x="42672" y="356616"/>
                </a:lnTo>
                <a:lnTo>
                  <a:pt x="38100" y="359664"/>
                </a:lnTo>
                <a:lnTo>
                  <a:pt x="36576" y="361188"/>
                </a:lnTo>
                <a:lnTo>
                  <a:pt x="22860" y="361188"/>
                </a:lnTo>
                <a:lnTo>
                  <a:pt x="18288" y="359664"/>
                </a:lnTo>
                <a:lnTo>
                  <a:pt x="13716" y="353568"/>
                </a:lnTo>
                <a:lnTo>
                  <a:pt x="9144" y="348996"/>
                </a:lnTo>
                <a:lnTo>
                  <a:pt x="7620" y="342900"/>
                </a:lnTo>
                <a:lnTo>
                  <a:pt x="7620" y="333756"/>
                </a:lnTo>
                <a:lnTo>
                  <a:pt x="27012" y="296989"/>
                </a:lnTo>
                <a:lnTo>
                  <a:pt x="54864" y="284988"/>
                </a:lnTo>
                <a:lnTo>
                  <a:pt x="54864" y="280416"/>
                </a:lnTo>
                <a:lnTo>
                  <a:pt x="0" y="280416"/>
                </a:lnTo>
                <a:lnTo>
                  <a:pt x="0" y="284988"/>
                </a:lnTo>
                <a:lnTo>
                  <a:pt x="4572" y="286512"/>
                </a:lnTo>
                <a:lnTo>
                  <a:pt x="7620" y="288036"/>
                </a:lnTo>
                <a:lnTo>
                  <a:pt x="7620" y="289560"/>
                </a:lnTo>
                <a:lnTo>
                  <a:pt x="9144" y="289560"/>
                </a:lnTo>
                <a:lnTo>
                  <a:pt x="10668" y="291084"/>
                </a:lnTo>
                <a:lnTo>
                  <a:pt x="10668" y="295656"/>
                </a:lnTo>
                <a:lnTo>
                  <a:pt x="9144" y="300228"/>
                </a:lnTo>
                <a:lnTo>
                  <a:pt x="6096" y="306324"/>
                </a:lnTo>
                <a:lnTo>
                  <a:pt x="4572" y="310896"/>
                </a:lnTo>
                <a:lnTo>
                  <a:pt x="1524" y="315468"/>
                </a:lnTo>
                <a:lnTo>
                  <a:pt x="1524" y="320040"/>
                </a:lnTo>
                <a:lnTo>
                  <a:pt x="0" y="324612"/>
                </a:lnTo>
                <a:lnTo>
                  <a:pt x="0" y="335280"/>
                </a:lnTo>
                <a:lnTo>
                  <a:pt x="863" y="346163"/>
                </a:lnTo>
                <a:lnTo>
                  <a:pt x="20866" y="379387"/>
                </a:lnTo>
                <a:lnTo>
                  <a:pt x="45720" y="387096"/>
                </a:lnTo>
                <a:lnTo>
                  <a:pt x="53340" y="387096"/>
                </a:lnTo>
                <a:lnTo>
                  <a:pt x="60960" y="385572"/>
                </a:lnTo>
                <a:lnTo>
                  <a:pt x="73152" y="379476"/>
                </a:lnTo>
                <a:lnTo>
                  <a:pt x="79248" y="373380"/>
                </a:lnTo>
                <a:lnTo>
                  <a:pt x="83820" y="367284"/>
                </a:lnTo>
                <a:lnTo>
                  <a:pt x="88417" y="361619"/>
                </a:lnTo>
                <a:lnTo>
                  <a:pt x="93154" y="353949"/>
                </a:lnTo>
                <a:lnTo>
                  <a:pt x="98183" y="344576"/>
                </a:lnTo>
                <a:lnTo>
                  <a:pt x="103632" y="333756"/>
                </a:lnTo>
                <a:lnTo>
                  <a:pt x="107048" y="326326"/>
                </a:lnTo>
                <a:lnTo>
                  <a:pt x="110299" y="320040"/>
                </a:lnTo>
                <a:lnTo>
                  <a:pt x="134112" y="297180"/>
                </a:lnTo>
                <a:lnTo>
                  <a:pt x="144780" y="297180"/>
                </a:lnTo>
                <a:lnTo>
                  <a:pt x="149352" y="300228"/>
                </a:lnTo>
                <a:lnTo>
                  <a:pt x="160020" y="310896"/>
                </a:lnTo>
                <a:lnTo>
                  <a:pt x="163068" y="318516"/>
                </a:lnTo>
                <a:lnTo>
                  <a:pt x="163068" y="327660"/>
                </a:lnTo>
                <a:lnTo>
                  <a:pt x="141668" y="368604"/>
                </a:lnTo>
                <a:lnTo>
                  <a:pt x="109728" y="382524"/>
                </a:lnTo>
                <a:lnTo>
                  <a:pt x="109728" y="387096"/>
                </a:lnTo>
                <a:lnTo>
                  <a:pt x="170688" y="387096"/>
                </a:lnTo>
                <a:lnTo>
                  <a:pt x="170688" y="382524"/>
                </a:lnTo>
                <a:lnTo>
                  <a:pt x="166116" y="381000"/>
                </a:lnTo>
                <a:lnTo>
                  <a:pt x="163068" y="379476"/>
                </a:lnTo>
                <a:lnTo>
                  <a:pt x="161544" y="377952"/>
                </a:lnTo>
                <a:lnTo>
                  <a:pt x="160020" y="374904"/>
                </a:lnTo>
                <a:lnTo>
                  <a:pt x="160020" y="364236"/>
                </a:lnTo>
                <a:lnTo>
                  <a:pt x="161544" y="361188"/>
                </a:lnTo>
                <a:lnTo>
                  <a:pt x="164592" y="353568"/>
                </a:lnTo>
                <a:lnTo>
                  <a:pt x="167640" y="347472"/>
                </a:lnTo>
                <a:lnTo>
                  <a:pt x="167640" y="342900"/>
                </a:lnTo>
                <a:lnTo>
                  <a:pt x="170688" y="333756"/>
                </a:lnTo>
                <a:lnTo>
                  <a:pt x="170688" y="329184"/>
                </a:lnTo>
                <a:close/>
              </a:path>
              <a:path extrusionOk="0" h="576579" w="170814">
                <a:moveTo>
                  <a:pt x="170688" y="67056"/>
                </a:moveTo>
                <a:lnTo>
                  <a:pt x="159981" y="24269"/>
                </a:lnTo>
                <a:lnTo>
                  <a:pt x="143256" y="3048"/>
                </a:lnTo>
                <a:lnTo>
                  <a:pt x="129540" y="3048"/>
                </a:lnTo>
                <a:lnTo>
                  <a:pt x="136969" y="9906"/>
                </a:lnTo>
                <a:lnTo>
                  <a:pt x="143256" y="16764"/>
                </a:lnTo>
                <a:lnTo>
                  <a:pt x="160020" y="57912"/>
                </a:lnTo>
                <a:lnTo>
                  <a:pt x="159435" y="66751"/>
                </a:lnTo>
                <a:lnTo>
                  <a:pt x="138112" y="98488"/>
                </a:lnTo>
                <a:lnTo>
                  <a:pt x="93446" y="110947"/>
                </a:lnTo>
                <a:lnTo>
                  <a:pt x="82296" y="111252"/>
                </a:lnTo>
                <a:lnTo>
                  <a:pt x="71399" y="110705"/>
                </a:lnTo>
                <a:lnTo>
                  <a:pt x="28765" y="95631"/>
                </a:lnTo>
                <a:lnTo>
                  <a:pt x="10668" y="56388"/>
                </a:lnTo>
                <a:lnTo>
                  <a:pt x="11264" y="47536"/>
                </a:lnTo>
                <a:lnTo>
                  <a:pt x="36004" y="12192"/>
                </a:lnTo>
                <a:lnTo>
                  <a:pt x="56388" y="4572"/>
                </a:lnTo>
                <a:lnTo>
                  <a:pt x="56388" y="0"/>
                </a:lnTo>
                <a:lnTo>
                  <a:pt x="0" y="0"/>
                </a:lnTo>
                <a:lnTo>
                  <a:pt x="0" y="4572"/>
                </a:lnTo>
                <a:lnTo>
                  <a:pt x="3048" y="4572"/>
                </a:lnTo>
                <a:lnTo>
                  <a:pt x="6096" y="6096"/>
                </a:lnTo>
                <a:lnTo>
                  <a:pt x="7620" y="7620"/>
                </a:lnTo>
                <a:lnTo>
                  <a:pt x="9144" y="10668"/>
                </a:lnTo>
                <a:lnTo>
                  <a:pt x="10668" y="12192"/>
                </a:lnTo>
                <a:lnTo>
                  <a:pt x="10668" y="16764"/>
                </a:lnTo>
                <a:lnTo>
                  <a:pt x="9144" y="21336"/>
                </a:lnTo>
                <a:lnTo>
                  <a:pt x="6096" y="28956"/>
                </a:lnTo>
                <a:lnTo>
                  <a:pt x="3225" y="38100"/>
                </a:lnTo>
                <a:lnTo>
                  <a:pt x="1333" y="47244"/>
                </a:lnTo>
                <a:lnTo>
                  <a:pt x="317" y="56388"/>
                </a:lnTo>
                <a:lnTo>
                  <a:pt x="0" y="65532"/>
                </a:lnTo>
                <a:lnTo>
                  <a:pt x="596" y="76949"/>
                </a:lnTo>
                <a:lnTo>
                  <a:pt x="16954" y="119684"/>
                </a:lnTo>
                <a:lnTo>
                  <a:pt x="53898" y="148386"/>
                </a:lnTo>
                <a:lnTo>
                  <a:pt x="88392" y="155448"/>
                </a:lnTo>
                <a:lnTo>
                  <a:pt x="98679" y="154863"/>
                </a:lnTo>
                <a:lnTo>
                  <a:pt x="139026" y="138493"/>
                </a:lnTo>
                <a:lnTo>
                  <a:pt x="164261" y="102209"/>
                </a:lnTo>
                <a:lnTo>
                  <a:pt x="169887" y="79349"/>
                </a:lnTo>
                <a:lnTo>
                  <a:pt x="170688" y="670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9" name="Google Shape;4849;p79"/>
          <p:cNvGrpSpPr/>
          <p:nvPr/>
        </p:nvGrpSpPr>
        <p:grpSpPr>
          <a:xfrm>
            <a:off x="2033016" y="5298947"/>
            <a:ext cx="167640" cy="740919"/>
            <a:chOff x="2033016" y="5298947"/>
            <a:chExt cx="167640" cy="740919"/>
          </a:xfrm>
        </p:grpSpPr>
        <p:sp>
          <p:nvSpPr>
            <p:cNvPr id="4850" name="Google Shape;4850;p79"/>
            <p:cNvSpPr/>
            <p:nvPr/>
          </p:nvSpPr>
          <p:spPr>
            <a:xfrm>
              <a:off x="2033016" y="5416296"/>
              <a:ext cx="167640" cy="623570"/>
            </a:xfrm>
            <a:custGeom>
              <a:rect b="b" l="l" r="r" t="t"/>
              <a:pathLst>
                <a:path extrusionOk="0" h="623570" w="167639">
                  <a:moveTo>
                    <a:pt x="164579" y="262128"/>
                  </a:moveTo>
                  <a:lnTo>
                    <a:pt x="160007" y="262128"/>
                  </a:lnTo>
                  <a:lnTo>
                    <a:pt x="158483" y="266700"/>
                  </a:lnTo>
                  <a:lnTo>
                    <a:pt x="156959" y="269748"/>
                  </a:lnTo>
                  <a:lnTo>
                    <a:pt x="153911" y="272796"/>
                  </a:lnTo>
                  <a:lnTo>
                    <a:pt x="87452" y="272821"/>
                  </a:lnTo>
                  <a:lnTo>
                    <a:pt x="80187" y="272986"/>
                  </a:lnTo>
                  <a:lnTo>
                    <a:pt x="50279" y="295656"/>
                  </a:lnTo>
                  <a:lnTo>
                    <a:pt x="50279" y="307848"/>
                  </a:lnTo>
                  <a:lnTo>
                    <a:pt x="68567" y="335280"/>
                  </a:lnTo>
                  <a:lnTo>
                    <a:pt x="53327" y="335280"/>
                  </a:lnTo>
                  <a:lnTo>
                    <a:pt x="53327" y="379476"/>
                  </a:lnTo>
                  <a:lnTo>
                    <a:pt x="57899" y="379476"/>
                  </a:lnTo>
                  <a:lnTo>
                    <a:pt x="57899" y="374904"/>
                  </a:lnTo>
                  <a:lnTo>
                    <a:pt x="59423" y="371856"/>
                  </a:lnTo>
                  <a:lnTo>
                    <a:pt x="60947" y="370332"/>
                  </a:lnTo>
                  <a:lnTo>
                    <a:pt x="63995" y="368808"/>
                  </a:lnTo>
                  <a:lnTo>
                    <a:pt x="153911" y="368808"/>
                  </a:lnTo>
                  <a:lnTo>
                    <a:pt x="156959" y="371856"/>
                  </a:lnTo>
                  <a:lnTo>
                    <a:pt x="158483" y="374904"/>
                  </a:lnTo>
                  <a:lnTo>
                    <a:pt x="160007" y="379476"/>
                  </a:lnTo>
                  <a:lnTo>
                    <a:pt x="164579" y="379476"/>
                  </a:lnTo>
                  <a:lnTo>
                    <a:pt x="164579" y="324612"/>
                  </a:lnTo>
                  <a:lnTo>
                    <a:pt x="160007" y="324612"/>
                  </a:lnTo>
                  <a:lnTo>
                    <a:pt x="158483" y="329184"/>
                  </a:lnTo>
                  <a:lnTo>
                    <a:pt x="156959" y="332232"/>
                  </a:lnTo>
                  <a:lnTo>
                    <a:pt x="155435" y="333756"/>
                  </a:lnTo>
                  <a:lnTo>
                    <a:pt x="152387" y="335280"/>
                  </a:lnTo>
                  <a:lnTo>
                    <a:pt x="83807" y="335280"/>
                  </a:lnTo>
                  <a:lnTo>
                    <a:pt x="71615" y="329184"/>
                  </a:lnTo>
                  <a:lnTo>
                    <a:pt x="67043" y="323088"/>
                  </a:lnTo>
                  <a:lnTo>
                    <a:pt x="67043" y="312420"/>
                  </a:lnTo>
                  <a:lnTo>
                    <a:pt x="71615" y="307848"/>
                  </a:lnTo>
                  <a:lnTo>
                    <a:pt x="73139" y="307848"/>
                  </a:lnTo>
                  <a:lnTo>
                    <a:pt x="76187" y="306324"/>
                  </a:lnTo>
                  <a:lnTo>
                    <a:pt x="152387" y="306324"/>
                  </a:lnTo>
                  <a:lnTo>
                    <a:pt x="153911" y="307848"/>
                  </a:lnTo>
                  <a:lnTo>
                    <a:pt x="156959" y="309372"/>
                  </a:lnTo>
                  <a:lnTo>
                    <a:pt x="158483" y="312420"/>
                  </a:lnTo>
                  <a:lnTo>
                    <a:pt x="160007" y="316992"/>
                  </a:lnTo>
                  <a:lnTo>
                    <a:pt x="164579" y="316992"/>
                  </a:lnTo>
                  <a:lnTo>
                    <a:pt x="164579" y="262128"/>
                  </a:lnTo>
                  <a:close/>
                </a:path>
                <a:path extrusionOk="0" h="623570" w="167639">
                  <a:moveTo>
                    <a:pt x="167627" y="559308"/>
                  </a:moveTo>
                  <a:lnTo>
                    <a:pt x="70091" y="516636"/>
                  </a:lnTo>
                  <a:lnTo>
                    <a:pt x="63995" y="513588"/>
                  </a:lnTo>
                  <a:lnTo>
                    <a:pt x="59423" y="509016"/>
                  </a:lnTo>
                  <a:lnTo>
                    <a:pt x="57899" y="505968"/>
                  </a:lnTo>
                  <a:lnTo>
                    <a:pt x="57899" y="501396"/>
                  </a:lnTo>
                  <a:lnTo>
                    <a:pt x="53327" y="501396"/>
                  </a:lnTo>
                  <a:lnTo>
                    <a:pt x="53327" y="539496"/>
                  </a:lnTo>
                  <a:lnTo>
                    <a:pt x="57899" y="539496"/>
                  </a:lnTo>
                  <a:lnTo>
                    <a:pt x="57899" y="531876"/>
                  </a:lnTo>
                  <a:lnTo>
                    <a:pt x="60947" y="528828"/>
                  </a:lnTo>
                  <a:lnTo>
                    <a:pt x="63995" y="527304"/>
                  </a:lnTo>
                  <a:lnTo>
                    <a:pt x="70091" y="527304"/>
                  </a:lnTo>
                  <a:lnTo>
                    <a:pt x="77711" y="528828"/>
                  </a:lnTo>
                  <a:lnTo>
                    <a:pt x="86855" y="533400"/>
                  </a:lnTo>
                  <a:lnTo>
                    <a:pt x="123431" y="548640"/>
                  </a:lnTo>
                  <a:lnTo>
                    <a:pt x="82283" y="566928"/>
                  </a:lnTo>
                  <a:lnTo>
                    <a:pt x="73139" y="569976"/>
                  </a:lnTo>
                  <a:lnTo>
                    <a:pt x="68567" y="573024"/>
                  </a:lnTo>
                  <a:lnTo>
                    <a:pt x="62471" y="573024"/>
                  </a:lnTo>
                  <a:lnTo>
                    <a:pt x="57899" y="568452"/>
                  </a:lnTo>
                  <a:lnTo>
                    <a:pt x="57899" y="562356"/>
                  </a:lnTo>
                  <a:lnTo>
                    <a:pt x="53327" y="562356"/>
                  </a:lnTo>
                  <a:lnTo>
                    <a:pt x="53327" y="623316"/>
                  </a:lnTo>
                  <a:lnTo>
                    <a:pt x="57899" y="623316"/>
                  </a:lnTo>
                  <a:lnTo>
                    <a:pt x="57899" y="618744"/>
                  </a:lnTo>
                  <a:lnTo>
                    <a:pt x="59423" y="615696"/>
                  </a:lnTo>
                  <a:lnTo>
                    <a:pt x="60947" y="614172"/>
                  </a:lnTo>
                  <a:lnTo>
                    <a:pt x="63995" y="612648"/>
                  </a:lnTo>
                  <a:lnTo>
                    <a:pt x="71615" y="608076"/>
                  </a:lnTo>
                  <a:lnTo>
                    <a:pt x="80759" y="603504"/>
                  </a:lnTo>
                  <a:lnTo>
                    <a:pt x="167627" y="565404"/>
                  </a:lnTo>
                  <a:lnTo>
                    <a:pt x="167627" y="559308"/>
                  </a:lnTo>
                  <a:close/>
                </a:path>
                <a:path extrusionOk="0" h="623570" w="167639">
                  <a:moveTo>
                    <a:pt x="167627" y="51816"/>
                  </a:moveTo>
                  <a:lnTo>
                    <a:pt x="166255" y="39839"/>
                  </a:lnTo>
                  <a:lnTo>
                    <a:pt x="166179" y="39624"/>
                  </a:lnTo>
                  <a:lnTo>
                    <a:pt x="164490" y="35077"/>
                  </a:lnTo>
                  <a:lnTo>
                    <a:pt x="162293" y="29146"/>
                  </a:lnTo>
                  <a:lnTo>
                    <a:pt x="160007" y="25755"/>
                  </a:lnTo>
                  <a:lnTo>
                    <a:pt x="160007" y="48768"/>
                  </a:lnTo>
                  <a:lnTo>
                    <a:pt x="160007" y="56388"/>
                  </a:lnTo>
                  <a:lnTo>
                    <a:pt x="158483" y="59436"/>
                  </a:lnTo>
                  <a:lnTo>
                    <a:pt x="152387" y="65532"/>
                  </a:lnTo>
                  <a:lnTo>
                    <a:pt x="147815" y="67056"/>
                  </a:lnTo>
                  <a:lnTo>
                    <a:pt x="141719" y="68580"/>
                  </a:lnTo>
                  <a:lnTo>
                    <a:pt x="134099" y="68580"/>
                  </a:lnTo>
                  <a:lnTo>
                    <a:pt x="126479" y="70104"/>
                  </a:lnTo>
                  <a:lnTo>
                    <a:pt x="117335" y="70104"/>
                  </a:lnTo>
                  <a:lnTo>
                    <a:pt x="106476" y="69875"/>
                  </a:lnTo>
                  <a:lnTo>
                    <a:pt x="88188" y="68821"/>
                  </a:lnTo>
                  <a:lnTo>
                    <a:pt x="80759" y="68580"/>
                  </a:lnTo>
                  <a:lnTo>
                    <a:pt x="71615" y="67056"/>
                  </a:lnTo>
                  <a:lnTo>
                    <a:pt x="65519" y="65532"/>
                  </a:lnTo>
                  <a:lnTo>
                    <a:pt x="59423" y="59436"/>
                  </a:lnTo>
                  <a:lnTo>
                    <a:pt x="57899" y="56388"/>
                  </a:lnTo>
                  <a:lnTo>
                    <a:pt x="57899" y="45720"/>
                  </a:lnTo>
                  <a:lnTo>
                    <a:pt x="89623" y="35077"/>
                  </a:lnTo>
                  <a:lnTo>
                    <a:pt x="114769" y="35077"/>
                  </a:lnTo>
                  <a:lnTo>
                    <a:pt x="153911" y="39624"/>
                  </a:lnTo>
                  <a:lnTo>
                    <a:pt x="160007" y="48768"/>
                  </a:lnTo>
                  <a:lnTo>
                    <a:pt x="160007" y="25755"/>
                  </a:lnTo>
                  <a:lnTo>
                    <a:pt x="119316" y="622"/>
                  </a:lnTo>
                  <a:lnTo>
                    <a:pt x="108191" y="0"/>
                  </a:lnTo>
                  <a:lnTo>
                    <a:pt x="100215" y="317"/>
                  </a:lnTo>
                  <a:lnTo>
                    <a:pt x="60998" y="19608"/>
                  </a:lnTo>
                  <a:lnTo>
                    <a:pt x="50279" y="51816"/>
                  </a:lnTo>
                  <a:lnTo>
                    <a:pt x="51193" y="63588"/>
                  </a:lnTo>
                  <a:lnTo>
                    <a:pt x="76479" y="97447"/>
                  </a:lnTo>
                  <a:lnTo>
                    <a:pt x="108191" y="105156"/>
                  </a:lnTo>
                  <a:lnTo>
                    <a:pt x="119989" y="104305"/>
                  </a:lnTo>
                  <a:lnTo>
                    <a:pt x="157340" y="83756"/>
                  </a:lnTo>
                  <a:lnTo>
                    <a:pt x="164465" y="70104"/>
                  </a:lnTo>
                  <a:lnTo>
                    <a:pt x="164541" y="69875"/>
                  </a:lnTo>
                  <a:lnTo>
                    <a:pt x="166484" y="63804"/>
                  </a:lnTo>
                  <a:lnTo>
                    <a:pt x="166509" y="63588"/>
                  </a:lnTo>
                  <a:lnTo>
                    <a:pt x="167627" y="51816"/>
                  </a:lnTo>
                  <a:close/>
                </a:path>
                <a:path extrusionOk="0" h="623570" w="167639">
                  <a:moveTo>
                    <a:pt x="167640" y="441960"/>
                  </a:moveTo>
                  <a:lnTo>
                    <a:pt x="167068" y="435127"/>
                  </a:lnTo>
                  <a:lnTo>
                    <a:pt x="165354" y="428434"/>
                  </a:lnTo>
                  <a:lnTo>
                    <a:pt x="165265" y="428244"/>
                  </a:lnTo>
                  <a:lnTo>
                    <a:pt x="165150" y="428015"/>
                  </a:lnTo>
                  <a:lnTo>
                    <a:pt x="162496" y="422033"/>
                  </a:lnTo>
                  <a:lnTo>
                    <a:pt x="132588" y="396240"/>
                  </a:lnTo>
                  <a:lnTo>
                    <a:pt x="129540" y="400812"/>
                  </a:lnTo>
                  <a:lnTo>
                    <a:pt x="135636" y="405384"/>
                  </a:lnTo>
                  <a:lnTo>
                    <a:pt x="143256" y="413004"/>
                  </a:lnTo>
                  <a:lnTo>
                    <a:pt x="146304" y="417576"/>
                  </a:lnTo>
                  <a:lnTo>
                    <a:pt x="147777" y="422033"/>
                  </a:lnTo>
                  <a:lnTo>
                    <a:pt x="147828" y="434340"/>
                  </a:lnTo>
                  <a:lnTo>
                    <a:pt x="144780" y="441960"/>
                  </a:lnTo>
                  <a:lnTo>
                    <a:pt x="137160" y="446532"/>
                  </a:lnTo>
                  <a:lnTo>
                    <a:pt x="130873" y="451662"/>
                  </a:lnTo>
                  <a:lnTo>
                    <a:pt x="123444" y="455485"/>
                  </a:lnTo>
                  <a:lnTo>
                    <a:pt x="114871" y="457898"/>
                  </a:lnTo>
                  <a:lnTo>
                    <a:pt x="105156" y="458724"/>
                  </a:lnTo>
                  <a:lnTo>
                    <a:pt x="105156" y="426720"/>
                  </a:lnTo>
                  <a:lnTo>
                    <a:pt x="105156" y="396240"/>
                  </a:lnTo>
                  <a:lnTo>
                    <a:pt x="97536" y="397256"/>
                  </a:lnTo>
                  <a:lnTo>
                    <a:pt x="97536" y="426720"/>
                  </a:lnTo>
                  <a:lnTo>
                    <a:pt x="97536" y="458724"/>
                  </a:lnTo>
                  <a:lnTo>
                    <a:pt x="92964" y="458724"/>
                  </a:lnTo>
                  <a:lnTo>
                    <a:pt x="84150" y="458419"/>
                  </a:lnTo>
                  <a:lnTo>
                    <a:pt x="57912" y="446532"/>
                  </a:lnTo>
                  <a:lnTo>
                    <a:pt x="57912" y="437388"/>
                  </a:lnTo>
                  <a:lnTo>
                    <a:pt x="65532" y="429768"/>
                  </a:lnTo>
                  <a:lnTo>
                    <a:pt x="70104" y="428244"/>
                  </a:lnTo>
                  <a:lnTo>
                    <a:pt x="74383" y="428015"/>
                  </a:lnTo>
                  <a:lnTo>
                    <a:pt x="80391" y="427482"/>
                  </a:lnTo>
                  <a:lnTo>
                    <a:pt x="88099" y="426961"/>
                  </a:lnTo>
                  <a:lnTo>
                    <a:pt x="97536" y="426720"/>
                  </a:lnTo>
                  <a:lnTo>
                    <a:pt x="97536" y="397256"/>
                  </a:lnTo>
                  <a:lnTo>
                    <a:pt x="58000" y="416864"/>
                  </a:lnTo>
                  <a:lnTo>
                    <a:pt x="50292" y="440436"/>
                  </a:lnTo>
                  <a:lnTo>
                    <a:pt x="51168" y="450202"/>
                  </a:lnTo>
                  <a:lnTo>
                    <a:pt x="75006" y="482371"/>
                  </a:lnTo>
                  <a:lnTo>
                    <a:pt x="109728" y="490728"/>
                  </a:lnTo>
                  <a:lnTo>
                    <a:pt x="120599" y="490143"/>
                  </a:lnTo>
                  <a:lnTo>
                    <a:pt x="156057" y="473252"/>
                  </a:lnTo>
                  <a:lnTo>
                    <a:pt x="164566" y="458419"/>
                  </a:lnTo>
                  <a:lnTo>
                    <a:pt x="166255" y="453923"/>
                  </a:lnTo>
                  <a:lnTo>
                    <a:pt x="167640" y="441960"/>
                  </a:lnTo>
                  <a:close/>
                </a:path>
                <a:path extrusionOk="0" h="623570" w="167639">
                  <a:moveTo>
                    <a:pt x="167640" y="169164"/>
                  </a:moveTo>
                  <a:lnTo>
                    <a:pt x="158496" y="121920"/>
                  </a:lnTo>
                  <a:lnTo>
                    <a:pt x="153924" y="121920"/>
                  </a:lnTo>
                  <a:lnTo>
                    <a:pt x="152400" y="126492"/>
                  </a:lnTo>
                  <a:lnTo>
                    <a:pt x="152400" y="129540"/>
                  </a:lnTo>
                  <a:lnTo>
                    <a:pt x="147828" y="134112"/>
                  </a:lnTo>
                  <a:lnTo>
                    <a:pt x="146304" y="134112"/>
                  </a:lnTo>
                  <a:lnTo>
                    <a:pt x="144780" y="135636"/>
                  </a:lnTo>
                  <a:lnTo>
                    <a:pt x="0" y="135636"/>
                  </a:lnTo>
                  <a:lnTo>
                    <a:pt x="0" y="185928"/>
                  </a:lnTo>
                  <a:lnTo>
                    <a:pt x="4572" y="185928"/>
                  </a:lnTo>
                  <a:lnTo>
                    <a:pt x="4572" y="176784"/>
                  </a:lnTo>
                  <a:lnTo>
                    <a:pt x="6096" y="173736"/>
                  </a:lnTo>
                  <a:lnTo>
                    <a:pt x="6096" y="172212"/>
                  </a:lnTo>
                  <a:lnTo>
                    <a:pt x="7620" y="170688"/>
                  </a:lnTo>
                  <a:lnTo>
                    <a:pt x="10668" y="169164"/>
                  </a:lnTo>
                  <a:lnTo>
                    <a:pt x="65532" y="169164"/>
                  </a:lnTo>
                  <a:lnTo>
                    <a:pt x="59436" y="173736"/>
                  </a:lnTo>
                  <a:lnTo>
                    <a:pt x="54864" y="178308"/>
                  </a:lnTo>
                  <a:lnTo>
                    <a:pt x="54762" y="178498"/>
                  </a:lnTo>
                  <a:lnTo>
                    <a:pt x="54673" y="178689"/>
                  </a:lnTo>
                  <a:lnTo>
                    <a:pt x="53340" y="181356"/>
                  </a:lnTo>
                  <a:lnTo>
                    <a:pt x="50292" y="185928"/>
                  </a:lnTo>
                  <a:lnTo>
                    <a:pt x="50292" y="204216"/>
                  </a:lnTo>
                  <a:lnTo>
                    <a:pt x="51816" y="213360"/>
                  </a:lnTo>
                  <a:lnTo>
                    <a:pt x="56388" y="219456"/>
                  </a:lnTo>
                  <a:lnTo>
                    <a:pt x="60363" y="224891"/>
                  </a:lnTo>
                  <a:lnTo>
                    <a:pt x="101727" y="243319"/>
                  </a:lnTo>
                  <a:lnTo>
                    <a:pt x="109728" y="243840"/>
                  </a:lnTo>
                  <a:lnTo>
                    <a:pt x="120599" y="243039"/>
                  </a:lnTo>
                  <a:lnTo>
                    <a:pt x="156057" y="226656"/>
                  </a:lnTo>
                  <a:lnTo>
                    <a:pt x="166395" y="208534"/>
                  </a:lnTo>
                  <a:lnTo>
                    <a:pt x="166497" y="207835"/>
                  </a:lnTo>
                  <a:lnTo>
                    <a:pt x="167640" y="199644"/>
                  </a:lnTo>
                  <a:lnTo>
                    <a:pt x="167640" y="193548"/>
                  </a:lnTo>
                  <a:lnTo>
                    <a:pt x="166116" y="188976"/>
                  </a:lnTo>
                  <a:lnTo>
                    <a:pt x="160020" y="179832"/>
                  </a:lnTo>
                  <a:lnTo>
                    <a:pt x="155448" y="173736"/>
                  </a:lnTo>
                  <a:lnTo>
                    <a:pt x="153924" y="172593"/>
                  </a:lnTo>
                  <a:lnTo>
                    <a:pt x="153924" y="188976"/>
                  </a:lnTo>
                  <a:lnTo>
                    <a:pt x="153924" y="192024"/>
                  </a:lnTo>
                  <a:lnTo>
                    <a:pt x="114871" y="208534"/>
                  </a:lnTo>
                  <a:lnTo>
                    <a:pt x="105156" y="208788"/>
                  </a:lnTo>
                  <a:lnTo>
                    <a:pt x="96583" y="208534"/>
                  </a:lnTo>
                  <a:lnTo>
                    <a:pt x="62484" y="196596"/>
                  </a:lnTo>
                  <a:lnTo>
                    <a:pt x="62484" y="190500"/>
                  </a:lnTo>
                  <a:lnTo>
                    <a:pt x="63627" y="184175"/>
                  </a:lnTo>
                  <a:lnTo>
                    <a:pt x="67056" y="178689"/>
                  </a:lnTo>
                  <a:lnTo>
                    <a:pt x="72847" y="173736"/>
                  </a:lnTo>
                  <a:lnTo>
                    <a:pt x="80772" y="169164"/>
                  </a:lnTo>
                  <a:lnTo>
                    <a:pt x="137160" y="169164"/>
                  </a:lnTo>
                  <a:lnTo>
                    <a:pt x="144233" y="173736"/>
                  </a:lnTo>
                  <a:lnTo>
                    <a:pt x="149542" y="178498"/>
                  </a:lnTo>
                  <a:lnTo>
                    <a:pt x="149656" y="178689"/>
                  </a:lnTo>
                  <a:lnTo>
                    <a:pt x="152793" y="183527"/>
                  </a:lnTo>
                  <a:lnTo>
                    <a:pt x="153924" y="188976"/>
                  </a:lnTo>
                  <a:lnTo>
                    <a:pt x="153924" y="172593"/>
                  </a:lnTo>
                  <a:lnTo>
                    <a:pt x="149352" y="169164"/>
                  </a:lnTo>
                  <a:lnTo>
                    <a:pt x="167640" y="1691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851" name="Google Shape;4851;p79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083307" y="5298947"/>
              <a:ext cx="114300" cy="9753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52" name="Google Shape;4852;p79"/>
          <p:cNvSpPr/>
          <p:nvPr/>
        </p:nvSpPr>
        <p:spPr>
          <a:xfrm>
            <a:off x="2333244" y="9067800"/>
            <a:ext cx="93345" cy="93345"/>
          </a:xfrm>
          <a:custGeom>
            <a:rect b="b" l="l" r="r" t="t"/>
            <a:pathLst>
              <a:path extrusionOk="0" h="93345" w="93344">
                <a:moveTo>
                  <a:pt x="92963" y="92964"/>
                </a:moveTo>
                <a:lnTo>
                  <a:pt x="0" y="92964"/>
                </a:lnTo>
                <a:lnTo>
                  <a:pt x="0" y="0"/>
                </a:lnTo>
                <a:lnTo>
                  <a:pt x="92963" y="0"/>
                </a:lnTo>
                <a:lnTo>
                  <a:pt x="92963" y="92964"/>
                </a:lnTo>
                <a:close/>
              </a:path>
            </a:pathLst>
          </a:custGeom>
          <a:solidFill>
            <a:srgbClr val="FDA3B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853" name="Google Shape;4853;p79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378963" y="5554979"/>
            <a:ext cx="117348" cy="28498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54" name="Google Shape;4854;p79"/>
          <p:cNvGrpSpPr/>
          <p:nvPr/>
        </p:nvGrpSpPr>
        <p:grpSpPr>
          <a:xfrm>
            <a:off x="2328672" y="3069335"/>
            <a:ext cx="167640" cy="519684"/>
            <a:chOff x="2328672" y="3069335"/>
            <a:chExt cx="167640" cy="519684"/>
          </a:xfrm>
        </p:grpSpPr>
        <p:pic>
          <p:nvPicPr>
            <p:cNvPr id="4855" name="Google Shape;4855;p79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328672" y="3212592"/>
              <a:ext cx="167640" cy="37642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856" name="Google Shape;4856;p7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328672" y="3069335"/>
              <a:ext cx="167640" cy="12192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857" name="Google Shape;4857;p79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321051" y="5782055"/>
            <a:ext cx="463296" cy="3069336"/>
          </a:xfrm>
          <a:prstGeom prst="rect">
            <a:avLst/>
          </a:prstGeom>
          <a:noFill/>
          <a:ln>
            <a:noFill/>
          </a:ln>
        </p:spPr>
      </p:pic>
      <p:pic>
        <p:nvPicPr>
          <p:cNvPr id="4858" name="Google Shape;4858;p79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325623" y="2674619"/>
            <a:ext cx="170687" cy="298704"/>
          </a:xfrm>
          <a:prstGeom prst="rect">
            <a:avLst/>
          </a:prstGeom>
          <a:noFill/>
          <a:ln>
            <a:noFill/>
          </a:ln>
        </p:spPr>
      </p:pic>
      <p:pic>
        <p:nvPicPr>
          <p:cNvPr id="4859" name="Google Shape;4859;p79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321051" y="1438655"/>
            <a:ext cx="225516" cy="629411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0" name="Google Shape;4860;p79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345436" y="1171955"/>
            <a:ext cx="150875" cy="182879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1" name="Google Shape;4861;p79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321051" y="787908"/>
            <a:ext cx="175260" cy="2926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62" name="Google Shape;4862;p79"/>
          <p:cNvGrpSpPr/>
          <p:nvPr/>
        </p:nvGrpSpPr>
        <p:grpSpPr>
          <a:xfrm>
            <a:off x="2321051" y="3965448"/>
            <a:ext cx="413005" cy="1752599"/>
            <a:chOff x="2321051" y="3965448"/>
            <a:chExt cx="413005" cy="1752599"/>
          </a:xfrm>
        </p:grpSpPr>
        <p:pic>
          <p:nvPicPr>
            <p:cNvPr id="4863" name="Google Shape;4863;p79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321051" y="3965448"/>
              <a:ext cx="413004" cy="14919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864" name="Google Shape;4864;p79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558796" y="5347715"/>
              <a:ext cx="175260" cy="37033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865" name="Google Shape;4865;p79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378963" y="2874264"/>
            <a:ext cx="405384" cy="1175003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6" name="Google Shape;4866;p79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378963" y="2159507"/>
            <a:ext cx="403860" cy="638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7" name="Google Shape;4867;p79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162299" y="9465564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8" name="Google Shape;4868;p79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159251" y="8886443"/>
            <a:ext cx="217932" cy="4069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9" name="Google Shape;4869;p79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209543" y="8590788"/>
            <a:ext cx="117348" cy="2209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70" name="Google Shape;4870;p79"/>
          <p:cNvGrpSpPr/>
          <p:nvPr/>
        </p:nvGrpSpPr>
        <p:grpSpPr>
          <a:xfrm>
            <a:off x="3156191" y="6316980"/>
            <a:ext cx="220991" cy="2208784"/>
            <a:chOff x="3156191" y="6316980"/>
            <a:chExt cx="220991" cy="2208784"/>
          </a:xfrm>
        </p:grpSpPr>
        <p:sp>
          <p:nvSpPr>
            <p:cNvPr id="4871" name="Google Shape;4871;p79"/>
            <p:cNvSpPr/>
            <p:nvPr/>
          </p:nvSpPr>
          <p:spPr>
            <a:xfrm>
              <a:off x="3156191" y="7949184"/>
              <a:ext cx="170815" cy="576580"/>
            </a:xfrm>
            <a:custGeom>
              <a:rect b="b" l="l" r="r" t="t"/>
              <a:pathLst>
                <a:path extrusionOk="0" h="576579" w="170814">
                  <a:moveTo>
                    <a:pt x="167640" y="403860"/>
                  </a:moveTo>
                  <a:lnTo>
                    <a:pt x="163068" y="403860"/>
                  </a:lnTo>
                  <a:lnTo>
                    <a:pt x="163068" y="408432"/>
                  </a:lnTo>
                  <a:lnTo>
                    <a:pt x="161544" y="411480"/>
                  </a:lnTo>
                  <a:lnTo>
                    <a:pt x="134112" y="428244"/>
                  </a:lnTo>
                  <a:lnTo>
                    <a:pt x="109728" y="439051"/>
                  </a:lnTo>
                  <a:lnTo>
                    <a:pt x="109728" y="478536"/>
                  </a:lnTo>
                  <a:lnTo>
                    <a:pt x="109728" y="527304"/>
                  </a:lnTo>
                  <a:lnTo>
                    <a:pt x="54864" y="502920"/>
                  </a:lnTo>
                  <a:lnTo>
                    <a:pt x="109728" y="478536"/>
                  </a:lnTo>
                  <a:lnTo>
                    <a:pt x="109728" y="439051"/>
                  </a:lnTo>
                  <a:lnTo>
                    <a:pt x="0" y="487680"/>
                  </a:lnTo>
                  <a:lnTo>
                    <a:pt x="0" y="489204"/>
                  </a:lnTo>
                  <a:lnTo>
                    <a:pt x="131064" y="548640"/>
                  </a:lnTo>
                  <a:lnTo>
                    <a:pt x="139382" y="552284"/>
                  </a:lnTo>
                  <a:lnTo>
                    <a:pt x="146113" y="556069"/>
                  </a:lnTo>
                  <a:lnTo>
                    <a:pt x="151434" y="559574"/>
                  </a:lnTo>
                  <a:lnTo>
                    <a:pt x="155448" y="562356"/>
                  </a:lnTo>
                  <a:lnTo>
                    <a:pt x="160020" y="565404"/>
                  </a:lnTo>
                  <a:lnTo>
                    <a:pt x="161544" y="571500"/>
                  </a:lnTo>
                  <a:lnTo>
                    <a:pt x="163068" y="576072"/>
                  </a:lnTo>
                  <a:lnTo>
                    <a:pt x="167640" y="576072"/>
                  </a:lnTo>
                  <a:lnTo>
                    <a:pt x="167640" y="542544"/>
                  </a:lnTo>
                  <a:lnTo>
                    <a:pt x="167640" y="521208"/>
                  </a:lnTo>
                  <a:lnTo>
                    <a:pt x="163068" y="521208"/>
                  </a:lnTo>
                  <a:lnTo>
                    <a:pt x="163068" y="530352"/>
                  </a:lnTo>
                  <a:lnTo>
                    <a:pt x="161544" y="534924"/>
                  </a:lnTo>
                  <a:lnTo>
                    <a:pt x="158496" y="541020"/>
                  </a:lnTo>
                  <a:lnTo>
                    <a:pt x="153924" y="542544"/>
                  </a:lnTo>
                  <a:lnTo>
                    <a:pt x="141732" y="542544"/>
                  </a:lnTo>
                  <a:lnTo>
                    <a:pt x="137160" y="539496"/>
                  </a:lnTo>
                  <a:lnTo>
                    <a:pt x="120396" y="531876"/>
                  </a:lnTo>
                  <a:lnTo>
                    <a:pt x="120396" y="527304"/>
                  </a:lnTo>
                  <a:lnTo>
                    <a:pt x="120396" y="478536"/>
                  </a:lnTo>
                  <a:lnTo>
                    <a:pt x="120396" y="473964"/>
                  </a:lnTo>
                  <a:lnTo>
                    <a:pt x="140208" y="466344"/>
                  </a:lnTo>
                  <a:lnTo>
                    <a:pt x="149352" y="461772"/>
                  </a:lnTo>
                  <a:lnTo>
                    <a:pt x="158496" y="461772"/>
                  </a:lnTo>
                  <a:lnTo>
                    <a:pt x="160020" y="463296"/>
                  </a:lnTo>
                  <a:lnTo>
                    <a:pt x="161544" y="466344"/>
                  </a:lnTo>
                  <a:lnTo>
                    <a:pt x="163068" y="470916"/>
                  </a:lnTo>
                  <a:lnTo>
                    <a:pt x="163068" y="480060"/>
                  </a:lnTo>
                  <a:lnTo>
                    <a:pt x="167640" y="480060"/>
                  </a:lnTo>
                  <a:lnTo>
                    <a:pt x="167640" y="461772"/>
                  </a:lnTo>
                  <a:lnTo>
                    <a:pt x="167640" y="403860"/>
                  </a:lnTo>
                  <a:close/>
                </a:path>
                <a:path extrusionOk="0" h="576579" w="170814">
                  <a:moveTo>
                    <a:pt x="167652" y="170688"/>
                  </a:moveTo>
                  <a:lnTo>
                    <a:pt x="163080" y="170688"/>
                  </a:lnTo>
                  <a:lnTo>
                    <a:pt x="163080" y="175260"/>
                  </a:lnTo>
                  <a:lnTo>
                    <a:pt x="163080" y="179832"/>
                  </a:lnTo>
                  <a:lnTo>
                    <a:pt x="158508" y="188976"/>
                  </a:lnTo>
                  <a:lnTo>
                    <a:pt x="155460" y="192024"/>
                  </a:lnTo>
                  <a:lnTo>
                    <a:pt x="153936" y="192024"/>
                  </a:lnTo>
                  <a:lnTo>
                    <a:pt x="147840" y="193548"/>
                  </a:lnTo>
                  <a:lnTo>
                    <a:pt x="22872" y="193548"/>
                  </a:lnTo>
                  <a:lnTo>
                    <a:pt x="16776" y="192024"/>
                  </a:lnTo>
                  <a:lnTo>
                    <a:pt x="15252" y="192024"/>
                  </a:lnTo>
                  <a:lnTo>
                    <a:pt x="12204" y="190500"/>
                  </a:lnTo>
                  <a:lnTo>
                    <a:pt x="10680" y="188976"/>
                  </a:lnTo>
                  <a:lnTo>
                    <a:pt x="10680" y="187452"/>
                  </a:lnTo>
                  <a:lnTo>
                    <a:pt x="7632" y="184404"/>
                  </a:lnTo>
                  <a:lnTo>
                    <a:pt x="7632" y="170688"/>
                  </a:lnTo>
                  <a:lnTo>
                    <a:pt x="3060" y="170688"/>
                  </a:lnTo>
                  <a:lnTo>
                    <a:pt x="3060" y="256032"/>
                  </a:lnTo>
                  <a:lnTo>
                    <a:pt x="7632" y="256032"/>
                  </a:lnTo>
                  <a:lnTo>
                    <a:pt x="7632" y="242316"/>
                  </a:lnTo>
                  <a:lnTo>
                    <a:pt x="10680" y="236220"/>
                  </a:lnTo>
                  <a:lnTo>
                    <a:pt x="13728" y="234696"/>
                  </a:lnTo>
                  <a:lnTo>
                    <a:pt x="15252" y="233172"/>
                  </a:lnTo>
                  <a:lnTo>
                    <a:pt x="155460" y="233172"/>
                  </a:lnTo>
                  <a:lnTo>
                    <a:pt x="156984" y="234696"/>
                  </a:lnTo>
                  <a:lnTo>
                    <a:pt x="160032" y="236220"/>
                  </a:lnTo>
                  <a:lnTo>
                    <a:pt x="160032" y="239268"/>
                  </a:lnTo>
                  <a:lnTo>
                    <a:pt x="161556" y="240792"/>
                  </a:lnTo>
                  <a:lnTo>
                    <a:pt x="163080" y="245364"/>
                  </a:lnTo>
                  <a:lnTo>
                    <a:pt x="163080" y="256032"/>
                  </a:lnTo>
                  <a:lnTo>
                    <a:pt x="167652" y="256032"/>
                  </a:lnTo>
                  <a:lnTo>
                    <a:pt x="167652" y="170688"/>
                  </a:lnTo>
                  <a:close/>
                </a:path>
                <a:path extrusionOk="0" h="576579" w="170814">
                  <a:moveTo>
                    <a:pt x="170688" y="329184"/>
                  </a:moveTo>
                  <a:lnTo>
                    <a:pt x="155448" y="288036"/>
                  </a:lnTo>
                  <a:lnTo>
                    <a:pt x="120396" y="272796"/>
                  </a:lnTo>
                  <a:lnTo>
                    <a:pt x="112661" y="273138"/>
                  </a:lnTo>
                  <a:lnTo>
                    <a:pt x="79057" y="295084"/>
                  </a:lnTo>
                  <a:lnTo>
                    <a:pt x="65532" y="320040"/>
                  </a:lnTo>
                  <a:lnTo>
                    <a:pt x="52895" y="343192"/>
                  </a:lnTo>
                  <a:lnTo>
                    <a:pt x="50292" y="347472"/>
                  </a:lnTo>
                  <a:lnTo>
                    <a:pt x="47244" y="353568"/>
                  </a:lnTo>
                  <a:lnTo>
                    <a:pt x="42672" y="356616"/>
                  </a:lnTo>
                  <a:lnTo>
                    <a:pt x="39624" y="359664"/>
                  </a:lnTo>
                  <a:lnTo>
                    <a:pt x="33528" y="362712"/>
                  </a:lnTo>
                  <a:lnTo>
                    <a:pt x="24384" y="362712"/>
                  </a:lnTo>
                  <a:lnTo>
                    <a:pt x="18288" y="359664"/>
                  </a:lnTo>
                  <a:lnTo>
                    <a:pt x="13716" y="355092"/>
                  </a:lnTo>
                  <a:lnTo>
                    <a:pt x="9144" y="348996"/>
                  </a:lnTo>
                  <a:lnTo>
                    <a:pt x="7620" y="342900"/>
                  </a:lnTo>
                  <a:lnTo>
                    <a:pt x="7620" y="333756"/>
                  </a:lnTo>
                  <a:lnTo>
                    <a:pt x="27228" y="297014"/>
                  </a:lnTo>
                  <a:lnTo>
                    <a:pt x="54864" y="286512"/>
                  </a:lnTo>
                  <a:lnTo>
                    <a:pt x="54864" y="281940"/>
                  </a:lnTo>
                  <a:lnTo>
                    <a:pt x="0" y="281940"/>
                  </a:lnTo>
                  <a:lnTo>
                    <a:pt x="0" y="286512"/>
                  </a:lnTo>
                  <a:lnTo>
                    <a:pt x="4572" y="286512"/>
                  </a:lnTo>
                  <a:lnTo>
                    <a:pt x="7620" y="288036"/>
                  </a:lnTo>
                  <a:lnTo>
                    <a:pt x="10668" y="291084"/>
                  </a:lnTo>
                  <a:lnTo>
                    <a:pt x="10668" y="297180"/>
                  </a:lnTo>
                  <a:lnTo>
                    <a:pt x="6096" y="306324"/>
                  </a:lnTo>
                  <a:lnTo>
                    <a:pt x="4572" y="310896"/>
                  </a:lnTo>
                  <a:lnTo>
                    <a:pt x="3048" y="316992"/>
                  </a:lnTo>
                  <a:lnTo>
                    <a:pt x="1524" y="320040"/>
                  </a:lnTo>
                  <a:lnTo>
                    <a:pt x="0" y="324612"/>
                  </a:lnTo>
                  <a:lnTo>
                    <a:pt x="0" y="336804"/>
                  </a:lnTo>
                  <a:lnTo>
                    <a:pt x="863" y="346811"/>
                  </a:lnTo>
                  <a:lnTo>
                    <a:pt x="20891" y="379628"/>
                  </a:lnTo>
                  <a:lnTo>
                    <a:pt x="47244" y="388620"/>
                  </a:lnTo>
                  <a:lnTo>
                    <a:pt x="54864" y="388620"/>
                  </a:lnTo>
                  <a:lnTo>
                    <a:pt x="89065" y="361835"/>
                  </a:lnTo>
                  <a:lnTo>
                    <a:pt x="107048" y="326326"/>
                  </a:lnTo>
                  <a:lnTo>
                    <a:pt x="110299" y="320040"/>
                  </a:lnTo>
                  <a:lnTo>
                    <a:pt x="113284" y="314896"/>
                  </a:lnTo>
                  <a:lnTo>
                    <a:pt x="115824" y="310896"/>
                  </a:lnTo>
                  <a:lnTo>
                    <a:pt x="123444" y="303276"/>
                  </a:lnTo>
                  <a:lnTo>
                    <a:pt x="126492" y="301752"/>
                  </a:lnTo>
                  <a:lnTo>
                    <a:pt x="131064" y="298704"/>
                  </a:lnTo>
                  <a:lnTo>
                    <a:pt x="144780" y="298704"/>
                  </a:lnTo>
                  <a:lnTo>
                    <a:pt x="150876" y="300228"/>
                  </a:lnTo>
                  <a:lnTo>
                    <a:pt x="160020" y="312420"/>
                  </a:lnTo>
                  <a:lnTo>
                    <a:pt x="163068" y="318516"/>
                  </a:lnTo>
                  <a:lnTo>
                    <a:pt x="163068" y="329184"/>
                  </a:lnTo>
                  <a:lnTo>
                    <a:pt x="141668" y="369912"/>
                  </a:lnTo>
                  <a:lnTo>
                    <a:pt x="109728" y="384048"/>
                  </a:lnTo>
                  <a:lnTo>
                    <a:pt x="109728" y="388620"/>
                  </a:lnTo>
                  <a:lnTo>
                    <a:pt x="170688" y="388620"/>
                  </a:lnTo>
                  <a:lnTo>
                    <a:pt x="170688" y="384048"/>
                  </a:lnTo>
                  <a:lnTo>
                    <a:pt x="167640" y="382524"/>
                  </a:lnTo>
                  <a:lnTo>
                    <a:pt x="160020" y="374904"/>
                  </a:lnTo>
                  <a:lnTo>
                    <a:pt x="160020" y="365760"/>
                  </a:lnTo>
                  <a:lnTo>
                    <a:pt x="163068" y="361188"/>
                  </a:lnTo>
                  <a:lnTo>
                    <a:pt x="166116" y="355092"/>
                  </a:lnTo>
                  <a:lnTo>
                    <a:pt x="167640" y="348996"/>
                  </a:lnTo>
                  <a:lnTo>
                    <a:pt x="170688" y="339852"/>
                  </a:lnTo>
                  <a:lnTo>
                    <a:pt x="170688" y="329184"/>
                  </a:lnTo>
                  <a:close/>
                </a:path>
                <a:path extrusionOk="0" h="576579" w="170814">
                  <a:moveTo>
                    <a:pt x="170688" y="67056"/>
                  </a:moveTo>
                  <a:lnTo>
                    <a:pt x="160832" y="24917"/>
                  </a:lnTo>
                  <a:lnTo>
                    <a:pt x="143256" y="3048"/>
                  </a:lnTo>
                  <a:lnTo>
                    <a:pt x="129540" y="3048"/>
                  </a:lnTo>
                  <a:lnTo>
                    <a:pt x="137185" y="9906"/>
                  </a:lnTo>
                  <a:lnTo>
                    <a:pt x="143827" y="16764"/>
                  </a:lnTo>
                  <a:lnTo>
                    <a:pt x="160020" y="57912"/>
                  </a:lnTo>
                  <a:lnTo>
                    <a:pt x="159448" y="67398"/>
                  </a:lnTo>
                  <a:lnTo>
                    <a:pt x="132016" y="102971"/>
                  </a:lnTo>
                  <a:lnTo>
                    <a:pt x="94094" y="110972"/>
                  </a:lnTo>
                  <a:lnTo>
                    <a:pt x="83820" y="111252"/>
                  </a:lnTo>
                  <a:lnTo>
                    <a:pt x="72682" y="110921"/>
                  </a:lnTo>
                  <a:lnTo>
                    <a:pt x="30099" y="96774"/>
                  </a:lnTo>
                  <a:lnTo>
                    <a:pt x="10668" y="57912"/>
                  </a:lnTo>
                  <a:lnTo>
                    <a:pt x="11290" y="48818"/>
                  </a:lnTo>
                  <a:lnTo>
                    <a:pt x="36766" y="12763"/>
                  </a:lnTo>
                  <a:lnTo>
                    <a:pt x="56388" y="4572"/>
                  </a:lnTo>
                  <a:lnTo>
                    <a:pt x="56388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6096" y="6096"/>
                  </a:lnTo>
                  <a:lnTo>
                    <a:pt x="7620" y="9144"/>
                  </a:lnTo>
                  <a:lnTo>
                    <a:pt x="10668" y="12192"/>
                  </a:lnTo>
                  <a:lnTo>
                    <a:pt x="10668" y="16764"/>
                  </a:lnTo>
                  <a:lnTo>
                    <a:pt x="9144" y="21336"/>
                  </a:lnTo>
                  <a:lnTo>
                    <a:pt x="6096" y="28956"/>
                  </a:lnTo>
                  <a:lnTo>
                    <a:pt x="3225" y="38963"/>
                  </a:lnTo>
                  <a:lnTo>
                    <a:pt x="1333" y="48387"/>
                  </a:lnTo>
                  <a:lnTo>
                    <a:pt x="317" y="57251"/>
                  </a:lnTo>
                  <a:lnTo>
                    <a:pt x="0" y="65532"/>
                  </a:lnTo>
                  <a:lnTo>
                    <a:pt x="596" y="77584"/>
                  </a:lnTo>
                  <a:lnTo>
                    <a:pt x="17843" y="120332"/>
                  </a:lnTo>
                  <a:lnTo>
                    <a:pt x="54749" y="149021"/>
                  </a:lnTo>
                  <a:lnTo>
                    <a:pt x="88392" y="155448"/>
                  </a:lnTo>
                  <a:lnTo>
                    <a:pt x="99542" y="154863"/>
                  </a:lnTo>
                  <a:lnTo>
                    <a:pt x="139026" y="138493"/>
                  </a:lnTo>
                  <a:lnTo>
                    <a:pt x="164909" y="102857"/>
                  </a:lnTo>
                  <a:lnTo>
                    <a:pt x="170103" y="79565"/>
                  </a:lnTo>
                  <a:lnTo>
                    <a:pt x="170688" y="670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872" name="Google Shape;4872;p79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156203" y="6316980"/>
              <a:ext cx="220979" cy="161086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873" name="Google Shape;4873;p79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151631" y="5779007"/>
            <a:ext cx="175260" cy="466344"/>
          </a:xfrm>
          <a:prstGeom prst="rect">
            <a:avLst/>
          </a:prstGeom>
          <a:noFill/>
          <a:ln>
            <a:noFill/>
          </a:ln>
        </p:spPr>
      </p:pic>
      <p:pic>
        <p:nvPicPr>
          <p:cNvPr id="4874" name="Google Shape;4874;p79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209579" y="5602223"/>
            <a:ext cx="117312" cy="1021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75" name="Google Shape;4875;p79"/>
          <p:cNvGrpSpPr/>
          <p:nvPr/>
        </p:nvGrpSpPr>
        <p:grpSpPr>
          <a:xfrm>
            <a:off x="3156204" y="4803648"/>
            <a:ext cx="220979" cy="733043"/>
            <a:chOff x="3156204" y="4803648"/>
            <a:chExt cx="220979" cy="733043"/>
          </a:xfrm>
        </p:grpSpPr>
        <p:pic>
          <p:nvPicPr>
            <p:cNvPr id="4876" name="Google Shape;4876;p79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156204" y="5279135"/>
              <a:ext cx="170687" cy="2575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877" name="Google Shape;4877;p79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209544" y="4803648"/>
              <a:ext cx="167639" cy="4556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878" name="Google Shape;4878;p79"/>
          <p:cNvGrpSpPr/>
          <p:nvPr/>
        </p:nvGrpSpPr>
        <p:grpSpPr>
          <a:xfrm>
            <a:off x="3159251" y="4000500"/>
            <a:ext cx="167640" cy="739140"/>
            <a:chOff x="3159251" y="4000500"/>
            <a:chExt cx="167640" cy="739140"/>
          </a:xfrm>
        </p:grpSpPr>
        <p:pic>
          <p:nvPicPr>
            <p:cNvPr id="4879" name="Google Shape;4879;p79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209543" y="4379976"/>
              <a:ext cx="117348" cy="3596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880" name="Google Shape;4880;p79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159251" y="4000500"/>
              <a:ext cx="167640" cy="35966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81" name="Google Shape;4881;p79"/>
          <p:cNvSpPr/>
          <p:nvPr/>
        </p:nvSpPr>
        <p:spPr>
          <a:xfrm>
            <a:off x="3468623" y="9075419"/>
            <a:ext cx="88900" cy="86995"/>
          </a:xfrm>
          <a:custGeom>
            <a:rect b="b" l="l" r="r" t="t"/>
            <a:pathLst>
              <a:path extrusionOk="0" h="86995" w="88900">
                <a:moveTo>
                  <a:pt x="88391" y="86867"/>
                </a:moveTo>
                <a:lnTo>
                  <a:pt x="0" y="86867"/>
                </a:lnTo>
                <a:lnTo>
                  <a:pt x="0" y="0"/>
                </a:lnTo>
                <a:lnTo>
                  <a:pt x="88391" y="0"/>
                </a:lnTo>
                <a:lnTo>
                  <a:pt x="88391" y="86867"/>
                </a:lnTo>
                <a:close/>
              </a:path>
            </a:pathLst>
          </a:custGeom>
          <a:solidFill>
            <a:srgbClr val="FDA3B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2" name="Google Shape;4882;p79"/>
          <p:cNvGrpSpPr/>
          <p:nvPr/>
        </p:nvGrpSpPr>
        <p:grpSpPr>
          <a:xfrm>
            <a:off x="3451860" y="7434071"/>
            <a:ext cx="408431" cy="1417319"/>
            <a:chOff x="3451860" y="7434071"/>
            <a:chExt cx="408431" cy="1417319"/>
          </a:xfrm>
        </p:grpSpPr>
        <p:sp>
          <p:nvSpPr>
            <p:cNvPr id="4883" name="Google Shape;4883;p79"/>
            <p:cNvSpPr/>
            <p:nvPr/>
          </p:nvSpPr>
          <p:spPr>
            <a:xfrm>
              <a:off x="3454908" y="7848600"/>
              <a:ext cx="167640" cy="512445"/>
            </a:xfrm>
            <a:custGeom>
              <a:rect b="b" l="l" r="r" t="t"/>
              <a:pathLst>
                <a:path extrusionOk="0" h="512445" w="167639">
                  <a:moveTo>
                    <a:pt x="121907" y="441960"/>
                  </a:moveTo>
                  <a:lnTo>
                    <a:pt x="95999" y="441960"/>
                  </a:lnTo>
                  <a:lnTo>
                    <a:pt x="95999" y="512064"/>
                  </a:lnTo>
                  <a:lnTo>
                    <a:pt x="121907" y="512064"/>
                  </a:lnTo>
                  <a:lnTo>
                    <a:pt x="121907" y="441960"/>
                  </a:lnTo>
                  <a:close/>
                </a:path>
                <a:path extrusionOk="0" h="512445" w="167639">
                  <a:moveTo>
                    <a:pt x="121907" y="134112"/>
                  </a:moveTo>
                  <a:lnTo>
                    <a:pt x="95999" y="134112"/>
                  </a:lnTo>
                  <a:lnTo>
                    <a:pt x="95999" y="204216"/>
                  </a:lnTo>
                  <a:lnTo>
                    <a:pt x="121907" y="204216"/>
                  </a:lnTo>
                  <a:lnTo>
                    <a:pt x="121907" y="134112"/>
                  </a:lnTo>
                  <a:close/>
                </a:path>
                <a:path extrusionOk="0" h="512445" w="167639">
                  <a:moveTo>
                    <a:pt x="164592" y="239268"/>
                  </a:moveTo>
                  <a:lnTo>
                    <a:pt x="160020" y="239268"/>
                  </a:lnTo>
                  <a:lnTo>
                    <a:pt x="160020" y="245364"/>
                  </a:lnTo>
                  <a:lnTo>
                    <a:pt x="158496" y="248412"/>
                  </a:lnTo>
                  <a:lnTo>
                    <a:pt x="158496" y="249936"/>
                  </a:lnTo>
                  <a:lnTo>
                    <a:pt x="156972" y="251460"/>
                  </a:lnTo>
                  <a:lnTo>
                    <a:pt x="152400" y="251460"/>
                  </a:lnTo>
                  <a:lnTo>
                    <a:pt x="149352" y="252984"/>
                  </a:lnTo>
                  <a:lnTo>
                    <a:pt x="103632" y="252984"/>
                  </a:lnTo>
                  <a:lnTo>
                    <a:pt x="96012" y="251460"/>
                  </a:lnTo>
                  <a:lnTo>
                    <a:pt x="88392" y="248412"/>
                  </a:lnTo>
                  <a:lnTo>
                    <a:pt x="82296" y="246888"/>
                  </a:lnTo>
                  <a:lnTo>
                    <a:pt x="74676" y="239268"/>
                  </a:lnTo>
                  <a:lnTo>
                    <a:pt x="73152" y="236220"/>
                  </a:lnTo>
                  <a:lnTo>
                    <a:pt x="73152" y="233172"/>
                  </a:lnTo>
                  <a:lnTo>
                    <a:pt x="74676" y="233172"/>
                  </a:lnTo>
                  <a:lnTo>
                    <a:pt x="74676" y="231648"/>
                  </a:lnTo>
                  <a:lnTo>
                    <a:pt x="82296" y="224028"/>
                  </a:lnTo>
                  <a:lnTo>
                    <a:pt x="82296" y="213360"/>
                  </a:lnTo>
                  <a:lnTo>
                    <a:pt x="79248" y="207264"/>
                  </a:lnTo>
                  <a:lnTo>
                    <a:pt x="76200" y="204216"/>
                  </a:lnTo>
                  <a:lnTo>
                    <a:pt x="71628" y="202692"/>
                  </a:lnTo>
                  <a:lnTo>
                    <a:pt x="60960" y="202692"/>
                  </a:lnTo>
                  <a:lnTo>
                    <a:pt x="54864" y="205740"/>
                  </a:lnTo>
                  <a:lnTo>
                    <a:pt x="51816" y="208788"/>
                  </a:lnTo>
                  <a:lnTo>
                    <a:pt x="50292" y="213360"/>
                  </a:lnTo>
                  <a:lnTo>
                    <a:pt x="50292" y="222504"/>
                  </a:lnTo>
                  <a:lnTo>
                    <a:pt x="53340" y="227076"/>
                  </a:lnTo>
                  <a:lnTo>
                    <a:pt x="56388" y="233172"/>
                  </a:lnTo>
                  <a:lnTo>
                    <a:pt x="60388" y="237769"/>
                  </a:lnTo>
                  <a:lnTo>
                    <a:pt x="65532" y="242506"/>
                  </a:lnTo>
                  <a:lnTo>
                    <a:pt x="71818" y="247535"/>
                  </a:lnTo>
                  <a:lnTo>
                    <a:pt x="79248" y="252984"/>
                  </a:lnTo>
                  <a:lnTo>
                    <a:pt x="53340" y="252984"/>
                  </a:lnTo>
                  <a:lnTo>
                    <a:pt x="53340" y="300228"/>
                  </a:lnTo>
                  <a:lnTo>
                    <a:pt x="57912" y="300228"/>
                  </a:lnTo>
                  <a:lnTo>
                    <a:pt x="59436" y="295656"/>
                  </a:lnTo>
                  <a:lnTo>
                    <a:pt x="59436" y="292608"/>
                  </a:lnTo>
                  <a:lnTo>
                    <a:pt x="65532" y="286512"/>
                  </a:lnTo>
                  <a:lnTo>
                    <a:pt x="153924" y="286512"/>
                  </a:lnTo>
                  <a:lnTo>
                    <a:pt x="158496" y="291084"/>
                  </a:lnTo>
                  <a:lnTo>
                    <a:pt x="160020" y="294132"/>
                  </a:lnTo>
                  <a:lnTo>
                    <a:pt x="160020" y="300228"/>
                  </a:lnTo>
                  <a:lnTo>
                    <a:pt x="164592" y="300228"/>
                  </a:lnTo>
                  <a:lnTo>
                    <a:pt x="164592" y="286512"/>
                  </a:lnTo>
                  <a:lnTo>
                    <a:pt x="164592" y="239268"/>
                  </a:lnTo>
                  <a:close/>
                </a:path>
                <a:path extrusionOk="0" h="512445" w="167639">
                  <a:moveTo>
                    <a:pt x="167640" y="370332"/>
                  </a:moveTo>
                  <a:lnTo>
                    <a:pt x="166497" y="358355"/>
                  </a:lnTo>
                  <a:lnTo>
                    <a:pt x="164960" y="353593"/>
                  </a:lnTo>
                  <a:lnTo>
                    <a:pt x="163068" y="347662"/>
                  </a:lnTo>
                  <a:lnTo>
                    <a:pt x="160020" y="342734"/>
                  </a:lnTo>
                  <a:lnTo>
                    <a:pt x="160020" y="364147"/>
                  </a:lnTo>
                  <a:lnTo>
                    <a:pt x="160020" y="374904"/>
                  </a:lnTo>
                  <a:lnTo>
                    <a:pt x="158496" y="377952"/>
                  </a:lnTo>
                  <a:lnTo>
                    <a:pt x="155448" y="381000"/>
                  </a:lnTo>
                  <a:lnTo>
                    <a:pt x="153924" y="384048"/>
                  </a:lnTo>
                  <a:lnTo>
                    <a:pt x="149352" y="385572"/>
                  </a:lnTo>
                  <a:lnTo>
                    <a:pt x="143256" y="387096"/>
                  </a:lnTo>
                  <a:lnTo>
                    <a:pt x="135750" y="388607"/>
                  </a:lnTo>
                  <a:lnTo>
                    <a:pt x="107772" y="388607"/>
                  </a:lnTo>
                  <a:lnTo>
                    <a:pt x="65532" y="384048"/>
                  </a:lnTo>
                  <a:lnTo>
                    <a:pt x="57912" y="374904"/>
                  </a:lnTo>
                  <a:lnTo>
                    <a:pt x="57912" y="367284"/>
                  </a:lnTo>
                  <a:lnTo>
                    <a:pt x="91122" y="353593"/>
                  </a:lnTo>
                  <a:lnTo>
                    <a:pt x="116293" y="353593"/>
                  </a:lnTo>
                  <a:lnTo>
                    <a:pt x="155448" y="359664"/>
                  </a:lnTo>
                  <a:lnTo>
                    <a:pt x="156972" y="362712"/>
                  </a:lnTo>
                  <a:lnTo>
                    <a:pt x="159829" y="364147"/>
                  </a:lnTo>
                  <a:lnTo>
                    <a:pt x="140792" y="325589"/>
                  </a:lnTo>
                  <a:lnTo>
                    <a:pt x="109728" y="318516"/>
                  </a:lnTo>
                  <a:lnTo>
                    <a:pt x="101739" y="318833"/>
                  </a:lnTo>
                  <a:lnTo>
                    <a:pt x="62522" y="338124"/>
                  </a:lnTo>
                  <a:lnTo>
                    <a:pt x="50292" y="371856"/>
                  </a:lnTo>
                  <a:lnTo>
                    <a:pt x="51435" y="382955"/>
                  </a:lnTo>
                  <a:lnTo>
                    <a:pt x="78003" y="415963"/>
                  </a:lnTo>
                  <a:lnTo>
                    <a:pt x="109728" y="423672"/>
                  </a:lnTo>
                  <a:lnTo>
                    <a:pt x="120865" y="422821"/>
                  </a:lnTo>
                  <a:lnTo>
                    <a:pt x="158635" y="402272"/>
                  </a:lnTo>
                  <a:lnTo>
                    <a:pt x="165061" y="388429"/>
                  </a:lnTo>
                  <a:lnTo>
                    <a:pt x="165188" y="387985"/>
                  </a:lnTo>
                  <a:lnTo>
                    <a:pt x="166725" y="382320"/>
                  </a:lnTo>
                  <a:lnTo>
                    <a:pt x="166827" y="381000"/>
                  </a:lnTo>
                  <a:lnTo>
                    <a:pt x="167640" y="370332"/>
                  </a:lnTo>
                  <a:close/>
                </a:path>
                <a:path extrusionOk="0" h="512445" w="167639">
                  <a:moveTo>
                    <a:pt x="167640" y="67056"/>
                  </a:moveTo>
                  <a:lnTo>
                    <a:pt x="167513" y="52184"/>
                  </a:lnTo>
                  <a:lnTo>
                    <a:pt x="167297" y="47155"/>
                  </a:lnTo>
                  <a:lnTo>
                    <a:pt x="166116" y="40005"/>
                  </a:lnTo>
                  <a:lnTo>
                    <a:pt x="164350" y="35052"/>
                  </a:lnTo>
                  <a:lnTo>
                    <a:pt x="163779" y="33439"/>
                  </a:lnTo>
                  <a:lnTo>
                    <a:pt x="160020" y="27470"/>
                  </a:lnTo>
                  <a:lnTo>
                    <a:pt x="160020" y="48768"/>
                  </a:lnTo>
                  <a:lnTo>
                    <a:pt x="160020" y="60960"/>
                  </a:lnTo>
                  <a:lnTo>
                    <a:pt x="158496" y="65532"/>
                  </a:lnTo>
                  <a:lnTo>
                    <a:pt x="156972" y="68580"/>
                  </a:lnTo>
                  <a:lnTo>
                    <a:pt x="153924" y="71628"/>
                  </a:lnTo>
                  <a:lnTo>
                    <a:pt x="144780" y="74676"/>
                  </a:lnTo>
                  <a:lnTo>
                    <a:pt x="76200" y="74676"/>
                  </a:lnTo>
                  <a:lnTo>
                    <a:pt x="68580" y="68580"/>
                  </a:lnTo>
                  <a:lnTo>
                    <a:pt x="64008" y="60960"/>
                  </a:lnTo>
                  <a:lnTo>
                    <a:pt x="64008" y="48768"/>
                  </a:lnTo>
                  <a:lnTo>
                    <a:pt x="106680" y="35052"/>
                  </a:lnTo>
                  <a:lnTo>
                    <a:pt x="119253" y="35318"/>
                  </a:lnTo>
                  <a:lnTo>
                    <a:pt x="156972" y="45720"/>
                  </a:lnTo>
                  <a:lnTo>
                    <a:pt x="160020" y="48768"/>
                  </a:lnTo>
                  <a:lnTo>
                    <a:pt x="160020" y="27470"/>
                  </a:lnTo>
                  <a:lnTo>
                    <a:pt x="156032" y="21132"/>
                  </a:lnTo>
                  <a:lnTo>
                    <a:pt x="122491" y="2095"/>
                  </a:lnTo>
                  <a:lnTo>
                    <a:pt x="105156" y="0"/>
                  </a:lnTo>
                  <a:lnTo>
                    <a:pt x="97409" y="317"/>
                  </a:lnTo>
                  <a:lnTo>
                    <a:pt x="90106" y="1333"/>
                  </a:lnTo>
                  <a:lnTo>
                    <a:pt x="83070" y="3225"/>
                  </a:lnTo>
                  <a:lnTo>
                    <a:pt x="76200" y="6096"/>
                  </a:lnTo>
                  <a:lnTo>
                    <a:pt x="68580" y="9144"/>
                  </a:lnTo>
                  <a:lnTo>
                    <a:pt x="62484" y="15240"/>
                  </a:lnTo>
                  <a:lnTo>
                    <a:pt x="57912" y="21336"/>
                  </a:lnTo>
                  <a:lnTo>
                    <a:pt x="53340" y="28956"/>
                  </a:lnTo>
                  <a:lnTo>
                    <a:pt x="50292" y="36576"/>
                  </a:lnTo>
                  <a:lnTo>
                    <a:pt x="50292" y="44196"/>
                  </a:lnTo>
                  <a:lnTo>
                    <a:pt x="51384" y="52184"/>
                  </a:lnTo>
                  <a:lnTo>
                    <a:pt x="54483" y="60007"/>
                  </a:lnTo>
                  <a:lnTo>
                    <a:pt x="59283" y="67564"/>
                  </a:lnTo>
                  <a:lnTo>
                    <a:pt x="65532" y="74676"/>
                  </a:lnTo>
                  <a:lnTo>
                    <a:pt x="0" y="74676"/>
                  </a:lnTo>
                  <a:lnTo>
                    <a:pt x="0" y="121920"/>
                  </a:lnTo>
                  <a:lnTo>
                    <a:pt x="4572" y="121920"/>
                  </a:lnTo>
                  <a:lnTo>
                    <a:pt x="6096" y="117348"/>
                  </a:lnTo>
                  <a:lnTo>
                    <a:pt x="6096" y="114300"/>
                  </a:lnTo>
                  <a:lnTo>
                    <a:pt x="7620" y="112776"/>
                  </a:lnTo>
                  <a:lnTo>
                    <a:pt x="7620" y="111252"/>
                  </a:lnTo>
                  <a:lnTo>
                    <a:pt x="10668" y="109728"/>
                  </a:lnTo>
                  <a:lnTo>
                    <a:pt x="12192" y="109728"/>
                  </a:lnTo>
                  <a:lnTo>
                    <a:pt x="13716" y="108204"/>
                  </a:lnTo>
                  <a:lnTo>
                    <a:pt x="167640" y="108204"/>
                  </a:lnTo>
                  <a:lnTo>
                    <a:pt x="167640" y="103632"/>
                  </a:lnTo>
                  <a:lnTo>
                    <a:pt x="156972" y="85344"/>
                  </a:lnTo>
                  <a:lnTo>
                    <a:pt x="161544" y="80772"/>
                  </a:lnTo>
                  <a:lnTo>
                    <a:pt x="164592" y="76200"/>
                  </a:lnTo>
                  <a:lnTo>
                    <a:pt x="167640" y="670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884" name="Google Shape;4884;p79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451860" y="7434071"/>
              <a:ext cx="170687" cy="3947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885" name="Google Shape;4885;p79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454908" y="8273795"/>
              <a:ext cx="405383" cy="57759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886" name="Google Shape;4886;p79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447288" y="1207008"/>
            <a:ext cx="225552" cy="24384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87" name="Google Shape;4887;p79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447288" y="787908"/>
            <a:ext cx="175260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88" name="Google Shape;4888;p79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451860" y="2569464"/>
            <a:ext cx="408431" cy="816863"/>
          </a:xfrm>
          <a:prstGeom prst="rect">
            <a:avLst/>
          </a:prstGeom>
          <a:noFill/>
          <a:ln>
            <a:noFill/>
          </a:ln>
        </p:spPr>
      </p:pic>
      <p:pic>
        <p:nvPicPr>
          <p:cNvPr id="4889" name="Google Shape;4889;p79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447288" y="1534668"/>
            <a:ext cx="413004" cy="9875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890" name="Google Shape;4890;p79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447288" y="3282695"/>
            <a:ext cx="701040" cy="4901183"/>
          </a:xfrm>
          <a:prstGeom prst="rect">
            <a:avLst/>
          </a:prstGeom>
          <a:noFill/>
          <a:ln>
            <a:noFill/>
          </a:ln>
        </p:spPr>
      </p:pic>
      <p:sp>
        <p:nvSpPr>
          <p:cNvPr id="4891" name="Google Shape;4891;p79"/>
          <p:cNvSpPr/>
          <p:nvPr/>
        </p:nvSpPr>
        <p:spPr>
          <a:xfrm>
            <a:off x="3692639" y="787908"/>
            <a:ext cx="168275" cy="670560"/>
          </a:xfrm>
          <a:custGeom>
            <a:rect b="b" l="l" r="r" t="t"/>
            <a:pathLst>
              <a:path extrusionOk="0" h="670560" w="168275">
                <a:moveTo>
                  <a:pt x="164592" y="251460"/>
                </a:moveTo>
                <a:lnTo>
                  <a:pt x="160020" y="251460"/>
                </a:lnTo>
                <a:lnTo>
                  <a:pt x="160020" y="256032"/>
                </a:lnTo>
                <a:lnTo>
                  <a:pt x="158496" y="259080"/>
                </a:lnTo>
                <a:lnTo>
                  <a:pt x="156972" y="260604"/>
                </a:lnTo>
                <a:lnTo>
                  <a:pt x="153924" y="262128"/>
                </a:lnTo>
                <a:lnTo>
                  <a:pt x="88353" y="262153"/>
                </a:lnTo>
                <a:lnTo>
                  <a:pt x="81153" y="262318"/>
                </a:lnTo>
                <a:lnTo>
                  <a:pt x="50292" y="284988"/>
                </a:lnTo>
                <a:lnTo>
                  <a:pt x="50292" y="297180"/>
                </a:lnTo>
                <a:lnTo>
                  <a:pt x="51816" y="303276"/>
                </a:lnTo>
                <a:lnTo>
                  <a:pt x="54864" y="307848"/>
                </a:lnTo>
                <a:lnTo>
                  <a:pt x="57912" y="313944"/>
                </a:lnTo>
                <a:lnTo>
                  <a:pt x="68580" y="324612"/>
                </a:lnTo>
                <a:lnTo>
                  <a:pt x="53340" y="324612"/>
                </a:lnTo>
                <a:lnTo>
                  <a:pt x="53340" y="368808"/>
                </a:lnTo>
                <a:lnTo>
                  <a:pt x="57912" y="368808"/>
                </a:lnTo>
                <a:lnTo>
                  <a:pt x="59436" y="364236"/>
                </a:lnTo>
                <a:lnTo>
                  <a:pt x="59436" y="361188"/>
                </a:lnTo>
                <a:lnTo>
                  <a:pt x="62484" y="359664"/>
                </a:lnTo>
                <a:lnTo>
                  <a:pt x="64008" y="358140"/>
                </a:lnTo>
                <a:lnTo>
                  <a:pt x="153924" y="358140"/>
                </a:lnTo>
                <a:lnTo>
                  <a:pt x="155448" y="359664"/>
                </a:lnTo>
                <a:lnTo>
                  <a:pt x="158496" y="361188"/>
                </a:lnTo>
                <a:lnTo>
                  <a:pt x="160020" y="364236"/>
                </a:lnTo>
                <a:lnTo>
                  <a:pt x="160020" y="368808"/>
                </a:lnTo>
                <a:lnTo>
                  <a:pt x="164592" y="368808"/>
                </a:lnTo>
                <a:lnTo>
                  <a:pt x="164592" y="313944"/>
                </a:lnTo>
                <a:lnTo>
                  <a:pt x="160020" y="313944"/>
                </a:lnTo>
                <a:lnTo>
                  <a:pt x="160020" y="318516"/>
                </a:lnTo>
                <a:lnTo>
                  <a:pt x="158496" y="321564"/>
                </a:lnTo>
                <a:lnTo>
                  <a:pt x="155448" y="323088"/>
                </a:lnTo>
                <a:lnTo>
                  <a:pt x="153924" y="324612"/>
                </a:lnTo>
                <a:lnTo>
                  <a:pt x="83820" y="324612"/>
                </a:lnTo>
                <a:lnTo>
                  <a:pt x="73152" y="318516"/>
                </a:lnTo>
                <a:lnTo>
                  <a:pt x="67056" y="312420"/>
                </a:lnTo>
                <a:lnTo>
                  <a:pt x="67056" y="303276"/>
                </a:lnTo>
                <a:lnTo>
                  <a:pt x="68580" y="301752"/>
                </a:lnTo>
                <a:lnTo>
                  <a:pt x="68580" y="300228"/>
                </a:lnTo>
                <a:lnTo>
                  <a:pt x="71628" y="297180"/>
                </a:lnTo>
                <a:lnTo>
                  <a:pt x="74676" y="297180"/>
                </a:lnTo>
                <a:lnTo>
                  <a:pt x="77724" y="295656"/>
                </a:lnTo>
                <a:lnTo>
                  <a:pt x="152400" y="295656"/>
                </a:lnTo>
                <a:lnTo>
                  <a:pt x="158496" y="298704"/>
                </a:lnTo>
                <a:lnTo>
                  <a:pt x="160020" y="301752"/>
                </a:lnTo>
                <a:lnTo>
                  <a:pt x="160020" y="306324"/>
                </a:lnTo>
                <a:lnTo>
                  <a:pt x="164592" y="306324"/>
                </a:lnTo>
                <a:lnTo>
                  <a:pt x="164592" y="251460"/>
                </a:lnTo>
                <a:close/>
              </a:path>
              <a:path extrusionOk="0" h="670560" w="168275">
                <a:moveTo>
                  <a:pt x="167640" y="431292"/>
                </a:moveTo>
                <a:lnTo>
                  <a:pt x="79248" y="399288"/>
                </a:lnTo>
                <a:lnTo>
                  <a:pt x="70104" y="396240"/>
                </a:lnTo>
                <a:lnTo>
                  <a:pt x="64008" y="393192"/>
                </a:lnTo>
                <a:lnTo>
                  <a:pt x="62484" y="390144"/>
                </a:lnTo>
                <a:lnTo>
                  <a:pt x="59436" y="388620"/>
                </a:lnTo>
                <a:lnTo>
                  <a:pt x="57912" y="385572"/>
                </a:lnTo>
                <a:lnTo>
                  <a:pt x="57912" y="382524"/>
                </a:lnTo>
                <a:lnTo>
                  <a:pt x="53340" y="382524"/>
                </a:lnTo>
                <a:lnTo>
                  <a:pt x="53340" y="414528"/>
                </a:lnTo>
                <a:lnTo>
                  <a:pt x="57912" y="414528"/>
                </a:lnTo>
                <a:lnTo>
                  <a:pt x="57912" y="409956"/>
                </a:lnTo>
                <a:lnTo>
                  <a:pt x="64008" y="403860"/>
                </a:lnTo>
                <a:lnTo>
                  <a:pt x="70104" y="403860"/>
                </a:lnTo>
                <a:lnTo>
                  <a:pt x="73152" y="405384"/>
                </a:lnTo>
                <a:lnTo>
                  <a:pt x="79248" y="406908"/>
                </a:lnTo>
                <a:lnTo>
                  <a:pt x="118872" y="422148"/>
                </a:lnTo>
                <a:lnTo>
                  <a:pt x="76200" y="437388"/>
                </a:lnTo>
                <a:lnTo>
                  <a:pt x="70104" y="438912"/>
                </a:lnTo>
                <a:lnTo>
                  <a:pt x="65532" y="440436"/>
                </a:lnTo>
                <a:lnTo>
                  <a:pt x="60960" y="440436"/>
                </a:lnTo>
                <a:lnTo>
                  <a:pt x="59436" y="438912"/>
                </a:lnTo>
                <a:lnTo>
                  <a:pt x="59436" y="437388"/>
                </a:lnTo>
                <a:lnTo>
                  <a:pt x="57912" y="434340"/>
                </a:lnTo>
                <a:lnTo>
                  <a:pt x="57912" y="429768"/>
                </a:lnTo>
                <a:lnTo>
                  <a:pt x="53340" y="429768"/>
                </a:lnTo>
                <a:lnTo>
                  <a:pt x="53340" y="489204"/>
                </a:lnTo>
                <a:lnTo>
                  <a:pt x="57912" y="489204"/>
                </a:lnTo>
                <a:lnTo>
                  <a:pt x="59436" y="484632"/>
                </a:lnTo>
                <a:lnTo>
                  <a:pt x="59436" y="481584"/>
                </a:lnTo>
                <a:lnTo>
                  <a:pt x="62484" y="478536"/>
                </a:lnTo>
                <a:lnTo>
                  <a:pt x="67056" y="475488"/>
                </a:lnTo>
                <a:lnTo>
                  <a:pt x="73152" y="473964"/>
                </a:lnTo>
                <a:lnTo>
                  <a:pt x="77724" y="472440"/>
                </a:lnTo>
                <a:lnTo>
                  <a:pt x="118872" y="487680"/>
                </a:lnTo>
                <a:lnTo>
                  <a:pt x="76200" y="502920"/>
                </a:lnTo>
                <a:lnTo>
                  <a:pt x="68580" y="505968"/>
                </a:lnTo>
                <a:lnTo>
                  <a:pt x="65532" y="507492"/>
                </a:lnTo>
                <a:lnTo>
                  <a:pt x="62484" y="507492"/>
                </a:lnTo>
                <a:lnTo>
                  <a:pt x="60960" y="505968"/>
                </a:lnTo>
                <a:lnTo>
                  <a:pt x="59436" y="505968"/>
                </a:lnTo>
                <a:lnTo>
                  <a:pt x="57912" y="504444"/>
                </a:lnTo>
                <a:lnTo>
                  <a:pt x="57912" y="496824"/>
                </a:lnTo>
                <a:lnTo>
                  <a:pt x="53340" y="496824"/>
                </a:lnTo>
                <a:lnTo>
                  <a:pt x="53340" y="554736"/>
                </a:lnTo>
                <a:lnTo>
                  <a:pt x="57912" y="554736"/>
                </a:lnTo>
                <a:lnTo>
                  <a:pt x="60960" y="548640"/>
                </a:lnTo>
                <a:lnTo>
                  <a:pt x="64008" y="545592"/>
                </a:lnTo>
                <a:lnTo>
                  <a:pt x="67398" y="543293"/>
                </a:lnTo>
                <a:lnTo>
                  <a:pt x="72771" y="540829"/>
                </a:lnTo>
                <a:lnTo>
                  <a:pt x="167640" y="504444"/>
                </a:lnTo>
                <a:lnTo>
                  <a:pt x="167640" y="496824"/>
                </a:lnTo>
                <a:lnTo>
                  <a:pt x="88392" y="467868"/>
                </a:lnTo>
                <a:lnTo>
                  <a:pt x="167640" y="438912"/>
                </a:lnTo>
                <a:lnTo>
                  <a:pt x="167640" y="431292"/>
                </a:lnTo>
                <a:close/>
              </a:path>
              <a:path extrusionOk="0" h="670560" w="168275">
                <a:moveTo>
                  <a:pt x="167640" y="184404"/>
                </a:moveTo>
                <a:lnTo>
                  <a:pt x="167538" y="182880"/>
                </a:lnTo>
                <a:lnTo>
                  <a:pt x="167424" y="181356"/>
                </a:lnTo>
                <a:lnTo>
                  <a:pt x="167093" y="176936"/>
                </a:lnTo>
                <a:lnTo>
                  <a:pt x="141160" y="143281"/>
                </a:lnTo>
                <a:lnTo>
                  <a:pt x="132588" y="138684"/>
                </a:lnTo>
                <a:lnTo>
                  <a:pt x="129540" y="141732"/>
                </a:lnTo>
                <a:lnTo>
                  <a:pt x="137160" y="146304"/>
                </a:lnTo>
                <a:lnTo>
                  <a:pt x="141732" y="150876"/>
                </a:lnTo>
                <a:lnTo>
                  <a:pt x="144780" y="155448"/>
                </a:lnTo>
                <a:lnTo>
                  <a:pt x="146304" y="158496"/>
                </a:lnTo>
                <a:lnTo>
                  <a:pt x="146354" y="158648"/>
                </a:lnTo>
                <a:lnTo>
                  <a:pt x="147828" y="163068"/>
                </a:lnTo>
                <a:lnTo>
                  <a:pt x="124206" y="197358"/>
                </a:lnTo>
                <a:lnTo>
                  <a:pt x="105156" y="201168"/>
                </a:lnTo>
                <a:lnTo>
                  <a:pt x="105156" y="169164"/>
                </a:lnTo>
                <a:lnTo>
                  <a:pt x="105156" y="138684"/>
                </a:lnTo>
                <a:lnTo>
                  <a:pt x="97536" y="139204"/>
                </a:lnTo>
                <a:lnTo>
                  <a:pt x="97536" y="169164"/>
                </a:lnTo>
                <a:lnTo>
                  <a:pt x="97536" y="201168"/>
                </a:lnTo>
                <a:lnTo>
                  <a:pt x="92964" y="201168"/>
                </a:lnTo>
                <a:lnTo>
                  <a:pt x="84378" y="200621"/>
                </a:lnTo>
                <a:lnTo>
                  <a:pt x="57912" y="187452"/>
                </a:lnTo>
                <a:lnTo>
                  <a:pt x="57912" y="181356"/>
                </a:lnTo>
                <a:lnTo>
                  <a:pt x="59436" y="178308"/>
                </a:lnTo>
                <a:lnTo>
                  <a:pt x="60960" y="176784"/>
                </a:lnTo>
                <a:lnTo>
                  <a:pt x="62484" y="173736"/>
                </a:lnTo>
                <a:lnTo>
                  <a:pt x="71628" y="170688"/>
                </a:lnTo>
                <a:lnTo>
                  <a:pt x="75895" y="169811"/>
                </a:lnTo>
                <a:lnTo>
                  <a:pt x="81724" y="169354"/>
                </a:lnTo>
                <a:lnTo>
                  <a:pt x="90030" y="169164"/>
                </a:lnTo>
                <a:lnTo>
                  <a:pt x="97536" y="169164"/>
                </a:lnTo>
                <a:lnTo>
                  <a:pt x="97536" y="139204"/>
                </a:lnTo>
                <a:lnTo>
                  <a:pt x="58013" y="158648"/>
                </a:lnTo>
                <a:lnTo>
                  <a:pt x="50292" y="181356"/>
                </a:lnTo>
                <a:lnTo>
                  <a:pt x="51422" y="191363"/>
                </a:lnTo>
                <a:lnTo>
                  <a:pt x="75895" y="224180"/>
                </a:lnTo>
                <a:lnTo>
                  <a:pt x="111252" y="233172"/>
                </a:lnTo>
                <a:lnTo>
                  <a:pt x="122135" y="232371"/>
                </a:lnTo>
                <a:lnTo>
                  <a:pt x="157353" y="215061"/>
                </a:lnTo>
                <a:lnTo>
                  <a:pt x="166497" y="196151"/>
                </a:lnTo>
                <a:lnTo>
                  <a:pt x="167640" y="184404"/>
                </a:lnTo>
                <a:close/>
              </a:path>
              <a:path extrusionOk="0" h="670560" w="168275">
                <a:moveTo>
                  <a:pt x="167640" y="47244"/>
                </a:moveTo>
                <a:lnTo>
                  <a:pt x="158496" y="0"/>
                </a:lnTo>
                <a:lnTo>
                  <a:pt x="153924" y="0"/>
                </a:lnTo>
                <a:lnTo>
                  <a:pt x="153924" y="3048"/>
                </a:lnTo>
                <a:lnTo>
                  <a:pt x="152400" y="7620"/>
                </a:lnTo>
                <a:lnTo>
                  <a:pt x="152400" y="9144"/>
                </a:lnTo>
                <a:lnTo>
                  <a:pt x="149352" y="12192"/>
                </a:lnTo>
                <a:lnTo>
                  <a:pt x="144780" y="12192"/>
                </a:lnTo>
                <a:lnTo>
                  <a:pt x="140208" y="13716"/>
                </a:lnTo>
                <a:lnTo>
                  <a:pt x="0" y="13716"/>
                </a:lnTo>
                <a:lnTo>
                  <a:pt x="0" y="64008"/>
                </a:lnTo>
                <a:lnTo>
                  <a:pt x="4572" y="64008"/>
                </a:lnTo>
                <a:lnTo>
                  <a:pt x="4572" y="54864"/>
                </a:lnTo>
                <a:lnTo>
                  <a:pt x="6096" y="51816"/>
                </a:lnTo>
                <a:lnTo>
                  <a:pt x="10668" y="47244"/>
                </a:lnTo>
                <a:lnTo>
                  <a:pt x="65532" y="47244"/>
                </a:lnTo>
                <a:lnTo>
                  <a:pt x="59436" y="51816"/>
                </a:lnTo>
                <a:lnTo>
                  <a:pt x="56388" y="56388"/>
                </a:lnTo>
                <a:lnTo>
                  <a:pt x="53340" y="59436"/>
                </a:lnTo>
                <a:lnTo>
                  <a:pt x="50292" y="68580"/>
                </a:lnTo>
                <a:lnTo>
                  <a:pt x="50292" y="82296"/>
                </a:lnTo>
                <a:lnTo>
                  <a:pt x="86398" y="117424"/>
                </a:lnTo>
                <a:lnTo>
                  <a:pt x="111252" y="121920"/>
                </a:lnTo>
                <a:lnTo>
                  <a:pt x="122135" y="121119"/>
                </a:lnTo>
                <a:lnTo>
                  <a:pt x="157353" y="104089"/>
                </a:lnTo>
                <a:lnTo>
                  <a:pt x="167640" y="77724"/>
                </a:lnTo>
                <a:lnTo>
                  <a:pt x="167640" y="71628"/>
                </a:lnTo>
                <a:lnTo>
                  <a:pt x="164592" y="62484"/>
                </a:lnTo>
                <a:lnTo>
                  <a:pt x="161544" y="57912"/>
                </a:lnTo>
                <a:lnTo>
                  <a:pt x="156972" y="51816"/>
                </a:lnTo>
                <a:lnTo>
                  <a:pt x="153924" y="49987"/>
                </a:lnTo>
                <a:lnTo>
                  <a:pt x="153924" y="59436"/>
                </a:lnTo>
                <a:lnTo>
                  <a:pt x="153924" y="73152"/>
                </a:lnTo>
                <a:lnTo>
                  <a:pt x="116382" y="86614"/>
                </a:lnTo>
                <a:lnTo>
                  <a:pt x="106680" y="86868"/>
                </a:lnTo>
                <a:lnTo>
                  <a:pt x="97231" y="86614"/>
                </a:lnTo>
                <a:lnTo>
                  <a:pt x="89344" y="85915"/>
                </a:lnTo>
                <a:lnTo>
                  <a:pt x="82892" y="84950"/>
                </a:lnTo>
                <a:lnTo>
                  <a:pt x="77724" y="83820"/>
                </a:lnTo>
                <a:lnTo>
                  <a:pt x="71628" y="80772"/>
                </a:lnTo>
                <a:lnTo>
                  <a:pt x="67056" y="79248"/>
                </a:lnTo>
                <a:lnTo>
                  <a:pt x="65532" y="76200"/>
                </a:lnTo>
                <a:lnTo>
                  <a:pt x="64008" y="74676"/>
                </a:lnTo>
                <a:lnTo>
                  <a:pt x="62484" y="71628"/>
                </a:lnTo>
                <a:lnTo>
                  <a:pt x="62484" y="68580"/>
                </a:lnTo>
                <a:lnTo>
                  <a:pt x="63627" y="62255"/>
                </a:lnTo>
                <a:lnTo>
                  <a:pt x="67056" y="56769"/>
                </a:lnTo>
                <a:lnTo>
                  <a:pt x="72859" y="51816"/>
                </a:lnTo>
                <a:lnTo>
                  <a:pt x="80772" y="47244"/>
                </a:lnTo>
                <a:lnTo>
                  <a:pt x="138684" y="47244"/>
                </a:lnTo>
                <a:lnTo>
                  <a:pt x="149352" y="53340"/>
                </a:lnTo>
                <a:lnTo>
                  <a:pt x="153924" y="59436"/>
                </a:lnTo>
                <a:lnTo>
                  <a:pt x="153924" y="49987"/>
                </a:lnTo>
                <a:lnTo>
                  <a:pt x="149352" y="47244"/>
                </a:lnTo>
                <a:lnTo>
                  <a:pt x="167640" y="47244"/>
                </a:lnTo>
                <a:close/>
              </a:path>
              <a:path extrusionOk="0" h="670560" w="168275">
                <a:moveTo>
                  <a:pt x="167652" y="618744"/>
                </a:moveTo>
                <a:lnTo>
                  <a:pt x="166509" y="606107"/>
                </a:lnTo>
                <a:lnTo>
                  <a:pt x="164706" y="600456"/>
                </a:lnTo>
                <a:lnTo>
                  <a:pt x="163080" y="595312"/>
                </a:lnTo>
                <a:lnTo>
                  <a:pt x="160032" y="590334"/>
                </a:lnTo>
                <a:lnTo>
                  <a:pt x="160032" y="614172"/>
                </a:lnTo>
                <a:lnTo>
                  <a:pt x="160032" y="621792"/>
                </a:lnTo>
                <a:lnTo>
                  <a:pt x="158508" y="624840"/>
                </a:lnTo>
                <a:lnTo>
                  <a:pt x="152412" y="630936"/>
                </a:lnTo>
                <a:lnTo>
                  <a:pt x="147840" y="633984"/>
                </a:lnTo>
                <a:lnTo>
                  <a:pt x="143268" y="633984"/>
                </a:lnTo>
                <a:lnTo>
                  <a:pt x="135763" y="635495"/>
                </a:lnTo>
                <a:lnTo>
                  <a:pt x="107137" y="635495"/>
                </a:lnTo>
                <a:lnTo>
                  <a:pt x="96977" y="635317"/>
                </a:lnTo>
                <a:lnTo>
                  <a:pt x="88226" y="634873"/>
                </a:lnTo>
                <a:lnTo>
                  <a:pt x="80784" y="633984"/>
                </a:lnTo>
                <a:lnTo>
                  <a:pt x="71640" y="633984"/>
                </a:lnTo>
                <a:lnTo>
                  <a:pt x="65544" y="630936"/>
                </a:lnTo>
                <a:lnTo>
                  <a:pt x="62496" y="627888"/>
                </a:lnTo>
                <a:lnTo>
                  <a:pt x="59448" y="626364"/>
                </a:lnTo>
                <a:lnTo>
                  <a:pt x="57924" y="621792"/>
                </a:lnTo>
                <a:lnTo>
                  <a:pt x="57924" y="614172"/>
                </a:lnTo>
                <a:lnTo>
                  <a:pt x="59448" y="612648"/>
                </a:lnTo>
                <a:lnTo>
                  <a:pt x="62496" y="606552"/>
                </a:lnTo>
                <a:lnTo>
                  <a:pt x="99072" y="600456"/>
                </a:lnTo>
                <a:lnTo>
                  <a:pt x="115658" y="600722"/>
                </a:lnTo>
                <a:lnTo>
                  <a:pt x="128981" y="601408"/>
                </a:lnTo>
                <a:lnTo>
                  <a:pt x="139141" y="602386"/>
                </a:lnTo>
                <a:lnTo>
                  <a:pt x="146316" y="603504"/>
                </a:lnTo>
                <a:lnTo>
                  <a:pt x="150888" y="603504"/>
                </a:lnTo>
                <a:lnTo>
                  <a:pt x="156984" y="609600"/>
                </a:lnTo>
                <a:lnTo>
                  <a:pt x="158508" y="612648"/>
                </a:lnTo>
                <a:lnTo>
                  <a:pt x="160032" y="614172"/>
                </a:lnTo>
                <a:lnTo>
                  <a:pt x="160032" y="590334"/>
                </a:lnTo>
                <a:lnTo>
                  <a:pt x="157365" y="585965"/>
                </a:lnTo>
                <a:lnTo>
                  <a:pt x="120853" y="566242"/>
                </a:lnTo>
                <a:lnTo>
                  <a:pt x="109740" y="565404"/>
                </a:lnTo>
                <a:lnTo>
                  <a:pt x="101752" y="565962"/>
                </a:lnTo>
                <a:lnTo>
                  <a:pt x="61899" y="585673"/>
                </a:lnTo>
                <a:lnTo>
                  <a:pt x="50787" y="612648"/>
                </a:lnTo>
                <a:lnTo>
                  <a:pt x="50660" y="614172"/>
                </a:lnTo>
                <a:lnTo>
                  <a:pt x="68592" y="656844"/>
                </a:lnTo>
                <a:lnTo>
                  <a:pt x="109740" y="670560"/>
                </a:lnTo>
                <a:lnTo>
                  <a:pt x="120878" y="669709"/>
                </a:lnTo>
                <a:lnTo>
                  <a:pt x="158000" y="649401"/>
                </a:lnTo>
                <a:lnTo>
                  <a:pt x="164973" y="635317"/>
                </a:lnTo>
                <a:lnTo>
                  <a:pt x="166522" y="630491"/>
                </a:lnTo>
                <a:lnTo>
                  <a:pt x="167652" y="6187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2" name="Google Shape;4892;p79"/>
          <p:cNvGrpSpPr/>
          <p:nvPr/>
        </p:nvGrpSpPr>
        <p:grpSpPr>
          <a:xfrm>
            <a:off x="3927335" y="8127492"/>
            <a:ext cx="220734" cy="720979"/>
            <a:chOff x="3927335" y="8127492"/>
            <a:chExt cx="220734" cy="720979"/>
          </a:xfrm>
        </p:grpSpPr>
        <p:sp>
          <p:nvSpPr>
            <p:cNvPr id="4893" name="Google Shape;4893;p79"/>
            <p:cNvSpPr/>
            <p:nvPr/>
          </p:nvSpPr>
          <p:spPr>
            <a:xfrm>
              <a:off x="3927335" y="8258556"/>
              <a:ext cx="170815" cy="589915"/>
            </a:xfrm>
            <a:custGeom>
              <a:rect b="b" l="l" r="r" t="t"/>
              <a:pathLst>
                <a:path extrusionOk="0" h="589915" w="170814">
                  <a:moveTo>
                    <a:pt x="35052" y="152400"/>
                  </a:moveTo>
                  <a:lnTo>
                    <a:pt x="33528" y="147828"/>
                  </a:lnTo>
                  <a:lnTo>
                    <a:pt x="28956" y="144780"/>
                  </a:lnTo>
                  <a:lnTo>
                    <a:pt x="25908" y="141732"/>
                  </a:lnTo>
                  <a:lnTo>
                    <a:pt x="21336" y="138684"/>
                  </a:lnTo>
                  <a:lnTo>
                    <a:pt x="12192" y="138684"/>
                  </a:lnTo>
                  <a:lnTo>
                    <a:pt x="7620" y="141732"/>
                  </a:lnTo>
                  <a:lnTo>
                    <a:pt x="1524" y="147828"/>
                  </a:lnTo>
                  <a:lnTo>
                    <a:pt x="0" y="152400"/>
                  </a:lnTo>
                  <a:lnTo>
                    <a:pt x="0" y="161544"/>
                  </a:lnTo>
                  <a:lnTo>
                    <a:pt x="1524" y="166116"/>
                  </a:lnTo>
                  <a:lnTo>
                    <a:pt x="7620" y="172212"/>
                  </a:lnTo>
                  <a:lnTo>
                    <a:pt x="12192" y="173736"/>
                  </a:lnTo>
                  <a:lnTo>
                    <a:pt x="21336" y="173736"/>
                  </a:lnTo>
                  <a:lnTo>
                    <a:pt x="25908" y="172212"/>
                  </a:lnTo>
                  <a:lnTo>
                    <a:pt x="28956" y="169164"/>
                  </a:lnTo>
                  <a:lnTo>
                    <a:pt x="33528" y="166116"/>
                  </a:lnTo>
                  <a:lnTo>
                    <a:pt x="35052" y="161544"/>
                  </a:lnTo>
                  <a:lnTo>
                    <a:pt x="35052" y="152400"/>
                  </a:lnTo>
                  <a:close/>
                </a:path>
                <a:path extrusionOk="0" h="589915" w="170814">
                  <a:moveTo>
                    <a:pt x="167640" y="124968"/>
                  </a:moveTo>
                  <a:lnTo>
                    <a:pt x="163068" y="124968"/>
                  </a:lnTo>
                  <a:lnTo>
                    <a:pt x="163068" y="131064"/>
                  </a:lnTo>
                  <a:lnTo>
                    <a:pt x="161544" y="134112"/>
                  </a:lnTo>
                  <a:lnTo>
                    <a:pt x="156972" y="138684"/>
                  </a:lnTo>
                  <a:lnTo>
                    <a:pt x="56388" y="138684"/>
                  </a:lnTo>
                  <a:lnTo>
                    <a:pt x="56388" y="185928"/>
                  </a:lnTo>
                  <a:lnTo>
                    <a:pt x="60960" y="185928"/>
                  </a:lnTo>
                  <a:lnTo>
                    <a:pt x="60960" y="181356"/>
                  </a:lnTo>
                  <a:lnTo>
                    <a:pt x="62484" y="176784"/>
                  </a:lnTo>
                  <a:lnTo>
                    <a:pt x="64008" y="175260"/>
                  </a:lnTo>
                  <a:lnTo>
                    <a:pt x="67056" y="173736"/>
                  </a:lnTo>
                  <a:lnTo>
                    <a:pt x="71628" y="172212"/>
                  </a:lnTo>
                  <a:lnTo>
                    <a:pt x="150876" y="172212"/>
                  </a:lnTo>
                  <a:lnTo>
                    <a:pt x="156972" y="173736"/>
                  </a:lnTo>
                  <a:lnTo>
                    <a:pt x="161544" y="178308"/>
                  </a:lnTo>
                  <a:lnTo>
                    <a:pt x="163068" y="181356"/>
                  </a:lnTo>
                  <a:lnTo>
                    <a:pt x="163068" y="185928"/>
                  </a:lnTo>
                  <a:lnTo>
                    <a:pt x="167640" y="185928"/>
                  </a:lnTo>
                  <a:lnTo>
                    <a:pt x="167640" y="172212"/>
                  </a:lnTo>
                  <a:lnTo>
                    <a:pt x="167640" y="124968"/>
                  </a:lnTo>
                  <a:close/>
                </a:path>
                <a:path extrusionOk="0" h="589915" w="170814">
                  <a:moveTo>
                    <a:pt x="167640" y="0"/>
                  </a:moveTo>
                  <a:lnTo>
                    <a:pt x="163068" y="0"/>
                  </a:lnTo>
                  <a:lnTo>
                    <a:pt x="161544" y="3048"/>
                  </a:lnTo>
                  <a:lnTo>
                    <a:pt x="161544" y="6096"/>
                  </a:lnTo>
                  <a:lnTo>
                    <a:pt x="158496" y="7620"/>
                  </a:lnTo>
                  <a:lnTo>
                    <a:pt x="156972" y="9144"/>
                  </a:lnTo>
                  <a:lnTo>
                    <a:pt x="150876" y="10668"/>
                  </a:lnTo>
                  <a:lnTo>
                    <a:pt x="90512" y="10693"/>
                  </a:lnTo>
                  <a:lnTo>
                    <a:pt x="83248" y="10858"/>
                  </a:lnTo>
                  <a:lnTo>
                    <a:pt x="59436" y="21336"/>
                  </a:lnTo>
                  <a:lnTo>
                    <a:pt x="54864" y="25908"/>
                  </a:lnTo>
                  <a:lnTo>
                    <a:pt x="53340" y="32004"/>
                  </a:lnTo>
                  <a:lnTo>
                    <a:pt x="53340" y="45720"/>
                  </a:lnTo>
                  <a:lnTo>
                    <a:pt x="71628" y="73152"/>
                  </a:lnTo>
                  <a:lnTo>
                    <a:pt x="56388" y="73152"/>
                  </a:lnTo>
                  <a:lnTo>
                    <a:pt x="56388" y="117348"/>
                  </a:lnTo>
                  <a:lnTo>
                    <a:pt x="60960" y="117348"/>
                  </a:lnTo>
                  <a:lnTo>
                    <a:pt x="60960" y="112776"/>
                  </a:lnTo>
                  <a:lnTo>
                    <a:pt x="62484" y="109728"/>
                  </a:lnTo>
                  <a:lnTo>
                    <a:pt x="64008" y="108204"/>
                  </a:lnTo>
                  <a:lnTo>
                    <a:pt x="67056" y="106680"/>
                  </a:lnTo>
                  <a:lnTo>
                    <a:pt x="156972" y="106680"/>
                  </a:lnTo>
                  <a:lnTo>
                    <a:pt x="160020" y="109728"/>
                  </a:lnTo>
                  <a:lnTo>
                    <a:pt x="161544" y="112776"/>
                  </a:lnTo>
                  <a:lnTo>
                    <a:pt x="163068" y="117348"/>
                  </a:lnTo>
                  <a:lnTo>
                    <a:pt x="167640" y="117348"/>
                  </a:lnTo>
                  <a:lnTo>
                    <a:pt x="167640" y="62484"/>
                  </a:lnTo>
                  <a:lnTo>
                    <a:pt x="163068" y="62484"/>
                  </a:lnTo>
                  <a:lnTo>
                    <a:pt x="160020" y="68580"/>
                  </a:lnTo>
                  <a:lnTo>
                    <a:pt x="156972" y="71628"/>
                  </a:lnTo>
                  <a:lnTo>
                    <a:pt x="150876" y="73152"/>
                  </a:lnTo>
                  <a:lnTo>
                    <a:pt x="86868" y="73152"/>
                  </a:lnTo>
                  <a:lnTo>
                    <a:pt x="79108" y="68567"/>
                  </a:lnTo>
                  <a:lnTo>
                    <a:pt x="73914" y="63817"/>
                  </a:lnTo>
                  <a:lnTo>
                    <a:pt x="71018" y="58801"/>
                  </a:lnTo>
                  <a:lnTo>
                    <a:pt x="70104" y="53340"/>
                  </a:lnTo>
                  <a:lnTo>
                    <a:pt x="70104" y="50292"/>
                  </a:lnTo>
                  <a:lnTo>
                    <a:pt x="71628" y="48768"/>
                  </a:lnTo>
                  <a:lnTo>
                    <a:pt x="73152" y="45720"/>
                  </a:lnTo>
                  <a:lnTo>
                    <a:pt x="74676" y="45720"/>
                  </a:lnTo>
                  <a:lnTo>
                    <a:pt x="77724" y="44196"/>
                  </a:lnTo>
                  <a:lnTo>
                    <a:pt x="155448" y="44196"/>
                  </a:lnTo>
                  <a:lnTo>
                    <a:pt x="156972" y="45720"/>
                  </a:lnTo>
                  <a:lnTo>
                    <a:pt x="160020" y="47244"/>
                  </a:lnTo>
                  <a:lnTo>
                    <a:pt x="161544" y="50292"/>
                  </a:lnTo>
                  <a:lnTo>
                    <a:pt x="163068" y="54864"/>
                  </a:lnTo>
                  <a:lnTo>
                    <a:pt x="167640" y="54864"/>
                  </a:lnTo>
                  <a:lnTo>
                    <a:pt x="167640" y="0"/>
                  </a:lnTo>
                  <a:close/>
                </a:path>
                <a:path extrusionOk="0" h="589915" w="170814">
                  <a:moveTo>
                    <a:pt x="167652" y="195072"/>
                  </a:moveTo>
                  <a:lnTo>
                    <a:pt x="163080" y="195072"/>
                  </a:lnTo>
                  <a:lnTo>
                    <a:pt x="163080" y="199644"/>
                  </a:lnTo>
                  <a:lnTo>
                    <a:pt x="161556" y="204216"/>
                  </a:lnTo>
                  <a:lnTo>
                    <a:pt x="158508" y="205740"/>
                  </a:lnTo>
                  <a:lnTo>
                    <a:pt x="156984" y="207264"/>
                  </a:lnTo>
                  <a:lnTo>
                    <a:pt x="150888" y="208788"/>
                  </a:lnTo>
                  <a:lnTo>
                    <a:pt x="3060" y="208788"/>
                  </a:lnTo>
                  <a:lnTo>
                    <a:pt x="3060" y="256032"/>
                  </a:lnTo>
                  <a:lnTo>
                    <a:pt x="7632" y="256032"/>
                  </a:lnTo>
                  <a:lnTo>
                    <a:pt x="7632" y="249936"/>
                  </a:lnTo>
                  <a:lnTo>
                    <a:pt x="9156" y="246888"/>
                  </a:lnTo>
                  <a:lnTo>
                    <a:pt x="10680" y="245364"/>
                  </a:lnTo>
                  <a:lnTo>
                    <a:pt x="13728" y="243840"/>
                  </a:lnTo>
                  <a:lnTo>
                    <a:pt x="18300" y="242316"/>
                  </a:lnTo>
                  <a:lnTo>
                    <a:pt x="156984" y="242316"/>
                  </a:lnTo>
                  <a:lnTo>
                    <a:pt x="161556" y="246888"/>
                  </a:lnTo>
                  <a:lnTo>
                    <a:pt x="163080" y="251460"/>
                  </a:lnTo>
                  <a:lnTo>
                    <a:pt x="163080" y="256032"/>
                  </a:lnTo>
                  <a:lnTo>
                    <a:pt x="167652" y="256032"/>
                  </a:lnTo>
                  <a:lnTo>
                    <a:pt x="167652" y="195072"/>
                  </a:lnTo>
                  <a:close/>
                </a:path>
                <a:path extrusionOk="0" h="589915" w="170814">
                  <a:moveTo>
                    <a:pt x="170688" y="448056"/>
                  </a:moveTo>
                  <a:lnTo>
                    <a:pt x="169532" y="436054"/>
                  </a:lnTo>
                  <a:lnTo>
                    <a:pt x="169468" y="435864"/>
                  </a:lnTo>
                  <a:lnTo>
                    <a:pt x="167449" y="429768"/>
                  </a:lnTo>
                  <a:lnTo>
                    <a:pt x="165925" y="425196"/>
                  </a:lnTo>
                  <a:lnTo>
                    <a:pt x="163068" y="420700"/>
                  </a:lnTo>
                  <a:lnTo>
                    <a:pt x="163068" y="445008"/>
                  </a:lnTo>
                  <a:lnTo>
                    <a:pt x="163068" y="451104"/>
                  </a:lnTo>
                  <a:lnTo>
                    <a:pt x="161544" y="455676"/>
                  </a:lnTo>
                  <a:lnTo>
                    <a:pt x="158496" y="458724"/>
                  </a:lnTo>
                  <a:lnTo>
                    <a:pt x="155448" y="460248"/>
                  </a:lnTo>
                  <a:lnTo>
                    <a:pt x="150876" y="463296"/>
                  </a:lnTo>
                  <a:lnTo>
                    <a:pt x="144780" y="463296"/>
                  </a:lnTo>
                  <a:lnTo>
                    <a:pt x="137287" y="464807"/>
                  </a:lnTo>
                  <a:lnTo>
                    <a:pt x="110185" y="464807"/>
                  </a:lnTo>
                  <a:lnTo>
                    <a:pt x="100012" y="464629"/>
                  </a:lnTo>
                  <a:lnTo>
                    <a:pt x="91274" y="464185"/>
                  </a:lnTo>
                  <a:lnTo>
                    <a:pt x="83820" y="463296"/>
                  </a:lnTo>
                  <a:lnTo>
                    <a:pt x="74676" y="463296"/>
                  </a:lnTo>
                  <a:lnTo>
                    <a:pt x="68580" y="461772"/>
                  </a:lnTo>
                  <a:lnTo>
                    <a:pt x="62484" y="455676"/>
                  </a:lnTo>
                  <a:lnTo>
                    <a:pt x="60960" y="451104"/>
                  </a:lnTo>
                  <a:lnTo>
                    <a:pt x="60960" y="441960"/>
                  </a:lnTo>
                  <a:lnTo>
                    <a:pt x="62484" y="438912"/>
                  </a:lnTo>
                  <a:lnTo>
                    <a:pt x="65532" y="435864"/>
                  </a:lnTo>
                  <a:lnTo>
                    <a:pt x="68580" y="434340"/>
                  </a:lnTo>
                  <a:lnTo>
                    <a:pt x="74676" y="432816"/>
                  </a:lnTo>
                  <a:lnTo>
                    <a:pt x="78968" y="431698"/>
                  </a:lnTo>
                  <a:lnTo>
                    <a:pt x="84963" y="430720"/>
                  </a:lnTo>
                  <a:lnTo>
                    <a:pt x="92684" y="430034"/>
                  </a:lnTo>
                  <a:lnTo>
                    <a:pt x="102108" y="429768"/>
                  </a:lnTo>
                  <a:lnTo>
                    <a:pt x="117830" y="430034"/>
                  </a:lnTo>
                  <a:lnTo>
                    <a:pt x="156972" y="435864"/>
                  </a:lnTo>
                  <a:lnTo>
                    <a:pt x="163068" y="445008"/>
                  </a:lnTo>
                  <a:lnTo>
                    <a:pt x="163068" y="420700"/>
                  </a:lnTo>
                  <a:lnTo>
                    <a:pt x="123024" y="395554"/>
                  </a:lnTo>
                  <a:lnTo>
                    <a:pt x="111252" y="394716"/>
                  </a:lnTo>
                  <a:lnTo>
                    <a:pt x="103517" y="395274"/>
                  </a:lnTo>
                  <a:lnTo>
                    <a:pt x="64947" y="414985"/>
                  </a:lnTo>
                  <a:lnTo>
                    <a:pt x="53644" y="441960"/>
                  </a:lnTo>
                  <a:lnTo>
                    <a:pt x="53340" y="448056"/>
                  </a:lnTo>
                  <a:lnTo>
                    <a:pt x="70104" y="486156"/>
                  </a:lnTo>
                  <a:lnTo>
                    <a:pt x="112776" y="499872"/>
                  </a:lnTo>
                  <a:lnTo>
                    <a:pt x="123901" y="499021"/>
                  </a:lnTo>
                  <a:lnTo>
                    <a:pt x="160401" y="478713"/>
                  </a:lnTo>
                  <a:lnTo>
                    <a:pt x="167919" y="464629"/>
                  </a:lnTo>
                  <a:lnTo>
                    <a:pt x="169545" y="459803"/>
                  </a:lnTo>
                  <a:lnTo>
                    <a:pt x="169659" y="458724"/>
                  </a:lnTo>
                  <a:lnTo>
                    <a:pt x="170688" y="448056"/>
                  </a:lnTo>
                  <a:close/>
                </a:path>
                <a:path extrusionOk="0" h="589915" w="170814">
                  <a:moveTo>
                    <a:pt x="170688" y="324612"/>
                  </a:moveTo>
                  <a:lnTo>
                    <a:pt x="169532" y="311759"/>
                  </a:lnTo>
                  <a:lnTo>
                    <a:pt x="167779" y="306324"/>
                  </a:lnTo>
                  <a:lnTo>
                    <a:pt x="165925" y="300609"/>
                  </a:lnTo>
                  <a:lnTo>
                    <a:pt x="163068" y="296240"/>
                  </a:lnTo>
                  <a:lnTo>
                    <a:pt x="163068" y="320040"/>
                  </a:lnTo>
                  <a:lnTo>
                    <a:pt x="163068" y="327660"/>
                  </a:lnTo>
                  <a:lnTo>
                    <a:pt x="137287" y="341363"/>
                  </a:lnTo>
                  <a:lnTo>
                    <a:pt x="110185" y="341363"/>
                  </a:lnTo>
                  <a:lnTo>
                    <a:pt x="100012" y="341185"/>
                  </a:lnTo>
                  <a:lnTo>
                    <a:pt x="91274" y="340741"/>
                  </a:lnTo>
                  <a:lnTo>
                    <a:pt x="83820" y="339852"/>
                  </a:lnTo>
                  <a:lnTo>
                    <a:pt x="74676" y="339852"/>
                  </a:lnTo>
                  <a:lnTo>
                    <a:pt x="68580" y="336804"/>
                  </a:lnTo>
                  <a:lnTo>
                    <a:pt x="62484" y="330708"/>
                  </a:lnTo>
                  <a:lnTo>
                    <a:pt x="60960" y="327660"/>
                  </a:lnTo>
                  <a:lnTo>
                    <a:pt x="61061" y="316903"/>
                  </a:lnTo>
                  <a:lnTo>
                    <a:pt x="65532" y="312420"/>
                  </a:lnTo>
                  <a:lnTo>
                    <a:pt x="68580" y="310896"/>
                  </a:lnTo>
                  <a:lnTo>
                    <a:pt x="74676" y="309372"/>
                  </a:lnTo>
                  <a:lnTo>
                    <a:pt x="78968" y="308254"/>
                  </a:lnTo>
                  <a:lnTo>
                    <a:pt x="84963" y="307276"/>
                  </a:lnTo>
                  <a:lnTo>
                    <a:pt x="92684" y="306590"/>
                  </a:lnTo>
                  <a:lnTo>
                    <a:pt x="102108" y="306324"/>
                  </a:lnTo>
                  <a:lnTo>
                    <a:pt x="117830" y="306590"/>
                  </a:lnTo>
                  <a:lnTo>
                    <a:pt x="130683" y="307276"/>
                  </a:lnTo>
                  <a:lnTo>
                    <a:pt x="140690" y="308254"/>
                  </a:lnTo>
                  <a:lnTo>
                    <a:pt x="147828" y="309372"/>
                  </a:lnTo>
                  <a:lnTo>
                    <a:pt x="153924" y="309372"/>
                  </a:lnTo>
                  <a:lnTo>
                    <a:pt x="161455" y="316903"/>
                  </a:lnTo>
                  <a:lnTo>
                    <a:pt x="163068" y="320040"/>
                  </a:lnTo>
                  <a:lnTo>
                    <a:pt x="163068" y="296240"/>
                  </a:lnTo>
                  <a:lnTo>
                    <a:pt x="123024" y="272110"/>
                  </a:lnTo>
                  <a:lnTo>
                    <a:pt x="111252" y="271272"/>
                  </a:lnTo>
                  <a:lnTo>
                    <a:pt x="103517" y="271805"/>
                  </a:lnTo>
                  <a:lnTo>
                    <a:pt x="64947" y="290880"/>
                  </a:lnTo>
                  <a:lnTo>
                    <a:pt x="53340" y="324612"/>
                  </a:lnTo>
                  <a:lnTo>
                    <a:pt x="54470" y="335711"/>
                  </a:lnTo>
                  <a:lnTo>
                    <a:pt x="79565" y="368719"/>
                  </a:lnTo>
                  <a:lnTo>
                    <a:pt x="112776" y="376428"/>
                  </a:lnTo>
                  <a:lnTo>
                    <a:pt x="123901" y="375577"/>
                  </a:lnTo>
                  <a:lnTo>
                    <a:pt x="160401" y="355269"/>
                  </a:lnTo>
                  <a:lnTo>
                    <a:pt x="167919" y="341185"/>
                  </a:lnTo>
                  <a:lnTo>
                    <a:pt x="169545" y="336359"/>
                  </a:lnTo>
                  <a:lnTo>
                    <a:pt x="169608" y="335711"/>
                  </a:lnTo>
                  <a:lnTo>
                    <a:pt x="170688" y="324612"/>
                  </a:lnTo>
                  <a:close/>
                </a:path>
                <a:path extrusionOk="0" h="589915" w="170814">
                  <a:moveTo>
                    <a:pt x="170700" y="545592"/>
                  </a:moveTo>
                  <a:lnTo>
                    <a:pt x="169265" y="536143"/>
                  </a:lnTo>
                  <a:lnTo>
                    <a:pt x="164985" y="528256"/>
                  </a:lnTo>
                  <a:lnTo>
                    <a:pt x="157835" y="521804"/>
                  </a:lnTo>
                  <a:lnTo>
                    <a:pt x="147840" y="516636"/>
                  </a:lnTo>
                  <a:lnTo>
                    <a:pt x="146316" y="519684"/>
                  </a:lnTo>
                  <a:lnTo>
                    <a:pt x="152412" y="524256"/>
                  </a:lnTo>
                  <a:lnTo>
                    <a:pt x="156984" y="528828"/>
                  </a:lnTo>
                  <a:lnTo>
                    <a:pt x="156984" y="533400"/>
                  </a:lnTo>
                  <a:lnTo>
                    <a:pt x="155460" y="534924"/>
                  </a:lnTo>
                  <a:lnTo>
                    <a:pt x="155460" y="536448"/>
                  </a:lnTo>
                  <a:lnTo>
                    <a:pt x="152412" y="539496"/>
                  </a:lnTo>
                  <a:lnTo>
                    <a:pt x="147840" y="539496"/>
                  </a:lnTo>
                  <a:lnTo>
                    <a:pt x="144792" y="541020"/>
                  </a:lnTo>
                  <a:lnTo>
                    <a:pt x="68592" y="541020"/>
                  </a:lnTo>
                  <a:lnTo>
                    <a:pt x="68592" y="516636"/>
                  </a:lnTo>
                  <a:lnTo>
                    <a:pt x="56400" y="516636"/>
                  </a:lnTo>
                  <a:lnTo>
                    <a:pt x="56400" y="541020"/>
                  </a:lnTo>
                  <a:lnTo>
                    <a:pt x="15252" y="541020"/>
                  </a:lnTo>
                  <a:lnTo>
                    <a:pt x="15252" y="544068"/>
                  </a:lnTo>
                  <a:lnTo>
                    <a:pt x="46875" y="568363"/>
                  </a:lnTo>
                  <a:lnTo>
                    <a:pt x="64020" y="589788"/>
                  </a:lnTo>
                  <a:lnTo>
                    <a:pt x="68592" y="589788"/>
                  </a:lnTo>
                  <a:lnTo>
                    <a:pt x="68592" y="574548"/>
                  </a:lnTo>
                  <a:lnTo>
                    <a:pt x="140220" y="574548"/>
                  </a:lnTo>
                  <a:lnTo>
                    <a:pt x="147840" y="573024"/>
                  </a:lnTo>
                  <a:lnTo>
                    <a:pt x="150888" y="573024"/>
                  </a:lnTo>
                  <a:lnTo>
                    <a:pt x="155460" y="571500"/>
                  </a:lnTo>
                  <a:lnTo>
                    <a:pt x="160121" y="568363"/>
                  </a:lnTo>
                  <a:lnTo>
                    <a:pt x="164604" y="563880"/>
                  </a:lnTo>
                  <a:lnTo>
                    <a:pt x="167652" y="559308"/>
                  </a:lnTo>
                  <a:lnTo>
                    <a:pt x="170700" y="553212"/>
                  </a:lnTo>
                  <a:lnTo>
                    <a:pt x="170700" y="545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894" name="Google Shape;4894;p79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980688" y="8127492"/>
              <a:ext cx="167381" cy="10972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895" name="Google Shape;4895;p79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4526279" y="9465564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896" name="Google Shape;4896;p79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4515611" y="8234171"/>
            <a:ext cx="225552" cy="105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97" name="Google Shape;4897;p79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4573523" y="7746492"/>
            <a:ext cx="117348" cy="417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898" name="Google Shape;4898;p79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4515611" y="7333488"/>
            <a:ext cx="175260" cy="339852"/>
          </a:xfrm>
          <a:prstGeom prst="rect">
            <a:avLst/>
          </a:prstGeom>
          <a:noFill/>
          <a:ln>
            <a:noFill/>
          </a:ln>
        </p:spPr>
      </p:pic>
      <p:sp>
        <p:nvSpPr>
          <p:cNvPr id="4899" name="Google Shape;4899;p79"/>
          <p:cNvSpPr/>
          <p:nvPr/>
        </p:nvSpPr>
        <p:spPr>
          <a:xfrm>
            <a:off x="4515599" y="6609588"/>
            <a:ext cx="226060" cy="647700"/>
          </a:xfrm>
          <a:custGeom>
            <a:rect b="b" l="l" r="r" t="t"/>
            <a:pathLst>
              <a:path extrusionOk="0" h="647700" w="226060">
                <a:moveTo>
                  <a:pt x="24384" y="551688"/>
                </a:moveTo>
                <a:lnTo>
                  <a:pt x="22860" y="548640"/>
                </a:lnTo>
                <a:lnTo>
                  <a:pt x="19812" y="547116"/>
                </a:lnTo>
                <a:lnTo>
                  <a:pt x="18288" y="544068"/>
                </a:lnTo>
                <a:lnTo>
                  <a:pt x="15240" y="542544"/>
                </a:lnTo>
                <a:lnTo>
                  <a:pt x="9144" y="542544"/>
                </a:lnTo>
                <a:lnTo>
                  <a:pt x="6096" y="544068"/>
                </a:lnTo>
                <a:lnTo>
                  <a:pt x="1524" y="548640"/>
                </a:lnTo>
                <a:lnTo>
                  <a:pt x="0" y="551688"/>
                </a:lnTo>
                <a:lnTo>
                  <a:pt x="0" y="559308"/>
                </a:lnTo>
                <a:lnTo>
                  <a:pt x="1524" y="562356"/>
                </a:lnTo>
                <a:lnTo>
                  <a:pt x="6096" y="566928"/>
                </a:lnTo>
                <a:lnTo>
                  <a:pt x="18288" y="566928"/>
                </a:lnTo>
                <a:lnTo>
                  <a:pt x="19812" y="563880"/>
                </a:lnTo>
                <a:lnTo>
                  <a:pt x="22860" y="562356"/>
                </a:lnTo>
                <a:lnTo>
                  <a:pt x="24384" y="559308"/>
                </a:lnTo>
                <a:lnTo>
                  <a:pt x="24384" y="551688"/>
                </a:lnTo>
                <a:close/>
              </a:path>
              <a:path extrusionOk="0" h="647700" w="226060">
                <a:moveTo>
                  <a:pt x="172212" y="594360"/>
                </a:moveTo>
                <a:lnTo>
                  <a:pt x="169164" y="594360"/>
                </a:lnTo>
                <a:lnTo>
                  <a:pt x="169164" y="600456"/>
                </a:lnTo>
                <a:lnTo>
                  <a:pt x="167640" y="603504"/>
                </a:lnTo>
                <a:lnTo>
                  <a:pt x="167640" y="606552"/>
                </a:lnTo>
                <a:lnTo>
                  <a:pt x="164592" y="609600"/>
                </a:lnTo>
                <a:lnTo>
                  <a:pt x="161544" y="609600"/>
                </a:lnTo>
                <a:lnTo>
                  <a:pt x="160020" y="611124"/>
                </a:lnTo>
                <a:lnTo>
                  <a:pt x="0" y="611124"/>
                </a:lnTo>
                <a:lnTo>
                  <a:pt x="0" y="617220"/>
                </a:lnTo>
                <a:lnTo>
                  <a:pt x="13716" y="647700"/>
                </a:lnTo>
                <a:lnTo>
                  <a:pt x="16764" y="646176"/>
                </a:lnTo>
                <a:lnTo>
                  <a:pt x="15240" y="643128"/>
                </a:lnTo>
                <a:lnTo>
                  <a:pt x="15240" y="635508"/>
                </a:lnTo>
                <a:lnTo>
                  <a:pt x="16764" y="633984"/>
                </a:lnTo>
                <a:lnTo>
                  <a:pt x="19812" y="632460"/>
                </a:lnTo>
                <a:lnTo>
                  <a:pt x="22860" y="632460"/>
                </a:lnTo>
                <a:lnTo>
                  <a:pt x="25908" y="630936"/>
                </a:lnTo>
                <a:lnTo>
                  <a:pt x="153924" y="630936"/>
                </a:lnTo>
                <a:lnTo>
                  <a:pt x="160020" y="632460"/>
                </a:lnTo>
                <a:lnTo>
                  <a:pt x="161544" y="632460"/>
                </a:lnTo>
                <a:lnTo>
                  <a:pt x="164592" y="633984"/>
                </a:lnTo>
                <a:lnTo>
                  <a:pt x="167640" y="637032"/>
                </a:lnTo>
                <a:lnTo>
                  <a:pt x="167640" y="640080"/>
                </a:lnTo>
                <a:lnTo>
                  <a:pt x="169164" y="643128"/>
                </a:lnTo>
                <a:lnTo>
                  <a:pt x="169164" y="647700"/>
                </a:lnTo>
                <a:lnTo>
                  <a:pt x="172212" y="647700"/>
                </a:lnTo>
                <a:lnTo>
                  <a:pt x="172212" y="630936"/>
                </a:lnTo>
                <a:lnTo>
                  <a:pt x="172212" y="594360"/>
                </a:lnTo>
                <a:close/>
              </a:path>
              <a:path extrusionOk="0" h="647700" w="226060">
                <a:moveTo>
                  <a:pt x="172212" y="527304"/>
                </a:moveTo>
                <a:lnTo>
                  <a:pt x="169164" y="527304"/>
                </a:lnTo>
                <a:lnTo>
                  <a:pt x="169164" y="533400"/>
                </a:lnTo>
                <a:lnTo>
                  <a:pt x="167640" y="536448"/>
                </a:lnTo>
                <a:lnTo>
                  <a:pt x="167640" y="539496"/>
                </a:lnTo>
                <a:lnTo>
                  <a:pt x="164592" y="542544"/>
                </a:lnTo>
                <a:lnTo>
                  <a:pt x="161544" y="542544"/>
                </a:lnTo>
                <a:lnTo>
                  <a:pt x="160020" y="544068"/>
                </a:lnTo>
                <a:lnTo>
                  <a:pt x="57912" y="544068"/>
                </a:lnTo>
                <a:lnTo>
                  <a:pt x="57912" y="550164"/>
                </a:lnTo>
                <a:lnTo>
                  <a:pt x="71628" y="582168"/>
                </a:lnTo>
                <a:lnTo>
                  <a:pt x="74676" y="580644"/>
                </a:lnTo>
                <a:lnTo>
                  <a:pt x="73152" y="577596"/>
                </a:lnTo>
                <a:lnTo>
                  <a:pt x="73152" y="569976"/>
                </a:lnTo>
                <a:lnTo>
                  <a:pt x="74676" y="568452"/>
                </a:lnTo>
                <a:lnTo>
                  <a:pt x="74676" y="566928"/>
                </a:lnTo>
                <a:lnTo>
                  <a:pt x="77724" y="566928"/>
                </a:lnTo>
                <a:lnTo>
                  <a:pt x="79248" y="565404"/>
                </a:lnTo>
                <a:lnTo>
                  <a:pt x="83299" y="565175"/>
                </a:lnTo>
                <a:lnTo>
                  <a:pt x="88773" y="564642"/>
                </a:lnTo>
                <a:lnTo>
                  <a:pt x="95973" y="564121"/>
                </a:lnTo>
                <a:lnTo>
                  <a:pt x="105156" y="563880"/>
                </a:lnTo>
                <a:lnTo>
                  <a:pt x="153924" y="563880"/>
                </a:lnTo>
                <a:lnTo>
                  <a:pt x="160020" y="565404"/>
                </a:lnTo>
                <a:lnTo>
                  <a:pt x="161544" y="566928"/>
                </a:lnTo>
                <a:lnTo>
                  <a:pt x="164592" y="566928"/>
                </a:lnTo>
                <a:lnTo>
                  <a:pt x="167640" y="569976"/>
                </a:lnTo>
                <a:lnTo>
                  <a:pt x="167640" y="573024"/>
                </a:lnTo>
                <a:lnTo>
                  <a:pt x="169164" y="576072"/>
                </a:lnTo>
                <a:lnTo>
                  <a:pt x="169164" y="580644"/>
                </a:lnTo>
                <a:lnTo>
                  <a:pt x="172212" y="580644"/>
                </a:lnTo>
                <a:lnTo>
                  <a:pt x="172212" y="563880"/>
                </a:lnTo>
                <a:lnTo>
                  <a:pt x="172212" y="527304"/>
                </a:lnTo>
                <a:close/>
              </a:path>
              <a:path extrusionOk="0" h="647700" w="226060">
                <a:moveTo>
                  <a:pt x="172224" y="339852"/>
                </a:moveTo>
                <a:lnTo>
                  <a:pt x="169176" y="339852"/>
                </a:lnTo>
                <a:lnTo>
                  <a:pt x="169176" y="344424"/>
                </a:lnTo>
                <a:lnTo>
                  <a:pt x="167652" y="348996"/>
                </a:lnTo>
                <a:lnTo>
                  <a:pt x="166128" y="350520"/>
                </a:lnTo>
                <a:lnTo>
                  <a:pt x="164604" y="353568"/>
                </a:lnTo>
                <a:lnTo>
                  <a:pt x="161556" y="356616"/>
                </a:lnTo>
                <a:lnTo>
                  <a:pt x="160032" y="356616"/>
                </a:lnTo>
                <a:lnTo>
                  <a:pt x="156984" y="358140"/>
                </a:lnTo>
                <a:lnTo>
                  <a:pt x="152412" y="359664"/>
                </a:lnTo>
                <a:lnTo>
                  <a:pt x="92976" y="359664"/>
                </a:lnTo>
                <a:lnTo>
                  <a:pt x="85356" y="355092"/>
                </a:lnTo>
                <a:lnTo>
                  <a:pt x="79260" y="352044"/>
                </a:lnTo>
                <a:lnTo>
                  <a:pt x="76212" y="347472"/>
                </a:lnTo>
                <a:lnTo>
                  <a:pt x="74688" y="345948"/>
                </a:lnTo>
                <a:lnTo>
                  <a:pt x="74688" y="341376"/>
                </a:lnTo>
                <a:lnTo>
                  <a:pt x="76212" y="338328"/>
                </a:lnTo>
                <a:lnTo>
                  <a:pt x="77736" y="333756"/>
                </a:lnTo>
                <a:lnTo>
                  <a:pt x="80784" y="330708"/>
                </a:lnTo>
                <a:lnTo>
                  <a:pt x="82308" y="327660"/>
                </a:lnTo>
                <a:lnTo>
                  <a:pt x="82308" y="321564"/>
                </a:lnTo>
                <a:lnTo>
                  <a:pt x="76212" y="315468"/>
                </a:lnTo>
                <a:lnTo>
                  <a:pt x="67068" y="315468"/>
                </a:lnTo>
                <a:lnTo>
                  <a:pt x="64020" y="316992"/>
                </a:lnTo>
                <a:lnTo>
                  <a:pt x="60972" y="320040"/>
                </a:lnTo>
                <a:lnTo>
                  <a:pt x="57924" y="326136"/>
                </a:lnTo>
                <a:lnTo>
                  <a:pt x="57924" y="330708"/>
                </a:lnTo>
                <a:lnTo>
                  <a:pt x="59372" y="337807"/>
                </a:lnTo>
                <a:lnTo>
                  <a:pt x="63830" y="345186"/>
                </a:lnTo>
                <a:lnTo>
                  <a:pt x="71424" y="352577"/>
                </a:lnTo>
                <a:lnTo>
                  <a:pt x="82308" y="359664"/>
                </a:lnTo>
                <a:lnTo>
                  <a:pt x="57924" y="359664"/>
                </a:lnTo>
                <a:lnTo>
                  <a:pt x="57924" y="364236"/>
                </a:lnTo>
                <a:lnTo>
                  <a:pt x="71640" y="397764"/>
                </a:lnTo>
                <a:lnTo>
                  <a:pt x="74688" y="396240"/>
                </a:lnTo>
                <a:lnTo>
                  <a:pt x="73164" y="393192"/>
                </a:lnTo>
                <a:lnTo>
                  <a:pt x="73164" y="384048"/>
                </a:lnTo>
                <a:lnTo>
                  <a:pt x="76212" y="381000"/>
                </a:lnTo>
                <a:lnTo>
                  <a:pt x="77736" y="381000"/>
                </a:lnTo>
                <a:lnTo>
                  <a:pt x="80784" y="379476"/>
                </a:lnTo>
                <a:lnTo>
                  <a:pt x="160032" y="379476"/>
                </a:lnTo>
                <a:lnTo>
                  <a:pt x="163080" y="381000"/>
                </a:lnTo>
                <a:lnTo>
                  <a:pt x="166128" y="384048"/>
                </a:lnTo>
                <a:lnTo>
                  <a:pt x="169176" y="390144"/>
                </a:lnTo>
                <a:lnTo>
                  <a:pt x="169176" y="396240"/>
                </a:lnTo>
                <a:lnTo>
                  <a:pt x="172224" y="396240"/>
                </a:lnTo>
                <a:lnTo>
                  <a:pt x="172224" y="339852"/>
                </a:lnTo>
                <a:close/>
              </a:path>
              <a:path extrusionOk="0" h="647700" w="226060">
                <a:moveTo>
                  <a:pt x="172224" y="146304"/>
                </a:moveTo>
                <a:lnTo>
                  <a:pt x="169176" y="146304"/>
                </a:lnTo>
                <a:lnTo>
                  <a:pt x="169176" y="150876"/>
                </a:lnTo>
                <a:lnTo>
                  <a:pt x="167652" y="155448"/>
                </a:lnTo>
                <a:lnTo>
                  <a:pt x="164604" y="161544"/>
                </a:lnTo>
                <a:lnTo>
                  <a:pt x="161556" y="163068"/>
                </a:lnTo>
                <a:lnTo>
                  <a:pt x="160032" y="163068"/>
                </a:lnTo>
                <a:lnTo>
                  <a:pt x="156984" y="166116"/>
                </a:lnTo>
                <a:lnTo>
                  <a:pt x="92976" y="166116"/>
                </a:lnTo>
                <a:lnTo>
                  <a:pt x="85356" y="161544"/>
                </a:lnTo>
                <a:lnTo>
                  <a:pt x="79260" y="158496"/>
                </a:lnTo>
                <a:lnTo>
                  <a:pt x="76212" y="153924"/>
                </a:lnTo>
                <a:lnTo>
                  <a:pt x="74688" y="152400"/>
                </a:lnTo>
                <a:lnTo>
                  <a:pt x="74688" y="147828"/>
                </a:lnTo>
                <a:lnTo>
                  <a:pt x="77736" y="141732"/>
                </a:lnTo>
                <a:lnTo>
                  <a:pt x="80784" y="137160"/>
                </a:lnTo>
                <a:lnTo>
                  <a:pt x="82308" y="134112"/>
                </a:lnTo>
                <a:lnTo>
                  <a:pt x="82308" y="129540"/>
                </a:lnTo>
                <a:lnTo>
                  <a:pt x="80784" y="126492"/>
                </a:lnTo>
                <a:lnTo>
                  <a:pt x="79260" y="124968"/>
                </a:lnTo>
                <a:lnTo>
                  <a:pt x="76212" y="123444"/>
                </a:lnTo>
                <a:lnTo>
                  <a:pt x="74688" y="121920"/>
                </a:lnTo>
                <a:lnTo>
                  <a:pt x="67068" y="121920"/>
                </a:lnTo>
                <a:lnTo>
                  <a:pt x="64020" y="123444"/>
                </a:lnTo>
                <a:lnTo>
                  <a:pt x="60972" y="126492"/>
                </a:lnTo>
                <a:lnTo>
                  <a:pt x="57924" y="132588"/>
                </a:lnTo>
                <a:lnTo>
                  <a:pt x="57924" y="137160"/>
                </a:lnTo>
                <a:lnTo>
                  <a:pt x="59372" y="144907"/>
                </a:lnTo>
                <a:lnTo>
                  <a:pt x="63830" y="152209"/>
                </a:lnTo>
                <a:lnTo>
                  <a:pt x="71424" y="159245"/>
                </a:lnTo>
                <a:lnTo>
                  <a:pt x="82308" y="166116"/>
                </a:lnTo>
                <a:lnTo>
                  <a:pt x="57924" y="166116"/>
                </a:lnTo>
                <a:lnTo>
                  <a:pt x="57924" y="170688"/>
                </a:lnTo>
                <a:lnTo>
                  <a:pt x="71640" y="204216"/>
                </a:lnTo>
                <a:lnTo>
                  <a:pt x="74688" y="202692"/>
                </a:lnTo>
                <a:lnTo>
                  <a:pt x="73164" y="199644"/>
                </a:lnTo>
                <a:lnTo>
                  <a:pt x="73164" y="190500"/>
                </a:lnTo>
                <a:lnTo>
                  <a:pt x="74688" y="188976"/>
                </a:lnTo>
                <a:lnTo>
                  <a:pt x="76212" y="188976"/>
                </a:lnTo>
                <a:lnTo>
                  <a:pt x="77736" y="187452"/>
                </a:lnTo>
                <a:lnTo>
                  <a:pt x="80784" y="187452"/>
                </a:lnTo>
                <a:lnTo>
                  <a:pt x="82308" y="185928"/>
                </a:lnTo>
                <a:lnTo>
                  <a:pt x="160032" y="185928"/>
                </a:lnTo>
                <a:lnTo>
                  <a:pt x="163080" y="187452"/>
                </a:lnTo>
                <a:lnTo>
                  <a:pt x="166128" y="190500"/>
                </a:lnTo>
                <a:lnTo>
                  <a:pt x="169176" y="196596"/>
                </a:lnTo>
                <a:lnTo>
                  <a:pt x="169176" y="202692"/>
                </a:lnTo>
                <a:lnTo>
                  <a:pt x="172224" y="202692"/>
                </a:lnTo>
                <a:lnTo>
                  <a:pt x="172224" y="146304"/>
                </a:lnTo>
                <a:close/>
              </a:path>
              <a:path extrusionOk="0" h="647700" w="226060">
                <a:moveTo>
                  <a:pt x="175260" y="463296"/>
                </a:moveTo>
                <a:lnTo>
                  <a:pt x="174167" y="453301"/>
                </a:lnTo>
                <a:lnTo>
                  <a:pt x="171069" y="443865"/>
                </a:lnTo>
                <a:lnTo>
                  <a:pt x="167640" y="437553"/>
                </a:lnTo>
                <a:lnTo>
                  <a:pt x="167640" y="449580"/>
                </a:lnTo>
                <a:lnTo>
                  <a:pt x="167640" y="461772"/>
                </a:lnTo>
                <a:lnTo>
                  <a:pt x="164592" y="470916"/>
                </a:lnTo>
                <a:lnTo>
                  <a:pt x="161544" y="473964"/>
                </a:lnTo>
                <a:lnTo>
                  <a:pt x="155448" y="483108"/>
                </a:lnTo>
                <a:lnTo>
                  <a:pt x="86868" y="483108"/>
                </a:lnTo>
                <a:lnTo>
                  <a:pt x="82296" y="478536"/>
                </a:lnTo>
                <a:lnTo>
                  <a:pt x="79248" y="473964"/>
                </a:lnTo>
                <a:lnTo>
                  <a:pt x="77724" y="470916"/>
                </a:lnTo>
                <a:lnTo>
                  <a:pt x="74676" y="461772"/>
                </a:lnTo>
                <a:lnTo>
                  <a:pt x="74676" y="449580"/>
                </a:lnTo>
                <a:lnTo>
                  <a:pt x="109143" y="427291"/>
                </a:lnTo>
                <a:lnTo>
                  <a:pt x="118872" y="426720"/>
                </a:lnTo>
                <a:lnTo>
                  <a:pt x="130378" y="427291"/>
                </a:lnTo>
                <a:lnTo>
                  <a:pt x="167640" y="449580"/>
                </a:lnTo>
                <a:lnTo>
                  <a:pt x="167640" y="437553"/>
                </a:lnTo>
                <a:lnTo>
                  <a:pt x="138493" y="411670"/>
                </a:lnTo>
                <a:lnTo>
                  <a:pt x="111252" y="406908"/>
                </a:lnTo>
                <a:lnTo>
                  <a:pt x="99491" y="407746"/>
                </a:lnTo>
                <a:lnTo>
                  <a:pt x="65633" y="425983"/>
                </a:lnTo>
                <a:lnTo>
                  <a:pt x="57912" y="448056"/>
                </a:lnTo>
                <a:lnTo>
                  <a:pt x="59321" y="457822"/>
                </a:lnTo>
                <a:lnTo>
                  <a:pt x="63436" y="466725"/>
                </a:lnTo>
                <a:lnTo>
                  <a:pt x="70129" y="475068"/>
                </a:lnTo>
                <a:lnTo>
                  <a:pt x="79248" y="483108"/>
                </a:lnTo>
                <a:lnTo>
                  <a:pt x="0" y="483108"/>
                </a:lnTo>
                <a:lnTo>
                  <a:pt x="0" y="487680"/>
                </a:lnTo>
                <a:lnTo>
                  <a:pt x="13716" y="521208"/>
                </a:lnTo>
                <a:lnTo>
                  <a:pt x="16764" y="519684"/>
                </a:lnTo>
                <a:lnTo>
                  <a:pt x="15240" y="516636"/>
                </a:lnTo>
                <a:lnTo>
                  <a:pt x="15240" y="507492"/>
                </a:lnTo>
                <a:lnTo>
                  <a:pt x="16764" y="505968"/>
                </a:lnTo>
                <a:lnTo>
                  <a:pt x="19812" y="504444"/>
                </a:lnTo>
                <a:lnTo>
                  <a:pt x="22860" y="504444"/>
                </a:lnTo>
                <a:lnTo>
                  <a:pt x="25908" y="502920"/>
                </a:lnTo>
                <a:lnTo>
                  <a:pt x="161544" y="502920"/>
                </a:lnTo>
                <a:lnTo>
                  <a:pt x="166116" y="495300"/>
                </a:lnTo>
                <a:lnTo>
                  <a:pt x="172212" y="483108"/>
                </a:lnTo>
                <a:lnTo>
                  <a:pt x="173736" y="475488"/>
                </a:lnTo>
                <a:lnTo>
                  <a:pt x="173850" y="475068"/>
                </a:lnTo>
                <a:lnTo>
                  <a:pt x="175260" y="469392"/>
                </a:lnTo>
                <a:lnTo>
                  <a:pt x="175260" y="463296"/>
                </a:lnTo>
                <a:close/>
              </a:path>
              <a:path extrusionOk="0" h="647700" w="226060">
                <a:moveTo>
                  <a:pt x="175272" y="227076"/>
                </a:moveTo>
                <a:lnTo>
                  <a:pt x="174129" y="221132"/>
                </a:lnTo>
                <a:lnTo>
                  <a:pt x="174040" y="220980"/>
                </a:lnTo>
                <a:lnTo>
                  <a:pt x="170700" y="214884"/>
                </a:lnTo>
                <a:lnTo>
                  <a:pt x="164973" y="208648"/>
                </a:lnTo>
                <a:lnTo>
                  <a:pt x="156972" y="202692"/>
                </a:lnTo>
                <a:lnTo>
                  <a:pt x="150876" y="202692"/>
                </a:lnTo>
                <a:lnTo>
                  <a:pt x="158496" y="210312"/>
                </a:lnTo>
                <a:lnTo>
                  <a:pt x="158496" y="211836"/>
                </a:lnTo>
                <a:lnTo>
                  <a:pt x="160020" y="211836"/>
                </a:lnTo>
                <a:lnTo>
                  <a:pt x="160020" y="216408"/>
                </a:lnTo>
                <a:lnTo>
                  <a:pt x="158496" y="217932"/>
                </a:lnTo>
                <a:lnTo>
                  <a:pt x="156972" y="217932"/>
                </a:lnTo>
                <a:lnTo>
                  <a:pt x="155448" y="219456"/>
                </a:lnTo>
                <a:lnTo>
                  <a:pt x="150876" y="219456"/>
                </a:lnTo>
                <a:lnTo>
                  <a:pt x="144780" y="220980"/>
                </a:lnTo>
                <a:lnTo>
                  <a:pt x="77724" y="220980"/>
                </a:lnTo>
                <a:lnTo>
                  <a:pt x="57950" y="248208"/>
                </a:lnTo>
                <a:lnTo>
                  <a:pt x="58077" y="260299"/>
                </a:lnTo>
                <a:lnTo>
                  <a:pt x="58191" y="262128"/>
                </a:lnTo>
                <a:lnTo>
                  <a:pt x="58483" y="267258"/>
                </a:lnTo>
                <a:lnTo>
                  <a:pt x="60198" y="275653"/>
                </a:lnTo>
                <a:lnTo>
                  <a:pt x="63055" y="282638"/>
                </a:lnTo>
                <a:lnTo>
                  <a:pt x="67056" y="288036"/>
                </a:lnTo>
                <a:lnTo>
                  <a:pt x="71628" y="295656"/>
                </a:lnTo>
                <a:lnTo>
                  <a:pt x="79248" y="300228"/>
                </a:lnTo>
                <a:lnTo>
                  <a:pt x="88392" y="300228"/>
                </a:lnTo>
                <a:lnTo>
                  <a:pt x="94488" y="297180"/>
                </a:lnTo>
                <a:lnTo>
                  <a:pt x="96012" y="295656"/>
                </a:lnTo>
                <a:lnTo>
                  <a:pt x="97536" y="292608"/>
                </a:lnTo>
                <a:lnTo>
                  <a:pt x="97536" y="286512"/>
                </a:lnTo>
                <a:lnTo>
                  <a:pt x="96012" y="284988"/>
                </a:lnTo>
                <a:lnTo>
                  <a:pt x="94488" y="281940"/>
                </a:lnTo>
                <a:lnTo>
                  <a:pt x="92964" y="280416"/>
                </a:lnTo>
                <a:lnTo>
                  <a:pt x="74676" y="280416"/>
                </a:lnTo>
                <a:lnTo>
                  <a:pt x="71628" y="278892"/>
                </a:lnTo>
                <a:lnTo>
                  <a:pt x="68580" y="274320"/>
                </a:lnTo>
                <a:lnTo>
                  <a:pt x="65532" y="268224"/>
                </a:lnTo>
                <a:lnTo>
                  <a:pt x="65595" y="254317"/>
                </a:lnTo>
                <a:lnTo>
                  <a:pt x="67056" y="249936"/>
                </a:lnTo>
                <a:lnTo>
                  <a:pt x="71628" y="245364"/>
                </a:lnTo>
                <a:lnTo>
                  <a:pt x="76200" y="242316"/>
                </a:lnTo>
                <a:lnTo>
                  <a:pt x="83820" y="240792"/>
                </a:lnTo>
                <a:lnTo>
                  <a:pt x="99060" y="240792"/>
                </a:lnTo>
                <a:lnTo>
                  <a:pt x="103619" y="253873"/>
                </a:lnTo>
                <a:lnTo>
                  <a:pt x="108013" y="265366"/>
                </a:lnTo>
                <a:lnTo>
                  <a:pt x="132588" y="300228"/>
                </a:lnTo>
                <a:lnTo>
                  <a:pt x="135636" y="303276"/>
                </a:lnTo>
                <a:lnTo>
                  <a:pt x="140208" y="304800"/>
                </a:lnTo>
                <a:lnTo>
                  <a:pt x="155448" y="304800"/>
                </a:lnTo>
                <a:lnTo>
                  <a:pt x="161544" y="301752"/>
                </a:lnTo>
                <a:lnTo>
                  <a:pt x="172224" y="291084"/>
                </a:lnTo>
                <a:lnTo>
                  <a:pt x="175272" y="284988"/>
                </a:lnTo>
                <a:lnTo>
                  <a:pt x="175272" y="271272"/>
                </a:lnTo>
                <a:lnTo>
                  <a:pt x="160020" y="246202"/>
                </a:lnTo>
                <a:lnTo>
                  <a:pt x="160020" y="265176"/>
                </a:lnTo>
                <a:lnTo>
                  <a:pt x="160020" y="271272"/>
                </a:lnTo>
                <a:lnTo>
                  <a:pt x="158496" y="274320"/>
                </a:lnTo>
                <a:lnTo>
                  <a:pt x="150876" y="281940"/>
                </a:lnTo>
                <a:lnTo>
                  <a:pt x="146304" y="284988"/>
                </a:lnTo>
                <a:lnTo>
                  <a:pt x="135636" y="284988"/>
                </a:lnTo>
                <a:lnTo>
                  <a:pt x="131064" y="283464"/>
                </a:lnTo>
                <a:lnTo>
                  <a:pt x="128016" y="280416"/>
                </a:lnTo>
                <a:lnTo>
                  <a:pt x="123444" y="277368"/>
                </a:lnTo>
                <a:lnTo>
                  <a:pt x="109829" y="249326"/>
                </a:lnTo>
                <a:lnTo>
                  <a:pt x="106680" y="240792"/>
                </a:lnTo>
                <a:lnTo>
                  <a:pt x="147828" y="240792"/>
                </a:lnTo>
                <a:lnTo>
                  <a:pt x="152920" y="248208"/>
                </a:lnTo>
                <a:lnTo>
                  <a:pt x="156781" y="254698"/>
                </a:lnTo>
                <a:lnTo>
                  <a:pt x="159194" y="260299"/>
                </a:lnTo>
                <a:lnTo>
                  <a:pt x="160020" y="265176"/>
                </a:lnTo>
                <a:lnTo>
                  <a:pt x="160020" y="246202"/>
                </a:lnTo>
                <a:lnTo>
                  <a:pt x="155448" y="240792"/>
                </a:lnTo>
                <a:lnTo>
                  <a:pt x="163068" y="239268"/>
                </a:lnTo>
                <a:lnTo>
                  <a:pt x="167640" y="239268"/>
                </a:lnTo>
                <a:lnTo>
                  <a:pt x="170700" y="236220"/>
                </a:lnTo>
                <a:lnTo>
                  <a:pt x="173748" y="234696"/>
                </a:lnTo>
                <a:lnTo>
                  <a:pt x="175272" y="231648"/>
                </a:lnTo>
                <a:lnTo>
                  <a:pt x="175272" y="227076"/>
                </a:lnTo>
                <a:close/>
              </a:path>
              <a:path extrusionOk="0" h="647700" w="226060">
                <a:moveTo>
                  <a:pt x="225552" y="91440"/>
                </a:moveTo>
                <a:lnTo>
                  <a:pt x="222504" y="83820"/>
                </a:lnTo>
                <a:lnTo>
                  <a:pt x="216408" y="77724"/>
                </a:lnTo>
                <a:lnTo>
                  <a:pt x="212178" y="72542"/>
                </a:lnTo>
                <a:lnTo>
                  <a:pt x="206502" y="68199"/>
                </a:lnTo>
                <a:lnTo>
                  <a:pt x="199694" y="64439"/>
                </a:lnTo>
                <a:lnTo>
                  <a:pt x="192024" y="60960"/>
                </a:lnTo>
                <a:lnTo>
                  <a:pt x="188315" y="59436"/>
                </a:lnTo>
                <a:lnTo>
                  <a:pt x="95605" y="21336"/>
                </a:lnTo>
                <a:lnTo>
                  <a:pt x="80772" y="15240"/>
                </a:lnTo>
                <a:lnTo>
                  <a:pt x="76200" y="13716"/>
                </a:lnTo>
                <a:lnTo>
                  <a:pt x="73152" y="12192"/>
                </a:lnTo>
                <a:lnTo>
                  <a:pt x="71628" y="12192"/>
                </a:lnTo>
                <a:lnTo>
                  <a:pt x="64008" y="4572"/>
                </a:lnTo>
                <a:lnTo>
                  <a:pt x="64008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08" y="33528"/>
                </a:lnTo>
                <a:lnTo>
                  <a:pt x="64008" y="25908"/>
                </a:lnTo>
                <a:lnTo>
                  <a:pt x="65532" y="24384"/>
                </a:lnTo>
                <a:lnTo>
                  <a:pt x="65532" y="22860"/>
                </a:lnTo>
                <a:lnTo>
                  <a:pt x="67056" y="22860"/>
                </a:lnTo>
                <a:lnTo>
                  <a:pt x="68580" y="21336"/>
                </a:lnTo>
                <a:lnTo>
                  <a:pt x="74676" y="21336"/>
                </a:lnTo>
                <a:lnTo>
                  <a:pt x="80772" y="24384"/>
                </a:lnTo>
                <a:lnTo>
                  <a:pt x="143256" y="48768"/>
                </a:lnTo>
                <a:lnTo>
                  <a:pt x="86868" y="76200"/>
                </a:lnTo>
                <a:lnTo>
                  <a:pt x="80772" y="79248"/>
                </a:lnTo>
                <a:lnTo>
                  <a:pt x="68580" y="79248"/>
                </a:lnTo>
                <a:lnTo>
                  <a:pt x="65532" y="77724"/>
                </a:lnTo>
                <a:lnTo>
                  <a:pt x="64008" y="74676"/>
                </a:lnTo>
                <a:lnTo>
                  <a:pt x="64008" y="67056"/>
                </a:lnTo>
                <a:lnTo>
                  <a:pt x="60960" y="67056"/>
                </a:lnTo>
                <a:lnTo>
                  <a:pt x="60960" y="118872"/>
                </a:lnTo>
                <a:lnTo>
                  <a:pt x="64008" y="118872"/>
                </a:lnTo>
                <a:lnTo>
                  <a:pt x="64008" y="114300"/>
                </a:lnTo>
                <a:lnTo>
                  <a:pt x="65532" y="111252"/>
                </a:lnTo>
                <a:lnTo>
                  <a:pt x="70104" y="106680"/>
                </a:lnTo>
                <a:lnTo>
                  <a:pt x="73152" y="105156"/>
                </a:lnTo>
                <a:lnTo>
                  <a:pt x="77724" y="102108"/>
                </a:lnTo>
                <a:lnTo>
                  <a:pt x="83820" y="99060"/>
                </a:lnTo>
                <a:lnTo>
                  <a:pt x="125730" y="79248"/>
                </a:lnTo>
                <a:lnTo>
                  <a:pt x="167640" y="59436"/>
                </a:lnTo>
                <a:lnTo>
                  <a:pt x="187452" y="67056"/>
                </a:lnTo>
                <a:lnTo>
                  <a:pt x="193548" y="70104"/>
                </a:lnTo>
                <a:lnTo>
                  <a:pt x="199644" y="71628"/>
                </a:lnTo>
                <a:lnTo>
                  <a:pt x="201168" y="74676"/>
                </a:lnTo>
                <a:lnTo>
                  <a:pt x="204216" y="77724"/>
                </a:lnTo>
                <a:lnTo>
                  <a:pt x="205740" y="80772"/>
                </a:lnTo>
                <a:lnTo>
                  <a:pt x="205740" y="83820"/>
                </a:lnTo>
                <a:lnTo>
                  <a:pt x="204216" y="86868"/>
                </a:lnTo>
                <a:lnTo>
                  <a:pt x="204216" y="89916"/>
                </a:lnTo>
                <a:lnTo>
                  <a:pt x="201168" y="94488"/>
                </a:lnTo>
                <a:lnTo>
                  <a:pt x="201168" y="108204"/>
                </a:lnTo>
                <a:lnTo>
                  <a:pt x="205740" y="112776"/>
                </a:lnTo>
                <a:lnTo>
                  <a:pt x="208788" y="114300"/>
                </a:lnTo>
                <a:lnTo>
                  <a:pt x="214884" y="114300"/>
                </a:lnTo>
                <a:lnTo>
                  <a:pt x="217932" y="112776"/>
                </a:lnTo>
                <a:lnTo>
                  <a:pt x="224028" y="106680"/>
                </a:lnTo>
                <a:lnTo>
                  <a:pt x="225552" y="102108"/>
                </a:lnTo>
                <a:lnTo>
                  <a:pt x="22555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0" name="Google Shape;4900;p79"/>
          <p:cNvSpPr/>
          <p:nvPr/>
        </p:nvSpPr>
        <p:spPr>
          <a:xfrm>
            <a:off x="4832603" y="9075419"/>
            <a:ext cx="88900" cy="86995"/>
          </a:xfrm>
          <a:custGeom>
            <a:rect b="b" l="l" r="r" t="t"/>
            <a:pathLst>
              <a:path extrusionOk="0" h="86995" w="88900">
                <a:moveTo>
                  <a:pt x="88392" y="86867"/>
                </a:moveTo>
                <a:lnTo>
                  <a:pt x="0" y="86867"/>
                </a:lnTo>
                <a:lnTo>
                  <a:pt x="0" y="0"/>
                </a:lnTo>
                <a:lnTo>
                  <a:pt x="88392" y="0"/>
                </a:lnTo>
                <a:lnTo>
                  <a:pt x="88392" y="86867"/>
                </a:lnTo>
                <a:close/>
              </a:path>
            </a:pathLst>
          </a:custGeom>
          <a:solidFill>
            <a:srgbClr val="FDA3B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1" name="Google Shape;4901;p79"/>
          <p:cNvGrpSpPr/>
          <p:nvPr/>
        </p:nvGrpSpPr>
        <p:grpSpPr>
          <a:xfrm>
            <a:off x="4811255" y="7947659"/>
            <a:ext cx="175895" cy="836804"/>
            <a:chOff x="4811255" y="7947659"/>
            <a:chExt cx="175895" cy="836804"/>
          </a:xfrm>
        </p:grpSpPr>
        <p:sp>
          <p:nvSpPr>
            <p:cNvPr id="4902" name="Google Shape;4902;p79"/>
            <p:cNvSpPr/>
            <p:nvPr/>
          </p:nvSpPr>
          <p:spPr>
            <a:xfrm>
              <a:off x="4811255" y="8042148"/>
              <a:ext cx="175895" cy="742315"/>
            </a:xfrm>
            <a:custGeom>
              <a:rect b="b" l="l" r="r" t="t"/>
              <a:pathLst>
                <a:path extrusionOk="0" h="742315" w="175895">
                  <a:moveTo>
                    <a:pt x="172212" y="233172"/>
                  </a:moveTo>
                  <a:lnTo>
                    <a:pt x="169164" y="233172"/>
                  </a:lnTo>
                  <a:lnTo>
                    <a:pt x="169164" y="242316"/>
                  </a:lnTo>
                  <a:lnTo>
                    <a:pt x="163068" y="248412"/>
                  </a:lnTo>
                  <a:lnTo>
                    <a:pt x="160020" y="248412"/>
                  </a:lnTo>
                  <a:lnTo>
                    <a:pt x="155448" y="249936"/>
                  </a:lnTo>
                  <a:lnTo>
                    <a:pt x="0" y="249936"/>
                  </a:lnTo>
                  <a:lnTo>
                    <a:pt x="0" y="254508"/>
                  </a:lnTo>
                  <a:lnTo>
                    <a:pt x="13716" y="286512"/>
                  </a:lnTo>
                  <a:lnTo>
                    <a:pt x="16764" y="283464"/>
                  </a:lnTo>
                  <a:lnTo>
                    <a:pt x="16764" y="281940"/>
                  </a:lnTo>
                  <a:lnTo>
                    <a:pt x="15240" y="278892"/>
                  </a:lnTo>
                  <a:lnTo>
                    <a:pt x="15240" y="274320"/>
                  </a:lnTo>
                  <a:lnTo>
                    <a:pt x="18288" y="271272"/>
                  </a:lnTo>
                  <a:lnTo>
                    <a:pt x="19812" y="271272"/>
                  </a:lnTo>
                  <a:lnTo>
                    <a:pt x="22860" y="269748"/>
                  </a:lnTo>
                  <a:lnTo>
                    <a:pt x="160020" y="269748"/>
                  </a:lnTo>
                  <a:lnTo>
                    <a:pt x="163068" y="271272"/>
                  </a:lnTo>
                  <a:lnTo>
                    <a:pt x="164592" y="271272"/>
                  </a:lnTo>
                  <a:lnTo>
                    <a:pt x="167640" y="272796"/>
                  </a:lnTo>
                  <a:lnTo>
                    <a:pt x="167640" y="275844"/>
                  </a:lnTo>
                  <a:lnTo>
                    <a:pt x="169164" y="277368"/>
                  </a:lnTo>
                  <a:lnTo>
                    <a:pt x="169164" y="286512"/>
                  </a:lnTo>
                  <a:lnTo>
                    <a:pt x="172212" y="286512"/>
                  </a:lnTo>
                  <a:lnTo>
                    <a:pt x="172212" y="233172"/>
                  </a:lnTo>
                  <a:close/>
                </a:path>
                <a:path extrusionOk="0" h="742315" w="175895">
                  <a:moveTo>
                    <a:pt x="172224" y="673608"/>
                  </a:moveTo>
                  <a:lnTo>
                    <a:pt x="169176" y="673608"/>
                  </a:lnTo>
                  <a:lnTo>
                    <a:pt x="169176" y="679704"/>
                  </a:lnTo>
                  <a:lnTo>
                    <a:pt x="169176" y="687324"/>
                  </a:lnTo>
                  <a:lnTo>
                    <a:pt x="161556" y="694944"/>
                  </a:lnTo>
                  <a:lnTo>
                    <a:pt x="158508" y="696468"/>
                  </a:lnTo>
                  <a:lnTo>
                    <a:pt x="27444" y="696468"/>
                  </a:lnTo>
                  <a:lnTo>
                    <a:pt x="19824" y="694944"/>
                  </a:lnTo>
                  <a:lnTo>
                    <a:pt x="16776" y="693420"/>
                  </a:lnTo>
                  <a:lnTo>
                    <a:pt x="13728" y="690372"/>
                  </a:lnTo>
                  <a:lnTo>
                    <a:pt x="10680" y="685800"/>
                  </a:lnTo>
                  <a:lnTo>
                    <a:pt x="10680" y="673608"/>
                  </a:lnTo>
                  <a:lnTo>
                    <a:pt x="7632" y="673608"/>
                  </a:lnTo>
                  <a:lnTo>
                    <a:pt x="7632" y="742188"/>
                  </a:lnTo>
                  <a:lnTo>
                    <a:pt x="10680" y="742188"/>
                  </a:lnTo>
                  <a:lnTo>
                    <a:pt x="10680" y="733044"/>
                  </a:lnTo>
                  <a:lnTo>
                    <a:pt x="12204" y="728472"/>
                  </a:lnTo>
                  <a:lnTo>
                    <a:pt x="13728" y="725424"/>
                  </a:lnTo>
                  <a:lnTo>
                    <a:pt x="18300" y="720852"/>
                  </a:lnTo>
                  <a:lnTo>
                    <a:pt x="19824" y="720852"/>
                  </a:lnTo>
                  <a:lnTo>
                    <a:pt x="22872" y="719328"/>
                  </a:lnTo>
                  <a:lnTo>
                    <a:pt x="153936" y="719328"/>
                  </a:lnTo>
                  <a:lnTo>
                    <a:pt x="160032" y="720852"/>
                  </a:lnTo>
                  <a:lnTo>
                    <a:pt x="163080" y="722376"/>
                  </a:lnTo>
                  <a:lnTo>
                    <a:pt x="167652" y="725424"/>
                  </a:lnTo>
                  <a:lnTo>
                    <a:pt x="169176" y="729996"/>
                  </a:lnTo>
                  <a:lnTo>
                    <a:pt x="169176" y="742188"/>
                  </a:lnTo>
                  <a:lnTo>
                    <a:pt x="172224" y="742188"/>
                  </a:lnTo>
                  <a:lnTo>
                    <a:pt x="172224" y="673608"/>
                  </a:lnTo>
                  <a:close/>
                </a:path>
                <a:path extrusionOk="0" h="742315" w="175895">
                  <a:moveTo>
                    <a:pt x="172224" y="544068"/>
                  </a:moveTo>
                  <a:lnTo>
                    <a:pt x="169176" y="544068"/>
                  </a:lnTo>
                  <a:lnTo>
                    <a:pt x="169176" y="553212"/>
                  </a:lnTo>
                  <a:lnTo>
                    <a:pt x="167652" y="554736"/>
                  </a:lnTo>
                  <a:lnTo>
                    <a:pt x="166128" y="557784"/>
                  </a:lnTo>
                  <a:lnTo>
                    <a:pt x="164604" y="559308"/>
                  </a:lnTo>
                  <a:lnTo>
                    <a:pt x="163080" y="559308"/>
                  </a:lnTo>
                  <a:lnTo>
                    <a:pt x="160032" y="560832"/>
                  </a:lnTo>
                  <a:lnTo>
                    <a:pt x="89928" y="560832"/>
                  </a:lnTo>
                  <a:lnTo>
                    <a:pt x="77736" y="563880"/>
                  </a:lnTo>
                  <a:lnTo>
                    <a:pt x="65544" y="569976"/>
                  </a:lnTo>
                  <a:lnTo>
                    <a:pt x="59448" y="579120"/>
                  </a:lnTo>
                  <a:lnTo>
                    <a:pt x="57924" y="583692"/>
                  </a:lnTo>
                  <a:lnTo>
                    <a:pt x="57924" y="591312"/>
                  </a:lnTo>
                  <a:lnTo>
                    <a:pt x="59588" y="599821"/>
                  </a:lnTo>
                  <a:lnTo>
                    <a:pt x="64401" y="609028"/>
                  </a:lnTo>
                  <a:lnTo>
                    <a:pt x="72059" y="618540"/>
                  </a:lnTo>
                  <a:lnTo>
                    <a:pt x="82308" y="627888"/>
                  </a:lnTo>
                  <a:lnTo>
                    <a:pt x="57924" y="627888"/>
                  </a:lnTo>
                  <a:lnTo>
                    <a:pt x="57924" y="633984"/>
                  </a:lnTo>
                  <a:lnTo>
                    <a:pt x="71640" y="665988"/>
                  </a:lnTo>
                  <a:lnTo>
                    <a:pt x="74688" y="664464"/>
                  </a:lnTo>
                  <a:lnTo>
                    <a:pt x="74688" y="661416"/>
                  </a:lnTo>
                  <a:lnTo>
                    <a:pt x="73164" y="658368"/>
                  </a:lnTo>
                  <a:lnTo>
                    <a:pt x="73164" y="655320"/>
                  </a:lnTo>
                  <a:lnTo>
                    <a:pt x="74688" y="653796"/>
                  </a:lnTo>
                  <a:lnTo>
                    <a:pt x="74688" y="652272"/>
                  </a:lnTo>
                  <a:lnTo>
                    <a:pt x="77736" y="649224"/>
                  </a:lnTo>
                  <a:lnTo>
                    <a:pt x="83832" y="649224"/>
                  </a:lnTo>
                  <a:lnTo>
                    <a:pt x="92976" y="647700"/>
                  </a:lnTo>
                  <a:lnTo>
                    <a:pt x="156984" y="647700"/>
                  </a:lnTo>
                  <a:lnTo>
                    <a:pt x="163080" y="649224"/>
                  </a:lnTo>
                  <a:lnTo>
                    <a:pt x="167652" y="653796"/>
                  </a:lnTo>
                  <a:lnTo>
                    <a:pt x="169176" y="656844"/>
                  </a:lnTo>
                  <a:lnTo>
                    <a:pt x="169176" y="664464"/>
                  </a:lnTo>
                  <a:lnTo>
                    <a:pt x="172224" y="664464"/>
                  </a:lnTo>
                  <a:lnTo>
                    <a:pt x="172224" y="611124"/>
                  </a:lnTo>
                  <a:lnTo>
                    <a:pt x="169176" y="611124"/>
                  </a:lnTo>
                  <a:lnTo>
                    <a:pt x="169176" y="620268"/>
                  </a:lnTo>
                  <a:lnTo>
                    <a:pt x="167652" y="623316"/>
                  </a:lnTo>
                  <a:lnTo>
                    <a:pt x="167652" y="624840"/>
                  </a:lnTo>
                  <a:lnTo>
                    <a:pt x="164604" y="626364"/>
                  </a:lnTo>
                  <a:lnTo>
                    <a:pt x="163080" y="627888"/>
                  </a:lnTo>
                  <a:lnTo>
                    <a:pt x="89928" y="627888"/>
                  </a:lnTo>
                  <a:lnTo>
                    <a:pt x="82804" y="620801"/>
                  </a:lnTo>
                  <a:lnTo>
                    <a:pt x="77546" y="613410"/>
                  </a:lnTo>
                  <a:lnTo>
                    <a:pt x="74282" y="606031"/>
                  </a:lnTo>
                  <a:lnTo>
                    <a:pt x="73164" y="598932"/>
                  </a:lnTo>
                  <a:lnTo>
                    <a:pt x="73164" y="592836"/>
                  </a:lnTo>
                  <a:lnTo>
                    <a:pt x="76212" y="588264"/>
                  </a:lnTo>
                  <a:lnTo>
                    <a:pt x="85356" y="582168"/>
                  </a:lnTo>
                  <a:lnTo>
                    <a:pt x="92976" y="580644"/>
                  </a:lnTo>
                  <a:lnTo>
                    <a:pt x="158508" y="580644"/>
                  </a:lnTo>
                  <a:lnTo>
                    <a:pt x="160032" y="582168"/>
                  </a:lnTo>
                  <a:lnTo>
                    <a:pt x="163080" y="582168"/>
                  </a:lnTo>
                  <a:lnTo>
                    <a:pt x="166128" y="583692"/>
                  </a:lnTo>
                  <a:lnTo>
                    <a:pt x="167652" y="585216"/>
                  </a:lnTo>
                  <a:lnTo>
                    <a:pt x="169176" y="588264"/>
                  </a:lnTo>
                  <a:lnTo>
                    <a:pt x="169176" y="597408"/>
                  </a:lnTo>
                  <a:lnTo>
                    <a:pt x="172224" y="597408"/>
                  </a:lnTo>
                  <a:lnTo>
                    <a:pt x="172224" y="544068"/>
                  </a:lnTo>
                  <a:close/>
                </a:path>
                <a:path extrusionOk="0" h="742315" w="175895">
                  <a:moveTo>
                    <a:pt x="175260" y="477012"/>
                  </a:moveTo>
                  <a:lnTo>
                    <a:pt x="95897" y="445008"/>
                  </a:lnTo>
                  <a:lnTo>
                    <a:pt x="80772" y="438912"/>
                  </a:lnTo>
                  <a:lnTo>
                    <a:pt x="74676" y="437388"/>
                  </a:lnTo>
                  <a:lnTo>
                    <a:pt x="70104" y="434340"/>
                  </a:lnTo>
                  <a:lnTo>
                    <a:pt x="65532" y="429768"/>
                  </a:lnTo>
                  <a:lnTo>
                    <a:pt x="65532" y="426720"/>
                  </a:lnTo>
                  <a:lnTo>
                    <a:pt x="64008" y="423672"/>
                  </a:lnTo>
                  <a:lnTo>
                    <a:pt x="60960" y="423672"/>
                  </a:lnTo>
                  <a:lnTo>
                    <a:pt x="60960" y="458724"/>
                  </a:lnTo>
                  <a:lnTo>
                    <a:pt x="64008" y="458724"/>
                  </a:lnTo>
                  <a:lnTo>
                    <a:pt x="64008" y="454152"/>
                  </a:lnTo>
                  <a:lnTo>
                    <a:pt x="65532" y="451104"/>
                  </a:lnTo>
                  <a:lnTo>
                    <a:pt x="65532" y="448056"/>
                  </a:lnTo>
                  <a:lnTo>
                    <a:pt x="67056" y="448056"/>
                  </a:lnTo>
                  <a:lnTo>
                    <a:pt x="67056" y="446532"/>
                  </a:lnTo>
                  <a:lnTo>
                    <a:pt x="68580" y="446532"/>
                  </a:lnTo>
                  <a:lnTo>
                    <a:pt x="70104" y="445008"/>
                  </a:lnTo>
                  <a:lnTo>
                    <a:pt x="73152" y="445008"/>
                  </a:lnTo>
                  <a:lnTo>
                    <a:pt x="76200" y="446532"/>
                  </a:lnTo>
                  <a:lnTo>
                    <a:pt x="80772" y="448056"/>
                  </a:lnTo>
                  <a:lnTo>
                    <a:pt x="144780" y="473964"/>
                  </a:lnTo>
                  <a:lnTo>
                    <a:pt x="82296" y="498348"/>
                  </a:lnTo>
                  <a:lnTo>
                    <a:pt x="76200" y="501396"/>
                  </a:lnTo>
                  <a:lnTo>
                    <a:pt x="70104" y="501396"/>
                  </a:lnTo>
                  <a:lnTo>
                    <a:pt x="64008" y="495300"/>
                  </a:lnTo>
                  <a:lnTo>
                    <a:pt x="64008" y="487680"/>
                  </a:lnTo>
                  <a:lnTo>
                    <a:pt x="60960" y="487680"/>
                  </a:lnTo>
                  <a:lnTo>
                    <a:pt x="60960" y="541020"/>
                  </a:lnTo>
                  <a:lnTo>
                    <a:pt x="64008" y="541020"/>
                  </a:lnTo>
                  <a:lnTo>
                    <a:pt x="65532" y="536448"/>
                  </a:lnTo>
                  <a:lnTo>
                    <a:pt x="65532" y="533400"/>
                  </a:lnTo>
                  <a:lnTo>
                    <a:pt x="68580" y="530352"/>
                  </a:lnTo>
                  <a:lnTo>
                    <a:pt x="70104" y="527304"/>
                  </a:lnTo>
                  <a:lnTo>
                    <a:pt x="71628" y="525780"/>
                  </a:lnTo>
                  <a:lnTo>
                    <a:pt x="77724" y="522732"/>
                  </a:lnTo>
                  <a:lnTo>
                    <a:pt x="82296" y="521208"/>
                  </a:lnTo>
                  <a:lnTo>
                    <a:pt x="130644" y="501396"/>
                  </a:lnTo>
                  <a:lnTo>
                    <a:pt x="175260" y="483108"/>
                  </a:lnTo>
                  <a:lnTo>
                    <a:pt x="175260" y="477012"/>
                  </a:lnTo>
                  <a:close/>
                </a:path>
                <a:path extrusionOk="0" h="742315" w="175895">
                  <a:moveTo>
                    <a:pt x="175260" y="163068"/>
                  </a:moveTo>
                  <a:lnTo>
                    <a:pt x="95897" y="131064"/>
                  </a:lnTo>
                  <a:lnTo>
                    <a:pt x="80772" y="124968"/>
                  </a:lnTo>
                  <a:lnTo>
                    <a:pt x="74676" y="123444"/>
                  </a:lnTo>
                  <a:lnTo>
                    <a:pt x="70104" y="120396"/>
                  </a:lnTo>
                  <a:lnTo>
                    <a:pt x="65532" y="115824"/>
                  </a:lnTo>
                  <a:lnTo>
                    <a:pt x="65532" y="112776"/>
                  </a:lnTo>
                  <a:lnTo>
                    <a:pt x="64008" y="108204"/>
                  </a:lnTo>
                  <a:lnTo>
                    <a:pt x="60960" y="108204"/>
                  </a:lnTo>
                  <a:lnTo>
                    <a:pt x="60960" y="143256"/>
                  </a:lnTo>
                  <a:lnTo>
                    <a:pt x="64008" y="143256"/>
                  </a:lnTo>
                  <a:lnTo>
                    <a:pt x="64008" y="140208"/>
                  </a:lnTo>
                  <a:lnTo>
                    <a:pt x="65532" y="137160"/>
                  </a:lnTo>
                  <a:lnTo>
                    <a:pt x="65532" y="134112"/>
                  </a:lnTo>
                  <a:lnTo>
                    <a:pt x="68580" y="131064"/>
                  </a:lnTo>
                  <a:lnTo>
                    <a:pt x="73152" y="131064"/>
                  </a:lnTo>
                  <a:lnTo>
                    <a:pt x="76200" y="132588"/>
                  </a:lnTo>
                  <a:lnTo>
                    <a:pt x="80772" y="134112"/>
                  </a:lnTo>
                  <a:lnTo>
                    <a:pt x="144780" y="158496"/>
                  </a:lnTo>
                  <a:lnTo>
                    <a:pt x="82296" y="184404"/>
                  </a:lnTo>
                  <a:lnTo>
                    <a:pt x="79248" y="185928"/>
                  </a:lnTo>
                  <a:lnTo>
                    <a:pt x="68580" y="185928"/>
                  </a:lnTo>
                  <a:lnTo>
                    <a:pt x="65532" y="182880"/>
                  </a:lnTo>
                  <a:lnTo>
                    <a:pt x="64008" y="179832"/>
                  </a:lnTo>
                  <a:lnTo>
                    <a:pt x="64008" y="173736"/>
                  </a:lnTo>
                  <a:lnTo>
                    <a:pt x="60960" y="173736"/>
                  </a:lnTo>
                  <a:lnTo>
                    <a:pt x="60960" y="225552"/>
                  </a:lnTo>
                  <a:lnTo>
                    <a:pt x="64008" y="225552"/>
                  </a:lnTo>
                  <a:lnTo>
                    <a:pt x="65532" y="222504"/>
                  </a:lnTo>
                  <a:lnTo>
                    <a:pt x="65532" y="219456"/>
                  </a:lnTo>
                  <a:lnTo>
                    <a:pt x="67056" y="217932"/>
                  </a:lnTo>
                  <a:lnTo>
                    <a:pt x="68580" y="214884"/>
                  </a:lnTo>
                  <a:lnTo>
                    <a:pt x="71628" y="211836"/>
                  </a:lnTo>
                  <a:lnTo>
                    <a:pt x="77724" y="208788"/>
                  </a:lnTo>
                  <a:lnTo>
                    <a:pt x="82296" y="207264"/>
                  </a:lnTo>
                  <a:lnTo>
                    <a:pt x="132359" y="185928"/>
                  </a:lnTo>
                  <a:lnTo>
                    <a:pt x="175260" y="167640"/>
                  </a:lnTo>
                  <a:lnTo>
                    <a:pt x="175260" y="163068"/>
                  </a:lnTo>
                  <a:close/>
                </a:path>
                <a:path extrusionOk="0" h="742315" w="175895">
                  <a:moveTo>
                    <a:pt x="175272" y="358140"/>
                  </a:moveTo>
                  <a:lnTo>
                    <a:pt x="175196" y="356616"/>
                  </a:lnTo>
                  <a:lnTo>
                    <a:pt x="174929" y="350405"/>
                  </a:lnTo>
                  <a:lnTo>
                    <a:pt x="173748" y="343090"/>
                  </a:lnTo>
                  <a:lnTo>
                    <a:pt x="171411" y="336067"/>
                  </a:lnTo>
                  <a:lnTo>
                    <a:pt x="167652" y="329184"/>
                  </a:lnTo>
                  <a:lnTo>
                    <a:pt x="167652" y="344424"/>
                  </a:lnTo>
                  <a:lnTo>
                    <a:pt x="167652" y="352044"/>
                  </a:lnTo>
                  <a:lnTo>
                    <a:pt x="141427" y="381952"/>
                  </a:lnTo>
                  <a:lnTo>
                    <a:pt x="108216" y="387096"/>
                  </a:lnTo>
                  <a:lnTo>
                    <a:pt x="97548" y="387096"/>
                  </a:lnTo>
                  <a:lnTo>
                    <a:pt x="89928" y="385572"/>
                  </a:lnTo>
                  <a:lnTo>
                    <a:pt x="83832" y="382524"/>
                  </a:lnTo>
                  <a:lnTo>
                    <a:pt x="77736" y="381000"/>
                  </a:lnTo>
                  <a:lnTo>
                    <a:pt x="70116" y="373380"/>
                  </a:lnTo>
                  <a:lnTo>
                    <a:pt x="67068" y="368808"/>
                  </a:lnTo>
                  <a:lnTo>
                    <a:pt x="65544" y="364236"/>
                  </a:lnTo>
                  <a:lnTo>
                    <a:pt x="65544" y="352044"/>
                  </a:lnTo>
                  <a:lnTo>
                    <a:pt x="98501" y="329374"/>
                  </a:lnTo>
                  <a:lnTo>
                    <a:pt x="124980" y="326136"/>
                  </a:lnTo>
                  <a:lnTo>
                    <a:pt x="135788" y="326694"/>
                  </a:lnTo>
                  <a:lnTo>
                    <a:pt x="167652" y="344424"/>
                  </a:lnTo>
                  <a:lnTo>
                    <a:pt x="167652" y="329184"/>
                  </a:lnTo>
                  <a:lnTo>
                    <a:pt x="144792" y="310896"/>
                  </a:lnTo>
                  <a:lnTo>
                    <a:pt x="137668" y="307136"/>
                  </a:lnTo>
                  <a:lnTo>
                    <a:pt x="130124" y="304800"/>
                  </a:lnTo>
                  <a:lnTo>
                    <a:pt x="122288" y="303618"/>
                  </a:lnTo>
                  <a:lnTo>
                    <a:pt x="114312" y="303276"/>
                  </a:lnTo>
                  <a:lnTo>
                    <a:pt x="104305" y="304114"/>
                  </a:lnTo>
                  <a:lnTo>
                    <a:pt x="69494" y="324040"/>
                  </a:lnTo>
                  <a:lnTo>
                    <a:pt x="57912" y="356616"/>
                  </a:lnTo>
                  <a:lnTo>
                    <a:pt x="58039" y="358140"/>
                  </a:lnTo>
                  <a:lnTo>
                    <a:pt x="58470" y="363461"/>
                  </a:lnTo>
                  <a:lnTo>
                    <a:pt x="80975" y="398386"/>
                  </a:lnTo>
                  <a:lnTo>
                    <a:pt x="118884" y="409956"/>
                  </a:lnTo>
                  <a:lnTo>
                    <a:pt x="128879" y="409130"/>
                  </a:lnTo>
                  <a:lnTo>
                    <a:pt x="164338" y="389432"/>
                  </a:lnTo>
                  <a:lnTo>
                    <a:pt x="165900" y="387096"/>
                  </a:lnTo>
                  <a:lnTo>
                    <a:pt x="170510" y="380238"/>
                  </a:lnTo>
                  <a:lnTo>
                    <a:pt x="174104" y="369912"/>
                  </a:lnTo>
                  <a:lnTo>
                    <a:pt x="174205" y="368808"/>
                  </a:lnTo>
                  <a:lnTo>
                    <a:pt x="175272" y="358140"/>
                  </a:lnTo>
                  <a:close/>
                </a:path>
                <a:path extrusionOk="0" h="742315" w="175895">
                  <a:moveTo>
                    <a:pt x="175272" y="44196"/>
                  </a:moveTo>
                  <a:lnTo>
                    <a:pt x="175145" y="42672"/>
                  </a:lnTo>
                  <a:lnTo>
                    <a:pt x="174650" y="36245"/>
                  </a:lnTo>
                  <a:lnTo>
                    <a:pt x="172605" y="28575"/>
                  </a:lnTo>
                  <a:lnTo>
                    <a:pt x="140576" y="1739"/>
                  </a:lnTo>
                  <a:lnTo>
                    <a:pt x="132600" y="0"/>
                  </a:lnTo>
                  <a:lnTo>
                    <a:pt x="129552" y="3048"/>
                  </a:lnTo>
                  <a:lnTo>
                    <a:pt x="140220" y="6096"/>
                  </a:lnTo>
                  <a:lnTo>
                    <a:pt x="146316" y="10668"/>
                  </a:lnTo>
                  <a:lnTo>
                    <a:pt x="150888" y="16764"/>
                  </a:lnTo>
                  <a:lnTo>
                    <a:pt x="153936" y="21336"/>
                  </a:lnTo>
                  <a:lnTo>
                    <a:pt x="153962" y="21488"/>
                  </a:lnTo>
                  <a:lnTo>
                    <a:pt x="155460" y="27432"/>
                  </a:lnTo>
                  <a:lnTo>
                    <a:pt x="155460" y="35052"/>
                  </a:lnTo>
                  <a:lnTo>
                    <a:pt x="154609" y="42672"/>
                  </a:lnTo>
                  <a:lnTo>
                    <a:pt x="124790" y="71437"/>
                  </a:lnTo>
                  <a:lnTo>
                    <a:pt x="102120" y="74676"/>
                  </a:lnTo>
                  <a:lnTo>
                    <a:pt x="102120" y="24384"/>
                  </a:lnTo>
                  <a:lnTo>
                    <a:pt x="102120" y="0"/>
                  </a:lnTo>
                  <a:lnTo>
                    <a:pt x="94500" y="723"/>
                  </a:lnTo>
                  <a:lnTo>
                    <a:pt x="94500" y="24384"/>
                  </a:lnTo>
                  <a:lnTo>
                    <a:pt x="94500" y="74676"/>
                  </a:lnTo>
                  <a:lnTo>
                    <a:pt x="65544" y="54864"/>
                  </a:lnTo>
                  <a:lnTo>
                    <a:pt x="65544" y="44196"/>
                  </a:lnTo>
                  <a:lnTo>
                    <a:pt x="67068" y="39624"/>
                  </a:lnTo>
                  <a:lnTo>
                    <a:pt x="70116" y="35052"/>
                  </a:lnTo>
                  <a:lnTo>
                    <a:pt x="76212" y="28956"/>
                  </a:lnTo>
                  <a:lnTo>
                    <a:pt x="80784" y="27432"/>
                  </a:lnTo>
                  <a:lnTo>
                    <a:pt x="83832" y="25908"/>
                  </a:lnTo>
                  <a:lnTo>
                    <a:pt x="88404" y="24384"/>
                  </a:lnTo>
                  <a:lnTo>
                    <a:pt x="94500" y="24384"/>
                  </a:lnTo>
                  <a:lnTo>
                    <a:pt x="94500" y="723"/>
                  </a:lnTo>
                  <a:lnTo>
                    <a:pt x="61163" y="25717"/>
                  </a:lnTo>
                  <a:lnTo>
                    <a:pt x="58635" y="35052"/>
                  </a:lnTo>
                  <a:lnTo>
                    <a:pt x="58521" y="36245"/>
                  </a:lnTo>
                  <a:lnTo>
                    <a:pt x="74688" y="77724"/>
                  </a:lnTo>
                  <a:lnTo>
                    <a:pt x="118884" y="92964"/>
                  </a:lnTo>
                  <a:lnTo>
                    <a:pt x="131216" y="92087"/>
                  </a:lnTo>
                  <a:lnTo>
                    <a:pt x="130975" y="92087"/>
                  </a:lnTo>
                  <a:lnTo>
                    <a:pt x="141744" y="89535"/>
                  </a:lnTo>
                  <a:lnTo>
                    <a:pt x="151460" y="85255"/>
                  </a:lnTo>
                  <a:lnTo>
                    <a:pt x="160032" y="79248"/>
                  </a:lnTo>
                  <a:lnTo>
                    <a:pt x="164274" y="74676"/>
                  </a:lnTo>
                  <a:lnTo>
                    <a:pt x="166903" y="71843"/>
                  </a:lnTo>
                  <a:lnTo>
                    <a:pt x="171653" y="63436"/>
                  </a:lnTo>
                  <a:lnTo>
                    <a:pt x="174383" y="54178"/>
                  </a:lnTo>
                  <a:lnTo>
                    <a:pt x="175272" y="44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03" name="Google Shape;4903;p79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4869180" y="7947659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04" name="Google Shape;4904;p79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4818888" y="2997707"/>
            <a:ext cx="167640" cy="345948"/>
          </a:xfrm>
          <a:prstGeom prst="rect">
            <a:avLst/>
          </a:prstGeom>
          <a:noFill/>
          <a:ln>
            <a:noFill/>
          </a:ln>
        </p:spPr>
      </p:pic>
      <p:sp>
        <p:nvSpPr>
          <p:cNvPr id="4905" name="Google Shape;4905;p79"/>
          <p:cNvSpPr/>
          <p:nvPr/>
        </p:nvSpPr>
        <p:spPr>
          <a:xfrm>
            <a:off x="4869179" y="2042160"/>
            <a:ext cx="154305" cy="36830"/>
          </a:xfrm>
          <a:custGeom>
            <a:rect b="b" l="l" r="r" t="t"/>
            <a:pathLst>
              <a:path extrusionOk="0" h="36830" w="154304">
                <a:moveTo>
                  <a:pt x="18288" y="33528"/>
                </a:moveTo>
                <a:lnTo>
                  <a:pt x="10668" y="33528"/>
                </a:lnTo>
                <a:lnTo>
                  <a:pt x="7620" y="32004"/>
                </a:lnTo>
                <a:lnTo>
                  <a:pt x="1524" y="25908"/>
                </a:lnTo>
                <a:lnTo>
                  <a:pt x="0" y="22860"/>
                </a:lnTo>
                <a:lnTo>
                  <a:pt x="0" y="15240"/>
                </a:lnTo>
                <a:lnTo>
                  <a:pt x="1524" y="12192"/>
                </a:lnTo>
                <a:lnTo>
                  <a:pt x="4572" y="9144"/>
                </a:lnTo>
                <a:lnTo>
                  <a:pt x="10668" y="6096"/>
                </a:lnTo>
                <a:lnTo>
                  <a:pt x="18288" y="6096"/>
                </a:lnTo>
                <a:lnTo>
                  <a:pt x="24384" y="9144"/>
                </a:lnTo>
                <a:lnTo>
                  <a:pt x="27432" y="12192"/>
                </a:lnTo>
                <a:lnTo>
                  <a:pt x="27432" y="25908"/>
                </a:lnTo>
                <a:lnTo>
                  <a:pt x="21336" y="32004"/>
                </a:lnTo>
                <a:lnTo>
                  <a:pt x="18288" y="33528"/>
                </a:lnTo>
                <a:close/>
              </a:path>
              <a:path extrusionOk="0" h="36830" w="154304">
                <a:moveTo>
                  <a:pt x="108204" y="36576"/>
                </a:moveTo>
                <a:lnTo>
                  <a:pt x="100584" y="36576"/>
                </a:lnTo>
                <a:lnTo>
                  <a:pt x="97536" y="35052"/>
                </a:lnTo>
                <a:lnTo>
                  <a:pt x="91440" y="28956"/>
                </a:lnTo>
                <a:lnTo>
                  <a:pt x="89916" y="24384"/>
                </a:lnTo>
                <a:lnTo>
                  <a:pt x="89916" y="15240"/>
                </a:lnTo>
                <a:lnTo>
                  <a:pt x="92964" y="10668"/>
                </a:lnTo>
                <a:lnTo>
                  <a:pt x="102108" y="1524"/>
                </a:lnTo>
                <a:lnTo>
                  <a:pt x="108204" y="0"/>
                </a:lnTo>
                <a:lnTo>
                  <a:pt x="123444" y="0"/>
                </a:lnTo>
                <a:lnTo>
                  <a:pt x="131064" y="3048"/>
                </a:lnTo>
                <a:lnTo>
                  <a:pt x="138684" y="9144"/>
                </a:lnTo>
                <a:lnTo>
                  <a:pt x="140292" y="10668"/>
                </a:lnTo>
                <a:lnTo>
                  <a:pt x="114300" y="10668"/>
                </a:lnTo>
                <a:lnTo>
                  <a:pt x="114300" y="12192"/>
                </a:lnTo>
                <a:lnTo>
                  <a:pt x="112776" y="12192"/>
                </a:lnTo>
                <a:lnTo>
                  <a:pt x="112776" y="13716"/>
                </a:lnTo>
                <a:lnTo>
                  <a:pt x="114300" y="15240"/>
                </a:lnTo>
                <a:lnTo>
                  <a:pt x="115824" y="18288"/>
                </a:lnTo>
                <a:lnTo>
                  <a:pt x="117348" y="19812"/>
                </a:lnTo>
                <a:lnTo>
                  <a:pt x="117348" y="30480"/>
                </a:lnTo>
                <a:lnTo>
                  <a:pt x="112776" y="35052"/>
                </a:lnTo>
                <a:lnTo>
                  <a:pt x="108204" y="36576"/>
                </a:lnTo>
                <a:close/>
              </a:path>
              <a:path extrusionOk="0" h="36830" w="154304">
                <a:moveTo>
                  <a:pt x="153924" y="36576"/>
                </a:moveTo>
                <a:lnTo>
                  <a:pt x="149352" y="36576"/>
                </a:lnTo>
                <a:lnTo>
                  <a:pt x="146304" y="27432"/>
                </a:lnTo>
                <a:lnTo>
                  <a:pt x="141732" y="21336"/>
                </a:lnTo>
                <a:lnTo>
                  <a:pt x="137160" y="16764"/>
                </a:lnTo>
                <a:lnTo>
                  <a:pt x="131064" y="12192"/>
                </a:lnTo>
                <a:lnTo>
                  <a:pt x="124968" y="10668"/>
                </a:lnTo>
                <a:lnTo>
                  <a:pt x="140292" y="10668"/>
                </a:lnTo>
                <a:lnTo>
                  <a:pt x="143208" y="13430"/>
                </a:lnTo>
                <a:lnTo>
                  <a:pt x="147447" y="19431"/>
                </a:lnTo>
                <a:lnTo>
                  <a:pt x="151114" y="27146"/>
                </a:lnTo>
                <a:lnTo>
                  <a:pt x="153924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906" name="Google Shape;4906;p79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4815839" y="780287"/>
            <a:ext cx="170688" cy="11170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07" name="Google Shape;4907;p79"/>
          <p:cNvGrpSpPr/>
          <p:nvPr/>
        </p:nvGrpSpPr>
        <p:grpSpPr>
          <a:xfrm>
            <a:off x="5056632" y="8208264"/>
            <a:ext cx="167640" cy="632459"/>
            <a:chOff x="5056632" y="8208264"/>
            <a:chExt cx="167640" cy="632459"/>
          </a:xfrm>
        </p:grpSpPr>
        <p:pic>
          <p:nvPicPr>
            <p:cNvPr id="4908" name="Google Shape;4908;p79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5106923" y="8532876"/>
              <a:ext cx="117348" cy="3078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09" name="Google Shape;4909;p79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5056632" y="8208264"/>
              <a:ext cx="167640" cy="3032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910" name="Google Shape;4910;p79"/>
          <p:cNvSpPr/>
          <p:nvPr/>
        </p:nvSpPr>
        <p:spPr>
          <a:xfrm>
            <a:off x="5106924" y="8092440"/>
            <a:ext cx="154305" cy="36830"/>
          </a:xfrm>
          <a:custGeom>
            <a:rect b="b" l="l" r="r" t="t"/>
            <a:pathLst>
              <a:path extrusionOk="0" h="36829" w="154304">
                <a:moveTo>
                  <a:pt x="16764" y="33528"/>
                </a:moveTo>
                <a:lnTo>
                  <a:pt x="9144" y="33528"/>
                </a:lnTo>
                <a:lnTo>
                  <a:pt x="6096" y="32004"/>
                </a:lnTo>
                <a:lnTo>
                  <a:pt x="4572" y="28956"/>
                </a:lnTo>
                <a:lnTo>
                  <a:pt x="1524" y="25908"/>
                </a:lnTo>
                <a:lnTo>
                  <a:pt x="0" y="22860"/>
                </a:lnTo>
                <a:lnTo>
                  <a:pt x="0" y="15240"/>
                </a:lnTo>
                <a:lnTo>
                  <a:pt x="1524" y="12192"/>
                </a:lnTo>
                <a:lnTo>
                  <a:pt x="4572" y="9144"/>
                </a:lnTo>
                <a:lnTo>
                  <a:pt x="6096" y="6096"/>
                </a:lnTo>
                <a:lnTo>
                  <a:pt x="21336" y="6096"/>
                </a:lnTo>
                <a:lnTo>
                  <a:pt x="22860" y="9144"/>
                </a:lnTo>
                <a:lnTo>
                  <a:pt x="25908" y="12192"/>
                </a:lnTo>
                <a:lnTo>
                  <a:pt x="27432" y="15240"/>
                </a:lnTo>
                <a:lnTo>
                  <a:pt x="27432" y="22860"/>
                </a:lnTo>
                <a:lnTo>
                  <a:pt x="25908" y="25908"/>
                </a:lnTo>
                <a:lnTo>
                  <a:pt x="22860" y="28956"/>
                </a:lnTo>
                <a:lnTo>
                  <a:pt x="21336" y="32004"/>
                </a:lnTo>
                <a:lnTo>
                  <a:pt x="16764" y="33528"/>
                </a:lnTo>
                <a:close/>
              </a:path>
              <a:path extrusionOk="0" h="36829" w="154304">
                <a:moveTo>
                  <a:pt x="108204" y="36576"/>
                </a:moveTo>
                <a:lnTo>
                  <a:pt x="100584" y="36576"/>
                </a:lnTo>
                <a:lnTo>
                  <a:pt x="97536" y="35052"/>
                </a:lnTo>
                <a:lnTo>
                  <a:pt x="91440" y="28956"/>
                </a:lnTo>
                <a:lnTo>
                  <a:pt x="89916" y="24384"/>
                </a:lnTo>
                <a:lnTo>
                  <a:pt x="89916" y="15240"/>
                </a:lnTo>
                <a:lnTo>
                  <a:pt x="92964" y="9144"/>
                </a:lnTo>
                <a:lnTo>
                  <a:pt x="100584" y="1524"/>
                </a:lnTo>
                <a:lnTo>
                  <a:pt x="106680" y="0"/>
                </a:lnTo>
                <a:lnTo>
                  <a:pt x="123444" y="0"/>
                </a:lnTo>
                <a:lnTo>
                  <a:pt x="131064" y="1524"/>
                </a:lnTo>
                <a:lnTo>
                  <a:pt x="140222" y="10668"/>
                </a:lnTo>
                <a:lnTo>
                  <a:pt x="114300" y="10668"/>
                </a:lnTo>
                <a:lnTo>
                  <a:pt x="112776" y="12192"/>
                </a:lnTo>
                <a:lnTo>
                  <a:pt x="112776" y="13716"/>
                </a:lnTo>
                <a:lnTo>
                  <a:pt x="114300" y="15240"/>
                </a:lnTo>
                <a:lnTo>
                  <a:pt x="115824" y="18288"/>
                </a:lnTo>
                <a:lnTo>
                  <a:pt x="117348" y="19812"/>
                </a:lnTo>
                <a:lnTo>
                  <a:pt x="117348" y="27432"/>
                </a:lnTo>
                <a:lnTo>
                  <a:pt x="115824" y="30480"/>
                </a:lnTo>
                <a:lnTo>
                  <a:pt x="111252" y="35052"/>
                </a:lnTo>
                <a:lnTo>
                  <a:pt x="108204" y="36576"/>
                </a:lnTo>
                <a:close/>
              </a:path>
              <a:path extrusionOk="0" h="36829" w="154304">
                <a:moveTo>
                  <a:pt x="153924" y="36576"/>
                </a:moveTo>
                <a:lnTo>
                  <a:pt x="149352" y="36576"/>
                </a:lnTo>
                <a:lnTo>
                  <a:pt x="146304" y="27432"/>
                </a:lnTo>
                <a:lnTo>
                  <a:pt x="141732" y="21336"/>
                </a:lnTo>
                <a:lnTo>
                  <a:pt x="129540" y="12192"/>
                </a:lnTo>
                <a:lnTo>
                  <a:pt x="123444" y="10668"/>
                </a:lnTo>
                <a:lnTo>
                  <a:pt x="140222" y="10668"/>
                </a:lnTo>
                <a:lnTo>
                  <a:pt x="142351" y="12787"/>
                </a:lnTo>
                <a:lnTo>
                  <a:pt x="146685" y="19240"/>
                </a:lnTo>
                <a:lnTo>
                  <a:pt x="150447" y="27122"/>
                </a:lnTo>
                <a:lnTo>
                  <a:pt x="153924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1" name="Google Shape;4911;p79"/>
          <p:cNvSpPr/>
          <p:nvPr/>
        </p:nvSpPr>
        <p:spPr>
          <a:xfrm>
            <a:off x="5106924" y="5747003"/>
            <a:ext cx="154305" cy="36830"/>
          </a:xfrm>
          <a:custGeom>
            <a:rect b="b" l="l" r="r" t="t"/>
            <a:pathLst>
              <a:path extrusionOk="0" h="36829" w="154304">
                <a:moveTo>
                  <a:pt x="16764" y="33528"/>
                </a:moveTo>
                <a:lnTo>
                  <a:pt x="9144" y="33528"/>
                </a:lnTo>
                <a:lnTo>
                  <a:pt x="6096" y="32004"/>
                </a:lnTo>
                <a:lnTo>
                  <a:pt x="1524" y="27432"/>
                </a:lnTo>
                <a:lnTo>
                  <a:pt x="0" y="24384"/>
                </a:lnTo>
                <a:lnTo>
                  <a:pt x="0" y="16764"/>
                </a:lnTo>
                <a:lnTo>
                  <a:pt x="1524" y="13716"/>
                </a:lnTo>
                <a:lnTo>
                  <a:pt x="4572" y="10668"/>
                </a:lnTo>
                <a:lnTo>
                  <a:pt x="6096" y="7620"/>
                </a:lnTo>
                <a:lnTo>
                  <a:pt x="9144" y="6096"/>
                </a:lnTo>
                <a:lnTo>
                  <a:pt x="16764" y="6096"/>
                </a:lnTo>
                <a:lnTo>
                  <a:pt x="21336" y="7620"/>
                </a:lnTo>
                <a:lnTo>
                  <a:pt x="22860" y="10668"/>
                </a:lnTo>
                <a:lnTo>
                  <a:pt x="25908" y="13716"/>
                </a:lnTo>
                <a:lnTo>
                  <a:pt x="27432" y="16764"/>
                </a:lnTo>
                <a:lnTo>
                  <a:pt x="27432" y="24384"/>
                </a:lnTo>
                <a:lnTo>
                  <a:pt x="25908" y="27432"/>
                </a:lnTo>
                <a:lnTo>
                  <a:pt x="21336" y="32004"/>
                </a:lnTo>
                <a:lnTo>
                  <a:pt x="16764" y="33528"/>
                </a:lnTo>
                <a:close/>
              </a:path>
              <a:path extrusionOk="0" h="36829" w="154304">
                <a:moveTo>
                  <a:pt x="108204" y="36576"/>
                </a:moveTo>
                <a:lnTo>
                  <a:pt x="100584" y="36576"/>
                </a:lnTo>
                <a:lnTo>
                  <a:pt x="97536" y="35052"/>
                </a:lnTo>
                <a:lnTo>
                  <a:pt x="91440" y="28956"/>
                </a:lnTo>
                <a:lnTo>
                  <a:pt x="89916" y="25908"/>
                </a:lnTo>
                <a:lnTo>
                  <a:pt x="89916" y="15240"/>
                </a:lnTo>
                <a:lnTo>
                  <a:pt x="96012" y="6096"/>
                </a:lnTo>
                <a:lnTo>
                  <a:pt x="100584" y="3048"/>
                </a:lnTo>
                <a:lnTo>
                  <a:pt x="106680" y="0"/>
                </a:lnTo>
                <a:lnTo>
                  <a:pt x="123444" y="0"/>
                </a:lnTo>
                <a:lnTo>
                  <a:pt x="131064" y="3048"/>
                </a:lnTo>
                <a:lnTo>
                  <a:pt x="138698" y="10668"/>
                </a:lnTo>
                <a:lnTo>
                  <a:pt x="114300" y="10668"/>
                </a:lnTo>
                <a:lnTo>
                  <a:pt x="114300" y="12192"/>
                </a:lnTo>
                <a:lnTo>
                  <a:pt x="112776" y="12192"/>
                </a:lnTo>
                <a:lnTo>
                  <a:pt x="112776" y="15240"/>
                </a:lnTo>
                <a:lnTo>
                  <a:pt x="114300" y="16764"/>
                </a:lnTo>
                <a:lnTo>
                  <a:pt x="115824" y="19812"/>
                </a:lnTo>
                <a:lnTo>
                  <a:pt x="117348" y="21336"/>
                </a:lnTo>
                <a:lnTo>
                  <a:pt x="117348" y="27432"/>
                </a:lnTo>
                <a:lnTo>
                  <a:pt x="114300" y="33528"/>
                </a:lnTo>
                <a:lnTo>
                  <a:pt x="108204" y="36576"/>
                </a:lnTo>
                <a:close/>
              </a:path>
              <a:path extrusionOk="0" h="36829" w="154304">
                <a:moveTo>
                  <a:pt x="153924" y="36576"/>
                </a:moveTo>
                <a:lnTo>
                  <a:pt x="149352" y="36576"/>
                </a:lnTo>
                <a:lnTo>
                  <a:pt x="146304" y="28956"/>
                </a:lnTo>
                <a:lnTo>
                  <a:pt x="141732" y="22860"/>
                </a:lnTo>
                <a:lnTo>
                  <a:pt x="129540" y="13716"/>
                </a:lnTo>
                <a:lnTo>
                  <a:pt x="123444" y="10668"/>
                </a:lnTo>
                <a:lnTo>
                  <a:pt x="138698" y="10668"/>
                </a:lnTo>
                <a:lnTo>
                  <a:pt x="142351" y="14287"/>
                </a:lnTo>
                <a:lnTo>
                  <a:pt x="146685" y="20574"/>
                </a:lnTo>
                <a:lnTo>
                  <a:pt x="150447" y="28003"/>
                </a:lnTo>
                <a:lnTo>
                  <a:pt x="153924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2" name="Google Shape;4912;p79"/>
          <p:cNvGrpSpPr/>
          <p:nvPr/>
        </p:nvGrpSpPr>
        <p:grpSpPr>
          <a:xfrm>
            <a:off x="4811267" y="780287"/>
            <a:ext cx="1175004" cy="8063612"/>
            <a:chOff x="4811267" y="780287"/>
            <a:chExt cx="1175004" cy="8063612"/>
          </a:xfrm>
        </p:grpSpPr>
        <p:sp>
          <p:nvSpPr>
            <p:cNvPr id="4913" name="Google Shape;4913;p79"/>
            <p:cNvSpPr/>
            <p:nvPr/>
          </p:nvSpPr>
          <p:spPr>
            <a:xfrm>
              <a:off x="5291315" y="8177784"/>
              <a:ext cx="170815" cy="666115"/>
            </a:xfrm>
            <a:custGeom>
              <a:rect b="b" l="l" r="r" t="t"/>
              <a:pathLst>
                <a:path extrusionOk="0" h="666115" w="170814">
                  <a:moveTo>
                    <a:pt x="35064" y="524256"/>
                  </a:moveTo>
                  <a:lnTo>
                    <a:pt x="33540" y="521208"/>
                  </a:lnTo>
                  <a:lnTo>
                    <a:pt x="25920" y="513588"/>
                  </a:lnTo>
                  <a:lnTo>
                    <a:pt x="21348" y="512064"/>
                  </a:lnTo>
                  <a:lnTo>
                    <a:pt x="12204" y="512064"/>
                  </a:lnTo>
                  <a:lnTo>
                    <a:pt x="7632" y="513588"/>
                  </a:lnTo>
                  <a:lnTo>
                    <a:pt x="4584" y="516636"/>
                  </a:lnTo>
                  <a:lnTo>
                    <a:pt x="1524" y="521208"/>
                  </a:lnTo>
                  <a:lnTo>
                    <a:pt x="0" y="524256"/>
                  </a:lnTo>
                  <a:lnTo>
                    <a:pt x="0" y="534924"/>
                  </a:lnTo>
                  <a:lnTo>
                    <a:pt x="1524" y="539496"/>
                  </a:lnTo>
                  <a:lnTo>
                    <a:pt x="7632" y="545592"/>
                  </a:lnTo>
                  <a:lnTo>
                    <a:pt x="12204" y="547116"/>
                  </a:lnTo>
                  <a:lnTo>
                    <a:pt x="21348" y="547116"/>
                  </a:lnTo>
                  <a:lnTo>
                    <a:pt x="25920" y="545592"/>
                  </a:lnTo>
                  <a:lnTo>
                    <a:pt x="28968" y="542544"/>
                  </a:lnTo>
                  <a:lnTo>
                    <a:pt x="33540" y="539496"/>
                  </a:lnTo>
                  <a:lnTo>
                    <a:pt x="35064" y="534924"/>
                  </a:lnTo>
                  <a:lnTo>
                    <a:pt x="35064" y="524256"/>
                  </a:lnTo>
                  <a:close/>
                </a:path>
                <a:path extrusionOk="0" h="666115" w="170814">
                  <a:moveTo>
                    <a:pt x="35064" y="103632"/>
                  </a:moveTo>
                  <a:lnTo>
                    <a:pt x="33540" y="100584"/>
                  </a:lnTo>
                  <a:lnTo>
                    <a:pt x="25920" y="92964"/>
                  </a:lnTo>
                  <a:lnTo>
                    <a:pt x="21348" y="91440"/>
                  </a:lnTo>
                  <a:lnTo>
                    <a:pt x="12204" y="91440"/>
                  </a:lnTo>
                  <a:lnTo>
                    <a:pt x="7632" y="92964"/>
                  </a:lnTo>
                  <a:lnTo>
                    <a:pt x="4584" y="96012"/>
                  </a:lnTo>
                  <a:lnTo>
                    <a:pt x="1524" y="100584"/>
                  </a:lnTo>
                  <a:lnTo>
                    <a:pt x="0" y="103632"/>
                  </a:lnTo>
                  <a:lnTo>
                    <a:pt x="0" y="114300"/>
                  </a:lnTo>
                  <a:lnTo>
                    <a:pt x="1524" y="117348"/>
                  </a:lnTo>
                  <a:lnTo>
                    <a:pt x="4584" y="121920"/>
                  </a:lnTo>
                  <a:lnTo>
                    <a:pt x="7632" y="124968"/>
                  </a:lnTo>
                  <a:lnTo>
                    <a:pt x="12204" y="126492"/>
                  </a:lnTo>
                  <a:lnTo>
                    <a:pt x="21348" y="126492"/>
                  </a:lnTo>
                  <a:lnTo>
                    <a:pt x="25920" y="124968"/>
                  </a:lnTo>
                  <a:lnTo>
                    <a:pt x="33540" y="117348"/>
                  </a:lnTo>
                  <a:lnTo>
                    <a:pt x="35064" y="114300"/>
                  </a:lnTo>
                  <a:lnTo>
                    <a:pt x="35064" y="103632"/>
                  </a:lnTo>
                  <a:close/>
                </a:path>
                <a:path extrusionOk="0" h="666115" w="170814">
                  <a:moveTo>
                    <a:pt x="167652" y="498348"/>
                  </a:moveTo>
                  <a:lnTo>
                    <a:pt x="163068" y="498348"/>
                  </a:lnTo>
                  <a:lnTo>
                    <a:pt x="161556" y="504444"/>
                  </a:lnTo>
                  <a:lnTo>
                    <a:pt x="161556" y="507492"/>
                  </a:lnTo>
                  <a:lnTo>
                    <a:pt x="158508" y="509016"/>
                  </a:lnTo>
                  <a:lnTo>
                    <a:pt x="156984" y="510540"/>
                  </a:lnTo>
                  <a:lnTo>
                    <a:pt x="150888" y="512064"/>
                  </a:lnTo>
                  <a:lnTo>
                    <a:pt x="56400" y="512064"/>
                  </a:lnTo>
                  <a:lnTo>
                    <a:pt x="56400" y="559308"/>
                  </a:lnTo>
                  <a:lnTo>
                    <a:pt x="60972" y="559308"/>
                  </a:lnTo>
                  <a:lnTo>
                    <a:pt x="60972" y="554736"/>
                  </a:lnTo>
                  <a:lnTo>
                    <a:pt x="62496" y="550164"/>
                  </a:lnTo>
                  <a:lnTo>
                    <a:pt x="64020" y="548640"/>
                  </a:lnTo>
                  <a:lnTo>
                    <a:pt x="67068" y="547116"/>
                  </a:lnTo>
                  <a:lnTo>
                    <a:pt x="71640" y="545592"/>
                  </a:lnTo>
                  <a:lnTo>
                    <a:pt x="150888" y="545592"/>
                  </a:lnTo>
                  <a:lnTo>
                    <a:pt x="155460" y="547116"/>
                  </a:lnTo>
                  <a:lnTo>
                    <a:pt x="161556" y="550164"/>
                  </a:lnTo>
                  <a:lnTo>
                    <a:pt x="163068" y="554736"/>
                  </a:lnTo>
                  <a:lnTo>
                    <a:pt x="163068" y="559308"/>
                  </a:lnTo>
                  <a:lnTo>
                    <a:pt x="167652" y="559308"/>
                  </a:lnTo>
                  <a:lnTo>
                    <a:pt x="167652" y="545592"/>
                  </a:lnTo>
                  <a:lnTo>
                    <a:pt x="167652" y="498348"/>
                  </a:lnTo>
                  <a:close/>
                </a:path>
                <a:path extrusionOk="0" h="666115" w="170814">
                  <a:moveTo>
                    <a:pt x="167652" y="426720"/>
                  </a:moveTo>
                  <a:lnTo>
                    <a:pt x="163080" y="426720"/>
                  </a:lnTo>
                  <a:lnTo>
                    <a:pt x="161556" y="429768"/>
                  </a:lnTo>
                  <a:lnTo>
                    <a:pt x="161556" y="432816"/>
                  </a:lnTo>
                  <a:lnTo>
                    <a:pt x="160032" y="434340"/>
                  </a:lnTo>
                  <a:lnTo>
                    <a:pt x="160032" y="437388"/>
                  </a:lnTo>
                  <a:lnTo>
                    <a:pt x="158508" y="437388"/>
                  </a:lnTo>
                  <a:lnTo>
                    <a:pt x="152412" y="440436"/>
                  </a:lnTo>
                  <a:lnTo>
                    <a:pt x="115836" y="440436"/>
                  </a:lnTo>
                  <a:lnTo>
                    <a:pt x="108356" y="440156"/>
                  </a:lnTo>
                  <a:lnTo>
                    <a:pt x="101739" y="439293"/>
                  </a:lnTo>
                  <a:lnTo>
                    <a:pt x="95681" y="437870"/>
                  </a:lnTo>
                  <a:lnTo>
                    <a:pt x="89928" y="435864"/>
                  </a:lnTo>
                  <a:lnTo>
                    <a:pt x="85356" y="434340"/>
                  </a:lnTo>
                  <a:lnTo>
                    <a:pt x="80784" y="431292"/>
                  </a:lnTo>
                  <a:lnTo>
                    <a:pt x="76212" y="426720"/>
                  </a:lnTo>
                  <a:lnTo>
                    <a:pt x="76212" y="419100"/>
                  </a:lnTo>
                  <a:lnTo>
                    <a:pt x="83832" y="411480"/>
                  </a:lnTo>
                  <a:lnTo>
                    <a:pt x="85356" y="408432"/>
                  </a:lnTo>
                  <a:lnTo>
                    <a:pt x="85356" y="400812"/>
                  </a:lnTo>
                  <a:lnTo>
                    <a:pt x="83832" y="396240"/>
                  </a:lnTo>
                  <a:lnTo>
                    <a:pt x="80784" y="394716"/>
                  </a:lnTo>
                  <a:lnTo>
                    <a:pt x="77736" y="391668"/>
                  </a:lnTo>
                  <a:lnTo>
                    <a:pt x="73164" y="390144"/>
                  </a:lnTo>
                  <a:lnTo>
                    <a:pt x="64020" y="390144"/>
                  </a:lnTo>
                  <a:lnTo>
                    <a:pt x="59448" y="391668"/>
                  </a:lnTo>
                  <a:lnTo>
                    <a:pt x="56400" y="393192"/>
                  </a:lnTo>
                  <a:lnTo>
                    <a:pt x="54876" y="396240"/>
                  </a:lnTo>
                  <a:lnTo>
                    <a:pt x="53352" y="400812"/>
                  </a:lnTo>
                  <a:lnTo>
                    <a:pt x="53352" y="409956"/>
                  </a:lnTo>
                  <a:lnTo>
                    <a:pt x="80784" y="440436"/>
                  </a:lnTo>
                  <a:lnTo>
                    <a:pt x="56400" y="440436"/>
                  </a:lnTo>
                  <a:lnTo>
                    <a:pt x="56400" y="487680"/>
                  </a:lnTo>
                  <a:lnTo>
                    <a:pt x="60972" y="487680"/>
                  </a:lnTo>
                  <a:lnTo>
                    <a:pt x="60972" y="480060"/>
                  </a:lnTo>
                  <a:lnTo>
                    <a:pt x="67068" y="473964"/>
                  </a:lnTo>
                  <a:lnTo>
                    <a:pt x="156984" y="473964"/>
                  </a:lnTo>
                  <a:lnTo>
                    <a:pt x="161556" y="478536"/>
                  </a:lnTo>
                  <a:lnTo>
                    <a:pt x="161556" y="481584"/>
                  </a:lnTo>
                  <a:lnTo>
                    <a:pt x="163080" y="487680"/>
                  </a:lnTo>
                  <a:lnTo>
                    <a:pt x="167652" y="487680"/>
                  </a:lnTo>
                  <a:lnTo>
                    <a:pt x="167652" y="473964"/>
                  </a:lnTo>
                  <a:lnTo>
                    <a:pt x="167652" y="426720"/>
                  </a:lnTo>
                  <a:close/>
                </a:path>
                <a:path extrusionOk="0" h="666115" w="170814">
                  <a:moveTo>
                    <a:pt x="167652" y="77724"/>
                  </a:moveTo>
                  <a:lnTo>
                    <a:pt x="163068" y="77724"/>
                  </a:lnTo>
                  <a:lnTo>
                    <a:pt x="161556" y="82296"/>
                  </a:lnTo>
                  <a:lnTo>
                    <a:pt x="161556" y="86868"/>
                  </a:lnTo>
                  <a:lnTo>
                    <a:pt x="158508" y="88392"/>
                  </a:lnTo>
                  <a:lnTo>
                    <a:pt x="156984" y="89916"/>
                  </a:lnTo>
                  <a:lnTo>
                    <a:pt x="150888" y="91440"/>
                  </a:lnTo>
                  <a:lnTo>
                    <a:pt x="56400" y="91440"/>
                  </a:lnTo>
                  <a:lnTo>
                    <a:pt x="56400" y="138684"/>
                  </a:lnTo>
                  <a:lnTo>
                    <a:pt x="60972" y="138684"/>
                  </a:lnTo>
                  <a:lnTo>
                    <a:pt x="60972" y="132588"/>
                  </a:lnTo>
                  <a:lnTo>
                    <a:pt x="62496" y="129540"/>
                  </a:lnTo>
                  <a:lnTo>
                    <a:pt x="64020" y="128016"/>
                  </a:lnTo>
                  <a:lnTo>
                    <a:pt x="67068" y="126492"/>
                  </a:lnTo>
                  <a:lnTo>
                    <a:pt x="71640" y="124968"/>
                  </a:lnTo>
                  <a:lnTo>
                    <a:pt x="155460" y="124968"/>
                  </a:lnTo>
                  <a:lnTo>
                    <a:pt x="158508" y="128016"/>
                  </a:lnTo>
                  <a:lnTo>
                    <a:pt x="161556" y="129540"/>
                  </a:lnTo>
                  <a:lnTo>
                    <a:pt x="163068" y="134112"/>
                  </a:lnTo>
                  <a:lnTo>
                    <a:pt x="163068" y="138684"/>
                  </a:lnTo>
                  <a:lnTo>
                    <a:pt x="167652" y="138684"/>
                  </a:lnTo>
                  <a:lnTo>
                    <a:pt x="167652" y="124968"/>
                  </a:lnTo>
                  <a:lnTo>
                    <a:pt x="167652" y="77724"/>
                  </a:lnTo>
                  <a:close/>
                </a:path>
                <a:path extrusionOk="0" h="666115" w="170814">
                  <a:moveTo>
                    <a:pt x="170688" y="615696"/>
                  </a:moveTo>
                  <a:lnTo>
                    <a:pt x="153924" y="579691"/>
                  </a:lnTo>
                  <a:lnTo>
                    <a:pt x="140208" y="571500"/>
                  </a:lnTo>
                  <a:lnTo>
                    <a:pt x="137160" y="574548"/>
                  </a:lnTo>
                  <a:lnTo>
                    <a:pt x="143256" y="579120"/>
                  </a:lnTo>
                  <a:lnTo>
                    <a:pt x="146304" y="583692"/>
                  </a:lnTo>
                  <a:lnTo>
                    <a:pt x="147828" y="586740"/>
                  </a:lnTo>
                  <a:lnTo>
                    <a:pt x="149352" y="591312"/>
                  </a:lnTo>
                  <a:lnTo>
                    <a:pt x="150876" y="594360"/>
                  </a:lnTo>
                  <a:lnTo>
                    <a:pt x="150876" y="605028"/>
                  </a:lnTo>
                  <a:lnTo>
                    <a:pt x="149352" y="609600"/>
                  </a:lnTo>
                  <a:lnTo>
                    <a:pt x="144780" y="614172"/>
                  </a:lnTo>
                  <a:lnTo>
                    <a:pt x="140208" y="620268"/>
                  </a:lnTo>
                  <a:lnTo>
                    <a:pt x="134112" y="624840"/>
                  </a:lnTo>
                  <a:lnTo>
                    <a:pt x="123444" y="627888"/>
                  </a:lnTo>
                  <a:lnTo>
                    <a:pt x="116573" y="630135"/>
                  </a:lnTo>
                  <a:lnTo>
                    <a:pt x="109537" y="632079"/>
                  </a:lnTo>
                  <a:lnTo>
                    <a:pt x="102235" y="633463"/>
                  </a:lnTo>
                  <a:lnTo>
                    <a:pt x="94488" y="633984"/>
                  </a:lnTo>
                  <a:lnTo>
                    <a:pt x="85915" y="633437"/>
                  </a:lnTo>
                  <a:lnTo>
                    <a:pt x="78486" y="631888"/>
                  </a:lnTo>
                  <a:lnTo>
                    <a:pt x="72199" y="629488"/>
                  </a:lnTo>
                  <a:lnTo>
                    <a:pt x="67056" y="626364"/>
                  </a:lnTo>
                  <a:lnTo>
                    <a:pt x="62484" y="624840"/>
                  </a:lnTo>
                  <a:lnTo>
                    <a:pt x="60960" y="620268"/>
                  </a:lnTo>
                  <a:lnTo>
                    <a:pt x="60960" y="612648"/>
                  </a:lnTo>
                  <a:lnTo>
                    <a:pt x="64008" y="611124"/>
                  </a:lnTo>
                  <a:lnTo>
                    <a:pt x="65532" y="608076"/>
                  </a:lnTo>
                  <a:lnTo>
                    <a:pt x="68580" y="608076"/>
                  </a:lnTo>
                  <a:lnTo>
                    <a:pt x="74676" y="606552"/>
                  </a:lnTo>
                  <a:lnTo>
                    <a:pt x="82296" y="606552"/>
                  </a:lnTo>
                  <a:lnTo>
                    <a:pt x="88392" y="603504"/>
                  </a:lnTo>
                  <a:lnTo>
                    <a:pt x="91440" y="600456"/>
                  </a:lnTo>
                  <a:lnTo>
                    <a:pt x="96012" y="597408"/>
                  </a:lnTo>
                  <a:lnTo>
                    <a:pt x="97536" y="594360"/>
                  </a:lnTo>
                  <a:lnTo>
                    <a:pt x="97536" y="585216"/>
                  </a:lnTo>
                  <a:lnTo>
                    <a:pt x="96012" y="580644"/>
                  </a:lnTo>
                  <a:lnTo>
                    <a:pt x="89916" y="574548"/>
                  </a:lnTo>
                  <a:lnTo>
                    <a:pt x="74676" y="574548"/>
                  </a:lnTo>
                  <a:lnTo>
                    <a:pt x="53340" y="612648"/>
                  </a:lnTo>
                  <a:lnTo>
                    <a:pt x="54508" y="624636"/>
                  </a:lnTo>
                  <a:lnTo>
                    <a:pt x="82346" y="658279"/>
                  </a:lnTo>
                  <a:lnTo>
                    <a:pt x="112776" y="665988"/>
                  </a:lnTo>
                  <a:lnTo>
                    <a:pt x="124574" y="665137"/>
                  </a:lnTo>
                  <a:lnTo>
                    <a:pt x="161048" y="644842"/>
                  </a:lnTo>
                  <a:lnTo>
                    <a:pt x="169570" y="626554"/>
                  </a:lnTo>
                  <a:lnTo>
                    <a:pt x="170688" y="615696"/>
                  </a:lnTo>
                  <a:close/>
                </a:path>
                <a:path extrusionOk="0" h="666115" w="170814">
                  <a:moveTo>
                    <a:pt x="170688" y="333756"/>
                  </a:moveTo>
                  <a:lnTo>
                    <a:pt x="153924" y="297370"/>
                  </a:lnTo>
                  <a:lnTo>
                    <a:pt x="140208" y="288036"/>
                  </a:lnTo>
                  <a:lnTo>
                    <a:pt x="137160" y="292608"/>
                  </a:lnTo>
                  <a:lnTo>
                    <a:pt x="143256" y="297180"/>
                  </a:lnTo>
                  <a:lnTo>
                    <a:pt x="146304" y="301752"/>
                  </a:lnTo>
                  <a:lnTo>
                    <a:pt x="147828" y="304800"/>
                  </a:lnTo>
                  <a:lnTo>
                    <a:pt x="149352" y="307848"/>
                  </a:lnTo>
                  <a:lnTo>
                    <a:pt x="150876" y="312420"/>
                  </a:lnTo>
                  <a:lnTo>
                    <a:pt x="150876" y="323088"/>
                  </a:lnTo>
                  <a:lnTo>
                    <a:pt x="149352" y="327660"/>
                  </a:lnTo>
                  <a:lnTo>
                    <a:pt x="144780" y="332232"/>
                  </a:lnTo>
                  <a:lnTo>
                    <a:pt x="140208" y="338328"/>
                  </a:lnTo>
                  <a:lnTo>
                    <a:pt x="102235" y="350240"/>
                  </a:lnTo>
                  <a:lnTo>
                    <a:pt x="94488" y="350520"/>
                  </a:lnTo>
                  <a:lnTo>
                    <a:pt x="85915" y="350215"/>
                  </a:lnTo>
                  <a:lnTo>
                    <a:pt x="60960" y="338328"/>
                  </a:lnTo>
                  <a:lnTo>
                    <a:pt x="60960" y="330708"/>
                  </a:lnTo>
                  <a:lnTo>
                    <a:pt x="65532" y="326136"/>
                  </a:lnTo>
                  <a:lnTo>
                    <a:pt x="68580" y="324612"/>
                  </a:lnTo>
                  <a:lnTo>
                    <a:pt x="82296" y="324612"/>
                  </a:lnTo>
                  <a:lnTo>
                    <a:pt x="88392" y="321564"/>
                  </a:lnTo>
                  <a:lnTo>
                    <a:pt x="91440" y="318516"/>
                  </a:lnTo>
                  <a:lnTo>
                    <a:pt x="96012" y="315468"/>
                  </a:lnTo>
                  <a:lnTo>
                    <a:pt x="97536" y="312420"/>
                  </a:lnTo>
                  <a:lnTo>
                    <a:pt x="97536" y="301752"/>
                  </a:lnTo>
                  <a:lnTo>
                    <a:pt x="96012" y="298704"/>
                  </a:lnTo>
                  <a:lnTo>
                    <a:pt x="89916" y="292608"/>
                  </a:lnTo>
                  <a:lnTo>
                    <a:pt x="86868" y="291084"/>
                  </a:lnTo>
                  <a:lnTo>
                    <a:pt x="74676" y="291084"/>
                  </a:lnTo>
                  <a:lnTo>
                    <a:pt x="53340" y="329184"/>
                  </a:lnTo>
                  <a:lnTo>
                    <a:pt x="54508" y="342049"/>
                  </a:lnTo>
                  <a:lnTo>
                    <a:pt x="82346" y="376097"/>
                  </a:lnTo>
                  <a:lnTo>
                    <a:pt x="112776" y="382524"/>
                  </a:lnTo>
                  <a:lnTo>
                    <a:pt x="124574" y="381698"/>
                  </a:lnTo>
                  <a:lnTo>
                    <a:pt x="161048" y="362902"/>
                  </a:lnTo>
                  <a:lnTo>
                    <a:pt x="169570" y="344614"/>
                  </a:lnTo>
                  <a:lnTo>
                    <a:pt x="170688" y="333756"/>
                  </a:lnTo>
                  <a:close/>
                </a:path>
                <a:path extrusionOk="0" h="666115" w="170814">
                  <a:moveTo>
                    <a:pt x="170688" y="30480"/>
                  </a:moveTo>
                  <a:lnTo>
                    <a:pt x="169265" y="20789"/>
                  </a:lnTo>
                  <a:lnTo>
                    <a:pt x="164973" y="12382"/>
                  </a:lnTo>
                  <a:lnTo>
                    <a:pt x="157835" y="5410"/>
                  </a:lnTo>
                  <a:lnTo>
                    <a:pt x="147828" y="0"/>
                  </a:lnTo>
                  <a:lnTo>
                    <a:pt x="146304" y="3048"/>
                  </a:lnTo>
                  <a:lnTo>
                    <a:pt x="152400" y="7620"/>
                  </a:lnTo>
                  <a:lnTo>
                    <a:pt x="156972" y="12192"/>
                  </a:lnTo>
                  <a:lnTo>
                    <a:pt x="156972" y="18288"/>
                  </a:lnTo>
                  <a:lnTo>
                    <a:pt x="153924" y="21336"/>
                  </a:lnTo>
                  <a:lnTo>
                    <a:pt x="153924" y="22860"/>
                  </a:lnTo>
                  <a:lnTo>
                    <a:pt x="152400" y="22860"/>
                  </a:lnTo>
                  <a:lnTo>
                    <a:pt x="149352" y="24384"/>
                  </a:lnTo>
                  <a:lnTo>
                    <a:pt x="68580" y="24384"/>
                  </a:lnTo>
                  <a:lnTo>
                    <a:pt x="68580" y="0"/>
                  </a:lnTo>
                  <a:lnTo>
                    <a:pt x="56388" y="0"/>
                  </a:lnTo>
                  <a:lnTo>
                    <a:pt x="56388" y="24384"/>
                  </a:lnTo>
                  <a:lnTo>
                    <a:pt x="15240" y="24384"/>
                  </a:lnTo>
                  <a:lnTo>
                    <a:pt x="15240" y="28956"/>
                  </a:lnTo>
                  <a:lnTo>
                    <a:pt x="22085" y="32677"/>
                  </a:lnTo>
                  <a:lnTo>
                    <a:pt x="28765" y="36957"/>
                  </a:lnTo>
                  <a:lnTo>
                    <a:pt x="58293" y="65684"/>
                  </a:lnTo>
                  <a:lnTo>
                    <a:pt x="64008" y="73152"/>
                  </a:lnTo>
                  <a:lnTo>
                    <a:pt x="68580" y="73152"/>
                  </a:lnTo>
                  <a:lnTo>
                    <a:pt x="68580" y="57912"/>
                  </a:lnTo>
                  <a:lnTo>
                    <a:pt x="147828" y="57912"/>
                  </a:lnTo>
                  <a:lnTo>
                    <a:pt x="150876" y="56388"/>
                  </a:lnTo>
                  <a:lnTo>
                    <a:pt x="170688" y="36576"/>
                  </a:lnTo>
                  <a:lnTo>
                    <a:pt x="170688" y="30480"/>
                  </a:lnTo>
                  <a:close/>
                </a:path>
                <a:path extrusionOk="0" h="666115" w="170814">
                  <a:moveTo>
                    <a:pt x="170700" y="225552"/>
                  </a:moveTo>
                  <a:lnTo>
                    <a:pt x="169176" y="219456"/>
                  </a:lnTo>
                  <a:lnTo>
                    <a:pt x="166128" y="214884"/>
                  </a:lnTo>
                  <a:lnTo>
                    <a:pt x="163080" y="208788"/>
                  </a:lnTo>
                  <a:lnTo>
                    <a:pt x="152412" y="198120"/>
                  </a:lnTo>
                  <a:lnTo>
                    <a:pt x="167652" y="198120"/>
                  </a:lnTo>
                  <a:lnTo>
                    <a:pt x="167652" y="153924"/>
                  </a:lnTo>
                  <a:lnTo>
                    <a:pt x="163080" y="153924"/>
                  </a:lnTo>
                  <a:lnTo>
                    <a:pt x="161556" y="158496"/>
                  </a:lnTo>
                  <a:lnTo>
                    <a:pt x="160032" y="161544"/>
                  </a:lnTo>
                  <a:lnTo>
                    <a:pt x="156984" y="164592"/>
                  </a:lnTo>
                  <a:lnTo>
                    <a:pt x="56400" y="164592"/>
                  </a:lnTo>
                  <a:lnTo>
                    <a:pt x="56400" y="208788"/>
                  </a:lnTo>
                  <a:lnTo>
                    <a:pt x="60972" y="208788"/>
                  </a:lnTo>
                  <a:lnTo>
                    <a:pt x="60972" y="204216"/>
                  </a:lnTo>
                  <a:lnTo>
                    <a:pt x="64020" y="201168"/>
                  </a:lnTo>
                  <a:lnTo>
                    <a:pt x="67068" y="199644"/>
                  </a:lnTo>
                  <a:lnTo>
                    <a:pt x="71640" y="198120"/>
                  </a:lnTo>
                  <a:lnTo>
                    <a:pt x="138696" y="198120"/>
                  </a:lnTo>
                  <a:lnTo>
                    <a:pt x="144792" y="202692"/>
                  </a:lnTo>
                  <a:lnTo>
                    <a:pt x="149364" y="207264"/>
                  </a:lnTo>
                  <a:lnTo>
                    <a:pt x="150888" y="210312"/>
                  </a:lnTo>
                  <a:lnTo>
                    <a:pt x="152412" y="211836"/>
                  </a:lnTo>
                  <a:lnTo>
                    <a:pt x="153936" y="214884"/>
                  </a:lnTo>
                  <a:lnTo>
                    <a:pt x="153936" y="219456"/>
                  </a:lnTo>
                  <a:lnTo>
                    <a:pt x="150888" y="222504"/>
                  </a:lnTo>
                  <a:lnTo>
                    <a:pt x="150888" y="224028"/>
                  </a:lnTo>
                  <a:lnTo>
                    <a:pt x="149364" y="225552"/>
                  </a:lnTo>
                  <a:lnTo>
                    <a:pt x="146316" y="227076"/>
                  </a:lnTo>
                  <a:lnTo>
                    <a:pt x="56400" y="227076"/>
                  </a:lnTo>
                  <a:lnTo>
                    <a:pt x="56400" y="271272"/>
                  </a:lnTo>
                  <a:lnTo>
                    <a:pt x="60972" y="271272"/>
                  </a:lnTo>
                  <a:lnTo>
                    <a:pt x="60972" y="266700"/>
                  </a:lnTo>
                  <a:lnTo>
                    <a:pt x="64020" y="263652"/>
                  </a:lnTo>
                  <a:lnTo>
                    <a:pt x="67068" y="262128"/>
                  </a:lnTo>
                  <a:lnTo>
                    <a:pt x="71640" y="260604"/>
                  </a:lnTo>
                  <a:lnTo>
                    <a:pt x="132880" y="260591"/>
                  </a:lnTo>
                  <a:lnTo>
                    <a:pt x="140601" y="260413"/>
                  </a:lnTo>
                  <a:lnTo>
                    <a:pt x="170700" y="237744"/>
                  </a:lnTo>
                  <a:lnTo>
                    <a:pt x="170700" y="2255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14" name="Google Shape;4914;p79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4811267" y="780287"/>
              <a:ext cx="1175004" cy="80634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915" name="Google Shape;4915;p79"/>
            <p:cNvSpPr/>
            <p:nvPr/>
          </p:nvSpPr>
          <p:spPr>
            <a:xfrm>
              <a:off x="5580875" y="5155692"/>
              <a:ext cx="117475" cy="562610"/>
            </a:xfrm>
            <a:custGeom>
              <a:rect b="b" l="l" r="r" t="t"/>
              <a:pathLst>
                <a:path extrusionOk="0" h="562610" w="117475">
                  <a:moveTo>
                    <a:pt x="114300" y="259080"/>
                  </a:moveTo>
                  <a:lnTo>
                    <a:pt x="109728" y="259080"/>
                  </a:lnTo>
                  <a:lnTo>
                    <a:pt x="109728" y="266700"/>
                  </a:lnTo>
                  <a:lnTo>
                    <a:pt x="105156" y="271272"/>
                  </a:lnTo>
                  <a:lnTo>
                    <a:pt x="103632" y="271272"/>
                  </a:lnTo>
                  <a:lnTo>
                    <a:pt x="102108" y="272796"/>
                  </a:lnTo>
                  <a:lnTo>
                    <a:pt x="53340" y="272796"/>
                  </a:lnTo>
                  <a:lnTo>
                    <a:pt x="45720" y="271272"/>
                  </a:lnTo>
                  <a:lnTo>
                    <a:pt x="38100" y="268224"/>
                  </a:lnTo>
                  <a:lnTo>
                    <a:pt x="32004" y="266700"/>
                  </a:lnTo>
                  <a:lnTo>
                    <a:pt x="24384" y="259080"/>
                  </a:lnTo>
                  <a:lnTo>
                    <a:pt x="22860" y="256032"/>
                  </a:lnTo>
                  <a:lnTo>
                    <a:pt x="22860" y="252984"/>
                  </a:lnTo>
                  <a:lnTo>
                    <a:pt x="28956" y="246888"/>
                  </a:lnTo>
                  <a:lnTo>
                    <a:pt x="32004" y="240792"/>
                  </a:lnTo>
                  <a:lnTo>
                    <a:pt x="32004" y="233172"/>
                  </a:lnTo>
                  <a:lnTo>
                    <a:pt x="30480" y="230124"/>
                  </a:lnTo>
                  <a:lnTo>
                    <a:pt x="27432" y="227076"/>
                  </a:lnTo>
                  <a:lnTo>
                    <a:pt x="25908" y="224028"/>
                  </a:lnTo>
                  <a:lnTo>
                    <a:pt x="21336" y="222504"/>
                  </a:lnTo>
                  <a:lnTo>
                    <a:pt x="10668" y="222504"/>
                  </a:lnTo>
                  <a:lnTo>
                    <a:pt x="7620" y="224028"/>
                  </a:lnTo>
                  <a:lnTo>
                    <a:pt x="4572" y="227076"/>
                  </a:lnTo>
                  <a:lnTo>
                    <a:pt x="1524" y="228600"/>
                  </a:lnTo>
                  <a:lnTo>
                    <a:pt x="0" y="233172"/>
                  </a:lnTo>
                  <a:lnTo>
                    <a:pt x="0" y="242316"/>
                  </a:lnTo>
                  <a:lnTo>
                    <a:pt x="1524" y="248412"/>
                  </a:lnTo>
                  <a:lnTo>
                    <a:pt x="6096" y="252984"/>
                  </a:lnTo>
                  <a:lnTo>
                    <a:pt x="9245" y="257581"/>
                  </a:lnTo>
                  <a:lnTo>
                    <a:pt x="14097" y="262318"/>
                  </a:lnTo>
                  <a:lnTo>
                    <a:pt x="20675" y="267347"/>
                  </a:lnTo>
                  <a:lnTo>
                    <a:pt x="28956" y="272796"/>
                  </a:lnTo>
                  <a:lnTo>
                    <a:pt x="3048" y="272796"/>
                  </a:lnTo>
                  <a:lnTo>
                    <a:pt x="3048" y="320040"/>
                  </a:lnTo>
                  <a:lnTo>
                    <a:pt x="7620" y="320040"/>
                  </a:lnTo>
                  <a:lnTo>
                    <a:pt x="9144" y="315468"/>
                  </a:lnTo>
                  <a:lnTo>
                    <a:pt x="9144" y="312420"/>
                  </a:lnTo>
                  <a:lnTo>
                    <a:pt x="10668" y="310896"/>
                  </a:lnTo>
                  <a:lnTo>
                    <a:pt x="10668" y="309372"/>
                  </a:lnTo>
                  <a:lnTo>
                    <a:pt x="13716" y="307848"/>
                  </a:lnTo>
                  <a:lnTo>
                    <a:pt x="15240" y="306324"/>
                  </a:lnTo>
                  <a:lnTo>
                    <a:pt x="103632" y="306324"/>
                  </a:lnTo>
                  <a:lnTo>
                    <a:pt x="108204" y="310896"/>
                  </a:lnTo>
                  <a:lnTo>
                    <a:pt x="109728" y="313944"/>
                  </a:lnTo>
                  <a:lnTo>
                    <a:pt x="109728" y="320040"/>
                  </a:lnTo>
                  <a:lnTo>
                    <a:pt x="114300" y="320040"/>
                  </a:lnTo>
                  <a:lnTo>
                    <a:pt x="114300" y="306324"/>
                  </a:lnTo>
                  <a:lnTo>
                    <a:pt x="114300" y="259080"/>
                  </a:lnTo>
                  <a:close/>
                </a:path>
                <a:path extrusionOk="0" h="562610" w="117475">
                  <a:moveTo>
                    <a:pt x="117348" y="498348"/>
                  </a:moveTo>
                  <a:lnTo>
                    <a:pt x="19812" y="457200"/>
                  </a:lnTo>
                  <a:lnTo>
                    <a:pt x="13716" y="452628"/>
                  </a:lnTo>
                  <a:lnTo>
                    <a:pt x="9144" y="448056"/>
                  </a:lnTo>
                  <a:lnTo>
                    <a:pt x="9144" y="446532"/>
                  </a:lnTo>
                  <a:lnTo>
                    <a:pt x="7620" y="441960"/>
                  </a:lnTo>
                  <a:lnTo>
                    <a:pt x="3048" y="441960"/>
                  </a:lnTo>
                  <a:lnTo>
                    <a:pt x="3048" y="480060"/>
                  </a:lnTo>
                  <a:lnTo>
                    <a:pt x="7620" y="480060"/>
                  </a:lnTo>
                  <a:lnTo>
                    <a:pt x="7620" y="475488"/>
                  </a:lnTo>
                  <a:lnTo>
                    <a:pt x="9144" y="472440"/>
                  </a:lnTo>
                  <a:lnTo>
                    <a:pt x="10668" y="470916"/>
                  </a:lnTo>
                  <a:lnTo>
                    <a:pt x="12192" y="467868"/>
                  </a:lnTo>
                  <a:lnTo>
                    <a:pt x="21336" y="467868"/>
                  </a:lnTo>
                  <a:lnTo>
                    <a:pt x="27432" y="469392"/>
                  </a:lnTo>
                  <a:lnTo>
                    <a:pt x="74676" y="489204"/>
                  </a:lnTo>
                  <a:lnTo>
                    <a:pt x="32004" y="507492"/>
                  </a:lnTo>
                  <a:lnTo>
                    <a:pt x="24384" y="510540"/>
                  </a:lnTo>
                  <a:lnTo>
                    <a:pt x="19812" y="512064"/>
                  </a:lnTo>
                  <a:lnTo>
                    <a:pt x="12192" y="512064"/>
                  </a:lnTo>
                  <a:lnTo>
                    <a:pt x="9144" y="509016"/>
                  </a:lnTo>
                  <a:lnTo>
                    <a:pt x="7620" y="505968"/>
                  </a:lnTo>
                  <a:lnTo>
                    <a:pt x="7620" y="501396"/>
                  </a:lnTo>
                  <a:lnTo>
                    <a:pt x="3048" y="501396"/>
                  </a:lnTo>
                  <a:lnTo>
                    <a:pt x="3048" y="562356"/>
                  </a:lnTo>
                  <a:lnTo>
                    <a:pt x="7620" y="562356"/>
                  </a:lnTo>
                  <a:lnTo>
                    <a:pt x="10668" y="556260"/>
                  </a:lnTo>
                  <a:lnTo>
                    <a:pt x="15240" y="551688"/>
                  </a:lnTo>
                  <a:lnTo>
                    <a:pt x="21336" y="548640"/>
                  </a:lnTo>
                  <a:lnTo>
                    <a:pt x="32004" y="544068"/>
                  </a:lnTo>
                  <a:lnTo>
                    <a:pt x="117348" y="505968"/>
                  </a:lnTo>
                  <a:lnTo>
                    <a:pt x="117348" y="498348"/>
                  </a:lnTo>
                  <a:close/>
                </a:path>
                <a:path extrusionOk="0" h="562610" w="117475">
                  <a:moveTo>
                    <a:pt x="117348" y="382524"/>
                  </a:moveTo>
                  <a:lnTo>
                    <a:pt x="117284" y="381000"/>
                  </a:lnTo>
                  <a:lnTo>
                    <a:pt x="117208" y="379476"/>
                  </a:lnTo>
                  <a:lnTo>
                    <a:pt x="117132" y="377952"/>
                  </a:lnTo>
                  <a:lnTo>
                    <a:pt x="91681" y="341376"/>
                  </a:lnTo>
                  <a:lnTo>
                    <a:pt x="82296" y="336804"/>
                  </a:lnTo>
                  <a:lnTo>
                    <a:pt x="79248" y="341376"/>
                  </a:lnTo>
                  <a:lnTo>
                    <a:pt x="86868" y="345948"/>
                  </a:lnTo>
                  <a:lnTo>
                    <a:pt x="91440" y="348996"/>
                  </a:lnTo>
                  <a:lnTo>
                    <a:pt x="94488" y="353568"/>
                  </a:lnTo>
                  <a:lnTo>
                    <a:pt x="97497" y="362597"/>
                  </a:lnTo>
                  <a:lnTo>
                    <a:pt x="97536" y="374904"/>
                  </a:lnTo>
                  <a:lnTo>
                    <a:pt x="94488" y="381000"/>
                  </a:lnTo>
                  <a:lnTo>
                    <a:pt x="54864" y="399288"/>
                  </a:lnTo>
                  <a:lnTo>
                    <a:pt x="54864" y="367284"/>
                  </a:lnTo>
                  <a:lnTo>
                    <a:pt x="54864" y="336804"/>
                  </a:lnTo>
                  <a:lnTo>
                    <a:pt x="47244" y="337324"/>
                  </a:lnTo>
                  <a:lnTo>
                    <a:pt x="47244" y="367284"/>
                  </a:lnTo>
                  <a:lnTo>
                    <a:pt x="47244" y="399288"/>
                  </a:lnTo>
                  <a:lnTo>
                    <a:pt x="44196" y="399288"/>
                  </a:lnTo>
                  <a:lnTo>
                    <a:pt x="34721" y="398741"/>
                  </a:lnTo>
                  <a:lnTo>
                    <a:pt x="26670" y="397192"/>
                  </a:lnTo>
                  <a:lnTo>
                    <a:pt x="19773" y="394792"/>
                  </a:lnTo>
                  <a:lnTo>
                    <a:pt x="13716" y="391668"/>
                  </a:lnTo>
                  <a:lnTo>
                    <a:pt x="10668" y="390144"/>
                  </a:lnTo>
                  <a:lnTo>
                    <a:pt x="7620" y="385572"/>
                  </a:lnTo>
                  <a:lnTo>
                    <a:pt x="7620" y="379476"/>
                  </a:lnTo>
                  <a:lnTo>
                    <a:pt x="9144" y="377952"/>
                  </a:lnTo>
                  <a:lnTo>
                    <a:pt x="10668" y="374904"/>
                  </a:lnTo>
                  <a:lnTo>
                    <a:pt x="39738" y="367284"/>
                  </a:lnTo>
                  <a:lnTo>
                    <a:pt x="47244" y="367284"/>
                  </a:lnTo>
                  <a:lnTo>
                    <a:pt x="47244" y="337324"/>
                  </a:lnTo>
                  <a:lnTo>
                    <a:pt x="7721" y="356768"/>
                  </a:lnTo>
                  <a:lnTo>
                    <a:pt x="0" y="379476"/>
                  </a:lnTo>
                  <a:lnTo>
                    <a:pt x="1130" y="389483"/>
                  </a:lnTo>
                  <a:lnTo>
                    <a:pt x="25603" y="422935"/>
                  </a:lnTo>
                  <a:lnTo>
                    <a:pt x="60960" y="431292"/>
                  </a:lnTo>
                  <a:lnTo>
                    <a:pt x="71843" y="430707"/>
                  </a:lnTo>
                  <a:lnTo>
                    <a:pt x="107061" y="413181"/>
                  </a:lnTo>
                  <a:lnTo>
                    <a:pt x="116205" y="394271"/>
                  </a:lnTo>
                  <a:lnTo>
                    <a:pt x="117348" y="382524"/>
                  </a:lnTo>
                  <a:close/>
                </a:path>
                <a:path extrusionOk="0" h="562610" w="117475">
                  <a:moveTo>
                    <a:pt x="117348" y="167640"/>
                  </a:moveTo>
                  <a:lnTo>
                    <a:pt x="116128" y="161544"/>
                  </a:lnTo>
                  <a:lnTo>
                    <a:pt x="115824" y="160020"/>
                  </a:lnTo>
                  <a:lnTo>
                    <a:pt x="109728" y="147828"/>
                  </a:lnTo>
                  <a:lnTo>
                    <a:pt x="105156" y="143256"/>
                  </a:lnTo>
                  <a:lnTo>
                    <a:pt x="92964" y="137160"/>
                  </a:lnTo>
                  <a:lnTo>
                    <a:pt x="86868" y="135636"/>
                  </a:lnTo>
                  <a:lnTo>
                    <a:pt x="74676" y="135636"/>
                  </a:lnTo>
                  <a:lnTo>
                    <a:pt x="67056" y="137160"/>
                  </a:lnTo>
                  <a:lnTo>
                    <a:pt x="62484" y="141732"/>
                  </a:lnTo>
                  <a:lnTo>
                    <a:pt x="57899" y="145122"/>
                  </a:lnTo>
                  <a:lnTo>
                    <a:pt x="53149" y="150495"/>
                  </a:lnTo>
                  <a:lnTo>
                    <a:pt x="48133" y="157594"/>
                  </a:lnTo>
                  <a:lnTo>
                    <a:pt x="42672" y="166116"/>
                  </a:lnTo>
                  <a:lnTo>
                    <a:pt x="36626" y="174383"/>
                  </a:lnTo>
                  <a:lnTo>
                    <a:pt x="32004" y="180784"/>
                  </a:lnTo>
                  <a:lnTo>
                    <a:pt x="28536" y="185191"/>
                  </a:lnTo>
                  <a:lnTo>
                    <a:pt x="25908" y="187452"/>
                  </a:lnTo>
                  <a:lnTo>
                    <a:pt x="22860" y="188976"/>
                  </a:lnTo>
                  <a:lnTo>
                    <a:pt x="21336" y="190500"/>
                  </a:lnTo>
                  <a:lnTo>
                    <a:pt x="16764" y="190500"/>
                  </a:lnTo>
                  <a:lnTo>
                    <a:pt x="10668" y="187452"/>
                  </a:lnTo>
                  <a:lnTo>
                    <a:pt x="7620" y="181356"/>
                  </a:lnTo>
                  <a:lnTo>
                    <a:pt x="7620" y="173736"/>
                  </a:lnTo>
                  <a:lnTo>
                    <a:pt x="10668" y="167640"/>
                  </a:lnTo>
                  <a:lnTo>
                    <a:pt x="15240" y="163068"/>
                  </a:lnTo>
                  <a:lnTo>
                    <a:pt x="19265" y="158762"/>
                  </a:lnTo>
                  <a:lnTo>
                    <a:pt x="24574" y="154876"/>
                  </a:lnTo>
                  <a:lnTo>
                    <a:pt x="31318" y="151282"/>
                  </a:lnTo>
                  <a:lnTo>
                    <a:pt x="39624" y="147828"/>
                  </a:lnTo>
                  <a:lnTo>
                    <a:pt x="39624" y="143256"/>
                  </a:lnTo>
                  <a:lnTo>
                    <a:pt x="0" y="143256"/>
                  </a:lnTo>
                  <a:lnTo>
                    <a:pt x="0" y="147828"/>
                  </a:lnTo>
                  <a:lnTo>
                    <a:pt x="3048" y="149352"/>
                  </a:lnTo>
                  <a:lnTo>
                    <a:pt x="6096" y="152400"/>
                  </a:lnTo>
                  <a:lnTo>
                    <a:pt x="6096" y="158496"/>
                  </a:lnTo>
                  <a:lnTo>
                    <a:pt x="4572" y="160020"/>
                  </a:lnTo>
                  <a:lnTo>
                    <a:pt x="1524" y="166116"/>
                  </a:lnTo>
                  <a:lnTo>
                    <a:pt x="0" y="172212"/>
                  </a:lnTo>
                  <a:lnTo>
                    <a:pt x="0" y="178308"/>
                  </a:lnTo>
                  <a:lnTo>
                    <a:pt x="22288" y="211074"/>
                  </a:lnTo>
                  <a:lnTo>
                    <a:pt x="35052" y="213360"/>
                  </a:lnTo>
                  <a:lnTo>
                    <a:pt x="42672" y="213360"/>
                  </a:lnTo>
                  <a:lnTo>
                    <a:pt x="68656" y="190500"/>
                  </a:lnTo>
                  <a:lnTo>
                    <a:pt x="69253" y="189674"/>
                  </a:lnTo>
                  <a:lnTo>
                    <a:pt x="74676" y="181356"/>
                  </a:lnTo>
                  <a:lnTo>
                    <a:pt x="80772" y="172212"/>
                  </a:lnTo>
                  <a:lnTo>
                    <a:pt x="88392" y="164592"/>
                  </a:lnTo>
                  <a:lnTo>
                    <a:pt x="94488" y="161544"/>
                  </a:lnTo>
                  <a:lnTo>
                    <a:pt x="102108" y="161544"/>
                  </a:lnTo>
                  <a:lnTo>
                    <a:pt x="103632" y="163068"/>
                  </a:lnTo>
                  <a:lnTo>
                    <a:pt x="106680" y="164592"/>
                  </a:lnTo>
                  <a:lnTo>
                    <a:pt x="109728" y="167640"/>
                  </a:lnTo>
                  <a:lnTo>
                    <a:pt x="109728" y="181356"/>
                  </a:lnTo>
                  <a:lnTo>
                    <a:pt x="108204" y="187452"/>
                  </a:lnTo>
                  <a:lnTo>
                    <a:pt x="102108" y="193548"/>
                  </a:lnTo>
                  <a:lnTo>
                    <a:pt x="97878" y="198081"/>
                  </a:lnTo>
                  <a:lnTo>
                    <a:pt x="92202" y="202311"/>
                  </a:lnTo>
                  <a:lnTo>
                    <a:pt x="85394" y="205981"/>
                  </a:lnTo>
                  <a:lnTo>
                    <a:pt x="77724" y="208788"/>
                  </a:lnTo>
                  <a:lnTo>
                    <a:pt x="77724" y="213360"/>
                  </a:lnTo>
                  <a:lnTo>
                    <a:pt x="117348" y="213360"/>
                  </a:lnTo>
                  <a:lnTo>
                    <a:pt x="117348" y="208788"/>
                  </a:lnTo>
                  <a:lnTo>
                    <a:pt x="114300" y="207264"/>
                  </a:lnTo>
                  <a:lnTo>
                    <a:pt x="111252" y="204216"/>
                  </a:lnTo>
                  <a:lnTo>
                    <a:pt x="111252" y="201168"/>
                  </a:lnTo>
                  <a:lnTo>
                    <a:pt x="112776" y="199644"/>
                  </a:lnTo>
                  <a:lnTo>
                    <a:pt x="112839" y="196405"/>
                  </a:lnTo>
                  <a:lnTo>
                    <a:pt x="115824" y="187452"/>
                  </a:lnTo>
                  <a:lnTo>
                    <a:pt x="117348" y="179832"/>
                  </a:lnTo>
                  <a:lnTo>
                    <a:pt x="117348" y="167640"/>
                  </a:lnTo>
                  <a:close/>
                </a:path>
                <a:path extrusionOk="0" h="562610" w="117475">
                  <a:moveTo>
                    <a:pt x="117348" y="70104"/>
                  </a:moveTo>
                  <a:lnTo>
                    <a:pt x="115824" y="64008"/>
                  </a:lnTo>
                  <a:lnTo>
                    <a:pt x="112776" y="59436"/>
                  </a:lnTo>
                  <a:lnTo>
                    <a:pt x="111252" y="54864"/>
                  </a:lnTo>
                  <a:lnTo>
                    <a:pt x="106680" y="48768"/>
                  </a:lnTo>
                  <a:lnTo>
                    <a:pt x="99060" y="44196"/>
                  </a:lnTo>
                  <a:lnTo>
                    <a:pt x="114300" y="44196"/>
                  </a:lnTo>
                  <a:lnTo>
                    <a:pt x="114300" y="0"/>
                  </a:lnTo>
                  <a:lnTo>
                    <a:pt x="109728" y="0"/>
                  </a:lnTo>
                  <a:lnTo>
                    <a:pt x="109728" y="3048"/>
                  </a:lnTo>
                  <a:lnTo>
                    <a:pt x="108204" y="6096"/>
                  </a:lnTo>
                  <a:lnTo>
                    <a:pt x="106680" y="7620"/>
                  </a:lnTo>
                  <a:lnTo>
                    <a:pt x="103632" y="9144"/>
                  </a:lnTo>
                  <a:lnTo>
                    <a:pt x="99060" y="10668"/>
                  </a:lnTo>
                  <a:lnTo>
                    <a:pt x="3048" y="10668"/>
                  </a:lnTo>
                  <a:lnTo>
                    <a:pt x="3048" y="54864"/>
                  </a:lnTo>
                  <a:lnTo>
                    <a:pt x="7620" y="54864"/>
                  </a:lnTo>
                  <a:lnTo>
                    <a:pt x="9144" y="50292"/>
                  </a:lnTo>
                  <a:lnTo>
                    <a:pt x="10668" y="47244"/>
                  </a:lnTo>
                  <a:lnTo>
                    <a:pt x="13716" y="44196"/>
                  </a:lnTo>
                  <a:lnTo>
                    <a:pt x="86868" y="44196"/>
                  </a:lnTo>
                  <a:lnTo>
                    <a:pt x="92964" y="47244"/>
                  </a:lnTo>
                  <a:lnTo>
                    <a:pt x="96012" y="51816"/>
                  </a:lnTo>
                  <a:lnTo>
                    <a:pt x="100584" y="56388"/>
                  </a:lnTo>
                  <a:lnTo>
                    <a:pt x="100584" y="67056"/>
                  </a:lnTo>
                  <a:lnTo>
                    <a:pt x="97536" y="70104"/>
                  </a:lnTo>
                  <a:lnTo>
                    <a:pt x="96012" y="70104"/>
                  </a:lnTo>
                  <a:lnTo>
                    <a:pt x="94488" y="71628"/>
                  </a:lnTo>
                  <a:lnTo>
                    <a:pt x="91440" y="71628"/>
                  </a:lnTo>
                  <a:lnTo>
                    <a:pt x="86868" y="73152"/>
                  </a:lnTo>
                  <a:lnTo>
                    <a:pt x="3048" y="73152"/>
                  </a:lnTo>
                  <a:lnTo>
                    <a:pt x="3048" y="117348"/>
                  </a:lnTo>
                  <a:lnTo>
                    <a:pt x="7620" y="117348"/>
                  </a:lnTo>
                  <a:lnTo>
                    <a:pt x="9144" y="112776"/>
                  </a:lnTo>
                  <a:lnTo>
                    <a:pt x="10668" y="109728"/>
                  </a:lnTo>
                  <a:lnTo>
                    <a:pt x="13716" y="106680"/>
                  </a:lnTo>
                  <a:lnTo>
                    <a:pt x="71628" y="106680"/>
                  </a:lnTo>
                  <a:lnTo>
                    <a:pt x="80200" y="106426"/>
                  </a:lnTo>
                  <a:lnTo>
                    <a:pt x="111252" y="94488"/>
                  </a:lnTo>
                  <a:lnTo>
                    <a:pt x="115824" y="88392"/>
                  </a:lnTo>
                  <a:lnTo>
                    <a:pt x="117348" y="83820"/>
                  </a:lnTo>
                  <a:lnTo>
                    <a:pt x="117348" y="70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16" name="Google Shape;4916;p79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5580887" y="5056631"/>
              <a:ext cx="117348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917" name="Google Shape;4917;p79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4918" name="Google Shape;4918;p79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919" name="Google Shape;4919;p79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920" name="Google Shape;4920;p79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921" name="Google Shape;4921;p79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922" name="Google Shape;4922;p79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6655308" y="1827276"/>
            <a:ext cx="117348" cy="15849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26" name="Shape 4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27" name="Google Shape;4927;p80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077467" y="7138416"/>
            <a:ext cx="348996" cy="20071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28" name="Google Shape;4928;p80"/>
          <p:cNvGrpSpPr/>
          <p:nvPr/>
        </p:nvGrpSpPr>
        <p:grpSpPr>
          <a:xfrm>
            <a:off x="1077455" y="5603747"/>
            <a:ext cx="448309" cy="1391540"/>
            <a:chOff x="1077455" y="5603747"/>
            <a:chExt cx="448309" cy="1391540"/>
          </a:xfrm>
        </p:grpSpPr>
        <p:sp>
          <p:nvSpPr>
            <p:cNvPr id="4929" name="Google Shape;4929;p80"/>
            <p:cNvSpPr/>
            <p:nvPr/>
          </p:nvSpPr>
          <p:spPr>
            <a:xfrm>
              <a:off x="1092707" y="6664452"/>
              <a:ext cx="327660" cy="330835"/>
            </a:xfrm>
            <a:custGeom>
              <a:rect b="b" l="l" r="r" t="t"/>
              <a:pathLst>
                <a:path extrusionOk="0" h="330834" w="327659">
                  <a:moveTo>
                    <a:pt x="7620" y="330708"/>
                  </a:moveTo>
                  <a:lnTo>
                    <a:pt x="0" y="330708"/>
                  </a:lnTo>
                  <a:lnTo>
                    <a:pt x="0" y="196596"/>
                  </a:lnTo>
                  <a:lnTo>
                    <a:pt x="4381" y="131635"/>
                  </a:lnTo>
                  <a:lnTo>
                    <a:pt x="16764" y="83820"/>
                  </a:lnTo>
                  <a:lnTo>
                    <a:pt x="38481" y="49911"/>
                  </a:lnTo>
                  <a:lnTo>
                    <a:pt x="71628" y="22860"/>
                  </a:lnTo>
                  <a:lnTo>
                    <a:pt x="113728" y="5715"/>
                  </a:lnTo>
                  <a:lnTo>
                    <a:pt x="161544" y="0"/>
                  </a:lnTo>
                  <a:lnTo>
                    <a:pt x="194405" y="2571"/>
                  </a:lnTo>
                  <a:lnTo>
                    <a:pt x="224409" y="10287"/>
                  </a:lnTo>
                  <a:lnTo>
                    <a:pt x="251555" y="23145"/>
                  </a:lnTo>
                  <a:lnTo>
                    <a:pt x="275844" y="41148"/>
                  </a:lnTo>
                  <a:lnTo>
                    <a:pt x="287815" y="54864"/>
                  </a:lnTo>
                  <a:lnTo>
                    <a:pt x="163068" y="54864"/>
                  </a:lnTo>
                  <a:lnTo>
                    <a:pt x="131397" y="57150"/>
                  </a:lnTo>
                  <a:lnTo>
                    <a:pt x="77771" y="75438"/>
                  </a:lnTo>
                  <a:lnTo>
                    <a:pt x="39287" y="111132"/>
                  </a:lnTo>
                  <a:lnTo>
                    <a:pt x="19311" y="159162"/>
                  </a:lnTo>
                  <a:lnTo>
                    <a:pt x="16764" y="187452"/>
                  </a:lnTo>
                  <a:lnTo>
                    <a:pt x="17044" y="196596"/>
                  </a:lnTo>
                  <a:lnTo>
                    <a:pt x="17097" y="198310"/>
                  </a:lnTo>
                  <a:lnTo>
                    <a:pt x="18288" y="210312"/>
                  </a:lnTo>
                  <a:lnTo>
                    <a:pt x="20621" y="223456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4679" y="283749"/>
                  </a:lnTo>
                  <a:lnTo>
                    <a:pt x="43837" y="283749"/>
                  </a:lnTo>
                  <a:lnTo>
                    <a:pt x="8215" y="309062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4" w="327659">
                  <a:moveTo>
                    <a:pt x="327660" y="237744"/>
                  </a:moveTo>
                  <a:lnTo>
                    <a:pt x="303276" y="237744"/>
                  </a:lnTo>
                  <a:lnTo>
                    <a:pt x="306395" y="222575"/>
                  </a:lnTo>
                  <a:lnTo>
                    <a:pt x="308800" y="208978"/>
                  </a:lnTo>
                  <a:lnTo>
                    <a:pt x="310348" y="196810"/>
                  </a:lnTo>
                  <a:lnTo>
                    <a:pt x="310819" y="187452"/>
                  </a:lnTo>
                  <a:lnTo>
                    <a:pt x="310896" y="185928"/>
                  </a:lnTo>
                  <a:lnTo>
                    <a:pt x="308407" y="159162"/>
                  </a:lnTo>
                  <a:lnTo>
                    <a:pt x="308348" y="158519"/>
                  </a:lnTo>
                  <a:lnTo>
                    <a:pt x="300857" y="133731"/>
                  </a:lnTo>
                  <a:lnTo>
                    <a:pt x="271272" y="91440"/>
                  </a:lnTo>
                  <a:lnTo>
                    <a:pt x="224599" y="64008"/>
                  </a:lnTo>
                  <a:lnTo>
                    <a:pt x="163068" y="54864"/>
                  </a:lnTo>
                  <a:lnTo>
                    <a:pt x="287815" y="54864"/>
                  </a:lnTo>
                  <a:lnTo>
                    <a:pt x="298727" y="67365"/>
                  </a:lnTo>
                  <a:lnTo>
                    <a:pt x="314896" y="100012"/>
                  </a:lnTo>
                  <a:lnTo>
                    <a:pt x="324492" y="138660"/>
                  </a:lnTo>
                  <a:lnTo>
                    <a:pt x="327660" y="182880"/>
                  </a:lnTo>
                  <a:lnTo>
                    <a:pt x="327660" y="237744"/>
                  </a:lnTo>
                  <a:close/>
                </a:path>
                <a:path extrusionOk="0" h="330834" w="327659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55" y="309062"/>
                  </a:lnTo>
                  <a:lnTo>
                    <a:pt x="282321" y="283749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30" name="Google Shape;4930;p8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193291" y="6441948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31" name="Google Shape;4931;p8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193291" y="6249923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932" name="Google Shape;4932;p80"/>
            <p:cNvSpPr/>
            <p:nvPr/>
          </p:nvSpPr>
          <p:spPr>
            <a:xfrm>
              <a:off x="1077455" y="5858256"/>
              <a:ext cx="448309" cy="356870"/>
            </a:xfrm>
            <a:custGeom>
              <a:rect b="b" l="l" r="r" t="t"/>
              <a:pathLst>
                <a:path extrusionOk="0" h="356870" w="448309">
                  <a:moveTo>
                    <a:pt x="48768" y="295656"/>
                  </a:moveTo>
                  <a:lnTo>
                    <a:pt x="45720" y="289560"/>
                  </a:lnTo>
                  <a:lnTo>
                    <a:pt x="36576" y="280416"/>
                  </a:lnTo>
                  <a:lnTo>
                    <a:pt x="30480" y="277368"/>
                  </a:lnTo>
                  <a:lnTo>
                    <a:pt x="16764" y="277368"/>
                  </a:lnTo>
                  <a:lnTo>
                    <a:pt x="12192" y="280416"/>
                  </a:lnTo>
                  <a:lnTo>
                    <a:pt x="7620" y="284988"/>
                  </a:lnTo>
                  <a:lnTo>
                    <a:pt x="1524" y="289560"/>
                  </a:lnTo>
                  <a:lnTo>
                    <a:pt x="0" y="295656"/>
                  </a:lnTo>
                  <a:lnTo>
                    <a:pt x="0" y="309372"/>
                  </a:lnTo>
                  <a:lnTo>
                    <a:pt x="1524" y="315468"/>
                  </a:lnTo>
                  <a:lnTo>
                    <a:pt x="7620" y="320040"/>
                  </a:lnTo>
                  <a:lnTo>
                    <a:pt x="12192" y="324612"/>
                  </a:lnTo>
                  <a:lnTo>
                    <a:pt x="16764" y="326136"/>
                  </a:lnTo>
                  <a:lnTo>
                    <a:pt x="30480" y="326136"/>
                  </a:lnTo>
                  <a:lnTo>
                    <a:pt x="36576" y="324612"/>
                  </a:lnTo>
                  <a:lnTo>
                    <a:pt x="41148" y="320040"/>
                  </a:lnTo>
                  <a:lnTo>
                    <a:pt x="45720" y="313944"/>
                  </a:lnTo>
                  <a:lnTo>
                    <a:pt x="48768" y="309372"/>
                  </a:lnTo>
                  <a:lnTo>
                    <a:pt x="48768" y="295656"/>
                  </a:lnTo>
                  <a:close/>
                </a:path>
                <a:path extrusionOk="0" h="356870" w="448309">
                  <a:moveTo>
                    <a:pt x="342912" y="248412"/>
                  </a:moveTo>
                  <a:lnTo>
                    <a:pt x="335292" y="248412"/>
                  </a:lnTo>
                  <a:lnTo>
                    <a:pt x="335292" y="259080"/>
                  </a:lnTo>
                  <a:lnTo>
                    <a:pt x="333768" y="266700"/>
                  </a:lnTo>
                  <a:lnTo>
                    <a:pt x="332244" y="269748"/>
                  </a:lnTo>
                  <a:lnTo>
                    <a:pt x="329184" y="274320"/>
                  </a:lnTo>
                  <a:lnTo>
                    <a:pt x="326136" y="277368"/>
                  </a:lnTo>
                  <a:lnTo>
                    <a:pt x="321564" y="278892"/>
                  </a:lnTo>
                  <a:lnTo>
                    <a:pt x="317042" y="280657"/>
                  </a:lnTo>
                  <a:lnTo>
                    <a:pt x="310515" y="281559"/>
                  </a:lnTo>
                  <a:lnTo>
                    <a:pt x="302285" y="281901"/>
                  </a:lnTo>
                  <a:lnTo>
                    <a:pt x="115824" y="281901"/>
                  </a:lnTo>
                  <a:lnTo>
                    <a:pt x="115824" y="292608"/>
                  </a:lnTo>
                  <a:lnTo>
                    <a:pt x="143256" y="356616"/>
                  </a:lnTo>
                  <a:lnTo>
                    <a:pt x="150876" y="353568"/>
                  </a:lnTo>
                  <a:lnTo>
                    <a:pt x="147828" y="347472"/>
                  </a:lnTo>
                  <a:lnTo>
                    <a:pt x="147828" y="330708"/>
                  </a:lnTo>
                  <a:lnTo>
                    <a:pt x="150876" y="329184"/>
                  </a:lnTo>
                  <a:lnTo>
                    <a:pt x="152400" y="326136"/>
                  </a:lnTo>
                  <a:lnTo>
                    <a:pt x="155448" y="324612"/>
                  </a:lnTo>
                  <a:lnTo>
                    <a:pt x="161544" y="324612"/>
                  </a:lnTo>
                  <a:lnTo>
                    <a:pt x="168071" y="323494"/>
                  </a:lnTo>
                  <a:lnTo>
                    <a:pt x="178308" y="322516"/>
                  </a:lnTo>
                  <a:lnTo>
                    <a:pt x="191985" y="321830"/>
                  </a:lnTo>
                  <a:lnTo>
                    <a:pt x="208788" y="321564"/>
                  </a:lnTo>
                  <a:lnTo>
                    <a:pt x="292608" y="321564"/>
                  </a:lnTo>
                  <a:lnTo>
                    <a:pt x="332244" y="333756"/>
                  </a:lnTo>
                  <a:lnTo>
                    <a:pt x="335292" y="344424"/>
                  </a:lnTo>
                  <a:lnTo>
                    <a:pt x="335292" y="355092"/>
                  </a:lnTo>
                  <a:lnTo>
                    <a:pt x="342912" y="355092"/>
                  </a:lnTo>
                  <a:lnTo>
                    <a:pt x="342912" y="321564"/>
                  </a:lnTo>
                  <a:lnTo>
                    <a:pt x="342912" y="248412"/>
                  </a:lnTo>
                  <a:close/>
                </a:path>
                <a:path extrusionOk="0" h="356870" w="448309">
                  <a:moveTo>
                    <a:pt x="447941" y="123444"/>
                  </a:moveTo>
                  <a:lnTo>
                    <a:pt x="445795" y="95783"/>
                  </a:lnTo>
                  <a:lnTo>
                    <a:pt x="439115" y="69723"/>
                  </a:lnTo>
                  <a:lnTo>
                    <a:pt x="428129" y="46532"/>
                  </a:lnTo>
                  <a:lnTo>
                    <a:pt x="418871" y="33909"/>
                  </a:lnTo>
                  <a:lnTo>
                    <a:pt x="418871" y="107848"/>
                  </a:lnTo>
                  <a:lnTo>
                    <a:pt x="418223" y="123786"/>
                  </a:lnTo>
                  <a:lnTo>
                    <a:pt x="415493" y="142875"/>
                  </a:lnTo>
                  <a:lnTo>
                    <a:pt x="410768" y="159054"/>
                  </a:lnTo>
                  <a:lnTo>
                    <a:pt x="403872" y="172212"/>
                  </a:lnTo>
                  <a:lnTo>
                    <a:pt x="399300" y="182880"/>
                  </a:lnTo>
                  <a:lnTo>
                    <a:pt x="391680" y="187452"/>
                  </a:lnTo>
                  <a:lnTo>
                    <a:pt x="377964" y="187452"/>
                  </a:lnTo>
                  <a:lnTo>
                    <a:pt x="371868" y="185928"/>
                  </a:lnTo>
                  <a:lnTo>
                    <a:pt x="365772" y="181356"/>
                  </a:lnTo>
                  <a:lnTo>
                    <a:pt x="362381" y="179832"/>
                  </a:lnTo>
                  <a:lnTo>
                    <a:pt x="360057" y="178790"/>
                  </a:lnTo>
                  <a:lnTo>
                    <a:pt x="354342" y="175641"/>
                  </a:lnTo>
                  <a:lnTo>
                    <a:pt x="348627" y="171932"/>
                  </a:lnTo>
                  <a:lnTo>
                    <a:pt x="346976" y="170688"/>
                  </a:lnTo>
                  <a:lnTo>
                    <a:pt x="342912" y="167640"/>
                  </a:lnTo>
                  <a:lnTo>
                    <a:pt x="342950" y="167284"/>
                  </a:lnTo>
                  <a:lnTo>
                    <a:pt x="344944" y="150876"/>
                  </a:lnTo>
                  <a:lnTo>
                    <a:pt x="345071" y="149352"/>
                  </a:lnTo>
                  <a:lnTo>
                    <a:pt x="346532" y="131064"/>
                  </a:lnTo>
                  <a:lnTo>
                    <a:pt x="347827" y="107848"/>
                  </a:lnTo>
                  <a:lnTo>
                    <a:pt x="347941" y="105156"/>
                  </a:lnTo>
                  <a:lnTo>
                    <a:pt x="348970" y="81584"/>
                  </a:lnTo>
                  <a:lnTo>
                    <a:pt x="349072" y="78486"/>
                  </a:lnTo>
                  <a:lnTo>
                    <a:pt x="349186" y="74485"/>
                  </a:lnTo>
                  <a:lnTo>
                    <a:pt x="349504" y="63627"/>
                  </a:lnTo>
                  <a:lnTo>
                    <a:pt x="358152" y="19812"/>
                  </a:lnTo>
                  <a:lnTo>
                    <a:pt x="364248" y="16764"/>
                  </a:lnTo>
                  <a:lnTo>
                    <a:pt x="371868" y="16764"/>
                  </a:lnTo>
                  <a:lnTo>
                    <a:pt x="410743" y="48539"/>
                  </a:lnTo>
                  <a:lnTo>
                    <a:pt x="418312" y="83680"/>
                  </a:lnTo>
                  <a:lnTo>
                    <a:pt x="418388" y="85344"/>
                  </a:lnTo>
                  <a:lnTo>
                    <a:pt x="418490" y="87630"/>
                  </a:lnTo>
                  <a:lnTo>
                    <a:pt x="418833" y="95783"/>
                  </a:lnTo>
                  <a:lnTo>
                    <a:pt x="418871" y="107848"/>
                  </a:lnTo>
                  <a:lnTo>
                    <a:pt x="418871" y="33909"/>
                  </a:lnTo>
                  <a:lnTo>
                    <a:pt x="389013" y="7429"/>
                  </a:lnTo>
                  <a:lnTo>
                    <a:pt x="362724" y="1524"/>
                  </a:lnTo>
                  <a:lnTo>
                    <a:pt x="353644" y="2387"/>
                  </a:lnTo>
                  <a:lnTo>
                    <a:pt x="319481" y="29908"/>
                  </a:lnTo>
                  <a:lnTo>
                    <a:pt x="311670" y="74485"/>
                  </a:lnTo>
                  <a:lnTo>
                    <a:pt x="311416" y="78486"/>
                  </a:lnTo>
                  <a:lnTo>
                    <a:pt x="311289" y="80467"/>
                  </a:lnTo>
                  <a:lnTo>
                    <a:pt x="311175" y="82296"/>
                  </a:lnTo>
                  <a:lnTo>
                    <a:pt x="311099" y="83680"/>
                  </a:lnTo>
                  <a:lnTo>
                    <a:pt x="310997" y="85344"/>
                  </a:lnTo>
                  <a:lnTo>
                    <a:pt x="309206" y="124968"/>
                  </a:lnTo>
                  <a:lnTo>
                    <a:pt x="309143" y="128384"/>
                  </a:lnTo>
                  <a:lnTo>
                    <a:pt x="308622" y="138493"/>
                  </a:lnTo>
                  <a:lnTo>
                    <a:pt x="308521" y="139827"/>
                  </a:lnTo>
                  <a:lnTo>
                    <a:pt x="308089" y="146050"/>
                  </a:lnTo>
                  <a:lnTo>
                    <a:pt x="308038" y="147218"/>
                  </a:lnTo>
                  <a:lnTo>
                    <a:pt x="307924" y="149352"/>
                  </a:lnTo>
                  <a:lnTo>
                    <a:pt x="307822" y="151066"/>
                  </a:lnTo>
                  <a:lnTo>
                    <a:pt x="306336" y="158496"/>
                  </a:lnTo>
                  <a:lnTo>
                    <a:pt x="304812" y="163068"/>
                  </a:lnTo>
                  <a:lnTo>
                    <a:pt x="301764" y="166116"/>
                  </a:lnTo>
                  <a:lnTo>
                    <a:pt x="300240" y="169164"/>
                  </a:lnTo>
                  <a:lnTo>
                    <a:pt x="297192" y="170688"/>
                  </a:lnTo>
                  <a:lnTo>
                    <a:pt x="291084" y="170688"/>
                  </a:lnTo>
                  <a:lnTo>
                    <a:pt x="288036" y="169164"/>
                  </a:lnTo>
                  <a:lnTo>
                    <a:pt x="278892" y="163068"/>
                  </a:lnTo>
                  <a:lnTo>
                    <a:pt x="274320" y="158496"/>
                  </a:lnTo>
                  <a:lnTo>
                    <a:pt x="268224" y="150876"/>
                  </a:lnTo>
                  <a:lnTo>
                    <a:pt x="270230" y="142875"/>
                  </a:lnTo>
                  <a:lnTo>
                    <a:pt x="270344" y="142214"/>
                  </a:lnTo>
                  <a:lnTo>
                    <a:pt x="272796" y="118872"/>
                  </a:lnTo>
                  <a:lnTo>
                    <a:pt x="272694" y="117348"/>
                  </a:lnTo>
                  <a:lnTo>
                    <a:pt x="272580" y="115824"/>
                  </a:lnTo>
                  <a:lnTo>
                    <a:pt x="271399" y="99441"/>
                  </a:lnTo>
                  <a:lnTo>
                    <a:pt x="267271" y="82296"/>
                  </a:lnTo>
                  <a:lnTo>
                    <a:pt x="263842" y="74676"/>
                  </a:lnTo>
                  <a:lnTo>
                    <a:pt x="263766" y="74485"/>
                  </a:lnTo>
                  <a:lnTo>
                    <a:pt x="260604" y="67475"/>
                  </a:lnTo>
                  <a:lnTo>
                    <a:pt x="260604" y="117348"/>
                  </a:lnTo>
                  <a:lnTo>
                    <a:pt x="259486" y="126212"/>
                  </a:lnTo>
                  <a:lnTo>
                    <a:pt x="232435" y="156476"/>
                  </a:lnTo>
                  <a:lnTo>
                    <a:pt x="185928" y="166116"/>
                  </a:lnTo>
                  <a:lnTo>
                    <a:pt x="171958" y="165290"/>
                  </a:lnTo>
                  <a:lnTo>
                    <a:pt x="135737" y="147027"/>
                  </a:lnTo>
                  <a:lnTo>
                    <a:pt x="128016" y="123444"/>
                  </a:lnTo>
                  <a:lnTo>
                    <a:pt x="128905" y="113728"/>
                  </a:lnTo>
                  <a:lnTo>
                    <a:pt x="155575" y="83680"/>
                  </a:lnTo>
                  <a:lnTo>
                    <a:pt x="204216" y="74676"/>
                  </a:lnTo>
                  <a:lnTo>
                    <a:pt x="217322" y="75272"/>
                  </a:lnTo>
                  <a:lnTo>
                    <a:pt x="252895" y="92278"/>
                  </a:lnTo>
                  <a:lnTo>
                    <a:pt x="260604" y="117348"/>
                  </a:lnTo>
                  <a:lnTo>
                    <a:pt x="260604" y="67475"/>
                  </a:lnTo>
                  <a:lnTo>
                    <a:pt x="226504" y="37719"/>
                  </a:lnTo>
                  <a:lnTo>
                    <a:pt x="198120" y="32004"/>
                  </a:lnTo>
                  <a:lnTo>
                    <a:pt x="185216" y="32842"/>
                  </a:lnTo>
                  <a:lnTo>
                    <a:pt x="173736" y="35242"/>
                  </a:lnTo>
                  <a:lnTo>
                    <a:pt x="163410" y="39077"/>
                  </a:lnTo>
                  <a:lnTo>
                    <a:pt x="153924" y="44196"/>
                  </a:lnTo>
                  <a:lnTo>
                    <a:pt x="153924" y="4572"/>
                  </a:lnTo>
                  <a:lnTo>
                    <a:pt x="152400" y="2984"/>
                  </a:lnTo>
                  <a:lnTo>
                    <a:pt x="152400" y="1524"/>
                  </a:lnTo>
                  <a:lnTo>
                    <a:pt x="150876" y="0"/>
                  </a:lnTo>
                  <a:lnTo>
                    <a:pt x="137160" y="0"/>
                  </a:lnTo>
                  <a:lnTo>
                    <a:pt x="135648" y="1524"/>
                  </a:lnTo>
                  <a:lnTo>
                    <a:pt x="134124" y="1524"/>
                  </a:lnTo>
                  <a:lnTo>
                    <a:pt x="132664" y="2984"/>
                  </a:lnTo>
                  <a:lnTo>
                    <a:pt x="132600" y="62484"/>
                  </a:lnTo>
                  <a:lnTo>
                    <a:pt x="125476" y="74485"/>
                  </a:lnTo>
                  <a:lnTo>
                    <a:pt x="125399" y="74676"/>
                  </a:lnTo>
                  <a:lnTo>
                    <a:pt x="120218" y="87630"/>
                  </a:lnTo>
                  <a:lnTo>
                    <a:pt x="116954" y="101917"/>
                  </a:lnTo>
                  <a:lnTo>
                    <a:pt x="116941" y="102108"/>
                  </a:lnTo>
                  <a:lnTo>
                    <a:pt x="115938" y="115824"/>
                  </a:lnTo>
                  <a:lnTo>
                    <a:pt x="115951" y="118872"/>
                  </a:lnTo>
                  <a:lnTo>
                    <a:pt x="128689" y="167284"/>
                  </a:lnTo>
                  <a:lnTo>
                    <a:pt x="165354" y="199072"/>
                  </a:lnTo>
                  <a:lnTo>
                    <a:pt x="196596" y="205740"/>
                  </a:lnTo>
                  <a:lnTo>
                    <a:pt x="206844" y="204939"/>
                  </a:lnTo>
                  <a:lnTo>
                    <a:pt x="243293" y="188785"/>
                  </a:lnTo>
                  <a:lnTo>
                    <a:pt x="263652" y="163068"/>
                  </a:lnTo>
                  <a:lnTo>
                    <a:pt x="273138" y="174498"/>
                  </a:lnTo>
                  <a:lnTo>
                    <a:pt x="301764" y="199644"/>
                  </a:lnTo>
                  <a:lnTo>
                    <a:pt x="309384" y="202692"/>
                  </a:lnTo>
                  <a:lnTo>
                    <a:pt x="318528" y="202692"/>
                  </a:lnTo>
                  <a:lnTo>
                    <a:pt x="323100" y="201168"/>
                  </a:lnTo>
                  <a:lnTo>
                    <a:pt x="327672" y="196596"/>
                  </a:lnTo>
                  <a:lnTo>
                    <a:pt x="332244" y="193548"/>
                  </a:lnTo>
                  <a:lnTo>
                    <a:pt x="341388" y="179832"/>
                  </a:lnTo>
                  <a:lnTo>
                    <a:pt x="351650" y="189865"/>
                  </a:lnTo>
                  <a:lnTo>
                    <a:pt x="359486" y="197167"/>
                  </a:lnTo>
                  <a:lnTo>
                    <a:pt x="394728" y="220980"/>
                  </a:lnTo>
                  <a:lnTo>
                    <a:pt x="399300" y="222504"/>
                  </a:lnTo>
                  <a:lnTo>
                    <a:pt x="402348" y="222504"/>
                  </a:lnTo>
                  <a:lnTo>
                    <a:pt x="435673" y="187452"/>
                  </a:lnTo>
                  <a:lnTo>
                    <a:pt x="435851" y="187121"/>
                  </a:lnTo>
                  <a:lnTo>
                    <a:pt x="442544" y="168021"/>
                  </a:lnTo>
                  <a:lnTo>
                    <a:pt x="442607" y="167640"/>
                  </a:lnTo>
                  <a:lnTo>
                    <a:pt x="442683" y="167284"/>
                  </a:lnTo>
                  <a:lnTo>
                    <a:pt x="446659" y="147218"/>
                  </a:lnTo>
                  <a:lnTo>
                    <a:pt x="446735" y="146050"/>
                  </a:lnTo>
                  <a:lnTo>
                    <a:pt x="447852" y="128384"/>
                  </a:lnTo>
                  <a:lnTo>
                    <a:pt x="447941" y="1234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33" name="Google Shape;4933;p8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193291" y="5603747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34" name="Google Shape;4934;p80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077467" y="3145535"/>
            <a:ext cx="348996" cy="2353056"/>
          </a:xfrm>
          <a:prstGeom prst="rect">
            <a:avLst/>
          </a:prstGeom>
          <a:noFill/>
          <a:ln>
            <a:noFill/>
          </a:ln>
        </p:spPr>
      </p:pic>
      <p:sp>
        <p:nvSpPr>
          <p:cNvPr id="4935" name="Google Shape;4935;p80"/>
          <p:cNvSpPr/>
          <p:nvPr/>
        </p:nvSpPr>
        <p:spPr>
          <a:xfrm>
            <a:off x="1078979" y="1697736"/>
            <a:ext cx="447040" cy="1303020"/>
          </a:xfrm>
          <a:custGeom>
            <a:rect b="b" l="l" r="r" t="t"/>
            <a:pathLst>
              <a:path extrusionOk="0" h="1303020" w="447040">
                <a:moveTo>
                  <a:pt x="341376" y="894588"/>
                </a:moveTo>
                <a:lnTo>
                  <a:pt x="257556" y="867156"/>
                </a:lnTo>
                <a:lnTo>
                  <a:pt x="257556" y="877824"/>
                </a:lnTo>
                <a:lnTo>
                  <a:pt x="271564" y="885596"/>
                </a:lnTo>
                <a:lnTo>
                  <a:pt x="283845" y="893064"/>
                </a:lnTo>
                <a:lnTo>
                  <a:pt x="313182" y="919924"/>
                </a:lnTo>
                <a:lnTo>
                  <a:pt x="322808" y="959485"/>
                </a:lnTo>
                <a:lnTo>
                  <a:pt x="323088" y="972312"/>
                </a:lnTo>
                <a:lnTo>
                  <a:pt x="323088" y="1037844"/>
                </a:lnTo>
                <a:lnTo>
                  <a:pt x="321564" y="1043940"/>
                </a:lnTo>
                <a:lnTo>
                  <a:pt x="318516" y="1050036"/>
                </a:lnTo>
                <a:lnTo>
                  <a:pt x="315468" y="1053084"/>
                </a:lnTo>
                <a:lnTo>
                  <a:pt x="312432" y="1053084"/>
                </a:lnTo>
                <a:lnTo>
                  <a:pt x="309016" y="1054214"/>
                </a:lnTo>
                <a:lnTo>
                  <a:pt x="303466" y="1055179"/>
                </a:lnTo>
                <a:lnTo>
                  <a:pt x="295922" y="1055878"/>
                </a:lnTo>
                <a:lnTo>
                  <a:pt x="286512" y="1056132"/>
                </a:lnTo>
                <a:lnTo>
                  <a:pt x="178308" y="1056132"/>
                </a:lnTo>
                <a:lnTo>
                  <a:pt x="178308" y="986028"/>
                </a:lnTo>
                <a:lnTo>
                  <a:pt x="178600" y="975461"/>
                </a:lnTo>
                <a:lnTo>
                  <a:pt x="195084" y="938784"/>
                </a:lnTo>
                <a:lnTo>
                  <a:pt x="225552" y="932688"/>
                </a:lnTo>
                <a:lnTo>
                  <a:pt x="225552" y="925068"/>
                </a:lnTo>
                <a:lnTo>
                  <a:pt x="112776" y="925068"/>
                </a:lnTo>
                <a:lnTo>
                  <a:pt x="112776" y="932688"/>
                </a:lnTo>
                <a:lnTo>
                  <a:pt x="125590" y="933767"/>
                </a:lnTo>
                <a:lnTo>
                  <a:pt x="136398" y="936688"/>
                </a:lnTo>
                <a:lnTo>
                  <a:pt x="159448" y="972337"/>
                </a:lnTo>
                <a:lnTo>
                  <a:pt x="160020" y="986028"/>
                </a:lnTo>
                <a:lnTo>
                  <a:pt x="160020" y="1056132"/>
                </a:lnTo>
                <a:lnTo>
                  <a:pt x="32004" y="1056132"/>
                </a:lnTo>
                <a:lnTo>
                  <a:pt x="32004" y="966216"/>
                </a:lnTo>
                <a:lnTo>
                  <a:pt x="38100" y="925068"/>
                </a:lnTo>
                <a:lnTo>
                  <a:pt x="73660" y="906043"/>
                </a:lnTo>
                <a:lnTo>
                  <a:pt x="85344" y="903732"/>
                </a:lnTo>
                <a:lnTo>
                  <a:pt x="85344" y="893064"/>
                </a:lnTo>
                <a:lnTo>
                  <a:pt x="13716" y="896112"/>
                </a:lnTo>
                <a:lnTo>
                  <a:pt x="13716" y="1149096"/>
                </a:lnTo>
                <a:lnTo>
                  <a:pt x="21336" y="1149096"/>
                </a:lnTo>
                <a:lnTo>
                  <a:pt x="21336" y="1136904"/>
                </a:lnTo>
                <a:lnTo>
                  <a:pt x="21932" y="1127455"/>
                </a:lnTo>
                <a:lnTo>
                  <a:pt x="57086" y="1102169"/>
                </a:lnTo>
                <a:lnTo>
                  <a:pt x="71628" y="1101852"/>
                </a:lnTo>
                <a:lnTo>
                  <a:pt x="294894" y="1101902"/>
                </a:lnTo>
                <a:lnTo>
                  <a:pt x="304038" y="1102233"/>
                </a:lnTo>
                <a:lnTo>
                  <a:pt x="310896" y="1103147"/>
                </a:lnTo>
                <a:lnTo>
                  <a:pt x="315468" y="1104900"/>
                </a:lnTo>
                <a:lnTo>
                  <a:pt x="321564" y="1106424"/>
                </a:lnTo>
                <a:lnTo>
                  <a:pt x="324612" y="1109472"/>
                </a:lnTo>
                <a:lnTo>
                  <a:pt x="327672" y="1114044"/>
                </a:lnTo>
                <a:lnTo>
                  <a:pt x="332232" y="1121664"/>
                </a:lnTo>
                <a:lnTo>
                  <a:pt x="333756" y="1129284"/>
                </a:lnTo>
                <a:lnTo>
                  <a:pt x="333756" y="1149096"/>
                </a:lnTo>
                <a:lnTo>
                  <a:pt x="341376" y="1149096"/>
                </a:lnTo>
                <a:lnTo>
                  <a:pt x="341376" y="894588"/>
                </a:lnTo>
                <a:close/>
              </a:path>
              <a:path extrusionOk="0" h="1303020" w="447040">
                <a:moveTo>
                  <a:pt x="341376" y="702564"/>
                </a:moveTo>
                <a:lnTo>
                  <a:pt x="338213" y="657682"/>
                </a:lnTo>
                <a:lnTo>
                  <a:pt x="328612" y="618934"/>
                </a:lnTo>
                <a:lnTo>
                  <a:pt x="324612" y="610844"/>
                </a:lnTo>
                <a:lnTo>
                  <a:pt x="324612" y="704088"/>
                </a:lnTo>
                <a:lnTo>
                  <a:pt x="324548" y="705612"/>
                </a:lnTo>
                <a:lnTo>
                  <a:pt x="324065" y="715187"/>
                </a:lnTo>
                <a:lnTo>
                  <a:pt x="322516" y="727710"/>
                </a:lnTo>
                <a:lnTo>
                  <a:pt x="320116" y="741387"/>
                </a:lnTo>
                <a:lnTo>
                  <a:pt x="316992" y="755904"/>
                </a:lnTo>
                <a:lnTo>
                  <a:pt x="38100" y="755904"/>
                </a:lnTo>
                <a:lnTo>
                  <a:pt x="30822" y="717334"/>
                </a:lnTo>
                <a:lnTo>
                  <a:pt x="30480" y="705612"/>
                </a:lnTo>
                <a:lnTo>
                  <a:pt x="33032" y="678205"/>
                </a:lnTo>
                <a:lnTo>
                  <a:pt x="52984" y="630821"/>
                </a:lnTo>
                <a:lnTo>
                  <a:pt x="91490" y="594245"/>
                </a:lnTo>
                <a:lnTo>
                  <a:pt x="145122" y="575335"/>
                </a:lnTo>
                <a:lnTo>
                  <a:pt x="176784" y="573024"/>
                </a:lnTo>
                <a:lnTo>
                  <a:pt x="209346" y="575335"/>
                </a:lnTo>
                <a:lnTo>
                  <a:pt x="263588" y="594245"/>
                </a:lnTo>
                <a:lnTo>
                  <a:pt x="302120" y="630580"/>
                </a:lnTo>
                <a:lnTo>
                  <a:pt x="322072" y="676922"/>
                </a:lnTo>
                <a:lnTo>
                  <a:pt x="322186" y="678205"/>
                </a:lnTo>
                <a:lnTo>
                  <a:pt x="324612" y="704088"/>
                </a:lnTo>
                <a:lnTo>
                  <a:pt x="324612" y="610844"/>
                </a:lnTo>
                <a:lnTo>
                  <a:pt x="312445" y="586193"/>
                </a:lnTo>
                <a:lnTo>
                  <a:pt x="265277" y="541312"/>
                </a:lnTo>
                <a:lnTo>
                  <a:pt x="208127" y="520738"/>
                </a:lnTo>
                <a:lnTo>
                  <a:pt x="175260" y="518160"/>
                </a:lnTo>
                <a:lnTo>
                  <a:pt x="150710" y="519595"/>
                </a:lnTo>
                <a:lnTo>
                  <a:pt x="105613" y="531025"/>
                </a:lnTo>
                <a:lnTo>
                  <a:pt x="67348" y="554215"/>
                </a:lnTo>
                <a:lnTo>
                  <a:pt x="39916" y="585177"/>
                </a:lnTo>
                <a:lnTo>
                  <a:pt x="23368" y="624967"/>
                </a:lnTo>
                <a:lnTo>
                  <a:pt x="14846" y="680453"/>
                </a:lnTo>
                <a:lnTo>
                  <a:pt x="13716" y="714756"/>
                </a:lnTo>
                <a:lnTo>
                  <a:pt x="13716" y="848868"/>
                </a:lnTo>
                <a:lnTo>
                  <a:pt x="21336" y="848868"/>
                </a:lnTo>
                <a:lnTo>
                  <a:pt x="21336" y="836676"/>
                </a:lnTo>
                <a:lnTo>
                  <a:pt x="21932" y="828103"/>
                </a:lnTo>
                <a:lnTo>
                  <a:pt x="57302" y="802182"/>
                </a:lnTo>
                <a:lnTo>
                  <a:pt x="71628" y="801624"/>
                </a:lnTo>
                <a:lnTo>
                  <a:pt x="283464" y="801624"/>
                </a:lnTo>
                <a:lnTo>
                  <a:pt x="326047" y="812253"/>
                </a:lnTo>
                <a:lnTo>
                  <a:pt x="333756" y="836676"/>
                </a:lnTo>
                <a:lnTo>
                  <a:pt x="333756" y="848868"/>
                </a:lnTo>
                <a:lnTo>
                  <a:pt x="341376" y="848868"/>
                </a:lnTo>
                <a:lnTo>
                  <a:pt x="341376" y="801624"/>
                </a:lnTo>
                <a:lnTo>
                  <a:pt x="341376" y="755904"/>
                </a:lnTo>
                <a:lnTo>
                  <a:pt x="341376" y="702564"/>
                </a:lnTo>
                <a:close/>
              </a:path>
              <a:path extrusionOk="0" h="1303020" w="447040">
                <a:moveTo>
                  <a:pt x="341376" y="149352"/>
                </a:moveTo>
                <a:lnTo>
                  <a:pt x="333756" y="149352"/>
                </a:lnTo>
                <a:lnTo>
                  <a:pt x="332308" y="159054"/>
                </a:lnTo>
                <a:lnTo>
                  <a:pt x="330136" y="167449"/>
                </a:lnTo>
                <a:lnTo>
                  <a:pt x="294373" y="198907"/>
                </a:lnTo>
                <a:lnTo>
                  <a:pt x="213360" y="233210"/>
                </a:lnTo>
                <a:lnTo>
                  <a:pt x="213360" y="281940"/>
                </a:lnTo>
                <a:lnTo>
                  <a:pt x="213360" y="394716"/>
                </a:lnTo>
                <a:lnTo>
                  <a:pt x="80772" y="336804"/>
                </a:lnTo>
                <a:lnTo>
                  <a:pt x="213360" y="281940"/>
                </a:lnTo>
                <a:lnTo>
                  <a:pt x="213360" y="233210"/>
                </a:lnTo>
                <a:lnTo>
                  <a:pt x="6096" y="320040"/>
                </a:lnTo>
                <a:lnTo>
                  <a:pt x="6096" y="327660"/>
                </a:lnTo>
                <a:lnTo>
                  <a:pt x="275844" y="445008"/>
                </a:lnTo>
                <a:lnTo>
                  <a:pt x="292468" y="451866"/>
                </a:lnTo>
                <a:lnTo>
                  <a:pt x="305943" y="458724"/>
                </a:lnTo>
                <a:lnTo>
                  <a:pt x="331470" y="488950"/>
                </a:lnTo>
                <a:lnTo>
                  <a:pt x="333756" y="498348"/>
                </a:lnTo>
                <a:lnTo>
                  <a:pt x="341376" y="498348"/>
                </a:lnTo>
                <a:lnTo>
                  <a:pt x="341376" y="432816"/>
                </a:lnTo>
                <a:lnTo>
                  <a:pt x="341376" y="394716"/>
                </a:lnTo>
                <a:lnTo>
                  <a:pt x="333756" y="394716"/>
                </a:lnTo>
                <a:lnTo>
                  <a:pt x="321564" y="431292"/>
                </a:lnTo>
                <a:lnTo>
                  <a:pt x="316992" y="432816"/>
                </a:lnTo>
                <a:lnTo>
                  <a:pt x="312420" y="432816"/>
                </a:lnTo>
                <a:lnTo>
                  <a:pt x="231648" y="402336"/>
                </a:lnTo>
                <a:lnTo>
                  <a:pt x="231648" y="394716"/>
                </a:lnTo>
                <a:lnTo>
                  <a:pt x="231648" y="281940"/>
                </a:lnTo>
                <a:lnTo>
                  <a:pt x="231648" y="274320"/>
                </a:lnTo>
                <a:lnTo>
                  <a:pt x="278892" y="254508"/>
                </a:lnTo>
                <a:lnTo>
                  <a:pt x="289737" y="250507"/>
                </a:lnTo>
                <a:lnTo>
                  <a:pt x="299275" y="247650"/>
                </a:lnTo>
                <a:lnTo>
                  <a:pt x="307403" y="245935"/>
                </a:lnTo>
                <a:lnTo>
                  <a:pt x="313944" y="245364"/>
                </a:lnTo>
                <a:lnTo>
                  <a:pt x="318516" y="245364"/>
                </a:lnTo>
                <a:lnTo>
                  <a:pt x="333756" y="278892"/>
                </a:lnTo>
                <a:lnTo>
                  <a:pt x="341376" y="278892"/>
                </a:lnTo>
                <a:lnTo>
                  <a:pt x="341376" y="245364"/>
                </a:lnTo>
                <a:lnTo>
                  <a:pt x="341376" y="149352"/>
                </a:lnTo>
                <a:close/>
              </a:path>
              <a:path extrusionOk="0" h="1303020" w="447040">
                <a:moveTo>
                  <a:pt x="446544" y="1168908"/>
                </a:moveTo>
                <a:lnTo>
                  <a:pt x="437400" y="1168908"/>
                </a:lnTo>
                <a:lnTo>
                  <a:pt x="429133" y="1180033"/>
                </a:lnTo>
                <a:lnTo>
                  <a:pt x="420446" y="1190434"/>
                </a:lnTo>
                <a:lnTo>
                  <a:pt x="383108" y="1222438"/>
                </a:lnTo>
                <a:lnTo>
                  <a:pt x="340055" y="1241107"/>
                </a:lnTo>
                <a:lnTo>
                  <a:pt x="288213" y="1252156"/>
                </a:lnTo>
                <a:lnTo>
                  <a:pt x="241871" y="1256728"/>
                </a:lnTo>
                <a:lnTo>
                  <a:pt x="216420" y="1257300"/>
                </a:lnTo>
                <a:lnTo>
                  <a:pt x="192697" y="1256499"/>
                </a:lnTo>
                <a:lnTo>
                  <a:pt x="146977" y="1250873"/>
                </a:lnTo>
                <a:lnTo>
                  <a:pt x="104355" y="1241475"/>
                </a:lnTo>
                <a:lnTo>
                  <a:pt x="68821" y="1227137"/>
                </a:lnTo>
                <a:lnTo>
                  <a:pt x="28397" y="1196149"/>
                </a:lnTo>
                <a:lnTo>
                  <a:pt x="9156" y="1168908"/>
                </a:lnTo>
                <a:lnTo>
                  <a:pt x="12" y="1168908"/>
                </a:lnTo>
                <a:lnTo>
                  <a:pt x="34874" y="1222629"/>
                </a:lnTo>
                <a:lnTo>
                  <a:pt x="86880" y="1264920"/>
                </a:lnTo>
                <a:lnTo>
                  <a:pt x="152031" y="1293114"/>
                </a:lnTo>
                <a:lnTo>
                  <a:pt x="224040" y="1303020"/>
                </a:lnTo>
                <a:lnTo>
                  <a:pt x="248920" y="1301648"/>
                </a:lnTo>
                <a:lnTo>
                  <a:pt x="297548" y="1291450"/>
                </a:lnTo>
                <a:lnTo>
                  <a:pt x="344716" y="1272946"/>
                </a:lnTo>
                <a:lnTo>
                  <a:pt x="385864" y="1246136"/>
                </a:lnTo>
                <a:lnTo>
                  <a:pt x="415886" y="1216710"/>
                </a:lnTo>
                <a:lnTo>
                  <a:pt x="437083" y="1186370"/>
                </a:lnTo>
                <a:lnTo>
                  <a:pt x="446544" y="1168908"/>
                </a:lnTo>
                <a:close/>
              </a:path>
              <a:path extrusionOk="0" h="1303020" w="447040">
                <a:moveTo>
                  <a:pt x="446544" y="134112"/>
                </a:moveTo>
                <a:lnTo>
                  <a:pt x="410908" y="79057"/>
                </a:lnTo>
                <a:lnTo>
                  <a:pt x="358140" y="36576"/>
                </a:lnTo>
                <a:lnTo>
                  <a:pt x="294322" y="9144"/>
                </a:lnTo>
                <a:lnTo>
                  <a:pt x="222504" y="0"/>
                </a:lnTo>
                <a:lnTo>
                  <a:pt x="197408" y="1143"/>
                </a:lnTo>
                <a:lnTo>
                  <a:pt x="148361" y="10287"/>
                </a:lnTo>
                <a:lnTo>
                  <a:pt x="101828" y="28562"/>
                </a:lnTo>
                <a:lnTo>
                  <a:pt x="60680" y="55372"/>
                </a:lnTo>
                <a:lnTo>
                  <a:pt x="30657" y="84823"/>
                </a:lnTo>
                <a:lnTo>
                  <a:pt x="0" y="134112"/>
                </a:lnTo>
                <a:lnTo>
                  <a:pt x="9144" y="134112"/>
                </a:lnTo>
                <a:lnTo>
                  <a:pt x="17411" y="122110"/>
                </a:lnTo>
                <a:lnTo>
                  <a:pt x="26098" y="111252"/>
                </a:lnTo>
                <a:lnTo>
                  <a:pt x="63246" y="79057"/>
                </a:lnTo>
                <a:lnTo>
                  <a:pt x="106108" y="60388"/>
                </a:lnTo>
                <a:lnTo>
                  <a:pt x="157695" y="49580"/>
                </a:lnTo>
                <a:lnTo>
                  <a:pt x="204647" y="46062"/>
                </a:lnTo>
                <a:lnTo>
                  <a:pt x="230124" y="45720"/>
                </a:lnTo>
                <a:lnTo>
                  <a:pt x="252971" y="46291"/>
                </a:lnTo>
                <a:lnTo>
                  <a:pt x="298069" y="50863"/>
                </a:lnTo>
                <a:lnTo>
                  <a:pt x="340880" y="60032"/>
                </a:lnTo>
                <a:lnTo>
                  <a:pt x="376834" y="74371"/>
                </a:lnTo>
                <a:lnTo>
                  <a:pt x="417957" y="105537"/>
                </a:lnTo>
                <a:lnTo>
                  <a:pt x="437388" y="134112"/>
                </a:lnTo>
                <a:lnTo>
                  <a:pt x="446544" y="1341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936" name="Google Shape;4936;p80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110739" y="7431023"/>
            <a:ext cx="220979" cy="1888235"/>
          </a:xfrm>
          <a:prstGeom prst="rect">
            <a:avLst/>
          </a:prstGeom>
          <a:noFill/>
          <a:ln>
            <a:noFill/>
          </a:ln>
        </p:spPr>
      </p:pic>
      <p:pic>
        <p:nvPicPr>
          <p:cNvPr id="4937" name="Google Shape;4937;p80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110739" y="6652259"/>
            <a:ext cx="220717" cy="650748"/>
          </a:xfrm>
          <a:prstGeom prst="rect">
            <a:avLst/>
          </a:prstGeom>
          <a:noFill/>
          <a:ln>
            <a:noFill/>
          </a:ln>
        </p:spPr>
      </p:pic>
      <p:sp>
        <p:nvSpPr>
          <p:cNvPr id="4938" name="Google Shape;4938;p80"/>
          <p:cNvSpPr/>
          <p:nvPr/>
        </p:nvSpPr>
        <p:spPr>
          <a:xfrm>
            <a:off x="2110727" y="5769864"/>
            <a:ext cx="216535" cy="753110"/>
          </a:xfrm>
          <a:custGeom>
            <a:rect b="b" l="l" r="r" t="t"/>
            <a:pathLst>
              <a:path extrusionOk="0" h="753109" w="216535">
                <a:moveTo>
                  <a:pt x="92964" y="15240"/>
                </a:moveTo>
                <a:lnTo>
                  <a:pt x="91440" y="10668"/>
                </a:lnTo>
                <a:lnTo>
                  <a:pt x="83820" y="3048"/>
                </a:lnTo>
                <a:lnTo>
                  <a:pt x="79248" y="0"/>
                </a:lnTo>
                <a:lnTo>
                  <a:pt x="68580" y="0"/>
                </a:lnTo>
                <a:lnTo>
                  <a:pt x="62484" y="3048"/>
                </a:lnTo>
                <a:lnTo>
                  <a:pt x="54864" y="10668"/>
                </a:lnTo>
                <a:lnTo>
                  <a:pt x="53340" y="15240"/>
                </a:lnTo>
                <a:lnTo>
                  <a:pt x="53340" y="25908"/>
                </a:lnTo>
                <a:lnTo>
                  <a:pt x="54864" y="30480"/>
                </a:lnTo>
                <a:lnTo>
                  <a:pt x="62484" y="38100"/>
                </a:lnTo>
                <a:lnTo>
                  <a:pt x="68580" y="39624"/>
                </a:lnTo>
                <a:lnTo>
                  <a:pt x="79248" y="39624"/>
                </a:lnTo>
                <a:lnTo>
                  <a:pt x="83820" y="38100"/>
                </a:lnTo>
                <a:lnTo>
                  <a:pt x="91440" y="30480"/>
                </a:lnTo>
                <a:lnTo>
                  <a:pt x="92964" y="25908"/>
                </a:lnTo>
                <a:lnTo>
                  <a:pt x="92964" y="15240"/>
                </a:lnTo>
                <a:close/>
              </a:path>
              <a:path extrusionOk="0" h="753109" w="216535">
                <a:moveTo>
                  <a:pt x="167640" y="225552"/>
                </a:moveTo>
                <a:lnTo>
                  <a:pt x="166116" y="220980"/>
                </a:lnTo>
                <a:lnTo>
                  <a:pt x="164693" y="212394"/>
                </a:lnTo>
                <a:lnTo>
                  <a:pt x="162687" y="204787"/>
                </a:lnTo>
                <a:lnTo>
                  <a:pt x="160121" y="198056"/>
                </a:lnTo>
                <a:lnTo>
                  <a:pt x="160020" y="197866"/>
                </a:lnTo>
                <a:lnTo>
                  <a:pt x="160020" y="240792"/>
                </a:lnTo>
                <a:lnTo>
                  <a:pt x="160020" y="248412"/>
                </a:lnTo>
                <a:lnTo>
                  <a:pt x="156972" y="251460"/>
                </a:lnTo>
                <a:lnTo>
                  <a:pt x="156972" y="252984"/>
                </a:lnTo>
                <a:lnTo>
                  <a:pt x="155448" y="252984"/>
                </a:lnTo>
                <a:lnTo>
                  <a:pt x="153924" y="254508"/>
                </a:lnTo>
                <a:lnTo>
                  <a:pt x="10668" y="254508"/>
                </a:lnTo>
                <a:lnTo>
                  <a:pt x="10769" y="251460"/>
                </a:lnTo>
                <a:lnTo>
                  <a:pt x="10858" y="248412"/>
                </a:lnTo>
                <a:lnTo>
                  <a:pt x="27927" y="210312"/>
                </a:lnTo>
                <a:lnTo>
                  <a:pt x="71704" y="197167"/>
                </a:lnTo>
                <a:lnTo>
                  <a:pt x="86868" y="196596"/>
                </a:lnTo>
                <a:lnTo>
                  <a:pt x="106019" y="197459"/>
                </a:lnTo>
                <a:lnTo>
                  <a:pt x="146304" y="210312"/>
                </a:lnTo>
                <a:lnTo>
                  <a:pt x="160020" y="240792"/>
                </a:lnTo>
                <a:lnTo>
                  <a:pt x="160020" y="197866"/>
                </a:lnTo>
                <a:lnTo>
                  <a:pt x="159359" y="196596"/>
                </a:lnTo>
                <a:lnTo>
                  <a:pt x="156972" y="192024"/>
                </a:lnTo>
                <a:lnTo>
                  <a:pt x="153924" y="184404"/>
                </a:lnTo>
                <a:lnTo>
                  <a:pt x="117348" y="158496"/>
                </a:lnTo>
                <a:lnTo>
                  <a:pt x="110210" y="155625"/>
                </a:lnTo>
                <a:lnTo>
                  <a:pt x="102489" y="153733"/>
                </a:lnTo>
                <a:lnTo>
                  <a:pt x="94208" y="152717"/>
                </a:lnTo>
                <a:lnTo>
                  <a:pt x="85344" y="152400"/>
                </a:lnTo>
                <a:lnTo>
                  <a:pt x="73304" y="152996"/>
                </a:lnTo>
                <a:lnTo>
                  <a:pt x="31673" y="169379"/>
                </a:lnTo>
                <a:lnTo>
                  <a:pt x="7556" y="206336"/>
                </a:lnTo>
                <a:lnTo>
                  <a:pt x="3048" y="316992"/>
                </a:lnTo>
                <a:lnTo>
                  <a:pt x="7620" y="316992"/>
                </a:lnTo>
                <a:lnTo>
                  <a:pt x="7620" y="306324"/>
                </a:lnTo>
                <a:lnTo>
                  <a:pt x="12192" y="297180"/>
                </a:lnTo>
                <a:lnTo>
                  <a:pt x="13716" y="295656"/>
                </a:lnTo>
                <a:lnTo>
                  <a:pt x="15240" y="295656"/>
                </a:lnTo>
                <a:lnTo>
                  <a:pt x="16764" y="294132"/>
                </a:lnTo>
                <a:lnTo>
                  <a:pt x="153924" y="294132"/>
                </a:lnTo>
                <a:lnTo>
                  <a:pt x="155448" y="295656"/>
                </a:lnTo>
                <a:lnTo>
                  <a:pt x="156972" y="295656"/>
                </a:lnTo>
                <a:lnTo>
                  <a:pt x="161544" y="300228"/>
                </a:lnTo>
                <a:lnTo>
                  <a:pt x="163068" y="303276"/>
                </a:lnTo>
                <a:lnTo>
                  <a:pt x="163068" y="316992"/>
                </a:lnTo>
                <a:lnTo>
                  <a:pt x="167640" y="316992"/>
                </a:lnTo>
                <a:lnTo>
                  <a:pt x="167640" y="294132"/>
                </a:lnTo>
                <a:lnTo>
                  <a:pt x="167640" y="254508"/>
                </a:lnTo>
                <a:lnTo>
                  <a:pt x="167640" y="225552"/>
                </a:lnTo>
                <a:close/>
              </a:path>
              <a:path extrusionOk="0" h="753109" w="216535">
                <a:moveTo>
                  <a:pt x="167652" y="326136"/>
                </a:moveTo>
                <a:lnTo>
                  <a:pt x="163080" y="326136"/>
                </a:lnTo>
                <a:lnTo>
                  <a:pt x="163080" y="332232"/>
                </a:lnTo>
                <a:lnTo>
                  <a:pt x="161556" y="335280"/>
                </a:lnTo>
                <a:lnTo>
                  <a:pt x="109740" y="362851"/>
                </a:lnTo>
                <a:lnTo>
                  <a:pt x="109740" y="402336"/>
                </a:lnTo>
                <a:lnTo>
                  <a:pt x="109740" y="451104"/>
                </a:lnTo>
                <a:lnTo>
                  <a:pt x="54876" y="426720"/>
                </a:lnTo>
                <a:lnTo>
                  <a:pt x="109740" y="402336"/>
                </a:lnTo>
                <a:lnTo>
                  <a:pt x="109740" y="362851"/>
                </a:lnTo>
                <a:lnTo>
                  <a:pt x="12" y="411480"/>
                </a:lnTo>
                <a:lnTo>
                  <a:pt x="12" y="413004"/>
                </a:lnTo>
                <a:lnTo>
                  <a:pt x="131076" y="472440"/>
                </a:lnTo>
                <a:lnTo>
                  <a:pt x="139598" y="475869"/>
                </a:lnTo>
                <a:lnTo>
                  <a:pt x="146697" y="479298"/>
                </a:lnTo>
                <a:lnTo>
                  <a:pt x="152069" y="482727"/>
                </a:lnTo>
                <a:lnTo>
                  <a:pt x="155460" y="486156"/>
                </a:lnTo>
                <a:lnTo>
                  <a:pt x="160032" y="489204"/>
                </a:lnTo>
                <a:lnTo>
                  <a:pt x="163080" y="495300"/>
                </a:lnTo>
                <a:lnTo>
                  <a:pt x="163080" y="499872"/>
                </a:lnTo>
                <a:lnTo>
                  <a:pt x="167652" y="499872"/>
                </a:lnTo>
                <a:lnTo>
                  <a:pt x="167652" y="466344"/>
                </a:lnTo>
                <a:lnTo>
                  <a:pt x="167652" y="445008"/>
                </a:lnTo>
                <a:lnTo>
                  <a:pt x="163080" y="445008"/>
                </a:lnTo>
                <a:lnTo>
                  <a:pt x="163080" y="454152"/>
                </a:lnTo>
                <a:lnTo>
                  <a:pt x="161556" y="458724"/>
                </a:lnTo>
                <a:lnTo>
                  <a:pt x="158508" y="464820"/>
                </a:lnTo>
                <a:lnTo>
                  <a:pt x="155460" y="466344"/>
                </a:lnTo>
                <a:lnTo>
                  <a:pt x="141744" y="466344"/>
                </a:lnTo>
                <a:lnTo>
                  <a:pt x="137172" y="463296"/>
                </a:lnTo>
                <a:lnTo>
                  <a:pt x="120408" y="455676"/>
                </a:lnTo>
                <a:lnTo>
                  <a:pt x="120408" y="451104"/>
                </a:lnTo>
                <a:lnTo>
                  <a:pt x="120408" y="402336"/>
                </a:lnTo>
                <a:lnTo>
                  <a:pt x="120408" y="397764"/>
                </a:lnTo>
                <a:lnTo>
                  <a:pt x="140220" y="390144"/>
                </a:lnTo>
                <a:lnTo>
                  <a:pt x="149364" y="385572"/>
                </a:lnTo>
                <a:lnTo>
                  <a:pt x="158508" y="385572"/>
                </a:lnTo>
                <a:lnTo>
                  <a:pt x="163080" y="390144"/>
                </a:lnTo>
                <a:lnTo>
                  <a:pt x="163080" y="403860"/>
                </a:lnTo>
                <a:lnTo>
                  <a:pt x="167652" y="403860"/>
                </a:lnTo>
                <a:lnTo>
                  <a:pt x="167652" y="385572"/>
                </a:lnTo>
                <a:lnTo>
                  <a:pt x="167652" y="326136"/>
                </a:lnTo>
                <a:close/>
              </a:path>
              <a:path extrusionOk="0" h="753109" w="216535">
                <a:moveTo>
                  <a:pt x="170688" y="15240"/>
                </a:moveTo>
                <a:lnTo>
                  <a:pt x="169164" y="10668"/>
                </a:lnTo>
                <a:lnTo>
                  <a:pt x="161544" y="3048"/>
                </a:lnTo>
                <a:lnTo>
                  <a:pt x="156972" y="0"/>
                </a:lnTo>
                <a:lnTo>
                  <a:pt x="146304" y="0"/>
                </a:lnTo>
                <a:lnTo>
                  <a:pt x="137160" y="6096"/>
                </a:lnTo>
                <a:lnTo>
                  <a:pt x="132588" y="10668"/>
                </a:lnTo>
                <a:lnTo>
                  <a:pt x="131064" y="15240"/>
                </a:lnTo>
                <a:lnTo>
                  <a:pt x="131064" y="25908"/>
                </a:lnTo>
                <a:lnTo>
                  <a:pt x="132588" y="30480"/>
                </a:lnTo>
                <a:lnTo>
                  <a:pt x="137160" y="35052"/>
                </a:lnTo>
                <a:lnTo>
                  <a:pt x="141732" y="38100"/>
                </a:lnTo>
                <a:lnTo>
                  <a:pt x="146304" y="39624"/>
                </a:lnTo>
                <a:lnTo>
                  <a:pt x="156972" y="39624"/>
                </a:lnTo>
                <a:lnTo>
                  <a:pt x="161544" y="38100"/>
                </a:lnTo>
                <a:lnTo>
                  <a:pt x="169164" y="30480"/>
                </a:lnTo>
                <a:lnTo>
                  <a:pt x="170688" y="25908"/>
                </a:lnTo>
                <a:lnTo>
                  <a:pt x="170688" y="15240"/>
                </a:lnTo>
                <a:close/>
              </a:path>
              <a:path extrusionOk="0" h="753109" w="216535">
                <a:moveTo>
                  <a:pt x="170700" y="582168"/>
                </a:moveTo>
                <a:lnTo>
                  <a:pt x="160858" y="540029"/>
                </a:lnTo>
                <a:lnTo>
                  <a:pt x="144792" y="518160"/>
                </a:lnTo>
                <a:lnTo>
                  <a:pt x="129552" y="518160"/>
                </a:lnTo>
                <a:lnTo>
                  <a:pt x="137858" y="525881"/>
                </a:lnTo>
                <a:lnTo>
                  <a:pt x="144602" y="533019"/>
                </a:lnTo>
                <a:lnTo>
                  <a:pt x="160032" y="574548"/>
                </a:lnTo>
                <a:lnTo>
                  <a:pt x="159461" y="583145"/>
                </a:lnTo>
                <a:lnTo>
                  <a:pt x="132029" y="618299"/>
                </a:lnTo>
                <a:lnTo>
                  <a:pt x="94094" y="626084"/>
                </a:lnTo>
                <a:lnTo>
                  <a:pt x="83832" y="626364"/>
                </a:lnTo>
                <a:lnTo>
                  <a:pt x="72682" y="626033"/>
                </a:lnTo>
                <a:lnTo>
                  <a:pt x="30111" y="611886"/>
                </a:lnTo>
                <a:lnTo>
                  <a:pt x="10680" y="573024"/>
                </a:lnTo>
                <a:lnTo>
                  <a:pt x="11506" y="564146"/>
                </a:lnTo>
                <a:lnTo>
                  <a:pt x="36779" y="527875"/>
                </a:lnTo>
                <a:lnTo>
                  <a:pt x="56400" y="519684"/>
                </a:lnTo>
                <a:lnTo>
                  <a:pt x="56400" y="515112"/>
                </a:lnTo>
                <a:lnTo>
                  <a:pt x="12" y="515112"/>
                </a:lnTo>
                <a:lnTo>
                  <a:pt x="12" y="519684"/>
                </a:lnTo>
                <a:lnTo>
                  <a:pt x="4584" y="521208"/>
                </a:lnTo>
                <a:lnTo>
                  <a:pt x="7632" y="524256"/>
                </a:lnTo>
                <a:lnTo>
                  <a:pt x="10680" y="525780"/>
                </a:lnTo>
                <a:lnTo>
                  <a:pt x="10680" y="533400"/>
                </a:lnTo>
                <a:lnTo>
                  <a:pt x="9156" y="537972"/>
                </a:lnTo>
                <a:lnTo>
                  <a:pt x="7632" y="545592"/>
                </a:lnTo>
                <a:lnTo>
                  <a:pt x="4508" y="554736"/>
                </a:lnTo>
                <a:lnTo>
                  <a:pt x="2108" y="563880"/>
                </a:lnTo>
                <a:lnTo>
                  <a:pt x="558" y="573024"/>
                </a:lnTo>
                <a:lnTo>
                  <a:pt x="12" y="582168"/>
                </a:lnTo>
                <a:lnTo>
                  <a:pt x="838" y="593585"/>
                </a:lnTo>
                <a:lnTo>
                  <a:pt x="18491" y="636079"/>
                </a:lnTo>
                <a:lnTo>
                  <a:pt x="54749" y="664133"/>
                </a:lnTo>
                <a:lnTo>
                  <a:pt x="88404" y="670560"/>
                </a:lnTo>
                <a:lnTo>
                  <a:pt x="99542" y="669975"/>
                </a:lnTo>
                <a:lnTo>
                  <a:pt x="139242" y="653846"/>
                </a:lnTo>
                <a:lnTo>
                  <a:pt x="164909" y="618820"/>
                </a:lnTo>
                <a:lnTo>
                  <a:pt x="170103" y="595337"/>
                </a:lnTo>
                <a:lnTo>
                  <a:pt x="170700" y="582168"/>
                </a:lnTo>
                <a:close/>
              </a:path>
              <a:path extrusionOk="0" h="753109" w="216535">
                <a:moveTo>
                  <a:pt x="216408" y="682752"/>
                </a:moveTo>
                <a:lnTo>
                  <a:pt x="211836" y="682752"/>
                </a:lnTo>
                <a:lnTo>
                  <a:pt x="207264" y="690372"/>
                </a:lnTo>
                <a:lnTo>
                  <a:pt x="202692" y="696468"/>
                </a:lnTo>
                <a:lnTo>
                  <a:pt x="164592" y="716280"/>
                </a:lnTo>
                <a:lnTo>
                  <a:pt x="125374" y="720572"/>
                </a:lnTo>
                <a:lnTo>
                  <a:pt x="108204" y="720852"/>
                </a:lnTo>
                <a:lnTo>
                  <a:pt x="90779" y="720547"/>
                </a:lnTo>
                <a:lnTo>
                  <a:pt x="48768" y="714756"/>
                </a:lnTo>
                <a:lnTo>
                  <a:pt x="21336" y="701040"/>
                </a:lnTo>
                <a:lnTo>
                  <a:pt x="15240" y="697992"/>
                </a:lnTo>
                <a:lnTo>
                  <a:pt x="10668" y="691896"/>
                </a:lnTo>
                <a:lnTo>
                  <a:pt x="4572" y="682752"/>
                </a:lnTo>
                <a:lnTo>
                  <a:pt x="0" y="682752"/>
                </a:lnTo>
                <a:lnTo>
                  <a:pt x="25933" y="722185"/>
                </a:lnTo>
                <a:lnTo>
                  <a:pt x="71628" y="748093"/>
                </a:lnTo>
                <a:lnTo>
                  <a:pt x="108204" y="752856"/>
                </a:lnTo>
                <a:lnTo>
                  <a:pt x="127063" y="751700"/>
                </a:lnTo>
                <a:lnTo>
                  <a:pt x="176784" y="733044"/>
                </a:lnTo>
                <a:lnTo>
                  <a:pt x="210439" y="697039"/>
                </a:lnTo>
                <a:lnTo>
                  <a:pt x="216408" y="682752"/>
                </a:lnTo>
                <a:close/>
              </a:path>
              <a:path extrusionOk="0" h="753109" w="216535">
                <a:moveTo>
                  <a:pt x="216420" y="140208"/>
                </a:moveTo>
                <a:lnTo>
                  <a:pt x="190487" y="100774"/>
                </a:lnTo>
                <a:lnTo>
                  <a:pt x="144983" y="74866"/>
                </a:lnTo>
                <a:lnTo>
                  <a:pt x="109740" y="70104"/>
                </a:lnTo>
                <a:lnTo>
                  <a:pt x="89992" y="71272"/>
                </a:lnTo>
                <a:lnTo>
                  <a:pt x="39636" y="89916"/>
                </a:lnTo>
                <a:lnTo>
                  <a:pt x="5981" y="125920"/>
                </a:lnTo>
                <a:lnTo>
                  <a:pt x="12" y="140208"/>
                </a:lnTo>
                <a:lnTo>
                  <a:pt x="4584" y="140208"/>
                </a:lnTo>
                <a:lnTo>
                  <a:pt x="9156" y="132588"/>
                </a:lnTo>
                <a:lnTo>
                  <a:pt x="13728" y="126492"/>
                </a:lnTo>
                <a:lnTo>
                  <a:pt x="51828" y="106680"/>
                </a:lnTo>
                <a:lnTo>
                  <a:pt x="91046" y="102400"/>
                </a:lnTo>
                <a:lnTo>
                  <a:pt x="108216" y="102108"/>
                </a:lnTo>
                <a:lnTo>
                  <a:pt x="126504" y="102425"/>
                </a:lnTo>
                <a:lnTo>
                  <a:pt x="167652" y="108204"/>
                </a:lnTo>
                <a:lnTo>
                  <a:pt x="203466" y="128587"/>
                </a:lnTo>
                <a:lnTo>
                  <a:pt x="211848" y="140208"/>
                </a:lnTo>
                <a:lnTo>
                  <a:pt x="216420" y="14020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9" name="Google Shape;4939;p80"/>
          <p:cNvGrpSpPr/>
          <p:nvPr/>
        </p:nvGrpSpPr>
        <p:grpSpPr>
          <a:xfrm>
            <a:off x="2106167" y="5481827"/>
            <a:ext cx="175260" cy="149732"/>
            <a:chOff x="2106167" y="5481827"/>
            <a:chExt cx="175260" cy="149732"/>
          </a:xfrm>
        </p:grpSpPr>
        <p:sp>
          <p:nvSpPr>
            <p:cNvPr id="4940" name="Google Shape;4940;p80"/>
            <p:cNvSpPr/>
            <p:nvPr/>
          </p:nvSpPr>
          <p:spPr>
            <a:xfrm>
              <a:off x="2106167" y="5576315"/>
              <a:ext cx="172720" cy="55244"/>
            </a:xfrm>
            <a:custGeom>
              <a:rect b="b" l="l" r="r" t="t"/>
              <a:pathLst>
                <a:path extrusionOk="0" h="55245" w="172719">
                  <a:moveTo>
                    <a:pt x="15240" y="39624"/>
                  </a:moveTo>
                  <a:lnTo>
                    <a:pt x="9144" y="39624"/>
                  </a:lnTo>
                  <a:lnTo>
                    <a:pt x="6096" y="38100"/>
                  </a:lnTo>
                  <a:lnTo>
                    <a:pt x="1524" y="33528"/>
                  </a:lnTo>
                  <a:lnTo>
                    <a:pt x="0" y="30480"/>
                  </a:lnTo>
                  <a:lnTo>
                    <a:pt x="0" y="22860"/>
                  </a:lnTo>
                  <a:lnTo>
                    <a:pt x="1524" y="19812"/>
                  </a:lnTo>
                  <a:lnTo>
                    <a:pt x="6096" y="15240"/>
                  </a:lnTo>
                  <a:lnTo>
                    <a:pt x="18288" y="15240"/>
                  </a:lnTo>
                  <a:lnTo>
                    <a:pt x="22860" y="19812"/>
                  </a:lnTo>
                  <a:lnTo>
                    <a:pt x="24384" y="22860"/>
                  </a:lnTo>
                  <a:lnTo>
                    <a:pt x="24384" y="30480"/>
                  </a:lnTo>
                  <a:lnTo>
                    <a:pt x="22860" y="33528"/>
                  </a:lnTo>
                  <a:lnTo>
                    <a:pt x="18288" y="38100"/>
                  </a:lnTo>
                  <a:lnTo>
                    <a:pt x="15240" y="39624"/>
                  </a:lnTo>
                  <a:close/>
                </a:path>
                <a:path extrusionOk="0" h="55245" w="172719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55448" y="16764"/>
                  </a:lnTo>
                  <a:lnTo>
                    <a:pt x="160020" y="15240"/>
                  </a:lnTo>
                  <a:lnTo>
                    <a:pt x="161543" y="15240"/>
                  </a:lnTo>
                  <a:lnTo>
                    <a:pt x="164591" y="13716"/>
                  </a:lnTo>
                  <a:lnTo>
                    <a:pt x="167640" y="10668"/>
                  </a:lnTo>
                  <a:lnTo>
                    <a:pt x="169164" y="7620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80772" y="36576"/>
                  </a:lnTo>
                  <a:lnTo>
                    <a:pt x="77724" y="38100"/>
                  </a:lnTo>
                  <a:lnTo>
                    <a:pt x="76200" y="38100"/>
                  </a:lnTo>
                  <a:lnTo>
                    <a:pt x="73152" y="41148"/>
                  </a:lnTo>
                  <a:lnTo>
                    <a:pt x="73152" y="48768"/>
                  </a:lnTo>
                  <a:lnTo>
                    <a:pt x="74676" y="51816"/>
                  </a:lnTo>
                  <a:lnTo>
                    <a:pt x="71628" y="54864"/>
                  </a:lnTo>
                  <a:close/>
                </a:path>
                <a:path extrusionOk="0" h="55245" w="172719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4196"/>
                  </a:lnTo>
                  <a:lnTo>
                    <a:pt x="167640" y="42672"/>
                  </a:lnTo>
                  <a:lnTo>
                    <a:pt x="166116" y="39624"/>
                  </a:lnTo>
                  <a:lnTo>
                    <a:pt x="164591" y="38100"/>
                  </a:lnTo>
                  <a:lnTo>
                    <a:pt x="163067" y="38100"/>
                  </a:lnTo>
                  <a:lnTo>
                    <a:pt x="160020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41" name="Google Shape;4941;p80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164079" y="5481827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42" name="Google Shape;4942;p80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106167" y="5070347"/>
            <a:ext cx="175260" cy="2926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943" name="Google Shape;4943;p80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164079" y="4632959"/>
            <a:ext cx="117348" cy="3200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944" name="Google Shape;4944;p80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106168" y="4283964"/>
            <a:ext cx="175259" cy="220979"/>
          </a:xfrm>
          <a:prstGeom prst="rect">
            <a:avLst/>
          </a:prstGeom>
          <a:noFill/>
          <a:ln>
            <a:noFill/>
          </a:ln>
        </p:spPr>
      </p:pic>
      <p:pic>
        <p:nvPicPr>
          <p:cNvPr id="4945" name="Google Shape;4945;p80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164079" y="4085844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946" name="Google Shape;4946;p80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106167" y="3506723"/>
            <a:ext cx="175260" cy="4693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947" name="Google Shape;4947;p80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164079" y="2846832"/>
            <a:ext cx="167640" cy="544068"/>
          </a:xfrm>
          <a:prstGeom prst="rect">
            <a:avLst/>
          </a:prstGeom>
          <a:noFill/>
          <a:ln>
            <a:noFill/>
          </a:ln>
        </p:spPr>
      </p:pic>
      <p:pic>
        <p:nvPicPr>
          <p:cNvPr id="4948" name="Google Shape;4948;p80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106168" y="2499360"/>
            <a:ext cx="175259" cy="2225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49" name="Google Shape;4949;p80"/>
          <p:cNvGrpSpPr/>
          <p:nvPr/>
        </p:nvGrpSpPr>
        <p:grpSpPr>
          <a:xfrm>
            <a:off x="2130551" y="1414272"/>
            <a:ext cx="201168" cy="992123"/>
            <a:chOff x="2130551" y="1414272"/>
            <a:chExt cx="201168" cy="992123"/>
          </a:xfrm>
        </p:grpSpPr>
        <p:pic>
          <p:nvPicPr>
            <p:cNvPr id="4950" name="Google Shape;4950;p80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130551" y="1482852"/>
              <a:ext cx="201168" cy="9235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951" name="Google Shape;4951;p80"/>
            <p:cNvSpPr/>
            <p:nvPr/>
          </p:nvSpPr>
          <p:spPr>
            <a:xfrm>
              <a:off x="2212848" y="1414272"/>
              <a:ext cx="21590" cy="64135"/>
            </a:xfrm>
            <a:custGeom>
              <a:rect b="b" l="l" r="r" t="t"/>
              <a:pathLst>
                <a:path extrusionOk="0" h="64134" w="21589">
                  <a:moveTo>
                    <a:pt x="21335" y="64008"/>
                  </a:moveTo>
                  <a:lnTo>
                    <a:pt x="0" y="64008"/>
                  </a:lnTo>
                  <a:lnTo>
                    <a:pt x="0" y="0"/>
                  </a:lnTo>
                  <a:lnTo>
                    <a:pt x="21335" y="0"/>
                  </a:lnTo>
                  <a:lnTo>
                    <a:pt x="21335" y="640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80"/>
          <p:cNvGrpSpPr/>
          <p:nvPr/>
        </p:nvGrpSpPr>
        <p:grpSpPr>
          <a:xfrm>
            <a:off x="2403348" y="8779764"/>
            <a:ext cx="175260" cy="560832"/>
            <a:chOff x="2403348" y="8779764"/>
            <a:chExt cx="175260" cy="560832"/>
          </a:xfrm>
        </p:grpSpPr>
        <p:pic>
          <p:nvPicPr>
            <p:cNvPr id="4953" name="Google Shape;4953;p80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403348" y="9226296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54" name="Google Shape;4954;p80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403348" y="8779764"/>
              <a:ext cx="175260" cy="42672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955" name="Google Shape;4955;p80"/>
          <p:cNvGrpSpPr/>
          <p:nvPr/>
        </p:nvGrpSpPr>
        <p:grpSpPr>
          <a:xfrm>
            <a:off x="2403348" y="8180831"/>
            <a:ext cx="175260" cy="470916"/>
            <a:chOff x="2403348" y="8180831"/>
            <a:chExt cx="175260" cy="470916"/>
          </a:xfrm>
        </p:grpSpPr>
        <p:pic>
          <p:nvPicPr>
            <p:cNvPr id="4956" name="Google Shape;4956;p80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427732" y="8468867"/>
              <a:ext cx="150876" cy="1828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57" name="Google Shape;4957;p80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403348" y="8180831"/>
              <a:ext cx="175260" cy="2682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58" name="Google Shape;4958;p80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403348" y="7676388"/>
            <a:ext cx="175259" cy="3688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59" name="Google Shape;4959;p80"/>
          <p:cNvGrpSpPr/>
          <p:nvPr/>
        </p:nvGrpSpPr>
        <p:grpSpPr>
          <a:xfrm>
            <a:off x="2403348" y="7018019"/>
            <a:ext cx="175260" cy="525780"/>
            <a:chOff x="2403348" y="7018019"/>
            <a:chExt cx="175260" cy="525780"/>
          </a:xfrm>
        </p:grpSpPr>
        <p:pic>
          <p:nvPicPr>
            <p:cNvPr id="4960" name="Google Shape;4960;p80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461260" y="7356347"/>
              <a:ext cx="117348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61" name="Google Shape;4961;p80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403348" y="7018019"/>
              <a:ext cx="175260" cy="3169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62" name="Google Shape;4962;p80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2403348" y="5955791"/>
            <a:ext cx="225516" cy="926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963" name="Google Shape;4963;p80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403348" y="5632703"/>
            <a:ext cx="172212" cy="179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964" name="Google Shape;4964;p80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403348" y="5053583"/>
            <a:ext cx="175260" cy="4495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965" name="Google Shape;4965;p80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2403348" y="4287011"/>
            <a:ext cx="225551" cy="632460"/>
          </a:xfrm>
          <a:prstGeom prst="rect">
            <a:avLst/>
          </a:prstGeom>
          <a:noFill/>
          <a:ln>
            <a:noFill/>
          </a:ln>
        </p:spPr>
      </p:pic>
      <p:pic>
        <p:nvPicPr>
          <p:cNvPr id="4966" name="Google Shape;4966;p80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2403348" y="3224783"/>
            <a:ext cx="175260" cy="925068"/>
          </a:xfrm>
          <a:prstGeom prst="rect">
            <a:avLst/>
          </a:prstGeom>
          <a:noFill/>
          <a:ln>
            <a:noFill/>
          </a:ln>
        </p:spPr>
      </p:pic>
      <p:pic>
        <p:nvPicPr>
          <p:cNvPr id="4967" name="Google Shape;4967;p80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2410967" y="2930652"/>
            <a:ext cx="167640" cy="1447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68" name="Google Shape;4968;p80"/>
          <p:cNvGrpSpPr/>
          <p:nvPr/>
        </p:nvGrpSpPr>
        <p:grpSpPr>
          <a:xfrm>
            <a:off x="2403348" y="1979675"/>
            <a:ext cx="175260" cy="816863"/>
            <a:chOff x="2403348" y="1979675"/>
            <a:chExt cx="175260" cy="816863"/>
          </a:xfrm>
        </p:grpSpPr>
        <p:pic>
          <p:nvPicPr>
            <p:cNvPr id="4969" name="Google Shape;4969;p80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2403348" y="2375915"/>
              <a:ext cx="175260" cy="42062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70" name="Google Shape;4970;p80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2403348" y="1979675"/>
              <a:ext cx="175260" cy="37642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971" name="Google Shape;4971;p80"/>
          <p:cNvGrpSpPr/>
          <p:nvPr/>
        </p:nvGrpSpPr>
        <p:grpSpPr>
          <a:xfrm>
            <a:off x="2403348" y="1406651"/>
            <a:ext cx="175260" cy="437389"/>
            <a:chOff x="2403348" y="1406651"/>
            <a:chExt cx="175260" cy="437389"/>
          </a:xfrm>
        </p:grpSpPr>
        <p:pic>
          <p:nvPicPr>
            <p:cNvPr id="4972" name="Google Shape;4972;p80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2403348" y="1729740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73" name="Google Shape;4973;p80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2403348" y="1406651"/>
              <a:ext cx="175260" cy="3032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74" name="Google Shape;4974;p80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2699004" y="8493252"/>
            <a:ext cx="175260" cy="835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975" name="Google Shape;4975;p80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2699004" y="8071104"/>
            <a:ext cx="175260" cy="3489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76" name="Google Shape;4976;p80"/>
          <p:cNvGrpSpPr/>
          <p:nvPr/>
        </p:nvGrpSpPr>
        <p:grpSpPr>
          <a:xfrm>
            <a:off x="2698991" y="6464807"/>
            <a:ext cx="226060" cy="1533399"/>
            <a:chOff x="2698991" y="6464807"/>
            <a:chExt cx="226060" cy="1533399"/>
          </a:xfrm>
        </p:grpSpPr>
        <p:sp>
          <p:nvSpPr>
            <p:cNvPr id="4977" name="Google Shape;4977;p80"/>
            <p:cNvSpPr/>
            <p:nvPr/>
          </p:nvSpPr>
          <p:spPr>
            <a:xfrm>
              <a:off x="2698991" y="7328916"/>
              <a:ext cx="226060" cy="669290"/>
            </a:xfrm>
            <a:custGeom>
              <a:rect b="b" l="l" r="r" t="t"/>
              <a:pathLst>
                <a:path extrusionOk="0" h="669290" w="226060">
                  <a:moveTo>
                    <a:pt x="24384" y="202692"/>
                  </a:moveTo>
                  <a:lnTo>
                    <a:pt x="21336" y="196596"/>
                  </a:lnTo>
                  <a:lnTo>
                    <a:pt x="15240" y="193548"/>
                  </a:lnTo>
                  <a:lnTo>
                    <a:pt x="9144" y="193548"/>
                  </a:lnTo>
                  <a:lnTo>
                    <a:pt x="6096" y="195072"/>
                  </a:lnTo>
                  <a:lnTo>
                    <a:pt x="1524" y="199644"/>
                  </a:lnTo>
                  <a:lnTo>
                    <a:pt x="0" y="202692"/>
                  </a:lnTo>
                  <a:lnTo>
                    <a:pt x="0" y="208788"/>
                  </a:lnTo>
                  <a:lnTo>
                    <a:pt x="1524" y="211836"/>
                  </a:lnTo>
                  <a:lnTo>
                    <a:pt x="6096" y="216408"/>
                  </a:lnTo>
                  <a:lnTo>
                    <a:pt x="9144" y="217932"/>
                  </a:lnTo>
                  <a:lnTo>
                    <a:pt x="15240" y="217932"/>
                  </a:lnTo>
                  <a:lnTo>
                    <a:pt x="21336" y="214884"/>
                  </a:lnTo>
                  <a:lnTo>
                    <a:pt x="24384" y="208788"/>
                  </a:lnTo>
                  <a:lnTo>
                    <a:pt x="24384" y="202692"/>
                  </a:lnTo>
                  <a:close/>
                </a:path>
                <a:path extrusionOk="0" h="669290" w="226060">
                  <a:moveTo>
                    <a:pt x="172212" y="178308"/>
                  </a:moveTo>
                  <a:lnTo>
                    <a:pt x="169164" y="178308"/>
                  </a:lnTo>
                  <a:lnTo>
                    <a:pt x="169164" y="187452"/>
                  </a:lnTo>
                  <a:lnTo>
                    <a:pt x="163068" y="193548"/>
                  </a:lnTo>
                  <a:lnTo>
                    <a:pt x="160020" y="195072"/>
                  </a:lnTo>
                  <a:lnTo>
                    <a:pt x="57912" y="195072"/>
                  </a:lnTo>
                  <a:lnTo>
                    <a:pt x="57912" y="199644"/>
                  </a:lnTo>
                  <a:lnTo>
                    <a:pt x="71628" y="233172"/>
                  </a:lnTo>
                  <a:lnTo>
                    <a:pt x="74676" y="231648"/>
                  </a:lnTo>
                  <a:lnTo>
                    <a:pt x="73152" y="228600"/>
                  </a:lnTo>
                  <a:lnTo>
                    <a:pt x="73152" y="219456"/>
                  </a:lnTo>
                  <a:lnTo>
                    <a:pt x="74676" y="217932"/>
                  </a:lnTo>
                  <a:lnTo>
                    <a:pt x="76200" y="217932"/>
                  </a:lnTo>
                  <a:lnTo>
                    <a:pt x="77724" y="216408"/>
                  </a:lnTo>
                  <a:lnTo>
                    <a:pt x="80772" y="216408"/>
                  </a:lnTo>
                  <a:lnTo>
                    <a:pt x="83820" y="214884"/>
                  </a:lnTo>
                  <a:lnTo>
                    <a:pt x="160020" y="214884"/>
                  </a:lnTo>
                  <a:lnTo>
                    <a:pt x="163068" y="216408"/>
                  </a:lnTo>
                  <a:lnTo>
                    <a:pt x="169164" y="222504"/>
                  </a:lnTo>
                  <a:lnTo>
                    <a:pt x="169164" y="231648"/>
                  </a:lnTo>
                  <a:lnTo>
                    <a:pt x="172212" y="231648"/>
                  </a:lnTo>
                  <a:lnTo>
                    <a:pt x="172212" y="214884"/>
                  </a:lnTo>
                  <a:lnTo>
                    <a:pt x="172212" y="178308"/>
                  </a:lnTo>
                  <a:close/>
                </a:path>
                <a:path extrusionOk="0" h="669290" w="226060">
                  <a:moveTo>
                    <a:pt x="172212" y="0"/>
                  </a:moveTo>
                  <a:lnTo>
                    <a:pt x="169164" y="0"/>
                  </a:lnTo>
                  <a:lnTo>
                    <a:pt x="169164" y="9144"/>
                  </a:lnTo>
                  <a:lnTo>
                    <a:pt x="167640" y="10668"/>
                  </a:lnTo>
                  <a:lnTo>
                    <a:pt x="166116" y="13716"/>
                  </a:lnTo>
                  <a:lnTo>
                    <a:pt x="164592" y="15240"/>
                  </a:lnTo>
                  <a:lnTo>
                    <a:pt x="163068" y="15240"/>
                  </a:lnTo>
                  <a:lnTo>
                    <a:pt x="160020" y="16764"/>
                  </a:lnTo>
                  <a:lnTo>
                    <a:pt x="0" y="16764"/>
                  </a:lnTo>
                  <a:lnTo>
                    <a:pt x="0" y="21336"/>
                  </a:lnTo>
                  <a:lnTo>
                    <a:pt x="13716" y="53340"/>
                  </a:lnTo>
                  <a:lnTo>
                    <a:pt x="16764" y="51816"/>
                  </a:lnTo>
                  <a:lnTo>
                    <a:pt x="15240" y="48768"/>
                  </a:lnTo>
                  <a:lnTo>
                    <a:pt x="15240" y="41148"/>
                  </a:lnTo>
                  <a:lnTo>
                    <a:pt x="18288" y="38100"/>
                  </a:lnTo>
                  <a:lnTo>
                    <a:pt x="22860" y="38100"/>
                  </a:lnTo>
                  <a:lnTo>
                    <a:pt x="25908" y="36576"/>
                  </a:lnTo>
                  <a:lnTo>
                    <a:pt x="160020" y="36576"/>
                  </a:lnTo>
                  <a:lnTo>
                    <a:pt x="163068" y="38100"/>
                  </a:lnTo>
                  <a:lnTo>
                    <a:pt x="169164" y="44196"/>
                  </a:lnTo>
                  <a:lnTo>
                    <a:pt x="169164" y="53340"/>
                  </a:lnTo>
                  <a:lnTo>
                    <a:pt x="172212" y="53340"/>
                  </a:lnTo>
                  <a:lnTo>
                    <a:pt x="172212" y="0"/>
                  </a:lnTo>
                  <a:close/>
                </a:path>
                <a:path extrusionOk="0" h="669290" w="226060">
                  <a:moveTo>
                    <a:pt x="175260" y="403860"/>
                  </a:moveTo>
                  <a:lnTo>
                    <a:pt x="155956" y="368236"/>
                  </a:lnTo>
                  <a:lnTo>
                    <a:pt x="132588" y="359664"/>
                  </a:lnTo>
                  <a:lnTo>
                    <a:pt x="129540" y="362712"/>
                  </a:lnTo>
                  <a:lnTo>
                    <a:pt x="140208" y="365760"/>
                  </a:lnTo>
                  <a:lnTo>
                    <a:pt x="146304" y="370332"/>
                  </a:lnTo>
                  <a:lnTo>
                    <a:pt x="150876" y="374904"/>
                  </a:lnTo>
                  <a:lnTo>
                    <a:pt x="153924" y="381000"/>
                  </a:lnTo>
                  <a:lnTo>
                    <a:pt x="155448" y="387096"/>
                  </a:lnTo>
                  <a:lnTo>
                    <a:pt x="155397" y="395249"/>
                  </a:lnTo>
                  <a:lnTo>
                    <a:pt x="134048" y="427278"/>
                  </a:lnTo>
                  <a:lnTo>
                    <a:pt x="102108" y="434340"/>
                  </a:lnTo>
                  <a:lnTo>
                    <a:pt x="102108" y="384048"/>
                  </a:lnTo>
                  <a:lnTo>
                    <a:pt x="102108" y="359664"/>
                  </a:lnTo>
                  <a:lnTo>
                    <a:pt x="94488" y="360133"/>
                  </a:lnTo>
                  <a:lnTo>
                    <a:pt x="94488" y="384048"/>
                  </a:lnTo>
                  <a:lnTo>
                    <a:pt x="94488" y="434340"/>
                  </a:lnTo>
                  <a:lnTo>
                    <a:pt x="65532" y="413004"/>
                  </a:lnTo>
                  <a:lnTo>
                    <a:pt x="65532" y="402336"/>
                  </a:lnTo>
                  <a:lnTo>
                    <a:pt x="67056" y="399288"/>
                  </a:lnTo>
                  <a:lnTo>
                    <a:pt x="70104" y="394716"/>
                  </a:lnTo>
                  <a:lnTo>
                    <a:pt x="71628" y="390144"/>
                  </a:lnTo>
                  <a:lnTo>
                    <a:pt x="76200" y="388620"/>
                  </a:lnTo>
                  <a:lnTo>
                    <a:pt x="80772" y="385572"/>
                  </a:lnTo>
                  <a:lnTo>
                    <a:pt x="82296" y="384048"/>
                  </a:lnTo>
                  <a:lnTo>
                    <a:pt x="94488" y="384048"/>
                  </a:lnTo>
                  <a:lnTo>
                    <a:pt x="94488" y="360133"/>
                  </a:lnTo>
                  <a:lnTo>
                    <a:pt x="92392" y="360260"/>
                  </a:lnTo>
                  <a:lnTo>
                    <a:pt x="83820" y="362140"/>
                  </a:lnTo>
                  <a:lnTo>
                    <a:pt x="58750" y="392201"/>
                  </a:lnTo>
                  <a:lnTo>
                    <a:pt x="57912" y="400812"/>
                  </a:lnTo>
                  <a:lnTo>
                    <a:pt x="59042" y="411670"/>
                  </a:lnTo>
                  <a:lnTo>
                    <a:pt x="83299" y="443636"/>
                  </a:lnTo>
                  <a:lnTo>
                    <a:pt x="118872" y="452628"/>
                  </a:lnTo>
                  <a:lnTo>
                    <a:pt x="130873" y="451751"/>
                  </a:lnTo>
                  <a:lnTo>
                    <a:pt x="166903" y="430225"/>
                  </a:lnTo>
                  <a:lnTo>
                    <a:pt x="174434" y="413004"/>
                  </a:lnTo>
                  <a:lnTo>
                    <a:pt x="174561" y="411670"/>
                  </a:lnTo>
                  <a:lnTo>
                    <a:pt x="175260" y="403860"/>
                  </a:lnTo>
                  <a:close/>
                </a:path>
                <a:path extrusionOk="0" h="669290" w="226060">
                  <a:moveTo>
                    <a:pt x="175260" y="294132"/>
                  </a:moveTo>
                  <a:lnTo>
                    <a:pt x="158051" y="258914"/>
                  </a:lnTo>
                  <a:lnTo>
                    <a:pt x="129540" y="248412"/>
                  </a:lnTo>
                  <a:lnTo>
                    <a:pt x="128016" y="251460"/>
                  </a:lnTo>
                  <a:lnTo>
                    <a:pt x="138684" y="254508"/>
                  </a:lnTo>
                  <a:lnTo>
                    <a:pt x="144780" y="259080"/>
                  </a:lnTo>
                  <a:lnTo>
                    <a:pt x="149352" y="263652"/>
                  </a:lnTo>
                  <a:lnTo>
                    <a:pt x="153924" y="269748"/>
                  </a:lnTo>
                  <a:lnTo>
                    <a:pt x="155448" y="277368"/>
                  </a:lnTo>
                  <a:lnTo>
                    <a:pt x="155448" y="284988"/>
                  </a:lnTo>
                  <a:lnTo>
                    <a:pt x="124396" y="318516"/>
                  </a:lnTo>
                  <a:lnTo>
                    <a:pt x="105156" y="321564"/>
                  </a:lnTo>
                  <a:lnTo>
                    <a:pt x="96329" y="320763"/>
                  </a:lnTo>
                  <a:lnTo>
                    <a:pt x="65532" y="300228"/>
                  </a:lnTo>
                  <a:lnTo>
                    <a:pt x="65532" y="288036"/>
                  </a:lnTo>
                  <a:lnTo>
                    <a:pt x="67056" y="283464"/>
                  </a:lnTo>
                  <a:lnTo>
                    <a:pt x="71628" y="278892"/>
                  </a:lnTo>
                  <a:lnTo>
                    <a:pt x="80772" y="275844"/>
                  </a:lnTo>
                  <a:lnTo>
                    <a:pt x="85344" y="275844"/>
                  </a:lnTo>
                  <a:lnTo>
                    <a:pt x="88392" y="274320"/>
                  </a:lnTo>
                  <a:lnTo>
                    <a:pt x="89916" y="272796"/>
                  </a:lnTo>
                  <a:lnTo>
                    <a:pt x="92964" y="271272"/>
                  </a:lnTo>
                  <a:lnTo>
                    <a:pt x="94488" y="268224"/>
                  </a:lnTo>
                  <a:lnTo>
                    <a:pt x="94488" y="257556"/>
                  </a:lnTo>
                  <a:lnTo>
                    <a:pt x="89916" y="252984"/>
                  </a:lnTo>
                  <a:lnTo>
                    <a:pt x="77724" y="252984"/>
                  </a:lnTo>
                  <a:lnTo>
                    <a:pt x="57912" y="289560"/>
                  </a:lnTo>
                  <a:lnTo>
                    <a:pt x="59042" y="299567"/>
                  </a:lnTo>
                  <a:lnTo>
                    <a:pt x="83273" y="332384"/>
                  </a:lnTo>
                  <a:lnTo>
                    <a:pt x="117348" y="341376"/>
                  </a:lnTo>
                  <a:lnTo>
                    <a:pt x="130238" y="340283"/>
                  </a:lnTo>
                  <a:lnTo>
                    <a:pt x="166903" y="318998"/>
                  </a:lnTo>
                  <a:lnTo>
                    <a:pt x="174383" y="302996"/>
                  </a:lnTo>
                  <a:lnTo>
                    <a:pt x="175260" y="294132"/>
                  </a:lnTo>
                  <a:close/>
                </a:path>
                <a:path extrusionOk="0" h="669290" w="226060">
                  <a:moveTo>
                    <a:pt x="175260" y="88392"/>
                  </a:moveTo>
                  <a:lnTo>
                    <a:pt x="156972" y="62484"/>
                  </a:lnTo>
                  <a:lnTo>
                    <a:pt x="150876" y="62484"/>
                  </a:lnTo>
                  <a:lnTo>
                    <a:pt x="160020" y="71628"/>
                  </a:lnTo>
                  <a:lnTo>
                    <a:pt x="160020" y="77724"/>
                  </a:lnTo>
                  <a:lnTo>
                    <a:pt x="156972" y="80772"/>
                  </a:lnTo>
                  <a:lnTo>
                    <a:pt x="85344" y="80772"/>
                  </a:lnTo>
                  <a:lnTo>
                    <a:pt x="79248" y="82296"/>
                  </a:lnTo>
                  <a:lnTo>
                    <a:pt x="57912" y="108204"/>
                  </a:lnTo>
                  <a:lnTo>
                    <a:pt x="58000" y="120307"/>
                  </a:lnTo>
                  <a:lnTo>
                    <a:pt x="58064" y="121373"/>
                  </a:lnTo>
                  <a:lnTo>
                    <a:pt x="58191" y="123444"/>
                  </a:lnTo>
                  <a:lnTo>
                    <a:pt x="58483" y="128358"/>
                  </a:lnTo>
                  <a:lnTo>
                    <a:pt x="79248" y="160020"/>
                  </a:lnTo>
                  <a:lnTo>
                    <a:pt x="92964" y="160020"/>
                  </a:lnTo>
                  <a:lnTo>
                    <a:pt x="94488" y="156972"/>
                  </a:lnTo>
                  <a:lnTo>
                    <a:pt x="97536" y="153924"/>
                  </a:lnTo>
                  <a:lnTo>
                    <a:pt x="97536" y="144780"/>
                  </a:lnTo>
                  <a:lnTo>
                    <a:pt x="94488" y="143256"/>
                  </a:lnTo>
                  <a:lnTo>
                    <a:pt x="92964" y="141732"/>
                  </a:lnTo>
                  <a:lnTo>
                    <a:pt x="89916" y="140208"/>
                  </a:lnTo>
                  <a:lnTo>
                    <a:pt x="76200" y="140208"/>
                  </a:lnTo>
                  <a:lnTo>
                    <a:pt x="73152" y="138684"/>
                  </a:lnTo>
                  <a:lnTo>
                    <a:pt x="67056" y="132588"/>
                  </a:lnTo>
                  <a:lnTo>
                    <a:pt x="65646" y="128358"/>
                  </a:lnTo>
                  <a:lnTo>
                    <a:pt x="65532" y="115824"/>
                  </a:lnTo>
                  <a:lnTo>
                    <a:pt x="68580" y="109728"/>
                  </a:lnTo>
                  <a:lnTo>
                    <a:pt x="76200" y="102108"/>
                  </a:lnTo>
                  <a:lnTo>
                    <a:pt x="83820" y="100584"/>
                  </a:lnTo>
                  <a:lnTo>
                    <a:pt x="99060" y="100584"/>
                  </a:lnTo>
                  <a:lnTo>
                    <a:pt x="104495" y="114325"/>
                  </a:lnTo>
                  <a:lnTo>
                    <a:pt x="109347" y="125920"/>
                  </a:lnTo>
                  <a:lnTo>
                    <a:pt x="132588" y="161544"/>
                  </a:lnTo>
                  <a:lnTo>
                    <a:pt x="141732" y="164592"/>
                  </a:lnTo>
                  <a:lnTo>
                    <a:pt x="155448" y="164592"/>
                  </a:lnTo>
                  <a:lnTo>
                    <a:pt x="163068" y="163068"/>
                  </a:lnTo>
                  <a:lnTo>
                    <a:pt x="167640" y="156972"/>
                  </a:lnTo>
                  <a:lnTo>
                    <a:pt x="172212" y="152400"/>
                  </a:lnTo>
                  <a:lnTo>
                    <a:pt x="175260" y="144780"/>
                  </a:lnTo>
                  <a:lnTo>
                    <a:pt x="175260" y="132588"/>
                  </a:lnTo>
                  <a:lnTo>
                    <a:pt x="160020" y="106083"/>
                  </a:lnTo>
                  <a:lnTo>
                    <a:pt x="160020" y="131064"/>
                  </a:lnTo>
                  <a:lnTo>
                    <a:pt x="158546" y="135521"/>
                  </a:lnTo>
                  <a:lnTo>
                    <a:pt x="157734" y="136398"/>
                  </a:lnTo>
                  <a:lnTo>
                    <a:pt x="150876" y="143256"/>
                  </a:lnTo>
                  <a:lnTo>
                    <a:pt x="146304" y="144780"/>
                  </a:lnTo>
                  <a:lnTo>
                    <a:pt x="135636" y="144780"/>
                  </a:lnTo>
                  <a:lnTo>
                    <a:pt x="131064" y="143256"/>
                  </a:lnTo>
                  <a:lnTo>
                    <a:pt x="128016" y="140208"/>
                  </a:lnTo>
                  <a:lnTo>
                    <a:pt x="123444" y="137160"/>
                  </a:lnTo>
                  <a:lnTo>
                    <a:pt x="120396" y="132588"/>
                  </a:lnTo>
                  <a:lnTo>
                    <a:pt x="117348" y="126492"/>
                  </a:lnTo>
                  <a:lnTo>
                    <a:pt x="115684" y="122453"/>
                  </a:lnTo>
                  <a:lnTo>
                    <a:pt x="113157" y="116967"/>
                  </a:lnTo>
                  <a:lnTo>
                    <a:pt x="110045" y="109728"/>
                  </a:lnTo>
                  <a:lnTo>
                    <a:pt x="106680" y="100584"/>
                  </a:lnTo>
                  <a:lnTo>
                    <a:pt x="147828" y="100584"/>
                  </a:lnTo>
                  <a:lnTo>
                    <a:pt x="160020" y="131064"/>
                  </a:lnTo>
                  <a:lnTo>
                    <a:pt x="160020" y="106083"/>
                  </a:lnTo>
                  <a:lnTo>
                    <a:pt x="155448" y="100584"/>
                  </a:lnTo>
                  <a:lnTo>
                    <a:pt x="163068" y="100584"/>
                  </a:lnTo>
                  <a:lnTo>
                    <a:pt x="167640" y="99060"/>
                  </a:lnTo>
                  <a:lnTo>
                    <a:pt x="170688" y="97536"/>
                  </a:lnTo>
                  <a:lnTo>
                    <a:pt x="173736" y="94488"/>
                  </a:lnTo>
                  <a:lnTo>
                    <a:pt x="175260" y="91440"/>
                  </a:lnTo>
                  <a:lnTo>
                    <a:pt x="175260" y="88392"/>
                  </a:lnTo>
                  <a:close/>
                </a:path>
                <a:path extrusionOk="0" h="669290" w="226060">
                  <a:moveTo>
                    <a:pt x="175272" y="632460"/>
                  </a:moveTo>
                  <a:lnTo>
                    <a:pt x="174701" y="624992"/>
                  </a:lnTo>
                  <a:lnTo>
                    <a:pt x="172986" y="618363"/>
                  </a:lnTo>
                  <a:lnTo>
                    <a:pt x="170281" y="612648"/>
                  </a:lnTo>
                  <a:lnTo>
                    <a:pt x="170129" y="612317"/>
                  </a:lnTo>
                  <a:lnTo>
                    <a:pt x="141744" y="594360"/>
                  </a:lnTo>
                  <a:lnTo>
                    <a:pt x="132880" y="596036"/>
                  </a:lnTo>
                  <a:lnTo>
                    <a:pt x="124599" y="600837"/>
                  </a:lnTo>
                  <a:lnTo>
                    <a:pt x="116878" y="608507"/>
                  </a:lnTo>
                  <a:lnTo>
                    <a:pt x="109740" y="618744"/>
                  </a:lnTo>
                  <a:lnTo>
                    <a:pt x="102120" y="637032"/>
                  </a:lnTo>
                  <a:lnTo>
                    <a:pt x="97548" y="644652"/>
                  </a:lnTo>
                  <a:lnTo>
                    <a:pt x="94500" y="649224"/>
                  </a:lnTo>
                  <a:lnTo>
                    <a:pt x="91452" y="650748"/>
                  </a:lnTo>
                  <a:lnTo>
                    <a:pt x="88404" y="653796"/>
                  </a:lnTo>
                  <a:lnTo>
                    <a:pt x="76212" y="653796"/>
                  </a:lnTo>
                  <a:lnTo>
                    <a:pt x="73164" y="652272"/>
                  </a:lnTo>
                  <a:lnTo>
                    <a:pt x="67068" y="646176"/>
                  </a:lnTo>
                  <a:lnTo>
                    <a:pt x="65544" y="641604"/>
                  </a:lnTo>
                  <a:lnTo>
                    <a:pt x="65544" y="629412"/>
                  </a:lnTo>
                  <a:lnTo>
                    <a:pt x="96024" y="606552"/>
                  </a:lnTo>
                  <a:lnTo>
                    <a:pt x="96024" y="603504"/>
                  </a:lnTo>
                  <a:lnTo>
                    <a:pt x="57924" y="603504"/>
                  </a:lnTo>
                  <a:lnTo>
                    <a:pt x="57924" y="606552"/>
                  </a:lnTo>
                  <a:lnTo>
                    <a:pt x="59448" y="608076"/>
                  </a:lnTo>
                  <a:lnTo>
                    <a:pt x="60972" y="608076"/>
                  </a:lnTo>
                  <a:lnTo>
                    <a:pt x="62496" y="609600"/>
                  </a:lnTo>
                  <a:lnTo>
                    <a:pt x="62496" y="615696"/>
                  </a:lnTo>
                  <a:lnTo>
                    <a:pt x="60972" y="620268"/>
                  </a:lnTo>
                  <a:lnTo>
                    <a:pt x="57924" y="632460"/>
                  </a:lnTo>
                  <a:lnTo>
                    <a:pt x="58039" y="637032"/>
                  </a:lnTo>
                  <a:lnTo>
                    <a:pt x="58153" y="638556"/>
                  </a:lnTo>
                  <a:lnTo>
                    <a:pt x="58267" y="640080"/>
                  </a:lnTo>
                  <a:lnTo>
                    <a:pt x="80784" y="669036"/>
                  </a:lnTo>
                  <a:lnTo>
                    <a:pt x="96024" y="669036"/>
                  </a:lnTo>
                  <a:lnTo>
                    <a:pt x="102120" y="667512"/>
                  </a:lnTo>
                  <a:lnTo>
                    <a:pt x="106692" y="662940"/>
                  </a:lnTo>
                  <a:lnTo>
                    <a:pt x="110134" y="659803"/>
                  </a:lnTo>
                  <a:lnTo>
                    <a:pt x="113741" y="654939"/>
                  </a:lnTo>
                  <a:lnTo>
                    <a:pt x="114414" y="653796"/>
                  </a:lnTo>
                  <a:lnTo>
                    <a:pt x="117614" y="648373"/>
                  </a:lnTo>
                  <a:lnTo>
                    <a:pt x="140220" y="614172"/>
                  </a:lnTo>
                  <a:lnTo>
                    <a:pt x="144792" y="612648"/>
                  </a:lnTo>
                  <a:lnTo>
                    <a:pt x="155460" y="612648"/>
                  </a:lnTo>
                  <a:lnTo>
                    <a:pt x="160032" y="614172"/>
                  </a:lnTo>
                  <a:lnTo>
                    <a:pt x="163080" y="618744"/>
                  </a:lnTo>
                  <a:lnTo>
                    <a:pt x="166128" y="621792"/>
                  </a:lnTo>
                  <a:lnTo>
                    <a:pt x="167652" y="626364"/>
                  </a:lnTo>
                  <a:lnTo>
                    <a:pt x="167652" y="640080"/>
                  </a:lnTo>
                  <a:lnTo>
                    <a:pt x="166128" y="647700"/>
                  </a:lnTo>
                  <a:lnTo>
                    <a:pt x="160032" y="653796"/>
                  </a:lnTo>
                  <a:lnTo>
                    <a:pt x="156032" y="658063"/>
                  </a:lnTo>
                  <a:lnTo>
                    <a:pt x="150888" y="661606"/>
                  </a:lnTo>
                  <a:lnTo>
                    <a:pt x="144602" y="664298"/>
                  </a:lnTo>
                  <a:lnTo>
                    <a:pt x="137172" y="665988"/>
                  </a:lnTo>
                  <a:lnTo>
                    <a:pt x="137172" y="669036"/>
                  </a:lnTo>
                  <a:lnTo>
                    <a:pt x="175272" y="669036"/>
                  </a:lnTo>
                  <a:lnTo>
                    <a:pt x="175272" y="665988"/>
                  </a:lnTo>
                  <a:lnTo>
                    <a:pt x="172224" y="665988"/>
                  </a:lnTo>
                  <a:lnTo>
                    <a:pt x="170700" y="664464"/>
                  </a:lnTo>
                  <a:lnTo>
                    <a:pt x="170700" y="658368"/>
                  </a:lnTo>
                  <a:lnTo>
                    <a:pt x="172224" y="655320"/>
                  </a:lnTo>
                  <a:lnTo>
                    <a:pt x="172288" y="654939"/>
                  </a:lnTo>
                  <a:lnTo>
                    <a:pt x="173748" y="646176"/>
                  </a:lnTo>
                  <a:lnTo>
                    <a:pt x="175272" y="638556"/>
                  </a:lnTo>
                  <a:lnTo>
                    <a:pt x="175272" y="632460"/>
                  </a:lnTo>
                  <a:close/>
                </a:path>
                <a:path extrusionOk="0" h="669290" w="226060">
                  <a:moveTo>
                    <a:pt x="225564" y="528828"/>
                  </a:moveTo>
                  <a:lnTo>
                    <a:pt x="222516" y="528828"/>
                  </a:lnTo>
                  <a:lnTo>
                    <a:pt x="222415" y="538162"/>
                  </a:lnTo>
                  <a:lnTo>
                    <a:pt x="220992" y="541020"/>
                  </a:lnTo>
                  <a:lnTo>
                    <a:pt x="216420" y="545592"/>
                  </a:lnTo>
                  <a:lnTo>
                    <a:pt x="213372" y="547116"/>
                  </a:lnTo>
                  <a:lnTo>
                    <a:pt x="166128" y="547116"/>
                  </a:lnTo>
                  <a:lnTo>
                    <a:pt x="169176" y="542544"/>
                  </a:lnTo>
                  <a:lnTo>
                    <a:pt x="172224" y="539496"/>
                  </a:lnTo>
                  <a:lnTo>
                    <a:pt x="172224" y="536448"/>
                  </a:lnTo>
                  <a:lnTo>
                    <a:pt x="175272" y="531876"/>
                  </a:lnTo>
                  <a:lnTo>
                    <a:pt x="175272" y="521208"/>
                  </a:lnTo>
                  <a:lnTo>
                    <a:pt x="174383" y="511263"/>
                  </a:lnTo>
                  <a:lnTo>
                    <a:pt x="171653" y="502158"/>
                  </a:lnTo>
                  <a:lnTo>
                    <a:pt x="167652" y="495465"/>
                  </a:lnTo>
                  <a:lnTo>
                    <a:pt x="167652" y="512064"/>
                  </a:lnTo>
                  <a:lnTo>
                    <a:pt x="167652" y="527304"/>
                  </a:lnTo>
                  <a:lnTo>
                    <a:pt x="150888" y="545592"/>
                  </a:lnTo>
                  <a:lnTo>
                    <a:pt x="147840" y="547116"/>
                  </a:lnTo>
                  <a:lnTo>
                    <a:pt x="91452" y="547116"/>
                  </a:lnTo>
                  <a:lnTo>
                    <a:pt x="79260" y="534924"/>
                  </a:lnTo>
                  <a:lnTo>
                    <a:pt x="76212" y="528828"/>
                  </a:lnTo>
                  <a:lnTo>
                    <a:pt x="74688" y="524256"/>
                  </a:lnTo>
                  <a:lnTo>
                    <a:pt x="74688" y="513588"/>
                  </a:lnTo>
                  <a:lnTo>
                    <a:pt x="111607" y="491299"/>
                  </a:lnTo>
                  <a:lnTo>
                    <a:pt x="111950" y="491299"/>
                  </a:lnTo>
                  <a:lnTo>
                    <a:pt x="123444" y="490740"/>
                  </a:lnTo>
                  <a:lnTo>
                    <a:pt x="164604" y="505968"/>
                  </a:lnTo>
                  <a:lnTo>
                    <a:pt x="167652" y="512064"/>
                  </a:lnTo>
                  <a:lnTo>
                    <a:pt x="167652" y="495465"/>
                  </a:lnTo>
                  <a:lnTo>
                    <a:pt x="166903" y="494207"/>
                  </a:lnTo>
                  <a:lnTo>
                    <a:pt x="163144" y="490639"/>
                  </a:lnTo>
                  <a:lnTo>
                    <a:pt x="160032" y="487680"/>
                  </a:lnTo>
                  <a:lnTo>
                    <a:pt x="150291" y="479920"/>
                  </a:lnTo>
                  <a:lnTo>
                    <a:pt x="139268" y="474726"/>
                  </a:lnTo>
                  <a:lnTo>
                    <a:pt x="126606" y="471779"/>
                  </a:lnTo>
                  <a:lnTo>
                    <a:pt x="126072" y="471779"/>
                  </a:lnTo>
                  <a:lnTo>
                    <a:pt x="112788" y="470916"/>
                  </a:lnTo>
                  <a:lnTo>
                    <a:pt x="71640" y="484632"/>
                  </a:lnTo>
                  <a:lnTo>
                    <a:pt x="57924" y="518160"/>
                  </a:lnTo>
                  <a:lnTo>
                    <a:pt x="59448" y="524256"/>
                  </a:lnTo>
                  <a:lnTo>
                    <a:pt x="83832" y="547116"/>
                  </a:lnTo>
                  <a:lnTo>
                    <a:pt x="57924" y="547116"/>
                  </a:lnTo>
                  <a:lnTo>
                    <a:pt x="57924" y="551688"/>
                  </a:lnTo>
                  <a:lnTo>
                    <a:pt x="71640" y="585216"/>
                  </a:lnTo>
                  <a:lnTo>
                    <a:pt x="74688" y="583692"/>
                  </a:lnTo>
                  <a:lnTo>
                    <a:pt x="73164" y="580644"/>
                  </a:lnTo>
                  <a:lnTo>
                    <a:pt x="73164" y="571500"/>
                  </a:lnTo>
                  <a:lnTo>
                    <a:pt x="74688" y="569976"/>
                  </a:lnTo>
                  <a:lnTo>
                    <a:pt x="76212" y="569976"/>
                  </a:lnTo>
                  <a:lnTo>
                    <a:pt x="79260" y="566928"/>
                  </a:lnTo>
                  <a:lnTo>
                    <a:pt x="214896" y="566928"/>
                  </a:lnTo>
                  <a:lnTo>
                    <a:pt x="216420" y="568452"/>
                  </a:lnTo>
                  <a:lnTo>
                    <a:pt x="217944" y="568452"/>
                  </a:lnTo>
                  <a:lnTo>
                    <a:pt x="220992" y="571500"/>
                  </a:lnTo>
                  <a:lnTo>
                    <a:pt x="222516" y="574548"/>
                  </a:lnTo>
                  <a:lnTo>
                    <a:pt x="222516" y="586740"/>
                  </a:lnTo>
                  <a:lnTo>
                    <a:pt x="225564" y="586740"/>
                  </a:lnTo>
                  <a:lnTo>
                    <a:pt x="225564" y="566928"/>
                  </a:lnTo>
                  <a:lnTo>
                    <a:pt x="225564" y="5288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78" name="Google Shape;4978;p80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2756915" y="6464807"/>
              <a:ext cx="167640" cy="85191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79" name="Google Shape;4979;p80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2699003" y="5433060"/>
            <a:ext cx="175260" cy="9677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980" name="Google Shape;4980;p80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296411" y="8081771"/>
            <a:ext cx="170688" cy="1237487"/>
          </a:xfrm>
          <a:prstGeom prst="rect">
            <a:avLst/>
          </a:prstGeom>
          <a:noFill/>
          <a:ln>
            <a:noFill/>
          </a:ln>
        </p:spPr>
      </p:pic>
      <p:pic>
        <p:nvPicPr>
          <p:cNvPr id="4981" name="Google Shape;4981;p80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296411" y="7306055"/>
            <a:ext cx="220865" cy="652272"/>
          </a:xfrm>
          <a:prstGeom prst="rect">
            <a:avLst/>
          </a:prstGeom>
          <a:noFill/>
          <a:ln>
            <a:noFill/>
          </a:ln>
        </p:spPr>
      </p:pic>
      <p:pic>
        <p:nvPicPr>
          <p:cNvPr id="4982" name="Google Shape;4982;p80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296411" y="5989320"/>
            <a:ext cx="170688" cy="1187196"/>
          </a:xfrm>
          <a:prstGeom prst="rect">
            <a:avLst/>
          </a:prstGeom>
          <a:noFill/>
          <a:ln>
            <a:noFill/>
          </a:ln>
        </p:spPr>
      </p:pic>
      <p:sp>
        <p:nvSpPr>
          <p:cNvPr id="4983" name="Google Shape;4983;p80"/>
          <p:cNvSpPr/>
          <p:nvPr/>
        </p:nvSpPr>
        <p:spPr>
          <a:xfrm>
            <a:off x="3296399" y="5122164"/>
            <a:ext cx="216535" cy="739140"/>
          </a:xfrm>
          <a:custGeom>
            <a:rect b="b" l="l" r="r" t="t"/>
            <a:pathLst>
              <a:path extrusionOk="0" h="739139" w="216535">
                <a:moveTo>
                  <a:pt x="92976" y="13716"/>
                </a:moveTo>
                <a:lnTo>
                  <a:pt x="91452" y="9144"/>
                </a:lnTo>
                <a:lnTo>
                  <a:pt x="83832" y="1524"/>
                </a:lnTo>
                <a:lnTo>
                  <a:pt x="79260" y="0"/>
                </a:lnTo>
                <a:lnTo>
                  <a:pt x="68592" y="0"/>
                </a:lnTo>
                <a:lnTo>
                  <a:pt x="64020" y="1524"/>
                </a:lnTo>
                <a:lnTo>
                  <a:pt x="56400" y="9144"/>
                </a:lnTo>
                <a:lnTo>
                  <a:pt x="53352" y="13716"/>
                </a:lnTo>
                <a:lnTo>
                  <a:pt x="53352" y="24384"/>
                </a:lnTo>
                <a:lnTo>
                  <a:pt x="59448" y="33528"/>
                </a:lnTo>
                <a:lnTo>
                  <a:pt x="68592" y="39624"/>
                </a:lnTo>
                <a:lnTo>
                  <a:pt x="79260" y="39624"/>
                </a:lnTo>
                <a:lnTo>
                  <a:pt x="88404" y="33528"/>
                </a:lnTo>
                <a:lnTo>
                  <a:pt x="91452" y="28956"/>
                </a:lnTo>
                <a:lnTo>
                  <a:pt x="92976" y="24384"/>
                </a:lnTo>
                <a:lnTo>
                  <a:pt x="92976" y="13716"/>
                </a:lnTo>
                <a:close/>
              </a:path>
              <a:path extrusionOk="0" h="739139" w="216535">
                <a:moveTo>
                  <a:pt x="167640" y="519684"/>
                </a:moveTo>
                <a:lnTo>
                  <a:pt x="115824" y="513588"/>
                </a:lnTo>
                <a:lnTo>
                  <a:pt x="115824" y="518160"/>
                </a:lnTo>
                <a:lnTo>
                  <a:pt x="126428" y="521258"/>
                </a:lnTo>
                <a:lnTo>
                  <a:pt x="135445" y="525780"/>
                </a:lnTo>
                <a:lnTo>
                  <a:pt x="159435" y="562406"/>
                </a:lnTo>
                <a:lnTo>
                  <a:pt x="160020" y="573024"/>
                </a:lnTo>
                <a:lnTo>
                  <a:pt x="160020" y="591312"/>
                </a:lnTo>
                <a:lnTo>
                  <a:pt x="158496" y="592836"/>
                </a:lnTo>
                <a:lnTo>
                  <a:pt x="156972" y="595884"/>
                </a:lnTo>
                <a:lnTo>
                  <a:pt x="155448" y="595884"/>
                </a:lnTo>
                <a:lnTo>
                  <a:pt x="153924" y="597408"/>
                </a:lnTo>
                <a:lnTo>
                  <a:pt x="150876" y="597408"/>
                </a:lnTo>
                <a:lnTo>
                  <a:pt x="146304" y="598932"/>
                </a:lnTo>
                <a:lnTo>
                  <a:pt x="88392" y="598932"/>
                </a:lnTo>
                <a:lnTo>
                  <a:pt x="88392" y="591312"/>
                </a:lnTo>
                <a:lnTo>
                  <a:pt x="89916" y="585216"/>
                </a:lnTo>
                <a:lnTo>
                  <a:pt x="91440" y="580644"/>
                </a:lnTo>
                <a:lnTo>
                  <a:pt x="97536" y="574548"/>
                </a:lnTo>
                <a:lnTo>
                  <a:pt x="109728" y="568452"/>
                </a:lnTo>
                <a:lnTo>
                  <a:pt x="117348" y="565404"/>
                </a:lnTo>
                <a:lnTo>
                  <a:pt x="126492" y="565404"/>
                </a:lnTo>
                <a:lnTo>
                  <a:pt x="126492" y="560832"/>
                </a:lnTo>
                <a:lnTo>
                  <a:pt x="42672" y="560832"/>
                </a:lnTo>
                <a:lnTo>
                  <a:pt x="42672" y="565404"/>
                </a:lnTo>
                <a:lnTo>
                  <a:pt x="52133" y="566597"/>
                </a:lnTo>
                <a:lnTo>
                  <a:pt x="60007" y="568071"/>
                </a:lnTo>
                <a:lnTo>
                  <a:pt x="66471" y="570128"/>
                </a:lnTo>
                <a:lnTo>
                  <a:pt x="71628" y="573024"/>
                </a:lnTo>
                <a:lnTo>
                  <a:pt x="77724" y="577596"/>
                </a:lnTo>
                <a:lnTo>
                  <a:pt x="80772" y="585216"/>
                </a:lnTo>
                <a:lnTo>
                  <a:pt x="80772" y="598932"/>
                </a:lnTo>
                <a:lnTo>
                  <a:pt x="13716" y="598932"/>
                </a:lnTo>
                <a:lnTo>
                  <a:pt x="13716" y="583692"/>
                </a:lnTo>
                <a:lnTo>
                  <a:pt x="13982" y="575144"/>
                </a:lnTo>
                <a:lnTo>
                  <a:pt x="14668" y="567880"/>
                </a:lnTo>
                <a:lnTo>
                  <a:pt x="15646" y="562051"/>
                </a:lnTo>
                <a:lnTo>
                  <a:pt x="16764" y="557784"/>
                </a:lnTo>
                <a:lnTo>
                  <a:pt x="18288" y="550164"/>
                </a:lnTo>
                <a:lnTo>
                  <a:pt x="51816" y="530352"/>
                </a:lnTo>
                <a:lnTo>
                  <a:pt x="51816" y="525780"/>
                </a:lnTo>
                <a:lnTo>
                  <a:pt x="3048" y="525780"/>
                </a:lnTo>
                <a:lnTo>
                  <a:pt x="3048" y="661416"/>
                </a:lnTo>
                <a:lnTo>
                  <a:pt x="7620" y="661416"/>
                </a:lnTo>
                <a:lnTo>
                  <a:pt x="7620" y="650748"/>
                </a:lnTo>
                <a:lnTo>
                  <a:pt x="9144" y="646176"/>
                </a:lnTo>
                <a:lnTo>
                  <a:pt x="10668" y="643128"/>
                </a:lnTo>
                <a:lnTo>
                  <a:pt x="12192" y="641604"/>
                </a:lnTo>
                <a:lnTo>
                  <a:pt x="18288" y="638556"/>
                </a:lnTo>
                <a:lnTo>
                  <a:pt x="153924" y="638556"/>
                </a:lnTo>
                <a:lnTo>
                  <a:pt x="155448" y="640080"/>
                </a:lnTo>
                <a:lnTo>
                  <a:pt x="158496" y="640080"/>
                </a:lnTo>
                <a:lnTo>
                  <a:pt x="160020" y="641604"/>
                </a:lnTo>
                <a:lnTo>
                  <a:pt x="163068" y="647700"/>
                </a:lnTo>
                <a:lnTo>
                  <a:pt x="163068" y="661416"/>
                </a:lnTo>
                <a:lnTo>
                  <a:pt x="167640" y="661416"/>
                </a:lnTo>
                <a:lnTo>
                  <a:pt x="167640" y="519684"/>
                </a:lnTo>
                <a:close/>
              </a:path>
              <a:path extrusionOk="0" h="739139" w="216535">
                <a:moveTo>
                  <a:pt x="167640" y="405384"/>
                </a:moveTo>
                <a:lnTo>
                  <a:pt x="166116" y="400812"/>
                </a:lnTo>
                <a:lnTo>
                  <a:pt x="164719" y="392226"/>
                </a:lnTo>
                <a:lnTo>
                  <a:pt x="162877" y="384619"/>
                </a:lnTo>
                <a:lnTo>
                  <a:pt x="160769" y="377888"/>
                </a:lnTo>
                <a:lnTo>
                  <a:pt x="160223" y="376428"/>
                </a:lnTo>
                <a:lnTo>
                  <a:pt x="160020" y="375894"/>
                </a:lnTo>
                <a:lnTo>
                  <a:pt x="160020" y="420624"/>
                </a:lnTo>
                <a:lnTo>
                  <a:pt x="160020" y="428244"/>
                </a:lnTo>
                <a:lnTo>
                  <a:pt x="158496" y="429768"/>
                </a:lnTo>
                <a:lnTo>
                  <a:pt x="158496" y="431292"/>
                </a:lnTo>
                <a:lnTo>
                  <a:pt x="156972" y="432816"/>
                </a:lnTo>
                <a:lnTo>
                  <a:pt x="155448" y="432816"/>
                </a:lnTo>
                <a:lnTo>
                  <a:pt x="153924" y="434340"/>
                </a:lnTo>
                <a:lnTo>
                  <a:pt x="10668" y="434340"/>
                </a:lnTo>
                <a:lnTo>
                  <a:pt x="10769" y="431292"/>
                </a:lnTo>
                <a:lnTo>
                  <a:pt x="10858" y="428244"/>
                </a:lnTo>
                <a:lnTo>
                  <a:pt x="10960" y="424891"/>
                </a:lnTo>
                <a:lnTo>
                  <a:pt x="28562" y="390144"/>
                </a:lnTo>
                <a:lnTo>
                  <a:pt x="71704" y="376999"/>
                </a:lnTo>
                <a:lnTo>
                  <a:pt x="86868" y="376428"/>
                </a:lnTo>
                <a:lnTo>
                  <a:pt x="106019" y="377291"/>
                </a:lnTo>
                <a:lnTo>
                  <a:pt x="146304" y="390144"/>
                </a:lnTo>
                <a:lnTo>
                  <a:pt x="160020" y="420624"/>
                </a:lnTo>
                <a:lnTo>
                  <a:pt x="160020" y="375894"/>
                </a:lnTo>
                <a:lnTo>
                  <a:pt x="131445" y="344043"/>
                </a:lnTo>
                <a:lnTo>
                  <a:pt x="94869" y="332549"/>
                </a:lnTo>
                <a:lnTo>
                  <a:pt x="86868" y="332232"/>
                </a:lnTo>
                <a:lnTo>
                  <a:pt x="74587" y="332828"/>
                </a:lnTo>
                <a:lnTo>
                  <a:pt x="31699" y="349211"/>
                </a:lnTo>
                <a:lnTo>
                  <a:pt x="8191" y="386168"/>
                </a:lnTo>
                <a:lnTo>
                  <a:pt x="3568" y="411149"/>
                </a:lnTo>
                <a:lnTo>
                  <a:pt x="3175" y="420624"/>
                </a:lnTo>
                <a:lnTo>
                  <a:pt x="3048" y="496824"/>
                </a:lnTo>
                <a:lnTo>
                  <a:pt x="7620" y="496824"/>
                </a:lnTo>
                <a:lnTo>
                  <a:pt x="7620" y="486156"/>
                </a:lnTo>
                <a:lnTo>
                  <a:pt x="12192" y="477012"/>
                </a:lnTo>
                <a:lnTo>
                  <a:pt x="13716" y="475488"/>
                </a:lnTo>
                <a:lnTo>
                  <a:pt x="15240" y="475488"/>
                </a:lnTo>
                <a:lnTo>
                  <a:pt x="18288" y="473964"/>
                </a:lnTo>
                <a:lnTo>
                  <a:pt x="153924" y="473964"/>
                </a:lnTo>
                <a:lnTo>
                  <a:pt x="155448" y="475488"/>
                </a:lnTo>
                <a:lnTo>
                  <a:pt x="158496" y="475488"/>
                </a:lnTo>
                <a:lnTo>
                  <a:pt x="160020" y="478536"/>
                </a:lnTo>
                <a:lnTo>
                  <a:pt x="161544" y="480060"/>
                </a:lnTo>
                <a:lnTo>
                  <a:pt x="163068" y="483108"/>
                </a:lnTo>
                <a:lnTo>
                  <a:pt x="163068" y="496824"/>
                </a:lnTo>
                <a:lnTo>
                  <a:pt x="167640" y="496824"/>
                </a:lnTo>
                <a:lnTo>
                  <a:pt x="167640" y="473964"/>
                </a:lnTo>
                <a:lnTo>
                  <a:pt x="167640" y="434340"/>
                </a:lnTo>
                <a:lnTo>
                  <a:pt x="167640" y="405384"/>
                </a:lnTo>
                <a:close/>
              </a:path>
              <a:path extrusionOk="0" h="739139" w="216535">
                <a:moveTo>
                  <a:pt x="167640" y="147828"/>
                </a:moveTo>
                <a:lnTo>
                  <a:pt x="163068" y="147828"/>
                </a:lnTo>
                <a:lnTo>
                  <a:pt x="163068" y="152400"/>
                </a:lnTo>
                <a:lnTo>
                  <a:pt x="161544" y="156972"/>
                </a:lnTo>
                <a:lnTo>
                  <a:pt x="109728" y="184277"/>
                </a:lnTo>
                <a:lnTo>
                  <a:pt x="109728" y="224028"/>
                </a:lnTo>
                <a:lnTo>
                  <a:pt x="109728" y="272796"/>
                </a:lnTo>
                <a:lnTo>
                  <a:pt x="56388" y="248412"/>
                </a:lnTo>
                <a:lnTo>
                  <a:pt x="109728" y="224028"/>
                </a:lnTo>
                <a:lnTo>
                  <a:pt x="109728" y="184277"/>
                </a:lnTo>
                <a:lnTo>
                  <a:pt x="0" y="231648"/>
                </a:lnTo>
                <a:lnTo>
                  <a:pt x="0" y="234696"/>
                </a:lnTo>
                <a:lnTo>
                  <a:pt x="131064" y="292608"/>
                </a:lnTo>
                <a:lnTo>
                  <a:pt x="139598" y="296900"/>
                </a:lnTo>
                <a:lnTo>
                  <a:pt x="163068" y="315468"/>
                </a:lnTo>
                <a:lnTo>
                  <a:pt x="163068" y="321564"/>
                </a:lnTo>
                <a:lnTo>
                  <a:pt x="167640" y="321564"/>
                </a:lnTo>
                <a:lnTo>
                  <a:pt x="167640" y="288036"/>
                </a:lnTo>
                <a:lnTo>
                  <a:pt x="167640" y="266700"/>
                </a:lnTo>
                <a:lnTo>
                  <a:pt x="163068" y="266700"/>
                </a:lnTo>
                <a:lnTo>
                  <a:pt x="163068" y="274320"/>
                </a:lnTo>
                <a:lnTo>
                  <a:pt x="161544" y="280416"/>
                </a:lnTo>
                <a:lnTo>
                  <a:pt x="160020" y="281940"/>
                </a:lnTo>
                <a:lnTo>
                  <a:pt x="158496" y="286512"/>
                </a:lnTo>
                <a:lnTo>
                  <a:pt x="155448" y="288036"/>
                </a:lnTo>
                <a:lnTo>
                  <a:pt x="147828" y="288036"/>
                </a:lnTo>
                <a:lnTo>
                  <a:pt x="143256" y="286512"/>
                </a:lnTo>
                <a:lnTo>
                  <a:pt x="137160" y="284988"/>
                </a:lnTo>
                <a:lnTo>
                  <a:pt x="120396" y="277368"/>
                </a:lnTo>
                <a:lnTo>
                  <a:pt x="120396" y="272796"/>
                </a:lnTo>
                <a:lnTo>
                  <a:pt x="120396" y="224028"/>
                </a:lnTo>
                <a:lnTo>
                  <a:pt x="120396" y="219456"/>
                </a:lnTo>
                <a:lnTo>
                  <a:pt x="140208" y="210312"/>
                </a:lnTo>
                <a:lnTo>
                  <a:pt x="146304" y="207264"/>
                </a:lnTo>
                <a:lnTo>
                  <a:pt x="150876" y="207264"/>
                </a:lnTo>
                <a:lnTo>
                  <a:pt x="152400" y="205740"/>
                </a:lnTo>
                <a:lnTo>
                  <a:pt x="156972" y="205740"/>
                </a:lnTo>
                <a:lnTo>
                  <a:pt x="160020" y="207264"/>
                </a:lnTo>
                <a:lnTo>
                  <a:pt x="161544" y="208788"/>
                </a:lnTo>
                <a:lnTo>
                  <a:pt x="163068" y="211836"/>
                </a:lnTo>
                <a:lnTo>
                  <a:pt x="163068" y="225552"/>
                </a:lnTo>
                <a:lnTo>
                  <a:pt x="167640" y="225552"/>
                </a:lnTo>
                <a:lnTo>
                  <a:pt x="167640" y="205740"/>
                </a:lnTo>
                <a:lnTo>
                  <a:pt x="167640" y="147828"/>
                </a:lnTo>
                <a:close/>
              </a:path>
              <a:path extrusionOk="0" h="739139" w="216535">
                <a:moveTo>
                  <a:pt x="170700" y="13716"/>
                </a:moveTo>
                <a:lnTo>
                  <a:pt x="169176" y="9144"/>
                </a:lnTo>
                <a:lnTo>
                  <a:pt x="161556" y="1524"/>
                </a:lnTo>
                <a:lnTo>
                  <a:pt x="156984" y="0"/>
                </a:lnTo>
                <a:lnTo>
                  <a:pt x="146316" y="0"/>
                </a:lnTo>
                <a:lnTo>
                  <a:pt x="141744" y="1524"/>
                </a:lnTo>
                <a:lnTo>
                  <a:pt x="134124" y="9144"/>
                </a:lnTo>
                <a:lnTo>
                  <a:pt x="131076" y="13716"/>
                </a:lnTo>
                <a:lnTo>
                  <a:pt x="131076" y="24384"/>
                </a:lnTo>
                <a:lnTo>
                  <a:pt x="137172" y="33528"/>
                </a:lnTo>
                <a:lnTo>
                  <a:pt x="146316" y="39624"/>
                </a:lnTo>
                <a:lnTo>
                  <a:pt x="156984" y="39624"/>
                </a:lnTo>
                <a:lnTo>
                  <a:pt x="166128" y="33528"/>
                </a:lnTo>
                <a:lnTo>
                  <a:pt x="169176" y="28956"/>
                </a:lnTo>
                <a:lnTo>
                  <a:pt x="170700" y="24384"/>
                </a:lnTo>
                <a:lnTo>
                  <a:pt x="170700" y="13716"/>
                </a:lnTo>
                <a:close/>
              </a:path>
              <a:path extrusionOk="0" h="739139" w="216535">
                <a:moveTo>
                  <a:pt x="216408" y="669036"/>
                </a:moveTo>
                <a:lnTo>
                  <a:pt x="211836" y="669036"/>
                </a:lnTo>
                <a:lnTo>
                  <a:pt x="207264" y="676656"/>
                </a:lnTo>
                <a:lnTo>
                  <a:pt x="202692" y="682752"/>
                </a:lnTo>
                <a:lnTo>
                  <a:pt x="164592" y="702564"/>
                </a:lnTo>
                <a:lnTo>
                  <a:pt x="126238" y="706856"/>
                </a:lnTo>
                <a:lnTo>
                  <a:pt x="109728" y="707136"/>
                </a:lnTo>
                <a:lnTo>
                  <a:pt x="91427" y="706831"/>
                </a:lnTo>
                <a:lnTo>
                  <a:pt x="48768" y="701040"/>
                </a:lnTo>
                <a:lnTo>
                  <a:pt x="12954" y="680656"/>
                </a:lnTo>
                <a:lnTo>
                  <a:pt x="4572" y="669036"/>
                </a:lnTo>
                <a:lnTo>
                  <a:pt x="0" y="669036"/>
                </a:lnTo>
                <a:lnTo>
                  <a:pt x="26149" y="708469"/>
                </a:lnTo>
                <a:lnTo>
                  <a:pt x="71628" y="734377"/>
                </a:lnTo>
                <a:lnTo>
                  <a:pt x="108204" y="739140"/>
                </a:lnTo>
                <a:lnTo>
                  <a:pt x="127063" y="737984"/>
                </a:lnTo>
                <a:lnTo>
                  <a:pt x="176784" y="719328"/>
                </a:lnTo>
                <a:lnTo>
                  <a:pt x="210439" y="683323"/>
                </a:lnTo>
                <a:lnTo>
                  <a:pt x="216408" y="669036"/>
                </a:lnTo>
                <a:close/>
              </a:path>
              <a:path extrusionOk="0" h="739139" w="216535">
                <a:moveTo>
                  <a:pt x="216420" y="141732"/>
                </a:moveTo>
                <a:lnTo>
                  <a:pt x="190487" y="102298"/>
                </a:lnTo>
                <a:lnTo>
                  <a:pt x="145554" y="76390"/>
                </a:lnTo>
                <a:lnTo>
                  <a:pt x="109740" y="71628"/>
                </a:lnTo>
                <a:lnTo>
                  <a:pt x="90855" y="72796"/>
                </a:lnTo>
                <a:lnTo>
                  <a:pt x="39636" y="91440"/>
                </a:lnTo>
                <a:lnTo>
                  <a:pt x="6629" y="127444"/>
                </a:lnTo>
                <a:lnTo>
                  <a:pt x="12" y="141732"/>
                </a:lnTo>
                <a:lnTo>
                  <a:pt x="4584" y="141732"/>
                </a:lnTo>
                <a:lnTo>
                  <a:pt x="9156" y="134112"/>
                </a:lnTo>
                <a:lnTo>
                  <a:pt x="13728" y="128016"/>
                </a:lnTo>
                <a:lnTo>
                  <a:pt x="51828" y="108204"/>
                </a:lnTo>
                <a:lnTo>
                  <a:pt x="91046" y="103924"/>
                </a:lnTo>
                <a:lnTo>
                  <a:pt x="108216" y="103632"/>
                </a:lnTo>
                <a:lnTo>
                  <a:pt x="126504" y="103949"/>
                </a:lnTo>
                <a:lnTo>
                  <a:pt x="167652" y="109728"/>
                </a:lnTo>
                <a:lnTo>
                  <a:pt x="207276" y="132588"/>
                </a:lnTo>
                <a:lnTo>
                  <a:pt x="211848" y="141732"/>
                </a:lnTo>
                <a:lnTo>
                  <a:pt x="216420" y="14173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4" name="Google Shape;4984;p80"/>
          <p:cNvGrpSpPr/>
          <p:nvPr/>
        </p:nvGrpSpPr>
        <p:grpSpPr>
          <a:xfrm>
            <a:off x="3291839" y="4835651"/>
            <a:ext cx="175260" cy="149733"/>
            <a:chOff x="3291839" y="4835651"/>
            <a:chExt cx="175260" cy="149733"/>
          </a:xfrm>
        </p:grpSpPr>
        <p:sp>
          <p:nvSpPr>
            <p:cNvPr id="4985" name="Google Shape;4985;p80"/>
            <p:cNvSpPr/>
            <p:nvPr/>
          </p:nvSpPr>
          <p:spPr>
            <a:xfrm>
              <a:off x="3291839" y="4930140"/>
              <a:ext cx="172720" cy="55244"/>
            </a:xfrm>
            <a:custGeom>
              <a:rect b="b" l="l" r="r" t="t"/>
              <a:pathLst>
                <a:path extrusionOk="0" h="55245" w="172720">
                  <a:moveTo>
                    <a:pt x="15240" y="39624"/>
                  </a:moveTo>
                  <a:lnTo>
                    <a:pt x="9144" y="39624"/>
                  </a:lnTo>
                  <a:lnTo>
                    <a:pt x="6096" y="38100"/>
                  </a:lnTo>
                  <a:lnTo>
                    <a:pt x="4572" y="35052"/>
                  </a:lnTo>
                  <a:lnTo>
                    <a:pt x="1524" y="33528"/>
                  </a:lnTo>
                  <a:lnTo>
                    <a:pt x="0" y="30480"/>
                  </a:lnTo>
                  <a:lnTo>
                    <a:pt x="0" y="22860"/>
                  </a:lnTo>
                  <a:lnTo>
                    <a:pt x="1524" y="19812"/>
                  </a:lnTo>
                  <a:lnTo>
                    <a:pt x="4572" y="18288"/>
                  </a:lnTo>
                  <a:lnTo>
                    <a:pt x="6096" y="15240"/>
                  </a:lnTo>
                  <a:lnTo>
                    <a:pt x="18288" y="15240"/>
                  </a:lnTo>
                  <a:lnTo>
                    <a:pt x="21336" y="18288"/>
                  </a:lnTo>
                  <a:lnTo>
                    <a:pt x="24384" y="19812"/>
                  </a:lnTo>
                  <a:lnTo>
                    <a:pt x="24384" y="33528"/>
                  </a:lnTo>
                  <a:lnTo>
                    <a:pt x="21336" y="35052"/>
                  </a:lnTo>
                  <a:lnTo>
                    <a:pt x="18288" y="38100"/>
                  </a:lnTo>
                  <a:lnTo>
                    <a:pt x="15240" y="39624"/>
                  </a:lnTo>
                  <a:close/>
                </a:path>
                <a:path extrusionOk="0" h="55245" w="172720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55448" y="16764"/>
                  </a:lnTo>
                  <a:lnTo>
                    <a:pt x="160020" y="15240"/>
                  </a:lnTo>
                  <a:lnTo>
                    <a:pt x="163067" y="15240"/>
                  </a:lnTo>
                  <a:lnTo>
                    <a:pt x="167640" y="10668"/>
                  </a:lnTo>
                  <a:lnTo>
                    <a:pt x="169164" y="7620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80772" y="36576"/>
                  </a:lnTo>
                  <a:lnTo>
                    <a:pt x="77724" y="38100"/>
                  </a:lnTo>
                  <a:lnTo>
                    <a:pt x="76200" y="38100"/>
                  </a:lnTo>
                  <a:lnTo>
                    <a:pt x="73152" y="41148"/>
                  </a:lnTo>
                  <a:lnTo>
                    <a:pt x="73152" y="47244"/>
                  </a:lnTo>
                  <a:lnTo>
                    <a:pt x="74676" y="48768"/>
                  </a:lnTo>
                  <a:lnTo>
                    <a:pt x="74676" y="51816"/>
                  </a:lnTo>
                  <a:lnTo>
                    <a:pt x="71628" y="54864"/>
                  </a:lnTo>
                  <a:close/>
                </a:path>
                <a:path extrusionOk="0" h="55245" w="172720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4196"/>
                  </a:lnTo>
                  <a:lnTo>
                    <a:pt x="167640" y="41148"/>
                  </a:lnTo>
                  <a:lnTo>
                    <a:pt x="167640" y="39624"/>
                  </a:lnTo>
                  <a:lnTo>
                    <a:pt x="164591" y="38100"/>
                  </a:lnTo>
                  <a:lnTo>
                    <a:pt x="163067" y="38100"/>
                  </a:lnTo>
                  <a:lnTo>
                    <a:pt x="160020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4986" name="Google Shape;4986;p80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349751" y="4835651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987" name="Google Shape;4987;p80"/>
          <p:cNvGrpSpPr/>
          <p:nvPr/>
        </p:nvGrpSpPr>
        <p:grpSpPr>
          <a:xfrm>
            <a:off x="3291840" y="4268723"/>
            <a:ext cx="175260" cy="451104"/>
            <a:chOff x="3291840" y="4268723"/>
            <a:chExt cx="175260" cy="451104"/>
          </a:xfrm>
        </p:grpSpPr>
        <p:pic>
          <p:nvPicPr>
            <p:cNvPr id="4988" name="Google Shape;4988;p80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349752" y="4509515"/>
              <a:ext cx="117348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89" name="Google Shape;4989;p80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291840" y="4268723"/>
              <a:ext cx="175260" cy="2209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90" name="Google Shape;4990;p80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316223" y="3973067"/>
            <a:ext cx="150876" cy="1813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991" name="Google Shape;4991;p80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291839" y="3389376"/>
            <a:ext cx="175260" cy="466344"/>
          </a:xfrm>
          <a:prstGeom prst="rect">
            <a:avLst/>
          </a:prstGeom>
          <a:noFill/>
          <a:ln>
            <a:noFill/>
          </a:ln>
        </p:spPr>
      </p:pic>
      <p:pic>
        <p:nvPicPr>
          <p:cNvPr id="4992" name="Google Shape;4992;p80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3316223" y="3096767"/>
            <a:ext cx="150876" cy="184403"/>
          </a:xfrm>
          <a:prstGeom prst="rect">
            <a:avLst/>
          </a:prstGeom>
          <a:noFill/>
          <a:ln>
            <a:noFill/>
          </a:ln>
        </p:spPr>
      </p:pic>
      <p:pic>
        <p:nvPicPr>
          <p:cNvPr id="4993" name="Google Shape;4993;p80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291840" y="2686811"/>
            <a:ext cx="175260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994" name="Google Shape;4994;p80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316223" y="1722120"/>
            <a:ext cx="201168" cy="8366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995" name="Google Shape;4995;p80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291839" y="1379219"/>
            <a:ext cx="175260" cy="2225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96" name="Google Shape;4996;p80"/>
          <p:cNvGrpSpPr/>
          <p:nvPr/>
        </p:nvGrpSpPr>
        <p:grpSpPr>
          <a:xfrm>
            <a:off x="3589020" y="8866631"/>
            <a:ext cx="175260" cy="473964"/>
            <a:chOff x="3589020" y="8866631"/>
            <a:chExt cx="175260" cy="473964"/>
          </a:xfrm>
        </p:grpSpPr>
        <p:pic>
          <p:nvPicPr>
            <p:cNvPr id="4997" name="Google Shape;4997;p80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589020" y="8961119"/>
              <a:ext cx="175260" cy="3794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998" name="Google Shape;4998;p80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3646932" y="8866631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999" name="Google Shape;4999;p80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3589020" y="8510016"/>
            <a:ext cx="175259" cy="27889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00" name="Google Shape;5000;p80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3589020" y="7490459"/>
            <a:ext cx="225552" cy="950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01" name="Google Shape;5001;p80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3589020" y="6010655"/>
            <a:ext cx="225552" cy="14081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002" name="Google Shape;5002;p80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3589020" y="4978907"/>
            <a:ext cx="175260" cy="960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03" name="Google Shape;5003;p80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3613403" y="4145279"/>
            <a:ext cx="201168" cy="75895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04" name="Google Shape;5004;p80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3589020" y="3255264"/>
            <a:ext cx="225552" cy="74676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05" name="Google Shape;5005;p80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3589020" y="2442972"/>
            <a:ext cx="175259" cy="463296"/>
          </a:xfrm>
          <a:prstGeom prst="rect">
            <a:avLst/>
          </a:prstGeom>
          <a:noFill/>
          <a:ln>
            <a:noFill/>
          </a:ln>
        </p:spPr>
      </p:pic>
      <p:sp>
        <p:nvSpPr>
          <p:cNvPr id="5006" name="Google Shape;5006;p80"/>
          <p:cNvSpPr/>
          <p:nvPr/>
        </p:nvSpPr>
        <p:spPr>
          <a:xfrm>
            <a:off x="3589007" y="1406652"/>
            <a:ext cx="226060" cy="701040"/>
          </a:xfrm>
          <a:custGeom>
            <a:rect b="b" l="l" r="r" t="t"/>
            <a:pathLst>
              <a:path extrusionOk="0" h="701039" w="226060">
                <a:moveTo>
                  <a:pt x="24384" y="452628"/>
                </a:moveTo>
                <a:lnTo>
                  <a:pt x="22860" y="449580"/>
                </a:lnTo>
                <a:lnTo>
                  <a:pt x="19812" y="448056"/>
                </a:lnTo>
                <a:lnTo>
                  <a:pt x="18288" y="445008"/>
                </a:lnTo>
                <a:lnTo>
                  <a:pt x="15240" y="443484"/>
                </a:lnTo>
                <a:lnTo>
                  <a:pt x="9144" y="443484"/>
                </a:lnTo>
                <a:lnTo>
                  <a:pt x="6096" y="445008"/>
                </a:lnTo>
                <a:lnTo>
                  <a:pt x="1524" y="449580"/>
                </a:lnTo>
                <a:lnTo>
                  <a:pt x="0" y="452628"/>
                </a:lnTo>
                <a:lnTo>
                  <a:pt x="0" y="460248"/>
                </a:lnTo>
                <a:lnTo>
                  <a:pt x="1524" y="461772"/>
                </a:lnTo>
                <a:lnTo>
                  <a:pt x="3048" y="464820"/>
                </a:lnTo>
                <a:lnTo>
                  <a:pt x="6096" y="467868"/>
                </a:lnTo>
                <a:lnTo>
                  <a:pt x="18288" y="467868"/>
                </a:lnTo>
                <a:lnTo>
                  <a:pt x="19812" y="464820"/>
                </a:lnTo>
                <a:lnTo>
                  <a:pt x="24384" y="460248"/>
                </a:lnTo>
                <a:lnTo>
                  <a:pt x="24384" y="452628"/>
                </a:lnTo>
                <a:close/>
              </a:path>
              <a:path extrusionOk="0" h="701039" w="226060">
                <a:moveTo>
                  <a:pt x="172212" y="428244"/>
                </a:moveTo>
                <a:lnTo>
                  <a:pt x="169164" y="428244"/>
                </a:lnTo>
                <a:lnTo>
                  <a:pt x="169164" y="434340"/>
                </a:lnTo>
                <a:lnTo>
                  <a:pt x="167640" y="437388"/>
                </a:lnTo>
                <a:lnTo>
                  <a:pt x="167640" y="438912"/>
                </a:lnTo>
                <a:lnTo>
                  <a:pt x="166116" y="441960"/>
                </a:lnTo>
                <a:lnTo>
                  <a:pt x="164592" y="443484"/>
                </a:lnTo>
                <a:lnTo>
                  <a:pt x="161544" y="443484"/>
                </a:lnTo>
                <a:lnTo>
                  <a:pt x="160020" y="445008"/>
                </a:lnTo>
                <a:lnTo>
                  <a:pt x="57912" y="445008"/>
                </a:lnTo>
                <a:lnTo>
                  <a:pt x="57912" y="451104"/>
                </a:lnTo>
                <a:lnTo>
                  <a:pt x="71628" y="483108"/>
                </a:lnTo>
                <a:lnTo>
                  <a:pt x="74676" y="481584"/>
                </a:lnTo>
                <a:lnTo>
                  <a:pt x="73152" y="478536"/>
                </a:lnTo>
                <a:lnTo>
                  <a:pt x="73152" y="470916"/>
                </a:lnTo>
                <a:lnTo>
                  <a:pt x="74676" y="469392"/>
                </a:lnTo>
                <a:lnTo>
                  <a:pt x="74676" y="467868"/>
                </a:lnTo>
                <a:lnTo>
                  <a:pt x="77724" y="466344"/>
                </a:lnTo>
                <a:lnTo>
                  <a:pt x="79248" y="466344"/>
                </a:lnTo>
                <a:lnTo>
                  <a:pt x="83299" y="466115"/>
                </a:lnTo>
                <a:lnTo>
                  <a:pt x="88773" y="465582"/>
                </a:lnTo>
                <a:lnTo>
                  <a:pt x="95973" y="465061"/>
                </a:lnTo>
                <a:lnTo>
                  <a:pt x="105156" y="464820"/>
                </a:lnTo>
                <a:lnTo>
                  <a:pt x="153924" y="464820"/>
                </a:lnTo>
                <a:lnTo>
                  <a:pt x="160020" y="466344"/>
                </a:lnTo>
                <a:lnTo>
                  <a:pt x="161544" y="466344"/>
                </a:lnTo>
                <a:lnTo>
                  <a:pt x="164592" y="467868"/>
                </a:lnTo>
                <a:lnTo>
                  <a:pt x="167640" y="470916"/>
                </a:lnTo>
                <a:lnTo>
                  <a:pt x="167640" y="473964"/>
                </a:lnTo>
                <a:lnTo>
                  <a:pt x="169164" y="477012"/>
                </a:lnTo>
                <a:lnTo>
                  <a:pt x="169164" y="481584"/>
                </a:lnTo>
                <a:lnTo>
                  <a:pt x="172212" y="481584"/>
                </a:lnTo>
                <a:lnTo>
                  <a:pt x="172212" y="464820"/>
                </a:lnTo>
                <a:lnTo>
                  <a:pt x="172212" y="428244"/>
                </a:lnTo>
                <a:close/>
              </a:path>
              <a:path extrusionOk="0" h="701039" w="226060">
                <a:moveTo>
                  <a:pt x="172224" y="518160"/>
                </a:moveTo>
                <a:lnTo>
                  <a:pt x="169176" y="518160"/>
                </a:lnTo>
                <a:lnTo>
                  <a:pt x="169176" y="522732"/>
                </a:lnTo>
                <a:lnTo>
                  <a:pt x="167652" y="527304"/>
                </a:lnTo>
                <a:lnTo>
                  <a:pt x="166128" y="528828"/>
                </a:lnTo>
                <a:lnTo>
                  <a:pt x="164604" y="531876"/>
                </a:lnTo>
                <a:lnTo>
                  <a:pt x="161556" y="533400"/>
                </a:lnTo>
                <a:lnTo>
                  <a:pt x="160032" y="534924"/>
                </a:lnTo>
                <a:lnTo>
                  <a:pt x="156984" y="536448"/>
                </a:lnTo>
                <a:lnTo>
                  <a:pt x="152412" y="537972"/>
                </a:lnTo>
                <a:lnTo>
                  <a:pt x="92976" y="537972"/>
                </a:lnTo>
                <a:lnTo>
                  <a:pt x="85356" y="533400"/>
                </a:lnTo>
                <a:lnTo>
                  <a:pt x="79260" y="528828"/>
                </a:lnTo>
                <a:lnTo>
                  <a:pt x="74688" y="524256"/>
                </a:lnTo>
                <a:lnTo>
                  <a:pt x="74688" y="519684"/>
                </a:lnTo>
                <a:lnTo>
                  <a:pt x="76212" y="516636"/>
                </a:lnTo>
                <a:lnTo>
                  <a:pt x="77736" y="512064"/>
                </a:lnTo>
                <a:lnTo>
                  <a:pt x="80784" y="509016"/>
                </a:lnTo>
                <a:lnTo>
                  <a:pt x="82308" y="505968"/>
                </a:lnTo>
                <a:lnTo>
                  <a:pt x="82308" y="499872"/>
                </a:lnTo>
                <a:lnTo>
                  <a:pt x="76212" y="493776"/>
                </a:lnTo>
                <a:lnTo>
                  <a:pt x="67068" y="493776"/>
                </a:lnTo>
                <a:lnTo>
                  <a:pt x="60972" y="496824"/>
                </a:lnTo>
                <a:lnTo>
                  <a:pt x="59448" y="499872"/>
                </a:lnTo>
                <a:lnTo>
                  <a:pt x="57924" y="504444"/>
                </a:lnTo>
                <a:lnTo>
                  <a:pt x="57924" y="509016"/>
                </a:lnTo>
                <a:lnTo>
                  <a:pt x="59372" y="515899"/>
                </a:lnTo>
                <a:lnTo>
                  <a:pt x="63830" y="522922"/>
                </a:lnTo>
                <a:lnTo>
                  <a:pt x="71424" y="530237"/>
                </a:lnTo>
                <a:lnTo>
                  <a:pt x="82308" y="537972"/>
                </a:lnTo>
                <a:lnTo>
                  <a:pt x="57924" y="537972"/>
                </a:lnTo>
                <a:lnTo>
                  <a:pt x="57924" y="542544"/>
                </a:lnTo>
                <a:lnTo>
                  <a:pt x="71640" y="576072"/>
                </a:lnTo>
                <a:lnTo>
                  <a:pt x="74688" y="574548"/>
                </a:lnTo>
                <a:lnTo>
                  <a:pt x="73164" y="571500"/>
                </a:lnTo>
                <a:lnTo>
                  <a:pt x="73164" y="562356"/>
                </a:lnTo>
                <a:lnTo>
                  <a:pt x="77736" y="557784"/>
                </a:lnTo>
                <a:lnTo>
                  <a:pt x="163080" y="557784"/>
                </a:lnTo>
                <a:lnTo>
                  <a:pt x="164604" y="559308"/>
                </a:lnTo>
                <a:lnTo>
                  <a:pt x="166128" y="562356"/>
                </a:lnTo>
                <a:lnTo>
                  <a:pt x="167652" y="563880"/>
                </a:lnTo>
                <a:lnTo>
                  <a:pt x="169176" y="568452"/>
                </a:lnTo>
                <a:lnTo>
                  <a:pt x="169176" y="574548"/>
                </a:lnTo>
                <a:lnTo>
                  <a:pt x="172224" y="574548"/>
                </a:lnTo>
                <a:lnTo>
                  <a:pt x="172224" y="518160"/>
                </a:lnTo>
                <a:close/>
              </a:path>
              <a:path extrusionOk="0" h="701039" w="226060">
                <a:moveTo>
                  <a:pt x="172224" y="303276"/>
                </a:moveTo>
                <a:lnTo>
                  <a:pt x="169176" y="303276"/>
                </a:lnTo>
                <a:lnTo>
                  <a:pt x="169176" y="307848"/>
                </a:lnTo>
                <a:lnTo>
                  <a:pt x="167652" y="310896"/>
                </a:lnTo>
                <a:lnTo>
                  <a:pt x="167652" y="313944"/>
                </a:lnTo>
                <a:lnTo>
                  <a:pt x="164604" y="316992"/>
                </a:lnTo>
                <a:lnTo>
                  <a:pt x="161556" y="316992"/>
                </a:lnTo>
                <a:lnTo>
                  <a:pt x="160032" y="318516"/>
                </a:lnTo>
                <a:lnTo>
                  <a:pt x="155460" y="320040"/>
                </a:lnTo>
                <a:lnTo>
                  <a:pt x="82308" y="320040"/>
                </a:lnTo>
                <a:lnTo>
                  <a:pt x="77736" y="321564"/>
                </a:lnTo>
                <a:lnTo>
                  <a:pt x="70116" y="324612"/>
                </a:lnTo>
                <a:lnTo>
                  <a:pt x="65544" y="327660"/>
                </a:lnTo>
                <a:lnTo>
                  <a:pt x="59448" y="336804"/>
                </a:lnTo>
                <a:lnTo>
                  <a:pt x="57924" y="342900"/>
                </a:lnTo>
                <a:lnTo>
                  <a:pt x="57924" y="348996"/>
                </a:lnTo>
                <a:lnTo>
                  <a:pt x="59347" y="358165"/>
                </a:lnTo>
                <a:lnTo>
                  <a:pt x="63639" y="367474"/>
                </a:lnTo>
                <a:lnTo>
                  <a:pt x="70777" y="377075"/>
                </a:lnTo>
                <a:lnTo>
                  <a:pt x="80784" y="387096"/>
                </a:lnTo>
                <a:lnTo>
                  <a:pt x="57924" y="387096"/>
                </a:lnTo>
                <a:lnTo>
                  <a:pt x="57924" y="391668"/>
                </a:lnTo>
                <a:lnTo>
                  <a:pt x="71640" y="425196"/>
                </a:lnTo>
                <a:lnTo>
                  <a:pt x="74688" y="422148"/>
                </a:lnTo>
                <a:lnTo>
                  <a:pt x="73164" y="419100"/>
                </a:lnTo>
                <a:lnTo>
                  <a:pt x="73164" y="411480"/>
                </a:lnTo>
                <a:lnTo>
                  <a:pt x="74688" y="409956"/>
                </a:lnTo>
                <a:lnTo>
                  <a:pt x="74688" y="408432"/>
                </a:lnTo>
                <a:lnTo>
                  <a:pt x="77736" y="406908"/>
                </a:lnTo>
                <a:lnTo>
                  <a:pt x="161556" y="406908"/>
                </a:lnTo>
                <a:lnTo>
                  <a:pt x="164604" y="408432"/>
                </a:lnTo>
                <a:lnTo>
                  <a:pt x="167652" y="411480"/>
                </a:lnTo>
                <a:lnTo>
                  <a:pt x="169176" y="414528"/>
                </a:lnTo>
                <a:lnTo>
                  <a:pt x="169176" y="423672"/>
                </a:lnTo>
                <a:lnTo>
                  <a:pt x="172224" y="423672"/>
                </a:lnTo>
                <a:lnTo>
                  <a:pt x="172224" y="370332"/>
                </a:lnTo>
                <a:lnTo>
                  <a:pt x="169176" y="370332"/>
                </a:lnTo>
                <a:lnTo>
                  <a:pt x="169176" y="374904"/>
                </a:lnTo>
                <a:lnTo>
                  <a:pt x="167652" y="379476"/>
                </a:lnTo>
                <a:lnTo>
                  <a:pt x="167652" y="381000"/>
                </a:lnTo>
                <a:lnTo>
                  <a:pt x="164604" y="384048"/>
                </a:lnTo>
                <a:lnTo>
                  <a:pt x="161556" y="385572"/>
                </a:lnTo>
                <a:lnTo>
                  <a:pt x="160032" y="385572"/>
                </a:lnTo>
                <a:lnTo>
                  <a:pt x="155460" y="387096"/>
                </a:lnTo>
                <a:lnTo>
                  <a:pt x="88404" y="387096"/>
                </a:lnTo>
                <a:lnTo>
                  <a:pt x="81521" y="379336"/>
                </a:lnTo>
                <a:lnTo>
                  <a:pt x="76784" y="371856"/>
                </a:lnTo>
                <a:lnTo>
                  <a:pt x="74041" y="364388"/>
                </a:lnTo>
                <a:lnTo>
                  <a:pt x="73164" y="356616"/>
                </a:lnTo>
                <a:lnTo>
                  <a:pt x="73164" y="350520"/>
                </a:lnTo>
                <a:lnTo>
                  <a:pt x="74688" y="345948"/>
                </a:lnTo>
                <a:lnTo>
                  <a:pt x="83832" y="339852"/>
                </a:lnTo>
                <a:lnTo>
                  <a:pt x="163080" y="339852"/>
                </a:lnTo>
                <a:lnTo>
                  <a:pt x="166128" y="342900"/>
                </a:lnTo>
                <a:lnTo>
                  <a:pt x="169176" y="348996"/>
                </a:lnTo>
                <a:lnTo>
                  <a:pt x="169176" y="356616"/>
                </a:lnTo>
                <a:lnTo>
                  <a:pt x="172224" y="356616"/>
                </a:lnTo>
                <a:lnTo>
                  <a:pt x="172224" y="303276"/>
                </a:lnTo>
                <a:close/>
              </a:path>
              <a:path extrusionOk="0" h="701039" w="226060">
                <a:moveTo>
                  <a:pt x="175260" y="252984"/>
                </a:moveTo>
                <a:lnTo>
                  <a:pt x="150876" y="230124"/>
                </a:lnTo>
                <a:lnTo>
                  <a:pt x="150876" y="236220"/>
                </a:lnTo>
                <a:lnTo>
                  <a:pt x="153924" y="237744"/>
                </a:lnTo>
                <a:lnTo>
                  <a:pt x="156972" y="240792"/>
                </a:lnTo>
                <a:lnTo>
                  <a:pt x="160020" y="246888"/>
                </a:lnTo>
                <a:lnTo>
                  <a:pt x="160020" y="252984"/>
                </a:lnTo>
                <a:lnTo>
                  <a:pt x="153924" y="259080"/>
                </a:lnTo>
                <a:lnTo>
                  <a:pt x="147828" y="260604"/>
                </a:lnTo>
                <a:lnTo>
                  <a:pt x="68580" y="260604"/>
                </a:lnTo>
                <a:lnTo>
                  <a:pt x="68580" y="234696"/>
                </a:lnTo>
                <a:lnTo>
                  <a:pt x="60960" y="234696"/>
                </a:lnTo>
                <a:lnTo>
                  <a:pt x="60960" y="260604"/>
                </a:lnTo>
                <a:lnTo>
                  <a:pt x="24384" y="260604"/>
                </a:lnTo>
                <a:lnTo>
                  <a:pt x="24384" y="263652"/>
                </a:lnTo>
                <a:lnTo>
                  <a:pt x="32004" y="266700"/>
                </a:lnTo>
                <a:lnTo>
                  <a:pt x="47244" y="274320"/>
                </a:lnTo>
                <a:lnTo>
                  <a:pt x="56388" y="283464"/>
                </a:lnTo>
                <a:lnTo>
                  <a:pt x="59436" y="289560"/>
                </a:lnTo>
                <a:lnTo>
                  <a:pt x="62484" y="294132"/>
                </a:lnTo>
                <a:lnTo>
                  <a:pt x="64008" y="298704"/>
                </a:lnTo>
                <a:lnTo>
                  <a:pt x="68580" y="298704"/>
                </a:lnTo>
                <a:lnTo>
                  <a:pt x="68580" y="280416"/>
                </a:lnTo>
                <a:lnTo>
                  <a:pt x="152400" y="280416"/>
                </a:lnTo>
                <a:lnTo>
                  <a:pt x="173736" y="265176"/>
                </a:lnTo>
                <a:lnTo>
                  <a:pt x="175260" y="262128"/>
                </a:lnTo>
                <a:lnTo>
                  <a:pt x="175260" y="252984"/>
                </a:lnTo>
                <a:close/>
              </a:path>
              <a:path extrusionOk="0" h="701039" w="226060">
                <a:moveTo>
                  <a:pt x="175260" y="173736"/>
                </a:moveTo>
                <a:lnTo>
                  <a:pt x="155282" y="138112"/>
                </a:lnTo>
                <a:lnTo>
                  <a:pt x="131064" y="129540"/>
                </a:lnTo>
                <a:lnTo>
                  <a:pt x="129540" y="132588"/>
                </a:lnTo>
                <a:lnTo>
                  <a:pt x="138684" y="135636"/>
                </a:lnTo>
                <a:lnTo>
                  <a:pt x="146304" y="140208"/>
                </a:lnTo>
                <a:lnTo>
                  <a:pt x="149352" y="146304"/>
                </a:lnTo>
                <a:lnTo>
                  <a:pt x="153924" y="150876"/>
                </a:lnTo>
                <a:lnTo>
                  <a:pt x="155448" y="156972"/>
                </a:lnTo>
                <a:lnTo>
                  <a:pt x="133400" y="197154"/>
                </a:lnTo>
                <a:lnTo>
                  <a:pt x="102108" y="204216"/>
                </a:lnTo>
                <a:lnTo>
                  <a:pt x="102108" y="153924"/>
                </a:lnTo>
                <a:lnTo>
                  <a:pt x="102108" y="129540"/>
                </a:lnTo>
                <a:lnTo>
                  <a:pt x="94488" y="130035"/>
                </a:lnTo>
                <a:lnTo>
                  <a:pt x="94488" y="153924"/>
                </a:lnTo>
                <a:lnTo>
                  <a:pt x="94488" y="204216"/>
                </a:lnTo>
                <a:lnTo>
                  <a:pt x="65532" y="184404"/>
                </a:lnTo>
                <a:lnTo>
                  <a:pt x="65532" y="172212"/>
                </a:lnTo>
                <a:lnTo>
                  <a:pt x="67056" y="169164"/>
                </a:lnTo>
                <a:lnTo>
                  <a:pt x="68580" y="164592"/>
                </a:lnTo>
                <a:lnTo>
                  <a:pt x="74676" y="158496"/>
                </a:lnTo>
                <a:lnTo>
                  <a:pt x="79248" y="155448"/>
                </a:lnTo>
                <a:lnTo>
                  <a:pt x="82296" y="155448"/>
                </a:lnTo>
                <a:lnTo>
                  <a:pt x="86868" y="153924"/>
                </a:lnTo>
                <a:lnTo>
                  <a:pt x="94488" y="153924"/>
                </a:lnTo>
                <a:lnTo>
                  <a:pt x="94488" y="130035"/>
                </a:lnTo>
                <a:lnTo>
                  <a:pt x="60579" y="154686"/>
                </a:lnTo>
                <a:lnTo>
                  <a:pt x="58420" y="164592"/>
                </a:lnTo>
                <a:lnTo>
                  <a:pt x="58381" y="165125"/>
                </a:lnTo>
                <a:lnTo>
                  <a:pt x="73152" y="207264"/>
                </a:lnTo>
                <a:lnTo>
                  <a:pt x="117348" y="222504"/>
                </a:lnTo>
                <a:lnTo>
                  <a:pt x="130594" y="221627"/>
                </a:lnTo>
                <a:lnTo>
                  <a:pt x="130340" y="221627"/>
                </a:lnTo>
                <a:lnTo>
                  <a:pt x="141541" y="219075"/>
                </a:lnTo>
                <a:lnTo>
                  <a:pt x="171069" y="192405"/>
                </a:lnTo>
                <a:lnTo>
                  <a:pt x="174167" y="183502"/>
                </a:lnTo>
                <a:lnTo>
                  <a:pt x="175260" y="173736"/>
                </a:lnTo>
                <a:close/>
              </a:path>
              <a:path extrusionOk="0" h="701039" w="226060">
                <a:moveTo>
                  <a:pt x="175272" y="32004"/>
                </a:moveTo>
                <a:lnTo>
                  <a:pt x="161556" y="0"/>
                </a:lnTo>
                <a:lnTo>
                  <a:pt x="158508" y="1524"/>
                </a:lnTo>
                <a:lnTo>
                  <a:pt x="160032" y="4572"/>
                </a:lnTo>
                <a:lnTo>
                  <a:pt x="160032" y="12192"/>
                </a:lnTo>
                <a:lnTo>
                  <a:pt x="156984" y="15240"/>
                </a:lnTo>
                <a:lnTo>
                  <a:pt x="155460" y="15240"/>
                </a:lnTo>
                <a:lnTo>
                  <a:pt x="152412" y="16764"/>
                </a:lnTo>
                <a:lnTo>
                  <a:pt x="12" y="16764"/>
                </a:lnTo>
                <a:lnTo>
                  <a:pt x="12" y="22860"/>
                </a:lnTo>
                <a:lnTo>
                  <a:pt x="13728" y="53340"/>
                </a:lnTo>
                <a:lnTo>
                  <a:pt x="16776" y="51816"/>
                </a:lnTo>
                <a:lnTo>
                  <a:pt x="15252" y="48768"/>
                </a:lnTo>
                <a:lnTo>
                  <a:pt x="15252" y="41148"/>
                </a:lnTo>
                <a:lnTo>
                  <a:pt x="16776" y="41148"/>
                </a:lnTo>
                <a:lnTo>
                  <a:pt x="16776" y="39624"/>
                </a:lnTo>
                <a:lnTo>
                  <a:pt x="19824" y="38100"/>
                </a:lnTo>
                <a:lnTo>
                  <a:pt x="25920" y="38100"/>
                </a:lnTo>
                <a:lnTo>
                  <a:pt x="33540" y="36576"/>
                </a:lnTo>
                <a:lnTo>
                  <a:pt x="67068" y="36576"/>
                </a:lnTo>
                <a:lnTo>
                  <a:pt x="57924" y="60960"/>
                </a:lnTo>
                <a:lnTo>
                  <a:pt x="59080" y="71843"/>
                </a:lnTo>
                <a:lnTo>
                  <a:pt x="87401" y="105067"/>
                </a:lnTo>
                <a:lnTo>
                  <a:pt x="120408" y="112776"/>
                </a:lnTo>
                <a:lnTo>
                  <a:pt x="132499" y="111925"/>
                </a:lnTo>
                <a:lnTo>
                  <a:pt x="132270" y="111925"/>
                </a:lnTo>
                <a:lnTo>
                  <a:pt x="142506" y="109537"/>
                </a:lnTo>
                <a:lnTo>
                  <a:pt x="151688" y="105714"/>
                </a:lnTo>
                <a:lnTo>
                  <a:pt x="160032" y="100584"/>
                </a:lnTo>
                <a:lnTo>
                  <a:pt x="166903" y="93446"/>
                </a:lnTo>
                <a:lnTo>
                  <a:pt x="169075" y="89916"/>
                </a:lnTo>
                <a:lnTo>
                  <a:pt x="171653" y="85725"/>
                </a:lnTo>
                <a:lnTo>
                  <a:pt x="174383" y="77444"/>
                </a:lnTo>
                <a:lnTo>
                  <a:pt x="175196" y="69342"/>
                </a:lnTo>
                <a:lnTo>
                  <a:pt x="175272" y="62484"/>
                </a:lnTo>
                <a:lnTo>
                  <a:pt x="173748" y="57912"/>
                </a:lnTo>
                <a:lnTo>
                  <a:pt x="170700" y="53340"/>
                </a:lnTo>
                <a:lnTo>
                  <a:pt x="167652" y="47244"/>
                </a:lnTo>
                <a:lnTo>
                  <a:pt x="160032" y="39624"/>
                </a:lnTo>
                <a:lnTo>
                  <a:pt x="160032" y="50292"/>
                </a:lnTo>
                <a:lnTo>
                  <a:pt x="160032" y="57912"/>
                </a:lnTo>
                <a:lnTo>
                  <a:pt x="131648" y="87630"/>
                </a:lnTo>
                <a:lnTo>
                  <a:pt x="122224" y="89331"/>
                </a:lnTo>
                <a:lnTo>
                  <a:pt x="122542" y="89331"/>
                </a:lnTo>
                <a:lnTo>
                  <a:pt x="111264" y="89916"/>
                </a:lnTo>
                <a:lnTo>
                  <a:pt x="99542" y="89331"/>
                </a:lnTo>
                <a:lnTo>
                  <a:pt x="89547" y="87439"/>
                </a:lnTo>
                <a:lnTo>
                  <a:pt x="81254" y="84137"/>
                </a:lnTo>
                <a:lnTo>
                  <a:pt x="68592" y="74676"/>
                </a:lnTo>
                <a:lnTo>
                  <a:pt x="65544" y="68580"/>
                </a:lnTo>
                <a:lnTo>
                  <a:pt x="65544" y="57912"/>
                </a:lnTo>
                <a:lnTo>
                  <a:pt x="67068" y="54864"/>
                </a:lnTo>
                <a:lnTo>
                  <a:pt x="68592" y="50292"/>
                </a:lnTo>
                <a:lnTo>
                  <a:pt x="74688" y="44196"/>
                </a:lnTo>
                <a:lnTo>
                  <a:pt x="79260" y="41148"/>
                </a:lnTo>
                <a:lnTo>
                  <a:pt x="82308" y="39624"/>
                </a:lnTo>
                <a:lnTo>
                  <a:pt x="94500" y="36576"/>
                </a:lnTo>
                <a:lnTo>
                  <a:pt x="147840" y="36576"/>
                </a:lnTo>
                <a:lnTo>
                  <a:pt x="155460" y="44196"/>
                </a:lnTo>
                <a:lnTo>
                  <a:pt x="160032" y="50292"/>
                </a:lnTo>
                <a:lnTo>
                  <a:pt x="160032" y="39624"/>
                </a:lnTo>
                <a:lnTo>
                  <a:pt x="156984" y="36576"/>
                </a:lnTo>
                <a:lnTo>
                  <a:pt x="175272" y="36576"/>
                </a:lnTo>
                <a:lnTo>
                  <a:pt x="175272" y="32004"/>
                </a:lnTo>
                <a:close/>
              </a:path>
              <a:path extrusionOk="0" h="701039" w="226060">
                <a:moveTo>
                  <a:pt x="225564" y="643128"/>
                </a:moveTo>
                <a:lnTo>
                  <a:pt x="222516" y="643128"/>
                </a:lnTo>
                <a:lnTo>
                  <a:pt x="222516" y="649224"/>
                </a:lnTo>
                <a:lnTo>
                  <a:pt x="220992" y="652272"/>
                </a:lnTo>
                <a:lnTo>
                  <a:pt x="220992" y="655320"/>
                </a:lnTo>
                <a:lnTo>
                  <a:pt x="217944" y="658368"/>
                </a:lnTo>
                <a:lnTo>
                  <a:pt x="214896" y="659892"/>
                </a:lnTo>
                <a:lnTo>
                  <a:pt x="213372" y="661416"/>
                </a:lnTo>
                <a:lnTo>
                  <a:pt x="164604" y="661416"/>
                </a:lnTo>
                <a:lnTo>
                  <a:pt x="169176" y="656844"/>
                </a:lnTo>
                <a:lnTo>
                  <a:pt x="172224" y="650748"/>
                </a:lnTo>
                <a:lnTo>
                  <a:pt x="175272" y="641604"/>
                </a:lnTo>
                <a:lnTo>
                  <a:pt x="175272" y="635508"/>
                </a:lnTo>
                <a:lnTo>
                  <a:pt x="174167" y="625563"/>
                </a:lnTo>
                <a:lnTo>
                  <a:pt x="171081" y="616458"/>
                </a:lnTo>
                <a:lnTo>
                  <a:pt x="167652" y="610806"/>
                </a:lnTo>
                <a:lnTo>
                  <a:pt x="167652" y="626364"/>
                </a:lnTo>
                <a:lnTo>
                  <a:pt x="167652" y="641604"/>
                </a:lnTo>
                <a:lnTo>
                  <a:pt x="166128" y="647700"/>
                </a:lnTo>
                <a:lnTo>
                  <a:pt x="161556" y="652272"/>
                </a:lnTo>
                <a:lnTo>
                  <a:pt x="161429" y="652462"/>
                </a:lnTo>
                <a:lnTo>
                  <a:pt x="158508" y="656844"/>
                </a:lnTo>
                <a:lnTo>
                  <a:pt x="149364" y="659892"/>
                </a:lnTo>
                <a:lnTo>
                  <a:pt x="146316" y="661416"/>
                </a:lnTo>
                <a:lnTo>
                  <a:pt x="89928" y="661416"/>
                </a:lnTo>
                <a:lnTo>
                  <a:pt x="83832" y="653796"/>
                </a:lnTo>
                <a:lnTo>
                  <a:pt x="79260" y="649224"/>
                </a:lnTo>
                <a:lnTo>
                  <a:pt x="77736" y="646176"/>
                </a:lnTo>
                <a:lnTo>
                  <a:pt x="74688" y="643128"/>
                </a:lnTo>
                <a:lnTo>
                  <a:pt x="74688" y="627888"/>
                </a:lnTo>
                <a:lnTo>
                  <a:pt x="111607" y="605599"/>
                </a:lnTo>
                <a:lnTo>
                  <a:pt x="111950" y="605599"/>
                </a:lnTo>
                <a:lnTo>
                  <a:pt x="123444" y="605040"/>
                </a:lnTo>
                <a:lnTo>
                  <a:pt x="164604" y="620268"/>
                </a:lnTo>
                <a:lnTo>
                  <a:pt x="167652" y="626364"/>
                </a:lnTo>
                <a:lnTo>
                  <a:pt x="167652" y="610806"/>
                </a:lnTo>
                <a:lnTo>
                  <a:pt x="166268" y="608507"/>
                </a:lnTo>
                <a:lnTo>
                  <a:pt x="162852" y="604939"/>
                </a:lnTo>
                <a:lnTo>
                  <a:pt x="160032" y="601980"/>
                </a:lnTo>
                <a:lnTo>
                  <a:pt x="150075" y="594220"/>
                </a:lnTo>
                <a:lnTo>
                  <a:pt x="138696" y="589026"/>
                </a:lnTo>
                <a:lnTo>
                  <a:pt x="125958" y="586079"/>
                </a:lnTo>
                <a:lnTo>
                  <a:pt x="125463" y="586079"/>
                </a:lnTo>
                <a:lnTo>
                  <a:pt x="112788" y="585216"/>
                </a:lnTo>
                <a:lnTo>
                  <a:pt x="70116" y="598932"/>
                </a:lnTo>
                <a:lnTo>
                  <a:pt x="57924" y="632460"/>
                </a:lnTo>
                <a:lnTo>
                  <a:pt x="59448" y="638556"/>
                </a:lnTo>
                <a:lnTo>
                  <a:pt x="83832" y="661416"/>
                </a:lnTo>
                <a:lnTo>
                  <a:pt x="57924" y="661416"/>
                </a:lnTo>
                <a:lnTo>
                  <a:pt x="57924" y="665988"/>
                </a:lnTo>
                <a:lnTo>
                  <a:pt x="71640" y="699516"/>
                </a:lnTo>
                <a:lnTo>
                  <a:pt x="74688" y="697992"/>
                </a:lnTo>
                <a:lnTo>
                  <a:pt x="73164" y="694944"/>
                </a:lnTo>
                <a:lnTo>
                  <a:pt x="73164" y="685800"/>
                </a:lnTo>
                <a:lnTo>
                  <a:pt x="76212" y="682752"/>
                </a:lnTo>
                <a:lnTo>
                  <a:pt x="79260" y="681228"/>
                </a:lnTo>
                <a:lnTo>
                  <a:pt x="213372" y="681228"/>
                </a:lnTo>
                <a:lnTo>
                  <a:pt x="214896" y="682752"/>
                </a:lnTo>
                <a:lnTo>
                  <a:pt x="217944" y="682752"/>
                </a:lnTo>
                <a:lnTo>
                  <a:pt x="219468" y="684276"/>
                </a:lnTo>
                <a:lnTo>
                  <a:pt x="219468" y="685800"/>
                </a:lnTo>
                <a:lnTo>
                  <a:pt x="220992" y="688848"/>
                </a:lnTo>
                <a:lnTo>
                  <a:pt x="222516" y="693420"/>
                </a:lnTo>
                <a:lnTo>
                  <a:pt x="222516" y="701040"/>
                </a:lnTo>
                <a:lnTo>
                  <a:pt x="225564" y="701040"/>
                </a:lnTo>
                <a:lnTo>
                  <a:pt x="225564" y="681228"/>
                </a:lnTo>
                <a:lnTo>
                  <a:pt x="225564" y="6431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7" name="Google Shape;5007;p80"/>
          <p:cNvSpPr/>
          <p:nvPr/>
        </p:nvSpPr>
        <p:spPr>
          <a:xfrm>
            <a:off x="3884676" y="8709660"/>
            <a:ext cx="175260" cy="622300"/>
          </a:xfrm>
          <a:custGeom>
            <a:rect b="b" l="l" r="r" t="t"/>
            <a:pathLst>
              <a:path extrusionOk="0" h="622300" w="175260">
                <a:moveTo>
                  <a:pt x="24384" y="480060"/>
                </a:moveTo>
                <a:lnTo>
                  <a:pt x="21336" y="477012"/>
                </a:lnTo>
                <a:lnTo>
                  <a:pt x="18288" y="475488"/>
                </a:lnTo>
                <a:lnTo>
                  <a:pt x="16764" y="473964"/>
                </a:lnTo>
                <a:lnTo>
                  <a:pt x="9144" y="473964"/>
                </a:lnTo>
                <a:lnTo>
                  <a:pt x="6096" y="475488"/>
                </a:lnTo>
                <a:lnTo>
                  <a:pt x="1524" y="480060"/>
                </a:lnTo>
                <a:lnTo>
                  <a:pt x="0" y="483108"/>
                </a:lnTo>
                <a:lnTo>
                  <a:pt x="0" y="489204"/>
                </a:lnTo>
                <a:lnTo>
                  <a:pt x="1524" y="492252"/>
                </a:lnTo>
                <a:lnTo>
                  <a:pt x="6096" y="496824"/>
                </a:lnTo>
                <a:lnTo>
                  <a:pt x="9144" y="498348"/>
                </a:lnTo>
                <a:lnTo>
                  <a:pt x="16764" y="498348"/>
                </a:lnTo>
                <a:lnTo>
                  <a:pt x="18288" y="496824"/>
                </a:lnTo>
                <a:lnTo>
                  <a:pt x="21336" y="495300"/>
                </a:lnTo>
                <a:lnTo>
                  <a:pt x="24384" y="492252"/>
                </a:lnTo>
                <a:lnTo>
                  <a:pt x="24384" y="480060"/>
                </a:lnTo>
                <a:close/>
              </a:path>
              <a:path extrusionOk="0" h="622300" w="175260">
                <a:moveTo>
                  <a:pt x="24384" y="96012"/>
                </a:moveTo>
                <a:lnTo>
                  <a:pt x="21336" y="94488"/>
                </a:lnTo>
                <a:lnTo>
                  <a:pt x="16764" y="89916"/>
                </a:lnTo>
                <a:lnTo>
                  <a:pt x="9144" y="89916"/>
                </a:lnTo>
                <a:lnTo>
                  <a:pt x="6096" y="91440"/>
                </a:lnTo>
                <a:lnTo>
                  <a:pt x="4572" y="94488"/>
                </a:lnTo>
                <a:lnTo>
                  <a:pt x="1524" y="96012"/>
                </a:lnTo>
                <a:lnTo>
                  <a:pt x="0" y="99060"/>
                </a:lnTo>
                <a:lnTo>
                  <a:pt x="0" y="106680"/>
                </a:lnTo>
                <a:lnTo>
                  <a:pt x="4572" y="111252"/>
                </a:lnTo>
                <a:lnTo>
                  <a:pt x="6096" y="114300"/>
                </a:lnTo>
                <a:lnTo>
                  <a:pt x="18288" y="114300"/>
                </a:lnTo>
                <a:lnTo>
                  <a:pt x="24384" y="108204"/>
                </a:lnTo>
                <a:lnTo>
                  <a:pt x="24384" y="96012"/>
                </a:lnTo>
                <a:close/>
              </a:path>
              <a:path extrusionOk="0" h="622300" w="175260">
                <a:moveTo>
                  <a:pt x="172212" y="458724"/>
                </a:moveTo>
                <a:lnTo>
                  <a:pt x="169164" y="458724"/>
                </a:lnTo>
                <a:lnTo>
                  <a:pt x="169164" y="467868"/>
                </a:lnTo>
                <a:lnTo>
                  <a:pt x="163068" y="473964"/>
                </a:lnTo>
                <a:lnTo>
                  <a:pt x="160020" y="475488"/>
                </a:lnTo>
                <a:lnTo>
                  <a:pt x="57912" y="475488"/>
                </a:lnTo>
                <a:lnTo>
                  <a:pt x="57912" y="481584"/>
                </a:lnTo>
                <a:lnTo>
                  <a:pt x="71628" y="513588"/>
                </a:lnTo>
                <a:lnTo>
                  <a:pt x="74676" y="512064"/>
                </a:lnTo>
                <a:lnTo>
                  <a:pt x="74676" y="509016"/>
                </a:lnTo>
                <a:lnTo>
                  <a:pt x="73152" y="505968"/>
                </a:lnTo>
                <a:lnTo>
                  <a:pt x="73152" y="501396"/>
                </a:lnTo>
                <a:lnTo>
                  <a:pt x="74676" y="499872"/>
                </a:lnTo>
                <a:lnTo>
                  <a:pt x="74676" y="498348"/>
                </a:lnTo>
                <a:lnTo>
                  <a:pt x="76200" y="498348"/>
                </a:lnTo>
                <a:lnTo>
                  <a:pt x="77724" y="496824"/>
                </a:lnTo>
                <a:lnTo>
                  <a:pt x="80772" y="496824"/>
                </a:lnTo>
                <a:lnTo>
                  <a:pt x="83820" y="495300"/>
                </a:lnTo>
                <a:lnTo>
                  <a:pt x="160020" y="495300"/>
                </a:lnTo>
                <a:lnTo>
                  <a:pt x="163068" y="496824"/>
                </a:lnTo>
                <a:lnTo>
                  <a:pt x="164592" y="498348"/>
                </a:lnTo>
                <a:lnTo>
                  <a:pt x="167640" y="499872"/>
                </a:lnTo>
                <a:lnTo>
                  <a:pt x="167640" y="501396"/>
                </a:lnTo>
                <a:lnTo>
                  <a:pt x="169164" y="502920"/>
                </a:lnTo>
                <a:lnTo>
                  <a:pt x="169164" y="512064"/>
                </a:lnTo>
                <a:lnTo>
                  <a:pt x="172212" y="512064"/>
                </a:lnTo>
                <a:lnTo>
                  <a:pt x="172212" y="495300"/>
                </a:lnTo>
                <a:lnTo>
                  <a:pt x="172212" y="458724"/>
                </a:lnTo>
                <a:close/>
              </a:path>
              <a:path extrusionOk="0" h="622300" w="175260">
                <a:moveTo>
                  <a:pt x="172212" y="394716"/>
                </a:moveTo>
                <a:lnTo>
                  <a:pt x="169164" y="394716"/>
                </a:lnTo>
                <a:lnTo>
                  <a:pt x="169164" y="403860"/>
                </a:lnTo>
                <a:lnTo>
                  <a:pt x="161544" y="411480"/>
                </a:lnTo>
                <a:lnTo>
                  <a:pt x="158496" y="413004"/>
                </a:lnTo>
                <a:lnTo>
                  <a:pt x="153924" y="414528"/>
                </a:lnTo>
                <a:lnTo>
                  <a:pt x="92964" y="414528"/>
                </a:lnTo>
                <a:lnTo>
                  <a:pt x="85344" y="409956"/>
                </a:lnTo>
                <a:lnTo>
                  <a:pt x="74676" y="399288"/>
                </a:lnTo>
                <a:lnTo>
                  <a:pt x="74676" y="394716"/>
                </a:lnTo>
                <a:lnTo>
                  <a:pt x="76200" y="393192"/>
                </a:lnTo>
                <a:lnTo>
                  <a:pt x="79248" y="388620"/>
                </a:lnTo>
                <a:lnTo>
                  <a:pt x="82296" y="385572"/>
                </a:lnTo>
                <a:lnTo>
                  <a:pt x="82296" y="374904"/>
                </a:lnTo>
                <a:lnTo>
                  <a:pt x="79248" y="373380"/>
                </a:lnTo>
                <a:lnTo>
                  <a:pt x="77724" y="370332"/>
                </a:lnTo>
                <a:lnTo>
                  <a:pt x="68580" y="370332"/>
                </a:lnTo>
                <a:lnTo>
                  <a:pt x="62484" y="373380"/>
                </a:lnTo>
                <a:lnTo>
                  <a:pt x="59436" y="376428"/>
                </a:lnTo>
                <a:lnTo>
                  <a:pt x="57912" y="381000"/>
                </a:lnTo>
                <a:lnTo>
                  <a:pt x="57912" y="385572"/>
                </a:lnTo>
                <a:lnTo>
                  <a:pt x="59601" y="392455"/>
                </a:lnTo>
                <a:lnTo>
                  <a:pt x="64579" y="399478"/>
                </a:lnTo>
                <a:lnTo>
                  <a:pt x="72694" y="406793"/>
                </a:lnTo>
                <a:lnTo>
                  <a:pt x="83820" y="414528"/>
                </a:lnTo>
                <a:lnTo>
                  <a:pt x="57912" y="414528"/>
                </a:lnTo>
                <a:lnTo>
                  <a:pt x="57912" y="419100"/>
                </a:lnTo>
                <a:lnTo>
                  <a:pt x="71628" y="452628"/>
                </a:lnTo>
                <a:lnTo>
                  <a:pt x="74676" y="451104"/>
                </a:lnTo>
                <a:lnTo>
                  <a:pt x="74676" y="448056"/>
                </a:lnTo>
                <a:lnTo>
                  <a:pt x="73152" y="445008"/>
                </a:lnTo>
                <a:lnTo>
                  <a:pt x="73152" y="440436"/>
                </a:lnTo>
                <a:lnTo>
                  <a:pt x="74676" y="438912"/>
                </a:lnTo>
                <a:lnTo>
                  <a:pt x="74676" y="437388"/>
                </a:lnTo>
                <a:lnTo>
                  <a:pt x="77724" y="434340"/>
                </a:lnTo>
                <a:lnTo>
                  <a:pt x="163068" y="434340"/>
                </a:lnTo>
                <a:lnTo>
                  <a:pt x="166116" y="435864"/>
                </a:lnTo>
                <a:lnTo>
                  <a:pt x="167640" y="438912"/>
                </a:lnTo>
                <a:lnTo>
                  <a:pt x="169164" y="440436"/>
                </a:lnTo>
                <a:lnTo>
                  <a:pt x="169164" y="451104"/>
                </a:lnTo>
                <a:lnTo>
                  <a:pt x="172212" y="451104"/>
                </a:lnTo>
                <a:lnTo>
                  <a:pt x="172212" y="394716"/>
                </a:lnTo>
                <a:close/>
              </a:path>
              <a:path extrusionOk="0" h="622300" w="175260">
                <a:moveTo>
                  <a:pt x="172212" y="74676"/>
                </a:moveTo>
                <a:lnTo>
                  <a:pt x="169164" y="74676"/>
                </a:lnTo>
                <a:lnTo>
                  <a:pt x="169164" y="83820"/>
                </a:lnTo>
                <a:lnTo>
                  <a:pt x="167640" y="85344"/>
                </a:lnTo>
                <a:lnTo>
                  <a:pt x="166116" y="88392"/>
                </a:lnTo>
                <a:lnTo>
                  <a:pt x="164592" y="89916"/>
                </a:lnTo>
                <a:lnTo>
                  <a:pt x="163068" y="89916"/>
                </a:lnTo>
                <a:lnTo>
                  <a:pt x="160020" y="91440"/>
                </a:lnTo>
                <a:lnTo>
                  <a:pt x="57912" y="91440"/>
                </a:lnTo>
                <a:lnTo>
                  <a:pt x="57912" y="97536"/>
                </a:lnTo>
                <a:lnTo>
                  <a:pt x="71628" y="129540"/>
                </a:lnTo>
                <a:lnTo>
                  <a:pt x="74676" y="128016"/>
                </a:lnTo>
                <a:lnTo>
                  <a:pt x="74676" y="124968"/>
                </a:lnTo>
                <a:lnTo>
                  <a:pt x="73152" y="121920"/>
                </a:lnTo>
                <a:lnTo>
                  <a:pt x="73152" y="118872"/>
                </a:lnTo>
                <a:lnTo>
                  <a:pt x="74676" y="115824"/>
                </a:lnTo>
                <a:lnTo>
                  <a:pt x="77724" y="112776"/>
                </a:lnTo>
                <a:lnTo>
                  <a:pt x="83820" y="112776"/>
                </a:lnTo>
                <a:lnTo>
                  <a:pt x="92964" y="111252"/>
                </a:lnTo>
                <a:lnTo>
                  <a:pt x="155448" y="111252"/>
                </a:lnTo>
                <a:lnTo>
                  <a:pt x="160020" y="112776"/>
                </a:lnTo>
                <a:lnTo>
                  <a:pt x="163068" y="112776"/>
                </a:lnTo>
                <a:lnTo>
                  <a:pt x="164592" y="114300"/>
                </a:lnTo>
                <a:lnTo>
                  <a:pt x="167640" y="115824"/>
                </a:lnTo>
                <a:lnTo>
                  <a:pt x="167640" y="117348"/>
                </a:lnTo>
                <a:lnTo>
                  <a:pt x="169164" y="118872"/>
                </a:lnTo>
                <a:lnTo>
                  <a:pt x="169164" y="128016"/>
                </a:lnTo>
                <a:lnTo>
                  <a:pt x="172212" y="128016"/>
                </a:lnTo>
                <a:lnTo>
                  <a:pt x="172212" y="111252"/>
                </a:lnTo>
                <a:lnTo>
                  <a:pt x="172212" y="74676"/>
                </a:lnTo>
                <a:close/>
              </a:path>
              <a:path extrusionOk="0" h="622300" w="175260">
                <a:moveTo>
                  <a:pt x="175247" y="574548"/>
                </a:moveTo>
                <a:lnTo>
                  <a:pt x="158038" y="539546"/>
                </a:lnTo>
                <a:lnTo>
                  <a:pt x="129527" y="528828"/>
                </a:lnTo>
                <a:lnTo>
                  <a:pt x="128003" y="531876"/>
                </a:lnTo>
                <a:lnTo>
                  <a:pt x="138671" y="534924"/>
                </a:lnTo>
                <a:lnTo>
                  <a:pt x="144767" y="539496"/>
                </a:lnTo>
                <a:lnTo>
                  <a:pt x="149339" y="544068"/>
                </a:lnTo>
                <a:lnTo>
                  <a:pt x="153911" y="550164"/>
                </a:lnTo>
                <a:lnTo>
                  <a:pt x="155435" y="557784"/>
                </a:lnTo>
                <a:lnTo>
                  <a:pt x="155435" y="565404"/>
                </a:lnTo>
                <a:lnTo>
                  <a:pt x="124574" y="598932"/>
                </a:lnTo>
                <a:lnTo>
                  <a:pt x="106667" y="601980"/>
                </a:lnTo>
                <a:lnTo>
                  <a:pt x="96951" y="601179"/>
                </a:lnTo>
                <a:lnTo>
                  <a:pt x="65519" y="580644"/>
                </a:lnTo>
                <a:lnTo>
                  <a:pt x="65519" y="568452"/>
                </a:lnTo>
                <a:lnTo>
                  <a:pt x="67043" y="563880"/>
                </a:lnTo>
                <a:lnTo>
                  <a:pt x="71615" y="559308"/>
                </a:lnTo>
                <a:lnTo>
                  <a:pt x="80759" y="556260"/>
                </a:lnTo>
                <a:lnTo>
                  <a:pt x="85331" y="556260"/>
                </a:lnTo>
                <a:lnTo>
                  <a:pt x="88379" y="554736"/>
                </a:lnTo>
                <a:lnTo>
                  <a:pt x="89903" y="553212"/>
                </a:lnTo>
                <a:lnTo>
                  <a:pt x="92951" y="551688"/>
                </a:lnTo>
                <a:lnTo>
                  <a:pt x="94475" y="548640"/>
                </a:lnTo>
                <a:lnTo>
                  <a:pt x="94475" y="537972"/>
                </a:lnTo>
                <a:lnTo>
                  <a:pt x="92951" y="534924"/>
                </a:lnTo>
                <a:lnTo>
                  <a:pt x="89903" y="533400"/>
                </a:lnTo>
                <a:lnTo>
                  <a:pt x="79235" y="533400"/>
                </a:lnTo>
                <a:lnTo>
                  <a:pt x="57899" y="569976"/>
                </a:lnTo>
                <a:lnTo>
                  <a:pt x="59029" y="579983"/>
                </a:lnTo>
                <a:lnTo>
                  <a:pt x="83477" y="612800"/>
                </a:lnTo>
                <a:lnTo>
                  <a:pt x="117335" y="621792"/>
                </a:lnTo>
                <a:lnTo>
                  <a:pt x="130225" y="620915"/>
                </a:lnTo>
                <a:lnTo>
                  <a:pt x="166890" y="599414"/>
                </a:lnTo>
                <a:lnTo>
                  <a:pt x="174371" y="583412"/>
                </a:lnTo>
                <a:lnTo>
                  <a:pt x="175247" y="574548"/>
                </a:lnTo>
                <a:close/>
              </a:path>
              <a:path extrusionOk="0" h="622300" w="175260">
                <a:moveTo>
                  <a:pt x="175247" y="313944"/>
                </a:moveTo>
                <a:lnTo>
                  <a:pt x="158038" y="279590"/>
                </a:lnTo>
                <a:lnTo>
                  <a:pt x="129527" y="268224"/>
                </a:lnTo>
                <a:lnTo>
                  <a:pt x="128003" y="271272"/>
                </a:lnTo>
                <a:lnTo>
                  <a:pt x="138671" y="275844"/>
                </a:lnTo>
                <a:lnTo>
                  <a:pt x="144767" y="280416"/>
                </a:lnTo>
                <a:lnTo>
                  <a:pt x="149339" y="283464"/>
                </a:lnTo>
                <a:lnTo>
                  <a:pt x="153911" y="291084"/>
                </a:lnTo>
                <a:lnTo>
                  <a:pt x="155435" y="297180"/>
                </a:lnTo>
                <a:lnTo>
                  <a:pt x="155435" y="304800"/>
                </a:lnTo>
                <a:lnTo>
                  <a:pt x="132816" y="336232"/>
                </a:lnTo>
                <a:lnTo>
                  <a:pt x="106667" y="341376"/>
                </a:lnTo>
                <a:lnTo>
                  <a:pt x="96951" y="340804"/>
                </a:lnTo>
                <a:lnTo>
                  <a:pt x="65519" y="320040"/>
                </a:lnTo>
                <a:lnTo>
                  <a:pt x="65519" y="307848"/>
                </a:lnTo>
                <a:lnTo>
                  <a:pt x="67043" y="304800"/>
                </a:lnTo>
                <a:lnTo>
                  <a:pt x="70091" y="301752"/>
                </a:lnTo>
                <a:lnTo>
                  <a:pt x="71615" y="298704"/>
                </a:lnTo>
                <a:lnTo>
                  <a:pt x="76187" y="297180"/>
                </a:lnTo>
                <a:lnTo>
                  <a:pt x="80759" y="297180"/>
                </a:lnTo>
                <a:lnTo>
                  <a:pt x="85331" y="295656"/>
                </a:lnTo>
                <a:lnTo>
                  <a:pt x="88379" y="295656"/>
                </a:lnTo>
                <a:lnTo>
                  <a:pt x="92951" y="291084"/>
                </a:lnTo>
                <a:lnTo>
                  <a:pt x="94475" y="288036"/>
                </a:lnTo>
                <a:lnTo>
                  <a:pt x="94475" y="277368"/>
                </a:lnTo>
                <a:lnTo>
                  <a:pt x="92951" y="275844"/>
                </a:lnTo>
                <a:lnTo>
                  <a:pt x="89903" y="274320"/>
                </a:lnTo>
                <a:lnTo>
                  <a:pt x="88379" y="272796"/>
                </a:lnTo>
                <a:lnTo>
                  <a:pt x="79235" y="272796"/>
                </a:lnTo>
                <a:lnTo>
                  <a:pt x="73139" y="275844"/>
                </a:lnTo>
                <a:lnTo>
                  <a:pt x="63042" y="288594"/>
                </a:lnTo>
                <a:lnTo>
                  <a:pt x="60185" y="294703"/>
                </a:lnTo>
                <a:lnTo>
                  <a:pt x="58470" y="301688"/>
                </a:lnTo>
                <a:lnTo>
                  <a:pt x="57899" y="309372"/>
                </a:lnTo>
                <a:lnTo>
                  <a:pt x="59029" y="319379"/>
                </a:lnTo>
                <a:lnTo>
                  <a:pt x="83477" y="352831"/>
                </a:lnTo>
                <a:lnTo>
                  <a:pt x="117335" y="361188"/>
                </a:lnTo>
                <a:lnTo>
                  <a:pt x="130225" y="360337"/>
                </a:lnTo>
                <a:lnTo>
                  <a:pt x="166890" y="340309"/>
                </a:lnTo>
                <a:lnTo>
                  <a:pt x="174371" y="323684"/>
                </a:lnTo>
                <a:lnTo>
                  <a:pt x="175247" y="313944"/>
                </a:lnTo>
                <a:close/>
              </a:path>
              <a:path extrusionOk="0" h="622300" w="175260">
                <a:moveTo>
                  <a:pt x="175247" y="170688"/>
                </a:moveTo>
                <a:lnTo>
                  <a:pt x="161531" y="138684"/>
                </a:lnTo>
                <a:lnTo>
                  <a:pt x="158483" y="140208"/>
                </a:lnTo>
                <a:lnTo>
                  <a:pt x="160007" y="143256"/>
                </a:lnTo>
                <a:lnTo>
                  <a:pt x="161531" y="144780"/>
                </a:lnTo>
                <a:lnTo>
                  <a:pt x="161531" y="149352"/>
                </a:lnTo>
                <a:lnTo>
                  <a:pt x="160007" y="150876"/>
                </a:lnTo>
                <a:lnTo>
                  <a:pt x="160007" y="152400"/>
                </a:lnTo>
                <a:lnTo>
                  <a:pt x="156959" y="155448"/>
                </a:lnTo>
                <a:lnTo>
                  <a:pt x="153911" y="155448"/>
                </a:lnTo>
                <a:lnTo>
                  <a:pt x="137414" y="156743"/>
                </a:lnTo>
                <a:lnTo>
                  <a:pt x="128003" y="156972"/>
                </a:lnTo>
                <a:lnTo>
                  <a:pt x="60947" y="156972"/>
                </a:lnTo>
                <a:lnTo>
                  <a:pt x="60947" y="193548"/>
                </a:lnTo>
                <a:lnTo>
                  <a:pt x="63995" y="193548"/>
                </a:lnTo>
                <a:lnTo>
                  <a:pt x="65519" y="185928"/>
                </a:lnTo>
                <a:lnTo>
                  <a:pt x="65519" y="181356"/>
                </a:lnTo>
                <a:lnTo>
                  <a:pt x="68567" y="179832"/>
                </a:lnTo>
                <a:lnTo>
                  <a:pt x="71615" y="176784"/>
                </a:lnTo>
                <a:lnTo>
                  <a:pt x="144767" y="176784"/>
                </a:lnTo>
                <a:lnTo>
                  <a:pt x="155435" y="187452"/>
                </a:lnTo>
                <a:lnTo>
                  <a:pt x="156959" y="192024"/>
                </a:lnTo>
                <a:lnTo>
                  <a:pt x="160007" y="196596"/>
                </a:lnTo>
                <a:lnTo>
                  <a:pt x="160007" y="210312"/>
                </a:lnTo>
                <a:lnTo>
                  <a:pt x="158483" y="213360"/>
                </a:lnTo>
                <a:lnTo>
                  <a:pt x="155435" y="217932"/>
                </a:lnTo>
                <a:lnTo>
                  <a:pt x="152387" y="220980"/>
                </a:lnTo>
                <a:lnTo>
                  <a:pt x="146291" y="224028"/>
                </a:lnTo>
                <a:lnTo>
                  <a:pt x="60947" y="224028"/>
                </a:lnTo>
                <a:lnTo>
                  <a:pt x="60947" y="262128"/>
                </a:lnTo>
                <a:lnTo>
                  <a:pt x="63995" y="262128"/>
                </a:lnTo>
                <a:lnTo>
                  <a:pt x="63995" y="256032"/>
                </a:lnTo>
                <a:lnTo>
                  <a:pt x="65519" y="251460"/>
                </a:lnTo>
                <a:lnTo>
                  <a:pt x="65519" y="249936"/>
                </a:lnTo>
                <a:lnTo>
                  <a:pt x="67043" y="246888"/>
                </a:lnTo>
                <a:lnTo>
                  <a:pt x="68567" y="245364"/>
                </a:lnTo>
                <a:lnTo>
                  <a:pt x="71615" y="245364"/>
                </a:lnTo>
                <a:lnTo>
                  <a:pt x="73139" y="243840"/>
                </a:lnTo>
                <a:lnTo>
                  <a:pt x="143243" y="243840"/>
                </a:lnTo>
                <a:lnTo>
                  <a:pt x="150863" y="242316"/>
                </a:lnTo>
                <a:lnTo>
                  <a:pt x="175247" y="220980"/>
                </a:lnTo>
                <a:lnTo>
                  <a:pt x="175247" y="202692"/>
                </a:lnTo>
                <a:lnTo>
                  <a:pt x="152387" y="176784"/>
                </a:lnTo>
                <a:lnTo>
                  <a:pt x="175247" y="176784"/>
                </a:lnTo>
                <a:lnTo>
                  <a:pt x="175247" y="170688"/>
                </a:lnTo>
                <a:close/>
              </a:path>
              <a:path extrusionOk="0" h="622300" w="175260">
                <a:moveTo>
                  <a:pt x="175247" y="22860"/>
                </a:moveTo>
                <a:lnTo>
                  <a:pt x="173723" y="16764"/>
                </a:lnTo>
                <a:lnTo>
                  <a:pt x="169151" y="12192"/>
                </a:lnTo>
                <a:lnTo>
                  <a:pt x="166103" y="6096"/>
                </a:lnTo>
                <a:lnTo>
                  <a:pt x="160007" y="3048"/>
                </a:lnTo>
                <a:lnTo>
                  <a:pt x="150863" y="0"/>
                </a:lnTo>
                <a:lnTo>
                  <a:pt x="150863" y="6096"/>
                </a:lnTo>
                <a:lnTo>
                  <a:pt x="156959" y="9144"/>
                </a:lnTo>
                <a:lnTo>
                  <a:pt x="158483" y="12192"/>
                </a:lnTo>
                <a:lnTo>
                  <a:pt x="160007" y="13716"/>
                </a:lnTo>
                <a:lnTo>
                  <a:pt x="160007" y="24384"/>
                </a:lnTo>
                <a:lnTo>
                  <a:pt x="156959" y="27432"/>
                </a:lnTo>
                <a:lnTo>
                  <a:pt x="153911" y="28956"/>
                </a:lnTo>
                <a:lnTo>
                  <a:pt x="149339" y="30480"/>
                </a:lnTo>
                <a:lnTo>
                  <a:pt x="68567" y="30480"/>
                </a:lnTo>
                <a:lnTo>
                  <a:pt x="68567" y="4572"/>
                </a:lnTo>
                <a:lnTo>
                  <a:pt x="60947" y="4572"/>
                </a:lnTo>
                <a:lnTo>
                  <a:pt x="60947" y="30480"/>
                </a:lnTo>
                <a:lnTo>
                  <a:pt x="24371" y="30480"/>
                </a:lnTo>
                <a:lnTo>
                  <a:pt x="24371" y="33528"/>
                </a:lnTo>
                <a:lnTo>
                  <a:pt x="33515" y="36576"/>
                </a:lnTo>
                <a:lnTo>
                  <a:pt x="38087" y="39624"/>
                </a:lnTo>
                <a:lnTo>
                  <a:pt x="41135" y="41148"/>
                </a:lnTo>
                <a:lnTo>
                  <a:pt x="47231" y="45720"/>
                </a:lnTo>
                <a:lnTo>
                  <a:pt x="53327" y="48768"/>
                </a:lnTo>
                <a:lnTo>
                  <a:pt x="56375" y="53340"/>
                </a:lnTo>
                <a:lnTo>
                  <a:pt x="60947" y="59436"/>
                </a:lnTo>
                <a:lnTo>
                  <a:pt x="63995" y="64008"/>
                </a:lnTo>
                <a:lnTo>
                  <a:pt x="65519" y="68580"/>
                </a:lnTo>
                <a:lnTo>
                  <a:pt x="68567" y="68580"/>
                </a:lnTo>
                <a:lnTo>
                  <a:pt x="68567" y="50292"/>
                </a:lnTo>
                <a:lnTo>
                  <a:pt x="153911" y="50292"/>
                </a:lnTo>
                <a:lnTo>
                  <a:pt x="160007" y="48768"/>
                </a:lnTo>
                <a:lnTo>
                  <a:pt x="163055" y="47244"/>
                </a:lnTo>
                <a:lnTo>
                  <a:pt x="167627" y="45720"/>
                </a:lnTo>
                <a:lnTo>
                  <a:pt x="170675" y="42672"/>
                </a:lnTo>
                <a:lnTo>
                  <a:pt x="172199" y="39624"/>
                </a:lnTo>
                <a:lnTo>
                  <a:pt x="175247" y="35052"/>
                </a:lnTo>
                <a:lnTo>
                  <a:pt x="175247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8" name="Google Shape;5008;p80"/>
          <p:cNvSpPr/>
          <p:nvPr/>
        </p:nvSpPr>
        <p:spPr>
          <a:xfrm>
            <a:off x="3884663" y="7895844"/>
            <a:ext cx="175895" cy="649605"/>
          </a:xfrm>
          <a:custGeom>
            <a:rect b="b" l="l" r="r" t="t"/>
            <a:pathLst>
              <a:path extrusionOk="0" h="649604" w="175895">
                <a:moveTo>
                  <a:pt x="172224" y="234696"/>
                </a:moveTo>
                <a:lnTo>
                  <a:pt x="169176" y="234696"/>
                </a:lnTo>
                <a:lnTo>
                  <a:pt x="169176" y="243840"/>
                </a:lnTo>
                <a:lnTo>
                  <a:pt x="167652" y="246888"/>
                </a:lnTo>
                <a:lnTo>
                  <a:pt x="161556" y="252984"/>
                </a:lnTo>
                <a:lnTo>
                  <a:pt x="158508" y="254508"/>
                </a:lnTo>
                <a:lnTo>
                  <a:pt x="92976" y="254508"/>
                </a:lnTo>
                <a:lnTo>
                  <a:pt x="85356" y="251460"/>
                </a:lnTo>
                <a:lnTo>
                  <a:pt x="80784" y="246888"/>
                </a:lnTo>
                <a:lnTo>
                  <a:pt x="77736" y="242316"/>
                </a:lnTo>
                <a:lnTo>
                  <a:pt x="74688" y="239268"/>
                </a:lnTo>
                <a:lnTo>
                  <a:pt x="74688" y="236220"/>
                </a:lnTo>
                <a:lnTo>
                  <a:pt x="76212" y="233172"/>
                </a:lnTo>
                <a:lnTo>
                  <a:pt x="79260" y="230124"/>
                </a:lnTo>
                <a:lnTo>
                  <a:pt x="82308" y="225552"/>
                </a:lnTo>
                <a:lnTo>
                  <a:pt x="82308" y="214884"/>
                </a:lnTo>
                <a:lnTo>
                  <a:pt x="79260" y="213360"/>
                </a:lnTo>
                <a:lnTo>
                  <a:pt x="77736" y="211836"/>
                </a:lnTo>
                <a:lnTo>
                  <a:pt x="74688" y="210312"/>
                </a:lnTo>
                <a:lnTo>
                  <a:pt x="68592" y="210312"/>
                </a:lnTo>
                <a:lnTo>
                  <a:pt x="65544" y="211836"/>
                </a:lnTo>
                <a:lnTo>
                  <a:pt x="59448" y="217932"/>
                </a:lnTo>
                <a:lnTo>
                  <a:pt x="57924" y="220980"/>
                </a:lnTo>
                <a:lnTo>
                  <a:pt x="57924" y="225552"/>
                </a:lnTo>
                <a:lnTo>
                  <a:pt x="83832" y="254508"/>
                </a:lnTo>
                <a:lnTo>
                  <a:pt x="57924" y="254508"/>
                </a:lnTo>
                <a:lnTo>
                  <a:pt x="57924" y="259080"/>
                </a:lnTo>
                <a:lnTo>
                  <a:pt x="71640" y="292608"/>
                </a:lnTo>
                <a:lnTo>
                  <a:pt x="74688" y="291084"/>
                </a:lnTo>
                <a:lnTo>
                  <a:pt x="74688" y="288036"/>
                </a:lnTo>
                <a:lnTo>
                  <a:pt x="73164" y="286512"/>
                </a:lnTo>
                <a:lnTo>
                  <a:pt x="73164" y="281940"/>
                </a:lnTo>
                <a:lnTo>
                  <a:pt x="74688" y="278892"/>
                </a:lnTo>
                <a:lnTo>
                  <a:pt x="77736" y="275844"/>
                </a:lnTo>
                <a:lnTo>
                  <a:pt x="80784" y="275844"/>
                </a:lnTo>
                <a:lnTo>
                  <a:pt x="83832" y="274320"/>
                </a:lnTo>
                <a:lnTo>
                  <a:pt x="158508" y="274320"/>
                </a:lnTo>
                <a:lnTo>
                  <a:pt x="160032" y="275844"/>
                </a:lnTo>
                <a:lnTo>
                  <a:pt x="163080" y="275844"/>
                </a:lnTo>
                <a:lnTo>
                  <a:pt x="166128" y="277368"/>
                </a:lnTo>
                <a:lnTo>
                  <a:pt x="167652" y="278892"/>
                </a:lnTo>
                <a:lnTo>
                  <a:pt x="169176" y="281940"/>
                </a:lnTo>
                <a:lnTo>
                  <a:pt x="169176" y="291084"/>
                </a:lnTo>
                <a:lnTo>
                  <a:pt x="172224" y="291084"/>
                </a:lnTo>
                <a:lnTo>
                  <a:pt x="172224" y="274320"/>
                </a:lnTo>
                <a:lnTo>
                  <a:pt x="172224" y="234696"/>
                </a:lnTo>
                <a:close/>
              </a:path>
              <a:path extrusionOk="0" h="649604" w="175895">
                <a:moveTo>
                  <a:pt x="175260" y="591312"/>
                </a:moveTo>
                <a:lnTo>
                  <a:pt x="174383" y="581317"/>
                </a:lnTo>
                <a:lnTo>
                  <a:pt x="171640" y="571881"/>
                </a:lnTo>
                <a:lnTo>
                  <a:pt x="167640" y="564413"/>
                </a:lnTo>
                <a:lnTo>
                  <a:pt x="167640" y="577596"/>
                </a:lnTo>
                <a:lnTo>
                  <a:pt x="167640" y="594360"/>
                </a:lnTo>
                <a:lnTo>
                  <a:pt x="164592" y="598932"/>
                </a:lnTo>
                <a:lnTo>
                  <a:pt x="163068" y="603504"/>
                </a:lnTo>
                <a:lnTo>
                  <a:pt x="155448" y="611124"/>
                </a:lnTo>
                <a:lnTo>
                  <a:pt x="88392" y="611124"/>
                </a:lnTo>
                <a:lnTo>
                  <a:pt x="83820" y="606552"/>
                </a:lnTo>
                <a:lnTo>
                  <a:pt x="80772" y="601980"/>
                </a:lnTo>
                <a:lnTo>
                  <a:pt x="79248" y="598932"/>
                </a:lnTo>
                <a:lnTo>
                  <a:pt x="76200" y="594360"/>
                </a:lnTo>
                <a:lnTo>
                  <a:pt x="74676" y="589788"/>
                </a:lnTo>
                <a:lnTo>
                  <a:pt x="74714" y="586486"/>
                </a:lnTo>
                <a:lnTo>
                  <a:pt x="75514" y="580390"/>
                </a:lnTo>
                <a:lnTo>
                  <a:pt x="109804" y="555307"/>
                </a:lnTo>
                <a:lnTo>
                  <a:pt x="120396" y="554736"/>
                </a:lnTo>
                <a:lnTo>
                  <a:pt x="131241" y="555307"/>
                </a:lnTo>
                <a:lnTo>
                  <a:pt x="167640" y="577596"/>
                </a:lnTo>
                <a:lnTo>
                  <a:pt x="167640" y="564413"/>
                </a:lnTo>
                <a:lnTo>
                  <a:pt x="126809" y="536092"/>
                </a:lnTo>
                <a:lnTo>
                  <a:pt x="112776" y="534924"/>
                </a:lnTo>
                <a:lnTo>
                  <a:pt x="100799" y="535762"/>
                </a:lnTo>
                <a:lnTo>
                  <a:pt x="66916" y="554024"/>
                </a:lnTo>
                <a:lnTo>
                  <a:pt x="58966" y="569391"/>
                </a:lnTo>
                <a:lnTo>
                  <a:pt x="57912" y="577596"/>
                </a:lnTo>
                <a:lnTo>
                  <a:pt x="59347" y="586486"/>
                </a:lnTo>
                <a:lnTo>
                  <a:pt x="63627" y="594931"/>
                </a:lnTo>
                <a:lnTo>
                  <a:pt x="70777" y="603110"/>
                </a:lnTo>
                <a:lnTo>
                  <a:pt x="80772" y="611124"/>
                </a:lnTo>
                <a:lnTo>
                  <a:pt x="0" y="611124"/>
                </a:lnTo>
                <a:lnTo>
                  <a:pt x="0" y="617220"/>
                </a:lnTo>
                <a:lnTo>
                  <a:pt x="13716" y="649224"/>
                </a:lnTo>
                <a:lnTo>
                  <a:pt x="16764" y="647700"/>
                </a:lnTo>
                <a:lnTo>
                  <a:pt x="16764" y="644652"/>
                </a:lnTo>
                <a:lnTo>
                  <a:pt x="15240" y="641604"/>
                </a:lnTo>
                <a:lnTo>
                  <a:pt x="15240" y="635508"/>
                </a:lnTo>
                <a:lnTo>
                  <a:pt x="16764" y="635508"/>
                </a:lnTo>
                <a:lnTo>
                  <a:pt x="19812" y="632460"/>
                </a:lnTo>
                <a:lnTo>
                  <a:pt x="22860" y="632460"/>
                </a:lnTo>
                <a:lnTo>
                  <a:pt x="25908" y="630936"/>
                </a:lnTo>
                <a:lnTo>
                  <a:pt x="163068" y="630936"/>
                </a:lnTo>
                <a:lnTo>
                  <a:pt x="167640" y="624840"/>
                </a:lnTo>
                <a:lnTo>
                  <a:pt x="170688" y="617220"/>
                </a:lnTo>
                <a:lnTo>
                  <a:pt x="172212" y="611124"/>
                </a:lnTo>
                <a:lnTo>
                  <a:pt x="175260" y="605028"/>
                </a:lnTo>
                <a:lnTo>
                  <a:pt x="175260" y="591312"/>
                </a:lnTo>
                <a:close/>
              </a:path>
              <a:path extrusionOk="0" h="649604" w="175895">
                <a:moveTo>
                  <a:pt x="175260" y="120396"/>
                </a:moveTo>
                <a:lnTo>
                  <a:pt x="161544" y="89916"/>
                </a:lnTo>
                <a:lnTo>
                  <a:pt x="158496" y="89916"/>
                </a:lnTo>
                <a:lnTo>
                  <a:pt x="160020" y="94488"/>
                </a:lnTo>
                <a:lnTo>
                  <a:pt x="161544" y="96012"/>
                </a:lnTo>
                <a:lnTo>
                  <a:pt x="161544" y="100584"/>
                </a:lnTo>
                <a:lnTo>
                  <a:pt x="156972" y="105156"/>
                </a:lnTo>
                <a:lnTo>
                  <a:pt x="153924" y="105156"/>
                </a:lnTo>
                <a:lnTo>
                  <a:pt x="150520" y="105397"/>
                </a:lnTo>
                <a:lnTo>
                  <a:pt x="144970" y="105918"/>
                </a:lnTo>
                <a:lnTo>
                  <a:pt x="137426" y="106451"/>
                </a:lnTo>
                <a:lnTo>
                  <a:pt x="128016" y="106680"/>
                </a:lnTo>
                <a:lnTo>
                  <a:pt x="0" y="106680"/>
                </a:lnTo>
                <a:lnTo>
                  <a:pt x="0" y="111252"/>
                </a:lnTo>
                <a:lnTo>
                  <a:pt x="13716" y="143256"/>
                </a:lnTo>
                <a:lnTo>
                  <a:pt x="16764" y="141732"/>
                </a:lnTo>
                <a:lnTo>
                  <a:pt x="16764" y="138684"/>
                </a:lnTo>
                <a:lnTo>
                  <a:pt x="15240" y="135636"/>
                </a:lnTo>
                <a:lnTo>
                  <a:pt x="15240" y="131064"/>
                </a:lnTo>
                <a:lnTo>
                  <a:pt x="19812" y="126492"/>
                </a:lnTo>
                <a:lnTo>
                  <a:pt x="68580" y="126492"/>
                </a:lnTo>
                <a:lnTo>
                  <a:pt x="62484" y="132588"/>
                </a:lnTo>
                <a:lnTo>
                  <a:pt x="57912" y="140208"/>
                </a:lnTo>
                <a:lnTo>
                  <a:pt x="57912" y="149352"/>
                </a:lnTo>
                <a:lnTo>
                  <a:pt x="59296" y="160451"/>
                </a:lnTo>
                <a:lnTo>
                  <a:pt x="88277" y="193700"/>
                </a:lnTo>
                <a:lnTo>
                  <a:pt x="121920" y="202692"/>
                </a:lnTo>
                <a:lnTo>
                  <a:pt x="133019" y="201841"/>
                </a:lnTo>
                <a:lnTo>
                  <a:pt x="166903" y="181838"/>
                </a:lnTo>
                <a:lnTo>
                  <a:pt x="175196" y="157734"/>
                </a:lnTo>
                <a:lnTo>
                  <a:pt x="175171" y="152019"/>
                </a:lnTo>
                <a:lnTo>
                  <a:pt x="160020" y="128320"/>
                </a:lnTo>
                <a:lnTo>
                  <a:pt x="160020" y="138684"/>
                </a:lnTo>
                <a:lnTo>
                  <a:pt x="160020" y="146304"/>
                </a:lnTo>
                <a:lnTo>
                  <a:pt x="132969" y="176784"/>
                </a:lnTo>
                <a:lnTo>
                  <a:pt x="111950" y="179793"/>
                </a:lnTo>
                <a:lnTo>
                  <a:pt x="110617" y="179793"/>
                </a:lnTo>
                <a:lnTo>
                  <a:pt x="68580" y="163068"/>
                </a:lnTo>
                <a:lnTo>
                  <a:pt x="65532" y="156972"/>
                </a:lnTo>
                <a:lnTo>
                  <a:pt x="65532" y="146304"/>
                </a:lnTo>
                <a:lnTo>
                  <a:pt x="67056" y="143256"/>
                </a:lnTo>
                <a:lnTo>
                  <a:pt x="70104" y="138684"/>
                </a:lnTo>
                <a:lnTo>
                  <a:pt x="71628" y="135636"/>
                </a:lnTo>
                <a:lnTo>
                  <a:pt x="74676" y="132588"/>
                </a:lnTo>
                <a:lnTo>
                  <a:pt x="79248" y="129540"/>
                </a:lnTo>
                <a:lnTo>
                  <a:pt x="88392" y="126492"/>
                </a:lnTo>
                <a:lnTo>
                  <a:pt x="149352" y="126492"/>
                </a:lnTo>
                <a:lnTo>
                  <a:pt x="156972" y="132588"/>
                </a:lnTo>
                <a:lnTo>
                  <a:pt x="160020" y="138684"/>
                </a:lnTo>
                <a:lnTo>
                  <a:pt x="160020" y="128320"/>
                </a:lnTo>
                <a:lnTo>
                  <a:pt x="156972" y="126492"/>
                </a:lnTo>
                <a:lnTo>
                  <a:pt x="175260" y="126492"/>
                </a:lnTo>
                <a:lnTo>
                  <a:pt x="175260" y="120396"/>
                </a:lnTo>
                <a:close/>
              </a:path>
              <a:path extrusionOk="0" h="649604" w="175895">
                <a:moveTo>
                  <a:pt x="175272" y="464820"/>
                </a:moveTo>
                <a:lnTo>
                  <a:pt x="175196" y="463296"/>
                </a:lnTo>
                <a:lnTo>
                  <a:pt x="174929" y="457085"/>
                </a:lnTo>
                <a:lnTo>
                  <a:pt x="173748" y="449770"/>
                </a:lnTo>
                <a:lnTo>
                  <a:pt x="171411" y="442747"/>
                </a:lnTo>
                <a:lnTo>
                  <a:pt x="167652" y="435864"/>
                </a:lnTo>
                <a:lnTo>
                  <a:pt x="167652" y="451104"/>
                </a:lnTo>
                <a:lnTo>
                  <a:pt x="167652" y="458724"/>
                </a:lnTo>
                <a:lnTo>
                  <a:pt x="141427" y="488632"/>
                </a:lnTo>
                <a:lnTo>
                  <a:pt x="108216" y="493776"/>
                </a:lnTo>
                <a:lnTo>
                  <a:pt x="97548" y="493776"/>
                </a:lnTo>
                <a:lnTo>
                  <a:pt x="89928" y="492252"/>
                </a:lnTo>
                <a:lnTo>
                  <a:pt x="83832" y="489204"/>
                </a:lnTo>
                <a:lnTo>
                  <a:pt x="77736" y="487680"/>
                </a:lnTo>
                <a:lnTo>
                  <a:pt x="70116" y="480060"/>
                </a:lnTo>
                <a:lnTo>
                  <a:pt x="67068" y="475488"/>
                </a:lnTo>
                <a:lnTo>
                  <a:pt x="65544" y="470916"/>
                </a:lnTo>
                <a:lnTo>
                  <a:pt x="65633" y="457085"/>
                </a:lnTo>
                <a:lnTo>
                  <a:pt x="98501" y="436054"/>
                </a:lnTo>
                <a:lnTo>
                  <a:pt x="124980" y="432816"/>
                </a:lnTo>
                <a:lnTo>
                  <a:pt x="135788" y="433374"/>
                </a:lnTo>
                <a:lnTo>
                  <a:pt x="167652" y="451104"/>
                </a:lnTo>
                <a:lnTo>
                  <a:pt x="167652" y="435864"/>
                </a:lnTo>
                <a:lnTo>
                  <a:pt x="144792" y="417576"/>
                </a:lnTo>
                <a:lnTo>
                  <a:pt x="137693" y="413816"/>
                </a:lnTo>
                <a:lnTo>
                  <a:pt x="130314" y="411480"/>
                </a:lnTo>
                <a:lnTo>
                  <a:pt x="122923" y="410298"/>
                </a:lnTo>
                <a:lnTo>
                  <a:pt x="115836" y="409956"/>
                </a:lnTo>
                <a:lnTo>
                  <a:pt x="104952" y="410794"/>
                </a:lnTo>
                <a:lnTo>
                  <a:pt x="69494" y="430720"/>
                </a:lnTo>
                <a:lnTo>
                  <a:pt x="57924" y="463296"/>
                </a:lnTo>
                <a:lnTo>
                  <a:pt x="58039" y="464820"/>
                </a:lnTo>
                <a:lnTo>
                  <a:pt x="74688" y="500253"/>
                </a:lnTo>
                <a:lnTo>
                  <a:pt x="110896" y="516089"/>
                </a:lnTo>
                <a:lnTo>
                  <a:pt x="118884" y="516636"/>
                </a:lnTo>
                <a:lnTo>
                  <a:pt x="128879" y="515810"/>
                </a:lnTo>
                <a:lnTo>
                  <a:pt x="164338" y="496112"/>
                </a:lnTo>
                <a:lnTo>
                  <a:pt x="165900" y="493776"/>
                </a:lnTo>
                <a:lnTo>
                  <a:pt x="170510" y="486918"/>
                </a:lnTo>
                <a:lnTo>
                  <a:pt x="174104" y="476592"/>
                </a:lnTo>
                <a:lnTo>
                  <a:pt x="174205" y="475488"/>
                </a:lnTo>
                <a:lnTo>
                  <a:pt x="175272" y="464820"/>
                </a:lnTo>
                <a:close/>
              </a:path>
              <a:path extrusionOk="0" h="649604" w="175895">
                <a:moveTo>
                  <a:pt x="175272" y="315468"/>
                </a:moveTo>
                <a:lnTo>
                  <a:pt x="158508" y="291084"/>
                </a:lnTo>
                <a:lnTo>
                  <a:pt x="150888" y="291084"/>
                </a:lnTo>
                <a:lnTo>
                  <a:pt x="160032" y="300228"/>
                </a:lnTo>
                <a:lnTo>
                  <a:pt x="160032" y="306324"/>
                </a:lnTo>
                <a:lnTo>
                  <a:pt x="158508" y="307848"/>
                </a:lnTo>
                <a:lnTo>
                  <a:pt x="153936" y="307848"/>
                </a:lnTo>
                <a:lnTo>
                  <a:pt x="152412" y="309372"/>
                </a:lnTo>
                <a:lnTo>
                  <a:pt x="79260" y="309372"/>
                </a:lnTo>
                <a:lnTo>
                  <a:pt x="74688" y="310896"/>
                </a:lnTo>
                <a:lnTo>
                  <a:pt x="65544" y="316992"/>
                </a:lnTo>
                <a:lnTo>
                  <a:pt x="64020" y="321564"/>
                </a:lnTo>
                <a:lnTo>
                  <a:pt x="60972" y="327660"/>
                </a:lnTo>
                <a:lnTo>
                  <a:pt x="57988" y="336600"/>
                </a:lnTo>
                <a:lnTo>
                  <a:pt x="58000" y="347408"/>
                </a:lnTo>
                <a:lnTo>
                  <a:pt x="58115" y="349338"/>
                </a:lnTo>
                <a:lnTo>
                  <a:pt x="58191" y="350520"/>
                </a:lnTo>
                <a:lnTo>
                  <a:pt x="58496" y="355663"/>
                </a:lnTo>
                <a:lnTo>
                  <a:pt x="79260" y="388620"/>
                </a:lnTo>
                <a:lnTo>
                  <a:pt x="89928" y="388620"/>
                </a:lnTo>
                <a:lnTo>
                  <a:pt x="92976" y="387096"/>
                </a:lnTo>
                <a:lnTo>
                  <a:pt x="94500" y="385572"/>
                </a:lnTo>
                <a:lnTo>
                  <a:pt x="97548" y="384048"/>
                </a:lnTo>
                <a:lnTo>
                  <a:pt x="97548" y="373380"/>
                </a:lnTo>
                <a:lnTo>
                  <a:pt x="92976" y="368808"/>
                </a:lnTo>
                <a:lnTo>
                  <a:pt x="76212" y="368808"/>
                </a:lnTo>
                <a:lnTo>
                  <a:pt x="73164" y="367284"/>
                </a:lnTo>
                <a:lnTo>
                  <a:pt x="70116" y="364236"/>
                </a:lnTo>
                <a:lnTo>
                  <a:pt x="67068" y="359664"/>
                </a:lnTo>
                <a:lnTo>
                  <a:pt x="65544" y="356616"/>
                </a:lnTo>
                <a:lnTo>
                  <a:pt x="65671" y="342709"/>
                </a:lnTo>
                <a:lnTo>
                  <a:pt x="71640" y="333756"/>
                </a:lnTo>
                <a:lnTo>
                  <a:pt x="76212" y="330708"/>
                </a:lnTo>
                <a:lnTo>
                  <a:pt x="83832" y="329184"/>
                </a:lnTo>
                <a:lnTo>
                  <a:pt x="99072" y="329184"/>
                </a:lnTo>
                <a:lnTo>
                  <a:pt x="104495" y="342900"/>
                </a:lnTo>
                <a:lnTo>
                  <a:pt x="109359" y="354330"/>
                </a:lnTo>
                <a:lnTo>
                  <a:pt x="113639" y="363474"/>
                </a:lnTo>
                <a:lnTo>
                  <a:pt x="117360" y="370332"/>
                </a:lnTo>
                <a:lnTo>
                  <a:pt x="121932" y="379476"/>
                </a:lnTo>
                <a:lnTo>
                  <a:pt x="128028" y="385572"/>
                </a:lnTo>
                <a:lnTo>
                  <a:pt x="137172" y="391668"/>
                </a:lnTo>
                <a:lnTo>
                  <a:pt x="141744" y="393192"/>
                </a:lnTo>
                <a:lnTo>
                  <a:pt x="155460" y="393192"/>
                </a:lnTo>
                <a:lnTo>
                  <a:pt x="163080" y="390144"/>
                </a:lnTo>
                <a:lnTo>
                  <a:pt x="173748" y="379476"/>
                </a:lnTo>
                <a:lnTo>
                  <a:pt x="175272" y="373380"/>
                </a:lnTo>
                <a:lnTo>
                  <a:pt x="175272" y="355092"/>
                </a:lnTo>
                <a:lnTo>
                  <a:pt x="172224" y="350520"/>
                </a:lnTo>
                <a:lnTo>
                  <a:pt x="170484" y="347408"/>
                </a:lnTo>
                <a:lnTo>
                  <a:pt x="167462" y="342709"/>
                </a:lnTo>
                <a:lnTo>
                  <a:pt x="163004" y="336600"/>
                </a:lnTo>
                <a:lnTo>
                  <a:pt x="160032" y="332943"/>
                </a:lnTo>
                <a:lnTo>
                  <a:pt x="160032" y="359664"/>
                </a:lnTo>
                <a:lnTo>
                  <a:pt x="158508" y="364236"/>
                </a:lnTo>
                <a:lnTo>
                  <a:pt x="155460" y="367284"/>
                </a:lnTo>
                <a:lnTo>
                  <a:pt x="146316" y="373380"/>
                </a:lnTo>
                <a:lnTo>
                  <a:pt x="135648" y="373380"/>
                </a:lnTo>
                <a:lnTo>
                  <a:pt x="132600" y="371856"/>
                </a:lnTo>
                <a:lnTo>
                  <a:pt x="128028" y="368808"/>
                </a:lnTo>
                <a:lnTo>
                  <a:pt x="120408" y="361188"/>
                </a:lnTo>
                <a:lnTo>
                  <a:pt x="117360" y="353568"/>
                </a:lnTo>
                <a:lnTo>
                  <a:pt x="115900" y="350189"/>
                </a:lnTo>
                <a:lnTo>
                  <a:pt x="113741" y="344805"/>
                </a:lnTo>
                <a:lnTo>
                  <a:pt x="110705" y="337718"/>
                </a:lnTo>
                <a:lnTo>
                  <a:pt x="106692" y="329184"/>
                </a:lnTo>
                <a:lnTo>
                  <a:pt x="149364" y="329184"/>
                </a:lnTo>
                <a:lnTo>
                  <a:pt x="159550" y="350520"/>
                </a:lnTo>
                <a:lnTo>
                  <a:pt x="159943" y="354330"/>
                </a:lnTo>
                <a:lnTo>
                  <a:pt x="160032" y="359664"/>
                </a:lnTo>
                <a:lnTo>
                  <a:pt x="160032" y="332943"/>
                </a:lnTo>
                <a:lnTo>
                  <a:pt x="156984" y="329184"/>
                </a:lnTo>
                <a:lnTo>
                  <a:pt x="163080" y="329184"/>
                </a:lnTo>
                <a:lnTo>
                  <a:pt x="169176" y="327660"/>
                </a:lnTo>
                <a:lnTo>
                  <a:pt x="173748" y="323088"/>
                </a:lnTo>
                <a:lnTo>
                  <a:pt x="175272" y="320040"/>
                </a:lnTo>
                <a:lnTo>
                  <a:pt x="175272" y="315468"/>
                </a:lnTo>
                <a:close/>
              </a:path>
              <a:path extrusionOk="0" h="649604" w="175895">
                <a:moveTo>
                  <a:pt x="175272" y="38100"/>
                </a:moveTo>
                <a:lnTo>
                  <a:pt x="174701" y="31267"/>
                </a:lnTo>
                <a:lnTo>
                  <a:pt x="172986" y="24574"/>
                </a:lnTo>
                <a:lnTo>
                  <a:pt x="172897" y="24384"/>
                </a:lnTo>
                <a:lnTo>
                  <a:pt x="170129" y="18173"/>
                </a:lnTo>
                <a:lnTo>
                  <a:pt x="141744" y="0"/>
                </a:lnTo>
                <a:lnTo>
                  <a:pt x="132905" y="1676"/>
                </a:lnTo>
                <a:lnTo>
                  <a:pt x="102120" y="42672"/>
                </a:lnTo>
                <a:lnTo>
                  <a:pt x="99072" y="50292"/>
                </a:lnTo>
                <a:lnTo>
                  <a:pt x="94500" y="54864"/>
                </a:lnTo>
                <a:lnTo>
                  <a:pt x="91452" y="56388"/>
                </a:lnTo>
                <a:lnTo>
                  <a:pt x="88404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67068" y="51816"/>
                </a:lnTo>
                <a:lnTo>
                  <a:pt x="65544" y="47244"/>
                </a:lnTo>
                <a:lnTo>
                  <a:pt x="65544" y="35052"/>
                </a:lnTo>
                <a:lnTo>
                  <a:pt x="68592" y="28956"/>
                </a:lnTo>
                <a:lnTo>
                  <a:pt x="73164" y="24384"/>
                </a:lnTo>
                <a:lnTo>
                  <a:pt x="76517" y="20980"/>
                </a:lnTo>
                <a:lnTo>
                  <a:pt x="81737" y="17716"/>
                </a:lnTo>
                <a:lnTo>
                  <a:pt x="88379" y="14744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60972" y="13716"/>
                </a:lnTo>
                <a:lnTo>
                  <a:pt x="60972" y="15240"/>
                </a:lnTo>
                <a:lnTo>
                  <a:pt x="62496" y="15240"/>
                </a:lnTo>
                <a:lnTo>
                  <a:pt x="62496" y="22860"/>
                </a:lnTo>
                <a:lnTo>
                  <a:pt x="60972" y="25908"/>
                </a:lnTo>
                <a:lnTo>
                  <a:pt x="57924" y="38100"/>
                </a:lnTo>
                <a:lnTo>
                  <a:pt x="57924" y="51816"/>
                </a:lnTo>
                <a:lnTo>
                  <a:pt x="60972" y="59436"/>
                </a:lnTo>
                <a:lnTo>
                  <a:pt x="73164" y="71628"/>
                </a:lnTo>
                <a:lnTo>
                  <a:pt x="80784" y="74676"/>
                </a:lnTo>
                <a:lnTo>
                  <a:pt x="96024" y="74676"/>
                </a:lnTo>
                <a:lnTo>
                  <a:pt x="114503" y="59436"/>
                </a:lnTo>
                <a:lnTo>
                  <a:pt x="117614" y="54038"/>
                </a:lnTo>
                <a:lnTo>
                  <a:pt x="137172" y="24384"/>
                </a:lnTo>
                <a:lnTo>
                  <a:pt x="140220" y="19812"/>
                </a:lnTo>
                <a:lnTo>
                  <a:pt x="145148" y="18173"/>
                </a:lnTo>
                <a:lnTo>
                  <a:pt x="155092" y="18173"/>
                </a:lnTo>
                <a:lnTo>
                  <a:pt x="160032" y="19812"/>
                </a:lnTo>
                <a:lnTo>
                  <a:pt x="163080" y="24384"/>
                </a:lnTo>
                <a:lnTo>
                  <a:pt x="166128" y="27432"/>
                </a:lnTo>
                <a:lnTo>
                  <a:pt x="167652" y="32004"/>
                </a:lnTo>
                <a:lnTo>
                  <a:pt x="167652" y="45720"/>
                </a:lnTo>
                <a:lnTo>
                  <a:pt x="166128" y="53340"/>
                </a:lnTo>
                <a:lnTo>
                  <a:pt x="160032" y="59436"/>
                </a:lnTo>
                <a:lnTo>
                  <a:pt x="156032" y="63703"/>
                </a:lnTo>
                <a:lnTo>
                  <a:pt x="150888" y="67246"/>
                </a:lnTo>
                <a:lnTo>
                  <a:pt x="144602" y="69938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1628"/>
                </a:lnTo>
                <a:lnTo>
                  <a:pt x="170700" y="70104"/>
                </a:lnTo>
                <a:lnTo>
                  <a:pt x="170700" y="65532"/>
                </a:lnTo>
                <a:lnTo>
                  <a:pt x="172224" y="64008"/>
                </a:lnTo>
                <a:lnTo>
                  <a:pt x="172288" y="60769"/>
                </a:lnTo>
                <a:lnTo>
                  <a:pt x="175272" y="51816"/>
                </a:lnTo>
                <a:lnTo>
                  <a:pt x="175272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9" name="Google Shape;5009;p80"/>
          <p:cNvGrpSpPr/>
          <p:nvPr/>
        </p:nvGrpSpPr>
        <p:grpSpPr>
          <a:xfrm>
            <a:off x="3884676" y="7004304"/>
            <a:ext cx="224028" cy="710184"/>
            <a:chOff x="3884676" y="7004304"/>
            <a:chExt cx="224028" cy="710184"/>
          </a:xfrm>
        </p:grpSpPr>
        <p:pic>
          <p:nvPicPr>
            <p:cNvPr id="5010" name="Google Shape;5010;p80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3884676" y="7513320"/>
              <a:ext cx="224028" cy="2011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11" name="Google Shape;5011;p80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3889248" y="7190232"/>
              <a:ext cx="170687" cy="3032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12" name="Google Shape;5012;p80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3884676" y="7004304"/>
              <a:ext cx="224028" cy="1569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013" name="Google Shape;5013;p80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3909059" y="6646164"/>
            <a:ext cx="150876" cy="1828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14" name="Google Shape;5014;p80"/>
          <p:cNvGrpSpPr/>
          <p:nvPr/>
        </p:nvGrpSpPr>
        <p:grpSpPr>
          <a:xfrm>
            <a:off x="3889247" y="6086855"/>
            <a:ext cx="171196" cy="382524"/>
            <a:chOff x="3889247" y="6086855"/>
            <a:chExt cx="171196" cy="382524"/>
          </a:xfrm>
        </p:grpSpPr>
        <p:pic>
          <p:nvPicPr>
            <p:cNvPr id="5015" name="Google Shape;5015;p80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3889247" y="6237731"/>
              <a:ext cx="170687" cy="2316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16" name="Google Shape;5016;p80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3942587" y="6141719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017" name="Google Shape;5017;p80"/>
            <p:cNvSpPr/>
            <p:nvPr/>
          </p:nvSpPr>
          <p:spPr>
            <a:xfrm>
              <a:off x="4032503" y="6086855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8288" y="27432"/>
                  </a:moveTo>
                  <a:lnTo>
                    <a:pt x="10668" y="27432"/>
                  </a:lnTo>
                  <a:lnTo>
                    <a:pt x="4572" y="24384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7620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7432" y="7620"/>
                  </a:lnTo>
                  <a:lnTo>
                    <a:pt x="27432" y="21336"/>
                  </a:lnTo>
                  <a:lnTo>
                    <a:pt x="24384" y="24384"/>
                  </a:lnTo>
                  <a:lnTo>
                    <a:pt x="1828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018" name="Google Shape;5018;p80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3884676" y="5475731"/>
            <a:ext cx="175260" cy="4206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9" name="Google Shape;5019;p80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3884676" y="5146547"/>
            <a:ext cx="175260" cy="14478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20" name="Google Shape;5020;p80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3884676" y="3930396"/>
            <a:ext cx="175260" cy="1027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21" name="Google Shape;5021;p80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3884676" y="2974848"/>
            <a:ext cx="175260" cy="780287"/>
          </a:xfrm>
          <a:prstGeom prst="rect">
            <a:avLst/>
          </a:prstGeom>
          <a:noFill/>
          <a:ln>
            <a:noFill/>
          </a:ln>
        </p:spPr>
      </p:pic>
      <p:pic>
        <p:nvPicPr>
          <p:cNvPr id="5022" name="Google Shape;5022;p80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3909059" y="2624327"/>
            <a:ext cx="150876" cy="18288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23" name="Google Shape;5023;p80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3942588" y="2253995"/>
            <a:ext cx="117348" cy="187451"/>
          </a:xfrm>
          <a:prstGeom prst="rect">
            <a:avLst/>
          </a:prstGeom>
          <a:noFill/>
          <a:ln>
            <a:noFill/>
          </a:ln>
        </p:spPr>
      </p:pic>
      <p:sp>
        <p:nvSpPr>
          <p:cNvPr id="5024" name="Google Shape;5024;p80"/>
          <p:cNvSpPr/>
          <p:nvPr/>
        </p:nvSpPr>
        <p:spPr>
          <a:xfrm>
            <a:off x="3889248" y="1417320"/>
            <a:ext cx="170815" cy="655320"/>
          </a:xfrm>
          <a:custGeom>
            <a:rect b="b" l="l" r="r" t="t"/>
            <a:pathLst>
              <a:path extrusionOk="0" h="655319" w="170814">
                <a:moveTo>
                  <a:pt x="167640" y="530352"/>
                </a:moveTo>
                <a:lnTo>
                  <a:pt x="126492" y="516636"/>
                </a:lnTo>
                <a:lnTo>
                  <a:pt x="126492" y="521208"/>
                </a:lnTo>
                <a:lnTo>
                  <a:pt x="133934" y="524878"/>
                </a:lnTo>
                <a:lnTo>
                  <a:pt x="140398" y="528828"/>
                </a:lnTo>
                <a:lnTo>
                  <a:pt x="150876" y="536448"/>
                </a:lnTo>
                <a:lnTo>
                  <a:pt x="153924" y="541020"/>
                </a:lnTo>
                <a:lnTo>
                  <a:pt x="156972" y="544068"/>
                </a:lnTo>
                <a:lnTo>
                  <a:pt x="160020" y="553212"/>
                </a:lnTo>
                <a:lnTo>
                  <a:pt x="160020" y="603504"/>
                </a:lnTo>
                <a:lnTo>
                  <a:pt x="158496" y="605028"/>
                </a:lnTo>
                <a:lnTo>
                  <a:pt x="158496" y="606552"/>
                </a:lnTo>
                <a:lnTo>
                  <a:pt x="156972" y="608076"/>
                </a:lnTo>
                <a:lnTo>
                  <a:pt x="155448" y="608076"/>
                </a:lnTo>
                <a:lnTo>
                  <a:pt x="153924" y="609600"/>
                </a:lnTo>
                <a:lnTo>
                  <a:pt x="85344" y="609600"/>
                </a:lnTo>
                <a:lnTo>
                  <a:pt x="85344" y="566928"/>
                </a:lnTo>
                <a:lnTo>
                  <a:pt x="86868" y="562356"/>
                </a:lnTo>
                <a:lnTo>
                  <a:pt x="91440" y="553212"/>
                </a:lnTo>
                <a:lnTo>
                  <a:pt x="94488" y="551688"/>
                </a:lnTo>
                <a:lnTo>
                  <a:pt x="96012" y="550164"/>
                </a:lnTo>
                <a:lnTo>
                  <a:pt x="102108" y="550164"/>
                </a:lnTo>
                <a:lnTo>
                  <a:pt x="108204" y="548640"/>
                </a:lnTo>
                <a:lnTo>
                  <a:pt x="108204" y="545592"/>
                </a:lnTo>
                <a:lnTo>
                  <a:pt x="54864" y="545592"/>
                </a:lnTo>
                <a:lnTo>
                  <a:pt x="54864" y="548640"/>
                </a:lnTo>
                <a:lnTo>
                  <a:pt x="64008" y="548640"/>
                </a:lnTo>
                <a:lnTo>
                  <a:pt x="70104" y="551688"/>
                </a:lnTo>
                <a:lnTo>
                  <a:pt x="77724" y="559308"/>
                </a:lnTo>
                <a:lnTo>
                  <a:pt x="77724" y="609600"/>
                </a:lnTo>
                <a:lnTo>
                  <a:pt x="10668" y="609600"/>
                </a:lnTo>
                <a:lnTo>
                  <a:pt x="10668" y="565404"/>
                </a:lnTo>
                <a:lnTo>
                  <a:pt x="10668" y="556260"/>
                </a:lnTo>
                <a:lnTo>
                  <a:pt x="12192" y="551688"/>
                </a:lnTo>
                <a:lnTo>
                  <a:pt x="13716" y="548640"/>
                </a:lnTo>
                <a:lnTo>
                  <a:pt x="15240" y="544068"/>
                </a:lnTo>
                <a:lnTo>
                  <a:pt x="18288" y="541020"/>
                </a:lnTo>
                <a:lnTo>
                  <a:pt x="21336" y="539496"/>
                </a:lnTo>
                <a:lnTo>
                  <a:pt x="24384" y="536448"/>
                </a:lnTo>
                <a:lnTo>
                  <a:pt x="30480" y="534924"/>
                </a:lnTo>
                <a:lnTo>
                  <a:pt x="39624" y="533400"/>
                </a:lnTo>
                <a:lnTo>
                  <a:pt x="39624" y="528828"/>
                </a:lnTo>
                <a:lnTo>
                  <a:pt x="3048" y="530352"/>
                </a:lnTo>
                <a:lnTo>
                  <a:pt x="3048" y="655320"/>
                </a:lnTo>
                <a:lnTo>
                  <a:pt x="6096" y="655320"/>
                </a:lnTo>
                <a:lnTo>
                  <a:pt x="6096" y="643128"/>
                </a:lnTo>
                <a:lnTo>
                  <a:pt x="9144" y="638556"/>
                </a:lnTo>
                <a:lnTo>
                  <a:pt x="12192" y="635508"/>
                </a:lnTo>
                <a:lnTo>
                  <a:pt x="15240" y="633984"/>
                </a:lnTo>
                <a:lnTo>
                  <a:pt x="21336" y="632460"/>
                </a:lnTo>
                <a:lnTo>
                  <a:pt x="153924" y="632460"/>
                </a:lnTo>
                <a:lnTo>
                  <a:pt x="155448" y="633984"/>
                </a:lnTo>
                <a:lnTo>
                  <a:pt x="158496" y="633984"/>
                </a:lnTo>
                <a:lnTo>
                  <a:pt x="161544" y="637032"/>
                </a:lnTo>
                <a:lnTo>
                  <a:pt x="161544" y="638556"/>
                </a:lnTo>
                <a:lnTo>
                  <a:pt x="164592" y="641604"/>
                </a:lnTo>
                <a:lnTo>
                  <a:pt x="164592" y="655320"/>
                </a:lnTo>
                <a:lnTo>
                  <a:pt x="167640" y="655320"/>
                </a:lnTo>
                <a:lnTo>
                  <a:pt x="167640" y="530352"/>
                </a:lnTo>
                <a:close/>
              </a:path>
              <a:path extrusionOk="0" h="655319" w="170814">
                <a:moveTo>
                  <a:pt x="167640" y="172212"/>
                </a:moveTo>
                <a:lnTo>
                  <a:pt x="164592" y="172212"/>
                </a:lnTo>
                <a:lnTo>
                  <a:pt x="164592" y="179832"/>
                </a:lnTo>
                <a:lnTo>
                  <a:pt x="163068" y="184404"/>
                </a:lnTo>
                <a:lnTo>
                  <a:pt x="105156" y="213969"/>
                </a:lnTo>
                <a:lnTo>
                  <a:pt x="105156" y="237744"/>
                </a:lnTo>
                <a:lnTo>
                  <a:pt x="105156" y="295656"/>
                </a:lnTo>
                <a:lnTo>
                  <a:pt x="39624" y="265176"/>
                </a:lnTo>
                <a:lnTo>
                  <a:pt x="105156" y="237744"/>
                </a:lnTo>
                <a:lnTo>
                  <a:pt x="105156" y="213969"/>
                </a:lnTo>
                <a:lnTo>
                  <a:pt x="0" y="256032"/>
                </a:lnTo>
                <a:lnTo>
                  <a:pt x="0" y="260604"/>
                </a:lnTo>
                <a:lnTo>
                  <a:pt x="134112" y="320040"/>
                </a:lnTo>
                <a:lnTo>
                  <a:pt x="143294" y="323469"/>
                </a:lnTo>
                <a:lnTo>
                  <a:pt x="150495" y="326898"/>
                </a:lnTo>
                <a:lnTo>
                  <a:pt x="155968" y="330327"/>
                </a:lnTo>
                <a:lnTo>
                  <a:pt x="160020" y="333756"/>
                </a:lnTo>
                <a:lnTo>
                  <a:pt x="161544" y="335280"/>
                </a:lnTo>
                <a:lnTo>
                  <a:pt x="164592" y="339852"/>
                </a:lnTo>
                <a:lnTo>
                  <a:pt x="164592" y="347472"/>
                </a:lnTo>
                <a:lnTo>
                  <a:pt x="167640" y="347472"/>
                </a:lnTo>
                <a:lnTo>
                  <a:pt x="167640" y="313944"/>
                </a:lnTo>
                <a:lnTo>
                  <a:pt x="167640" y="295656"/>
                </a:lnTo>
                <a:lnTo>
                  <a:pt x="164592" y="295656"/>
                </a:lnTo>
                <a:lnTo>
                  <a:pt x="164592" y="303276"/>
                </a:lnTo>
                <a:lnTo>
                  <a:pt x="163068" y="307848"/>
                </a:lnTo>
                <a:lnTo>
                  <a:pt x="160020" y="313944"/>
                </a:lnTo>
                <a:lnTo>
                  <a:pt x="150876" y="313944"/>
                </a:lnTo>
                <a:lnTo>
                  <a:pt x="146304" y="312420"/>
                </a:lnTo>
                <a:lnTo>
                  <a:pt x="138684" y="310896"/>
                </a:lnTo>
                <a:lnTo>
                  <a:pt x="112776" y="298704"/>
                </a:lnTo>
                <a:lnTo>
                  <a:pt x="112776" y="295656"/>
                </a:lnTo>
                <a:lnTo>
                  <a:pt x="112776" y="237744"/>
                </a:lnTo>
                <a:lnTo>
                  <a:pt x="112776" y="234696"/>
                </a:lnTo>
                <a:lnTo>
                  <a:pt x="137160" y="225552"/>
                </a:lnTo>
                <a:lnTo>
                  <a:pt x="144780" y="222504"/>
                </a:lnTo>
                <a:lnTo>
                  <a:pt x="150876" y="220980"/>
                </a:lnTo>
                <a:lnTo>
                  <a:pt x="156972" y="220980"/>
                </a:lnTo>
                <a:lnTo>
                  <a:pt x="160020" y="222504"/>
                </a:lnTo>
                <a:lnTo>
                  <a:pt x="161544" y="224028"/>
                </a:lnTo>
                <a:lnTo>
                  <a:pt x="164592" y="230124"/>
                </a:lnTo>
                <a:lnTo>
                  <a:pt x="164592" y="237744"/>
                </a:lnTo>
                <a:lnTo>
                  <a:pt x="167640" y="237744"/>
                </a:lnTo>
                <a:lnTo>
                  <a:pt x="167640" y="220980"/>
                </a:lnTo>
                <a:lnTo>
                  <a:pt x="167640" y="172212"/>
                </a:lnTo>
                <a:close/>
              </a:path>
              <a:path extrusionOk="0" h="655319" w="170814">
                <a:moveTo>
                  <a:pt x="167640" y="91440"/>
                </a:moveTo>
                <a:lnTo>
                  <a:pt x="166179" y="69113"/>
                </a:lnTo>
                <a:lnTo>
                  <a:pt x="161734" y="49911"/>
                </a:lnTo>
                <a:lnTo>
                  <a:pt x="160020" y="46240"/>
                </a:lnTo>
                <a:lnTo>
                  <a:pt x="160020" y="92964"/>
                </a:lnTo>
                <a:lnTo>
                  <a:pt x="159905" y="100253"/>
                </a:lnTo>
                <a:lnTo>
                  <a:pt x="159639" y="105537"/>
                </a:lnTo>
                <a:lnTo>
                  <a:pt x="159537" y="106299"/>
                </a:lnTo>
                <a:lnTo>
                  <a:pt x="158724" y="112687"/>
                </a:lnTo>
                <a:lnTo>
                  <a:pt x="158673" y="112928"/>
                </a:lnTo>
                <a:lnTo>
                  <a:pt x="156972" y="120396"/>
                </a:lnTo>
                <a:lnTo>
                  <a:pt x="15240" y="120396"/>
                </a:lnTo>
                <a:lnTo>
                  <a:pt x="10668" y="94488"/>
                </a:lnTo>
                <a:lnTo>
                  <a:pt x="12065" y="80225"/>
                </a:lnTo>
                <a:lnTo>
                  <a:pt x="32004" y="45720"/>
                </a:lnTo>
                <a:lnTo>
                  <a:pt x="69075" y="28575"/>
                </a:lnTo>
                <a:lnTo>
                  <a:pt x="85344" y="27432"/>
                </a:lnTo>
                <a:lnTo>
                  <a:pt x="101625" y="28575"/>
                </a:lnTo>
                <a:lnTo>
                  <a:pt x="140208" y="45720"/>
                </a:lnTo>
                <a:lnTo>
                  <a:pt x="155308" y="67246"/>
                </a:lnTo>
                <a:lnTo>
                  <a:pt x="158851" y="79590"/>
                </a:lnTo>
                <a:lnTo>
                  <a:pt x="158978" y="81038"/>
                </a:lnTo>
                <a:lnTo>
                  <a:pt x="160020" y="92964"/>
                </a:lnTo>
                <a:lnTo>
                  <a:pt x="160020" y="46240"/>
                </a:lnTo>
                <a:lnTo>
                  <a:pt x="130340" y="10934"/>
                </a:lnTo>
                <a:lnTo>
                  <a:pt x="85344" y="0"/>
                </a:lnTo>
                <a:lnTo>
                  <a:pt x="73050" y="596"/>
                </a:lnTo>
                <a:lnTo>
                  <a:pt x="31051" y="17602"/>
                </a:lnTo>
                <a:lnTo>
                  <a:pt x="8191" y="52984"/>
                </a:lnTo>
                <a:lnTo>
                  <a:pt x="3048" y="98971"/>
                </a:lnTo>
                <a:lnTo>
                  <a:pt x="3048" y="166116"/>
                </a:lnTo>
                <a:lnTo>
                  <a:pt x="6096" y="166116"/>
                </a:lnTo>
                <a:lnTo>
                  <a:pt x="6096" y="153924"/>
                </a:lnTo>
                <a:lnTo>
                  <a:pt x="9144" y="149352"/>
                </a:lnTo>
                <a:lnTo>
                  <a:pt x="15240" y="143256"/>
                </a:lnTo>
                <a:lnTo>
                  <a:pt x="155448" y="143256"/>
                </a:lnTo>
                <a:lnTo>
                  <a:pt x="158496" y="144780"/>
                </a:lnTo>
                <a:lnTo>
                  <a:pt x="163068" y="147828"/>
                </a:lnTo>
                <a:lnTo>
                  <a:pt x="164592" y="152400"/>
                </a:lnTo>
                <a:lnTo>
                  <a:pt x="164592" y="166116"/>
                </a:lnTo>
                <a:lnTo>
                  <a:pt x="167640" y="166116"/>
                </a:lnTo>
                <a:lnTo>
                  <a:pt x="167640" y="143256"/>
                </a:lnTo>
                <a:lnTo>
                  <a:pt x="167640" y="120396"/>
                </a:lnTo>
                <a:lnTo>
                  <a:pt x="167640" y="91440"/>
                </a:lnTo>
                <a:close/>
              </a:path>
              <a:path extrusionOk="0" h="655319" w="170814">
                <a:moveTo>
                  <a:pt x="170688" y="425196"/>
                </a:moveTo>
                <a:lnTo>
                  <a:pt x="161544" y="385572"/>
                </a:lnTo>
                <a:lnTo>
                  <a:pt x="129540" y="356616"/>
                </a:lnTo>
                <a:lnTo>
                  <a:pt x="128016" y="361188"/>
                </a:lnTo>
                <a:lnTo>
                  <a:pt x="137198" y="368033"/>
                </a:lnTo>
                <a:lnTo>
                  <a:pt x="144399" y="374713"/>
                </a:lnTo>
                <a:lnTo>
                  <a:pt x="160020" y="416052"/>
                </a:lnTo>
                <a:lnTo>
                  <a:pt x="159461" y="424916"/>
                </a:lnTo>
                <a:lnTo>
                  <a:pt x="141160" y="460438"/>
                </a:lnTo>
                <a:lnTo>
                  <a:pt x="99263" y="475183"/>
                </a:lnTo>
                <a:lnTo>
                  <a:pt x="88392" y="475488"/>
                </a:lnTo>
                <a:lnTo>
                  <a:pt x="75247" y="475183"/>
                </a:lnTo>
                <a:lnTo>
                  <a:pt x="34112" y="464781"/>
                </a:lnTo>
                <a:lnTo>
                  <a:pt x="9906" y="434149"/>
                </a:lnTo>
                <a:lnTo>
                  <a:pt x="7620" y="419100"/>
                </a:lnTo>
                <a:lnTo>
                  <a:pt x="8445" y="410006"/>
                </a:lnTo>
                <a:lnTo>
                  <a:pt x="34671" y="373761"/>
                </a:lnTo>
                <a:lnTo>
                  <a:pt x="56388" y="364236"/>
                </a:lnTo>
                <a:lnTo>
                  <a:pt x="56388" y="361188"/>
                </a:lnTo>
                <a:lnTo>
                  <a:pt x="0" y="364236"/>
                </a:lnTo>
                <a:lnTo>
                  <a:pt x="0" y="367284"/>
                </a:lnTo>
                <a:lnTo>
                  <a:pt x="6096" y="370332"/>
                </a:lnTo>
                <a:lnTo>
                  <a:pt x="9144" y="373380"/>
                </a:lnTo>
                <a:lnTo>
                  <a:pt x="9144" y="382524"/>
                </a:lnTo>
                <a:lnTo>
                  <a:pt x="7620" y="385572"/>
                </a:lnTo>
                <a:lnTo>
                  <a:pt x="4495" y="393839"/>
                </a:lnTo>
                <a:lnTo>
                  <a:pt x="2095" y="402526"/>
                </a:lnTo>
                <a:lnTo>
                  <a:pt x="546" y="411505"/>
                </a:lnTo>
                <a:lnTo>
                  <a:pt x="0" y="420624"/>
                </a:lnTo>
                <a:lnTo>
                  <a:pt x="825" y="431774"/>
                </a:lnTo>
                <a:lnTo>
                  <a:pt x="18478" y="471258"/>
                </a:lnTo>
                <a:lnTo>
                  <a:pt x="54521" y="497141"/>
                </a:lnTo>
                <a:lnTo>
                  <a:pt x="88392" y="502920"/>
                </a:lnTo>
                <a:lnTo>
                  <a:pt x="102933" y="502043"/>
                </a:lnTo>
                <a:lnTo>
                  <a:pt x="141732" y="487680"/>
                </a:lnTo>
                <a:lnTo>
                  <a:pt x="168948" y="443750"/>
                </a:lnTo>
                <a:lnTo>
                  <a:pt x="170688" y="425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025" name="Google Shape;5025;p80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4181855" y="8247888"/>
            <a:ext cx="224028" cy="1083563"/>
          </a:xfrm>
          <a:prstGeom prst="rect">
            <a:avLst/>
          </a:prstGeom>
          <a:noFill/>
          <a:ln>
            <a:noFill/>
          </a:ln>
        </p:spPr>
      </p:pic>
      <p:pic>
        <p:nvPicPr>
          <p:cNvPr id="5026" name="Google Shape;5026;p80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4181855" y="6544056"/>
            <a:ext cx="225552" cy="1630679"/>
          </a:xfrm>
          <a:prstGeom prst="rect">
            <a:avLst/>
          </a:prstGeom>
          <a:noFill/>
          <a:ln>
            <a:noFill/>
          </a:ln>
        </p:spPr>
      </p:pic>
      <p:pic>
        <p:nvPicPr>
          <p:cNvPr id="5027" name="Google Shape;5027;p80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4181855" y="5654040"/>
            <a:ext cx="225552" cy="8260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28" name="Google Shape;5028;p80"/>
          <p:cNvGrpSpPr/>
          <p:nvPr/>
        </p:nvGrpSpPr>
        <p:grpSpPr>
          <a:xfrm>
            <a:off x="4779264" y="8650223"/>
            <a:ext cx="167640" cy="669036"/>
            <a:chOff x="4779264" y="8650223"/>
            <a:chExt cx="167640" cy="669036"/>
          </a:xfrm>
        </p:grpSpPr>
        <p:pic>
          <p:nvPicPr>
            <p:cNvPr id="5029" name="Google Shape;5029;p80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4785360" y="9176003"/>
              <a:ext cx="143256" cy="1432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30" name="Google Shape;5030;p80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4779264" y="8650223"/>
              <a:ext cx="167640" cy="499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031" name="Google Shape;5031;p80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4774691" y="8423147"/>
            <a:ext cx="175259" cy="146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5032" name="Google Shape;5032;p80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4774691" y="7883652"/>
            <a:ext cx="175260" cy="451104"/>
          </a:xfrm>
          <a:prstGeom prst="rect">
            <a:avLst/>
          </a:prstGeom>
          <a:noFill/>
          <a:ln>
            <a:noFill/>
          </a:ln>
        </p:spPr>
      </p:pic>
      <p:pic>
        <p:nvPicPr>
          <p:cNvPr id="5033" name="Google Shape;5033;p80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4832603" y="7603235"/>
            <a:ext cx="117348" cy="18745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34" name="Google Shape;5034;p80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4832603" y="7283195"/>
            <a:ext cx="117348" cy="222504"/>
          </a:xfrm>
          <a:prstGeom prst="rect">
            <a:avLst/>
          </a:prstGeom>
          <a:noFill/>
          <a:ln>
            <a:noFill/>
          </a:ln>
        </p:spPr>
      </p:pic>
      <p:sp>
        <p:nvSpPr>
          <p:cNvPr id="5035" name="Google Shape;5035;p80"/>
          <p:cNvSpPr/>
          <p:nvPr/>
        </p:nvSpPr>
        <p:spPr>
          <a:xfrm>
            <a:off x="4774679" y="6321552"/>
            <a:ext cx="175895" cy="879475"/>
          </a:xfrm>
          <a:custGeom>
            <a:rect b="b" l="l" r="r" t="t"/>
            <a:pathLst>
              <a:path extrusionOk="0" h="879475" w="175895">
                <a:moveTo>
                  <a:pt x="172212" y="568452"/>
                </a:moveTo>
                <a:lnTo>
                  <a:pt x="169164" y="568452"/>
                </a:lnTo>
                <a:lnTo>
                  <a:pt x="169164" y="577596"/>
                </a:lnTo>
                <a:lnTo>
                  <a:pt x="167640" y="579120"/>
                </a:lnTo>
                <a:lnTo>
                  <a:pt x="166116" y="582168"/>
                </a:lnTo>
                <a:lnTo>
                  <a:pt x="164592" y="583692"/>
                </a:lnTo>
                <a:lnTo>
                  <a:pt x="163068" y="583692"/>
                </a:lnTo>
                <a:lnTo>
                  <a:pt x="160020" y="585216"/>
                </a:lnTo>
                <a:lnTo>
                  <a:pt x="89916" y="585216"/>
                </a:lnTo>
                <a:lnTo>
                  <a:pt x="82296" y="586740"/>
                </a:lnTo>
                <a:lnTo>
                  <a:pt x="57912" y="608076"/>
                </a:lnTo>
                <a:lnTo>
                  <a:pt x="57912" y="620268"/>
                </a:lnTo>
                <a:lnTo>
                  <a:pt x="59436" y="626364"/>
                </a:lnTo>
                <a:lnTo>
                  <a:pt x="62484" y="630936"/>
                </a:lnTo>
                <a:lnTo>
                  <a:pt x="65366" y="635774"/>
                </a:lnTo>
                <a:lnTo>
                  <a:pt x="69532" y="641032"/>
                </a:lnTo>
                <a:lnTo>
                  <a:pt x="75133" y="646582"/>
                </a:lnTo>
                <a:lnTo>
                  <a:pt x="82296" y="652272"/>
                </a:lnTo>
                <a:lnTo>
                  <a:pt x="74676" y="653796"/>
                </a:lnTo>
                <a:lnTo>
                  <a:pt x="68580" y="656844"/>
                </a:lnTo>
                <a:lnTo>
                  <a:pt x="59436" y="665988"/>
                </a:lnTo>
                <a:lnTo>
                  <a:pt x="57912" y="672084"/>
                </a:lnTo>
                <a:lnTo>
                  <a:pt x="57912" y="682752"/>
                </a:lnTo>
                <a:lnTo>
                  <a:pt x="60960" y="691896"/>
                </a:lnTo>
                <a:lnTo>
                  <a:pt x="62484" y="694944"/>
                </a:lnTo>
                <a:lnTo>
                  <a:pt x="65532" y="699516"/>
                </a:lnTo>
                <a:lnTo>
                  <a:pt x="68580" y="702564"/>
                </a:lnTo>
                <a:lnTo>
                  <a:pt x="68580" y="704088"/>
                </a:lnTo>
                <a:lnTo>
                  <a:pt x="74676" y="708660"/>
                </a:lnTo>
                <a:lnTo>
                  <a:pt x="82296" y="716280"/>
                </a:lnTo>
                <a:lnTo>
                  <a:pt x="57912" y="716280"/>
                </a:lnTo>
                <a:lnTo>
                  <a:pt x="57912" y="722376"/>
                </a:lnTo>
                <a:lnTo>
                  <a:pt x="71628" y="754380"/>
                </a:lnTo>
                <a:lnTo>
                  <a:pt x="74676" y="752856"/>
                </a:lnTo>
                <a:lnTo>
                  <a:pt x="73152" y="749808"/>
                </a:lnTo>
                <a:lnTo>
                  <a:pt x="73152" y="742188"/>
                </a:lnTo>
                <a:lnTo>
                  <a:pt x="77724" y="737616"/>
                </a:lnTo>
                <a:lnTo>
                  <a:pt x="83820" y="737616"/>
                </a:lnTo>
                <a:lnTo>
                  <a:pt x="92964" y="736092"/>
                </a:lnTo>
                <a:lnTo>
                  <a:pt x="155448" y="736092"/>
                </a:lnTo>
                <a:lnTo>
                  <a:pt x="160020" y="737616"/>
                </a:lnTo>
                <a:lnTo>
                  <a:pt x="161544" y="737616"/>
                </a:lnTo>
                <a:lnTo>
                  <a:pt x="164592" y="739140"/>
                </a:lnTo>
                <a:lnTo>
                  <a:pt x="167640" y="742188"/>
                </a:lnTo>
                <a:lnTo>
                  <a:pt x="169164" y="745236"/>
                </a:lnTo>
                <a:lnTo>
                  <a:pt x="169164" y="752856"/>
                </a:lnTo>
                <a:lnTo>
                  <a:pt x="172212" y="752856"/>
                </a:lnTo>
                <a:lnTo>
                  <a:pt x="172212" y="699516"/>
                </a:lnTo>
                <a:lnTo>
                  <a:pt x="169164" y="699516"/>
                </a:lnTo>
                <a:lnTo>
                  <a:pt x="169164" y="710184"/>
                </a:lnTo>
                <a:lnTo>
                  <a:pt x="164592" y="714756"/>
                </a:lnTo>
                <a:lnTo>
                  <a:pt x="163068" y="714756"/>
                </a:lnTo>
                <a:lnTo>
                  <a:pt x="160020" y="716280"/>
                </a:lnTo>
                <a:lnTo>
                  <a:pt x="88392" y="716280"/>
                </a:lnTo>
                <a:lnTo>
                  <a:pt x="83820" y="713232"/>
                </a:lnTo>
                <a:lnTo>
                  <a:pt x="80772" y="708660"/>
                </a:lnTo>
                <a:lnTo>
                  <a:pt x="76200" y="702564"/>
                </a:lnTo>
                <a:lnTo>
                  <a:pt x="73152" y="693420"/>
                </a:lnTo>
                <a:lnTo>
                  <a:pt x="73152" y="682752"/>
                </a:lnTo>
                <a:lnTo>
                  <a:pt x="76200" y="678180"/>
                </a:lnTo>
                <a:lnTo>
                  <a:pt x="80772" y="675132"/>
                </a:lnTo>
                <a:lnTo>
                  <a:pt x="83820" y="672084"/>
                </a:lnTo>
                <a:lnTo>
                  <a:pt x="91440" y="670560"/>
                </a:lnTo>
                <a:lnTo>
                  <a:pt x="155448" y="670560"/>
                </a:lnTo>
                <a:lnTo>
                  <a:pt x="158496" y="672084"/>
                </a:lnTo>
                <a:lnTo>
                  <a:pt x="163068" y="672084"/>
                </a:lnTo>
                <a:lnTo>
                  <a:pt x="166116" y="673608"/>
                </a:lnTo>
                <a:lnTo>
                  <a:pt x="167640" y="676656"/>
                </a:lnTo>
                <a:lnTo>
                  <a:pt x="169164" y="678180"/>
                </a:lnTo>
                <a:lnTo>
                  <a:pt x="169164" y="687324"/>
                </a:lnTo>
                <a:lnTo>
                  <a:pt x="172212" y="687324"/>
                </a:lnTo>
                <a:lnTo>
                  <a:pt x="172212" y="633984"/>
                </a:lnTo>
                <a:lnTo>
                  <a:pt x="169164" y="633984"/>
                </a:lnTo>
                <a:lnTo>
                  <a:pt x="169164" y="643128"/>
                </a:lnTo>
                <a:lnTo>
                  <a:pt x="167640" y="646176"/>
                </a:lnTo>
                <a:lnTo>
                  <a:pt x="163068" y="650748"/>
                </a:lnTo>
                <a:lnTo>
                  <a:pt x="88392" y="650748"/>
                </a:lnTo>
                <a:lnTo>
                  <a:pt x="82296" y="644652"/>
                </a:lnTo>
                <a:lnTo>
                  <a:pt x="76200" y="635508"/>
                </a:lnTo>
                <a:lnTo>
                  <a:pt x="74676" y="632460"/>
                </a:lnTo>
                <a:lnTo>
                  <a:pt x="73152" y="627888"/>
                </a:lnTo>
                <a:lnTo>
                  <a:pt x="73152" y="617220"/>
                </a:lnTo>
                <a:lnTo>
                  <a:pt x="76200" y="611124"/>
                </a:lnTo>
                <a:lnTo>
                  <a:pt x="80772" y="608076"/>
                </a:lnTo>
                <a:lnTo>
                  <a:pt x="85344" y="606552"/>
                </a:lnTo>
                <a:lnTo>
                  <a:pt x="91440" y="605028"/>
                </a:lnTo>
                <a:lnTo>
                  <a:pt x="153924" y="605028"/>
                </a:lnTo>
                <a:lnTo>
                  <a:pt x="158496" y="606552"/>
                </a:lnTo>
                <a:lnTo>
                  <a:pt x="163068" y="606552"/>
                </a:lnTo>
                <a:lnTo>
                  <a:pt x="166116" y="609600"/>
                </a:lnTo>
                <a:lnTo>
                  <a:pt x="169164" y="615696"/>
                </a:lnTo>
                <a:lnTo>
                  <a:pt x="169164" y="621792"/>
                </a:lnTo>
                <a:lnTo>
                  <a:pt x="172212" y="621792"/>
                </a:lnTo>
                <a:lnTo>
                  <a:pt x="172212" y="568452"/>
                </a:lnTo>
                <a:close/>
              </a:path>
              <a:path extrusionOk="0" h="879475" w="175895">
                <a:moveTo>
                  <a:pt x="172212" y="382524"/>
                </a:moveTo>
                <a:lnTo>
                  <a:pt x="169164" y="382524"/>
                </a:lnTo>
                <a:lnTo>
                  <a:pt x="169164" y="387096"/>
                </a:lnTo>
                <a:lnTo>
                  <a:pt x="167640" y="391668"/>
                </a:lnTo>
                <a:lnTo>
                  <a:pt x="164592" y="397764"/>
                </a:lnTo>
                <a:lnTo>
                  <a:pt x="163068" y="399288"/>
                </a:lnTo>
                <a:lnTo>
                  <a:pt x="156972" y="402336"/>
                </a:lnTo>
                <a:lnTo>
                  <a:pt x="92964" y="402336"/>
                </a:lnTo>
                <a:lnTo>
                  <a:pt x="85344" y="397764"/>
                </a:lnTo>
                <a:lnTo>
                  <a:pt x="80772" y="394716"/>
                </a:lnTo>
                <a:lnTo>
                  <a:pt x="77724" y="390144"/>
                </a:lnTo>
                <a:lnTo>
                  <a:pt x="74676" y="387096"/>
                </a:lnTo>
                <a:lnTo>
                  <a:pt x="74676" y="384048"/>
                </a:lnTo>
                <a:lnTo>
                  <a:pt x="76200" y="381000"/>
                </a:lnTo>
                <a:lnTo>
                  <a:pt x="79248" y="377952"/>
                </a:lnTo>
                <a:lnTo>
                  <a:pt x="80772" y="373380"/>
                </a:lnTo>
                <a:lnTo>
                  <a:pt x="82296" y="370332"/>
                </a:lnTo>
                <a:lnTo>
                  <a:pt x="82296" y="365760"/>
                </a:lnTo>
                <a:lnTo>
                  <a:pt x="80772" y="362712"/>
                </a:lnTo>
                <a:lnTo>
                  <a:pt x="77724" y="359664"/>
                </a:lnTo>
                <a:lnTo>
                  <a:pt x="74676" y="358140"/>
                </a:lnTo>
                <a:lnTo>
                  <a:pt x="67056" y="358140"/>
                </a:lnTo>
                <a:lnTo>
                  <a:pt x="64008" y="359664"/>
                </a:lnTo>
                <a:lnTo>
                  <a:pt x="62484" y="362712"/>
                </a:lnTo>
                <a:lnTo>
                  <a:pt x="59436" y="365760"/>
                </a:lnTo>
                <a:lnTo>
                  <a:pt x="57912" y="368808"/>
                </a:lnTo>
                <a:lnTo>
                  <a:pt x="57912" y="373380"/>
                </a:lnTo>
                <a:lnTo>
                  <a:pt x="59372" y="381127"/>
                </a:lnTo>
                <a:lnTo>
                  <a:pt x="63817" y="388429"/>
                </a:lnTo>
                <a:lnTo>
                  <a:pt x="71424" y="395465"/>
                </a:lnTo>
                <a:lnTo>
                  <a:pt x="82296" y="402336"/>
                </a:lnTo>
                <a:lnTo>
                  <a:pt x="57912" y="402336"/>
                </a:lnTo>
                <a:lnTo>
                  <a:pt x="57912" y="406908"/>
                </a:lnTo>
                <a:lnTo>
                  <a:pt x="71628" y="440436"/>
                </a:lnTo>
                <a:lnTo>
                  <a:pt x="74676" y="438912"/>
                </a:lnTo>
                <a:lnTo>
                  <a:pt x="73152" y="435864"/>
                </a:lnTo>
                <a:lnTo>
                  <a:pt x="73152" y="426720"/>
                </a:lnTo>
                <a:lnTo>
                  <a:pt x="74676" y="425196"/>
                </a:lnTo>
                <a:lnTo>
                  <a:pt x="76200" y="425196"/>
                </a:lnTo>
                <a:lnTo>
                  <a:pt x="77724" y="423672"/>
                </a:lnTo>
                <a:lnTo>
                  <a:pt x="80772" y="423672"/>
                </a:lnTo>
                <a:lnTo>
                  <a:pt x="83820" y="422148"/>
                </a:lnTo>
                <a:lnTo>
                  <a:pt x="160020" y="422148"/>
                </a:lnTo>
                <a:lnTo>
                  <a:pt x="163068" y="423672"/>
                </a:lnTo>
                <a:lnTo>
                  <a:pt x="166116" y="426720"/>
                </a:lnTo>
                <a:lnTo>
                  <a:pt x="167640" y="429768"/>
                </a:lnTo>
                <a:lnTo>
                  <a:pt x="169164" y="434340"/>
                </a:lnTo>
                <a:lnTo>
                  <a:pt x="169164" y="438912"/>
                </a:lnTo>
                <a:lnTo>
                  <a:pt x="172212" y="438912"/>
                </a:lnTo>
                <a:lnTo>
                  <a:pt x="172212" y="382524"/>
                </a:lnTo>
                <a:close/>
              </a:path>
              <a:path extrusionOk="0" h="879475" w="175895">
                <a:moveTo>
                  <a:pt x="172212" y="184404"/>
                </a:moveTo>
                <a:lnTo>
                  <a:pt x="169164" y="184404"/>
                </a:lnTo>
                <a:lnTo>
                  <a:pt x="169164" y="193548"/>
                </a:lnTo>
                <a:lnTo>
                  <a:pt x="167640" y="196596"/>
                </a:lnTo>
                <a:lnTo>
                  <a:pt x="164604" y="199644"/>
                </a:lnTo>
                <a:lnTo>
                  <a:pt x="161544" y="199644"/>
                </a:lnTo>
                <a:lnTo>
                  <a:pt x="160020" y="201168"/>
                </a:lnTo>
                <a:lnTo>
                  <a:pt x="0" y="201168"/>
                </a:lnTo>
                <a:lnTo>
                  <a:pt x="0" y="207264"/>
                </a:lnTo>
                <a:lnTo>
                  <a:pt x="13716" y="237744"/>
                </a:lnTo>
                <a:lnTo>
                  <a:pt x="16764" y="236220"/>
                </a:lnTo>
                <a:lnTo>
                  <a:pt x="15240" y="233172"/>
                </a:lnTo>
                <a:lnTo>
                  <a:pt x="15240" y="225552"/>
                </a:lnTo>
                <a:lnTo>
                  <a:pt x="16764" y="225552"/>
                </a:lnTo>
                <a:lnTo>
                  <a:pt x="19812" y="222504"/>
                </a:lnTo>
                <a:lnTo>
                  <a:pt x="25908" y="222504"/>
                </a:lnTo>
                <a:lnTo>
                  <a:pt x="33528" y="220980"/>
                </a:lnTo>
                <a:lnTo>
                  <a:pt x="155448" y="220980"/>
                </a:lnTo>
                <a:lnTo>
                  <a:pt x="160020" y="222504"/>
                </a:lnTo>
                <a:lnTo>
                  <a:pt x="161544" y="222504"/>
                </a:lnTo>
                <a:lnTo>
                  <a:pt x="164604" y="224028"/>
                </a:lnTo>
                <a:lnTo>
                  <a:pt x="167640" y="227076"/>
                </a:lnTo>
                <a:lnTo>
                  <a:pt x="169164" y="230124"/>
                </a:lnTo>
                <a:lnTo>
                  <a:pt x="169164" y="237744"/>
                </a:lnTo>
                <a:lnTo>
                  <a:pt x="172212" y="237744"/>
                </a:lnTo>
                <a:lnTo>
                  <a:pt x="172212" y="184404"/>
                </a:lnTo>
                <a:close/>
              </a:path>
              <a:path extrusionOk="0" h="879475" w="175895">
                <a:moveTo>
                  <a:pt x="172212" y="118872"/>
                </a:moveTo>
                <a:lnTo>
                  <a:pt x="169164" y="118872"/>
                </a:lnTo>
                <a:lnTo>
                  <a:pt x="169164" y="126492"/>
                </a:lnTo>
                <a:lnTo>
                  <a:pt x="167640" y="129540"/>
                </a:lnTo>
                <a:lnTo>
                  <a:pt x="164604" y="132588"/>
                </a:lnTo>
                <a:lnTo>
                  <a:pt x="161544" y="134112"/>
                </a:lnTo>
                <a:lnTo>
                  <a:pt x="160020" y="134112"/>
                </a:lnTo>
                <a:lnTo>
                  <a:pt x="155448" y="135636"/>
                </a:lnTo>
                <a:lnTo>
                  <a:pt x="0" y="135636"/>
                </a:lnTo>
                <a:lnTo>
                  <a:pt x="0" y="140208"/>
                </a:lnTo>
                <a:lnTo>
                  <a:pt x="13716" y="172212"/>
                </a:lnTo>
                <a:lnTo>
                  <a:pt x="16764" y="169164"/>
                </a:lnTo>
                <a:lnTo>
                  <a:pt x="15240" y="166116"/>
                </a:lnTo>
                <a:lnTo>
                  <a:pt x="15240" y="158496"/>
                </a:lnTo>
                <a:lnTo>
                  <a:pt x="16764" y="158496"/>
                </a:lnTo>
                <a:lnTo>
                  <a:pt x="19812" y="155448"/>
                </a:lnTo>
                <a:lnTo>
                  <a:pt x="160020" y="155448"/>
                </a:lnTo>
                <a:lnTo>
                  <a:pt x="161544" y="156972"/>
                </a:lnTo>
                <a:lnTo>
                  <a:pt x="164604" y="156972"/>
                </a:lnTo>
                <a:lnTo>
                  <a:pt x="166128" y="158496"/>
                </a:lnTo>
                <a:lnTo>
                  <a:pt x="167640" y="161544"/>
                </a:lnTo>
                <a:lnTo>
                  <a:pt x="169164" y="163068"/>
                </a:lnTo>
                <a:lnTo>
                  <a:pt x="169164" y="172212"/>
                </a:lnTo>
                <a:lnTo>
                  <a:pt x="172212" y="172212"/>
                </a:lnTo>
                <a:lnTo>
                  <a:pt x="172212" y="118872"/>
                </a:lnTo>
                <a:close/>
              </a:path>
              <a:path extrusionOk="0" h="879475" w="175895">
                <a:moveTo>
                  <a:pt x="175260" y="787908"/>
                </a:moveTo>
                <a:lnTo>
                  <a:pt x="161544" y="755904"/>
                </a:lnTo>
                <a:lnTo>
                  <a:pt x="158496" y="757428"/>
                </a:lnTo>
                <a:lnTo>
                  <a:pt x="160020" y="760476"/>
                </a:lnTo>
                <a:lnTo>
                  <a:pt x="160020" y="768096"/>
                </a:lnTo>
                <a:lnTo>
                  <a:pt x="158496" y="769620"/>
                </a:lnTo>
                <a:lnTo>
                  <a:pt x="158496" y="771144"/>
                </a:lnTo>
                <a:lnTo>
                  <a:pt x="155448" y="772668"/>
                </a:lnTo>
                <a:lnTo>
                  <a:pt x="149352" y="772668"/>
                </a:lnTo>
                <a:lnTo>
                  <a:pt x="141732" y="774192"/>
                </a:lnTo>
                <a:lnTo>
                  <a:pt x="60960" y="774192"/>
                </a:lnTo>
                <a:lnTo>
                  <a:pt x="60960" y="810768"/>
                </a:lnTo>
                <a:lnTo>
                  <a:pt x="64008" y="810768"/>
                </a:lnTo>
                <a:lnTo>
                  <a:pt x="64008" y="803148"/>
                </a:lnTo>
                <a:lnTo>
                  <a:pt x="65532" y="798576"/>
                </a:lnTo>
                <a:lnTo>
                  <a:pt x="68580" y="797052"/>
                </a:lnTo>
                <a:lnTo>
                  <a:pt x="70104" y="794004"/>
                </a:lnTo>
                <a:lnTo>
                  <a:pt x="144780" y="794004"/>
                </a:lnTo>
                <a:lnTo>
                  <a:pt x="150876" y="800100"/>
                </a:lnTo>
                <a:lnTo>
                  <a:pt x="156972" y="809244"/>
                </a:lnTo>
                <a:lnTo>
                  <a:pt x="160020" y="818388"/>
                </a:lnTo>
                <a:lnTo>
                  <a:pt x="160020" y="827532"/>
                </a:lnTo>
                <a:lnTo>
                  <a:pt x="158496" y="832104"/>
                </a:lnTo>
                <a:lnTo>
                  <a:pt x="152400" y="838200"/>
                </a:lnTo>
                <a:lnTo>
                  <a:pt x="144780" y="841248"/>
                </a:lnTo>
                <a:lnTo>
                  <a:pt x="60960" y="841248"/>
                </a:lnTo>
                <a:lnTo>
                  <a:pt x="60960" y="879348"/>
                </a:lnTo>
                <a:lnTo>
                  <a:pt x="64008" y="879348"/>
                </a:lnTo>
                <a:lnTo>
                  <a:pt x="64008" y="868680"/>
                </a:lnTo>
                <a:lnTo>
                  <a:pt x="67056" y="865632"/>
                </a:lnTo>
                <a:lnTo>
                  <a:pt x="68580" y="862584"/>
                </a:lnTo>
                <a:lnTo>
                  <a:pt x="70104" y="862584"/>
                </a:lnTo>
                <a:lnTo>
                  <a:pt x="73152" y="861060"/>
                </a:lnTo>
                <a:lnTo>
                  <a:pt x="141732" y="861060"/>
                </a:lnTo>
                <a:lnTo>
                  <a:pt x="150876" y="859536"/>
                </a:lnTo>
                <a:lnTo>
                  <a:pt x="155448" y="858012"/>
                </a:lnTo>
                <a:lnTo>
                  <a:pt x="161544" y="856488"/>
                </a:lnTo>
                <a:lnTo>
                  <a:pt x="166116" y="853440"/>
                </a:lnTo>
                <a:lnTo>
                  <a:pt x="169164" y="848868"/>
                </a:lnTo>
                <a:lnTo>
                  <a:pt x="173736" y="842772"/>
                </a:lnTo>
                <a:lnTo>
                  <a:pt x="175260" y="838200"/>
                </a:lnTo>
                <a:lnTo>
                  <a:pt x="175260" y="826008"/>
                </a:lnTo>
                <a:lnTo>
                  <a:pt x="150876" y="794004"/>
                </a:lnTo>
                <a:lnTo>
                  <a:pt x="175260" y="794004"/>
                </a:lnTo>
                <a:lnTo>
                  <a:pt x="175260" y="787908"/>
                </a:lnTo>
                <a:close/>
              </a:path>
              <a:path extrusionOk="0" h="879475" w="175895">
                <a:moveTo>
                  <a:pt x="175260" y="505968"/>
                </a:moveTo>
                <a:lnTo>
                  <a:pt x="174383" y="495973"/>
                </a:lnTo>
                <a:lnTo>
                  <a:pt x="171640" y="486537"/>
                </a:lnTo>
                <a:lnTo>
                  <a:pt x="167640" y="479069"/>
                </a:lnTo>
                <a:lnTo>
                  <a:pt x="167640" y="492252"/>
                </a:lnTo>
                <a:lnTo>
                  <a:pt x="167640" y="504444"/>
                </a:lnTo>
                <a:lnTo>
                  <a:pt x="163080" y="518160"/>
                </a:lnTo>
                <a:lnTo>
                  <a:pt x="160020" y="522732"/>
                </a:lnTo>
                <a:lnTo>
                  <a:pt x="155448" y="525780"/>
                </a:lnTo>
                <a:lnTo>
                  <a:pt x="88392" y="525780"/>
                </a:lnTo>
                <a:lnTo>
                  <a:pt x="82296" y="521208"/>
                </a:lnTo>
                <a:lnTo>
                  <a:pt x="79248" y="516636"/>
                </a:lnTo>
                <a:lnTo>
                  <a:pt x="77724" y="513588"/>
                </a:lnTo>
                <a:lnTo>
                  <a:pt x="76200" y="509016"/>
                </a:lnTo>
                <a:lnTo>
                  <a:pt x="74676" y="505968"/>
                </a:lnTo>
                <a:lnTo>
                  <a:pt x="74676" y="492252"/>
                </a:lnTo>
                <a:lnTo>
                  <a:pt x="79248" y="486156"/>
                </a:lnTo>
                <a:lnTo>
                  <a:pt x="118872" y="469404"/>
                </a:lnTo>
                <a:lnTo>
                  <a:pt x="130594" y="469988"/>
                </a:lnTo>
                <a:lnTo>
                  <a:pt x="167640" y="492252"/>
                </a:lnTo>
                <a:lnTo>
                  <a:pt x="167640" y="479069"/>
                </a:lnTo>
                <a:lnTo>
                  <a:pt x="166903" y="477685"/>
                </a:lnTo>
                <a:lnTo>
                  <a:pt x="159969" y="469328"/>
                </a:lnTo>
                <a:lnTo>
                  <a:pt x="150291" y="461162"/>
                </a:lnTo>
                <a:lnTo>
                  <a:pt x="139255" y="454914"/>
                </a:lnTo>
                <a:lnTo>
                  <a:pt x="126809" y="450964"/>
                </a:lnTo>
                <a:lnTo>
                  <a:pt x="112776" y="449580"/>
                </a:lnTo>
                <a:lnTo>
                  <a:pt x="100799" y="450443"/>
                </a:lnTo>
                <a:lnTo>
                  <a:pt x="66281" y="469328"/>
                </a:lnTo>
                <a:lnTo>
                  <a:pt x="57912" y="492252"/>
                </a:lnTo>
                <a:lnTo>
                  <a:pt x="59347" y="501142"/>
                </a:lnTo>
                <a:lnTo>
                  <a:pt x="63627" y="509587"/>
                </a:lnTo>
                <a:lnTo>
                  <a:pt x="70777" y="517766"/>
                </a:lnTo>
                <a:lnTo>
                  <a:pt x="80772" y="525780"/>
                </a:lnTo>
                <a:lnTo>
                  <a:pt x="0" y="525780"/>
                </a:lnTo>
                <a:lnTo>
                  <a:pt x="0" y="531876"/>
                </a:lnTo>
                <a:lnTo>
                  <a:pt x="13716" y="563880"/>
                </a:lnTo>
                <a:lnTo>
                  <a:pt x="16764" y="562356"/>
                </a:lnTo>
                <a:lnTo>
                  <a:pt x="15240" y="559308"/>
                </a:lnTo>
                <a:lnTo>
                  <a:pt x="15240" y="551688"/>
                </a:lnTo>
                <a:lnTo>
                  <a:pt x="19812" y="547116"/>
                </a:lnTo>
                <a:lnTo>
                  <a:pt x="25908" y="547116"/>
                </a:lnTo>
                <a:lnTo>
                  <a:pt x="33528" y="545592"/>
                </a:lnTo>
                <a:lnTo>
                  <a:pt x="163080" y="545592"/>
                </a:lnTo>
                <a:lnTo>
                  <a:pt x="166128" y="539496"/>
                </a:lnTo>
                <a:lnTo>
                  <a:pt x="170688" y="531876"/>
                </a:lnTo>
                <a:lnTo>
                  <a:pt x="175260" y="513588"/>
                </a:lnTo>
                <a:lnTo>
                  <a:pt x="175260" y="505968"/>
                </a:lnTo>
                <a:close/>
              </a:path>
              <a:path extrusionOk="0" h="879475" w="175895">
                <a:moveTo>
                  <a:pt x="175272" y="298704"/>
                </a:moveTo>
                <a:lnTo>
                  <a:pt x="155308" y="263080"/>
                </a:lnTo>
                <a:lnTo>
                  <a:pt x="132600" y="254508"/>
                </a:lnTo>
                <a:lnTo>
                  <a:pt x="129552" y="257556"/>
                </a:lnTo>
                <a:lnTo>
                  <a:pt x="140220" y="260604"/>
                </a:lnTo>
                <a:lnTo>
                  <a:pt x="146316" y="265176"/>
                </a:lnTo>
                <a:lnTo>
                  <a:pt x="149364" y="271272"/>
                </a:lnTo>
                <a:lnTo>
                  <a:pt x="153936" y="275844"/>
                </a:lnTo>
                <a:lnTo>
                  <a:pt x="155460" y="281940"/>
                </a:lnTo>
                <a:lnTo>
                  <a:pt x="134048" y="322122"/>
                </a:lnTo>
                <a:lnTo>
                  <a:pt x="102120" y="329184"/>
                </a:lnTo>
                <a:lnTo>
                  <a:pt x="102120" y="278892"/>
                </a:lnTo>
                <a:lnTo>
                  <a:pt x="102120" y="254508"/>
                </a:lnTo>
                <a:lnTo>
                  <a:pt x="94488" y="255003"/>
                </a:lnTo>
                <a:lnTo>
                  <a:pt x="94488" y="278892"/>
                </a:lnTo>
                <a:lnTo>
                  <a:pt x="94488" y="329184"/>
                </a:lnTo>
                <a:lnTo>
                  <a:pt x="85344" y="327660"/>
                </a:lnTo>
                <a:lnTo>
                  <a:pt x="77724" y="324612"/>
                </a:lnTo>
                <a:lnTo>
                  <a:pt x="68580" y="315468"/>
                </a:lnTo>
                <a:lnTo>
                  <a:pt x="65532" y="309372"/>
                </a:lnTo>
                <a:lnTo>
                  <a:pt x="65532" y="298704"/>
                </a:lnTo>
                <a:lnTo>
                  <a:pt x="67056" y="294132"/>
                </a:lnTo>
                <a:lnTo>
                  <a:pt x="70104" y="289560"/>
                </a:lnTo>
                <a:lnTo>
                  <a:pt x="71628" y="286512"/>
                </a:lnTo>
                <a:lnTo>
                  <a:pt x="74676" y="283464"/>
                </a:lnTo>
                <a:lnTo>
                  <a:pt x="79248" y="281940"/>
                </a:lnTo>
                <a:lnTo>
                  <a:pt x="82296" y="280416"/>
                </a:lnTo>
                <a:lnTo>
                  <a:pt x="86868" y="278892"/>
                </a:lnTo>
                <a:lnTo>
                  <a:pt x="94488" y="278892"/>
                </a:lnTo>
                <a:lnTo>
                  <a:pt x="94488" y="255003"/>
                </a:lnTo>
                <a:lnTo>
                  <a:pt x="61150" y="279654"/>
                </a:lnTo>
                <a:lnTo>
                  <a:pt x="57912" y="297180"/>
                </a:lnTo>
                <a:lnTo>
                  <a:pt x="59016" y="307162"/>
                </a:lnTo>
                <a:lnTo>
                  <a:pt x="81991" y="339115"/>
                </a:lnTo>
                <a:lnTo>
                  <a:pt x="117360" y="347472"/>
                </a:lnTo>
                <a:lnTo>
                  <a:pt x="130594" y="346595"/>
                </a:lnTo>
                <a:lnTo>
                  <a:pt x="130340" y="346595"/>
                </a:lnTo>
                <a:lnTo>
                  <a:pt x="141554" y="344043"/>
                </a:lnTo>
                <a:lnTo>
                  <a:pt x="151434" y="339763"/>
                </a:lnTo>
                <a:lnTo>
                  <a:pt x="160032" y="333756"/>
                </a:lnTo>
                <a:lnTo>
                  <a:pt x="163931" y="329184"/>
                </a:lnTo>
                <a:lnTo>
                  <a:pt x="166903" y="325716"/>
                </a:lnTo>
                <a:lnTo>
                  <a:pt x="171653" y="317373"/>
                </a:lnTo>
                <a:lnTo>
                  <a:pt x="171767" y="316992"/>
                </a:lnTo>
                <a:lnTo>
                  <a:pt x="174383" y="308470"/>
                </a:lnTo>
                <a:lnTo>
                  <a:pt x="174498" y="307162"/>
                </a:lnTo>
                <a:lnTo>
                  <a:pt x="175272" y="298704"/>
                </a:lnTo>
                <a:close/>
              </a:path>
              <a:path extrusionOk="0" h="879475" w="175895">
                <a:moveTo>
                  <a:pt x="175272" y="25908"/>
                </a:moveTo>
                <a:lnTo>
                  <a:pt x="174129" y="19291"/>
                </a:lnTo>
                <a:lnTo>
                  <a:pt x="170700" y="12954"/>
                </a:lnTo>
                <a:lnTo>
                  <a:pt x="164985" y="6629"/>
                </a:lnTo>
                <a:lnTo>
                  <a:pt x="156984" y="0"/>
                </a:lnTo>
                <a:lnTo>
                  <a:pt x="150888" y="0"/>
                </a:lnTo>
                <a:lnTo>
                  <a:pt x="160032" y="9144"/>
                </a:lnTo>
                <a:lnTo>
                  <a:pt x="160032" y="15240"/>
                </a:lnTo>
                <a:lnTo>
                  <a:pt x="158508" y="15240"/>
                </a:lnTo>
                <a:lnTo>
                  <a:pt x="158508" y="16764"/>
                </a:lnTo>
                <a:lnTo>
                  <a:pt x="156984" y="16764"/>
                </a:lnTo>
                <a:lnTo>
                  <a:pt x="153936" y="18288"/>
                </a:lnTo>
                <a:lnTo>
                  <a:pt x="85356" y="18288"/>
                </a:lnTo>
                <a:lnTo>
                  <a:pt x="77736" y="19812"/>
                </a:lnTo>
                <a:lnTo>
                  <a:pt x="74688" y="21336"/>
                </a:lnTo>
                <a:lnTo>
                  <a:pt x="70116" y="22860"/>
                </a:lnTo>
                <a:lnTo>
                  <a:pt x="65544" y="25908"/>
                </a:lnTo>
                <a:lnTo>
                  <a:pt x="59448" y="38100"/>
                </a:lnTo>
                <a:lnTo>
                  <a:pt x="57924" y="45720"/>
                </a:lnTo>
                <a:lnTo>
                  <a:pt x="58013" y="57823"/>
                </a:lnTo>
                <a:lnTo>
                  <a:pt x="58077" y="58889"/>
                </a:lnTo>
                <a:lnTo>
                  <a:pt x="58153" y="59969"/>
                </a:lnTo>
                <a:lnTo>
                  <a:pt x="58216" y="60960"/>
                </a:lnTo>
                <a:lnTo>
                  <a:pt x="79260" y="97536"/>
                </a:lnTo>
                <a:lnTo>
                  <a:pt x="89928" y="97536"/>
                </a:lnTo>
                <a:lnTo>
                  <a:pt x="92976" y="96012"/>
                </a:lnTo>
                <a:lnTo>
                  <a:pt x="96024" y="92964"/>
                </a:lnTo>
                <a:lnTo>
                  <a:pt x="97548" y="89916"/>
                </a:lnTo>
                <a:lnTo>
                  <a:pt x="97548" y="85344"/>
                </a:lnTo>
                <a:lnTo>
                  <a:pt x="96024" y="82296"/>
                </a:lnTo>
                <a:lnTo>
                  <a:pt x="92976" y="79248"/>
                </a:lnTo>
                <a:lnTo>
                  <a:pt x="89928" y="77724"/>
                </a:lnTo>
                <a:lnTo>
                  <a:pt x="76212" y="77724"/>
                </a:lnTo>
                <a:lnTo>
                  <a:pt x="73164" y="76200"/>
                </a:lnTo>
                <a:lnTo>
                  <a:pt x="67068" y="70104"/>
                </a:lnTo>
                <a:lnTo>
                  <a:pt x="65544" y="65532"/>
                </a:lnTo>
                <a:lnTo>
                  <a:pt x="65633" y="52959"/>
                </a:lnTo>
                <a:lnTo>
                  <a:pt x="65684" y="52768"/>
                </a:lnTo>
                <a:lnTo>
                  <a:pt x="67068" y="47244"/>
                </a:lnTo>
                <a:lnTo>
                  <a:pt x="71640" y="44196"/>
                </a:lnTo>
                <a:lnTo>
                  <a:pt x="76212" y="39624"/>
                </a:lnTo>
                <a:lnTo>
                  <a:pt x="83832" y="38100"/>
                </a:lnTo>
                <a:lnTo>
                  <a:pt x="99072" y="38100"/>
                </a:lnTo>
                <a:lnTo>
                  <a:pt x="104495" y="51841"/>
                </a:lnTo>
                <a:lnTo>
                  <a:pt x="109359" y="63436"/>
                </a:lnTo>
                <a:lnTo>
                  <a:pt x="132600" y="99060"/>
                </a:lnTo>
                <a:lnTo>
                  <a:pt x="141744" y="102108"/>
                </a:lnTo>
                <a:lnTo>
                  <a:pt x="155460" y="102108"/>
                </a:lnTo>
                <a:lnTo>
                  <a:pt x="161556" y="99060"/>
                </a:lnTo>
                <a:lnTo>
                  <a:pt x="167652" y="94488"/>
                </a:lnTo>
                <a:lnTo>
                  <a:pt x="172224" y="89916"/>
                </a:lnTo>
                <a:lnTo>
                  <a:pt x="175272" y="82296"/>
                </a:lnTo>
                <a:lnTo>
                  <a:pt x="175272" y="70104"/>
                </a:lnTo>
                <a:lnTo>
                  <a:pt x="172224" y="60960"/>
                </a:lnTo>
                <a:lnTo>
                  <a:pt x="170243" y="57823"/>
                </a:lnTo>
                <a:lnTo>
                  <a:pt x="166700" y="52959"/>
                </a:lnTo>
                <a:lnTo>
                  <a:pt x="160032" y="44145"/>
                </a:lnTo>
                <a:lnTo>
                  <a:pt x="160032" y="68580"/>
                </a:lnTo>
                <a:lnTo>
                  <a:pt x="158546" y="73037"/>
                </a:lnTo>
                <a:lnTo>
                  <a:pt x="158686" y="73037"/>
                </a:lnTo>
                <a:lnTo>
                  <a:pt x="153936" y="76200"/>
                </a:lnTo>
                <a:lnTo>
                  <a:pt x="150888" y="80772"/>
                </a:lnTo>
                <a:lnTo>
                  <a:pt x="146316" y="82296"/>
                </a:lnTo>
                <a:lnTo>
                  <a:pt x="135648" y="82296"/>
                </a:lnTo>
                <a:lnTo>
                  <a:pt x="131076" y="80772"/>
                </a:lnTo>
                <a:lnTo>
                  <a:pt x="128028" y="77724"/>
                </a:lnTo>
                <a:lnTo>
                  <a:pt x="123456" y="74676"/>
                </a:lnTo>
                <a:lnTo>
                  <a:pt x="120408" y="70104"/>
                </a:lnTo>
                <a:lnTo>
                  <a:pt x="117360" y="64008"/>
                </a:lnTo>
                <a:lnTo>
                  <a:pt x="115049" y="59969"/>
                </a:lnTo>
                <a:lnTo>
                  <a:pt x="112598" y="54483"/>
                </a:lnTo>
                <a:lnTo>
                  <a:pt x="109842" y="47244"/>
                </a:lnTo>
                <a:lnTo>
                  <a:pt x="106692" y="38100"/>
                </a:lnTo>
                <a:lnTo>
                  <a:pt x="147840" y="38100"/>
                </a:lnTo>
                <a:lnTo>
                  <a:pt x="152908" y="45720"/>
                </a:lnTo>
                <a:lnTo>
                  <a:pt x="156794" y="52768"/>
                </a:lnTo>
                <a:lnTo>
                  <a:pt x="156857" y="52959"/>
                </a:lnTo>
                <a:lnTo>
                  <a:pt x="159194" y="58889"/>
                </a:lnTo>
                <a:lnTo>
                  <a:pt x="159931" y="63436"/>
                </a:lnTo>
                <a:lnTo>
                  <a:pt x="160032" y="68580"/>
                </a:lnTo>
                <a:lnTo>
                  <a:pt x="160032" y="44145"/>
                </a:lnTo>
                <a:lnTo>
                  <a:pt x="155460" y="38100"/>
                </a:lnTo>
                <a:lnTo>
                  <a:pt x="163080" y="38100"/>
                </a:lnTo>
                <a:lnTo>
                  <a:pt x="167652" y="36576"/>
                </a:lnTo>
                <a:lnTo>
                  <a:pt x="170700" y="35052"/>
                </a:lnTo>
                <a:lnTo>
                  <a:pt x="173748" y="32004"/>
                </a:lnTo>
                <a:lnTo>
                  <a:pt x="175272" y="28956"/>
                </a:lnTo>
                <a:lnTo>
                  <a:pt x="175272" y="259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036" name="Google Shape;5036;p80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4799076" y="5798820"/>
            <a:ext cx="150876" cy="443483"/>
          </a:xfrm>
          <a:prstGeom prst="rect">
            <a:avLst/>
          </a:prstGeom>
          <a:noFill/>
          <a:ln>
            <a:noFill/>
          </a:ln>
        </p:spPr>
      </p:pic>
      <p:pic>
        <p:nvPicPr>
          <p:cNvPr id="5037" name="Google Shape;5037;p80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4774692" y="5425439"/>
            <a:ext cx="175259" cy="2773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38" name="Google Shape;5038;p80"/>
          <p:cNvGrpSpPr/>
          <p:nvPr/>
        </p:nvGrpSpPr>
        <p:grpSpPr>
          <a:xfrm>
            <a:off x="4774679" y="3802380"/>
            <a:ext cx="225563" cy="1531618"/>
            <a:chOff x="4774679" y="3802380"/>
            <a:chExt cx="225563" cy="1531618"/>
          </a:xfrm>
        </p:grpSpPr>
        <p:pic>
          <p:nvPicPr>
            <p:cNvPr id="5039" name="Google Shape;5039;p80"/>
            <p:cNvPicPr preferRelativeResize="0"/>
            <p:nvPr/>
          </p:nvPicPr>
          <p:blipFill rotWithShape="1">
            <a:blip r:embed="rId84">
              <a:alphaModFix/>
            </a:blip>
            <a:srcRect b="0" l="0" r="0" t="0"/>
            <a:stretch/>
          </p:blipFill>
          <p:spPr>
            <a:xfrm>
              <a:off x="4799075" y="4411979"/>
              <a:ext cx="201167" cy="9220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040" name="Google Shape;5040;p80"/>
            <p:cNvSpPr/>
            <p:nvPr/>
          </p:nvSpPr>
          <p:spPr>
            <a:xfrm>
              <a:off x="4774679" y="3802380"/>
              <a:ext cx="175895" cy="607060"/>
            </a:xfrm>
            <a:custGeom>
              <a:rect b="b" l="l" r="r" t="t"/>
              <a:pathLst>
                <a:path extrusionOk="0" h="607060" w="175895">
                  <a:moveTo>
                    <a:pt x="24396" y="384048"/>
                  </a:moveTo>
                  <a:lnTo>
                    <a:pt x="21348" y="377952"/>
                  </a:lnTo>
                  <a:lnTo>
                    <a:pt x="15252" y="374904"/>
                  </a:lnTo>
                  <a:lnTo>
                    <a:pt x="9156" y="374904"/>
                  </a:lnTo>
                  <a:lnTo>
                    <a:pt x="3060" y="377952"/>
                  </a:lnTo>
                  <a:lnTo>
                    <a:pt x="12" y="384048"/>
                  </a:lnTo>
                  <a:lnTo>
                    <a:pt x="12" y="390144"/>
                  </a:lnTo>
                  <a:lnTo>
                    <a:pt x="3060" y="396240"/>
                  </a:lnTo>
                  <a:lnTo>
                    <a:pt x="9156" y="399288"/>
                  </a:lnTo>
                  <a:lnTo>
                    <a:pt x="15252" y="399288"/>
                  </a:lnTo>
                  <a:lnTo>
                    <a:pt x="21348" y="396240"/>
                  </a:lnTo>
                  <a:lnTo>
                    <a:pt x="24396" y="390144"/>
                  </a:lnTo>
                  <a:lnTo>
                    <a:pt x="24396" y="384048"/>
                  </a:lnTo>
                  <a:close/>
                </a:path>
                <a:path extrusionOk="0" h="607060" w="175895">
                  <a:moveTo>
                    <a:pt x="128016" y="542544"/>
                  </a:moveTo>
                  <a:lnTo>
                    <a:pt x="106680" y="542544"/>
                  </a:lnTo>
                  <a:lnTo>
                    <a:pt x="106680" y="606552"/>
                  </a:lnTo>
                  <a:lnTo>
                    <a:pt x="128016" y="606552"/>
                  </a:lnTo>
                  <a:lnTo>
                    <a:pt x="128016" y="542544"/>
                  </a:lnTo>
                  <a:close/>
                </a:path>
                <a:path extrusionOk="0" h="607060" w="175895">
                  <a:moveTo>
                    <a:pt x="172224" y="359664"/>
                  </a:moveTo>
                  <a:lnTo>
                    <a:pt x="169176" y="359664"/>
                  </a:lnTo>
                  <a:lnTo>
                    <a:pt x="169176" y="368808"/>
                  </a:lnTo>
                  <a:lnTo>
                    <a:pt x="164604" y="373380"/>
                  </a:lnTo>
                  <a:lnTo>
                    <a:pt x="161556" y="374904"/>
                  </a:lnTo>
                  <a:lnTo>
                    <a:pt x="160032" y="376428"/>
                  </a:lnTo>
                  <a:lnTo>
                    <a:pt x="57924" y="376428"/>
                  </a:lnTo>
                  <a:lnTo>
                    <a:pt x="57924" y="381000"/>
                  </a:lnTo>
                  <a:lnTo>
                    <a:pt x="71640" y="414528"/>
                  </a:lnTo>
                  <a:lnTo>
                    <a:pt x="74688" y="413004"/>
                  </a:lnTo>
                  <a:lnTo>
                    <a:pt x="73164" y="409956"/>
                  </a:lnTo>
                  <a:lnTo>
                    <a:pt x="73164" y="400812"/>
                  </a:lnTo>
                  <a:lnTo>
                    <a:pt x="74688" y="399288"/>
                  </a:lnTo>
                  <a:lnTo>
                    <a:pt x="76212" y="399288"/>
                  </a:lnTo>
                  <a:lnTo>
                    <a:pt x="77736" y="397764"/>
                  </a:lnTo>
                  <a:lnTo>
                    <a:pt x="80784" y="397764"/>
                  </a:lnTo>
                  <a:lnTo>
                    <a:pt x="83832" y="396240"/>
                  </a:lnTo>
                  <a:lnTo>
                    <a:pt x="160032" y="396240"/>
                  </a:lnTo>
                  <a:lnTo>
                    <a:pt x="161556" y="397764"/>
                  </a:lnTo>
                  <a:lnTo>
                    <a:pt x="164604" y="399288"/>
                  </a:lnTo>
                  <a:lnTo>
                    <a:pt x="169176" y="403860"/>
                  </a:lnTo>
                  <a:lnTo>
                    <a:pt x="169176" y="413004"/>
                  </a:lnTo>
                  <a:lnTo>
                    <a:pt x="172224" y="413004"/>
                  </a:lnTo>
                  <a:lnTo>
                    <a:pt x="172224" y="396240"/>
                  </a:lnTo>
                  <a:lnTo>
                    <a:pt x="172224" y="359664"/>
                  </a:lnTo>
                  <a:close/>
                </a:path>
                <a:path extrusionOk="0" h="607060" w="175895">
                  <a:moveTo>
                    <a:pt x="175260" y="265176"/>
                  </a:moveTo>
                  <a:lnTo>
                    <a:pt x="161544" y="233172"/>
                  </a:lnTo>
                  <a:lnTo>
                    <a:pt x="158496" y="234696"/>
                  </a:lnTo>
                  <a:lnTo>
                    <a:pt x="160020" y="237744"/>
                  </a:lnTo>
                  <a:lnTo>
                    <a:pt x="160020" y="245364"/>
                  </a:lnTo>
                  <a:lnTo>
                    <a:pt x="158496" y="246888"/>
                  </a:lnTo>
                  <a:lnTo>
                    <a:pt x="158496" y="248412"/>
                  </a:lnTo>
                  <a:lnTo>
                    <a:pt x="155448" y="248412"/>
                  </a:lnTo>
                  <a:lnTo>
                    <a:pt x="152400" y="249936"/>
                  </a:lnTo>
                  <a:lnTo>
                    <a:pt x="0" y="249936"/>
                  </a:lnTo>
                  <a:lnTo>
                    <a:pt x="0" y="256032"/>
                  </a:lnTo>
                  <a:lnTo>
                    <a:pt x="13716" y="286512"/>
                  </a:lnTo>
                  <a:lnTo>
                    <a:pt x="16764" y="284988"/>
                  </a:lnTo>
                  <a:lnTo>
                    <a:pt x="15240" y="281940"/>
                  </a:lnTo>
                  <a:lnTo>
                    <a:pt x="15240" y="274320"/>
                  </a:lnTo>
                  <a:lnTo>
                    <a:pt x="16764" y="272796"/>
                  </a:lnTo>
                  <a:lnTo>
                    <a:pt x="18288" y="272796"/>
                  </a:lnTo>
                  <a:lnTo>
                    <a:pt x="19812" y="271272"/>
                  </a:lnTo>
                  <a:lnTo>
                    <a:pt x="22860" y="271272"/>
                  </a:lnTo>
                  <a:lnTo>
                    <a:pt x="25908" y="269748"/>
                  </a:lnTo>
                  <a:lnTo>
                    <a:pt x="68580" y="269748"/>
                  </a:lnTo>
                  <a:lnTo>
                    <a:pt x="63703" y="274637"/>
                  </a:lnTo>
                  <a:lnTo>
                    <a:pt x="60388" y="280225"/>
                  </a:lnTo>
                  <a:lnTo>
                    <a:pt x="60337" y="280416"/>
                  </a:lnTo>
                  <a:lnTo>
                    <a:pt x="58508" y="286689"/>
                  </a:lnTo>
                  <a:lnTo>
                    <a:pt x="68846" y="323926"/>
                  </a:lnTo>
                  <a:lnTo>
                    <a:pt x="109880" y="345097"/>
                  </a:lnTo>
                  <a:lnTo>
                    <a:pt x="121920" y="345948"/>
                  </a:lnTo>
                  <a:lnTo>
                    <a:pt x="132803" y="345097"/>
                  </a:lnTo>
                  <a:lnTo>
                    <a:pt x="166903" y="325970"/>
                  </a:lnTo>
                  <a:lnTo>
                    <a:pt x="168783" y="323088"/>
                  </a:lnTo>
                  <a:lnTo>
                    <a:pt x="171640" y="318706"/>
                  </a:lnTo>
                  <a:lnTo>
                    <a:pt x="174383" y="310591"/>
                  </a:lnTo>
                  <a:lnTo>
                    <a:pt x="175260" y="301752"/>
                  </a:lnTo>
                  <a:lnTo>
                    <a:pt x="175260" y="295656"/>
                  </a:lnTo>
                  <a:lnTo>
                    <a:pt x="173736" y="291084"/>
                  </a:lnTo>
                  <a:lnTo>
                    <a:pt x="170688" y="284988"/>
                  </a:lnTo>
                  <a:lnTo>
                    <a:pt x="169164" y="280416"/>
                  </a:lnTo>
                  <a:lnTo>
                    <a:pt x="163068" y="275844"/>
                  </a:lnTo>
                  <a:lnTo>
                    <a:pt x="160020" y="272796"/>
                  </a:lnTo>
                  <a:lnTo>
                    <a:pt x="160020" y="283464"/>
                  </a:lnTo>
                  <a:lnTo>
                    <a:pt x="160020" y="298704"/>
                  </a:lnTo>
                  <a:lnTo>
                    <a:pt x="155448" y="306324"/>
                  </a:lnTo>
                  <a:lnTo>
                    <a:pt x="111252" y="323088"/>
                  </a:lnTo>
                  <a:lnTo>
                    <a:pt x="99758" y="322503"/>
                  </a:lnTo>
                  <a:lnTo>
                    <a:pt x="65532" y="301752"/>
                  </a:lnTo>
                  <a:lnTo>
                    <a:pt x="65532" y="291084"/>
                  </a:lnTo>
                  <a:lnTo>
                    <a:pt x="79248" y="274320"/>
                  </a:lnTo>
                  <a:lnTo>
                    <a:pt x="83820" y="271272"/>
                  </a:lnTo>
                  <a:lnTo>
                    <a:pt x="88392" y="269748"/>
                  </a:lnTo>
                  <a:lnTo>
                    <a:pt x="147828" y="269748"/>
                  </a:lnTo>
                  <a:lnTo>
                    <a:pt x="156972" y="275844"/>
                  </a:lnTo>
                  <a:lnTo>
                    <a:pt x="160020" y="283464"/>
                  </a:lnTo>
                  <a:lnTo>
                    <a:pt x="160020" y="272796"/>
                  </a:lnTo>
                  <a:lnTo>
                    <a:pt x="156972" y="269748"/>
                  </a:lnTo>
                  <a:lnTo>
                    <a:pt x="175260" y="269748"/>
                  </a:lnTo>
                  <a:lnTo>
                    <a:pt x="175260" y="265176"/>
                  </a:lnTo>
                  <a:close/>
                </a:path>
                <a:path extrusionOk="0" h="607060" w="175895">
                  <a:moveTo>
                    <a:pt x="175260" y="32004"/>
                  </a:moveTo>
                  <a:lnTo>
                    <a:pt x="161544" y="0"/>
                  </a:lnTo>
                  <a:lnTo>
                    <a:pt x="158496" y="1524"/>
                  </a:lnTo>
                  <a:lnTo>
                    <a:pt x="160020" y="4572"/>
                  </a:lnTo>
                  <a:lnTo>
                    <a:pt x="160020" y="12192"/>
                  </a:lnTo>
                  <a:lnTo>
                    <a:pt x="158496" y="13716"/>
                  </a:lnTo>
                  <a:lnTo>
                    <a:pt x="158496" y="15240"/>
                  </a:lnTo>
                  <a:lnTo>
                    <a:pt x="155448" y="16764"/>
                  </a:lnTo>
                  <a:lnTo>
                    <a:pt x="0" y="16764"/>
                  </a:lnTo>
                  <a:lnTo>
                    <a:pt x="0" y="22860"/>
                  </a:lnTo>
                  <a:lnTo>
                    <a:pt x="13716" y="53340"/>
                  </a:lnTo>
                  <a:lnTo>
                    <a:pt x="16764" y="53340"/>
                  </a:lnTo>
                  <a:lnTo>
                    <a:pt x="15240" y="48768"/>
                  </a:lnTo>
                  <a:lnTo>
                    <a:pt x="15240" y="41148"/>
                  </a:lnTo>
                  <a:lnTo>
                    <a:pt x="16764" y="41148"/>
                  </a:lnTo>
                  <a:lnTo>
                    <a:pt x="19812" y="38100"/>
                  </a:lnTo>
                  <a:lnTo>
                    <a:pt x="25908" y="38100"/>
                  </a:lnTo>
                  <a:lnTo>
                    <a:pt x="33528" y="36576"/>
                  </a:lnTo>
                  <a:lnTo>
                    <a:pt x="68580" y="36576"/>
                  </a:lnTo>
                  <a:lnTo>
                    <a:pt x="63703" y="42316"/>
                  </a:lnTo>
                  <a:lnTo>
                    <a:pt x="60388" y="48196"/>
                  </a:lnTo>
                  <a:lnTo>
                    <a:pt x="58508" y="54368"/>
                  </a:lnTo>
                  <a:lnTo>
                    <a:pt x="58470" y="54864"/>
                  </a:lnTo>
                  <a:lnTo>
                    <a:pt x="57912" y="60960"/>
                  </a:lnTo>
                  <a:lnTo>
                    <a:pt x="77724" y="99060"/>
                  </a:lnTo>
                  <a:lnTo>
                    <a:pt x="121920" y="112776"/>
                  </a:lnTo>
                  <a:lnTo>
                    <a:pt x="132803" y="112166"/>
                  </a:lnTo>
                  <a:lnTo>
                    <a:pt x="166903" y="93446"/>
                  </a:lnTo>
                  <a:lnTo>
                    <a:pt x="175196" y="69342"/>
                  </a:lnTo>
                  <a:lnTo>
                    <a:pt x="175171" y="63627"/>
                  </a:lnTo>
                  <a:lnTo>
                    <a:pt x="173736" y="57912"/>
                  </a:lnTo>
                  <a:lnTo>
                    <a:pt x="170688" y="53340"/>
                  </a:lnTo>
                  <a:lnTo>
                    <a:pt x="169164" y="47244"/>
                  </a:lnTo>
                  <a:lnTo>
                    <a:pt x="163068" y="42672"/>
                  </a:lnTo>
                  <a:lnTo>
                    <a:pt x="160020" y="39624"/>
                  </a:lnTo>
                  <a:lnTo>
                    <a:pt x="160020" y="50292"/>
                  </a:lnTo>
                  <a:lnTo>
                    <a:pt x="160020" y="57912"/>
                  </a:lnTo>
                  <a:lnTo>
                    <a:pt x="159194" y="63627"/>
                  </a:lnTo>
                  <a:lnTo>
                    <a:pt x="122110" y="89344"/>
                  </a:lnTo>
                  <a:lnTo>
                    <a:pt x="111252" y="89916"/>
                  </a:lnTo>
                  <a:lnTo>
                    <a:pt x="99758" y="89344"/>
                  </a:lnTo>
                  <a:lnTo>
                    <a:pt x="65532" y="68580"/>
                  </a:lnTo>
                  <a:lnTo>
                    <a:pt x="65532" y="57912"/>
                  </a:lnTo>
                  <a:lnTo>
                    <a:pt x="67056" y="54864"/>
                  </a:lnTo>
                  <a:lnTo>
                    <a:pt x="68580" y="50292"/>
                  </a:lnTo>
                  <a:lnTo>
                    <a:pt x="74676" y="44196"/>
                  </a:lnTo>
                  <a:lnTo>
                    <a:pt x="79248" y="41148"/>
                  </a:lnTo>
                  <a:lnTo>
                    <a:pt x="88392" y="38100"/>
                  </a:lnTo>
                  <a:lnTo>
                    <a:pt x="94488" y="36576"/>
                  </a:lnTo>
                  <a:lnTo>
                    <a:pt x="147828" y="36576"/>
                  </a:lnTo>
                  <a:lnTo>
                    <a:pt x="156972" y="44196"/>
                  </a:lnTo>
                  <a:lnTo>
                    <a:pt x="160020" y="50292"/>
                  </a:lnTo>
                  <a:lnTo>
                    <a:pt x="160020" y="39624"/>
                  </a:lnTo>
                  <a:lnTo>
                    <a:pt x="156972" y="36576"/>
                  </a:lnTo>
                  <a:lnTo>
                    <a:pt x="175260" y="36576"/>
                  </a:lnTo>
                  <a:lnTo>
                    <a:pt x="175260" y="32004"/>
                  </a:lnTo>
                  <a:close/>
                </a:path>
                <a:path extrusionOk="0" h="607060" w="175895">
                  <a:moveTo>
                    <a:pt x="175272" y="448056"/>
                  </a:moveTo>
                  <a:lnTo>
                    <a:pt x="174129" y="441439"/>
                  </a:lnTo>
                  <a:lnTo>
                    <a:pt x="170700" y="435102"/>
                  </a:lnTo>
                  <a:lnTo>
                    <a:pt x="164985" y="428777"/>
                  </a:lnTo>
                  <a:lnTo>
                    <a:pt x="156984" y="422148"/>
                  </a:lnTo>
                  <a:lnTo>
                    <a:pt x="150888" y="422148"/>
                  </a:lnTo>
                  <a:lnTo>
                    <a:pt x="160032" y="431292"/>
                  </a:lnTo>
                  <a:lnTo>
                    <a:pt x="160032" y="437388"/>
                  </a:lnTo>
                  <a:lnTo>
                    <a:pt x="158508" y="437388"/>
                  </a:lnTo>
                  <a:lnTo>
                    <a:pt x="158508" y="438912"/>
                  </a:lnTo>
                  <a:lnTo>
                    <a:pt x="156984" y="440436"/>
                  </a:lnTo>
                  <a:lnTo>
                    <a:pt x="85356" y="440436"/>
                  </a:lnTo>
                  <a:lnTo>
                    <a:pt x="77736" y="441960"/>
                  </a:lnTo>
                  <a:lnTo>
                    <a:pt x="74688" y="443484"/>
                  </a:lnTo>
                  <a:lnTo>
                    <a:pt x="70116" y="445008"/>
                  </a:lnTo>
                  <a:lnTo>
                    <a:pt x="65544" y="448056"/>
                  </a:lnTo>
                  <a:lnTo>
                    <a:pt x="59448" y="460248"/>
                  </a:lnTo>
                  <a:lnTo>
                    <a:pt x="57924" y="467868"/>
                  </a:lnTo>
                  <a:lnTo>
                    <a:pt x="58000" y="479971"/>
                  </a:lnTo>
                  <a:lnTo>
                    <a:pt x="73164" y="516636"/>
                  </a:lnTo>
                  <a:lnTo>
                    <a:pt x="79260" y="519684"/>
                  </a:lnTo>
                  <a:lnTo>
                    <a:pt x="92976" y="519684"/>
                  </a:lnTo>
                  <a:lnTo>
                    <a:pt x="94500" y="516636"/>
                  </a:lnTo>
                  <a:lnTo>
                    <a:pt x="97548" y="513588"/>
                  </a:lnTo>
                  <a:lnTo>
                    <a:pt x="97548" y="507492"/>
                  </a:lnTo>
                  <a:lnTo>
                    <a:pt x="96024" y="504444"/>
                  </a:lnTo>
                  <a:lnTo>
                    <a:pt x="92976" y="501396"/>
                  </a:lnTo>
                  <a:lnTo>
                    <a:pt x="89928" y="499872"/>
                  </a:lnTo>
                  <a:lnTo>
                    <a:pt x="76212" y="499872"/>
                  </a:lnTo>
                  <a:lnTo>
                    <a:pt x="73164" y="498348"/>
                  </a:lnTo>
                  <a:lnTo>
                    <a:pt x="67068" y="492252"/>
                  </a:lnTo>
                  <a:lnTo>
                    <a:pt x="65646" y="488022"/>
                  </a:lnTo>
                  <a:lnTo>
                    <a:pt x="65684" y="474916"/>
                  </a:lnTo>
                  <a:lnTo>
                    <a:pt x="67068" y="469392"/>
                  </a:lnTo>
                  <a:lnTo>
                    <a:pt x="71640" y="466344"/>
                  </a:lnTo>
                  <a:lnTo>
                    <a:pt x="76212" y="461772"/>
                  </a:lnTo>
                  <a:lnTo>
                    <a:pt x="83832" y="460248"/>
                  </a:lnTo>
                  <a:lnTo>
                    <a:pt x="99072" y="460248"/>
                  </a:lnTo>
                  <a:lnTo>
                    <a:pt x="104495" y="473989"/>
                  </a:lnTo>
                  <a:lnTo>
                    <a:pt x="109359" y="485584"/>
                  </a:lnTo>
                  <a:lnTo>
                    <a:pt x="132600" y="521208"/>
                  </a:lnTo>
                  <a:lnTo>
                    <a:pt x="141744" y="524256"/>
                  </a:lnTo>
                  <a:lnTo>
                    <a:pt x="155460" y="524256"/>
                  </a:lnTo>
                  <a:lnTo>
                    <a:pt x="161556" y="521208"/>
                  </a:lnTo>
                  <a:lnTo>
                    <a:pt x="167652" y="516636"/>
                  </a:lnTo>
                  <a:lnTo>
                    <a:pt x="172224" y="512064"/>
                  </a:lnTo>
                  <a:lnTo>
                    <a:pt x="175272" y="504444"/>
                  </a:lnTo>
                  <a:lnTo>
                    <a:pt x="175272" y="492252"/>
                  </a:lnTo>
                  <a:lnTo>
                    <a:pt x="172224" y="483108"/>
                  </a:lnTo>
                  <a:lnTo>
                    <a:pt x="170243" y="479971"/>
                  </a:lnTo>
                  <a:lnTo>
                    <a:pt x="166700" y="475107"/>
                  </a:lnTo>
                  <a:lnTo>
                    <a:pt x="160032" y="466293"/>
                  </a:lnTo>
                  <a:lnTo>
                    <a:pt x="160032" y="490728"/>
                  </a:lnTo>
                  <a:lnTo>
                    <a:pt x="158546" y="495185"/>
                  </a:lnTo>
                  <a:lnTo>
                    <a:pt x="158686" y="495185"/>
                  </a:lnTo>
                  <a:lnTo>
                    <a:pt x="153936" y="498348"/>
                  </a:lnTo>
                  <a:lnTo>
                    <a:pt x="150888" y="502920"/>
                  </a:lnTo>
                  <a:lnTo>
                    <a:pt x="146316" y="504444"/>
                  </a:lnTo>
                  <a:lnTo>
                    <a:pt x="135648" y="504444"/>
                  </a:lnTo>
                  <a:lnTo>
                    <a:pt x="131076" y="502920"/>
                  </a:lnTo>
                  <a:lnTo>
                    <a:pt x="128028" y="499872"/>
                  </a:lnTo>
                  <a:lnTo>
                    <a:pt x="123456" y="496824"/>
                  </a:lnTo>
                  <a:lnTo>
                    <a:pt x="120408" y="492252"/>
                  </a:lnTo>
                  <a:lnTo>
                    <a:pt x="117360" y="486156"/>
                  </a:lnTo>
                  <a:lnTo>
                    <a:pt x="115049" y="482117"/>
                  </a:lnTo>
                  <a:lnTo>
                    <a:pt x="112598" y="476631"/>
                  </a:lnTo>
                  <a:lnTo>
                    <a:pt x="109842" y="469392"/>
                  </a:lnTo>
                  <a:lnTo>
                    <a:pt x="106692" y="460248"/>
                  </a:lnTo>
                  <a:lnTo>
                    <a:pt x="147840" y="460248"/>
                  </a:lnTo>
                  <a:lnTo>
                    <a:pt x="152908" y="467868"/>
                  </a:lnTo>
                  <a:lnTo>
                    <a:pt x="156794" y="474916"/>
                  </a:lnTo>
                  <a:lnTo>
                    <a:pt x="156857" y="475107"/>
                  </a:lnTo>
                  <a:lnTo>
                    <a:pt x="159194" y="481037"/>
                  </a:lnTo>
                  <a:lnTo>
                    <a:pt x="159931" y="485584"/>
                  </a:lnTo>
                  <a:lnTo>
                    <a:pt x="160032" y="490728"/>
                  </a:lnTo>
                  <a:lnTo>
                    <a:pt x="160032" y="466293"/>
                  </a:lnTo>
                  <a:lnTo>
                    <a:pt x="155460" y="460248"/>
                  </a:lnTo>
                  <a:lnTo>
                    <a:pt x="163080" y="460248"/>
                  </a:lnTo>
                  <a:lnTo>
                    <a:pt x="167652" y="458724"/>
                  </a:lnTo>
                  <a:lnTo>
                    <a:pt x="170700" y="457200"/>
                  </a:lnTo>
                  <a:lnTo>
                    <a:pt x="173748" y="454152"/>
                  </a:lnTo>
                  <a:lnTo>
                    <a:pt x="175272" y="451104"/>
                  </a:lnTo>
                  <a:lnTo>
                    <a:pt x="175272" y="448056"/>
                  </a:lnTo>
                  <a:close/>
                </a:path>
                <a:path extrusionOk="0" h="607060" w="175895">
                  <a:moveTo>
                    <a:pt x="175272" y="173736"/>
                  </a:moveTo>
                  <a:lnTo>
                    <a:pt x="155308" y="138760"/>
                  </a:lnTo>
                  <a:lnTo>
                    <a:pt x="132600" y="129540"/>
                  </a:lnTo>
                  <a:lnTo>
                    <a:pt x="129552" y="132588"/>
                  </a:lnTo>
                  <a:lnTo>
                    <a:pt x="140220" y="135636"/>
                  </a:lnTo>
                  <a:lnTo>
                    <a:pt x="146316" y="140208"/>
                  </a:lnTo>
                  <a:lnTo>
                    <a:pt x="149364" y="146304"/>
                  </a:lnTo>
                  <a:lnTo>
                    <a:pt x="153860" y="150812"/>
                  </a:lnTo>
                  <a:lnTo>
                    <a:pt x="154698" y="153924"/>
                  </a:lnTo>
                  <a:lnTo>
                    <a:pt x="155460" y="156972"/>
                  </a:lnTo>
                  <a:lnTo>
                    <a:pt x="155397" y="165150"/>
                  </a:lnTo>
                  <a:lnTo>
                    <a:pt x="154609" y="172212"/>
                  </a:lnTo>
                  <a:lnTo>
                    <a:pt x="124790" y="200977"/>
                  </a:lnTo>
                  <a:lnTo>
                    <a:pt x="102120" y="204216"/>
                  </a:lnTo>
                  <a:lnTo>
                    <a:pt x="102120" y="153924"/>
                  </a:lnTo>
                  <a:lnTo>
                    <a:pt x="102120" y="129540"/>
                  </a:lnTo>
                  <a:lnTo>
                    <a:pt x="94488" y="130200"/>
                  </a:lnTo>
                  <a:lnTo>
                    <a:pt x="94488" y="153924"/>
                  </a:lnTo>
                  <a:lnTo>
                    <a:pt x="94488" y="204216"/>
                  </a:lnTo>
                  <a:lnTo>
                    <a:pt x="85344" y="202692"/>
                  </a:lnTo>
                  <a:lnTo>
                    <a:pt x="77724" y="199644"/>
                  </a:lnTo>
                  <a:lnTo>
                    <a:pt x="68580" y="190500"/>
                  </a:lnTo>
                  <a:lnTo>
                    <a:pt x="65532" y="184404"/>
                  </a:lnTo>
                  <a:lnTo>
                    <a:pt x="65532" y="173736"/>
                  </a:lnTo>
                  <a:lnTo>
                    <a:pt x="67056" y="169164"/>
                  </a:lnTo>
                  <a:lnTo>
                    <a:pt x="70104" y="164592"/>
                  </a:lnTo>
                  <a:lnTo>
                    <a:pt x="71628" y="161544"/>
                  </a:lnTo>
                  <a:lnTo>
                    <a:pt x="74676" y="158496"/>
                  </a:lnTo>
                  <a:lnTo>
                    <a:pt x="79248" y="156972"/>
                  </a:lnTo>
                  <a:lnTo>
                    <a:pt x="82296" y="155448"/>
                  </a:lnTo>
                  <a:lnTo>
                    <a:pt x="86868" y="153924"/>
                  </a:lnTo>
                  <a:lnTo>
                    <a:pt x="94488" y="153924"/>
                  </a:lnTo>
                  <a:lnTo>
                    <a:pt x="94488" y="130200"/>
                  </a:lnTo>
                  <a:lnTo>
                    <a:pt x="61150" y="155257"/>
                  </a:lnTo>
                  <a:lnTo>
                    <a:pt x="61099" y="155448"/>
                  </a:lnTo>
                  <a:lnTo>
                    <a:pt x="58750" y="163385"/>
                  </a:lnTo>
                  <a:lnTo>
                    <a:pt x="58635" y="164592"/>
                  </a:lnTo>
                  <a:lnTo>
                    <a:pt x="58585" y="165150"/>
                  </a:lnTo>
                  <a:lnTo>
                    <a:pt x="57912" y="172212"/>
                  </a:lnTo>
                  <a:lnTo>
                    <a:pt x="73152" y="207264"/>
                  </a:lnTo>
                  <a:lnTo>
                    <a:pt x="117360" y="222504"/>
                  </a:lnTo>
                  <a:lnTo>
                    <a:pt x="130594" y="221627"/>
                  </a:lnTo>
                  <a:lnTo>
                    <a:pt x="130340" y="221627"/>
                  </a:lnTo>
                  <a:lnTo>
                    <a:pt x="141554" y="219075"/>
                  </a:lnTo>
                  <a:lnTo>
                    <a:pt x="151434" y="214795"/>
                  </a:lnTo>
                  <a:lnTo>
                    <a:pt x="160032" y="208788"/>
                  </a:lnTo>
                  <a:lnTo>
                    <a:pt x="164274" y="204216"/>
                  </a:lnTo>
                  <a:lnTo>
                    <a:pt x="166903" y="201383"/>
                  </a:lnTo>
                  <a:lnTo>
                    <a:pt x="171653" y="192976"/>
                  </a:lnTo>
                  <a:lnTo>
                    <a:pt x="174383" y="183718"/>
                  </a:lnTo>
                  <a:lnTo>
                    <a:pt x="175272" y="1737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041" name="Google Shape;5041;p80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4774691" y="2506980"/>
            <a:ext cx="225551" cy="12039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42" name="Google Shape;5042;p80"/>
          <p:cNvGrpSpPr/>
          <p:nvPr/>
        </p:nvGrpSpPr>
        <p:grpSpPr>
          <a:xfrm>
            <a:off x="4799076" y="1414272"/>
            <a:ext cx="201167" cy="989076"/>
            <a:chOff x="4799076" y="1414272"/>
            <a:chExt cx="201167" cy="989076"/>
          </a:xfrm>
        </p:grpSpPr>
        <p:pic>
          <p:nvPicPr>
            <p:cNvPr id="5043" name="Google Shape;5043;p80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4799076" y="1481328"/>
              <a:ext cx="201167" cy="9220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044" name="Google Shape;5044;p80"/>
            <p:cNvSpPr/>
            <p:nvPr/>
          </p:nvSpPr>
          <p:spPr>
            <a:xfrm>
              <a:off x="4881371" y="1414272"/>
              <a:ext cx="21590" cy="64135"/>
            </a:xfrm>
            <a:custGeom>
              <a:rect b="b" l="l" r="r" t="t"/>
              <a:pathLst>
                <a:path extrusionOk="0" h="64134" w="21589">
                  <a:moveTo>
                    <a:pt x="21335" y="64008"/>
                  </a:moveTo>
                  <a:lnTo>
                    <a:pt x="0" y="64008"/>
                  </a:lnTo>
                  <a:lnTo>
                    <a:pt x="0" y="0"/>
                  </a:lnTo>
                  <a:lnTo>
                    <a:pt x="21335" y="0"/>
                  </a:lnTo>
                  <a:lnTo>
                    <a:pt x="21335" y="640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5" name="Google Shape;5045;p80"/>
          <p:cNvSpPr/>
          <p:nvPr/>
        </p:nvSpPr>
        <p:spPr>
          <a:xfrm>
            <a:off x="5071859" y="8807196"/>
            <a:ext cx="175895" cy="524510"/>
          </a:xfrm>
          <a:custGeom>
            <a:rect b="b" l="l" r="r" t="t"/>
            <a:pathLst>
              <a:path extrusionOk="0" h="524509" w="175895">
                <a:moveTo>
                  <a:pt x="24384" y="385572"/>
                </a:moveTo>
                <a:lnTo>
                  <a:pt x="22860" y="382524"/>
                </a:lnTo>
                <a:lnTo>
                  <a:pt x="18288" y="377952"/>
                </a:lnTo>
                <a:lnTo>
                  <a:pt x="15240" y="376428"/>
                </a:lnTo>
                <a:lnTo>
                  <a:pt x="7620" y="376428"/>
                </a:lnTo>
                <a:lnTo>
                  <a:pt x="4572" y="377952"/>
                </a:lnTo>
                <a:lnTo>
                  <a:pt x="0" y="382524"/>
                </a:lnTo>
                <a:lnTo>
                  <a:pt x="0" y="394716"/>
                </a:lnTo>
                <a:lnTo>
                  <a:pt x="4572" y="399288"/>
                </a:lnTo>
                <a:lnTo>
                  <a:pt x="7620" y="400812"/>
                </a:lnTo>
                <a:lnTo>
                  <a:pt x="15240" y="400812"/>
                </a:lnTo>
                <a:lnTo>
                  <a:pt x="18288" y="399288"/>
                </a:lnTo>
                <a:lnTo>
                  <a:pt x="22860" y="394716"/>
                </a:lnTo>
                <a:lnTo>
                  <a:pt x="24384" y="391668"/>
                </a:lnTo>
                <a:lnTo>
                  <a:pt x="24384" y="385572"/>
                </a:lnTo>
                <a:close/>
              </a:path>
              <a:path extrusionOk="0" h="524509" w="175895">
                <a:moveTo>
                  <a:pt x="172212" y="361188"/>
                </a:moveTo>
                <a:lnTo>
                  <a:pt x="169164" y="361188"/>
                </a:lnTo>
                <a:lnTo>
                  <a:pt x="169164" y="367284"/>
                </a:lnTo>
                <a:lnTo>
                  <a:pt x="167640" y="370332"/>
                </a:lnTo>
                <a:lnTo>
                  <a:pt x="166116" y="371856"/>
                </a:lnTo>
                <a:lnTo>
                  <a:pt x="166116" y="373380"/>
                </a:lnTo>
                <a:lnTo>
                  <a:pt x="164592" y="374904"/>
                </a:lnTo>
                <a:lnTo>
                  <a:pt x="158496" y="377952"/>
                </a:lnTo>
                <a:lnTo>
                  <a:pt x="57912" y="377952"/>
                </a:lnTo>
                <a:lnTo>
                  <a:pt x="57912" y="384048"/>
                </a:lnTo>
                <a:lnTo>
                  <a:pt x="71628" y="416052"/>
                </a:lnTo>
                <a:lnTo>
                  <a:pt x="74676" y="414528"/>
                </a:lnTo>
                <a:lnTo>
                  <a:pt x="71628" y="408432"/>
                </a:lnTo>
                <a:lnTo>
                  <a:pt x="71628" y="403860"/>
                </a:lnTo>
                <a:lnTo>
                  <a:pt x="73152" y="402336"/>
                </a:lnTo>
                <a:lnTo>
                  <a:pt x="73152" y="400812"/>
                </a:lnTo>
                <a:lnTo>
                  <a:pt x="74676" y="400812"/>
                </a:lnTo>
                <a:lnTo>
                  <a:pt x="76200" y="399288"/>
                </a:lnTo>
                <a:lnTo>
                  <a:pt x="79248" y="399288"/>
                </a:lnTo>
                <a:lnTo>
                  <a:pt x="83299" y="398411"/>
                </a:lnTo>
                <a:lnTo>
                  <a:pt x="88773" y="397954"/>
                </a:lnTo>
                <a:lnTo>
                  <a:pt x="97002" y="397764"/>
                </a:lnTo>
                <a:lnTo>
                  <a:pt x="158496" y="397764"/>
                </a:lnTo>
                <a:lnTo>
                  <a:pt x="164592" y="400812"/>
                </a:lnTo>
                <a:lnTo>
                  <a:pt x="167640" y="403860"/>
                </a:lnTo>
                <a:lnTo>
                  <a:pt x="167640" y="405384"/>
                </a:lnTo>
                <a:lnTo>
                  <a:pt x="169164" y="409956"/>
                </a:lnTo>
                <a:lnTo>
                  <a:pt x="169164" y="414528"/>
                </a:lnTo>
                <a:lnTo>
                  <a:pt x="172212" y="414528"/>
                </a:lnTo>
                <a:lnTo>
                  <a:pt x="172212" y="397764"/>
                </a:lnTo>
                <a:lnTo>
                  <a:pt x="172212" y="361188"/>
                </a:lnTo>
                <a:close/>
              </a:path>
              <a:path extrusionOk="0" h="524509" w="175895">
                <a:moveTo>
                  <a:pt x="175272" y="446532"/>
                </a:moveTo>
                <a:lnTo>
                  <a:pt x="174129" y="440588"/>
                </a:lnTo>
                <a:lnTo>
                  <a:pt x="174040" y="440436"/>
                </a:lnTo>
                <a:lnTo>
                  <a:pt x="170700" y="434340"/>
                </a:lnTo>
                <a:lnTo>
                  <a:pt x="164985" y="428104"/>
                </a:lnTo>
                <a:lnTo>
                  <a:pt x="156984" y="422148"/>
                </a:lnTo>
                <a:lnTo>
                  <a:pt x="150888" y="422148"/>
                </a:lnTo>
                <a:lnTo>
                  <a:pt x="155460" y="426720"/>
                </a:lnTo>
                <a:lnTo>
                  <a:pt x="156984" y="429768"/>
                </a:lnTo>
                <a:lnTo>
                  <a:pt x="160032" y="432816"/>
                </a:lnTo>
                <a:lnTo>
                  <a:pt x="160032" y="435864"/>
                </a:lnTo>
                <a:lnTo>
                  <a:pt x="158508" y="435864"/>
                </a:lnTo>
                <a:lnTo>
                  <a:pt x="158508" y="437388"/>
                </a:lnTo>
                <a:lnTo>
                  <a:pt x="156984" y="438912"/>
                </a:lnTo>
                <a:lnTo>
                  <a:pt x="150888" y="438912"/>
                </a:lnTo>
                <a:lnTo>
                  <a:pt x="144792" y="440436"/>
                </a:lnTo>
                <a:lnTo>
                  <a:pt x="77736" y="440436"/>
                </a:lnTo>
                <a:lnTo>
                  <a:pt x="68592" y="445008"/>
                </a:lnTo>
                <a:lnTo>
                  <a:pt x="65544" y="448056"/>
                </a:lnTo>
                <a:lnTo>
                  <a:pt x="62496" y="452628"/>
                </a:lnTo>
                <a:lnTo>
                  <a:pt x="59448" y="458724"/>
                </a:lnTo>
                <a:lnTo>
                  <a:pt x="57950" y="467664"/>
                </a:lnTo>
                <a:lnTo>
                  <a:pt x="58000" y="478472"/>
                </a:lnTo>
                <a:lnTo>
                  <a:pt x="58115" y="480402"/>
                </a:lnTo>
                <a:lnTo>
                  <a:pt x="58178" y="481584"/>
                </a:lnTo>
                <a:lnTo>
                  <a:pt x="77736" y="519684"/>
                </a:lnTo>
                <a:lnTo>
                  <a:pt x="88404" y="519684"/>
                </a:lnTo>
                <a:lnTo>
                  <a:pt x="94500" y="516636"/>
                </a:lnTo>
                <a:lnTo>
                  <a:pt x="96024" y="515112"/>
                </a:lnTo>
                <a:lnTo>
                  <a:pt x="97548" y="512064"/>
                </a:lnTo>
                <a:lnTo>
                  <a:pt x="97548" y="505968"/>
                </a:lnTo>
                <a:lnTo>
                  <a:pt x="96024" y="504444"/>
                </a:lnTo>
                <a:lnTo>
                  <a:pt x="94500" y="501396"/>
                </a:lnTo>
                <a:lnTo>
                  <a:pt x="91452" y="499872"/>
                </a:lnTo>
                <a:lnTo>
                  <a:pt x="74688" y="499872"/>
                </a:lnTo>
                <a:lnTo>
                  <a:pt x="71640" y="498348"/>
                </a:lnTo>
                <a:lnTo>
                  <a:pt x="68592" y="493776"/>
                </a:lnTo>
                <a:lnTo>
                  <a:pt x="65544" y="487680"/>
                </a:lnTo>
                <a:lnTo>
                  <a:pt x="65608" y="473773"/>
                </a:lnTo>
                <a:lnTo>
                  <a:pt x="67068" y="469392"/>
                </a:lnTo>
                <a:lnTo>
                  <a:pt x="74688" y="461772"/>
                </a:lnTo>
                <a:lnTo>
                  <a:pt x="82308" y="460248"/>
                </a:lnTo>
                <a:lnTo>
                  <a:pt x="99072" y="460248"/>
                </a:lnTo>
                <a:lnTo>
                  <a:pt x="103619" y="473964"/>
                </a:lnTo>
                <a:lnTo>
                  <a:pt x="108026" y="485394"/>
                </a:lnTo>
                <a:lnTo>
                  <a:pt x="112141" y="494538"/>
                </a:lnTo>
                <a:lnTo>
                  <a:pt x="115836" y="501396"/>
                </a:lnTo>
                <a:lnTo>
                  <a:pt x="120408" y="510540"/>
                </a:lnTo>
                <a:lnTo>
                  <a:pt x="126504" y="516636"/>
                </a:lnTo>
                <a:lnTo>
                  <a:pt x="135648" y="522732"/>
                </a:lnTo>
                <a:lnTo>
                  <a:pt x="140220" y="524256"/>
                </a:lnTo>
                <a:lnTo>
                  <a:pt x="153936" y="524256"/>
                </a:lnTo>
                <a:lnTo>
                  <a:pt x="161556" y="521208"/>
                </a:lnTo>
                <a:lnTo>
                  <a:pt x="166128" y="515112"/>
                </a:lnTo>
                <a:lnTo>
                  <a:pt x="172224" y="510540"/>
                </a:lnTo>
                <a:lnTo>
                  <a:pt x="175272" y="504444"/>
                </a:lnTo>
                <a:lnTo>
                  <a:pt x="175272" y="490728"/>
                </a:lnTo>
                <a:lnTo>
                  <a:pt x="173748" y="486156"/>
                </a:lnTo>
                <a:lnTo>
                  <a:pt x="170700" y="481584"/>
                </a:lnTo>
                <a:lnTo>
                  <a:pt x="170573" y="481253"/>
                </a:lnTo>
                <a:lnTo>
                  <a:pt x="169595" y="478472"/>
                </a:lnTo>
                <a:lnTo>
                  <a:pt x="166509" y="473773"/>
                </a:lnTo>
                <a:lnTo>
                  <a:pt x="161696" y="467664"/>
                </a:lnTo>
                <a:lnTo>
                  <a:pt x="160032" y="465696"/>
                </a:lnTo>
                <a:lnTo>
                  <a:pt x="160032" y="490728"/>
                </a:lnTo>
                <a:lnTo>
                  <a:pt x="156984" y="493776"/>
                </a:lnTo>
                <a:lnTo>
                  <a:pt x="153936" y="498348"/>
                </a:lnTo>
                <a:lnTo>
                  <a:pt x="144792" y="504444"/>
                </a:lnTo>
                <a:lnTo>
                  <a:pt x="135648" y="504444"/>
                </a:lnTo>
                <a:lnTo>
                  <a:pt x="109829" y="468782"/>
                </a:lnTo>
                <a:lnTo>
                  <a:pt x="106692" y="460248"/>
                </a:lnTo>
                <a:lnTo>
                  <a:pt x="147840" y="460248"/>
                </a:lnTo>
                <a:lnTo>
                  <a:pt x="152908" y="467664"/>
                </a:lnTo>
                <a:lnTo>
                  <a:pt x="156794" y="474345"/>
                </a:lnTo>
                <a:lnTo>
                  <a:pt x="159194" y="480402"/>
                </a:lnTo>
                <a:lnTo>
                  <a:pt x="159321" y="481253"/>
                </a:lnTo>
                <a:lnTo>
                  <a:pt x="159359" y="481584"/>
                </a:lnTo>
                <a:lnTo>
                  <a:pt x="159918" y="485394"/>
                </a:lnTo>
                <a:lnTo>
                  <a:pt x="160032" y="490728"/>
                </a:lnTo>
                <a:lnTo>
                  <a:pt x="160032" y="465696"/>
                </a:lnTo>
                <a:lnTo>
                  <a:pt x="155460" y="460248"/>
                </a:lnTo>
                <a:lnTo>
                  <a:pt x="163080" y="460248"/>
                </a:lnTo>
                <a:lnTo>
                  <a:pt x="167652" y="458724"/>
                </a:lnTo>
                <a:lnTo>
                  <a:pt x="170700" y="455676"/>
                </a:lnTo>
                <a:lnTo>
                  <a:pt x="173748" y="454152"/>
                </a:lnTo>
                <a:lnTo>
                  <a:pt x="175272" y="451104"/>
                </a:lnTo>
                <a:lnTo>
                  <a:pt x="175272" y="446532"/>
                </a:lnTo>
                <a:close/>
              </a:path>
              <a:path extrusionOk="0" h="524509" w="175895">
                <a:moveTo>
                  <a:pt x="175272" y="263652"/>
                </a:moveTo>
                <a:lnTo>
                  <a:pt x="161556" y="233172"/>
                </a:lnTo>
                <a:lnTo>
                  <a:pt x="158508" y="233172"/>
                </a:lnTo>
                <a:lnTo>
                  <a:pt x="160032" y="237744"/>
                </a:lnTo>
                <a:lnTo>
                  <a:pt x="160032" y="245364"/>
                </a:lnTo>
                <a:lnTo>
                  <a:pt x="158508" y="245364"/>
                </a:lnTo>
                <a:lnTo>
                  <a:pt x="155460" y="248412"/>
                </a:lnTo>
                <a:lnTo>
                  <a:pt x="149364" y="248412"/>
                </a:lnTo>
                <a:lnTo>
                  <a:pt x="140220" y="249936"/>
                </a:lnTo>
                <a:lnTo>
                  <a:pt x="12" y="249936"/>
                </a:lnTo>
                <a:lnTo>
                  <a:pt x="12" y="254508"/>
                </a:lnTo>
                <a:lnTo>
                  <a:pt x="13728" y="286512"/>
                </a:lnTo>
                <a:lnTo>
                  <a:pt x="16776" y="284988"/>
                </a:lnTo>
                <a:lnTo>
                  <a:pt x="13728" y="278892"/>
                </a:lnTo>
                <a:lnTo>
                  <a:pt x="13728" y="275844"/>
                </a:lnTo>
                <a:lnTo>
                  <a:pt x="15252" y="274320"/>
                </a:lnTo>
                <a:lnTo>
                  <a:pt x="15252" y="272796"/>
                </a:lnTo>
                <a:lnTo>
                  <a:pt x="18300" y="269748"/>
                </a:lnTo>
                <a:lnTo>
                  <a:pt x="67068" y="269748"/>
                </a:lnTo>
                <a:lnTo>
                  <a:pt x="60972" y="275844"/>
                </a:lnTo>
                <a:lnTo>
                  <a:pt x="57924" y="283464"/>
                </a:lnTo>
                <a:lnTo>
                  <a:pt x="57924" y="292608"/>
                </a:lnTo>
                <a:lnTo>
                  <a:pt x="59080" y="303707"/>
                </a:lnTo>
                <a:lnTo>
                  <a:pt x="87401" y="336956"/>
                </a:lnTo>
                <a:lnTo>
                  <a:pt x="120408" y="345948"/>
                </a:lnTo>
                <a:lnTo>
                  <a:pt x="132168" y="345097"/>
                </a:lnTo>
                <a:lnTo>
                  <a:pt x="166268" y="325120"/>
                </a:lnTo>
                <a:lnTo>
                  <a:pt x="175272" y="301752"/>
                </a:lnTo>
                <a:lnTo>
                  <a:pt x="175171" y="295275"/>
                </a:lnTo>
                <a:lnTo>
                  <a:pt x="173748" y="289560"/>
                </a:lnTo>
                <a:lnTo>
                  <a:pt x="170700" y="284988"/>
                </a:lnTo>
                <a:lnTo>
                  <a:pt x="167652" y="278892"/>
                </a:lnTo>
                <a:lnTo>
                  <a:pt x="163080" y="274320"/>
                </a:lnTo>
                <a:lnTo>
                  <a:pt x="160032" y="272491"/>
                </a:lnTo>
                <a:lnTo>
                  <a:pt x="160032" y="281940"/>
                </a:lnTo>
                <a:lnTo>
                  <a:pt x="160032" y="289560"/>
                </a:lnTo>
                <a:lnTo>
                  <a:pt x="131457" y="320040"/>
                </a:lnTo>
                <a:lnTo>
                  <a:pt x="110426" y="323049"/>
                </a:lnTo>
                <a:lnTo>
                  <a:pt x="109093" y="323049"/>
                </a:lnTo>
                <a:lnTo>
                  <a:pt x="68592" y="306324"/>
                </a:lnTo>
                <a:lnTo>
                  <a:pt x="65544" y="300228"/>
                </a:lnTo>
                <a:lnTo>
                  <a:pt x="65544" y="286512"/>
                </a:lnTo>
                <a:lnTo>
                  <a:pt x="68592" y="281940"/>
                </a:lnTo>
                <a:lnTo>
                  <a:pt x="70116" y="278892"/>
                </a:lnTo>
                <a:lnTo>
                  <a:pt x="73164" y="275844"/>
                </a:lnTo>
                <a:lnTo>
                  <a:pt x="77736" y="272796"/>
                </a:lnTo>
                <a:lnTo>
                  <a:pt x="82308" y="271272"/>
                </a:lnTo>
                <a:lnTo>
                  <a:pt x="88404" y="269748"/>
                </a:lnTo>
                <a:lnTo>
                  <a:pt x="147840" y="269748"/>
                </a:lnTo>
                <a:lnTo>
                  <a:pt x="155460" y="275844"/>
                </a:lnTo>
                <a:lnTo>
                  <a:pt x="160032" y="281940"/>
                </a:lnTo>
                <a:lnTo>
                  <a:pt x="160032" y="272491"/>
                </a:lnTo>
                <a:lnTo>
                  <a:pt x="155460" y="269748"/>
                </a:lnTo>
                <a:lnTo>
                  <a:pt x="175272" y="269748"/>
                </a:lnTo>
                <a:lnTo>
                  <a:pt x="175272" y="263652"/>
                </a:lnTo>
                <a:close/>
              </a:path>
              <a:path extrusionOk="0" h="524509" w="175895">
                <a:moveTo>
                  <a:pt x="175272" y="173736"/>
                </a:moveTo>
                <a:lnTo>
                  <a:pt x="174409" y="164909"/>
                </a:lnTo>
                <a:lnTo>
                  <a:pt x="174307" y="164592"/>
                </a:lnTo>
                <a:lnTo>
                  <a:pt x="171843" y="156781"/>
                </a:lnTo>
                <a:lnTo>
                  <a:pt x="139687" y="129971"/>
                </a:lnTo>
                <a:lnTo>
                  <a:pt x="131076" y="128016"/>
                </a:lnTo>
                <a:lnTo>
                  <a:pt x="129552" y="131064"/>
                </a:lnTo>
                <a:lnTo>
                  <a:pt x="138696" y="135636"/>
                </a:lnTo>
                <a:lnTo>
                  <a:pt x="146316" y="140208"/>
                </a:lnTo>
                <a:lnTo>
                  <a:pt x="149364" y="144780"/>
                </a:lnTo>
                <a:lnTo>
                  <a:pt x="155359" y="156781"/>
                </a:lnTo>
                <a:lnTo>
                  <a:pt x="155244" y="164909"/>
                </a:lnTo>
                <a:lnTo>
                  <a:pt x="132765" y="196913"/>
                </a:lnTo>
                <a:lnTo>
                  <a:pt x="124333" y="200101"/>
                </a:lnTo>
                <a:lnTo>
                  <a:pt x="124663" y="200101"/>
                </a:lnTo>
                <a:lnTo>
                  <a:pt x="113855" y="202107"/>
                </a:lnTo>
                <a:lnTo>
                  <a:pt x="102120" y="202692"/>
                </a:lnTo>
                <a:lnTo>
                  <a:pt x="102120" y="152400"/>
                </a:lnTo>
                <a:lnTo>
                  <a:pt x="102120" y="128016"/>
                </a:lnTo>
                <a:lnTo>
                  <a:pt x="94500" y="128676"/>
                </a:lnTo>
                <a:lnTo>
                  <a:pt x="94500" y="152400"/>
                </a:lnTo>
                <a:lnTo>
                  <a:pt x="94500" y="202692"/>
                </a:lnTo>
                <a:lnTo>
                  <a:pt x="85356" y="202692"/>
                </a:lnTo>
                <a:lnTo>
                  <a:pt x="77736" y="199644"/>
                </a:lnTo>
                <a:lnTo>
                  <a:pt x="73164" y="193548"/>
                </a:lnTo>
                <a:lnTo>
                  <a:pt x="67068" y="188976"/>
                </a:lnTo>
                <a:lnTo>
                  <a:pt x="65544" y="182880"/>
                </a:lnTo>
                <a:lnTo>
                  <a:pt x="65544" y="167640"/>
                </a:lnTo>
                <a:lnTo>
                  <a:pt x="68592" y="164592"/>
                </a:lnTo>
                <a:lnTo>
                  <a:pt x="71640" y="160020"/>
                </a:lnTo>
                <a:lnTo>
                  <a:pt x="74688" y="156972"/>
                </a:lnTo>
                <a:lnTo>
                  <a:pt x="79260" y="155448"/>
                </a:lnTo>
                <a:lnTo>
                  <a:pt x="82308" y="153924"/>
                </a:lnTo>
                <a:lnTo>
                  <a:pt x="86880" y="153924"/>
                </a:lnTo>
                <a:lnTo>
                  <a:pt x="94500" y="152400"/>
                </a:lnTo>
                <a:lnTo>
                  <a:pt x="94500" y="128676"/>
                </a:lnTo>
                <a:lnTo>
                  <a:pt x="60401" y="153733"/>
                </a:lnTo>
                <a:lnTo>
                  <a:pt x="58432" y="163068"/>
                </a:lnTo>
                <a:lnTo>
                  <a:pt x="58305" y="164909"/>
                </a:lnTo>
                <a:lnTo>
                  <a:pt x="73164" y="207264"/>
                </a:lnTo>
                <a:lnTo>
                  <a:pt x="117360" y="220980"/>
                </a:lnTo>
                <a:lnTo>
                  <a:pt x="130213" y="220129"/>
                </a:lnTo>
                <a:lnTo>
                  <a:pt x="141363" y="217551"/>
                </a:lnTo>
                <a:lnTo>
                  <a:pt x="150787" y="213271"/>
                </a:lnTo>
                <a:lnTo>
                  <a:pt x="158508" y="207264"/>
                </a:lnTo>
                <a:lnTo>
                  <a:pt x="163042" y="202692"/>
                </a:lnTo>
                <a:lnTo>
                  <a:pt x="165620" y="200101"/>
                </a:lnTo>
                <a:lnTo>
                  <a:pt x="170891" y="192214"/>
                </a:lnTo>
                <a:lnTo>
                  <a:pt x="170954" y="192024"/>
                </a:lnTo>
                <a:lnTo>
                  <a:pt x="174142" y="183476"/>
                </a:lnTo>
                <a:lnTo>
                  <a:pt x="174218" y="182880"/>
                </a:lnTo>
                <a:lnTo>
                  <a:pt x="175272" y="173736"/>
                </a:lnTo>
                <a:close/>
              </a:path>
              <a:path extrusionOk="0" h="524509" w="175895">
                <a:moveTo>
                  <a:pt x="175272" y="30480"/>
                </a:moveTo>
                <a:lnTo>
                  <a:pt x="161556" y="0"/>
                </a:lnTo>
                <a:lnTo>
                  <a:pt x="158508" y="1524"/>
                </a:lnTo>
                <a:lnTo>
                  <a:pt x="160032" y="4572"/>
                </a:lnTo>
                <a:lnTo>
                  <a:pt x="160032" y="12192"/>
                </a:lnTo>
                <a:lnTo>
                  <a:pt x="158508" y="13716"/>
                </a:lnTo>
                <a:lnTo>
                  <a:pt x="156984" y="13716"/>
                </a:lnTo>
                <a:lnTo>
                  <a:pt x="155460" y="15240"/>
                </a:lnTo>
                <a:lnTo>
                  <a:pt x="152412" y="15240"/>
                </a:lnTo>
                <a:lnTo>
                  <a:pt x="149364" y="16764"/>
                </a:lnTo>
                <a:lnTo>
                  <a:pt x="12" y="16764"/>
                </a:lnTo>
                <a:lnTo>
                  <a:pt x="12" y="21336"/>
                </a:lnTo>
                <a:lnTo>
                  <a:pt x="13728" y="53340"/>
                </a:lnTo>
                <a:lnTo>
                  <a:pt x="16776" y="51816"/>
                </a:lnTo>
                <a:lnTo>
                  <a:pt x="13728" y="45720"/>
                </a:lnTo>
                <a:lnTo>
                  <a:pt x="13728" y="42672"/>
                </a:lnTo>
                <a:lnTo>
                  <a:pt x="15252" y="41148"/>
                </a:lnTo>
                <a:lnTo>
                  <a:pt x="15252" y="39624"/>
                </a:lnTo>
                <a:lnTo>
                  <a:pt x="16776" y="38100"/>
                </a:lnTo>
                <a:lnTo>
                  <a:pt x="18300" y="38100"/>
                </a:lnTo>
                <a:lnTo>
                  <a:pt x="21348" y="36576"/>
                </a:lnTo>
                <a:lnTo>
                  <a:pt x="67068" y="36576"/>
                </a:lnTo>
                <a:lnTo>
                  <a:pt x="60972" y="42672"/>
                </a:lnTo>
                <a:lnTo>
                  <a:pt x="57924" y="50292"/>
                </a:lnTo>
                <a:lnTo>
                  <a:pt x="57924" y="59436"/>
                </a:lnTo>
                <a:lnTo>
                  <a:pt x="77736" y="97536"/>
                </a:lnTo>
                <a:lnTo>
                  <a:pt x="120408" y="112776"/>
                </a:lnTo>
                <a:lnTo>
                  <a:pt x="132486" y="111899"/>
                </a:lnTo>
                <a:lnTo>
                  <a:pt x="132257" y="111899"/>
                </a:lnTo>
                <a:lnTo>
                  <a:pt x="142506" y="109347"/>
                </a:lnTo>
                <a:lnTo>
                  <a:pt x="151688" y="105067"/>
                </a:lnTo>
                <a:lnTo>
                  <a:pt x="160032" y="99060"/>
                </a:lnTo>
                <a:lnTo>
                  <a:pt x="166268" y="92163"/>
                </a:lnTo>
                <a:lnTo>
                  <a:pt x="167767" y="89916"/>
                </a:lnTo>
                <a:lnTo>
                  <a:pt x="171081" y="84963"/>
                </a:lnTo>
                <a:lnTo>
                  <a:pt x="174167" y="77203"/>
                </a:lnTo>
                <a:lnTo>
                  <a:pt x="175221" y="68961"/>
                </a:lnTo>
                <a:lnTo>
                  <a:pt x="175272" y="62484"/>
                </a:lnTo>
                <a:lnTo>
                  <a:pt x="173748" y="56388"/>
                </a:lnTo>
                <a:lnTo>
                  <a:pt x="167652" y="47244"/>
                </a:lnTo>
                <a:lnTo>
                  <a:pt x="163080" y="41148"/>
                </a:lnTo>
                <a:lnTo>
                  <a:pt x="160032" y="39319"/>
                </a:lnTo>
                <a:lnTo>
                  <a:pt x="160032" y="50292"/>
                </a:lnTo>
                <a:lnTo>
                  <a:pt x="160032" y="56388"/>
                </a:lnTo>
                <a:lnTo>
                  <a:pt x="131457" y="87439"/>
                </a:lnTo>
                <a:lnTo>
                  <a:pt x="109740" y="89916"/>
                </a:lnTo>
                <a:lnTo>
                  <a:pt x="98894" y="89331"/>
                </a:lnTo>
                <a:lnTo>
                  <a:pt x="65544" y="67056"/>
                </a:lnTo>
                <a:lnTo>
                  <a:pt x="65544" y="53340"/>
                </a:lnTo>
                <a:lnTo>
                  <a:pt x="68592" y="50292"/>
                </a:lnTo>
                <a:lnTo>
                  <a:pt x="70116" y="45720"/>
                </a:lnTo>
                <a:lnTo>
                  <a:pt x="73164" y="42672"/>
                </a:lnTo>
                <a:lnTo>
                  <a:pt x="77736" y="41148"/>
                </a:lnTo>
                <a:lnTo>
                  <a:pt x="82308" y="38100"/>
                </a:lnTo>
                <a:lnTo>
                  <a:pt x="88404" y="36576"/>
                </a:lnTo>
                <a:lnTo>
                  <a:pt x="147840" y="36576"/>
                </a:lnTo>
                <a:lnTo>
                  <a:pt x="155460" y="42672"/>
                </a:lnTo>
                <a:lnTo>
                  <a:pt x="160032" y="50292"/>
                </a:lnTo>
                <a:lnTo>
                  <a:pt x="160032" y="39319"/>
                </a:lnTo>
                <a:lnTo>
                  <a:pt x="155460" y="36576"/>
                </a:lnTo>
                <a:lnTo>
                  <a:pt x="175272" y="36576"/>
                </a:lnTo>
                <a:lnTo>
                  <a:pt x="175272" y="304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046" name="Google Shape;5046;p80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5071871" y="8040623"/>
            <a:ext cx="225552" cy="685799"/>
          </a:xfrm>
          <a:prstGeom prst="rect">
            <a:avLst/>
          </a:prstGeom>
          <a:noFill/>
          <a:ln>
            <a:noFill/>
          </a:ln>
        </p:spPr>
      </p:pic>
      <p:pic>
        <p:nvPicPr>
          <p:cNvPr id="5047" name="Google Shape;5047;p80"/>
          <p:cNvPicPr preferRelativeResize="0"/>
          <p:nvPr/>
        </p:nvPicPr>
        <p:blipFill rotWithShape="1">
          <a:blip r:embed="rId88">
            <a:alphaModFix/>
          </a:blip>
          <a:srcRect b="0" l="0" r="0" t="0"/>
          <a:stretch/>
        </p:blipFill>
        <p:spPr>
          <a:xfrm>
            <a:off x="5071872" y="7601711"/>
            <a:ext cx="175260" cy="3444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48" name="Google Shape;5048;p80"/>
          <p:cNvGrpSpPr/>
          <p:nvPr/>
        </p:nvGrpSpPr>
        <p:grpSpPr>
          <a:xfrm>
            <a:off x="5071859" y="5989320"/>
            <a:ext cx="225564" cy="1531618"/>
            <a:chOff x="5071859" y="5989320"/>
            <a:chExt cx="225564" cy="1531618"/>
          </a:xfrm>
        </p:grpSpPr>
        <p:pic>
          <p:nvPicPr>
            <p:cNvPr id="5049" name="Google Shape;5049;p80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5096255" y="6598919"/>
              <a:ext cx="201168" cy="9220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050" name="Google Shape;5050;p80"/>
            <p:cNvSpPr/>
            <p:nvPr/>
          </p:nvSpPr>
          <p:spPr>
            <a:xfrm>
              <a:off x="5071859" y="5989320"/>
              <a:ext cx="175895" cy="607060"/>
            </a:xfrm>
            <a:custGeom>
              <a:rect b="b" l="l" r="r" t="t"/>
              <a:pathLst>
                <a:path extrusionOk="0" h="607059" w="175895">
                  <a:moveTo>
                    <a:pt x="24384" y="384048"/>
                  </a:moveTo>
                  <a:lnTo>
                    <a:pt x="22860" y="381000"/>
                  </a:lnTo>
                  <a:lnTo>
                    <a:pt x="18288" y="376428"/>
                  </a:lnTo>
                  <a:lnTo>
                    <a:pt x="15240" y="374904"/>
                  </a:lnTo>
                  <a:lnTo>
                    <a:pt x="7620" y="374904"/>
                  </a:lnTo>
                  <a:lnTo>
                    <a:pt x="4572" y="376428"/>
                  </a:lnTo>
                  <a:lnTo>
                    <a:pt x="0" y="381000"/>
                  </a:lnTo>
                  <a:lnTo>
                    <a:pt x="0" y="393192"/>
                  </a:lnTo>
                  <a:lnTo>
                    <a:pt x="3048" y="394716"/>
                  </a:lnTo>
                  <a:lnTo>
                    <a:pt x="4572" y="397764"/>
                  </a:lnTo>
                  <a:lnTo>
                    <a:pt x="7620" y="399288"/>
                  </a:lnTo>
                  <a:lnTo>
                    <a:pt x="15240" y="399288"/>
                  </a:lnTo>
                  <a:lnTo>
                    <a:pt x="18288" y="397764"/>
                  </a:lnTo>
                  <a:lnTo>
                    <a:pt x="19812" y="394716"/>
                  </a:lnTo>
                  <a:lnTo>
                    <a:pt x="22860" y="393192"/>
                  </a:lnTo>
                  <a:lnTo>
                    <a:pt x="24384" y="390144"/>
                  </a:lnTo>
                  <a:lnTo>
                    <a:pt x="24384" y="384048"/>
                  </a:lnTo>
                  <a:close/>
                </a:path>
                <a:path extrusionOk="0" h="607059" w="175895">
                  <a:moveTo>
                    <a:pt x="126504" y="542544"/>
                  </a:moveTo>
                  <a:lnTo>
                    <a:pt x="105168" y="542544"/>
                  </a:lnTo>
                  <a:lnTo>
                    <a:pt x="105168" y="606552"/>
                  </a:lnTo>
                  <a:lnTo>
                    <a:pt x="126504" y="606552"/>
                  </a:lnTo>
                  <a:lnTo>
                    <a:pt x="126504" y="542544"/>
                  </a:lnTo>
                  <a:close/>
                </a:path>
                <a:path extrusionOk="0" h="607059" w="175895">
                  <a:moveTo>
                    <a:pt x="172212" y="359664"/>
                  </a:moveTo>
                  <a:lnTo>
                    <a:pt x="169164" y="359664"/>
                  </a:lnTo>
                  <a:lnTo>
                    <a:pt x="169164" y="364236"/>
                  </a:lnTo>
                  <a:lnTo>
                    <a:pt x="167640" y="368808"/>
                  </a:lnTo>
                  <a:lnTo>
                    <a:pt x="166116" y="370332"/>
                  </a:lnTo>
                  <a:lnTo>
                    <a:pt x="166116" y="371856"/>
                  </a:lnTo>
                  <a:lnTo>
                    <a:pt x="164592" y="373380"/>
                  </a:lnTo>
                  <a:lnTo>
                    <a:pt x="161544" y="374904"/>
                  </a:lnTo>
                  <a:lnTo>
                    <a:pt x="158496" y="374904"/>
                  </a:lnTo>
                  <a:lnTo>
                    <a:pt x="153924" y="376428"/>
                  </a:lnTo>
                  <a:lnTo>
                    <a:pt x="57912" y="376428"/>
                  </a:lnTo>
                  <a:lnTo>
                    <a:pt x="57912" y="381000"/>
                  </a:lnTo>
                  <a:lnTo>
                    <a:pt x="71628" y="414528"/>
                  </a:lnTo>
                  <a:lnTo>
                    <a:pt x="74676" y="413004"/>
                  </a:lnTo>
                  <a:lnTo>
                    <a:pt x="71628" y="406908"/>
                  </a:lnTo>
                  <a:lnTo>
                    <a:pt x="71628" y="402336"/>
                  </a:lnTo>
                  <a:lnTo>
                    <a:pt x="73152" y="400812"/>
                  </a:lnTo>
                  <a:lnTo>
                    <a:pt x="73152" y="399288"/>
                  </a:lnTo>
                  <a:lnTo>
                    <a:pt x="74676" y="397764"/>
                  </a:lnTo>
                  <a:lnTo>
                    <a:pt x="79248" y="397764"/>
                  </a:lnTo>
                  <a:lnTo>
                    <a:pt x="83299" y="396887"/>
                  </a:lnTo>
                  <a:lnTo>
                    <a:pt x="88773" y="396430"/>
                  </a:lnTo>
                  <a:lnTo>
                    <a:pt x="97002" y="396240"/>
                  </a:lnTo>
                  <a:lnTo>
                    <a:pt x="158496" y="396240"/>
                  </a:lnTo>
                  <a:lnTo>
                    <a:pt x="164592" y="399288"/>
                  </a:lnTo>
                  <a:lnTo>
                    <a:pt x="167640" y="402336"/>
                  </a:lnTo>
                  <a:lnTo>
                    <a:pt x="167640" y="403860"/>
                  </a:lnTo>
                  <a:lnTo>
                    <a:pt x="169164" y="406908"/>
                  </a:lnTo>
                  <a:lnTo>
                    <a:pt x="169164" y="413004"/>
                  </a:lnTo>
                  <a:lnTo>
                    <a:pt x="172212" y="413004"/>
                  </a:lnTo>
                  <a:lnTo>
                    <a:pt x="172212" y="396240"/>
                  </a:lnTo>
                  <a:lnTo>
                    <a:pt x="172212" y="359664"/>
                  </a:lnTo>
                  <a:close/>
                </a:path>
                <a:path extrusionOk="0" h="607059" w="175895">
                  <a:moveTo>
                    <a:pt x="175272" y="448056"/>
                  </a:moveTo>
                  <a:lnTo>
                    <a:pt x="174129" y="441439"/>
                  </a:lnTo>
                  <a:lnTo>
                    <a:pt x="170700" y="435102"/>
                  </a:lnTo>
                  <a:lnTo>
                    <a:pt x="164985" y="428777"/>
                  </a:lnTo>
                  <a:lnTo>
                    <a:pt x="156984" y="422148"/>
                  </a:lnTo>
                  <a:lnTo>
                    <a:pt x="150888" y="422148"/>
                  </a:lnTo>
                  <a:lnTo>
                    <a:pt x="155460" y="426720"/>
                  </a:lnTo>
                  <a:lnTo>
                    <a:pt x="156984" y="429768"/>
                  </a:lnTo>
                  <a:lnTo>
                    <a:pt x="158508" y="431292"/>
                  </a:lnTo>
                  <a:lnTo>
                    <a:pt x="158508" y="432816"/>
                  </a:lnTo>
                  <a:lnTo>
                    <a:pt x="160032" y="432816"/>
                  </a:lnTo>
                  <a:lnTo>
                    <a:pt x="160032" y="435864"/>
                  </a:lnTo>
                  <a:lnTo>
                    <a:pt x="156984" y="438912"/>
                  </a:lnTo>
                  <a:lnTo>
                    <a:pt x="155460" y="438912"/>
                  </a:lnTo>
                  <a:lnTo>
                    <a:pt x="153936" y="440436"/>
                  </a:lnTo>
                  <a:lnTo>
                    <a:pt x="77736" y="440436"/>
                  </a:lnTo>
                  <a:lnTo>
                    <a:pt x="68592" y="445008"/>
                  </a:lnTo>
                  <a:lnTo>
                    <a:pt x="65544" y="448056"/>
                  </a:lnTo>
                  <a:lnTo>
                    <a:pt x="62496" y="452628"/>
                  </a:lnTo>
                  <a:lnTo>
                    <a:pt x="60490" y="458393"/>
                  </a:lnTo>
                  <a:lnTo>
                    <a:pt x="60413" y="458724"/>
                  </a:lnTo>
                  <a:lnTo>
                    <a:pt x="59067" y="464439"/>
                  </a:lnTo>
                  <a:lnTo>
                    <a:pt x="58204" y="471068"/>
                  </a:lnTo>
                  <a:lnTo>
                    <a:pt x="58102" y="481584"/>
                  </a:lnTo>
                  <a:lnTo>
                    <a:pt x="58470" y="487375"/>
                  </a:lnTo>
                  <a:lnTo>
                    <a:pt x="77736" y="519684"/>
                  </a:lnTo>
                  <a:lnTo>
                    <a:pt x="88404" y="519684"/>
                  </a:lnTo>
                  <a:lnTo>
                    <a:pt x="94500" y="516636"/>
                  </a:lnTo>
                  <a:lnTo>
                    <a:pt x="96024" y="515112"/>
                  </a:lnTo>
                  <a:lnTo>
                    <a:pt x="97548" y="512064"/>
                  </a:lnTo>
                  <a:lnTo>
                    <a:pt x="97548" y="505968"/>
                  </a:lnTo>
                  <a:lnTo>
                    <a:pt x="94500" y="502920"/>
                  </a:lnTo>
                  <a:lnTo>
                    <a:pt x="88404" y="499872"/>
                  </a:lnTo>
                  <a:lnTo>
                    <a:pt x="74688" y="499872"/>
                  </a:lnTo>
                  <a:lnTo>
                    <a:pt x="71640" y="498348"/>
                  </a:lnTo>
                  <a:lnTo>
                    <a:pt x="68783" y="495490"/>
                  </a:lnTo>
                  <a:lnTo>
                    <a:pt x="68529" y="495185"/>
                  </a:lnTo>
                  <a:lnTo>
                    <a:pt x="67068" y="492252"/>
                  </a:lnTo>
                  <a:lnTo>
                    <a:pt x="65544" y="487680"/>
                  </a:lnTo>
                  <a:lnTo>
                    <a:pt x="65544" y="475488"/>
                  </a:lnTo>
                  <a:lnTo>
                    <a:pt x="67068" y="469392"/>
                  </a:lnTo>
                  <a:lnTo>
                    <a:pt x="71640" y="466344"/>
                  </a:lnTo>
                  <a:lnTo>
                    <a:pt x="74688" y="461772"/>
                  </a:lnTo>
                  <a:lnTo>
                    <a:pt x="82308" y="460248"/>
                  </a:lnTo>
                  <a:lnTo>
                    <a:pt x="99072" y="460248"/>
                  </a:lnTo>
                  <a:lnTo>
                    <a:pt x="103619" y="473989"/>
                  </a:lnTo>
                  <a:lnTo>
                    <a:pt x="108026" y="485584"/>
                  </a:lnTo>
                  <a:lnTo>
                    <a:pt x="135648" y="522732"/>
                  </a:lnTo>
                  <a:lnTo>
                    <a:pt x="140220" y="524256"/>
                  </a:lnTo>
                  <a:lnTo>
                    <a:pt x="153936" y="524256"/>
                  </a:lnTo>
                  <a:lnTo>
                    <a:pt x="161556" y="521208"/>
                  </a:lnTo>
                  <a:lnTo>
                    <a:pt x="172224" y="510540"/>
                  </a:lnTo>
                  <a:lnTo>
                    <a:pt x="175272" y="504444"/>
                  </a:lnTo>
                  <a:lnTo>
                    <a:pt x="175272" y="492252"/>
                  </a:lnTo>
                  <a:lnTo>
                    <a:pt x="173748" y="486156"/>
                  </a:lnTo>
                  <a:lnTo>
                    <a:pt x="170700" y="481584"/>
                  </a:lnTo>
                  <a:lnTo>
                    <a:pt x="169595" y="479323"/>
                  </a:lnTo>
                  <a:lnTo>
                    <a:pt x="166509" y="474916"/>
                  </a:lnTo>
                  <a:lnTo>
                    <a:pt x="160032" y="466318"/>
                  </a:lnTo>
                  <a:lnTo>
                    <a:pt x="160032" y="490728"/>
                  </a:lnTo>
                  <a:lnTo>
                    <a:pt x="157060" y="495185"/>
                  </a:lnTo>
                  <a:lnTo>
                    <a:pt x="156794" y="495490"/>
                  </a:lnTo>
                  <a:lnTo>
                    <a:pt x="149364" y="502920"/>
                  </a:lnTo>
                  <a:lnTo>
                    <a:pt x="144792" y="504444"/>
                  </a:lnTo>
                  <a:lnTo>
                    <a:pt x="135648" y="504444"/>
                  </a:lnTo>
                  <a:lnTo>
                    <a:pt x="109829" y="468782"/>
                  </a:lnTo>
                  <a:lnTo>
                    <a:pt x="106692" y="460248"/>
                  </a:lnTo>
                  <a:lnTo>
                    <a:pt x="147840" y="460248"/>
                  </a:lnTo>
                  <a:lnTo>
                    <a:pt x="152958" y="467944"/>
                  </a:lnTo>
                  <a:lnTo>
                    <a:pt x="160032" y="490728"/>
                  </a:lnTo>
                  <a:lnTo>
                    <a:pt x="160032" y="466318"/>
                  </a:lnTo>
                  <a:lnTo>
                    <a:pt x="155460" y="460248"/>
                  </a:lnTo>
                  <a:lnTo>
                    <a:pt x="163080" y="460248"/>
                  </a:lnTo>
                  <a:lnTo>
                    <a:pt x="167652" y="458724"/>
                  </a:lnTo>
                  <a:lnTo>
                    <a:pt x="170700" y="457200"/>
                  </a:lnTo>
                  <a:lnTo>
                    <a:pt x="173748" y="454152"/>
                  </a:lnTo>
                  <a:lnTo>
                    <a:pt x="175272" y="451104"/>
                  </a:lnTo>
                  <a:lnTo>
                    <a:pt x="175272" y="448056"/>
                  </a:lnTo>
                  <a:close/>
                </a:path>
                <a:path extrusionOk="0" h="607059" w="175895">
                  <a:moveTo>
                    <a:pt x="175272" y="263652"/>
                  </a:moveTo>
                  <a:lnTo>
                    <a:pt x="161556" y="233172"/>
                  </a:lnTo>
                  <a:lnTo>
                    <a:pt x="158508" y="234696"/>
                  </a:lnTo>
                  <a:lnTo>
                    <a:pt x="160032" y="237744"/>
                  </a:lnTo>
                  <a:lnTo>
                    <a:pt x="160032" y="245364"/>
                  </a:lnTo>
                  <a:lnTo>
                    <a:pt x="158508" y="246888"/>
                  </a:lnTo>
                  <a:lnTo>
                    <a:pt x="156984" y="246888"/>
                  </a:lnTo>
                  <a:lnTo>
                    <a:pt x="155460" y="248412"/>
                  </a:lnTo>
                  <a:lnTo>
                    <a:pt x="152412" y="248412"/>
                  </a:lnTo>
                  <a:lnTo>
                    <a:pt x="149364" y="249936"/>
                  </a:lnTo>
                  <a:lnTo>
                    <a:pt x="12" y="249936"/>
                  </a:lnTo>
                  <a:lnTo>
                    <a:pt x="12" y="254508"/>
                  </a:lnTo>
                  <a:lnTo>
                    <a:pt x="13728" y="286512"/>
                  </a:lnTo>
                  <a:lnTo>
                    <a:pt x="16776" y="284988"/>
                  </a:lnTo>
                  <a:lnTo>
                    <a:pt x="13728" y="278892"/>
                  </a:lnTo>
                  <a:lnTo>
                    <a:pt x="13728" y="275844"/>
                  </a:lnTo>
                  <a:lnTo>
                    <a:pt x="15252" y="274320"/>
                  </a:lnTo>
                  <a:lnTo>
                    <a:pt x="15252" y="272796"/>
                  </a:lnTo>
                  <a:lnTo>
                    <a:pt x="16776" y="271272"/>
                  </a:lnTo>
                  <a:lnTo>
                    <a:pt x="18300" y="271272"/>
                  </a:lnTo>
                  <a:lnTo>
                    <a:pt x="21348" y="269748"/>
                  </a:lnTo>
                  <a:lnTo>
                    <a:pt x="67068" y="269748"/>
                  </a:lnTo>
                  <a:lnTo>
                    <a:pt x="60972" y="275844"/>
                  </a:lnTo>
                  <a:lnTo>
                    <a:pt x="57924" y="283464"/>
                  </a:lnTo>
                  <a:lnTo>
                    <a:pt x="57924" y="292608"/>
                  </a:lnTo>
                  <a:lnTo>
                    <a:pt x="77736" y="330708"/>
                  </a:lnTo>
                  <a:lnTo>
                    <a:pt x="120408" y="345948"/>
                  </a:lnTo>
                  <a:lnTo>
                    <a:pt x="132486" y="345071"/>
                  </a:lnTo>
                  <a:lnTo>
                    <a:pt x="132257" y="345071"/>
                  </a:lnTo>
                  <a:lnTo>
                    <a:pt x="142506" y="342519"/>
                  </a:lnTo>
                  <a:lnTo>
                    <a:pt x="151688" y="338239"/>
                  </a:lnTo>
                  <a:lnTo>
                    <a:pt x="160032" y="332232"/>
                  </a:lnTo>
                  <a:lnTo>
                    <a:pt x="166268" y="325335"/>
                  </a:lnTo>
                  <a:lnTo>
                    <a:pt x="167767" y="323088"/>
                  </a:lnTo>
                  <a:lnTo>
                    <a:pt x="171081" y="318135"/>
                  </a:lnTo>
                  <a:lnTo>
                    <a:pt x="174167" y="310375"/>
                  </a:lnTo>
                  <a:lnTo>
                    <a:pt x="175221" y="302133"/>
                  </a:lnTo>
                  <a:lnTo>
                    <a:pt x="175272" y="295656"/>
                  </a:lnTo>
                  <a:lnTo>
                    <a:pt x="173748" y="289560"/>
                  </a:lnTo>
                  <a:lnTo>
                    <a:pt x="167652" y="280416"/>
                  </a:lnTo>
                  <a:lnTo>
                    <a:pt x="163080" y="274320"/>
                  </a:lnTo>
                  <a:lnTo>
                    <a:pt x="160032" y="272491"/>
                  </a:lnTo>
                  <a:lnTo>
                    <a:pt x="160032" y="283464"/>
                  </a:lnTo>
                  <a:lnTo>
                    <a:pt x="160032" y="289560"/>
                  </a:lnTo>
                  <a:lnTo>
                    <a:pt x="131457" y="320611"/>
                  </a:lnTo>
                  <a:lnTo>
                    <a:pt x="109740" y="323088"/>
                  </a:lnTo>
                  <a:lnTo>
                    <a:pt x="98894" y="322503"/>
                  </a:lnTo>
                  <a:lnTo>
                    <a:pt x="89357" y="320611"/>
                  </a:lnTo>
                  <a:lnTo>
                    <a:pt x="81229" y="317309"/>
                  </a:lnTo>
                  <a:lnTo>
                    <a:pt x="68592" y="307848"/>
                  </a:lnTo>
                  <a:lnTo>
                    <a:pt x="65544" y="301752"/>
                  </a:lnTo>
                  <a:lnTo>
                    <a:pt x="65544" y="286512"/>
                  </a:lnTo>
                  <a:lnTo>
                    <a:pt x="68592" y="283464"/>
                  </a:lnTo>
                  <a:lnTo>
                    <a:pt x="70116" y="278892"/>
                  </a:lnTo>
                  <a:lnTo>
                    <a:pt x="73164" y="275844"/>
                  </a:lnTo>
                  <a:lnTo>
                    <a:pt x="77736" y="274320"/>
                  </a:lnTo>
                  <a:lnTo>
                    <a:pt x="82308" y="271272"/>
                  </a:lnTo>
                  <a:lnTo>
                    <a:pt x="88404" y="269748"/>
                  </a:lnTo>
                  <a:lnTo>
                    <a:pt x="147840" y="269748"/>
                  </a:lnTo>
                  <a:lnTo>
                    <a:pt x="155460" y="275844"/>
                  </a:lnTo>
                  <a:lnTo>
                    <a:pt x="160032" y="283464"/>
                  </a:lnTo>
                  <a:lnTo>
                    <a:pt x="160032" y="272491"/>
                  </a:lnTo>
                  <a:lnTo>
                    <a:pt x="155460" y="269748"/>
                  </a:lnTo>
                  <a:lnTo>
                    <a:pt x="175272" y="269748"/>
                  </a:lnTo>
                  <a:lnTo>
                    <a:pt x="175272" y="263652"/>
                  </a:lnTo>
                  <a:close/>
                </a:path>
                <a:path extrusionOk="0" h="607059" w="175895">
                  <a:moveTo>
                    <a:pt x="175272" y="173736"/>
                  </a:moveTo>
                  <a:lnTo>
                    <a:pt x="154647" y="138112"/>
                  </a:lnTo>
                  <a:lnTo>
                    <a:pt x="131076" y="129540"/>
                  </a:lnTo>
                  <a:lnTo>
                    <a:pt x="129552" y="132588"/>
                  </a:lnTo>
                  <a:lnTo>
                    <a:pt x="138696" y="135636"/>
                  </a:lnTo>
                  <a:lnTo>
                    <a:pt x="146316" y="140208"/>
                  </a:lnTo>
                  <a:lnTo>
                    <a:pt x="149364" y="144780"/>
                  </a:lnTo>
                  <a:lnTo>
                    <a:pt x="155460" y="156972"/>
                  </a:lnTo>
                  <a:lnTo>
                    <a:pt x="155397" y="165125"/>
                  </a:lnTo>
                  <a:lnTo>
                    <a:pt x="132765" y="197154"/>
                  </a:lnTo>
                  <a:lnTo>
                    <a:pt x="102120" y="204216"/>
                  </a:lnTo>
                  <a:lnTo>
                    <a:pt x="102120" y="153924"/>
                  </a:lnTo>
                  <a:lnTo>
                    <a:pt x="102120" y="129540"/>
                  </a:lnTo>
                  <a:lnTo>
                    <a:pt x="94500" y="130035"/>
                  </a:lnTo>
                  <a:lnTo>
                    <a:pt x="94500" y="153924"/>
                  </a:lnTo>
                  <a:lnTo>
                    <a:pt x="94500" y="204216"/>
                  </a:lnTo>
                  <a:lnTo>
                    <a:pt x="85356" y="202692"/>
                  </a:lnTo>
                  <a:lnTo>
                    <a:pt x="77736" y="199644"/>
                  </a:lnTo>
                  <a:lnTo>
                    <a:pt x="67068" y="188976"/>
                  </a:lnTo>
                  <a:lnTo>
                    <a:pt x="65544" y="184404"/>
                  </a:lnTo>
                  <a:lnTo>
                    <a:pt x="65544" y="169164"/>
                  </a:lnTo>
                  <a:lnTo>
                    <a:pt x="68592" y="164592"/>
                  </a:lnTo>
                  <a:lnTo>
                    <a:pt x="74688" y="158496"/>
                  </a:lnTo>
                  <a:lnTo>
                    <a:pt x="79260" y="155448"/>
                  </a:lnTo>
                  <a:lnTo>
                    <a:pt x="82308" y="155448"/>
                  </a:lnTo>
                  <a:lnTo>
                    <a:pt x="86880" y="153924"/>
                  </a:lnTo>
                  <a:lnTo>
                    <a:pt x="94500" y="153924"/>
                  </a:lnTo>
                  <a:lnTo>
                    <a:pt x="94500" y="130035"/>
                  </a:lnTo>
                  <a:lnTo>
                    <a:pt x="92379" y="130162"/>
                  </a:lnTo>
                  <a:lnTo>
                    <a:pt x="60401" y="154495"/>
                  </a:lnTo>
                  <a:lnTo>
                    <a:pt x="58026" y="169164"/>
                  </a:lnTo>
                  <a:lnTo>
                    <a:pt x="58051" y="172313"/>
                  </a:lnTo>
                  <a:lnTo>
                    <a:pt x="81991" y="214147"/>
                  </a:lnTo>
                  <a:lnTo>
                    <a:pt x="117360" y="222504"/>
                  </a:lnTo>
                  <a:lnTo>
                    <a:pt x="130213" y="221627"/>
                  </a:lnTo>
                  <a:lnTo>
                    <a:pt x="141363" y="218884"/>
                  </a:lnTo>
                  <a:lnTo>
                    <a:pt x="150787" y="214147"/>
                  </a:lnTo>
                  <a:lnTo>
                    <a:pt x="158508" y="207264"/>
                  </a:lnTo>
                  <a:lnTo>
                    <a:pt x="161531" y="204216"/>
                  </a:lnTo>
                  <a:lnTo>
                    <a:pt x="165620" y="200101"/>
                  </a:lnTo>
                  <a:lnTo>
                    <a:pt x="170891" y="192214"/>
                  </a:lnTo>
                  <a:lnTo>
                    <a:pt x="170954" y="192024"/>
                  </a:lnTo>
                  <a:lnTo>
                    <a:pt x="174142" y="183476"/>
                  </a:lnTo>
                  <a:lnTo>
                    <a:pt x="175272" y="173736"/>
                  </a:lnTo>
                  <a:close/>
                </a:path>
                <a:path extrusionOk="0" h="607059" w="175895">
                  <a:moveTo>
                    <a:pt x="175272" y="32004"/>
                  </a:moveTo>
                  <a:lnTo>
                    <a:pt x="161556" y="0"/>
                  </a:lnTo>
                  <a:lnTo>
                    <a:pt x="158508" y="1524"/>
                  </a:lnTo>
                  <a:lnTo>
                    <a:pt x="160032" y="4572"/>
                  </a:lnTo>
                  <a:lnTo>
                    <a:pt x="160032" y="12192"/>
                  </a:lnTo>
                  <a:lnTo>
                    <a:pt x="156984" y="15240"/>
                  </a:lnTo>
                  <a:lnTo>
                    <a:pt x="155460" y="15240"/>
                  </a:lnTo>
                  <a:lnTo>
                    <a:pt x="152412" y="16764"/>
                  </a:lnTo>
                  <a:lnTo>
                    <a:pt x="12" y="16764"/>
                  </a:lnTo>
                  <a:lnTo>
                    <a:pt x="12" y="22860"/>
                  </a:lnTo>
                  <a:lnTo>
                    <a:pt x="13728" y="53340"/>
                  </a:lnTo>
                  <a:lnTo>
                    <a:pt x="16776" y="51816"/>
                  </a:lnTo>
                  <a:lnTo>
                    <a:pt x="15252" y="48768"/>
                  </a:lnTo>
                  <a:lnTo>
                    <a:pt x="13728" y="47244"/>
                  </a:lnTo>
                  <a:lnTo>
                    <a:pt x="13728" y="42672"/>
                  </a:lnTo>
                  <a:lnTo>
                    <a:pt x="15252" y="41148"/>
                  </a:lnTo>
                  <a:lnTo>
                    <a:pt x="15252" y="39624"/>
                  </a:lnTo>
                  <a:lnTo>
                    <a:pt x="16776" y="39624"/>
                  </a:lnTo>
                  <a:lnTo>
                    <a:pt x="18300" y="38100"/>
                  </a:lnTo>
                  <a:lnTo>
                    <a:pt x="21348" y="38100"/>
                  </a:lnTo>
                  <a:lnTo>
                    <a:pt x="24752" y="37223"/>
                  </a:lnTo>
                  <a:lnTo>
                    <a:pt x="30302" y="36766"/>
                  </a:lnTo>
                  <a:lnTo>
                    <a:pt x="38925" y="36576"/>
                  </a:lnTo>
                  <a:lnTo>
                    <a:pt x="67068" y="36576"/>
                  </a:lnTo>
                  <a:lnTo>
                    <a:pt x="63068" y="41681"/>
                  </a:lnTo>
                  <a:lnTo>
                    <a:pt x="60210" y="47625"/>
                  </a:lnTo>
                  <a:lnTo>
                    <a:pt x="58496" y="54152"/>
                  </a:lnTo>
                  <a:lnTo>
                    <a:pt x="58432" y="54864"/>
                  </a:lnTo>
                  <a:lnTo>
                    <a:pt x="57924" y="60960"/>
                  </a:lnTo>
                  <a:lnTo>
                    <a:pt x="59080" y="71843"/>
                  </a:lnTo>
                  <a:lnTo>
                    <a:pt x="87401" y="105067"/>
                  </a:lnTo>
                  <a:lnTo>
                    <a:pt x="120408" y="112776"/>
                  </a:lnTo>
                  <a:lnTo>
                    <a:pt x="132499" y="111925"/>
                  </a:lnTo>
                  <a:lnTo>
                    <a:pt x="132270" y="111925"/>
                  </a:lnTo>
                  <a:lnTo>
                    <a:pt x="142506" y="109537"/>
                  </a:lnTo>
                  <a:lnTo>
                    <a:pt x="151688" y="105714"/>
                  </a:lnTo>
                  <a:lnTo>
                    <a:pt x="160032" y="100584"/>
                  </a:lnTo>
                  <a:lnTo>
                    <a:pt x="166268" y="93446"/>
                  </a:lnTo>
                  <a:lnTo>
                    <a:pt x="168465" y="89916"/>
                  </a:lnTo>
                  <a:lnTo>
                    <a:pt x="171081" y="85725"/>
                  </a:lnTo>
                  <a:lnTo>
                    <a:pt x="174167" y="77444"/>
                  </a:lnTo>
                  <a:lnTo>
                    <a:pt x="175171" y="69342"/>
                  </a:lnTo>
                  <a:lnTo>
                    <a:pt x="175272" y="62484"/>
                  </a:lnTo>
                  <a:lnTo>
                    <a:pt x="173748" y="57912"/>
                  </a:lnTo>
                  <a:lnTo>
                    <a:pt x="170700" y="51816"/>
                  </a:lnTo>
                  <a:lnTo>
                    <a:pt x="167652" y="47244"/>
                  </a:lnTo>
                  <a:lnTo>
                    <a:pt x="163080" y="42672"/>
                  </a:lnTo>
                  <a:lnTo>
                    <a:pt x="160032" y="40233"/>
                  </a:lnTo>
                  <a:lnTo>
                    <a:pt x="160032" y="50292"/>
                  </a:lnTo>
                  <a:lnTo>
                    <a:pt x="160032" y="57912"/>
                  </a:lnTo>
                  <a:lnTo>
                    <a:pt x="131457" y="87630"/>
                  </a:lnTo>
                  <a:lnTo>
                    <a:pt x="121589" y="89331"/>
                  </a:lnTo>
                  <a:lnTo>
                    <a:pt x="121932" y="89331"/>
                  </a:lnTo>
                  <a:lnTo>
                    <a:pt x="109740" y="89916"/>
                  </a:lnTo>
                  <a:lnTo>
                    <a:pt x="98894" y="89331"/>
                  </a:lnTo>
                  <a:lnTo>
                    <a:pt x="89357" y="87439"/>
                  </a:lnTo>
                  <a:lnTo>
                    <a:pt x="81229" y="84137"/>
                  </a:lnTo>
                  <a:lnTo>
                    <a:pt x="68592" y="74676"/>
                  </a:lnTo>
                  <a:lnTo>
                    <a:pt x="65544" y="68580"/>
                  </a:lnTo>
                  <a:lnTo>
                    <a:pt x="65544" y="54864"/>
                  </a:lnTo>
                  <a:lnTo>
                    <a:pt x="68592" y="50292"/>
                  </a:lnTo>
                  <a:lnTo>
                    <a:pt x="70116" y="47244"/>
                  </a:lnTo>
                  <a:lnTo>
                    <a:pt x="73164" y="44196"/>
                  </a:lnTo>
                  <a:lnTo>
                    <a:pt x="82308" y="38100"/>
                  </a:lnTo>
                  <a:lnTo>
                    <a:pt x="88404" y="38100"/>
                  </a:lnTo>
                  <a:lnTo>
                    <a:pt x="92976" y="36576"/>
                  </a:lnTo>
                  <a:lnTo>
                    <a:pt x="147840" y="36576"/>
                  </a:lnTo>
                  <a:lnTo>
                    <a:pt x="155460" y="44196"/>
                  </a:lnTo>
                  <a:lnTo>
                    <a:pt x="160032" y="50292"/>
                  </a:lnTo>
                  <a:lnTo>
                    <a:pt x="160032" y="40233"/>
                  </a:lnTo>
                  <a:lnTo>
                    <a:pt x="155460" y="36576"/>
                  </a:lnTo>
                  <a:lnTo>
                    <a:pt x="175272" y="36576"/>
                  </a:lnTo>
                  <a:lnTo>
                    <a:pt x="175272" y="320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051" name="Google Shape;5051;p80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5071871" y="4485132"/>
            <a:ext cx="225552" cy="143103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2" name="Google Shape;5052;p80"/>
          <p:cNvPicPr preferRelativeResize="0"/>
          <p:nvPr/>
        </p:nvPicPr>
        <p:blipFill rotWithShape="1">
          <a:blip r:embed="rId91">
            <a:alphaModFix/>
          </a:blip>
          <a:srcRect b="0" l="0" r="0" t="0"/>
          <a:stretch/>
        </p:blipFill>
        <p:spPr>
          <a:xfrm>
            <a:off x="5071871" y="3076955"/>
            <a:ext cx="175260" cy="1322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3" name="Google Shape;5053;p80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5071871" y="2808731"/>
            <a:ext cx="172212" cy="181356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4" name="Google Shape;5054;p80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5071871" y="2439924"/>
            <a:ext cx="175260" cy="29413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5" name="Google Shape;5055;p80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5071871" y="1412748"/>
            <a:ext cx="225552" cy="94183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6" name="Google Shape;5056;p80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5367527" y="8173211"/>
            <a:ext cx="175260" cy="1158239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7" name="Google Shape;5057;p80"/>
          <p:cNvPicPr preferRelativeResize="0"/>
          <p:nvPr/>
        </p:nvPicPr>
        <p:blipFill rotWithShape="1">
          <a:blip r:embed="rId96">
            <a:alphaModFix/>
          </a:blip>
          <a:srcRect b="0" l="0" r="0" t="0"/>
          <a:stretch/>
        </p:blipFill>
        <p:spPr>
          <a:xfrm>
            <a:off x="5367528" y="6896100"/>
            <a:ext cx="225551" cy="12039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58" name="Google Shape;5058;p80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5059" name="Google Shape;5059;p80"/>
            <p:cNvPicPr preferRelativeResize="0"/>
            <p:nvPr/>
          </p:nvPicPr>
          <p:blipFill rotWithShape="1">
            <a:blip r:embed="rId97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060" name="Google Shape;5060;p80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061" name="Google Shape;5061;p80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062" name="Google Shape;5062;p80"/>
          <p:cNvPicPr preferRelativeResize="0"/>
          <p:nvPr/>
        </p:nvPicPr>
        <p:blipFill rotWithShape="1">
          <a:blip r:embed="rId99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063" name="Google Shape;5063;p80"/>
          <p:cNvPicPr preferRelativeResize="0"/>
          <p:nvPr/>
        </p:nvPicPr>
        <p:blipFill rotWithShape="1">
          <a:blip r:embed="rId100">
            <a:alphaModFix/>
          </a:blip>
          <a:srcRect b="0" l="0" r="0" t="0"/>
          <a:stretch/>
        </p:blipFill>
        <p:spPr>
          <a:xfrm>
            <a:off x="6655307" y="1824227"/>
            <a:ext cx="115824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67" name="Shape 5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68" name="Google Shape;5068;p81"/>
          <p:cNvGrpSpPr/>
          <p:nvPr/>
        </p:nvGrpSpPr>
        <p:grpSpPr>
          <a:xfrm>
            <a:off x="795527" y="5751576"/>
            <a:ext cx="333756" cy="1298575"/>
            <a:chOff x="795527" y="5751576"/>
            <a:chExt cx="333756" cy="1298575"/>
          </a:xfrm>
        </p:grpSpPr>
        <p:sp>
          <p:nvSpPr>
            <p:cNvPr id="5069" name="Google Shape;5069;p81"/>
            <p:cNvSpPr/>
            <p:nvPr/>
          </p:nvSpPr>
          <p:spPr>
            <a:xfrm>
              <a:off x="795527" y="6627876"/>
              <a:ext cx="327660" cy="422275"/>
            </a:xfrm>
            <a:custGeom>
              <a:rect b="b" l="l" r="r" t="t"/>
              <a:pathLst>
                <a:path extrusionOk="0" h="422275" w="327659">
                  <a:moveTo>
                    <a:pt x="327660" y="422148"/>
                  </a:moveTo>
                  <a:lnTo>
                    <a:pt x="320040" y="422148"/>
                  </a:lnTo>
                  <a:lnTo>
                    <a:pt x="320040" y="409956"/>
                  </a:lnTo>
                  <a:lnTo>
                    <a:pt x="319206" y="400264"/>
                  </a:lnTo>
                  <a:lnTo>
                    <a:pt x="283202" y="375189"/>
                  </a:lnTo>
                  <a:lnTo>
                    <a:pt x="269748" y="374904"/>
                  </a:lnTo>
                  <a:lnTo>
                    <a:pt x="57912" y="374904"/>
                  </a:lnTo>
                  <a:lnTo>
                    <a:pt x="47339" y="375189"/>
                  </a:lnTo>
                  <a:lnTo>
                    <a:pt x="38481" y="376047"/>
                  </a:lnTo>
                  <a:lnTo>
                    <a:pt x="31337" y="377475"/>
                  </a:lnTo>
                  <a:lnTo>
                    <a:pt x="25908" y="379476"/>
                  </a:lnTo>
                  <a:lnTo>
                    <a:pt x="19812" y="381000"/>
                  </a:lnTo>
                  <a:lnTo>
                    <a:pt x="7620" y="422148"/>
                  </a:lnTo>
                  <a:lnTo>
                    <a:pt x="0" y="422148"/>
                  </a:lnTo>
                  <a:lnTo>
                    <a:pt x="0" y="326136"/>
                  </a:lnTo>
                  <a:lnTo>
                    <a:pt x="256032" y="208788"/>
                  </a:lnTo>
                  <a:lnTo>
                    <a:pt x="0" y="91440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0668"/>
                  </a:lnTo>
                  <a:lnTo>
                    <a:pt x="8477" y="21002"/>
                  </a:lnTo>
                  <a:lnTo>
                    <a:pt x="45339" y="46720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9372" y="39624"/>
                  </a:lnTo>
                  <a:lnTo>
                    <a:pt x="320040" y="10668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8"/>
                  </a:lnTo>
                  <a:lnTo>
                    <a:pt x="320040" y="140208"/>
                  </a:lnTo>
                  <a:lnTo>
                    <a:pt x="320040" y="128016"/>
                  </a:lnTo>
                  <a:lnTo>
                    <a:pt x="319206" y="117681"/>
                  </a:lnTo>
                  <a:lnTo>
                    <a:pt x="283202" y="93249"/>
                  </a:lnTo>
                  <a:lnTo>
                    <a:pt x="269748" y="92964"/>
                  </a:lnTo>
                  <a:lnTo>
                    <a:pt x="51816" y="92964"/>
                  </a:lnTo>
                  <a:lnTo>
                    <a:pt x="327660" y="219456"/>
                  </a:lnTo>
                  <a:lnTo>
                    <a:pt x="327660" y="227076"/>
                  </a:lnTo>
                  <a:lnTo>
                    <a:pt x="51816" y="353568"/>
                  </a:lnTo>
                  <a:lnTo>
                    <a:pt x="269748" y="353568"/>
                  </a:lnTo>
                  <a:lnTo>
                    <a:pt x="309372" y="345948"/>
                  </a:lnTo>
                  <a:lnTo>
                    <a:pt x="320040" y="306324"/>
                  </a:lnTo>
                  <a:lnTo>
                    <a:pt x="327660" y="306324"/>
                  </a:lnTo>
                  <a:lnTo>
                    <a:pt x="327660" y="4221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070" name="Google Shape;5070;p8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896111" y="6387084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71" name="Google Shape;5071;p8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896111" y="6140196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72" name="Google Shape;5072;p8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896111" y="5751576"/>
              <a:ext cx="233172" cy="36728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073" name="Google Shape;5073;p81"/>
          <p:cNvGrpSpPr/>
          <p:nvPr/>
        </p:nvGrpSpPr>
        <p:grpSpPr>
          <a:xfrm>
            <a:off x="787908" y="5425439"/>
            <a:ext cx="341376" cy="266700"/>
            <a:chOff x="787908" y="5425439"/>
            <a:chExt cx="341376" cy="266700"/>
          </a:xfrm>
        </p:grpSpPr>
        <p:pic>
          <p:nvPicPr>
            <p:cNvPr id="5074" name="Google Shape;5074;p8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787908" y="5618987"/>
              <a:ext cx="124968" cy="73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75" name="Google Shape;5075;p81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896112" y="5425439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076" name="Google Shape;5076;p81"/>
          <p:cNvGrpSpPr/>
          <p:nvPr/>
        </p:nvGrpSpPr>
        <p:grpSpPr>
          <a:xfrm>
            <a:off x="795528" y="4411979"/>
            <a:ext cx="334008" cy="864363"/>
            <a:chOff x="795528" y="4411979"/>
            <a:chExt cx="334008" cy="864363"/>
          </a:xfrm>
        </p:grpSpPr>
        <p:sp>
          <p:nvSpPr>
            <p:cNvPr id="5077" name="Google Shape;5077;p81"/>
            <p:cNvSpPr/>
            <p:nvPr/>
          </p:nvSpPr>
          <p:spPr>
            <a:xfrm>
              <a:off x="795528" y="4995672"/>
              <a:ext cx="327660" cy="280670"/>
            </a:xfrm>
            <a:custGeom>
              <a:rect b="b" l="l" r="r" t="t"/>
              <a:pathLst>
                <a:path extrusionOk="0" h="280670" w="327659">
                  <a:moveTo>
                    <a:pt x="327660" y="280415"/>
                  </a:moveTo>
                  <a:lnTo>
                    <a:pt x="320040" y="280415"/>
                  </a:lnTo>
                  <a:lnTo>
                    <a:pt x="320040" y="268223"/>
                  </a:lnTo>
                  <a:lnTo>
                    <a:pt x="319182" y="257889"/>
                  </a:lnTo>
                  <a:lnTo>
                    <a:pt x="283178" y="233457"/>
                  </a:lnTo>
                  <a:lnTo>
                    <a:pt x="269748" y="233172"/>
                  </a:lnTo>
                  <a:lnTo>
                    <a:pt x="57912" y="233172"/>
                  </a:lnTo>
                  <a:lnTo>
                    <a:pt x="19812" y="239267"/>
                  </a:lnTo>
                  <a:lnTo>
                    <a:pt x="7620" y="268223"/>
                  </a:lnTo>
                  <a:lnTo>
                    <a:pt x="7620" y="280415"/>
                  </a:lnTo>
                  <a:lnTo>
                    <a:pt x="0" y="280415"/>
                  </a:lnTo>
                  <a:lnTo>
                    <a:pt x="0" y="134111"/>
                  </a:lnTo>
                  <a:lnTo>
                    <a:pt x="7620" y="134111"/>
                  </a:lnTo>
                  <a:lnTo>
                    <a:pt x="7929" y="145803"/>
                  </a:lnTo>
                  <a:lnTo>
                    <a:pt x="8953" y="155638"/>
                  </a:lnTo>
                  <a:lnTo>
                    <a:pt x="10834" y="163472"/>
                  </a:lnTo>
                  <a:lnTo>
                    <a:pt x="13716" y="169163"/>
                  </a:lnTo>
                  <a:lnTo>
                    <a:pt x="16764" y="176783"/>
                  </a:lnTo>
                  <a:lnTo>
                    <a:pt x="21335" y="181355"/>
                  </a:lnTo>
                  <a:lnTo>
                    <a:pt x="25908" y="182879"/>
                  </a:lnTo>
                  <a:lnTo>
                    <a:pt x="30980" y="184880"/>
                  </a:lnTo>
                  <a:lnTo>
                    <a:pt x="39052" y="186308"/>
                  </a:lnTo>
                  <a:lnTo>
                    <a:pt x="49696" y="187166"/>
                  </a:lnTo>
                  <a:lnTo>
                    <a:pt x="62483" y="187451"/>
                  </a:lnTo>
                  <a:lnTo>
                    <a:pt x="269748" y="187451"/>
                  </a:lnTo>
                  <a:lnTo>
                    <a:pt x="305681" y="169521"/>
                  </a:lnTo>
                  <a:lnTo>
                    <a:pt x="306324" y="112775"/>
                  </a:lnTo>
                  <a:lnTo>
                    <a:pt x="306038" y="95654"/>
                  </a:lnTo>
                  <a:lnTo>
                    <a:pt x="298013" y="52577"/>
                  </a:lnTo>
                  <a:lnTo>
                    <a:pt x="263652" y="19811"/>
                  </a:lnTo>
                  <a:lnTo>
                    <a:pt x="236220" y="7619"/>
                  </a:lnTo>
                  <a:lnTo>
                    <a:pt x="237744" y="0"/>
                  </a:lnTo>
                  <a:lnTo>
                    <a:pt x="327660" y="27431"/>
                  </a:lnTo>
                  <a:lnTo>
                    <a:pt x="327660" y="2804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078" name="Google Shape;5078;p81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896287" y="4765547"/>
              <a:ext cx="232686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079" name="Google Shape;5079;p81"/>
            <p:cNvSpPr/>
            <p:nvPr/>
          </p:nvSpPr>
          <p:spPr>
            <a:xfrm>
              <a:off x="902207" y="4411979"/>
              <a:ext cx="227329" cy="346075"/>
            </a:xfrm>
            <a:custGeom>
              <a:rect b="b" l="l" r="r" t="t"/>
              <a:pathLst>
                <a:path extrusionOk="0" h="346075" w="227330">
                  <a:moveTo>
                    <a:pt x="7619" y="345948"/>
                  </a:moveTo>
                  <a:lnTo>
                    <a:pt x="0" y="345948"/>
                  </a:lnTo>
                  <a:lnTo>
                    <a:pt x="0" y="252984"/>
                  </a:lnTo>
                  <a:lnTo>
                    <a:pt x="7619" y="252984"/>
                  </a:lnTo>
                  <a:lnTo>
                    <a:pt x="9143" y="260604"/>
                  </a:lnTo>
                  <a:lnTo>
                    <a:pt x="10667" y="266700"/>
                  </a:lnTo>
                  <a:lnTo>
                    <a:pt x="12191" y="269748"/>
                  </a:lnTo>
                  <a:lnTo>
                    <a:pt x="15239" y="272796"/>
                  </a:lnTo>
                  <a:lnTo>
                    <a:pt x="35051" y="272796"/>
                  </a:lnTo>
                  <a:lnTo>
                    <a:pt x="41147" y="269748"/>
                  </a:lnTo>
                  <a:lnTo>
                    <a:pt x="164591" y="220980"/>
                  </a:lnTo>
                  <a:lnTo>
                    <a:pt x="65531" y="175260"/>
                  </a:lnTo>
                  <a:lnTo>
                    <a:pt x="33527" y="187452"/>
                  </a:lnTo>
                  <a:lnTo>
                    <a:pt x="26336" y="190904"/>
                  </a:lnTo>
                  <a:lnTo>
                    <a:pt x="7619" y="222504"/>
                  </a:lnTo>
                  <a:lnTo>
                    <a:pt x="0" y="222504"/>
                  </a:lnTo>
                  <a:lnTo>
                    <a:pt x="0" y="117348"/>
                  </a:lnTo>
                  <a:lnTo>
                    <a:pt x="7619" y="117348"/>
                  </a:lnTo>
                  <a:lnTo>
                    <a:pt x="8810" y="125896"/>
                  </a:lnTo>
                  <a:lnTo>
                    <a:pt x="10286" y="133159"/>
                  </a:lnTo>
                  <a:lnTo>
                    <a:pt x="12334" y="138993"/>
                  </a:lnTo>
                  <a:lnTo>
                    <a:pt x="15239" y="143255"/>
                  </a:lnTo>
                  <a:lnTo>
                    <a:pt x="18287" y="146304"/>
                  </a:lnTo>
                  <a:lnTo>
                    <a:pt x="21335" y="147828"/>
                  </a:lnTo>
                  <a:lnTo>
                    <a:pt x="30479" y="147828"/>
                  </a:lnTo>
                  <a:lnTo>
                    <a:pt x="35051" y="146304"/>
                  </a:lnTo>
                  <a:lnTo>
                    <a:pt x="38099" y="146304"/>
                  </a:lnTo>
                  <a:lnTo>
                    <a:pt x="163067" y="94488"/>
                  </a:lnTo>
                  <a:lnTo>
                    <a:pt x="42671" y="48767"/>
                  </a:lnTo>
                  <a:lnTo>
                    <a:pt x="33527" y="45720"/>
                  </a:lnTo>
                  <a:lnTo>
                    <a:pt x="25907" y="44196"/>
                  </a:lnTo>
                  <a:lnTo>
                    <a:pt x="18287" y="44196"/>
                  </a:lnTo>
                  <a:lnTo>
                    <a:pt x="7619" y="67055"/>
                  </a:lnTo>
                  <a:lnTo>
                    <a:pt x="0" y="67055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1072" y="9691"/>
                  </a:lnTo>
                  <a:lnTo>
                    <a:pt x="16954" y="18097"/>
                  </a:lnTo>
                  <a:lnTo>
                    <a:pt x="25407" y="25074"/>
                  </a:lnTo>
                  <a:lnTo>
                    <a:pt x="36575" y="30480"/>
                  </a:lnTo>
                  <a:lnTo>
                    <a:pt x="227076" y="103631"/>
                  </a:lnTo>
                  <a:lnTo>
                    <a:pt x="227076" y="111252"/>
                  </a:lnTo>
                  <a:lnTo>
                    <a:pt x="85343" y="167640"/>
                  </a:lnTo>
                  <a:lnTo>
                    <a:pt x="227076" y="234696"/>
                  </a:lnTo>
                  <a:lnTo>
                    <a:pt x="227076" y="239268"/>
                  </a:lnTo>
                  <a:lnTo>
                    <a:pt x="42671" y="310896"/>
                  </a:lnTo>
                  <a:lnTo>
                    <a:pt x="10667" y="336804"/>
                  </a:lnTo>
                  <a:lnTo>
                    <a:pt x="7619" y="3459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080" name="Google Shape;5080;p81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341119" y="2182367"/>
            <a:ext cx="4041647" cy="7341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081" name="Google Shape;5081;p81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5501639" y="8446007"/>
            <a:ext cx="271224" cy="97078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82" name="Google Shape;5082;p81"/>
          <p:cNvGrpSpPr/>
          <p:nvPr/>
        </p:nvGrpSpPr>
        <p:grpSpPr>
          <a:xfrm>
            <a:off x="5501639" y="7610856"/>
            <a:ext cx="210440" cy="746759"/>
            <a:chOff x="5501639" y="7610856"/>
            <a:chExt cx="210440" cy="746759"/>
          </a:xfrm>
        </p:grpSpPr>
        <p:pic>
          <p:nvPicPr>
            <p:cNvPr id="5083" name="Google Shape;5083;p81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5501639" y="8161020"/>
              <a:ext cx="207263" cy="1965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84" name="Google Shape;5084;p81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5506211" y="7684008"/>
              <a:ext cx="205740" cy="4541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085" name="Google Shape;5085;p81"/>
            <p:cNvSpPr/>
            <p:nvPr/>
          </p:nvSpPr>
          <p:spPr>
            <a:xfrm>
              <a:off x="5571744" y="7610856"/>
              <a:ext cx="140335" cy="33655"/>
            </a:xfrm>
            <a:custGeom>
              <a:rect b="b" l="l" r="r" t="t"/>
              <a:pathLst>
                <a:path extrusionOk="0" h="33654" w="140335">
                  <a:moveTo>
                    <a:pt x="21336" y="33528"/>
                  </a:moveTo>
                  <a:lnTo>
                    <a:pt x="12192" y="33528"/>
                  </a:lnTo>
                  <a:lnTo>
                    <a:pt x="7620" y="32004"/>
                  </a:lnTo>
                  <a:lnTo>
                    <a:pt x="1524" y="25908"/>
                  </a:lnTo>
                  <a:lnTo>
                    <a:pt x="0" y="21336"/>
                  </a:lnTo>
                  <a:lnTo>
                    <a:pt x="0" y="12192"/>
                  </a:lnTo>
                  <a:lnTo>
                    <a:pt x="1524" y="9144"/>
                  </a:lnTo>
                  <a:lnTo>
                    <a:pt x="4572" y="4572"/>
                  </a:lnTo>
                  <a:lnTo>
                    <a:pt x="7620" y="1524"/>
                  </a:lnTo>
                  <a:lnTo>
                    <a:pt x="12192" y="0"/>
                  </a:lnTo>
                  <a:lnTo>
                    <a:pt x="21336" y="0"/>
                  </a:lnTo>
                  <a:lnTo>
                    <a:pt x="25908" y="1524"/>
                  </a:lnTo>
                  <a:lnTo>
                    <a:pt x="28956" y="4572"/>
                  </a:lnTo>
                  <a:lnTo>
                    <a:pt x="32004" y="9144"/>
                  </a:lnTo>
                  <a:lnTo>
                    <a:pt x="33528" y="12192"/>
                  </a:lnTo>
                  <a:lnTo>
                    <a:pt x="33528" y="21336"/>
                  </a:lnTo>
                  <a:lnTo>
                    <a:pt x="32004" y="25908"/>
                  </a:lnTo>
                  <a:lnTo>
                    <a:pt x="25908" y="32004"/>
                  </a:lnTo>
                  <a:lnTo>
                    <a:pt x="21336" y="33528"/>
                  </a:lnTo>
                  <a:close/>
                </a:path>
                <a:path extrusionOk="0" h="33654" w="140335">
                  <a:moveTo>
                    <a:pt x="128016" y="33528"/>
                  </a:moveTo>
                  <a:lnTo>
                    <a:pt x="118872" y="33528"/>
                  </a:lnTo>
                  <a:lnTo>
                    <a:pt x="114300" y="32004"/>
                  </a:lnTo>
                  <a:lnTo>
                    <a:pt x="108204" y="25908"/>
                  </a:lnTo>
                  <a:lnTo>
                    <a:pt x="106680" y="21336"/>
                  </a:lnTo>
                  <a:lnTo>
                    <a:pt x="106680" y="12192"/>
                  </a:lnTo>
                  <a:lnTo>
                    <a:pt x="108204" y="9144"/>
                  </a:lnTo>
                  <a:lnTo>
                    <a:pt x="111252" y="4572"/>
                  </a:lnTo>
                  <a:lnTo>
                    <a:pt x="114300" y="1524"/>
                  </a:lnTo>
                  <a:lnTo>
                    <a:pt x="118872" y="0"/>
                  </a:lnTo>
                  <a:lnTo>
                    <a:pt x="128016" y="0"/>
                  </a:lnTo>
                  <a:lnTo>
                    <a:pt x="132588" y="1524"/>
                  </a:lnTo>
                  <a:lnTo>
                    <a:pt x="135636" y="6096"/>
                  </a:lnTo>
                  <a:lnTo>
                    <a:pt x="138684" y="9144"/>
                  </a:lnTo>
                  <a:lnTo>
                    <a:pt x="140208" y="12192"/>
                  </a:lnTo>
                  <a:lnTo>
                    <a:pt x="140208" y="21336"/>
                  </a:lnTo>
                  <a:lnTo>
                    <a:pt x="138684" y="25908"/>
                  </a:lnTo>
                  <a:lnTo>
                    <a:pt x="132588" y="32004"/>
                  </a:lnTo>
                  <a:lnTo>
                    <a:pt x="128016" y="335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81"/>
          <p:cNvGrpSpPr/>
          <p:nvPr/>
        </p:nvGrpSpPr>
        <p:grpSpPr>
          <a:xfrm>
            <a:off x="5501627" y="6615683"/>
            <a:ext cx="210820" cy="905257"/>
            <a:chOff x="5501627" y="6615683"/>
            <a:chExt cx="210820" cy="905257"/>
          </a:xfrm>
        </p:grpSpPr>
        <p:sp>
          <p:nvSpPr>
            <p:cNvPr id="5087" name="Google Shape;5087;p81"/>
            <p:cNvSpPr/>
            <p:nvPr/>
          </p:nvSpPr>
          <p:spPr>
            <a:xfrm>
              <a:off x="5501627" y="6858000"/>
              <a:ext cx="210820" cy="662940"/>
            </a:xfrm>
            <a:custGeom>
              <a:rect b="b" l="l" r="r" t="t"/>
              <a:pathLst>
                <a:path extrusionOk="0" h="662940" w="210820">
                  <a:moveTo>
                    <a:pt x="207276" y="515112"/>
                  </a:moveTo>
                  <a:lnTo>
                    <a:pt x="202704" y="515112"/>
                  </a:lnTo>
                  <a:lnTo>
                    <a:pt x="202704" y="525780"/>
                  </a:lnTo>
                  <a:lnTo>
                    <a:pt x="201180" y="527304"/>
                  </a:lnTo>
                  <a:lnTo>
                    <a:pt x="199656" y="530352"/>
                  </a:lnTo>
                  <a:lnTo>
                    <a:pt x="196608" y="531876"/>
                  </a:lnTo>
                  <a:lnTo>
                    <a:pt x="195084" y="533400"/>
                  </a:lnTo>
                  <a:lnTo>
                    <a:pt x="192036" y="534924"/>
                  </a:lnTo>
                  <a:lnTo>
                    <a:pt x="120408" y="534924"/>
                  </a:lnTo>
                  <a:lnTo>
                    <a:pt x="111836" y="535190"/>
                  </a:lnTo>
                  <a:lnTo>
                    <a:pt x="76212" y="551688"/>
                  </a:lnTo>
                  <a:lnTo>
                    <a:pt x="71640" y="556260"/>
                  </a:lnTo>
                  <a:lnTo>
                    <a:pt x="70116" y="562356"/>
                  </a:lnTo>
                  <a:lnTo>
                    <a:pt x="70116" y="569976"/>
                  </a:lnTo>
                  <a:lnTo>
                    <a:pt x="71843" y="581406"/>
                  </a:lnTo>
                  <a:lnTo>
                    <a:pt x="77165" y="592836"/>
                  </a:lnTo>
                  <a:lnTo>
                    <a:pt x="86182" y="604266"/>
                  </a:lnTo>
                  <a:lnTo>
                    <a:pt x="99072" y="615696"/>
                  </a:lnTo>
                  <a:lnTo>
                    <a:pt x="70116" y="615696"/>
                  </a:lnTo>
                  <a:lnTo>
                    <a:pt x="70116" y="621792"/>
                  </a:lnTo>
                  <a:lnTo>
                    <a:pt x="86880" y="662940"/>
                  </a:lnTo>
                  <a:lnTo>
                    <a:pt x="91452" y="661416"/>
                  </a:lnTo>
                  <a:lnTo>
                    <a:pt x="89928" y="656844"/>
                  </a:lnTo>
                  <a:lnTo>
                    <a:pt x="89928" y="646176"/>
                  </a:lnTo>
                  <a:lnTo>
                    <a:pt x="94500" y="641604"/>
                  </a:lnTo>
                  <a:lnTo>
                    <a:pt x="97548" y="641604"/>
                  </a:lnTo>
                  <a:lnTo>
                    <a:pt x="101854" y="640727"/>
                  </a:lnTo>
                  <a:lnTo>
                    <a:pt x="108026" y="640270"/>
                  </a:lnTo>
                  <a:lnTo>
                    <a:pt x="126504" y="640080"/>
                  </a:lnTo>
                  <a:lnTo>
                    <a:pt x="187464" y="640080"/>
                  </a:lnTo>
                  <a:lnTo>
                    <a:pt x="193560" y="641604"/>
                  </a:lnTo>
                  <a:lnTo>
                    <a:pt x="196608" y="643128"/>
                  </a:lnTo>
                  <a:lnTo>
                    <a:pt x="201180" y="646176"/>
                  </a:lnTo>
                  <a:lnTo>
                    <a:pt x="202704" y="650748"/>
                  </a:lnTo>
                  <a:lnTo>
                    <a:pt x="202704" y="659892"/>
                  </a:lnTo>
                  <a:lnTo>
                    <a:pt x="207276" y="659892"/>
                  </a:lnTo>
                  <a:lnTo>
                    <a:pt x="207276" y="595884"/>
                  </a:lnTo>
                  <a:lnTo>
                    <a:pt x="202704" y="595884"/>
                  </a:lnTo>
                  <a:lnTo>
                    <a:pt x="202704" y="606552"/>
                  </a:lnTo>
                  <a:lnTo>
                    <a:pt x="201180" y="609600"/>
                  </a:lnTo>
                  <a:lnTo>
                    <a:pt x="199656" y="611124"/>
                  </a:lnTo>
                  <a:lnTo>
                    <a:pt x="193560" y="614172"/>
                  </a:lnTo>
                  <a:lnTo>
                    <a:pt x="192036" y="615696"/>
                  </a:lnTo>
                  <a:lnTo>
                    <a:pt x="106692" y="615696"/>
                  </a:lnTo>
                  <a:lnTo>
                    <a:pt x="98691" y="606793"/>
                  </a:lnTo>
                  <a:lnTo>
                    <a:pt x="92976" y="598170"/>
                  </a:lnTo>
                  <a:lnTo>
                    <a:pt x="89547" y="589559"/>
                  </a:lnTo>
                  <a:lnTo>
                    <a:pt x="88404" y="580644"/>
                  </a:lnTo>
                  <a:lnTo>
                    <a:pt x="88404" y="573024"/>
                  </a:lnTo>
                  <a:lnTo>
                    <a:pt x="123456" y="559308"/>
                  </a:lnTo>
                  <a:lnTo>
                    <a:pt x="190512" y="559308"/>
                  </a:lnTo>
                  <a:lnTo>
                    <a:pt x="195084" y="560832"/>
                  </a:lnTo>
                  <a:lnTo>
                    <a:pt x="198132" y="562356"/>
                  </a:lnTo>
                  <a:lnTo>
                    <a:pt x="199656" y="565404"/>
                  </a:lnTo>
                  <a:lnTo>
                    <a:pt x="201180" y="566928"/>
                  </a:lnTo>
                  <a:lnTo>
                    <a:pt x="202704" y="571500"/>
                  </a:lnTo>
                  <a:lnTo>
                    <a:pt x="202704" y="579120"/>
                  </a:lnTo>
                  <a:lnTo>
                    <a:pt x="207276" y="579120"/>
                  </a:lnTo>
                  <a:lnTo>
                    <a:pt x="207276" y="515112"/>
                  </a:lnTo>
                  <a:close/>
                </a:path>
                <a:path extrusionOk="0" h="662940" w="210820">
                  <a:moveTo>
                    <a:pt x="207276" y="141732"/>
                  </a:moveTo>
                  <a:lnTo>
                    <a:pt x="202704" y="141732"/>
                  </a:lnTo>
                  <a:lnTo>
                    <a:pt x="202704" y="150876"/>
                  </a:lnTo>
                  <a:lnTo>
                    <a:pt x="198132" y="155448"/>
                  </a:lnTo>
                  <a:lnTo>
                    <a:pt x="196608" y="158496"/>
                  </a:lnTo>
                  <a:lnTo>
                    <a:pt x="195084" y="158496"/>
                  </a:lnTo>
                  <a:lnTo>
                    <a:pt x="192036" y="160020"/>
                  </a:lnTo>
                  <a:lnTo>
                    <a:pt x="185940" y="161544"/>
                  </a:lnTo>
                  <a:lnTo>
                    <a:pt x="111836" y="161594"/>
                  </a:lnTo>
                  <a:lnTo>
                    <a:pt x="104406" y="161925"/>
                  </a:lnTo>
                  <a:lnTo>
                    <a:pt x="76212" y="176784"/>
                  </a:lnTo>
                  <a:lnTo>
                    <a:pt x="71640" y="181356"/>
                  </a:lnTo>
                  <a:lnTo>
                    <a:pt x="70116" y="188976"/>
                  </a:lnTo>
                  <a:lnTo>
                    <a:pt x="70116" y="202692"/>
                  </a:lnTo>
                  <a:lnTo>
                    <a:pt x="99072" y="240792"/>
                  </a:lnTo>
                  <a:lnTo>
                    <a:pt x="89928" y="242316"/>
                  </a:lnTo>
                  <a:lnTo>
                    <a:pt x="82308" y="246888"/>
                  </a:lnTo>
                  <a:lnTo>
                    <a:pt x="73164" y="259080"/>
                  </a:lnTo>
                  <a:lnTo>
                    <a:pt x="70116" y="265176"/>
                  </a:lnTo>
                  <a:lnTo>
                    <a:pt x="70116" y="278892"/>
                  </a:lnTo>
                  <a:lnTo>
                    <a:pt x="73164" y="288036"/>
                  </a:lnTo>
                  <a:lnTo>
                    <a:pt x="74688" y="294132"/>
                  </a:lnTo>
                  <a:lnTo>
                    <a:pt x="77736" y="298704"/>
                  </a:lnTo>
                  <a:lnTo>
                    <a:pt x="82308" y="301752"/>
                  </a:lnTo>
                  <a:lnTo>
                    <a:pt x="83832" y="304800"/>
                  </a:lnTo>
                  <a:lnTo>
                    <a:pt x="89928" y="309372"/>
                  </a:lnTo>
                  <a:lnTo>
                    <a:pt x="99072" y="320040"/>
                  </a:lnTo>
                  <a:lnTo>
                    <a:pt x="70116" y="320040"/>
                  </a:lnTo>
                  <a:lnTo>
                    <a:pt x="70116" y="326136"/>
                  </a:lnTo>
                  <a:lnTo>
                    <a:pt x="86880" y="367284"/>
                  </a:lnTo>
                  <a:lnTo>
                    <a:pt x="91452" y="364236"/>
                  </a:lnTo>
                  <a:lnTo>
                    <a:pt x="89928" y="361188"/>
                  </a:lnTo>
                  <a:lnTo>
                    <a:pt x="89928" y="350520"/>
                  </a:lnTo>
                  <a:lnTo>
                    <a:pt x="94500" y="345948"/>
                  </a:lnTo>
                  <a:lnTo>
                    <a:pt x="97548" y="344424"/>
                  </a:lnTo>
                  <a:lnTo>
                    <a:pt x="190512" y="344424"/>
                  </a:lnTo>
                  <a:lnTo>
                    <a:pt x="199656" y="348996"/>
                  </a:lnTo>
                  <a:lnTo>
                    <a:pt x="201180" y="350520"/>
                  </a:lnTo>
                  <a:lnTo>
                    <a:pt x="202704" y="353568"/>
                  </a:lnTo>
                  <a:lnTo>
                    <a:pt x="202704" y="364236"/>
                  </a:lnTo>
                  <a:lnTo>
                    <a:pt x="207276" y="364236"/>
                  </a:lnTo>
                  <a:lnTo>
                    <a:pt x="207276" y="300228"/>
                  </a:lnTo>
                  <a:lnTo>
                    <a:pt x="202704" y="300228"/>
                  </a:lnTo>
                  <a:lnTo>
                    <a:pt x="202704" y="310896"/>
                  </a:lnTo>
                  <a:lnTo>
                    <a:pt x="201180" y="312420"/>
                  </a:lnTo>
                  <a:lnTo>
                    <a:pt x="199656" y="315468"/>
                  </a:lnTo>
                  <a:lnTo>
                    <a:pt x="196608" y="316992"/>
                  </a:lnTo>
                  <a:lnTo>
                    <a:pt x="195084" y="316992"/>
                  </a:lnTo>
                  <a:lnTo>
                    <a:pt x="192036" y="318516"/>
                  </a:lnTo>
                  <a:lnTo>
                    <a:pt x="185940" y="320040"/>
                  </a:lnTo>
                  <a:lnTo>
                    <a:pt x="106692" y="320040"/>
                  </a:lnTo>
                  <a:lnTo>
                    <a:pt x="100596" y="315468"/>
                  </a:lnTo>
                  <a:lnTo>
                    <a:pt x="96024" y="309372"/>
                  </a:lnTo>
                  <a:lnTo>
                    <a:pt x="92976" y="301752"/>
                  </a:lnTo>
                  <a:lnTo>
                    <a:pt x="89928" y="295656"/>
                  </a:lnTo>
                  <a:lnTo>
                    <a:pt x="88404" y="291084"/>
                  </a:lnTo>
                  <a:lnTo>
                    <a:pt x="88404" y="278892"/>
                  </a:lnTo>
                  <a:lnTo>
                    <a:pt x="91452" y="272796"/>
                  </a:lnTo>
                  <a:lnTo>
                    <a:pt x="97548" y="269748"/>
                  </a:lnTo>
                  <a:lnTo>
                    <a:pt x="102120" y="266700"/>
                  </a:lnTo>
                  <a:lnTo>
                    <a:pt x="109740" y="265176"/>
                  </a:lnTo>
                  <a:lnTo>
                    <a:pt x="192036" y="265176"/>
                  </a:lnTo>
                  <a:lnTo>
                    <a:pt x="198132" y="268224"/>
                  </a:lnTo>
                  <a:lnTo>
                    <a:pt x="199656" y="269748"/>
                  </a:lnTo>
                  <a:lnTo>
                    <a:pt x="201180" y="272796"/>
                  </a:lnTo>
                  <a:lnTo>
                    <a:pt x="202704" y="277368"/>
                  </a:lnTo>
                  <a:lnTo>
                    <a:pt x="202704" y="284988"/>
                  </a:lnTo>
                  <a:lnTo>
                    <a:pt x="207276" y="284988"/>
                  </a:lnTo>
                  <a:lnTo>
                    <a:pt x="207276" y="220980"/>
                  </a:lnTo>
                  <a:lnTo>
                    <a:pt x="202704" y="220980"/>
                  </a:lnTo>
                  <a:lnTo>
                    <a:pt x="202704" y="230124"/>
                  </a:lnTo>
                  <a:lnTo>
                    <a:pt x="199656" y="233172"/>
                  </a:lnTo>
                  <a:lnTo>
                    <a:pt x="198132" y="236220"/>
                  </a:lnTo>
                  <a:lnTo>
                    <a:pt x="195084" y="239268"/>
                  </a:lnTo>
                  <a:lnTo>
                    <a:pt x="192036" y="239268"/>
                  </a:lnTo>
                  <a:lnTo>
                    <a:pt x="185940" y="240792"/>
                  </a:lnTo>
                  <a:lnTo>
                    <a:pt x="108216" y="240792"/>
                  </a:lnTo>
                  <a:lnTo>
                    <a:pt x="106692" y="239268"/>
                  </a:lnTo>
                  <a:lnTo>
                    <a:pt x="99072" y="233172"/>
                  </a:lnTo>
                  <a:lnTo>
                    <a:pt x="94500" y="227076"/>
                  </a:lnTo>
                  <a:lnTo>
                    <a:pt x="92976" y="220980"/>
                  </a:lnTo>
                  <a:lnTo>
                    <a:pt x="89928" y="216408"/>
                  </a:lnTo>
                  <a:lnTo>
                    <a:pt x="88404" y="211836"/>
                  </a:lnTo>
                  <a:lnTo>
                    <a:pt x="88404" y="198120"/>
                  </a:lnTo>
                  <a:lnTo>
                    <a:pt x="91452" y="192024"/>
                  </a:lnTo>
                  <a:lnTo>
                    <a:pt x="97548" y="188976"/>
                  </a:lnTo>
                  <a:lnTo>
                    <a:pt x="102120" y="185928"/>
                  </a:lnTo>
                  <a:lnTo>
                    <a:pt x="195084" y="185928"/>
                  </a:lnTo>
                  <a:lnTo>
                    <a:pt x="198132" y="187452"/>
                  </a:lnTo>
                  <a:lnTo>
                    <a:pt x="202704" y="196596"/>
                  </a:lnTo>
                  <a:lnTo>
                    <a:pt x="202704" y="205740"/>
                  </a:lnTo>
                  <a:lnTo>
                    <a:pt x="207276" y="205740"/>
                  </a:lnTo>
                  <a:lnTo>
                    <a:pt x="207276" y="141732"/>
                  </a:lnTo>
                  <a:close/>
                </a:path>
                <a:path extrusionOk="0" h="662940" w="210820">
                  <a:moveTo>
                    <a:pt x="210312" y="67056"/>
                  </a:moveTo>
                  <a:lnTo>
                    <a:pt x="209169" y="55651"/>
                  </a:lnTo>
                  <a:lnTo>
                    <a:pt x="205740" y="44386"/>
                  </a:lnTo>
                  <a:lnTo>
                    <a:pt x="201168" y="35610"/>
                  </a:lnTo>
                  <a:lnTo>
                    <a:pt x="201168" y="59436"/>
                  </a:lnTo>
                  <a:lnTo>
                    <a:pt x="201168" y="65532"/>
                  </a:lnTo>
                  <a:lnTo>
                    <a:pt x="199644" y="70104"/>
                  </a:lnTo>
                  <a:lnTo>
                    <a:pt x="198120" y="76200"/>
                  </a:lnTo>
                  <a:lnTo>
                    <a:pt x="192024" y="85344"/>
                  </a:lnTo>
                  <a:lnTo>
                    <a:pt x="185928" y="91440"/>
                  </a:lnTo>
                  <a:lnTo>
                    <a:pt x="106680" y="91440"/>
                  </a:lnTo>
                  <a:lnTo>
                    <a:pt x="100584" y="85344"/>
                  </a:lnTo>
                  <a:lnTo>
                    <a:pt x="97536" y="80772"/>
                  </a:lnTo>
                  <a:lnTo>
                    <a:pt x="96012" y="76200"/>
                  </a:lnTo>
                  <a:lnTo>
                    <a:pt x="92964" y="71628"/>
                  </a:lnTo>
                  <a:lnTo>
                    <a:pt x="91440" y="65532"/>
                  </a:lnTo>
                  <a:lnTo>
                    <a:pt x="91490" y="60579"/>
                  </a:lnTo>
                  <a:lnTo>
                    <a:pt x="92303" y="54127"/>
                  </a:lnTo>
                  <a:lnTo>
                    <a:pt x="122110" y="26860"/>
                  </a:lnTo>
                  <a:lnTo>
                    <a:pt x="144780" y="24384"/>
                  </a:lnTo>
                  <a:lnTo>
                    <a:pt x="157645" y="24980"/>
                  </a:lnTo>
                  <a:lnTo>
                    <a:pt x="192811" y="40792"/>
                  </a:lnTo>
                  <a:lnTo>
                    <a:pt x="201168" y="59436"/>
                  </a:lnTo>
                  <a:lnTo>
                    <a:pt x="201168" y="35610"/>
                  </a:lnTo>
                  <a:lnTo>
                    <a:pt x="166687" y="5715"/>
                  </a:lnTo>
                  <a:lnTo>
                    <a:pt x="135636" y="0"/>
                  </a:lnTo>
                  <a:lnTo>
                    <a:pt x="120738" y="889"/>
                  </a:lnTo>
                  <a:lnTo>
                    <a:pt x="79756" y="22656"/>
                  </a:lnTo>
                  <a:lnTo>
                    <a:pt x="70104" y="50292"/>
                  </a:lnTo>
                  <a:lnTo>
                    <a:pt x="71818" y="60579"/>
                  </a:lnTo>
                  <a:lnTo>
                    <a:pt x="76962" y="70866"/>
                  </a:lnTo>
                  <a:lnTo>
                    <a:pt x="85534" y="81153"/>
                  </a:lnTo>
                  <a:lnTo>
                    <a:pt x="97536" y="91440"/>
                  </a:lnTo>
                  <a:lnTo>
                    <a:pt x="0" y="91440"/>
                  </a:lnTo>
                  <a:lnTo>
                    <a:pt x="0" y="97536"/>
                  </a:lnTo>
                  <a:lnTo>
                    <a:pt x="16764" y="138684"/>
                  </a:lnTo>
                  <a:lnTo>
                    <a:pt x="21336" y="135636"/>
                  </a:lnTo>
                  <a:lnTo>
                    <a:pt x="19812" y="132588"/>
                  </a:lnTo>
                  <a:lnTo>
                    <a:pt x="18288" y="128016"/>
                  </a:lnTo>
                  <a:lnTo>
                    <a:pt x="18288" y="123444"/>
                  </a:lnTo>
                  <a:lnTo>
                    <a:pt x="24384" y="117348"/>
                  </a:lnTo>
                  <a:lnTo>
                    <a:pt x="27432" y="115824"/>
                  </a:lnTo>
                  <a:lnTo>
                    <a:pt x="195072" y="115824"/>
                  </a:lnTo>
                  <a:lnTo>
                    <a:pt x="198462" y="109232"/>
                  </a:lnTo>
                  <a:lnTo>
                    <a:pt x="201549" y="103060"/>
                  </a:lnTo>
                  <a:lnTo>
                    <a:pt x="204076" y="97180"/>
                  </a:lnTo>
                  <a:lnTo>
                    <a:pt x="205740" y="91440"/>
                  </a:lnTo>
                  <a:lnTo>
                    <a:pt x="208788" y="83820"/>
                  </a:lnTo>
                  <a:lnTo>
                    <a:pt x="210312" y="74676"/>
                  </a:lnTo>
                  <a:lnTo>
                    <a:pt x="210312" y="67056"/>
                  </a:lnTo>
                  <a:close/>
                </a:path>
                <a:path extrusionOk="0" h="662940" w="210820">
                  <a:moveTo>
                    <a:pt x="210324" y="403860"/>
                  </a:moveTo>
                  <a:lnTo>
                    <a:pt x="193560" y="364236"/>
                  </a:lnTo>
                  <a:lnTo>
                    <a:pt x="188988" y="365760"/>
                  </a:lnTo>
                  <a:lnTo>
                    <a:pt x="190512" y="370332"/>
                  </a:lnTo>
                  <a:lnTo>
                    <a:pt x="192036" y="373380"/>
                  </a:lnTo>
                  <a:lnTo>
                    <a:pt x="192036" y="377952"/>
                  </a:lnTo>
                  <a:lnTo>
                    <a:pt x="190512" y="381000"/>
                  </a:lnTo>
                  <a:lnTo>
                    <a:pt x="185940" y="385572"/>
                  </a:lnTo>
                  <a:lnTo>
                    <a:pt x="182892" y="385572"/>
                  </a:lnTo>
                  <a:lnTo>
                    <a:pt x="178574" y="386461"/>
                  </a:lnTo>
                  <a:lnTo>
                    <a:pt x="172415" y="386905"/>
                  </a:lnTo>
                  <a:lnTo>
                    <a:pt x="153936" y="387096"/>
                  </a:lnTo>
                  <a:lnTo>
                    <a:pt x="73164" y="387096"/>
                  </a:lnTo>
                  <a:lnTo>
                    <a:pt x="73164" y="431292"/>
                  </a:lnTo>
                  <a:lnTo>
                    <a:pt x="77736" y="431292"/>
                  </a:lnTo>
                  <a:lnTo>
                    <a:pt x="77736" y="422148"/>
                  </a:lnTo>
                  <a:lnTo>
                    <a:pt x="79260" y="417576"/>
                  </a:lnTo>
                  <a:lnTo>
                    <a:pt x="82308" y="414528"/>
                  </a:lnTo>
                  <a:lnTo>
                    <a:pt x="85356" y="413004"/>
                  </a:lnTo>
                  <a:lnTo>
                    <a:pt x="91452" y="411480"/>
                  </a:lnTo>
                  <a:lnTo>
                    <a:pt x="173748" y="411480"/>
                  </a:lnTo>
                  <a:lnTo>
                    <a:pt x="179844" y="419100"/>
                  </a:lnTo>
                  <a:lnTo>
                    <a:pt x="185940" y="425196"/>
                  </a:lnTo>
                  <a:lnTo>
                    <a:pt x="187464" y="429768"/>
                  </a:lnTo>
                  <a:lnTo>
                    <a:pt x="190512" y="435864"/>
                  </a:lnTo>
                  <a:lnTo>
                    <a:pt x="192036" y="440436"/>
                  </a:lnTo>
                  <a:lnTo>
                    <a:pt x="192036" y="451104"/>
                  </a:lnTo>
                  <a:lnTo>
                    <a:pt x="190512" y="457200"/>
                  </a:lnTo>
                  <a:lnTo>
                    <a:pt x="185940" y="460248"/>
                  </a:lnTo>
                  <a:lnTo>
                    <a:pt x="182549" y="463372"/>
                  </a:lnTo>
                  <a:lnTo>
                    <a:pt x="177177" y="465772"/>
                  </a:lnTo>
                  <a:lnTo>
                    <a:pt x="170078" y="467321"/>
                  </a:lnTo>
                  <a:lnTo>
                    <a:pt x="161556" y="467868"/>
                  </a:lnTo>
                  <a:lnTo>
                    <a:pt x="73164" y="467868"/>
                  </a:lnTo>
                  <a:lnTo>
                    <a:pt x="73164" y="515112"/>
                  </a:lnTo>
                  <a:lnTo>
                    <a:pt x="77736" y="515112"/>
                  </a:lnTo>
                  <a:lnTo>
                    <a:pt x="77736" y="502920"/>
                  </a:lnTo>
                  <a:lnTo>
                    <a:pt x="80784" y="496824"/>
                  </a:lnTo>
                  <a:lnTo>
                    <a:pt x="82308" y="495300"/>
                  </a:lnTo>
                  <a:lnTo>
                    <a:pt x="88404" y="492252"/>
                  </a:lnTo>
                  <a:lnTo>
                    <a:pt x="158508" y="492252"/>
                  </a:lnTo>
                  <a:lnTo>
                    <a:pt x="167093" y="491998"/>
                  </a:lnTo>
                  <a:lnTo>
                    <a:pt x="208800" y="470916"/>
                  </a:lnTo>
                  <a:lnTo>
                    <a:pt x="210324" y="464820"/>
                  </a:lnTo>
                  <a:lnTo>
                    <a:pt x="210324" y="451104"/>
                  </a:lnTo>
                  <a:lnTo>
                    <a:pt x="181368" y="411480"/>
                  </a:lnTo>
                  <a:lnTo>
                    <a:pt x="210324" y="411480"/>
                  </a:lnTo>
                  <a:lnTo>
                    <a:pt x="210324" y="4038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088" name="Google Shape;5088;p81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5571744" y="6615683"/>
              <a:ext cx="140207" cy="2209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089" name="Google Shape;5089;p81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5501639" y="4796027"/>
            <a:ext cx="271272" cy="1732788"/>
          </a:xfrm>
          <a:prstGeom prst="rect">
            <a:avLst/>
          </a:prstGeom>
          <a:noFill/>
          <a:ln>
            <a:noFill/>
          </a:ln>
        </p:spPr>
      </p:pic>
      <p:pic>
        <p:nvPicPr>
          <p:cNvPr id="5090" name="Google Shape;5090;p81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5571744" y="4416551"/>
            <a:ext cx="140208" cy="2865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1" name="Google Shape;5091;p81"/>
          <p:cNvGrpSpPr/>
          <p:nvPr/>
        </p:nvGrpSpPr>
        <p:grpSpPr>
          <a:xfrm>
            <a:off x="5506211" y="4058411"/>
            <a:ext cx="207263" cy="278892"/>
            <a:chOff x="5506211" y="4058411"/>
            <a:chExt cx="207263" cy="278892"/>
          </a:xfrm>
        </p:grpSpPr>
        <p:pic>
          <p:nvPicPr>
            <p:cNvPr id="5092" name="Google Shape;5092;p81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5510783" y="4255007"/>
              <a:ext cx="198120" cy="822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93" name="Google Shape;5093;p81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5506211" y="4058411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094" name="Google Shape;5094;p81"/>
          <p:cNvGrpSpPr/>
          <p:nvPr/>
        </p:nvGrpSpPr>
        <p:grpSpPr>
          <a:xfrm>
            <a:off x="5501627" y="3058667"/>
            <a:ext cx="210820" cy="902209"/>
            <a:chOff x="5501627" y="3058667"/>
            <a:chExt cx="210820" cy="902209"/>
          </a:xfrm>
        </p:grpSpPr>
        <p:sp>
          <p:nvSpPr>
            <p:cNvPr id="5095" name="Google Shape;5095;p81"/>
            <p:cNvSpPr/>
            <p:nvPr/>
          </p:nvSpPr>
          <p:spPr>
            <a:xfrm>
              <a:off x="5501627" y="3389376"/>
              <a:ext cx="210820" cy="571500"/>
            </a:xfrm>
            <a:custGeom>
              <a:rect b="b" l="l" r="r" t="t"/>
              <a:pathLst>
                <a:path extrusionOk="0" h="571500" w="210820">
                  <a:moveTo>
                    <a:pt x="210312" y="473964"/>
                  </a:moveTo>
                  <a:lnTo>
                    <a:pt x="193548" y="432816"/>
                  </a:lnTo>
                  <a:lnTo>
                    <a:pt x="188976" y="434340"/>
                  </a:lnTo>
                  <a:lnTo>
                    <a:pt x="192024" y="443484"/>
                  </a:lnTo>
                  <a:lnTo>
                    <a:pt x="192024" y="448056"/>
                  </a:lnTo>
                  <a:lnTo>
                    <a:pt x="185928" y="454152"/>
                  </a:lnTo>
                  <a:lnTo>
                    <a:pt x="182880" y="455676"/>
                  </a:lnTo>
                  <a:lnTo>
                    <a:pt x="0" y="455676"/>
                  </a:lnTo>
                  <a:lnTo>
                    <a:pt x="0" y="463296"/>
                  </a:lnTo>
                  <a:lnTo>
                    <a:pt x="16764" y="502920"/>
                  </a:lnTo>
                  <a:lnTo>
                    <a:pt x="21336" y="501396"/>
                  </a:lnTo>
                  <a:lnTo>
                    <a:pt x="19812" y="496824"/>
                  </a:lnTo>
                  <a:lnTo>
                    <a:pt x="18288" y="493776"/>
                  </a:lnTo>
                  <a:lnTo>
                    <a:pt x="18288" y="489204"/>
                  </a:lnTo>
                  <a:lnTo>
                    <a:pt x="19570" y="486664"/>
                  </a:lnTo>
                  <a:lnTo>
                    <a:pt x="19888" y="486092"/>
                  </a:lnTo>
                  <a:lnTo>
                    <a:pt x="22860" y="483108"/>
                  </a:lnTo>
                  <a:lnTo>
                    <a:pt x="24384" y="483108"/>
                  </a:lnTo>
                  <a:lnTo>
                    <a:pt x="27432" y="481584"/>
                  </a:lnTo>
                  <a:lnTo>
                    <a:pt x="31750" y="481355"/>
                  </a:lnTo>
                  <a:lnTo>
                    <a:pt x="37909" y="480822"/>
                  </a:lnTo>
                  <a:lnTo>
                    <a:pt x="46088" y="480301"/>
                  </a:lnTo>
                  <a:lnTo>
                    <a:pt x="56388" y="480060"/>
                  </a:lnTo>
                  <a:lnTo>
                    <a:pt x="82296" y="480060"/>
                  </a:lnTo>
                  <a:lnTo>
                    <a:pt x="77177" y="486092"/>
                  </a:lnTo>
                  <a:lnTo>
                    <a:pt x="73342" y="492823"/>
                  </a:lnTo>
                  <a:lnTo>
                    <a:pt x="70942" y="500430"/>
                  </a:lnTo>
                  <a:lnTo>
                    <a:pt x="70853" y="501396"/>
                  </a:lnTo>
                  <a:lnTo>
                    <a:pt x="70104" y="509016"/>
                  </a:lnTo>
                  <a:lnTo>
                    <a:pt x="82969" y="545020"/>
                  </a:lnTo>
                  <a:lnTo>
                    <a:pt x="118491" y="567118"/>
                  </a:lnTo>
                  <a:lnTo>
                    <a:pt x="146304" y="571500"/>
                  </a:lnTo>
                  <a:lnTo>
                    <a:pt x="159448" y="570623"/>
                  </a:lnTo>
                  <a:lnTo>
                    <a:pt x="200025" y="547954"/>
                  </a:lnTo>
                  <a:lnTo>
                    <a:pt x="210312" y="512064"/>
                  </a:lnTo>
                  <a:lnTo>
                    <a:pt x="208788" y="505968"/>
                  </a:lnTo>
                  <a:lnTo>
                    <a:pt x="192024" y="483146"/>
                  </a:lnTo>
                  <a:lnTo>
                    <a:pt x="192024" y="504444"/>
                  </a:lnTo>
                  <a:lnTo>
                    <a:pt x="191160" y="512064"/>
                  </a:lnTo>
                  <a:lnTo>
                    <a:pt x="158115" y="541401"/>
                  </a:lnTo>
                  <a:lnTo>
                    <a:pt x="132588" y="544068"/>
                  </a:lnTo>
                  <a:lnTo>
                    <a:pt x="119710" y="543458"/>
                  </a:lnTo>
                  <a:lnTo>
                    <a:pt x="82296" y="525780"/>
                  </a:lnTo>
                  <a:lnTo>
                    <a:pt x="79248" y="518160"/>
                  </a:lnTo>
                  <a:lnTo>
                    <a:pt x="79248" y="505968"/>
                  </a:lnTo>
                  <a:lnTo>
                    <a:pt x="80772" y="501396"/>
                  </a:lnTo>
                  <a:lnTo>
                    <a:pt x="83820" y="496824"/>
                  </a:lnTo>
                  <a:lnTo>
                    <a:pt x="85344" y="492252"/>
                  </a:lnTo>
                  <a:lnTo>
                    <a:pt x="89916" y="487680"/>
                  </a:lnTo>
                  <a:lnTo>
                    <a:pt x="92989" y="486664"/>
                  </a:lnTo>
                  <a:lnTo>
                    <a:pt x="94640" y="486092"/>
                  </a:lnTo>
                  <a:lnTo>
                    <a:pt x="100584" y="483108"/>
                  </a:lnTo>
                  <a:lnTo>
                    <a:pt x="112776" y="480060"/>
                  </a:lnTo>
                  <a:lnTo>
                    <a:pt x="178308" y="480060"/>
                  </a:lnTo>
                  <a:lnTo>
                    <a:pt x="184315" y="486664"/>
                  </a:lnTo>
                  <a:lnTo>
                    <a:pt x="188595" y="492823"/>
                  </a:lnTo>
                  <a:lnTo>
                    <a:pt x="191173" y="498716"/>
                  </a:lnTo>
                  <a:lnTo>
                    <a:pt x="192024" y="504444"/>
                  </a:lnTo>
                  <a:lnTo>
                    <a:pt x="192024" y="483146"/>
                  </a:lnTo>
                  <a:lnTo>
                    <a:pt x="188976" y="480060"/>
                  </a:lnTo>
                  <a:lnTo>
                    <a:pt x="210312" y="480060"/>
                  </a:lnTo>
                  <a:lnTo>
                    <a:pt x="210312" y="473964"/>
                  </a:lnTo>
                  <a:close/>
                </a:path>
                <a:path extrusionOk="0" h="571500" w="210820">
                  <a:moveTo>
                    <a:pt x="210312" y="361188"/>
                  </a:moveTo>
                  <a:lnTo>
                    <a:pt x="201168" y="327660"/>
                  </a:lnTo>
                  <a:lnTo>
                    <a:pt x="201168" y="355092"/>
                  </a:lnTo>
                  <a:lnTo>
                    <a:pt x="199771" y="363931"/>
                  </a:lnTo>
                  <a:lnTo>
                    <a:pt x="168973" y="390461"/>
                  </a:lnTo>
                  <a:lnTo>
                    <a:pt x="157327" y="393674"/>
                  </a:lnTo>
                  <a:lnTo>
                    <a:pt x="157645" y="393674"/>
                  </a:lnTo>
                  <a:lnTo>
                    <a:pt x="143827" y="395655"/>
                  </a:lnTo>
                  <a:lnTo>
                    <a:pt x="129540" y="396240"/>
                  </a:lnTo>
                  <a:lnTo>
                    <a:pt x="120954" y="395960"/>
                  </a:lnTo>
                  <a:lnTo>
                    <a:pt x="80772" y="374904"/>
                  </a:lnTo>
                  <a:lnTo>
                    <a:pt x="79248" y="368808"/>
                  </a:lnTo>
                  <a:lnTo>
                    <a:pt x="79286" y="363931"/>
                  </a:lnTo>
                  <a:lnTo>
                    <a:pt x="104140" y="331457"/>
                  </a:lnTo>
                  <a:lnTo>
                    <a:pt x="149352" y="323088"/>
                  </a:lnTo>
                  <a:lnTo>
                    <a:pt x="162191" y="323659"/>
                  </a:lnTo>
                  <a:lnTo>
                    <a:pt x="197929" y="342519"/>
                  </a:lnTo>
                  <a:lnTo>
                    <a:pt x="201168" y="355092"/>
                  </a:lnTo>
                  <a:lnTo>
                    <a:pt x="201168" y="327660"/>
                  </a:lnTo>
                  <a:lnTo>
                    <a:pt x="164592" y="300799"/>
                  </a:lnTo>
                  <a:lnTo>
                    <a:pt x="137160" y="295656"/>
                  </a:lnTo>
                  <a:lnTo>
                    <a:pt x="125120" y="296545"/>
                  </a:lnTo>
                  <a:lnTo>
                    <a:pt x="82969" y="320878"/>
                  </a:lnTo>
                  <a:lnTo>
                    <a:pt x="70104" y="359664"/>
                  </a:lnTo>
                  <a:lnTo>
                    <a:pt x="70218" y="361188"/>
                  </a:lnTo>
                  <a:lnTo>
                    <a:pt x="70675" y="367652"/>
                  </a:lnTo>
                  <a:lnTo>
                    <a:pt x="89344" y="404050"/>
                  </a:lnTo>
                  <a:lnTo>
                    <a:pt x="123444" y="421386"/>
                  </a:lnTo>
                  <a:lnTo>
                    <a:pt x="141732" y="423672"/>
                  </a:lnTo>
                  <a:lnTo>
                    <a:pt x="154000" y="422795"/>
                  </a:lnTo>
                  <a:lnTo>
                    <a:pt x="196811" y="399338"/>
                  </a:lnTo>
                  <a:lnTo>
                    <a:pt x="208915" y="374904"/>
                  </a:lnTo>
                  <a:lnTo>
                    <a:pt x="210312" y="361188"/>
                  </a:lnTo>
                  <a:close/>
                </a:path>
                <a:path extrusionOk="0" h="571500" w="210820">
                  <a:moveTo>
                    <a:pt x="210312" y="67056"/>
                  </a:moveTo>
                  <a:lnTo>
                    <a:pt x="209169" y="55016"/>
                  </a:lnTo>
                  <a:lnTo>
                    <a:pt x="205740" y="43815"/>
                  </a:lnTo>
                  <a:lnTo>
                    <a:pt x="201168" y="35331"/>
                  </a:lnTo>
                  <a:lnTo>
                    <a:pt x="201168" y="59436"/>
                  </a:lnTo>
                  <a:lnTo>
                    <a:pt x="201168" y="65532"/>
                  </a:lnTo>
                  <a:lnTo>
                    <a:pt x="199644" y="70104"/>
                  </a:lnTo>
                  <a:lnTo>
                    <a:pt x="198120" y="76200"/>
                  </a:lnTo>
                  <a:lnTo>
                    <a:pt x="192024" y="85344"/>
                  </a:lnTo>
                  <a:lnTo>
                    <a:pt x="185928" y="91440"/>
                  </a:lnTo>
                  <a:lnTo>
                    <a:pt x="106680" y="91440"/>
                  </a:lnTo>
                  <a:lnTo>
                    <a:pt x="100584" y="85344"/>
                  </a:lnTo>
                  <a:lnTo>
                    <a:pt x="96012" y="76200"/>
                  </a:lnTo>
                  <a:lnTo>
                    <a:pt x="92964" y="71628"/>
                  </a:lnTo>
                  <a:lnTo>
                    <a:pt x="91440" y="65532"/>
                  </a:lnTo>
                  <a:lnTo>
                    <a:pt x="91490" y="60579"/>
                  </a:lnTo>
                  <a:lnTo>
                    <a:pt x="92303" y="54127"/>
                  </a:lnTo>
                  <a:lnTo>
                    <a:pt x="122110" y="26860"/>
                  </a:lnTo>
                  <a:lnTo>
                    <a:pt x="144780" y="24384"/>
                  </a:lnTo>
                  <a:lnTo>
                    <a:pt x="157645" y="24980"/>
                  </a:lnTo>
                  <a:lnTo>
                    <a:pt x="192811" y="40792"/>
                  </a:lnTo>
                  <a:lnTo>
                    <a:pt x="201168" y="59436"/>
                  </a:lnTo>
                  <a:lnTo>
                    <a:pt x="201168" y="35331"/>
                  </a:lnTo>
                  <a:lnTo>
                    <a:pt x="166687" y="5715"/>
                  </a:lnTo>
                  <a:lnTo>
                    <a:pt x="135636" y="0"/>
                  </a:lnTo>
                  <a:lnTo>
                    <a:pt x="120738" y="863"/>
                  </a:lnTo>
                  <a:lnTo>
                    <a:pt x="79756" y="22009"/>
                  </a:lnTo>
                  <a:lnTo>
                    <a:pt x="70104" y="50292"/>
                  </a:lnTo>
                  <a:lnTo>
                    <a:pt x="71818" y="60579"/>
                  </a:lnTo>
                  <a:lnTo>
                    <a:pt x="76962" y="70866"/>
                  </a:lnTo>
                  <a:lnTo>
                    <a:pt x="85534" y="81153"/>
                  </a:lnTo>
                  <a:lnTo>
                    <a:pt x="97536" y="91440"/>
                  </a:lnTo>
                  <a:lnTo>
                    <a:pt x="0" y="91440"/>
                  </a:lnTo>
                  <a:lnTo>
                    <a:pt x="0" y="97536"/>
                  </a:lnTo>
                  <a:lnTo>
                    <a:pt x="16764" y="138684"/>
                  </a:lnTo>
                  <a:lnTo>
                    <a:pt x="21336" y="135636"/>
                  </a:lnTo>
                  <a:lnTo>
                    <a:pt x="19812" y="131064"/>
                  </a:lnTo>
                  <a:lnTo>
                    <a:pt x="18288" y="128016"/>
                  </a:lnTo>
                  <a:lnTo>
                    <a:pt x="18288" y="123444"/>
                  </a:lnTo>
                  <a:lnTo>
                    <a:pt x="21336" y="120396"/>
                  </a:lnTo>
                  <a:lnTo>
                    <a:pt x="22860" y="117348"/>
                  </a:lnTo>
                  <a:lnTo>
                    <a:pt x="24384" y="117348"/>
                  </a:lnTo>
                  <a:lnTo>
                    <a:pt x="27432" y="115824"/>
                  </a:lnTo>
                  <a:lnTo>
                    <a:pt x="195072" y="115824"/>
                  </a:lnTo>
                  <a:lnTo>
                    <a:pt x="198462" y="109232"/>
                  </a:lnTo>
                  <a:lnTo>
                    <a:pt x="201549" y="103060"/>
                  </a:lnTo>
                  <a:lnTo>
                    <a:pt x="204076" y="97180"/>
                  </a:lnTo>
                  <a:lnTo>
                    <a:pt x="205740" y="91440"/>
                  </a:lnTo>
                  <a:lnTo>
                    <a:pt x="208788" y="82296"/>
                  </a:lnTo>
                  <a:lnTo>
                    <a:pt x="210312" y="74676"/>
                  </a:lnTo>
                  <a:lnTo>
                    <a:pt x="210312" y="67056"/>
                  </a:lnTo>
                  <a:close/>
                </a:path>
                <a:path extrusionOk="0" h="571500" w="210820">
                  <a:moveTo>
                    <a:pt x="210324" y="175260"/>
                  </a:moveTo>
                  <a:lnTo>
                    <a:pt x="193560" y="135636"/>
                  </a:lnTo>
                  <a:lnTo>
                    <a:pt x="188988" y="137160"/>
                  </a:lnTo>
                  <a:lnTo>
                    <a:pt x="190512" y="141732"/>
                  </a:lnTo>
                  <a:lnTo>
                    <a:pt x="192036" y="144780"/>
                  </a:lnTo>
                  <a:lnTo>
                    <a:pt x="192036" y="149352"/>
                  </a:lnTo>
                  <a:lnTo>
                    <a:pt x="190512" y="152400"/>
                  </a:lnTo>
                  <a:lnTo>
                    <a:pt x="185940" y="156972"/>
                  </a:lnTo>
                  <a:lnTo>
                    <a:pt x="182892" y="156972"/>
                  </a:lnTo>
                  <a:lnTo>
                    <a:pt x="178574" y="157861"/>
                  </a:lnTo>
                  <a:lnTo>
                    <a:pt x="172415" y="158305"/>
                  </a:lnTo>
                  <a:lnTo>
                    <a:pt x="153936" y="158496"/>
                  </a:lnTo>
                  <a:lnTo>
                    <a:pt x="73164" y="158496"/>
                  </a:lnTo>
                  <a:lnTo>
                    <a:pt x="73164" y="202692"/>
                  </a:lnTo>
                  <a:lnTo>
                    <a:pt x="77736" y="202692"/>
                  </a:lnTo>
                  <a:lnTo>
                    <a:pt x="77736" y="193548"/>
                  </a:lnTo>
                  <a:lnTo>
                    <a:pt x="79260" y="188976"/>
                  </a:lnTo>
                  <a:lnTo>
                    <a:pt x="82308" y="185928"/>
                  </a:lnTo>
                  <a:lnTo>
                    <a:pt x="85356" y="184404"/>
                  </a:lnTo>
                  <a:lnTo>
                    <a:pt x="91452" y="182880"/>
                  </a:lnTo>
                  <a:lnTo>
                    <a:pt x="173748" y="182880"/>
                  </a:lnTo>
                  <a:lnTo>
                    <a:pt x="179844" y="190500"/>
                  </a:lnTo>
                  <a:lnTo>
                    <a:pt x="185940" y="196596"/>
                  </a:lnTo>
                  <a:lnTo>
                    <a:pt x="187464" y="201168"/>
                  </a:lnTo>
                  <a:lnTo>
                    <a:pt x="190512" y="207264"/>
                  </a:lnTo>
                  <a:lnTo>
                    <a:pt x="192036" y="211836"/>
                  </a:lnTo>
                  <a:lnTo>
                    <a:pt x="192036" y="222504"/>
                  </a:lnTo>
                  <a:lnTo>
                    <a:pt x="190512" y="228600"/>
                  </a:lnTo>
                  <a:lnTo>
                    <a:pt x="185940" y="231648"/>
                  </a:lnTo>
                  <a:lnTo>
                    <a:pt x="182549" y="234772"/>
                  </a:lnTo>
                  <a:lnTo>
                    <a:pt x="177177" y="237172"/>
                  </a:lnTo>
                  <a:lnTo>
                    <a:pt x="170078" y="238721"/>
                  </a:lnTo>
                  <a:lnTo>
                    <a:pt x="161556" y="239268"/>
                  </a:lnTo>
                  <a:lnTo>
                    <a:pt x="73164" y="239268"/>
                  </a:lnTo>
                  <a:lnTo>
                    <a:pt x="73164" y="286512"/>
                  </a:lnTo>
                  <a:lnTo>
                    <a:pt x="77736" y="286512"/>
                  </a:lnTo>
                  <a:lnTo>
                    <a:pt x="77736" y="274320"/>
                  </a:lnTo>
                  <a:lnTo>
                    <a:pt x="80784" y="268224"/>
                  </a:lnTo>
                  <a:lnTo>
                    <a:pt x="82308" y="266700"/>
                  </a:lnTo>
                  <a:lnTo>
                    <a:pt x="88404" y="263652"/>
                  </a:lnTo>
                  <a:lnTo>
                    <a:pt x="158508" y="263652"/>
                  </a:lnTo>
                  <a:lnTo>
                    <a:pt x="167093" y="263398"/>
                  </a:lnTo>
                  <a:lnTo>
                    <a:pt x="208800" y="242316"/>
                  </a:lnTo>
                  <a:lnTo>
                    <a:pt x="210324" y="236220"/>
                  </a:lnTo>
                  <a:lnTo>
                    <a:pt x="210324" y="222504"/>
                  </a:lnTo>
                  <a:lnTo>
                    <a:pt x="181368" y="182880"/>
                  </a:lnTo>
                  <a:lnTo>
                    <a:pt x="210324" y="182880"/>
                  </a:lnTo>
                  <a:lnTo>
                    <a:pt x="210324" y="1752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096" name="Google Shape;5096;p81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5501639" y="3172967"/>
              <a:ext cx="210312" cy="1965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097" name="Google Shape;5097;p81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5571744" y="3058667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098" name="Google Shape;5098;p81"/>
          <p:cNvSpPr/>
          <p:nvPr/>
        </p:nvSpPr>
        <p:spPr>
          <a:xfrm>
            <a:off x="5571731" y="2319528"/>
            <a:ext cx="201295" cy="646430"/>
          </a:xfrm>
          <a:custGeom>
            <a:rect b="b" l="l" r="r" t="t"/>
            <a:pathLst>
              <a:path extrusionOk="0" h="646430" w="201295">
                <a:moveTo>
                  <a:pt x="137172" y="172212"/>
                </a:moveTo>
                <a:lnTo>
                  <a:pt x="132600" y="172212"/>
                </a:lnTo>
                <a:lnTo>
                  <a:pt x="132600" y="178308"/>
                </a:lnTo>
                <a:lnTo>
                  <a:pt x="131076" y="184404"/>
                </a:lnTo>
                <a:lnTo>
                  <a:pt x="128028" y="190500"/>
                </a:lnTo>
                <a:lnTo>
                  <a:pt x="124980" y="192024"/>
                </a:lnTo>
                <a:lnTo>
                  <a:pt x="123456" y="193548"/>
                </a:lnTo>
                <a:lnTo>
                  <a:pt x="118884" y="196596"/>
                </a:lnTo>
                <a:lnTo>
                  <a:pt x="44208" y="196596"/>
                </a:lnTo>
                <a:lnTo>
                  <a:pt x="35064" y="192024"/>
                </a:lnTo>
                <a:lnTo>
                  <a:pt x="28968" y="187452"/>
                </a:lnTo>
                <a:lnTo>
                  <a:pt x="21348" y="179832"/>
                </a:lnTo>
                <a:lnTo>
                  <a:pt x="21348" y="175260"/>
                </a:lnTo>
                <a:lnTo>
                  <a:pt x="22872" y="172212"/>
                </a:lnTo>
                <a:lnTo>
                  <a:pt x="27444" y="167640"/>
                </a:lnTo>
                <a:lnTo>
                  <a:pt x="30492" y="163068"/>
                </a:lnTo>
                <a:lnTo>
                  <a:pt x="32016" y="160020"/>
                </a:lnTo>
                <a:lnTo>
                  <a:pt x="32016" y="153924"/>
                </a:lnTo>
                <a:lnTo>
                  <a:pt x="30492" y="150876"/>
                </a:lnTo>
                <a:lnTo>
                  <a:pt x="27444" y="147828"/>
                </a:lnTo>
                <a:lnTo>
                  <a:pt x="21348" y="144780"/>
                </a:lnTo>
                <a:lnTo>
                  <a:pt x="12204" y="144780"/>
                </a:lnTo>
                <a:lnTo>
                  <a:pt x="9156" y="146304"/>
                </a:lnTo>
                <a:lnTo>
                  <a:pt x="1536" y="153924"/>
                </a:lnTo>
                <a:lnTo>
                  <a:pt x="12" y="158496"/>
                </a:lnTo>
                <a:lnTo>
                  <a:pt x="12" y="163068"/>
                </a:lnTo>
                <a:lnTo>
                  <a:pt x="2006" y="171958"/>
                </a:lnTo>
                <a:lnTo>
                  <a:pt x="8013" y="180403"/>
                </a:lnTo>
                <a:lnTo>
                  <a:pt x="18008" y="188582"/>
                </a:lnTo>
                <a:lnTo>
                  <a:pt x="32016" y="196596"/>
                </a:lnTo>
                <a:lnTo>
                  <a:pt x="12" y="196596"/>
                </a:lnTo>
                <a:lnTo>
                  <a:pt x="12" y="202692"/>
                </a:lnTo>
                <a:lnTo>
                  <a:pt x="16776" y="243840"/>
                </a:lnTo>
                <a:lnTo>
                  <a:pt x="21348" y="242316"/>
                </a:lnTo>
                <a:lnTo>
                  <a:pt x="19824" y="239268"/>
                </a:lnTo>
                <a:lnTo>
                  <a:pt x="19824" y="227076"/>
                </a:lnTo>
                <a:lnTo>
                  <a:pt x="24396" y="222504"/>
                </a:lnTo>
                <a:lnTo>
                  <a:pt x="27444" y="222504"/>
                </a:lnTo>
                <a:lnTo>
                  <a:pt x="31102" y="221627"/>
                </a:lnTo>
                <a:lnTo>
                  <a:pt x="37350" y="221170"/>
                </a:lnTo>
                <a:lnTo>
                  <a:pt x="56400" y="220980"/>
                </a:lnTo>
                <a:lnTo>
                  <a:pt x="120408" y="220980"/>
                </a:lnTo>
                <a:lnTo>
                  <a:pt x="121932" y="222504"/>
                </a:lnTo>
                <a:lnTo>
                  <a:pt x="124980" y="222504"/>
                </a:lnTo>
                <a:lnTo>
                  <a:pt x="128028" y="224028"/>
                </a:lnTo>
                <a:lnTo>
                  <a:pt x="131076" y="230124"/>
                </a:lnTo>
                <a:lnTo>
                  <a:pt x="132600" y="234696"/>
                </a:lnTo>
                <a:lnTo>
                  <a:pt x="132600" y="240792"/>
                </a:lnTo>
                <a:lnTo>
                  <a:pt x="137172" y="240792"/>
                </a:lnTo>
                <a:lnTo>
                  <a:pt x="137172" y="172212"/>
                </a:lnTo>
                <a:close/>
              </a:path>
              <a:path extrusionOk="0" h="646430" w="201295">
                <a:moveTo>
                  <a:pt x="140208" y="586740"/>
                </a:moveTo>
                <a:lnTo>
                  <a:pt x="124968" y="550164"/>
                </a:lnTo>
                <a:lnTo>
                  <a:pt x="88392" y="533400"/>
                </a:lnTo>
                <a:lnTo>
                  <a:pt x="85344" y="536448"/>
                </a:lnTo>
                <a:lnTo>
                  <a:pt x="93662" y="539902"/>
                </a:lnTo>
                <a:lnTo>
                  <a:pt x="100393" y="543496"/>
                </a:lnTo>
                <a:lnTo>
                  <a:pt x="105714" y="547382"/>
                </a:lnTo>
                <a:lnTo>
                  <a:pt x="109728" y="551688"/>
                </a:lnTo>
                <a:lnTo>
                  <a:pt x="114300" y="559308"/>
                </a:lnTo>
                <a:lnTo>
                  <a:pt x="115824" y="566928"/>
                </a:lnTo>
                <a:lnTo>
                  <a:pt x="115824" y="574548"/>
                </a:lnTo>
                <a:lnTo>
                  <a:pt x="99060" y="609600"/>
                </a:lnTo>
                <a:lnTo>
                  <a:pt x="53340" y="624840"/>
                </a:lnTo>
                <a:lnTo>
                  <a:pt x="53340" y="563880"/>
                </a:lnTo>
                <a:lnTo>
                  <a:pt x="53340" y="533400"/>
                </a:lnTo>
                <a:lnTo>
                  <a:pt x="44196" y="534073"/>
                </a:lnTo>
                <a:lnTo>
                  <a:pt x="44196" y="563880"/>
                </a:lnTo>
                <a:lnTo>
                  <a:pt x="44196" y="624840"/>
                </a:lnTo>
                <a:lnTo>
                  <a:pt x="9144" y="600456"/>
                </a:lnTo>
                <a:lnTo>
                  <a:pt x="9144" y="586740"/>
                </a:lnTo>
                <a:lnTo>
                  <a:pt x="10668" y="582168"/>
                </a:lnTo>
                <a:lnTo>
                  <a:pt x="16764" y="573024"/>
                </a:lnTo>
                <a:lnTo>
                  <a:pt x="21336" y="568452"/>
                </a:lnTo>
                <a:lnTo>
                  <a:pt x="35052" y="563880"/>
                </a:lnTo>
                <a:lnTo>
                  <a:pt x="44196" y="563880"/>
                </a:lnTo>
                <a:lnTo>
                  <a:pt x="44196" y="534073"/>
                </a:lnTo>
                <a:lnTo>
                  <a:pt x="8369" y="554545"/>
                </a:lnTo>
                <a:lnTo>
                  <a:pt x="876" y="573024"/>
                </a:lnTo>
                <a:lnTo>
                  <a:pt x="749" y="574548"/>
                </a:lnTo>
                <a:lnTo>
                  <a:pt x="127" y="582168"/>
                </a:lnTo>
                <a:lnTo>
                  <a:pt x="76" y="584530"/>
                </a:lnTo>
                <a:lnTo>
                  <a:pt x="1143" y="596607"/>
                </a:lnTo>
                <a:lnTo>
                  <a:pt x="29197" y="635889"/>
                </a:lnTo>
                <a:lnTo>
                  <a:pt x="71628" y="646176"/>
                </a:lnTo>
                <a:lnTo>
                  <a:pt x="86779" y="645033"/>
                </a:lnTo>
                <a:lnTo>
                  <a:pt x="100203" y="641604"/>
                </a:lnTo>
                <a:lnTo>
                  <a:pt x="111925" y="635889"/>
                </a:lnTo>
                <a:lnTo>
                  <a:pt x="121920" y="627888"/>
                </a:lnTo>
                <a:lnTo>
                  <a:pt x="124764" y="624840"/>
                </a:lnTo>
                <a:lnTo>
                  <a:pt x="129921" y="619315"/>
                </a:lnTo>
                <a:lnTo>
                  <a:pt x="135636" y="609600"/>
                </a:lnTo>
                <a:lnTo>
                  <a:pt x="139065" y="598741"/>
                </a:lnTo>
                <a:lnTo>
                  <a:pt x="140208" y="586740"/>
                </a:lnTo>
                <a:close/>
              </a:path>
              <a:path extrusionOk="0" h="646430" w="201295">
                <a:moveTo>
                  <a:pt x="140208" y="309372"/>
                </a:moveTo>
                <a:lnTo>
                  <a:pt x="124968" y="271272"/>
                </a:lnTo>
                <a:lnTo>
                  <a:pt x="88392" y="254508"/>
                </a:lnTo>
                <a:lnTo>
                  <a:pt x="85344" y="257556"/>
                </a:lnTo>
                <a:lnTo>
                  <a:pt x="93662" y="261035"/>
                </a:lnTo>
                <a:lnTo>
                  <a:pt x="100393" y="264795"/>
                </a:lnTo>
                <a:lnTo>
                  <a:pt x="105714" y="269138"/>
                </a:lnTo>
                <a:lnTo>
                  <a:pt x="109728" y="274320"/>
                </a:lnTo>
                <a:lnTo>
                  <a:pt x="114300" y="280416"/>
                </a:lnTo>
                <a:lnTo>
                  <a:pt x="115824" y="288036"/>
                </a:lnTo>
                <a:lnTo>
                  <a:pt x="115824" y="297180"/>
                </a:lnTo>
                <a:lnTo>
                  <a:pt x="90208" y="337591"/>
                </a:lnTo>
                <a:lnTo>
                  <a:pt x="53340" y="345948"/>
                </a:lnTo>
                <a:lnTo>
                  <a:pt x="53340" y="284988"/>
                </a:lnTo>
                <a:lnTo>
                  <a:pt x="53340" y="254508"/>
                </a:lnTo>
                <a:lnTo>
                  <a:pt x="44196" y="255181"/>
                </a:lnTo>
                <a:lnTo>
                  <a:pt x="44196" y="284988"/>
                </a:lnTo>
                <a:lnTo>
                  <a:pt x="44196" y="345948"/>
                </a:lnTo>
                <a:lnTo>
                  <a:pt x="9144" y="321564"/>
                </a:lnTo>
                <a:lnTo>
                  <a:pt x="9144" y="307848"/>
                </a:lnTo>
                <a:lnTo>
                  <a:pt x="10668" y="303276"/>
                </a:lnTo>
                <a:lnTo>
                  <a:pt x="16764" y="294132"/>
                </a:lnTo>
                <a:lnTo>
                  <a:pt x="21336" y="289560"/>
                </a:lnTo>
                <a:lnTo>
                  <a:pt x="35052" y="284988"/>
                </a:lnTo>
                <a:lnTo>
                  <a:pt x="44196" y="284988"/>
                </a:lnTo>
                <a:lnTo>
                  <a:pt x="44196" y="255181"/>
                </a:lnTo>
                <a:lnTo>
                  <a:pt x="8369" y="276517"/>
                </a:lnTo>
                <a:lnTo>
                  <a:pt x="0" y="304800"/>
                </a:lnTo>
                <a:lnTo>
                  <a:pt x="1143" y="317931"/>
                </a:lnTo>
                <a:lnTo>
                  <a:pt x="29197" y="356997"/>
                </a:lnTo>
                <a:lnTo>
                  <a:pt x="71628" y="367284"/>
                </a:lnTo>
                <a:lnTo>
                  <a:pt x="87096" y="366141"/>
                </a:lnTo>
                <a:lnTo>
                  <a:pt x="86880" y="366141"/>
                </a:lnTo>
                <a:lnTo>
                  <a:pt x="100203" y="362902"/>
                </a:lnTo>
                <a:lnTo>
                  <a:pt x="135636" y="331089"/>
                </a:lnTo>
                <a:lnTo>
                  <a:pt x="139065" y="320522"/>
                </a:lnTo>
                <a:lnTo>
                  <a:pt x="140208" y="309372"/>
                </a:lnTo>
                <a:close/>
              </a:path>
              <a:path extrusionOk="0" h="646430" w="201295">
                <a:moveTo>
                  <a:pt x="140220" y="448056"/>
                </a:moveTo>
                <a:lnTo>
                  <a:pt x="45631" y="408432"/>
                </a:lnTo>
                <a:lnTo>
                  <a:pt x="27444" y="400812"/>
                </a:lnTo>
                <a:lnTo>
                  <a:pt x="19824" y="397764"/>
                </a:lnTo>
                <a:lnTo>
                  <a:pt x="13728" y="394716"/>
                </a:lnTo>
                <a:lnTo>
                  <a:pt x="9156" y="390144"/>
                </a:lnTo>
                <a:lnTo>
                  <a:pt x="7632" y="387096"/>
                </a:lnTo>
                <a:lnTo>
                  <a:pt x="7632" y="381000"/>
                </a:lnTo>
                <a:lnTo>
                  <a:pt x="3060" y="381000"/>
                </a:lnTo>
                <a:lnTo>
                  <a:pt x="3060" y="423672"/>
                </a:lnTo>
                <a:lnTo>
                  <a:pt x="7632" y="423672"/>
                </a:lnTo>
                <a:lnTo>
                  <a:pt x="7632" y="414528"/>
                </a:lnTo>
                <a:lnTo>
                  <a:pt x="9156" y="413004"/>
                </a:lnTo>
                <a:lnTo>
                  <a:pt x="9156" y="411480"/>
                </a:lnTo>
                <a:lnTo>
                  <a:pt x="12204" y="408432"/>
                </a:lnTo>
                <a:lnTo>
                  <a:pt x="18300" y="408432"/>
                </a:lnTo>
                <a:lnTo>
                  <a:pt x="21348" y="409956"/>
                </a:lnTo>
                <a:lnTo>
                  <a:pt x="27444" y="411480"/>
                </a:lnTo>
                <a:lnTo>
                  <a:pt x="103644" y="443484"/>
                </a:lnTo>
                <a:lnTo>
                  <a:pt x="30492" y="473964"/>
                </a:lnTo>
                <a:lnTo>
                  <a:pt x="21348" y="477012"/>
                </a:lnTo>
                <a:lnTo>
                  <a:pt x="15252" y="477012"/>
                </a:lnTo>
                <a:lnTo>
                  <a:pt x="12204" y="475488"/>
                </a:lnTo>
                <a:lnTo>
                  <a:pt x="9156" y="472440"/>
                </a:lnTo>
                <a:lnTo>
                  <a:pt x="7632" y="469392"/>
                </a:lnTo>
                <a:lnTo>
                  <a:pt x="7632" y="461772"/>
                </a:lnTo>
                <a:lnTo>
                  <a:pt x="3060" y="461772"/>
                </a:lnTo>
                <a:lnTo>
                  <a:pt x="3060" y="524256"/>
                </a:lnTo>
                <a:lnTo>
                  <a:pt x="7632" y="524256"/>
                </a:lnTo>
                <a:lnTo>
                  <a:pt x="9156" y="519684"/>
                </a:lnTo>
                <a:lnTo>
                  <a:pt x="9156" y="516636"/>
                </a:lnTo>
                <a:lnTo>
                  <a:pt x="10680" y="515112"/>
                </a:lnTo>
                <a:lnTo>
                  <a:pt x="12204" y="512064"/>
                </a:lnTo>
                <a:lnTo>
                  <a:pt x="18300" y="505968"/>
                </a:lnTo>
                <a:lnTo>
                  <a:pt x="22872" y="504444"/>
                </a:lnTo>
                <a:lnTo>
                  <a:pt x="28968" y="501396"/>
                </a:lnTo>
                <a:lnTo>
                  <a:pt x="86385" y="477012"/>
                </a:lnTo>
                <a:lnTo>
                  <a:pt x="140220" y="454152"/>
                </a:lnTo>
                <a:lnTo>
                  <a:pt x="140220" y="448056"/>
                </a:lnTo>
                <a:close/>
              </a:path>
              <a:path extrusionOk="0" h="646430" w="201295">
                <a:moveTo>
                  <a:pt x="201180" y="117348"/>
                </a:moveTo>
                <a:lnTo>
                  <a:pt x="178130" y="81915"/>
                </a:lnTo>
                <a:lnTo>
                  <a:pt x="27444" y="19812"/>
                </a:lnTo>
                <a:lnTo>
                  <a:pt x="18300" y="15240"/>
                </a:lnTo>
                <a:lnTo>
                  <a:pt x="16776" y="15240"/>
                </a:lnTo>
                <a:lnTo>
                  <a:pt x="13728" y="12192"/>
                </a:lnTo>
                <a:lnTo>
                  <a:pt x="10680" y="10668"/>
                </a:lnTo>
                <a:lnTo>
                  <a:pt x="10680" y="9144"/>
                </a:lnTo>
                <a:lnTo>
                  <a:pt x="9156" y="6096"/>
                </a:lnTo>
                <a:lnTo>
                  <a:pt x="7632" y="4572"/>
                </a:lnTo>
                <a:lnTo>
                  <a:pt x="7632" y="0"/>
                </a:lnTo>
                <a:lnTo>
                  <a:pt x="3060" y="0"/>
                </a:lnTo>
                <a:lnTo>
                  <a:pt x="3060" y="42672"/>
                </a:lnTo>
                <a:lnTo>
                  <a:pt x="7632" y="42672"/>
                </a:lnTo>
                <a:lnTo>
                  <a:pt x="7632" y="36576"/>
                </a:lnTo>
                <a:lnTo>
                  <a:pt x="9156" y="33528"/>
                </a:lnTo>
                <a:lnTo>
                  <a:pt x="9156" y="32004"/>
                </a:lnTo>
                <a:lnTo>
                  <a:pt x="10680" y="32004"/>
                </a:lnTo>
                <a:lnTo>
                  <a:pt x="10680" y="30480"/>
                </a:lnTo>
                <a:lnTo>
                  <a:pt x="12204" y="30480"/>
                </a:lnTo>
                <a:lnTo>
                  <a:pt x="13728" y="28956"/>
                </a:lnTo>
                <a:lnTo>
                  <a:pt x="19824" y="28956"/>
                </a:lnTo>
                <a:lnTo>
                  <a:pt x="22872" y="30480"/>
                </a:lnTo>
                <a:lnTo>
                  <a:pt x="27444" y="32004"/>
                </a:lnTo>
                <a:lnTo>
                  <a:pt x="100596" y="60960"/>
                </a:lnTo>
                <a:lnTo>
                  <a:pt x="33540" y="92964"/>
                </a:lnTo>
                <a:lnTo>
                  <a:pt x="27444" y="96012"/>
                </a:lnTo>
                <a:lnTo>
                  <a:pt x="21348" y="97536"/>
                </a:lnTo>
                <a:lnTo>
                  <a:pt x="15252" y="97536"/>
                </a:lnTo>
                <a:lnTo>
                  <a:pt x="12204" y="96012"/>
                </a:lnTo>
                <a:lnTo>
                  <a:pt x="9156" y="92964"/>
                </a:lnTo>
                <a:lnTo>
                  <a:pt x="7632" y="88392"/>
                </a:lnTo>
                <a:lnTo>
                  <a:pt x="7632" y="82296"/>
                </a:lnTo>
                <a:lnTo>
                  <a:pt x="3060" y="82296"/>
                </a:lnTo>
                <a:lnTo>
                  <a:pt x="3060" y="144780"/>
                </a:lnTo>
                <a:lnTo>
                  <a:pt x="7632" y="144780"/>
                </a:lnTo>
                <a:lnTo>
                  <a:pt x="9156" y="140208"/>
                </a:lnTo>
                <a:lnTo>
                  <a:pt x="12204" y="134112"/>
                </a:lnTo>
                <a:lnTo>
                  <a:pt x="18300" y="128016"/>
                </a:lnTo>
                <a:lnTo>
                  <a:pt x="30492" y="121920"/>
                </a:lnTo>
                <a:lnTo>
                  <a:pt x="131076" y="73152"/>
                </a:lnTo>
                <a:lnTo>
                  <a:pt x="152412" y="82296"/>
                </a:lnTo>
                <a:lnTo>
                  <a:pt x="161556" y="85344"/>
                </a:lnTo>
                <a:lnTo>
                  <a:pt x="166128" y="88392"/>
                </a:lnTo>
                <a:lnTo>
                  <a:pt x="169176" y="92964"/>
                </a:lnTo>
                <a:lnTo>
                  <a:pt x="172224" y="96012"/>
                </a:lnTo>
                <a:lnTo>
                  <a:pt x="173748" y="99060"/>
                </a:lnTo>
                <a:lnTo>
                  <a:pt x="173748" y="105156"/>
                </a:lnTo>
                <a:lnTo>
                  <a:pt x="172224" y="108204"/>
                </a:lnTo>
                <a:lnTo>
                  <a:pt x="170700" y="114300"/>
                </a:lnTo>
                <a:lnTo>
                  <a:pt x="169176" y="118872"/>
                </a:lnTo>
                <a:lnTo>
                  <a:pt x="169176" y="126492"/>
                </a:lnTo>
                <a:lnTo>
                  <a:pt x="170700" y="131064"/>
                </a:lnTo>
                <a:lnTo>
                  <a:pt x="173748" y="132588"/>
                </a:lnTo>
                <a:lnTo>
                  <a:pt x="175272" y="135636"/>
                </a:lnTo>
                <a:lnTo>
                  <a:pt x="179844" y="137160"/>
                </a:lnTo>
                <a:lnTo>
                  <a:pt x="188988" y="137160"/>
                </a:lnTo>
                <a:lnTo>
                  <a:pt x="192036" y="135636"/>
                </a:lnTo>
                <a:lnTo>
                  <a:pt x="199656" y="128016"/>
                </a:lnTo>
                <a:lnTo>
                  <a:pt x="201180" y="123444"/>
                </a:lnTo>
                <a:lnTo>
                  <a:pt x="201180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9" name="Google Shape;5099;p81"/>
          <p:cNvSpPr/>
          <p:nvPr/>
        </p:nvSpPr>
        <p:spPr>
          <a:xfrm>
            <a:off x="5571731" y="1732788"/>
            <a:ext cx="201295" cy="509270"/>
          </a:xfrm>
          <a:custGeom>
            <a:rect b="b" l="l" r="r" t="t"/>
            <a:pathLst>
              <a:path extrusionOk="0" h="509269" w="201295">
                <a:moveTo>
                  <a:pt x="137172" y="27432"/>
                </a:moveTo>
                <a:lnTo>
                  <a:pt x="132600" y="27432"/>
                </a:lnTo>
                <a:lnTo>
                  <a:pt x="132600" y="33528"/>
                </a:lnTo>
                <a:lnTo>
                  <a:pt x="131076" y="38100"/>
                </a:lnTo>
                <a:lnTo>
                  <a:pt x="128028" y="44196"/>
                </a:lnTo>
                <a:lnTo>
                  <a:pt x="123456" y="48768"/>
                </a:lnTo>
                <a:lnTo>
                  <a:pt x="114312" y="51816"/>
                </a:lnTo>
                <a:lnTo>
                  <a:pt x="44208" y="51816"/>
                </a:lnTo>
                <a:lnTo>
                  <a:pt x="35064" y="47244"/>
                </a:lnTo>
                <a:lnTo>
                  <a:pt x="28968" y="42672"/>
                </a:lnTo>
                <a:lnTo>
                  <a:pt x="24396" y="38100"/>
                </a:lnTo>
                <a:lnTo>
                  <a:pt x="22872" y="35052"/>
                </a:lnTo>
                <a:lnTo>
                  <a:pt x="21348" y="33528"/>
                </a:lnTo>
                <a:lnTo>
                  <a:pt x="21348" y="30480"/>
                </a:lnTo>
                <a:lnTo>
                  <a:pt x="22872" y="25908"/>
                </a:lnTo>
                <a:lnTo>
                  <a:pt x="27444" y="22860"/>
                </a:lnTo>
                <a:lnTo>
                  <a:pt x="30492" y="18288"/>
                </a:lnTo>
                <a:lnTo>
                  <a:pt x="32016" y="13716"/>
                </a:lnTo>
                <a:lnTo>
                  <a:pt x="32016" y="7620"/>
                </a:lnTo>
                <a:lnTo>
                  <a:pt x="30492" y="4572"/>
                </a:lnTo>
                <a:lnTo>
                  <a:pt x="27444" y="3048"/>
                </a:lnTo>
                <a:lnTo>
                  <a:pt x="24396" y="0"/>
                </a:lnTo>
                <a:lnTo>
                  <a:pt x="12204" y="0"/>
                </a:lnTo>
                <a:lnTo>
                  <a:pt x="9156" y="1524"/>
                </a:lnTo>
                <a:lnTo>
                  <a:pt x="4584" y="4572"/>
                </a:lnTo>
                <a:lnTo>
                  <a:pt x="1536" y="7620"/>
                </a:lnTo>
                <a:lnTo>
                  <a:pt x="12" y="12192"/>
                </a:lnTo>
                <a:lnTo>
                  <a:pt x="12" y="18288"/>
                </a:lnTo>
                <a:lnTo>
                  <a:pt x="2006" y="26530"/>
                </a:lnTo>
                <a:lnTo>
                  <a:pt x="8013" y="35052"/>
                </a:lnTo>
                <a:lnTo>
                  <a:pt x="18008" y="43586"/>
                </a:lnTo>
                <a:lnTo>
                  <a:pt x="32016" y="51816"/>
                </a:lnTo>
                <a:lnTo>
                  <a:pt x="12" y="51816"/>
                </a:lnTo>
                <a:lnTo>
                  <a:pt x="12" y="57912"/>
                </a:lnTo>
                <a:lnTo>
                  <a:pt x="16776" y="99060"/>
                </a:lnTo>
                <a:lnTo>
                  <a:pt x="21348" y="97536"/>
                </a:lnTo>
                <a:lnTo>
                  <a:pt x="19824" y="92964"/>
                </a:lnTo>
                <a:lnTo>
                  <a:pt x="19824" y="82296"/>
                </a:lnTo>
                <a:lnTo>
                  <a:pt x="24396" y="77724"/>
                </a:lnTo>
                <a:lnTo>
                  <a:pt x="27444" y="76200"/>
                </a:lnTo>
                <a:lnTo>
                  <a:pt x="121932" y="76200"/>
                </a:lnTo>
                <a:lnTo>
                  <a:pt x="128028" y="79248"/>
                </a:lnTo>
                <a:lnTo>
                  <a:pt x="129552" y="80772"/>
                </a:lnTo>
                <a:lnTo>
                  <a:pt x="131076" y="83820"/>
                </a:lnTo>
                <a:lnTo>
                  <a:pt x="132600" y="88392"/>
                </a:lnTo>
                <a:lnTo>
                  <a:pt x="132600" y="96012"/>
                </a:lnTo>
                <a:lnTo>
                  <a:pt x="137172" y="96012"/>
                </a:lnTo>
                <a:lnTo>
                  <a:pt x="137172" y="27432"/>
                </a:lnTo>
                <a:close/>
              </a:path>
              <a:path extrusionOk="0" h="509269" w="201295">
                <a:moveTo>
                  <a:pt x="140208" y="294132"/>
                </a:moveTo>
                <a:lnTo>
                  <a:pt x="124968" y="256032"/>
                </a:lnTo>
                <a:lnTo>
                  <a:pt x="88392" y="239268"/>
                </a:lnTo>
                <a:lnTo>
                  <a:pt x="85344" y="242316"/>
                </a:lnTo>
                <a:lnTo>
                  <a:pt x="93662" y="245795"/>
                </a:lnTo>
                <a:lnTo>
                  <a:pt x="100393" y="249555"/>
                </a:lnTo>
                <a:lnTo>
                  <a:pt x="105714" y="253898"/>
                </a:lnTo>
                <a:lnTo>
                  <a:pt x="109728" y="259080"/>
                </a:lnTo>
                <a:lnTo>
                  <a:pt x="114300" y="265176"/>
                </a:lnTo>
                <a:lnTo>
                  <a:pt x="115824" y="272796"/>
                </a:lnTo>
                <a:lnTo>
                  <a:pt x="115824" y="281940"/>
                </a:lnTo>
                <a:lnTo>
                  <a:pt x="90208" y="322351"/>
                </a:lnTo>
                <a:lnTo>
                  <a:pt x="53340" y="330708"/>
                </a:lnTo>
                <a:lnTo>
                  <a:pt x="53340" y="269748"/>
                </a:lnTo>
                <a:lnTo>
                  <a:pt x="53340" y="239268"/>
                </a:lnTo>
                <a:lnTo>
                  <a:pt x="44196" y="239941"/>
                </a:lnTo>
                <a:lnTo>
                  <a:pt x="44196" y="269748"/>
                </a:lnTo>
                <a:lnTo>
                  <a:pt x="44196" y="330708"/>
                </a:lnTo>
                <a:lnTo>
                  <a:pt x="9144" y="306324"/>
                </a:lnTo>
                <a:lnTo>
                  <a:pt x="9144" y="292608"/>
                </a:lnTo>
                <a:lnTo>
                  <a:pt x="10668" y="288036"/>
                </a:lnTo>
                <a:lnTo>
                  <a:pt x="16764" y="278892"/>
                </a:lnTo>
                <a:lnTo>
                  <a:pt x="21336" y="274320"/>
                </a:lnTo>
                <a:lnTo>
                  <a:pt x="35052" y="269748"/>
                </a:lnTo>
                <a:lnTo>
                  <a:pt x="44196" y="269748"/>
                </a:lnTo>
                <a:lnTo>
                  <a:pt x="44196" y="239941"/>
                </a:lnTo>
                <a:lnTo>
                  <a:pt x="8369" y="261277"/>
                </a:lnTo>
                <a:lnTo>
                  <a:pt x="0" y="289560"/>
                </a:lnTo>
                <a:lnTo>
                  <a:pt x="1143" y="302691"/>
                </a:lnTo>
                <a:lnTo>
                  <a:pt x="29197" y="341757"/>
                </a:lnTo>
                <a:lnTo>
                  <a:pt x="71628" y="352044"/>
                </a:lnTo>
                <a:lnTo>
                  <a:pt x="87096" y="350901"/>
                </a:lnTo>
                <a:lnTo>
                  <a:pt x="86880" y="350901"/>
                </a:lnTo>
                <a:lnTo>
                  <a:pt x="100203" y="347662"/>
                </a:lnTo>
                <a:lnTo>
                  <a:pt x="135636" y="315849"/>
                </a:lnTo>
                <a:lnTo>
                  <a:pt x="139065" y="305282"/>
                </a:lnTo>
                <a:lnTo>
                  <a:pt x="140208" y="294132"/>
                </a:lnTo>
                <a:close/>
              </a:path>
              <a:path extrusionOk="0" h="509269" w="201295">
                <a:moveTo>
                  <a:pt x="140220" y="132588"/>
                </a:moveTo>
                <a:lnTo>
                  <a:pt x="138811" y="124587"/>
                </a:lnTo>
                <a:lnTo>
                  <a:pt x="138709" y="124396"/>
                </a:lnTo>
                <a:lnTo>
                  <a:pt x="134696" y="116586"/>
                </a:lnTo>
                <a:lnTo>
                  <a:pt x="128003" y="108585"/>
                </a:lnTo>
                <a:lnTo>
                  <a:pt x="118884" y="100584"/>
                </a:lnTo>
                <a:lnTo>
                  <a:pt x="111264" y="100584"/>
                </a:lnTo>
                <a:lnTo>
                  <a:pt x="117360" y="106680"/>
                </a:lnTo>
                <a:lnTo>
                  <a:pt x="120408" y="111252"/>
                </a:lnTo>
                <a:lnTo>
                  <a:pt x="120408" y="112776"/>
                </a:lnTo>
                <a:lnTo>
                  <a:pt x="121932" y="114300"/>
                </a:lnTo>
                <a:lnTo>
                  <a:pt x="121932" y="118872"/>
                </a:lnTo>
                <a:lnTo>
                  <a:pt x="118884" y="121920"/>
                </a:lnTo>
                <a:lnTo>
                  <a:pt x="117360" y="121920"/>
                </a:lnTo>
                <a:lnTo>
                  <a:pt x="114312" y="123444"/>
                </a:lnTo>
                <a:lnTo>
                  <a:pt x="45732" y="123444"/>
                </a:lnTo>
                <a:lnTo>
                  <a:pt x="37172" y="123710"/>
                </a:lnTo>
                <a:lnTo>
                  <a:pt x="3225" y="144932"/>
                </a:lnTo>
                <a:lnTo>
                  <a:pt x="152" y="163817"/>
                </a:lnTo>
                <a:lnTo>
                  <a:pt x="241" y="171831"/>
                </a:lnTo>
                <a:lnTo>
                  <a:pt x="342" y="173736"/>
                </a:lnTo>
                <a:lnTo>
                  <a:pt x="419" y="175260"/>
                </a:lnTo>
                <a:lnTo>
                  <a:pt x="22301" y="213169"/>
                </a:lnTo>
                <a:lnTo>
                  <a:pt x="35064" y="216408"/>
                </a:lnTo>
                <a:lnTo>
                  <a:pt x="42684" y="216408"/>
                </a:lnTo>
                <a:lnTo>
                  <a:pt x="43091" y="215582"/>
                </a:lnTo>
                <a:lnTo>
                  <a:pt x="44297" y="213321"/>
                </a:lnTo>
                <a:lnTo>
                  <a:pt x="47256" y="211836"/>
                </a:lnTo>
                <a:lnTo>
                  <a:pt x="48780" y="208788"/>
                </a:lnTo>
                <a:lnTo>
                  <a:pt x="48780" y="201168"/>
                </a:lnTo>
                <a:lnTo>
                  <a:pt x="45732" y="195072"/>
                </a:lnTo>
                <a:lnTo>
                  <a:pt x="39636" y="192024"/>
                </a:lnTo>
                <a:lnTo>
                  <a:pt x="21348" y="192024"/>
                </a:lnTo>
                <a:lnTo>
                  <a:pt x="18300" y="190500"/>
                </a:lnTo>
                <a:lnTo>
                  <a:pt x="13728" y="187452"/>
                </a:lnTo>
                <a:lnTo>
                  <a:pt x="10680" y="182880"/>
                </a:lnTo>
                <a:lnTo>
                  <a:pt x="9220" y="178498"/>
                </a:lnTo>
                <a:lnTo>
                  <a:pt x="9156" y="164592"/>
                </a:lnTo>
                <a:lnTo>
                  <a:pt x="12204" y="158496"/>
                </a:lnTo>
                <a:lnTo>
                  <a:pt x="44208" y="147828"/>
                </a:lnTo>
                <a:lnTo>
                  <a:pt x="50304" y="147828"/>
                </a:lnTo>
                <a:lnTo>
                  <a:pt x="56083" y="164020"/>
                </a:lnTo>
                <a:lnTo>
                  <a:pt x="61544" y="177355"/>
                </a:lnTo>
                <a:lnTo>
                  <a:pt x="85356" y="213321"/>
                </a:lnTo>
                <a:lnTo>
                  <a:pt x="100596" y="220980"/>
                </a:lnTo>
                <a:lnTo>
                  <a:pt x="106692" y="220980"/>
                </a:lnTo>
                <a:lnTo>
                  <a:pt x="113499" y="220408"/>
                </a:lnTo>
                <a:lnTo>
                  <a:pt x="120027" y="218694"/>
                </a:lnTo>
                <a:lnTo>
                  <a:pt x="125971" y="215836"/>
                </a:lnTo>
                <a:lnTo>
                  <a:pt x="131076" y="211836"/>
                </a:lnTo>
                <a:lnTo>
                  <a:pt x="137172" y="207264"/>
                </a:lnTo>
                <a:lnTo>
                  <a:pt x="140220" y="199644"/>
                </a:lnTo>
                <a:lnTo>
                  <a:pt x="140220" y="196596"/>
                </a:lnTo>
                <a:lnTo>
                  <a:pt x="140220" y="184404"/>
                </a:lnTo>
                <a:lnTo>
                  <a:pt x="138696" y="178308"/>
                </a:lnTo>
                <a:lnTo>
                  <a:pt x="135648" y="173736"/>
                </a:lnTo>
                <a:lnTo>
                  <a:pt x="133642" y="170332"/>
                </a:lnTo>
                <a:lnTo>
                  <a:pt x="129933" y="164782"/>
                </a:lnTo>
                <a:lnTo>
                  <a:pt x="124498" y="157238"/>
                </a:lnTo>
                <a:lnTo>
                  <a:pt x="121932" y="153860"/>
                </a:lnTo>
                <a:lnTo>
                  <a:pt x="121932" y="176784"/>
                </a:lnTo>
                <a:lnTo>
                  <a:pt x="121932" y="181356"/>
                </a:lnTo>
                <a:lnTo>
                  <a:pt x="120408" y="187452"/>
                </a:lnTo>
                <a:lnTo>
                  <a:pt x="115836" y="190500"/>
                </a:lnTo>
                <a:lnTo>
                  <a:pt x="111264" y="195072"/>
                </a:lnTo>
                <a:lnTo>
                  <a:pt x="105168" y="196596"/>
                </a:lnTo>
                <a:lnTo>
                  <a:pt x="92976" y="196596"/>
                </a:lnTo>
                <a:lnTo>
                  <a:pt x="88404" y="195072"/>
                </a:lnTo>
                <a:lnTo>
                  <a:pt x="79260" y="188976"/>
                </a:lnTo>
                <a:lnTo>
                  <a:pt x="74688" y="182880"/>
                </a:lnTo>
                <a:lnTo>
                  <a:pt x="71640" y="175260"/>
                </a:lnTo>
                <a:lnTo>
                  <a:pt x="69303" y="171831"/>
                </a:lnTo>
                <a:lnTo>
                  <a:pt x="66687" y="166116"/>
                </a:lnTo>
                <a:lnTo>
                  <a:pt x="63487" y="158115"/>
                </a:lnTo>
                <a:lnTo>
                  <a:pt x="59448" y="147828"/>
                </a:lnTo>
                <a:lnTo>
                  <a:pt x="108216" y="147828"/>
                </a:lnTo>
                <a:lnTo>
                  <a:pt x="114211" y="156425"/>
                </a:lnTo>
                <a:lnTo>
                  <a:pt x="118503" y="164020"/>
                </a:lnTo>
                <a:lnTo>
                  <a:pt x="121069" y="170764"/>
                </a:lnTo>
                <a:lnTo>
                  <a:pt x="121932" y="176784"/>
                </a:lnTo>
                <a:lnTo>
                  <a:pt x="121932" y="153860"/>
                </a:lnTo>
                <a:lnTo>
                  <a:pt x="117360" y="147828"/>
                </a:lnTo>
                <a:lnTo>
                  <a:pt x="124980" y="147828"/>
                </a:lnTo>
                <a:lnTo>
                  <a:pt x="131076" y="146304"/>
                </a:lnTo>
                <a:lnTo>
                  <a:pt x="135648" y="143256"/>
                </a:lnTo>
                <a:lnTo>
                  <a:pt x="138696" y="140208"/>
                </a:lnTo>
                <a:lnTo>
                  <a:pt x="140220" y="137160"/>
                </a:lnTo>
                <a:lnTo>
                  <a:pt x="140220" y="132588"/>
                </a:lnTo>
                <a:close/>
              </a:path>
              <a:path extrusionOk="0" h="509269" w="201295">
                <a:moveTo>
                  <a:pt x="201180" y="481584"/>
                </a:moveTo>
                <a:lnTo>
                  <a:pt x="178130" y="446151"/>
                </a:lnTo>
                <a:lnTo>
                  <a:pt x="27444" y="384048"/>
                </a:lnTo>
                <a:lnTo>
                  <a:pt x="21348" y="382524"/>
                </a:lnTo>
                <a:lnTo>
                  <a:pt x="18300" y="379476"/>
                </a:lnTo>
                <a:lnTo>
                  <a:pt x="16776" y="379476"/>
                </a:lnTo>
                <a:lnTo>
                  <a:pt x="13728" y="376428"/>
                </a:lnTo>
                <a:lnTo>
                  <a:pt x="10680" y="374904"/>
                </a:lnTo>
                <a:lnTo>
                  <a:pt x="10680" y="373380"/>
                </a:lnTo>
                <a:lnTo>
                  <a:pt x="9156" y="370332"/>
                </a:lnTo>
                <a:lnTo>
                  <a:pt x="7632" y="368808"/>
                </a:lnTo>
                <a:lnTo>
                  <a:pt x="7632" y="364236"/>
                </a:lnTo>
                <a:lnTo>
                  <a:pt x="3060" y="364236"/>
                </a:lnTo>
                <a:lnTo>
                  <a:pt x="3060" y="406908"/>
                </a:lnTo>
                <a:lnTo>
                  <a:pt x="7632" y="406908"/>
                </a:lnTo>
                <a:lnTo>
                  <a:pt x="7632" y="400812"/>
                </a:lnTo>
                <a:lnTo>
                  <a:pt x="9156" y="399288"/>
                </a:lnTo>
                <a:lnTo>
                  <a:pt x="9156" y="396240"/>
                </a:lnTo>
                <a:lnTo>
                  <a:pt x="10680" y="396240"/>
                </a:lnTo>
                <a:lnTo>
                  <a:pt x="10680" y="394716"/>
                </a:lnTo>
                <a:lnTo>
                  <a:pt x="12204" y="394716"/>
                </a:lnTo>
                <a:lnTo>
                  <a:pt x="13728" y="393192"/>
                </a:lnTo>
                <a:lnTo>
                  <a:pt x="19824" y="393192"/>
                </a:lnTo>
                <a:lnTo>
                  <a:pt x="22872" y="394716"/>
                </a:lnTo>
                <a:lnTo>
                  <a:pt x="27444" y="396240"/>
                </a:lnTo>
                <a:lnTo>
                  <a:pt x="100596" y="425196"/>
                </a:lnTo>
                <a:lnTo>
                  <a:pt x="33540" y="457200"/>
                </a:lnTo>
                <a:lnTo>
                  <a:pt x="27444" y="460248"/>
                </a:lnTo>
                <a:lnTo>
                  <a:pt x="21348" y="461772"/>
                </a:lnTo>
                <a:lnTo>
                  <a:pt x="12204" y="461772"/>
                </a:lnTo>
                <a:lnTo>
                  <a:pt x="10680" y="458724"/>
                </a:lnTo>
                <a:lnTo>
                  <a:pt x="9156" y="457200"/>
                </a:lnTo>
                <a:lnTo>
                  <a:pt x="7632" y="454152"/>
                </a:lnTo>
                <a:lnTo>
                  <a:pt x="7632" y="446532"/>
                </a:lnTo>
                <a:lnTo>
                  <a:pt x="3060" y="446532"/>
                </a:lnTo>
                <a:lnTo>
                  <a:pt x="3060" y="509016"/>
                </a:lnTo>
                <a:lnTo>
                  <a:pt x="7632" y="509016"/>
                </a:lnTo>
                <a:lnTo>
                  <a:pt x="9156" y="504444"/>
                </a:lnTo>
                <a:lnTo>
                  <a:pt x="12204" y="498348"/>
                </a:lnTo>
                <a:lnTo>
                  <a:pt x="18300" y="492252"/>
                </a:lnTo>
                <a:lnTo>
                  <a:pt x="30492" y="486156"/>
                </a:lnTo>
                <a:lnTo>
                  <a:pt x="131076" y="437388"/>
                </a:lnTo>
                <a:lnTo>
                  <a:pt x="152412" y="446532"/>
                </a:lnTo>
                <a:lnTo>
                  <a:pt x="161556" y="449580"/>
                </a:lnTo>
                <a:lnTo>
                  <a:pt x="166128" y="452628"/>
                </a:lnTo>
                <a:lnTo>
                  <a:pt x="169176" y="457200"/>
                </a:lnTo>
                <a:lnTo>
                  <a:pt x="172224" y="460248"/>
                </a:lnTo>
                <a:lnTo>
                  <a:pt x="173748" y="463296"/>
                </a:lnTo>
                <a:lnTo>
                  <a:pt x="173748" y="469392"/>
                </a:lnTo>
                <a:lnTo>
                  <a:pt x="169176" y="483108"/>
                </a:lnTo>
                <a:lnTo>
                  <a:pt x="169176" y="490728"/>
                </a:lnTo>
                <a:lnTo>
                  <a:pt x="170700" y="495300"/>
                </a:lnTo>
                <a:lnTo>
                  <a:pt x="173748" y="496824"/>
                </a:lnTo>
                <a:lnTo>
                  <a:pt x="175272" y="499872"/>
                </a:lnTo>
                <a:lnTo>
                  <a:pt x="179844" y="501396"/>
                </a:lnTo>
                <a:lnTo>
                  <a:pt x="188988" y="501396"/>
                </a:lnTo>
                <a:lnTo>
                  <a:pt x="192036" y="499872"/>
                </a:lnTo>
                <a:lnTo>
                  <a:pt x="199656" y="492252"/>
                </a:lnTo>
                <a:lnTo>
                  <a:pt x="201180" y="487680"/>
                </a:lnTo>
                <a:lnTo>
                  <a:pt x="201180" y="4815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0" name="Google Shape;5100;p81"/>
          <p:cNvGrpSpPr/>
          <p:nvPr/>
        </p:nvGrpSpPr>
        <p:grpSpPr>
          <a:xfrm>
            <a:off x="5867400" y="8801100"/>
            <a:ext cx="201168" cy="620267"/>
            <a:chOff x="5867400" y="8801100"/>
            <a:chExt cx="201168" cy="620267"/>
          </a:xfrm>
        </p:grpSpPr>
        <p:pic>
          <p:nvPicPr>
            <p:cNvPr id="5101" name="Google Shape;5101;p81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5867400" y="9255251"/>
              <a:ext cx="198120" cy="1661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02" name="Google Shape;5102;p81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5887212" y="8801100"/>
              <a:ext cx="181356" cy="4343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103" name="Google Shape;5103;p81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5858255" y="7659623"/>
            <a:ext cx="210312" cy="1071371"/>
          </a:xfrm>
          <a:prstGeom prst="rect">
            <a:avLst/>
          </a:prstGeom>
          <a:noFill/>
          <a:ln>
            <a:noFill/>
          </a:ln>
        </p:spPr>
      </p:pic>
      <p:pic>
        <p:nvPicPr>
          <p:cNvPr id="5104" name="Google Shape;5104;p81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5887211" y="7363968"/>
            <a:ext cx="181356" cy="222504"/>
          </a:xfrm>
          <a:prstGeom prst="rect">
            <a:avLst/>
          </a:prstGeom>
          <a:noFill/>
          <a:ln>
            <a:noFill/>
          </a:ln>
        </p:spPr>
      </p:pic>
      <p:pic>
        <p:nvPicPr>
          <p:cNvPr id="5105" name="Google Shape;5105;p81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5858255" y="6234683"/>
            <a:ext cx="271271" cy="1034795"/>
          </a:xfrm>
          <a:prstGeom prst="rect">
            <a:avLst/>
          </a:prstGeom>
          <a:noFill/>
          <a:ln>
            <a:noFill/>
          </a:ln>
        </p:spPr>
      </p:pic>
      <p:pic>
        <p:nvPicPr>
          <p:cNvPr id="5106" name="Google Shape;5106;p81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5858256" y="5926835"/>
            <a:ext cx="207264" cy="219456"/>
          </a:xfrm>
          <a:prstGeom prst="rect">
            <a:avLst/>
          </a:prstGeom>
          <a:noFill/>
          <a:ln>
            <a:noFill/>
          </a:ln>
        </p:spPr>
      </p:pic>
      <p:sp>
        <p:nvSpPr>
          <p:cNvPr id="5107" name="Google Shape;5107;p81"/>
          <p:cNvSpPr/>
          <p:nvPr/>
        </p:nvSpPr>
        <p:spPr>
          <a:xfrm>
            <a:off x="5928347" y="5192268"/>
            <a:ext cx="201295" cy="649605"/>
          </a:xfrm>
          <a:custGeom>
            <a:rect b="b" l="l" r="r" t="t"/>
            <a:pathLst>
              <a:path extrusionOk="0" h="649604" w="201295">
                <a:moveTo>
                  <a:pt x="137172" y="172212"/>
                </a:moveTo>
                <a:lnTo>
                  <a:pt x="132600" y="172212"/>
                </a:lnTo>
                <a:lnTo>
                  <a:pt x="132600" y="179832"/>
                </a:lnTo>
                <a:lnTo>
                  <a:pt x="131076" y="184404"/>
                </a:lnTo>
                <a:lnTo>
                  <a:pt x="129552" y="187452"/>
                </a:lnTo>
                <a:lnTo>
                  <a:pt x="126504" y="190500"/>
                </a:lnTo>
                <a:lnTo>
                  <a:pt x="124980" y="193548"/>
                </a:lnTo>
                <a:lnTo>
                  <a:pt x="121932" y="193548"/>
                </a:lnTo>
                <a:lnTo>
                  <a:pt x="118884" y="196596"/>
                </a:lnTo>
                <a:lnTo>
                  <a:pt x="44208" y="196596"/>
                </a:lnTo>
                <a:lnTo>
                  <a:pt x="33540" y="192024"/>
                </a:lnTo>
                <a:lnTo>
                  <a:pt x="27444" y="187452"/>
                </a:lnTo>
                <a:lnTo>
                  <a:pt x="21348" y="181356"/>
                </a:lnTo>
                <a:lnTo>
                  <a:pt x="21348" y="175260"/>
                </a:lnTo>
                <a:lnTo>
                  <a:pt x="22872" y="172212"/>
                </a:lnTo>
                <a:lnTo>
                  <a:pt x="28968" y="163068"/>
                </a:lnTo>
                <a:lnTo>
                  <a:pt x="32016" y="160020"/>
                </a:lnTo>
                <a:lnTo>
                  <a:pt x="32016" y="153924"/>
                </a:lnTo>
                <a:lnTo>
                  <a:pt x="30492" y="150876"/>
                </a:lnTo>
                <a:lnTo>
                  <a:pt x="27444" y="149352"/>
                </a:lnTo>
                <a:lnTo>
                  <a:pt x="24396" y="146304"/>
                </a:lnTo>
                <a:lnTo>
                  <a:pt x="21348" y="144780"/>
                </a:lnTo>
                <a:lnTo>
                  <a:pt x="12204" y="144780"/>
                </a:lnTo>
                <a:lnTo>
                  <a:pt x="7632" y="147828"/>
                </a:lnTo>
                <a:lnTo>
                  <a:pt x="1536" y="153924"/>
                </a:lnTo>
                <a:lnTo>
                  <a:pt x="12" y="158496"/>
                </a:lnTo>
                <a:lnTo>
                  <a:pt x="12" y="163068"/>
                </a:lnTo>
                <a:lnTo>
                  <a:pt x="2006" y="171958"/>
                </a:lnTo>
                <a:lnTo>
                  <a:pt x="8013" y="180403"/>
                </a:lnTo>
                <a:lnTo>
                  <a:pt x="18008" y="188582"/>
                </a:lnTo>
                <a:lnTo>
                  <a:pt x="32016" y="196596"/>
                </a:lnTo>
                <a:lnTo>
                  <a:pt x="12" y="196596"/>
                </a:lnTo>
                <a:lnTo>
                  <a:pt x="12" y="202692"/>
                </a:lnTo>
                <a:lnTo>
                  <a:pt x="16776" y="243840"/>
                </a:lnTo>
                <a:lnTo>
                  <a:pt x="21348" y="242316"/>
                </a:lnTo>
                <a:lnTo>
                  <a:pt x="18300" y="236220"/>
                </a:lnTo>
                <a:lnTo>
                  <a:pt x="18300" y="230124"/>
                </a:lnTo>
                <a:lnTo>
                  <a:pt x="19824" y="227076"/>
                </a:lnTo>
                <a:lnTo>
                  <a:pt x="19824" y="225552"/>
                </a:lnTo>
                <a:lnTo>
                  <a:pt x="21348" y="224028"/>
                </a:lnTo>
                <a:lnTo>
                  <a:pt x="24396" y="222504"/>
                </a:lnTo>
                <a:lnTo>
                  <a:pt x="27444" y="222504"/>
                </a:lnTo>
                <a:lnTo>
                  <a:pt x="45224" y="221221"/>
                </a:lnTo>
                <a:lnTo>
                  <a:pt x="56400" y="220980"/>
                </a:lnTo>
                <a:lnTo>
                  <a:pt x="114312" y="220980"/>
                </a:lnTo>
                <a:lnTo>
                  <a:pt x="118884" y="222504"/>
                </a:lnTo>
                <a:lnTo>
                  <a:pt x="124980" y="222504"/>
                </a:lnTo>
                <a:lnTo>
                  <a:pt x="126504" y="224028"/>
                </a:lnTo>
                <a:lnTo>
                  <a:pt x="128028" y="227076"/>
                </a:lnTo>
                <a:lnTo>
                  <a:pt x="131076" y="230124"/>
                </a:lnTo>
                <a:lnTo>
                  <a:pt x="132600" y="234696"/>
                </a:lnTo>
                <a:lnTo>
                  <a:pt x="132600" y="240792"/>
                </a:lnTo>
                <a:lnTo>
                  <a:pt x="137172" y="240792"/>
                </a:lnTo>
                <a:lnTo>
                  <a:pt x="137172" y="172212"/>
                </a:lnTo>
                <a:close/>
              </a:path>
              <a:path extrusionOk="0" h="649604" w="201295">
                <a:moveTo>
                  <a:pt x="140220" y="591312"/>
                </a:moveTo>
                <a:lnTo>
                  <a:pt x="123456" y="553212"/>
                </a:lnTo>
                <a:lnTo>
                  <a:pt x="86880" y="536448"/>
                </a:lnTo>
                <a:lnTo>
                  <a:pt x="85356" y="539496"/>
                </a:lnTo>
                <a:lnTo>
                  <a:pt x="92786" y="542975"/>
                </a:lnTo>
                <a:lnTo>
                  <a:pt x="99072" y="546735"/>
                </a:lnTo>
                <a:lnTo>
                  <a:pt x="104216" y="551078"/>
                </a:lnTo>
                <a:lnTo>
                  <a:pt x="108216" y="556260"/>
                </a:lnTo>
                <a:lnTo>
                  <a:pt x="112788" y="562356"/>
                </a:lnTo>
                <a:lnTo>
                  <a:pt x="115836" y="569976"/>
                </a:lnTo>
                <a:lnTo>
                  <a:pt x="115836" y="579120"/>
                </a:lnTo>
                <a:lnTo>
                  <a:pt x="89357" y="619531"/>
                </a:lnTo>
                <a:lnTo>
                  <a:pt x="53352" y="627888"/>
                </a:lnTo>
                <a:lnTo>
                  <a:pt x="53352" y="566928"/>
                </a:lnTo>
                <a:lnTo>
                  <a:pt x="53352" y="536448"/>
                </a:lnTo>
                <a:lnTo>
                  <a:pt x="44196" y="537108"/>
                </a:lnTo>
                <a:lnTo>
                  <a:pt x="44196" y="566928"/>
                </a:lnTo>
                <a:lnTo>
                  <a:pt x="44196" y="627888"/>
                </a:lnTo>
                <a:lnTo>
                  <a:pt x="9144" y="603504"/>
                </a:lnTo>
                <a:lnTo>
                  <a:pt x="9144" y="589788"/>
                </a:lnTo>
                <a:lnTo>
                  <a:pt x="10668" y="585216"/>
                </a:lnTo>
                <a:lnTo>
                  <a:pt x="19812" y="571500"/>
                </a:lnTo>
                <a:lnTo>
                  <a:pt x="25908" y="569976"/>
                </a:lnTo>
                <a:lnTo>
                  <a:pt x="28956" y="568452"/>
                </a:lnTo>
                <a:lnTo>
                  <a:pt x="35052" y="566928"/>
                </a:lnTo>
                <a:lnTo>
                  <a:pt x="44196" y="566928"/>
                </a:lnTo>
                <a:lnTo>
                  <a:pt x="44196" y="537108"/>
                </a:lnTo>
                <a:lnTo>
                  <a:pt x="7721" y="558457"/>
                </a:lnTo>
                <a:lnTo>
                  <a:pt x="0" y="586740"/>
                </a:lnTo>
                <a:lnTo>
                  <a:pt x="1143" y="599871"/>
                </a:lnTo>
                <a:lnTo>
                  <a:pt x="28562" y="638937"/>
                </a:lnTo>
                <a:lnTo>
                  <a:pt x="71640" y="649224"/>
                </a:lnTo>
                <a:lnTo>
                  <a:pt x="86207" y="648081"/>
                </a:lnTo>
                <a:lnTo>
                  <a:pt x="85991" y="648081"/>
                </a:lnTo>
                <a:lnTo>
                  <a:pt x="98882" y="644842"/>
                </a:lnTo>
                <a:lnTo>
                  <a:pt x="110426" y="639584"/>
                </a:lnTo>
                <a:lnTo>
                  <a:pt x="120408" y="632460"/>
                </a:lnTo>
                <a:lnTo>
                  <a:pt x="124396" y="627888"/>
                </a:lnTo>
                <a:lnTo>
                  <a:pt x="128638" y="623036"/>
                </a:lnTo>
                <a:lnTo>
                  <a:pt x="134886" y="613029"/>
                </a:lnTo>
                <a:lnTo>
                  <a:pt x="138836" y="602462"/>
                </a:lnTo>
                <a:lnTo>
                  <a:pt x="140220" y="591312"/>
                </a:lnTo>
                <a:close/>
              </a:path>
              <a:path extrusionOk="0" h="649604" w="201295">
                <a:moveTo>
                  <a:pt x="140220" y="448056"/>
                </a:moveTo>
                <a:lnTo>
                  <a:pt x="44348" y="408432"/>
                </a:lnTo>
                <a:lnTo>
                  <a:pt x="25920" y="400812"/>
                </a:lnTo>
                <a:lnTo>
                  <a:pt x="18300" y="399288"/>
                </a:lnTo>
                <a:lnTo>
                  <a:pt x="13728" y="396240"/>
                </a:lnTo>
                <a:lnTo>
                  <a:pt x="10680" y="391668"/>
                </a:lnTo>
                <a:lnTo>
                  <a:pt x="9156" y="390144"/>
                </a:lnTo>
                <a:lnTo>
                  <a:pt x="7632" y="387096"/>
                </a:lnTo>
                <a:lnTo>
                  <a:pt x="7632" y="381000"/>
                </a:lnTo>
                <a:lnTo>
                  <a:pt x="3060" y="381000"/>
                </a:lnTo>
                <a:lnTo>
                  <a:pt x="3060" y="423672"/>
                </a:lnTo>
                <a:lnTo>
                  <a:pt x="7632" y="423672"/>
                </a:lnTo>
                <a:lnTo>
                  <a:pt x="7632" y="411480"/>
                </a:lnTo>
                <a:lnTo>
                  <a:pt x="9156" y="409956"/>
                </a:lnTo>
                <a:lnTo>
                  <a:pt x="10680" y="409956"/>
                </a:lnTo>
                <a:lnTo>
                  <a:pt x="12204" y="408432"/>
                </a:lnTo>
                <a:lnTo>
                  <a:pt x="16776" y="408432"/>
                </a:lnTo>
                <a:lnTo>
                  <a:pt x="25920" y="411480"/>
                </a:lnTo>
                <a:lnTo>
                  <a:pt x="102120" y="443484"/>
                </a:lnTo>
                <a:lnTo>
                  <a:pt x="28968" y="473964"/>
                </a:lnTo>
                <a:lnTo>
                  <a:pt x="24396" y="477012"/>
                </a:lnTo>
                <a:lnTo>
                  <a:pt x="12204" y="477012"/>
                </a:lnTo>
                <a:lnTo>
                  <a:pt x="7632" y="472440"/>
                </a:lnTo>
                <a:lnTo>
                  <a:pt x="7632" y="461772"/>
                </a:lnTo>
                <a:lnTo>
                  <a:pt x="3060" y="461772"/>
                </a:lnTo>
                <a:lnTo>
                  <a:pt x="3060" y="525780"/>
                </a:lnTo>
                <a:lnTo>
                  <a:pt x="7632" y="525780"/>
                </a:lnTo>
                <a:lnTo>
                  <a:pt x="7632" y="519684"/>
                </a:lnTo>
                <a:lnTo>
                  <a:pt x="9156" y="516636"/>
                </a:lnTo>
                <a:lnTo>
                  <a:pt x="9156" y="515112"/>
                </a:lnTo>
                <a:lnTo>
                  <a:pt x="10680" y="512064"/>
                </a:lnTo>
                <a:lnTo>
                  <a:pt x="13728" y="510540"/>
                </a:lnTo>
                <a:lnTo>
                  <a:pt x="15252" y="507492"/>
                </a:lnTo>
                <a:lnTo>
                  <a:pt x="18300" y="505968"/>
                </a:lnTo>
                <a:lnTo>
                  <a:pt x="22872" y="504444"/>
                </a:lnTo>
                <a:lnTo>
                  <a:pt x="27444" y="501396"/>
                </a:lnTo>
                <a:lnTo>
                  <a:pt x="85648" y="477012"/>
                </a:lnTo>
                <a:lnTo>
                  <a:pt x="140220" y="454152"/>
                </a:lnTo>
                <a:lnTo>
                  <a:pt x="140220" y="448056"/>
                </a:lnTo>
                <a:close/>
              </a:path>
              <a:path extrusionOk="0" h="649604" w="201295">
                <a:moveTo>
                  <a:pt x="140220" y="309372"/>
                </a:moveTo>
                <a:lnTo>
                  <a:pt x="123456" y="272796"/>
                </a:lnTo>
                <a:lnTo>
                  <a:pt x="86880" y="254508"/>
                </a:lnTo>
                <a:lnTo>
                  <a:pt x="85356" y="257556"/>
                </a:lnTo>
                <a:lnTo>
                  <a:pt x="92786" y="261035"/>
                </a:lnTo>
                <a:lnTo>
                  <a:pt x="99072" y="264795"/>
                </a:lnTo>
                <a:lnTo>
                  <a:pt x="104216" y="269138"/>
                </a:lnTo>
                <a:lnTo>
                  <a:pt x="108216" y="274320"/>
                </a:lnTo>
                <a:lnTo>
                  <a:pt x="112788" y="280416"/>
                </a:lnTo>
                <a:lnTo>
                  <a:pt x="115836" y="288036"/>
                </a:lnTo>
                <a:lnTo>
                  <a:pt x="115836" y="297180"/>
                </a:lnTo>
                <a:lnTo>
                  <a:pt x="89357" y="337591"/>
                </a:lnTo>
                <a:lnTo>
                  <a:pt x="53352" y="345948"/>
                </a:lnTo>
                <a:lnTo>
                  <a:pt x="53352" y="284988"/>
                </a:lnTo>
                <a:lnTo>
                  <a:pt x="53352" y="254508"/>
                </a:lnTo>
                <a:lnTo>
                  <a:pt x="44196" y="255168"/>
                </a:lnTo>
                <a:lnTo>
                  <a:pt x="44196" y="284988"/>
                </a:lnTo>
                <a:lnTo>
                  <a:pt x="44196" y="345948"/>
                </a:lnTo>
                <a:lnTo>
                  <a:pt x="9144" y="321564"/>
                </a:lnTo>
                <a:lnTo>
                  <a:pt x="9144" y="307848"/>
                </a:lnTo>
                <a:lnTo>
                  <a:pt x="10668" y="303276"/>
                </a:lnTo>
                <a:lnTo>
                  <a:pt x="19812" y="289560"/>
                </a:lnTo>
                <a:lnTo>
                  <a:pt x="25908" y="288036"/>
                </a:lnTo>
                <a:lnTo>
                  <a:pt x="28956" y="286512"/>
                </a:lnTo>
                <a:lnTo>
                  <a:pt x="35052" y="284988"/>
                </a:lnTo>
                <a:lnTo>
                  <a:pt x="44196" y="284988"/>
                </a:lnTo>
                <a:lnTo>
                  <a:pt x="44196" y="255168"/>
                </a:lnTo>
                <a:lnTo>
                  <a:pt x="7721" y="276542"/>
                </a:lnTo>
                <a:lnTo>
                  <a:pt x="12" y="306285"/>
                </a:lnTo>
                <a:lnTo>
                  <a:pt x="1143" y="318566"/>
                </a:lnTo>
                <a:lnTo>
                  <a:pt x="28562" y="356997"/>
                </a:lnTo>
                <a:lnTo>
                  <a:pt x="71640" y="367284"/>
                </a:lnTo>
                <a:lnTo>
                  <a:pt x="86207" y="366141"/>
                </a:lnTo>
                <a:lnTo>
                  <a:pt x="85991" y="366141"/>
                </a:lnTo>
                <a:lnTo>
                  <a:pt x="98882" y="362902"/>
                </a:lnTo>
                <a:lnTo>
                  <a:pt x="110426" y="357644"/>
                </a:lnTo>
                <a:lnTo>
                  <a:pt x="120408" y="350520"/>
                </a:lnTo>
                <a:lnTo>
                  <a:pt x="124396" y="345948"/>
                </a:lnTo>
                <a:lnTo>
                  <a:pt x="128638" y="341096"/>
                </a:lnTo>
                <a:lnTo>
                  <a:pt x="134886" y="331089"/>
                </a:lnTo>
                <a:lnTo>
                  <a:pt x="138836" y="320522"/>
                </a:lnTo>
                <a:lnTo>
                  <a:pt x="140220" y="309372"/>
                </a:lnTo>
                <a:close/>
              </a:path>
              <a:path extrusionOk="0" h="649604" w="201295">
                <a:moveTo>
                  <a:pt x="201180" y="117348"/>
                </a:moveTo>
                <a:lnTo>
                  <a:pt x="176987" y="81915"/>
                </a:lnTo>
                <a:lnTo>
                  <a:pt x="53962" y="30480"/>
                </a:lnTo>
                <a:lnTo>
                  <a:pt x="27444" y="19812"/>
                </a:lnTo>
                <a:lnTo>
                  <a:pt x="21348" y="18288"/>
                </a:lnTo>
                <a:lnTo>
                  <a:pt x="16776" y="16764"/>
                </a:lnTo>
                <a:lnTo>
                  <a:pt x="7632" y="7620"/>
                </a:lnTo>
                <a:lnTo>
                  <a:pt x="7632" y="0"/>
                </a:lnTo>
                <a:lnTo>
                  <a:pt x="3060" y="0"/>
                </a:lnTo>
                <a:lnTo>
                  <a:pt x="3060" y="42672"/>
                </a:lnTo>
                <a:lnTo>
                  <a:pt x="7632" y="42672"/>
                </a:lnTo>
                <a:lnTo>
                  <a:pt x="7632" y="35052"/>
                </a:lnTo>
                <a:lnTo>
                  <a:pt x="9156" y="33528"/>
                </a:lnTo>
                <a:lnTo>
                  <a:pt x="9156" y="32004"/>
                </a:lnTo>
                <a:lnTo>
                  <a:pt x="10680" y="30480"/>
                </a:lnTo>
                <a:lnTo>
                  <a:pt x="22872" y="30480"/>
                </a:lnTo>
                <a:lnTo>
                  <a:pt x="25920" y="32004"/>
                </a:lnTo>
                <a:lnTo>
                  <a:pt x="99072" y="60960"/>
                </a:lnTo>
                <a:lnTo>
                  <a:pt x="33540" y="92964"/>
                </a:lnTo>
                <a:lnTo>
                  <a:pt x="25920" y="96012"/>
                </a:lnTo>
                <a:lnTo>
                  <a:pt x="21348" y="97536"/>
                </a:lnTo>
                <a:lnTo>
                  <a:pt x="12204" y="97536"/>
                </a:lnTo>
                <a:lnTo>
                  <a:pt x="7632" y="92964"/>
                </a:lnTo>
                <a:lnTo>
                  <a:pt x="7632" y="82296"/>
                </a:lnTo>
                <a:lnTo>
                  <a:pt x="3060" y="82296"/>
                </a:lnTo>
                <a:lnTo>
                  <a:pt x="3060" y="144780"/>
                </a:lnTo>
                <a:lnTo>
                  <a:pt x="7632" y="144780"/>
                </a:lnTo>
                <a:lnTo>
                  <a:pt x="7632" y="140208"/>
                </a:lnTo>
                <a:lnTo>
                  <a:pt x="10680" y="134112"/>
                </a:lnTo>
                <a:lnTo>
                  <a:pt x="12204" y="132588"/>
                </a:lnTo>
                <a:lnTo>
                  <a:pt x="15252" y="131064"/>
                </a:lnTo>
                <a:lnTo>
                  <a:pt x="18300" y="128016"/>
                </a:lnTo>
                <a:lnTo>
                  <a:pt x="22872" y="124968"/>
                </a:lnTo>
                <a:lnTo>
                  <a:pt x="27444" y="123444"/>
                </a:lnTo>
                <a:lnTo>
                  <a:pt x="30492" y="121920"/>
                </a:lnTo>
                <a:lnTo>
                  <a:pt x="80784" y="97536"/>
                </a:lnTo>
                <a:lnTo>
                  <a:pt x="131076" y="73152"/>
                </a:lnTo>
                <a:lnTo>
                  <a:pt x="152412" y="82296"/>
                </a:lnTo>
                <a:lnTo>
                  <a:pt x="160032" y="85344"/>
                </a:lnTo>
                <a:lnTo>
                  <a:pt x="166128" y="88392"/>
                </a:lnTo>
                <a:lnTo>
                  <a:pt x="169176" y="92964"/>
                </a:lnTo>
                <a:lnTo>
                  <a:pt x="172224" y="96012"/>
                </a:lnTo>
                <a:lnTo>
                  <a:pt x="173748" y="99060"/>
                </a:lnTo>
                <a:lnTo>
                  <a:pt x="173748" y="103632"/>
                </a:lnTo>
                <a:lnTo>
                  <a:pt x="172224" y="105156"/>
                </a:lnTo>
                <a:lnTo>
                  <a:pt x="169176" y="114300"/>
                </a:lnTo>
                <a:lnTo>
                  <a:pt x="169176" y="131064"/>
                </a:lnTo>
                <a:lnTo>
                  <a:pt x="172224" y="134112"/>
                </a:lnTo>
                <a:lnTo>
                  <a:pt x="178320" y="137160"/>
                </a:lnTo>
                <a:lnTo>
                  <a:pt x="187464" y="137160"/>
                </a:lnTo>
                <a:lnTo>
                  <a:pt x="192036" y="135636"/>
                </a:lnTo>
                <a:lnTo>
                  <a:pt x="195084" y="132588"/>
                </a:lnTo>
                <a:lnTo>
                  <a:pt x="201180" y="123444"/>
                </a:lnTo>
                <a:lnTo>
                  <a:pt x="201180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108" name="Google Shape;5108;p81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5864352" y="5006339"/>
            <a:ext cx="201168" cy="77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109" name="Google Shape;5109;p81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5864352" y="4838699"/>
            <a:ext cx="204216" cy="114300"/>
          </a:xfrm>
          <a:prstGeom prst="rect">
            <a:avLst/>
          </a:prstGeom>
          <a:noFill/>
          <a:ln>
            <a:noFill/>
          </a:ln>
        </p:spPr>
      </p:pic>
      <p:sp>
        <p:nvSpPr>
          <p:cNvPr id="5110" name="Google Shape;5110;p81"/>
          <p:cNvSpPr/>
          <p:nvPr/>
        </p:nvSpPr>
        <p:spPr>
          <a:xfrm>
            <a:off x="5858243" y="3886200"/>
            <a:ext cx="210820" cy="862965"/>
          </a:xfrm>
          <a:custGeom>
            <a:rect b="b" l="l" r="r" t="t"/>
            <a:pathLst>
              <a:path extrusionOk="0" h="862964" w="210820">
                <a:moveTo>
                  <a:pt x="207264" y="106680"/>
                </a:moveTo>
                <a:lnTo>
                  <a:pt x="202692" y="106680"/>
                </a:lnTo>
                <a:lnTo>
                  <a:pt x="202692" y="112776"/>
                </a:lnTo>
                <a:lnTo>
                  <a:pt x="201168" y="117348"/>
                </a:lnTo>
                <a:lnTo>
                  <a:pt x="199644" y="120396"/>
                </a:lnTo>
                <a:lnTo>
                  <a:pt x="196596" y="123444"/>
                </a:lnTo>
                <a:lnTo>
                  <a:pt x="190500" y="126492"/>
                </a:lnTo>
                <a:lnTo>
                  <a:pt x="129540" y="126492"/>
                </a:lnTo>
                <a:lnTo>
                  <a:pt x="117856" y="126758"/>
                </a:lnTo>
                <a:lnTo>
                  <a:pt x="79248" y="137160"/>
                </a:lnTo>
                <a:lnTo>
                  <a:pt x="76200" y="141732"/>
                </a:lnTo>
                <a:lnTo>
                  <a:pt x="71628" y="147828"/>
                </a:lnTo>
                <a:lnTo>
                  <a:pt x="70104" y="153924"/>
                </a:lnTo>
                <a:lnTo>
                  <a:pt x="70104" y="169164"/>
                </a:lnTo>
                <a:lnTo>
                  <a:pt x="97536" y="207264"/>
                </a:lnTo>
                <a:lnTo>
                  <a:pt x="0" y="207264"/>
                </a:lnTo>
                <a:lnTo>
                  <a:pt x="0" y="214884"/>
                </a:lnTo>
                <a:lnTo>
                  <a:pt x="16764" y="254508"/>
                </a:lnTo>
                <a:lnTo>
                  <a:pt x="21336" y="252984"/>
                </a:lnTo>
                <a:lnTo>
                  <a:pt x="19812" y="248412"/>
                </a:lnTo>
                <a:lnTo>
                  <a:pt x="18288" y="245364"/>
                </a:lnTo>
                <a:lnTo>
                  <a:pt x="18288" y="237744"/>
                </a:lnTo>
                <a:lnTo>
                  <a:pt x="21336" y="234696"/>
                </a:lnTo>
                <a:lnTo>
                  <a:pt x="24384" y="233172"/>
                </a:lnTo>
                <a:lnTo>
                  <a:pt x="27432" y="233172"/>
                </a:lnTo>
                <a:lnTo>
                  <a:pt x="30886" y="232295"/>
                </a:lnTo>
                <a:lnTo>
                  <a:pt x="36766" y="231838"/>
                </a:lnTo>
                <a:lnTo>
                  <a:pt x="56388" y="231648"/>
                </a:lnTo>
                <a:lnTo>
                  <a:pt x="184404" y="231648"/>
                </a:lnTo>
                <a:lnTo>
                  <a:pt x="190500" y="233172"/>
                </a:lnTo>
                <a:lnTo>
                  <a:pt x="193548" y="233172"/>
                </a:lnTo>
                <a:lnTo>
                  <a:pt x="196596" y="234696"/>
                </a:lnTo>
                <a:lnTo>
                  <a:pt x="199644" y="237744"/>
                </a:lnTo>
                <a:lnTo>
                  <a:pt x="201168" y="240792"/>
                </a:lnTo>
                <a:lnTo>
                  <a:pt x="202692" y="245364"/>
                </a:lnTo>
                <a:lnTo>
                  <a:pt x="202692" y="251460"/>
                </a:lnTo>
                <a:lnTo>
                  <a:pt x="207264" y="251460"/>
                </a:lnTo>
                <a:lnTo>
                  <a:pt x="207264" y="187452"/>
                </a:lnTo>
                <a:lnTo>
                  <a:pt x="202692" y="187452"/>
                </a:lnTo>
                <a:lnTo>
                  <a:pt x="202692" y="193548"/>
                </a:lnTo>
                <a:lnTo>
                  <a:pt x="201168" y="198120"/>
                </a:lnTo>
                <a:lnTo>
                  <a:pt x="198120" y="204216"/>
                </a:lnTo>
                <a:lnTo>
                  <a:pt x="196596" y="205740"/>
                </a:lnTo>
                <a:lnTo>
                  <a:pt x="193548" y="205740"/>
                </a:lnTo>
                <a:lnTo>
                  <a:pt x="192024" y="207264"/>
                </a:lnTo>
                <a:lnTo>
                  <a:pt x="106680" y="207264"/>
                </a:lnTo>
                <a:lnTo>
                  <a:pt x="99060" y="199644"/>
                </a:lnTo>
                <a:lnTo>
                  <a:pt x="94488" y="193548"/>
                </a:lnTo>
                <a:lnTo>
                  <a:pt x="91440" y="188976"/>
                </a:lnTo>
                <a:lnTo>
                  <a:pt x="88392" y="182880"/>
                </a:lnTo>
                <a:lnTo>
                  <a:pt x="88392" y="164592"/>
                </a:lnTo>
                <a:lnTo>
                  <a:pt x="91440" y="161544"/>
                </a:lnTo>
                <a:lnTo>
                  <a:pt x="92964" y="156972"/>
                </a:lnTo>
                <a:lnTo>
                  <a:pt x="129540" y="150876"/>
                </a:lnTo>
                <a:lnTo>
                  <a:pt x="190500" y="150876"/>
                </a:lnTo>
                <a:lnTo>
                  <a:pt x="196596" y="153924"/>
                </a:lnTo>
                <a:lnTo>
                  <a:pt x="201168" y="158496"/>
                </a:lnTo>
                <a:lnTo>
                  <a:pt x="202692" y="163068"/>
                </a:lnTo>
                <a:lnTo>
                  <a:pt x="202692" y="170688"/>
                </a:lnTo>
                <a:lnTo>
                  <a:pt x="207264" y="170688"/>
                </a:lnTo>
                <a:lnTo>
                  <a:pt x="207264" y="106680"/>
                </a:lnTo>
                <a:close/>
              </a:path>
              <a:path extrusionOk="0" h="862964" w="210820">
                <a:moveTo>
                  <a:pt x="207276" y="637032"/>
                </a:moveTo>
                <a:lnTo>
                  <a:pt x="202704" y="637032"/>
                </a:lnTo>
                <a:lnTo>
                  <a:pt x="202704" y="643128"/>
                </a:lnTo>
                <a:lnTo>
                  <a:pt x="201180" y="647700"/>
                </a:lnTo>
                <a:lnTo>
                  <a:pt x="199656" y="649224"/>
                </a:lnTo>
                <a:lnTo>
                  <a:pt x="198132" y="652272"/>
                </a:lnTo>
                <a:lnTo>
                  <a:pt x="196608" y="653796"/>
                </a:lnTo>
                <a:lnTo>
                  <a:pt x="190512" y="656844"/>
                </a:lnTo>
                <a:lnTo>
                  <a:pt x="118884" y="656844"/>
                </a:lnTo>
                <a:lnTo>
                  <a:pt x="110324" y="657110"/>
                </a:lnTo>
                <a:lnTo>
                  <a:pt x="74688" y="672084"/>
                </a:lnTo>
                <a:lnTo>
                  <a:pt x="70116" y="684276"/>
                </a:lnTo>
                <a:lnTo>
                  <a:pt x="70116" y="697992"/>
                </a:lnTo>
                <a:lnTo>
                  <a:pt x="90754" y="730148"/>
                </a:lnTo>
                <a:lnTo>
                  <a:pt x="99072" y="737616"/>
                </a:lnTo>
                <a:lnTo>
                  <a:pt x="88404" y="739140"/>
                </a:lnTo>
                <a:lnTo>
                  <a:pt x="82308" y="742188"/>
                </a:lnTo>
                <a:lnTo>
                  <a:pt x="76212" y="748284"/>
                </a:lnTo>
                <a:lnTo>
                  <a:pt x="71640" y="754380"/>
                </a:lnTo>
                <a:lnTo>
                  <a:pt x="70116" y="762000"/>
                </a:lnTo>
                <a:lnTo>
                  <a:pt x="70116" y="780288"/>
                </a:lnTo>
                <a:lnTo>
                  <a:pt x="73164" y="784860"/>
                </a:lnTo>
                <a:lnTo>
                  <a:pt x="74688" y="789432"/>
                </a:lnTo>
                <a:lnTo>
                  <a:pt x="80784" y="798576"/>
                </a:lnTo>
                <a:lnTo>
                  <a:pt x="88404" y="806196"/>
                </a:lnTo>
                <a:lnTo>
                  <a:pt x="99072" y="815340"/>
                </a:lnTo>
                <a:lnTo>
                  <a:pt x="70116" y="815340"/>
                </a:lnTo>
                <a:lnTo>
                  <a:pt x="70116" y="821436"/>
                </a:lnTo>
                <a:lnTo>
                  <a:pt x="86880" y="862584"/>
                </a:lnTo>
                <a:lnTo>
                  <a:pt x="91452" y="861060"/>
                </a:lnTo>
                <a:lnTo>
                  <a:pt x="89928" y="856488"/>
                </a:lnTo>
                <a:lnTo>
                  <a:pt x="88404" y="853440"/>
                </a:lnTo>
                <a:lnTo>
                  <a:pt x="88404" y="845820"/>
                </a:lnTo>
                <a:lnTo>
                  <a:pt x="91452" y="842772"/>
                </a:lnTo>
                <a:lnTo>
                  <a:pt x="94500" y="841248"/>
                </a:lnTo>
                <a:lnTo>
                  <a:pt x="97548" y="841248"/>
                </a:lnTo>
                <a:lnTo>
                  <a:pt x="101854" y="840371"/>
                </a:lnTo>
                <a:lnTo>
                  <a:pt x="108026" y="839914"/>
                </a:lnTo>
                <a:lnTo>
                  <a:pt x="126504" y="839724"/>
                </a:lnTo>
                <a:lnTo>
                  <a:pt x="190512" y="839724"/>
                </a:lnTo>
                <a:lnTo>
                  <a:pt x="196608" y="842772"/>
                </a:lnTo>
                <a:lnTo>
                  <a:pt x="198132" y="844296"/>
                </a:lnTo>
                <a:lnTo>
                  <a:pt x="199656" y="847344"/>
                </a:lnTo>
                <a:lnTo>
                  <a:pt x="201180" y="848868"/>
                </a:lnTo>
                <a:lnTo>
                  <a:pt x="202704" y="853440"/>
                </a:lnTo>
                <a:lnTo>
                  <a:pt x="202704" y="859536"/>
                </a:lnTo>
                <a:lnTo>
                  <a:pt x="207276" y="859536"/>
                </a:lnTo>
                <a:lnTo>
                  <a:pt x="207276" y="795528"/>
                </a:lnTo>
                <a:lnTo>
                  <a:pt x="202704" y="795528"/>
                </a:lnTo>
                <a:lnTo>
                  <a:pt x="202704" y="801624"/>
                </a:lnTo>
                <a:lnTo>
                  <a:pt x="201180" y="806196"/>
                </a:lnTo>
                <a:lnTo>
                  <a:pt x="199656" y="809244"/>
                </a:lnTo>
                <a:lnTo>
                  <a:pt x="196608" y="812292"/>
                </a:lnTo>
                <a:lnTo>
                  <a:pt x="190512" y="815340"/>
                </a:lnTo>
                <a:lnTo>
                  <a:pt x="105168" y="815340"/>
                </a:lnTo>
                <a:lnTo>
                  <a:pt x="100596" y="810768"/>
                </a:lnTo>
                <a:lnTo>
                  <a:pt x="96024" y="804672"/>
                </a:lnTo>
                <a:lnTo>
                  <a:pt x="91452" y="797052"/>
                </a:lnTo>
                <a:lnTo>
                  <a:pt x="88404" y="792480"/>
                </a:lnTo>
                <a:lnTo>
                  <a:pt x="88404" y="775716"/>
                </a:lnTo>
                <a:lnTo>
                  <a:pt x="89928" y="769620"/>
                </a:lnTo>
                <a:lnTo>
                  <a:pt x="96024" y="765048"/>
                </a:lnTo>
                <a:lnTo>
                  <a:pt x="100596" y="762000"/>
                </a:lnTo>
                <a:lnTo>
                  <a:pt x="108216" y="760476"/>
                </a:lnTo>
                <a:lnTo>
                  <a:pt x="190512" y="760476"/>
                </a:lnTo>
                <a:lnTo>
                  <a:pt x="195084" y="762000"/>
                </a:lnTo>
                <a:lnTo>
                  <a:pt x="198132" y="763524"/>
                </a:lnTo>
                <a:lnTo>
                  <a:pt x="201180" y="769620"/>
                </a:lnTo>
                <a:lnTo>
                  <a:pt x="202704" y="774192"/>
                </a:lnTo>
                <a:lnTo>
                  <a:pt x="202704" y="780288"/>
                </a:lnTo>
                <a:lnTo>
                  <a:pt x="207276" y="780288"/>
                </a:lnTo>
                <a:lnTo>
                  <a:pt x="207276" y="716280"/>
                </a:lnTo>
                <a:lnTo>
                  <a:pt x="202704" y="716280"/>
                </a:lnTo>
                <a:lnTo>
                  <a:pt x="202704" y="722376"/>
                </a:lnTo>
                <a:lnTo>
                  <a:pt x="201180" y="726948"/>
                </a:lnTo>
                <a:lnTo>
                  <a:pt x="199656" y="729996"/>
                </a:lnTo>
                <a:lnTo>
                  <a:pt x="198132" y="731520"/>
                </a:lnTo>
                <a:lnTo>
                  <a:pt x="196608" y="734568"/>
                </a:lnTo>
                <a:lnTo>
                  <a:pt x="193560" y="734568"/>
                </a:lnTo>
                <a:lnTo>
                  <a:pt x="192036" y="736092"/>
                </a:lnTo>
                <a:lnTo>
                  <a:pt x="105168" y="736092"/>
                </a:lnTo>
                <a:lnTo>
                  <a:pt x="99072" y="728472"/>
                </a:lnTo>
                <a:lnTo>
                  <a:pt x="94500" y="722376"/>
                </a:lnTo>
                <a:lnTo>
                  <a:pt x="88404" y="713232"/>
                </a:lnTo>
                <a:lnTo>
                  <a:pt x="88404" y="694944"/>
                </a:lnTo>
                <a:lnTo>
                  <a:pt x="91452" y="688848"/>
                </a:lnTo>
                <a:lnTo>
                  <a:pt x="97548" y="685800"/>
                </a:lnTo>
                <a:lnTo>
                  <a:pt x="100596" y="682752"/>
                </a:lnTo>
                <a:lnTo>
                  <a:pt x="108216" y="681228"/>
                </a:lnTo>
                <a:lnTo>
                  <a:pt x="190512" y="681228"/>
                </a:lnTo>
                <a:lnTo>
                  <a:pt x="196608" y="684276"/>
                </a:lnTo>
                <a:lnTo>
                  <a:pt x="201180" y="688848"/>
                </a:lnTo>
                <a:lnTo>
                  <a:pt x="202704" y="693420"/>
                </a:lnTo>
                <a:lnTo>
                  <a:pt x="202704" y="701040"/>
                </a:lnTo>
                <a:lnTo>
                  <a:pt x="207276" y="701040"/>
                </a:lnTo>
                <a:lnTo>
                  <a:pt x="207276" y="637032"/>
                </a:lnTo>
                <a:close/>
              </a:path>
              <a:path extrusionOk="0" h="862964" w="210820">
                <a:moveTo>
                  <a:pt x="207276" y="338328"/>
                </a:moveTo>
                <a:lnTo>
                  <a:pt x="202704" y="338328"/>
                </a:lnTo>
                <a:lnTo>
                  <a:pt x="202704" y="344424"/>
                </a:lnTo>
                <a:lnTo>
                  <a:pt x="201180" y="348996"/>
                </a:lnTo>
                <a:lnTo>
                  <a:pt x="199656" y="350520"/>
                </a:lnTo>
                <a:lnTo>
                  <a:pt x="198132" y="353568"/>
                </a:lnTo>
                <a:lnTo>
                  <a:pt x="196608" y="355092"/>
                </a:lnTo>
                <a:lnTo>
                  <a:pt x="190512" y="358140"/>
                </a:lnTo>
                <a:lnTo>
                  <a:pt x="118884" y="358140"/>
                </a:lnTo>
                <a:lnTo>
                  <a:pt x="110540" y="358406"/>
                </a:lnTo>
                <a:lnTo>
                  <a:pt x="74688" y="373380"/>
                </a:lnTo>
                <a:lnTo>
                  <a:pt x="70116" y="385572"/>
                </a:lnTo>
                <a:lnTo>
                  <a:pt x="70116" y="393192"/>
                </a:lnTo>
                <a:lnTo>
                  <a:pt x="71831" y="404622"/>
                </a:lnTo>
                <a:lnTo>
                  <a:pt x="76974" y="416052"/>
                </a:lnTo>
                <a:lnTo>
                  <a:pt x="85547" y="427482"/>
                </a:lnTo>
                <a:lnTo>
                  <a:pt x="97548" y="438912"/>
                </a:lnTo>
                <a:lnTo>
                  <a:pt x="70116" y="438912"/>
                </a:lnTo>
                <a:lnTo>
                  <a:pt x="70116" y="445008"/>
                </a:lnTo>
                <a:lnTo>
                  <a:pt x="86880" y="486156"/>
                </a:lnTo>
                <a:lnTo>
                  <a:pt x="91452" y="483108"/>
                </a:lnTo>
                <a:lnTo>
                  <a:pt x="88404" y="477012"/>
                </a:lnTo>
                <a:lnTo>
                  <a:pt x="88404" y="469392"/>
                </a:lnTo>
                <a:lnTo>
                  <a:pt x="91452" y="466344"/>
                </a:lnTo>
                <a:lnTo>
                  <a:pt x="94500" y="464820"/>
                </a:lnTo>
                <a:lnTo>
                  <a:pt x="97548" y="464820"/>
                </a:lnTo>
                <a:lnTo>
                  <a:pt x="100990" y="463943"/>
                </a:lnTo>
                <a:lnTo>
                  <a:pt x="106883" y="463486"/>
                </a:lnTo>
                <a:lnTo>
                  <a:pt x="126504" y="463296"/>
                </a:lnTo>
                <a:lnTo>
                  <a:pt x="185940" y="463296"/>
                </a:lnTo>
                <a:lnTo>
                  <a:pt x="193560" y="464820"/>
                </a:lnTo>
                <a:lnTo>
                  <a:pt x="196608" y="466344"/>
                </a:lnTo>
                <a:lnTo>
                  <a:pt x="199656" y="469392"/>
                </a:lnTo>
                <a:lnTo>
                  <a:pt x="202704" y="473964"/>
                </a:lnTo>
                <a:lnTo>
                  <a:pt x="202704" y="483108"/>
                </a:lnTo>
                <a:lnTo>
                  <a:pt x="207276" y="483108"/>
                </a:lnTo>
                <a:lnTo>
                  <a:pt x="207276" y="419100"/>
                </a:lnTo>
                <a:lnTo>
                  <a:pt x="202704" y="419100"/>
                </a:lnTo>
                <a:lnTo>
                  <a:pt x="202704" y="425196"/>
                </a:lnTo>
                <a:lnTo>
                  <a:pt x="201180" y="429768"/>
                </a:lnTo>
                <a:lnTo>
                  <a:pt x="199656" y="432816"/>
                </a:lnTo>
                <a:lnTo>
                  <a:pt x="196608" y="435864"/>
                </a:lnTo>
                <a:lnTo>
                  <a:pt x="190512" y="438912"/>
                </a:lnTo>
                <a:lnTo>
                  <a:pt x="106692" y="438912"/>
                </a:lnTo>
                <a:lnTo>
                  <a:pt x="98691" y="430009"/>
                </a:lnTo>
                <a:lnTo>
                  <a:pt x="92976" y="421386"/>
                </a:lnTo>
                <a:lnTo>
                  <a:pt x="89547" y="412775"/>
                </a:lnTo>
                <a:lnTo>
                  <a:pt x="88404" y="403860"/>
                </a:lnTo>
                <a:lnTo>
                  <a:pt x="88404" y="396240"/>
                </a:lnTo>
                <a:lnTo>
                  <a:pt x="121932" y="382524"/>
                </a:lnTo>
                <a:lnTo>
                  <a:pt x="190512" y="382524"/>
                </a:lnTo>
                <a:lnTo>
                  <a:pt x="199656" y="387096"/>
                </a:lnTo>
                <a:lnTo>
                  <a:pt x="201180" y="390144"/>
                </a:lnTo>
                <a:lnTo>
                  <a:pt x="202704" y="394716"/>
                </a:lnTo>
                <a:lnTo>
                  <a:pt x="202704" y="402336"/>
                </a:lnTo>
                <a:lnTo>
                  <a:pt x="207276" y="402336"/>
                </a:lnTo>
                <a:lnTo>
                  <a:pt x="207276" y="338328"/>
                </a:lnTo>
                <a:close/>
              </a:path>
              <a:path extrusionOk="0" h="862964" w="210820">
                <a:moveTo>
                  <a:pt x="210324" y="560832"/>
                </a:moveTo>
                <a:lnTo>
                  <a:pt x="209511" y="551954"/>
                </a:lnTo>
                <a:lnTo>
                  <a:pt x="207276" y="543496"/>
                </a:lnTo>
                <a:lnTo>
                  <a:pt x="203885" y="535330"/>
                </a:lnTo>
                <a:lnTo>
                  <a:pt x="201180" y="530199"/>
                </a:lnTo>
                <a:lnTo>
                  <a:pt x="201180" y="554736"/>
                </a:lnTo>
                <a:lnTo>
                  <a:pt x="199771" y="563575"/>
                </a:lnTo>
                <a:lnTo>
                  <a:pt x="168122" y="590105"/>
                </a:lnTo>
                <a:lnTo>
                  <a:pt x="156184" y="593318"/>
                </a:lnTo>
                <a:lnTo>
                  <a:pt x="156489" y="593318"/>
                </a:lnTo>
                <a:lnTo>
                  <a:pt x="142976" y="595299"/>
                </a:lnTo>
                <a:lnTo>
                  <a:pt x="129552" y="595884"/>
                </a:lnTo>
                <a:lnTo>
                  <a:pt x="120713" y="595604"/>
                </a:lnTo>
                <a:lnTo>
                  <a:pt x="80784" y="574548"/>
                </a:lnTo>
                <a:lnTo>
                  <a:pt x="79260" y="568452"/>
                </a:lnTo>
                <a:lnTo>
                  <a:pt x="79286" y="563575"/>
                </a:lnTo>
                <a:lnTo>
                  <a:pt x="104114" y="531736"/>
                </a:lnTo>
                <a:lnTo>
                  <a:pt x="147840" y="522732"/>
                </a:lnTo>
                <a:lnTo>
                  <a:pt x="161556" y="523303"/>
                </a:lnTo>
                <a:lnTo>
                  <a:pt x="197942" y="542163"/>
                </a:lnTo>
                <a:lnTo>
                  <a:pt x="201180" y="554736"/>
                </a:lnTo>
                <a:lnTo>
                  <a:pt x="201180" y="530199"/>
                </a:lnTo>
                <a:lnTo>
                  <a:pt x="172224" y="504444"/>
                </a:lnTo>
                <a:lnTo>
                  <a:pt x="137172" y="495300"/>
                </a:lnTo>
                <a:lnTo>
                  <a:pt x="124879" y="496404"/>
                </a:lnTo>
                <a:lnTo>
                  <a:pt x="82321" y="520522"/>
                </a:lnTo>
                <a:lnTo>
                  <a:pt x="82207" y="520738"/>
                </a:lnTo>
                <a:lnTo>
                  <a:pt x="75641" y="532066"/>
                </a:lnTo>
                <a:lnTo>
                  <a:pt x="71513" y="545045"/>
                </a:lnTo>
                <a:lnTo>
                  <a:pt x="70116" y="559308"/>
                </a:lnTo>
                <a:lnTo>
                  <a:pt x="70180" y="560832"/>
                </a:lnTo>
                <a:lnTo>
                  <a:pt x="70281" y="563575"/>
                </a:lnTo>
                <a:lnTo>
                  <a:pt x="70307" y="563880"/>
                </a:lnTo>
                <a:lnTo>
                  <a:pt x="70446" y="567309"/>
                </a:lnTo>
                <a:lnTo>
                  <a:pt x="71640" y="575310"/>
                </a:lnTo>
                <a:lnTo>
                  <a:pt x="96596" y="609320"/>
                </a:lnTo>
                <a:lnTo>
                  <a:pt x="140220" y="623316"/>
                </a:lnTo>
                <a:lnTo>
                  <a:pt x="152501" y="622439"/>
                </a:lnTo>
                <a:lnTo>
                  <a:pt x="196176" y="598982"/>
                </a:lnTo>
                <a:lnTo>
                  <a:pt x="198310" y="595884"/>
                </a:lnTo>
                <a:lnTo>
                  <a:pt x="203847" y="587883"/>
                </a:lnTo>
                <a:lnTo>
                  <a:pt x="208648" y="575081"/>
                </a:lnTo>
                <a:lnTo>
                  <a:pt x="208711" y="574548"/>
                </a:lnTo>
                <a:lnTo>
                  <a:pt x="210324" y="560832"/>
                </a:lnTo>
                <a:close/>
              </a:path>
              <a:path extrusionOk="0" h="862964" w="210820">
                <a:moveTo>
                  <a:pt x="210324" y="281940"/>
                </a:moveTo>
                <a:lnTo>
                  <a:pt x="207276" y="275844"/>
                </a:lnTo>
                <a:lnTo>
                  <a:pt x="198132" y="263652"/>
                </a:lnTo>
                <a:lnTo>
                  <a:pt x="190512" y="259080"/>
                </a:lnTo>
                <a:lnTo>
                  <a:pt x="181368" y="256032"/>
                </a:lnTo>
                <a:lnTo>
                  <a:pt x="181368" y="262128"/>
                </a:lnTo>
                <a:lnTo>
                  <a:pt x="187464" y="265176"/>
                </a:lnTo>
                <a:lnTo>
                  <a:pt x="192036" y="274320"/>
                </a:lnTo>
                <a:lnTo>
                  <a:pt x="192036" y="281940"/>
                </a:lnTo>
                <a:lnTo>
                  <a:pt x="190512" y="284988"/>
                </a:lnTo>
                <a:lnTo>
                  <a:pt x="187464" y="286512"/>
                </a:lnTo>
                <a:lnTo>
                  <a:pt x="184416" y="289560"/>
                </a:lnTo>
                <a:lnTo>
                  <a:pt x="178320" y="291084"/>
                </a:lnTo>
                <a:lnTo>
                  <a:pt x="82308" y="291084"/>
                </a:lnTo>
                <a:lnTo>
                  <a:pt x="82308" y="259080"/>
                </a:lnTo>
                <a:lnTo>
                  <a:pt x="73164" y="259080"/>
                </a:lnTo>
                <a:lnTo>
                  <a:pt x="73164" y="291084"/>
                </a:lnTo>
                <a:lnTo>
                  <a:pt x="28968" y="291084"/>
                </a:lnTo>
                <a:lnTo>
                  <a:pt x="28968" y="294132"/>
                </a:lnTo>
                <a:lnTo>
                  <a:pt x="44208" y="301752"/>
                </a:lnTo>
                <a:lnTo>
                  <a:pt x="48780" y="303276"/>
                </a:lnTo>
                <a:lnTo>
                  <a:pt x="56400" y="309372"/>
                </a:lnTo>
                <a:lnTo>
                  <a:pt x="67068" y="320040"/>
                </a:lnTo>
                <a:lnTo>
                  <a:pt x="71640" y="326136"/>
                </a:lnTo>
                <a:lnTo>
                  <a:pt x="77736" y="338328"/>
                </a:lnTo>
                <a:lnTo>
                  <a:pt x="82308" y="338328"/>
                </a:lnTo>
                <a:lnTo>
                  <a:pt x="82308" y="315468"/>
                </a:lnTo>
                <a:lnTo>
                  <a:pt x="182892" y="315468"/>
                </a:lnTo>
                <a:lnTo>
                  <a:pt x="190512" y="313944"/>
                </a:lnTo>
                <a:lnTo>
                  <a:pt x="195084" y="312420"/>
                </a:lnTo>
                <a:lnTo>
                  <a:pt x="199656" y="309372"/>
                </a:lnTo>
                <a:lnTo>
                  <a:pt x="202704" y="306324"/>
                </a:lnTo>
                <a:lnTo>
                  <a:pt x="205752" y="301752"/>
                </a:lnTo>
                <a:lnTo>
                  <a:pt x="208800" y="298704"/>
                </a:lnTo>
                <a:lnTo>
                  <a:pt x="210324" y="294132"/>
                </a:lnTo>
                <a:lnTo>
                  <a:pt x="210324" y="281940"/>
                </a:lnTo>
                <a:close/>
              </a:path>
              <a:path extrusionOk="0" h="862964" w="210820">
                <a:moveTo>
                  <a:pt x="210324" y="45720"/>
                </a:moveTo>
                <a:lnTo>
                  <a:pt x="192100" y="7721"/>
                </a:lnTo>
                <a:lnTo>
                  <a:pt x="169176" y="0"/>
                </a:lnTo>
                <a:lnTo>
                  <a:pt x="158292" y="1739"/>
                </a:lnTo>
                <a:lnTo>
                  <a:pt x="148412" y="7048"/>
                </a:lnTo>
                <a:lnTo>
                  <a:pt x="139382" y="16078"/>
                </a:lnTo>
                <a:lnTo>
                  <a:pt x="131076" y="28956"/>
                </a:lnTo>
                <a:lnTo>
                  <a:pt x="117360" y="60960"/>
                </a:lnTo>
                <a:lnTo>
                  <a:pt x="109740" y="68580"/>
                </a:lnTo>
                <a:lnTo>
                  <a:pt x="105168" y="71628"/>
                </a:lnTo>
                <a:lnTo>
                  <a:pt x="100596" y="73152"/>
                </a:lnTo>
                <a:lnTo>
                  <a:pt x="91452" y="73152"/>
                </a:lnTo>
                <a:lnTo>
                  <a:pt x="86880" y="71628"/>
                </a:lnTo>
                <a:lnTo>
                  <a:pt x="80784" y="62484"/>
                </a:lnTo>
                <a:lnTo>
                  <a:pt x="79260" y="57912"/>
                </a:lnTo>
                <a:lnTo>
                  <a:pt x="79260" y="42672"/>
                </a:lnTo>
                <a:lnTo>
                  <a:pt x="115836" y="15240"/>
                </a:lnTo>
                <a:lnTo>
                  <a:pt x="115836" y="10668"/>
                </a:lnTo>
                <a:lnTo>
                  <a:pt x="70116" y="10668"/>
                </a:lnTo>
                <a:lnTo>
                  <a:pt x="70116" y="15240"/>
                </a:lnTo>
                <a:lnTo>
                  <a:pt x="71640" y="16764"/>
                </a:lnTo>
                <a:lnTo>
                  <a:pt x="73164" y="16764"/>
                </a:lnTo>
                <a:lnTo>
                  <a:pt x="74688" y="18288"/>
                </a:lnTo>
                <a:lnTo>
                  <a:pt x="74688" y="19812"/>
                </a:lnTo>
                <a:lnTo>
                  <a:pt x="76212" y="19812"/>
                </a:lnTo>
                <a:lnTo>
                  <a:pt x="76212" y="22860"/>
                </a:lnTo>
                <a:lnTo>
                  <a:pt x="73164" y="32004"/>
                </a:lnTo>
                <a:lnTo>
                  <a:pt x="70116" y="39624"/>
                </a:lnTo>
                <a:lnTo>
                  <a:pt x="70116" y="50292"/>
                </a:lnTo>
                <a:lnTo>
                  <a:pt x="85902" y="85013"/>
                </a:lnTo>
                <a:lnTo>
                  <a:pt x="106692" y="91440"/>
                </a:lnTo>
                <a:lnTo>
                  <a:pt x="115836" y="91440"/>
                </a:lnTo>
                <a:lnTo>
                  <a:pt x="146316" y="56388"/>
                </a:lnTo>
                <a:lnTo>
                  <a:pt x="150863" y="46939"/>
                </a:lnTo>
                <a:lnTo>
                  <a:pt x="155270" y="39052"/>
                </a:lnTo>
                <a:lnTo>
                  <a:pt x="159385" y="32600"/>
                </a:lnTo>
                <a:lnTo>
                  <a:pt x="163080" y="27432"/>
                </a:lnTo>
                <a:lnTo>
                  <a:pt x="167652" y="22860"/>
                </a:lnTo>
                <a:lnTo>
                  <a:pt x="173748" y="21336"/>
                </a:lnTo>
                <a:lnTo>
                  <a:pt x="185940" y="21336"/>
                </a:lnTo>
                <a:lnTo>
                  <a:pt x="190512" y="22860"/>
                </a:lnTo>
                <a:lnTo>
                  <a:pt x="195084" y="27432"/>
                </a:lnTo>
                <a:lnTo>
                  <a:pt x="198132" y="32004"/>
                </a:lnTo>
                <a:lnTo>
                  <a:pt x="201180" y="38100"/>
                </a:lnTo>
                <a:lnTo>
                  <a:pt x="201180" y="44196"/>
                </a:lnTo>
                <a:lnTo>
                  <a:pt x="178320" y="80772"/>
                </a:lnTo>
                <a:lnTo>
                  <a:pt x="161556" y="86868"/>
                </a:lnTo>
                <a:lnTo>
                  <a:pt x="161556" y="91440"/>
                </a:lnTo>
                <a:lnTo>
                  <a:pt x="208800" y="91440"/>
                </a:lnTo>
                <a:lnTo>
                  <a:pt x="210324" y="86868"/>
                </a:lnTo>
                <a:lnTo>
                  <a:pt x="205752" y="85344"/>
                </a:lnTo>
                <a:lnTo>
                  <a:pt x="204228" y="83820"/>
                </a:lnTo>
                <a:lnTo>
                  <a:pt x="204228" y="76200"/>
                </a:lnTo>
                <a:lnTo>
                  <a:pt x="205752" y="73152"/>
                </a:lnTo>
                <a:lnTo>
                  <a:pt x="207746" y="65443"/>
                </a:lnTo>
                <a:lnTo>
                  <a:pt x="209181" y="58293"/>
                </a:lnTo>
                <a:lnTo>
                  <a:pt x="210032" y="51727"/>
                </a:lnTo>
                <a:lnTo>
                  <a:pt x="210324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1" name="Google Shape;5111;p81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5112" name="Google Shape;5112;p81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13" name="Google Shape;5113;p81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114" name="Google Shape;5114;p81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115" name="Google Shape;5115;p81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116" name="Google Shape;5116;p81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6656832" y="1824227"/>
            <a:ext cx="115824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20" name="Shape 5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1" name="Google Shape;5121;p82"/>
          <p:cNvGrpSpPr/>
          <p:nvPr/>
        </p:nvGrpSpPr>
        <p:grpSpPr>
          <a:xfrm>
            <a:off x="1104900" y="5413247"/>
            <a:ext cx="349250" cy="1554608"/>
            <a:chOff x="1104900" y="5413247"/>
            <a:chExt cx="349250" cy="1554608"/>
          </a:xfrm>
        </p:grpSpPr>
        <p:sp>
          <p:nvSpPr>
            <p:cNvPr id="5122" name="Google Shape;5122;p82"/>
            <p:cNvSpPr/>
            <p:nvPr/>
          </p:nvSpPr>
          <p:spPr>
            <a:xfrm>
              <a:off x="1120139" y="6545580"/>
              <a:ext cx="327660" cy="422275"/>
            </a:xfrm>
            <a:custGeom>
              <a:rect b="b" l="l" r="r" t="t"/>
              <a:pathLst>
                <a:path extrusionOk="0" h="422275" w="327659">
                  <a:moveTo>
                    <a:pt x="327660" y="422148"/>
                  </a:moveTo>
                  <a:lnTo>
                    <a:pt x="320040" y="422148"/>
                  </a:lnTo>
                  <a:lnTo>
                    <a:pt x="320040" y="409956"/>
                  </a:lnTo>
                  <a:lnTo>
                    <a:pt x="319420" y="400502"/>
                  </a:lnTo>
                  <a:lnTo>
                    <a:pt x="283202" y="375213"/>
                  </a:lnTo>
                  <a:lnTo>
                    <a:pt x="269748" y="374904"/>
                  </a:lnTo>
                  <a:lnTo>
                    <a:pt x="57912" y="374904"/>
                  </a:lnTo>
                  <a:lnTo>
                    <a:pt x="16764" y="387096"/>
                  </a:lnTo>
                  <a:lnTo>
                    <a:pt x="7620" y="422148"/>
                  </a:lnTo>
                  <a:lnTo>
                    <a:pt x="0" y="422148"/>
                  </a:lnTo>
                  <a:lnTo>
                    <a:pt x="0" y="327660"/>
                  </a:lnTo>
                  <a:lnTo>
                    <a:pt x="256032" y="210312"/>
                  </a:lnTo>
                  <a:lnTo>
                    <a:pt x="0" y="92964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2192"/>
                  </a:lnTo>
                  <a:lnTo>
                    <a:pt x="8477" y="21883"/>
                  </a:lnTo>
                  <a:lnTo>
                    <a:pt x="45339" y="46958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9372" y="41148"/>
                  </a:lnTo>
                  <a:lnTo>
                    <a:pt x="320040" y="12192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8"/>
                  </a:lnTo>
                  <a:lnTo>
                    <a:pt x="320040" y="140208"/>
                  </a:lnTo>
                  <a:lnTo>
                    <a:pt x="320040" y="128016"/>
                  </a:lnTo>
                  <a:lnTo>
                    <a:pt x="319420" y="118348"/>
                  </a:lnTo>
                  <a:lnTo>
                    <a:pt x="283202" y="93273"/>
                  </a:lnTo>
                  <a:lnTo>
                    <a:pt x="269748" y="92964"/>
                  </a:lnTo>
                  <a:lnTo>
                    <a:pt x="53340" y="92964"/>
                  </a:lnTo>
                  <a:lnTo>
                    <a:pt x="327660" y="219456"/>
                  </a:lnTo>
                  <a:lnTo>
                    <a:pt x="327660" y="227076"/>
                  </a:lnTo>
                  <a:lnTo>
                    <a:pt x="53340" y="353568"/>
                  </a:lnTo>
                  <a:lnTo>
                    <a:pt x="269748" y="353568"/>
                  </a:lnTo>
                  <a:lnTo>
                    <a:pt x="309372" y="347472"/>
                  </a:lnTo>
                  <a:lnTo>
                    <a:pt x="320040" y="306324"/>
                  </a:lnTo>
                  <a:lnTo>
                    <a:pt x="327660" y="306324"/>
                  </a:lnTo>
                  <a:lnTo>
                    <a:pt x="327660" y="4221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23" name="Google Shape;5123;p8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220723" y="6306311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24" name="Google Shape;5124;p82"/>
            <p:cNvSpPr/>
            <p:nvPr/>
          </p:nvSpPr>
          <p:spPr>
            <a:xfrm>
              <a:off x="1104900" y="6044184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56031" y="35052"/>
                  </a:lnTo>
                  <a:lnTo>
                    <a:pt x="273486" y="34813"/>
                  </a:lnTo>
                  <a:lnTo>
                    <a:pt x="287083" y="34290"/>
                  </a:lnTo>
                  <a:lnTo>
                    <a:pt x="296965" y="33766"/>
                  </a:lnTo>
                  <a:lnTo>
                    <a:pt x="303275" y="33528"/>
                  </a:lnTo>
                  <a:lnTo>
                    <a:pt x="309371" y="32004"/>
                  </a:lnTo>
                  <a:lnTo>
                    <a:pt x="312419" y="30480"/>
                  </a:lnTo>
                  <a:lnTo>
                    <a:pt x="315467" y="27432"/>
                  </a:lnTo>
                  <a:lnTo>
                    <a:pt x="316991" y="24384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8268" y="74676"/>
                  </a:lnTo>
                  <a:lnTo>
                    <a:pt x="63245" y="74866"/>
                  </a:lnTo>
                  <a:lnTo>
                    <a:pt x="55575" y="75223"/>
                  </a:lnTo>
                  <a:lnTo>
                    <a:pt x="54210" y="75223"/>
                  </a:lnTo>
                  <a:lnTo>
                    <a:pt x="47243" y="76200"/>
                  </a:lnTo>
                  <a:lnTo>
                    <a:pt x="41147" y="77724"/>
                  </a:lnTo>
                  <a:lnTo>
                    <a:pt x="36790" y="79176"/>
                  </a:lnTo>
                  <a:lnTo>
                    <a:pt x="36611" y="79176"/>
                  </a:lnTo>
                  <a:lnTo>
                    <a:pt x="35052" y="82296"/>
                  </a:lnTo>
                  <a:lnTo>
                    <a:pt x="33528" y="83820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0789"/>
                  </a:lnTo>
                  <a:lnTo>
                    <a:pt x="155447" y="198120"/>
                  </a:lnTo>
                  <a:lnTo>
                    <a:pt x="125920" y="164592"/>
                  </a:lnTo>
                  <a:lnTo>
                    <a:pt x="115823" y="121920"/>
                  </a:lnTo>
                  <a:lnTo>
                    <a:pt x="117082" y="109728"/>
                  </a:lnTo>
                  <a:lnTo>
                    <a:pt x="117205" y="108537"/>
                  </a:lnTo>
                  <a:lnTo>
                    <a:pt x="121157" y="96012"/>
                  </a:lnTo>
                  <a:lnTo>
                    <a:pt x="127396" y="84629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5223"/>
                  </a:lnTo>
                  <a:lnTo>
                    <a:pt x="173164" y="76771"/>
                  </a:lnTo>
                  <a:lnTo>
                    <a:pt x="138683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50876" y="163068"/>
                  </a:lnTo>
                  <a:lnTo>
                    <a:pt x="201453" y="182999"/>
                  </a:lnTo>
                  <a:lnTo>
                    <a:pt x="224027" y="184404"/>
                  </a:lnTo>
                  <a:lnTo>
                    <a:pt x="334945" y="184404"/>
                  </a:lnTo>
                  <a:lnTo>
                    <a:pt x="332922" y="187761"/>
                  </a:lnTo>
                  <a:lnTo>
                    <a:pt x="320040" y="201168"/>
                  </a:lnTo>
                  <a:lnTo>
                    <a:pt x="303395" y="213169"/>
                  </a:lnTo>
                  <a:lnTo>
                    <a:pt x="285178" y="221742"/>
                  </a:lnTo>
                  <a:lnTo>
                    <a:pt x="264961" y="226885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4945" y="184404"/>
                  </a:moveTo>
                  <a:lnTo>
                    <a:pt x="224027" y="184404"/>
                  </a:lnTo>
                  <a:lnTo>
                    <a:pt x="246602" y="182999"/>
                  </a:lnTo>
                  <a:lnTo>
                    <a:pt x="266318" y="178879"/>
                  </a:lnTo>
                  <a:lnTo>
                    <a:pt x="308943" y="152471"/>
                  </a:lnTo>
                  <a:lnTo>
                    <a:pt x="323088" y="115824"/>
                  </a:lnTo>
                  <a:lnTo>
                    <a:pt x="321683" y="105537"/>
                  </a:lnTo>
                  <a:lnTo>
                    <a:pt x="317563" y="95250"/>
                  </a:lnTo>
                  <a:lnTo>
                    <a:pt x="310872" y="84963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5156"/>
                  </a:lnTo>
                  <a:lnTo>
                    <a:pt x="348996" y="138684"/>
                  </a:lnTo>
                  <a:lnTo>
                    <a:pt x="347257" y="156376"/>
                  </a:lnTo>
                  <a:lnTo>
                    <a:pt x="341947" y="172783"/>
                  </a:lnTo>
                  <a:lnTo>
                    <a:pt x="334945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25" name="Google Shape;5125;p82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220724" y="5838444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26" name="Google Shape;5126;p82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220724" y="5413247"/>
              <a:ext cx="227075" cy="40233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127" name="Google Shape;5127;p82"/>
          <p:cNvSpPr/>
          <p:nvPr/>
        </p:nvSpPr>
        <p:spPr>
          <a:xfrm>
            <a:off x="1112520" y="4806696"/>
            <a:ext cx="342900" cy="467995"/>
          </a:xfrm>
          <a:custGeom>
            <a:rect b="b" l="l" r="r" t="t"/>
            <a:pathLst>
              <a:path extrusionOk="0" h="467995" w="342900">
                <a:moveTo>
                  <a:pt x="335267" y="327660"/>
                </a:moveTo>
                <a:lnTo>
                  <a:pt x="327647" y="327660"/>
                </a:lnTo>
                <a:lnTo>
                  <a:pt x="327647" y="339852"/>
                </a:lnTo>
                <a:lnTo>
                  <a:pt x="327647" y="347472"/>
                </a:lnTo>
                <a:lnTo>
                  <a:pt x="299453" y="374523"/>
                </a:lnTo>
                <a:lnTo>
                  <a:pt x="65519" y="374904"/>
                </a:lnTo>
                <a:lnTo>
                  <a:pt x="52070" y="374599"/>
                </a:lnTo>
                <a:lnTo>
                  <a:pt x="16065" y="349313"/>
                </a:lnTo>
                <a:lnTo>
                  <a:pt x="15227" y="339852"/>
                </a:lnTo>
                <a:lnTo>
                  <a:pt x="15227" y="327660"/>
                </a:lnTo>
                <a:lnTo>
                  <a:pt x="7607" y="327660"/>
                </a:lnTo>
                <a:lnTo>
                  <a:pt x="7607" y="467868"/>
                </a:lnTo>
                <a:lnTo>
                  <a:pt x="15227" y="467868"/>
                </a:lnTo>
                <a:lnTo>
                  <a:pt x="15227" y="449580"/>
                </a:lnTo>
                <a:lnTo>
                  <a:pt x="21323" y="434340"/>
                </a:lnTo>
                <a:lnTo>
                  <a:pt x="65519" y="420624"/>
                </a:lnTo>
                <a:lnTo>
                  <a:pt x="277355" y="420624"/>
                </a:lnTo>
                <a:lnTo>
                  <a:pt x="315455" y="426720"/>
                </a:lnTo>
                <a:lnTo>
                  <a:pt x="327647" y="457200"/>
                </a:lnTo>
                <a:lnTo>
                  <a:pt x="327647" y="467868"/>
                </a:lnTo>
                <a:lnTo>
                  <a:pt x="335267" y="467868"/>
                </a:lnTo>
                <a:lnTo>
                  <a:pt x="335267" y="327660"/>
                </a:lnTo>
                <a:close/>
              </a:path>
              <a:path extrusionOk="0" h="467995" w="342900">
                <a:moveTo>
                  <a:pt x="342900" y="135636"/>
                </a:moveTo>
                <a:lnTo>
                  <a:pt x="338137" y="93345"/>
                </a:lnTo>
                <a:lnTo>
                  <a:pt x="323088" y="57912"/>
                </a:lnTo>
                <a:lnTo>
                  <a:pt x="296608" y="26670"/>
                </a:lnTo>
                <a:lnTo>
                  <a:pt x="257556" y="0"/>
                </a:lnTo>
                <a:lnTo>
                  <a:pt x="254508" y="7620"/>
                </a:lnTo>
                <a:lnTo>
                  <a:pt x="273367" y="22174"/>
                </a:lnTo>
                <a:lnTo>
                  <a:pt x="288798" y="36004"/>
                </a:lnTo>
                <a:lnTo>
                  <a:pt x="314490" y="73850"/>
                </a:lnTo>
                <a:lnTo>
                  <a:pt x="321564" y="117348"/>
                </a:lnTo>
                <a:lnTo>
                  <a:pt x="320649" y="135089"/>
                </a:lnTo>
                <a:lnTo>
                  <a:pt x="304800" y="182880"/>
                </a:lnTo>
                <a:lnTo>
                  <a:pt x="269646" y="217601"/>
                </a:lnTo>
                <a:lnTo>
                  <a:pt x="219075" y="235839"/>
                </a:lnTo>
                <a:lnTo>
                  <a:pt x="176784" y="239268"/>
                </a:lnTo>
                <a:lnTo>
                  <a:pt x="151371" y="238391"/>
                </a:lnTo>
                <a:lnTo>
                  <a:pt x="106273" y="230911"/>
                </a:lnTo>
                <a:lnTo>
                  <a:pt x="69951" y="216319"/>
                </a:lnTo>
                <a:lnTo>
                  <a:pt x="33528" y="182880"/>
                </a:lnTo>
                <a:lnTo>
                  <a:pt x="17881" y="140665"/>
                </a:lnTo>
                <a:lnTo>
                  <a:pt x="16764" y="124968"/>
                </a:lnTo>
                <a:lnTo>
                  <a:pt x="18186" y="106375"/>
                </a:lnTo>
                <a:lnTo>
                  <a:pt x="39624" y="59436"/>
                </a:lnTo>
                <a:lnTo>
                  <a:pt x="69342" y="35242"/>
                </a:lnTo>
                <a:lnTo>
                  <a:pt x="112776" y="16764"/>
                </a:lnTo>
                <a:lnTo>
                  <a:pt x="112776" y="9144"/>
                </a:lnTo>
                <a:lnTo>
                  <a:pt x="0" y="16764"/>
                </a:lnTo>
                <a:lnTo>
                  <a:pt x="0" y="24384"/>
                </a:lnTo>
                <a:lnTo>
                  <a:pt x="9144" y="25908"/>
                </a:lnTo>
                <a:lnTo>
                  <a:pt x="15240" y="28956"/>
                </a:lnTo>
                <a:lnTo>
                  <a:pt x="18288" y="33528"/>
                </a:lnTo>
                <a:lnTo>
                  <a:pt x="21336" y="36576"/>
                </a:lnTo>
                <a:lnTo>
                  <a:pt x="22860" y="41148"/>
                </a:lnTo>
                <a:lnTo>
                  <a:pt x="22860" y="47244"/>
                </a:lnTo>
                <a:lnTo>
                  <a:pt x="21336" y="51816"/>
                </a:lnTo>
                <a:lnTo>
                  <a:pt x="18288" y="59436"/>
                </a:lnTo>
                <a:lnTo>
                  <a:pt x="10287" y="76606"/>
                </a:lnTo>
                <a:lnTo>
                  <a:pt x="4572" y="93916"/>
                </a:lnTo>
                <a:lnTo>
                  <a:pt x="1143" y="111518"/>
                </a:lnTo>
                <a:lnTo>
                  <a:pt x="0" y="129540"/>
                </a:lnTo>
                <a:lnTo>
                  <a:pt x="1422" y="151193"/>
                </a:lnTo>
                <a:lnTo>
                  <a:pt x="12852" y="192773"/>
                </a:lnTo>
                <a:lnTo>
                  <a:pt x="35433" y="230149"/>
                </a:lnTo>
                <a:lnTo>
                  <a:pt x="67437" y="260489"/>
                </a:lnTo>
                <a:lnTo>
                  <a:pt x="107988" y="281927"/>
                </a:lnTo>
                <a:lnTo>
                  <a:pt x="153085" y="292735"/>
                </a:lnTo>
                <a:lnTo>
                  <a:pt x="176784" y="294132"/>
                </a:lnTo>
                <a:lnTo>
                  <a:pt x="206514" y="292112"/>
                </a:lnTo>
                <a:lnTo>
                  <a:pt x="259715" y="275488"/>
                </a:lnTo>
                <a:lnTo>
                  <a:pt x="309460" y="236372"/>
                </a:lnTo>
                <a:lnTo>
                  <a:pt x="339178" y="173596"/>
                </a:lnTo>
                <a:lnTo>
                  <a:pt x="342900" y="135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8" name="Google Shape;5128;p82"/>
          <p:cNvGrpSpPr/>
          <p:nvPr/>
        </p:nvGrpSpPr>
        <p:grpSpPr>
          <a:xfrm>
            <a:off x="1112519" y="4480559"/>
            <a:ext cx="341377" cy="265176"/>
            <a:chOff x="1112519" y="4480559"/>
            <a:chExt cx="341377" cy="265176"/>
          </a:xfrm>
        </p:grpSpPr>
        <p:pic>
          <p:nvPicPr>
            <p:cNvPr id="5129" name="Google Shape;5129;p82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112519" y="4672583"/>
              <a:ext cx="124968" cy="73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30" name="Google Shape;5130;p8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20724" y="4480559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131" name="Google Shape;5131;p82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673351" y="6585203"/>
            <a:ext cx="3713987" cy="3410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5132" name="Google Shape;5132;p82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813560" y="2630424"/>
            <a:ext cx="4070604" cy="3514343"/>
          </a:xfrm>
          <a:prstGeom prst="rect">
            <a:avLst/>
          </a:prstGeom>
          <a:noFill/>
          <a:ln>
            <a:noFill/>
          </a:ln>
        </p:spPr>
      </p:pic>
      <p:sp>
        <p:nvSpPr>
          <p:cNvPr id="5133" name="Google Shape;5133;p82"/>
          <p:cNvSpPr/>
          <p:nvPr/>
        </p:nvSpPr>
        <p:spPr>
          <a:xfrm>
            <a:off x="5689092" y="8895588"/>
            <a:ext cx="137160" cy="757555"/>
          </a:xfrm>
          <a:custGeom>
            <a:rect b="b" l="l" r="r" t="t"/>
            <a:pathLst>
              <a:path extrusionOk="0" h="757554" w="137160">
                <a:moveTo>
                  <a:pt x="27432" y="728472"/>
                </a:moveTo>
                <a:lnTo>
                  <a:pt x="25908" y="725424"/>
                </a:lnTo>
                <a:lnTo>
                  <a:pt x="21336" y="720852"/>
                </a:lnTo>
                <a:lnTo>
                  <a:pt x="16764" y="719328"/>
                </a:lnTo>
                <a:lnTo>
                  <a:pt x="9144" y="719328"/>
                </a:lnTo>
                <a:lnTo>
                  <a:pt x="6096" y="720852"/>
                </a:lnTo>
                <a:lnTo>
                  <a:pt x="1524" y="725424"/>
                </a:lnTo>
                <a:lnTo>
                  <a:pt x="0" y="728472"/>
                </a:lnTo>
                <a:lnTo>
                  <a:pt x="0" y="736092"/>
                </a:lnTo>
                <a:lnTo>
                  <a:pt x="1524" y="739140"/>
                </a:lnTo>
                <a:lnTo>
                  <a:pt x="4572" y="742188"/>
                </a:lnTo>
                <a:lnTo>
                  <a:pt x="6096" y="745236"/>
                </a:lnTo>
                <a:lnTo>
                  <a:pt x="9144" y="746760"/>
                </a:lnTo>
                <a:lnTo>
                  <a:pt x="16764" y="746760"/>
                </a:lnTo>
                <a:lnTo>
                  <a:pt x="21336" y="745236"/>
                </a:lnTo>
                <a:lnTo>
                  <a:pt x="22860" y="742188"/>
                </a:lnTo>
                <a:lnTo>
                  <a:pt x="25908" y="739140"/>
                </a:lnTo>
                <a:lnTo>
                  <a:pt x="27432" y="736092"/>
                </a:lnTo>
                <a:lnTo>
                  <a:pt x="27432" y="728472"/>
                </a:lnTo>
                <a:close/>
              </a:path>
              <a:path extrusionOk="0" h="757554" w="137160">
                <a:moveTo>
                  <a:pt x="134099" y="390144"/>
                </a:moveTo>
                <a:lnTo>
                  <a:pt x="131051" y="390144"/>
                </a:lnTo>
                <a:lnTo>
                  <a:pt x="131051" y="394716"/>
                </a:lnTo>
                <a:lnTo>
                  <a:pt x="129527" y="397764"/>
                </a:lnTo>
                <a:lnTo>
                  <a:pt x="128003" y="399288"/>
                </a:lnTo>
                <a:lnTo>
                  <a:pt x="124955" y="400812"/>
                </a:lnTo>
                <a:lnTo>
                  <a:pt x="3035" y="400812"/>
                </a:lnTo>
                <a:lnTo>
                  <a:pt x="3035" y="438912"/>
                </a:lnTo>
                <a:lnTo>
                  <a:pt x="6083" y="438912"/>
                </a:lnTo>
                <a:lnTo>
                  <a:pt x="6083" y="435864"/>
                </a:lnTo>
                <a:lnTo>
                  <a:pt x="7607" y="432816"/>
                </a:lnTo>
                <a:lnTo>
                  <a:pt x="10655" y="429768"/>
                </a:lnTo>
                <a:lnTo>
                  <a:pt x="15227" y="428244"/>
                </a:lnTo>
                <a:lnTo>
                  <a:pt x="120383" y="428244"/>
                </a:lnTo>
                <a:lnTo>
                  <a:pt x="124955" y="429768"/>
                </a:lnTo>
                <a:lnTo>
                  <a:pt x="126479" y="431292"/>
                </a:lnTo>
                <a:lnTo>
                  <a:pt x="129527" y="432816"/>
                </a:lnTo>
                <a:lnTo>
                  <a:pt x="131051" y="435864"/>
                </a:lnTo>
                <a:lnTo>
                  <a:pt x="131051" y="438912"/>
                </a:lnTo>
                <a:lnTo>
                  <a:pt x="134099" y="438912"/>
                </a:lnTo>
                <a:lnTo>
                  <a:pt x="134099" y="390144"/>
                </a:lnTo>
                <a:close/>
              </a:path>
              <a:path extrusionOk="0" h="757554" w="137160">
                <a:moveTo>
                  <a:pt x="134112" y="708660"/>
                </a:moveTo>
                <a:lnTo>
                  <a:pt x="131064" y="708660"/>
                </a:lnTo>
                <a:lnTo>
                  <a:pt x="131064" y="713232"/>
                </a:lnTo>
                <a:lnTo>
                  <a:pt x="128016" y="716280"/>
                </a:lnTo>
                <a:lnTo>
                  <a:pt x="124968" y="717804"/>
                </a:lnTo>
                <a:lnTo>
                  <a:pt x="120396" y="719328"/>
                </a:lnTo>
                <a:lnTo>
                  <a:pt x="45720" y="719328"/>
                </a:lnTo>
                <a:lnTo>
                  <a:pt x="45720" y="757428"/>
                </a:lnTo>
                <a:lnTo>
                  <a:pt x="48768" y="757428"/>
                </a:lnTo>
                <a:lnTo>
                  <a:pt x="48768" y="752856"/>
                </a:lnTo>
                <a:lnTo>
                  <a:pt x="50292" y="749808"/>
                </a:lnTo>
                <a:lnTo>
                  <a:pt x="53340" y="746760"/>
                </a:lnTo>
                <a:lnTo>
                  <a:pt x="124968" y="746760"/>
                </a:lnTo>
                <a:lnTo>
                  <a:pt x="126492" y="748284"/>
                </a:lnTo>
                <a:lnTo>
                  <a:pt x="129540" y="749808"/>
                </a:lnTo>
                <a:lnTo>
                  <a:pt x="131064" y="752856"/>
                </a:lnTo>
                <a:lnTo>
                  <a:pt x="131064" y="757428"/>
                </a:lnTo>
                <a:lnTo>
                  <a:pt x="134112" y="757428"/>
                </a:lnTo>
                <a:lnTo>
                  <a:pt x="134112" y="746760"/>
                </a:lnTo>
                <a:lnTo>
                  <a:pt x="134112" y="708660"/>
                </a:lnTo>
                <a:close/>
              </a:path>
              <a:path extrusionOk="0" h="757554" w="137160">
                <a:moveTo>
                  <a:pt x="134112" y="605028"/>
                </a:moveTo>
                <a:lnTo>
                  <a:pt x="131064" y="605028"/>
                </a:lnTo>
                <a:lnTo>
                  <a:pt x="131064" y="608076"/>
                </a:lnTo>
                <a:lnTo>
                  <a:pt x="129540" y="611124"/>
                </a:lnTo>
                <a:lnTo>
                  <a:pt x="128016" y="611124"/>
                </a:lnTo>
                <a:lnTo>
                  <a:pt x="126492" y="612648"/>
                </a:lnTo>
                <a:lnTo>
                  <a:pt x="121920" y="614172"/>
                </a:lnTo>
                <a:lnTo>
                  <a:pt x="64008" y="614172"/>
                </a:lnTo>
                <a:lnTo>
                  <a:pt x="60960" y="615696"/>
                </a:lnTo>
                <a:lnTo>
                  <a:pt x="56388" y="615696"/>
                </a:lnTo>
                <a:lnTo>
                  <a:pt x="51816" y="618744"/>
                </a:lnTo>
                <a:lnTo>
                  <a:pt x="48768" y="623316"/>
                </a:lnTo>
                <a:lnTo>
                  <a:pt x="45720" y="626364"/>
                </a:lnTo>
                <a:lnTo>
                  <a:pt x="44196" y="630936"/>
                </a:lnTo>
                <a:lnTo>
                  <a:pt x="44196" y="641604"/>
                </a:lnTo>
                <a:lnTo>
                  <a:pt x="48768" y="655320"/>
                </a:lnTo>
                <a:lnTo>
                  <a:pt x="57912" y="664464"/>
                </a:lnTo>
                <a:lnTo>
                  <a:pt x="45720" y="664464"/>
                </a:lnTo>
                <a:lnTo>
                  <a:pt x="45720" y="701040"/>
                </a:lnTo>
                <a:lnTo>
                  <a:pt x="48768" y="701040"/>
                </a:lnTo>
                <a:lnTo>
                  <a:pt x="48768" y="696468"/>
                </a:lnTo>
                <a:lnTo>
                  <a:pt x="50292" y="693420"/>
                </a:lnTo>
                <a:lnTo>
                  <a:pt x="51816" y="693420"/>
                </a:lnTo>
                <a:lnTo>
                  <a:pt x="53340" y="691896"/>
                </a:lnTo>
                <a:lnTo>
                  <a:pt x="124968" y="691896"/>
                </a:lnTo>
                <a:lnTo>
                  <a:pt x="126492" y="693420"/>
                </a:lnTo>
                <a:lnTo>
                  <a:pt x="129540" y="694944"/>
                </a:lnTo>
                <a:lnTo>
                  <a:pt x="131064" y="696468"/>
                </a:lnTo>
                <a:lnTo>
                  <a:pt x="131064" y="701040"/>
                </a:lnTo>
                <a:lnTo>
                  <a:pt x="134112" y="701040"/>
                </a:lnTo>
                <a:lnTo>
                  <a:pt x="134112" y="655320"/>
                </a:lnTo>
                <a:lnTo>
                  <a:pt x="131064" y="655320"/>
                </a:lnTo>
                <a:lnTo>
                  <a:pt x="131064" y="658368"/>
                </a:lnTo>
                <a:lnTo>
                  <a:pt x="128016" y="661416"/>
                </a:lnTo>
                <a:lnTo>
                  <a:pt x="124968" y="662940"/>
                </a:lnTo>
                <a:lnTo>
                  <a:pt x="120396" y="664464"/>
                </a:lnTo>
                <a:lnTo>
                  <a:pt x="71628" y="664464"/>
                </a:lnTo>
                <a:lnTo>
                  <a:pt x="62484" y="659892"/>
                </a:lnTo>
                <a:lnTo>
                  <a:pt x="57912" y="653796"/>
                </a:lnTo>
                <a:lnTo>
                  <a:pt x="57912" y="646176"/>
                </a:lnTo>
                <a:lnTo>
                  <a:pt x="60960" y="643128"/>
                </a:lnTo>
                <a:lnTo>
                  <a:pt x="60960" y="641604"/>
                </a:lnTo>
                <a:lnTo>
                  <a:pt x="124968" y="641604"/>
                </a:lnTo>
                <a:lnTo>
                  <a:pt x="126492" y="643128"/>
                </a:lnTo>
                <a:lnTo>
                  <a:pt x="129540" y="644652"/>
                </a:lnTo>
                <a:lnTo>
                  <a:pt x="131064" y="646176"/>
                </a:lnTo>
                <a:lnTo>
                  <a:pt x="131064" y="650748"/>
                </a:lnTo>
                <a:lnTo>
                  <a:pt x="134112" y="650748"/>
                </a:lnTo>
                <a:lnTo>
                  <a:pt x="134112" y="605028"/>
                </a:lnTo>
                <a:close/>
              </a:path>
              <a:path extrusionOk="0" h="757554" w="137160">
                <a:moveTo>
                  <a:pt x="134112" y="309372"/>
                </a:moveTo>
                <a:lnTo>
                  <a:pt x="105156" y="309372"/>
                </a:lnTo>
                <a:lnTo>
                  <a:pt x="105156" y="297180"/>
                </a:lnTo>
                <a:lnTo>
                  <a:pt x="85344" y="297180"/>
                </a:lnTo>
                <a:lnTo>
                  <a:pt x="85344" y="309372"/>
                </a:lnTo>
                <a:lnTo>
                  <a:pt x="85344" y="336804"/>
                </a:lnTo>
                <a:lnTo>
                  <a:pt x="85344" y="376428"/>
                </a:lnTo>
                <a:lnTo>
                  <a:pt x="30480" y="336804"/>
                </a:lnTo>
                <a:lnTo>
                  <a:pt x="85344" y="336804"/>
                </a:lnTo>
                <a:lnTo>
                  <a:pt x="85344" y="309372"/>
                </a:lnTo>
                <a:lnTo>
                  <a:pt x="0" y="309372"/>
                </a:lnTo>
                <a:lnTo>
                  <a:pt x="0" y="321564"/>
                </a:lnTo>
                <a:lnTo>
                  <a:pt x="85344" y="382524"/>
                </a:lnTo>
                <a:lnTo>
                  <a:pt x="105156" y="382524"/>
                </a:lnTo>
                <a:lnTo>
                  <a:pt x="105156" y="376428"/>
                </a:lnTo>
                <a:lnTo>
                  <a:pt x="105156" y="336804"/>
                </a:lnTo>
                <a:lnTo>
                  <a:pt x="134112" y="336804"/>
                </a:lnTo>
                <a:lnTo>
                  <a:pt x="134112" y="309372"/>
                </a:lnTo>
                <a:close/>
              </a:path>
              <a:path extrusionOk="0" h="757554" w="137160">
                <a:moveTo>
                  <a:pt x="134112" y="12192"/>
                </a:moveTo>
                <a:lnTo>
                  <a:pt x="105156" y="12192"/>
                </a:lnTo>
                <a:lnTo>
                  <a:pt x="105156" y="0"/>
                </a:lnTo>
                <a:lnTo>
                  <a:pt x="85344" y="0"/>
                </a:lnTo>
                <a:lnTo>
                  <a:pt x="85344" y="12192"/>
                </a:lnTo>
                <a:lnTo>
                  <a:pt x="85344" y="39624"/>
                </a:lnTo>
                <a:lnTo>
                  <a:pt x="85344" y="77724"/>
                </a:lnTo>
                <a:lnTo>
                  <a:pt x="30480" y="39624"/>
                </a:lnTo>
                <a:lnTo>
                  <a:pt x="85344" y="39624"/>
                </a:lnTo>
                <a:lnTo>
                  <a:pt x="85344" y="12192"/>
                </a:lnTo>
                <a:lnTo>
                  <a:pt x="0" y="12192"/>
                </a:lnTo>
                <a:lnTo>
                  <a:pt x="0" y="24384"/>
                </a:lnTo>
                <a:lnTo>
                  <a:pt x="85344" y="85344"/>
                </a:lnTo>
                <a:lnTo>
                  <a:pt x="105156" y="85344"/>
                </a:lnTo>
                <a:lnTo>
                  <a:pt x="105156" y="77724"/>
                </a:lnTo>
                <a:lnTo>
                  <a:pt x="105156" y="39624"/>
                </a:lnTo>
                <a:lnTo>
                  <a:pt x="134112" y="39624"/>
                </a:lnTo>
                <a:lnTo>
                  <a:pt x="134112" y="12192"/>
                </a:lnTo>
                <a:close/>
              </a:path>
              <a:path extrusionOk="0" h="757554" w="137160">
                <a:moveTo>
                  <a:pt x="135636" y="236220"/>
                </a:moveTo>
                <a:lnTo>
                  <a:pt x="134112" y="231648"/>
                </a:lnTo>
                <a:lnTo>
                  <a:pt x="132588" y="228600"/>
                </a:lnTo>
                <a:lnTo>
                  <a:pt x="131064" y="225552"/>
                </a:lnTo>
                <a:lnTo>
                  <a:pt x="129540" y="220980"/>
                </a:lnTo>
                <a:lnTo>
                  <a:pt x="129540" y="237744"/>
                </a:lnTo>
                <a:lnTo>
                  <a:pt x="129540" y="243840"/>
                </a:lnTo>
                <a:lnTo>
                  <a:pt x="128016" y="246888"/>
                </a:lnTo>
                <a:lnTo>
                  <a:pt x="126492" y="248412"/>
                </a:lnTo>
                <a:lnTo>
                  <a:pt x="124968" y="251460"/>
                </a:lnTo>
                <a:lnTo>
                  <a:pt x="121920" y="252984"/>
                </a:lnTo>
                <a:lnTo>
                  <a:pt x="117348" y="252984"/>
                </a:lnTo>
                <a:lnTo>
                  <a:pt x="111633" y="254114"/>
                </a:lnTo>
                <a:lnTo>
                  <a:pt x="103632" y="255079"/>
                </a:lnTo>
                <a:lnTo>
                  <a:pt x="93345" y="255778"/>
                </a:lnTo>
                <a:lnTo>
                  <a:pt x="80772" y="256032"/>
                </a:lnTo>
                <a:lnTo>
                  <a:pt x="54965" y="255778"/>
                </a:lnTo>
                <a:lnTo>
                  <a:pt x="56502" y="255778"/>
                </a:lnTo>
                <a:lnTo>
                  <a:pt x="19812" y="254508"/>
                </a:lnTo>
                <a:lnTo>
                  <a:pt x="10668" y="251460"/>
                </a:lnTo>
                <a:lnTo>
                  <a:pt x="6096" y="246888"/>
                </a:lnTo>
                <a:lnTo>
                  <a:pt x="6096" y="237744"/>
                </a:lnTo>
                <a:lnTo>
                  <a:pt x="7620" y="234696"/>
                </a:lnTo>
                <a:lnTo>
                  <a:pt x="12192" y="230124"/>
                </a:lnTo>
                <a:lnTo>
                  <a:pt x="18288" y="228600"/>
                </a:lnTo>
                <a:lnTo>
                  <a:pt x="117348" y="228600"/>
                </a:lnTo>
                <a:lnTo>
                  <a:pt x="121920" y="230124"/>
                </a:lnTo>
                <a:lnTo>
                  <a:pt x="126492" y="233172"/>
                </a:lnTo>
                <a:lnTo>
                  <a:pt x="128016" y="234696"/>
                </a:lnTo>
                <a:lnTo>
                  <a:pt x="129540" y="237744"/>
                </a:lnTo>
                <a:lnTo>
                  <a:pt x="129540" y="220980"/>
                </a:lnTo>
                <a:lnTo>
                  <a:pt x="124968" y="217932"/>
                </a:lnTo>
                <a:lnTo>
                  <a:pt x="117348" y="210312"/>
                </a:lnTo>
                <a:lnTo>
                  <a:pt x="111252" y="207264"/>
                </a:lnTo>
                <a:lnTo>
                  <a:pt x="67056" y="199644"/>
                </a:lnTo>
                <a:lnTo>
                  <a:pt x="57594" y="199936"/>
                </a:lnTo>
                <a:lnTo>
                  <a:pt x="57035" y="199936"/>
                </a:lnTo>
                <a:lnTo>
                  <a:pt x="19812" y="208788"/>
                </a:lnTo>
                <a:lnTo>
                  <a:pt x="0" y="234696"/>
                </a:lnTo>
                <a:lnTo>
                  <a:pt x="0" y="249936"/>
                </a:lnTo>
                <a:lnTo>
                  <a:pt x="30480" y="278892"/>
                </a:lnTo>
                <a:lnTo>
                  <a:pt x="68580" y="284988"/>
                </a:lnTo>
                <a:lnTo>
                  <a:pt x="76555" y="284708"/>
                </a:lnTo>
                <a:lnTo>
                  <a:pt x="84391" y="283845"/>
                </a:lnTo>
                <a:lnTo>
                  <a:pt x="91935" y="282422"/>
                </a:lnTo>
                <a:lnTo>
                  <a:pt x="99060" y="280416"/>
                </a:lnTo>
                <a:lnTo>
                  <a:pt x="106680" y="277368"/>
                </a:lnTo>
                <a:lnTo>
                  <a:pt x="112776" y="275844"/>
                </a:lnTo>
                <a:lnTo>
                  <a:pt x="117348" y="272796"/>
                </a:lnTo>
                <a:lnTo>
                  <a:pt x="123444" y="268224"/>
                </a:lnTo>
                <a:lnTo>
                  <a:pt x="128016" y="263652"/>
                </a:lnTo>
                <a:lnTo>
                  <a:pt x="133096" y="256032"/>
                </a:lnTo>
                <a:lnTo>
                  <a:pt x="134112" y="254508"/>
                </a:lnTo>
                <a:lnTo>
                  <a:pt x="134200" y="254114"/>
                </a:lnTo>
                <a:lnTo>
                  <a:pt x="135636" y="248412"/>
                </a:lnTo>
                <a:lnTo>
                  <a:pt x="135636" y="236220"/>
                </a:lnTo>
                <a:close/>
              </a:path>
              <a:path extrusionOk="0" h="757554" w="137160">
                <a:moveTo>
                  <a:pt x="135636" y="135636"/>
                </a:moveTo>
                <a:lnTo>
                  <a:pt x="134112" y="131064"/>
                </a:lnTo>
                <a:lnTo>
                  <a:pt x="132588" y="128016"/>
                </a:lnTo>
                <a:lnTo>
                  <a:pt x="131064" y="124968"/>
                </a:lnTo>
                <a:lnTo>
                  <a:pt x="129540" y="120396"/>
                </a:lnTo>
                <a:lnTo>
                  <a:pt x="129540" y="137160"/>
                </a:lnTo>
                <a:lnTo>
                  <a:pt x="129540" y="143256"/>
                </a:lnTo>
                <a:lnTo>
                  <a:pt x="128016" y="146304"/>
                </a:lnTo>
                <a:lnTo>
                  <a:pt x="126492" y="147828"/>
                </a:lnTo>
                <a:lnTo>
                  <a:pt x="124968" y="150876"/>
                </a:lnTo>
                <a:lnTo>
                  <a:pt x="121920" y="152400"/>
                </a:lnTo>
                <a:lnTo>
                  <a:pt x="117348" y="152400"/>
                </a:lnTo>
                <a:lnTo>
                  <a:pt x="111633" y="153530"/>
                </a:lnTo>
                <a:lnTo>
                  <a:pt x="103632" y="154495"/>
                </a:lnTo>
                <a:lnTo>
                  <a:pt x="93345" y="155194"/>
                </a:lnTo>
                <a:lnTo>
                  <a:pt x="80772" y="155448"/>
                </a:lnTo>
                <a:lnTo>
                  <a:pt x="54965" y="155194"/>
                </a:lnTo>
                <a:lnTo>
                  <a:pt x="56502" y="155194"/>
                </a:lnTo>
                <a:lnTo>
                  <a:pt x="19812" y="153924"/>
                </a:lnTo>
                <a:lnTo>
                  <a:pt x="10668" y="150876"/>
                </a:lnTo>
                <a:lnTo>
                  <a:pt x="6096" y="146304"/>
                </a:lnTo>
                <a:lnTo>
                  <a:pt x="6096" y="137160"/>
                </a:lnTo>
                <a:lnTo>
                  <a:pt x="7620" y="134112"/>
                </a:lnTo>
                <a:lnTo>
                  <a:pt x="12192" y="129540"/>
                </a:lnTo>
                <a:lnTo>
                  <a:pt x="18288" y="128016"/>
                </a:lnTo>
                <a:lnTo>
                  <a:pt x="117348" y="128016"/>
                </a:lnTo>
                <a:lnTo>
                  <a:pt x="121920" y="129540"/>
                </a:lnTo>
                <a:lnTo>
                  <a:pt x="126492" y="132588"/>
                </a:lnTo>
                <a:lnTo>
                  <a:pt x="128016" y="134112"/>
                </a:lnTo>
                <a:lnTo>
                  <a:pt x="129540" y="137160"/>
                </a:lnTo>
                <a:lnTo>
                  <a:pt x="129540" y="120396"/>
                </a:lnTo>
                <a:lnTo>
                  <a:pt x="124968" y="117348"/>
                </a:lnTo>
                <a:lnTo>
                  <a:pt x="117348" y="109728"/>
                </a:lnTo>
                <a:lnTo>
                  <a:pt x="111252" y="106680"/>
                </a:lnTo>
                <a:lnTo>
                  <a:pt x="67056" y="99060"/>
                </a:lnTo>
                <a:lnTo>
                  <a:pt x="57594" y="99352"/>
                </a:lnTo>
                <a:lnTo>
                  <a:pt x="57035" y="99352"/>
                </a:lnTo>
                <a:lnTo>
                  <a:pt x="19812" y="108204"/>
                </a:lnTo>
                <a:lnTo>
                  <a:pt x="0" y="134112"/>
                </a:lnTo>
                <a:lnTo>
                  <a:pt x="0" y="149352"/>
                </a:lnTo>
                <a:lnTo>
                  <a:pt x="30480" y="178308"/>
                </a:lnTo>
                <a:lnTo>
                  <a:pt x="68580" y="184404"/>
                </a:lnTo>
                <a:lnTo>
                  <a:pt x="76555" y="184124"/>
                </a:lnTo>
                <a:lnTo>
                  <a:pt x="84391" y="183261"/>
                </a:lnTo>
                <a:lnTo>
                  <a:pt x="91935" y="181838"/>
                </a:lnTo>
                <a:lnTo>
                  <a:pt x="99060" y="179832"/>
                </a:lnTo>
                <a:lnTo>
                  <a:pt x="106680" y="176784"/>
                </a:lnTo>
                <a:lnTo>
                  <a:pt x="112776" y="175260"/>
                </a:lnTo>
                <a:lnTo>
                  <a:pt x="117348" y="172212"/>
                </a:lnTo>
                <a:lnTo>
                  <a:pt x="123444" y="167640"/>
                </a:lnTo>
                <a:lnTo>
                  <a:pt x="128016" y="163068"/>
                </a:lnTo>
                <a:lnTo>
                  <a:pt x="133096" y="155448"/>
                </a:lnTo>
                <a:lnTo>
                  <a:pt x="134112" y="153924"/>
                </a:lnTo>
                <a:lnTo>
                  <a:pt x="134200" y="153530"/>
                </a:lnTo>
                <a:lnTo>
                  <a:pt x="135636" y="147828"/>
                </a:lnTo>
                <a:lnTo>
                  <a:pt x="135636" y="135636"/>
                </a:lnTo>
                <a:close/>
              </a:path>
              <a:path extrusionOk="0" h="757554" w="137160">
                <a:moveTo>
                  <a:pt x="137147" y="560832"/>
                </a:moveTo>
                <a:lnTo>
                  <a:pt x="136004" y="552500"/>
                </a:lnTo>
                <a:lnTo>
                  <a:pt x="132575" y="545592"/>
                </a:lnTo>
                <a:lnTo>
                  <a:pt x="126860" y="539838"/>
                </a:lnTo>
                <a:lnTo>
                  <a:pt x="118859" y="534924"/>
                </a:lnTo>
                <a:lnTo>
                  <a:pt x="117335" y="537972"/>
                </a:lnTo>
                <a:lnTo>
                  <a:pt x="123431" y="542544"/>
                </a:lnTo>
                <a:lnTo>
                  <a:pt x="126479" y="545592"/>
                </a:lnTo>
                <a:lnTo>
                  <a:pt x="126479" y="551688"/>
                </a:lnTo>
                <a:lnTo>
                  <a:pt x="124955" y="551688"/>
                </a:lnTo>
                <a:lnTo>
                  <a:pt x="123431" y="553212"/>
                </a:lnTo>
                <a:lnTo>
                  <a:pt x="123431" y="554736"/>
                </a:lnTo>
                <a:lnTo>
                  <a:pt x="54851" y="554736"/>
                </a:lnTo>
                <a:lnTo>
                  <a:pt x="54851" y="534924"/>
                </a:lnTo>
                <a:lnTo>
                  <a:pt x="45707" y="534924"/>
                </a:lnTo>
                <a:lnTo>
                  <a:pt x="45707" y="554736"/>
                </a:lnTo>
                <a:lnTo>
                  <a:pt x="12179" y="554736"/>
                </a:lnTo>
                <a:lnTo>
                  <a:pt x="12179" y="559308"/>
                </a:lnTo>
                <a:lnTo>
                  <a:pt x="17881" y="562127"/>
                </a:lnTo>
                <a:lnTo>
                  <a:pt x="23418" y="565785"/>
                </a:lnTo>
                <a:lnTo>
                  <a:pt x="28689" y="570026"/>
                </a:lnTo>
                <a:lnTo>
                  <a:pt x="33515" y="574548"/>
                </a:lnTo>
                <a:lnTo>
                  <a:pt x="38087" y="578510"/>
                </a:lnTo>
                <a:lnTo>
                  <a:pt x="42659" y="583311"/>
                </a:lnTo>
                <a:lnTo>
                  <a:pt x="51803" y="594360"/>
                </a:lnTo>
                <a:lnTo>
                  <a:pt x="54851" y="594360"/>
                </a:lnTo>
                <a:lnTo>
                  <a:pt x="54851" y="582168"/>
                </a:lnTo>
                <a:lnTo>
                  <a:pt x="121907" y="582168"/>
                </a:lnTo>
                <a:lnTo>
                  <a:pt x="124955" y="580644"/>
                </a:lnTo>
                <a:lnTo>
                  <a:pt x="129527" y="577596"/>
                </a:lnTo>
                <a:lnTo>
                  <a:pt x="132575" y="574548"/>
                </a:lnTo>
                <a:lnTo>
                  <a:pt x="135623" y="569976"/>
                </a:lnTo>
                <a:lnTo>
                  <a:pt x="137147" y="565404"/>
                </a:lnTo>
                <a:lnTo>
                  <a:pt x="137147" y="560832"/>
                </a:lnTo>
                <a:close/>
              </a:path>
              <a:path extrusionOk="0" h="757554" w="137160">
                <a:moveTo>
                  <a:pt x="137147" y="484632"/>
                </a:moveTo>
                <a:lnTo>
                  <a:pt x="116268" y="452399"/>
                </a:lnTo>
                <a:lnTo>
                  <a:pt x="109715" y="448056"/>
                </a:lnTo>
                <a:lnTo>
                  <a:pt x="106667" y="452628"/>
                </a:lnTo>
                <a:lnTo>
                  <a:pt x="112763" y="455676"/>
                </a:lnTo>
                <a:lnTo>
                  <a:pt x="118859" y="461772"/>
                </a:lnTo>
                <a:lnTo>
                  <a:pt x="121907" y="467868"/>
                </a:lnTo>
                <a:lnTo>
                  <a:pt x="121907" y="477012"/>
                </a:lnTo>
                <a:lnTo>
                  <a:pt x="86855" y="495300"/>
                </a:lnTo>
                <a:lnTo>
                  <a:pt x="86855" y="472440"/>
                </a:lnTo>
                <a:lnTo>
                  <a:pt x="86855" y="448056"/>
                </a:lnTo>
                <a:lnTo>
                  <a:pt x="80759" y="448983"/>
                </a:lnTo>
                <a:lnTo>
                  <a:pt x="80759" y="472440"/>
                </a:lnTo>
                <a:lnTo>
                  <a:pt x="80759" y="495300"/>
                </a:lnTo>
                <a:lnTo>
                  <a:pt x="68567" y="495300"/>
                </a:lnTo>
                <a:lnTo>
                  <a:pt x="60947" y="493776"/>
                </a:lnTo>
                <a:lnTo>
                  <a:pt x="51803" y="489204"/>
                </a:lnTo>
                <a:lnTo>
                  <a:pt x="50279" y="486156"/>
                </a:lnTo>
                <a:lnTo>
                  <a:pt x="50279" y="480060"/>
                </a:lnTo>
                <a:lnTo>
                  <a:pt x="53327" y="477012"/>
                </a:lnTo>
                <a:lnTo>
                  <a:pt x="56375" y="475488"/>
                </a:lnTo>
                <a:lnTo>
                  <a:pt x="60947" y="473964"/>
                </a:lnTo>
                <a:lnTo>
                  <a:pt x="63995" y="473964"/>
                </a:lnTo>
                <a:lnTo>
                  <a:pt x="70091" y="472440"/>
                </a:lnTo>
                <a:lnTo>
                  <a:pt x="80759" y="472440"/>
                </a:lnTo>
                <a:lnTo>
                  <a:pt x="80759" y="448983"/>
                </a:lnTo>
                <a:lnTo>
                  <a:pt x="46659" y="470344"/>
                </a:lnTo>
                <a:lnTo>
                  <a:pt x="44742" y="477012"/>
                </a:lnTo>
                <a:lnTo>
                  <a:pt x="44183" y="483108"/>
                </a:lnTo>
                <a:lnTo>
                  <a:pt x="63792" y="516305"/>
                </a:lnTo>
                <a:lnTo>
                  <a:pt x="91427" y="522732"/>
                </a:lnTo>
                <a:lnTo>
                  <a:pt x="100266" y="522401"/>
                </a:lnTo>
                <a:lnTo>
                  <a:pt x="133527" y="502729"/>
                </a:lnTo>
                <a:lnTo>
                  <a:pt x="135953" y="495300"/>
                </a:lnTo>
                <a:lnTo>
                  <a:pt x="136271" y="494334"/>
                </a:lnTo>
                <a:lnTo>
                  <a:pt x="136385" y="493014"/>
                </a:lnTo>
                <a:lnTo>
                  <a:pt x="137147" y="4846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4" name="Google Shape;5134;p82"/>
          <p:cNvGrpSpPr/>
          <p:nvPr/>
        </p:nvGrpSpPr>
        <p:grpSpPr>
          <a:xfrm>
            <a:off x="5689091" y="6332219"/>
            <a:ext cx="414528" cy="2499742"/>
            <a:chOff x="5689091" y="6332219"/>
            <a:chExt cx="414528" cy="2499742"/>
          </a:xfrm>
        </p:grpSpPr>
        <p:sp>
          <p:nvSpPr>
            <p:cNvPr id="5135" name="Google Shape;5135;p82"/>
            <p:cNvSpPr/>
            <p:nvPr/>
          </p:nvSpPr>
          <p:spPr>
            <a:xfrm>
              <a:off x="5689092" y="8746236"/>
              <a:ext cx="134620" cy="85725"/>
            </a:xfrm>
            <a:custGeom>
              <a:rect b="b" l="l" r="r" t="t"/>
              <a:pathLst>
                <a:path extrusionOk="0" h="85725" w="134620">
                  <a:moveTo>
                    <a:pt x="105156" y="12192"/>
                  </a:moveTo>
                  <a:lnTo>
                    <a:pt x="85344" y="12192"/>
                  </a:lnTo>
                  <a:lnTo>
                    <a:pt x="85344" y="0"/>
                  </a:lnTo>
                  <a:lnTo>
                    <a:pt x="105156" y="0"/>
                  </a:lnTo>
                  <a:lnTo>
                    <a:pt x="105156" y="12192"/>
                  </a:lnTo>
                  <a:close/>
                </a:path>
                <a:path extrusionOk="0" h="85725" w="134620">
                  <a:moveTo>
                    <a:pt x="105156" y="85344"/>
                  </a:moveTo>
                  <a:lnTo>
                    <a:pt x="85344" y="85344"/>
                  </a:lnTo>
                  <a:lnTo>
                    <a:pt x="0" y="24384"/>
                  </a:lnTo>
                  <a:lnTo>
                    <a:pt x="0" y="12192"/>
                  </a:lnTo>
                  <a:lnTo>
                    <a:pt x="134112" y="12192"/>
                  </a:lnTo>
                  <a:lnTo>
                    <a:pt x="134112" y="39624"/>
                  </a:lnTo>
                  <a:lnTo>
                    <a:pt x="30480" y="39624"/>
                  </a:lnTo>
                  <a:lnTo>
                    <a:pt x="85344" y="77724"/>
                  </a:lnTo>
                  <a:lnTo>
                    <a:pt x="105156" y="77724"/>
                  </a:lnTo>
                  <a:lnTo>
                    <a:pt x="105156" y="85344"/>
                  </a:lnTo>
                  <a:close/>
                </a:path>
                <a:path extrusionOk="0" h="85725" w="134620">
                  <a:moveTo>
                    <a:pt x="105156" y="77724"/>
                  </a:moveTo>
                  <a:lnTo>
                    <a:pt x="85344" y="77724"/>
                  </a:lnTo>
                  <a:lnTo>
                    <a:pt x="85344" y="39624"/>
                  </a:lnTo>
                  <a:lnTo>
                    <a:pt x="105156" y="39624"/>
                  </a:lnTo>
                  <a:lnTo>
                    <a:pt x="105156" y="777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36" name="Google Shape;5136;p82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5689091" y="6332219"/>
              <a:ext cx="414528" cy="24003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137" name="Google Shape;5137;p82"/>
          <p:cNvGrpSpPr/>
          <p:nvPr/>
        </p:nvGrpSpPr>
        <p:grpSpPr>
          <a:xfrm>
            <a:off x="5689092" y="6015228"/>
            <a:ext cx="135890" cy="243840"/>
            <a:chOff x="5689092" y="6015228"/>
            <a:chExt cx="135890" cy="243840"/>
          </a:xfrm>
        </p:grpSpPr>
        <p:pic>
          <p:nvPicPr>
            <p:cNvPr id="5138" name="Google Shape;5138;p82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5689092" y="6190488"/>
              <a:ext cx="134112" cy="6858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39" name="Google Shape;5139;p82"/>
            <p:cNvSpPr/>
            <p:nvPr/>
          </p:nvSpPr>
          <p:spPr>
            <a:xfrm>
              <a:off x="5689092" y="6015228"/>
              <a:ext cx="135890" cy="154305"/>
            </a:xfrm>
            <a:custGeom>
              <a:rect b="b" l="l" r="r" t="t"/>
              <a:pathLst>
                <a:path extrusionOk="0" h="154304" w="135889">
                  <a:moveTo>
                    <a:pt x="99047" y="0"/>
                  </a:moveTo>
                  <a:lnTo>
                    <a:pt x="79235" y="0"/>
                  </a:lnTo>
                  <a:lnTo>
                    <a:pt x="79235" y="54864"/>
                  </a:lnTo>
                  <a:lnTo>
                    <a:pt x="99047" y="54864"/>
                  </a:lnTo>
                  <a:lnTo>
                    <a:pt x="99047" y="0"/>
                  </a:lnTo>
                  <a:close/>
                </a:path>
                <a:path extrusionOk="0" h="154304" w="135889">
                  <a:moveTo>
                    <a:pt x="135636" y="105156"/>
                  </a:moveTo>
                  <a:lnTo>
                    <a:pt x="134112" y="100584"/>
                  </a:lnTo>
                  <a:lnTo>
                    <a:pt x="132080" y="97536"/>
                  </a:lnTo>
                  <a:lnTo>
                    <a:pt x="131064" y="96012"/>
                  </a:lnTo>
                  <a:lnTo>
                    <a:pt x="129540" y="91440"/>
                  </a:lnTo>
                  <a:lnTo>
                    <a:pt x="129540" y="106680"/>
                  </a:lnTo>
                  <a:lnTo>
                    <a:pt x="129540" y="114300"/>
                  </a:lnTo>
                  <a:lnTo>
                    <a:pt x="128016" y="115824"/>
                  </a:lnTo>
                  <a:lnTo>
                    <a:pt x="126492" y="118872"/>
                  </a:lnTo>
                  <a:lnTo>
                    <a:pt x="124968" y="120396"/>
                  </a:lnTo>
                  <a:lnTo>
                    <a:pt x="97269" y="124891"/>
                  </a:lnTo>
                  <a:lnTo>
                    <a:pt x="39433" y="124777"/>
                  </a:lnTo>
                  <a:lnTo>
                    <a:pt x="26974" y="124333"/>
                  </a:lnTo>
                  <a:lnTo>
                    <a:pt x="19812" y="123444"/>
                  </a:lnTo>
                  <a:lnTo>
                    <a:pt x="15240" y="123444"/>
                  </a:lnTo>
                  <a:lnTo>
                    <a:pt x="10668" y="120396"/>
                  </a:lnTo>
                  <a:lnTo>
                    <a:pt x="7620" y="118872"/>
                  </a:lnTo>
                  <a:lnTo>
                    <a:pt x="6096" y="117348"/>
                  </a:lnTo>
                  <a:lnTo>
                    <a:pt x="6096" y="108204"/>
                  </a:lnTo>
                  <a:lnTo>
                    <a:pt x="7620" y="105156"/>
                  </a:lnTo>
                  <a:lnTo>
                    <a:pt x="12192" y="100584"/>
                  </a:lnTo>
                  <a:lnTo>
                    <a:pt x="18288" y="99060"/>
                  </a:lnTo>
                  <a:lnTo>
                    <a:pt x="27432" y="97536"/>
                  </a:lnTo>
                  <a:lnTo>
                    <a:pt x="109728" y="97536"/>
                  </a:lnTo>
                  <a:lnTo>
                    <a:pt x="117348" y="99060"/>
                  </a:lnTo>
                  <a:lnTo>
                    <a:pt x="121920" y="100584"/>
                  </a:lnTo>
                  <a:lnTo>
                    <a:pt x="126492" y="103632"/>
                  </a:lnTo>
                  <a:lnTo>
                    <a:pt x="129540" y="106680"/>
                  </a:lnTo>
                  <a:lnTo>
                    <a:pt x="129540" y="91440"/>
                  </a:lnTo>
                  <a:lnTo>
                    <a:pt x="124968" y="86868"/>
                  </a:lnTo>
                  <a:lnTo>
                    <a:pt x="120396" y="83820"/>
                  </a:lnTo>
                  <a:lnTo>
                    <a:pt x="117348" y="79248"/>
                  </a:lnTo>
                  <a:lnTo>
                    <a:pt x="111252" y="76200"/>
                  </a:lnTo>
                  <a:lnTo>
                    <a:pt x="103632" y="74676"/>
                  </a:lnTo>
                  <a:lnTo>
                    <a:pt x="95338" y="71805"/>
                  </a:lnTo>
                  <a:lnTo>
                    <a:pt x="86487" y="69913"/>
                  </a:lnTo>
                  <a:lnTo>
                    <a:pt x="77050" y="68897"/>
                  </a:lnTo>
                  <a:lnTo>
                    <a:pt x="67056" y="68580"/>
                  </a:lnTo>
                  <a:lnTo>
                    <a:pt x="56807" y="68897"/>
                  </a:lnTo>
                  <a:lnTo>
                    <a:pt x="16573" y="81153"/>
                  </a:lnTo>
                  <a:lnTo>
                    <a:pt x="0" y="103632"/>
                  </a:lnTo>
                  <a:lnTo>
                    <a:pt x="0" y="118872"/>
                  </a:lnTo>
                  <a:lnTo>
                    <a:pt x="30480" y="147828"/>
                  </a:lnTo>
                  <a:lnTo>
                    <a:pt x="68580" y="153924"/>
                  </a:lnTo>
                  <a:lnTo>
                    <a:pt x="77216" y="153619"/>
                  </a:lnTo>
                  <a:lnTo>
                    <a:pt x="76771" y="153619"/>
                  </a:lnTo>
                  <a:lnTo>
                    <a:pt x="84391" y="152781"/>
                  </a:lnTo>
                  <a:lnTo>
                    <a:pt x="91935" y="151358"/>
                  </a:lnTo>
                  <a:lnTo>
                    <a:pt x="99060" y="149352"/>
                  </a:lnTo>
                  <a:lnTo>
                    <a:pt x="106680" y="147828"/>
                  </a:lnTo>
                  <a:lnTo>
                    <a:pt x="112776" y="144780"/>
                  </a:lnTo>
                  <a:lnTo>
                    <a:pt x="117348" y="141732"/>
                  </a:lnTo>
                  <a:lnTo>
                    <a:pt x="123444" y="138684"/>
                  </a:lnTo>
                  <a:lnTo>
                    <a:pt x="128016" y="134112"/>
                  </a:lnTo>
                  <a:lnTo>
                    <a:pt x="131064" y="128016"/>
                  </a:lnTo>
                  <a:lnTo>
                    <a:pt x="133108" y="124955"/>
                  </a:lnTo>
                  <a:lnTo>
                    <a:pt x="133223" y="124777"/>
                  </a:lnTo>
                  <a:lnTo>
                    <a:pt x="134112" y="123444"/>
                  </a:lnTo>
                  <a:lnTo>
                    <a:pt x="135636" y="117348"/>
                  </a:lnTo>
                  <a:lnTo>
                    <a:pt x="135636" y="105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140" name="Google Shape;5140;p82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5929884" y="7612379"/>
            <a:ext cx="173736" cy="1264919"/>
          </a:xfrm>
          <a:prstGeom prst="rect">
            <a:avLst/>
          </a:prstGeom>
          <a:noFill/>
          <a:ln>
            <a:noFill/>
          </a:ln>
        </p:spPr>
      </p:pic>
      <p:pic>
        <p:nvPicPr>
          <p:cNvPr id="5141" name="Google Shape;5141;p82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446019" y="1975104"/>
            <a:ext cx="102108" cy="499872"/>
          </a:xfrm>
          <a:prstGeom prst="rect">
            <a:avLst/>
          </a:prstGeom>
          <a:noFill/>
          <a:ln>
            <a:noFill/>
          </a:ln>
        </p:spPr>
      </p:pic>
      <p:pic>
        <p:nvPicPr>
          <p:cNvPr id="5142" name="Google Shape;5142;p82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446020" y="1863851"/>
            <a:ext cx="100583" cy="65531"/>
          </a:xfrm>
          <a:prstGeom prst="rect">
            <a:avLst/>
          </a:prstGeom>
          <a:noFill/>
          <a:ln>
            <a:noFill/>
          </a:ln>
        </p:spPr>
      </p:pic>
      <p:pic>
        <p:nvPicPr>
          <p:cNvPr id="5143" name="Google Shape;5143;p82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802636" y="2188463"/>
            <a:ext cx="102108" cy="288035"/>
          </a:xfrm>
          <a:prstGeom prst="rect">
            <a:avLst/>
          </a:prstGeom>
          <a:noFill/>
          <a:ln>
            <a:noFill/>
          </a:ln>
        </p:spPr>
      </p:pic>
      <p:pic>
        <p:nvPicPr>
          <p:cNvPr id="5144" name="Google Shape;5144;p82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3157727" y="2063495"/>
            <a:ext cx="102108" cy="403859"/>
          </a:xfrm>
          <a:prstGeom prst="rect">
            <a:avLst/>
          </a:prstGeom>
          <a:noFill/>
          <a:ln>
            <a:noFill/>
          </a:ln>
        </p:spPr>
      </p:pic>
      <p:pic>
        <p:nvPicPr>
          <p:cNvPr id="5145" name="Google Shape;5145;p82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3514344" y="2060448"/>
            <a:ext cx="102108" cy="406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5146" name="Google Shape;5146;p82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3869435" y="1969008"/>
            <a:ext cx="132588" cy="504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5147" name="Google Shape;5147;p82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4224527" y="1406651"/>
            <a:ext cx="102108" cy="10698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148" name="Google Shape;5148;p82"/>
          <p:cNvGrpSpPr/>
          <p:nvPr/>
        </p:nvGrpSpPr>
        <p:grpSpPr>
          <a:xfrm>
            <a:off x="4570476" y="1525524"/>
            <a:ext cx="320040" cy="950975"/>
            <a:chOff x="4570476" y="1525524"/>
            <a:chExt cx="320040" cy="950975"/>
          </a:xfrm>
        </p:grpSpPr>
        <p:sp>
          <p:nvSpPr>
            <p:cNvPr id="5149" name="Google Shape;5149;p82"/>
            <p:cNvSpPr/>
            <p:nvPr/>
          </p:nvSpPr>
          <p:spPr>
            <a:xfrm>
              <a:off x="4581131" y="2266188"/>
              <a:ext cx="100965" cy="207645"/>
            </a:xfrm>
            <a:custGeom>
              <a:rect b="b" l="l" r="r" t="t"/>
              <a:pathLst>
                <a:path extrusionOk="0" h="207644" w="100964">
                  <a:moveTo>
                    <a:pt x="100584" y="152400"/>
                  </a:moveTo>
                  <a:lnTo>
                    <a:pt x="79248" y="152400"/>
                  </a:lnTo>
                  <a:lnTo>
                    <a:pt x="79248" y="143256"/>
                  </a:lnTo>
                  <a:lnTo>
                    <a:pt x="64008" y="143256"/>
                  </a:lnTo>
                  <a:lnTo>
                    <a:pt x="64008" y="152400"/>
                  </a:lnTo>
                  <a:lnTo>
                    <a:pt x="64008" y="173736"/>
                  </a:lnTo>
                  <a:lnTo>
                    <a:pt x="64008" y="201168"/>
                  </a:lnTo>
                  <a:lnTo>
                    <a:pt x="24384" y="173736"/>
                  </a:lnTo>
                  <a:lnTo>
                    <a:pt x="64008" y="173736"/>
                  </a:lnTo>
                  <a:lnTo>
                    <a:pt x="64008" y="152400"/>
                  </a:lnTo>
                  <a:lnTo>
                    <a:pt x="0" y="152400"/>
                  </a:lnTo>
                  <a:lnTo>
                    <a:pt x="0" y="161544"/>
                  </a:lnTo>
                  <a:lnTo>
                    <a:pt x="64008" y="207264"/>
                  </a:lnTo>
                  <a:lnTo>
                    <a:pt x="79248" y="207264"/>
                  </a:lnTo>
                  <a:lnTo>
                    <a:pt x="79248" y="201168"/>
                  </a:lnTo>
                  <a:lnTo>
                    <a:pt x="79248" y="173736"/>
                  </a:lnTo>
                  <a:lnTo>
                    <a:pt x="100584" y="173736"/>
                  </a:lnTo>
                  <a:lnTo>
                    <a:pt x="100584" y="152400"/>
                  </a:lnTo>
                  <a:close/>
                </a:path>
                <a:path extrusionOk="0" h="207644" w="100964">
                  <a:moveTo>
                    <a:pt x="100584" y="0"/>
                  </a:moveTo>
                  <a:lnTo>
                    <a:pt x="97536" y="0"/>
                  </a:lnTo>
                  <a:lnTo>
                    <a:pt x="97536" y="9144"/>
                  </a:lnTo>
                  <a:lnTo>
                    <a:pt x="92964" y="13716"/>
                  </a:lnTo>
                  <a:lnTo>
                    <a:pt x="0" y="13716"/>
                  </a:lnTo>
                  <a:lnTo>
                    <a:pt x="0" y="16764"/>
                  </a:lnTo>
                  <a:lnTo>
                    <a:pt x="16764" y="51816"/>
                  </a:lnTo>
                  <a:lnTo>
                    <a:pt x="19812" y="51816"/>
                  </a:lnTo>
                  <a:lnTo>
                    <a:pt x="18288" y="47244"/>
                  </a:lnTo>
                  <a:lnTo>
                    <a:pt x="16764" y="45720"/>
                  </a:lnTo>
                  <a:lnTo>
                    <a:pt x="16764" y="41148"/>
                  </a:lnTo>
                  <a:lnTo>
                    <a:pt x="18288" y="39624"/>
                  </a:lnTo>
                  <a:lnTo>
                    <a:pt x="18288" y="38100"/>
                  </a:lnTo>
                  <a:lnTo>
                    <a:pt x="19812" y="38100"/>
                  </a:lnTo>
                  <a:lnTo>
                    <a:pt x="19812" y="36576"/>
                  </a:lnTo>
                  <a:lnTo>
                    <a:pt x="22860" y="36576"/>
                  </a:lnTo>
                  <a:lnTo>
                    <a:pt x="24384" y="35052"/>
                  </a:lnTo>
                  <a:lnTo>
                    <a:pt x="86868" y="35052"/>
                  </a:lnTo>
                  <a:lnTo>
                    <a:pt x="89916" y="36576"/>
                  </a:lnTo>
                  <a:lnTo>
                    <a:pt x="91440" y="36576"/>
                  </a:lnTo>
                  <a:lnTo>
                    <a:pt x="94488" y="38100"/>
                  </a:lnTo>
                  <a:lnTo>
                    <a:pt x="96012" y="41148"/>
                  </a:lnTo>
                  <a:lnTo>
                    <a:pt x="97536" y="42672"/>
                  </a:lnTo>
                  <a:lnTo>
                    <a:pt x="97536" y="51816"/>
                  </a:lnTo>
                  <a:lnTo>
                    <a:pt x="100584" y="51816"/>
                  </a:lnTo>
                  <a:lnTo>
                    <a:pt x="100584" y="35052"/>
                  </a:lnTo>
                  <a:lnTo>
                    <a:pt x="100584" y="0"/>
                  </a:lnTo>
                  <a:close/>
                </a:path>
                <a:path extrusionOk="0" h="207644" w="100964">
                  <a:moveTo>
                    <a:pt x="100596" y="76200"/>
                  </a:moveTo>
                  <a:lnTo>
                    <a:pt x="71640" y="70104"/>
                  </a:lnTo>
                  <a:lnTo>
                    <a:pt x="71640" y="73152"/>
                  </a:lnTo>
                  <a:lnTo>
                    <a:pt x="74688" y="74676"/>
                  </a:lnTo>
                  <a:lnTo>
                    <a:pt x="76212" y="76200"/>
                  </a:lnTo>
                  <a:lnTo>
                    <a:pt x="77736" y="76200"/>
                  </a:lnTo>
                  <a:lnTo>
                    <a:pt x="79260" y="77724"/>
                  </a:lnTo>
                  <a:lnTo>
                    <a:pt x="79260" y="79248"/>
                  </a:lnTo>
                  <a:lnTo>
                    <a:pt x="80784" y="80772"/>
                  </a:lnTo>
                  <a:lnTo>
                    <a:pt x="80784" y="112776"/>
                  </a:lnTo>
                  <a:lnTo>
                    <a:pt x="69710" y="101346"/>
                  </a:lnTo>
                  <a:lnTo>
                    <a:pt x="59639" y="92202"/>
                  </a:lnTo>
                  <a:lnTo>
                    <a:pt x="50990" y="85344"/>
                  </a:lnTo>
                  <a:lnTo>
                    <a:pt x="44208" y="80772"/>
                  </a:lnTo>
                  <a:lnTo>
                    <a:pt x="36588" y="76200"/>
                  </a:lnTo>
                  <a:lnTo>
                    <a:pt x="30492" y="74676"/>
                  </a:lnTo>
                  <a:lnTo>
                    <a:pt x="21348" y="74676"/>
                  </a:lnTo>
                  <a:lnTo>
                    <a:pt x="12204" y="77724"/>
                  </a:lnTo>
                  <a:lnTo>
                    <a:pt x="6108" y="83820"/>
                  </a:lnTo>
                  <a:lnTo>
                    <a:pt x="3060" y="88392"/>
                  </a:lnTo>
                  <a:lnTo>
                    <a:pt x="12" y="97536"/>
                  </a:lnTo>
                  <a:lnTo>
                    <a:pt x="12" y="109728"/>
                  </a:lnTo>
                  <a:lnTo>
                    <a:pt x="27444" y="134112"/>
                  </a:lnTo>
                  <a:lnTo>
                    <a:pt x="27444" y="131064"/>
                  </a:lnTo>
                  <a:lnTo>
                    <a:pt x="19824" y="126492"/>
                  </a:lnTo>
                  <a:lnTo>
                    <a:pt x="16776" y="120396"/>
                  </a:lnTo>
                  <a:lnTo>
                    <a:pt x="16776" y="106680"/>
                  </a:lnTo>
                  <a:lnTo>
                    <a:pt x="18300" y="103632"/>
                  </a:lnTo>
                  <a:lnTo>
                    <a:pt x="21348" y="99060"/>
                  </a:lnTo>
                  <a:lnTo>
                    <a:pt x="24396" y="96012"/>
                  </a:lnTo>
                  <a:lnTo>
                    <a:pt x="28968" y="94488"/>
                  </a:lnTo>
                  <a:lnTo>
                    <a:pt x="41160" y="94488"/>
                  </a:lnTo>
                  <a:lnTo>
                    <a:pt x="84467" y="122237"/>
                  </a:lnTo>
                  <a:lnTo>
                    <a:pt x="99072" y="135636"/>
                  </a:lnTo>
                  <a:lnTo>
                    <a:pt x="100596" y="135636"/>
                  </a:lnTo>
                  <a:lnTo>
                    <a:pt x="100596" y="76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50" name="Google Shape;5150;p82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4570476" y="1525524"/>
              <a:ext cx="320040" cy="9509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151" name="Google Shape;5151;p82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5152" name="Google Shape;5152;p82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53" name="Google Shape;5153;p82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154" name="Google Shape;5154;p82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155" name="Google Shape;5155;p82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156" name="Google Shape;5156;p82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6655307" y="1824227"/>
            <a:ext cx="117348" cy="1615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60" name="Shape 5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61" name="Google Shape;5161;p83"/>
          <p:cNvGrpSpPr/>
          <p:nvPr/>
        </p:nvGrpSpPr>
        <p:grpSpPr>
          <a:xfrm>
            <a:off x="1037844" y="8211311"/>
            <a:ext cx="333755" cy="709168"/>
            <a:chOff x="1037844" y="8211311"/>
            <a:chExt cx="333755" cy="709168"/>
          </a:xfrm>
        </p:grpSpPr>
        <p:sp>
          <p:nvSpPr>
            <p:cNvPr id="5162" name="Google Shape;5162;p83"/>
            <p:cNvSpPr/>
            <p:nvPr/>
          </p:nvSpPr>
          <p:spPr>
            <a:xfrm>
              <a:off x="1037844" y="8625839"/>
              <a:ext cx="327660" cy="294640"/>
            </a:xfrm>
            <a:custGeom>
              <a:rect b="b" l="l" r="r" t="t"/>
              <a:pathLst>
                <a:path extrusionOk="0" h="294640" w="327659">
                  <a:moveTo>
                    <a:pt x="194792" y="74676"/>
                  </a:moveTo>
                  <a:lnTo>
                    <a:pt x="160020" y="74676"/>
                  </a:lnTo>
                  <a:lnTo>
                    <a:pt x="164020" y="58650"/>
                  </a:lnTo>
                  <a:lnTo>
                    <a:pt x="168952" y="45339"/>
                  </a:lnTo>
                  <a:lnTo>
                    <a:pt x="169066" y="45029"/>
                  </a:lnTo>
                  <a:lnTo>
                    <a:pt x="194881" y="12858"/>
                  </a:lnTo>
                  <a:lnTo>
                    <a:pt x="237744" y="0"/>
                  </a:lnTo>
                  <a:lnTo>
                    <a:pt x="250055" y="881"/>
                  </a:lnTo>
                  <a:lnTo>
                    <a:pt x="295560" y="23836"/>
                  </a:lnTo>
                  <a:lnTo>
                    <a:pt x="315707" y="54864"/>
                  </a:lnTo>
                  <a:lnTo>
                    <a:pt x="242316" y="54864"/>
                  </a:lnTo>
                  <a:lnTo>
                    <a:pt x="233172" y="55673"/>
                  </a:lnTo>
                  <a:lnTo>
                    <a:pt x="224028" y="57912"/>
                  </a:lnTo>
                  <a:lnTo>
                    <a:pt x="214884" y="61293"/>
                  </a:lnTo>
                  <a:lnTo>
                    <a:pt x="205740" y="65532"/>
                  </a:lnTo>
                  <a:lnTo>
                    <a:pt x="197167" y="72080"/>
                  </a:lnTo>
                  <a:lnTo>
                    <a:pt x="194792" y="74676"/>
                  </a:lnTo>
                  <a:close/>
                </a:path>
                <a:path extrusionOk="0" h="294640" w="327659">
                  <a:moveTo>
                    <a:pt x="7620" y="294132"/>
                  </a:moveTo>
                  <a:lnTo>
                    <a:pt x="0" y="294132"/>
                  </a:lnTo>
                  <a:lnTo>
                    <a:pt x="0" y="152400"/>
                  </a:lnTo>
                  <a:lnTo>
                    <a:pt x="127" y="144780"/>
                  </a:lnTo>
                  <a:lnTo>
                    <a:pt x="203" y="140208"/>
                  </a:lnTo>
                  <a:lnTo>
                    <a:pt x="309" y="133850"/>
                  </a:lnTo>
                  <a:lnTo>
                    <a:pt x="1216" y="119062"/>
                  </a:lnTo>
                  <a:lnTo>
                    <a:pt x="1333" y="117157"/>
                  </a:lnTo>
                  <a:lnTo>
                    <a:pt x="3092" y="103417"/>
                  </a:lnTo>
                  <a:lnTo>
                    <a:pt x="3214" y="102465"/>
                  </a:lnTo>
                  <a:lnTo>
                    <a:pt x="17335" y="57912"/>
                  </a:lnTo>
                  <a:lnTo>
                    <a:pt x="48291" y="26169"/>
                  </a:lnTo>
                  <a:lnTo>
                    <a:pt x="86868" y="15240"/>
                  </a:lnTo>
                  <a:lnTo>
                    <a:pt x="99131" y="16121"/>
                  </a:lnTo>
                  <a:lnTo>
                    <a:pt x="140517" y="39100"/>
                  </a:lnTo>
                  <a:lnTo>
                    <a:pt x="157159" y="67056"/>
                  </a:lnTo>
                  <a:lnTo>
                    <a:pt x="85344" y="67056"/>
                  </a:lnTo>
                  <a:lnTo>
                    <a:pt x="71937" y="68484"/>
                  </a:lnTo>
                  <a:lnTo>
                    <a:pt x="36576" y="89916"/>
                  </a:lnTo>
                  <a:lnTo>
                    <a:pt x="17930" y="137279"/>
                  </a:lnTo>
                  <a:lnTo>
                    <a:pt x="16764" y="158496"/>
                  </a:lnTo>
                  <a:lnTo>
                    <a:pt x="17027" y="168973"/>
                  </a:lnTo>
                  <a:lnTo>
                    <a:pt x="17049" y="169878"/>
                  </a:lnTo>
                  <a:lnTo>
                    <a:pt x="17907" y="180975"/>
                  </a:lnTo>
                  <a:lnTo>
                    <a:pt x="19335" y="191500"/>
                  </a:lnTo>
                  <a:lnTo>
                    <a:pt x="21336" y="201168"/>
                  </a:lnTo>
                  <a:lnTo>
                    <a:pt x="327660" y="201168"/>
                  </a:lnTo>
                  <a:lnTo>
                    <a:pt x="327660" y="246887"/>
                  </a:lnTo>
                  <a:lnTo>
                    <a:pt x="57912" y="246887"/>
                  </a:lnTo>
                  <a:lnTo>
                    <a:pt x="43576" y="247435"/>
                  </a:lnTo>
                  <a:lnTo>
                    <a:pt x="10096" y="265938"/>
                  </a:lnTo>
                  <a:lnTo>
                    <a:pt x="7620" y="281940"/>
                  </a:lnTo>
                  <a:lnTo>
                    <a:pt x="7620" y="294132"/>
                  </a:lnTo>
                  <a:close/>
                </a:path>
                <a:path extrusionOk="0" h="294640" w="327659">
                  <a:moveTo>
                    <a:pt x="327660" y="201168"/>
                  </a:moveTo>
                  <a:lnTo>
                    <a:pt x="304800" y="201168"/>
                  </a:lnTo>
                  <a:lnTo>
                    <a:pt x="307038" y="187428"/>
                  </a:lnTo>
                  <a:lnTo>
                    <a:pt x="308991" y="173545"/>
                  </a:lnTo>
                  <a:lnTo>
                    <a:pt x="310372" y="159377"/>
                  </a:lnTo>
                  <a:lnTo>
                    <a:pt x="310895" y="144780"/>
                  </a:lnTo>
                  <a:lnTo>
                    <a:pt x="309868" y="126682"/>
                  </a:lnTo>
                  <a:lnTo>
                    <a:pt x="309760" y="124777"/>
                  </a:lnTo>
                  <a:lnTo>
                    <a:pt x="291083" y="77724"/>
                  </a:lnTo>
                  <a:lnTo>
                    <a:pt x="256365" y="56292"/>
                  </a:lnTo>
                  <a:lnTo>
                    <a:pt x="242316" y="54864"/>
                  </a:lnTo>
                  <a:lnTo>
                    <a:pt x="315707" y="54864"/>
                  </a:lnTo>
                  <a:lnTo>
                    <a:pt x="325183" y="92202"/>
                  </a:lnTo>
                  <a:lnTo>
                    <a:pt x="327512" y="133850"/>
                  </a:lnTo>
                  <a:lnTo>
                    <a:pt x="327636" y="139184"/>
                  </a:lnTo>
                  <a:lnTo>
                    <a:pt x="327660" y="201168"/>
                  </a:lnTo>
                  <a:close/>
                </a:path>
                <a:path extrusionOk="0" h="294640" w="327659">
                  <a:moveTo>
                    <a:pt x="169164" y="201168"/>
                  </a:moveTo>
                  <a:lnTo>
                    <a:pt x="147828" y="201168"/>
                  </a:lnTo>
                  <a:lnTo>
                    <a:pt x="147828" y="195072"/>
                  </a:lnTo>
                  <a:lnTo>
                    <a:pt x="149352" y="188975"/>
                  </a:lnTo>
                  <a:lnTo>
                    <a:pt x="149408" y="180975"/>
                  </a:lnTo>
                  <a:lnTo>
                    <a:pt x="150233" y="175379"/>
                  </a:lnTo>
                  <a:lnTo>
                    <a:pt x="150621" y="169878"/>
                  </a:lnTo>
                  <a:lnTo>
                    <a:pt x="150685" y="168973"/>
                  </a:lnTo>
                  <a:lnTo>
                    <a:pt x="150773" y="152400"/>
                  </a:lnTo>
                  <a:lnTo>
                    <a:pt x="150516" y="144780"/>
                  </a:lnTo>
                  <a:lnTo>
                    <a:pt x="150421" y="141946"/>
                  </a:lnTo>
                  <a:lnTo>
                    <a:pt x="150328" y="139184"/>
                  </a:lnTo>
                  <a:lnTo>
                    <a:pt x="148780" y="124777"/>
                  </a:lnTo>
                  <a:lnTo>
                    <a:pt x="146467" y="112847"/>
                  </a:lnTo>
                  <a:lnTo>
                    <a:pt x="146375" y="112371"/>
                  </a:lnTo>
                  <a:lnTo>
                    <a:pt x="143364" y="102465"/>
                  </a:lnTo>
                  <a:lnTo>
                    <a:pt x="143256" y="102108"/>
                  </a:lnTo>
                  <a:lnTo>
                    <a:pt x="113313" y="72771"/>
                  </a:lnTo>
                  <a:lnTo>
                    <a:pt x="85344" y="67056"/>
                  </a:lnTo>
                  <a:lnTo>
                    <a:pt x="157159" y="67056"/>
                  </a:lnTo>
                  <a:lnTo>
                    <a:pt x="160020" y="74676"/>
                  </a:lnTo>
                  <a:lnTo>
                    <a:pt x="194792" y="74676"/>
                  </a:lnTo>
                  <a:lnTo>
                    <a:pt x="189738" y="80200"/>
                  </a:lnTo>
                  <a:lnTo>
                    <a:pt x="170116" y="126682"/>
                  </a:lnTo>
                  <a:lnTo>
                    <a:pt x="167859" y="152400"/>
                  </a:lnTo>
                  <a:lnTo>
                    <a:pt x="167749" y="155448"/>
                  </a:lnTo>
                  <a:lnTo>
                    <a:pt x="167640" y="190499"/>
                  </a:lnTo>
                  <a:lnTo>
                    <a:pt x="169164" y="196596"/>
                  </a:lnTo>
                  <a:lnTo>
                    <a:pt x="169164" y="201168"/>
                  </a:lnTo>
                  <a:close/>
                </a:path>
                <a:path extrusionOk="0" h="294640" w="327659">
                  <a:moveTo>
                    <a:pt x="327660" y="294132"/>
                  </a:moveTo>
                  <a:lnTo>
                    <a:pt x="320040" y="294132"/>
                  </a:lnTo>
                  <a:lnTo>
                    <a:pt x="320040" y="281940"/>
                  </a:lnTo>
                  <a:lnTo>
                    <a:pt x="319262" y="273367"/>
                  </a:lnTo>
                  <a:lnTo>
                    <a:pt x="282321" y="247197"/>
                  </a:lnTo>
                  <a:lnTo>
                    <a:pt x="269748" y="246887"/>
                  </a:lnTo>
                  <a:lnTo>
                    <a:pt x="327660" y="246887"/>
                  </a:lnTo>
                  <a:lnTo>
                    <a:pt x="327660" y="29413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63" name="Google Shape;5163;p83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144524" y="8353043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64" name="Google Shape;5164;p83"/>
            <p:cNvSpPr/>
            <p:nvPr/>
          </p:nvSpPr>
          <p:spPr>
            <a:xfrm>
              <a:off x="1071372" y="8211311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3652" y="22859"/>
                  </a:lnTo>
                  <a:lnTo>
                    <a:pt x="254507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4131" y="71627"/>
                  </a:lnTo>
                  <a:lnTo>
                    <a:pt x="291083" y="79247"/>
                  </a:lnTo>
                  <a:lnTo>
                    <a:pt x="258127" y="99440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165" name="Google Shape;5165;p83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022604" y="5579364"/>
            <a:ext cx="348996" cy="25008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166" name="Google Shape;5166;p83"/>
          <p:cNvGrpSpPr/>
          <p:nvPr/>
        </p:nvGrpSpPr>
        <p:grpSpPr>
          <a:xfrm>
            <a:off x="1030224" y="4087367"/>
            <a:ext cx="342900" cy="1337056"/>
            <a:chOff x="1030224" y="4087367"/>
            <a:chExt cx="342900" cy="1337056"/>
          </a:xfrm>
        </p:grpSpPr>
        <p:sp>
          <p:nvSpPr>
            <p:cNvPr id="5167" name="Google Shape;5167;p83"/>
            <p:cNvSpPr/>
            <p:nvPr/>
          </p:nvSpPr>
          <p:spPr>
            <a:xfrm>
              <a:off x="1030224" y="5129783"/>
              <a:ext cx="342900" cy="294640"/>
            </a:xfrm>
            <a:custGeom>
              <a:rect b="b" l="l" r="r" t="t"/>
              <a:pathLst>
                <a:path extrusionOk="0" h="294639" w="342900">
                  <a:moveTo>
                    <a:pt x="176783" y="294132"/>
                  </a:moveTo>
                  <a:lnTo>
                    <a:pt x="128777" y="288607"/>
                  </a:lnTo>
                  <a:lnTo>
                    <a:pt x="85344" y="272796"/>
                  </a:lnTo>
                  <a:lnTo>
                    <a:pt x="50101" y="246316"/>
                  </a:lnTo>
                  <a:lnTo>
                    <a:pt x="22859" y="211836"/>
                  </a:lnTo>
                  <a:lnTo>
                    <a:pt x="5715" y="172402"/>
                  </a:lnTo>
                  <a:lnTo>
                    <a:pt x="0" y="129540"/>
                  </a:lnTo>
                  <a:lnTo>
                    <a:pt x="1119" y="111513"/>
                  </a:lnTo>
                  <a:lnTo>
                    <a:pt x="4381" y="93916"/>
                  </a:lnTo>
                  <a:lnTo>
                    <a:pt x="9644" y="76604"/>
                  </a:lnTo>
                  <a:lnTo>
                    <a:pt x="16764" y="59436"/>
                  </a:lnTo>
                  <a:lnTo>
                    <a:pt x="21336" y="51816"/>
                  </a:lnTo>
                  <a:lnTo>
                    <a:pt x="22859" y="47244"/>
                  </a:lnTo>
                  <a:lnTo>
                    <a:pt x="22859" y="41148"/>
                  </a:lnTo>
                  <a:lnTo>
                    <a:pt x="21336" y="36576"/>
                  </a:lnTo>
                  <a:lnTo>
                    <a:pt x="13716" y="28956"/>
                  </a:lnTo>
                  <a:lnTo>
                    <a:pt x="7620" y="25908"/>
                  </a:lnTo>
                  <a:lnTo>
                    <a:pt x="0" y="24384"/>
                  </a:lnTo>
                  <a:lnTo>
                    <a:pt x="0" y="16764"/>
                  </a:lnTo>
                  <a:lnTo>
                    <a:pt x="112775" y="9144"/>
                  </a:lnTo>
                  <a:lnTo>
                    <a:pt x="112775" y="16764"/>
                  </a:lnTo>
                  <a:lnTo>
                    <a:pt x="89130" y="25360"/>
                  </a:lnTo>
                  <a:lnTo>
                    <a:pt x="68770" y="35242"/>
                  </a:lnTo>
                  <a:lnTo>
                    <a:pt x="29622" y="73747"/>
                  </a:lnTo>
                  <a:lnTo>
                    <a:pt x="16764" y="124968"/>
                  </a:lnTo>
                  <a:lnTo>
                    <a:pt x="17668" y="140684"/>
                  </a:lnTo>
                  <a:lnTo>
                    <a:pt x="33528" y="184403"/>
                  </a:lnTo>
                  <a:lnTo>
                    <a:pt x="69103" y="216336"/>
                  </a:lnTo>
                  <a:lnTo>
                    <a:pt x="104774" y="230909"/>
                  </a:lnTo>
                  <a:lnTo>
                    <a:pt x="150494" y="238386"/>
                  </a:lnTo>
                  <a:lnTo>
                    <a:pt x="176783" y="239267"/>
                  </a:lnTo>
                  <a:lnTo>
                    <a:pt x="197905" y="238410"/>
                  </a:lnTo>
                  <a:lnTo>
                    <a:pt x="236148" y="231552"/>
                  </a:lnTo>
                  <a:lnTo>
                    <a:pt x="282701" y="207644"/>
                  </a:lnTo>
                  <a:lnTo>
                    <a:pt x="311276" y="167711"/>
                  </a:lnTo>
                  <a:lnTo>
                    <a:pt x="321563" y="117348"/>
                  </a:lnTo>
                  <a:lnTo>
                    <a:pt x="320706" y="101893"/>
                  </a:lnTo>
                  <a:lnTo>
                    <a:pt x="307848" y="60960"/>
                  </a:lnTo>
                  <a:lnTo>
                    <a:pt x="272486" y="22169"/>
                  </a:lnTo>
                  <a:lnTo>
                    <a:pt x="254507" y="7620"/>
                  </a:lnTo>
                  <a:lnTo>
                    <a:pt x="257556" y="0"/>
                  </a:lnTo>
                  <a:lnTo>
                    <a:pt x="295274" y="27241"/>
                  </a:lnTo>
                  <a:lnTo>
                    <a:pt x="321563" y="57912"/>
                  </a:lnTo>
                  <a:lnTo>
                    <a:pt x="337375" y="93345"/>
                  </a:lnTo>
                  <a:lnTo>
                    <a:pt x="342900" y="135636"/>
                  </a:lnTo>
                  <a:lnTo>
                    <a:pt x="339161" y="173593"/>
                  </a:lnTo>
                  <a:lnTo>
                    <a:pt x="308824" y="236362"/>
                  </a:lnTo>
                  <a:lnTo>
                    <a:pt x="258865" y="275486"/>
                  </a:lnTo>
                  <a:lnTo>
                    <a:pt x="205859" y="292107"/>
                  </a:lnTo>
                  <a:lnTo>
                    <a:pt x="176783" y="29413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68" name="Google Shape;5168;p83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138427" y="488137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69" name="Google Shape;5169;p83"/>
            <p:cNvSpPr/>
            <p:nvPr/>
          </p:nvSpPr>
          <p:spPr>
            <a:xfrm>
              <a:off x="1138427" y="4485131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9372"/>
                  </a:lnTo>
                  <a:lnTo>
                    <a:pt x="0" y="298704"/>
                  </a:lnTo>
                  <a:lnTo>
                    <a:pt x="47244" y="298704"/>
                  </a:lnTo>
                  <a:lnTo>
                    <a:pt x="36099" y="288417"/>
                  </a:lnTo>
                  <a:lnTo>
                    <a:pt x="11049" y="259651"/>
                  </a:lnTo>
                  <a:lnTo>
                    <a:pt x="0" y="231648"/>
                  </a:lnTo>
                  <a:lnTo>
                    <a:pt x="0" y="222504"/>
                  </a:lnTo>
                  <a:lnTo>
                    <a:pt x="18740" y="180927"/>
                  </a:lnTo>
                  <a:lnTo>
                    <a:pt x="47244" y="167640"/>
                  </a:lnTo>
                  <a:lnTo>
                    <a:pt x="33789" y="155638"/>
                  </a:lnTo>
                  <a:lnTo>
                    <a:pt x="9144" y="126492"/>
                  </a:lnTo>
                  <a:lnTo>
                    <a:pt x="0" y="91440"/>
                  </a:lnTo>
                  <a:lnTo>
                    <a:pt x="571" y="82819"/>
                  </a:lnTo>
                  <a:lnTo>
                    <a:pt x="20764" y="48577"/>
                  </a:lnTo>
                  <a:lnTo>
                    <a:pt x="68318" y="33837"/>
                  </a:lnTo>
                  <a:lnTo>
                    <a:pt x="186451" y="33480"/>
                  </a:lnTo>
                  <a:lnTo>
                    <a:pt x="194691" y="33147"/>
                  </a:lnTo>
                  <a:lnTo>
                    <a:pt x="201215" y="32242"/>
                  </a:lnTo>
                  <a:lnTo>
                    <a:pt x="205740" y="30480"/>
                  </a:lnTo>
                  <a:lnTo>
                    <a:pt x="210311" y="28956"/>
                  </a:lnTo>
                  <a:lnTo>
                    <a:pt x="213359" y="25908"/>
                  </a:lnTo>
                  <a:lnTo>
                    <a:pt x="214883" y="21336"/>
                  </a:lnTo>
                  <a:lnTo>
                    <a:pt x="217931" y="16764"/>
                  </a:lnTo>
                  <a:lnTo>
                    <a:pt x="219456" y="10668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7931" y="86868"/>
                  </a:lnTo>
                  <a:lnTo>
                    <a:pt x="207264" y="76200"/>
                  </a:lnTo>
                  <a:lnTo>
                    <a:pt x="201168" y="74676"/>
                  </a:lnTo>
                  <a:lnTo>
                    <a:pt x="198119" y="73152"/>
                  </a:lnTo>
                  <a:lnTo>
                    <a:pt x="82296" y="73152"/>
                  </a:lnTo>
                  <a:lnTo>
                    <a:pt x="69699" y="73675"/>
                  </a:lnTo>
                  <a:lnTo>
                    <a:pt x="32575" y="92202"/>
                  </a:lnTo>
                  <a:lnTo>
                    <a:pt x="28956" y="109728"/>
                  </a:lnTo>
                  <a:lnTo>
                    <a:pt x="29265" y="116347"/>
                  </a:lnTo>
                  <a:lnTo>
                    <a:pt x="51125" y="157281"/>
                  </a:lnTo>
                  <a:lnTo>
                    <a:pt x="59436" y="166116"/>
                  </a:lnTo>
                  <a:lnTo>
                    <a:pt x="60960" y="166116"/>
                  </a:lnTo>
                  <a:lnTo>
                    <a:pt x="71628" y="164592"/>
                  </a:lnTo>
                  <a:lnTo>
                    <a:pt x="176783" y="164592"/>
                  </a:lnTo>
                  <a:lnTo>
                    <a:pt x="214883" y="153924"/>
                  </a:lnTo>
                  <a:lnTo>
                    <a:pt x="217931" y="149352"/>
                  </a:lnTo>
                  <a:lnTo>
                    <a:pt x="219456" y="140208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7076"/>
                  </a:lnTo>
                  <a:lnTo>
                    <a:pt x="217931" y="219456"/>
                  </a:lnTo>
                  <a:lnTo>
                    <a:pt x="211836" y="210312"/>
                  </a:lnTo>
                  <a:lnTo>
                    <a:pt x="207264" y="207264"/>
                  </a:lnTo>
                  <a:lnTo>
                    <a:pt x="201168" y="205740"/>
                  </a:lnTo>
                  <a:lnTo>
                    <a:pt x="198119" y="204216"/>
                  </a:lnTo>
                  <a:lnTo>
                    <a:pt x="82296" y="204216"/>
                  </a:lnTo>
                  <a:lnTo>
                    <a:pt x="69699" y="204763"/>
                  </a:lnTo>
                  <a:lnTo>
                    <a:pt x="32575" y="225361"/>
                  </a:lnTo>
                  <a:lnTo>
                    <a:pt x="28956" y="242316"/>
                  </a:lnTo>
                  <a:lnTo>
                    <a:pt x="29265" y="248935"/>
                  </a:lnTo>
                  <a:lnTo>
                    <a:pt x="46672" y="285750"/>
                  </a:lnTo>
                  <a:lnTo>
                    <a:pt x="59436" y="298704"/>
                  </a:lnTo>
                  <a:lnTo>
                    <a:pt x="187094" y="298656"/>
                  </a:lnTo>
                  <a:lnTo>
                    <a:pt x="195262" y="298323"/>
                  </a:lnTo>
                  <a:lnTo>
                    <a:pt x="201429" y="297418"/>
                  </a:lnTo>
                  <a:lnTo>
                    <a:pt x="205740" y="295656"/>
                  </a:lnTo>
                  <a:lnTo>
                    <a:pt x="210311" y="294132"/>
                  </a:lnTo>
                  <a:lnTo>
                    <a:pt x="216407" y="288036"/>
                  </a:lnTo>
                  <a:lnTo>
                    <a:pt x="217931" y="283464"/>
                  </a:lnTo>
                  <a:lnTo>
                    <a:pt x="219456" y="27584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62712"/>
                  </a:lnTo>
                  <a:lnTo>
                    <a:pt x="217931" y="355092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76152" y="338589"/>
                  </a:lnTo>
                  <a:lnTo>
                    <a:pt x="62484" y="339280"/>
                  </a:lnTo>
                  <a:lnTo>
                    <a:pt x="52244" y="340256"/>
                  </a:lnTo>
                  <a:lnTo>
                    <a:pt x="45719" y="341376"/>
                  </a:lnTo>
                  <a:lnTo>
                    <a:pt x="39624" y="341376"/>
                  </a:lnTo>
                  <a:lnTo>
                    <a:pt x="36576" y="342900"/>
                  </a:lnTo>
                  <a:lnTo>
                    <a:pt x="32004" y="347472"/>
                  </a:lnTo>
                  <a:lnTo>
                    <a:pt x="30480" y="350520"/>
                  </a:lnTo>
                  <a:lnTo>
                    <a:pt x="30480" y="359664"/>
                  </a:lnTo>
                  <a:lnTo>
                    <a:pt x="32004" y="364236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70" name="Google Shape;5170;p8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138428" y="4276343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71" name="Google Shape;5171;p83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138427" y="4087367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172" name="Google Shape;5172;p83"/>
          <p:cNvGrpSpPr/>
          <p:nvPr/>
        </p:nvGrpSpPr>
        <p:grpSpPr>
          <a:xfrm>
            <a:off x="1071372" y="3585971"/>
            <a:ext cx="300227" cy="344424"/>
            <a:chOff x="1071372" y="3585971"/>
            <a:chExt cx="300227" cy="344424"/>
          </a:xfrm>
        </p:grpSpPr>
        <p:pic>
          <p:nvPicPr>
            <p:cNvPr id="5173" name="Google Shape;5173;p83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138618" y="3729227"/>
              <a:ext cx="232981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74" name="Google Shape;5174;p83"/>
            <p:cNvSpPr/>
            <p:nvPr/>
          </p:nvSpPr>
          <p:spPr>
            <a:xfrm>
              <a:off x="1071372" y="3585971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72795" y="96011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175" name="Google Shape;5175;p8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138763" y="3244595"/>
            <a:ext cx="232836" cy="201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176" name="Google Shape;5176;p83"/>
          <p:cNvGrpSpPr/>
          <p:nvPr/>
        </p:nvGrpSpPr>
        <p:grpSpPr>
          <a:xfrm>
            <a:off x="1030224" y="2212848"/>
            <a:ext cx="342900" cy="892048"/>
            <a:chOff x="1030224" y="2212848"/>
            <a:chExt cx="342900" cy="892048"/>
          </a:xfrm>
        </p:grpSpPr>
        <p:sp>
          <p:nvSpPr>
            <p:cNvPr id="5177" name="Google Shape;5177;p83"/>
            <p:cNvSpPr/>
            <p:nvPr/>
          </p:nvSpPr>
          <p:spPr>
            <a:xfrm>
              <a:off x="1030224" y="2810256"/>
              <a:ext cx="342900" cy="294640"/>
            </a:xfrm>
            <a:custGeom>
              <a:rect b="b" l="l" r="r" t="t"/>
              <a:pathLst>
                <a:path extrusionOk="0" h="294639" w="342900">
                  <a:moveTo>
                    <a:pt x="176783" y="294131"/>
                  </a:moveTo>
                  <a:lnTo>
                    <a:pt x="128777" y="288416"/>
                  </a:lnTo>
                  <a:lnTo>
                    <a:pt x="85344" y="271271"/>
                  </a:lnTo>
                  <a:lnTo>
                    <a:pt x="50101" y="246125"/>
                  </a:lnTo>
                  <a:lnTo>
                    <a:pt x="22859" y="211835"/>
                  </a:lnTo>
                  <a:lnTo>
                    <a:pt x="5715" y="171640"/>
                  </a:lnTo>
                  <a:lnTo>
                    <a:pt x="0" y="128015"/>
                  </a:lnTo>
                  <a:lnTo>
                    <a:pt x="1119" y="110632"/>
                  </a:lnTo>
                  <a:lnTo>
                    <a:pt x="4381" y="92963"/>
                  </a:lnTo>
                  <a:lnTo>
                    <a:pt x="9644" y="75295"/>
                  </a:lnTo>
                  <a:lnTo>
                    <a:pt x="16764" y="57911"/>
                  </a:lnTo>
                  <a:lnTo>
                    <a:pt x="21336" y="51815"/>
                  </a:lnTo>
                  <a:lnTo>
                    <a:pt x="22859" y="47243"/>
                  </a:lnTo>
                  <a:lnTo>
                    <a:pt x="22859" y="39623"/>
                  </a:lnTo>
                  <a:lnTo>
                    <a:pt x="21336" y="36575"/>
                  </a:lnTo>
                  <a:lnTo>
                    <a:pt x="13716" y="28955"/>
                  </a:lnTo>
                  <a:lnTo>
                    <a:pt x="7620" y="25907"/>
                  </a:lnTo>
                  <a:lnTo>
                    <a:pt x="0" y="24383"/>
                  </a:lnTo>
                  <a:lnTo>
                    <a:pt x="0" y="16763"/>
                  </a:lnTo>
                  <a:lnTo>
                    <a:pt x="112775" y="9143"/>
                  </a:lnTo>
                  <a:lnTo>
                    <a:pt x="112775" y="16763"/>
                  </a:lnTo>
                  <a:lnTo>
                    <a:pt x="89130" y="24717"/>
                  </a:lnTo>
                  <a:lnTo>
                    <a:pt x="68770" y="34670"/>
                  </a:lnTo>
                  <a:lnTo>
                    <a:pt x="39624" y="59435"/>
                  </a:lnTo>
                  <a:lnTo>
                    <a:pt x="18192" y="106370"/>
                  </a:lnTo>
                  <a:lnTo>
                    <a:pt x="16764" y="124967"/>
                  </a:lnTo>
                  <a:lnTo>
                    <a:pt x="17668" y="140660"/>
                  </a:lnTo>
                  <a:lnTo>
                    <a:pt x="33528" y="182879"/>
                  </a:lnTo>
                  <a:lnTo>
                    <a:pt x="69103" y="215455"/>
                  </a:lnTo>
                  <a:lnTo>
                    <a:pt x="104774" y="230909"/>
                  </a:lnTo>
                  <a:lnTo>
                    <a:pt x="150494" y="238386"/>
                  </a:lnTo>
                  <a:lnTo>
                    <a:pt x="176783" y="239267"/>
                  </a:lnTo>
                  <a:lnTo>
                    <a:pt x="197905" y="238386"/>
                  </a:lnTo>
                  <a:lnTo>
                    <a:pt x="236148" y="230909"/>
                  </a:lnTo>
                  <a:lnTo>
                    <a:pt x="282701" y="206692"/>
                  </a:lnTo>
                  <a:lnTo>
                    <a:pt x="311276" y="167068"/>
                  </a:lnTo>
                  <a:lnTo>
                    <a:pt x="321563" y="117347"/>
                  </a:lnTo>
                  <a:lnTo>
                    <a:pt x="320706" y="101679"/>
                  </a:lnTo>
                  <a:lnTo>
                    <a:pt x="307848" y="60959"/>
                  </a:lnTo>
                  <a:lnTo>
                    <a:pt x="272486" y="21312"/>
                  </a:lnTo>
                  <a:lnTo>
                    <a:pt x="254507" y="7619"/>
                  </a:lnTo>
                  <a:lnTo>
                    <a:pt x="257556" y="0"/>
                  </a:lnTo>
                  <a:lnTo>
                    <a:pt x="295274" y="26479"/>
                  </a:lnTo>
                  <a:lnTo>
                    <a:pt x="321563" y="56387"/>
                  </a:lnTo>
                  <a:lnTo>
                    <a:pt x="337375" y="92963"/>
                  </a:lnTo>
                  <a:lnTo>
                    <a:pt x="342900" y="134111"/>
                  </a:lnTo>
                  <a:lnTo>
                    <a:pt x="339161" y="172735"/>
                  </a:lnTo>
                  <a:lnTo>
                    <a:pt x="308824" y="235696"/>
                  </a:lnTo>
                  <a:lnTo>
                    <a:pt x="258865" y="275486"/>
                  </a:lnTo>
                  <a:lnTo>
                    <a:pt x="205859" y="292107"/>
                  </a:lnTo>
                  <a:lnTo>
                    <a:pt x="176783" y="294131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178" name="Google Shape;5178;p83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138427" y="2561844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79" name="Google Shape;5179;p83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138427" y="2369820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80" name="Google Shape;5180;p83"/>
            <p:cNvSpPr/>
            <p:nvPr/>
          </p:nvSpPr>
          <p:spPr>
            <a:xfrm>
              <a:off x="1071372" y="2212848"/>
              <a:ext cx="297180" cy="135890"/>
            </a:xfrm>
            <a:custGeom>
              <a:rect b="b" l="l" r="r" t="t"/>
              <a:pathLst>
                <a:path extrusionOk="0" h="135889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9659"/>
                  </a:lnTo>
                  <a:lnTo>
                    <a:pt x="74104" y="123253"/>
                  </a:lnTo>
                  <a:lnTo>
                    <a:pt x="42148" y="8958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10667"/>
                  </a:lnTo>
                  <a:lnTo>
                    <a:pt x="88391" y="10667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8955"/>
                  </a:lnTo>
                  <a:lnTo>
                    <a:pt x="263652" y="22859"/>
                  </a:lnTo>
                  <a:lnTo>
                    <a:pt x="254507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5907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72795" y="96011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181" name="Google Shape;5181;p83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1551432" y="2420111"/>
            <a:ext cx="3601211" cy="6545580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2" name="Google Shape;5182;p83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5353811" y="8932164"/>
            <a:ext cx="128015" cy="128015"/>
          </a:xfrm>
          <a:prstGeom prst="rect">
            <a:avLst/>
          </a:prstGeom>
          <a:noFill/>
          <a:ln>
            <a:noFill/>
          </a:ln>
        </p:spPr>
      </p:pic>
      <p:sp>
        <p:nvSpPr>
          <p:cNvPr id="5183" name="Google Shape;5183;p83"/>
          <p:cNvSpPr/>
          <p:nvPr/>
        </p:nvSpPr>
        <p:spPr>
          <a:xfrm>
            <a:off x="5350751" y="8287512"/>
            <a:ext cx="151130" cy="567055"/>
          </a:xfrm>
          <a:custGeom>
            <a:rect b="b" l="l" r="r" t="t"/>
            <a:pathLst>
              <a:path extrusionOk="0" h="567054" w="151129">
                <a:moveTo>
                  <a:pt x="147828" y="502920"/>
                </a:moveTo>
                <a:lnTo>
                  <a:pt x="144780" y="502920"/>
                </a:lnTo>
                <a:lnTo>
                  <a:pt x="144780" y="513588"/>
                </a:lnTo>
                <a:lnTo>
                  <a:pt x="143256" y="518160"/>
                </a:lnTo>
                <a:lnTo>
                  <a:pt x="140208" y="521208"/>
                </a:lnTo>
                <a:lnTo>
                  <a:pt x="137160" y="522732"/>
                </a:lnTo>
                <a:lnTo>
                  <a:pt x="131064" y="524256"/>
                </a:lnTo>
                <a:lnTo>
                  <a:pt x="79248" y="524256"/>
                </a:lnTo>
                <a:lnTo>
                  <a:pt x="79248" y="519684"/>
                </a:lnTo>
                <a:lnTo>
                  <a:pt x="80772" y="515112"/>
                </a:lnTo>
                <a:lnTo>
                  <a:pt x="80772" y="510540"/>
                </a:lnTo>
                <a:lnTo>
                  <a:pt x="82296" y="505968"/>
                </a:lnTo>
                <a:lnTo>
                  <a:pt x="82296" y="498348"/>
                </a:lnTo>
                <a:lnTo>
                  <a:pt x="74676" y="470649"/>
                </a:lnTo>
                <a:lnTo>
                  <a:pt x="74676" y="498348"/>
                </a:lnTo>
                <a:lnTo>
                  <a:pt x="74676" y="513588"/>
                </a:lnTo>
                <a:lnTo>
                  <a:pt x="73152" y="516636"/>
                </a:lnTo>
                <a:lnTo>
                  <a:pt x="73152" y="519684"/>
                </a:lnTo>
                <a:lnTo>
                  <a:pt x="71628" y="524256"/>
                </a:lnTo>
                <a:lnTo>
                  <a:pt x="9144" y="524256"/>
                </a:lnTo>
                <a:lnTo>
                  <a:pt x="7620" y="518160"/>
                </a:lnTo>
                <a:lnTo>
                  <a:pt x="7620" y="502920"/>
                </a:lnTo>
                <a:lnTo>
                  <a:pt x="9144" y="496824"/>
                </a:lnTo>
                <a:lnTo>
                  <a:pt x="12192" y="492252"/>
                </a:lnTo>
                <a:lnTo>
                  <a:pt x="13716" y="487680"/>
                </a:lnTo>
                <a:lnTo>
                  <a:pt x="18288" y="483108"/>
                </a:lnTo>
                <a:lnTo>
                  <a:pt x="24384" y="481584"/>
                </a:lnTo>
                <a:lnTo>
                  <a:pt x="30480" y="478536"/>
                </a:lnTo>
                <a:lnTo>
                  <a:pt x="36576" y="477012"/>
                </a:lnTo>
                <a:lnTo>
                  <a:pt x="51816" y="477012"/>
                </a:lnTo>
                <a:lnTo>
                  <a:pt x="59436" y="480060"/>
                </a:lnTo>
                <a:lnTo>
                  <a:pt x="65532" y="486156"/>
                </a:lnTo>
                <a:lnTo>
                  <a:pt x="71628" y="490728"/>
                </a:lnTo>
                <a:lnTo>
                  <a:pt x="74676" y="498348"/>
                </a:lnTo>
                <a:lnTo>
                  <a:pt x="74676" y="470649"/>
                </a:lnTo>
                <a:lnTo>
                  <a:pt x="41148" y="452628"/>
                </a:lnTo>
                <a:lnTo>
                  <a:pt x="32004" y="452628"/>
                </a:lnTo>
                <a:lnTo>
                  <a:pt x="4572" y="480060"/>
                </a:lnTo>
                <a:lnTo>
                  <a:pt x="2578" y="486346"/>
                </a:lnTo>
                <a:lnTo>
                  <a:pt x="1143" y="493776"/>
                </a:lnTo>
                <a:lnTo>
                  <a:pt x="292" y="502348"/>
                </a:lnTo>
                <a:lnTo>
                  <a:pt x="190" y="505968"/>
                </a:lnTo>
                <a:lnTo>
                  <a:pt x="50" y="510540"/>
                </a:lnTo>
                <a:lnTo>
                  <a:pt x="0" y="566928"/>
                </a:lnTo>
                <a:lnTo>
                  <a:pt x="3048" y="566928"/>
                </a:lnTo>
                <a:lnTo>
                  <a:pt x="3048" y="556260"/>
                </a:lnTo>
                <a:lnTo>
                  <a:pt x="4572" y="551688"/>
                </a:lnTo>
                <a:lnTo>
                  <a:pt x="7620" y="548640"/>
                </a:lnTo>
                <a:lnTo>
                  <a:pt x="10668" y="547116"/>
                </a:lnTo>
                <a:lnTo>
                  <a:pt x="16764" y="545592"/>
                </a:lnTo>
                <a:lnTo>
                  <a:pt x="135636" y="545592"/>
                </a:lnTo>
                <a:lnTo>
                  <a:pt x="138684" y="547116"/>
                </a:lnTo>
                <a:lnTo>
                  <a:pt x="143256" y="550164"/>
                </a:lnTo>
                <a:lnTo>
                  <a:pt x="144780" y="554736"/>
                </a:lnTo>
                <a:lnTo>
                  <a:pt x="144780" y="566928"/>
                </a:lnTo>
                <a:lnTo>
                  <a:pt x="147828" y="566928"/>
                </a:lnTo>
                <a:lnTo>
                  <a:pt x="147828" y="545592"/>
                </a:lnTo>
                <a:lnTo>
                  <a:pt x="147828" y="524256"/>
                </a:lnTo>
                <a:lnTo>
                  <a:pt x="147828" y="502920"/>
                </a:lnTo>
                <a:close/>
              </a:path>
              <a:path extrusionOk="0" h="567054" w="151129">
                <a:moveTo>
                  <a:pt x="147840" y="21336"/>
                </a:moveTo>
                <a:lnTo>
                  <a:pt x="144792" y="21336"/>
                </a:lnTo>
                <a:lnTo>
                  <a:pt x="144792" y="25908"/>
                </a:lnTo>
                <a:lnTo>
                  <a:pt x="143268" y="30480"/>
                </a:lnTo>
                <a:lnTo>
                  <a:pt x="141744" y="32004"/>
                </a:lnTo>
                <a:lnTo>
                  <a:pt x="140220" y="35052"/>
                </a:lnTo>
                <a:lnTo>
                  <a:pt x="137172" y="38100"/>
                </a:lnTo>
                <a:lnTo>
                  <a:pt x="134124" y="39624"/>
                </a:lnTo>
                <a:lnTo>
                  <a:pt x="77736" y="39624"/>
                </a:lnTo>
                <a:lnTo>
                  <a:pt x="70116" y="36576"/>
                </a:lnTo>
                <a:lnTo>
                  <a:pt x="65544" y="32004"/>
                </a:lnTo>
                <a:lnTo>
                  <a:pt x="60972" y="28956"/>
                </a:lnTo>
                <a:lnTo>
                  <a:pt x="59448" y="27432"/>
                </a:lnTo>
                <a:lnTo>
                  <a:pt x="59448" y="22860"/>
                </a:lnTo>
                <a:lnTo>
                  <a:pt x="60972" y="21336"/>
                </a:lnTo>
                <a:lnTo>
                  <a:pt x="64020" y="16764"/>
                </a:lnTo>
                <a:lnTo>
                  <a:pt x="67068" y="13716"/>
                </a:lnTo>
                <a:lnTo>
                  <a:pt x="68592" y="10668"/>
                </a:lnTo>
                <a:lnTo>
                  <a:pt x="68592" y="6096"/>
                </a:lnTo>
                <a:lnTo>
                  <a:pt x="65544" y="3048"/>
                </a:lnTo>
                <a:lnTo>
                  <a:pt x="62496" y="1524"/>
                </a:lnTo>
                <a:lnTo>
                  <a:pt x="60972" y="0"/>
                </a:lnTo>
                <a:lnTo>
                  <a:pt x="53352" y="0"/>
                </a:lnTo>
                <a:lnTo>
                  <a:pt x="50304" y="1524"/>
                </a:lnTo>
                <a:lnTo>
                  <a:pt x="48780" y="4572"/>
                </a:lnTo>
                <a:lnTo>
                  <a:pt x="45732" y="6096"/>
                </a:lnTo>
                <a:lnTo>
                  <a:pt x="44208" y="10668"/>
                </a:lnTo>
                <a:lnTo>
                  <a:pt x="44208" y="13716"/>
                </a:lnTo>
                <a:lnTo>
                  <a:pt x="45656" y="20561"/>
                </a:lnTo>
                <a:lnTo>
                  <a:pt x="50114" y="27241"/>
                </a:lnTo>
                <a:lnTo>
                  <a:pt x="57708" y="33655"/>
                </a:lnTo>
                <a:lnTo>
                  <a:pt x="68592" y="39624"/>
                </a:lnTo>
                <a:lnTo>
                  <a:pt x="44208" y="39624"/>
                </a:lnTo>
                <a:lnTo>
                  <a:pt x="44208" y="44196"/>
                </a:lnTo>
                <a:lnTo>
                  <a:pt x="56400" y="73152"/>
                </a:lnTo>
                <a:lnTo>
                  <a:pt x="59448" y="71628"/>
                </a:lnTo>
                <a:lnTo>
                  <a:pt x="57924" y="70104"/>
                </a:lnTo>
                <a:lnTo>
                  <a:pt x="57924" y="62484"/>
                </a:lnTo>
                <a:lnTo>
                  <a:pt x="60972" y="59436"/>
                </a:lnTo>
                <a:lnTo>
                  <a:pt x="62496" y="59436"/>
                </a:lnTo>
                <a:lnTo>
                  <a:pt x="64020" y="57912"/>
                </a:lnTo>
                <a:lnTo>
                  <a:pt x="135648" y="57912"/>
                </a:lnTo>
                <a:lnTo>
                  <a:pt x="138696" y="59436"/>
                </a:lnTo>
                <a:lnTo>
                  <a:pt x="143268" y="64008"/>
                </a:lnTo>
                <a:lnTo>
                  <a:pt x="144792" y="68580"/>
                </a:lnTo>
                <a:lnTo>
                  <a:pt x="144792" y="73152"/>
                </a:lnTo>
                <a:lnTo>
                  <a:pt x="147840" y="73152"/>
                </a:lnTo>
                <a:lnTo>
                  <a:pt x="147840" y="21336"/>
                </a:lnTo>
                <a:close/>
              </a:path>
              <a:path extrusionOk="0" h="567054" w="151129">
                <a:moveTo>
                  <a:pt x="150876" y="391668"/>
                </a:moveTo>
                <a:lnTo>
                  <a:pt x="143256" y="365760"/>
                </a:lnTo>
                <a:lnTo>
                  <a:pt x="143256" y="387096"/>
                </a:lnTo>
                <a:lnTo>
                  <a:pt x="142138" y="393674"/>
                </a:lnTo>
                <a:lnTo>
                  <a:pt x="109918" y="416814"/>
                </a:lnTo>
                <a:lnTo>
                  <a:pt x="90347" y="419087"/>
                </a:lnTo>
                <a:lnTo>
                  <a:pt x="80657" y="419087"/>
                </a:lnTo>
                <a:lnTo>
                  <a:pt x="73152" y="417576"/>
                </a:lnTo>
                <a:lnTo>
                  <a:pt x="67056" y="414528"/>
                </a:lnTo>
                <a:lnTo>
                  <a:pt x="60960" y="413004"/>
                </a:lnTo>
                <a:lnTo>
                  <a:pt x="57912" y="409956"/>
                </a:lnTo>
                <a:lnTo>
                  <a:pt x="54864" y="405384"/>
                </a:lnTo>
                <a:lnTo>
                  <a:pt x="53340" y="402336"/>
                </a:lnTo>
                <a:lnTo>
                  <a:pt x="51816" y="397764"/>
                </a:lnTo>
                <a:lnTo>
                  <a:pt x="51816" y="385572"/>
                </a:lnTo>
                <a:lnTo>
                  <a:pt x="91427" y="363308"/>
                </a:lnTo>
                <a:lnTo>
                  <a:pt x="103632" y="362712"/>
                </a:lnTo>
                <a:lnTo>
                  <a:pt x="113969" y="363029"/>
                </a:lnTo>
                <a:lnTo>
                  <a:pt x="143256" y="387096"/>
                </a:lnTo>
                <a:lnTo>
                  <a:pt x="143256" y="365760"/>
                </a:lnTo>
                <a:lnTo>
                  <a:pt x="109728" y="344233"/>
                </a:lnTo>
                <a:lnTo>
                  <a:pt x="96012" y="342900"/>
                </a:lnTo>
                <a:lnTo>
                  <a:pt x="86258" y="343496"/>
                </a:lnTo>
                <a:lnTo>
                  <a:pt x="48577" y="369570"/>
                </a:lnTo>
                <a:lnTo>
                  <a:pt x="44196" y="390144"/>
                </a:lnTo>
                <a:lnTo>
                  <a:pt x="44272" y="399669"/>
                </a:lnTo>
                <a:lnTo>
                  <a:pt x="70104" y="431292"/>
                </a:lnTo>
                <a:lnTo>
                  <a:pt x="97536" y="438912"/>
                </a:lnTo>
                <a:lnTo>
                  <a:pt x="107302" y="438086"/>
                </a:lnTo>
                <a:lnTo>
                  <a:pt x="141363" y="419087"/>
                </a:lnTo>
                <a:lnTo>
                  <a:pt x="149758" y="402336"/>
                </a:lnTo>
                <a:lnTo>
                  <a:pt x="150876" y="391668"/>
                </a:lnTo>
                <a:close/>
              </a:path>
              <a:path extrusionOk="0" h="567054" w="151129">
                <a:moveTo>
                  <a:pt x="150876" y="217932"/>
                </a:moveTo>
                <a:lnTo>
                  <a:pt x="64008" y="187452"/>
                </a:lnTo>
                <a:lnTo>
                  <a:pt x="56388" y="184404"/>
                </a:lnTo>
                <a:lnTo>
                  <a:pt x="51816" y="179832"/>
                </a:lnTo>
                <a:lnTo>
                  <a:pt x="50292" y="173736"/>
                </a:lnTo>
                <a:lnTo>
                  <a:pt x="47244" y="173736"/>
                </a:lnTo>
                <a:lnTo>
                  <a:pt x="47244" y="204216"/>
                </a:lnTo>
                <a:lnTo>
                  <a:pt x="50292" y="204216"/>
                </a:lnTo>
                <a:lnTo>
                  <a:pt x="50292" y="196596"/>
                </a:lnTo>
                <a:lnTo>
                  <a:pt x="51816" y="193548"/>
                </a:lnTo>
                <a:lnTo>
                  <a:pt x="53340" y="192024"/>
                </a:lnTo>
                <a:lnTo>
                  <a:pt x="57912" y="192024"/>
                </a:lnTo>
                <a:lnTo>
                  <a:pt x="62484" y="193548"/>
                </a:lnTo>
                <a:lnTo>
                  <a:pt x="65532" y="196596"/>
                </a:lnTo>
                <a:lnTo>
                  <a:pt x="120396" y="214884"/>
                </a:lnTo>
                <a:lnTo>
                  <a:pt x="64008" y="239268"/>
                </a:lnTo>
                <a:lnTo>
                  <a:pt x="54864" y="239268"/>
                </a:lnTo>
                <a:lnTo>
                  <a:pt x="50292" y="234696"/>
                </a:lnTo>
                <a:lnTo>
                  <a:pt x="50292" y="230124"/>
                </a:lnTo>
                <a:lnTo>
                  <a:pt x="47244" y="230124"/>
                </a:lnTo>
                <a:lnTo>
                  <a:pt x="47244" y="274320"/>
                </a:lnTo>
                <a:lnTo>
                  <a:pt x="50292" y="274320"/>
                </a:lnTo>
                <a:lnTo>
                  <a:pt x="50292" y="266700"/>
                </a:lnTo>
                <a:lnTo>
                  <a:pt x="51816" y="265176"/>
                </a:lnTo>
                <a:lnTo>
                  <a:pt x="53340" y="262128"/>
                </a:lnTo>
                <a:lnTo>
                  <a:pt x="62484" y="259080"/>
                </a:lnTo>
                <a:lnTo>
                  <a:pt x="74676" y="252984"/>
                </a:lnTo>
                <a:lnTo>
                  <a:pt x="121920" y="275844"/>
                </a:lnTo>
                <a:lnTo>
                  <a:pt x="65532" y="298704"/>
                </a:lnTo>
                <a:lnTo>
                  <a:pt x="62484" y="300228"/>
                </a:lnTo>
                <a:lnTo>
                  <a:pt x="53340" y="300228"/>
                </a:lnTo>
                <a:lnTo>
                  <a:pt x="51816" y="298704"/>
                </a:lnTo>
                <a:lnTo>
                  <a:pt x="51816" y="297180"/>
                </a:lnTo>
                <a:lnTo>
                  <a:pt x="50292" y="295656"/>
                </a:lnTo>
                <a:lnTo>
                  <a:pt x="50292" y="291084"/>
                </a:lnTo>
                <a:lnTo>
                  <a:pt x="47244" y="291084"/>
                </a:lnTo>
                <a:lnTo>
                  <a:pt x="47244" y="333756"/>
                </a:lnTo>
                <a:lnTo>
                  <a:pt x="50292" y="333756"/>
                </a:lnTo>
                <a:lnTo>
                  <a:pt x="51816" y="329184"/>
                </a:lnTo>
                <a:lnTo>
                  <a:pt x="53340" y="326136"/>
                </a:lnTo>
                <a:lnTo>
                  <a:pt x="54864" y="324612"/>
                </a:lnTo>
                <a:lnTo>
                  <a:pt x="56388" y="321564"/>
                </a:lnTo>
                <a:lnTo>
                  <a:pt x="65532" y="318516"/>
                </a:lnTo>
                <a:lnTo>
                  <a:pt x="150876" y="284988"/>
                </a:lnTo>
                <a:lnTo>
                  <a:pt x="150876" y="283464"/>
                </a:lnTo>
                <a:lnTo>
                  <a:pt x="83820" y="249936"/>
                </a:lnTo>
                <a:lnTo>
                  <a:pt x="150876" y="222504"/>
                </a:lnTo>
                <a:lnTo>
                  <a:pt x="150876" y="217932"/>
                </a:lnTo>
                <a:close/>
              </a:path>
              <a:path extrusionOk="0" h="567054" w="151129">
                <a:moveTo>
                  <a:pt x="150888" y="123444"/>
                </a:moveTo>
                <a:lnTo>
                  <a:pt x="150799" y="122669"/>
                </a:lnTo>
                <a:lnTo>
                  <a:pt x="150723" y="121920"/>
                </a:lnTo>
                <a:lnTo>
                  <a:pt x="150050" y="115735"/>
                </a:lnTo>
                <a:lnTo>
                  <a:pt x="118973" y="85521"/>
                </a:lnTo>
                <a:lnTo>
                  <a:pt x="111264" y="83820"/>
                </a:lnTo>
                <a:lnTo>
                  <a:pt x="109740" y="86868"/>
                </a:lnTo>
                <a:lnTo>
                  <a:pt x="118884" y="89916"/>
                </a:lnTo>
                <a:lnTo>
                  <a:pt x="124980" y="94488"/>
                </a:lnTo>
                <a:lnTo>
                  <a:pt x="131076" y="103632"/>
                </a:lnTo>
                <a:lnTo>
                  <a:pt x="132600" y="109728"/>
                </a:lnTo>
                <a:lnTo>
                  <a:pt x="132600" y="115735"/>
                </a:lnTo>
                <a:lnTo>
                  <a:pt x="105930" y="149352"/>
                </a:lnTo>
                <a:lnTo>
                  <a:pt x="86880" y="152400"/>
                </a:lnTo>
                <a:lnTo>
                  <a:pt x="86880" y="106680"/>
                </a:lnTo>
                <a:lnTo>
                  <a:pt x="86880" y="83820"/>
                </a:lnTo>
                <a:lnTo>
                  <a:pt x="79260" y="84302"/>
                </a:lnTo>
                <a:lnTo>
                  <a:pt x="79260" y="106680"/>
                </a:lnTo>
                <a:lnTo>
                  <a:pt x="79260" y="152400"/>
                </a:lnTo>
                <a:lnTo>
                  <a:pt x="70116" y="150876"/>
                </a:lnTo>
                <a:lnTo>
                  <a:pt x="64020" y="147828"/>
                </a:lnTo>
                <a:lnTo>
                  <a:pt x="59448" y="143256"/>
                </a:lnTo>
                <a:lnTo>
                  <a:pt x="53352" y="138684"/>
                </a:lnTo>
                <a:lnTo>
                  <a:pt x="51828" y="134112"/>
                </a:lnTo>
                <a:lnTo>
                  <a:pt x="51828" y="123444"/>
                </a:lnTo>
                <a:lnTo>
                  <a:pt x="53352" y="120396"/>
                </a:lnTo>
                <a:lnTo>
                  <a:pt x="54965" y="115735"/>
                </a:lnTo>
                <a:lnTo>
                  <a:pt x="60972" y="109728"/>
                </a:lnTo>
                <a:lnTo>
                  <a:pt x="65544" y="108204"/>
                </a:lnTo>
                <a:lnTo>
                  <a:pt x="68592" y="106680"/>
                </a:lnTo>
                <a:lnTo>
                  <a:pt x="79260" y="106680"/>
                </a:lnTo>
                <a:lnTo>
                  <a:pt x="79260" y="84302"/>
                </a:lnTo>
                <a:lnTo>
                  <a:pt x="77368" y="84416"/>
                </a:lnTo>
                <a:lnTo>
                  <a:pt x="44792" y="113347"/>
                </a:lnTo>
                <a:lnTo>
                  <a:pt x="44310" y="120396"/>
                </a:lnTo>
                <a:lnTo>
                  <a:pt x="44348" y="123444"/>
                </a:lnTo>
                <a:lnTo>
                  <a:pt x="66281" y="159931"/>
                </a:lnTo>
                <a:lnTo>
                  <a:pt x="99072" y="167640"/>
                </a:lnTo>
                <a:lnTo>
                  <a:pt x="109943" y="166789"/>
                </a:lnTo>
                <a:lnTo>
                  <a:pt x="119837" y="164211"/>
                </a:lnTo>
                <a:lnTo>
                  <a:pt x="128854" y="159931"/>
                </a:lnTo>
                <a:lnTo>
                  <a:pt x="137172" y="153924"/>
                </a:lnTo>
                <a:lnTo>
                  <a:pt x="138620" y="152400"/>
                </a:lnTo>
                <a:lnTo>
                  <a:pt x="143167" y="147662"/>
                </a:lnTo>
                <a:lnTo>
                  <a:pt x="147459" y="140398"/>
                </a:lnTo>
                <a:lnTo>
                  <a:pt x="150025" y="132283"/>
                </a:lnTo>
                <a:lnTo>
                  <a:pt x="150888" y="1234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184" name="Google Shape;5184;p83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5343144" y="8092439"/>
            <a:ext cx="158495" cy="132588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5" name="Google Shape;5185;p83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5343144" y="6739128"/>
            <a:ext cx="202659" cy="1281684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6" name="Google Shape;5186;p83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5343144" y="5298947"/>
            <a:ext cx="202691" cy="1374648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7" name="Google Shape;5187;p83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5343144" y="4352544"/>
            <a:ext cx="202691" cy="876299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8" name="Google Shape;5188;p83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5343144" y="3441191"/>
            <a:ext cx="202691" cy="841248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9" name="Google Shape;5189;p83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5343144" y="2962655"/>
            <a:ext cx="192024" cy="4069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190" name="Google Shape;5190;p83"/>
          <p:cNvGrpSpPr/>
          <p:nvPr/>
        </p:nvGrpSpPr>
        <p:grpSpPr>
          <a:xfrm>
            <a:off x="5344668" y="2511552"/>
            <a:ext cx="201295" cy="377951"/>
            <a:chOff x="5344668" y="2511552"/>
            <a:chExt cx="201295" cy="377951"/>
          </a:xfrm>
        </p:grpSpPr>
        <p:pic>
          <p:nvPicPr>
            <p:cNvPr id="5191" name="Google Shape;5191;p83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5364479" y="2642616"/>
              <a:ext cx="137160" cy="2468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192" name="Google Shape;5192;p83"/>
            <p:cNvSpPr/>
            <p:nvPr/>
          </p:nvSpPr>
          <p:spPr>
            <a:xfrm>
              <a:off x="5344668" y="2511552"/>
              <a:ext cx="201295" cy="106680"/>
            </a:xfrm>
            <a:custGeom>
              <a:rect b="b" l="l" r="r" t="t"/>
              <a:pathLst>
                <a:path extrusionOk="0" h="106680" w="201295">
                  <a:moveTo>
                    <a:pt x="156959" y="91440"/>
                  </a:moveTo>
                  <a:lnTo>
                    <a:pt x="155435" y="88392"/>
                  </a:lnTo>
                  <a:lnTo>
                    <a:pt x="150863" y="83820"/>
                  </a:lnTo>
                  <a:lnTo>
                    <a:pt x="147815" y="82296"/>
                  </a:lnTo>
                  <a:lnTo>
                    <a:pt x="141719" y="82296"/>
                  </a:lnTo>
                  <a:lnTo>
                    <a:pt x="138671" y="83820"/>
                  </a:lnTo>
                  <a:lnTo>
                    <a:pt x="134099" y="88392"/>
                  </a:lnTo>
                  <a:lnTo>
                    <a:pt x="132575" y="91440"/>
                  </a:lnTo>
                  <a:lnTo>
                    <a:pt x="132575" y="99060"/>
                  </a:lnTo>
                  <a:lnTo>
                    <a:pt x="134099" y="100584"/>
                  </a:lnTo>
                  <a:lnTo>
                    <a:pt x="135623" y="103632"/>
                  </a:lnTo>
                  <a:lnTo>
                    <a:pt x="138671" y="106680"/>
                  </a:lnTo>
                  <a:lnTo>
                    <a:pt x="150863" y="106680"/>
                  </a:lnTo>
                  <a:lnTo>
                    <a:pt x="153911" y="103632"/>
                  </a:lnTo>
                  <a:lnTo>
                    <a:pt x="155435" y="100584"/>
                  </a:lnTo>
                  <a:lnTo>
                    <a:pt x="156959" y="99060"/>
                  </a:lnTo>
                  <a:lnTo>
                    <a:pt x="156959" y="91440"/>
                  </a:lnTo>
                  <a:close/>
                </a:path>
                <a:path extrusionOk="0" h="106680" w="201295">
                  <a:moveTo>
                    <a:pt x="201168" y="60960"/>
                  </a:moveTo>
                  <a:lnTo>
                    <a:pt x="174371" y="25603"/>
                  </a:lnTo>
                  <a:lnTo>
                    <a:pt x="132207" y="4381"/>
                  </a:lnTo>
                  <a:lnTo>
                    <a:pt x="100584" y="0"/>
                  </a:lnTo>
                  <a:lnTo>
                    <a:pt x="89166" y="571"/>
                  </a:lnTo>
                  <a:lnTo>
                    <a:pt x="45504" y="13385"/>
                  </a:lnTo>
                  <a:lnTo>
                    <a:pt x="13500" y="38887"/>
                  </a:lnTo>
                  <a:lnTo>
                    <a:pt x="0" y="60960"/>
                  </a:lnTo>
                  <a:lnTo>
                    <a:pt x="4572" y="60960"/>
                  </a:lnTo>
                  <a:lnTo>
                    <a:pt x="9144" y="53340"/>
                  </a:lnTo>
                  <a:lnTo>
                    <a:pt x="19812" y="42672"/>
                  </a:lnTo>
                  <a:lnTo>
                    <a:pt x="25908" y="38100"/>
                  </a:lnTo>
                  <a:lnTo>
                    <a:pt x="44196" y="28956"/>
                  </a:lnTo>
                  <a:lnTo>
                    <a:pt x="51816" y="27432"/>
                  </a:lnTo>
                  <a:lnTo>
                    <a:pt x="60960" y="24384"/>
                  </a:lnTo>
                  <a:lnTo>
                    <a:pt x="81724" y="22288"/>
                  </a:lnTo>
                  <a:lnTo>
                    <a:pt x="92456" y="21602"/>
                  </a:lnTo>
                  <a:lnTo>
                    <a:pt x="103632" y="21336"/>
                  </a:lnTo>
                  <a:lnTo>
                    <a:pt x="113919" y="21628"/>
                  </a:lnTo>
                  <a:lnTo>
                    <a:pt x="153631" y="28244"/>
                  </a:lnTo>
                  <a:lnTo>
                    <a:pt x="187833" y="48387"/>
                  </a:lnTo>
                  <a:lnTo>
                    <a:pt x="196596" y="60960"/>
                  </a:lnTo>
                  <a:lnTo>
                    <a:pt x="201168" y="609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193" name="Google Shape;5193;p83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5620511" y="8932164"/>
            <a:ext cx="128015" cy="128015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4" name="Google Shape;5194;p83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5609844" y="7546847"/>
            <a:ext cx="201999" cy="1306068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5" name="Google Shape;5195;p83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5609844" y="5789676"/>
            <a:ext cx="202691" cy="169316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6" name="Google Shape;5196;p83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5609843" y="5408675"/>
            <a:ext cx="158496" cy="3124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7" name="Google Shape;5197;p83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5609844" y="4677155"/>
            <a:ext cx="202020" cy="665988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8" name="Google Shape;5198;p83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5609844" y="4475988"/>
            <a:ext cx="158495" cy="134111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9" name="Google Shape;5199;p83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5609844" y="4059935"/>
            <a:ext cx="158496" cy="3459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0" name="Google Shape;5200;p83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5609844" y="2308860"/>
            <a:ext cx="202691" cy="1682495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1" name="Google Shape;5201;p83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5876544" y="5600700"/>
            <a:ext cx="202691" cy="2590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2" name="Google Shape;5202;p83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5876544" y="5161787"/>
            <a:ext cx="202691" cy="368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3" name="Google Shape;5203;p83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5876544" y="4959096"/>
            <a:ext cx="158495" cy="134112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4" name="Google Shape;5204;p83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5876543" y="4053840"/>
            <a:ext cx="202687" cy="8412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5" name="Google Shape;5205;p83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5876544" y="3215640"/>
            <a:ext cx="202691" cy="7726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06" name="Google Shape;5206;p83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5207" name="Google Shape;5207;p83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08" name="Google Shape;5208;p83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209" name="Google Shape;5209;p83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210" name="Google Shape;5210;p83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211" name="Google Shape;5211;p83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6656832" y="1821179"/>
            <a:ext cx="114300" cy="1645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15" name="Shape 5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16" name="Google Shape;5216;p8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73707" y="9406128"/>
            <a:ext cx="73152" cy="731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17" name="Google Shape;5217;p84"/>
          <p:cNvGrpSpPr/>
          <p:nvPr/>
        </p:nvGrpSpPr>
        <p:grpSpPr>
          <a:xfrm>
            <a:off x="1400543" y="8345423"/>
            <a:ext cx="271780" cy="806197"/>
            <a:chOff x="1400543" y="8345423"/>
            <a:chExt cx="271780" cy="806197"/>
          </a:xfrm>
        </p:grpSpPr>
        <p:sp>
          <p:nvSpPr>
            <p:cNvPr id="5218" name="Google Shape;5218;p84"/>
            <p:cNvSpPr/>
            <p:nvPr/>
          </p:nvSpPr>
          <p:spPr>
            <a:xfrm>
              <a:off x="1400543" y="8458200"/>
              <a:ext cx="271780" cy="693420"/>
            </a:xfrm>
            <a:custGeom>
              <a:rect b="b" l="l" r="r" t="t"/>
              <a:pathLst>
                <a:path extrusionOk="0" h="693420" w="271780">
                  <a:moveTo>
                    <a:pt x="32016" y="327660"/>
                  </a:moveTo>
                  <a:lnTo>
                    <a:pt x="30492" y="323088"/>
                  </a:lnTo>
                  <a:lnTo>
                    <a:pt x="24396" y="316992"/>
                  </a:lnTo>
                  <a:lnTo>
                    <a:pt x="21348" y="315468"/>
                  </a:lnTo>
                  <a:lnTo>
                    <a:pt x="12204" y="315468"/>
                  </a:lnTo>
                  <a:lnTo>
                    <a:pt x="7632" y="316992"/>
                  </a:lnTo>
                  <a:lnTo>
                    <a:pt x="1536" y="323088"/>
                  </a:lnTo>
                  <a:lnTo>
                    <a:pt x="12" y="327660"/>
                  </a:lnTo>
                  <a:lnTo>
                    <a:pt x="12" y="335280"/>
                  </a:lnTo>
                  <a:lnTo>
                    <a:pt x="1536" y="339852"/>
                  </a:lnTo>
                  <a:lnTo>
                    <a:pt x="7632" y="345948"/>
                  </a:lnTo>
                  <a:lnTo>
                    <a:pt x="12204" y="347472"/>
                  </a:lnTo>
                  <a:lnTo>
                    <a:pt x="21348" y="347472"/>
                  </a:lnTo>
                  <a:lnTo>
                    <a:pt x="24396" y="345948"/>
                  </a:lnTo>
                  <a:lnTo>
                    <a:pt x="30492" y="339852"/>
                  </a:lnTo>
                  <a:lnTo>
                    <a:pt x="32016" y="335280"/>
                  </a:lnTo>
                  <a:lnTo>
                    <a:pt x="32016" y="327660"/>
                  </a:lnTo>
                  <a:close/>
                </a:path>
                <a:path extrusionOk="0" h="693420" w="271780">
                  <a:moveTo>
                    <a:pt x="207264" y="569976"/>
                  </a:moveTo>
                  <a:lnTo>
                    <a:pt x="202704" y="569976"/>
                  </a:lnTo>
                  <a:lnTo>
                    <a:pt x="202704" y="583692"/>
                  </a:lnTo>
                  <a:lnTo>
                    <a:pt x="201180" y="589788"/>
                  </a:lnTo>
                  <a:lnTo>
                    <a:pt x="196608" y="592836"/>
                  </a:lnTo>
                  <a:lnTo>
                    <a:pt x="193560" y="595884"/>
                  </a:lnTo>
                  <a:lnTo>
                    <a:pt x="185928" y="597408"/>
                  </a:lnTo>
                  <a:lnTo>
                    <a:pt x="19824" y="597408"/>
                  </a:lnTo>
                  <a:lnTo>
                    <a:pt x="19824" y="560832"/>
                  </a:lnTo>
                  <a:lnTo>
                    <a:pt x="45732" y="533400"/>
                  </a:lnTo>
                  <a:lnTo>
                    <a:pt x="54876" y="533400"/>
                  </a:lnTo>
                  <a:lnTo>
                    <a:pt x="54876" y="527304"/>
                  </a:lnTo>
                  <a:lnTo>
                    <a:pt x="9156" y="528828"/>
                  </a:lnTo>
                  <a:lnTo>
                    <a:pt x="9156" y="691896"/>
                  </a:lnTo>
                  <a:lnTo>
                    <a:pt x="54876" y="693420"/>
                  </a:lnTo>
                  <a:lnTo>
                    <a:pt x="54876" y="687324"/>
                  </a:lnTo>
                  <a:lnTo>
                    <a:pt x="45732" y="687324"/>
                  </a:lnTo>
                  <a:lnTo>
                    <a:pt x="38112" y="684276"/>
                  </a:lnTo>
                  <a:lnTo>
                    <a:pt x="33540" y="681228"/>
                  </a:lnTo>
                  <a:lnTo>
                    <a:pt x="27444" y="678180"/>
                  </a:lnTo>
                  <a:lnTo>
                    <a:pt x="24396" y="673608"/>
                  </a:lnTo>
                  <a:lnTo>
                    <a:pt x="21348" y="664464"/>
                  </a:lnTo>
                  <a:lnTo>
                    <a:pt x="19824" y="658368"/>
                  </a:lnTo>
                  <a:lnTo>
                    <a:pt x="19824" y="624840"/>
                  </a:lnTo>
                  <a:lnTo>
                    <a:pt x="184416" y="624840"/>
                  </a:lnTo>
                  <a:lnTo>
                    <a:pt x="192036" y="626364"/>
                  </a:lnTo>
                  <a:lnTo>
                    <a:pt x="201180" y="630936"/>
                  </a:lnTo>
                  <a:lnTo>
                    <a:pt x="202704" y="637032"/>
                  </a:lnTo>
                  <a:lnTo>
                    <a:pt x="202704" y="652272"/>
                  </a:lnTo>
                  <a:lnTo>
                    <a:pt x="207264" y="652272"/>
                  </a:lnTo>
                  <a:lnTo>
                    <a:pt x="207264" y="569976"/>
                  </a:lnTo>
                  <a:close/>
                </a:path>
                <a:path extrusionOk="0" h="693420" w="271780">
                  <a:moveTo>
                    <a:pt x="207264" y="373380"/>
                  </a:moveTo>
                  <a:lnTo>
                    <a:pt x="202692" y="373380"/>
                  </a:lnTo>
                  <a:lnTo>
                    <a:pt x="202692" y="384048"/>
                  </a:lnTo>
                  <a:lnTo>
                    <a:pt x="201168" y="387096"/>
                  </a:lnTo>
                  <a:lnTo>
                    <a:pt x="198120" y="390144"/>
                  </a:lnTo>
                  <a:lnTo>
                    <a:pt x="192024" y="393192"/>
                  </a:lnTo>
                  <a:lnTo>
                    <a:pt x="131064" y="393192"/>
                  </a:lnTo>
                  <a:lnTo>
                    <a:pt x="119380" y="393458"/>
                  </a:lnTo>
                  <a:lnTo>
                    <a:pt x="80772" y="403860"/>
                  </a:lnTo>
                  <a:lnTo>
                    <a:pt x="70104" y="420624"/>
                  </a:lnTo>
                  <a:lnTo>
                    <a:pt x="70104" y="435864"/>
                  </a:lnTo>
                  <a:lnTo>
                    <a:pt x="99060" y="473964"/>
                  </a:lnTo>
                  <a:lnTo>
                    <a:pt x="0" y="473964"/>
                  </a:lnTo>
                  <a:lnTo>
                    <a:pt x="0" y="481584"/>
                  </a:lnTo>
                  <a:lnTo>
                    <a:pt x="16764" y="521208"/>
                  </a:lnTo>
                  <a:lnTo>
                    <a:pt x="21336" y="519684"/>
                  </a:lnTo>
                  <a:lnTo>
                    <a:pt x="19812" y="515112"/>
                  </a:lnTo>
                  <a:lnTo>
                    <a:pt x="19812" y="504444"/>
                  </a:lnTo>
                  <a:lnTo>
                    <a:pt x="22860" y="501396"/>
                  </a:lnTo>
                  <a:lnTo>
                    <a:pt x="25908" y="499872"/>
                  </a:lnTo>
                  <a:lnTo>
                    <a:pt x="28956" y="499872"/>
                  </a:lnTo>
                  <a:lnTo>
                    <a:pt x="32385" y="498995"/>
                  </a:lnTo>
                  <a:lnTo>
                    <a:pt x="38100" y="498538"/>
                  </a:lnTo>
                  <a:lnTo>
                    <a:pt x="56388" y="498348"/>
                  </a:lnTo>
                  <a:lnTo>
                    <a:pt x="185928" y="498348"/>
                  </a:lnTo>
                  <a:lnTo>
                    <a:pt x="192024" y="499872"/>
                  </a:lnTo>
                  <a:lnTo>
                    <a:pt x="195072" y="499872"/>
                  </a:lnTo>
                  <a:lnTo>
                    <a:pt x="198120" y="501396"/>
                  </a:lnTo>
                  <a:lnTo>
                    <a:pt x="199644" y="502920"/>
                  </a:lnTo>
                  <a:lnTo>
                    <a:pt x="199644" y="504444"/>
                  </a:lnTo>
                  <a:lnTo>
                    <a:pt x="202692" y="507492"/>
                  </a:lnTo>
                  <a:lnTo>
                    <a:pt x="202692" y="518160"/>
                  </a:lnTo>
                  <a:lnTo>
                    <a:pt x="207264" y="518160"/>
                  </a:lnTo>
                  <a:lnTo>
                    <a:pt x="207264" y="454152"/>
                  </a:lnTo>
                  <a:lnTo>
                    <a:pt x="202692" y="454152"/>
                  </a:lnTo>
                  <a:lnTo>
                    <a:pt x="202692" y="464820"/>
                  </a:lnTo>
                  <a:lnTo>
                    <a:pt x="199644" y="470916"/>
                  </a:lnTo>
                  <a:lnTo>
                    <a:pt x="198120" y="472440"/>
                  </a:lnTo>
                  <a:lnTo>
                    <a:pt x="195072" y="472440"/>
                  </a:lnTo>
                  <a:lnTo>
                    <a:pt x="192024" y="473964"/>
                  </a:lnTo>
                  <a:lnTo>
                    <a:pt x="108204" y="473964"/>
                  </a:lnTo>
                  <a:lnTo>
                    <a:pt x="100584" y="466344"/>
                  </a:lnTo>
                  <a:lnTo>
                    <a:pt x="96012" y="460248"/>
                  </a:lnTo>
                  <a:lnTo>
                    <a:pt x="92964" y="455676"/>
                  </a:lnTo>
                  <a:lnTo>
                    <a:pt x="89916" y="449580"/>
                  </a:lnTo>
                  <a:lnTo>
                    <a:pt x="88392" y="445008"/>
                  </a:lnTo>
                  <a:lnTo>
                    <a:pt x="88392" y="435864"/>
                  </a:lnTo>
                  <a:lnTo>
                    <a:pt x="89916" y="431292"/>
                  </a:lnTo>
                  <a:lnTo>
                    <a:pt x="92964" y="428244"/>
                  </a:lnTo>
                  <a:lnTo>
                    <a:pt x="94488" y="423672"/>
                  </a:lnTo>
                  <a:lnTo>
                    <a:pt x="131064" y="417576"/>
                  </a:lnTo>
                  <a:lnTo>
                    <a:pt x="192024" y="417576"/>
                  </a:lnTo>
                  <a:lnTo>
                    <a:pt x="198120" y="420624"/>
                  </a:lnTo>
                  <a:lnTo>
                    <a:pt x="199644" y="423672"/>
                  </a:lnTo>
                  <a:lnTo>
                    <a:pt x="202692" y="425196"/>
                  </a:lnTo>
                  <a:lnTo>
                    <a:pt x="202692" y="437388"/>
                  </a:lnTo>
                  <a:lnTo>
                    <a:pt x="207264" y="437388"/>
                  </a:lnTo>
                  <a:lnTo>
                    <a:pt x="207264" y="373380"/>
                  </a:lnTo>
                  <a:close/>
                </a:path>
                <a:path extrusionOk="0" h="693420" w="271780">
                  <a:moveTo>
                    <a:pt x="207264" y="141732"/>
                  </a:moveTo>
                  <a:lnTo>
                    <a:pt x="202692" y="141732"/>
                  </a:lnTo>
                  <a:lnTo>
                    <a:pt x="202692" y="152400"/>
                  </a:lnTo>
                  <a:lnTo>
                    <a:pt x="201168" y="155448"/>
                  </a:lnTo>
                  <a:lnTo>
                    <a:pt x="198120" y="158496"/>
                  </a:lnTo>
                  <a:lnTo>
                    <a:pt x="192024" y="161544"/>
                  </a:lnTo>
                  <a:lnTo>
                    <a:pt x="120396" y="161544"/>
                  </a:lnTo>
                  <a:lnTo>
                    <a:pt x="112064" y="161836"/>
                  </a:lnTo>
                  <a:lnTo>
                    <a:pt x="105156" y="162687"/>
                  </a:lnTo>
                  <a:lnTo>
                    <a:pt x="99402" y="164122"/>
                  </a:lnTo>
                  <a:lnTo>
                    <a:pt x="94488" y="166116"/>
                  </a:lnTo>
                  <a:lnTo>
                    <a:pt x="85344" y="169164"/>
                  </a:lnTo>
                  <a:lnTo>
                    <a:pt x="79248" y="173736"/>
                  </a:lnTo>
                  <a:lnTo>
                    <a:pt x="76200" y="178308"/>
                  </a:lnTo>
                  <a:lnTo>
                    <a:pt x="70104" y="190500"/>
                  </a:lnTo>
                  <a:lnTo>
                    <a:pt x="70104" y="198120"/>
                  </a:lnTo>
                  <a:lnTo>
                    <a:pt x="72059" y="208673"/>
                  </a:lnTo>
                  <a:lnTo>
                    <a:pt x="77724" y="219646"/>
                  </a:lnTo>
                  <a:lnTo>
                    <a:pt x="86829" y="230911"/>
                  </a:lnTo>
                  <a:lnTo>
                    <a:pt x="99060" y="242316"/>
                  </a:lnTo>
                  <a:lnTo>
                    <a:pt x="70104" y="242316"/>
                  </a:lnTo>
                  <a:lnTo>
                    <a:pt x="70104" y="249936"/>
                  </a:lnTo>
                  <a:lnTo>
                    <a:pt x="86868" y="289560"/>
                  </a:lnTo>
                  <a:lnTo>
                    <a:pt x="91440" y="288036"/>
                  </a:lnTo>
                  <a:lnTo>
                    <a:pt x="89916" y="283464"/>
                  </a:lnTo>
                  <a:lnTo>
                    <a:pt x="89916" y="272796"/>
                  </a:lnTo>
                  <a:lnTo>
                    <a:pt x="92964" y="269748"/>
                  </a:lnTo>
                  <a:lnTo>
                    <a:pt x="96012" y="269748"/>
                  </a:lnTo>
                  <a:lnTo>
                    <a:pt x="99060" y="268224"/>
                  </a:lnTo>
                  <a:lnTo>
                    <a:pt x="116205" y="266941"/>
                  </a:lnTo>
                  <a:lnTo>
                    <a:pt x="126492" y="266700"/>
                  </a:lnTo>
                  <a:lnTo>
                    <a:pt x="187452" y="266700"/>
                  </a:lnTo>
                  <a:lnTo>
                    <a:pt x="195072" y="268224"/>
                  </a:lnTo>
                  <a:lnTo>
                    <a:pt x="198120" y="271272"/>
                  </a:lnTo>
                  <a:lnTo>
                    <a:pt x="201168" y="272796"/>
                  </a:lnTo>
                  <a:lnTo>
                    <a:pt x="202692" y="277368"/>
                  </a:lnTo>
                  <a:lnTo>
                    <a:pt x="202692" y="286512"/>
                  </a:lnTo>
                  <a:lnTo>
                    <a:pt x="207264" y="286512"/>
                  </a:lnTo>
                  <a:lnTo>
                    <a:pt x="207264" y="222504"/>
                  </a:lnTo>
                  <a:lnTo>
                    <a:pt x="202692" y="222504"/>
                  </a:lnTo>
                  <a:lnTo>
                    <a:pt x="202692" y="234696"/>
                  </a:lnTo>
                  <a:lnTo>
                    <a:pt x="201168" y="236220"/>
                  </a:lnTo>
                  <a:lnTo>
                    <a:pt x="199644" y="239268"/>
                  </a:lnTo>
                  <a:lnTo>
                    <a:pt x="198120" y="240792"/>
                  </a:lnTo>
                  <a:lnTo>
                    <a:pt x="195072" y="242316"/>
                  </a:lnTo>
                  <a:lnTo>
                    <a:pt x="108204" y="242316"/>
                  </a:lnTo>
                  <a:lnTo>
                    <a:pt x="99974" y="234061"/>
                  </a:lnTo>
                  <a:lnTo>
                    <a:pt x="93726" y="225361"/>
                  </a:lnTo>
                  <a:lnTo>
                    <a:pt x="89776" y="216395"/>
                  </a:lnTo>
                  <a:lnTo>
                    <a:pt x="88392" y="207264"/>
                  </a:lnTo>
                  <a:lnTo>
                    <a:pt x="88392" y="199644"/>
                  </a:lnTo>
                  <a:lnTo>
                    <a:pt x="123444" y="185928"/>
                  </a:lnTo>
                  <a:lnTo>
                    <a:pt x="185928" y="185928"/>
                  </a:lnTo>
                  <a:lnTo>
                    <a:pt x="190500" y="187452"/>
                  </a:lnTo>
                  <a:lnTo>
                    <a:pt x="195072" y="187452"/>
                  </a:lnTo>
                  <a:lnTo>
                    <a:pt x="198120" y="188976"/>
                  </a:lnTo>
                  <a:lnTo>
                    <a:pt x="199644" y="192024"/>
                  </a:lnTo>
                  <a:lnTo>
                    <a:pt x="202692" y="193548"/>
                  </a:lnTo>
                  <a:lnTo>
                    <a:pt x="202692" y="205740"/>
                  </a:lnTo>
                  <a:lnTo>
                    <a:pt x="207264" y="205740"/>
                  </a:lnTo>
                  <a:lnTo>
                    <a:pt x="207264" y="141732"/>
                  </a:lnTo>
                  <a:close/>
                </a:path>
                <a:path extrusionOk="0" h="693420" w="271780">
                  <a:moveTo>
                    <a:pt x="207276" y="298704"/>
                  </a:moveTo>
                  <a:lnTo>
                    <a:pt x="202704" y="298704"/>
                  </a:lnTo>
                  <a:lnTo>
                    <a:pt x="202704" y="309372"/>
                  </a:lnTo>
                  <a:lnTo>
                    <a:pt x="201180" y="310896"/>
                  </a:lnTo>
                  <a:lnTo>
                    <a:pt x="199656" y="313944"/>
                  </a:lnTo>
                  <a:lnTo>
                    <a:pt x="198132" y="315468"/>
                  </a:lnTo>
                  <a:lnTo>
                    <a:pt x="192036" y="318516"/>
                  </a:lnTo>
                  <a:lnTo>
                    <a:pt x="70116" y="318516"/>
                  </a:lnTo>
                  <a:lnTo>
                    <a:pt x="70116" y="324612"/>
                  </a:lnTo>
                  <a:lnTo>
                    <a:pt x="86880" y="365760"/>
                  </a:lnTo>
                  <a:lnTo>
                    <a:pt x="91452" y="364236"/>
                  </a:lnTo>
                  <a:lnTo>
                    <a:pt x="89928" y="359664"/>
                  </a:lnTo>
                  <a:lnTo>
                    <a:pt x="89928" y="348996"/>
                  </a:lnTo>
                  <a:lnTo>
                    <a:pt x="94500" y="344424"/>
                  </a:lnTo>
                  <a:lnTo>
                    <a:pt x="97548" y="344424"/>
                  </a:lnTo>
                  <a:lnTo>
                    <a:pt x="102069" y="343547"/>
                  </a:lnTo>
                  <a:lnTo>
                    <a:pt x="108597" y="343090"/>
                  </a:lnTo>
                  <a:lnTo>
                    <a:pt x="118008" y="342900"/>
                  </a:lnTo>
                  <a:lnTo>
                    <a:pt x="192036" y="342900"/>
                  </a:lnTo>
                  <a:lnTo>
                    <a:pt x="198132" y="345948"/>
                  </a:lnTo>
                  <a:lnTo>
                    <a:pt x="199656" y="347472"/>
                  </a:lnTo>
                  <a:lnTo>
                    <a:pt x="201180" y="350520"/>
                  </a:lnTo>
                  <a:lnTo>
                    <a:pt x="202704" y="352044"/>
                  </a:lnTo>
                  <a:lnTo>
                    <a:pt x="202704" y="362712"/>
                  </a:lnTo>
                  <a:lnTo>
                    <a:pt x="207276" y="362712"/>
                  </a:lnTo>
                  <a:lnTo>
                    <a:pt x="207276" y="342900"/>
                  </a:lnTo>
                  <a:lnTo>
                    <a:pt x="207276" y="298704"/>
                  </a:lnTo>
                  <a:close/>
                </a:path>
                <a:path extrusionOk="0" h="693420" w="271780">
                  <a:moveTo>
                    <a:pt x="271233" y="75590"/>
                  </a:moveTo>
                  <a:lnTo>
                    <a:pt x="260540" y="29337"/>
                  </a:lnTo>
                  <a:lnTo>
                    <a:pt x="252857" y="18923"/>
                  </a:lnTo>
                  <a:lnTo>
                    <a:pt x="252857" y="65532"/>
                  </a:lnTo>
                  <a:lnTo>
                    <a:pt x="252437" y="75590"/>
                  </a:lnTo>
                  <a:lnTo>
                    <a:pt x="237744" y="114300"/>
                  </a:lnTo>
                  <a:lnTo>
                    <a:pt x="228600" y="114300"/>
                  </a:lnTo>
                  <a:lnTo>
                    <a:pt x="225552" y="112776"/>
                  </a:lnTo>
                  <a:lnTo>
                    <a:pt x="220980" y="111252"/>
                  </a:lnTo>
                  <a:lnTo>
                    <a:pt x="216408" y="108204"/>
                  </a:lnTo>
                  <a:lnTo>
                    <a:pt x="213360" y="105156"/>
                  </a:lnTo>
                  <a:lnTo>
                    <a:pt x="211328" y="103632"/>
                  </a:lnTo>
                  <a:lnTo>
                    <a:pt x="207264" y="100584"/>
                  </a:lnTo>
                  <a:lnTo>
                    <a:pt x="208076" y="91440"/>
                  </a:lnTo>
                  <a:lnTo>
                    <a:pt x="208191" y="89369"/>
                  </a:lnTo>
                  <a:lnTo>
                    <a:pt x="208292" y="86868"/>
                  </a:lnTo>
                  <a:lnTo>
                    <a:pt x="208407" y="83820"/>
                  </a:lnTo>
                  <a:lnTo>
                    <a:pt x="208483" y="81851"/>
                  </a:lnTo>
                  <a:lnTo>
                    <a:pt x="208597" y="78676"/>
                  </a:lnTo>
                  <a:lnTo>
                    <a:pt x="208711" y="70104"/>
                  </a:lnTo>
                  <a:lnTo>
                    <a:pt x="208826" y="48463"/>
                  </a:lnTo>
                  <a:lnTo>
                    <a:pt x="208940" y="47180"/>
                  </a:lnTo>
                  <a:lnTo>
                    <a:pt x="219456" y="9144"/>
                  </a:lnTo>
                  <a:lnTo>
                    <a:pt x="231648" y="9144"/>
                  </a:lnTo>
                  <a:lnTo>
                    <a:pt x="252412" y="49657"/>
                  </a:lnTo>
                  <a:lnTo>
                    <a:pt x="252564" y="52959"/>
                  </a:lnTo>
                  <a:lnTo>
                    <a:pt x="252653" y="54864"/>
                  </a:lnTo>
                  <a:lnTo>
                    <a:pt x="252780" y="57899"/>
                  </a:lnTo>
                  <a:lnTo>
                    <a:pt x="252857" y="65532"/>
                  </a:lnTo>
                  <a:lnTo>
                    <a:pt x="252857" y="18923"/>
                  </a:lnTo>
                  <a:lnTo>
                    <a:pt x="219456" y="0"/>
                  </a:lnTo>
                  <a:lnTo>
                    <a:pt x="210312" y="0"/>
                  </a:lnTo>
                  <a:lnTo>
                    <a:pt x="204216" y="3048"/>
                  </a:lnTo>
                  <a:lnTo>
                    <a:pt x="198120" y="9144"/>
                  </a:lnTo>
                  <a:lnTo>
                    <a:pt x="192024" y="13716"/>
                  </a:lnTo>
                  <a:lnTo>
                    <a:pt x="188976" y="21336"/>
                  </a:lnTo>
                  <a:lnTo>
                    <a:pt x="188887" y="21907"/>
                  </a:lnTo>
                  <a:lnTo>
                    <a:pt x="188836" y="22199"/>
                  </a:lnTo>
                  <a:lnTo>
                    <a:pt x="188722" y="22860"/>
                  </a:lnTo>
                  <a:lnTo>
                    <a:pt x="188633" y="23431"/>
                  </a:lnTo>
                  <a:lnTo>
                    <a:pt x="187452" y="30480"/>
                  </a:lnTo>
                  <a:lnTo>
                    <a:pt x="187452" y="88392"/>
                  </a:lnTo>
                  <a:lnTo>
                    <a:pt x="185928" y="91440"/>
                  </a:lnTo>
                  <a:lnTo>
                    <a:pt x="185928" y="96012"/>
                  </a:lnTo>
                  <a:lnTo>
                    <a:pt x="182880" y="102108"/>
                  </a:lnTo>
                  <a:lnTo>
                    <a:pt x="181356" y="103632"/>
                  </a:lnTo>
                  <a:lnTo>
                    <a:pt x="173736" y="103632"/>
                  </a:lnTo>
                  <a:lnTo>
                    <a:pt x="172212" y="100584"/>
                  </a:lnTo>
                  <a:lnTo>
                    <a:pt x="169164" y="99060"/>
                  </a:lnTo>
                  <a:lnTo>
                    <a:pt x="161544" y="91440"/>
                  </a:lnTo>
                  <a:lnTo>
                    <a:pt x="164592" y="83820"/>
                  </a:lnTo>
                  <a:lnTo>
                    <a:pt x="164515" y="70104"/>
                  </a:lnTo>
                  <a:lnTo>
                    <a:pt x="156972" y="39446"/>
                  </a:lnTo>
                  <a:lnTo>
                    <a:pt x="156972" y="60960"/>
                  </a:lnTo>
                  <a:lnTo>
                    <a:pt x="156972" y="77724"/>
                  </a:lnTo>
                  <a:lnTo>
                    <a:pt x="123621" y="98475"/>
                  </a:lnTo>
                  <a:lnTo>
                    <a:pt x="112776" y="99060"/>
                  </a:lnTo>
                  <a:lnTo>
                    <a:pt x="104444" y="98729"/>
                  </a:lnTo>
                  <a:lnTo>
                    <a:pt x="97536" y="97536"/>
                  </a:lnTo>
                  <a:lnTo>
                    <a:pt x="91782" y="95211"/>
                  </a:lnTo>
                  <a:lnTo>
                    <a:pt x="86868" y="91440"/>
                  </a:lnTo>
                  <a:lnTo>
                    <a:pt x="80772" y="86868"/>
                  </a:lnTo>
                  <a:lnTo>
                    <a:pt x="77724" y="80772"/>
                  </a:lnTo>
                  <a:lnTo>
                    <a:pt x="77724" y="65532"/>
                  </a:lnTo>
                  <a:lnTo>
                    <a:pt x="79552" y="60960"/>
                  </a:lnTo>
                  <a:lnTo>
                    <a:pt x="80822" y="57899"/>
                  </a:lnTo>
                  <a:lnTo>
                    <a:pt x="88392" y="53340"/>
                  </a:lnTo>
                  <a:lnTo>
                    <a:pt x="94945" y="48463"/>
                  </a:lnTo>
                  <a:lnTo>
                    <a:pt x="103060" y="45148"/>
                  </a:lnTo>
                  <a:lnTo>
                    <a:pt x="112852" y="43230"/>
                  </a:lnTo>
                  <a:lnTo>
                    <a:pt x="113487" y="43230"/>
                  </a:lnTo>
                  <a:lnTo>
                    <a:pt x="123444" y="42672"/>
                  </a:lnTo>
                  <a:lnTo>
                    <a:pt x="156972" y="60960"/>
                  </a:lnTo>
                  <a:lnTo>
                    <a:pt x="156972" y="39446"/>
                  </a:lnTo>
                  <a:lnTo>
                    <a:pt x="121920" y="18288"/>
                  </a:lnTo>
                  <a:lnTo>
                    <a:pt x="114211" y="18859"/>
                  </a:lnTo>
                  <a:lnTo>
                    <a:pt x="107061" y="20574"/>
                  </a:lnTo>
                  <a:lnTo>
                    <a:pt x="100495" y="23431"/>
                  </a:lnTo>
                  <a:lnTo>
                    <a:pt x="94488" y="27432"/>
                  </a:lnTo>
                  <a:lnTo>
                    <a:pt x="94488" y="1524"/>
                  </a:lnTo>
                  <a:lnTo>
                    <a:pt x="92964" y="1524"/>
                  </a:lnTo>
                  <a:lnTo>
                    <a:pt x="92964" y="0"/>
                  </a:lnTo>
                  <a:lnTo>
                    <a:pt x="83820" y="0"/>
                  </a:lnTo>
                  <a:lnTo>
                    <a:pt x="82296" y="1524"/>
                  </a:lnTo>
                  <a:lnTo>
                    <a:pt x="82296" y="3048"/>
                  </a:lnTo>
                  <a:lnTo>
                    <a:pt x="80772" y="3048"/>
                  </a:lnTo>
                  <a:lnTo>
                    <a:pt x="80772" y="38100"/>
                  </a:lnTo>
                  <a:lnTo>
                    <a:pt x="76593" y="45148"/>
                  </a:lnTo>
                  <a:lnTo>
                    <a:pt x="73152" y="52959"/>
                  </a:lnTo>
                  <a:lnTo>
                    <a:pt x="73050" y="53340"/>
                  </a:lnTo>
                  <a:lnTo>
                    <a:pt x="70916" y="61252"/>
                  </a:lnTo>
                  <a:lnTo>
                    <a:pt x="70802" y="62484"/>
                  </a:lnTo>
                  <a:lnTo>
                    <a:pt x="79108" y="100761"/>
                  </a:lnTo>
                  <a:lnTo>
                    <a:pt x="118872" y="123444"/>
                  </a:lnTo>
                  <a:lnTo>
                    <a:pt x="128016" y="123444"/>
                  </a:lnTo>
                  <a:lnTo>
                    <a:pt x="135636" y="121920"/>
                  </a:lnTo>
                  <a:lnTo>
                    <a:pt x="141732" y="117348"/>
                  </a:lnTo>
                  <a:lnTo>
                    <a:pt x="149352" y="112776"/>
                  </a:lnTo>
                  <a:lnTo>
                    <a:pt x="155448" y="106680"/>
                  </a:lnTo>
                  <a:lnTo>
                    <a:pt x="158496" y="99060"/>
                  </a:lnTo>
                  <a:lnTo>
                    <a:pt x="164807" y="106235"/>
                  </a:lnTo>
                  <a:lnTo>
                    <a:pt x="187452" y="123444"/>
                  </a:lnTo>
                  <a:lnTo>
                    <a:pt x="193548" y="123444"/>
                  </a:lnTo>
                  <a:lnTo>
                    <a:pt x="196596" y="121920"/>
                  </a:lnTo>
                  <a:lnTo>
                    <a:pt x="204216" y="114300"/>
                  </a:lnTo>
                  <a:lnTo>
                    <a:pt x="207264" y="108204"/>
                  </a:lnTo>
                  <a:lnTo>
                    <a:pt x="222504" y="123444"/>
                  </a:lnTo>
                  <a:lnTo>
                    <a:pt x="228600" y="128016"/>
                  </a:lnTo>
                  <a:lnTo>
                    <a:pt x="233172" y="131064"/>
                  </a:lnTo>
                  <a:lnTo>
                    <a:pt x="237744" y="132588"/>
                  </a:lnTo>
                  <a:lnTo>
                    <a:pt x="239268" y="134112"/>
                  </a:lnTo>
                  <a:lnTo>
                    <a:pt x="249936" y="134112"/>
                  </a:lnTo>
                  <a:lnTo>
                    <a:pt x="254508" y="131064"/>
                  </a:lnTo>
                  <a:lnTo>
                    <a:pt x="270662" y="89369"/>
                  </a:lnTo>
                  <a:lnTo>
                    <a:pt x="270776" y="86868"/>
                  </a:lnTo>
                  <a:lnTo>
                    <a:pt x="271157" y="78676"/>
                  </a:lnTo>
                  <a:lnTo>
                    <a:pt x="271233" y="755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219" name="Google Shape;5219;p8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470659" y="8345423"/>
              <a:ext cx="140208" cy="914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220" name="Google Shape;5220;p84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400556" y="7444740"/>
            <a:ext cx="271271" cy="8122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21" name="Google Shape;5221;p84"/>
          <p:cNvGrpSpPr/>
          <p:nvPr/>
        </p:nvGrpSpPr>
        <p:grpSpPr>
          <a:xfrm>
            <a:off x="1470647" y="6667500"/>
            <a:ext cx="140335" cy="701548"/>
            <a:chOff x="1470647" y="6667500"/>
            <a:chExt cx="140335" cy="701548"/>
          </a:xfrm>
        </p:grpSpPr>
        <p:sp>
          <p:nvSpPr>
            <p:cNvPr id="5222" name="Google Shape;5222;p84"/>
            <p:cNvSpPr/>
            <p:nvPr/>
          </p:nvSpPr>
          <p:spPr>
            <a:xfrm>
              <a:off x="1470647" y="6800088"/>
              <a:ext cx="140335" cy="568960"/>
            </a:xfrm>
            <a:custGeom>
              <a:rect b="b" l="l" r="r" t="t"/>
              <a:pathLst>
                <a:path extrusionOk="0" h="568959" w="140334">
                  <a:moveTo>
                    <a:pt x="137160" y="135636"/>
                  </a:moveTo>
                  <a:lnTo>
                    <a:pt x="132588" y="135636"/>
                  </a:lnTo>
                  <a:lnTo>
                    <a:pt x="132588" y="147828"/>
                  </a:lnTo>
                  <a:lnTo>
                    <a:pt x="131064" y="150876"/>
                  </a:lnTo>
                  <a:lnTo>
                    <a:pt x="128016" y="153924"/>
                  </a:lnTo>
                  <a:lnTo>
                    <a:pt x="126492" y="156972"/>
                  </a:lnTo>
                  <a:lnTo>
                    <a:pt x="120396" y="160020"/>
                  </a:lnTo>
                  <a:lnTo>
                    <a:pt x="44196" y="160020"/>
                  </a:lnTo>
                  <a:lnTo>
                    <a:pt x="35052" y="155448"/>
                  </a:lnTo>
                  <a:lnTo>
                    <a:pt x="28956" y="150876"/>
                  </a:lnTo>
                  <a:lnTo>
                    <a:pt x="21336" y="143256"/>
                  </a:lnTo>
                  <a:lnTo>
                    <a:pt x="21336" y="138684"/>
                  </a:lnTo>
                  <a:lnTo>
                    <a:pt x="24384" y="135636"/>
                  </a:lnTo>
                  <a:lnTo>
                    <a:pt x="27432" y="131064"/>
                  </a:lnTo>
                  <a:lnTo>
                    <a:pt x="21336" y="108204"/>
                  </a:lnTo>
                  <a:lnTo>
                    <a:pt x="13716" y="108204"/>
                  </a:lnTo>
                  <a:lnTo>
                    <a:pt x="9144" y="111252"/>
                  </a:lnTo>
                  <a:lnTo>
                    <a:pt x="3048" y="117348"/>
                  </a:lnTo>
                  <a:lnTo>
                    <a:pt x="0" y="121920"/>
                  </a:lnTo>
                  <a:lnTo>
                    <a:pt x="0" y="126492"/>
                  </a:lnTo>
                  <a:lnTo>
                    <a:pt x="2032" y="135382"/>
                  </a:lnTo>
                  <a:lnTo>
                    <a:pt x="8191" y="143827"/>
                  </a:lnTo>
                  <a:lnTo>
                    <a:pt x="18656" y="152006"/>
                  </a:lnTo>
                  <a:lnTo>
                    <a:pt x="33528" y="160020"/>
                  </a:lnTo>
                  <a:lnTo>
                    <a:pt x="0" y="160020"/>
                  </a:lnTo>
                  <a:lnTo>
                    <a:pt x="0" y="167640"/>
                  </a:lnTo>
                  <a:lnTo>
                    <a:pt x="16764" y="207264"/>
                  </a:lnTo>
                  <a:lnTo>
                    <a:pt x="21336" y="207264"/>
                  </a:lnTo>
                  <a:lnTo>
                    <a:pt x="19812" y="202692"/>
                  </a:lnTo>
                  <a:lnTo>
                    <a:pt x="19812" y="192024"/>
                  </a:lnTo>
                  <a:lnTo>
                    <a:pt x="21336" y="188976"/>
                  </a:lnTo>
                  <a:lnTo>
                    <a:pt x="22860" y="187452"/>
                  </a:lnTo>
                  <a:lnTo>
                    <a:pt x="25908" y="187452"/>
                  </a:lnTo>
                  <a:lnTo>
                    <a:pt x="28956" y="185928"/>
                  </a:lnTo>
                  <a:lnTo>
                    <a:pt x="46101" y="184645"/>
                  </a:lnTo>
                  <a:lnTo>
                    <a:pt x="56388" y="184404"/>
                  </a:lnTo>
                  <a:lnTo>
                    <a:pt x="115824" y="184404"/>
                  </a:lnTo>
                  <a:lnTo>
                    <a:pt x="120396" y="185928"/>
                  </a:lnTo>
                  <a:lnTo>
                    <a:pt x="121920" y="185928"/>
                  </a:lnTo>
                  <a:lnTo>
                    <a:pt x="128016" y="188976"/>
                  </a:lnTo>
                  <a:lnTo>
                    <a:pt x="132588" y="193548"/>
                  </a:lnTo>
                  <a:lnTo>
                    <a:pt x="132588" y="204216"/>
                  </a:lnTo>
                  <a:lnTo>
                    <a:pt x="137160" y="204216"/>
                  </a:lnTo>
                  <a:lnTo>
                    <a:pt x="137160" y="135636"/>
                  </a:lnTo>
                  <a:close/>
                </a:path>
                <a:path extrusionOk="0" h="568959" w="140334">
                  <a:moveTo>
                    <a:pt x="140208" y="419100"/>
                  </a:moveTo>
                  <a:lnTo>
                    <a:pt x="25908" y="374904"/>
                  </a:lnTo>
                  <a:lnTo>
                    <a:pt x="7620" y="355092"/>
                  </a:lnTo>
                  <a:lnTo>
                    <a:pt x="3048" y="355092"/>
                  </a:lnTo>
                  <a:lnTo>
                    <a:pt x="3048" y="396240"/>
                  </a:lnTo>
                  <a:lnTo>
                    <a:pt x="7620" y="396240"/>
                  </a:lnTo>
                  <a:lnTo>
                    <a:pt x="9144" y="390144"/>
                  </a:lnTo>
                  <a:lnTo>
                    <a:pt x="9144" y="387096"/>
                  </a:lnTo>
                  <a:lnTo>
                    <a:pt x="10668" y="385572"/>
                  </a:lnTo>
                  <a:lnTo>
                    <a:pt x="12192" y="382524"/>
                  </a:lnTo>
                  <a:lnTo>
                    <a:pt x="22860" y="382524"/>
                  </a:lnTo>
                  <a:lnTo>
                    <a:pt x="28956" y="385572"/>
                  </a:lnTo>
                  <a:lnTo>
                    <a:pt x="102108" y="413004"/>
                  </a:lnTo>
                  <a:lnTo>
                    <a:pt x="25908" y="445008"/>
                  </a:lnTo>
                  <a:lnTo>
                    <a:pt x="24384" y="446532"/>
                  </a:lnTo>
                  <a:lnTo>
                    <a:pt x="13716" y="446532"/>
                  </a:lnTo>
                  <a:lnTo>
                    <a:pt x="12192" y="443484"/>
                  </a:lnTo>
                  <a:lnTo>
                    <a:pt x="10668" y="441960"/>
                  </a:lnTo>
                  <a:lnTo>
                    <a:pt x="9144" y="437388"/>
                  </a:lnTo>
                  <a:lnTo>
                    <a:pt x="7620" y="429768"/>
                  </a:lnTo>
                  <a:lnTo>
                    <a:pt x="3048" y="429768"/>
                  </a:lnTo>
                  <a:lnTo>
                    <a:pt x="3048" y="493776"/>
                  </a:lnTo>
                  <a:lnTo>
                    <a:pt x="7620" y="493776"/>
                  </a:lnTo>
                  <a:lnTo>
                    <a:pt x="9144" y="487680"/>
                  </a:lnTo>
                  <a:lnTo>
                    <a:pt x="9144" y="483108"/>
                  </a:lnTo>
                  <a:lnTo>
                    <a:pt x="10668" y="481584"/>
                  </a:lnTo>
                  <a:lnTo>
                    <a:pt x="13716" y="477012"/>
                  </a:lnTo>
                  <a:lnTo>
                    <a:pt x="16764" y="473964"/>
                  </a:lnTo>
                  <a:lnTo>
                    <a:pt x="22860" y="472440"/>
                  </a:lnTo>
                  <a:lnTo>
                    <a:pt x="42672" y="464820"/>
                  </a:lnTo>
                  <a:lnTo>
                    <a:pt x="102108" y="492252"/>
                  </a:lnTo>
                  <a:lnTo>
                    <a:pt x="28956" y="521208"/>
                  </a:lnTo>
                  <a:lnTo>
                    <a:pt x="24384" y="522732"/>
                  </a:lnTo>
                  <a:lnTo>
                    <a:pt x="12192" y="522732"/>
                  </a:lnTo>
                  <a:lnTo>
                    <a:pt x="9144" y="519684"/>
                  </a:lnTo>
                  <a:lnTo>
                    <a:pt x="9144" y="516636"/>
                  </a:lnTo>
                  <a:lnTo>
                    <a:pt x="7620" y="510540"/>
                  </a:lnTo>
                  <a:lnTo>
                    <a:pt x="3048" y="510540"/>
                  </a:lnTo>
                  <a:lnTo>
                    <a:pt x="3048" y="568452"/>
                  </a:lnTo>
                  <a:lnTo>
                    <a:pt x="7620" y="568452"/>
                  </a:lnTo>
                  <a:lnTo>
                    <a:pt x="9144" y="562356"/>
                  </a:lnTo>
                  <a:lnTo>
                    <a:pt x="12192" y="557784"/>
                  </a:lnTo>
                  <a:lnTo>
                    <a:pt x="13716" y="554736"/>
                  </a:lnTo>
                  <a:lnTo>
                    <a:pt x="16764" y="551688"/>
                  </a:lnTo>
                  <a:lnTo>
                    <a:pt x="21336" y="550164"/>
                  </a:lnTo>
                  <a:lnTo>
                    <a:pt x="140208" y="502920"/>
                  </a:lnTo>
                  <a:lnTo>
                    <a:pt x="140208" y="498348"/>
                  </a:lnTo>
                  <a:lnTo>
                    <a:pt x="53340" y="460248"/>
                  </a:lnTo>
                  <a:lnTo>
                    <a:pt x="140208" y="423672"/>
                  </a:lnTo>
                  <a:lnTo>
                    <a:pt x="140208" y="419100"/>
                  </a:lnTo>
                  <a:close/>
                </a:path>
                <a:path extrusionOk="0" h="568959" w="140334">
                  <a:moveTo>
                    <a:pt x="140208" y="45720"/>
                  </a:moveTo>
                  <a:lnTo>
                    <a:pt x="123520" y="7721"/>
                  </a:lnTo>
                  <a:lnTo>
                    <a:pt x="100584" y="0"/>
                  </a:lnTo>
                  <a:lnTo>
                    <a:pt x="89712" y="1981"/>
                  </a:lnTo>
                  <a:lnTo>
                    <a:pt x="79819" y="7810"/>
                  </a:lnTo>
                  <a:lnTo>
                    <a:pt x="70802" y="17360"/>
                  </a:lnTo>
                  <a:lnTo>
                    <a:pt x="62484" y="30480"/>
                  </a:lnTo>
                  <a:lnTo>
                    <a:pt x="53340" y="51816"/>
                  </a:lnTo>
                  <a:lnTo>
                    <a:pt x="48768" y="60960"/>
                  </a:lnTo>
                  <a:lnTo>
                    <a:pt x="44196" y="67056"/>
                  </a:lnTo>
                  <a:lnTo>
                    <a:pt x="41148" y="70104"/>
                  </a:lnTo>
                  <a:lnTo>
                    <a:pt x="32004" y="73152"/>
                  </a:lnTo>
                  <a:lnTo>
                    <a:pt x="22860" y="73152"/>
                  </a:lnTo>
                  <a:lnTo>
                    <a:pt x="18288" y="71628"/>
                  </a:lnTo>
                  <a:lnTo>
                    <a:pt x="15240" y="67056"/>
                  </a:lnTo>
                  <a:lnTo>
                    <a:pt x="12192" y="64008"/>
                  </a:lnTo>
                  <a:lnTo>
                    <a:pt x="9144" y="57912"/>
                  </a:lnTo>
                  <a:lnTo>
                    <a:pt x="9144" y="42672"/>
                  </a:lnTo>
                  <a:lnTo>
                    <a:pt x="45720" y="15240"/>
                  </a:lnTo>
                  <a:lnTo>
                    <a:pt x="45720" y="10668"/>
                  </a:lnTo>
                  <a:lnTo>
                    <a:pt x="0" y="10668"/>
                  </a:lnTo>
                  <a:lnTo>
                    <a:pt x="0" y="15240"/>
                  </a:lnTo>
                  <a:lnTo>
                    <a:pt x="3048" y="16764"/>
                  </a:lnTo>
                  <a:lnTo>
                    <a:pt x="4572" y="18288"/>
                  </a:lnTo>
                  <a:lnTo>
                    <a:pt x="6096" y="18288"/>
                  </a:lnTo>
                  <a:lnTo>
                    <a:pt x="6096" y="27432"/>
                  </a:lnTo>
                  <a:lnTo>
                    <a:pt x="4572" y="32004"/>
                  </a:lnTo>
                  <a:lnTo>
                    <a:pt x="1524" y="39624"/>
                  </a:lnTo>
                  <a:lnTo>
                    <a:pt x="0" y="45720"/>
                  </a:lnTo>
                  <a:lnTo>
                    <a:pt x="0" y="51816"/>
                  </a:lnTo>
                  <a:lnTo>
                    <a:pt x="812" y="60413"/>
                  </a:lnTo>
                  <a:lnTo>
                    <a:pt x="30391" y="90855"/>
                  </a:lnTo>
                  <a:lnTo>
                    <a:pt x="38100" y="91440"/>
                  </a:lnTo>
                  <a:lnTo>
                    <a:pt x="47244" y="91440"/>
                  </a:lnTo>
                  <a:lnTo>
                    <a:pt x="77724" y="56388"/>
                  </a:lnTo>
                  <a:lnTo>
                    <a:pt x="82283" y="46964"/>
                  </a:lnTo>
                  <a:lnTo>
                    <a:pt x="86677" y="39243"/>
                  </a:lnTo>
                  <a:lnTo>
                    <a:pt x="90805" y="33248"/>
                  </a:lnTo>
                  <a:lnTo>
                    <a:pt x="94488" y="28956"/>
                  </a:lnTo>
                  <a:lnTo>
                    <a:pt x="99060" y="24384"/>
                  </a:lnTo>
                  <a:lnTo>
                    <a:pt x="105156" y="21336"/>
                  </a:lnTo>
                  <a:lnTo>
                    <a:pt x="117348" y="21336"/>
                  </a:lnTo>
                  <a:lnTo>
                    <a:pt x="121920" y="24384"/>
                  </a:lnTo>
                  <a:lnTo>
                    <a:pt x="124968" y="28956"/>
                  </a:lnTo>
                  <a:lnTo>
                    <a:pt x="129540" y="32004"/>
                  </a:lnTo>
                  <a:lnTo>
                    <a:pt x="131064" y="38100"/>
                  </a:lnTo>
                  <a:lnTo>
                    <a:pt x="131064" y="45720"/>
                  </a:lnTo>
                  <a:lnTo>
                    <a:pt x="108966" y="81534"/>
                  </a:lnTo>
                  <a:lnTo>
                    <a:pt x="91440" y="86868"/>
                  </a:lnTo>
                  <a:lnTo>
                    <a:pt x="91440" y="91440"/>
                  </a:lnTo>
                  <a:lnTo>
                    <a:pt x="138684" y="91440"/>
                  </a:lnTo>
                  <a:lnTo>
                    <a:pt x="140208" y="86868"/>
                  </a:lnTo>
                  <a:lnTo>
                    <a:pt x="134112" y="83820"/>
                  </a:lnTo>
                  <a:lnTo>
                    <a:pt x="134112" y="79248"/>
                  </a:lnTo>
                  <a:lnTo>
                    <a:pt x="135636" y="77724"/>
                  </a:lnTo>
                  <a:lnTo>
                    <a:pt x="135636" y="74676"/>
                  </a:lnTo>
                  <a:lnTo>
                    <a:pt x="137642" y="66725"/>
                  </a:lnTo>
                  <a:lnTo>
                    <a:pt x="139065" y="59055"/>
                  </a:lnTo>
                  <a:lnTo>
                    <a:pt x="139928" y="51968"/>
                  </a:lnTo>
                  <a:lnTo>
                    <a:pt x="140208" y="45720"/>
                  </a:lnTo>
                  <a:close/>
                </a:path>
                <a:path extrusionOk="0" h="568959" w="140334">
                  <a:moveTo>
                    <a:pt x="140220" y="283464"/>
                  </a:moveTo>
                  <a:lnTo>
                    <a:pt x="140119" y="281940"/>
                  </a:lnTo>
                  <a:lnTo>
                    <a:pt x="139649" y="274370"/>
                  </a:lnTo>
                  <a:lnTo>
                    <a:pt x="137934" y="265557"/>
                  </a:lnTo>
                  <a:lnTo>
                    <a:pt x="135077" y="257327"/>
                  </a:lnTo>
                  <a:lnTo>
                    <a:pt x="131076" y="249936"/>
                  </a:lnTo>
                  <a:lnTo>
                    <a:pt x="131076" y="268224"/>
                  </a:lnTo>
                  <a:lnTo>
                    <a:pt x="131076" y="277368"/>
                  </a:lnTo>
                  <a:lnTo>
                    <a:pt x="98882" y="311454"/>
                  </a:lnTo>
                  <a:lnTo>
                    <a:pt x="59448" y="318516"/>
                  </a:lnTo>
                  <a:lnTo>
                    <a:pt x="51485" y="318236"/>
                  </a:lnTo>
                  <a:lnTo>
                    <a:pt x="13728" y="301752"/>
                  </a:lnTo>
                  <a:lnTo>
                    <a:pt x="9156" y="291084"/>
                  </a:lnTo>
                  <a:lnTo>
                    <a:pt x="9207" y="285965"/>
                  </a:lnTo>
                  <a:lnTo>
                    <a:pt x="35534" y="253733"/>
                  </a:lnTo>
                  <a:lnTo>
                    <a:pt x="79260" y="245364"/>
                  </a:lnTo>
                  <a:lnTo>
                    <a:pt x="92976" y="245935"/>
                  </a:lnTo>
                  <a:lnTo>
                    <a:pt x="131076" y="268224"/>
                  </a:lnTo>
                  <a:lnTo>
                    <a:pt x="131076" y="249936"/>
                  </a:lnTo>
                  <a:lnTo>
                    <a:pt x="127914" y="245364"/>
                  </a:lnTo>
                  <a:lnTo>
                    <a:pt x="125933" y="242493"/>
                  </a:lnTo>
                  <a:lnTo>
                    <a:pt x="119646" y="236029"/>
                  </a:lnTo>
                  <a:lnTo>
                    <a:pt x="77495" y="218490"/>
                  </a:lnTo>
                  <a:lnTo>
                    <a:pt x="68592" y="217932"/>
                  </a:lnTo>
                  <a:lnTo>
                    <a:pt x="56299" y="218821"/>
                  </a:lnTo>
                  <a:lnTo>
                    <a:pt x="12865" y="242938"/>
                  </a:lnTo>
                  <a:lnTo>
                    <a:pt x="12" y="281940"/>
                  </a:lnTo>
                  <a:lnTo>
                    <a:pt x="114" y="283464"/>
                  </a:lnTo>
                  <a:lnTo>
                    <a:pt x="14274" y="319874"/>
                  </a:lnTo>
                  <a:lnTo>
                    <a:pt x="53352" y="343662"/>
                  </a:lnTo>
                  <a:lnTo>
                    <a:pt x="71640" y="345948"/>
                  </a:lnTo>
                  <a:lnTo>
                    <a:pt x="83921" y="344855"/>
                  </a:lnTo>
                  <a:lnTo>
                    <a:pt x="127355" y="320979"/>
                  </a:lnTo>
                  <a:lnTo>
                    <a:pt x="128943" y="318516"/>
                  </a:lnTo>
                  <a:lnTo>
                    <a:pt x="134505" y="309943"/>
                  </a:lnTo>
                  <a:lnTo>
                    <a:pt x="138785" y="297497"/>
                  </a:lnTo>
                  <a:lnTo>
                    <a:pt x="140220" y="2834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223" name="Google Shape;5223;p84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470659" y="6667500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224" name="Google Shape;5224;p84"/>
          <p:cNvSpPr/>
          <p:nvPr/>
        </p:nvSpPr>
        <p:spPr>
          <a:xfrm>
            <a:off x="1400543" y="6056376"/>
            <a:ext cx="210820" cy="528955"/>
          </a:xfrm>
          <a:custGeom>
            <a:rect b="b" l="l" r="r" t="t"/>
            <a:pathLst>
              <a:path extrusionOk="0" h="528954" w="210819">
                <a:moveTo>
                  <a:pt x="32016" y="268224"/>
                </a:moveTo>
                <a:lnTo>
                  <a:pt x="30492" y="263652"/>
                </a:lnTo>
                <a:lnTo>
                  <a:pt x="24396" y="257556"/>
                </a:lnTo>
                <a:lnTo>
                  <a:pt x="21348" y="256032"/>
                </a:lnTo>
                <a:lnTo>
                  <a:pt x="12204" y="256032"/>
                </a:lnTo>
                <a:lnTo>
                  <a:pt x="7632" y="257556"/>
                </a:lnTo>
                <a:lnTo>
                  <a:pt x="1536" y="263652"/>
                </a:lnTo>
                <a:lnTo>
                  <a:pt x="12" y="268224"/>
                </a:lnTo>
                <a:lnTo>
                  <a:pt x="12" y="277368"/>
                </a:lnTo>
                <a:lnTo>
                  <a:pt x="1536" y="280416"/>
                </a:lnTo>
                <a:lnTo>
                  <a:pt x="7632" y="286512"/>
                </a:lnTo>
                <a:lnTo>
                  <a:pt x="12204" y="288036"/>
                </a:lnTo>
                <a:lnTo>
                  <a:pt x="21348" y="288036"/>
                </a:lnTo>
                <a:lnTo>
                  <a:pt x="24396" y="286512"/>
                </a:lnTo>
                <a:lnTo>
                  <a:pt x="30492" y="280416"/>
                </a:lnTo>
                <a:lnTo>
                  <a:pt x="32016" y="277368"/>
                </a:lnTo>
                <a:lnTo>
                  <a:pt x="32016" y="268224"/>
                </a:lnTo>
                <a:close/>
              </a:path>
              <a:path extrusionOk="0" h="528954" w="210819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3716"/>
                </a:lnTo>
                <a:lnTo>
                  <a:pt x="198120" y="16764"/>
                </a:lnTo>
                <a:lnTo>
                  <a:pt x="192024" y="19812"/>
                </a:lnTo>
                <a:lnTo>
                  <a:pt x="131064" y="19812"/>
                </a:lnTo>
                <a:lnTo>
                  <a:pt x="119380" y="20078"/>
                </a:lnTo>
                <a:lnTo>
                  <a:pt x="80772" y="30480"/>
                </a:lnTo>
                <a:lnTo>
                  <a:pt x="70104" y="47244"/>
                </a:lnTo>
                <a:lnTo>
                  <a:pt x="70104" y="62484"/>
                </a:lnTo>
                <a:lnTo>
                  <a:pt x="99060" y="100584"/>
                </a:lnTo>
                <a:lnTo>
                  <a:pt x="0" y="100584"/>
                </a:lnTo>
                <a:lnTo>
                  <a:pt x="0" y="108204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1732"/>
                </a:lnTo>
                <a:lnTo>
                  <a:pt x="19812" y="131064"/>
                </a:lnTo>
                <a:lnTo>
                  <a:pt x="22860" y="128016"/>
                </a:lnTo>
                <a:lnTo>
                  <a:pt x="25908" y="126492"/>
                </a:lnTo>
                <a:lnTo>
                  <a:pt x="28956" y="126492"/>
                </a:lnTo>
                <a:lnTo>
                  <a:pt x="32385" y="125615"/>
                </a:lnTo>
                <a:lnTo>
                  <a:pt x="38100" y="125158"/>
                </a:lnTo>
                <a:lnTo>
                  <a:pt x="56388" y="124968"/>
                </a:lnTo>
                <a:lnTo>
                  <a:pt x="185928" y="124968"/>
                </a:lnTo>
                <a:lnTo>
                  <a:pt x="192024" y="126492"/>
                </a:lnTo>
                <a:lnTo>
                  <a:pt x="195072" y="126492"/>
                </a:lnTo>
                <a:lnTo>
                  <a:pt x="198120" y="128016"/>
                </a:lnTo>
                <a:lnTo>
                  <a:pt x="199644" y="129540"/>
                </a:lnTo>
                <a:lnTo>
                  <a:pt x="199644" y="131064"/>
                </a:lnTo>
                <a:lnTo>
                  <a:pt x="202692" y="134112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91440"/>
                </a:lnTo>
                <a:lnTo>
                  <a:pt x="199644" y="97536"/>
                </a:lnTo>
                <a:lnTo>
                  <a:pt x="198120" y="99060"/>
                </a:lnTo>
                <a:lnTo>
                  <a:pt x="195072" y="99060"/>
                </a:lnTo>
                <a:lnTo>
                  <a:pt x="192024" y="100584"/>
                </a:lnTo>
                <a:lnTo>
                  <a:pt x="108204" y="100584"/>
                </a:lnTo>
                <a:lnTo>
                  <a:pt x="100584" y="92964"/>
                </a:lnTo>
                <a:lnTo>
                  <a:pt x="96012" y="86868"/>
                </a:lnTo>
                <a:lnTo>
                  <a:pt x="92964" y="82296"/>
                </a:lnTo>
                <a:lnTo>
                  <a:pt x="89916" y="76200"/>
                </a:lnTo>
                <a:lnTo>
                  <a:pt x="88392" y="71628"/>
                </a:lnTo>
                <a:lnTo>
                  <a:pt x="88392" y="62484"/>
                </a:lnTo>
                <a:lnTo>
                  <a:pt x="89916" y="57912"/>
                </a:lnTo>
                <a:lnTo>
                  <a:pt x="92964" y="54864"/>
                </a:lnTo>
                <a:lnTo>
                  <a:pt x="94488" y="50292"/>
                </a:lnTo>
                <a:lnTo>
                  <a:pt x="131064" y="44196"/>
                </a:lnTo>
                <a:lnTo>
                  <a:pt x="190500" y="44196"/>
                </a:lnTo>
                <a:lnTo>
                  <a:pt x="192024" y="45720"/>
                </a:lnTo>
                <a:lnTo>
                  <a:pt x="195072" y="45720"/>
                </a:lnTo>
                <a:lnTo>
                  <a:pt x="198120" y="47244"/>
                </a:lnTo>
                <a:lnTo>
                  <a:pt x="199644" y="50292"/>
                </a:lnTo>
                <a:lnTo>
                  <a:pt x="202692" y="51816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8954" w="210819">
                <a:moveTo>
                  <a:pt x="207276" y="239268"/>
                </a:moveTo>
                <a:lnTo>
                  <a:pt x="202704" y="239268"/>
                </a:lnTo>
                <a:lnTo>
                  <a:pt x="202704" y="249936"/>
                </a:lnTo>
                <a:lnTo>
                  <a:pt x="201180" y="252984"/>
                </a:lnTo>
                <a:lnTo>
                  <a:pt x="198132" y="256032"/>
                </a:lnTo>
                <a:lnTo>
                  <a:pt x="192036" y="259080"/>
                </a:lnTo>
                <a:lnTo>
                  <a:pt x="70116" y="259080"/>
                </a:lnTo>
                <a:lnTo>
                  <a:pt x="70116" y="265176"/>
                </a:lnTo>
                <a:lnTo>
                  <a:pt x="86880" y="306324"/>
                </a:lnTo>
                <a:lnTo>
                  <a:pt x="91452" y="304800"/>
                </a:lnTo>
                <a:lnTo>
                  <a:pt x="89928" y="300228"/>
                </a:lnTo>
                <a:lnTo>
                  <a:pt x="89928" y="289560"/>
                </a:lnTo>
                <a:lnTo>
                  <a:pt x="92976" y="286512"/>
                </a:lnTo>
                <a:lnTo>
                  <a:pt x="94500" y="286512"/>
                </a:lnTo>
                <a:lnTo>
                  <a:pt x="97548" y="284988"/>
                </a:lnTo>
                <a:lnTo>
                  <a:pt x="102069" y="284111"/>
                </a:lnTo>
                <a:lnTo>
                  <a:pt x="108597" y="283654"/>
                </a:lnTo>
                <a:lnTo>
                  <a:pt x="118008" y="283464"/>
                </a:lnTo>
                <a:lnTo>
                  <a:pt x="185940" y="283464"/>
                </a:lnTo>
                <a:lnTo>
                  <a:pt x="192036" y="284988"/>
                </a:lnTo>
                <a:lnTo>
                  <a:pt x="195084" y="284988"/>
                </a:lnTo>
                <a:lnTo>
                  <a:pt x="198132" y="286512"/>
                </a:lnTo>
                <a:lnTo>
                  <a:pt x="199656" y="288036"/>
                </a:lnTo>
                <a:lnTo>
                  <a:pt x="201180" y="291084"/>
                </a:lnTo>
                <a:lnTo>
                  <a:pt x="202704" y="292608"/>
                </a:lnTo>
                <a:lnTo>
                  <a:pt x="202704" y="303276"/>
                </a:lnTo>
                <a:lnTo>
                  <a:pt x="207276" y="303276"/>
                </a:lnTo>
                <a:lnTo>
                  <a:pt x="207276" y="283464"/>
                </a:lnTo>
                <a:lnTo>
                  <a:pt x="207276" y="239268"/>
                </a:lnTo>
                <a:close/>
              </a:path>
              <a:path extrusionOk="0" h="528954" w="210819">
                <a:moveTo>
                  <a:pt x="210312" y="379476"/>
                </a:moveTo>
                <a:lnTo>
                  <a:pt x="96012" y="335280"/>
                </a:lnTo>
                <a:lnTo>
                  <a:pt x="77724" y="316992"/>
                </a:lnTo>
                <a:lnTo>
                  <a:pt x="73152" y="316992"/>
                </a:lnTo>
                <a:lnTo>
                  <a:pt x="73152" y="356616"/>
                </a:lnTo>
                <a:lnTo>
                  <a:pt x="77724" y="356616"/>
                </a:lnTo>
                <a:lnTo>
                  <a:pt x="79248" y="352044"/>
                </a:lnTo>
                <a:lnTo>
                  <a:pt x="79248" y="347472"/>
                </a:lnTo>
                <a:lnTo>
                  <a:pt x="83820" y="342900"/>
                </a:lnTo>
                <a:lnTo>
                  <a:pt x="89916" y="342900"/>
                </a:lnTo>
                <a:lnTo>
                  <a:pt x="92964" y="344424"/>
                </a:lnTo>
                <a:lnTo>
                  <a:pt x="99060" y="345948"/>
                </a:lnTo>
                <a:lnTo>
                  <a:pt x="172212" y="374904"/>
                </a:lnTo>
                <a:lnTo>
                  <a:pt x="96012" y="406908"/>
                </a:lnTo>
                <a:lnTo>
                  <a:pt x="94488" y="406908"/>
                </a:lnTo>
                <a:lnTo>
                  <a:pt x="92964" y="408432"/>
                </a:lnTo>
                <a:lnTo>
                  <a:pt x="86868" y="408432"/>
                </a:lnTo>
                <a:lnTo>
                  <a:pt x="83820" y="406908"/>
                </a:lnTo>
                <a:lnTo>
                  <a:pt x="82296" y="405384"/>
                </a:lnTo>
                <a:lnTo>
                  <a:pt x="80772" y="402336"/>
                </a:lnTo>
                <a:lnTo>
                  <a:pt x="79248" y="397764"/>
                </a:lnTo>
                <a:lnTo>
                  <a:pt x="77724" y="391668"/>
                </a:lnTo>
                <a:lnTo>
                  <a:pt x="73152" y="391668"/>
                </a:lnTo>
                <a:lnTo>
                  <a:pt x="73152" y="454152"/>
                </a:lnTo>
                <a:lnTo>
                  <a:pt x="77724" y="454152"/>
                </a:lnTo>
                <a:lnTo>
                  <a:pt x="79248" y="448056"/>
                </a:lnTo>
                <a:lnTo>
                  <a:pt x="79248" y="445008"/>
                </a:lnTo>
                <a:lnTo>
                  <a:pt x="80772" y="441960"/>
                </a:lnTo>
                <a:lnTo>
                  <a:pt x="86868" y="435864"/>
                </a:lnTo>
                <a:lnTo>
                  <a:pt x="92964" y="432816"/>
                </a:lnTo>
                <a:lnTo>
                  <a:pt x="112776" y="425196"/>
                </a:lnTo>
                <a:lnTo>
                  <a:pt x="172212" y="452628"/>
                </a:lnTo>
                <a:lnTo>
                  <a:pt x="99060" y="481584"/>
                </a:lnTo>
                <a:lnTo>
                  <a:pt x="89916" y="484632"/>
                </a:lnTo>
                <a:lnTo>
                  <a:pt x="85344" y="484632"/>
                </a:lnTo>
                <a:lnTo>
                  <a:pt x="82296" y="483108"/>
                </a:lnTo>
                <a:lnTo>
                  <a:pt x="79248" y="480060"/>
                </a:lnTo>
                <a:lnTo>
                  <a:pt x="79248" y="477012"/>
                </a:lnTo>
                <a:lnTo>
                  <a:pt x="77724" y="472440"/>
                </a:lnTo>
                <a:lnTo>
                  <a:pt x="73152" y="472440"/>
                </a:lnTo>
                <a:lnTo>
                  <a:pt x="73152" y="528828"/>
                </a:lnTo>
                <a:lnTo>
                  <a:pt x="77724" y="528828"/>
                </a:lnTo>
                <a:lnTo>
                  <a:pt x="79248" y="522732"/>
                </a:lnTo>
                <a:lnTo>
                  <a:pt x="82296" y="518160"/>
                </a:lnTo>
                <a:lnTo>
                  <a:pt x="86868" y="513588"/>
                </a:lnTo>
                <a:lnTo>
                  <a:pt x="91440" y="510540"/>
                </a:lnTo>
                <a:lnTo>
                  <a:pt x="210312" y="463296"/>
                </a:lnTo>
                <a:lnTo>
                  <a:pt x="210312" y="460248"/>
                </a:lnTo>
                <a:lnTo>
                  <a:pt x="123444" y="420624"/>
                </a:lnTo>
                <a:lnTo>
                  <a:pt x="210312" y="384048"/>
                </a:lnTo>
                <a:lnTo>
                  <a:pt x="210312" y="379476"/>
                </a:lnTo>
                <a:close/>
              </a:path>
              <a:path extrusionOk="0" h="528954" w="210819">
                <a:moveTo>
                  <a:pt x="210324" y="178308"/>
                </a:moveTo>
                <a:lnTo>
                  <a:pt x="181368" y="152400"/>
                </a:lnTo>
                <a:lnTo>
                  <a:pt x="181368" y="158496"/>
                </a:lnTo>
                <a:lnTo>
                  <a:pt x="185940" y="160020"/>
                </a:lnTo>
                <a:lnTo>
                  <a:pt x="190512" y="164592"/>
                </a:lnTo>
                <a:lnTo>
                  <a:pt x="192036" y="167640"/>
                </a:lnTo>
                <a:lnTo>
                  <a:pt x="192036" y="178308"/>
                </a:lnTo>
                <a:lnTo>
                  <a:pt x="190512" y="181356"/>
                </a:lnTo>
                <a:lnTo>
                  <a:pt x="187464" y="182880"/>
                </a:lnTo>
                <a:lnTo>
                  <a:pt x="184416" y="185928"/>
                </a:lnTo>
                <a:lnTo>
                  <a:pt x="179844" y="187452"/>
                </a:lnTo>
                <a:lnTo>
                  <a:pt x="82308" y="187452"/>
                </a:lnTo>
                <a:lnTo>
                  <a:pt x="82308" y="155448"/>
                </a:lnTo>
                <a:lnTo>
                  <a:pt x="73164" y="155448"/>
                </a:lnTo>
                <a:lnTo>
                  <a:pt x="73164" y="187452"/>
                </a:lnTo>
                <a:lnTo>
                  <a:pt x="28968" y="187452"/>
                </a:lnTo>
                <a:lnTo>
                  <a:pt x="28968" y="190500"/>
                </a:lnTo>
                <a:lnTo>
                  <a:pt x="39636" y="195072"/>
                </a:lnTo>
                <a:lnTo>
                  <a:pt x="45732" y="198120"/>
                </a:lnTo>
                <a:lnTo>
                  <a:pt x="50304" y="199644"/>
                </a:lnTo>
                <a:lnTo>
                  <a:pt x="56400" y="204216"/>
                </a:lnTo>
                <a:lnTo>
                  <a:pt x="68592" y="216408"/>
                </a:lnTo>
                <a:lnTo>
                  <a:pt x="73164" y="222504"/>
                </a:lnTo>
                <a:lnTo>
                  <a:pt x="79260" y="234696"/>
                </a:lnTo>
                <a:lnTo>
                  <a:pt x="82308" y="234696"/>
                </a:lnTo>
                <a:lnTo>
                  <a:pt x="82308" y="211836"/>
                </a:lnTo>
                <a:lnTo>
                  <a:pt x="184416" y="211836"/>
                </a:lnTo>
                <a:lnTo>
                  <a:pt x="192036" y="210312"/>
                </a:lnTo>
                <a:lnTo>
                  <a:pt x="196608" y="208788"/>
                </a:lnTo>
                <a:lnTo>
                  <a:pt x="201180" y="205740"/>
                </a:lnTo>
                <a:lnTo>
                  <a:pt x="204228" y="202692"/>
                </a:lnTo>
                <a:lnTo>
                  <a:pt x="207276" y="198120"/>
                </a:lnTo>
                <a:lnTo>
                  <a:pt x="210324" y="195072"/>
                </a:lnTo>
                <a:lnTo>
                  <a:pt x="210324" y="1783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5" name="Google Shape;5225;p84"/>
          <p:cNvGrpSpPr/>
          <p:nvPr/>
        </p:nvGrpSpPr>
        <p:grpSpPr>
          <a:xfrm>
            <a:off x="1400555" y="5440680"/>
            <a:ext cx="210312" cy="533399"/>
            <a:chOff x="1400555" y="5440680"/>
            <a:chExt cx="210312" cy="533399"/>
          </a:xfrm>
        </p:grpSpPr>
        <p:pic>
          <p:nvPicPr>
            <p:cNvPr id="5226" name="Google Shape;5226;p84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470659" y="5861303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27" name="Google Shape;5227;p84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400555" y="5440680"/>
              <a:ext cx="210312" cy="40081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228" name="Google Shape;5228;p84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400556" y="4053840"/>
            <a:ext cx="271271" cy="1307592"/>
          </a:xfrm>
          <a:prstGeom prst="rect">
            <a:avLst/>
          </a:prstGeom>
          <a:noFill/>
          <a:ln>
            <a:noFill/>
          </a:ln>
        </p:spPr>
      </p:pic>
      <p:sp>
        <p:nvSpPr>
          <p:cNvPr id="5229" name="Google Shape;5229;p84"/>
          <p:cNvSpPr/>
          <p:nvPr/>
        </p:nvSpPr>
        <p:spPr>
          <a:xfrm>
            <a:off x="1956816" y="8897111"/>
            <a:ext cx="13970" cy="157480"/>
          </a:xfrm>
          <a:custGeom>
            <a:rect b="b" l="l" r="r" t="t"/>
            <a:pathLst>
              <a:path extrusionOk="0" h="157479" w="13969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230" name="Google Shape;5230;p84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828800" y="7374635"/>
            <a:ext cx="271272" cy="1386839"/>
          </a:xfrm>
          <a:prstGeom prst="rect">
            <a:avLst/>
          </a:prstGeom>
          <a:noFill/>
          <a:ln>
            <a:noFill/>
          </a:ln>
        </p:spPr>
      </p:pic>
      <p:sp>
        <p:nvSpPr>
          <p:cNvPr id="5231" name="Google Shape;5231;p84"/>
          <p:cNvSpPr/>
          <p:nvPr/>
        </p:nvSpPr>
        <p:spPr>
          <a:xfrm>
            <a:off x="2383536" y="8897111"/>
            <a:ext cx="13970" cy="157480"/>
          </a:xfrm>
          <a:custGeom>
            <a:rect b="b" l="l" r="r" t="t"/>
            <a:pathLst>
              <a:path extrusionOk="0" h="157479" w="13969">
                <a:moveTo>
                  <a:pt x="13715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5" y="0"/>
                </a:lnTo>
                <a:lnTo>
                  <a:pt x="13715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2" name="Google Shape;5232;p84"/>
          <p:cNvGrpSpPr/>
          <p:nvPr/>
        </p:nvGrpSpPr>
        <p:grpSpPr>
          <a:xfrm>
            <a:off x="2264663" y="8014716"/>
            <a:ext cx="201283" cy="752855"/>
            <a:chOff x="2264663" y="8014716"/>
            <a:chExt cx="201283" cy="752855"/>
          </a:xfrm>
        </p:grpSpPr>
        <p:pic>
          <p:nvPicPr>
            <p:cNvPr id="5233" name="Google Shape;5233;p84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264663" y="8618219"/>
              <a:ext cx="198120" cy="1493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34" name="Google Shape;5234;p84"/>
            <p:cNvSpPr/>
            <p:nvPr/>
          </p:nvSpPr>
          <p:spPr>
            <a:xfrm>
              <a:off x="2325611" y="8014716"/>
              <a:ext cx="140335" cy="581025"/>
            </a:xfrm>
            <a:custGeom>
              <a:rect b="b" l="l" r="r" t="t"/>
              <a:pathLst>
                <a:path extrusionOk="0" h="581025" w="140335">
                  <a:moveTo>
                    <a:pt x="137172" y="27432"/>
                  </a:moveTo>
                  <a:lnTo>
                    <a:pt x="132600" y="27432"/>
                  </a:lnTo>
                  <a:lnTo>
                    <a:pt x="132600" y="33528"/>
                  </a:lnTo>
                  <a:lnTo>
                    <a:pt x="129552" y="42672"/>
                  </a:lnTo>
                  <a:lnTo>
                    <a:pt x="128028" y="45720"/>
                  </a:lnTo>
                  <a:lnTo>
                    <a:pt x="124980" y="47244"/>
                  </a:lnTo>
                  <a:lnTo>
                    <a:pt x="123456" y="48768"/>
                  </a:lnTo>
                  <a:lnTo>
                    <a:pt x="118884" y="51816"/>
                  </a:lnTo>
                  <a:lnTo>
                    <a:pt x="44208" y="51816"/>
                  </a:lnTo>
                  <a:lnTo>
                    <a:pt x="35064" y="47244"/>
                  </a:lnTo>
                  <a:lnTo>
                    <a:pt x="27444" y="42672"/>
                  </a:lnTo>
                  <a:lnTo>
                    <a:pt x="24396" y="38100"/>
                  </a:lnTo>
                  <a:lnTo>
                    <a:pt x="21348" y="36576"/>
                  </a:lnTo>
                  <a:lnTo>
                    <a:pt x="21348" y="30480"/>
                  </a:lnTo>
                  <a:lnTo>
                    <a:pt x="22872" y="27432"/>
                  </a:lnTo>
                  <a:lnTo>
                    <a:pt x="25920" y="22860"/>
                  </a:lnTo>
                  <a:lnTo>
                    <a:pt x="30492" y="18288"/>
                  </a:lnTo>
                  <a:lnTo>
                    <a:pt x="32016" y="15240"/>
                  </a:lnTo>
                  <a:lnTo>
                    <a:pt x="32016" y="9144"/>
                  </a:lnTo>
                  <a:lnTo>
                    <a:pt x="30492" y="6096"/>
                  </a:lnTo>
                  <a:lnTo>
                    <a:pt x="27444" y="3048"/>
                  </a:lnTo>
                  <a:lnTo>
                    <a:pt x="21348" y="0"/>
                  </a:lnTo>
                  <a:lnTo>
                    <a:pt x="12204" y="0"/>
                  </a:lnTo>
                  <a:lnTo>
                    <a:pt x="9156" y="1524"/>
                  </a:lnTo>
                  <a:lnTo>
                    <a:pt x="1536" y="9144"/>
                  </a:lnTo>
                  <a:lnTo>
                    <a:pt x="12" y="13716"/>
                  </a:lnTo>
                  <a:lnTo>
                    <a:pt x="12" y="18288"/>
                  </a:lnTo>
                  <a:lnTo>
                    <a:pt x="2006" y="27178"/>
                  </a:lnTo>
                  <a:lnTo>
                    <a:pt x="8013" y="35623"/>
                  </a:lnTo>
                  <a:lnTo>
                    <a:pt x="18008" y="43802"/>
                  </a:lnTo>
                  <a:lnTo>
                    <a:pt x="32016" y="51816"/>
                  </a:lnTo>
                  <a:lnTo>
                    <a:pt x="12" y="51816"/>
                  </a:lnTo>
                  <a:lnTo>
                    <a:pt x="12" y="57912"/>
                  </a:lnTo>
                  <a:lnTo>
                    <a:pt x="16776" y="99060"/>
                  </a:lnTo>
                  <a:lnTo>
                    <a:pt x="21348" y="97536"/>
                  </a:lnTo>
                  <a:lnTo>
                    <a:pt x="19824" y="94488"/>
                  </a:lnTo>
                  <a:lnTo>
                    <a:pt x="18300" y="89916"/>
                  </a:lnTo>
                  <a:lnTo>
                    <a:pt x="18300" y="85344"/>
                  </a:lnTo>
                  <a:lnTo>
                    <a:pt x="19824" y="82296"/>
                  </a:lnTo>
                  <a:lnTo>
                    <a:pt x="24396" y="77724"/>
                  </a:lnTo>
                  <a:lnTo>
                    <a:pt x="27444" y="77724"/>
                  </a:lnTo>
                  <a:lnTo>
                    <a:pt x="30886" y="76847"/>
                  </a:lnTo>
                  <a:lnTo>
                    <a:pt x="36779" y="76390"/>
                  </a:lnTo>
                  <a:lnTo>
                    <a:pt x="56400" y="76200"/>
                  </a:lnTo>
                  <a:lnTo>
                    <a:pt x="118884" y="76200"/>
                  </a:lnTo>
                  <a:lnTo>
                    <a:pt x="120408" y="77724"/>
                  </a:lnTo>
                  <a:lnTo>
                    <a:pt x="124980" y="77724"/>
                  </a:lnTo>
                  <a:lnTo>
                    <a:pt x="129552" y="82296"/>
                  </a:lnTo>
                  <a:lnTo>
                    <a:pt x="131076" y="85344"/>
                  </a:lnTo>
                  <a:lnTo>
                    <a:pt x="132600" y="89916"/>
                  </a:lnTo>
                  <a:lnTo>
                    <a:pt x="132600" y="96012"/>
                  </a:lnTo>
                  <a:lnTo>
                    <a:pt x="137172" y="96012"/>
                  </a:lnTo>
                  <a:lnTo>
                    <a:pt x="137172" y="27432"/>
                  </a:lnTo>
                  <a:close/>
                </a:path>
                <a:path extrusionOk="0" h="581025" w="140335">
                  <a:moveTo>
                    <a:pt x="140208" y="161544"/>
                  </a:moveTo>
                  <a:lnTo>
                    <a:pt x="123444" y="123444"/>
                  </a:lnTo>
                  <a:lnTo>
                    <a:pt x="88392" y="106680"/>
                  </a:lnTo>
                  <a:lnTo>
                    <a:pt x="85344" y="109728"/>
                  </a:lnTo>
                  <a:lnTo>
                    <a:pt x="92989" y="113182"/>
                  </a:lnTo>
                  <a:lnTo>
                    <a:pt x="99631" y="116776"/>
                  </a:lnTo>
                  <a:lnTo>
                    <a:pt x="115824" y="149352"/>
                  </a:lnTo>
                  <a:lnTo>
                    <a:pt x="114706" y="158457"/>
                  </a:lnTo>
                  <a:lnTo>
                    <a:pt x="90208" y="189763"/>
                  </a:lnTo>
                  <a:lnTo>
                    <a:pt x="53340" y="198120"/>
                  </a:lnTo>
                  <a:lnTo>
                    <a:pt x="53340" y="137160"/>
                  </a:lnTo>
                  <a:lnTo>
                    <a:pt x="53340" y="106680"/>
                  </a:lnTo>
                  <a:lnTo>
                    <a:pt x="44196" y="107353"/>
                  </a:lnTo>
                  <a:lnTo>
                    <a:pt x="44196" y="137160"/>
                  </a:lnTo>
                  <a:lnTo>
                    <a:pt x="44196" y="198120"/>
                  </a:lnTo>
                  <a:lnTo>
                    <a:pt x="9144" y="173736"/>
                  </a:lnTo>
                  <a:lnTo>
                    <a:pt x="9144" y="160020"/>
                  </a:lnTo>
                  <a:lnTo>
                    <a:pt x="10668" y="155448"/>
                  </a:lnTo>
                  <a:lnTo>
                    <a:pt x="16764" y="146304"/>
                  </a:lnTo>
                  <a:lnTo>
                    <a:pt x="21336" y="141732"/>
                  </a:lnTo>
                  <a:lnTo>
                    <a:pt x="25908" y="140208"/>
                  </a:lnTo>
                  <a:lnTo>
                    <a:pt x="28956" y="138684"/>
                  </a:lnTo>
                  <a:lnTo>
                    <a:pt x="35052" y="137160"/>
                  </a:lnTo>
                  <a:lnTo>
                    <a:pt x="44196" y="137160"/>
                  </a:lnTo>
                  <a:lnTo>
                    <a:pt x="44196" y="107353"/>
                  </a:lnTo>
                  <a:lnTo>
                    <a:pt x="7721" y="128689"/>
                  </a:lnTo>
                  <a:lnTo>
                    <a:pt x="0" y="156972"/>
                  </a:lnTo>
                  <a:lnTo>
                    <a:pt x="1143" y="170103"/>
                  </a:lnTo>
                  <a:lnTo>
                    <a:pt x="29197" y="209169"/>
                  </a:lnTo>
                  <a:lnTo>
                    <a:pt x="71628" y="219456"/>
                  </a:lnTo>
                  <a:lnTo>
                    <a:pt x="86880" y="218313"/>
                  </a:lnTo>
                  <a:lnTo>
                    <a:pt x="86664" y="218313"/>
                  </a:lnTo>
                  <a:lnTo>
                    <a:pt x="99631" y="215074"/>
                  </a:lnTo>
                  <a:lnTo>
                    <a:pt x="135636" y="183261"/>
                  </a:lnTo>
                  <a:lnTo>
                    <a:pt x="139065" y="172694"/>
                  </a:lnTo>
                  <a:lnTo>
                    <a:pt x="140208" y="161544"/>
                  </a:lnTo>
                  <a:close/>
                </a:path>
                <a:path extrusionOk="0" h="581025" w="140335">
                  <a:moveTo>
                    <a:pt x="140220" y="518160"/>
                  </a:moveTo>
                  <a:lnTo>
                    <a:pt x="140119" y="516636"/>
                  </a:lnTo>
                  <a:lnTo>
                    <a:pt x="139649" y="509282"/>
                  </a:lnTo>
                  <a:lnTo>
                    <a:pt x="137934" y="500824"/>
                  </a:lnTo>
                  <a:lnTo>
                    <a:pt x="135077" y="492658"/>
                  </a:lnTo>
                  <a:lnTo>
                    <a:pt x="131076" y="484632"/>
                  </a:lnTo>
                  <a:lnTo>
                    <a:pt x="131076" y="512064"/>
                  </a:lnTo>
                  <a:lnTo>
                    <a:pt x="129667" y="520903"/>
                  </a:lnTo>
                  <a:lnTo>
                    <a:pt x="98882" y="547433"/>
                  </a:lnTo>
                  <a:lnTo>
                    <a:pt x="87223" y="550646"/>
                  </a:lnTo>
                  <a:lnTo>
                    <a:pt x="87541" y="550646"/>
                  </a:lnTo>
                  <a:lnTo>
                    <a:pt x="73736" y="552627"/>
                  </a:lnTo>
                  <a:lnTo>
                    <a:pt x="59448" y="553212"/>
                  </a:lnTo>
                  <a:lnTo>
                    <a:pt x="50609" y="552932"/>
                  </a:lnTo>
                  <a:lnTo>
                    <a:pt x="10680" y="531876"/>
                  </a:lnTo>
                  <a:lnTo>
                    <a:pt x="9156" y="525780"/>
                  </a:lnTo>
                  <a:lnTo>
                    <a:pt x="9182" y="520903"/>
                  </a:lnTo>
                  <a:lnTo>
                    <a:pt x="34036" y="488429"/>
                  </a:lnTo>
                  <a:lnTo>
                    <a:pt x="79260" y="480060"/>
                  </a:lnTo>
                  <a:lnTo>
                    <a:pt x="92087" y="480631"/>
                  </a:lnTo>
                  <a:lnTo>
                    <a:pt x="127838" y="499491"/>
                  </a:lnTo>
                  <a:lnTo>
                    <a:pt x="131076" y="512064"/>
                  </a:lnTo>
                  <a:lnTo>
                    <a:pt x="131076" y="484632"/>
                  </a:lnTo>
                  <a:lnTo>
                    <a:pt x="94500" y="457771"/>
                  </a:lnTo>
                  <a:lnTo>
                    <a:pt x="67068" y="452628"/>
                  </a:lnTo>
                  <a:lnTo>
                    <a:pt x="54800" y="453517"/>
                  </a:lnTo>
                  <a:lnTo>
                    <a:pt x="12865" y="477850"/>
                  </a:lnTo>
                  <a:lnTo>
                    <a:pt x="12" y="516636"/>
                  </a:lnTo>
                  <a:lnTo>
                    <a:pt x="114" y="518160"/>
                  </a:lnTo>
                  <a:lnTo>
                    <a:pt x="12776" y="555218"/>
                  </a:lnTo>
                  <a:lnTo>
                    <a:pt x="53352" y="578358"/>
                  </a:lnTo>
                  <a:lnTo>
                    <a:pt x="71640" y="580644"/>
                  </a:lnTo>
                  <a:lnTo>
                    <a:pt x="83680" y="579767"/>
                  </a:lnTo>
                  <a:lnTo>
                    <a:pt x="126707" y="556310"/>
                  </a:lnTo>
                  <a:lnTo>
                    <a:pt x="128828" y="553212"/>
                  </a:lnTo>
                  <a:lnTo>
                    <a:pt x="134315" y="545211"/>
                  </a:lnTo>
                  <a:lnTo>
                    <a:pt x="138760" y="532409"/>
                  </a:lnTo>
                  <a:lnTo>
                    <a:pt x="138811" y="531876"/>
                  </a:lnTo>
                  <a:lnTo>
                    <a:pt x="140220" y="518160"/>
                  </a:lnTo>
                  <a:close/>
                </a:path>
                <a:path extrusionOk="0" h="581025" w="140335">
                  <a:moveTo>
                    <a:pt x="140220" y="292608"/>
                  </a:moveTo>
                  <a:lnTo>
                    <a:pt x="24396" y="248412"/>
                  </a:lnTo>
                  <a:lnTo>
                    <a:pt x="7632" y="228600"/>
                  </a:lnTo>
                  <a:lnTo>
                    <a:pt x="3060" y="228600"/>
                  </a:lnTo>
                  <a:lnTo>
                    <a:pt x="3060" y="269748"/>
                  </a:lnTo>
                  <a:lnTo>
                    <a:pt x="7632" y="269748"/>
                  </a:lnTo>
                  <a:lnTo>
                    <a:pt x="7632" y="260604"/>
                  </a:lnTo>
                  <a:lnTo>
                    <a:pt x="9156" y="259080"/>
                  </a:lnTo>
                  <a:lnTo>
                    <a:pt x="10680" y="256032"/>
                  </a:lnTo>
                  <a:lnTo>
                    <a:pt x="22872" y="256032"/>
                  </a:lnTo>
                  <a:lnTo>
                    <a:pt x="27444" y="259080"/>
                  </a:lnTo>
                  <a:lnTo>
                    <a:pt x="100596" y="286512"/>
                  </a:lnTo>
                  <a:lnTo>
                    <a:pt x="25920" y="318516"/>
                  </a:lnTo>
                  <a:lnTo>
                    <a:pt x="22872" y="320040"/>
                  </a:lnTo>
                  <a:lnTo>
                    <a:pt x="13728" y="320040"/>
                  </a:lnTo>
                  <a:lnTo>
                    <a:pt x="12204" y="316992"/>
                  </a:lnTo>
                  <a:lnTo>
                    <a:pt x="9156" y="315468"/>
                  </a:lnTo>
                  <a:lnTo>
                    <a:pt x="7632" y="310896"/>
                  </a:lnTo>
                  <a:lnTo>
                    <a:pt x="7632" y="303276"/>
                  </a:lnTo>
                  <a:lnTo>
                    <a:pt x="3060" y="303276"/>
                  </a:lnTo>
                  <a:lnTo>
                    <a:pt x="3060" y="367284"/>
                  </a:lnTo>
                  <a:lnTo>
                    <a:pt x="7632" y="367284"/>
                  </a:lnTo>
                  <a:lnTo>
                    <a:pt x="7632" y="361188"/>
                  </a:lnTo>
                  <a:lnTo>
                    <a:pt x="9156" y="356616"/>
                  </a:lnTo>
                  <a:lnTo>
                    <a:pt x="9156" y="355092"/>
                  </a:lnTo>
                  <a:lnTo>
                    <a:pt x="12204" y="350520"/>
                  </a:lnTo>
                  <a:lnTo>
                    <a:pt x="16776" y="347472"/>
                  </a:lnTo>
                  <a:lnTo>
                    <a:pt x="22872" y="345948"/>
                  </a:lnTo>
                  <a:lnTo>
                    <a:pt x="41160" y="338328"/>
                  </a:lnTo>
                  <a:lnTo>
                    <a:pt x="102120" y="365760"/>
                  </a:lnTo>
                  <a:lnTo>
                    <a:pt x="27444" y="394716"/>
                  </a:lnTo>
                  <a:lnTo>
                    <a:pt x="22872" y="396240"/>
                  </a:lnTo>
                  <a:lnTo>
                    <a:pt x="12204" y="396240"/>
                  </a:lnTo>
                  <a:lnTo>
                    <a:pt x="9156" y="393192"/>
                  </a:lnTo>
                  <a:lnTo>
                    <a:pt x="7632" y="390144"/>
                  </a:lnTo>
                  <a:lnTo>
                    <a:pt x="7632" y="384048"/>
                  </a:lnTo>
                  <a:lnTo>
                    <a:pt x="3060" y="384048"/>
                  </a:lnTo>
                  <a:lnTo>
                    <a:pt x="3060" y="441960"/>
                  </a:lnTo>
                  <a:lnTo>
                    <a:pt x="7632" y="441960"/>
                  </a:lnTo>
                  <a:lnTo>
                    <a:pt x="9156" y="435864"/>
                  </a:lnTo>
                  <a:lnTo>
                    <a:pt x="10680" y="431292"/>
                  </a:lnTo>
                  <a:lnTo>
                    <a:pt x="13728" y="428244"/>
                  </a:lnTo>
                  <a:lnTo>
                    <a:pt x="15252" y="425196"/>
                  </a:lnTo>
                  <a:lnTo>
                    <a:pt x="21348" y="423672"/>
                  </a:lnTo>
                  <a:lnTo>
                    <a:pt x="27444" y="420624"/>
                  </a:lnTo>
                  <a:lnTo>
                    <a:pt x="140220" y="376428"/>
                  </a:lnTo>
                  <a:lnTo>
                    <a:pt x="140220" y="371856"/>
                  </a:lnTo>
                  <a:lnTo>
                    <a:pt x="53352" y="333756"/>
                  </a:lnTo>
                  <a:lnTo>
                    <a:pt x="140220" y="297180"/>
                  </a:lnTo>
                  <a:lnTo>
                    <a:pt x="140220" y="2926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235" name="Google Shape;5235;p84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255520" y="6409944"/>
            <a:ext cx="271271" cy="1517903"/>
          </a:xfrm>
          <a:prstGeom prst="rect">
            <a:avLst/>
          </a:prstGeom>
          <a:noFill/>
          <a:ln>
            <a:noFill/>
          </a:ln>
        </p:spPr>
      </p:pic>
      <p:sp>
        <p:nvSpPr>
          <p:cNvPr id="5236" name="Google Shape;5236;p84"/>
          <p:cNvSpPr/>
          <p:nvPr/>
        </p:nvSpPr>
        <p:spPr>
          <a:xfrm>
            <a:off x="2810256" y="8897111"/>
            <a:ext cx="13970" cy="157480"/>
          </a:xfrm>
          <a:custGeom>
            <a:rect b="b" l="l" r="r" t="t"/>
            <a:pathLst>
              <a:path extrusionOk="0" h="157479" w="13969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7" name="Google Shape;5237;p84"/>
          <p:cNvGrpSpPr/>
          <p:nvPr/>
        </p:nvGrpSpPr>
        <p:grpSpPr>
          <a:xfrm>
            <a:off x="2691384" y="8014716"/>
            <a:ext cx="201282" cy="752855"/>
            <a:chOff x="2691384" y="8014716"/>
            <a:chExt cx="201282" cy="752855"/>
          </a:xfrm>
        </p:grpSpPr>
        <p:pic>
          <p:nvPicPr>
            <p:cNvPr id="5238" name="Google Shape;5238;p84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691384" y="8618219"/>
              <a:ext cx="198120" cy="1493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39" name="Google Shape;5239;p84"/>
            <p:cNvSpPr/>
            <p:nvPr/>
          </p:nvSpPr>
          <p:spPr>
            <a:xfrm>
              <a:off x="2752331" y="8014716"/>
              <a:ext cx="140335" cy="581025"/>
            </a:xfrm>
            <a:custGeom>
              <a:rect b="b" l="l" r="r" t="t"/>
              <a:pathLst>
                <a:path extrusionOk="0" h="581025" w="140335">
                  <a:moveTo>
                    <a:pt x="137160" y="27432"/>
                  </a:moveTo>
                  <a:lnTo>
                    <a:pt x="132588" y="27432"/>
                  </a:lnTo>
                  <a:lnTo>
                    <a:pt x="132588" y="33528"/>
                  </a:lnTo>
                  <a:lnTo>
                    <a:pt x="129540" y="42672"/>
                  </a:lnTo>
                  <a:lnTo>
                    <a:pt x="128016" y="45720"/>
                  </a:lnTo>
                  <a:lnTo>
                    <a:pt x="124968" y="47244"/>
                  </a:lnTo>
                  <a:lnTo>
                    <a:pt x="123444" y="48768"/>
                  </a:lnTo>
                  <a:lnTo>
                    <a:pt x="118872" y="51816"/>
                  </a:lnTo>
                  <a:lnTo>
                    <a:pt x="44196" y="51816"/>
                  </a:lnTo>
                  <a:lnTo>
                    <a:pt x="35052" y="47244"/>
                  </a:lnTo>
                  <a:lnTo>
                    <a:pt x="27432" y="42672"/>
                  </a:lnTo>
                  <a:lnTo>
                    <a:pt x="24384" y="38100"/>
                  </a:lnTo>
                  <a:lnTo>
                    <a:pt x="22860" y="36576"/>
                  </a:lnTo>
                  <a:lnTo>
                    <a:pt x="21336" y="33528"/>
                  </a:lnTo>
                  <a:lnTo>
                    <a:pt x="21336" y="30480"/>
                  </a:lnTo>
                  <a:lnTo>
                    <a:pt x="22860" y="27432"/>
                  </a:lnTo>
                  <a:lnTo>
                    <a:pt x="25908" y="22860"/>
                  </a:lnTo>
                  <a:lnTo>
                    <a:pt x="30480" y="18288"/>
                  </a:lnTo>
                  <a:lnTo>
                    <a:pt x="32004" y="15240"/>
                  </a:lnTo>
                  <a:lnTo>
                    <a:pt x="32004" y="9144"/>
                  </a:lnTo>
                  <a:lnTo>
                    <a:pt x="30480" y="6096"/>
                  </a:lnTo>
                  <a:lnTo>
                    <a:pt x="27432" y="3048"/>
                  </a:lnTo>
                  <a:lnTo>
                    <a:pt x="21336" y="0"/>
                  </a:lnTo>
                  <a:lnTo>
                    <a:pt x="12192" y="0"/>
                  </a:lnTo>
                  <a:lnTo>
                    <a:pt x="9144" y="1524"/>
                  </a:lnTo>
                  <a:lnTo>
                    <a:pt x="1524" y="9144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2006" y="27178"/>
                  </a:lnTo>
                  <a:lnTo>
                    <a:pt x="8001" y="35623"/>
                  </a:lnTo>
                  <a:lnTo>
                    <a:pt x="18008" y="43802"/>
                  </a:lnTo>
                  <a:lnTo>
                    <a:pt x="32004" y="51816"/>
                  </a:lnTo>
                  <a:lnTo>
                    <a:pt x="0" y="51816"/>
                  </a:lnTo>
                  <a:lnTo>
                    <a:pt x="0" y="57912"/>
                  </a:lnTo>
                  <a:lnTo>
                    <a:pt x="16764" y="99060"/>
                  </a:lnTo>
                  <a:lnTo>
                    <a:pt x="21336" y="97536"/>
                  </a:lnTo>
                  <a:lnTo>
                    <a:pt x="19812" y="94488"/>
                  </a:lnTo>
                  <a:lnTo>
                    <a:pt x="18288" y="89916"/>
                  </a:lnTo>
                  <a:lnTo>
                    <a:pt x="18288" y="85344"/>
                  </a:lnTo>
                  <a:lnTo>
                    <a:pt x="19812" y="82296"/>
                  </a:lnTo>
                  <a:lnTo>
                    <a:pt x="24384" y="77724"/>
                  </a:lnTo>
                  <a:lnTo>
                    <a:pt x="27432" y="77724"/>
                  </a:lnTo>
                  <a:lnTo>
                    <a:pt x="30886" y="76847"/>
                  </a:lnTo>
                  <a:lnTo>
                    <a:pt x="36766" y="76390"/>
                  </a:lnTo>
                  <a:lnTo>
                    <a:pt x="56388" y="76200"/>
                  </a:lnTo>
                  <a:lnTo>
                    <a:pt x="118872" y="76200"/>
                  </a:lnTo>
                  <a:lnTo>
                    <a:pt x="121920" y="77724"/>
                  </a:lnTo>
                  <a:lnTo>
                    <a:pt x="124968" y="77724"/>
                  </a:lnTo>
                  <a:lnTo>
                    <a:pt x="128016" y="79248"/>
                  </a:lnTo>
                  <a:lnTo>
                    <a:pt x="131064" y="85344"/>
                  </a:lnTo>
                  <a:lnTo>
                    <a:pt x="132588" y="89916"/>
                  </a:lnTo>
                  <a:lnTo>
                    <a:pt x="132588" y="96012"/>
                  </a:lnTo>
                  <a:lnTo>
                    <a:pt x="137160" y="96012"/>
                  </a:lnTo>
                  <a:lnTo>
                    <a:pt x="137160" y="27432"/>
                  </a:lnTo>
                  <a:close/>
                </a:path>
                <a:path extrusionOk="0" h="581025" w="140335">
                  <a:moveTo>
                    <a:pt x="140208" y="161544"/>
                  </a:moveTo>
                  <a:lnTo>
                    <a:pt x="124968" y="123444"/>
                  </a:lnTo>
                  <a:lnTo>
                    <a:pt x="88392" y="106680"/>
                  </a:lnTo>
                  <a:lnTo>
                    <a:pt x="85344" y="109728"/>
                  </a:lnTo>
                  <a:lnTo>
                    <a:pt x="93662" y="113182"/>
                  </a:lnTo>
                  <a:lnTo>
                    <a:pt x="100393" y="116776"/>
                  </a:lnTo>
                  <a:lnTo>
                    <a:pt x="105714" y="120662"/>
                  </a:lnTo>
                  <a:lnTo>
                    <a:pt x="109728" y="124968"/>
                  </a:lnTo>
                  <a:lnTo>
                    <a:pt x="115824" y="140208"/>
                  </a:lnTo>
                  <a:lnTo>
                    <a:pt x="115824" y="149352"/>
                  </a:lnTo>
                  <a:lnTo>
                    <a:pt x="90208" y="189763"/>
                  </a:lnTo>
                  <a:lnTo>
                    <a:pt x="53340" y="198120"/>
                  </a:lnTo>
                  <a:lnTo>
                    <a:pt x="53340" y="137160"/>
                  </a:lnTo>
                  <a:lnTo>
                    <a:pt x="53340" y="106680"/>
                  </a:lnTo>
                  <a:lnTo>
                    <a:pt x="44196" y="107353"/>
                  </a:lnTo>
                  <a:lnTo>
                    <a:pt x="44196" y="137160"/>
                  </a:lnTo>
                  <a:lnTo>
                    <a:pt x="44196" y="198120"/>
                  </a:lnTo>
                  <a:lnTo>
                    <a:pt x="9144" y="173736"/>
                  </a:lnTo>
                  <a:lnTo>
                    <a:pt x="9144" y="160020"/>
                  </a:lnTo>
                  <a:lnTo>
                    <a:pt x="10668" y="155448"/>
                  </a:lnTo>
                  <a:lnTo>
                    <a:pt x="16764" y="146304"/>
                  </a:lnTo>
                  <a:lnTo>
                    <a:pt x="21336" y="141732"/>
                  </a:lnTo>
                  <a:lnTo>
                    <a:pt x="25908" y="140208"/>
                  </a:lnTo>
                  <a:lnTo>
                    <a:pt x="28956" y="138684"/>
                  </a:lnTo>
                  <a:lnTo>
                    <a:pt x="35052" y="137160"/>
                  </a:lnTo>
                  <a:lnTo>
                    <a:pt x="44196" y="137160"/>
                  </a:lnTo>
                  <a:lnTo>
                    <a:pt x="44196" y="107353"/>
                  </a:lnTo>
                  <a:lnTo>
                    <a:pt x="7721" y="128689"/>
                  </a:lnTo>
                  <a:lnTo>
                    <a:pt x="0" y="156972"/>
                  </a:lnTo>
                  <a:lnTo>
                    <a:pt x="1143" y="170103"/>
                  </a:lnTo>
                  <a:lnTo>
                    <a:pt x="29197" y="209169"/>
                  </a:lnTo>
                  <a:lnTo>
                    <a:pt x="71628" y="219456"/>
                  </a:lnTo>
                  <a:lnTo>
                    <a:pt x="87096" y="218313"/>
                  </a:lnTo>
                  <a:lnTo>
                    <a:pt x="86880" y="218313"/>
                  </a:lnTo>
                  <a:lnTo>
                    <a:pt x="100203" y="215074"/>
                  </a:lnTo>
                  <a:lnTo>
                    <a:pt x="135636" y="183261"/>
                  </a:lnTo>
                  <a:lnTo>
                    <a:pt x="139065" y="172694"/>
                  </a:lnTo>
                  <a:lnTo>
                    <a:pt x="140208" y="161544"/>
                  </a:lnTo>
                  <a:close/>
                </a:path>
                <a:path extrusionOk="0" h="581025" w="140335">
                  <a:moveTo>
                    <a:pt x="140220" y="518160"/>
                  </a:moveTo>
                  <a:lnTo>
                    <a:pt x="140119" y="516636"/>
                  </a:lnTo>
                  <a:lnTo>
                    <a:pt x="139649" y="509282"/>
                  </a:lnTo>
                  <a:lnTo>
                    <a:pt x="137934" y="500824"/>
                  </a:lnTo>
                  <a:lnTo>
                    <a:pt x="135077" y="492658"/>
                  </a:lnTo>
                  <a:lnTo>
                    <a:pt x="131076" y="484632"/>
                  </a:lnTo>
                  <a:lnTo>
                    <a:pt x="131076" y="512064"/>
                  </a:lnTo>
                  <a:lnTo>
                    <a:pt x="129667" y="520903"/>
                  </a:lnTo>
                  <a:lnTo>
                    <a:pt x="98882" y="547433"/>
                  </a:lnTo>
                  <a:lnTo>
                    <a:pt x="87223" y="550646"/>
                  </a:lnTo>
                  <a:lnTo>
                    <a:pt x="87541" y="550646"/>
                  </a:lnTo>
                  <a:lnTo>
                    <a:pt x="73736" y="552627"/>
                  </a:lnTo>
                  <a:lnTo>
                    <a:pt x="59448" y="553212"/>
                  </a:lnTo>
                  <a:lnTo>
                    <a:pt x="50825" y="552932"/>
                  </a:lnTo>
                  <a:lnTo>
                    <a:pt x="10680" y="531876"/>
                  </a:lnTo>
                  <a:lnTo>
                    <a:pt x="9156" y="525780"/>
                  </a:lnTo>
                  <a:lnTo>
                    <a:pt x="9182" y="520903"/>
                  </a:lnTo>
                  <a:lnTo>
                    <a:pt x="34036" y="488429"/>
                  </a:lnTo>
                  <a:lnTo>
                    <a:pt x="79260" y="480060"/>
                  </a:lnTo>
                  <a:lnTo>
                    <a:pt x="92087" y="480631"/>
                  </a:lnTo>
                  <a:lnTo>
                    <a:pt x="127838" y="499491"/>
                  </a:lnTo>
                  <a:lnTo>
                    <a:pt x="131076" y="512064"/>
                  </a:lnTo>
                  <a:lnTo>
                    <a:pt x="131076" y="484632"/>
                  </a:lnTo>
                  <a:lnTo>
                    <a:pt x="94500" y="457771"/>
                  </a:lnTo>
                  <a:lnTo>
                    <a:pt x="67068" y="452628"/>
                  </a:lnTo>
                  <a:lnTo>
                    <a:pt x="54800" y="453517"/>
                  </a:lnTo>
                  <a:lnTo>
                    <a:pt x="12865" y="477850"/>
                  </a:lnTo>
                  <a:lnTo>
                    <a:pt x="12" y="516636"/>
                  </a:lnTo>
                  <a:lnTo>
                    <a:pt x="114" y="518160"/>
                  </a:lnTo>
                  <a:lnTo>
                    <a:pt x="13411" y="555218"/>
                  </a:lnTo>
                  <a:lnTo>
                    <a:pt x="53352" y="578358"/>
                  </a:lnTo>
                  <a:lnTo>
                    <a:pt x="71640" y="580644"/>
                  </a:lnTo>
                  <a:lnTo>
                    <a:pt x="83680" y="579767"/>
                  </a:lnTo>
                  <a:lnTo>
                    <a:pt x="126707" y="556310"/>
                  </a:lnTo>
                  <a:lnTo>
                    <a:pt x="128828" y="553212"/>
                  </a:lnTo>
                  <a:lnTo>
                    <a:pt x="134315" y="545211"/>
                  </a:lnTo>
                  <a:lnTo>
                    <a:pt x="138760" y="532409"/>
                  </a:lnTo>
                  <a:lnTo>
                    <a:pt x="138811" y="531876"/>
                  </a:lnTo>
                  <a:lnTo>
                    <a:pt x="140220" y="518160"/>
                  </a:lnTo>
                  <a:close/>
                </a:path>
                <a:path extrusionOk="0" h="581025" w="140335">
                  <a:moveTo>
                    <a:pt x="140220" y="292608"/>
                  </a:moveTo>
                  <a:lnTo>
                    <a:pt x="24396" y="248412"/>
                  </a:lnTo>
                  <a:lnTo>
                    <a:pt x="7632" y="228600"/>
                  </a:lnTo>
                  <a:lnTo>
                    <a:pt x="3060" y="228600"/>
                  </a:lnTo>
                  <a:lnTo>
                    <a:pt x="3060" y="269748"/>
                  </a:lnTo>
                  <a:lnTo>
                    <a:pt x="7632" y="269748"/>
                  </a:lnTo>
                  <a:lnTo>
                    <a:pt x="7632" y="263652"/>
                  </a:lnTo>
                  <a:lnTo>
                    <a:pt x="9156" y="260604"/>
                  </a:lnTo>
                  <a:lnTo>
                    <a:pt x="10680" y="259080"/>
                  </a:lnTo>
                  <a:lnTo>
                    <a:pt x="12204" y="256032"/>
                  </a:lnTo>
                  <a:lnTo>
                    <a:pt x="22872" y="256032"/>
                  </a:lnTo>
                  <a:lnTo>
                    <a:pt x="27444" y="259080"/>
                  </a:lnTo>
                  <a:lnTo>
                    <a:pt x="100596" y="286512"/>
                  </a:lnTo>
                  <a:lnTo>
                    <a:pt x="25920" y="318516"/>
                  </a:lnTo>
                  <a:lnTo>
                    <a:pt x="24396" y="320040"/>
                  </a:lnTo>
                  <a:lnTo>
                    <a:pt x="13728" y="320040"/>
                  </a:lnTo>
                  <a:lnTo>
                    <a:pt x="12204" y="316992"/>
                  </a:lnTo>
                  <a:lnTo>
                    <a:pt x="9156" y="315468"/>
                  </a:lnTo>
                  <a:lnTo>
                    <a:pt x="7632" y="310896"/>
                  </a:lnTo>
                  <a:lnTo>
                    <a:pt x="7632" y="303276"/>
                  </a:lnTo>
                  <a:lnTo>
                    <a:pt x="3060" y="303276"/>
                  </a:lnTo>
                  <a:lnTo>
                    <a:pt x="3060" y="367284"/>
                  </a:lnTo>
                  <a:lnTo>
                    <a:pt x="7632" y="367284"/>
                  </a:lnTo>
                  <a:lnTo>
                    <a:pt x="7632" y="361188"/>
                  </a:lnTo>
                  <a:lnTo>
                    <a:pt x="9156" y="356616"/>
                  </a:lnTo>
                  <a:lnTo>
                    <a:pt x="10680" y="355092"/>
                  </a:lnTo>
                  <a:lnTo>
                    <a:pt x="12204" y="350520"/>
                  </a:lnTo>
                  <a:lnTo>
                    <a:pt x="16776" y="347472"/>
                  </a:lnTo>
                  <a:lnTo>
                    <a:pt x="22872" y="345948"/>
                  </a:lnTo>
                  <a:lnTo>
                    <a:pt x="41160" y="338328"/>
                  </a:lnTo>
                  <a:lnTo>
                    <a:pt x="102120" y="365760"/>
                  </a:lnTo>
                  <a:lnTo>
                    <a:pt x="27444" y="394716"/>
                  </a:lnTo>
                  <a:lnTo>
                    <a:pt x="22872" y="396240"/>
                  </a:lnTo>
                  <a:lnTo>
                    <a:pt x="12204" y="396240"/>
                  </a:lnTo>
                  <a:lnTo>
                    <a:pt x="9156" y="393192"/>
                  </a:lnTo>
                  <a:lnTo>
                    <a:pt x="7632" y="390144"/>
                  </a:lnTo>
                  <a:lnTo>
                    <a:pt x="7632" y="384048"/>
                  </a:lnTo>
                  <a:lnTo>
                    <a:pt x="3060" y="384048"/>
                  </a:lnTo>
                  <a:lnTo>
                    <a:pt x="3060" y="441960"/>
                  </a:lnTo>
                  <a:lnTo>
                    <a:pt x="7632" y="441960"/>
                  </a:lnTo>
                  <a:lnTo>
                    <a:pt x="9156" y="435864"/>
                  </a:lnTo>
                  <a:lnTo>
                    <a:pt x="10680" y="431292"/>
                  </a:lnTo>
                  <a:lnTo>
                    <a:pt x="13728" y="428244"/>
                  </a:lnTo>
                  <a:lnTo>
                    <a:pt x="15252" y="425196"/>
                  </a:lnTo>
                  <a:lnTo>
                    <a:pt x="21348" y="423672"/>
                  </a:lnTo>
                  <a:lnTo>
                    <a:pt x="27444" y="420624"/>
                  </a:lnTo>
                  <a:lnTo>
                    <a:pt x="140220" y="376428"/>
                  </a:lnTo>
                  <a:lnTo>
                    <a:pt x="140220" y="371856"/>
                  </a:lnTo>
                  <a:lnTo>
                    <a:pt x="53352" y="333756"/>
                  </a:lnTo>
                  <a:lnTo>
                    <a:pt x="140220" y="297180"/>
                  </a:lnTo>
                  <a:lnTo>
                    <a:pt x="140220" y="2926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240" name="Google Shape;5240;p84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682239" y="6569964"/>
            <a:ext cx="210312" cy="1357883"/>
          </a:xfrm>
          <a:prstGeom prst="rect">
            <a:avLst/>
          </a:prstGeom>
          <a:noFill/>
          <a:ln>
            <a:noFill/>
          </a:ln>
        </p:spPr>
      </p:pic>
      <p:sp>
        <p:nvSpPr>
          <p:cNvPr id="5241" name="Google Shape;5241;p84"/>
          <p:cNvSpPr/>
          <p:nvPr/>
        </p:nvSpPr>
        <p:spPr>
          <a:xfrm>
            <a:off x="3238500" y="8897111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242" name="Google Shape;5242;p84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3108960" y="8020811"/>
            <a:ext cx="271272" cy="733043"/>
          </a:xfrm>
          <a:prstGeom prst="rect">
            <a:avLst/>
          </a:prstGeom>
          <a:noFill/>
          <a:ln>
            <a:noFill/>
          </a:ln>
        </p:spPr>
      </p:pic>
      <p:pic>
        <p:nvPicPr>
          <p:cNvPr id="5243" name="Google Shape;5243;p84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3108960" y="6935723"/>
            <a:ext cx="271271" cy="998220"/>
          </a:xfrm>
          <a:prstGeom prst="rect">
            <a:avLst/>
          </a:prstGeom>
          <a:noFill/>
          <a:ln>
            <a:noFill/>
          </a:ln>
        </p:spPr>
      </p:pic>
      <p:sp>
        <p:nvSpPr>
          <p:cNvPr id="5244" name="Google Shape;5244;p84"/>
          <p:cNvSpPr/>
          <p:nvPr/>
        </p:nvSpPr>
        <p:spPr>
          <a:xfrm>
            <a:off x="3665220" y="8897111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245" name="Google Shape;5245;p84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3535679" y="7420355"/>
            <a:ext cx="210312" cy="1347216"/>
          </a:xfrm>
          <a:prstGeom prst="rect">
            <a:avLst/>
          </a:prstGeom>
          <a:noFill/>
          <a:ln>
            <a:noFill/>
          </a:ln>
        </p:spPr>
      </p:pic>
      <p:sp>
        <p:nvSpPr>
          <p:cNvPr id="5246" name="Google Shape;5246;p84"/>
          <p:cNvSpPr/>
          <p:nvPr/>
        </p:nvSpPr>
        <p:spPr>
          <a:xfrm>
            <a:off x="3535667" y="6833616"/>
            <a:ext cx="210820" cy="515620"/>
          </a:xfrm>
          <a:custGeom>
            <a:rect b="b" l="l" r="r" t="t"/>
            <a:pathLst>
              <a:path extrusionOk="0" h="515620" w="210820">
                <a:moveTo>
                  <a:pt x="32004" y="385572"/>
                </a:moveTo>
                <a:lnTo>
                  <a:pt x="30480" y="382524"/>
                </a:lnTo>
                <a:lnTo>
                  <a:pt x="24384" y="376428"/>
                </a:lnTo>
                <a:lnTo>
                  <a:pt x="21336" y="374904"/>
                </a:lnTo>
                <a:lnTo>
                  <a:pt x="12192" y="374904"/>
                </a:lnTo>
                <a:lnTo>
                  <a:pt x="7620" y="376428"/>
                </a:lnTo>
                <a:lnTo>
                  <a:pt x="1524" y="382524"/>
                </a:lnTo>
                <a:lnTo>
                  <a:pt x="0" y="385572"/>
                </a:lnTo>
                <a:lnTo>
                  <a:pt x="0" y="394716"/>
                </a:lnTo>
                <a:lnTo>
                  <a:pt x="1524" y="399288"/>
                </a:lnTo>
                <a:lnTo>
                  <a:pt x="7620" y="405384"/>
                </a:lnTo>
                <a:lnTo>
                  <a:pt x="12192" y="406908"/>
                </a:lnTo>
                <a:lnTo>
                  <a:pt x="21336" y="406908"/>
                </a:lnTo>
                <a:lnTo>
                  <a:pt x="24384" y="405384"/>
                </a:lnTo>
                <a:lnTo>
                  <a:pt x="30480" y="399288"/>
                </a:lnTo>
                <a:lnTo>
                  <a:pt x="32004" y="394716"/>
                </a:lnTo>
                <a:lnTo>
                  <a:pt x="32004" y="385572"/>
                </a:lnTo>
                <a:close/>
              </a:path>
              <a:path extrusionOk="0" h="515620" w="210820">
                <a:moveTo>
                  <a:pt x="207264" y="358140"/>
                </a:moveTo>
                <a:lnTo>
                  <a:pt x="202692" y="358140"/>
                </a:lnTo>
                <a:lnTo>
                  <a:pt x="202692" y="368808"/>
                </a:lnTo>
                <a:lnTo>
                  <a:pt x="201168" y="370332"/>
                </a:lnTo>
                <a:lnTo>
                  <a:pt x="199644" y="373380"/>
                </a:lnTo>
                <a:lnTo>
                  <a:pt x="196596" y="374904"/>
                </a:lnTo>
                <a:lnTo>
                  <a:pt x="195072" y="376428"/>
                </a:lnTo>
                <a:lnTo>
                  <a:pt x="192024" y="376428"/>
                </a:lnTo>
                <a:lnTo>
                  <a:pt x="185928" y="377952"/>
                </a:lnTo>
                <a:lnTo>
                  <a:pt x="70104" y="377952"/>
                </a:lnTo>
                <a:lnTo>
                  <a:pt x="70104" y="384048"/>
                </a:lnTo>
                <a:lnTo>
                  <a:pt x="86868" y="425196"/>
                </a:lnTo>
                <a:lnTo>
                  <a:pt x="91440" y="422148"/>
                </a:lnTo>
                <a:lnTo>
                  <a:pt x="89916" y="419100"/>
                </a:lnTo>
                <a:lnTo>
                  <a:pt x="89916" y="408432"/>
                </a:lnTo>
                <a:lnTo>
                  <a:pt x="94488" y="403860"/>
                </a:lnTo>
                <a:lnTo>
                  <a:pt x="97536" y="403860"/>
                </a:lnTo>
                <a:lnTo>
                  <a:pt x="101854" y="402983"/>
                </a:lnTo>
                <a:lnTo>
                  <a:pt x="108013" y="402526"/>
                </a:lnTo>
                <a:lnTo>
                  <a:pt x="117348" y="402336"/>
                </a:lnTo>
                <a:lnTo>
                  <a:pt x="192024" y="402336"/>
                </a:lnTo>
                <a:lnTo>
                  <a:pt x="198120" y="405384"/>
                </a:lnTo>
                <a:lnTo>
                  <a:pt x="201168" y="408432"/>
                </a:lnTo>
                <a:lnTo>
                  <a:pt x="202692" y="411480"/>
                </a:lnTo>
                <a:lnTo>
                  <a:pt x="202692" y="422148"/>
                </a:lnTo>
                <a:lnTo>
                  <a:pt x="207264" y="422148"/>
                </a:lnTo>
                <a:lnTo>
                  <a:pt x="207264" y="402336"/>
                </a:lnTo>
                <a:lnTo>
                  <a:pt x="207264" y="358140"/>
                </a:lnTo>
                <a:close/>
              </a:path>
              <a:path extrusionOk="0" h="515620" w="210820">
                <a:moveTo>
                  <a:pt x="207264" y="126492"/>
                </a:moveTo>
                <a:lnTo>
                  <a:pt x="202692" y="126492"/>
                </a:lnTo>
                <a:lnTo>
                  <a:pt x="202692" y="137160"/>
                </a:lnTo>
                <a:lnTo>
                  <a:pt x="201168" y="140208"/>
                </a:lnTo>
                <a:lnTo>
                  <a:pt x="199644" y="141732"/>
                </a:lnTo>
                <a:lnTo>
                  <a:pt x="196596" y="143256"/>
                </a:lnTo>
                <a:lnTo>
                  <a:pt x="195072" y="144780"/>
                </a:lnTo>
                <a:lnTo>
                  <a:pt x="192024" y="146304"/>
                </a:lnTo>
                <a:lnTo>
                  <a:pt x="120396" y="146304"/>
                </a:lnTo>
                <a:lnTo>
                  <a:pt x="111823" y="146570"/>
                </a:lnTo>
                <a:lnTo>
                  <a:pt x="76200" y="163068"/>
                </a:lnTo>
                <a:lnTo>
                  <a:pt x="71628" y="167640"/>
                </a:lnTo>
                <a:lnTo>
                  <a:pt x="70104" y="173736"/>
                </a:lnTo>
                <a:lnTo>
                  <a:pt x="70104" y="187452"/>
                </a:lnTo>
                <a:lnTo>
                  <a:pt x="71628" y="195072"/>
                </a:lnTo>
                <a:lnTo>
                  <a:pt x="76200" y="201168"/>
                </a:lnTo>
                <a:lnTo>
                  <a:pt x="79349" y="206933"/>
                </a:lnTo>
                <a:lnTo>
                  <a:pt x="84201" y="212979"/>
                </a:lnTo>
                <a:lnTo>
                  <a:pt x="90779" y="219608"/>
                </a:lnTo>
                <a:lnTo>
                  <a:pt x="99060" y="227076"/>
                </a:lnTo>
                <a:lnTo>
                  <a:pt x="89916" y="228600"/>
                </a:lnTo>
                <a:lnTo>
                  <a:pt x="82296" y="233172"/>
                </a:lnTo>
                <a:lnTo>
                  <a:pt x="77724" y="237744"/>
                </a:lnTo>
                <a:lnTo>
                  <a:pt x="73152" y="243840"/>
                </a:lnTo>
                <a:lnTo>
                  <a:pt x="70104" y="251460"/>
                </a:lnTo>
                <a:lnTo>
                  <a:pt x="70104" y="265176"/>
                </a:lnTo>
                <a:lnTo>
                  <a:pt x="73152" y="274320"/>
                </a:lnTo>
                <a:lnTo>
                  <a:pt x="82296" y="288036"/>
                </a:lnTo>
                <a:lnTo>
                  <a:pt x="99060" y="304800"/>
                </a:lnTo>
                <a:lnTo>
                  <a:pt x="70104" y="304800"/>
                </a:lnTo>
                <a:lnTo>
                  <a:pt x="70104" y="310896"/>
                </a:lnTo>
                <a:lnTo>
                  <a:pt x="86868" y="352044"/>
                </a:lnTo>
                <a:lnTo>
                  <a:pt x="91440" y="350520"/>
                </a:lnTo>
                <a:lnTo>
                  <a:pt x="89916" y="345948"/>
                </a:lnTo>
                <a:lnTo>
                  <a:pt x="89916" y="335280"/>
                </a:lnTo>
                <a:lnTo>
                  <a:pt x="92964" y="332232"/>
                </a:lnTo>
                <a:lnTo>
                  <a:pt x="94488" y="332232"/>
                </a:lnTo>
                <a:lnTo>
                  <a:pt x="97536" y="330708"/>
                </a:lnTo>
                <a:lnTo>
                  <a:pt x="116192" y="329425"/>
                </a:lnTo>
                <a:lnTo>
                  <a:pt x="126492" y="329184"/>
                </a:lnTo>
                <a:lnTo>
                  <a:pt x="185928" y="329184"/>
                </a:lnTo>
                <a:lnTo>
                  <a:pt x="192024" y="330708"/>
                </a:lnTo>
                <a:lnTo>
                  <a:pt x="195072" y="330708"/>
                </a:lnTo>
                <a:lnTo>
                  <a:pt x="198120" y="332232"/>
                </a:lnTo>
                <a:lnTo>
                  <a:pt x="199644" y="333756"/>
                </a:lnTo>
                <a:lnTo>
                  <a:pt x="202692" y="339852"/>
                </a:lnTo>
                <a:lnTo>
                  <a:pt x="202692" y="348996"/>
                </a:lnTo>
                <a:lnTo>
                  <a:pt x="207264" y="348996"/>
                </a:lnTo>
                <a:lnTo>
                  <a:pt x="207264" y="284988"/>
                </a:lnTo>
                <a:lnTo>
                  <a:pt x="202692" y="284988"/>
                </a:lnTo>
                <a:lnTo>
                  <a:pt x="202692" y="295656"/>
                </a:lnTo>
                <a:lnTo>
                  <a:pt x="201168" y="298704"/>
                </a:lnTo>
                <a:lnTo>
                  <a:pt x="198120" y="301752"/>
                </a:lnTo>
                <a:lnTo>
                  <a:pt x="192024" y="304800"/>
                </a:lnTo>
                <a:lnTo>
                  <a:pt x="106680" y="304800"/>
                </a:lnTo>
                <a:lnTo>
                  <a:pt x="97536" y="295656"/>
                </a:lnTo>
                <a:lnTo>
                  <a:pt x="92964" y="286512"/>
                </a:lnTo>
                <a:lnTo>
                  <a:pt x="89916" y="281940"/>
                </a:lnTo>
                <a:lnTo>
                  <a:pt x="88392" y="277368"/>
                </a:lnTo>
                <a:lnTo>
                  <a:pt x="88392" y="265176"/>
                </a:lnTo>
                <a:lnTo>
                  <a:pt x="91440" y="259080"/>
                </a:lnTo>
                <a:lnTo>
                  <a:pt x="97536" y="254508"/>
                </a:lnTo>
                <a:lnTo>
                  <a:pt x="102108" y="251460"/>
                </a:lnTo>
                <a:lnTo>
                  <a:pt x="109728" y="249936"/>
                </a:lnTo>
                <a:lnTo>
                  <a:pt x="190500" y="249936"/>
                </a:lnTo>
                <a:lnTo>
                  <a:pt x="192024" y="251460"/>
                </a:lnTo>
                <a:lnTo>
                  <a:pt x="195072" y="251460"/>
                </a:lnTo>
                <a:lnTo>
                  <a:pt x="198120" y="252984"/>
                </a:lnTo>
                <a:lnTo>
                  <a:pt x="199644" y="256032"/>
                </a:lnTo>
                <a:lnTo>
                  <a:pt x="202692" y="259080"/>
                </a:lnTo>
                <a:lnTo>
                  <a:pt x="202692" y="269748"/>
                </a:lnTo>
                <a:lnTo>
                  <a:pt x="207264" y="269748"/>
                </a:lnTo>
                <a:lnTo>
                  <a:pt x="207264" y="205740"/>
                </a:lnTo>
                <a:lnTo>
                  <a:pt x="202692" y="205740"/>
                </a:lnTo>
                <a:lnTo>
                  <a:pt x="202692" y="216408"/>
                </a:lnTo>
                <a:lnTo>
                  <a:pt x="199644" y="222504"/>
                </a:lnTo>
                <a:lnTo>
                  <a:pt x="196596" y="224028"/>
                </a:lnTo>
                <a:lnTo>
                  <a:pt x="195072" y="224028"/>
                </a:lnTo>
                <a:lnTo>
                  <a:pt x="192024" y="225552"/>
                </a:lnTo>
                <a:lnTo>
                  <a:pt x="106680" y="225552"/>
                </a:lnTo>
                <a:lnTo>
                  <a:pt x="99060" y="217932"/>
                </a:lnTo>
                <a:lnTo>
                  <a:pt x="94488" y="211836"/>
                </a:lnTo>
                <a:lnTo>
                  <a:pt x="92964" y="207264"/>
                </a:lnTo>
                <a:lnTo>
                  <a:pt x="89916" y="202692"/>
                </a:lnTo>
                <a:lnTo>
                  <a:pt x="88392" y="198120"/>
                </a:lnTo>
                <a:lnTo>
                  <a:pt x="88392" y="184404"/>
                </a:lnTo>
                <a:lnTo>
                  <a:pt x="91440" y="178308"/>
                </a:lnTo>
                <a:lnTo>
                  <a:pt x="97536" y="175260"/>
                </a:lnTo>
                <a:lnTo>
                  <a:pt x="102108" y="172212"/>
                </a:lnTo>
                <a:lnTo>
                  <a:pt x="109728" y="170688"/>
                </a:lnTo>
                <a:lnTo>
                  <a:pt x="190500" y="170688"/>
                </a:lnTo>
                <a:lnTo>
                  <a:pt x="192024" y="172212"/>
                </a:lnTo>
                <a:lnTo>
                  <a:pt x="195072" y="172212"/>
                </a:lnTo>
                <a:lnTo>
                  <a:pt x="198120" y="173736"/>
                </a:lnTo>
                <a:lnTo>
                  <a:pt x="199644" y="175260"/>
                </a:lnTo>
                <a:lnTo>
                  <a:pt x="201168" y="178308"/>
                </a:lnTo>
                <a:lnTo>
                  <a:pt x="202692" y="182880"/>
                </a:lnTo>
                <a:lnTo>
                  <a:pt x="202692" y="190500"/>
                </a:lnTo>
                <a:lnTo>
                  <a:pt x="207264" y="190500"/>
                </a:lnTo>
                <a:lnTo>
                  <a:pt x="207264" y="126492"/>
                </a:lnTo>
                <a:close/>
              </a:path>
              <a:path extrusionOk="0" h="515620" w="210820">
                <a:moveTo>
                  <a:pt x="210312" y="460248"/>
                </a:moveTo>
                <a:lnTo>
                  <a:pt x="208788" y="454152"/>
                </a:lnTo>
                <a:lnTo>
                  <a:pt x="202692" y="448056"/>
                </a:lnTo>
                <a:lnTo>
                  <a:pt x="198716" y="443534"/>
                </a:lnTo>
                <a:lnTo>
                  <a:pt x="193738" y="439293"/>
                </a:lnTo>
                <a:lnTo>
                  <a:pt x="187909" y="435635"/>
                </a:lnTo>
                <a:lnTo>
                  <a:pt x="181356" y="432816"/>
                </a:lnTo>
                <a:lnTo>
                  <a:pt x="181356" y="438912"/>
                </a:lnTo>
                <a:lnTo>
                  <a:pt x="184404" y="440436"/>
                </a:lnTo>
                <a:lnTo>
                  <a:pt x="187452" y="443484"/>
                </a:lnTo>
                <a:lnTo>
                  <a:pt x="188976" y="446532"/>
                </a:lnTo>
                <a:lnTo>
                  <a:pt x="192024" y="449580"/>
                </a:lnTo>
                <a:lnTo>
                  <a:pt x="192024" y="458724"/>
                </a:lnTo>
                <a:lnTo>
                  <a:pt x="190500" y="461772"/>
                </a:lnTo>
                <a:lnTo>
                  <a:pt x="187452" y="464820"/>
                </a:lnTo>
                <a:lnTo>
                  <a:pt x="184404" y="466344"/>
                </a:lnTo>
                <a:lnTo>
                  <a:pt x="178308" y="467868"/>
                </a:lnTo>
                <a:lnTo>
                  <a:pt x="82296" y="467868"/>
                </a:lnTo>
                <a:lnTo>
                  <a:pt x="82296" y="437388"/>
                </a:lnTo>
                <a:lnTo>
                  <a:pt x="73152" y="437388"/>
                </a:lnTo>
                <a:lnTo>
                  <a:pt x="73152" y="467868"/>
                </a:lnTo>
                <a:lnTo>
                  <a:pt x="28956" y="467868"/>
                </a:lnTo>
                <a:lnTo>
                  <a:pt x="28956" y="470916"/>
                </a:lnTo>
                <a:lnTo>
                  <a:pt x="62484" y="492252"/>
                </a:lnTo>
                <a:lnTo>
                  <a:pt x="67056" y="498348"/>
                </a:lnTo>
                <a:lnTo>
                  <a:pt x="73152" y="504444"/>
                </a:lnTo>
                <a:lnTo>
                  <a:pt x="76200" y="509016"/>
                </a:lnTo>
                <a:lnTo>
                  <a:pt x="77724" y="515112"/>
                </a:lnTo>
                <a:lnTo>
                  <a:pt x="82296" y="515112"/>
                </a:lnTo>
                <a:lnTo>
                  <a:pt x="82296" y="492252"/>
                </a:lnTo>
                <a:lnTo>
                  <a:pt x="190500" y="492252"/>
                </a:lnTo>
                <a:lnTo>
                  <a:pt x="196596" y="489204"/>
                </a:lnTo>
                <a:lnTo>
                  <a:pt x="201168" y="487680"/>
                </a:lnTo>
                <a:lnTo>
                  <a:pt x="204216" y="484632"/>
                </a:lnTo>
                <a:lnTo>
                  <a:pt x="207264" y="480060"/>
                </a:lnTo>
                <a:lnTo>
                  <a:pt x="210312" y="470916"/>
                </a:lnTo>
                <a:lnTo>
                  <a:pt x="210312" y="460248"/>
                </a:lnTo>
                <a:close/>
              </a:path>
              <a:path extrusionOk="0" h="515620" w="210820">
                <a:moveTo>
                  <a:pt x="210324" y="54864"/>
                </a:moveTo>
                <a:lnTo>
                  <a:pt x="195084" y="18288"/>
                </a:lnTo>
                <a:lnTo>
                  <a:pt x="158508" y="0"/>
                </a:lnTo>
                <a:lnTo>
                  <a:pt x="155460" y="3048"/>
                </a:lnTo>
                <a:lnTo>
                  <a:pt x="163766" y="6743"/>
                </a:lnTo>
                <a:lnTo>
                  <a:pt x="170510" y="10858"/>
                </a:lnTo>
                <a:lnTo>
                  <a:pt x="175780" y="15240"/>
                </a:lnTo>
                <a:lnTo>
                  <a:pt x="179844" y="19812"/>
                </a:lnTo>
                <a:lnTo>
                  <a:pt x="184416" y="25908"/>
                </a:lnTo>
                <a:lnTo>
                  <a:pt x="185940" y="33528"/>
                </a:lnTo>
                <a:lnTo>
                  <a:pt x="185940" y="42672"/>
                </a:lnTo>
                <a:lnTo>
                  <a:pt x="169176" y="77724"/>
                </a:lnTo>
                <a:lnTo>
                  <a:pt x="123456" y="91440"/>
                </a:lnTo>
                <a:lnTo>
                  <a:pt x="123456" y="30480"/>
                </a:lnTo>
                <a:lnTo>
                  <a:pt x="123456" y="0"/>
                </a:lnTo>
                <a:lnTo>
                  <a:pt x="114312" y="914"/>
                </a:lnTo>
                <a:lnTo>
                  <a:pt x="114312" y="30480"/>
                </a:lnTo>
                <a:lnTo>
                  <a:pt x="114312" y="91440"/>
                </a:lnTo>
                <a:lnTo>
                  <a:pt x="106159" y="90589"/>
                </a:lnTo>
                <a:lnTo>
                  <a:pt x="106464" y="90589"/>
                </a:lnTo>
                <a:lnTo>
                  <a:pt x="99644" y="88392"/>
                </a:lnTo>
                <a:lnTo>
                  <a:pt x="93522" y="85013"/>
                </a:lnTo>
                <a:lnTo>
                  <a:pt x="88404" y="80772"/>
                </a:lnTo>
                <a:lnTo>
                  <a:pt x="82308" y="74676"/>
                </a:lnTo>
                <a:lnTo>
                  <a:pt x="79260" y="67056"/>
                </a:lnTo>
                <a:lnTo>
                  <a:pt x="79260" y="54864"/>
                </a:lnTo>
                <a:lnTo>
                  <a:pt x="100596" y="32004"/>
                </a:lnTo>
                <a:lnTo>
                  <a:pt x="106692" y="32004"/>
                </a:lnTo>
                <a:lnTo>
                  <a:pt x="114312" y="30480"/>
                </a:lnTo>
                <a:lnTo>
                  <a:pt x="114312" y="914"/>
                </a:lnTo>
                <a:lnTo>
                  <a:pt x="112356" y="1104"/>
                </a:lnTo>
                <a:lnTo>
                  <a:pt x="102120" y="4191"/>
                </a:lnTo>
                <a:lnTo>
                  <a:pt x="73736" y="31242"/>
                </a:lnTo>
                <a:lnTo>
                  <a:pt x="70167" y="52438"/>
                </a:lnTo>
                <a:lnTo>
                  <a:pt x="71272" y="64731"/>
                </a:lnTo>
                <a:lnTo>
                  <a:pt x="99949" y="103784"/>
                </a:lnTo>
                <a:lnTo>
                  <a:pt x="141744" y="112776"/>
                </a:lnTo>
                <a:lnTo>
                  <a:pt x="156883" y="111874"/>
                </a:lnTo>
                <a:lnTo>
                  <a:pt x="170319" y="108966"/>
                </a:lnTo>
                <a:lnTo>
                  <a:pt x="182029" y="103784"/>
                </a:lnTo>
                <a:lnTo>
                  <a:pt x="192036" y="96012"/>
                </a:lnTo>
                <a:lnTo>
                  <a:pt x="196303" y="91440"/>
                </a:lnTo>
                <a:lnTo>
                  <a:pt x="200037" y="87439"/>
                </a:lnTo>
                <a:lnTo>
                  <a:pt x="205752" y="77724"/>
                </a:lnTo>
                <a:lnTo>
                  <a:pt x="209181" y="66865"/>
                </a:lnTo>
                <a:lnTo>
                  <a:pt x="210324" y="548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7" name="Google Shape;5247;p84"/>
          <p:cNvSpPr/>
          <p:nvPr/>
        </p:nvSpPr>
        <p:spPr>
          <a:xfrm>
            <a:off x="4091940" y="8897111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8" name="Google Shape;5248;p84"/>
          <p:cNvGrpSpPr/>
          <p:nvPr/>
        </p:nvGrpSpPr>
        <p:grpSpPr>
          <a:xfrm>
            <a:off x="3962400" y="7920228"/>
            <a:ext cx="271780" cy="841246"/>
            <a:chOff x="3962400" y="7920228"/>
            <a:chExt cx="271780" cy="841246"/>
          </a:xfrm>
        </p:grpSpPr>
        <p:pic>
          <p:nvPicPr>
            <p:cNvPr id="5249" name="Google Shape;5249;p84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3966972" y="8586215"/>
              <a:ext cx="207263" cy="1752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50" name="Google Shape;5250;p84"/>
            <p:cNvSpPr/>
            <p:nvPr/>
          </p:nvSpPr>
          <p:spPr>
            <a:xfrm>
              <a:off x="3962400" y="7920228"/>
              <a:ext cx="271780" cy="646430"/>
            </a:xfrm>
            <a:custGeom>
              <a:rect b="b" l="l" r="r" t="t"/>
              <a:pathLst>
                <a:path extrusionOk="0" h="646429" w="271779">
                  <a:moveTo>
                    <a:pt x="32004" y="327660"/>
                  </a:moveTo>
                  <a:lnTo>
                    <a:pt x="30480" y="324612"/>
                  </a:lnTo>
                  <a:lnTo>
                    <a:pt x="24384" y="318516"/>
                  </a:lnTo>
                  <a:lnTo>
                    <a:pt x="21336" y="316992"/>
                  </a:lnTo>
                  <a:lnTo>
                    <a:pt x="12192" y="316992"/>
                  </a:lnTo>
                  <a:lnTo>
                    <a:pt x="7620" y="318516"/>
                  </a:lnTo>
                  <a:lnTo>
                    <a:pt x="1524" y="324612"/>
                  </a:lnTo>
                  <a:lnTo>
                    <a:pt x="0" y="327660"/>
                  </a:lnTo>
                  <a:lnTo>
                    <a:pt x="0" y="336804"/>
                  </a:lnTo>
                  <a:lnTo>
                    <a:pt x="1524" y="341376"/>
                  </a:lnTo>
                  <a:lnTo>
                    <a:pt x="7620" y="347472"/>
                  </a:lnTo>
                  <a:lnTo>
                    <a:pt x="12192" y="348996"/>
                  </a:lnTo>
                  <a:lnTo>
                    <a:pt x="21336" y="348996"/>
                  </a:lnTo>
                  <a:lnTo>
                    <a:pt x="24384" y="347472"/>
                  </a:lnTo>
                  <a:lnTo>
                    <a:pt x="30480" y="341376"/>
                  </a:lnTo>
                  <a:lnTo>
                    <a:pt x="32004" y="336804"/>
                  </a:lnTo>
                  <a:lnTo>
                    <a:pt x="32004" y="327660"/>
                  </a:lnTo>
                  <a:close/>
                </a:path>
                <a:path extrusionOk="0" h="646429" w="271779">
                  <a:moveTo>
                    <a:pt x="207264" y="300228"/>
                  </a:moveTo>
                  <a:lnTo>
                    <a:pt x="202692" y="300228"/>
                  </a:lnTo>
                  <a:lnTo>
                    <a:pt x="202692" y="310896"/>
                  </a:lnTo>
                  <a:lnTo>
                    <a:pt x="201168" y="312420"/>
                  </a:lnTo>
                  <a:lnTo>
                    <a:pt x="199644" y="315468"/>
                  </a:lnTo>
                  <a:lnTo>
                    <a:pt x="198120" y="316992"/>
                  </a:lnTo>
                  <a:lnTo>
                    <a:pt x="195072" y="318516"/>
                  </a:lnTo>
                  <a:lnTo>
                    <a:pt x="192024" y="318516"/>
                  </a:lnTo>
                  <a:lnTo>
                    <a:pt x="185928" y="320040"/>
                  </a:lnTo>
                  <a:lnTo>
                    <a:pt x="70104" y="320040"/>
                  </a:lnTo>
                  <a:lnTo>
                    <a:pt x="70104" y="326136"/>
                  </a:lnTo>
                  <a:lnTo>
                    <a:pt x="86868" y="367284"/>
                  </a:lnTo>
                  <a:lnTo>
                    <a:pt x="91440" y="364236"/>
                  </a:lnTo>
                  <a:lnTo>
                    <a:pt x="89916" y="361188"/>
                  </a:lnTo>
                  <a:lnTo>
                    <a:pt x="89916" y="350520"/>
                  </a:lnTo>
                  <a:lnTo>
                    <a:pt x="94488" y="345948"/>
                  </a:lnTo>
                  <a:lnTo>
                    <a:pt x="97536" y="345948"/>
                  </a:lnTo>
                  <a:lnTo>
                    <a:pt x="102057" y="345071"/>
                  </a:lnTo>
                  <a:lnTo>
                    <a:pt x="108585" y="344614"/>
                  </a:lnTo>
                  <a:lnTo>
                    <a:pt x="117995" y="344424"/>
                  </a:lnTo>
                  <a:lnTo>
                    <a:pt x="192024" y="344424"/>
                  </a:lnTo>
                  <a:lnTo>
                    <a:pt x="198120" y="347472"/>
                  </a:lnTo>
                  <a:lnTo>
                    <a:pt x="201168" y="350520"/>
                  </a:lnTo>
                  <a:lnTo>
                    <a:pt x="202692" y="353568"/>
                  </a:lnTo>
                  <a:lnTo>
                    <a:pt x="202692" y="364236"/>
                  </a:lnTo>
                  <a:lnTo>
                    <a:pt x="207264" y="364236"/>
                  </a:lnTo>
                  <a:lnTo>
                    <a:pt x="207264" y="344424"/>
                  </a:lnTo>
                  <a:lnTo>
                    <a:pt x="207264" y="300228"/>
                  </a:lnTo>
                  <a:close/>
                </a:path>
                <a:path extrusionOk="0" h="646429" w="271779">
                  <a:moveTo>
                    <a:pt x="207264" y="0"/>
                  </a:moveTo>
                  <a:lnTo>
                    <a:pt x="202692" y="0"/>
                  </a:lnTo>
                  <a:lnTo>
                    <a:pt x="202692" y="10668"/>
                  </a:lnTo>
                  <a:lnTo>
                    <a:pt x="201168" y="13716"/>
                  </a:lnTo>
                  <a:lnTo>
                    <a:pt x="199631" y="15240"/>
                  </a:lnTo>
                  <a:lnTo>
                    <a:pt x="196583" y="16764"/>
                  </a:lnTo>
                  <a:lnTo>
                    <a:pt x="195072" y="18288"/>
                  </a:lnTo>
                  <a:lnTo>
                    <a:pt x="192024" y="19812"/>
                  </a:lnTo>
                  <a:lnTo>
                    <a:pt x="0" y="19812"/>
                  </a:lnTo>
                  <a:lnTo>
                    <a:pt x="0" y="27432"/>
                  </a:lnTo>
                  <a:lnTo>
                    <a:pt x="16764" y="65532"/>
                  </a:lnTo>
                  <a:lnTo>
                    <a:pt x="21336" y="64008"/>
                  </a:lnTo>
                  <a:lnTo>
                    <a:pt x="19812" y="59436"/>
                  </a:lnTo>
                  <a:lnTo>
                    <a:pt x="19812" y="50292"/>
                  </a:lnTo>
                  <a:lnTo>
                    <a:pt x="24384" y="45720"/>
                  </a:lnTo>
                  <a:lnTo>
                    <a:pt x="28956" y="45720"/>
                  </a:lnTo>
                  <a:lnTo>
                    <a:pt x="46101" y="44437"/>
                  </a:lnTo>
                  <a:lnTo>
                    <a:pt x="56388" y="44196"/>
                  </a:lnTo>
                  <a:lnTo>
                    <a:pt x="185928" y="44196"/>
                  </a:lnTo>
                  <a:lnTo>
                    <a:pt x="192024" y="45720"/>
                  </a:lnTo>
                  <a:lnTo>
                    <a:pt x="195072" y="47244"/>
                  </a:lnTo>
                  <a:lnTo>
                    <a:pt x="198107" y="47244"/>
                  </a:lnTo>
                  <a:lnTo>
                    <a:pt x="199631" y="50292"/>
                  </a:lnTo>
                  <a:lnTo>
                    <a:pt x="201168" y="51816"/>
                  </a:lnTo>
                  <a:lnTo>
                    <a:pt x="202692" y="54864"/>
                  </a:lnTo>
                  <a:lnTo>
                    <a:pt x="202692" y="64008"/>
                  </a:lnTo>
                  <a:lnTo>
                    <a:pt x="207264" y="64008"/>
                  </a:lnTo>
                  <a:lnTo>
                    <a:pt x="207264" y="0"/>
                  </a:lnTo>
                  <a:close/>
                </a:path>
                <a:path extrusionOk="0" h="646429" w="271779">
                  <a:moveTo>
                    <a:pt x="210312" y="556260"/>
                  </a:moveTo>
                  <a:lnTo>
                    <a:pt x="209118" y="549148"/>
                  </a:lnTo>
                  <a:lnTo>
                    <a:pt x="205359" y="541591"/>
                  </a:lnTo>
                  <a:lnTo>
                    <a:pt x="198729" y="533768"/>
                  </a:lnTo>
                  <a:lnTo>
                    <a:pt x="188976" y="525780"/>
                  </a:lnTo>
                  <a:lnTo>
                    <a:pt x="181356" y="525780"/>
                  </a:lnTo>
                  <a:lnTo>
                    <a:pt x="187452" y="530352"/>
                  </a:lnTo>
                  <a:lnTo>
                    <a:pt x="190500" y="534924"/>
                  </a:lnTo>
                  <a:lnTo>
                    <a:pt x="192024" y="536448"/>
                  </a:lnTo>
                  <a:lnTo>
                    <a:pt x="192024" y="544068"/>
                  </a:lnTo>
                  <a:lnTo>
                    <a:pt x="190500" y="545592"/>
                  </a:lnTo>
                  <a:lnTo>
                    <a:pt x="187452" y="547116"/>
                  </a:lnTo>
                  <a:lnTo>
                    <a:pt x="182880" y="547116"/>
                  </a:lnTo>
                  <a:lnTo>
                    <a:pt x="175260" y="548640"/>
                  </a:lnTo>
                  <a:lnTo>
                    <a:pt x="94488" y="548640"/>
                  </a:lnTo>
                  <a:lnTo>
                    <a:pt x="91440" y="550164"/>
                  </a:lnTo>
                  <a:lnTo>
                    <a:pt x="83820" y="553212"/>
                  </a:lnTo>
                  <a:lnTo>
                    <a:pt x="70104" y="592836"/>
                  </a:lnTo>
                  <a:lnTo>
                    <a:pt x="70192" y="594029"/>
                  </a:lnTo>
                  <a:lnTo>
                    <a:pt x="70269" y="595109"/>
                  </a:lnTo>
                  <a:lnTo>
                    <a:pt x="86499" y="633895"/>
                  </a:lnTo>
                  <a:lnTo>
                    <a:pt x="105156" y="641604"/>
                  </a:lnTo>
                  <a:lnTo>
                    <a:pt x="109728" y="641604"/>
                  </a:lnTo>
                  <a:lnTo>
                    <a:pt x="112776" y="640080"/>
                  </a:lnTo>
                  <a:lnTo>
                    <a:pt x="117348" y="635508"/>
                  </a:lnTo>
                  <a:lnTo>
                    <a:pt x="118872" y="632460"/>
                  </a:lnTo>
                  <a:lnTo>
                    <a:pt x="118872" y="624840"/>
                  </a:lnTo>
                  <a:lnTo>
                    <a:pt x="117348" y="621792"/>
                  </a:lnTo>
                  <a:lnTo>
                    <a:pt x="112776" y="617220"/>
                  </a:lnTo>
                  <a:lnTo>
                    <a:pt x="91440" y="617220"/>
                  </a:lnTo>
                  <a:lnTo>
                    <a:pt x="88392" y="615696"/>
                  </a:lnTo>
                  <a:lnTo>
                    <a:pt x="85344" y="611124"/>
                  </a:lnTo>
                  <a:lnTo>
                    <a:pt x="80772" y="608076"/>
                  </a:lnTo>
                  <a:lnTo>
                    <a:pt x="79298" y="603681"/>
                  </a:lnTo>
                  <a:lnTo>
                    <a:pt x="106362" y="573341"/>
                  </a:lnTo>
                  <a:lnTo>
                    <a:pt x="115824" y="573024"/>
                  </a:lnTo>
                  <a:lnTo>
                    <a:pt x="120396" y="573024"/>
                  </a:lnTo>
                  <a:lnTo>
                    <a:pt x="132207" y="601218"/>
                  </a:lnTo>
                  <a:lnTo>
                    <a:pt x="137109" y="612038"/>
                  </a:lnTo>
                  <a:lnTo>
                    <a:pt x="164592" y="644652"/>
                  </a:lnTo>
                  <a:lnTo>
                    <a:pt x="170688" y="646176"/>
                  </a:lnTo>
                  <a:lnTo>
                    <a:pt x="176784" y="646176"/>
                  </a:lnTo>
                  <a:lnTo>
                    <a:pt x="210312" y="623316"/>
                  </a:lnTo>
                  <a:lnTo>
                    <a:pt x="210312" y="621792"/>
                  </a:lnTo>
                  <a:lnTo>
                    <a:pt x="210312" y="608076"/>
                  </a:lnTo>
                  <a:lnTo>
                    <a:pt x="208788" y="603504"/>
                  </a:lnTo>
                  <a:lnTo>
                    <a:pt x="207264" y="597408"/>
                  </a:lnTo>
                  <a:lnTo>
                    <a:pt x="205016" y="594029"/>
                  </a:lnTo>
                  <a:lnTo>
                    <a:pt x="200787" y="588645"/>
                  </a:lnTo>
                  <a:lnTo>
                    <a:pt x="194830" y="581558"/>
                  </a:lnTo>
                  <a:lnTo>
                    <a:pt x="192024" y="578319"/>
                  </a:lnTo>
                  <a:lnTo>
                    <a:pt x="192024" y="600456"/>
                  </a:lnTo>
                  <a:lnTo>
                    <a:pt x="192024" y="606552"/>
                  </a:lnTo>
                  <a:lnTo>
                    <a:pt x="190500" y="611124"/>
                  </a:lnTo>
                  <a:lnTo>
                    <a:pt x="185928" y="615696"/>
                  </a:lnTo>
                  <a:lnTo>
                    <a:pt x="181356" y="618744"/>
                  </a:lnTo>
                  <a:lnTo>
                    <a:pt x="175260" y="621792"/>
                  </a:lnTo>
                  <a:lnTo>
                    <a:pt x="164592" y="621792"/>
                  </a:lnTo>
                  <a:lnTo>
                    <a:pt x="158496" y="620268"/>
                  </a:lnTo>
                  <a:lnTo>
                    <a:pt x="146304" y="608076"/>
                  </a:lnTo>
                  <a:lnTo>
                    <a:pt x="141732" y="600456"/>
                  </a:lnTo>
                  <a:lnTo>
                    <a:pt x="140030" y="596176"/>
                  </a:lnTo>
                  <a:lnTo>
                    <a:pt x="137350" y="590169"/>
                  </a:lnTo>
                  <a:lnTo>
                    <a:pt x="133794" y="582460"/>
                  </a:lnTo>
                  <a:lnTo>
                    <a:pt x="129540" y="573024"/>
                  </a:lnTo>
                  <a:lnTo>
                    <a:pt x="178308" y="573024"/>
                  </a:lnTo>
                  <a:lnTo>
                    <a:pt x="184302" y="580961"/>
                  </a:lnTo>
                  <a:lnTo>
                    <a:pt x="188595" y="588454"/>
                  </a:lnTo>
                  <a:lnTo>
                    <a:pt x="188658" y="588645"/>
                  </a:lnTo>
                  <a:lnTo>
                    <a:pt x="191160" y="595109"/>
                  </a:lnTo>
                  <a:lnTo>
                    <a:pt x="192024" y="600456"/>
                  </a:lnTo>
                  <a:lnTo>
                    <a:pt x="192024" y="578319"/>
                  </a:lnTo>
                  <a:lnTo>
                    <a:pt x="187452" y="573024"/>
                  </a:lnTo>
                  <a:lnTo>
                    <a:pt x="196596" y="573024"/>
                  </a:lnTo>
                  <a:lnTo>
                    <a:pt x="202692" y="571500"/>
                  </a:lnTo>
                  <a:lnTo>
                    <a:pt x="208788" y="565404"/>
                  </a:lnTo>
                  <a:lnTo>
                    <a:pt x="210312" y="560832"/>
                  </a:lnTo>
                  <a:lnTo>
                    <a:pt x="210312" y="556260"/>
                  </a:lnTo>
                  <a:close/>
                </a:path>
                <a:path extrusionOk="0" h="646429" w="271779">
                  <a:moveTo>
                    <a:pt x="210312" y="236220"/>
                  </a:moveTo>
                  <a:lnTo>
                    <a:pt x="181356" y="208788"/>
                  </a:lnTo>
                  <a:lnTo>
                    <a:pt x="181356" y="214884"/>
                  </a:lnTo>
                  <a:lnTo>
                    <a:pt x="185928" y="216408"/>
                  </a:lnTo>
                  <a:lnTo>
                    <a:pt x="187452" y="219456"/>
                  </a:lnTo>
                  <a:lnTo>
                    <a:pt x="190500" y="222504"/>
                  </a:lnTo>
                  <a:lnTo>
                    <a:pt x="192024" y="225552"/>
                  </a:lnTo>
                  <a:lnTo>
                    <a:pt x="192024" y="234696"/>
                  </a:lnTo>
                  <a:lnTo>
                    <a:pt x="190500" y="237744"/>
                  </a:lnTo>
                  <a:lnTo>
                    <a:pt x="184404" y="243840"/>
                  </a:lnTo>
                  <a:lnTo>
                    <a:pt x="82296" y="243840"/>
                  </a:lnTo>
                  <a:lnTo>
                    <a:pt x="82296" y="213360"/>
                  </a:lnTo>
                  <a:lnTo>
                    <a:pt x="73152" y="213360"/>
                  </a:lnTo>
                  <a:lnTo>
                    <a:pt x="73152" y="243840"/>
                  </a:lnTo>
                  <a:lnTo>
                    <a:pt x="28956" y="243840"/>
                  </a:lnTo>
                  <a:lnTo>
                    <a:pt x="28956" y="246888"/>
                  </a:lnTo>
                  <a:lnTo>
                    <a:pt x="68580" y="274320"/>
                  </a:lnTo>
                  <a:lnTo>
                    <a:pt x="77724" y="291084"/>
                  </a:lnTo>
                  <a:lnTo>
                    <a:pt x="82296" y="291084"/>
                  </a:lnTo>
                  <a:lnTo>
                    <a:pt x="82296" y="268224"/>
                  </a:lnTo>
                  <a:lnTo>
                    <a:pt x="192024" y="268224"/>
                  </a:lnTo>
                  <a:lnTo>
                    <a:pt x="196596" y="265176"/>
                  </a:lnTo>
                  <a:lnTo>
                    <a:pt x="201168" y="263652"/>
                  </a:lnTo>
                  <a:lnTo>
                    <a:pt x="204216" y="260604"/>
                  </a:lnTo>
                  <a:lnTo>
                    <a:pt x="207264" y="256032"/>
                  </a:lnTo>
                  <a:lnTo>
                    <a:pt x="210312" y="246888"/>
                  </a:lnTo>
                  <a:lnTo>
                    <a:pt x="210312" y="236220"/>
                  </a:lnTo>
                  <a:close/>
                </a:path>
                <a:path extrusionOk="0" h="646429" w="271779">
                  <a:moveTo>
                    <a:pt x="210312" y="108204"/>
                  </a:moveTo>
                  <a:lnTo>
                    <a:pt x="209118" y="101092"/>
                  </a:lnTo>
                  <a:lnTo>
                    <a:pt x="205359" y="93535"/>
                  </a:lnTo>
                  <a:lnTo>
                    <a:pt x="198729" y="85712"/>
                  </a:lnTo>
                  <a:lnTo>
                    <a:pt x="188976" y="77724"/>
                  </a:lnTo>
                  <a:lnTo>
                    <a:pt x="181356" y="77724"/>
                  </a:lnTo>
                  <a:lnTo>
                    <a:pt x="190500" y="86868"/>
                  </a:lnTo>
                  <a:lnTo>
                    <a:pt x="192024" y="89916"/>
                  </a:lnTo>
                  <a:lnTo>
                    <a:pt x="192024" y="96012"/>
                  </a:lnTo>
                  <a:lnTo>
                    <a:pt x="190500" y="97536"/>
                  </a:lnTo>
                  <a:lnTo>
                    <a:pt x="190500" y="99060"/>
                  </a:lnTo>
                  <a:lnTo>
                    <a:pt x="185928" y="99060"/>
                  </a:lnTo>
                  <a:lnTo>
                    <a:pt x="182880" y="100584"/>
                  </a:lnTo>
                  <a:lnTo>
                    <a:pt x="94488" y="100584"/>
                  </a:lnTo>
                  <a:lnTo>
                    <a:pt x="91440" y="103632"/>
                  </a:lnTo>
                  <a:lnTo>
                    <a:pt x="83820" y="105156"/>
                  </a:lnTo>
                  <a:lnTo>
                    <a:pt x="79248" y="109728"/>
                  </a:lnTo>
                  <a:lnTo>
                    <a:pt x="70104" y="144780"/>
                  </a:lnTo>
                  <a:lnTo>
                    <a:pt x="70904" y="155625"/>
                  </a:lnTo>
                  <a:lnTo>
                    <a:pt x="92392" y="190119"/>
                  </a:lnTo>
                  <a:lnTo>
                    <a:pt x="105156" y="193548"/>
                  </a:lnTo>
                  <a:lnTo>
                    <a:pt x="109728" y="193548"/>
                  </a:lnTo>
                  <a:lnTo>
                    <a:pt x="115824" y="190500"/>
                  </a:lnTo>
                  <a:lnTo>
                    <a:pt x="118872" y="184404"/>
                  </a:lnTo>
                  <a:lnTo>
                    <a:pt x="118872" y="178308"/>
                  </a:lnTo>
                  <a:lnTo>
                    <a:pt x="115824" y="172212"/>
                  </a:lnTo>
                  <a:lnTo>
                    <a:pt x="109728" y="169164"/>
                  </a:lnTo>
                  <a:lnTo>
                    <a:pt x="91440" y="169164"/>
                  </a:lnTo>
                  <a:lnTo>
                    <a:pt x="88392" y="167640"/>
                  </a:lnTo>
                  <a:lnTo>
                    <a:pt x="85344" y="163068"/>
                  </a:lnTo>
                  <a:lnTo>
                    <a:pt x="80772" y="160020"/>
                  </a:lnTo>
                  <a:lnTo>
                    <a:pt x="79298" y="155625"/>
                  </a:lnTo>
                  <a:lnTo>
                    <a:pt x="106362" y="125285"/>
                  </a:lnTo>
                  <a:lnTo>
                    <a:pt x="115824" y="124968"/>
                  </a:lnTo>
                  <a:lnTo>
                    <a:pt x="120396" y="124968"/>
                  </a:lnTo>
                  <a:lnTo>
                    <a:pt x="120510" y="125285"/>
                  </a:lnTo>
                  <a:lnTo>
                    <a:pt x="126720" y="140741"/>
                  </a:lnTo>
                  <a:lnTo>
                    <a:pt x="146304" y="180047"/>
                  </a:lnTo>
                  <a:lnTo>
                    <a:pt x="170688" y="198120"/>
                  </a:lnTo>
                  <a:lnTo>
                    <a:pt x="176784" y="198120"/>
                  </a:lnTo>
                  <a:lnTo>
                    <a:pt x="210312" y="175260"/>
                  </a:lnTo>
                  <a:lnTo>
                    <a:pt x="210312" y="173736"/>
                  </a:lnTo>
                  <a:lnTo>
                    <a:pt x="210312" y="161544"/>
                  </a:lnTo>
                  <a:lnTo>
                    <a:pt x="194830" y="134162"/>
                  </a:lnTo>
                  <a:lnTo>
                    <a:pt x="192024" y="130670"/>
                  </a:lnTo>
                  <a:lnTo>
                    <a:pt x="192024" y="153924"/>
                  </a:lnTo>
                  <a:lnTo>
                    <a:pt x="192024" y="158496"/>
                  </a:lnTo>
                  <a:lnTo>
                    <a:pt x="190500" y="163068"/>
                  </a:lnTo>
                  <a:lnTo>
                    <a:pt x="181356" y="172212"/>
                  </a:lnTo>
                  <a:lnTo>
                    <a:pt x="175260" y="173736"/>
                  </a:lnTo>
                  <a:lnTo>
                    <a:pt x="164592" y="173736"/>
                  </a:lnTo>
                  <a:lnTo>
                    <a:pt x="139941" y="147904"/>
                  </a:lnTo>
                  <a:lnTo>
                    <a:pt x="137350" y="142113"/>
                  </a:lnTo>
                  <a:lnTo>
                    <a:pt x="133692" y="134162"/>
                  </a:lnTo>
                  <a:lnTo>
                    <a:pt x="129540" y="124968"/>
                  </a:lnTo>
                  <a:lnTo>
                    <a:pt x="178308" y="124968"/>
                  </a:lnTo>
                  <a:lnTo>
                    <a:pt x="184302" y="133565"/>
                  </a:lnTo>
                  <a:lnTo>
                    <a:pt x="188595" y="141160"/>
                  </a:lnTo>
                  <a:lnTo>
                    <a:pt x="188658" y="141351"/>
                  </a:lnTo>
                  <a:lnTo>
                    <a:pt x="191160" y="147904"/>
                  </a:lnTo>
                  <a:lnTo>
                    <a:pt x="191185" y="148120"/>
                  </a:lnTo>
                  <a:lnTo>
                    <a:pt x="192024" y="153924"/>
                  </a:lnTo>
                  <a:lnTo>
                    <a:pt x="192024" y="130670"/>
                  </a:lnTo>
                  <a:lnTo>
                    <a:pt x="187452" y="124968"/>
                  </a:lnTo>
                  <a:lnTo>
                    <a:pt x="196596" y="124968"/>
                  </a:lnTo>
                  <a:lnTo>
                    <a:pt x="202692" y="123444"/>
                  </a:lnTo>
                  <a:lnTo>
                    <a:pt x="208788" y="117348"/>
                  </a:lnTo>
                  <a:lnTo>
                    <a:pt x="210312" y="114300"/>
                  </a:lnTo>
                  <a:lnTo>
                    <a:pt x="210312" y="108204"/>
                  </a:lnTo>
                  <a:close/>
                </a:path>
                <a:path extrusionOk="0" h="646429" w="271779">
                  <a:moveTo>
                    <a:pt x="271272" y="452628"/>
                  </a:moveTo>
                  <a:lnTo>
                    <a:pt x="266700" y="452628"/>
                  </a:lnTo>
                  <a:lnTo>
                    <a:pt x="266700" y="464820"/>
                  </a:lnTo>
                  <a:lnTo>
                    <a:pt x="263652" y="470916"/>
                  </a:lnTo>
                  <a:lnTo>
                    <a:pt x="262128" y="472440"/>
                  </a:lnTo>
                  <a:lnTo>
                    <a:pt x="256032" y="475488"/>
                  </a:lnTo>
                  <a:lnTo>
                    <a:pt x="198120" y="475488"/>
                  </a:lnTo>
                  <a:lnTo>
                    <a:pt x="202692" y="470916"/>
                  </a:lnTo>
                  <a:lnTo>
                    <a:pt x="205740" y="466344"/>
                  </a:lnTo>
                  <a:lnTo>
                    <a:pt x="210312" y="457200"/>
                  </a:lnTo>
                  <a:lnTo>
                    <a:pt x="210312" y="445008"/>
                  </a:lnTo>
                  <a:lnTo>
                    <a:pt x="209169" y="433006"/>
                  </a:lnTo>
                  <a:lnTo>
                    <a:pt x="209105" y="432816"/>
                  </a:lnTo>
                  <a:lnTo>
                    <a:pt x="208978" y="432435"/>
                  </a:lnTo>
                  <a:lnTo>
                    <a:pt x="205740" y="422148"/>
                  </a:lnTo>
                  <a:lnTo>
                    <a:pt x="201168" y="414375"/>
                  </a:lnTo>
                  <a:lnTo>
                    <a:pt x="201168" y="434340"/>
                  </a:lnTo>
                  <a:lnTo>
                    <a:pt x="201168" y="452628"/>
                  </a:lnTo>
                  <a:lnTo>
                    <a:pt x="176784" y="475488"/>
                  </a:lnTo>
                  <a:lnTo>
                    <a:pt x="111252" y="475488"/>
                  </a:lnTo>
                  <a:lnTo>
                    <a:pt x="102108" y="467868"/>
                  </a:lnTo>
                  <a:lnTo>
                    <a:pt x="97536" y="461772"/>
                  </a:lnTo>
                  <a:lnTo>
                    <a:pt x="96012" y="458724"/>
                  </a:lnTo>
                  <a:lnTo>
                    <a:pt x="92964" y="454152"/>
                  </a:lnTo>
                  <a:lnTo>
                    <a:pt x="91440" y="449580"/>
                  </a:lnTo>
                  <a:lnTo>
                    <a:pt x="91440" y="445008"/>
                  </a:lnTo>
                  <a:lnTo>
                    <a:pt x="123063" y="411861"/>
                  </a:lnTo>
                  <a:lnTo>
                    <a:pt x="135458" y="409270"/>
                  </a:lnTo>
                  <a:lnTo>
                    <a:pt x="135737" y="409270"/>
                  </a:lnTo>
                  <a:lnTo>
                    <a:pt x="149352" y="408432"/>
                  </a:lnTo>
                  <a:lnTo>
                    <a:pt x="190500" y="420624"/>
                  </a:lnTo>
                  <a:lnTo>
                    <a:pt x="198234" y="427012"/>
                  </a:lnTo>
                  <a:lnTo>
                    <a:pt x="201168" y="434340"/>
                  </a:lnTo>
                  <a:lnTo>
                    <a:pt x="201168" y="414375"/>
                  </a:lnTo>
                  <a:lnTo>
                    <a:pt x="200025" y="412432"/>
                  </a:lnTo>
                  <a:lnTo>
                    <a:pt x="196291" y="408432"/>
                  </a:lnTo>
                  <a:lnTo>
                    <a:pt x="192024" y="403860"/>
                  </a:lnTo>
                  <a:lnTo>
                    <a:pt x="179997" y="394982"/>
                  </a:lnTo>
                  <a:lnTo>
                    <a:pt x="166687" y="388810"/>
                  </a:lnTo>
                  <a:lnTo>
                    <a:pt x="151752" y="385178"/>
                  </a:lnTo>
                  <a:lnTo>
                    <a:pt x="151269" y="385178"/>
                  </a:lnTo>
                  <a:lnTo>
                    <a:pt x="135636" y="384048"/>
                  </a:lnTo>
                  <a:lnTo>
                    <a:pt x="96837" y="393700"/>
                  </a:lnTo>
                  <a:lnTo>
                    <a:pt x="71221" y="423964"/>
                  </a:lnTo>
                  <a:lnTo>
                    <a:pt x="70104" y="440436"/>
                  </a:lnTo>
                  <a:lnTo>
                    <a:pt x="73152" y="448056"/>
                  </a:lnTo>
                  <a:lnTo>
                    <a:pt x="102108" y="475488"/>
                  </a:lnTo>
                  <a:lnTo>
                    <a:pt x="70104" y="475488"/>
                  </a:lnTo>
                  <a:lnTo>
                    <a:pt x="70104" y="481584"/>
                  </a:lnTo>
                  <a:lnTo>
                    <a:pt x="86868" y="522732"/>
                  </a:lnTo>
                  <a:lnTo>
                    <a:pt x="91440" y="521208"/>
                  </a:lnTo>
                  <a:lnTo>
                    <a:pt x="89916" y="518160"/>
                  </a:lnTo>
                  <a:lnTo>
                    <a:pt x="89916" y="505968"/>
                  </a:lnTo>
                  <a:lnTo>
                    <a:pt x="94488" y="501396"/>
                  </a:lnTo>
                  <a:lnTo>
                    <a:pt x="97536" y="501396"/>
                  </a:lnTo>
                  <a:lnTo>
                    <a:pt x="99060" y="499872"/>
                  </a:lnTo>
                  <a:lnTo>
                    <a:pt x="256032" y="499872"/>
                  </a:lnTo>
                  <a:lnTo>
                    <a:pt x="262128" y="502920"/>
                  </a:lnTo>
                  <a:lnTo>
                    <a:pt x="263652" y="504444"/>
                  </a:lnTo>
                  <a:lnTo>
                    <a:pt x="263652" y="505968"/>
                  </a:lnTo>
                  <a:lnTo>
                    <a:pt x="266700" y="510540"/>
                  </a:lnTo>
                  <a:lnTo>
                    <a:pt x="266700" y="524256"/>
                  </a:lnTo>
                  <a:lnTo>
                    <a:pt x="271272" y="524256"/>
                  </a:lnTo>
                  <a:lnTo>
                    <a:pt x="271272" y="499872"/>
                  </a:lnTo>
                  <a:lnTo>
                    <a:pt x="271272" y="4526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84"/>
          <p:cNvGrpSpPr/>
          <p:nvPr/>
        </p:nvGrpSpPr>
        <p:grpSpPr>
          <a:xfrm>
            <a:off x="3991355" y="7257288"/>
            <a:ext cx="181356" cy="576070"/>
            <a:chOff x="3991355" y="7257288"/>
            <a:chExt cx="181356" cy="576070"/>
          </a:xfrm>
        </p:grpSpPr>
        <p:pic>
          <p:nvPicPr>
            <p:cNvPr id="5252" name="Google Shape;5252;p84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4032503" y="7720583"/>
              <a:ext cx="140208" cy="112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53" name="Google Shape;5253;p84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4032503" y="7572756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54" name="Google Shape;5254;p84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3991355" y="7257288"/>
              <a:ext cx="181356" cy="28955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255" name="Google Shape;5255;p84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962400" y="6832091"/>
            <a:ext cx="210311" cy="333756"/>
          </a:xfrm>
          <a:prstGeom prst="rect">
            <a:avLst/>
          </a:prstGeom>
          <a:noFill/>
          <a:ln>
            <a:noFill/>
          </a:ln>
        </p:spPr>
      </p:pic>
      <p:pic>
        <p:nvPicPr>
          <p:cNvPr id="5256" name="Google Shape;5256;p84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962400" y="5506211"/>
            <a:ext cx="271271" cy="1239011"/>
          </a:xfrm>
          <a:prstGeom prst="rect">
            <a:avLst/>
          </a:prstGeom>
          <a:noFill/>
          <a:ln>
            <a:noFill/>
          </a:ln>
        </p:spPr>
      </p:pic>
      <p:sp>
        <p:nvSpPr>
          <p:cNvPr id="5257" name="Google Shape;5257;p84"/>
          <p:cNvSpPr/>
          <p:nvPr/>
        </p:nvSpPr>
        <p:spPr>
          <a:xfrm>
            <a:off x="4518659" y="8897111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8" name="Google Shape;5258;p84"/>
          <p:cNvGrpSpPr/>
          <p:nvPr/>
        </p:nvGrpSpPr>
        <p:grpSpPr>
          <a:xfrm>
            <a:off x="4389120" y="8095488"/>
            <a:ext cx="210312" cy="672084"/>
            <a:chOff x="4389120" y="8095488"/>
            <a:chExt cx="210312" cy="672084"/>
          </a:xfrm>
        </p:grpSpPr>
        <p:pic>
          <p:nvPicPr>
            <p:cNvPr id="5259" name="Google Shape;5259;p84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4398264" y="8621268"/>
              <a:ext cx="198119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60" name="Google Shape;5260;p84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4389120" y="8253983"/>
              <a:ext cx="210312" cy="3444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61" name="Google Shape;5261;p84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4389120" y="8095488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262" name="Google Shape;5262;p84"/>
          <p:cNvGrpSpPr/>
          <p:nvPr/>
        </p:nvGrpSpPr>
        <p:grpSpPr>
          <a:xfrm>
            <a:off x="4418076" y="7438643"/>
            <a:ext cx="181356" cy="573023"/>
            <a:chOff x="4418076" y="7438643"/>
            <a:chExt cx="181356" cy="573023"/>
          </a:xfrm>
        </p:grpSpPr>
        <p:pic>
          <p:nvPicPr>
            <p:cNvPr id="5263" name="Google Shape;5263;p84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4459223" y="7752587"/>
              <a:ext cx="140208" cy="2590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64" name="Google Shape;5264;p84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4418076" y="7438643"/>
              <a:ext cx="181356" cy="28955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265" name="Google Shape;5265;p84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4389120" y="7013447"/>
            <a:ext cx="210311" cy="330707"/>
          </a:xfrm>
          <a:prstGeom prst="rect">
            <a:avLst/>
          </a:prstGeom>
          <a:noFill/>
          <a:ln>
            <a:noFill/>
          </a:ln>
        </p:spPr>
      </p:pic>
      <p:sp>
        <p:nvSpPr>
          <p:cNvPr id="5266" name="Google Shape;5266;p84"/>
          <p:cNvSpPr/>
          <p:nvPr/>
        </p:nvSpPr>
        <p:spPr>
          <a:xfrm>
            <a:off x="4389107" y="6204204"/>
            <a:ext cx="210820" cy="730250"/>
          </a:xfrm>
          <a:custGeom>
            <a:rect b="b" l="l" r="r" t="t"/>
            <a:pathLst>
              <a:path extrusionOk="0" h="730250" w="210820">
                <a:moveTo>
                  <a:pt x="207264" y="188976"/>
                </a:moveTo>
                <a:lnTo>
                  <a:pt x="202692" y="188976"/>
                </a:lnTo>
                <a:lnTo>
                  <a:pt x="202692" y="199644"/>
                </a:lnTo>
                <a:lnTo>
                  <a:pt x="201168" y="201168"/>
                </a:lnTo>
                <a:lnTo>
                  <a:pt x="199644" y="204216"/>
                </a:lnTo>
                <a:lnTo>
                  <a:pt x="198120" y="205740"/>
                </a:lnTo>
                <a:lnTo>
                  <a:pt x="195072" y="205740"/>
                </a:lnTo>
                <a:lnTo>
                  <a:pt x="192024" y="207264"/>
                </a:lnTo>
                <a:lnTo>
                  <a:pt x="185928" y="208788"/>
                </a:lnTo>
                <a:lnTo>
                  <a:pt x="134112" y="208788"/>
                </a:lnTo>
                <a:lnTo>
                  <a:pt x="0" y="208788"/>
                </a:lnTo>
                <a:lnTo>
                  <a:pt x="0" y="214884"/>
                </a:lnTo>
                <a:lnTo>
                  <a:pt x="16764" y="254508"/>
                </a:lnTo>
                <a:lnTo>
                  <a:pt x="21336" y="251460"/>
                </a:lnTo>
                <a:lnTo>
                  <a:pt x="19812" y="246888"/>
                </a:lnTo>
                <a:lnTo>
                  <a:pt x="19812" y="237744"/>
                </a:lnTo>
                <a:lnTo>
                  <a:pt x="22860" y="234696"/>
                </a:lnTo>
                <a:lnTo>
                  <a:pt x="25908" y="234696"/>
                </a:lnTo>
                <a:lnTo>
                  <a:pt x="28956" y="233172"/>
                </a:lnTo>
                <a:lnTo>
                  <a:pt x="192024" y="233172"/>
                </a:lnTo>
                <a:lnTo>
                  <a:pt x="198120" y="236220"/>
                </a:lnTo>
                <a:lnTo>
                  <a:pt x="201168" y="239268"/>
                </a:lnTo>
                <a:lnTo>
                  <a:pt x="202692" y="242316"/>
                </a:lnTo>
                <a:lnTo>
                  <a:pt x="202692" y="254508"/>
                </a:lnTo>
                <a:lnTo>
                  <a:pt x="207264" y="254508"/>
                </a:lnTo>
                <a:lnTo>
                  <a:pt x="207264" y="233172"/>
                </a:lnTo>
                <a:lnTo>
                  <a:pt x="207264" y="188976"/>
                </a:lnTo>
                <a:close/>
              </a:path>
              <a:path extrusionOk="0" h="730250" w="210820">
                <a:moveTo>
                  <a:pt x="207264" y="105156"/>
                </a:moveTo>
                <a:lnTo>
                  <a:pt x="201168" y="105156"/>
                </a:lnTo>
                <a:lnTo>
                  <a:pt x="201168" y="117348"/>
                </a:lnTo>
                <a:lnTo>
                  <a:pt x="199644" y="120396"/>
                </a:lnTo>
                <a:lnTo>
                  <a:pt x="169164" y="147828"/>
                </a:lnTo>
                <a:lnTo>
                  <a:pt x="124968" y="184404"/>
                </a:lnTo>
                <a:lnTo>
                  <a:pt x="102704" y="160020"/>
                </a:lnTo>
                <a:lnTo>
                  <a:pt x="92964" y="149352"/>
                </a:lnTo>
                <a:lnTo>
                  <a:pt x="86868" y="143256"/>
                </a:lnTo>
                <a:lnTo>
                  <a:pt x="77724" y="124968"/>
                </a:lnTo>
                <a:lnTo>
                  <a:pt x="77724" y="117348"/>
                </a:lnTo>
                <a:lnTo>
                  <a:pt x="76200" y="109728"/>
                </a:lnTo>
                <a:lnTo>
                  <a:pt x="73152" y="109728"/>
                </a:lnTo>
                <a:lnTo>
                  <a:pt x="73152" y="169164"/>
                </a:lnTo>
                <a:lnTo>
                  <a:pt x="77724" y="169164"/>
                </a:lnTo>
                <a:lnTo>
                  <a:pt x="79248" y="166116"/>
                </a:lnTo>
                <a:lnTo>
                  <a:pt x="79248" y="163068"/>
                </a:lnTo>
                <a:lnTo>
                  <a:pt x="82296" y="160020"/>
                </a:lnTo>
                <a:lnTo>
                  <a:pt x="89916" y="160020"/>
                </a:lnTo>
                <a:lnTo>
                  <a:pt x="96012" y="166116"/>
                </a:lnTo>
                <a:lnTo>
                  <a:pt x="102108" y="173736"/>
                </a:lnTo>
                <a:lnTo>
                  <a:pt x="134112" y="208788"/>
                </a:lnTo>
                <a:lnTo>
                  <a:pt x="163728" y="184404"/>
                </a:lnTo>
                <a:lnTo>
                  <a:pt x="185928" y="166116"/>
                </a:lnTo>
                <a:lnTo>
                  <a:pt x="190500" y="161544"/>
                </a:lnTo>
                <a:lnTo>
                  <a:pt x="195072" y="160020"/>
                </a:lnTo>
                <a:lnTo>
                  <a:pt x="199644" y="160020"/>
                </a:lnTo>
                <a:lnTo>
                  <a:pt x="202692" y="163068"/>
                </a:lnTo>
                <a:lnTo>
                  <a:pt x="202692" y="169164"/>
                </a:lnTo>
                <a:lnTo>
                  <a:pt x="207264" y="169164"/>
                </a:lnTo>
                <a:lnTo>
                  <a:pt x="207264" y="160020"/>
                </a:lnTo>
                <a:lnTo>
                  <a:pt x="207264" y="105156"/>
                </a:lnTo>
                <a:close/>
              </a:path>
              <a:path extrusionOk="0" h="730250" w="210820">
                <a:moveTo>
                  <a:pt x="207276" y="504444"/>
                </a:moveTo>
                <a:lnTo>
                  <a:pt x="202704" y="504444"/>
                </a:lnTo>
                <a:lnTo>
                  <a:pt x="202704" y="513588"/>
                </a:lnTo>
                <a:lnTo>
                  <a:pt x="199656" y="519684"/>
                </a:lnTo>
                <a:lnTo>
                  <a:pt x="198132" y="521208"/>
                </a:lnTo>
                <a:lnTo>
                  <a:pt x="195084" y="522732"/>
                </a:lnTo>
                <a:lnTo>
                  <a:pt x="192036" y="522732"/>
                </a:lnTo>
                <a:lnTo>
                  <a:pt x="185940" y="524256"/>
                </a:lnTo>
                <a:lnTo>
                  <a:pt x="120408" y="524256"/>
                </a:lnTo>
                <a:lnTo>
                  <a:pt x="111848" y="524522"/>
                </a:lnTo>
                <a:lnTo>
                  <a:pt x="76212" y="539496"/>
                </a:lnTo>
                <a:lnTo>
                  <a:pt x="70116" y="551688"/>
                </a:lnTo>
                <a:lnTo>
                  <a:pt x="70116" y="565404"/>
                </a:lnTo>
                <a:lnTo>
                  <a:pt x="92278" y="596696"/>
                </a:lnTo>
                <a:lnTo>
                  <a:pt x="100596" y="603504"/>
                </a:lnTo>
                <a:lnTo>
                  <a:pt x="93370" y="605840"/>
                </a:lnTo>
                <a:lnTo>
                  <a:pt x="70116" y="629412"/>
                </a:lnTo>
                <a:lnTo>
                  <a:pt x="70116" y="641604"/>
                </a:lnTo>
                <a:lnTo>
                  <a:pt x="71640" y="646176"/>
                </a:lnTo>
                <a:lnTo>
                  <a:pt x="73164" y="652272"/>
                </a:lnTo>
                <a:lnTo>
                  <a:pt x="82308" y="665988"/>
                </a:lnTo>
                <a:lnTo>
                  <a:pt x="89928" y="673608"/>
                </a:lnTo>
                <a:lnTo>
                  <a:pt x="100596" y="682752"/>
                </a:lnTo>
                <a:lnTo>
                  <a:pt x="70116" y="682752"/>
                </a:lnTo>
                <a:lnTo>
                  <a:pt x="70116" y="688848"/>
                </a:lnTo>
                <a:lnTo>
                  <a:pt x="86880" y="729996"/>
                </a:lnTo>
                <a:lnTo>
                  <a:pt x="91452" y="726948"/>
                </a:lnTo>
                <a:lnTo>
                  <a:pt x="91452" y="723900"/>
                </a:lnTo>
                <a:lnTo>
                  <a:pt x="89928" y="720852"/>
                </a:lnTo>
                <a:lnTo>
                  <a:pt x="89928" y="713232"/>
                </a:lnTo>
                <a:lnTo>
                  <a:pt x="94500" y="708660"/>
                </a:lnTo>
                <a:lnTo>
                  <a:pt x="99072" y="708660"/>
                </a:lnTo>
                <a:lnTo>
                  <a:pt x="102704" y="707783"/>
                </a:lnTo>
                <a:lnTo>
                  <a:pt x="108788" y="707326"/>
                </a:lnTo>
                <a:lnTo>
                  <a:pt x="126504" y="707136"/>
                </a:lnTo>
                <a:lnTo>
                  <a:pt x="192036" y="707136"/>
                </a:lnTo>
                <a:lnTo>
                  <a:pt x="198132" y="710184"/>
                </a:lnTo>
                <a:lnTo>
                  <a:pt x="199656" y="711708"/>
                </a:lnTo>
                <a:lnTo>
                  <a:pt x="201180" y="714756"/>
                </a:lnTo>
                <a:lnTo>
                  <a:pt x="202704" y="716280"/>
                </a:lnTo>
                <a:lnTo>
                  <a:pt x="202704" y="726948"/>
                </a:lnTo>
                <a:lnTo>
                  <a:pt x="207276" y="726948"/>
                </a:lnTo>
                <a:lnTo>
                  <a:pt x="207276" y="662940"/>
                </a:lnTo>
                <a:lnTo>
                  <a:pt x="202704" y="662940"/>
                </a:lnTo>
                <a:lnTo>
                  <a:pt x="202704" y="673608"/>
                </a:lnTo>
                <a:lnTo>
                  <a:pt x="201180" y="676656"/>
                </a:lnTo>
                <a:lnTo>
                  <a:pt x="198132" y="679704"/>
                </a:lnTo>
                <a:lnTo>
                  <a:pt x="195084" y="681228"/>
                </a:lnTo>
                <a:lnTo>
                  <a:pt x="192036" y="681228"/>
                </a:lnTo>
                <a:lnTo>
                  <a:pt x="185940" y="682752"/>
                </a:lnTo>
                <a:lnTo>
                  <a:pt x="106692" y="682752"/>
                </a:lnTo>
                <a:lnTo>
                  <a:pt x="102120" y="678180"/>
                </a:lnTo>
                <a:lnTo>
                  <a:pt x="97548" y="672084"/>
                </a:lnTo>
                <a:lnTo>
                  <a:pt x="92976" y="664464"/>
                </a:lnTo>
                <a:lnTo>
                  <a:pt x="89928" y="659892"/>
                </a:lnTo>
                <a:lnTo>
                  <a:pt x="88404" y="655320"/>
                </a:lnTo>
                <a:lnTo>
                  <a:pt x="88404" y="641604"/>
                </a:lnTo>
                <a:lnTo>
                  <a:pt x="91452" y="637032"/>
                </a:lnTo>
                <a:lnTo>
                  <a:pt x="97548" y="632460"/>
                </a:lnTo>
                <a:lnTo>
                  <a:pt x="102120" y="629412"/>
                </a:lnTo>
                <a:lnTo>
                  <a:pt x="109740" y="627888"/>
                </a:lnTo>
                <a:lnTo>
                  <a:pt x="192036" y="627888"/>
                </a:lnTo>
                <a:lnTo>
                  <a:pt x="196608" y="629412"/>
                </a:lnTo>
                <a:lnTo>
                  <a:pt x="202704" y="635508"/>
                </a:lnTo>
                <a:lnTo>
                  <a:pt x="202704" y="647700"/>
                </a:lnTo>
                <a:lnTo>
                  <a:pt x="207276" y="647700"/>
                </a:lnTo>
                <a:lnTo>
                  <a:pt x="207276" y="583692"/>
                </a:lnTo>
                <a:lnTo>
                  <a:pt x="202704" y="583692"/>
                </a:lnTo>
                <a:lnTo>
                  <a:pt x="202704" y="594360"/>
                </a:lnTo>
                <a:lnTo>
                  <a:pt x="201180" y="595884"/>
                </a:lnTo>
                <a:lnTo>
                  <a:pt x="199656" y="598932"/>
                </a:lnTo>
                <a:lnTo>
                  <a:pt x="198132" y="600456"/>
                </a:lnTo>
                <a:lnTo>
                  <a:pt x="195084" y="601980"/>
                </a:lnTo>
                <a:lnTo>
                  <a:pt x="193560" y="603504"/>
                </a:lnTo>
                <a:lnTo>
                  <a:pt x="106692" y="603504"/>
                </a:lnTo>
                <a:lnTo>
                  <a:pt x="100596" y="595884"/>
                </a:lnTo>
                <a:lnTo>
                  <a:pt x="96024" y="589788"/>
                </a:lnTo>
                <a:lnTo>
                  <a:pt x="92976" y="585216"/>
                </a:lnTo>
                <a:lnTo>
                  <a:pt x="89928" y="579120"/>
                </a:lnTo>
                <a:lnTo>
                  <a:pt x="88404" y="574548"/>
                </a:lnTo>
                <a:lnTo>
                  <a:pt x="88404" y="562356"/>
                </a:lnTo>
                <a:lnTo>
                  <a:pt x="91452" y="556260"/>
                </a:lnTo>
                <a:lnTo>
                  <a:pt x="97548" y="551688"/>
                </a:lnTo>
                <a:lnTo>
                  <a:pt x="102120" y="550164"/>
                </a:lnTo>
                <a:lnTo>
                  <a:pt x="109740" y="548640"/>
                </a:lnTo>
                <a:lnTo>
                  <a:pt x="192036" y="548640"/>
                </a:lnTo>
                <a:lnTo>
                  <a:pt x="198132" y="551688"/>
                </a:lnTo>
                <a:lnTo>
                  <a:pt x="202704" y="556260"/>
                </a:lnTo>
                <a:lnTo>
                  <a:pt x="202704" y="568452"/>
                </a:lnTo>
                <a:lnTo>
                  <a:pt x="207276" y="568452"/>
                </a:lnTo>
                <a:lnTo>
                  <a:pt x="207276" y="504444"/>
                </a:lnTo>
                <a:close/>
              </a:path>
              <a:path extrusionOk="0" h="730250" w="210820">
                <a:moveTo>
                  <a:pt x="210312" y="402336"/>
                </a:moveTo>
                <a:lnTo>
                  <a:pt x="188976" y="370332"/>
                </a:lnTo>
                <a:lnTo>
                  <a:pt x="181356" y="370332"/>
                </a:lnTo>
                <a:lnTo>
                  <a:pt x="190500" y="379476"/>
                </a:lnTo>
                <a:lnTo>
                  <a:pt x="192024" y="382524"/>
                </a:lnTo>
                <a:lnTo>
                  <a:pt x="192024" y="388620"/>
                </a:lnTo>
                <a:lnTo>
                  <a:pt x="190500" y="390144"/>
                </a:lnTo>
                <a:lnTo>
                  <a:pt x="190500" y="391668"/>
                </a:lnTo>
                <a:lnTo>
                  <a:pt x="188976" y="391668"/>
                </a:lnTo>
                <a:lnTo>
                  <a:pt x="185928" y="393192"/>
                </a:lnTo>
                <a:lnTo>
                  <a:pt x="117348" y="393192"/>
                </a:lnTo>
                <a:lnTo>
                  <a:pt x="79248" y="402336"/>
                </a:lnTo>
                <a:lnTo>
                  <a:pt x="70104" y="437388"/>
                </a:lnTo>
                <a:lnTo>
                  <a:pt x="70916" y="448246"/>
                </a:lnTo>
                <a:lnTo>
                  <a:pt x="92392" y="482917"/>
                </a:lnTo>
                <a:lnTo>
                  <a:pt x="105156" y="486156"/>
                </a:lnTo>
                <a:lnTo>
                  <a:pt x="109728" y="486156"/>
                </a:lnTo>
                <a:lnTo>
                  <a:pt x="115874" y="483069"/>
                </a:lnTo>
                <a:lnTo>
                  <a:pt x="118872" y="480060"/>
                </a:lnTo>
                <a:lnTo>
                  <a:pt x="118872" y="467868"/>
                </a:lnTo>
                <a:lnTo>
                  <a:pt x="115824" y="464820"/>
                </a:lnTo>
                <a:lnTo>
                  <a:pt x="109728" y="461772"/>
                </a:lnTo>
                <a:lnTo>
                  <a:pt x="92964" y="461772"/>
                </a:lnTo>
                <a:lnTo>
                  <a:pt x="88392" y="460248"/>
                </a:lnTo>
                <a:lnTo>
                  <a:pt x="85344" y="457200"/>
                </a:lnTo>
                <a:lnTo>
                  <a:pt x="79375" y="448246"/>
                </a:lnTo>
                <a:lnTo>
                  <a:pt x="79248" y="434340"/>
                </a:lnTo>
                <a:lnTo>
                  <a:pt x="82296" y="428244"/>
                </a:lnTo>
                <a:lnTo>
                  <a:pt x="115824" y="417576"/>
                </a:lnTo>
                <a:lnTo>
                  <a:pt x="120396" y="417576"/>
                </a:lnTo>
                <a:lnTo>
                  <a:pt x="120523" y="417893"/>
                </a:lnTo>
                <a:lnTo>
                  <a:pt x="126733" y="433349"/>
                </a:lnTo>
                <a:lnTo>
                  <a:pt x="146304" y="472871"/>
                </a:lnTo>
                <a:lnTo>
                  <a:pt x="170688" y="490728"/>
                </a:lnTo>
                <a:lnTo>
                  <a:pt x="176784" y="490728"/>
                </a:lnTo>
                <a:lnTo>
                  <a:pt x="210312" y="467868"/>
                </a:lnTo>
                <a:lnTo>
                  <a:pt x="210312" y="466344"/>
                </a:lnTo>
                <a:lnTo>
                  <a:pt x="210312" y="448056"/>
                </a:lnTo>
                <a:lnTo>
                  <a:pt x="207264" y="443484"/>
                </a:lnTo>
                <a:lnTo>
                  <a:pt x="205244" y="439445"/>
                </a:lnTo>
                <a:lnTo>
                  <a:pt x="201358" y="433959"/>
                </a:lnTo>
                <a:lnTo>
                  <a:pt x="195478" y="426770"/>
                </a:lnTo>
                <a:lnTo>
                  <a:pt x="192024" y="422821"/>
                </a:lnTo>
                <a:lnTo>
                  <a:pt x="192024" y="446532"/>
                </a:lnTo>
                <a:lnTo>
                  <a:pt x="192024" y="451104"/>
                </a:lnTo>
                <a:lnTo>
                  <a:pt x="190500" y="455676"/>
                </a:lnTo>
                <a:lnTo>
                  <a:pt x="181356" y="464820"/>
                </a:lnTo>
                <a:lnTo>
                  <a:pt x="176784" y="466344"/>
                </a:lnTo>
                <a:lnTo>
                  <a:pt x="164592" y="466344"/>
                </a:lnTo>
                <a:lnTo>
                  <a:pt x="129540" y="417576"/>
                </a:lnTo>
                <a:lnTo>
                  <a:pt x="178308" y="417576"/>
                </a:lnTo>
                <a:lnTo>
                  <a:pt x="192024" y="446532"/>
                </a:lnTo>
                <a:lnTo>
                  <a:pt x="192024" y="422821"/>
                </a:lnTo>
                <a:lnTo>
                  <a:pt x="187452" y="417576"/>
                </a:lnTo>
                <a:lnTo>
                  <a:pt x="196596" y="417576"/>
                </a:lnTo>
                <a:lnTo>
                  <a:pt x="202692" y="416052"/>
                </a:lnTo>
                <a:lnTo>
                  <a:pt x="208788" y="409956"/>
                </a:lnTo>
                <a:lnTo>
                  <a:pt x="210312" y="406908"/>
                </a:lnTo>
                <a:lnTo>
                  <a:pt x="210312" y="402336"/>
                </a:lnTo>
                <a:close/>
              </a:path>
              <a:path extrusionOk="0" h="730250" w="210820">
                <a:moveTo>
                  <a:pt x="210324" y="309372"/>
                </a:moveTo>
                <a:lnTo>
                  <a:pt x="193624" y="272656"/>
                </a:lnTo>
                <a:lnTo>
                  <a:pt x="170700" y="263652"/>
                </a:lnTo>
                <a:lnTo>
                  <a:pt x="159816" y="265633"/>
                </a:lnTo>
                <a:lnTo>
                  <a:pt x="149936" y="271462"/>
                </a:lnTo>
                <a:lnTo>
                  <a:pt x="140906" y="281012"/>
                </a:lnTo>
                <a:lnTo>
                  <a:pt x="132600" y="294132"/>
                </a:lnTo>
                <a:lnTo>
                  <a:pt x="123456" y="315468"/>
                </a:lnTo>
                <a:lnTo>
                  <a:pt x="118884" y="324612"/>
                </a:lnTo>
                <a:lnTo>
                  <a:pt x="114312" y="330708"/>
                </a:lnTo>
                <a:lnTo>
                  <a:pt x="111264" y="333756"/>
                </a:lnTo>
                <a:lnTo>
                  <a:pt x="106692" y="336804"/>
                </a:lnTo>
                <a:lnTo>
                  <a:pt x="92976" y="336804"/>
                </a:lnTo>
                <a:lnTo>
                  <a:pt x="88404" y="335280"/>
                </a:lnTo>
                <a:lnTo>
                  <a:pt x="85356" y="330708"/>
                </a:lnTo>
                <a:lnTo>
                  <a:pt x="82308" y="327660"/>
                </a:lnTo>
                <a:lnTo>
                  <a:pt x="79260" y="321564"/>
                </a:lnTo>
                <a:lnTo>
                  <a:pt x="79260" y="306324"/>
                </a:lnTo>
                <a:lnTo>
                  <a:pt x="115836" y="278892"/>
                </a:lnTo>
                <a:lnTo>
                  <a:pt x="115836" y="274320"/>
                </a:lnTo>
                <a:lnTo>
                  <a:pt x="70116" y="274320"/>
                </a:lnTo>
                <a:lnTo>
                  <a:pt x="70116" y="278892"/>
                </a:lnTo>
                <a:lnTo>
                  <a:pt x="73164" y="280416"/>
                </a:lnTo>
                <a:lnTo>
                  <a:pt x="74688" y="281940"/>
                </a:lnTo>
                <a:lnTo>
                  <a:pt x="76212" y="281940"/>
                </a:lnTo>
                <a:lnTo>
                  <a:pt x="76212" y="291084"/>
                </a:lnTo>
                <a:lnTo>
                  <a:pt x="74688" y="295656"/>
                </a:lnTo>
                <a:lnTo>
                  <a:pt x="71640" y="303276"/>
                </a:lnTo>
                <a:lnTo>
                  <a:pt x="70116" y="309372"/>
                </a:lnTo>
                <a:lnTo>
                  <a:pt x="70116" y="315468"/>
                </a:lnTo>
                <a:lnTo>
                  <a:pt x="70942" y="324065"/>
                </a:lnTo>
                <a:lnTo>
                  <a:pt x="100520" y="354507"/>
                </a:lnTo>
                <a:lnTo>
                  <a:pt x="108216" y="355092"/>
                </a:lnTo>
                <a:lnTo>
                  <a:pt x="117360" y="355092"/>
                </a:lnTo>
                <a:lnTo>
                  <a:pt x="147840" y="321564"/>
                </a:lnTo>
                <a:lnTo>
                  <a:pt x="152387" y="311264"/>
                </a:lnTo>
                <a:lnTo>
                  <a:pt x="156794" y="303085"/>
                </a:lnTo>
                <a:lnTo>
                  <a:pt x="160909" y="296926"/>
                </a:lnTo>
                <a:lnTo>
                  <a:pt x="164604" y="292608"/>
                </a:lnTo>
                <a:lnTo>
                  <a:pt x="169176" y="288036"/>
                </a:lnTo>
                <a:lnTo>
                  <a:pt x="175272" y="284988"/>
                </a:lnTo>
                <a:lnTo>
                  <a:pt x="187464" y="284988"/>
                </a:lnTo>
                <a:lnTo>
                  <a:pt x="192036" y="288036"/>
                </a:lnTo>
                <a:lnTo>
                  <a:pt x="196608" y="292608"/>
                </a:lnTo>
                <a:lnTo>
                  <a:pt x="199656" y="297180"/>
                </a:lnTo>
                <a:lnTo>
                  <a:pt x="201180" y="301752"/>
                </a:lnTo>
                <a:lnTo>
                  <a:pt x="201180" y="309372"/>
                </a:lnTo>
                <a:lnTo>
                  <a:pt x="179654" y="345186"/>
                </a:lnTo>
                <a:lnTo>
                  <a:pt x="161556" y="350520"/>
                </a:lnTo>
                <a:lnTo>
                  <a:pt x="161556" y="355092"/>
                </a:lnTo>
                <a:lnTo>
                  <a:pt x="208800" y="355092"/>
                </a:lnTo>
                <a:lnTo>
                  <a:pt x="210324" y="350520"/>
                </a:lnTo>
                <a:lnTo>
                  <a:pt x="207276" y="350520"/>
                </a:lnTo>
                <a:lnTo>
                  <a:pt x="204228" y="347472"/>
                </a:lnTo>
                <a:lnTo>
                  <a:pt x="204228" y="344424"/>
                </a:lnTo>
                <a:lnTo>
                  <a:pt x="205752" y="341376"/>
                </a:lnTo>
                <a:lnTo>
                  <a:pt x="205752" y="338328"/>
                </a:lnTo>
                <a:lnTo>
                  <a:pt x="207746" y="330593"/>
                </a:lnTo>
                <a:lnTo>
                  <a:pt x="209181" y="323278"/>
                </a:lnTo>
                <a:lnTo>
                  <a:pt x="210032" y="316255"/>
                </a:lnTo>
                <a:lnTo>
                  <a:pt x="210324" y="309372"/>
                </a:lnTo>
                <a:close/>
              </a:path>
              <a:path extrusionOk="0" h="730250" w="210820">
                <a:moveTo>
                  <a:pt x="210324" y="45720"/>
                </a:moveTo>
                <a:lnTo>
                  <a:pt x="193624" y="7721"/>
                </a:lnTo>
                <a:lnTo>
                  <a:pt x="170700" y="0"/>
                </a:lnTo>
                <a:lnTo>
                  <a:pt x="159816" y="1981"/>
                </a:lnTo>
                <a:lnTo>
                  <a:pt x="149936" y="7810"/>
                </a:lnTo>
                <a:lnTo>
                  <a:pt x="140906" y="17360"/>
                </a:lnTo>
                <a:lnTo>
                  <a:pt x="132600" y="30480"/>
                </a:lnTo>
                <a:lnTo>
                  <a:pt x="123456" y="51816"/>
                </a:lnTo>
                <a:lnTo>
                  <a:pt x="118884" y="60960"/>
                </a:lnTo>
                <a:lnTo>
                  <a:pt x="114312" y="67056"/>
                </a:lnTo>
                <a:lnTo>
                  <a:pt x="111264" y="70104"/>
                </a:lnTo>
                <a:lnTo>
                  <a:pt x="102120" y="73152"/>
                </a:lnTo>
                <a:lnTo>
                  <a:pt x="92976" y="73152"/>
                </a:lnTo>
                <a:lnTo>
                  <a:pt x="88404" y="71628"/>
                </a:lnTo>
                <a:lnTo>
                  <a:pt x="85356" y="67056"/>
                </a:lnTo>
                <a:lnTo>
                  <a:pt x="82308" y="64008"/>
                </a:lnTo>
                <a:lnTo>
                  <a:pt x="79260" y="57912"/>
                </a:lnTo>
                <a:lnTo>
                  <a:pt x="79260" y="42672"/>
                </a:lnTo>
                <a:lnTo>
                  <a:pt x="115836" y="15240"/>
                </a:lnTo>
                <a:lnTo>
                  <a:pt x="115836" y="10668"/>
                </a:lnTo>
                <a:lnTo>
                  <a:pt x="70116" y="10668"/>
                </a:lnTo>
                <a:lnTo>
                  <a:pt x="70116" y="15240"/>
                </a:lnTo>
                <a:lnTo>
                  <a:pt x="73164" y="16764"/>
                </a:lnTo>
                <a:lnTo>
                  <a:pt x="74688" y="18288"/>
                </a:lnTo>
                <a:lnTo>
                  <a:pt x="76212" y="18288"/>
                </a:lnTo>
                <a:lnTo>
                  <a:pt x="76212" y="27432"/>
                </a:lnTo>
                <a:lnTo>
                  <a:pt x="74688" y="32004"/>
                </a:lnTo>
                <a:lnTo>
                  <a:pt x="71640" y="39624"/>
                </a:lnTo>
                <a:lnTo>
                  <a:pt x="70116" y="45720"/>
                </a:lnTo>
                <a:lnTo>
                  <a:pt x="70116" y="51816"/>
                </a:lnTo>
                <a:lnTo>
                  <a:pt x="70942" y="60413"/>
                </a:lnTo>
                <a:lnTo>
                  <a:pt x="100520" y="90855"/>
                </a:lnTo>
                <a:lnTo>
                  <a:pt x="108216" y="91440"/>
                </a:lnTo>
                <a:lnTo>
                  <a:pt x="117360" y="91440"/>
                </a:lnTo>
                <a:lnTo>
                  <a:pt x="147840" y="56388"/>
                </a:lnTo>
                <a:lnTo>
                  <a:pt x="152387" y="46964"/>
                </a:lnTo>
                <a:lnTo>
                  <a:pt x="156794" y="39243"/>
                </a:lnTo>
                <a:lnTo>
                  <a:pt x="160909" y="33248"/>
                </a:lnTo>
                <a:lnTo>
                  <a:pt x="164604" y="28956"/>
                </a:lnTo>
                <a:lnTo>
                  <a:pt x="169176" y="24384"/>
                </a:lnTo>
                <a:lnTo>
                  <a:pt x="175272" y="21336"/>
                </a:lnTo>
                <a:lnTo>
                  <a:pt x="187464" y="21336"/>
                </a:lnTo>
                <a:lnTo>
                  <a:pt x="192036" y="24384"/>
                </a:lnTo>
                <a:lnTo>
                  <a:pt x="199656" y="32004"/>
                </a:lnTo>
                <a:lnTo>
                  <a:pt x="201180" y="38100"/>
                </a:lnTo>
                <a:lnTo>
                  <a:pt x="201180" y="45720"/>
                </a:lnTo>
                <a:lnTo>
                  <a:pt x="179654" y="80962"/>
                </a:lnTo>
                <a:lnTo>
                  <a:pt x="161556" y="86868"/>
                </a:lnTo>
                <a:lnTo>
                  <a:pt x="161556" y="91440"/>
                </a:lnTo>
                <a:lnTo>
                  <a:pt x="208800" y="91440"/>
                </a:lnTo>
                <a:lnTo>
                  <a:pt x="210324" y="86868"/>
                </a:lnTo>
                <a:lnTo>
                  <a:pt x="204228" y="83820"/>
                </a:lnTo>
                <a:lnTo>
                  <a:pt x="204228" y="79248"/>
                </a:lnTo>
                <a:lnTo>
                  <a:pt x="205752" y="77724"/>
                </a:lnTo>
                <a:lnTo>
                  <a:pt x="205752" y="74676"/>
                </a:lnTo>
                <a:lnTo>
                  <a:pt x="207746" y="66725"/>
                </a:lnTo>
                <a:lnTo>
                  <a:pt x="209181" y="59055"/>
                </a:lnTo>
                <a:lnTo>
                  <a:pt x="210032" y="51968"/>
                </a:lnTo>
                <a:lnTo>
                  <a:pt x="210324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7" name="Google Shape;5267;p84"/>
          <p:cNvSpPr/>
          <p:nvPr/>
        </p:nvSpPr>
        <p:spPr>
          <a:xfrm>
            <a:off x="4945379" y="8897111"/>
            <a:ext cx="13970" cy="157480"/>
          </a:xfrm>
          <a:custGeom>
            <a:rect b="b" l="l" r="r" t="t"/>
            <a:pathLst>
              <a:path extrusionOk="0" h="157479" w="13970">
                <a:moveTo>
                  <a:pt x="13716" y="156971"/>
                </a:moveTo>
                <a:lnTo>
                  <a:pt x="0" y="156971"/>
                </a:lnTo>
                <a:lnTo>
                  <a:pt x="0" y="0"/>
                </a:lnTo>
                <a:lnTo>
                  <a:pt x="13716" y="0"/>
                </a:lnTo>
                <a:lnTo>
                  <a:pt x="13716" y="1569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268" name="Google Shape;5268;p84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4817364" y="7792211"/>
            <a:ext cx="211836" cy="9768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69" name="Google Shape;5269;p84"/>
          <p:cNvGrpSpPr/>
          <p:nvPr/>
        </p:nvGrpSpPr>
        <p:grpSpPr>
          <a:xfrm>
            <a:off x="4846320" y="7126223"/>
            <a:ext cx="181356" cy="574548"/>
            <a:chOff x="4846320" y="7126223"/>
            <a:chExt cx="181356" cy="574548"/>
          </a:xfrm>
        </p:grpSpPr>
        <p:pic>
          <p:nvPicPr>
            <p:cNvPr id="5270" name="Google Shape;5270;p84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4887468" y="7441691"/>
              <a:ext cx="140208" cy="2590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71" name="Google Shape;5271;p84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4846320" y="7126223"/>
              <a:ext cx="181356" cy="29108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272" name="Google Shape;5272;p84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4817364" y="6697980"/>
            <a:ext cx="210311" cy="335279"/>
          </a:xfrm>
          <a:prstGeom prst="rect">
            <a:avLst/>
          </a:prstGeom>
          <a:noFill/>
          <a:ln>
            <a:noFill/>
          </a:ln>
        </p:spPr>
      </p:pic>
      <p:sp>
        <p:nvSpPr>
          <p:cNvPr id="5273" name="Google Shape;5273;p84"/>
          <p:cNvSpPr/>
          <p:nvPr/>
        </p:nvSpPr>
        <p:spPr>
          <a:xfrm>
            <a:off x="4817364" y="5843016"/>
            <a:ext cx="210820" cy="777240"/>
          </a:xfrm>
          <a:custGeom>
            <a:rect b="b" l="l" r="r" t="t"/>
            <a:pathLst>
              <a:path extrusionOk="0" h="777240" w="210820">
                <a:moveTo>
                  <a:pt x="207251" y="132588"/>
                </a:moveTo>
                <a:lnTo>
                  <a:pt x="202679" y="132588"/>
                </a:lnTo>
                <a:lnTo>
                  <a:pt x="202679" y="138684"/>
                </a:lnTo>
                <a:lnTo>
                  <a:pt x="199631" y="147828"/>
                </a:lnTo>
                <a:lnTo>
                  <a:pt x="195059" y="152400"/>
                </a:lnTo>
                <a:lnTo>
                  <a:pt x="192011" y="153924"/>
                </a:lnTo>
                <a:lnTo>
                  <a:pt x="188963" y="156972"/>
                </a:lnTo>
                <a:lnTo>
                  <a:pt x="114287" y="156972"/>
                </a:lnTo>
                <a:lnTo>
                  <a:pt x="105143" y="152400"/>
                </a:lnTo>
                <a:lnTo>
                  <a:pt x="97523" y="147828"/>
                </a:lnTo>
                <a:lnTo>
                  <a:pt x="94475" y="143256"/>
                </a:lnTo>
                <a:lnTo>
                  <a:pt x="91427" y="141732"/>
                </a:lnTo>
                <a:lnTo>
                  <a:pt x="91427" y="135636"/>
                </a:lnTo>
                <a:lnTo>
                  <a:pt x="92951" y="132588"/>
                </a:lnTo>
                <a:lnTo>
                  <a:pt x="99047" y="123444"/>
                </a:lnTo>
                <a:lnTo>
                  <a:pt x="102095" y="120396"/>
                </a:lnTo>
                <a:lnTo>
                  <a:pt x="102095" y="114300"/>
                </a:lnTo>
                <a:lnTo>
                  <a:pt x="100571" y="111252"/>
                </a:lnTo>
                <a:lnTo>
                  <a:pt x="97523" y="108204"/>
                </a:lnTo>
                <a:lnTo>
                  <a:pt x="91427" y="105156"/>
                </a:lnTo>
                <a:lnTo>
                  <a:pt x="82283" y="105156"/>
                </a:lnTo>
                <a:lnTo>
                  <a:pt x="77711" y="106680"/>
                </a:lnTo>
                <a:lnTo>
                  <a:pt x="74663" y="111252"/>
                </a:lnTo>
                <a:lnTo>
                  <a:pt x="71615" y="114300"/>
                </a:lnTo>
                <a:lnTo>
                  <a:pt x="70091" y="118872"/>
                </a:lnTo>
                <a:lnTo>
                  <a:pt x="70091" y="123444"/>
                </a:lnTo>
                <a:lnTo>
                  <a:pt x="72097" y="132334"/>
                </a:lnTo>
                <a:lnTo>
                  <a:pt x="78092" y="140779"/>
                </a:lnTo>
                <a:lnTo>
                  <a:pt x="88099" y="148958"/>
                </a:lnTo>
                <a:lnTo>
                  <a:pt x="102095" y="156972"/>
                </a:lnTo>
                <a:lnTo>
                  <a:pt x="70091" y="156972"/>
                </a:lnTo>
                <a:lnTo>
                  <a:pt x="70091" y="163068"/>
                </a:lnTo>
                <a:lnTo>
                  <a:pt x="86855" y="204216"/>
                </a:lnTo>
                <a:lnTo>
                  <a:pt x="91427" y="202692"/>
                </a:lnTo>
                <a:lnTo>
                  <a:pt x="89903" y="199644"/>
                </a:lnTo>
                <a:lnTo>
                  <a:pt x="88379" y="195072"/>
                </a:lnTo>
                <a:lnTo>
                  <a:pt x="88379" y="190500"/>
                </a:lnTo>
                <a:lnTo>
                  <a:pt x="89903" y="187452"/>
                </a:lnTo>
                <a:lnTo>
                  <a:pt x="91427" y="185928"/>
                </a:lnTo>
                <a:lnTo>
                  <a:pt x="91427" y="184404"/>
                </a:lnTo>
                <a:lnTo>
                  <a:pt x="94475" y="182880"/>
                </a:lnTo>
                <a:lnTo>
                  <a:pt x="97523" y="182880"/>
                </a:lnTo>
                <a:lnTo>
                  <a:pt x="100977" y="182003"/>
                </a:lnTo>
                <a:lnTo>
                  <a:pt x="106857" y="181546"/>
                </a:lnTo>
                <a:lnTo>
                  <a:pt x="126479" y="181356"/>
                </a:lnTo>
                <a:lnTo>
                  <a:pt x="188963" y="181356"/>
                </a:lnTo>
                <a:lnTo>
                  <a:pt x="190487" y="182880"/>
                </a:lnTo>
                <a:lnTo>
                  <a:pt x="195059" y="182880"/>
                </a:lnTo>
                <a:lnTo>
                  <a:pt x="196583" y="184404"/>
                </a:lnTo>
                <a:lnTo>
                  <a:pt x="198107" y="187452"/>
                </a:lnTo>
                <a:lnTo>
                  <a:pt x="201155" y="190500"/>
                </a:lnTo>
                <a:lnTo>
                  <a:pt x="202679" y="195072"/>
                </a:lnTo>
                <a:lnTo>
                  <a:pt x="202679" y="201168"/>
                </a:lnTo>
                <a:lnTo>
                  <a:pt x="207251" y="201168"/>
                </a:lnTo>
                <a:lnTo>
                  <a:pt x="207251" y="132588"/>
                </a:lnTo>
                <a:close/>
              </a:path>
              <a:path extrusionOk="0" h="777240" w="210820">
                <a:moveTo>
                  <a:pt x="207264" y="344424"/>
                </a:moveTo>
                <a:lnTo>
                  <a:pt x="202692" y="344424"/>
                </a:lnTo>
                <a:lnTo>
                  <a:pt x="202692" y="362712"/>
                </a:lnTo>
                <a:lnTo>
                  <a:pt x="199644" y="367284"/>
                </a:lnTo>
                <a:lnTo>
                  <a:pt x="195072" y="370332"/>
                </a:lnTo>
                <a:lnTo>
                  <a:pt x="192024" y="373380"/>
                </a:lnTo>
                <a:lnTo>
                  <a:pt x="184404" y="374904"/>
                </a:lnTo>
                <a:lnTo>
                  <a:pt x="82296" y="374904"/>
                </a:lnTo>
                <a:lnTo>
                  <a:pt x="82296" y="339852"/>
                </a:lnTo>
                <a:lnTo>
                  <a:pt x="73152" y="339852"/>
                </a:lnTo>
                <a:lnTo>
                  <a:pt x="73152" y="374904"/>
                </a:lnTo>
                <a:lnTo>
                  <a:pt x="62484" y="374904"/>
                </a:lnTo>
                <a:lnTo>
                  <a:pt x="48145" y="374675"/>
                </a:lnTo>
                <a:lnTo>
                  <a:pt x="22860" y="373380"/>
                </a:lnTo>
                <a:lnTo>
                  <a:pt x="18288" y="371856"/>
                </a:lnTo>
                <a:lnTo>
                  <a:pt x="9144" y="362712"/>
                </a:lnTo>
                <a:lnTo>
                  <a:pt x="9144" y="347472"/>
                </a:lnTo>
                <a:lnTo>
                  <a:pt x="10668" y="344424"/>
                </a:lnTo>
                <a:lnTo>
                  <a:pt x="21336" y="333756"/>
                </a:lnTo>
                <a:lnTo>
                  <a:pt x="27432" y="330708"/>
                </a:lnTo>
                <a:lnTo>
                  <a:pt x="30480" y="327660"/>
                </a:lnTo>
                <a:lnTo>
                  <a:pt x="32004" y="324612"/>
                </a:lnTo>
                <a:lnTo>
                  <a:pt x="33528" y="323088"/>
                </a:lnTo>
                <a:lnTo>
                  <a:pt x="35052" y="320040"/>
                </a:lnTo>
                <a:lnTo>
                  <a:pt x="35052" y="315468"/>
                </a:lnTo>
                <a:lnTo>
                  <a:pt x="33528" y="312420"/>
                </a:lnTo>
                <a:lnTo>
                  <a:pt x="28956" y="307848"/>
                </a:lnTo>
                <a:lnTo>
                  <a:pt x="25908" y="306324"/>
                </a:lnTo>
                <a:lnTo>
                  <a:pt x="18288" y="306324"/>
                </a:lnTo>
                <a:lnTo>
                  <a:pt x="0" y="342900"/>
                </a:lnTo>
                <a:lnTo>
                  <a:pt x="330" y="350888"/>
                </a:lnTo>
                <a:lnTo>
                  <a:pt x="17907" y="385000"/>
                </a:lnTo>
                <a:lnTo>
                  <a:pt x="54267" y="398767"/>
                </a:lnTo>
                <a:lnTo>
                  <a:pt x="64008" y="399288"/>
                </a:lnTo>
                <a:lnTo>
                  <a:pt x="73152" y="399288"/>
                </a:lnTo>
                <a:lnTo>
                  <a:pt x="73152" y="425196"/>
                </a:lnTo>
                <a:lnTo>
                  <a:pt x="82296" y="425196"/>
                </a:lnTo>
                <a:lnTo>
                  <a:pt x="82296" y="399288"/>
                </a:lnTo>
                <a:lnTo>
                  <a:pt x="187452" y="399288"/>
                </a:lnTo>
                <a:lnTo>
                  <a:pt x="190500" y="400812"/>
                </a:lnTo>
                <a:lnTo>
                  <a:pt x="195072" y="402336"/>
                </a:lnTo>
                <a:lnTo>
                  <a:pt x="196596" y="403860"/>
                </a:lnTo>
                <a:lnTo>
                  <a:pt x="199644" y="408432"/>
                </a:lnTo>
                <a:lnTo>
                  <a:pt x="202692" y="414528"/>
                </a:lnTo>
                <a:lnTo>
                  <a:pt x="202692" y="425196"/>
                </a:lnTo>
                <a:lnTo>
                  <a:pt x="207264" y="425196"/>
                </a:lnTo>
                <a:lnTo>
                  <a:pt x="207264" y="344424"/>
                </a:lnTo>
                <a:close/>
              </a:path>
              <a:path extrusionOk="0" h="777240" w="210820">
                <a:moveTo>
                  <a:pt x="210299" y="627888"/>
                </a:moveTo>
                <a:lnTo>
                  <a:pt x="94475" y="583692"/>
                </a:lnTo>
                <a:lnTo>
                  <a:pt x="83807" y="580644"/>
                </a:lnTo>
                <a:lnTo>
                  <a:pt x="77711" y="574548"/>
                </a:lnTo>
                <a:lnTo>
                  <a:pt x="77711" y="565404"/>
                </a:lnTo>
                <a:lnTo>
                  <a:pt x="73139" y="565404"/>
                </a:lnTo>
                <a:lnTo>
                  <a:pt x="73139" y="606552"/>
                </a:lnTo>
                <a:lnTo>
                  <a:pt x="77711" y="606552"/>
                </a:lnTo>
                <a:lnTo>
                  <a:pt x="77711" y="597408"/>
                </a:lnTo>
                <a:lnTo>
                  <a:pt x="79235" y="594360"/>
                </a:lnTo>
                <a:lnTo>
                  <a:pt x="80759" y="592836"/>
                </a:lnTo>
                <a:lnTo>
                  <a:pt x="92951" y="592836"/>
                </a:lnTo>
                <a:lnTo>
                  <a:pt x="97523" y="595884"/>
                </a:lnTo>
                <a:lnTo>
                  <a:pt x="170675" y="623316"/>
                </a:lnTo>
                <a:lnTo>
                  <a:pt x="94475" y="655320"/>
                </a:lnTo>
                <a:lnTo>
                  <a:pt x="92951" y="656844"/>
                </a:lnTo>
                <a:lnTo>
                  <a:pt x="85331" y="656844"/>
                </a:lnTo>
                <a:lnTo>
                  <a:pt x="83807" y="655320"/>
                </a:lnTo>
                <a:lnTo>
                  <a:pt x="80759" y="653796"/>
                </a:lnTo>
                <a:lnTo>
                  <a:pt x="79235" y="650748"/>
                </a:lnTo>
                <a:lnTo>
                  <a:pt x="77711" y="646176"/>
                </a:lnTo>
                <a:lnTo>
                  <a:pt x="77711" y="640080"/>
                </a:lnTo>
                <a:lnTo>
                  <a:pt x="73139" y="640080"/>
                </a:lnTo>
                <a:lnTo>
                  <a:pt x="73139" y="702564"/>
                </a:lnTo>
                <a:lnTo>
                  <a:pt x="77711" y="702564"/>
                </a:lnTo>
                <a:lnTo>
                  <a:pt x="77711" y="693420"/>
                </a:lnTo>
                <a:lnTo>
                  <a:pt x="79235" y="691896"/>
                </a:lnTo>
                <a:lnTo>
                  <a:pt x="82283" y="687324"/>
                </a:lnTo>
                <a:lnTo>
                  <a:pt x="86855" y="684276"/>
                </a:lnTo>
                <a:lnTo>
                  <a:pt x="92951" y="682752"/>
                </a:lnTo>
                <a:lnTo>
                  <a:pt x="111239" y="673608"/>
                </a:lnTo>
                <a:lnTo>
                  <a:pt x="172199" y="701040"/>
                </a:lnTo>
                <a:lnTo>
                  <a:pt x="97523" y="731520"/>
                </a:lnTo>
                <a:lnTo>
                  <a:pt x="92951" y="733044"/>
                </a:lnTo>
                <a:lnTo>
                  <a:pt x="80759" y="733044"/>
                </a:lnTo>
                <a:lnTo>
                  <a:pt x="77711" y="729996"/>
                </a:lnTo>
                <a:lnTo>
                  <a:pt x="77711" y="720852"/>
                </a:lnTo>
                <a:lnTo>
                  <a:pt x="73139" y="720852"/>
                </a:lnTo>
                <a:lnTo>
                  <a:pt x="73139" y="777240"/>
                </a:lnTo>
                <a:lnTo>
                  <a:pt x="77711" y="777240"/>
                </a:lnTo>
                <a:lnTo>
                  <a:pt x="77711" y="772668"/>
                </a:lnTo>
                <a:lnTo>
                  <a:pt x="80759" y="768096"/>
                </a:lnTo>
                <a:lnTo>
                  <a:pt x="82283" y="765048"/>
                </a:lnTo>
                <a:lnTo>
                  <a:pt x="85331" y="762000"/>
                </a:lnTo>
                <a:lnTo>
                  <a:pt x="89903" y="758952"/>
                </a:lnTo>
                <a:lnTo>
                  <a:pt x="97523" y="757428"/>
                </a:lnTo>
                <a:lnTo>
                  <a:pt x="210299" y="713232"/>
                </a:lnTo>
                <a:lnTo>
                  <a:pt x="210299" y="708660"/>
                </a:lnTo>
                <a:lnTo>
                  <a:pt x="123431" y="669036"/>
                </a:lnTo>
                <a:lnTo>
                  <a:pt x="210299" y="633984"/>
                </a:lnTo>
                <a:lnTo>
                  <a:pt x="210299" y="627888"/>
                </a:lnTo>
                <a:close/>
              </a:path>
              <a:path extrusionOk="0" h="777240" w="210820">
                <a:moveTo>
                  <a:pt x="210299" y="269748"/>
                </a:moveTo>
                <a:lnTo>
                  <a:pt x="193535" y="231648"/>
                </a:lnTo>
                <a:lnTo>
                  <a:pt x="156959" y="214884"/>
                </a:lnTo>
                <a:lnTo>
                  <a:pt x="155435" y="217932"/>
                </a:lnTo>
                <a:lnTo>
                  <a:pt x="162864" y="221386"/>
                </a:lnTo>
                <a:lnTo>
                  <a:pt x="169151" y="224980"/>
                </a:lnTo>
                <a:lnTo>
                  <a:pt x="183921" y="245173"/>
                </a:lnTo>
                <a:lnTo>
                  <a:pt x="183972" y="245364"/>
                </a:lnTo>
                <a:lnTo>
                  <a:pt x="185369" y="250964"/>
                </a:lnTo>
                <a:lnTo>
                  <a:pt x="185915" y="257556"/>
                </a:lnTo>
                <a:lnTo>
                  <a:pt x="184797" y="266661"/>
                </a:lnTo>
                <a:lnTo>
                  <a:pt x="159435" y="297967"/>
                </a:lnTo>
                <a:lnTo>
                  <a:pt x="123431" y="306324"/>
                </a:lnTo>
                <a:lnTo>
                  <a:pt x="123431" y="245364"/>
                </a:lnTo>
                <a:lnTo>
                  <a:pt x="123431" y="214884"/>
                </a:lnTo>
                <a:lnTo>
                  <a:pt x="114287" y="215544"/>
                </a:lnTo>
                <a:lnTo>
                  <a:pt x="114287" y="245364"/>
                </a:lnTo>
                <a:lnTo>
                  <a:pt x="114287" y="306324"/>
                </a:lnTo>
                <a:lnTo>
                  <a:pt x="79235" y="281940"/>
                </a:lnTo>
                <a:lnTo>
                  <a:pt x="79235" y="268224"/>
                </a:lnTo>
                <a:lnTo>
                  <a:pt x="80759" y="263652"/>
                </a:lnTo>
                <a:lnTo>
                  <a:pt x="89903" y="249936"/>
                </a:lnTo>
                <a:lnTo>
                  <a:pt x="95999" y="248412"/>
                </a:lnTo>
                <a:lnTo>
                  <a:pt x="99047" y="246888"/>
                </a:lnTo>
                <a:lnTo>
                  <a:pt x="105143" y="245364"/>
                </a:lnTo>
                <a:lnTo>
                  <a:pt x="114287" y="245364"/>
                </a:lnTo>
                <a:lnTo>
                  <a:pt x="114287" y="215544"/>
                </a:lnTo>
                <a:lnTo>
                  <a:pt x="77812" y="236245"/>
                </a:lnTo>
                <a:lnTo>
                  <a:pt x="73482" y="245364"/>
                </a:lnTo>
                <a:lnTo>
                  <a:pt x="70954" y="254965"/>
                </a:lnTo>
                <a:lnTo>
                  <a:pt x="80378" y="300545"/>
                </a:lnTo>
                <a:lnTo>
                  <a:pt x="125463" y="326517"/>
                </a:lnTo>
                <a:lnTo>
                  <a:pt x="141719" y="327660"/>
                </a:lnTo>
                <a:lnTo>
                  <a:pt x="155994" y="326517"/>
                </a:lnTo>
                <a:lnTo>
                  <a:pt x="190487" y="309372"/>
                </a:lnTo>
                <a:lnTo>
                  <a:pt x="209143" y="280873"/>
                </a:lnTo>
                <a:lnTo>
                  <a:pt x="210299" y="269748"/>
                </a:lnTo>
                <a:close/>
              </a:path>
              <a:path extrusionOk="0" h="777240" w="210820">
                <a:moveTo>
                  <a:pt x="210299" y="45720"/>
                </a:moveTo>
                <a:lnTo>
                  <a:pt x="192735" y="7721"/>
                </a:lnTo>
                <a:lnTo>
                  <a:pt x="169151" y="0"/>
                </a:lnTo>
                <a:lnTo>
                  <a:pt x="158292" y="1739"/>
                </a:lnTo>
                <a:lnTo>
                  <a:pt x="121907" y="50292"/>
                </a:lnTo>
                <a:lnTo>
                  <a:pt x="117335" y="60960"/>
                </a:lnTo>
                <a:lnTo>
                  <a:pt x="109715" y="68580"/>
                </a:lnTo>
                <a:lnTo>
                  <a:pt x="105143" y="71628"/>
                </a:lnTo>
                <a:lnTo>
                  <a:pt x="100571" y="73152"/>
                </a:lnTo>
                <a:lnTo>
                  <a:pt x="91427" y="73152"/>
                </a:lnTo>
                <a:lnTo>
                  <a:pt x="86855" y="71628"/>
                </a:lnTo>
                <a:lnTo>
                  <a:pt x="80759" y="62484"/>
                </a:lnTo>
                <a:lnTo>
                  <a:pt x="79235" y="57912"/>
                </a:lnTo>
                <a:lnTo>
                  <a:pt x="79235" y="42672"/>
                </a:lnTo>
                <a:lnTo>
                  <a:pt x="115811" y="15240"/>
                </a:lnTo>
                <a:lnTo>
                  <a:pt x="115811" y="10668"/>
                </a:lnTo>
                <a:lnTo>
                  <a:pt x="70091" y="10668"/>
                </a:lnTo>
                <a:lnTo>
                  <a:pt x="70091" y="15240"/>
                </a:lnTo>
                <a:lnTo>
                  <a:pt x="71615" y="16764"/>
                </a:lnTo>
                <a:lnTo>
                  <a:pt x="73139" y="16764"/>
                </a:lnTo>
                <a:lnTo>
                  <a:pt x="74663" y="18288"/>
                </a:lnTo>
                <a:lnTo>
                  <a:pt x="74663" y="19812"/>
                </a:lnTo>
                <a:lnTo>
                  <a:pt x="76187" y="19812"/>
                </a:lnTo>
                <a:lnTo>
                  <a:pt x="76187" y="22860"/>
                </a:lnTo>
                <a:lnTo>
                  <a:pt x="73139" y="32004"/>
                </a:lnTo>
                <a:lnTo>
                  <a:pt x="70091" y="39624"/>
                </a:lnTo>
                <a:lnTo>
                  <a:pt x="70091" y="50292"/>
                </a:lnTo>
                <a:lnTo>
                  <a:pt x="85890" y="85013"/>
                </a:lnTo>
                <a:lnTo>
                  <a:pt x="106667" y="91440"/>
                </a:lnTo>
                <a:lnTo>
                  <a:pt x="115811" y="91440"/>
                </a:lnTo>
                <a:lnTo>
                  <a:pt x="146291" y="56388"/>
                </a:lnTo>
                <a:lnTo>
                  <a:pt x="150850" y="46939"/>
                </a:lnTo>
                <a:lnTo>
                  <a:pt x="155244" y="39052"/>
                </a:lnTo>
                <a:lnTo>
                  <a:pt x="159372" y="32600"/>
                </a:lnTo>
                <a:lnTo>
                  <a:pt x="163055" y="27432"/>
                </a:lnTo>
                <a:lnTo>
                  <a:pt x="167627" y="22860"/>
                </a:lnTo>
                <a:lnTo>
                  <a:pt x="173723" y="21336"/>
                </a:lnTo>
                <a:lnTo>
                  <a:pt x="185915" y="21336"/>
                </a:lnTo>
                <a:lnTo>
                  <a:pt x="190487" y="22860"/>
                </a:lnTo>
                <a:lnTo>
                  <a:pt x="195059" y="27432"/>
                </a:lnTo>
                <a:lnTo>
                  <a:pt x="198107" y="32004"/>
                </a:lnTo>
                <a:lnTo>
                  <a:pt x="201155" y="38100"/>
                </a:lnTo>
                <a:lnTo>
                  <a:pt x="201155" y="44196"/>
                </a:lnTo>
                <a:lnTo>
                  <a:pt x="178295" y="80772"/>
                </a:lnTo>
                <a:lnTo>
                  <a:pt x="161531" y="86868"/>
                </a:lnTo>
                <a:lnTo>
                  <a:pt x="161531" y="91440"/>
                </a:lnTo>
                <a:lnTo>
                  <a:pt x="208775" y="91440"/>
                </a:lnTo>
                <a:lnTo>
                  <a:pt x="210299" y="86868"/>
                </a:lnTo>
                <a:lnTo>
                  <a:pt x="205727" y="85344"/>
                </a:lnTo>
                <a:lnTo>
                  <a:pt x="204203" y="83820"/>
                </a:lnTo>
                <a:lnTo>
                  <a:pt x="204203" y="76200"/>
                </a:lnTo>
                <a:lnTo>
                  <a:pt x="205727" y="73152"/>
                </a:lnTo>
                <a:lnTo>
                  <a:pt x="207733" y="65443"/>
                </a:lnTo>
                <a:lnTo>
                  <a:pt x="209156" y="58293"/>
                </a:lnTo>
                <a:lnTo>
                  <a:pt x="210019" y="51727"/>
                </a:lnTo>
                <a:lnTo>
                  <a:pt x="210299" y="45720"/>
                </a:lnTo>
                <a:close/>
              </a:path>
              <a:path extrusionOk="0" h="777240" w="210820">
                <a:moveTo>
                  <a:pt x="210312" y="466344"/>
                </a:moveTo>
                <a:lnTo>
                  <a:pt x="187452" y="434340"/>
                </a:lnTo>
                <a:lnTo>
                  <a:pt x="181356" y="434340"/>
                </a:lnTo>
                <a:lnTo>
                  <a:pt x="185928" y="440436"/>
                </a:lnTo>
                <a:lnTo>
                  <a:pt x="188976" y="445008"/>
                </a:lnTo>
                <a:lnTo>
                  <a:pt x="190500" y="446532"/>
                </a:lnTo>
                <a:lnTo>
                  <a:pt x="190500" y="448056"/>
                </a:lnTo>
                <a:lnTo>
                  <a:pt x="192024" y="449580"/>
                </a:lnTo>
                <a:lnTo>
                  <a:pt x="192024" y="452628"/>
                </a:lnTo>
                <a:lnTo>
                  <a:pt x="187452" y="457200"/>
                </a:lnTo>
                <a:lnTo>
                  <a:pt x="115824" y="457200"/>
                </a:lnTo>
                <a:lnTo>
                  <a:pt x="106629" y="457466"/>
                </a:lnTo>
                <a:lnTo>
                  <a:pt x="76200" y="472440"/>
                </a:lnTo>
                <a:lnTo>
                  <a:pt x="73317" y="478713"/>
                </a:lnTo>
                <a:lnTo>
                  <a:pt x="71437" y="485965"/>
                </a:lnTo>
                <a:lnTo>
                  <a:pt x="70408" y="494093"/>
                </a:lnTo>
                <a:lnTo>
                  <a:pt x="70345" y="507492"/>
                </a:lnTo>
                <a:lnTo>
                  <a:pt x="70688" y="513765"/>
                </a:lnTo>
                <a:lnTo>
                  <a:pt x="91059" y="547497"/>
                </a:lnTo>
                <a:lnTo>
                  <a:pt x="103632" y="550164"/>
                </a:lnTo>
                <a:lnTo>
                  <a:pt x="111252" y="550164"/>
                </a:lnTo>
                <a:lnTo>
                  <a:pt x="114300" y="547116"/>
                </a:lnTo>
                <a:lnTo>
                  <a:pt x="117348" y="545592"/>
                </a:lnTo>
                <a:lnTo>
                  <a:pt x="118872" y="542544"/>
                </a:lnTo>
                <a:lnTo>
                  <a:pt x="118872" y="534924"/>
                </a:lnTo>
                <a:lnTo>
                  <a:pt x="117348" y="531876"/>
                </a:lnTo>
                <a:lnTo>
                  <a:pt x="114300" y="530352"/>
                </a:lnTo>
                <a:lnTo>
                  <a:pt x="112776" y="527304"/>
                </a:lnTo>
                <a:lnTo>
                  <a:pt x="108204" y="525780"/>
                </a:lnTo>
                <a:lnTo>
                  <a:pt x="103632" y="525780"/>
                </a:lnTo>
                <a:lnTo>
                  <a:pt x="96012" y="527304"/>
                </a:lnTo>
                <a:lnTo>
                  <a:pt x="91440" y="527304"/>
                </a:lnTo>
                <a:lnTo>
                  <a:pt x="86868" y="524256"/>
                </a:lnTo>
                <a:lnTo>
                  <a:pt x="80772" y="518160"/>
                </a:lnTo>
                <a:lnTo>
                  <a:pt x="79298" y="513765"/>
                </a:lnTo>
                <a:lnTo>
                  <a:pt x="79248" y="498348"/>
                </a:lnTo>
                <a:lnTo>
                  <a:pt x="80772" y="492252"/>
                </a:lnTo>
                <a:lnTo>
                  <a:pt x="86868" y="489204"/>
                </a:lnTo>
                <a:lnTo>
                  <a:pt x="91313" y="485965"/>
                </a:lnTo>
                <a:lnTo>
                  <a:pt x="91440" y="485965"/>
                </a:lnTo>
                <a:lnTo>
                  <a:pt x="97155" y="483679"/>
                </a:lnTo>
                <a:lnTo>
                  <a:pt x="104863" y="482142"/>
                </a:lnTo>
                <a:lnTo>
                  <a:pt x="114300" y="481584"/>
                </a:lnTo>
                <a:lnTo>
                  <a:pt x="120396" y="481584"/>
                </a:lnTo>
                <a:lnTo>
                  <a:pt x="126136" y="497776"/>
                </a:lnTo>
                <a:lnTo>
                  <a:pt x="131445" y="511111"/>
                </a:lnTo>
                <a:lnTo>
                  <a:pt x="153924" y="547928"/>
                </a:lnTo>
                <a:lnTo>
                  <a:pt x="163068" y="554736"/>
                </a:lnTo>
                <a:lnTo>
                  <a:pt x="175260" y="554736"/>
                </a:lnTo>
                <a:lnTo>
                  <a:pt x="210312" y="533400"/>
                </a:lnTo>
                <a:lnTo>
                  <a:pt x="210312" y="530352"/>
                </a:lnTo>
                <a:lnTo>
                  <a:pt x="210312" y="518160"/>
                </a:lnTo>
                <a:lnTo>
                  <a:pt x="192024" y="488746"/>
                </a:lnTo>
                <a:lnTo>
                  <a:pt x="192024" y="510540"/>
                </a:lnTo>
                <a:lnTo>
                  <a:pt x="192024" y="516636"/>
                </a:lnTo>
                <a:lnTo>
                  <a:pt x="188976" y="521208"/>
                </a:lnTo>
                <a:lnTo>
                  <a:pt x="184404" y="524256"/>
                </a:lnTo>
                <a:lnTo>
                  <a:pt x="179832" y="528828"/>
                </a:lnTo>
                <a:lnTo>
                  <a:pt x="175260" y="530352"/>
                </a:lnTo>
                <a:lnTo>
                  <a:pt x="163068" y="530352"/>
                </a:lnTo>
                <a:lnTo>
                  <a:pt x="138531" y="506234"/>
                </a:lnTo>
                <a:lnTo>
                  <a:pt x="136017" y="500062"/>
                </a:lnTo>
                <a:lnTo>
                  <a:pt x="132918" y="491896"/>
                </a:lnTo>
                <a:lnTo>
                  <a:pt x="129540" y="481584"/>
                </a:lnTo>
                <a:lnTo>
                  <a:pt x="176784" y="481584"/>
                </a:lnTo>
                <a:lnTo>
                  <a:pt x="183654" y="490181"/>
                </a:lnTo>
                <a:lnTo>
                  <a:pt x="188404" y="497776"/>
                </a:lnTo>
                <a:lnTo>
                  <a:pt x="191135" y="504520"/>
                </a:lnTo>
                <a:lnTo>
                  <a:pt x="192024" y="510540"/>
                </a:lnTo>
                <a:lnTo>
                  <a:pt x="192024" y="488746"/>
                </a:lnTo>
                <a:lnTo>
                  <a:pt x="185928" y="481584"/>
                </a:lnTo>
                <a:lnTo>
                  <a:pt x="195072" y="481584"/>
                </a:lnTo>
                <a:lnTo>
                  <a:pt x="201168" y="480060"/>
                </a:lnTo>
                <a:lnTo>
                  <a:pt x="204216" y="478536"/>
                </a:lnTo>
                <a:lnTo>
                  <a:pt x="207264" y="475488"/>
                </a:lnTo>
                <a:lnTo>
                  <a:pt x="210312" y="470916"/>
                </a:lnTo>
                <a:lnTo>
                  <a:pt x="210312" y="4663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274" name="Google Shape;5274;p84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5317235" y="9406128"/>
            <a:ext cx="73151" cy="73152"/>
          </a:xfrm>
          <a:prstGeom prst="rect">
            <a:avLst/>
          </a:prstGeom>
          <a:noFill/>
          <a:ln>
            <a:noFill/>
          </a:ln>
        </p:spPr>
      </p:pic>
      <p:sp>
        <p:nvSpPr>
          <p:cNvPr id="5275" name="Google Shape;5275;p84"/>
          <p:cNvSpPr/>
          <p:nvPr/>
        </p:nvSpPr>
        <p:spPr>
          <a:xfrm>
            <a:off x="5253228" y="8584692"/>
            <a:ext cx="201295" cy="571500"/>
          </a:xfrm>
          <a:custGeom>
            <a:rect b="b" l="l" r="r" t="t"/>
            <a:pathLst>
              <a:path extrusionOk="0" h="571500" w="201295">
                <a:moveTo>
                  <a:pt x="198120" y="368808"/>
                </a:moveTo>
                <a:lnTo>
                  <a:pt x="193548" y="368808"/>
                </a:lnTo>
                <a:lnTo>
                  <a:pt x="193548" y="379476"/>
                </a:lnTo>
                <a:lnTo>
                  <a:pt x="192024" y="384048"/>
                </a:lnTo>
                <a:lnTo>
                  <a:pt x="188976" y="388620"/>
                </a:lnTo>
                <a:lnTo>
                  <a:pt x="187452" y="391668"/>
                </a:lnTo>
                <a:lnTo>
                  <a:pt x="185928" y="393192"/>
                </a:lnTo>
                <a:lnTo>
                  <a:pt x="179832" y="396240"/>
                </a:lnTo>
                <a:lnTo>
                  <a:pt x="18288" y="396240"/>
                </a:lnTo>
                <a:lnTo>
                  <a:pt x="9144" y="391668"/>
                </a:lnTo>
                <a:lnTo>
                  <a:pt x="7620" y="388620"/>
                </a:lnTo>
                <a:lnTo>
                  <a:pt x="4572" y="384048"/>
                </a:lnTo>
                <a:lnTo>
                  <a:pt x="4572" y="368808"/>
                </a:lnTo>
                <a:lnTo>
                  <a:pt x="0" y="368808"/>
                </a:lnTo>
                <a:lnTo>
                  <a:pt x="0" y="451104"/>
                </a:lnTo>
                <a:lnTo>
                  <a:pt x="4572" y="451104"/>
                </a:lnTo>
                <a:lnTo>
                  <a:pt x="4572" y="438912"/>
                </a:lnTo>
                <a:lnTo>
                  <a:pt x="6096" y="435864"/>
                </a:lnTo>
                <a:lnTo>
                  <a:pt x="7620" y="431292"/>
                </a:lnTo>
                <a:lnTo>
                  <a:pt x="9144" y="428244"/>
                </a:lnTo>
                <a:lnTo>
                  <a:pt x="12192" y="426720"/>
                </a:lnTo>
                <a:lnTo>
                  <a:pt x="13716" y="425196"/>
                </a:lnTo>
                <a:lnTo>
                  <a:pt x="16764" y="423672"/>
                </a:lnTo>
                <a:lnTo>
                  <a:pt x="91440" y="423672"/>
                </a:lnTo>
                <a:lnTo>
                  <a:pt x="91440" y="516636"/>
                </a:lnTo>
                <a:lnTo>
                  <a:pt x="35052" y="516636"/>
                </a:lnTo>
                <a:lnTo>
                  <a:pt x="18288" y="516636"/>
                </a:lnTo>
                <a:lnTo>
                  <a:pt x="9144" y="512064"/>
                </a:lnTo>
                <a:lnTo>
                  <a:pt x="7620" y="509016"/>
                </a:lnTo>
                <a:lnTo>
                  <a:pt x="4572" y="504444"/>
                </a:lnTo>
                <a:lnTo>
                  <a:pt x="4572" y="489204"/>
                </a:lnTo>
                <a:lnTo>
                  <a:pt x="0" y="489204"/>
                </a:lnTo>
                <a:lnTo>
                  <a:pt x="0" y="571500"/>
                </a:lnTo>
                <a:lnTo>
                  <a:pt x="4572" y="571500"/>
                </a:lnTo>
                <a:lnTo>
                  <a:pt x="4572" y="559308"/>
                </a:lnTo>
                <a:lnTo>
                  <a:pt x="6096" y="556260"/>
                </a:lnTo>
                <a:lnTo>
                  <a:pt x="7620" y="551688"/>
                </a:lnTo>
                <a:lnTo>
                  <a:pt x="9144" y="548640"/>
                </a:lnTo>
                <a:lnTo>
                  <a:pt x="12192" y="547116"/>
                </a:lnTo>
                <a:lnTo>
                  <a:pt x="13716" y="545592"/>
                </a:lnTo>
                <a:lnTo>
                  <a:pt x="16764" y="544068"/>
                </a:lnTo>
                <a:lnTo>
                  <a:pt x="175260" y="544068"/>
                </a:lnTo>
                <a:lnTo>
                  <a:pt x="182880" y="545592"/>
                </a:lnTo>
                <a:lnTo>
                  <a:pt x="185928" y="547116"/>
                </a:lnTo>
                <a:lnTo>
                  <a:pt x="190500" y="550164"/>
                </a:lnTo>
                <a:lnTo>
                  <a:pt x="193548" y="556260"/>
                </a:lnTo>
                <a:lnTo>
                  <a:pt x="193548" y="571500"/>
                </a:lnTo>
                <a:lnTo>
                  <a:pt x="198120" y="571500"/>
                </a:lnTo>
                <a:lnTo>
                  <a:pt x="198120" y="489204"/>
                </a:lnTo>
                <a:lnTo>
                  <a:pt x="193548" y="489204"/>
                </a:lnTo>
                <a:lnTo>
                  <a:pt x="193548" y="499872"/>
                </a:lnTo>
                <a:lnTo>
                  <a:pt x="192024" y="504444"/>
                </a:lnTo>
                <a:lnTo>
                  <a:pt x="188976" y="509016"/>
                </a:lnTo>
                <a:lnTo>
                  <a:pt x="187452" y="512064"/>
                </a:lnTo>
                <a:lnTo>
                  <a:pt x="185928" y="513588"/>
                </a:lnTo>
                <a:lnTo>
                  <a:pt x="179832" y="516636"/>
                </a:lnTo>
                <a:lnTo>
                  <a:pt x="102108" y="516636"/>
                </a:lnTo>
                <a:lnTo>
                  <a:pt x="102108" y="423672"/>
                </a:lnTo>
                <a:lnTo>
                  <a:pt x="175260" y="423672"/>
                </a:lnTo>
                <a:lnTo>
                  <a:pt x="182880" y="425196"/>
                </a:lnTo>
                <a:lnTo>
                  <a:pt x="185928" y="426720"/>
                </a:lnTo>
                <a:lnTo>
                  <a:pt x="190500" y="431292"/>
                </a:lnTo>
                <a:lnTo>
                  <a:pt x="193548" y="435864"/>
                </a:lnTo>
                <a:lnTo>
                  <a:pt x="193548" y="451104"/>
                </a:lnTo>
                <a:lnTo>
                  <a:pt x="198120" y="451104"/>
                </a:lnTo>
                <a:lnTo>
                  <a:pt x="198120" y="368808"/>
                </a:lnTo>
                <a:close/>
              </a:path>
              <a:path extrusionOk="0" h="571500" w="201295">
                <a:moveTo>
                  <a:pt x="201155" y="289560"/>
                </a:moveTo>
                <a:lnTo>
                  <a:pt x="192011" y="256032"/>
                </a:lnTo>
                <a:lnTo>
                  <a:pt x="192011" y="283464"/>
                </a:lnTo>
                <a:lnTo>
                  <a:pt x="190614" y="292061"/>
                </a:lnTo>
                <a:lnTo>
                  <a:pt x="159816" y="317550"/>
                </a:lnTo>
                <a:lnTo>
                  <a:pt x="120383" y="324612"/>
                </a:lnTo>
                <a:lnTo>
                  <a:pt x="111556" y="324332"/>
                </a:lnTo>
                <a:lnTo>
                  <a:pt x="74663" y="307848"/>
                </a:lnTo>
                <a:lnTo>
                  <a:pt x="70091" y="297180"/>
                </a:lnTo>
                <a:lnTo>
                  <a:pt x="70154" y="292061"/>
                </a:lnTo>
                <a:lnTo>
                  <a:pt x="94983" y="259829"/>
                </a:lnTo>
                <a:lnTo>
                  <a:pt x="140195" y="251460"/>
                </a:lnTo>
                <a:lnTo>
                  <a:pt x="153035" y="252031"/>
                </a:lnTo>
                <a:lnTo>
                  <a:pt x="188772" y="270891"/>
                </a:lnTo>
                <a:lnTo>
                  <a:pt x="192011" y="283464"/>
                </a:lnTo>
                <a:lnTo>
                  <a:pt x="192011" y="256032"/>
                </a:lnTo>
                <a:lnTo>
                  <a:pt x="155435" y="228536"/>
                </a:lnTo>
                <a:lnTo>
                  <a:pt x="128003" y="224028"/>
                </a:lnTo>
                <a:lnTo>
                  <a:pt x="115747" y="224917"/>
                </a:lnTo>
                <a:lnTo>
                  <a:pt x="73812" y="249250"/>
                </a:lnTo>
                <a:lnTo>
                  <a:pt x="60947" y="288036"/>
                </a:lnTo>
                <a:lnTo>
                  <a:pt x="61061" y="289560"/>
                </a:lnTo>
                <a:lnTo>
                  <a:pt x="61506" y="296024"/>
                </a:lnTo>
                <a:lnTo>
                  <a:pt x="79997" y="332422"/>
                </a:lnTo>
                <a:lnTo>
                  <a:pt x="114287" y="349758"/>
                </a:lnTo>
                <a:lnTo>
                  <a:pt x="132575" y="352044"/>
                </a:lnTo>
                <a:lnTo>
                  <a:pt x="143992" y="351167"/>
                </a:lnTo>
                <a:lnTo>
                  <a:pt x="187655" y="327075"/>
                </a:lnTo>
                <a:lnTo>
                  <a:pt x="189344" y="324612"/>
                </a:lnTo>
                <a:lnTo>
                  <a:pt x="195249" y="316039"/>
                </a:lnTo>
                <a:lnTo>
                  <a:pt x="199707" y="303593"/>
                </a:lnTo>
                <a:lnTo>
                  <a:pt x="201155" y="289560"/>
                </a:lnTo>
                <a:close/>
              </a:path>
              <a:path extrusionOk="0" h="571500" w="201295">
                <a:moveTo>
                  <a:pt x="201155" y="62484"/>
                </a:moveTo>
                <a:lnTo>
                  <a:pt x="85331" y="18288"/>
                </a:lnTo>
                <a:lnTo>
                  <a:pt x="74663" y="15240"/>
                </a:lnTo>
                <a:lnTo>
                  <a:pt x="70091" y="9144"/>
                </a:lnTo>
                <a:lnTo>
                  <a:pt x="68567" y="0"/>
                </a:lnTo>
                <a:lnTo>
                  <a:pt x="63995" y="0"/>
                </a:lnTo>
                <a:lnTo>
                  <a:pt x="63995" y="41148"/>
                </a:lnTo>
                <a:lnTo>
                  <a:pt x="68567" y="41148"/>
                </a:lnTo>
                <a:lnTo>
                  <a:pt x="68567" y="32004"/>
                </a:lnTo>
                <a:lnTo>
                  <a:pt x="70091" y="28956"/>
                </a:lnTo>
                <a:lnTo>
                  <a:pt x="71615" y="27432"/>
                </a:lnTo>
                <a:lnTo>
                  <a:pt x="83807" y="27432"/>
                </a:lnTo>
                <a:lnTo>
                  <a:pt x="88379" y="30480"/>
                </a:lnTo>
                <a:lnTo>
                  <a:pt x="161531" y="57912"/>
                </a:lnTo>
                <a:lnTo>
                  <a:pt x="86855" y="89916"/>
                </a:lnTo>
                <a:lnTo>
                  <a:pt x="83807" y="91440"/>
                </a:lnTo>
                <a:lnTo>
                  <a:pt x="77711" y="91440"/>
                </a:lnTo>
                <a:lnTo>
                  <a:pt x="74663" y="89916"/>
                </a:lnTo>
                <a:lnTo>
                  <a:pt x="70091" y="85344"/>
                </a:lnTo>
                <a:lnTo>
                  <a:pt x="68567" y="80772"/>
                </a:lnTo>
                <a:lnTo>
                  <a:pt x="68567" y="74676"/>
                </a:lnTo>
                <a:lnTo>
                  <a:pt x="63995" y="74676"/>
                </a:lnTo>
                <a:lnTo>
                  <a:pt x="63995" y="137160"/>
                </a:lnTo>
                <a:lnTo>
                  <a:pt x="68567" y="137160"/>
                </a:lnTo>
                <a:lnTo>
                  <a:pt x="68567" y="128016"/>
                </a:lnTo>
                <a:lnTo>
                  <a:pt x="70091" y="126492"/>
                </a:lnTo>
                <a:lnTo>
                  <a:pt x="73139" y="121920"/>
                </a:lnTo>
                <a:lnTo>
                  <a:pt x="77711" y="118872"/>
                </a:lnTo>
                <a:lnTo>
                  <a:pt x="83807" y="117348"/>
                </a:lnTo>
                <a:lnTo>
                  <a:pt x="102095" y="108204"/>
                </a:lnTo>
                <a:lnTo>
                  <a:pt x="163055" y="135636"/>
                </a:lnTo>
                <a:lnTo>
                  <a:pt x="88379" y="166116"/>
                </a:lnTo>
                <a:lnTo>
                  <a:pt x="83807" y="167640"/>
                </a:lnTo>
                <a:lnTo>
                  <a:pt x="73139" y="167640"/>
                </a:lnTo>
                <a:lnTo>
                  <a:pt x="70091" y="164592"/>
                </a:lnTo>
                <a:lnTo>
                  <a:pt x="68567" y="160020"/>
                </a:lnTo>
                <a:lnTo>
                  <a:pt x="68567" y="155448"/>
                </a:lnTo>
                <a:lnTo>
                  <a:pt x="63995" y="155448"/>
                </a:lnTo>
                <a:lnTo>
                  <a:pt x="63995" y="211836"/>
                </a:lnTo>
                <a:lnTo>
                  <a:pt x="68567" y="211836"/>
                </a:lnTo>
                <a:lnTo>
                  <a:pt x="71615" y="202692"/>
                </a:lnTo>
                <a:lnTo>
                  <a:pt x="74663" y="199644"/>
                </a:lnTo>
                <a:lnTo>
                  <a:pt x="76187" y="196596"/>
                </a:lnTo>
                <a:lnTo>
                  <a:pt x="80759" y="193548"/>
                </a:lnTo>
                <a:lnTo>
                  <a:pt x="88379" y="192024"/>
                </a:lnTo>
                <a:lnTo>
                  <a:pt x="201155" y="147828"/>
                </a:lnTo>
                <a:lnTo>
                  <a:pt x="201155" y="143256"/>
                </a:lnTo>
                <a:lnTo>
                  <a:pt x="114287" y="103632"/>
                </a:lnTo>
                <a:lnTo>
                  <a:pt x="201155" y="68580"/>
                </a:lnTo>
                <a:lnTo>
                  <a:pt x="201155" y="624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276" name="Google Shape;5276;p84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5244084" y="8221980"/>
            <a:ext cx="210312" cy="275844"/>
          </a:xfrm>
          <a:prstGeom prst="rect">
            <a:avLst/>
          </a:prstGeom>
          <a:noFill/>
          <a:ln>
            <a:noFill/>
          </a:ln>
        </p:spPr>
      </p:pic>
      <p:pic>
        <p:nvPicPr>
          <p:cNvPr id="5277" name="Google Shape;5277;p84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5314262" y="7804403"/>
            <a:ext cx="140134" cy="332232"/>
          </a:xfrm>
          <a:prstGeom prst="rect">
            <a:avLst/>
          </a:prstGeom>
          <a:noFill/>
          <a:ln>
            <a:noFill/>
          </a:ln>
        </p:spPr>
      </p:pic>
      <p:sp>
        <p:nvSpPr>
          <p:cNvPr id="5278" name="Google Shape;5278;p84"/>
          <p:cNvSpPr/>
          <p:nvPr/>
        </p:nvSpPr>
        <p:spPr>
          <a:xfrm>
            <a:off x="5244071" y="6935724"/>
            <a:ext cx="210820" cy="783590"/>
          </a:xfrm>
          <a:custGeom>
            <a:rect b="b" l="l" r="r" t="t"/>
            <a:pathLst>
              <a:path extrusionOk="0" h="783590" w="210820">
                <a:moveTo>
                  <a:pt x="207264" y="635508"/>
                </a:moveTo>
                <a:lnTo>
                  <a:pt x="202692" y="635508"/>
                </a:lnTo>
                <a:lnTo>
                  <a:pt x="202692" y="641604"/>
                </a:lnTo>
                <a:lnTo>
                  <a:pt x="201168" y="646176"/>
                </a:lnTo>
                <a:lnTo>
                  <a:pt x="199644" y="649224"/>
                </a:lnTo>
                <a:lnTo>
                  <a:pt x="195072" y="653796"/>
                </a:lnTo>
                <a:lnTo>
                  <a:pt x="190500" y="655320"/>
                </a:lnTo>
                <a:lnTo>
                  <a:pt x="129540" y="655320"/>
                </a:lnTo>
                <a:lnTo>
                  <a:pt x="118097" y="655586"/>
                </a:lnTo>
                <a:lnTo>
                  <a:pt x="80772" y="665988"/>
                </a:lnTo>
                <a:lnTo>
                  <a:pt x="70104" y="682752"/>
                </a:lnTo>
                <a:lnTo>
                  <a:pt x="70104" y="697992"/>
                </a:lnTo>
                <a:lnTo>
                  <a:pt x="97536" y="736092"/>
                </a:lnTo>
                <a:lnTo>
                  <a:pt x="0" y="736092"/>
                </a:lnTo>
                <a:lnTo>
                  <a:pt x="0" y="743712"/>
                </a:lnTo>
                <a:lnTo>
                  <a:pt x="16764" y="783336"/>
                </a:lnTo>
                <a:lnTo>
                  <a:pt x="21336" y="781812"/>
                </a:lnTo>
                <a:lnTo>
                  <a:pt x="19812" y="777240"/>
                </a:lnTo>
                <a:lnTo>
                  <a:pt x="18288" y="774192"/>
                </a:lnTo>
                <a:lnTo>
                  <a:pt x="18288" y="769620"/>
                </a:lnTo>
                <a:lnTo>
                  <a:pt x="19812" y="766572"/>
                </a:lnTo>
                <a:lnTo>
                  <a:pt x="19812" y="765048"/>
                </a:lnTo>
                <a:lnTo>
                  <a:pt x="21336" y="763524"/>
                </a:lnTo>
                <a:lnTo>
                  <a:pt x="24384" y="763524"/>
                </a:lnTo>
                <a:lnTo>
                  <a:pt x="27432" y="762000"/>
                </a:lnTo>
                <a:lnTo>
                  <a:pt x="45872" y="760717"/>
                </a:lnTo>
                <a:lnTo>
                  <a:pt x="56388" y="760476"/>
                </a:lnTo>
                <a:lnTo>
                  <a:pt x="184404" y="760476"/>
                </a:lnTo>
                <a:lnTo>
                  <a:pt x="190500" y="762000"/>
                </a:lnTo>
                <a:lnTo>
                  <a:pt x="193548" y="763524"/>
                </a:lnTo>
                <a:lnTo>
                  <a:pt x="196596" y="763524"/>
                </a:lnTo>
                <a:lnTo>
                  <a:pt x="199644" y="766572"/>
                </a:lnTo>
                <a:lnTo>
                  <a:pt x="202692" y="775716"/>
                </a:lnTo>
                <a:lnTo>
                  <a:pt x="202692" y="780288"/>
                </a:lnTo>
                <a:lnTo>
                  <a:pt x="207264" y="780288"/>
                </a:lnTo>
                <a:lnTo>
                  <a:pt x="207264" y="716280"/>
                </a:lnTo>
                <a:lnTo>
                  <a:pt x="202692" y="716280"/>
                </a:lnTo>
                <a:lnTo>
                  <a:pt x="202692" y="722376"/>
                </a:lnTo>
                <a:lnTo>
                  <a:pt x="201168" y="726948"/>
                </a:lnTo>
                <a:lnTo>
                  <a:pt x="198120" y="733044"/>
                </a:lnTo>
                <a:lnTo>
                  <a:pt x="196596" y="734568"/>
                </a:lnTo>
                <a:lnTo>
                  <a:pt x="193548" y="734568"/>
                </a:lnTo>
                <a:lnTo>
                  <a:pt x="192024" y="736092"/>
                </a:lnTo>
                <a:lnTo>
                  <a:pt x="106680" y="736092"/>
                </a:lnTo>
                <a:lnTo>
                  <a:pt x="99060" y="729996"/>
                </a:lnTo>
                <a:lnTo>
                  <a:pt x="94488" y="722376"/>
                </a:lnTo>
                <a:lnTo>
                  <a:pt x="91440" y="717804"/>
                </a:lnTo>
                <a:lnTo>
                  <a:pt x="89916" y="711708"/>
                </a:lnTo>
                <a:lnTo>
                  <a:pt x="88392" y="707136"/>
                </a:lnTo>
                <a:lnTo>
                  <a:pt x="88392" y="693420"/>
                </a:lnTo>
                <a:lnTo>
                  <a:pt x="91440" y="690372"/>
                </a:lnTo>
                <a:lnTo>
                  <a:pt x="92964" y="687324"/>
                </a:lnTo>
                <a:lnTo>
                  <a:pt x="97536" y="684276"/>
                </a:lnTo>
                <a:lnTo>
                  <a:pt x="129540" y="679704"/>
                </a:lnTo>
                <a:lnTo>
                  <a:pt x="188976" y="679704"/>
                </a:lnTo>
                <a:lnTo>
                  <a:pt x="190500" y="681228"/>
                </a:lnTo>
                <a:lnTo>
                  <a:pt x="195072" y="681228"/>
                </a:lnTo>
                <a:lnTo>
                  <a:pt x="198120" y="682752"/>
                </a:lnTo>
                <a:lnTo>
                  <a:pt x="199644" y="685800"/>
                </a:lnTo>
                <a:lnTo>
                  <a:pt x="201168" y="687324"/>
                </a:lnTo>
                <a:lnTo>
                  <a:pt x="202692" y="691896"/>
                </a:lnTo>
                <a:lnTo>
                  <a:pt x="202692" y="699516"/>
                </a:lnTo>
                <a:lnTo>
                  <a:pt x="207264" y="699516"/>
                </a:lnTo>
                <a:lnTo>
                  <a:pt x="207264" y="635508"/>
                </a:lnTo>
                <a:close/>
              </a:path>
              <a:path extrusionOk="0" h="783590" w="210820">
                <a:moveTo>
                  <a:pt x="207264" y="355092"/>
                </a:moveTo>
                <a:lnTo>
                  <a:pt x="202692" y="355092"/>
                </a:lnTo>
                <a:lnTo>
                  <a:pt x="202692" y="361188"/>
                </a:lnTo>
                <a:lnTo>
                  <a:pt x="199644" y="367284"/>
                </a:lnTo>
                <a:lnTo>
                  <a:pt x="198120" y="368808"/>
                </a:lnTo>
                <a:lnTo>
                  <a:pt x="196596" y="371856"/>
                </a:lnTo>
                <a:lnTo>
                  <a:pt x="193548" y="371856"/>
                </a:lnTo>
                <a:lnTo>
                  <a:pt x="190500" y="373380"/>
                </a:lnTo>
                <a:lnTo>
                  <a:pt x="185928" y="374904"/>
                </a:lnTo>
                <a:lnTo>
                  <a:pt x="111823" y="374954"/>
                </a:lnTo>
                <a:lnTo>
                  <a:pt x="104394" y="375285"/>
                </a:lnTo>
                <a:lnTo>
                  <a:pt x="71628" y="396240"/>
                </a:lnTo>
                <a:lnTo>
                  <a:pt x="70104" y="402336"/>
                </a:lnTo>
                <a:lnTo>
                  <a:pt x="70104" y="409956"/>
                </a:lnTo>
                <a:lnTo>
                  <a:pt x="71818" y="420535"/>
                </a:lnTo>
                <a:lnTo>
                  <a:pt x="76962" y="431673"/>
                </a:lnTo>
                <a:lnTo>
                  <a:pt x="85534" y="443395"/>
                </a:lnTo>
                <a:lnTo>
                  <a:pt x="97536" y="455676"/>
                </a:lnTo>
                <a:lnTo>
                  <a:pt x="70104" y="455676"/>
                </a:lnTo>
                <a:lnTo>
                  <a:pt x="70104" y="461772"/>
                </a:lnTo>
                <a:lnTo>
                  <a:pt x="86868" y="502920"/>
                </a:lnTo>
                <a:lnTo>
                  <a:pt x="91440" y="499872"/>
                </a:lnTo>
                <a:lnTo>
                  <a:pt x="89916" y="496824"/>
                </a:lnTo>
                <a:lnTo>
                  <a:pt x="88392" y="492252"/>
                </a:lnTo>
                <a:lnTo>
                  <a:pt x="88392" y="487680"/>
                </a:lnTo>
                <a:lnTo>
                  <a:pt x="91440" y="484632"/>
                </a:lnTo>
                <a:lnTo>
                  <a:pt x="91440" y="483108"/>
                </a:lnTo>
                <a:lnTo>
                  <a:pt x="97536" y="480060"/>
                </a:lnTo>
                <a:lnTo>
                  <a:pt x="193548" y="480060"/>
                </a:lnTo>
                <a:lnTo>
                  <a:pt x="196596" y="483108"/>
                </a:lnTo>
                <a:lnTo>
                  <a:pt x="201168" y="484632"/>
                </a:lnTo>
                <a:lnTo>
                  <a:pt x="202692" y="489204"/>
                </a:lnTo>
                <a:lnTo>
                  <a:pt x="202692" y="499872"/>
                </a:lnTo>
                <a:lnTo>
                  <a:pt x="207264" y="499872"/>
                </a:lnTo>
                <a:lnTo>
                  <a:pt x="207264" y="435864"/>
                </a:lnTo>
                <a:lnTo>
                  <a:pt x="202692" y="435864"/>
                </a:lnTo>
                <a:lnTo>
                  <a:pt x="202692" y="441960"/>
                </a:lnTo>
                <a:lnTo>
                  <a:pt x="201168" y="446532"/>
                </a:lnTo>
                <a:lnTo>
                  <a:pt x="199644" y="448056"/>
                </a:lnTo>
                <a:lnTo>
                  <a:pt x="198120" y="451104"/>
                </a:lnTo>
                <a:lnTo>
                  <a:pt x="196596" y="452628"/>
                </a:lnTo>
                <a:lnTo>
                  <a:pt x="193548" y="454152"/>
                </a:lnTo>
                <a:lnTo>
                  <a:pt x="192024" y="454152"/>
                </a:lnTo>
                <a:lnTo>
                  <a:pt x="185928" y="455676"/>
                </a:lnTo>
                <a:lnTo>
                  <a:pt x="106680" y="455676"/>
                </a:lnTo>
                <a:lnTo>
                  <a:pt x="98679" y="446532"/>
                </a:lnTo>
                <a:lnTo>
                  <a:pt x="92964" y="437388"/>
                </a:lnTo>
                <a:lnTo>
                  <a:pt x="89535" y="428244"/>
                </a:lnTo>
                <a:lnTo>
                  <a:pt x="88392" y="419100"/>
                </a:lnTo>
                <a:lnTo>
                  <a:pt x="88392" y="411480"/>
                </a:lnTo>
                <a:lnTo>
                  <a:pt x="121920" y="399288"/>
                </a:lnTo>
                <a:lnTo>
                  <a:pt x="190500" y="399288"/>
                </a:lnTo>
                <a:lnTo>
                  <a:pt x="195072" y="400812"/>
                </a:lnTo>
                <a:lnTo>
                  <a:pt x="198120" y="402336"/>
                </a:lnTo>
                <a:lnTo>
                  <a:pt x="199644" y="403860"/>
                </a:lnTo>
                <a:lnTo>
                  <a:pt x="202692" y="409956"/>
                </a:lnTo>
                <a:lnTo>
                  <a:pt x="202692" y="419100"/>
                </a:lnTo>
                <a:lnTo>
                  <a:pt x="207264" y="419100"/>
                </a:lnTo>
                <a:lnTo>
                  <a:pt x="207264" y="355092"/>
                </a:lnTo>
                <a:close/>
              </a:path>
              <a:path extrusionOk="0" h="783590" w="210820">
                <a:moveTo>
                  <a:pt x="207264" y="131064"/>
                </a:moveTo>
                <a:lnTo>
                  <a:pt x="202692" y="131064"/>
                </a:lnTo>
                <a:lnTo>
                  <a:pt x="202692" y="137160"/>
                </a:lnTo>
                <a:lnTo>
                  <a:pt x="201168" y="141732"/>
                </a:lnTo>
                <a:lnTo>
                  <a:pt x="199644" y="144780"/>
                </a:lnTo>
                <a:lnTo>
                  <a:pt x="196596" y="147828"/>
                </a:lnTo>
                <a:lnTo>
                  <a:pt x="190500" y="150876"/>
                </a:lnTo>
                <a:lnTo>
                  <a:pt x="0" y="150876"/>
                </a:lnTo>
                <a:lnTo>
                  <a:pt x="0" y="156972"/>
                </a:lnTo>
                <a:lnTo>
                  <a:pt x="16764" y="196596"/>
                </a:lnTo>
                <a:lnTo>
                  <a:pt x="21336" y="193548"/>
                </a:lnTo>
                <a:lnTo>
                  <a:pt x="18288" y="187452"/>
                </a:lnTo>
                <a:lnTo>
                  <a:pt x="18288" y="182880"/>
                </a:lnTo>
                <a:lnTo>
                  <a:pt x="19812" y="181356"/>
                </a:lnTo>
                <a:lnTo>
                  <a:pt x="19812" y="179832"/>
                </a:lnTo>
                <a:lnTo>
                  <a:pt x="21336" y="178308"/>
                </a:lnTo>
                <a:lnTo>
                  <a:pt x="24384" y="176784"/>
                </a:lnTo>
                <a:lnTo>
                  <a:pt x="27432" y="176784"/>
                </a:lnTo>
                <a:lnTo>
                  <a:pt x="31102" y="175907"/>
                </a:lnTo>
                <a:lnTo>
                  <a:pt x="37338" y="175450"/>
                </a:lnTo>
                <a:lnTo>
                  <a:pt x="56388" y="175260"/>
                </a:lnTo>
                <a:lnTo>
                  <a:pt x="190500" y="175260"/>
                </a:lnTo>
                <a:lnTo>
                  <a:pt x="199644" y="179832"/>
                </a:lnTo>
                <a:lnTo>
                  <a:pt x="199644" y="182880"/>
                </a:lnTo>
                <a:lnTo>
                  <a:pt x="201168" y="184404"/>
                </a:lnTo>
                <a:lnTo>
                  <a:pt x="202692" y="188976"/>
                </a:lnTo>
                <a:lnTo>
                  <a:pt x="202692" y="195072"/>
                </a:lnTo>
                <a:lnTo>
                  <a:pt x="207264" y="195072"/>
                </a:lnTo>
                <a:lnTo>
                  <a:pt x="207264" y="131064"/>
                </a:lnTo>
                <a:close/>
              </a:path>
              <a:path extrusionOk="0" h="783590" w="210820">
                <a:moveTo>
                  <a:pt x="210324" y="536448"/>
                </a:moveTo>
                <a:lnTo>
                  <a:pt x="208915" y="528447"/>
                </a:lnTo>
                <a:lnTo>
                  <a:pt x="208813" y="528256"/>
                </a:lnTo>
                <a:lnTo>
                  <a:pt x="204800" y="520446"/>
                </a:lnTo>
                <a:lnTo>
                  <a:pt x="198107" y="512445"/>
                </a:lnTo>
                <a:lnTo>
                  <a:pt x="188976" y="504444"/>
                </a:lnTo>
                <a:lnTo>
                  <a:pt x="181356" y="504444"/>
                </a:lnTo>
                <a:lnTo>
                  <a:pt x="185928" y="510540"/>
                </a:lnTo>
                <a:lnTo>
                  <a:pt x="188976" y="515112"/>
                </a:lnTo>
                <a:lnTo>
                  <a:pt x="192024" y="518160"/>
                </a:lnTo>
                <a:lnTo>
                  <a:pt x="192024" y="521208"/>
                </a:lnTo>
                <a:lnTo>
                  <a:pt x="190500" y="522732"/>
                </a:lnTo>
                <a:lnTo>
                  <a:pt x="190500" y="524256"/>
                </a:lnTo>
                <a:lnTo>
                  <a:pt x="188976" y="525780"/>
                </a:lnTo>
                <a:lnTo>
                  <a:pt x="187452" y="525780"/>
                </a:lnTo>
                <a:lnTo>
                  <a:pt x="184404" y="527304"/>
                </a:lnTo>
                <a:lnTo>
                  <a:pt x="115824" y="527304"/>
                </a:lnTo>
                <a:lnTo>
                  <a:pt x="106641" y="527570"/>
                </a:lnTo>
                <a:lnTo>
                  <a:pt x="73329" y="548576"/>
                </a:lnTo>
                <a:lnTo>
                  <a:pt x="70243" y="567677"/>
                </a:lnTo>
                <a:lnTo>
                  <a:pt x="70345" y="575691"/>
                </a:lnTo>
                <a:lnTo>
                  <a:pt x="70446" y="577596"/>
                </a:lnTo>
                <a:lnTo>
                  <a:pt x="70523" y="579120"/>
                </a:lnTo>
                <a:lnTo>
                  <a:pt x="91630" y="617029"/>
                </a:lnTo>
                <a:lnTo>
                  <a:pt x="103632" y="620268"/>
                </a:lnTo>
                <a:lnTo>
                  <a:pt x="108204" y="620268"/>
                </a:lnTo>
                <a:lnTo>
                  <a:pt x="114350" y="617181"/>
                </a:lnTo>
                <a:lnTo>
                  <a:pt x="118872" y="612648"/>
                </a:lnTo>
                <a:lnTo>
                  <a:pt x="118872" y="605028"/>
                </a:lnTo>
                <a:lnTo>
                  <a:pt x="117348" y="601980"/>
                </a:lnTo>
                <a:lnTo>
                  <a:pt x="112776" y="597408"/>
                </a:lnTo>
                <a:lnTo>
                  <a:pt x="108204" y="595884"/>
                </a:lnTo>
                <a:lnTo>
                  <a:pt x="91440" y="595884"/>
                </a:lnTo>
                <a:lnTo>
                  <a:pt x="86868" y="594360"/>
                </a:lnTo>
                <a:lnTo>
                  <a:pt x="83820" y="591312"/>
                </a:lnTo>
                <a:lnTo>
                  <a:pt x="80772" y="586740"/>
                </a:lnTo>
                <a:lnTo>
                  <a:pt x="79311" y="582358"/>
                </a:lnTo>
                <a:lnTo>
                  <a:pt x="79248" y="568452"/>
                </a:lnTo>
                <a:lnTo>
                  <a:pt x="80772" y="562356"/>
                </a:lnTo>
                <a:lnTo>
                  <a:pt x="114300" y="551688"/>
                </a:lnTo>
                <a:lnTo>
                  <a:pt x="120396" y="551688"/>
                </a:lnTo>
                <a:lnTo>
                  <a:pt x="120510" y="552005"/>
                </a:lnTo>
                <a:lnTo>
                  <a:pt x="126149" y="567880"/>
                </a:lnTo>
                <a:lnTo>
                  <a:pt x="131445" y="581215"/>
                </a:lnTo>
                <a:lnTo>
                  <a:pt x="154571" y="617181"/>
                </a:lnTo>
                <a:lnTo>
                  <a:pt x="160020" y="620268"/>
                </a:lnTo>
                <a:lnTo>
                  <a:pt x="164592" y="623316"/>
                </a:lnTo>
                <a:lnTo>
                  <a:pt x="169164" y="624840"/>
                </a:lnTo>
                <a:lnTo>
                  <a:pt x="175260" y="624840"/>
                </a:lnTo>
                <a:lnTo>
                  <a:pt x="210324" y="603504"/>
                </a:lnTo>
                <a:lnTo>
                  <a:pt x="210324" y="600456"/>
                </a:lnTo>
                <a:lnTo>
                  <a:pt x="210324" y="588264"/>
                </a:lnTo>
                <a:lnTo>
                  <a:pt x="208800" y="582168"/>
                </a:lnTo>
                <a:lnTo>
                  <a:pt x="205752" y="577596"/>
                </a:lnTo>
                <a:lnTo>
                  <a:pt x="203746" y="574192"/>
                </a:lnTo>
                <a:lnTo>
                  <a:pt x="200025" y="568642"/>
                </a:lnTo>
                <a:lnTo>
                  <a:pt x="194602" y="561098"/>
                </a:lnTo>
                <a:lnTo>
                  <a:pt x="192024" y="557707"/>
                </a:lnTo>
                <a:lnTo>
                  <a:pt x="192024" y="580644"/>
                </a:lnTo>
                <a:lnTo>
                  <a:pt x="192024" y="585216"/>
                </a:lnTo>
                <a:lnTo>
                  <a:pt x="188976" y="589788"/>
                </a:lnTo>
                <a:lnTo>
                  <a:pt x="184404" y="594360"/>
                </a:lnTo>
                <a:lnTo>
                  <a:pt x="181356" y="598932"/>
                </a:lnTo>
                <a:lnTo>
                  <a:pt x="175260" y="600456"/>
                </a:lnTo>
                <a:lnTo>
                  <a:pt x="163068" y="600456"/>
                </a:lnTo>
                <a:lnTo>
                  <a:pt x="136017" y="569976"/>
                </a:lnTo>
                <a:lnTo>
                  <a:pt x="129540" y="551688"/>
                </a:lnTo>
                <a:lnTo>
                  <a:pt x="178308" y="551688"/>
                </a:lnTo>
                <a:lnTo>
                  <a:pt x="184315" y="560285"/>
                </a:lnTo>
                <a:lnTo>
                  <a:pt x="188595" y="567880"/>
                </a:lnTo>
                <a:lnTo>
                  <a:pt x="191173" y="574624"/>
                </a:lnTo>
                <a:lnTo>
                  <a:pt x="192024" y="580644"/>
                </a:lnTo>
                <a:lnTo>
                  <a:pt x="192024" y="557707"/>
                </a:lnTo>
                <a:lnTo>
                  <a:pt x="187452" y="551688"/>
                </a:lnTo>
                <a:lnTo>
                  <a:pt x="195072" y="551688"/>
                </a:lnTo>
                <a:lnTo>
                  <a:pt x="201168" y="550164"/>
                </a:lnTo>
                <a:lnTo>
                  <a:pt x="204228" y="547116"/>
                </a:lnTo>
                <a:lnTo>
                  <a:pt x="208800" y="544068"/>
                </a:lnTo>
                <a:lnTo>
                  <a:pt x="210324" y="541020"/>
                </a:lnTo>
                <a:lnTo>
                  <a:pt x="210324" y="536448"/>
                </a:lnTo>
                <a:close/>
              </a:path>
              <a:path extrusionOk="0" h="783590" w="210820">
                <a:moveTo>
                  <a:pt x="210324" y="245364"/>
                </a:moveTo>
                <a:lnTo>
                  <a:pt x="193560" y="204216"/>
                </a:lnTo>
                <a:lnTo>
                  <a:pt x="188988" y="205740"/>
                </a:lnTo>
                <a:lnTo>
                  <a:pt x="190512" y="210312"/>
                </a:lnTo>
                <a:lnTo>
                  <a:pt x="190512" y="220980"/>
                </a:lnTo>
                <a:lnTo>
                  <a:pt x="185940" y="225552"/>
                </a:lnTo>
                <a:lnTo>
                  <a:pt x="181368" y="227076"/>
                </a:lnTo>
                <a:lnTo>
                  <a:pt x="12" y="227076"/>
                </a:lnTo>
                <a:lnTo>
                  <a:pt x="12" y="234696"/>
                </a:lnTo>
                <a:lnTo>
                  <a:pt x="16776" y="274320"/>
                </a:lnTo>
                <a:lnTo>
                  <a:pt x="21348" y="272796"/>
                </a:lnTo>
                <a:lnTo>
                  <a:pt x="19824" y="268224"/>
                </a:lnTo>
                <a:lnTo>
                  <a:pt x="18300" y="265176"/>
                </a:lnTo>
                <a:lnTo>
                  <a:pt x="18300" y="260604"/>
                </a:lnTo>
                <a:lnTo>
                  <a:pt x="19062" y="259080"/>
                </a:lnTo>
                <a:lnTo>
                  <a:pt x="19824" y="257416"/>
                </a:lnTo>
                <a:lnTo>
                  <a:pt x="19824" y="256032"/>
                </a:lnTo>
                <a:lnTo>
                  <a:pt x="21348" y="254508"/>
                </a:lnTo>
                <a:lnTo>
                  <a:pt x="24396" y="254508"/>
                </a:lnTo>
                <a:lnTo>
                  <a:pt x="27444" y="252984"/>
                </a:lnTo>
                <a:lnTo>
                  <a:pt x="31102" y="252755"/>
                </a:lnTo>
                <a:lnTo>
                  <a:pt x="37350" y="252222"/>
                </a:lnTo>
                <a:lnTo>
                  <a:pt x="45872" y="251701"/>
                </a:lnTo>
                <a:lnTo>
                  <a:pt x="56400" y="251460"/>
                </a:lnTo>
                <a:lnTo>
                  <a:pt x="82308" y="251460"/>
                </a:lnTo>
                <a:lnTo>
                  <a:pt x="76606" y="257416"/>
                </a:lnTo>
                <a:lnTo>
                  <a:pt x="75653" y="259080"/>
                </a:lnTo>
                <a:lnTo>
                  <a:pt x="72783" y="264223"/>
                </a:lnTo>
                <a:lnTo>
                  <a:pt x="70726" y="271830"/>
                </a:lnTo>
                <a:lnTo>
                  <a:pt x="70662" y="272796"/>
                </a:lnTo>
                <a:lnTo>
                  <a:pt x="70548" y="274320"/>
                </a:lnTo>
                <a:lnTo>
                  <a:pt x="70434" y="275844"/>
                </a:lnTo>
                <a:lnTo>
                  <a:pt x="70332" y="277368"/>
                </a:lnTo>
                <a:lnTo>
                  <a:pt x="70116" y="280416"/>
                </a:lnTo>
                <a:lnTo>
                  <a:pt x="82969" y="316420"/>
                </a:lnTo>
                <a:lnTo>
                  <a:pt x="118313" y="338518"/>
                </a:lnTo>
                <a:lnTo>
                  <a:pt x="144792" y="342900"/>
                </a:lnTo>
                <a:lnTo>
                  <a:pt x="158813" y="342023"/>
                </a:lnTo>
                <a:lnTo>
                  <a:pt x="200037" y="319354"/>
                </a:lnTo>
                <a:lnTo>
                  <a:pt x="202488" y="315468"/>
                </a:lnTo>
                <a:lnTo>
                  <a:pt x="205752" y="310324"/>
                </a:lnTo>
                <a:lnTo>
                  <a:pt x="209181" y="300443"/>
                </a:lnTo>
                <a:lnTo>
                  <a:pt x="210197" y="290703"/>
                </a:lnTo>
                <a:lnTo>
                  <a:pt x="210324" y="283464"/>
                </a:lnTo>
                <a:lnTo>
                  <a:pt x="208800" y="277368"/>
                </a:lnTo>
                <a:lnTo>
                  <a:pt x="204228" y="271272"/>
                </a:lnTo>
                <a:lnTo>
                  <a:pt x="201599" y="266471"/>
                </a:lnTo>
                <a:lnTo>
                  <a:pt x="198132" y="261366"/>
                </a:lnTo>
                <a:lnTo>
                  <a:pt x="193509" y="256273"/>
                </a:lnTo>
                <a:lnTo>
                  <a:pt x="192036" y="255104"/>
                </a:lnTo>
                <a:lnTo>
                  <a:pt x="192036" y="275844"/>
                </a:lnTo>
                <a:lnTo>
                  <a:pt x="190944" y="283464"/>
                </a:lnTo>
                <a:lnTo>
                  <a:pt x="158127" y="312801"/>
                </a:lnTo>
                <a:lnTo>
                  <a:pt x="132600" y="315468"/>
                </a:lnTo>
                <a:lnTo>
                  <a:pt x="119494" y="314858"/>
                </a:lnTo>
                <a:lnTo>
                  <a:pt x="82308" y="297180"/>
                </a:lnTo>
                <a:lnTo>
                  <a:pt x="79260" y="289560"/>
                </a:lnTo>
                <a:lnTo>
                  <a:pt x="79260" y="277368"/>
                </a:lnTo>
                <a:lnTo>
                  <a:pt x="82308" y="268224"/>
                </a:lnTo>
                <a:lnTo>
                  <a:pt x="85356" y="263652"/>
                </a:lnTo>
                <a:lnTo>
                  <a:pt x="89928" y="259080"/>
                </a:lnTo>
                <a:lnTo>
                  <a:pt x="94919" y="257416"/>
                </a:lnTo>
                <a:lnTo>
                  <a:pt x="94780" y="257416"/>
                </a:lnTo>
                <a:lnTo>
                  <a:pt x="100596" y="254508"/>
                </a:lnTo>
                <a:lnTo>
                  <a:pt x="112788" y="251460"/>
                </a:lnTo>
                <a:lnTo>
                  <a:pt x="178320" y="251460"/>
                </a:lnTo>
                <a:lnTo>
                  <a:pt x="184315" y="257416"/>
                </a:lnTo>
                <a:lnTo>
                  <a:pt x="188607" y="263652"/>
                </a:lnTo>
                <a:lnTo>
                  <a:pt x="191173" y="269900"/>
                </a:lnTo>
                <a:lnTo>
                  <a:pt x="192036" y="275844"/>
                </a:lnTo>
                <a:lnTo>
                  <a:pt x="192036" y="255104"/>
                </a:lnTo>
                <a:lnTo>
                  <a:pt x="187464" y="251460"/>
                </a:lnTo>
                <a:lnTo>
                  <a:pt x="210324" y="251460"/>
                </a:lnTo>
                <a:lnTo>
                  <a:pt x="210324" y="245364"/>
                </a:lnTo>
                <a:close/>
              </a:path>
              <a:path extrusionOk="0" h="783590" w="210820">
                <a:moveTo>
                  <a:pt x="210324" y="53340"/>
                </a:moveTo>
                <a:lnTo>
                  <a:pt x="193560" y="16764"/>
                </a:lnTo>
                <a:lnTo>
                  <a:pt x="158508" y="0"/>
                </a:lnTo>
                <a:lnTo>
                  <a:pt x="155460" y="3048"/>
                </a:lnTo>
                <a:lnTo>
                  <a:pt x="163093" y="5867"/>
                </a:lnTo>
                <a:lnTo>
                  <a:pt x="169748" y="9525"/>
                </a:lnTo>
                <a:lnTo>
                  <a:pt x="174904" y="13716"/>
                </a:lnTo>
                <a:lnTo>
                  <a:pt x="178320" y="18288"/>
                </a:lnTo>
                <a:lnTo>
                  <a:pt x="182892" y="25908"/>
                </a:lnTo>
                <a:lnTo>
                  <a:pt x="185940" y="33528"/>
                </a:lnTo>
                <a:lnTo>
                  <a:pt x="185940" y="41148"/>
                </a:lnTo>
                <a:lnTo>
                  <a:pt x="169176" y="76200"/>
                </a:lnTo>
                <a:lnTo>
                  <a:pt x="123456" y="91440"/>
                </a:lnTo>
                <a:lnTo>
                  <a:pt x="123456" y="30480"/>
                </a:lnTo>
                <a:lnTo>
                  <a:pt x="123456" y="0"/>
                </a:lnTo>
                <a:lnTo>
                  <a:pt x="114312" y="673"/>
                </a:lnTo>
                <a:lnTo>
                  <a:pt x="114312" y="30480"/>
                </a:lnTo>
                <a:lnTo>
                  <a:pt x="114312" y="91440"/>
                </a:lnTo>
                <a:lnTo>
                  <a:pt x="79260" y="67056"/>
                </a:lnTo>
                <a:lnTo>
                  <a:pt x="79260" y="53340"/>
                </a:lnTo>
                <a:lnTo>
                  <a:pt x="80784" y="48768"/>
                </a:lnTo>
                <a:lnTo>
                  <a:pt x="83832" y="44196"/>
                </a:lnTo>
                <a:lnTo>
                  <a:pt x="86880" y="38100"/>
                </a:lnTo>
                <a:lnTo>
                  <a:pt x="91452" y="35052"/>
                </a:lnTo>
                <a:lnTo>
                  <a:pt x="96024" y="33528"/>
                </a:lnTo>
                <a:lnTo>
                  <a:pt x="99072" y="32004"/>
                </a:lnTo>
                <a:lnTo>
                  <a:pt x="105168" y="30480"/>
                </a:lnTo>
                <a:lnTo>
                  <a:pt x="114312" y="30480"/>
                </a:lnTo>
                <a:lnTo>
                  <a:pt x="114312" y="673"/>
                </a:lnTo>
                <a:lnTo>
                  <a:pt x="77825" y="21145"/>
                </a:lnTo>
                <a:lnTo>
                  <a:pt x="70180" y="51130"/>
                </a:lnTo>
                <a:lnTo>
                  <a:pt x="71259" y="63207"/>
                </a:lnTo>
                <a:lnTo>
                  <a:pt x="98666" y="102489"/>
                </a:lnTo>
                <a:lnTo>
                  <a:pt x="141744" y="112776"/>
                </a:lnTo>
                <a:lnTo>
                  <a:pt x="156667" y="111633"/>
                </a:lnTo>
                <a:lnTo>
                  <a:pt x="169748" y="108204"/>
                </a:lnTo>
                <a:lnTo>
                  <a:pt x="181381" y="102489"/>
                </a:lnTo>
                <a:lnTo>
                  <a:pt x="192036" y="94488"/>
                </a:lnTo>
                <a:lnTo>
                  <a:pt x="194881" y="91440"/>
                </a:lnTo>
                <a:lnTo>
                  <a:pt x="200037" y="85915"/>
                </a:lnTo>
                <a:lnTo>
                  <a:pt x="205752" y="76200"/>
                </a:lnTo>
                <a:lnTo>
                  <a:pt x="209181" y="65341"/>
                </a:lnTo>
                <a:lnTo>
                  <a:pt x="210324" y="533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9" name="Google Shape;5279;p84"/>
          <p:cNvGrpSpPr/>
          <p:nvPr/>
        </p:nvGrpSpPr>
        <p:grpSpPr>
          <a:xfrm>
            <a:off x="5244084" y="6252971"/>
            <a:ext cx="210312" cy="603504"/>
            <a:chOff x="5244084" y="6252971"/>
            <a:chExt cx="210312" cy="603504"/>
          </a:xfrm>
        </p:grpSpPr>
        <p:pic>
          <p:nvPicPr>
            <p:cNvPr id="5280" name="Google Shape;5280;p84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5244084" y="6502907"/>
              <a:ext cx="210312" cy="3535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81" name="Google Shape;5281;p84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5314188" y="6385560"/>
              <a:ext cx="140208" cy="914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82" name="Google Shape;5282;p84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5314188" y="6252971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283" name="Google Shape;5283;p84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5244084" y="5826252"/>
            <a:ext cx="210311" cy="335279"/>
          </a:xfrm>
          <a:prstGeom prst="rect">
            <a:avLst/>
          </a:prstGeom>
          <a:noFill/>
          <a:ln>
            <a:noFill/>
          </a:ln>
        </p:spPr>
      </p:pic>
      <p:pic>
        <p:nvPicPr>
          <p:cNvPr id="5284" name="Google Shape;5284;p84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5314357" y="5623560"/>
            <a:ext cx="140038" cy="120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85" name="Google Shape;5285;p84"/>
          <p:cNvGrpSpPr/>
          <p:nvPr/>
        </p:nvGrpSpPr>
        <p:grpSpPr>
          <a:xfrm>
            <a:off x="5244071" y="4779264"/>
            <a:ext cx="210820" cy="758952"/>
            <a:chOff x="5244071" y="4779264"/>
            <a:chExt cx="210820" cy="758952"/>
          </a:xfrm>
        </p:grpSpPr>
        <p:sp>
          <p:nvSpPr>
            <p:cNvPr id="5286" name="Google Shape;5286;p84"/>
            <p:cNvSpPr/>
            <p:nvPr/>
          </p:nvSpPr>
          <p:spPr>
            <a:xfrm>
              <a:off x="5244071" y="4913376"/>
              <a:ext cx="210820" cy="624840"/>
            </a:xfrm>
            <a:custGeom>
              <a:rect b="b" l="l" r="r" t="t"/>
              <a:pathLst>
                <a:path extrusionOk="0" h="624839" w="210820">
                  <a:moveTo>
                    <a:pt x="32004" y="160020"/>
                  </a:moveTo>
                  <a:lnTo>
                    <a:pt x="30480" y="155448"/>
                  </a:lnTo>
                  <a:lnTo>
                    <a:pt x="24384" y="149352"/>
                  </a:lnTo>
                  <a:lnTo>
                    <a:pt x="19812" y="147828"/>
                  </a:lnTo>
                  <a:lnTo>
                    <a:pt x="10668" y="147828"/>
                  </a:lnTo>
                  <a:lnTo>
                    <a:pt x="7620" y="149352"/>
                  </a:lnTo>
                  <a:lnTo>
                    <a:pt x="1524" y="155448"/>
                  </a:lnTo>
                  <a:lnTo>
                    <a:pt x="0" y="160020"/>
                  </a:lnTo>
                  <a:lnTo>
                    <a:pt x="0" y="169164"/>
                  </a:lnTo>
                  <a:lnTo>
                    <a:pt x="1524" y="172212"/>
                  </a:lnTo>
                  <a:lnTo>
                    <a:pt x="7620" y="178308"/>
                  </a:lnTo>
                  <a:lnTo>
                    <a:pt x="10668" y="179832"/>
                  </a:lnTo>
                  <a:lnTo>
                    <a:pt x="19812" y="179832"/>
                  </a:lnTo>
                  <a:lnTo>
                    <a:pt x="24384" y="178308"/>
                  </a:lnTo>
                  <a:lnTo>
                    <a:pt x="30480" y="172212"/>
                  </a:lnTo>
                  <a:lnTo>
                    <a:pt x="32004" y="169164"/>
                  </a:lnTo>
                  <a:lnTo>
                    <a:pt x="32004" y="160020"/>
                  </a:lnTo>
                  <a:close/>
                </a:path>
                <a:path extrusionOk="0" h="624839" w="210820">
                  <a:moveTo>
                    <a:pt x="207264" y="131064"/>
                  </a:moveTo>
                  <a:lnTo>
                    <a:pt x="202692" y="131064"/>
                  </a:lnTo>
                  <a:lnTo>
                    <a:pt x="202692" y="137160"/>
                  </a:lnTo>
                  <a:lnTo>
                    <a:pt x="201168" y="141732"/>
                  </a:lnTo>
                  <a:lnTo>
                    <a:pt x="199644" y="144780"/>
                  </a:lnTo>
                  <a:lnTo>
                    <a:pt x="196596" y="147828"/>
                  </a:lnTo>
                  <a:lnTo>
                    <a:pt x="190500" y="150876"/>
                  </a:lnTo>
                  <a:lnTo>
                    <a:pt x="70104" y="150876"/>
                  </a:lnTo>
                  <a:lnTo>
                    <a:pt x="70104" y="156972"/>
                  </a:lnTo>
                  <a:lnTo>
                    <a:pt x="86868" y="198120"/>
                  </a:lnTo>
                  <a:lnTo>
                    <a:pt x="91440" y="196596"/>
                  </a:lnTo>
                  <a:lnTo>
                    <a:pt x="89916" y="192024"/>
                  </a:lnTo>
                  <a:lnTo>
                    <a:pt x="88392" y="188976"/>
                  </a:lnTo>
                  <a:lnTo>
                    <a:pt x="88392" y="184404"/>
                  </a:lnTo>
                  <a:lnTo>
                    <a:pt x="89916" y="181356"/>
                  </a:lnTo>
                  <a:lnTo>
                    <a:pt x="91440" y="179832"/>
                  </a:lnTo>
                  <a:lnTo>
                    <a:pt x="91440" y="178308"/>
                  </a:lnTo>
                  <a:lnTo>
                    <a:pt x="94488" y="178308"/>
                  </a:lnTo>
                  <a:lnTo>
                    <a:pt x="97536" y="176784"/>
                  </a:lnTo>
                  <a:lnTo>
                    <a:pt x="101854" y="176555"/>
                  </a:lnTo>
                  <a:lnTo>
                    <a:pt x="108013" y="176022"/>
                  </a:lnTo>
                  <a:lnTo>
                    <a:pt x="116192" y="175501"/>
                  </a:lnTo>
                  <a:lnTo>
                    <a:pt x="126492" y="175260"/>
                  </a:lnTo>
                  <a:lnTo>
                    <a:pt x="184404" y="175260"/>
                  </a:lnTo>
                  <a:lnTo>
                    <a:pt x="190500" y="176784"/>
                  </a:lnTo>
                  <a:lnTo>
                    <a:pt x="193548" y="176784"/>
                  </a:lnTo>
                  <a:lnTo>
                    <a:pt x="199644" y="179832"/>
                  </a:lnTo>
                  <a:lnTo>
                    <a:pt x="199644" y="182880"/>
                  </a:lnTo>
                  <a:lnTo>
                    <a:pt x="201168" y="184404"/>
                  </a:lnTo>
                  <a:lnTo>
                    <a:pt x="202692" y="188976"/>
                  </a:lnTo>
                  <a:lnTo>
                    <a:pt x="202692" y="195072"/>
                  </a:lnTo>
                  <a:lnTo>
                    <a:pt x="207264" y="195072"/>
                  </a:lnTo>
                  <a:lnTo>
                    <a:pt x="207264" y="175260"/>
                  </a:lnTo>
                  <a:lnTo>
                    <a:pt x="207264" y="131064"/>
                  </a:lnTo>
                  <a:close/>
                </a:path>
                <a:path extrusionOk="0" h="624839" w="210820">
                  <a:moveTo>
                    <a:pt x="210312" y="275844"/>
                  </a:moveTo>
                  <a:lnTo>
                    <a:pt x="112572" y="236220"/>
                  </a:lnTo>
                  <a:lnTo>
                    <a:pt x="89916" y="227076"/>
                  </a:lnTo>
                  <a:lnTo>
                    <a:pt x="83820" y="224028"/>
                  </a:lnTo>
                  <a:lnTo>
                    <a:pt x="80772" y="220980"/>
                  </a:lnTo>
                  <a:lnTo>
                    <a:pt x="77724" y="214884"/>
                  </a:lnTo>
                  <a:lnTo>
                    <a:pt x="77724" y="210312"/>
                  </a:lnTo>
                  <a:lnTo>
                    <a:pt x="73152" y="210312"/>
                  </a:lnTo>
                  <a:lnTo>
                    <a:pt x="73152" y="251460"/>
                  </a:lnTo>
                  <a:lnTo>
                    <a:pt x="77724" y="251460"/>
                  </a:lnTo>
                  <a:lnTo>
                    <a:pt x="77724" y="242316"/>
                  </a:lnTo>
                  <a:lnTo>
                    <a:pt x="79248" y="240792"/>
                  </a:lnTo>
                  <a:lnTo>
                    <a:pt x="79248" y="239268"/>
                  </a:lnTo>
                  <a:lnTo>
                    <a:pt x="80772" y="237744"/>
                  </a:lnTo>
                  <a:lnTo>
                    <a:pt x="82296" y="237744"/>
                  </a:lnTo>
                  <a:lnTo>
                    <a:pt x="83820" y="236220"/>
                  </a:lnTo>
                  <a:lnTo>
                    <a:pt x="86868" y="236220"/>
                  </a:lnTo>
                  <a:lnTo>
                    <a:pt x="96012" y="239268"/>
                  </a:lnTo>
                  <a:lnTo>
                    <a:pt x="172212" y="271272"/>
                  </a:lnTo>
                  <a:lnTo>
                    <a:pt x="99060" y="301752"/>
                  </a:lnTo>
                  <a:lnTo>
                    <a:pt x="94488" y="304800"/>
                  </a:lnTo>
                  <a:lnTo>
                    <a:pt x="91440" y="306324"/>
                  </a:lnTo>
                  <a:lnTo>
                    <a:pt x="83820" y="306324"/>
                  </a:lnTo>
                  <a:lnTo>
                    <a:pt x="77724" y="300228"/>
                  </a:lnTo>
                  <a:lnTo>
                    <a:pt x="77724" y="289560"/>
                  </a:lnTo>
                  <a:lnTo>
                    <a:pt x="73152" y="289560"/>
                  </a:lnTo>
                  <a:lnTo>
                    <a:pt x="73152" y="353568"/>
                  </a:lnTo>
                  <a:lnTo>
                    <a:pt x="77724" y="353568"/>
                  </a:lnTo>
                  <a:lnTo>
                    <a:pt x="77724" y="348996"/>
                  </a:lnTo>
                  <a:lnTo>
                    <a:pt x="79248" y="345948"/>
                  </a:lnTo>
                  <a:lnTo>
                    <a:pt x="79248" y="344424"/>
                  </a:lnTo>
                  <a:lnTo>
                    <a:pt x="82296" y="341376"/>
                  </a:lnTo>
                  <a:lnTo>
                    <a:pt x="83820" y="338328"/>
                  </a:lnTo>
                  <a:lnTo>
                    <a:pt x="86868" y="336804"/>
                  </a:lnTo>
                  <a:lnTo>
                    <a:pt x="88392" y="333756"/>
                  </a:lnTo>
                  <a:lnTo>
                    <a:pt x="97536" y="330708"/>
                  </a:lnTo>
                  <a:lnTo>
                    <a:pt x="153924" y="306324"/>
                  </a:lnTo>
                  <a:lnTo>
                    <a:pt x="210312" y="281940"/>
                  </a:lnTo>
                  <a:lnTo>
                    <a:pt x="210312" y="275844"/>
                  </a:lnTo>
                  <a:close/>
                </a:path>
                <a:path extrusionOk="0" h="624839" w="210820">
                  <a:moveTo>
                    <a:pt x="210312" y="56388"/>
                  </a:moveTo>
                  <a:lnTo>
                    <a:pt x="195072" y="21336"/>
                  </a:lnTo>
                  <a:lnTo>
                    <a:pt x="153924" y="0"/>
                  </a:lnTo>
                  <a:lnTo>
                    <a:pt x="152400" y="3048"/>
                  </a:lnTo>
                  <a:lnTo>
                    <a:pt x="160718" y="6718"/>
                  </a:lnTo>
                  <a:lnTo>
                    <a:pt x="167449" y="10668"/>
                  </a:lnTo>
                  <a:lnTo>
                    <a:pt x="185928" y="44196"/>
                  </a:lnTo>
                  <a:lnTo>
                    <a:pt x="184785" y="54152"/>
                  </a:lnTo>
                  <a:lnTo>
                    <a:pt x="158216" y="82854"/>
                  </a:lnTo>
                  <a:lnTo>
                    <a:pt x="126492" y="89916"/>
                  </a:lnTo>
                  <a:lnTo>
                    <a:pt x="115633" y="89090"/>
                  </a:lnTo>
                  <a:lnTo>
                    <a:pt x="79248" y="64008"/>
                  </a:lnTo>
                  <a:lnTo>
                    <a:pt x="79248" y="48768"/>
                  </a:lnTo>
                  <a:lnTo>
                    <a:pt x="80772" y="42672"/>
                  </a:lnTo>
                  <a:lnTo>
                    <a:pt x="86868" y="36576"/>
                  </a:lnTo>
                  <a:lnTo>
                    <a:pt x="96012" y="33528"/>
                  </a:lnTo>
                  <a:lnTo>
                    <a:pt x="102108" y="33528"/>
                  </a:lnTo>
                  <a:lnTo>
                    <a:pt x="106680" y="32004"/>
                  </a:lnTo>
                  <a:lnTo>
                    <a:pt x="108204" y="30480"/>
                  </a:lnTo>
                  <a:lnTo>
                    <a:pt x="112776" y="27432"/>
                  </a:lnTo>
                  <a:lnTo>
                    <a:pt x="114300" y="22860"/>
                  </a:lnTo>
                  <a:lnTo>
                    <a:pt x="114300" y="13716"/>
                  </a:lnTo>
                  <a:lnTo>
                    <a:pt x="112776" y="10668"/>
                  </a:lnTo>
                  <a:lnTo>
                    <a:pt x="108204" y="6096"/>
                  </a:lnTo>
                  <a:lnTo>
                    <a:pt x="105156" y="4572"/>
                  </a:lnTo>
                  <a:lnTo>
                    <a:pt x="94488" y="4572"/>
                  </a:lnTo>
                  <a:lnTo>
                    <a:pt x="70700" y="39916"/>
                  </a:lnTo>
                  <a:lnTo>
                    <a:pt x="70104" y="48768"/>
                  </a:lnTo>
                  <a:lnTo>
                    <a:pt x="71272" y="61709"/>
                  </a:lnTo>
                  <a:lnTo>
                    <a:pt x="99923" y="102489"/>
                  </a:lnTo>
                  <a:lnTo>
                    <a:pt x="140208" y="112776"/>
                  </a:lnTo>
                  <a:lnTo>
                    <a:pt x="155359" y="111658"/>
                  </a:lnTo>
                  <a:lnTo>
                    <a:pt x="190500" y="96012"/>
                  </a:lnTo>
                  <a:lnTo>
                    <a:pt x="209156" y="67297"/>
                  </a:lnTo>
                  <a:lnTo>
                    <a:pt x="210312" y="56388"/>
                  </a:lnTo>
                  <a:close/>
                </a:path>
                <a:path extrusionOk="0" h="624839" w="210820">
                  <a:moveTo>
                    <a:pt x="210324" y="527304"/>
                  </a:moveTo>
                  <a:lnTo>
                    <a:pt x="193560" y="486156"/>
                  </a:lnTo>
                  <a:lnTo>
                    <a:pt x="188988" y="487680"/>
                  </a:lnTo>
                  <a:lnTo>
                    <a:pt x="190512" y="492252"/>
                  </a:lnTo>
                  <a:lnTo>
                    <a:pt x="190512" y="502920"/>
                  </a:lnTo>
                  <a:lnTo>
                    <a:pt x="185940" y="507492"/>
                  </a:lnTo>
                  <a:lnTo>
                    <a:pt x="181368" y="509016"/>
                  </a:lnTo>
                  <a:lnTo>
                    <a:pt x="12" y="509016"/>
                  </a:lnTo>
                  <a:lnTo>
                    <a:pt x="12" y="516636"/>
                  </a:lnTo>
                  <a:lnTo>
                    <a:pt x="16776" y="556260"/>
                  </a:lnTo>
                  <a:lnTo>
                    <a:pt x="21348" y="554736"/>
                  </a:lnTo>
                  <a:lnTo>
                    <a:pt x="19824" y="550164"/>
                  </a:lnTo>
                  <a:lnTo>
                    <a:pt x="18300" y="547116"/>
                  </a:lnTo>
                  <a:lnTo>
                    <a:pt x="18300" y="542544"/>
                  </a:lnTo>
                  <a:lnTo>
                    <a:pt x="19062" y="541020"/>
                  </a:lnTo>
                  <a:lnTo>
                    <a:pt x="19824" y="539356"/>
                  </a:lnTo>
                  <a:lnTo>
                    <a:pt x="19824" y="537972"/>
                  </a:lnTo>
                  <a:lnTo>
                    <a:pt x="21348" y="536448"/>
                  </a:lnTo>
                  <a:lnTo>
                    <a:pt x="24396" y="536448"/>
                  </a:lnTo>
                  <a:lnTo>
                    <a:pt x="27444" y="534924"/>
                  </a:lnTo>
                  <a:lnTo>
                    <a:pt x="31102" y="534695"/>
                  </a:lnTo>
                  <a:lnTo>
                    <a:pt x="37350" y="534162"/>
                  </a:lnTo>
                  <a:lnTo>
                    <a:pt x="45872" y="533641"/>
                  </a:lnTo>
                  <a:lnTo>
                    <a:pt x="56400" y="533400"/>
                  </a:lnTo>
                  <a:lnTo>
                    <a:pt x="82308" y="533400"/>
                  </a:lnTo>
                  <a:lnTo>
                    <a:pt x="76606" y="539356"/>
                  </a:lnTo>
                  <a:lnTo>
                    <a:pt x="75653" y="541020"/>
                  </a:lnTo>
                  <a:lnTo>
                    <a:pt x="72783" y="546163"/>
                  </a:lnTo>
                  <a:lnTo>
                    <a:pt x="70726" y="553770"/>
                  </a:lnTo>
                  <a:lnTo>
                    <a:pt x="70662" y="554736"/>
                  </a:lnTo>
                  <a:lnTo>
                    <a:pt x="70548" y="556260"/>
                  </a:lnTo>
                  <a:lnTo>
                    <a:pt x="70434" y="557784"/>
                  </a:lnTo>
                  <a:lnTo>
                    <a:pt x="70332" y="559308"/>
                  </a:lnTo>
                  <a:lnTo>
                    <a:pt x="70116" y="562356"/>
                  </a:lnTo>
                  <a:lnTo>
                    <a:pt x="82969" y="598360"/>
                  </a:lnTo>
                  <a:lnTo>
                    <a:pt x="118313" y="620458"/>
                  </a:lnTo>
                  <a:lnTo>
                    <a:pt x="144792" y="624840"/>
                  </a:lnTo>
                  <a:lnTo>
                    <a:pt x="158813" y="623963"/>
                  </a:lnTo>
                  <a:lnTo>
                    <a:pt x="200037" y="601294"/>
                  </a:lnTo>
                  <a:lnTo>
                    <a:pt x="202488" y="597408"/>
                  </a:lnTo>
                  <a:lnTo>
                    <a:pt x="205752" y="592264"/>
                  </a:lnTo>
                  <a:lnTo>
                    <a:pt x="209181" y="582383"/>
                  </a:lnTo>
                  <a:lnTo>
                    <a:pt x="210197" y="572643"/>
                  </a:lnTo>
                  <a:lnTo>
                    <a:pt x="210324" y="565404"/>
                  </a:lnTo>
                  <a:lnTo>
                    <a:pt x="208800" y="559308"/>
                  </a:lnTo>
                  <a:lnTo>
                    <a:pt x="204228" y="553212"/>
                  </a:lnTo>
                  <a:lnTo>
                    <a:pt x="201599" y="548411"/>
                  </a:lnTo>
                  <a:lnTo>
                    <a:pt x="198132" y="543306"/>
                  </a:lnTo>
                  <a:lnTo>
                    <a:pt x="193509" y="538213"/>
                  </a:lnTo>
                  <a:lnTo>
                    <a:pt x="192036" y="537044"/>
                  </a:lnTo>
                  <a:lnTo>
                    <a:pt x="192036" y="557784"/>
                  </a:lnTo>
                  <a:lnTo>
                    <a:pt x="190944" y="565404"/>
                  </a:lnTo>
                  <a:lnTo>
                    <a:pt x="158127" y="594741"/>
                  </a:lnTo>
                  <a:lnTo>
                    <a:pt x="132600" y="597408"/>
                  </a:lnTo>
                  <a:lnTo>
                    <a:pt x="119494" y="596798"/>
                  </a:lnTo>
                  <a:lnTo>
                    <a:pt x="82308" y="579120"/>
                  </a:lnTo>
                  <a:lnTo>
                    <a:pt x="79260" y="571500"/>
                  </a:lnTo>
                  <a:lnTo>
                    <a:pt x="79260" y="559308"/>
                  </a:lnTo>
                  <a:lnTo>
                    <a:pt x="82308" y="550164"/>
                  </a:lnTo>
                  <a:lnTo>
                    <a:pt x="85356" y="545592"/>
                  </a:lnTo>
                  <a:lnTo>
                    <a:pt x="89928" y="541020"/>
                  </a:lnTo>
                  <a:lnTo>
                    <a:pt x="94919" y="539356"/>
                  </a:lnTo>
                  <a:lnTo>
                    <a:pt x="94780" y="539356"/>
                  </a:lnTo>
                  <a:lnTo>
                    <a:pt x="100596" y="536448"/>
                  </a:lnTo>
                  <a:lnTo>
                    <a:pt x="112788" y="533400"/>
                  </a:lnTo>
                  <a:lnTo>
                    <a:pt x="178320" y="533400"/>
                  </a:lnTo>
                  <a:lnTo>
                    <a:pt x="184315" y="539356"/>
                  </a:lnTo>
                  <a:lnTo>
                    <a:pt x="188607" y="545592"/>
                  </a:lnTo>
                  <a:lnTo>
                    <a:pt x="191173" y="551840"/>
                  </a:lnTo>
                  <a:lnTo>
                    <a:pt x="192036" y="557784"/>
                  </a:lnTo>
                  <a:lnTo>
                    <a:pt x="192036" y="537044"/>
                  </a:lnTo>
                  <a:lnTo>
                    <a:pt x="187464" y="533400"/>
                  </a:lnTo>
                  <a:lnTo>
                    <a:pt x="210324" y="533400"/>
                  </a:lnTo>
                  <a:lnTo>
                    <a:pt x="210324" y="527304"/>
                  </a:lnTo>
                  <a:close/>
                </a:path>
                <a:path extrusionOk="0" h="624839" w="210820">
                  <a:moveTo>
                    <a:pt x="210324" y="419100"/>
                  </a:moveTo>
                  <a:lnTo>
                    <a:pt x="193560" y="382524"/>
                  </a:lnTo>
                  <a:lnTo>
                    <a:pt x="158508" y="364236"/>
                  </a:lnTo>
                  <a:lnTo>
                    <a:pt x="155460" y="367284"/>
                  </a:lnTo>
                  <a:lnTo>
                    <a:pt x="163093" y="370763"/>
                  </a:lnTo>
                  <a:lnTo>
                    <a:pt x="169748" y="374523"/>
                  </a:lnTo>
                  <a:lnTo>
                    <a:pt x="174955" y="378866"/>
                  </a:lnTo>
                  <a:lnTo>
                    <a:pt x="178320" y="384048"/>
                  </a:lnTo>
                  <a:lnTo>
                    <a:pt x="182892" y="390144"/>
                  </a:lnTo>
                  <a:lnTo>
                    <a:pt x="185940" y="397764"/>
                  </a:lnTo>
                  <a:lnTo>
                    <a:pt x="185940" y="406908"/>
                  </a:lnTo>
                  <a:lnTo>
                    <a:pt x="160312" y="447319"/>
                  </a:lnTo>
                  <a:lnTo>
                    <a:pt x="123456" y="455676"/>
                  </a:lnTo>
                  <a:lnTo>
                    <a:pt x="123456" y="394716"/>
                  </a:lnTo>
                  <a:lnTo>
                    <a:pt x="123456" y="364236"/>
                  </a:lnTo>
                  <a:lnTo>
                    <a:pt x="114312" y="364909"/>
                  </a:lnTo>
                  <a:lnTo>
                    <a:pt x="114312" y="394716"/>
                  </a:lnTo>
                  <a:lnTo>
                    <a:pt x="114312" y="455676"/>
                  </a:lnTo>
                  <a:lnTo>
                    <a:pt x="79260" y="431292"/>
                  </a:lnTo>
                  <a:lnTo>
                    <a:pt x="79260" y="417576"/>
                  </a:lnTo>
                  <a:lnTo>
                    <a:pt x="105168" y="394716"/>
                  </a:lnTo>
                  <a:lnTo>
                    <a:pt x="114312" y="394716"/>
                  </a:lnTo>
                  <a:lnTo>
                    <a:pt x="114312" y="364909"/>
                  </a:lnTo>
                  <a:lnTo>
                    <a:pt x="77825" y="386270"/>
                  </a:lnTo>
                  <a:lnTo>
                    <a:pt x="70116" y="416052"/>
                  </a:lnTo>
                  <a:lnTo>
                    <a:pt x="70167" y="416648"/>
                  </a:lnTo>
                  <a:lnTo>
                    <a:pt x="70256" y="417576"/>
                  </a:lnTo>
                  <a:lnTo>
                    <a:pt x="71259" y="428320"/>
                  </a:lnTo>
                  <a:lnTo>
                    <a:pt x="98666" y="467372"/>
                  </a:lnTo>
                  <a:lnTo>
                    <a:pt x="141744" y="477012"/>
                  </a:lnTo>
                  <a:lnTo>
                    <a:pt x="156667" y="475894"/>
                  </a:lnTo>
                  <a:lnTo>
                    <a:pt x="169748" y="472630"/>
                  </a:lnTo>
                  <a:lnTo>
                    <a:pt x="181381" y="467372"/>
                  </a:lnTo>
                  <a:lnTo>
                    <a:pt x="192036" y="460248"/>
                  </a:lnTo>
                  <a:lnTo>
                    <a:pt x="195910" y="455676"/>
                  </a:lnTo>
                  <a:lnTo>
                    <a:pt x="200037" y="450824"/>
                  </a:lnTo>
                  <a:lnTo>
                    <a:pt x="205752" y="440817"/>
                  </a:lnTo>
                  <a:lnTo>
                    <a:pt x="205867" y="440436"/>
                  </a:lnTo>
                  <a:lnTo>
                    <a:pt x="209181" y="430250"/>
                  </a:lnTo>
                  <a:lnTo>
                    <a:pt x="210324" y="419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287" name="Google Shape;5287;p84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5314188" y="4779264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288" name="Google Shape;5288;p84"/>
          <p:cNvSpPr/>
          <p:nvPr/>
        </p:nvSpPr>
        <p:spPr>
          <a:xfrm>
            <a:off x="5244071" y="4174236"/>
            <a:ext cx="210820" cy="525780"/>
          </a:xfrm>
          <a:custGeom>
            <a:rect b="b" l="l" r="r" t="t"/>
            <a:pathLst>
              <a:path extrusionOk="0" h="525779" w="210820">
                <a:moveTo>
                  <a:pt x="32004" y="266700"/>
                </a:moveTo>
                <a:lnTo>
                  <a:pt x="30480" y="263652"/>
                </a:lnTo>
                <a:lnTo>
                  <a:pt x="24384" y="257556"/>
                </a:lnTo>
                <a:lnTo>
                  <a:pt x="19812" y="256032"/>
                </a:lnTo>
                <a:lnTo>
                  <a:pt x="10668" y="256032"/>
                </a:lnTo>
                <a:lnTo>
                  <a:pt x="7620" y="257556"/>
                </a:lnTo>
                <a:lnTo>
                  <a:pt x="1524" y="263652"/>
                </a:lnTo>
                <a:lnTo>
                  <a:pt x="0" y="266700"/>
                </a:lnTo>
                <a:lnTo>
                  <a:pt x="0" y="275844"/>
                </a:lnTo>
                <a:lnTo>
                  <a:pt x="1524" y="280416"/>
                </a:lnTo>
                <a:lnTo>
                  <a:pt x="7620" y="286512"/>
                </a:lnTo>
                <a:lnTo>
                  <a:pt x="10668" y="288036"/>
                </a:lnTo>
                <a:lnTo>
                  <a:pt x="19812" y="288036"/>
                </a:lnTo>
                <a:lnTo>
                  <a:pt x="24384" y="286512"/>
                </a:lnTo>
                <a:lnTo>
                  <a:pt x="30480" y="280416"/>
                </a:lnTo>
                <a:lnTo>
                  <a:pt x="32004" y="275844"/>
                </a:lnTo>
                <a:lnTo>
                  <a:pt x="32004" y="266700"/>
                </a:lnTo>
                <a:close/>
              </a:path>
              <a:path extrusionOk="0" h="525779" w="210820">
                <a:moveTo>
                  <a:pt x="207264" y="239268"/>
                </a:moveTo>
                <a:lnTo>
                  <a:pt x="202692" y="239268"/>
                </a:lnTo>
                <a:lnTo>
                  <a:pt x="202692" y="245364"/>
                </a:lnTo>
                <a:lnTo>
                  <a:pt x="201168" y="249936"/>
                </a:lnTo>
                <a:lnTo>
                  <a:pt x="199644" y="251460"/>
                </a:lnTo>
                <a:lnTo>
                  <a:pt x="198120" y="254508"/>
                </a:lnTo>
                <a:lnTo>
                  <a:pt x="196596" y="256032"/>
                </a:lnTo>
                <a:lnTo>
                  <a:pt x="193548" y="257556"/>
                </a:lnTo>
                <a:lnTo>
                  <a:pt x="190500" y="257556"/>
                </a:lnTo>
                <a:lnTo>
                  <a:pt x="184404" y="259080"/>
                </a:lnTo>
                <a:lnTo>
                  <a:pt x="70104" y="259080"/>
                </a:lnTo>
                <a:lnTo>
                  <a:pt x="70104" y="265176"/>
                </a:lnTo>
                <a:lnTo>
                  <a:pt x="86868" y="306324"/>
                </a:lnTo>
                <a:lnTo>
                  <a:pt x="91440" y="303276"/>
                </a:lnTo>
                <a:lnTo>
                  <a:pt x="88392" y="297180"/>
                </a:lnTo>
                <a:lnTo>
                  <a:pt x="88392" y="291084"/>
                </a:lnTo>
                <a:lnTo>
                  <a:pt x="91440" y="288036"/>
                </a:lnTo>
                <a:lnTo>
                  <a:pt x="91440" y="286512"/>
                </a:lnTo>
                <a:lnTo>
                  <a:pt x="94488" y="284988"/>
                </a:lnTo>
                <a:lnTo>
                  <a:pt x="97536" y="284988"/>
                </a:lnTo>
                <a:lnTo>
                  <a:pt x="101854" y="284111"/>
                </a:lnTo>
                <a:lnTo>
                  <a:pt x="108013" y="283654"/>
                </a:lnTo>
                <a:lnTo>
                  <a:pt x="117348" y="283464"/>
                </a:lnTo>
                <a:lnTo>
                  <a:pt x="190500" y="283464"/>
                </a:lnTo>
                <a:lnTo>
                  <a:pt x="199644" y="288036"/>
                </a:lnTo>
                <a:lnTo>
                  <a:pt x="199644" y="289560"/>
                </a:lnTo>
                <a:lnTo>
                  <a:pt x="201168" y="292608"/>
                </a:lnTo>
                <a:lnTo>
                  <a:pt x="202692" y="297180"/>
                </a:lnTo>
                <a:lnTo>
                  <a:pt x="202692" y="303276"/>
                </a:lnTo>
                <a:lnTo>
                  <a:pt x="207264" y="303276"/>
                </a:lnTo>
                <a:lnTo>
                  <a:pt x="207264" y="283464"/>
                </a:lnTo>
                <a:lnTo>
                  <a:pt x="207264" y="239268"/>
                </a:lnTo>
                <a:close/>
              </a:path>
              <a:path extrusionOk="0" h="525779" w="210820">
                <a:moveTo>
                  <a:pt x="207264" y="0"/>
                </a:moveTo>
                <a:lnTo>
                  <a:pt x="202692" y="0"/>
                </a:lnTo>
                <a:lnTo>
                  <a:pt x="202692" y="6096"/>
                </a:lnTo>
                <a:lnTo>
                  <a:pt x="201168" y="10668"/>
                </a:lnTo>
                <a:lnTo>
                  <a:pt x="199644" y="12192"/>
                </a:lnTo>
                <a:lnTo>
                  <a:pt x="198120" y="15240"/>
                </a:lnTo>
                <a:lnTo>
                  <a:pt x="195072" y="18288"/>
                </a:lnTo>
                <a:lnTo>
                  <a:pt x="190500" y="18288"/>
                </a:lnTo>
                <a:lnTo>
                  <a:pt x="185928" y="19812"/>
                </a:lnTo>
                <a:lnTo>
                  <a:pt x="118097" y="19862"/>
                </a:lnTo>
                <a:lnTo>
                  <a:pt x="108775" y="20193"/>
                </a:lnTo>
                <a:lnTo>
                  <a:pt x="101473" y="21107"/>
                </a:lnTo>
                <a:lnTo>
                  <a:pt x="96012" y="22860"/>
                </a:lnTo>
                <a:lnTo>
                  <a:pt x="86868" y="24384"/>
                </a:lnTo>
                <a:lnTo>
                  <a:pt x="80772" y="28956"/>
                </a:lnTo>
                <a:lnTo>
                  <a:pt x="71628" y="41148"/>
                </a:lnTo>
                <a:lnTo>
                  <a:pt x="70104" y="47244"/>
                </a:lnTo>
                <a:lnTo>
                  <a:pt x="70104" y="60960"/>
                </a:lnTo>
                <a:lnTo>
                  <a:pt x="97536" y="100584"/>
                </a:lnTo>
                <a:lnTo>
                  <a:pt x="0" y="100584"/>
                </a:lnTo>
                <a:lnTo>
                  <a:pt x="0" y="106680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0208"/>
                </a:lnTo>
                <a:lnTo>
                  <a:pt x="18288" y="137160"/>
                </a:lnTo>
                <a:lnTo>
                  <a:pt x="18288" y="132588"/>
                </a:lnTo>
                <a:lnTo>
                  <a:pt x="19812" y="131064"/>
                </a:lnTo>
                <a:lnTo>
                  <a:pt x="19812" y="129540"/>
                </a:lnTo>
                <a:lnTo>
                  <a:pt x="21336" y="128016"/>
                </a:lnTo>
                <a:lnTo>
                  <a:pt x="24384" y="126492"/>
                </a:lnTo>
                <a:lnTo>
                  <a:pt x="27432" y="126492"/>
                </a:lnTo>
                <a:lnTo>
                  <a:pt x="31102" y="125615"/>
                </a:lnTo>
                <a:lnTo>
                  <a:pt x="37338" y="125158"/>
                </a:lnTo>
                <a:lnTo>
                  <a:pt x="56388" y="124968"/>
                </a:lnTo>
                <a:lnTo>
                  <a:pt x="190500" y="124968"/>
                </a:lnTo>
                <a:lnTo>
                  <a:pt x="196596" y="128016"/>
                </a:lnTo>
                <a:lnTo>
                  <a:pt x="199644" y="131064"/>
                </a:lnTo>
                <a:lnTo>
                  <a:pt x="201168" y="134112"/>
                </a:lnTo>
                <a:lnTo>
                  <a:pt x="202692" y="138684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9644" y="94488"/>
                </a:lnTo>
                <a:lnTo>
                  <a:pt x="196596" y="97536"/>
                </a:lnTo>
                <a:lnTo>
                  <a:pt x="193548" y="99060"/>
                </a:lnTo>
                <a:lnTo>
                  <a:pt x="192024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0772"/>
                </a:lnTo>
                <a:lnTo>
                  <a:pt x="88392" y="71628"/>
                </a:lnTo>
                <a:lnTo>
                  <a:pt x="88392" y="56388"/>
                </a:lnTo>
                <a:lnTo>
                  <a:pt x="91440" y="53340"/>
                </a:lnTo>
                <a:lnTo>
                  <a:pt x="92964" y="50292"/>
                </a:lnTo>
                <a:lnTo>
                  <a:pt x="129540" y="44196"/>
                </a:lnTo>
                <a:lnTo>
                  <a:pt x="190500" y="44196"/>
                </a:lnTo>
                <a:lnTo>
                  <a:pt x="195072" y="45720"/>
                </a:lnTo>
                <a:lnTo>
                  <a:pt x="198120" y="47244"/>
                </a:lnTo>
                <a:lnTo>
                  <a:pt x="199644" y="48768"/>
                </a:lnTo>
                <a:lnTo>
                  <a:pt x="202692" y="54864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5779" w="210820">
                <a:moveTo>
                  <a:pt x="210312" y="376428"/>
                </a:moveTo>
                <a:lnTo>
                  <a:pt x="94488" y="332232"/>
                </a:lnTo>
                <a:lnTo>
                  <a:pt x="77724" y="312420"/>
                </a:lnTo>
                <a:lnTo>
                  <a:pt x="73152" y="312420"/>
                </a:lnTo>
                <a:lnTo>
                  <a:pt x="73152" y="353568"/>
                </a:lnTo>
                <a:lnTo>
                  <a:pt x="77724" y="353568"/>
                </a:lnTo>
                <a:lnTo>
                  <a:pt x="77724" y="344424"/>
                </a:lnTo>
                <a:lnTo>
                  <a:pt x="80772" y="341376"/>
                </a:lnTo>
                <a:lnTo>
                  <a:pt x="83820" y="339852"/>
                </a:lnTo>
                <a:lnTo>
                  <a:pt x="88392" y="339852"/>
                </a:lnTo>
                <a:lnTo>
                  <a:pt x="97536" y="342900"/>
                </a:lnTo>
                <a:lnTo>
                  <a:pt x="170688" y="370332"/>
                </a:lnTo>
                <a:lnTo>
                  <a:pt x="96012" y="403860"/>
                </a:lnTo>
                <a:lnTo>
                  <a:pt x="83820" y="403860"/>
                </a:lnTo>
                <a:lnTo>
                  <a:pt x="79248" y="399288"/>
                </a:lnTo>
                <a:lnTo>
                  <a:pt x="77724" y="394716"/>
                </a:lnTo>
                <a:lnTo>
                  <a:pt x="77724" y="387096"/>
                </a:lnTo>
                <a:lnTo>
                  <a:pt x="73152" y="387096"/>
                </a:lnTo>
                <a:lnTo>
                  <a:pt x="73152" y="451104"/>
                </a:lnTo>
                <a:lnTo>
                  <a:pt x="77724" y="451104"/>
                </a:lnTo>
                <a:lnTo>
                  <a:pt x="77724" y="440436"/>
                </a:lnTo>
                <a:lnTo>
                  <a:pt x="79248" y="438912"/>
                </a:lnTo>
                <a:lnTo>
                  <a:pt x="82296" y="434340"/>
                </a:lnTo>
                <a:lnTo>
                  <a:pt x="86868" y="431292"/>
                </a:lnTo>
                <a:lnTo>
                  <a:pt x="92964" y="429768"/>
                </a:lnTo>
                <a:lnTo>
                  <a:pt x="111252" y="422148"/>
                </a:lnTo>
                <a:lnTo>
                  <a:pt x="172212" y="449580"/>
                </a:lnTo>
                <a:lnTo>
                  <a:pt x="97536" y="478536"/>
                </a:lnTo>
                <a:lnTo>
                  <a:pt x="92964" y="480060"/>
                </a:lnTo>
                <a:lnTo>
                  <a:pt x="89916" y="481584"/>
                </a:lnTo>
                <a:lnTo>
                  <a:pt x="83820" y="481584"/>
                </a:lnTo>
                <a:lnTo>
                  <a:pt x="79248" y="477012"/>
                </a:lnTo>
                <a:lnTo>
                  <a:pt x="77724" y="473964"/>
                </a:lnTo>
                <a:lnTo>
                  <a:pt x="77724" y="467868"/>
                </a:lnTo>
                <a:lnTo>
                  <a:pt x="73152" y="467868"/>
                </a:lnTo>
                <a:lnTo>
                  <a:pt x="73152" y="525780"/>
                </a:lnTo>
                <a:lnTo>
                  <a:pt x="77724" y="525780"/>
                </a:lnTo>
                <a:lnTo>
                  <a:pt x="79248" y="519684"/>
                </a:lnTo>
                <a:lnTo>
                  <a:pt x="80772" y="515112"/>
                </a:lnTo>
                <a:lnTo>
                  <a:pt x="85344" y="510540"/>
                </a:lnTo>
                <a:lnTo>
                  <a:pt x="89916" y="507492"/>
                </a:lnTo>
                <a:lnTo>
                  <a:pt x="210312" y="460248"/>
                </a:lnTo>
                <a:lnTo>
                  <a:pt x="210312" y="455676"/>
                </a:lnTo>
                <a:lnTo>
                  <a:pt x="123444" y="417576"/>
                </a:lnTo>
                <a:lnTo>
                  <a:pt x="210312" y="381000"/>
                </a:lnTo>
                <a:lnTo>
                  <a:pt x="210312" y="376428"/>
                </a:lnTo>
                <a:close/>
              </a:path>
              <a:path extrusionOk="0" h="525779" w="210820">
                <a:moveTo>
                  <a:pt x="210312" y="175260"/>
                </a:moveTo>
                <a:lnTo>
                  <a:pt x="181356" y="147828"/>
                </a:lnTo>
                <a:lnTo>
                  <a:pt x="181356" y="153924"/>
                </a:lnTo>
                <a:lnTo>
                  <a:pt x="184404" y="155448"/>
                </a:lnTo>
                <a:lnTo>
                  <a:pt x="187452" y="158496"/>
                </a:lnTo>
                <a:lnTo>
                  <a:pt x="192024" y="167640"/>
                </a:lnTo>
                <a:lnTo>
                  <a:pt x="192024" y="173736"/>
                </a:lnTo>
                <a:lnTo>
                  <a:pt x="190500" y="176784"/>
                </a:lnTo>
                <a:lnTo>
                  <a:pt x="184404" y="182880"/>
                </a:lnTo>
                <a:lnTo>
                  <a:pt x="82296" y="182880"/>
                </a:lnTo>
                <a:lnTo>
                  <a:pt x="82296" y="152400"/>
                </a:lnTo>
                <a:lnTo>
                  <a:pt x="73152" y="152400"/>
                </a:lnTo>
                <a:lnTo>
                  <a:pt x="73152" y="182880"/>
                </a:lnTo>
                <a:lnTo>
                  <a:pt x="28956" y="182880"/>
                </a:lnTo>
                <a:lnTo>
                  <a:pt x="28956" y="185928"/>
                </a:lnTo>
                <a:lnTo>
                  <a:pt x="38100" y="190500"/>
                </a:lnTo>
                <a:lnTo>
                  <a:pt x="45720" y="193548"/>
                </a:lnTo>
                <a:lnTo>
                  <a:pt x="48768" y="196596"/>
                </a:lnTo>
                <a:lnTo>
                  <a:pt x="56388" y="201168"/>
                </a:lnTo>
                <a:lnTo>
                  <a:pt x="62484" y="207264"/>
                </a:lnTo>
                <a:lnTo>
                  <a:pt x="76200" y="225552"/>
                </a:lnTo>
                <a:lnTo>
                  <a:pt x="77724" y="230124"/>
                </a:lnTo>
                <a:lnTo>
                  <a:pt x="82296" y="230124"/>
                </a:lnTo>
                <a:lnTo>
                  <a:pt x="82296" y="207264"/>
                </a:lnTo>
                <a:lnTo>
                  <a:pt x="190500" y="207264"/>
                </a:lnTo>
                <a:lnTo>
                  <a:pt x="195072" y="204216"/>
                </a:lnTo>
                <a:lnTo>
                  <a:pt x="199644" y="202692"/>
                </a:lnTo>
                <a:lnTo>
                  <a:pt x="204216" y="199644"/>
                </a:lnTo>
                <a:lnTo>
                  <a:pt x="205740" y="195072"/>
                </a:lnTo>
                <a:lnTo>
                  <a:pt x="208788" y="190500"/>
                </a:lnTo>
                <a:lnTo>
                  <a:pt x="210312" y="185928"/>
                </a:lnTo>
                <a:lnTo>
                  <a:pt x="210312" y="1752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289" name="Google Shape;5289;p84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5250180" y="3986784"/>
            <a:ext cx="201168" cy="777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90" name="Google Shape;5290;p84"/>
          <p:cNvGrpSpPr/>
          <p:nvPr/>
        </p:nvGrpSpPr>
        <p:grpSpPr>
          <a:xfrm>
            <a:off x="5250179" y="3396996"/>
            <a:ext cx="204216" cy="542544"/>
            <a:chOff x="5250179" y="3396996"/>
            <a:chExt cx="204216" cy="542544"/>
          </a:xfrm>
        </p:grpSpPr>
        <p:pic>
          <p:nvPicPr>
            <p:cNvPr id="5291" name="Google Shape;5291;p84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5250179" y="3813048"/>
              <a:ext cx="204216" cy="1264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92" name="Google Shape;5292;p84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5250179" y="3396996"/>
              <a:ext cx="204216" cy="3931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293" name="Google Shape;5293;p84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5248731" y="2583180"/>
            <a:ext cx="266575" cy="72847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94" name="Google Shape;5294;p84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5295" name="Google Shape;5295;p84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96" name="Google Shape;5296;p84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297" name="Google Shape;5297;p84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298" name="Google Shape;5298;p84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299" name="Google Shape;5299;p84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6655307" y="1824227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03" name="Shape 5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4" name="Google Shape;5304;p85"/>
          <p:cNvGrpSpPr/>
          <p:nvPr/>
        </p:nvGrpSpPr>
        <p:grpSpPr>
          <a:xfrm>
            <a:off x="963167" y="7008876"/>
            <a:ext cx="349250" cy="1554607"/>
            <a:chOff x="963167" y="7008876"/>
            <a:chExt cx="349250" cy="1554607"/>
          </a:xfrm>
        </p:grpSpPr>
        <p:sp>
          <p:nvSpPr>
            <p:cNvPr id="5305" name="Google Shape;5305;p85"/>
            <p:cNvSpPr/>
            <p:nvPr/>
          </p:nvSpPr>
          <p:spPr>
            <a:xfrm>
              <a:off x="978407" y="8141208"/>
              <a:ext cx="327660" cy="422275"/>
            </a:xfrm>
            <a:custGeom>
              <a:rect b="b" l="l" r="r" t="t"/>
              <a:pathLst>
                <a:path extrusionOk="0" h="422275" w="327659">
                  <a:moveTo>
                    <a:pt x="327660" y="422148"/>
                  </a:moveTo>
                  <a:lnTo>
                    <a:pt x="320040" y="422148"/>
                  </a:lnTo>
                  <a:lnTo>
                    <a:pt x="320040" y="409956"/>
                  </a:lnTo>
                  <a:lnTo>
                    <a:pt x="319182" y="400264"/>
                  </a:lnTo>
                  <a:lnTo>
                    <a:pt x="283178" y="375189"/>
                  </a:lnTo>
                  <a:lnTo>
                    <a:pt x="269748" y="374904"/>
                  </a:lnTo>
                  <a:lnTo>
                    <a:pt x="57912" y="374904"/>
                  </a:lnTo>
                  <a:lnTo>
                    <a:pt x="19812" y="381000"/>
                  </a:lnTo>
                  <a:lnTo>
                    <a:pt x="7620" y="422148"/>
                  </a:lnTo>
                  <a:lnTo>
                    <a:pt x="0" y="422148"/>
                  </a:lnTo>
                  <a:lnTo>
                    <a:pt x="0" y="326136"/>
                  </a:lnTo>
                  <a:lnTo>
                    <a:pt x="256032" y="208788"/>
                  </a:lnTo>
                  <a:lnTo>
                    <a:pt x="0" y="91440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0668"/>
                  </a:lnTo>
                  <a:lnTo>
                    <a:pt x="8477" y="21002"/>
                  </a:lnTo>
                  <a:lnTo>
                    <a:pt x="44481" y="46934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9372" y="39624"/>
                  </a:lnTo>
                  <a:lnTo>
                    <a:pt x="320040" y="10668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8"/>
                  </a:lnTo>
                  <a:lnTo>
                    <a:pt x="320040" y="140208"/>
                  </a:lnTo>
                  <a:lnTo>
                    <a:pt x="320040" y="128016"/>
                  </a:lnTo>
                  <a:lnTo>
                    <a:pt x="319182" y="118324"/>
                  </a:lnTo>
                  <a:lnTo>
                    <a:pt x="283178" y="93249"/>
                  </a:lnTo>
                  <a:lnTo>
                    <a:pt x="269748" y="92964"/>
                  </a:lnTo>
                  <a:lnTo>
                    <a:pt x="51816" y="92964"/>
                  </a:lnTo>
                  <a:lnTo>
                    <a:pt x="327660" y="219456"/>
                  </a:lnTo>
                  <a:lnTo>
                    <a:pt x="327660" y="227076"/>
                  </a:lnTo>
                  <a:lnTo>
                    <a:pt x="51816" y="353568"/>
                  </a:lnTo>
                  <a:lnTo>
                    <a:pt x="269748" y="353568"/>
                  </a:lnTo>
                  <a:lnTo>
                    <a:pt x="309372" y="345948"/>
                  </a:lnTo>
                  <a:lnTo>
                    <a:pt x="320040" y="306324"/>
                  </a:lnTo>
                  <a:lnTo>
                    <a:pt x="327660" y="306324"/>
                  </a:lnTo>
                  <a:lnTo>
                    <a:pt x="327660" y="4221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306" name="Google Shape;5306;p85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078992" y="7900416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07" name="Google Shape;5307;p85"/>
            <p:cNvSpPr/>
            <p:nvPr/>
          </p:nvSpPr>
          <p:spPr>
            <a:xfrm>
              <a:off x="963167" y="7638288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296965" y="34409"/>
                  </a:lnTo>
                  <a:lnTo>
                    <a:pt x="303275" y="33528"/>
                  </a:lnTo>
                  <a:lnTo>
                    <a:pt x="307847" y="33528"/>
                  </a:lnTo>
                  <a:lnTo>
                    <a:pt x="312419" y="30480"/>
                  </a:lnTo>
                  <a:lnTo>
                    <a:pt x="316991" y="25908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10668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92964" y="74676"/>
                  </a:lnTo>
                  <a:lnTo>
                    <a:pt x="75509" y="74937"/>
                  </a:lnTo>
                  <a:lnTo>
                    <a:pt x="61912" y="75628"/>
                  </a:lnTo>
                  <a:lnTo>
                    <a:pt x="52030" y="76604"/>
                  </a:lnTo>
                  <a:lnTo>
                    <a:pt x="45719" y="77724"/>
                  </a:lnTo>
                  <a:lnTo>
                    <a:pt x="39623" y="77724"/>
                  </a:lnTo>
                  <a:lnTo>
                    <a:pt x="36671" y="80676"/>
                  </a:lnTo>
                  <a:lnTo>
                    <a:pt x="33528" y="82296"/>
                  </a:lnTo>
                  <a:lnTo>
                    <a:pt x="30480" y="88392"/>
                  </a:lnTo>
                  <a:lnTo>
                    <a:pt x="30480" y="96012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1551"/>
                  </a:lnTo>
                  <a:lnTo>
                    <a:pt x="155447" y="199644"/>
                  </a:lnTo>
                  <a:lnTo>
                    <a:pt x="125920" y="165544"/>
                  </a:lnTo>
                  <a:lnTo>
                    <a:pt x="115823" y="123444"/>
                  </a:lnTo>
                  <a:lnTo>
                    <a:pt x="116836" y="111252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6104"/>
                  </a:lnTo>
                  <a:lnTo>
                    <a:pt x="172592" y="78105"/>
                  </a:lnTo>
                  <a:lnTo>
                    <a:pt x="137159" y="103632"/>
                  </a:lnTo>
                  <a:lnTo>
                    <a:pt x="131064" y="118872"/>
                  </a:lnTo>
                  <a:lnTo>
                    <a:pt x="131064" y="126492"/>
                  </a:lnTo>
                  <a:lnTo>
                    <a:pt x="149352" y="163068"/>
                  </a:lnTo>
                  <a:lnTo>
                    <a:pt x="199929" y="183213"/>
                  </a:lnTo>
                  <a:lnTo>
                    <a:pt x="222503" y="184404"/>
                  </a:lnTo>
                  <a:lnTo>
                    <a:pt x="334154" y="184404"/>
                  </a:lnTo>
                  <a:lnTo>
                    <a:pt x="331636" y="188428"/>
                  </a:lnTo>
                  <a:lnTo>
                    <a:pt x="318515" y="202692"/>
                  </a:lnTo>
                  <a:lnTo>
                    <a:pt x="302513" y="214455"/>
                  </a:lnTo>
                  <a:lnTo>
                    <a:pt x="284225" y="222504"/>
                  </a:lnTo>
                  <a:lnTo>
                    <a:pt x="263651" y="227123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4154" y="184404"/>
                  </a:moveTo>
                  <a:lnTo>
                    <a:pt x="222503" y="184404"/>
                  </a:lnTo>
                  <a:lnTo>
                    <a:pt x="245781" y="183213"/>
                  </a:lnTo>
                  <a:lnTo>
                    <a:pt x="245450" y="183213"/>
                  </a:lnTo>
                  <a:lnTo>
                    <a:pt x="282940" y="173474"/>
                  </a:lnTo>
                  <a:lnTo>
                    <a:pt x="316420" y="141541"/>
                  </a:lnTo>
                  <a:lnTo>
                    <a:pt x="323088" y="117348"/>
                  </a:lnTo>
                  <a:lnTo>
                    <a:pt x="321723" y="106680"/>
                  </a:lnTo>
                  <a:lnTo>
                    <a:pt x="321659" y="106179"/>
                  </a:lnTo>
                  <a:lnTo>
                    <a:pt x="317372" y="95440"/>
                  </a:lnTo>
                  <a:lnTo>
                    <a:pt x="310229" y="84986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6680"/>
                  </a:lnTo>
                  <a:lnTo>
                    <a:pt x="348996" y="140208"/>
                  </a:lnTo>
                  <a:lnTo>
                    <a:pt x="347019" y="157043"/>
                  </a:lnTo>
                  <a:lnTo>
                    <a:pt x="341306" y="172831"/>
                  </a:lnTo>
                  <a:lnTo>
                    <a:pt x="341185" y="173164"/>
                  </a:lnTo>
                  <a:lnTo>
                    <a:pt x="334154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308" name="Google Shape;5308;p8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078992" y="7432548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09" name="Google Shape;5309;p85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078991" y="7008876"/>
              <a:ext cx="227075" cy="40233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10" name="Google Shape;5310;p85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011936" y="5329428"/>
            <a:ext cx="399288" cy="1528571"/>
          </a:xfrm>
          <a:prstGeom prst="rect">
            <a:avLst/>
          </a:prstGeom>
          <a:noFill/>
          <a:ln>
            <a:noFill/>
          </a:ln>
        </p:spPr>
      </p:pic>
      <p:pic>
        <p:nvPicPr>
          <p:cNvPr id="5311" name="Google Shape;5311;p85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963167" y="2865120"/>
            <a:ext cx="448019" cy="2307335"/>
          </a:xfrm>
          <a:prstGeom prst="rect">
            <a:avLst/>
          </a:prstGeom>
          <a:noFill/>
          <a:ln>
            <a:noFill/>
          </a:ln>
        </p:spPr>
      </p:pic>
      <p:pic>
        <p:nvPicPr>
          <p:cNvPr id="5312" name="Google Shape;5312;p85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551432" y="2420111"/>
            <a:ext cx="4445507" cy="68930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13" name="Google Shape;5313;p85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5314" name="Google Shape;5314;p85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15" name="Google Shape;5315;p85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316" name="Google Shape;5316;p8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317" name="Google Shape;5317;p85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318" name="Google Shape;5318;p85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6655307" y="1824227"/>
            <a:ext cx="117348" cy="1615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22" name="Shape 5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3" name="Google Shape;5323;p86"/>
          <p:cNvSpPr/>
          <p:nvPr/>
        </p:nvSpPr>
        <p:spPr>
          <a:xfrm>
            <a:off x="845820" y="5573268"/>
            <a:ext cx="342900" cy="1080770"/>
          </a:xfrm>
          <a:custGeom>
            <a:rect b="b" l="l" r="r" t="t"/>
            <a:pathLst>
              <a:path extrusionOk="0" h="1080770" w="342900">
                <a:moveTo>
                  <a:pt x="335267" y="467868"/>
                </a:moveTo>
                <a:lnTo>
                  <a:pt x="245351" y="440436"/>
                </a:lnTo>
                <a:lnTo>
                  <a:pt x="243827" y="448056"/>
                </a:lnTo>
                <a:lnTo>
                  <a:pt x="258686" y="454012"/>
                </a:lnTo>
                <a:lnTo>
                  <a:pt x="271259" y="460248"/>
                </a:lnTo>
                <a:lnTo>
                  <a:pt x="301167" y="486156"/>
                </a:lnTo>
                <a:lnTo>
                  <a:pt x="313651" y="535457"/>
                </a:lnTo>
                <a:lnTo>
                  <a:pt x="313931" y="553212"/>
                </a:lnTo>
                <a:lnTo>
                  <a:pt x="313918" y="591248"/>
                </a:lnTo>
                <a:lnTo>
                  <a:pt x="294500" y="626745"/>
                </a:lnTo>
                <a:lnTo>
                  <a:pt x="277355" y="627888"/>
                </a:lnTo>
                <a:lnTo>
                  <a:pt x="70091" y="627888"/>
                </a:lnTo>
                <a:lnTo>
                  <a:pt x="28943" y="620268"/>
                </a:lnTo>
                <a:lnTo>
                  <a:pt x="15227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27" y="720852"/>
                </a:lnTo>
                <a:lnTo>
                  <a:pt x="15227" y="707136"/>
                </a:lnTo>
                <a:lnTo>
                  <a:pt x="16040" y="698563"/>
                </a:lnTo>
                <a:lnTo>
                  <a:pt x="51828" y="673925"/>
                </a:lnTo>
                <a:lnTo>
                  <a:pt x="65519" y="673608"/>
                </a:lnTo>
                <a:lnTo>
                  <a:pt x="277355" y="673608"/>
                </a:lnTo>
                <a:lnTo>
                  <a:pt x="319938" y="683348"/>
                </a:lnTo>
                <a:lnTo>
                  <a:pt x="327647" y="707136"/>
                </a:lnTo>
                <a:lnTo>
                  <a:pt x="327647" y="720852"/>
                </a:lnTo>
                <a:lnTo>
                  <a:pt x="335267" y="720852"/>
                </a:lnTo>
                <a:lnTo>
                  <a:pt x="335267" y="467868"/>
                </a:lnTo>
                <a:close/>
              </a:path>
              <a:path extrusionOk="0" h="1080770" w="342900">
                <a:moveTo>
                  <a:pt x="335267" y="0"/>
                </a:moveTo>
                <a:lnTo>
                  <a:pt x="327647" y="0"/>
                </a:lnTo>
                <a:lnTo>
                  <a:pt x="327647" y="10668"/>
                </a:lnTo>
                <a:lnTo>
                  <a:pt x="327647" y="18288"/>
                </a:lnTo>
                <a:lnTo>
                  <a:pt x="299262" y="46291"/>
                </a:lnTo>
                <a:lnTo>
                  <a:pt x="277355" y="47244"/>
                </a:lnTo>
                <a:lnTo>
                  <a:pt x="65519" y="47244"/>
                </a:lnTo>
                <a:lnTo>
                  <a:pt x="27419" y="41148"/>
                </a:lnTo>
                <a:lnTo>
                  <a:pt x="15227" y="10668"/>
                </a:lnTo>
                <a:lnTo>
                  <a:pt x="15227" y="0"/>
                </a:lnTo>
                <a:lnTo>
                  <a:pt x="7607" y="0"/>
                </a:lnTo>
                <a:lnTo>
                  <a:pt x="7607" y="140208"/>
                </a:lnTo>
                <a:lnTo>
                  <a:pt x="15227" y="140208"/>
                </a:lnTo>
                <a:lnTo>
                  <a:pt x="15227" y="120396"/>
                </a:lnTo>
                <a:lnTo>
                  <a:pt x="21323" y="105156"/>
                </a:lnTo>
                <a:lnTo>
                  <a:pt x="277355" y="92964"/>
                </a:lnTo>
                <a:lnTo>
                  <a:pt x="291668" y="93256"/>
                </a:lnTo>
                <a:lnTo>
                  <a:pt x="327037" y="118325"/>
                </a:lnTo>
                <a:lnTo>
                  <a:pt x="327647" y="128016"/>
                </a:lnTo>
                <a:lnTo>
                  <a:pt x="327647" y="140208"/>
                </a:lnTo>
                <a:lnTo>
                  <a:pt x="335267" y="140208"/>
                </a:lnTo>
                <a:lnTo>
                  <a:pt x="335267" y="0"/>
                </a:lnTo>
                <a:close/>
              </a:path>
              <a:path extrusionOk="0" h="1080770" w="342900">
                <a:moveTo>
                  <a:pt x="342887" y="896112"/>
                </a:moveTo>
                <a:lnTo>
                  <a:pt x="53568" y="778484"/>
                </a:lnTo>
                <a:lnTo>
                  <a:pt x="20180" y="749236"/>
                </a:lnTo>
                <a:lnTo>
                  <a:pt x="15227" y="734568"/>
                </a:lnTo>
                <a:lnTo>
                  <a:pt x="7607" y="734568"/>
                </a:lnTo>
                <a:lnTo>
                  <a:pt x="7607" y="835152"/>
                </a:lnTo>
                <a:lnTo>
                  <a:pt x="15227" y="835152"/>
                </a:lnTo>
                <a:lnTo>
                  <a:pt x="16751" y="833628"/>
                </a:lnTo>
                <a:lnTo>
                  <a:pt x="16751" y="830580"/>
                </a:lnTo>
                <a:lnTo>
                  <a:pt x="18275" y="819912"/>
                </a:lnTo>
                <a:lnTo>
                  <a:pt x="21323" y="812292"/>
                </a:lnTo>
                <a:lnTo>
                  <a:pt x="33515" y="800100"/>
                </a:lnTo>
                <a:lnTo>
                  <a:pt x="39611" y="800100"/>
                </a:lnTo>
                <a:lnTo>
                  <a:pt x="45567" y="800938"/>
                </a:lnTo>
                <a:lnTo>
                  <a:pt x="54089" y="803338"/>
                </a:lnTo>
                <a:lnTo>
                  <a:pt x="64909" y="807173"/>
                </a:lnTo>
                <a:lnTo>
                  <a:pt x="266687" y="888492"/>
                </a:lnTo>
                <a:lnTo>
                  <a:pt x="74663" y="972312"/>
                </a:lnTo>
                <a:lnTo>
                  <a:pt x="62953" y="977201"/>
                </a:lnTo>
                <a:lnTo>
                  <a:pt x="52946" y="980503"/>
                </a:lnTo>
                <a:lnTo>
                  <a:pt x="44665" y="982395"/>
                </a:lnTo>
                <a:lnTo>
                  <a:pt x="38087" y="982980"/>
                </a:lnTo>
                <a:lnTo>
                  <a:pt x="31991" y="982980"/>
                </a:lnTo>
                <a:lnTo>
                  <a:pt x="15227" y="946404"/>
                </a:lnTo>
                <a:lnTo>
                  <a:pt x="7607" y="946404"/>
                </a:lnTo>
                <a:lnTo>
                  <a:pt x="7607" y="1080516"/>
                </a:lnTo>
                <a:lnTo>
                  <a:pt x="15227" y="1080516"/>
                </a:lnTo>
                <a:lnTo>
                  <a:pt x="16751" y="1069848"/>
                </a:lnTo>
                <a:lnTo>
                  <a:pt x="18275" y="1062228"/>
                </a:lnTo>
                <a:lnTo>
                  <a:pt x="21323" y="1056132"/>
                </a:lnTo>
                <a:lnTo>
                  <a:pt x="24371" y="1051560"/>
                </a:lnTo>
                <a:lnTo>
                  <a:pt x="28943" y="1045464"/>
                </a:lnTo>
                <a:lnTo>
                  <a:pt x="33515" y="1042416"/>
                </a:lnTo>
                <a:lnTo>
                  <a:pt x="36944" y="1039850"/>
                </a:lnTo>
                <a:lnTo>
                  <a:pt x="42659" y="1036701"/>
                </a:lnTo>
                <a:lnTo>
                  <a:pt x="50660" y="1032992"/>
                </a:lnTo>
                <a:lnTo>
                  <a:pt x="60947" y="1028700"/>
                </a:lnTo>
                <a:lnTo>
                  <a:pt x="342887" y="906780"/>
                </a:lnTo>
                <a:lnTo>
                  <a:pt x="342887" y="896112"/>
                </a:lnTo>
                <a:close/>
              </a:path>
              <a:path extrusionOk="0" h="1080770" w="342900">
                <a:moveTo>
                  <a:pt x="342900" y="284988"/>
                </a:moveTo>
                <a:lnTo>
                  <a:pt x="336232" y="243649"/>
                </a:lnTo>
                <a:lnTo>
                  <a:pt x="316992" y="210312"/>
                </a:lnTo>
                <a:lnTo>
                  <a:pt x="270700" y="183095"/>
                </a:lnTo>
                <a:lnTo>
                  <a:pt x="252984" y="181356"/>
                </a:lnTo>
                <a:lnTo>
                  <a:pt x="242976" y="181927"/>
                </a:lnTo>
                <a:lnTo>
                  <a:pt x="199263" y="201168"/>
                </a:lnTo>
                <a:lnTo>
                  <a:pt x="168783" y="240220"/>
                </a:lnTo>
                <a:lnTo>
                  <a:pt x="132270" y="303999"/>
                </a:lnTo>
                <a:lnTo>
                  <a:pt x="119824" y="324231"/>
                </a:lnTo>
                <a:lnTo>
                  <a:pt x="92202" y="353885"/>
                </a:lnTo>
                <a:lnTo>
                  <a:pt x="71628" y="359664"/>
                </a:lnTo>
                <a:lnTo>
                  <a:pt x="61620" y="358546"/>
                </a:lnTo>
                <a:lnTo>
                  <a:pt x="28803" y="334327"/>
                </a:lnTo>
                <a:lnTo>
                  <a:pt x="19812" y="301752"/>
                </a:lnTo>
                <a:lnTo>
                  <a:pt x="20637" y="290563"/>
                </a:lnTo>
                <a:lnTo>
                  <a:pt x="38049" y="247840"/>
                </a:lnTo>
                <a:lnTo>
                  <a:pt x="72478" y="220395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1836"/>
                </a:lnTo>
                <a:lnTo>
                  <a:pt x="12192" y="213360"/>
                </a:lnTo>
                <a:lnTo>
                  <a:pt x="18288" y="219456"/>
                </a:lnTo>
                <a:lnTo>
                  <a:pt x="18288" y="230124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0604"/>
                </a:lnTo>
                <a:lnTo>
                  <a:pt x="3238" y="274320"/>
                </a:lnTo>
                <a:lnTo>
                  <a:pt x="825" y="288036"/>
                </a:lnTo>
                <a:lnTo>
                  <a:pt x="0" y="301752"/>
                </a:lnTo>
                <a:lnTo>
                  <a:pt x="1689" y="321475"/>
                </a:lnTo>
                <a:lnTo>
                  <a:pt x="25908" y="370332"/>
                </a:lnTo>
                <a:lnTo>
                  <a:pt x="70053" y="396049"/>
                </a:lnTo>
                <a:lnTo>
                  <a:pt x="86868" y="397764"/>
                </a:lnTo>
                <a:lnTo>
                  <a:pt x="96888" y="397192"/>
                </a:lnTo>
                <a:lnTo>
                  <a:pt x="132943" y="383476"/>
                </a:lnTo>
                <a:lnTo>
                  <a:pt x="163753" y="351472"/>
                </a:lnTo>
                <a:lnTo>
                  <a:pt x="193548" y="301752"/>
                </a:lnTo>
                <a:lnTo>
                  <a:pt x="204089" y="283184"/>
                </a:lnTo>
                <a:lnTo>
                  <a:pt x="229755" y="244919"/>
                </a:lnTo>
                <a:lnTo>
                  <a:pt x="263652" y="224028"/>
                </a:lnTo>
                <a:lnTo>
                  <a:pt x="272796" y="224028"/>
                </a:lnTo>
                <a:lnTo>
                  <a:pt x="310896" y="242316"/>
                </a:lnTo>
                <a:lnTo>
                  <a:pt x="326136" y="289560"/>
                </a:lnTo>
                <a:lnTo>
                  <a:pt x="325539" y="302094"/>
                </a:lnTo>
                <a:lnTo>
                  <a:pt x="308559" y="347408"/>
                </a:lnTo>
                <a:lnTo>
                  <a:pt x="274701" y="375526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5572"/>
                </a:lnTo>
                <a:lnTo>
                  <a:pt x="330708" y="384048"/>
                </a:lnTo>
                <a:lnTo>
                  <a:pt x="326136" y="379476"/>
                </a:lnTo>
                <a:lnTo>
                  <a:pt x="324612" y="376428"/>
                </a:lnTo>
                <a:lnTo>
                  <a:pt x="324612" y="371856"/>
                </a:lnTo>
                <a:lnTo>
                  <a:pt x="325158" y="368198"/>
                </a:lnTo>
                <a:lnTo>
                  <a:pt x="326707" y="361950"/>
                </a:lnTo>
                <a:lnTo>
                  <a:pt x="332232" y="342900"/>
                </a:lnTo>
                <a:lnTo>
                  <a:pt x="336016" y="331685"/>
                </a:lnTo>
                <a:lnTo>
                  <a:pt x="338518" y="322897"/>
                </a:lnTo>
                <a:lnTo>
                  <a:pt x="341376" y="310896"/>
                </a:lnTo>
                <a:lnTo>
                  <a:pt x="342252" y="304927"/>
                </a:lnTo>
                <a:lnTo>
                  <a:pt x="342709" y="298513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4" name="Google Shape;5324;p86"/>
          <p:cNvGrpSpPr/>
          <p:nvPr/>
        </p:nvGrpSpPr>
        <p:grpSpPr>
          <a:xfrm>
            <a:off x="838200" y="4040123"/>
            <a:ext cx="448309" cy="1391539"/>
            <a:chOff x="838200" y="4040123"/>
            <a:chExt cx="448309" cy="1391539"/>
          </a:xfrm>
        </p:grpSpPr>
        <p:sp>
          <p:nvSpPr>
            <p:cNvPr id="5325" name="Google Shape;5325;p86"/>
            <p:cNvSpPr/>
            <p:nvPr/>
          </p:nvSpPr>
          <p:spPr>
            <a:xfrm>
              <a:off x="853439" y="5100827"/>
              <a:ext cx="327660" cy="330835"/>
            </a:xfrm>
            <a:custGeom>
              <a:rect b="b" l="l" r="r" t="t"/>
              <a:pathLst>
                <a:path extrusionOk="0" h="330835" w="327659">
                  <a:moveTo>
                    <a:pt x="7620" y="330708"/>
                  </a:moveTo>
                  <a:lnTo>
                    <a:pt x="0" y="330708"/>
                  </a:lnTo>
                  <a:lnTo>
                    <a:pt x="0" y="196596"/>
                  </a:lnTo>
                  <a:lnTo>
                    <a:pt x="4381" y="131826"/>
                  </a:lnTo>
                  <a:lnTo>
                    <a:pt x="16764" y="85344"/>
                  </a:lnTo>
                  <a:lnTo>
                    <a:pt x="39814" y="50101"/>
                  </a:lnTo>
                  <a:lnTo>
                    <a:pt x="73152" y="22860"/>
                  </a:lnTo>
                  <a:lnTo>
                    <a:pt x="114681" y="5715"/>
                  </a:lnTo>
                  <a:lnTo>
                    <a:pt x="163068" y="0"/>
                  </a:lnTo>
                  <a:lnTo>
                    <a:pt x="195929" y="2571"/>
                  </a:lnTo>
                  <a:lnTo>
                    <a:pt x="225933" y="10287"/>
                  </a:lnTo>
                  <a:lnTo>
                    <a:pt x="253079" y="23145"/>
                  </a:lnTo>
                  <a:lnTo>
                    <a:pt x="277368" y="41148"/>
                  </a:lnTo>
                  <a:lnTo>
                    <a:pt x="288879" y="54864"/>
                  </a:lnTo>
                  <a:lnTo>
                    <a:pt x="164592" y="54864"/>
                  </a:lnTo>
                  <a:lnTo>
                    <a:pt x="132040" y="57150"/>
                  </a:lnTo>
                  <a:lnTo>
                    <a:pt x="77795" y="75438"/>
                  </a:lnTo>
                  <a:lnTo>
                    <a:pt x="39287" y="111132"/>
                  </a:lnTo>
                  <a:lnTo>
                    <a:pt x="19311" y="159162"/>
                  </a:lnTo>
                  <a:lnTo>
                    <a:pt x="16764" y="187452"/>
                  </a:lnTo>
                  <a:lnTo>
                    <a:pt x="17199" y="196596"/>
                  </a:lnTo>
                  <a:lnTo>
                    <a:pt x="17311" y="198953"/>
                  </a:lnTo>
                  <a:lnTo>
                    <a:pt x="18859" y="210883"/>
                  </a:lnTo>
                  <a:lnTo>
                    <a:pt x="21264" y="223670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5273" y="283749"/>
                  </a:lnTo>
                  <a:lnTo>
                    <a:pt x="44481" y="283749"/>
                  </a:lnTo>
                  <a:lnTo>
                    <a:pt x="8497" y="308824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5" w="327659">
                  <a:moveTo>
                    <a:pt x="327660" y="237744"/>
                  </a:moveTo>
                  <a:lnTo>
                    <a:pt x="304800" y="237744"/>
                  </a:lnTo>
                  <a:lnTo>
                    <a:pt x="307681" y="222575"/>
                  </a:lnTo>
                  <a:lnTo>
                    <a:pt x="309562" y="208978"/>
                  </a:lnTo>
                  <a:lnTo>
                    <a:pt x="310586" y="196810"/>
                  </a:lnTo>
                  <a:lnTo>
                    <a:pt x="310852" y="187452"/>
                  </a:lnTo>
                  <a:lnTo>
                    <a:pt x="310896" y="185928"/>
                  </a:lnTo>
                  <a:lnTo>
                    <a:pt x="308617" y="159162"/>
                  </a:lnTo>
                  <a:lnTo>
                    <a:pt x="308562" y="158519"/>
                  </a:lnTo>
                  <a:lnTo>
                    <a:pt x="301425" y="133731"/>
                  </a:lnTo>
                  <a:lnTo>
                    <a:pt x="301371" y="133540"/>
                  </a:lnTo>
                  <a:lnTo>
                    <a:pt x="289036" y="111132"/>
                  </a:lnTo>
                  <a:lnTo>
                    <a:pt x="250102" y="75438"/>
                  </a:lnTo>
                  <a:lnTo>
                    <a:pt x="196905" y="57150"/>
                  </a:lnTo>
                  <a:lnTo>
                    <a:pt x="164592" y="54864"/>
                  </a:lnTo>
                  <a:lnTo>
                    <a:pt x="288879" y="54864"/>
                  </a:lnTo>
                  <a:lnTo>
                    <a:pt x="299370" y="67365"/>
                  </a:lnTo>
                  <a:lnTo>
                    <a:pt x="315087" y="100012"/>
                  </a:lnTo>
                  <a:lnTo>
                    <a:pt x="324516" y="138660"/>
                  </a:lnTo>
                  <a:lnTo>
                    <a:pt x="327660" y="182880"/>
                  </a:lnTo>
                  <a:lnTo>
                    <a:pt x="327660" y="237744"/>
                  </a:lnTo>
                  <a:close/>
                </a:path>
                <a:path extrusionOk="0" h="330835" w="327659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03" y="309062"/>
                  </a:lnTo>
                  <a:lnTo>
                    <a:pt x="283178" y="283749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326" name="Google Shape;5326;p86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54023" y="4878323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27" name="Google Shape;5327;p8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54024" y="4686299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28" name="Google Shape;5328;p86"/>
            <p:cNvSpPr/>
            <p:nvPr/>
          </p:nvSpPr>
          <p:spPr>
            <a:xfrm>
              <a:off x="838200" y="4294632"/>
              <a:ext cx="448309" cy="356870"/>
            </a:xfrm>
            <a:custGeom>
              <a:rect b="b" l="l" r="r" t="t"/>
              <a:pathLst>
                <a:path extrusionOk="0" h="356870" w="448309">
                  <a:moveTo>
                    <a:pt x="48768" y="295656"/>
                  </a:moveTo>
                  <a:lnTo>
                    <a:pt x="47244" y="289560"/>
                  </a:lnTo>
                  <a:lnTo>
                    <a:pt x="42672" y="284988"/>
                  </a:lnTo>
                  <a:lnTo>
                    <a:pt x="36576" y="280416"/>
                  </a:lnTo>
                  <a:lnTo>
                    <a:pt x="32004" y="277368"/>
                  </a:lnTo>
                  <a:lnTo>
                    <a:pt x="18288" y="277368"/>
                  </a:lnTo>
                  <a:lnTo>
                    <a:pt x="12192" y="280416"/>
                  </a:lnTo>
                  <a:lnTo>
                    <a:pt x="3048" y="289560"/>
                  </a:lnTo>
                  <a:lnTo>
                    <a:pt x="0" y="295656"/>
                  </a:lnTo>
                  <a:lnTo>
                    <a:pt x="0" y="309372"/>
                  </a:lnTo>
                  <a:lnTo>
                    <a:pt x="3048" y="315468"/>
                  </a:lnTo>
                  <a:lnTo>
                    <a:pt x="12192" y="324612"/>
                  </a:lnTo>
                  <a:lnTo>
                    <a:pt x="18288" y="326136"/>
                  </a:lnTo>
                  <a:lnTo>
                    <a:pt x="32004" y="326136"/>
                  </a:lnTo>
                  <a:lnTo>
                    <a:pt x="36576" y="324612"/>
                  </a:lnTo>
                  <a:lnTo>
                    <a:pt x="42672" y="320040"/>
                  </a:lnTo>
                  <a:lnTo>
                    <a:pt x="47244" y="315468"/>
                  </a:lnTo>
                  <a:lnTo>
                    <a:pt x="48768" y="309372"/>
                  </a:lnTo>
                  <a:lnTo>
                    <a:pt x="48768" y="295656"/>
                  </a:lnTo>
                  <a:close/>
                </a:path>
                <a:path extrusionOk="0" h="356870" w="448309">
                  <a:moveTo>
                    <a:pt x="342900" y="248412"/>
                  </a:moveTo>
                  <a:lnTo>
                    <a:pt x="335280" y="248412"/>
                  </a:lnTo>
                  <a:lnTo>
                    <a:pt x="335280" y="266700"/>
                  </a:lnTo>
                  <a:lnTo>
                    <a:pt x="332232" y="271272"/>
                  </a:lnTo>
                  <a:lnTo>
                    <a:pt x="330708" y="274320"/>
                  </a:lnTo>
                  <a:lnTo>
                    <a:pt x="326136" y="277368"/>
                  </a:lnTo>
                  <a:lnTo>
                    <a:pt x="321564" y="278892"/>
                  </a:lnTo>
                  <a:lnTo>
                    <a:pt x="317246" y="280657"/>
                  </a:lnTo>
                  <a:lnTo>
                    <a:pt x="311086" y="281559"/>
                  </a:lnTo>
                  <a:lnTo>
                    <a:pt x="302907" y="281901"/>
                  </a:lnTo>
                  <a:lnTo>
                    <a:pt x="115824" y="281901"/>
                  </a:lnTo>
                  <a:lnTo>
                    <a:pt x="115824" y="292608"/>
                  </a:lnTo>
                  <a:lnTo>
                    <a:pt x="143256" y="356616"/>
                  </a:lnTo>
                  <a:lnTo>
                    <a:pt x="150876" y="353568"/>
                  </a:lnTo>
                  <a:lnTo>
                    <a:pt x="149352" y="347472"/>
                  </a:lnTo>
                  <a:lnTo>
                    <a:pt x="147828" y="342900"/>
                  </a:lnTo>
                  <a:lnTo>
                    <a:pt x="147828" y="335280"/>
                  </a:lnTo>
                  <a:lnTo>
                    <a:pt x="150876" y="329184"/>
                  </a:lnTo>
                  <a:lnTo>
                    <a:pt x="152400" y="327660"/>
                  </a:lnTo>
                  <a:lnTo>
                    <a:pt x="156972" y="324612"/>
                  </a:lnTo>
                  <a:lnTo>
                    <a:pt x="161544" y="324612"/>
                  </a:lnTo>
                  <a:lnTo>
                    <a:pt x="168706" y="323494"/>
                  </a:lnTo>
                  <a:lnTo>
                    <a:pt x="178879" y="322516"/>
                  </a:lnTo>
                  <a:lnTo>
                    <a:pt x="192189" y="321830"/>
                  </a:lnTo>
                  <a:lnTo>
                    <a:pt x="208788" y="321564"/>
                  </a:lnTo>
                  <a:lnTo>
                    <a:pt x="292608" y="321564"/>
                  </a:lnTo>
                  <a:lnTo>
                    <a:pt x="302056" y="321830"/>
                  </a:lnTo>
                  <a:lnTo>
                    <a:pt x="302691" y="321830"/>
                  </a:lnTo>
                  <a:lnTo>
                    <a:pt x="311086" y="322707"/>
                  </a:lnTo>
                  <a:lnTo>
                    <a:pt x="317246" y="324142"/>
                  </a:lnTo>
                  <a:lnTo>
                    <a:pt x="321564" y="326136"/>
                  </a:lnTo>
                  <a:lnTo>
                    <a:pt x="326136" y="327660"/>
                  </a:lnTo>
                  <a:lnTo>
                    <a:pt x="330708" y="330708"/>
                  </a:lnTo>
                  <a:lnTo>
                    <a:pt x="332232" y="333756"/>
                  </a:lnTo>
                  <a:lnTo>
                    <a:pt x="335280" y="338328"/>
                  </a:lnTo>
                  <a:lnTo>
                    <a:pt x="335280" y="355092"/>
                  </a:lnTo>
                  <a:lnTo>
                    <a:pt x="342900" y="355092"/>
                  </a:lnTo>
                  <a:lnTo>
                    <a:pt x="342900" y="321564"/>
                  </a:lnTo>
                  <a:lnTo>
                    <a:pt x="342900" y="248412"/>
                  </a:lnTo>
                  <a:close/>
                </a:path>
                <a:path extrusionOk="0" h="356870" w="448309">
                  <a:moveTo>
                    <a:pt x="447941" y="123444"/>
                  </a:moveTo>
                  <a:lnTo>
                    <a:pt x="446024" y="96443"/>
                  </a:lnTo>
                  <a:lnTo>
                    <a:pt x="439864" y="70485"/>
                  </a:lnTo>
                  <a:lnTo>
                    <a:pt x="429399" y="47396"/>
                  </a:lnTo>
                  <a:lnTo>
                    <a:pt x="418871" y="33274"/>
                  </a:lnTo>
                  <a:lnTo>
                    <a:pt x="418871" y="107873"/>
                  </a:lnTo>
                  <a:lnTo>
                    <a:pt x="418236" y="123786"/>
                  </a:lnTo>
                  <a:lnTo>
                    <a:pt x="405384" y="172212"/>
                  </a:lnTo>
                  <a:lnTo>
                    <a:pt x="393192" y="187452"/>
                  </a:lnTo>
                  <a:lnTo>
                    <a:pt x="379476" y="187452"/>
                  </a:lnTo>
                  <a:lnTo>
                    <a:pt x="373380" y="185928"/>
                  </a:lnTo>
                  <a:lnTo>
                    <a:pt x="365760" y="182880"/>
                  </a:lnTo>
                  <a:lnTo>
                    <a:pt x="361467" y="179832"/>
                  </a:lnTo>
                  <a:lnTo>
                    <a:pt x="360895" y="179438"/>
                  </a:lnTo>
                  <a:lnTo>
                    <a:pt x="355473" y="175831"/>
                  </a:lnTo>
                  <a:lnTo>
                    <a:pt x="347535" y="170688"/>
                  </a:lnTo>
                  <a:lnTo>
                    <a:pt x="342900" y="167640"/>
                  </a:lnTo>
                  <a:lnTo>
                    <a:pt x="342938" y="167284"/>
                  </a:lnTo>
                  <a:lnTo>
                    <a:pt x="345147" y="150876"/>
                  </a:lnTo>
                  <a:lnTo>
                    <a:pt x="347091" y="131064"/>
                  </a:lnTo>
                  <a:lnTo>
                    <a:pt x="348449" y="107873"/>
                  </a:lnTo>
                  <a:lnTo>
                    <a:pt x="348576" y="102108"/>
                  </a:lnTo>
                  <a:lnTo>
                    <a:pt x="348653" y="97726"/>
                  </a:lnTo>
                  <a:lnTo>
                    <a:pt x="348754" y="92925"/>
                  </a:lnTo>
                  <a:lnTo>
                    <a:pt x="351472" y="48577"/>
                  </a:lnTo>
                  <a:lnTo>
                    <a:pt x="364236" y="16764"/>
                  </a:lnTo>
                  <a:lnTo>
                    <a:pt x="373380" y="16764"/>
                  </a:lnTo>
                  <a:lnTo>
                    <a:pt x="411378" y="49174"/>
                  </a:lnTo>
                  <a:lnTo>
                    <a:pt x="418312" y="83680"/>
                  </a:lnTo>
                  <a:lnTo>
                    <a:pt x="418858" y="96443"/>
                  </a:lnTo>
                  <a:lnTo>
                    <a:pt x="418871" y="107873"/>
                  </a:lnTo>
                  <a:lnTo>
                    <a:pt x="418871" y="33274"/>
                  </a:lnTo>
                  <a:lnTo>
                    <a:pt x="389382" y="7620"/>
                  </a:lnTo>
                  <a:lnTo>
                    <a:pt x="364236" y="1524"/>
                  </a:lnTo>
                  <a:lnTo>
                    <a:pt x="354495" y="2387"/>
                  </a:lnTo>
                  <a:lnTo>
                    <a:pt x="320040" y="30480"/>
                  </a:lnTo>
                  <a:lnTo>
                    <a:pt x="311848" y="74485"/>
                  </a:lnTo>
                  <a:lnTo>
                    <a:pt x="311696" y="78486"/>
                  </a:lnTo>
                  <a:lnTo>
                    <a:pt x="311569" y="81800"/>
                  </a:lnTo>
                  <a:lnTo>
                    <a:pt x="311492" y="83680"/>
                  </a:lnTo>
                  <a:lnTo>
                    <a:pt x="311378" y="86868"/>
                  </a:lnTo>
                  <a:lnTo>
                    <a:pt x="311353" y="87630"/>
                  </a:lnTo>
                  <a:lnTo>
                    <a:pt x="311213" y="91440"/>
                  </a:lnTo>
                  <a:lnTo>
                    <a:pt x="311099" y="97726"/>
                  </a:lnTo>
                  <a:lnTo>
                    <a:pt x="310984" y="107873"/>
                  </a:lnTo>
                  <a:lnTo>
                    <a:pt x="310896" y="115824"/>
                  </a:lnTo>
                  <a:lnTo>
                    <a:pt x="310781" y="117348"/>
                  </a:lnTo>
                  <a:lnTo>
                    <a:pt x="310667" y="118872"/>
                  </a:lnTo>
                  <a:lnTo>
                    <a:pt x="309981" y="128384"/>
                  </a:lnTo>
                  <a:lnTo>
                    <a:pt x="309372" y="138493"/>
                  </a:lnTo>
                  <a:lnTo>
                    <a:pt x="309257" y="139827"/>
                  </a:lnTo>
                  <a:lnTo>
                    <a:pt x="308749" y="146050"/>
                  </a:lnTo>
                  <a:lnTo>
                    <a:pt x="307848" y="150876"/>
                  </a:lnTo>
                  <a:lnTo>
                    <a:pt x="307848" y="158496"/>
                  </a:lnTo>
                  <a:lnTo>
                    <a:pt x="304800" y="163068"/>
                  </a:lnTo>
                  <a:lnTo>
                    <a:pt x="303276" y="166116"/>
                  </a:lnTo>
                  <a:lnTo>
                    <a:pt x="300228" y="169164"/>
                  </a:lnTo>
                  <a:lnTo>
                    <a:pt x="297180" y="170688"/>
                  </a:lnTo>
                  <a:lnTo>
                    <a:pt x="292608" y="170688"/>
                  </a:lnTo>
                  <a:lnTo>
                    <a:pt x="288036" y="169164"/>
                  </a:lnTo>
                  <a:lnTo>
                    <a:pt x="283464" y="166116"/>
                  </a:lnTo>
                  <a:lnTo>
                    <a:pt x="278892" y="164592"/>
                  </a:lnTo>
                  <a:lnTo>
                    <a:pt x="277749" y="163068"/>
                  </a:lnTo>
                  <a:lnTo>
                    <a:pt x="274320" y="158496"/>
                  </a:lnTo>
                  <a:lnTo>
                    <a:pt x="268224" y="152400"/>
                  </a:lnTo>
                  <a:lnTo>
                    <a:pt x="270217" y="143522"/>
                  </a:lnTo>
                  <a:lnTo>
                    <a:pt x="270332" y="142875"/>
                  </a:lnTo>
                  <a:lnTo>
                    <a:pt x="270433" y="142214"/>
                  </a:lnTo>
                  <a:lnTo>
                    <a:pt x="271653" y="135064"/>
                  </a:lnTo>
                  <a:lnTo>
                    <a:pt x="271703" y="134493"/>
                  </a:lnTo>
                  <a:lnTo>
                    <a:pt x="272503" y="126898"/>
                  </a:lnTo>
                  <a:lnTo>
                    <a:pt x="272630" y="123444"/>
                  </a:lnTo>
                  <a:lnTo>
                    <a:pt x="272796" y="118872"/>
                  </a:lnTo>
                  <a:lnTo>
                    <a:pt x="272694" y="117348"/>
                  </a:lnTo>
                  <a:lnTo>
                    <a:pt x="272605" y="115824"/>
                  </a:lnTo>
                  <a:lnTo>
                    <a:pt x="271602" y="99441"/>
                  </a:lnTo>
                  <a:lnTo>
                    <a:pt x="267843" y="82296"/>
                  </a:lnTo>
                  <a:lnTo>
                    <a:pt x="264439" y="74676"/>
                  </a:lnTo>
                  <a:lnTo>
                    <a:pt x="264363" y="74485"/>
                  </a:lnTo>
                  <a:lnTo>
                    <a:pt x="261213" y="67437"/>
                  </a:lnTo>
                  <a:lnTo>
                    <a:pt x="260604" y="66662"/>
                  </a:lnTo>
                  <a:lnTo>
                    <a:pt x="260604" y="117348"/>
                  </a:lnTo>
                  <a:lnTo>
                    <a:pt x="259715" y="126212"/>
                  </a:lnTo>
                  <a:lnTo>
                    <a:pt x="233934" y="156476"/>
                  </a:lnTo>
                  <a:lnTo>
                    <a:pt x="185928" y="166116"/>
                  </a:lnTo>
                  <a:lnTo>
                    <a:pt x="172186" y="165290"/>
                  </a:lnTo>
                  <a:lnTo>
                    <a:pt x="136372" y="147027"/>
                  </a:lnTo>
                  <a:lnTo>
                    <a:pt x="128790" y="131064"/>
                  </a:lnTo>
                  <a:lnTo>
                    <a:pt x="128016" y="123444"/>
                  </a:lnTo>
                  <a:lnTo>
                    <a:pt x="156210" y="83680"/>
                  </a:lnTo>
                  <a:lnTo>
                    <a:pt x="204216" y="74676"/>
                  </a:lnTo>
                  <a:lnTo>
                    <a:pt x="217944" y="75298"/>
                  </a:lnTo>
                  <a:lnTo>
                    <a:pt x="252882" y="92925"/>
                  </a:lnTo>
                  <a:lnTo>
                    <a:pt x="260604" y="117348"/>
                  </a:lnTo>
                  <a:lnTo>
                    <a:pt x="260604" y="66662"/>
                  </a:lnTo>
                  <a:lnTo>
                    <a:pt x="227076" y="37719"/>
                  </a:lnTo>
                  <a:lnTo>
                    <a:pt x="198120" y="32004"/>
                  </a:lnTo>
                  <a:lnTo>
                    <a:pt x="185851" y="32867"/>
                  </a:lnTo>
                  <a:lnTo>
                    <a:pt x="174307" y="35433"/>
                  </a:lnTo>
                  <a:lnTo>
                    <a:pt x="163728" y="39674"/>
                  </a:lnTo>
                  <a:lnTo>
                    <a:pt x="153924" y="45720"/>
                  </a:lnTo>
                  <a:lnTo>
                    <a:pt x="153924" y="1524"/>
                  </a:lnTo>
                  <a:lnTo>
                    <a:pt x="152400" y="1524"/>
                  </a:lnTo>
                  <a:lnTo>
                    <a:pt x="150876" y="0"/>
                  </a:lnTo>
                  <a:lnTo>
                    <a:pt x="137160" y="0"/>
                  </a:lnTo>
                  <a:lnTo>
                    <a:pt x="135636" y="1524"/>
                  </a:lnTo>
                  <a:lnTo>
                    <a:pt x="134112" y="1524"/>
                  </a:lnTo>
                  <a:lnTo>
                    <a:pt x="134112" y="3009"/>
                  </a:lnTo>
                  <a:lnTo>
                    <a:pt x="132575" y="4572"/>
                  </a:lnTo>
                  <a:lnTo>
                    <a:pt x="132575" y="62484"/>
                  </a:lnTo>
                  <a:lnTo>
                    <a:pt x="125463" y="74485"/>
                  </a:lnTo>
                  <a:lnTo>
                    <a:pt x="125387" y="74676"/>
                  </a:lnTo>
                  <a:lnTo>
                    <a:pt x="120205" y="87630"/>
                  </a:lnTo>
                  <a:lnTo>
                    <a:pt x="116941" y="101917"/>
                  </a:lnTo>
                  <a:lnTo>
                    <a:pt x="116928" y="102108"/>
                  </a:lnTo>
                  <a:lnTo>
                    <a:pt x="115925" y="115824"/>
                  </a:lnTo>
                  <a:lnTo>
                    <a:pt x="115951" y="118872"/>
                  </a:lnTo>
                  <a:lnTo>
                    <a:pt x="129959" y="167284"/>
                  </a:lnTo>
                  <a:lnTo>
                    <a:pt x="166116" y="199072"/>
                  </a:lnTo>
                  <a:lnTo>
                    <a:pt x="196596" y="205740"/>
                  </a:lnTo>
                  <a:lnTo>
                    <a:pt x="206857" y="204939"/>
                  </a:lnTo>
                  <a:lnTo>
                    <a:pt x="244792" y="188785"/>
                  </a:lnTo>
                  <a:lnTo>
                    <a:pt x="262026" y="166116"/>
                  </a:lnTo>
                  <a:lnTo>
                    <a:pt x="263652" y="163068"/>
                  </a:lnTo>
                  <a:lnTo>
                    <a:pt x="295656" y="195072"/>
                  </a:lnTo>
                  <a:lnTo>
                    <a:pt x="309372" y="202692"/>
                  </a:lnTo>
                  <a:lnTo>
                    <a:pt x="320040" y="202692"/>
                  </a:lnTo>
                  <a:lnTo>
                    <a:pt x="324612" y="201168"/>
                  </a:lnTo>
                  <a:lnTo>
                    <a:pt x="327660" y="196596"/>
                  </a:lnTo>
                  <a:lnTo>
                    <a:pt x="332232" y="193548"/>
                  </a:lnTo>
                  <a:lnTo>
                    <a:pt x="336804" y="188976"/>
                  </a:lnTo>
                  <a:lnTo>
                    <a:pt x="336892" y="188785"/>
                  </a:lnTo>
                  <a:lnTo>
                    <a:pt x="341376" y="179832"/>
                  </a:lnTo>
                  <a:lnTo>
                    <a:pt x="374726" y="209384"/>
                  </a:lnTo>
                  <a:lnTo>
                    <a:pt x="396240" y="220980"/>
                  </a:lnTo>
                  <a:lnTo>
                    <a:pt x="399288" y="222504"/>
                  </a:lnTo>
                  <a:lnTo>
                    <a:pt x="403860" y="222504"/>
                  </a:lnTo>
                  <a:lnTo>
                    <a:pt x="409803" y="221361"/>
                  </a:lnTo>
                  <a:lnTo>
                    <a:pt x="416052" y="217932"/>
                  </a:lnTo>
                  <a:lnTo>
                    <a:pt x="422287" y="212217"/>
                  </a:lnTo>
                  <a:lnTo>
                    <a:pt x="428244" y="204216"/>
                  </a:lnTo>
                  <a:lnTo>
                    <a:pt x="428320" y="204050"/>
                  </a:lnTo>
                  <a:lnTo>
                    <a:pt x="436943" y="187452"/>
                  </a:lnTo>
                  <a:lnTo>
                    <a:pt x="437121" y="187121"/>
                  </a:lnTo>
                  <a:lnTo>
                    <a:pt x="443293" y="168021"/>
                  </a:lnTo>
                  <a:lnTo>
                    <a:pt x="443357" y="167640"/>
                  </a:lnTo>
                  <a:lnTo>
                    <a:pt x="443420" y="167284"/>
                  </a:lnTo>
                  <a:lnTo>
                    <a:pt x="446887" y="147218"/>
                  </a:lnTo>
                  <a:lnTo>
                    <a:pt x="446938" y="146050"/>
                  </a:lnTo>
                  <a:lnTo>
                    <a:pt x="447865" y="128384"/>
                  </a:lnTo>
                  <a:lnTo>
                    <a:pt x="447941" y="1234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329" name="Google Shape;5329;p86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54024" y="4040123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30" name="Google Shape;5330;p86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59992" y="8148828"/>
            <a:ext cx="225551" cy="996695"/>
          </a:xfrm>
          <a:prstGeom prst="rect">
            <a:avLst/>
          </a:prstGeom>
          <a:noFill/>
          <a:ln>
            <a:noFill/>
          </a:ln>
        </p:spPr>
      </p:pic>
      <p:pic>
        <p:nvPicPr>
          <p:cNvPr id="5331" name="Google Shape;5331;p86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459991" y="6923531"/>
            <a:ext cx="225552" cy="1153668"/>
          </a:xfrm>
          <a:prstGeom prst="rect">
            <a:avLst/>
          </a:prstGeom>
          <a:noFill/>
          <a:ln>
            <a:noFill/>
          </a:ln>
        </p:spPr>
      </p:pic>
      <p:sp>
        <p:nvSpPr>
          <p:cNvPr id="5332" name="Google Shape;5332;p86"/>
          <p:cNvSpPr/>
          <p:nvPr/>
        </p:nvSpPr>
        <p:spPr>
          <a:xfrm>
            <a:off x="1876044" y="9075419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7243" y="3048"/>
                </a:lnTo>
                <a:lnTo>
                  <a:pt x="53339" y="9144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53339" y="51816"/>
                </a:lnTo>
                <a:lnTo>
                  <a:pt x="47243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33" name="Google Shape;5333;p86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815083" y="7781544"/>
            <a:ext cx="225552" cy="1203959"/>
          </a:xfrm>
          <a:prstGeom prst="rect">
            <a:avLst/>
          </a:prstGeom>
          <a:noFill/>
          <a:ln>
            <a:noFill/>
          </a:ln>
        </p:spPr>
      </p:pic>
      <p:pic>
        <p:nvPicPr>
          <p:cNvPr id="5334" name="Google Shape;5334;p86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815083" y="6187439"/>
            <a:ext cx="225552" cy="1516379"/>
          </a:xfrm>
          <a:prstGeom prst="rect">
            <a:avLst/>
          </a:prstGeom>
          <a:noFill/>
          <a:ln>
            <a:noFill/>
          </a:ln>
        </p:spPr>
      </p:pic>
      <p:sp>
        <p:nvSpPr>
          <p:cNvPr id="5335" name="Google Shape;5335;p86"/>
          <p:cNvSpPr/>
          <p:nvPr/>
        </p:nvSpPr>
        <p:spPr>
          <a:xfrm>
            <a:off x="2232660" y="8630411"/>
            <a:ext cx="60960" cy="60960"/>
          </a:xfrm>
          <a:custGeom>
            <a:rect b="b" l="l" r="r" t="t"/>
            <a:pathLst>
              <a:path extrusionOk="0" h="60959" w="60960">
                <a:moveTo>
                  <a:pt x="38099" y="60960"/>
                </a:moveTo>
                <a:lnTo>
                  <a:pt x="21335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45719" y="57912"/>
                </a:lnTo>
                <a:lnTo>
                  <a:pt x="38099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36" name="Google Shape;5336;p86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171700" y="6861047"/>
            <a:ext cx="175260" cy="16855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37" name="Google Shape;5337;p86"/>
          <p:cNvGrpSpPr/>
          <p:nvPr/>
        </p:nvGrpSpPr>
        <p:grpSpPr>
          <a:xfrm>
            <a:off x="2176272" y="6339839"/>
            <a:ext cx="170688" cy="434340"/>
            <a:chOff x="2176272" y="6339839"/>
            <a:chExt cx="170688" cy="434340"/>
          </a:xfrm>
        </p:grpSpPr>
        <p:pic>
          <p:nvPicPr>
            <p:cNvPr id="5338" name="Google Shape;5338;p86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176272" y="6708647"/>
              <a:ext cx="167640" cy="65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39" name="Google Shape;5339;p86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176272" y="6339839"/>
              <a:ext cx="170688" cy="32766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40" name="Google Shape;5340;p86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171700" y="5209032"/>
            <a:ext cx="211835" cy="1063751"/>
          </a:xfrm>
          <a:prstGeom prst="rect">
            <a:avLst/>
          </a:prstGeom>
          <a:noFill/>
          <a:ln>
            <a:noFill/>
          </a:ln>
        </p:spPr>
      </p:pic>
      <p:pic>
        <p:nvPicPr>
          <p:cNvPr id="5341" name="Google Shape;5341;p8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229611" y="4933187"/>
            <a:ext cx="117348" cy="1965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42" name="Google Shape;5342;p86"/>
          <p:cNvGrpSpPr/>
          <p:nvPr/>
        </p:nvGrpSpPr>
        <p:grpSpPr>
          <a:xfrm>
            <a:off x="2176272" y="4283964"/>
            <a:ext cx="170688" cy="559308"/>
            <a:chOff x="2176272" y="4283964"/>
            <a:chExt cx="170688" cy="559308"/>
          </a:xfrm>
        </p:grpSpPr>
        <p:pic>
          <p:nvPicPr>
            <p:cNvPr id="5343" name="Google Shape;5343;p86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176272" y="4777740"/>
              <a:ext cx="167640" cy="65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44" name="Google Shape;5344;p86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176272" y="4634484"/>
              <a:ext cx="170688" cy="1036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45" name="Google Shape;5345;p86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176272" y="4283964"/>
              <a:ext cx="170688" cy="33070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46" name="Google Shape;5346;p86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171700" y="3224783"/>
            <a:ext cx="225517" cy="995171"/>
          </a:xfrm>
          <a:prstGeom prst="rect">
            <a:avLst/>
          </a:prstGeom>
          <a:noFill/>
          <a:ln>
            <a:noFill/>
          </a:ln>
        </p:spPr>
      </p:pic>
      <p:sp>
        <p:nvSpPr>
          <p:cNvPr id="5347" name="Google Shape;5347;p86"/>
          <p:cNvSpPr/>
          <p:nvPr/>
        </p:nvSpPr>
        <p:spPr>
          <a:xfrm>
            <a:off x="2587752" y="8630411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7243" y="3048"/>
                </a:lnTo>
                <a:lnTo>
                  <a:pt x="53339" y="9144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53339" y="51816"/>
                </a:lnTo>
                <a:lnTo>
                  <a:pt x="47243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8" name="Google Shape;5348;p86"/>
          <p:cNvSpPr/>
          <p:nvPr/>
        </p:nvSpPr>
        <p:spPr>
          <a:xfrm>
            <a:off x="2526779" y="8034528"/>
            <a:ext cx="175895" cy="525780"/>
          </a:xfrm>
          <a:custGeom>
            <a:rect b="b" l="l" r="r" t="t"/>
            <a:pathLst>
              <a:path extrusionOk="0" h="525779" w="175894">
                <a:moveTo>
                  <a:pt x="175260" y="368808"/>
                </a:moveTo>
                <a:lnTo>
                  <a:pt x="27432" y="368808"/>
                </a:lnTo>
                <a:lnTo>
                  <a:pt x="21336" y="367284"/>
                </a:lnTo>
                <a:lnTo>
                  <a:pt x="18288" y="365760"/>
                </a:lnTo>
                <a:lnTo>
                  <a:pt x="13716" y="362712"/>
                </a:lnTo>
                <a:lnTo>
                  <a:pt x="10668" y="358140"/>
                </a:lnTo>
                <a:lnTo>
                  <a:pt x="10668" y="345948"/>
                </a:lnTo>
                <a:lnTo>
                  <a:pt x="7620" y="345948"/>
                </a:lnTo>
                <a:lnTo>
                  <a:pt x="7620" y="402336"/>
                </a:lnTo>
                <a:lnTo>
                  <a:pt x="10668" y="402336"/>
                </a:lnTo>
                <a:lnTo>
                  <a:pt x="10668" y="390144"/>
                </a:lnTo>
                <a:lnTo>
                  <a:pt x="13716" y="385572"/>
                </a:lnTo>
                <a:lnTo>
                  <a:pt x="16764" y="382524"/>
                </a:lnTo>
                <a:lnTo>
                  <a:pt x="19812" y="381000"/>
                </a:lnTo>
                <a:lnTo>
                  <a:pt x="25908" y="379476"/>
                </a:lnTo>
                <a:lnTo>
                  <a:pt x="134112" y="379476"/>
                </a:lnTo>
                <a:lnTo>
                  <a:pt x="7620" y="483108"/>
                </a:lnTo>
                <a:lnTo>
                  <a:pt x="7620" y="525780"/>
                </a:lnTo>
                <a:lnTo>
                  <a:pt x="12192" y="525780"/>
                </a:lnTo>
                <a:lnTo>
                  <a:pt x="12192" y="521208"/>
                </a:lnTo>
                <a:lnTo>
                  <a:pt x="13716" y="516636"/>
                </a:lnTo>
                <a:lnTo>
                  <a:pt x="13716" y="515112"/>
                </a:lnTo>
                <a:lnTo>
                  <a:pt x="16764" y="505968"/>
                </a:lnTo>
                <a:lnTo>
                  <a:pt x="19812" y="504444"/>
                </a:lnTo>
                <a:lnTo>
                  <a:pt x="21336" y="501396"/>
                </a:lnTo>
                <a:lnTo>
                  <a:pt x="24384" y="498348"/>
                </a:lnTo>
                <a:lnTo>
                  <a:pt x="30480" y="493776"/>
                </a:lnTo>
                <a:lnTo>
                  <a:pt x="160020" y="493776"/>
                </a:lnTo>
                <a:lnTo>
                  <a:pt x="163068" y="495300"/>
                </a:lnTo>
                <a:lnTo>
                  <a:pt x="167640" y="498348"/>
                </a:lnTo>
                <a:lnTo>
                  <a:pt x="169164" y="504444"/>
                </a:lnTo>
                <a:lnTo>
                  <a:pt x="169164" y="516636"/>
                </a:lnTo>
                <a:lnTo>
                  <a:pt x="172212" y="516636"/>
                </a:lnTo>
                <a:lnTo>
                  <a:pt x="172212" y="460248"/>
                </a:lnTo>
                <a:lnTo>
                  <a:pt x="169164" y="460248"/>
                </a:lnTo>
                <a:lnTo>
                  <a:pt x="169164" y="472440"/>
                </a:lnTo>
                <a:lnTo>
                  <a:pt x="167640" y="477012"/>
                </a:lnTo>
                <a:lnTo>
                  <a:pt x="164592" y="480060"/>
                </a:lnTo>
                <a:lnTo>
                  <a:pt x="161544" y="481584"/>
                </a:lnTo>
                <a:lnTo>
                  <a:pt x="155448" y="483108"/>
                </a:lnTo>
                <a:lnTo>
                  <a:pt x="44196" y="483108"/>
                </a:lnTo>
                <a:lnTo>
                  <a:pt x="175260" y="373380"/>
                </a:lnTo>
                <a:lnTo>
                  <a:pt x="175260" y="368808"/>
                </a:lnTo>
                <a:close/>
              </a:path>
              <a:path extrusionOk="0" h="525779" w="175894">
                <a:moveTo>
                  <a:pt x="175260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61544" y="7620"/>
                </a:lnTo>
                <a:lnTo>
                  <a:pt x="161544" y="10668"/>
                </a:lnTo>
                <a:lnTo>
                  <a:pt x="160020" y="12192"/>
                </a:lnTo>
                <a:lnTo>
                  <a:pt x="160020" y="13716"/>
                </a:lnTo>
                <a:lnTo>
                  <a:pt x="158496" y="15240"/>
                </a:lnTo>
                <a:lnTo>
                  <a:pt x="156972" y="15240"/>
                </a:lnTo>
                <a:lnTo>
                  <a:pt x="153924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6764" y="48768"/>
                </a:lnTo>
                <a:lnTo>
                  <a:pt x="15240" y="47244"/>
                </a:lnTo>
                <a:lnTo>
                  <a:pt x="15240" y="41148"/>
                </a:lnTo>
                <a:lnTo>
                  <a:pt x="16764" y="39624"/>
                </a:lnTo>
                <a:lnTo>
                  <a:pt x="18288" y="39624"/>
                </a:lnTo>
                <a:lnTo>
                  <a:pt x="19812" y="38100"/>
                </a:lnTo>
                <a:lnTo>
                  <a:pt x="22860" y="38100"/>
                </a:lnTo>
                <a:lnTo>
                  <a:pt x="25908" y="36576"/>
                </a:lnTo>
                <a:lnTo>
                  <a:pt x="68580" y="36576"/>
                </a:lnTo>
                <a:lnTo>
                  <a:pt x="64350" y="41681"/>
                </a:lnTo>
                <a:lnTo>
                  <a:pt x="60960" y="47625"/>
                </a:lnTo>
                <a:lnTo>
                  <a:pt x="58724" y="54152"/>
                </a:lnTo>
                <a:lnTo>
                  <a:pt x="58648" y="54864"/>
                </a:lnTo>
                <a:lnTo>
                  <a:pt x="57912" y="60960"/>
                </a:lnTo>
                <a:lnTo>
                  <a:pt x="77724" y="99060"/>
                </a:lnTo>
                <a:lnTo>
                  <a:pt x="121920" y="112776"/>
                </a:lnTo>
                <a:lnTo>
                  <a:pt x="133337" y="111925"/>
                </a:lnTo>
                <a:lnTo>
                  <a:pt x="133121" y="111925"/>
                </a:lnTo>
                <a:lnTo>
                  <a:pt x="143256" y="109537"/>
                </a:lnTo>
                <a:lnTo>
                  <a:pt x="174383" y="77444"/>
                </a:lnTo>
                <a:lnTo>
                  <a:pt x="175260" y="62484"/>
                </a:lnTo>
                <a:lnTo>
                  <a:pt x="173736" y="57912"/>
                </a:lnTo>
                <a:lnTo>
                  <a:pt x="172212" y="51816"/>
                </a:lnTo>
                <a:lnTo>
                  <a:pt x="169164" y="47244"/>
                </a:lnTo>
                <a:lnTo>
                  <a:pt x="164592" y="42672"/>
                </a:lnTo>
                <a:lnTo>
                  <a:pt x="160020" y="39014"/>
                </a:lnTo>
                <a:lnTo>
                  <a:pt x="160020" y="50292"/>
                </a:lnTo>
                <a:lnTo>
                  <a:pt x="160020" y="57912"/>
                </a:lnTo>
                <a:lnTo>
                  <a:pt x="132969" y="87630"/>
                </a:lnTo>
                <a:lnTo>
                  <a:pt x="123113" y="89331"/>
                </a:lnTo>
                <a:lnTo>
                  <a:pt x="123456" y="89331"/>
                </a:lnTo>
                <a:lnTo>
                  <a:pt x="111252" y="89916"/>
                </a:lnTo>
                <a:lnTo>
                  <a:pt x="100418" y="89331"/>
                </a:lnTo>
                <a:lnTo>
                  <a:pt x="90868" y="87439"/>
                </a:lnTo>
                <a:lnTo>
                  <a:pt x="82753" y="84137"/>
                </a:lnTo>
                <a:lnTo>
                  <a:pt x="76200" y="79248"/>
                </a:lnTo>
                <a:lnTo>
                  <a:pt x="68580" y="74676"/>
                </a:lnTo>
                <a:lnTo>
                  <a:pt x="65532" y="68580"/>
                </a:lnTo>
                <a:lnTo>
                  <a:pt x="65532" y="57912"/>
                </a:lnTo>
                <a:lnTo>
                  <a:pt x="67056" y="54864"/>
                </a:lnTo>
                <a:lnTo>
                  <a:pt x="70104" y="50292"/>
                </a:lnTo>
                <a:lnTo>
                  <a:pt x="71628" y="47244"/>
                </a:lnTo>
                <a:lnTo>
                  <a:pt x="74676" y="42672"/>
                </a:lnTo>
                <a:lnTo>
                  <a:pt x="79248" y="41148"/>
                </a:lnTo>
                <a:lnTo>
                  <a:pt x="83820" y="38100"/>
                </a:lnTo>
                <a:lnTo>
                  <a:pt x="88392" y="38100"/>
                </a:lnTo>
                <a:lnTo>
                  <a:pt x="94488" y="36576"/>
                </a:lnTo>
                <a:lnTo>
                  <a:pt x="149352" y="36576"/>
                </a:lnTo>
                <a:lnTo>
                  <a:pt x="156972" y="44196"/>
                </a:lnTo>
                <a:lnTo>
                  <a:pt x="160020" y="50292"/>
                </a:lnTo>
                <a:lnTo>
                  <a:pt x="160020" y="39014"/>
                </a:lnTo>
                <a:lnTo>
                  <a:pt x="156972" y="36576"/>
                </a:lnTo>
                <a:lnTo>
                  <a:pt x="175260" y="36576"/>
                </a:lnTo>
                <a:lnTo>
                  <a:pt x="175260" y="32004"/>
                </a:lnTo>
                <a:close/>
              </a:path>
              <a:path extrusionOk="0" h="525779" w="175894">
                <a:moveTo>
                  <a:pt x="175272" y="284988"/>
                </a:moveTo>
                <a:lnTo>
                  <a:pt x="175158" y="283464"/>
                </a:lnTo>
                <a:lnTo>
                  <a:pt x="174650" y="276377"/>
                </a:lnTo>
                <a:lnTo>
                  <a:pt x="172605" y="268605"/>
                </a:lnTo>
                <a:lnTo>
                  <a:pt x="140576" y="242506"/>
                </a:lnTo>
                <a:lnTo>
                  <a:pt x="132600" y="240792"/>
                </a:lnTo>
                <a:lnTo>
                  <a:pt x="129552" y="243840"/>
                </a:lnTo>
                <a:lnTo>
                  <a:pt x="140220" y="246888"/>
                </a:lnTo>
                <a:lnTo>
                  <a:pt x="146316" y="251460"/>
                </a:lnTo>
                <a:lnTo>
                  <a:pt x="150888" y="257556"/>
                </a:lnTo>
                <a:lnTo>
                  <a:pt x="153936" y="262128"/>
                </a:lnTo>
                <a:lnTo>
                  <a:pt x="155460" y="268224"/>
                </a:lnTo>
                <a:lnTo>
                  <a:pt x="155397" y="276377"/>
                </a:lnTo>
                <a:lnTo>
                  <a:pt x="134048" y="308406"/>
                </a:lnTo>
                <a:lnTo>
                  <a:pt x="102120" y="315468"/>
                </a:lnTo>
                <a:lnTo>
                  <a:pt x="102120" y="265176"/>
                </a:lnTo>
                <a:lnTo>
                  <a:pt x="102120" y="240792"/>
                </a:lnTo>
                <a:lnTo>
                  <a:pt x="94488" y="241338"/>
                </a:lnTo>
                <a:lnTo>
                  <a:pt x="94488" y="265176"/>
                </a:lnTo>
                <a:lnTo>
                  <a:pt x="94488" y="315468"/>
                </a:lnTo>
                <a:lnTo>
                  <a:pt x="65532" y="295656"/>
                </a:lnTo>
                <a:lnTo>
                  <a:pt x="65532" y="283464"/>
                </a:lnTo>
                <a:lnTo>
                  <a:pt x="67056" y="280416"/>
                </a:lnTo>
                <a:lnTo>
                  <a:pt x="70104" y="275844"/>
                </a:lnTo>
                <a:lnTo>
                  <a:pt x="76200" y="269748"/>
                </a:lnTo>
                <a:lnTo>
                  <a:pt x="80772" y="266700"/>
                </a:lnTo>
                <a:lnTo>
                  <a:pt x="83820" y="266700"/>
                </a:lnTo>
                <a:lnTo>
                  <a:pt x="88392" y="265176"/>
                </a:lnTo>
                <a:lnTo>
                  <a:pt x="94488" y="265176"/>
                </a:lnTo>
                <a:lnTo>
                  <a:pt x="94488" y="241338"/>
                </a:lnTo>
                <a:lnTo>
                  <a:pt x="93256" y="241414"/>
                </a:lnTo>
                <a:lnTo>
                  <a:pt x="61150" y="265938"/>
                </a:lnTo>
                <a:lnTo>
                  <a:pt x="57912" y="283464"/>
                </a:lnTo>
                <a:lnTo>
                  <a:pt x="59042" y="293446"/>
                </a:lnTo>
                <a:lnTo>
                  <a:pt x="83299" y="325399"/>
                </a:lnTo>
                <a:lnTo>
                  <a:pt x="118884" y="333756"/>
                </a:lnTo>
                <a:lnTo>
                  <a:pt x="131216" y="332879"/>
                </a:lnTo>
                <a:lnTo>
                  <a:pt x="130975" y="332879"/>
                </a:lnTo>
                <a:lnTo>
                  <a:pt x="141744" y="330327"/>
                </a:lnTo>
                <a:lnTo>
                  <a:pt x="151460" y="326047"/>
                </a:lnTo>
                <a:lnTo>
                  <a:pt x="160032" y="320040"/>
                </a:lnTo>
                <a:lnTo>
                  <a:pt x="163931" y="315468"/>
                </a:lnTo>
                <a:lnTo>
                  <a:pt x="166903" y="312000"/>
                </a:lnTo>
                <a:lnTo>
                  <a:pt x="171653" y="303657"/>
                </a:lnTo>
                <a:lnTo>
                  <a:pt x="171767" y="303276"/>
                </a:lnTo>
                <a:lnTo>
                  <a:pt x="174383" y="294754"/>
                </a:lnTo>
                <a:lnTo>
                  <a:pt x="174498" y="293446"/>
                </a:lnTo>
                <a:lnTo>
                  <a:pt x="175272" y="284988"/>
                </a:lnTo>
                <a:close/>
              </a:path>
              <a:path extrusionOk="0" h="525779" w="175894">
                <a:moveTo>
                  <a:pt x="175272" y="173736"/>
                </a:moveTo>
                <a:lnTo>
                  <a:pt x="175158" y="172212"/>
                </a:lnTo>
                <a:lnTo>
                  <a:pt x="175044" y="170688"/>
                </a:lnTo>
                <a:lnTo>
                  <a:pt x="174942" y="169164"/>
                </a:lnTo>
                <a:lnTo>
                  <a:pt x="148412" y="134112"/>
                </a:lnTo>
                <a:lnTo>
                  <a:pt x="132600" y="129540"/>
                </a:lnTo>
                <a:lnTo>
                  <a:pt x="129552" y="132588"/>
                </a:lnTo>
                <a:lnTo>
                  <a:pt x="140220" y="135636"/>
                </a:lnTo>
                <a:lnTo>
                  <a:pt x="146316" y="140208"/>
                </a:lnTo>
                <a:lnTo>
                  <a:pt x="150888" y="144780"/>
                </a:lnTo>
                <a:lnTo>
                  <a:pt x="153936" y="150876"/>
                </a:lnTo>
                <a:lnTo>
                  <a:pt x="155460" y="156972"/>
                </a:lnTo>
                <a:lnTo>
                  <a:pt x="155397" y="165125"/>
                </a:lnTo>
                <a:lnTo>
                  <a:pt x="134048" y="197154"/>
                </a:lnTo>
                <a:lnTo>
                  <a:pt x="102120" y="204216"/>
                </a:lnTo>
                <a:lnTo>
                  <a:pt x="102120" y="153924"/>
                </a:lnTo>
                <a:lnTo>
                  <a:pt x="102120" y="129540"/>
                </a:lnTo>
                <a:lnTo>
                  <a:pt x="94488" y="130086"/>
                </a:lnTo>
                <a:lnTo>
                  <a:pt x="94488" y="153924"/>
                </a:lnTo>
                <a:lnTo>
                  <a:pt x="94488" y="204216"/>
                </a:lnTo>
                <a:lnTo>
                  <a:pt x="65532" y="184404"/>
                </a:lnTo>
                <a:lnTo>
                  <a:pt x="65532" y="172212"/>
                </a:lnTo>
                <a:lnTo>
                  <a:pt x="67056" y="169164"/>
                </a:lnTo>
                <a:lnTo>
                  <a:pt x="70104" y="164592"/>
                </a:lnTo>
                <a:lnTo>
                  <a:pt x="76200" y="158496"/>
                </a:lnTo>
                <a:lnTo>
                  <a:pt x="80772" y="155448"/>
                </a:lnTo>
                <a:lnTo>
                  <a:pt x="83820" y="155448"/>
                </a:lnTo>
                <a:lnTo>
                  <a:pt x="88392" y="153924"/>
                </a:lnTo>
                <a:lnTo>
                  <a:pt x="94488" y="153924"/>
                </a:lnTo>
                <a:lnTo>
                  <a:pt x="94488" y="130086"/>
                </a:lnTo>
                <a:lnTo>
                  <a:pt x="93256" y="130162"/>
                </a:lnTo>
                <a:lnTo>
                  <a:pt x="61150" y="154495"/>
                </a:lnTo>
                <a:lnTo>
                  <a:pt x="57912" y="170688"/>
                </a:lnTo>
                <a:lnTo>
                  <a:pt x="59042" y="181546"/>
                </a:lnTo>
                <a:lnTo>
                  <a:pt x="83299" y="214147"/>
                </a:lnTo>
                <a:lnTo>
                  <a:pt x="118884" y="222504"/>
                </a:lnTo>
                <a:lnTo>
                  <a:pt x="130886" y="221627"/>
                </a:lnTo>
                <a:lnTo>
                  <a:pt x="141744" y="218884"/>
                </a:lnTo>
                <a:lnTo>
                  <a:pt x="151460" y="214147"/>
                </a:lnTo>
                <a:lnTo>
                  <a:pt x="160032" y="207264"/>
                </a:lnTo>
                <a:lnTo>
                  <a:pt x="162953" y="204216"/>
                </a:lnTo>
                <a:lnTo>
                  <a:pt x="166903" y="200101"/>
                </a:lnTo>
                <a:lnTo>
                  <a:pt x="171653" y="192214"/>
                </a:lnTo>
                <a:lnTo>
                  <a:pt x="171704" y="192024"/>
                </a:lnTo>
                <a:lnTo>
                  <a:pt x="174383" y="183476"/>
                </a:lnTo>
                <a:lnTo>
                  <a:pt x="175272" y="1737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49" name="Google Shape;5349;p86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551175" y="7789164"/>
            <a:ext cx="150876" cy="181355"/>
          </a:xfrm>
          <a:prstGeom prst="rect">
            <a:avLst/>
          </a:prstGeom>
          <a:noFill/>
          <a:ln>
            <a:noFill/>
          </a:ln>
        </p:spPr>
      </p:pic>
      <p:sp>
        <p:nvSpPr>
          <p:cNvPr id="5350" name="Google Shape;5350;p86"/>
          <p:cNvSpPr/>
          <p:nvPr/>
        </p:nvSpPr>
        <p:spPr>
          <a:xfrm>
            <a:off x="2526779" y="7193280"/>
            <a:ext cx="175895" cy="525780"/>
          </a:xfrm>
          <a:custGeom>
            <a:rect b="b" l="l" r="r" t="t"/>
            <a:pathLst>
              <a:path extrusionOk="0" h="525779" w="175894">
                <a:moveTo>
                  <a:pt x="172212" y="339852"/>
                </a:moveTo>
                <a:lnTo>
                  <a:pt x="169164" y="339852"/>
                </a:lnTo>
                <a:lnTo>
                  <a:pt x="169164" y="347472"/>
                </a:lnTo>
                <a:lnTo>
                  <a:pt x="167640" y="350520"/>
                </a:lnTo>
                <a:lnTo>
                  <a:pt x="163068" y="355092"/>
                </a:lnTo>
                <a:lnTo>
                  <a:pt x="160020" y="355092"/>
                </a:lnTo>
                <a:lnTo>
                  <a:pt x="155448" y="356616"/>
                </a:lnTo>
                <a:lnTo>
                  <a:pt x="82296" y="356616"/>
                </a:lnTo>
                <a:lnTo>
                  <a:pt x="77724" y="358140"/>
                </a:lnTo>
                <a:lnTo>
                  <a:pt x="65532" y="364236"/>
                </a:lnTo>
                <a:lnTo>
                  <a:pt x="59436" y="373380"/>
                </a:lnTo>
                <a:lnTo>
                  <a:pt x="57912" y="379476"/>
                </a:lnTo>
                <a:lnTo>
                  <a:pt x="57912" y="390144"/>
                </a:lnTo>
                <a:lnTo>
                  <a:pt x="82296" y="422148"/>
                </a:lnTo>
                <a:lnTo>
                  <a:pt x="74676" y="423672"/>
                </a:lnTo>
                <a:lnTo>
                  <a:pt x="68580" y="426720"/>
                </a:lnTo>
                <a:lnTo>
                  <a:pt x="64008" y="432816"/>
                </a:lnTo>
                <a:lnTo>
                  <a:pt x="60960" y="437388"/>
                </a:lnTo>
                <a:lnTo>
                  <a:pt x="57912" y="443484"/>
                </a:lnTo>
                <a:lnTo>
                  <a:pt x="57912" y="454152"/>
                </a:lnTo>
                <a:lnTo>
                  <a:pt x="59436" y="457200"/>
                </a:lnTo>
                <a:lnTo>
                  <a:pt x="62484" y="466344"/>
                </a:lnTo>
                <a:lnTo>
                  <a:pt x="65532" y="469392"/>
                </a:lnTo>
                <a:lnTo>
                  <a:pt x="68580" y="473964"/>
                </a:lnTo>
                <a:lnTo>
                  <a:pt x="70104" y="473964"/>
                </a:lnTo>
                <a:lnTo>
                  <a:pt x="74676" y="480060"/>
                </a:lnTo>
                <a:lnTo>
                  <a:pt x="82296" y="487680"/>
                </a:lnTo>
                <a:lnTo>
                  <a:pt x="57912" y="487680"/>
                </a:lnTo>
                <a:lnTo>
                  <a:pt x="57912" y="492252"/>
                </a:lnTo>
                <a:lnTo>
                  <a:pt x="71628" y="525780"/>
                </a:lnTo>
                <a:lnTo>
                  <a:pt x="74676" y="524256"/>
                </a:lnTo>
                <a:lnTo>
                  <a:pt x="74676" y="521208"/>
                </a:lnTo>
                <a:lnTo>
                  <a:pt x="73152" y="518160"/>
                </a:lnTo>
                <a:lnTo>
                  <a:pt x="73152" y="513588"/>
                </a:lnTo>
                <a:lnTo>
                  <a:pt x="74676" y="512064"/>
                </a:lnTo>
                <a:lnTo>
                  <a:pt x="74676" y="510540"/>
                </a:lnTo>
                <a:lnTo>
                  <a:pt x="76200" y="509016"/>
                </a:lnTo>
                <a:lnTo>
                  <a:pt x="77724" y="509016"/>
                </a:lnTo>
                <a:lnTo>
                  <a:pt x="80772" y="507492"/>
                </a:lnTo>
                <a:lnTo>
                  <a:pt x="160020" y="507492"/>
                </a:lnTo>
                <a:lnTo>
                  <a:pt x="163068" y="509016"/>
                </a:lnTo>
                <a:lnTo>
                  <a:pt x="164592" y="509016"/>
                </a:lnTo>
                <a:lnTo>
                  <a:pt x="167640" y="510540"/>
                </a:lnTo>
                <a:lnTo>
                  <a:pt x="167640" y="513588"/>
                </a:lnTo>
                <a:lnTo>
                  <a:pt x="169164" y="515112"/>
                </a:lnTo>
                <a:lnTo>
                  <a:pt x="169164" y="524256"/>
                </a:lnTo>
                <a:lnTo>
                  <a:pt x="172212" y="524256"/>
                </a:lnTo>
                <a:lnTo>
                  <a:pt x="172212" y="507492"/>
                </a:lnTo>
                <a:lnTo>
                  <a:pt x="172212" y="470916"/>
                </a:lnTo>
                <a:lnTo>
                  <a:pt x="169164" y="470916"/>
                </a:lnTo>
                <a:lnTo>
                  <a:pt x="169164" y="480060"/>
                </a:lnTo>
                <a:lnTo>
                  <a:pt x="167640" y="481584"/>
                </a:lnTo>
                <a:lnTo>
                  <a:pt x="167640" y="483108"/>
                </a:lnTo>
                <a:lnTo>
                  <a:pt x="164592" y="484632"/>
                </a:lnTo>
                <a:lnTo>
                  <a:pt x="163068" y="486156"/>
                </a:lnTo>
                <a:lnTo>
                  <a:pt x="161544" y="486156"/>
                </a:lnTo>
                <a:lnTo>
                  <a:pt x="155448" y="487680"/>
                </a:lnTo>
                <a:lnTo>
                  <a:pt x="88392" y="487680"/>
                </a:lnTo>
                <a:lnTo>
                  <a:pt x="83820" y="483108"/>
                </a:lnTo>
                <a:lnTo>
                  <a:pt x="80772" y="478536"/>
                </a:lnTo>
                <a:lnTo>
                  <a:pt x="77724" y="472440"/>
                </a:lnTo>
                <a:lnTo>
                  <a:pt x="74676" y="467868"/>
                </a:lnTo>
                <a:lnTo>
                  <a:pt x="73152" y="463296"/>
                </a:lnTo>
                <a:lnTo>
                  <a:pt x="73152" y="454152"/>
                </a:lnTo>
                <a:lnTo>
                  <a:pt x="76200" y="448056"/>
                </a:lnTo>
                <a:lnTo>
                  <a:pt x="80772" y="445008"/>
                </a:lnTo>
                <a:lnTo>
                  <a:pt x="85344" y="443484"/>
                </a:lnTo>
                <a:lnTo>
                  <a:pt x="91440" y="441960"/>
                </a:lnTo>
                <a:lnTo>
                  <a:pt x="160020" y="441960"/>
                </a:lnTo>
                <a:lnTo>
                  <a:pt x="166116" y="445008"/>
                </a:lnTo>
                <a:lnTo>
                  <a:pt x="169164" y="448056"/>
                </a:lnTo>
                <a:lnTo>
                  <a:pt x="169164" y="458724"/>
                </a:lnTo>
                <a:lnTo>
                  <a:pt x="172212" y="458724"/>
                </a:lnTo>
                <a:lnTo>
                  <a:pt x="172212" y="441960"/>
                </a:lnTo>
                <a:lnTo>
                  <a:pt x="172212" y="422148"/>
                </a:lnTo>
                <a:lnTo>
                  <a:pt x="172212" y="405384"/>
                </a:lnTo>
                <a:lnTo>
                  <a:pt x="169164" y="405384"/>
                </a:lnTo>
                <a:lnTo>
                  <a:pt x="169164" y="414528"/>
                </a:lnTo>
                <a:lnTo>
                  <a:pt x="163068" y="420624"/>
                </a:lnTo>
                <a:lnTo>
                  <a:pt x="161544" y="420624"/>
                </a:lnTo>
                <a:lnTo>
                  <a:pt x="156972" y="422148"/>
                </a:lnTo>
                <a:lnTo>
                  <a:pt x="88392" y="422148"/>
                </a:lnTo>
                <a:lnTo>
                  <a:pt x="82296" y="416052"/>
                </a:lnTo>
                <a:lnTo>
                  <a:pt x="79248" y="409956"/>
                </a:lnTo>
                <a:lnTo>
                  <a:pt x="76200" y="406908"/>
                </a:lnTo>
                <a:lnTo>
                  <a:pt x="73152" y="397764"/>
                </a:lnTo>
                <a:lnTo>
                  <a:pt x="73152" y="387096"/>
                </a:lnTo>
                <a:lnTo>
                  <a:pt x="76200" y="382524"/>
                </a:lnTo>
                <a:lnTo>
                  <a:pt x="85344" y="376428"/>
                </a:lnTo>
                <a:lnTo>
                  <a:pt x="163068" y="376428"/>
                </a:lnTo>
                <a:lnTo>
                  <a:pt x="166116" y="377952"/>
                </a:lnTo>
                <a:lnTo>
                  <a:pt x="166116" y="379476"/>
                </a:lnTo>
                <a:lnTo>
                  <a:pt x="169164" y="382524"/>
                </a:lnTo>
                <a:lnTo>
                  <a:pt x="169164" y="393192"/>
                </a:lnTo>
                <a:lnTo>
                  <a:pt x="172212" y="393192"/>
                </a:lnTo>
                <a:lnTo>
                  <a:pt x="172212" y="376428"/>
                </a:lnTo>
                <a:lnTo>
                  <a:pt x="172212" y="339852"/>
                </a:lnTo>
                <a:close/>
              </a:path>
              <a:path extrusionOk="0" h="525779" w="175894">
                <a:moveTo>
                  <a:pt x="172212" y="170688"/>
                </a:moveTo>
                <a:lnTo>
                  <a:pt x="169164" y="170688"/>
                </a:lnTo>
                <a:lnTo>
                  <a:pt x="169164" y="179832"/>
                </a:lnTo>
                <a:lnTo>
                  <a:pt x="167640" y="182880"/>
                </a:lnTo>
                <a:lnTo>
                  <a:pt x="167640" y="184404"/>
                </a:lnTo>
                <a:lnTo>
                  <a:pt x="166128" y="185928"/>
                </a:lnTo>
                <a:lnTo>
                  <a:pt x="163080" y="185928"/>
                </a:lnTo>
                <a:lnTo>
                  <a:pt x="160020" y="187452"/>
                </a:lnTo>
                <a:lnTo>
                  <a:pt x="111252" y="187452"/>
                </a:lnTo>
                <a:lnTo>
                  <a:pt x="0" y="187452"/>
                </a:lnTo>
                <a:lnTo>
                  <a:pt x="0" y="193548"/>
                </a:lnTo>
                <a:lnTo>
                  <a:pt x="13716" y="224028"/>
                </a:lnTo>
                <a:lnTo>
                  <a:pt x="16764" y="222504"/>
                </a:lnTo>
                <a:lnTo>
                  <a:pt x="15240" y="219456"/>
                </a:lnTo>
                <a:lnTo>
                  <a:pt x="15240" y="211836"/>
                </a:lnTo>
                <a:lnTo>
                  <a:pt x="16764" y="210312"/>
                </a:lnTo>
                <a:lnTo>
                  <a:pt x="18288" y="210312"/>
                </a:lnTo>
                <a:lnTo>
                  <a:pt x="19812" y="208788"/>
                </a:lnTo>
                <a:lnTo>
                  <a:pt x="22860" y="208788"/>
                </a:lnTo>
                <a:lnTo>
                  <a:pt x="25908" y="207264"/>
                </a:lnTo>
                <a:lnTo>
                  <a:pt x="155448" y="207264"/>
                </a:lnTo>
                <a:lnTo>
                  <a:pt x="160020" y="208788"/>
                </a:lnTo>
                <a:lnTo>
                  <a:pt x="163080" y="208788"/>
                </a:lnTo>
                <a:lnTo>
                  <a:pt x="169164" y="214884"/>
                </a:lnTo>
                <a:lnTo>
                  <a:pt x="169164" y="224028"/>
                </a:lnTo>
                <a:lnTo>
                  <a:pt x="172212" y="224028"/>
                </a:lnTo>
                <a:lnTo>
                  <a:pt x="172212" y="207264"/>
                </a:lnTo>
                <a:lnTo>
                  <a:pt x="172212" y="170688"/>
                </a:lnTo>
                <a:close/>
              </a:path>
              <a:path extrusionOk="0" h="525779" w="175894">
                <a:moveTo>
                  <a:pt x="172212" y="102108"/>
                </a:moveTo>
                <a:lnTo>
                  <a:pt x="166128" y="102108"/>
                </a:lnTo>
                <a:lnTo>
                  <a:pt x="166128" y="112776"/>
                </a:lnTo>
                <a:lnTo>
                  <a:pt x="164604" y="114300"/>
                </a:lnTo>
                <a:lnTo>
                  <a:pt x="163080" y="117348"/>
                </a:lnTo>
                <a:lnTo>
                  <a:pt x="160020" y="121920"/>
                </a:lnTo>
                <a:lnTo>
                  <a:pt x="156972" y="123444"/>
                </a:lnTo>
                <a:lnTo>
                  <a:pt x="150876" y="129540"/>
                </a:lnTo>
                <a:lnTo>
                  <a:pt x="141732" y="137160"/>
                </a:lnTo>
                <a:lnTo>
                  <a:pt x="103632" y="167640"/>
                </a:lnTo>
                <a:lnTo>
                  <a:pt x="85496" y="146304"/>
                </a:lnTo>
                <a:lnTo>
                  <a:pt x="77724" y="137160"/>
                </a:lnTo>
                <a:lnTo>
                  <a:pt x="73152" y="132588"/>
                </a:lnTo>
                <a:lnTo>
                  <a:pt x="67056" y="123444"/>
                </a:lnTo>
                <a:lnTo>
                  <a:pt x="65532" y="118872"/>
                </a:lnTo>
                <a:lnTo>
                  <a:pt x="65532" y="112776"/>
                </a:lnTo>
                <a:lnTo>
                  <a:pt x="64008" y="106680"/>
                </a:lnTo>
                <a:lnTo>
                  <a:pt x="60960" y="106680"/>
                </a:lnTo>
                <a:lnTo>
                  <a:pt x="60960" y="153924"/>
                </a:lnTo>
                <a:lnTo>
                  <a:pt x="64008" y="153924"/>
                </a:lnTo>
                <a:lnTo>
                  <a:pt x="65532" y="150876"/>
                </a:lnTo>
                <a:lnTo>
                  <a:pt x="65532" y="149352"/>
                </a:lnTo>
                <a:lnTo>
                  <a:pt x="68580" y="146304"/>
                </a:lnTo>
                <a:lnTo>
                  <a:pt x="74676" y="146304"/>
                </a:lnTo>
                <a:lnTo>
                  <a:pt x="85344" y="156972"/>
                </a:lnTo>
                <a:lnTo>
                  <a:pt x="111252" y="187452"/>
                </a:lnTo>
                <a:lnTo>
                  <a:pt x="134366" y="167640"/>
                </a:lnTo>
                <a:lnTo>
                  <a:pt x="153924" y="150876"/>
                </a:lnTo>
                <a:lnTo>
                  <a:pt x="158496" y="147828"/>
                </a:lnTo>
                <a:lnTo>
                  <a:pt x="161544" y="146304"/>
                </a:lnTo>
                <a:lnTo>
                  <a:pt x="166128" y="146304"/>
                </a:lnTo>
                <a:lnTo>
                  <a:pt x="169164" y="149352"/>
                </a:lnTo>
                <a:lnTo>
                  <a:pt x="169164" y="153924"/>
                </a:lnTo>
                <a:lnTo>
                  <a:pt x="172212" y="153924"/>
                </a:lnTo>
                <a:lnTo>
                  <a:pt x="172212" y="146304"/>
                </a:lnTo>
                <a:lnTo>
                  <a:pt x="172212" y="102108"/>
                </a:lnTo>
                <a:close/>
              </a:path>
              <a:path extrusionOk="0" h="525779" w="175894">
                <a:moveTo>
                  <a:pt x="175272" y="248412"/>
                </a:moveTo>
                <a:lnTo>
                  <a:pt x="158508" y="224028"/>
                </a:lnTo>
                <a:lnTo>
                  <a:pt x="150888" y="224028"/>
                </a:lnTo>
                <a:lnTo>
                  <a:pt x="160032" y="233172"/>
                </a:lnTo>
                <a:lnTo>
                  <a:pt x="160032" y="239268"/>
                </a:lnTo>
                <a:lnTo>
                  <a:pt x="158508" y="240792"/>
                </a:lnTo>
                <a:lnTo>
                  <a:pt x="152412" y="240792"/>
                </a:lnTo>
                <a:lnTo>
                  <a:pt x="146316" y="242316"/>
                </a:lnTo>
                <a:lnTo>
                  <a:pt x="79260" y="242316"/>
                </a:lnTo>
                <a:lnTo>
                  <a:pt x="74688" y="243840"/>
                </a:lnTo>
                <a:lnTo>
                  <a:pt x="65544" y="249936"/>
                </a:lnTo>
                <a:lnTo>
                  <a:pt x="64020" y="254508"/>
                </a:lnTo>
                <a:lnTo>
                  <a:pt x="59448" y="260604"/>
                </a:lnTo>
                <a:lnTo>
                  <a:pt x="57950" y="269544"/>
                </a:lnTo>
                <a:lnTo>
                  <a:pt x="58000" y="280352"/>
                </a:lnTo>
                <a:lnTo>
                  <a:pt x="58115" y="282282"/>
                </a:lnTo>
                <a:lnTo>
                  <a:pt x="58191" y="283464"/>
                </a:lnTo>
                <a:lnTo>
                  <a:pt x="58496" y="288594"/>
                </a:lnTo>
                <a:lnTo>
                  <a:pt x="79260" y="321564"/>
                </a:lnTo>
                <a:lnTo>
                  <a:pt x="89928" y="321564"/>
                </a:lnTo>
                <a:lnTo>
                  <a:pt x="92976" y="320040"/>
                </a:lnTo>
                <a:lnTo>
                  <a:pt x="94500" y="318516"/>
                </a:lnTo>
                <a:lnTo>
                  <a:pt x="97548" y="316992"/>
                </a:lnTo>
                <a:lnTo>
                  <a:pt x="97548" y="306324"/>
                </a:lnTo>
                <a:lnTo>
                  <a:pt x="92976" y="301752"/>
                </a:lnTo>
                <a:lnTo>
                  <a:pt x="76212" y="301752"/>
                </a:lnTo>
                <a:lnTo>
                  <a:pt x="73164" y="300228"/>
                </a:lnTo>
                <a:lnTo>
                  <a:pt x="70116" y="297180"/>
                </a:lnTo>
                <a:lnTo>
                  <a:pt x="67068" y="292608"/>
                </a:lnTo>
                <a:lnTo>
                  <a:pt x="65544" y="289560"/>
                </a:lnTo>
                <a:lnTo>
                  <a:pt x="65671" y="275653"/>
                </a:lnTo>
                <a:lnTo>
                  <a:pt x="71640" y="266700"/>
                </a:lnTo>
                <a:lnTo>
                  <a:pt x="76212" y="263652"/>
                </a:lnTo>
                <a:lnTo>
                  <a:pt x="83832" y="262128"/>
                </a:lnTo>
                <a:lnTo>
                  <a:pt x="99072" y="262128"/>
                </a:lnTo>
                <a:lnTo>
                  <a:pt x="104495" y="275844"/>
                </a:lnTo>
                <a:lnTo>
                  <a:pt x="109359" y="287274"/>
                </a:lnTo>
                <a:lnTo>
                  <a:pt x="113639" y="296418"/>
                </a:lnTo>
                <a:lnTo>
                  <a:pt x="117360" y="303276"/>
                </a:lnTo>
                <a:lnTo>
                  <a:pt x="121932" y="312420"/>
                </a:lnTo>
                <a:lnTo>
                  <a:pt x="128028" y="318516"/>
                </a:lnTo>
                <a:lnTo>
                  <a:pt x="137172" y="324612"/>
                </a:lnTo>
                <a:lnTo>
                  <a:pt x="141744" y="326136"/>
                </a:lnTo>
                <a:lnTo>
                  <a:pt x="155460" y="326136"/>
                </a:lnTo>
                <a:lnTo>
                  <a:pt x="163080" y="323088"/>
                </a:lnTo>
                <a:lnTo>
                  <a:pt x="173748" y="312420"/>
                </a:lnTo>
                <a:lnTo>
                  <a:pt x="175272" y="306324"/>
                </a:lnTo>
                <a:lnTo>
                  <a:pt x="175272" y="288036"/>
                </a:lnTo>
                <a:lnTo>
                  <a:pt x="172224" y="283464"/>
                </a:lnTo>
                <a:lnTo>
                  <a:pt x="170484" y="280352"/>
                </a:lnTo>
                <a:lnTo>
                  <a:pt x="167462" y="275653"/>
                </a:lnTo>
                <a:lnTo>
                  <a:pt x="163004" y="269544"/>
                </a:lnTo>
                <a:lnTo>
                  <a:pt x="160032" y="265887"/>
                </a:lnTo>
                <a:lnTo>
                  <a:pt x="160032" y="292608"/>
                </a:lnTo>
                <a:lnTo>
                  <a:pt x="158508" y="297180"/>
                </a:lnTo>
                <a:lnTo>
                  <a:pt x="155460" y="300228"/>
                </a:lnTo>
                <a:lnTo>
                  <a:pt x="146316" y="306324"/>
                </a:lnTo>
                <a:lnTo>
                  <a:pt x="135648" y="306324"/>
                </a:lnTo>
                <a:lnTo>
                  <a:pt x="132600" y="304800"/>
                </a:lnTo>
                <a:lnTo>
                  <a:pt x="128028" y="301752"/>
                </a:lnTo>
                <a:lnTo>
                  <a:pt x="120408" y="294132"/>
                </a:lnTo>
                <a:lnTo>
                  <a:pt x="117360" y="286512"/>
                </a:lnTo>
                <a:lnTo>
                  <a:pt x="115900" y="283133"/>
                </a:lnTo>
                <a:lnTo>
                  <a:pt x="113741" y="277749"/>
                </a:lnTo>
                <a:lnTo>
                  <a:pt x="110705" y="270662"/>
                </a:lnTo>
                <a:lnTo>
                  <a:pt x="106692" y="262128"/>
                </a:lnTo>
                <a:lnTo>
                  <a:pt x="149364" y="262128"/>
                </a:lnTo>
                <a:lnTo>
                  <a:pt x="159550" y="283464"/>
                </a:lnTo>
                <a:lnTo>
                  <a:pt x="159943" y="287274"/>
                </a:lnTo>
                <a:lnTo>
                  <a:pt x="160032" y="292608"/>
                </a:lnTo>
                <a:lnTo>
                  <a:pt x="160032" y="265887"/>
                </a:lnTo>
                <a:lnTo>
                  <a:pt x="156984" y="262128"/>
                </a:lnTo>
                <a:lnTo>
                  <a:pt x="163080" y="262128"/>
                </a:lnTo>
                <a:lnTo>
                  <a:pt x="169176" y="260604"/>
                </a:lnTo>
                <a:lnTo>
                  <a:pt x="170700" y="257556"/>
                </a:lnTo>
                <a:lnTo>
                  <a:pt x="173748" y="256032"/>
                </a:lnTo>
                <a:lnTo>
                  <a:pt x="175272" y="252984"/>
                </a:lnTo>
                <a:lnTo>
                  <a:pt x="175272" y="248412"/>
                </a:lnTo>
                <a:close/>
              </a:path>
              <a:path extrusionOk="0" h="525779" w="175894">
                <a:moveTo>
                  <a:pt x="175272" y="44196"/>
                </a:moveTo>
                <a:lnTo>
                  <a:pt x="175158" y="42672"/>
                </a:lnTo>
                <a:lnTo>
                  <a:pt x="174650" y="35610"/>
                </a:lnTo>
                <a:lnTo>
                  <a:pt x="172605" y="28003"/>
                </a:lnTo>
                <a:lnTo>
                  <a:pt x="140576" y="1739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6764"/>
                </a:lnTo>
                <a:lnTo>
                  <a:pt x="153885" y="21272"/>
                </a:lnTo>
                <a:lnTo>
                  <a:pt x="154698" y="24384"/>
                </a:lnTo>
                <a:lnTo>
                  <a:pt x="155460" y="27432"/>
                </a:lnTo>
                <a:lnTo>
                  <a:pt x="155397" y="35610"/>
                </a:lnTo>
                <a:lnTo>
                  <a:pt x="134048" y="67614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488" y="723"/>
                </a:lnTo>
                <a:lnTo>
                  <a:pt x="94488" y="24384"/>
                </a:lnTo>
                <a:lnTo>
                  <a:pt x="94488" y="74676"/>
                </a:lnTo>
                <a:lnTo>
                  <a:pt x="65532" y="54864"/>
                </a:lnTo>
                <a:lnTo>
                  <a:pt x="65532" y="44196"/>
                </a:lnTo>
                <a:lnTo>
                  <a:pt x="67056" y="39624"/>
                </a:lnTo>
                <a:lnTo>
                  <a:pt x="70104" y="35052"/>
                </a:lnTo>
                <a:lnTo>
                  <a:pt x="76200" y="28956"/>
                </a:lnTo>
                <a:lnTo>
                  <a:pt x="80772" y="27432"/>
                </a:lnTo>
                <a:lnTo>
                  <a:pt x="83820" y="25908"/>
                </a:lnTo>
                <a:lnTo>
                  <a:pt x="88392" y="24384"/>
                </a:lnTo>
                <a:lnTo>
                  <a:pt x="94488" y="24384"/>
                </a:lnTo>
                <a:lnTo>
                  <a:pt x="94488" y="723"/>
                </a:lnTo>
                <a:lnTo>
                  <a:pt x="61150" y="25717"/>
                </a:lnTo>
                <a:lnTo>
                  <a:pt x="61099" y="25908"/>
                </a:lnTo>
                <a:lnTo>
                  <a:pt x="58750" y="33845"/>
                </a:lnTo>
                <a:lnTo>
                  <a:pt x="58635" y="35052"/>
                </a:lnTo>
                <a:lnTo>
                  <a:pt x="58585" y="35610"/>
                </a:lnTo>
                <a:lnTo>
                  <a:pt x="57912" y="42672"/>
                </a:lnTo>
                <a:lnTo>
                  <a:pt x="74676" y="77724"/>
                </a:lnTo>
                <a:lnTo>
                  <a:pt x="118884" y="92964"/>
                </a:lnTo>
                <a:lnTo>
                  <a:pt x="131216" y="92087"/>
                </a:lnTo>
                <a:lnTo>
                  <a:pt x="130975" y="92087"/>
                </a:lnTo>
                <a:lnTo>
                  <a:pt x="141744" y="89535"/>
                </a:lnTo>
                <a:lnTo>
                  <a:pt x="151460" y="85255"/>
                </a:lnTo>
                <a:lnTo>
                  <a:pt x="160032" y="79248"/>
                </a:lnTo>
                <a:lnTo>
                  <a:pt x="164274" y="74676"/>
                </a:lnTo>
                <a:lnTo>
                  <a:pt x="166903" y="71843"/>
                </a:lnTo>
                <a:lnTo>
                  <a:pt x="171653" y="63436"/>
                </a:lnTo>
                <a:lnTo>
                  <a:pt x="174383" y="54178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1" name="Google Shape;5351;p86"/>
          <p:cNvGrpSpPr/>
          <p:nvPr/>
        </p:nvGrpSpPr>
        <p:grpSpPr>
          <a:xfrm>
            <a:off x="2526792" y="6760464"/>
            <a:ext cx="175260" cy="352044"/>
            <a:chOff x="2526792" y="6760464"/>
            <a:chExt cx="175260" cy="352044"/>
          </a:xfrm>
        </p:grpSpPr>
        <p:pic>
          <p:nvPicPr>
            <p:cNvPr id="5352" name="Google Shape;5352;p86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526792" y="6952488"/>
              <a:ext cx="175260" cy="1600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53" name="Google Shape;5353;p86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584703" y="6856476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54" name="Google Shape;5354;p86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584703" y="6760464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55" name="Google Shape;5355;p86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526792" y="5846064"/>
            <a:ext cx="225551" cy="836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356" name="Google Shape;5356;p86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526791" y="5341620"/>
            <a:ext cx="224028" cy="4297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57" name="Google Shape;5357;p86"/>
          <p:cNvGrpSpPr/>
          <p:nvPr/>
        </p:nvGrpSpPr>
        <p:grpSpPr>
          <a:xfrm>
            <a:off x="2526792" y="4920995"/>
            <a:ext cx="175260" cy="350521"/>
            <a:chOff x="2526792" y="4920995"/>
            <a:chExt cx="175260" cy="350521"/>
          </a:xfrm>
        </p:grpSpPr>
        <p:pic>
          <p:nvPicPr>
            <p:cNvPr id="5358" name="Google Shape;5358;p86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526792" y="5111496"/>
              <a:ext cx="175260" cy="1600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59" name="Google Shape;5359;p86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584703" y="5017007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60" name="Google Shape;5360;p86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584703" y="4920995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61" name="Google Shape;5361;p86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526791" y="3800855"/>
            <a:ext cx="224028" cy="10485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62" name="Google Shape;5362;p86"/>
          <p:cNvGrpSpPr/>
          <p:nvPr/>
        </p:nvGrpSpPr>
        <p:grpSpPr>
          <a:xfrm>
            <a:off x="2526791" y="3029711"/>
            <a:ext cx="175260" cy="702563"/>
            <a:chOff x="2526791" y="3029711"/>
            <a:chExt cx="175260" cy="702563"/>
          </a:xfrm>
        </p:grpSpPr>
        <p:pic>
          <p:nvPicPr>
            <p:cNvPr id="5363" name="Google Shape;5363;p86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584703" y="3428999"/>
              <a:ext cx="117348" cy="3032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64" name="Google Shape;5364;p86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526791" y="3029711"/>
              <a:ext cx="175260" cy="3794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65" name="Google Shape;5365;p86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2883407" y="7626095"/>
            <a:ext cx="175260" cy="1339596"/>
          </a:xfrm>
          <a:prstGeom prst="rect">
            <a:avLst/>
          </a:prstGeom>
          <a:noFill/>
          <a:ln>
            <a:noFill/>
          </a:ln>
        </p:spPr>
      </p:pic>
      <p:sp>
        <p:nvSpPr>
          <p:cNvPr id="5366" name="Google Shape;5366;p86"/>
          <p:cNvSpPr/>
          <p:nvPr/>
        </p:nvSpPr>
        <p:spPr>
          <a:xfrm>
            <a:off x="3299459" y="8630411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1816" y="9144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51816" y="51816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67" name="Google Shape;5367;p86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238500" y="6844283"/>
            <a:ext cx="225552" cy="1696211"/>
          </a:xfrm>
          <a:prstGeom prst="rect">
            <a:avLst/>
          </a:prstGeom>
          <a:noFill/>
          <a:ln>
            <a:noFill/>
          </a:ln>
        </p:spPr>
      </p:pic>
      <p:pic>
        <p:nvPicPr>
          <p:cNvPr id="5368" name="Google Shape;5368;p86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238500" y="6487667"/>
            <a:ext cx="175259" cy="280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5369" name="Google Shape;5369;p86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238500" y="5696711"/>
            <a:ext cx="225551" cy="722376"/>
          </a:xfrm>
          <a:prstGeom prst="rect">
            <a:avLst/>
          </a:prstGeom>
          <a:noFill/>
          <a:ln>
            <a:noFill/>
          </a:ln>
        </p:spPr>
      </p:pic>
      <p:sp>
        <p:nvSpPr>
          <p:cNvPr id="5370" name="Google Shape;5370;p86"/>
          <p:cNvSpPr/>
          <p:nvPr/>
        </p:nvSpPr>
        <p:spPr>
          <a:xfrm>
            <a:off x="3238500" y="5027676"/>
            <a:ext cx="175260" cy="597535"/>
          </a:xfrm>
          <a:custGeom>
            <a:rect b="b" l="l" r="r" t="t"/>
            <a:pathLst>
              <a:path extrusionOk="0" h="597535" w="175260">
                <a:moveTo>
                  <a:pt x="172199" y="236220"/>
                </a:moveTo>
                <a:lnTo>
                  <a:pt x="169151" y="236220"/>
                </a:lnTo>
                <a:lnTo>
                  <a:pt x="169151" y="245364"/>
                </a:lnTo>
                <a:lnTo>
                  <a:pt x="166103" y="248412"/>
                </a:lnTo>
                <a:lnTo>
                  <a:pt x="164579" y="251460"/>
                </a:lnTo>
                <a:lnTo>
                  <a:pt x="161531" y="254508"/>
                </a:lnTo>
                <a:lnTo>
                  <a:pt x="158483" y="256032"/>
                </a:lnTo>
                <a:lnTo>
                  <a:pt x="92951" y="256032"/>
                </a:lnTo>
                <a:lnTo>
                  <a:pt x="85331" y="252984"/>
                </a:lnTo>
                <a:lnTo>
                  <a:pt x="77711" y="245364"/>
                </a:lnTo>
                <a:lnTo>
                  <a:pt x="76187" y="242316"/>
                </a:lnTo>
                <a:lnTo>
                  <a:pt x="74663" y="240792"/>
                </a:lnTo>
                <a:lnTo>
                  <a:pt x="74663" y="237744"/>
                </a:lnTo>
                <a:lnTo>
                  <a:pt x="76187" y="234696"/>
                </a:lnTo>
                <a:lnTo>
                  <a:pt x="79235" y="231648"/>
                </a:lnTo>
                <a:lnTo>
                  <a:pt x="80759" y="228600"/>
                </a:lnTo>
                <a:lnTo>
                  <a:pt x="82283" y="224028"/>
                </a:lnTo>
                <a:lnTo>
                  <a:pt x="82283" y="216408"/>
                </a:lnTo>
                <a:lnTo>
                  <a:pt x="79235" y="214884"/>
                </a:lnTo>
                <a:lnTo>
                  <a:pt x="77711" y="213360"/>
                </a:lnTo>
                <a:lnTo>
                  <a:pt x="74663" y="211836"/>
                </a:lnTo>
                <a:lnTo>
                  <a:pt x="68567" y="211836"/>
                </a:lnTo>
                <a:lnTo>
                  <a:pt x="65519" y="213360"/>
                </a:lnTo>
                <a:lnTo>
                  <a:pt x="59423" y="219456"/>
                </a:lnTo>
                <a:lnTo>
                  <a:pt x="57899" y="222504"/>
                </a:lnTo>
                <a:lnTo>
                  <a:pt x="57899" y="227076"/>
                </a:lnTo>
                <a:lnTo>
                  <a:pt x="59575" y="234823"/>
                </a:lnTo>
                <a:lnTo>
                  <a:pt x="64376" y="242125"/>
                </a:lnTo>
                <a:lnTo>
                  <a:pt x="72047" y="249161"/>
                </a:lnTo>
                <a:lnTo>
                  <a:pt x="82283" y="256032"/>
                </a:lnTo>
                <a:lnTo>
                  <a:pt x="57899" y="256032"/>
                </a:lnTo>
                <a:lnTo>
                  <a:pt x="57899" y="262128"/>
                </a:lnTo>
                <a:lnTo>
                  <a:pt x="71615" y="294132"/>
                </a:lnTo>
                <a:lnTo>
                  <a:pt x="74663" y="292608"/>
                </a:lnTo>
                <a:lnTo>
                  <a:pt x="73139" y="289560"/>
                </a:lnTo>
                <a:lnTo>
                  <a:pt x="73139" y="280416"/>
                </a:lnTo>
                <a:lnTo>
                  <a:pt x="74663" y="280416"/>
                </a:lnTo>
                <a:lnTo>
                  <a:pt x="77711" y="277368"/>
                </a:lnTo>
                <a:lnTo>
                  <a:pt x="80759" y="277368"/>
                </a:lnTo>
                <a:lnTo>
                  <a:pt x="83807" y="275844"/>
                </a:lnTo>
                <a:lnTo>
                  <a:pt x="158483" y="275844"/>
                </a:lnTo>
                <a:lnTo>
                  <a:pt x="160007" y="277368"/>
                </a:lnTo>
                <a:lnTo>
                  <a:pt x="163055" y="277368"/>
                </a:lnTo>
                <a:lnTo>
                  <a:pt x="166103" y="278892"/>
                </a:lnTo>
                <a:lnTo>
                  <a:pt x="166103" y="280416"/>
                </a:lnTo>
                <a:lnTo>
                  <a:pt x="169151" y="283464"/>
                </a:lnTo>
                <a:lnTo>
                  <a:pt x="169151" y="292608"/>
                </a:lnTo>
                <a:lnTo>
                  <a:pt x="172199" y="292608"/>
                </a:lnTo>
                <a:lnTo>
                  <a:pt x="172199" y="236220"/>
                </a:lnTo>
                <a:close/>
              </a:path>
              <a:path extrusionOk="0" h="597535" w="175260">
                <a:moveTo>
                  <a:pt x="172212" y="158496"/>
                </a:moveTo>
                <a:lnTo>
                  <a:pt x="169164" y="158496"/>
                </a:lnTo>
                <a:lnTo>
                  <a:pt x="169164" y="167640"/>
                </a:lnTo>
                <a:lnTo>
                  <a:pt x="167640" y="169164"/>
                </a:lnTo>
                <a:lnTo>
                  <a:pt x="167640" y="170688"/>
                </a:lnTo>
                <a:lnTo>
                  <a:pt x="164592" y="172212"/>
                </a:lnTo>
                <a:lnTo>
                  <a:pt x="163068" y="173736"/>
                </a:lnTo>
                <a:lnTo>
                  <a:pt x="160007" y="173736"/>
                </a:lnTo>
                <a:lnTo>
                  <a:pt x="155448" y="175260"/>
                </a:lnTo>
                <a:lnTo>
                  <a:pt x="111252" y="175260"/>
                </a:lnTo>
                <a:lnTo>
                  <a:pt x="0" y="175260"/>
                </a:lnTo>
                <a:lnTo>
                  <a:pt x="0" y="179832"/>
                </a:lnTo>
                <a:lnTo>
                  <a:pt x="13716" y="211836"/>
                </a:lnTo>
                <a:lnTo>
                  <a:pt x="16764" y="208788"/>
                </a:lnTo>
                <a:lnTo>
                  <a:pt x="15240" y="205740"/>
                </a:lnTo>
                <a:lnTo>
                  <a:pt x="15240" y="199644"/>
                </a:lnTo>
                <a:lnTo>
                  <a:pt x="19812" y="195072"/>
                </a:lnTo>
                <a:lnTo>
                  <a:pt x="160007" y="195072"/>
                </a:lnTo>
                <a:lnTo>
                  <a:pt x="163068" y="196596"/>
                </a:lnTo>
                <a:lnTo>
                  <a:pt x="164592" y="196596"/>
                </a:lnTo>
                <a:lnTo>
                  <a:pt x="167640" y="199644"/>
                </a:lnTo>
                <a:lnTo>
                  <a:pt x="169164" y="202692"/>
                </a:lnTo>
                <a:lnTo>
                  <a:pt x="169164" y="211836"/>
                </a:lnTo>
                <a:lnTo>
                  <a:pt x="172212" y="211836"/>
                </a:lnTo>
                <a:lnTo>
                  <a:pt x="172212" y="195072"/>
                </a:lnTo>
                <a:lnTo>
                  <a:pt x="172212" y="158496"/>
                </a:lnTo>
                <a:close/>
              </a:path>
              <a:path extrusionOk="0" h="597535" w="175260">
                <a:moveTo>
                  <a:pt x="172212" y="89916"/>
                </a:moveTo>
                <a:lnTo>
                  <a:pt x="166116" y="89916"/>
                </a:lnTo>
                <a:lnTo>
                  <a:pt x="166116" y="99060"/>
                </a:lnTo>
                <a:lnTo>
                  <a:pt x="163068" y="105156"/>
                </a:lnTo>
                <a:lnTo>
                  <a:pt x="160007" y="108204"/>
                </a:lnTo>
                <a:lnTo>
                  <a:pt x="157137" y="110832"/>
                </a:lnTo>
                <a:lnTo>
                  <a:pt x="147421" y="118872"/>
                </a:lnTo>
                <a:lnTo>
                  <a:pt x="140208" y="124968"/>
                </a:lnTo>
                <a:lnTo>
                  <a:pt x="103632" y="155448"/>
                </a:lnTo>
                <a:lnTo>
                  <a:pt x="84201" y="132588"/>
                </a:lnTo>
                <a:lnTo>
                  <a:pt x="77724" y="124968"/>
                </a:lnTo>
                <a:lnTo>
                  <a:pt x="73152" y="118872"/>
                </a:lnTo>
                <a:lnTo>
                  <a:pt x="67056" y="109728"/>
                </a:lnTo>
                <a:lnTo>
                  <a:pt x="65532" y="106680"/>
                </a:lnTo>
                <a:lnTo>
                  <a:pt x="64008" y="100584"/>
                </a:lnTo>
                <a:lnTo>
                  <a:pt x="64008" y="94488"/>
                </a:lnTo>
                <a:lnTo>
                  <a:pt x="60960" y="94488"/>
                </a:lnTo>
                <a:lnTo>
                  <a:pt x="60960" y="141732"/>
                </a:lnTo>
                <a:lnTo>
                  <a:pt x="64008" y="141732"/>
                </a:lnTo>
                <a:lnTo>
                  <a:pt x="64008" y="138684"/>
                </a:lnTo>
                <a:lnTo>
                  <a:pt x="65532" y="135636"/>
                </a:lnTo>
                <a:lnTo>
                  <a:pt x="67056" y="135636"/>
                </a:lnTo>
                <a:lnTo>
                  <a:pt x="67056" y="134112"/>
                </a:lnTo>
                <a:lnTo>
                  <a:pt x="68580" y="132588"/>
                </a:lnTo>
                <a:lnTo>
                  <a:pt x="73152" y="132588"/>
                </a:lnTo>
                <a:lnTo>
                  <a:pt x="85344" y="144780"/>
                </a:lnTo>
                <a:lnTo>
                  <a:pt x="111252" y="175260"/>
                </a:lnTo>
                <a:lnTo>
                  <a:pt x="134366" y="155448"/>
                </a:lnTo>
                <a:lnTo>
                  <a:pt x="153924" y="138684"/>
                </a:lnTo>
                <a:lnTo>
                  <a:pt x="158483" y="135636"/>
                </a:lnTo>
                <a:lnTo>
                  <a:pt x="161531" y="134112"/>
                </a:lnTo>
                <a:lnTo>
                  <a:pt x="167640" y="134112"/>
                </a:lnTo>
                <a:lnTo>
                  <a:pt x="167640" y="135636"/>
                </a:lnTo>
                <a:lnTo>
                  <a:pt x="169164" y="137160"/>
                </a:lnTo>
                <a:lnTo>
                  <a:pt x="169164" y="141732"/>
                </a:lnTo>
                <a:lnTo>
                  <a:pt x="172212" y="141732"/>
                </a:lnTo>
                <a:lnTo>
                  <a:pt x="172212" y="134112"/>
                </a:lnTo>
                <a:lnTo>
                  <a:pt x="172212" y="89916"/>
                </a:lnTo>
                <a:close/>
              </a:path>
              <a:path extrusionOk="0" h="597535" w="175260">
                <a:moveTo>
                  <a:pt x="175247" y="36576"/>
                </a:moveTo>
                <a:lnTo>
                  <a:pt x="155625" y="2476"/>
                </a:lnTo>
                <a:lnTo>
                  <a:pt x="141719" y="0"/>
                </a:lnTo>
                <a:lnTo>
                  <a:pt x="132892" y="1460"/>
                </a:lnTo>
                <a:lnTo>
                  <a:pt x="102095" y="41148"/>
                </a:lnTo>
                <a:lnTo>
                  <a:pt x="99047" y="48768"/>
                </a:lnTo>
                <a:lnTo>
                  <a:pt x="91427" y="56388"/>
                </a:lnTo>
                <a:lnTo>
                  <a:pt x="85331" y="59436"/>
                </a:lnTo>
                <a:lnTo>
                  <a:pt x="76187" y="59436"/>
                </a:lnTo>
                <a:lnTo>
                  <a:pt x="73139" y="57912"/>
                </a:lnTo>
                <a:lnTo>
                  <a:pt x="70091" y="53340"/>
                </a:lnTo>
                <a:lnTo>
                  <a:pt x="67043" y="50292"/>
                </a:lnTo>
                <a:lnTo>
                  <a:pt x="65519" y="45720"/>
                </a:lnTo>
                <a:lnTo>
                  <a:pt x="65519" y="33528"/>
                </a:lnTo>
                <a:lnTo>
                  <a:pt x="95999" y="12192"/>
                </a:lnTo>
                <a:lnTo>
                  <a:pt x="95999" y="9144"/>
                </a:lnTo>
                <a:lnTo>
                  <a:pt x="57899" y="9144"/>
                </a:lnTo>
                <a:lnTo>
                  <a:pt x="57899" y="12192"/>
                </a:lnTo>
                <a:lnTo>
                  <a:pt x="60947" y="12192"/>
                </a:lnTo>
                <a:lnTo>
                  <a:pt x="60947" y="13716"/>
                </a:lnTo>
                <a:lnTo>
                  <a:pt x="62471" y="13716"/>
                </a:lnTo>
                <a:lnTo>
                  <a:pt x="62471" y="21336"/>
                </a:lnTo>
                <a:lnTo>
                  <a:pt x="60947" y="25908"/>
                </a:lnTo>
                <a:lnTo>
                  <a:pt x="59423" y="32004"/>
                </a:lnTo>
                <a:lnTo>
                  <a:pt x="57899" y="36576"/>
                </a:lnTo>
                <a:lnTo>
                  <a:pt x="57899" y="41148"/>
                </a:lnTo>
                <a:lnTo>
                  <a:pt x="80759" y="74676"/>
                </a:lnTo>
                <a:lnTo>
                  <a:pt x="95999" y="74676"/>
                </a:lnTo>
                <a:lnTo>
                  <a:pt x="121907" y="45720"/>
                </a:lnTo>
                <a:lnTo>
                  <a:pt x="126199" y="37439"/>
                </a:lnTo>
                <a:lnTo>
                  <a:pt x="129908" y="30861"/>
                </a:lnTo>
                <a:lnTo>
                  <a:pt x="133057" y="26009"/>
                </a:lnTo>
                <a:lnTo>
                  <a:pt x="135623" y="22860"/>
                </a:lnTo>
                <a:lnTo>
                  <a:pt x="140195" y="19812"/>
                </a:lnTo>
                <a:lnTo>
                  <a:pt x="144767" y="18288"/>
                </a:lnTo>
                <a:lnTo>
                  <a:pt x="155435" y="18288"/>
                </a:lnTo>
                <a:lnTo>
                  <a:pt x="160007" y="19812"/>
                </a:lnTo>
                <a:lnTo>
                  <a:pt x="163055" y="22860"/>
                </a:lnTo>
                <a:lnTo>
                  <a:pt x="166103" y="27432"/>
                </a:lnTo>
                <a:lnTo>
                  <a:pt x="167627" y="32004"/>
                </a:lnTo>
                <a:lnTo>
                  <a:pt x="167627" y="44196"/>
                </a:lnTo>
                <a:lnTo>
                  <a:pt x="166103" y="51816"/>
                </a:lnTo>
                <a:lnTo>
                  <a:pt x="160007" y="57912"/>
                </a:lnTo>
                <a:lnTo>
                  <a:pt x="156006" y="62204"/>
                </a:lnTo>
                <a:lnTo>
                  <a:pt x="150863" y="65913"/>
                </a:lnTo>
                <a:lnTo>
                  <a:pt x="144576" y="69062"/>
                </a:lnTo>
                <a:lnTo>
                  <a:pt x="137147" y="71628"/>
                </a:lnTo>
                <a:lnTo>
                  <a:pt x="137147" y="74676"/>
                </a:lnTo>
                <a:lnTo>
                  <a:pt x="175247" y="74676"/>
                </a:lnTo>
                <a:lnTo>
                  <a:pt x="175247" y="71628"/>
                </a:lnTo>
                <a:lnTo>
                  <a:pt x="172199" y="70104"/>
                </a:lnTo>
                <a:lnTo>
                  <a:pt x="170675" y="68580"/>
                </a:lnTo>
                <a:lnTo>
                  <a:pt x="170675" y="65532"/>
                </a:lnTo>
                <a:lnTo>
                  <a:pt x="172199" y="62484"/>
                </a:lnTo>
                <a:lnTo>
                  <a:pt x="172199" y="60960"/>
                </a:lnTo>
                <a:lnTo>
                  <a:pt x="175247" y="51816"/>
                </a:lnTo>
                <a:lnTo>
                  <a:pt x="175247" y="36576"/>
                </a:lnTo>
                <a:close/>
              </a:path>
              <a:path extrusionOk="0" h="597535" w="175260">
                <a:moveTo>
                  <a:pt x="175260" y="470916"/>
                </a:moveTo>
                <a:lnTo>
                  <a:pt x="79248" y="435864"/>
                </a:lnTo>
                <a:lnTo>
                  <a:pt x="70104" y="432816"/>
                </a:lnTo>
                <a:lnTo>
                  <a:pt x="65532" y="428244"/>
                </a:lnTo>
                <a:lnTo>
                  <a:pt x="64008" y="420624"/>
                </a:lnTo>
                <a:lnTo>
                  <a:pt x="60960" y="420624"/>
                </a:lnTo>
                <a:lnTo>
                  <a:pt x="60960" y="454152"/>
                </a:lnTo>
                <a:lnTo>
                  <a:pt x="64008" y="454152"/>
                </a:lnTo>
                <a:lnTo>
                  <a:pt x="64008" y="448056"/>
                </a:lnTo>
                <a:lnTo>
                  <a:pt x="65532" y="445008"/>
                </a:lnTo>
                <a:lnTo>
                  <a:pt x="70104" y="440436"/>
                </a:lnTo>
                <a:lnTo>
                  <a:pt x="74676" y="440436"/>
                </a:lnTo>
                <a:lnTo>
                  <a:pt x="77724" y="441960"/>
                </a:lnTo>
                <a:lnTo>
                  <a:pt x="82296" y="445008"/>
                </a:lnTo>
                <a:lnTo>
                  <a:pt x="144780" y="467868"/>
                </a:lnTo>
                <a:lnTo>
                  <a:pt x="80772" y="495300"/>
                </a:lnTo>
                <a:lnTo>
                  <a:pt x="79248" y="495300"/>
                </a:lnTo>
                <a:lnTo>
                  <a:pt x="77724" y="496824"/>
                </a:lnTo>
                <a:lnTo>
                  <a:pt x="71628" y="496824"/>
                </a:lnTo>
                <a:lnTo>
                  <a:pt x="68580" y="493776"/>
                </a:lnTo>
                <a:lnTo>
                  <a:pt x="65532" y="492252"/>
                </a:lnTo>
                <a:lnTo>
                  <a:pt x="64008" y="487680"/>
                </a:lnTo>
                <a:lnTo>
                  <a:pt x="64008" y="483108"/>
                </a:lnTo>
                <a:lnTo>
                  <a:pt x="60960" y="483108"/>
                </a:lnTo>
                <a:lnTo>
                  <a:pt x="60960" y="533400"/>
                </a:lnTo>
                <a:lnTo>
                  <a:pt x="64008" y="533400"/>
                </a:lnTo>
                <a:lnTo>
                  <a:pt x="64008" y="528828"/>
                </a:lnTo>
                <a:lnTo>
                  <a:pt x="65532" y="525780"/>
                </a:lnTo>
                <a:lnTo>
                  <a:pt x="67056" y="524256"/>
                </a:lnTo>
                <a:lnTo>
                  <a:pt x="68580" y="521208"/>
                </a:lnTo>
                <a:lnTo>
                  <a:pt x="73152" y="518160"/>
                </a:lnTo>
                <a:lnTo>
                  <a:pt x="77724" y="516636"/>
                </a:lnTo>
                <a:lnTo>
                  <a:pt x="92964" y="510540"/>
                </a:lnTo>
                <a:lnTo>
                  <a:pt x="144780" y="534924"/>
                </a:lnTo>
                <a:lnTo>
                  <a:pt x="82296" y="559308"/>
                </a:lnTo>
                <a:lnTo>
                  <a:pt x="77724" y="560832"/>
                </a:lnTo>
                <a:lnTo>
                  <a:pt x="74676" y="562356"/>
                </a:lnTo>
                <a:lnTo>
                  <a:pt x="70104" y="562356"/>
                </a:lnTo>
                <a:lnTo>
                  <a:pt x="65532" y="557784"/>
                </a:lnTo>
                <a:lnTo>
                  <a:pt x="65532" y="556260"/>
                </a:lnTo>
                <a:lnTo>
                  <a:pt x="64008" y="551688"/>
                </a:lnTo>
                <a:lnTo>
                  <a:pt x="60960" y="551688"/>
                </a:lnTo>
                <a:lnTo>
                  <a:pt x="60960" y="597408"/>
                </a:lnTo>
                <a:lnTo>
                  <a:pt x="64008" y="597408"/>
                </a:lnTo>
                <a:lnTo>
                  <a:pt x="65532" y="592836"/>
                </a:lnTo>
                <a:lnTo>
                  <a:pt x="67056" y="589788"/>
                </a:lnTo>
                <a:lnTo>
                  <a:pt x="70104" y="588264"/>
                </a:lnTo>
                <a:lnTo>
                  <a:pt x="71628" y="585216"/>
                </a:lnTo>
                <a:lnTo>
                  <a:pt x="76200" y="583692"/>
                </a:lnTo>
                <a:lnTo>
                  <a:pt x="82296" y="580644"/>
                </a:lnTo>
                <a:lnTo>
                  <a:pt x="175260" y="544068"/>
                </a:lnTo>
                <a:lnTo>
                  <a:pt x="175260" y="541020"/>
                </a:lnTo>
                <a:lnTo>
                  <a:pt x="102108" y="505968"/>
                </a:lnTo>
                <a:lnTo>
                  <a:pt x="175260" y="475488"/>
                </a:lnTo>
                <a:lnTo>
                  <a:pt x="175260" y="470916"/>
                </a:lnTo>
                <a:close/>
              </a:path>
              <a:path extrusionOk="0" h="597535" w="175260">
                <a:moveTo>
                  <a:pt x="175260" y="356616"/>
                </a:moveTo>
                <a:lnTo>
                  <a:pt x="175183" y="355092"/>
                </a:lnTo>
                <a:lnTo>
                  <a:pt x="174917" y="349554"/>
                </a:lnTo>
                <a:lnTo>
                  <a:pt x="173736" y="342328"/>
                </a:lnTo>
                <a:lnTo>
                  <a:pt x="171399" y="335407"/>
                </a:lnTo>
                <a:lnTo>
                  <a:pt x="167640" y="329209"/>
                </a:lnTo>
                <a:lnTo>
                  <a:pt x="167640" y="344424"/>
                </a:lnTo>
                <a:lnTo>
                  <a:pt x="167640" y="352044"/>
                </a:lnTo>
                <a:lnTo>
                  <a:pt x="141414" y="380428"/>
                </a:lnTo>
                <a:lnTo>
                  <a:pt x="108204" y="385572"/>
                </a:lnTo>
                <a:lnTo>
                  <a:pt x="89916" y="385572"/>
                </a:lnTo>
                <a:lnTo>
                  <a:pt x="83820" y="382524"/>
                </a:lnTo>
                <a:lnTo>
                  <a:pt x="76200" y="379476"/>
                </a:lnTo>
                <a:lnTo>
                  <a:pt x="71628" y="376428"/>
                </a:lnTo>
                <a:lnTo>
                  <a:pt x="70104" y="371856"/>
                </a:lnTo>
                <a:lnTo>
                  <a:pt x="67056" y="367284"/>
                </a:lnTo>
                <a:lnTo>
                  <a:pt x="65532" y="364236"/>
                </a:lnTo>
                <a:lnTo>
                  <a:pt x="65532" y="350520"/>
                </a:lnTo>
                <a:lnTo>
                  <a:pt x="70104" y="342900"/>
                </a:lnTo>
                <a:lnTo>
                  <a:pt x="77724" y="338328"/>
                </a:lnTo>
                <a:lnTo>
                  <a:pt x="85801" y="332994"/>
                </a:lnTo>
                <a:lnTo>
                  <a:pt x="87058" y="332232"/>
                </a:lnTo>
                <a:lnTo>
                  <a:pt x="97917" y="328041"/>
                </a:lnTo>
                <a:lnTo>
                  <a:pt x="110718" y="325475"/>
                </a:lnTo>
                <a:lnTo>
                  <a:pt x="124968" y="324612"/>
                </a:lnTo>
                <a:lnTo>
                  <a:pt x="135775" y="325170"/>
                </a:lnTo>
                <a:lnTo>
                  <a:pt x="167640" y="344424"/>
                </a:lnTo>
                <a:lnTo>
                  <a:pt x="167640" y="329209"/>
                </a:lnTo>
                <a:lnTo>
                  <a:pt x="164401" y="324612"/>
                </a:lnTo>
                <a:lnTo>
                  <a:pt x="163639" y="323519"/>
                </a:lnTo>
                <a:lnTo>
                  <a:pt x="129540" y="303847"/>
                </a:lnTo>
                <a:lnTo>
                  <a:pt x="114300" y="301752"/>
                </a:lnTo>
                <a:lnTo>
                  <a:pt x="104292" y="302615"/>
                </a:lnTo>
                <a:lnTo>
                  <a:pt x="68834" y="323811"/>
                </a:lnTo>
                <a:lnTo>
                  <a:pt x="58966" y="344424"/>
                </a:lnTo>
                <a:lnTo>
                  <a:pt x="57912" y="355092"/>
                </a:lnTo>
                <a:lnTo>
                  <a:pt x="74676" y="392811"/>
                </a:lnTo>
                <a:lnTo>
                  <a:pt x="110248" y="408127"/>
                </a:lnTo>
                <a:lnTo>
                  <a:pt x="117348" y="408432"/>
                </a:lnTo>
                <a:lnTo>
                  <a:pt x="128219" y="407822"/>
                </a:lnTo>
                <a:lnTo>
                  <a:pt x="164325" y="388556"/>
                </a:lnTo>
                <a:lnTo>
                  <a:pt x="166306" y="385572"/>
                </a:lnTo>
                <a:lnTo>
                  <a:pt x="170497" y="379285"/>
                </a:lnTo>
                <a:lnTo>
                  <a:pt x="174091" y="368604"/>
                </a:lnTo>
                <a:lnTo>
                  <a:pt x="175260" y="3566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71" name="Google Shape;5371;p86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3238500" y="4541520"/>
            <a:ext cx="175260" cy="419099"/>
          </a:xfrm>
          <a:prstGeom prst="rect">
            <a:avLst/>
          </a:prstGeom>
          <a:noFill/>
          <a:ln>
            <a:noFill/>
          </a:ln>
        </p:spPr>
      </p:pic>
      <p:pic>
        <p:nvPicPr>
          <p:cNvPr id="5372" name="Google Shape;5372;p86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238500" y="4283964"/>
            <a:ext cx="172212" cy="184404"/>
          </a:xfrm>
          <a:prstGeom prst="rect">
            <a:avLst/>
          </a:prstGeom>
          <a:noFill/>
          <a:ln>
            <a:noFill/>
          </a:ln>
        </p:spPr>
      </p:pic>
      <p:pic>
        <p:nvPicPr>
          <p:cNvPr id="5373" name="Google Shape;5373;p86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296411" y="3707891"/>
            <a:ext cx="117348" cy="4998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74" name="Google Shape;5374;p86"/>
          <p:cNvGrpSpPr/>
          <p:nvPr/>
        </p:nvGrpSpPr>
        <p:grpSpPr>
          <a:xfrm>
            <a:off x="3238500" y="3017520"/>
            <a:ext cx="175260" cy="609599"/>
            <a:chOff x="3238500" y="3017520"/>
            <a:chExt cx="175260" cy="609599"/>
          </a:xfrm>
        </p:grpSpPr>
        <p:pic>
          <p:nvPicPr>
            <p:cNvPr id="5375" name="Google Shape;5375;p86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238500" y="3304032"/>
              <a:ext cx="175260" cy="3230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76" name="Google Shape;5376;p86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262883" y="3017520"/>
              <a:ext cx="150876" cy="26212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377" name="Google Shape;5377;p86"/>
          <p:cNvGrpSpPr/>
          <p:nvPr/>
        </p:nvGrpSpPr>
        <p:grpSpPr>
          <a:xfrm>
            <a:off x="3238500" y="2400300"/>
            <a:ext cx="175260" cy="550164"/>
            <a:chOff x="3238500" y="2400300"/>
            <a:chExt cx="175260" cy="550164"/>
          </a:xfrm>
        </p:grpSpPr>
        <p:pic>
          <p:nvPicPr>
            <p:cNvPr id="5378" name="Google Shape;5378;p86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238500" y="2729484"/>
              <a:ext cx="175259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79" name="Google Shape;5379;p86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238500" y="2400300"/>
              <a:ext cx="175260" cy="29260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80" name="Google Shape;5380;p86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238500" y="1684020"/>
            <a:ext cx="225516" cy="6385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81" name="Google Shape;5381;p86"/>
          <p:cNvGrpSpPr/>
          <p:nvPr/>
        </p:nvGrpSpPr>
        <p:grpSpPr>
          <a:xfrm>
            <a:off x="3296411" y="1083563"/>
            <a:ext cx="167640" cy="530352"/>
            <a:chOff x="3296411" y="1083563"/>
            <a:chExt cx="167640" cy="530352"/>
          </a:xfrm>
        </p:grpSpPr>
        <p:pic>
          <p:nvPicPr>
            <p:cNvPr id="5382" name="Google Shape;5382;p86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296411" y="1415795"/>
              <a:ext cx="167640" cy="1981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83" name="Google Shape;5383;p86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296412" y="1083563"/>
              <a:ext cx="117348" cy="31242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384" name="Google Shape;5384;p86"/>
          <p:cNvSpPr/>
          <p:nvPr/>
        </p:nvSpPr>
        <p:spPr>
          <a:xfrm>
            <a:off x="3701796" y="8836152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85" name="Google Shape;5385;p86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3595116" y="7661147"/>
            <a:ext cx="175260" cy="1106424"/>
          </a:xfrm>
          <a:prstGeom prst="rect">
            <a:avLst/>
          </a:prstGeom>
          <a:noFill/>
          <a:ln>
            <a:noFill/>
          </a:ln>
        </p:spPr>
      </p:pic>
      <p:sp>
        <p:nvSpPr>
          <p:cNvPr id="5386" name="Google Shape;5386;p86"/>
          <p:cNvSpPr/>
          <p:nvPr/>
        </p:nvSpPr>
        <p:spPr>
          <a:xfrm>
            <a:off x="4011167" y="8630411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87" name="Google Shape;5387;p86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950208" y="7555991"/>
            <a:ext cx="175260" cy="1004315"/>
          </a:xfrm>
          <a:prstGeom prst="rect">
            <a:avLst/>
          </a:prstGeom>
          <a:noFill/>
          <a:ln>
            <a:noFill/>
          </a:ln>
        </p:spPr>
      </p:pic>
      <p:sp>
        <p:nvSpPr>
          <p:cNvPr id="5388" name="Google Shape;5388;p86"/>
          <p:cNvSpPr/>
          <p:nvPr/>
        </p:nvSpPr>
        <p:spPr>
          <a:xfrm>
            <a:off x="4008107" y="6844284"/>
            <a:ext cx="117475" cy="632460"/>
          </a:xfrm>
          <a:custGeom>
            <a:rect b="b" l="l" r="r" t="t"/>
            <a:pathLst>
              <a:path extrusionOk="0" h="632459" w="117475">
                <a:moveTo>
                  <a:pt x="114300" y="408432"/>
                </a:moveTo>
                <a:lnTo>
                  <a:pt x="111252" y="408432"/>
                </a:lnTo>
                <a:lnTo>
                  <a:pt x="111252" y="417576"/>
                </a:lnTo>
                <a:lnTo>
                  <a:pt x="105156" y="423672"/>
                </a:lnTo>
                <a:lnTo>
                  <a:pt x="102108" y="425196"/>
                </a:lnTo>
                <a:lnTo>
                  <a:pt x="24384" y="425196"/>
                </a:lnTo>
                <a:lnTo>
                  <a:pt x="19812" y="428244"/>
                </a:lnTo>
                <a:lnTo>
                  <a:pt x="13716" y="429768"/>
                </a:lnTo>
                <a:lnTo>
                  <a:pt x="7620" y="434340"/>
                </a:lnTo>
                <a:lnTo>
                  <a:pt x="1524" y="443484"/>
                </a:lnTo>
                <a:lnTo>
                  <a:pt x="0" y="448056"/>
                </a:lnTo>
                <a:lnTo>
                  <a:pt x="0" y="454152"/>
                </a:lnTo>
                <a:lnTo>
                  <a:pt x="1460" y="463296"/>
                </a:lnTo>
                <a:lnTo>
                  <a:pt x="5905" y="472630"/>
                </a:lnTo>
                <a:lnTo>
                  <a:pt x="13512" y="482231"/>
                </a:lnTo>
                <a:lnTo>
                  <a:pt x="24384" y="492252"/>
                </a:lnTo>
                <a:lnTo>
                  <a:pt x="0" y="492252"/>
                </a:lnTo>
                <a:lnTo>
                  <a:pt x="0" y="496824"/>
                </a:lnTo>
                <a:lnTo>
                  <a:pt x="13716" y="530352"/>
                </a:lnTo>
                <a:lnTo>
                  <a:pt x="16764" y="528828"/>
                </a:lnTo>
                <a:lnTo>
                  <a:pt x="15240" y="525780"/>
                </a:lnTo>
                <a:lnTo>
                  <a:pt x="15240" y="516636"/>
                </a:lnTo>
                <a:lnTo>
                  <a:pt x="18288" y="513588"/>
                </a:lnTo>
                <a:lnTo>
                  <a:pt x="19812" y="513588"/>
                </a:lnTo>
                <a:lnTo>
                  <a:pt x="22860" y="512064"/>
                </a:lnTo>
                <a:lnTo>
                  <a:pt x="99060" y="512064"/>
                </a:lnTo>
                <a:lnTo>
                  <a:pt x="103632" y="513588"/>
                </a:lnTo>
                <a:lnTo>
                  <a:pt x="109728" y="516636"/>
                </a:lnTo>
                <a:lnTo>
                  <a:pt x="111252" y="521208"/>
                </a:lnTo>
                <a:lnTo>
                  <a:pt x="111252" y="528828"/>
                </a:lnTo>
                <a:lnTo>
                  <a:pt x="114300" y="528828"/>
                </a:lnTo>
                <a:lnTo>
                  <a:pt x="114300" y="512064"/>
                </a:lnTo>
                <a:lnTo>
                  <a:pt x="114300" y="475488"/>
                </a:lnTo>
                <a:lnTo>
                  <a:pt x="111252" y="475488"/>
                </a:lnTo>
                <a:lnTo>
                  <a:pt x="111252" y="484517"/>
                </a:lnTo>
                <a:lnTo>
                  <a:pt x="105156" y="490728"/>
                </a:lnTo>
                <a:lnTo>
                  <a:pt x="102108" y="492252"/>
                </a:lnTo>
                <a:lnTo>
                  <a:pt x="32004" y="492252"/>
                </a:lnTo>
                <a:lnTo>
                  <a:pt x="24892" y="484517"/>
                </a:lnTo>
                <a:lnTo>
                  <a:pt x="19621" y="477202"/>
                </a:lnTo>
                <a:lnTo>
                  <a:pt x="16370" y="470179"/>
                </a:lnTo>
                <a:lnTo>
                  <a:pt x="15240" y="463296"/>
                </a:lnTo>
                <a:lnTo>
                  <a:pt x="15240" y="455676"/>
                </a:lnTo>
                <a:lnTo>
                  <a:pt x="18288" y="451104"/>
                </a:lnTo>
                <a:lnTo>
                  <a:pt x="22860" y="449580"/>
                </a:lnTo>
                <a:lnTo>
                  <a:pt x="27432" y="446532"/>
                </a:lnTo>
                <a:lnTo>
                  <a:pt x="35052" y="445008"/>
                </a:lnTo>
                <a:lnTo>
                  <a:pt x="102108" y="445008"/>
                </a:lnTo>
                <a:lnTo>
                  <a:pt x="108204" y="448056"/>
                </a:lnTo>
                <a:lnTo>
                  <a:pt x="111252" y="451104"/>
                </a:lnTo>
                <a:lnTo>
                  <a:pt x="111252" y="461772"/>
                </a:lnTo>
                <a:lnTo>
                  <a:pt x="114300" y="461772"/>
                </a:lnTo>
                <a:lnTo>
                  <a:pt x="114300" y="445008"/>
                </a:lnTo>
                <a:lnTo>
                  <a:pt x="114300" y="408432"/>
                </a:lnTo>
                <a:close/>
              </a:path>
              <a:path extrusionOk="0" h="632459" w="117475">
                <a:moveTo>
                  <a:pt x="114300" y="128016"/>
                </a:moveTo>
                <a:lnTo>
                  <a:pt x="111252" y="128016"/>
                </a:lnTo>
                <a:lnTo>
                  <a:pt x="111252" y="137160"/>
                </a:lnTo>
                <a:lnTo>
                  <a:pt x="108204" y="140208"/>
                </a:lnTo>
                <a:lnTo>
                  <a:pt x="106680" y="143256"/>
                </a:lnTo>
                <a:lnTo>
                  <a:pt x="103632" y="146304"/>
                </a:lnTo>
                <a:lnTo>
                  <a:pt x="100584" y="147828"/>
                </a:lnTo>
                <a:lnTo>
                  <a:pt x="35052" y="147828"/>
                </a:lnTo>
                <a:lnTo>
                  <a:pt x="27432" y="143256"/>
                </a:lnTo>
                <a:lnTo>
                  <a:pt x="22860" y="140208"/>
                </a:lnTo>
                <a:lnTo>
                  <a:pt x="19812" y="135636"/>
                </a:lnTo>
                <a:lnTo>
                  <a:pt x="16764" y="132588"/>
                </a:lnTo>
                <a:lnTo>
                  <a:pt x="16764" y="129540"/>
                </a:lnTo>
                <a:lnTo>
                  <a:pt x="18288" y="126492"/>
                </a:lnTo>
                <a:lnTo>
                  <a:pt x="21336" y="123444"/>
                </a:lnTo>
                <a:lnTo>
                  <a:pt x="22860" y="118872"/>
                </a:lnTo>
                <a:lnTo>
                  <a:pt x="24384" y="115824"/>
                </a:lnTo>
                <a:lnTo>
                  <a:pt x="24384" y="108204"/>
                </a:lnTo>
                <a:lnTo>
                  <a:pt x="21336" y="106680"/>
                </a:lnTo>
                <a:lnTo>
                  <a:pt x="19812" y="105156"/>
                </a:lnTo>
                <a:lnTo>
                  <a:pt x="16764" y="103632"/>
                </a:lnTo>
                <a:lnTo>
                  <a:pt x="10668" y="103632"/>
                </a:lnTo>
                <a:lnTo>
                  <a:pt x="7620" y="105156"/>
                </a:lnTo>
                <a:lnTo>
                  <a:pt x="1524" y="111252"/>
                </a:lnTo>
                <a:lnTo>
                  <a:pt x="0" y="114300"/>
                </a:lnTo>
                <a:lnTo>
                  <a:pt x="0" y="118872"/>
                </a:lnTo>
                <a:lnTo>
                  <a:pt x="1676" y="126619"/>
                </a:lnTo>
                <a:lnTo>
                  <a:pt x="6477" y="133921"/>
                </a:lnTo>
                <a:lnTo>
                  <a:pt x="14147" y="140957"/>
                </a:lnTo>
                <a:lnTo>
                  <a:pt x="24384" y="147828"/>
                </a:lnTo>
                <a:lnTo>
                  <a:pt x="0" y="147828"/>
                </a:lnTo>
                <a:lnTo>
                  <a:pt x="0" y="152400"/>
                </a:lnTo>
                <a:lnTo>
                  <a:pt x="13716" y="185928"/>
                </a:lnTo>
                <a:lnTo>
                  <a:pt x="16764" y="184404"/>
                </a:lnTo>
                <a:lnTo>
                  <a:pt x="15240" y="181356"/>
                </a:lnTo>
                <a:lnTo>
                  <a:pt x="15240" y="172212"/>
                </a:lnTo>
                <a:lnTo>
                  <a:pt x="16764" y="170688"/>
                </a:lnTo>
                <a:lnTo>
                  <a:pt x="18288" y="170688"/>
                </a:lnTo>
                <a:lnTo>
                  <a:pt x="19812" y="169164"/>
                </a:lnTo>
                <a:lnTo>
                  <a:pt x="22860" y="169164"/>
                </a:lnTo>
                <a:lnTo>
                  <a:pt x="25908" y="167640"/>
                </a:lnTo>
                <a:lnTo>
                  <a:pt x="102108" y="167640"/>
                </a:lnTo>
                <a:lnTo>
                  <a:pt x="108204" y="170688"/>
                </a:lnTo>
                <a:lnTo>
                  <a:pt x="108204" y="172212"/>
                </a:lnTo>
                <a:lnTo>
                  <a:pt x="111252" y="175260"/>
                </a:lnTo>
                <a:lnTo>
                  <a:pt x="111252" y="184404"/>
                </a:lnTo>
                <a:lnTo>
                  <a:pt x="114300" y="184404"/>
                </a:lnTo>
                <a:lnTo>
                  <a:pt x="114300" y="128016"/>
                </a:lnTo>
                <a:close/>
              </a:path>
              <a:path extrusionOk="0" h="632459" w="117475">
                <a:moveTo>
                  <a:pt x="117348" y="356616"/>
                </a:moveTo>
                <a:lnTo>
                  <a:pt x="97726" y="322516"/>
                </a:lnTo>
                <a:lnTo>
                  <a:pt x="83820" y="320040"/>
                </a:lnTo>
                <a:lnTo>
                  <a:pt x="74993" y="321500"/>
                </a:lnTo>
                <a:lnTo>
                  <a:pt x="44196" y="361188"/>
                </a:lnTo>
                <a:lnTo>
                  <a:pt x="41148" y="368808"/>
                </a:lnTo>
                <a:lnTo>
                  <a:pt x="33528" y="376428"/>
                </a:lnTo>
                <a:lnTo>
                  <a:pt x="27432" y="379476"/>
                </a:lnTo>
                <a:lnTo>
                  <a:pt x="18288" y="379476"/>
                </a:lnTo>
                <a:lnTo>
                  <a:pt x="15240" y="377952"/>
                </a:lnTo>
                <a:lnTo>
                  <a:pt x="12192" y="373380"/>
                </a:lnTo>
                <a:lnTo>
                  <a:pt x="9144" y="370332"/>
                </a:lnTo>
                <a:lnTo>
                  <a:pt x="7620" y="365760"/>
                </a:lnTo>
                <a:lnTo>
                  <a:pt x="7620" y="353568"/>
                </a:lnTo>
                <a:lnTo>
                  <a:pt x="38100" y="332232"/>
                </a:lnTo>
                <a:lnTo>
                  <a:pt x="38100" y="329184"/>
                </a:lnTo>
                <a:lnTo>
                  <a:pt x="0" y="329184"/>
                </a:lnTo>
                <a:lnTo>
                  <a:pt x="0" y="332232"/>
                </a:lnTo>
                <a:lnTo>
                  <a:pt x="1524" y="332232"/>
                </a:lnTo>
                <a:lnTo>
                  <a:pt x="3048" y="333756"/>
                </a:lnTo>
                <a:lnTo>
                  <a:pt x="4572" y="333756"/>
                </a:lnTo>
                <a:lnTo>
                  <a:pt x="4572" y="341376"/>
                </a:lnTo>
                <a:lnTo>
                  <a:pt x="3048" y="345948"/>
                </a:lnTo>
                <a:lnTo>
                  <a:pt x="1524" y="352044"/>
                </a:lnTo>
                <a:lnTo>
                  <a:pt x="0" y="356616"/>
                </a:lnTo>
                <a:lnTo>
                  <a:pt x="0" y="361188"/>
                </a:lnTo>
                <a:lnTo>
                  <a:pt x="22860" y="394716"/>
                </a:lnTo>
                <a:lnTo>
                  <a:pt x="38100" y="394716"/>
                </a:lnTo>
                <a:lnTo>
                  <a:pt x="64008" y="365760"/>
                </a:lnTo>
                <a:lnTo>
                  <a:pt x="68300" y="357479"/>
                </a:lnTo>
                <a:lnTo>
                  <a:pt x="72009" y="350901"/>
                </a:lnTo>
                <a:lnTo>
                  <a:pt x="75158" y="346049"/>
                </a:lnTo>
                <a:lnTo>
                  <a:pt x="77724" y="342900"/>
                </a:lnTo>
                <a:lnTo>
                  <a:pt x="82296" y="339852"/>
                </a:lnTo>
                <a:lnTo>
                  <a:pt x="86868" y="338328"/>
                </a:lnTo>
                <a:lnTo>
                  <a:pt x="97536" y="338328"/>
                </a:lnTo>
                <a:lnTo>
                  <a:pt x="102108" y="339852"/>
                </a:lnTo>
                <a:lnTo>
                  <a:pt x="108204" y="345948"/>
                </a:lnTo>
                <a:lnTo>
                  <a:pt x="109728" y="350520"/>
                </a:lnTo>
                <a:lnTo>
                  <a:pt x="109728" y="364236"/>
                </a:lnTo>
                <a:lnTo>
                  <a:pt x="108204" y="371856"/>
                </a:lnTo>
                <a:lnTo>
                  <a:pt x="102108" y="377952"/>
                </a:lnTo>
                <a:lnTo>
                  <a:pt x="98107" y="382244"/>
                </a:lnTo>
                <a:lnTo>
                  <a:pt x="92964" y="385953"/>
                </a:lnTo>
                <a:lnTo>
                  <a:pt x="86677" y="389102"/>
                </a:lnTo>
                <a:lnTo>
                  <a:pt x="79248" y="391668"/>
                </a:lnTo>
                <a:lnTo>
                  <a:pt x="79248" y="394716"/>
                </a:lnTo>
                <a:lnTo>
                  <a:pt x="117348" y="394716"/>
                </a:lnTo>
                <a:lnTo>
                  <a:pt x="117348" y="391668"/>
                </a:lnTo>
                <a:lnTo>
                  <a:pt x="114300" y="390144"/>
                </a:lnTo>
                <a:lnTo>
                  <a:pt x="112776" y="388620"/>
                </a:lnTo>
                <a:lnTo>
                  <a:pt x="112776" y="382524"/>
                </a:lnTo>
                <a:lnTo>
                  <a:pt x="114300" y="379476"/>
                </a:lnTo>
                <a:lnTo>
                  <a:pt x="117348" y="364236"/>
                </a:lnTo>
                <a:lnTo>
                  <a:pt x="117348" y="356616"/>
                </a:lnTo>
                <a:close/>
              </a:path>
              <a:path extrusionOk="0" h="632459" w="117475">
                <a:moveTo>
                  <a:pt x="117348" y="219456"/>
                </a:moveTo>
                <a:lnTo>
                  <a:pt x="103632" y="185928"/>
                </a:lnTo>
                <a:lnTo>
                  <a:pt x="100584" y="187452"/>
                </a:lnTo>
                <a:lnTo>
                  <a:pt x="103632" y="193548"/>
                </a:lnTo>
                <a:lnTo>
                  <a:pt x="103632" y="198120"/>
                </a:lnTo>
                <a:lnTo>
                  <a:pt x="100584" y="201168"/>
                </a:lnTo>
                <a:lnTo>
                  <a:pt x="100584" y="202692"/>
                </a:lnTo>
                <a:lnTo>
                  <a:pt x="97536" y="202692"/>
                </a:lnTo>
                <a:lnTo>
                  <a:pt x="94488" y="204216"/>
                </a:lnTo>
                <a:lnTo>
                  <a:pt x="3048" y="204216"/>
                </a:lnTo>
                <a:lnTo>
                  <a:pt x="3048" y="240792"/>
                </a:lnTo>
                <a:lnTo>
                  <a:pt x="6096" y="240792"/>
                </a:lnTo>
                <a:lnTo>
                  <a:pt x="6096" y="234696"/>
                </a:lnTo>
                <a:lnTo>
                  <a:pt x="7620" y="230124"/>
                </a:lnTo>
                <a:lnTo>
                  <a:pt x="12192" y="225552"/>
                </a:lnTo>
                <a:lnTo>
                  <a:pt x="18288" y="224028"/>
                </a:lnTo>
                <a:lnTo>
                  <a:pt x="86868" y="224028"/>
                </a:lnTo>
                <a:lnTo>
                  <a:pt x="92964" y="230124"/>
                </a:lnTo>
                <a:lnTo>
                  <a:pt x="97536" y="236220"/>
                </a:lnTo>
                <a:lnTo>
                  <a:pt x="99060" y="240792"/>
                </a:lnTo>
                <a:lnTo>
                  <a:pt x="102108" y="245364"/>
                </a:lnTo>
                <a:lnTo>
                  <a:pt x="102108" y="257556"/>
                </a:lnTo>
                <a:lnTo>
                  <a:pt x="100584" y="262128"/>
                </a:lnTo>
                <a:lnTo>
                  <a:pt x="97536" y="266700"/>
                </a:lnTo>
                <a:lnTo>
                  <a:pt x="94488" y="269748"/>
                </a:lnTo>
                <a:lnTo>
                  <a:pt x="88392" y="271272"/>
                </a:lnTo>
                <a:lnTo>
                  <a:pt x="3048" y="271272"/>
                </a:lnTo>
                <a:lnTo>
                  <a:pt x="3048" y="309372"/>
                </a:lnTo>
                <a:lnTo>
                  <a:pt x="6096" y="309372"/>
                </a:lnTo>
                <a:lnTo>
                  <a:pt x="6096" y="304800"/>
                </a:lnTo>
                <a:lnTo>
                  <a:pt x="7620" y="300228"/>
                </a:lnTo>
                <a:lnTo>
                  <a:pt x="7620" y="298704"/>
                </a:lnTo>
                <a:lnTo>
                  <a:pt x="9144" y="295656"/>
                </a:lnTo>
                <a:lnTo>
                  <a:pt x="10668" y="294132"/>
                </a:lnTo>
                <a:lnTo>
                  <a:pt x="13716" y="292608"/>
                </a:lnTo>
                <a:lnTo>
                  <a:pt x="15240" y="292608"/>
                </a:lnTo>
                <a:lnTo>
                  <a:pt x="19812" y="291084"/>
                </a:lnTo>
                <a:lnTo>
                  <a:pt x="92964" y="291084"/>
                </a:lnTo>
                <a:lnTo>
                  <a:pt x="99060" y="289560"/>
                </a:lnTo>
                <a:lnTo>
                  <a:pt x="108204" y="283464"/>
                </a:lnTo>
                <a:lnTo>
                  <a:pt x="112776" y="278892"/>
                </a:lnTo>
                <a:lnTo>
                  <a:pt x="115824" y="274320"/>
                </a:lnTo>
                <a:lnTo>
                  <a:pt x="117348" y="269748"/>
                </a:lnTo>
                <a:lnTo>
                  <a:pt x="117348" y="257556"/>
                </a:lnTo>
                <a:lnTo>
                  <a:pt x="115824" y="251460"/>
                </a:lnTo>
                <a:lnTo>
                  <a:pt x="114300" y="246888"/>
                </a:lnTo>
                <a:lnTo>
                  <a:pt x="111213" y="242887"/>
                </a:lnTo>
                <a:lnTo>
                  <a:pt x="94488" y="224028"/>
                </a:lnTo>
                <a:lnTo>
                  <a:pt x="117348" y="224028"/>
                </a:lnTo>
                <a:lnTo>
                  <a:pt x="117348" y="219456"/>
                </a:lnTo>
                <a:close/>
              </a:path>
              <a:path extrusionOk="0" h="632459" w="117475">
                <a:moveTo>
                  <a:pt x="117360" y="585216"/>
                </a:moveTo>
                <a:lnTo>
                  <a:pt x="98044" y="548716"/>
                </a:lnTo>
                <a:lnTo>
                  <a:pt x="74688" y="539496"/>
                </a:lnTo>
                <a:lnTo>
                  <a:pt x="71640" y="542544"/>
                </a:lnTo>
                <a:lnTo>
                  <a:pt x="82308" y="545592"/>
                </a:lnTo>
                <a:lnTo>
                  <a:pt x="88404" y="550164"/>
                </a:lnTo>
                <a:lnTo>
                  <a:pt x="92976" y="556260"/>
                </a:lnTo>
                <a:lnTo>
                  <a:pt x="96024" y="560832"/>
                </a:lnTo>
                <a:lnTo>
                  <a:pt x="96062" y="561009"/>
                </a:lnTo>
                <a:lnTo>
                  <a:pt x="97548" y="566928"/>
                </a:lnTo>
                <a:lnTo>
                  <a:pt x="97548" y="574548"/>
                </a:lnTo>
                <a:lnTo>
                  <a:pt x="96697" y="582168"/>
                </a:lnTo>
                <a:lnTo>
                  <a:pt x="66878" y="610933"/>
                </a:lnTo>
                <a:lnTo>
                  <a:pt x="44208" y="614172"/>
                </a:lnTo>
                <a:lnTo>
                  <a:pt x="44208" y="563880"/>
                </a:lnTo>
                <a:lnTo>
                  <a:pt x="44208" y="539496"/>
                </a:lnTo>
                <a:lnTo>
                  <a:pt x="36588" y="540156"/>
                </a:lnTo>
                <a:lnTo>
                  <a:pt x="36588" y="563880"/>
                </a:lnTo>
                <a:lnTo>
                  <a:pt x="36588" y="614172"/>
                </a:lnTo>
                <a:lnTo>
                  <a:pt x="7632" y="594321"/>
                </a:lnTo>
                <a:lnTo>
                  <a:pt x="7632" y="583692"/>
                </a:lnTo>
                <a:lnTo>
                  <a:pt x="9156" y="579120"/>
                </a:lnTo>
                <a:lnTo>
                  <a:pt x="12204" y="574548"/>
                </a:lnTo>
                <a:lnTo>
                  <a:pt x="13728" y="571500"/>
                </a:lnTo>
                <a:lnTo>
                  <a:pt x="18300" y="568452"/>
                </a:lnTo>
                <a:lnTo>
                  <a:pt x="22872" y="566928"/>
                </a:lnTo>
                <a:lnTo>
                  <a:pt x="24396" y="565404"/>
                </a:lnTo>
                <a:lnTo>
                  <a:pt x="30492" y="563880"/>
                </a:lnTo>
                <a:lnTo>
                  <a:pt x="36588" y="563880"/>
                </a:lnTo>
                <a:lnTo>
                  <a:pt x="36588" y="540156"/>
                </a:lnTo>
                <a:lnTo>
                  <a:pt x="3251" y="565213"/>
                </a:lnTo>
                <a:lnTo>
                  <a:pt x="12" y="582168"/>
                </a:lnTo>
                <a:lnTo>
                  <a:pt x="1130" y="592175"/>
                </a:lnTo>
                <a:lnTo>
                  <a:pt x="25387" y="624751"/>
                </a:lnTo>
                <a:lnTo>
                  <a:pt x="60972" y="632460"/>
                </a:lnTo>
                <a:lnTo>
                  <a:pt x="72974" y="631609"/>
                </a:lnTo>
                <a:lnTo>
                  <a:pt x="83832" y="629031"/>
                </a:lnTo>
                <a:lnTo>
                  <a:pt x="93548" y="624751"/>
                </a:lnTo>
                <a:lnTo>
                  <a:pt x="102120" y="618744"/>
                </a:lnTo>
                <a:lnTo>
                  <a:pt x="106375" y="614172"/>
                </a:lnTo>
                <a:lnTo>
                  <a:pt x="108991" y="611365"/>
                </a:lnTo>
                <a:lnTo>
                  <a:pt x="113741" y="603123"/>
                </a:lnTo>
                <a:lnTo>
                  <a:pt x="116471" y="594321"/>
                </a:lnTo>
                <a:lnTo>
                  <a:pt x="117360" y="585216"/>
                </a:lnTo>
                <a:close/>
              </a:path>
              <a:path extrusionOk="0" h="632459" w="117475">
                <a:moveTo>
                  <a:pt x="117360" y="44196"/>
                </a:moveTo>
                <a:lnTo>
                  <a:pt x="98044" y="8572"/>
                </a:lnTo>
                <a:lnTo>
                  <a:pt x="74688" y="0"/>
                </a:lnTo>
                <a:lnTo>
                  <a:pt x="71640" y="3048"/>
                </a:lnTo>
                <a:lnTo>
                  <a:pt x="82308" y="6096"/>
                </a:lnTo>
                <a:lnTo>
                  <a:pt x="88404" y="10668"/>
                </a:lnTo>
                <a:lnTo>
                  <a:pt x="92976" y="16764"/>
                </a:lnTo>
                <a:lnTo>
                  <a:pt x="96024" y="21336"/>
                </a:lnTo>
                <a:lnTo>
                  <a:pt x="97548" y="27432"/>
                </a:lnTo>
                <a:lnTo>
                  <a:pt x="97485" y="35585"/>
                </a:lnTo>
                <a:lnTo>
                  <a:pt x="76136" y="67614"/>
                </a:lnTo>
                <a:lnTo>
                  <a:pt x="44208" y="74676"/>
                </a:lnTo>
                <a:lnTo>
                  <a:pt x="44208" y="24384"/>
                </a:lnTo>
                <a:lnTo>
                  <a:pt x="44208" y="0"/>
                </a:lnTo>
                <a:lnTo>
                  <a:pt x="36588" y="495"/>
                </a:lnTo>
                <a:lnTo>
                  <a:pt x="36588" y="24384"/>
                </a:lnTo>
                <a:lnTo>
                  <a:pt x="36588" y="74676"/>
                </a:lnTo>
                <a:lnTo>
                  <a:pt x="7632" y="54864"/>
                </a:lnTo>
                <a:lnTo>
                  <a:pt x="7632" y="44196"/>
                </a:lnTo>
                <a:lnTo>
                  <a:pt x="9156" y="39624"/>
                </a:lnTo>
                <a:lnTo>
                  <a:pt x="12204" y="35052"/>
                </a:lnTo>
                <a:lnTo>
                  <a:pt x="13728" y="32004"/>
                </a:lnTo>
                <a:lnTo>
                  <a:pt x="18300" y="28956"/>
                </a:lnTo>
                <a:lnTo>
                  <a:pt x="22872" y="27432"/>
                </a:lnTo>
                <a:lnTo>
                  <a:pt x="24396" y="25908"/>
                </a:lnTo>
                <a:lnTo>
                  <a:pt x="30492" y="24384"/>
                </a:lnTo>
                <a:lnTo>
                  <a:pt x="36588" y="24384"/>
                </a:lnTo>
                <a:lnTo>
                  <a:pt x="36588" y="495"/>
                </a:lnTo>
                <a:lnTo>
                  <a:pt x="3251" y="25146"/>
                </a:lnTo>
                <a:lnTo>
                  <a:pt x="12" y="42672"/>
                </a:lnTo>
                <a:lnTo>
                  <a:pt x="1130" y="52654"/>
                </a:lnTo>
                <a:lnTo>
                  <a:pt x="25387" y="84607"/>
                </a:lnTo>
                <a:lnTo>
                  <a:pt x="60972" y="92964"/>
                </a:lnTo>
                <a:lnTo>
                  <a:pt x="73304" y="92087"/>
                </a:lnTo>
                <a:lnTo>
                  <a:pt x="73063" y="92087"/>
                </a:lnTo>
                <a:lnTo>
                  <a:pt x="83832" y="89535"/>
                </a:lnTo>
                <a:lnTo>
                  <a:pt x="93548" y="85255"/>
                </a:lnTo>
                <a:lnTo>
                  <a:pt x="102120" y="79248"/>
                </a:lnTo>
                <a:lnTo>
                  <a:pt x="106019" y="74676"/>
                </a:lnTo>
                <a:lnTo>
                  <a:pt x="108991" y="71208"/>
                </a:lnTo>
                <a:lnTo>
                  <a:pt x="113741" y="62865"/>
                </a:lnTo>
                <a:lnTo>
                  <a:pt x="113855" y="62484"/>
                </a:lnTo>
                <a:lnTo>
                  <a:pt x="116471" y="53962"/>
                </a:lnTo>
                <a:lnTo>
                  <a:pt x="116586" y="52654"/>
                </a:lnTo>
                <a:lnTo>
                  <a:pt x="117360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89" name="Google Shape;5389;p86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950208" y="6409943"/>
            <a:ext cx="175260" cy="370331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0" name="Google Shape;5390;p86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3950208" y="6054852"/>
            <a:ext cx="175260" cy="29413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1" name="Google Shape;5391;p86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950208" y="4811267"/>
            <a:ext cx="175260" cy="116586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2" name="Google Shape;5392;p86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4008120" y="4453127"/>
            <a:ext cx="117348" cy="284988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3" name="Google Shape;5393;p86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950208" y="3890772"/>
            <a:ext cx="175260" cy="490727"/>
          </a:xfrm>
          <a:prstGeom prst="rect">
            <a:avLst/>
          </a:prstGeom>
          <a:noFill/>
          <a:ln>
            <a:noFill/>
          </a:ln>
        </p:spPr>
      </p:pic>
      <p:sp>
        <p:nvSpPr>
          <p:cNvPr id="5394" name="Google Shape;5394;p86"/>
          <p:cNvSpPr/>
          <p:nvPr/>
        </p:nvSpPr>
        <p:spPr>
          <a:xfrm>
            <a:off x="4367783" y="8630411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9144" y="51816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9144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95" name="Google Shape;5395;p86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306823" y="7382255"/>
            <a:ext cx="225551" cy="11704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96" name="Google Shape;5396;p86"/>
          <p:cNvGrpSpPr/>
          <p:nvPr/>
        </p:nvGrpSpPr>
        <p:grpSpPr>
          <a:xfrm>
            <a:off x="4306823" y="6739128"/>
            <a:ext cx="225552" cy="576070"/>
            <a:chOff x="4306823" y="6739128"/>
            <a:chExt cx="225552" cy="576070"/>
          </a:xfrm>
        </p:grpSpPr>
        <p:pic>
          <p:nvPicPr>
            <p:cNvPr id="5397" name="Google Shape;5397;p86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306823" y="7146035"/>
              <a:ext cx="172212" cy="1691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98" name="Google Shape;5398;p86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364736" y="6739128"/>
              <a:ext cx="167639" cy="36880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399" name="Google Shape;5399;p86"/>
          <p:cNvGrpSpPr/>
          <p:nvPr/>
        </p:nvGrpSpPr>
        <p:grpSpPr>
          <a:xfrm>
            <a:off x="4306823" y="6012179"/>
            <a:ext cx="175260" cy="661416"/>
            <a:chOff x="4306823" y="6012179"/>
            <a:chExt cx="175260" cy="661416"/>
          </a:xfrm>
        </p:grpSpPr>
        <p:pic>
          <p:nvPicPr>
            <p:cNvPr id="5400" name="Google Shape;5400;p86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4306824" y="6370319"/>
              <a:ext cx="175259" cy="3032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401" name="Google Shape;5401;p86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4306823" y="6012179"/>
              <a:ext cx="175260" cy="3383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402" name="Google Shape;5402;p86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4306823" y="4824983"/>
            <a:ext cx="211836" cy="1112519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3" name="Google Shape;5403;p86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4306823" y="4436364"/>
            <a:ext cx="175260" cy="31851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4" name="Google Shape;5404;p86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331208" y="3326891"/>
            <a:ext cx="201131" cy="1045464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5" name="Google Shape;5405;p86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364735" y="2967227"/>
            <a:ext cx="117348" cy="28651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6" name="Google Shape;5406;p86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4306823" y="2583179"/>
            <a:ext cx="175260" cy="306324"/>
          </a:xfrm>
          <a:prstGeom prst="rect">
            <a:avLst/>
          </a:prstGeom>
          <a:noFill/>
          <a:ln>
            <a:noFill/>
          </a:ln>
        </p:spPr>
      </p:pic>
      <p:sp>
        <p:nvSpPr>
          <p:cNvPr id="5407" name="Google Shape;5407;p86"/>
          <p:cNvSpPr/>
          <p:nvPr/>
        </p:nvSpPr>
        <p:spPr>
          <a:xfrm>
            <a:off x="4722876" y="9075419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08" name="Google Shape;5408;p86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661915" y="7507223"/>
            <a:ext cx="175260" cy="149199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9" name="Google Shape;5409;p86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4661915" y="5210556"/>
            <a:ext cx="225552" cy="2228087"/>
          </a:xfrm>
          <a:prstGeom prst="rect">
            <a:avLst/>
          </a:prstGeom>
          <a:noFill/>
          <a:ln>
            <a:noFill/>
          </a:ln>
        </p:spPr>
      </p:pic>
      <p:sp>
        <p:nvSpPr>
          <p:cNvPr id="5410" name="Google Shape;5410;p86"/>
          <p:cNvSpPr/>
          <p:nvPr/>
        </p:nvSpPr>
        <p:spPr>
          <a:xfrm>
            <a:off x="5125211" y="8836152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1" name="Google Shape;5411;p86"/>
          <p:cNvSpPr/>
          <p:nvPr/>
        </p:nvSpPr>
        <p:spPr>
          <a:xfrm>
            <a:off x="5018532" y="8014716"/>
            <a:ext cx="175260" cy="759460"/>
          </a:xfrm>
          <a:custGeom>
            <a:rect b="b" l="l" r="r" t="t"/>
            <a:pathLst>
              <a:path extrusionOk="0" h="759459" w="175260">
                <a:moveTo>
                  <a:pt x="24384" y="254508"/>
                </a:moveTo>
                <a:lnTo>
                  <a:pt x="22860" y="251460"/>
                </a:lnTo>
                <a:lnTo>
                  <a:pt x="18288" y="246888"/>
                </a:lnTo>
                <a:lnTo>
                  <a:pt x="15240" y="245364"/>
                </a:lnTo>
                <a:lnTo>
                  <a:pt x="7620" y="245364"/>
                </a:lnTo>
                <a:lnTo>
                  <a:pt x="4572" y="246888"/>
                </a:lnTo>
                <a:lnTo>
                  <a:pt x="0" y="251460"/>
                </a:lnTo>
                <a:lnTo>
                  <a:pt x="0" y="263652"/>
                </a:lnTo>
                <a:lnTo>
                  <a:pt x="3048" y="265176"/>
                </a:lnTo>
                <a:lnTo>
                  <a:pt x="4572" y="268224"/>
                </a:lnTo>
                <a:lnTo>
                  <a:pt x="7620" y="269748"/>
                </a:lnTo>
                <a:lnTo>
                  <a:pt x="15240" y="269748"/>
                </a:lnTo>
                <a:lnTo>
                  <a:pt x="18288" y="268224"/>
                </a:lnTo>
                <a:lnTo>
                  <a:pt x="19812" y="265176"/>
                </a:lnTo>
                <a:lnTo>
                  <a:pt x="22860" y="263652"/>
                </a:lnTo>
                <a:lnTo>
                  <a:pt x="24384" y="260604"/>
                </a:lnTo>
                <a:lnTo>
                  <a:pt x="24384" y="254508"/>
                </a:lnTo>
                <a:close/>
              </a:path>
              <a:path extrusionOk="0" h="759459" w="175260">
                <a:moveTo>
                  <a:pt x="172212" y="690372"/>
                </a:moveTo>
                <a:lnTo>
                  <a:pt x="169164" y="690372"/>
                </a:lnTo>
                <a:lnTo>
                  <a:pt x="169164" y="702564"/>
                </a:lnTo>
                <a:lnTo>
                  <a:pt x="166116" y="707136"/>
                </a:lnTo>
                <a:lnTo>
                  <a:pt x="160020" y="713232"/>
                </a:lnTo>
                <a:lnTo>
                  <a:pt x="92964" y="713232"/>
                </a:lnTo>
                <a:lnTo>
                  <a:pt x="96012" y="704088"/>
                </a:lnTo>
                <a:lnTo>
                  <a:pt x="96012" y="694944"/>
                </a:lnTo>
                <a:lnTo>
                  <a:pt x="97536" y="690372"/>
                </a:lnTo>
                <a:lnTo>
                  <a:pt x="97421" y="684276"/>
                </a:lnTo>
                <a:lnTo>
                  <a:pt x="96672" y="674065"/>
                </a:lnTo>
                <a:lnTo>
                  <a:pt x="96558" y="673608"/>
                </a:lnTo>
                <a:lnTo>
                  <a:pt x="94107" y="663892"/>
                </a:lnTo>
                <a:lnTo>
                  <a:pt x="92887" y="661416"/>
                </a:lnTo>
                <a:lnTo>
                  <a:pt x="89916" y="655370"/>
                </a:lnTo>
                <a:lnTo>
                  <a:pt x="89916" y="684276"/>
                </a:lnTo>
                <a:lnTo>
                  <a:pt x="89916" y="696468"/>
                </a:lnTo>
                <a:lnTo>
                  <a:pt x="88392" y="699516"/>
                </a:lnTo>
                <a:lnTo>
                  <a:pt x="88392" y="705612"/>
                </a:lnTo>
                <a:lnTo>
                  <a:pt x="86868" y="710184"/>
                </a:lnTo>
                <a:lnTo>
                  <a:pt x="86868" y="713232"/>
                </a:lnTo>
                <a:lnTo>
                  <a:pt x="16764" y="713232"/>
                </a:lnTo>
                <a:lnTo>
                  <a:pt x="15240" y="707136"/>
                </a:lnTo>
                <a:lnTo>
                  <a:pt x="15240" y="690372"/>
                </a:lnTo>
                <a:lnTo>
                  <a:pt x="16764" y="684276"/>
                </a:lnTo>
                <a:lnTo>
                  <a:pt x="19812" y="679704"/>
                </a:lnTo>
                <a:lnTo>
                  <a:pt x="22860" y="673608"/>
                </a:lnTo>
                <a:lnTo>
                  <a:pt x="27432" y="669036"/>
                </a:lnTo>
                <a:lnTo>
                  <a:pt x="39624" y="662940"/>
                </a:lnTo>
                <a:lnTo>
                  <a:pt x="45720" y="661416"/>
                </a:lnTo>
                <a:lnTo>
                  <a:pt x="53340" y="661416"/>
                </a:lnTo>
                <a:lnTo>
                  <a:pt x="89916" y="684276"/>
                </a:lnTo>
                <a:lnTo>
                  <a:pt x="89916" y="655370"/>
                </a:lnTo>
                <a:lnTo>
                  <a:pt x="51816" y="633984"/>
                </a:lnTo>
                <a:lnTo>
                  <a:pt x="44970" y="634555"/>
                </a:lnTo>
                <a:lnTo>
                  <a:pt x="13716" y="656844"/>
                </a:lnTo>
                <a:lnTo>
                  <a:pt x="12192" y="664464"/>
                </a:lnTo>
                <a:lnTo>
                  <a:pt x="10185" y="671664"/>
                </a:lnTo>
                <a:lnTo>
                  <a:pt x="10109" y="672084"/>
                </a:lnTo>
                <a:lnTo>
                  <a:pt x="8763" y="679704"/>
                </a:lnTo>
                <a:lnTo>
                  <a:pt x="7899" y="688898"/>
                </a:lnTo>
                <a:lnTo>
                  <a:pt x="7861" y="690372"/>
                </a:lnTo>
                <a:lnTo>
                  <a:pt x="7734" y="694944"/>
                </a:lnTo>
                <a:lnTo>
                  <a:pt x="7620" y="758952"/>
                </a:lnTo>
                <a:lnTo>
                  <a:pt x="10668" y="758952"/>
                </a:lnTo>
                <a:lnTo>
                  <a:pt x="10668" y="746760"/>
                </a:lnTo>
                <a:lnTo>
                  <a:pt x="12192" y="742188"/>
                </a:lnTo>
                <a:lnTo>
                  <a:pt x="15240" y="739140"/>
                </a:lnTo>
                <a:lnTo>
                  <a:pt x="18288" y="737616"/>
                </a:lnTo>
                <a:lnTo>
                  <a:pt x="24384" y="736092"/>
                </a:lnTo>
                <a:lnTo>
                  <a:pt x="152400" y="736092"/>
                </a:lnTo>
                <a:lnTo>
                  <a:pt x="158496" y="737616"/>
                </a:lnTo>
                <a:lnTo>
                  <a:pt x="161544" y="739140"/>
                </a:lnTo>
                <a:lnTo>
                  <a:pt x="166116" y="742188"/>
                </a:lnTo>
                <a:lnTo>
                  <a:pt x="169164" y="746760"/>
                </a:lnTo>
                <a:lnTo>
                  <a:pt x="169164" y="758952"/>
                </a:lnTo>
                <a:lnTo>
                  <a:pt x="172212" y="758952"/>
                </a:lnTo>
                <a:lnTo>
                  <a:pt x="172212" y="736092"/>
                </a:lnTo>
                <a:lnTo>
                  <a:pt x="172212" y="713232"/>
                </a:lnTo>
                <a:lnTo>
                  <a:pt x="172212" y="690372"/>
                </a:lnTo>
                <a:close/>
              </a:path>
              <a:path extrusionOk="0" h="759459" w="175260">
                <a:moveTo>
                  <a:pt x="172212" y="568452"/>
                </a:moveTo>
                <a:lnTo>
                  <a:pt x="169164" y="568452"/>
                </a:lnTo>
                <a:lnTo>
                  <a:pt x="169164" y="573024"/>
                </a:lnTo>
                <a:lnTo>
                  <a:pt x="167640" y="577596"/>
                </a:lnTo>
                <a:lnTo>
                  <a:pt x="166116" y="580644"/>
                </a:lnTo>
                <a:lnTo>
                  <a:pt x="161544" y="585216"/>
                </a:lnTo>
                <a:lnTo>
                  <a:pt x="160020" y="585216"/>
                </a:lnTo>
                <a:lnTo>
                  <a:pt x="156972" y="588264"/>
                </a:lnTo>
                <a:lnTo>
                  <a:pt x="91440" y="588264"/>
                </a:lnTo>
                <a:lnTo>
                  <a:pt x="85344" y="583692"/>
                </a:lnTo>
                <a:lnTo>
                  <a:pt x="79248" y="580644"/>
                </a:lnTo>
                <a:lnTo>
                  <a:pt x="76200" y="576072"/>
                </a:lnTo>
                <a:lnTo>
                  <a:pt x="74676" y="574548"/>
                </a:lnTo>
                <a:lnTo>
                  <a:pt x="74676" y="566928"/>
                </a:lnTo>
                <a:lnTo>
                  <a:pt x="77724" y="563880"/>
                </a:lnTo>
                <a:lnTo>
                  <a:pt x="80772" y="559308"/>
                </a:lnTo>
                <a:lnTo>
                  <a:pt x="82296" y="556260"/>
                </a:lnTo>
                <a:lnTo>
                  <a:pt x="82296" y="551688"/>
                </a:lnTo>
                <a:lnTo>
                  <a:pt x="80772" y="548640"/>
                </a:lnTo>
                <a:lnTo>
                  <a:pt x="77724" y="547116"/>
                </a:lnTo>
                <a:lnTo>
                  <a:pt x="76200" y="545592"/>
                </a:lnTo>
                <a:lnTo>
                  <a:pt x="73152" y="544068"/>
                </a:lnTo>
                <a:lnTo>
                  <a:pt x="67056" y="544068"/>
                </a:lnTo>
                <a:lnTo>
                  <a:pt x="64008" y="545592"/>
                </a:lnTo>
                <a:lnTo>
                  <a:pt x="57912" y="551688"/>
                </a:lnTo>
                <a:lnTo>
                  <a:pt x="57912" y="559308"/>
                </a:lnTo>
                <a:lnTo>
                  <a:pt x="82296" y="588264"/>
                </a:lnTo>
                <a:lnTo>
                  <a:pt x="57912" y="588264"/>
                </a:lnTo>
                <a:lnTo>
                  <a:pt x="57912" y="592836"/>
                </a:lnTo>
                <a:lnTo>
                  <a:pt x="71628" y="626364"/>
                </a:lnTo>
                <a:lnTo>
                  <a:pt x="74676" y="624840"/>
                </a:lnTo>
                <a:lnTo>
                  <a:pt x="71628" y="618744"/>
                </a:lnTo>
                <a:lnTo>
                  <a:pt x="71628" y="614172"/>
                </a:lnTo>
                <a:lnTo>
                  <a:pt x="74676" y="611124"/>
                </a:lnTo>
                <a:lnTo>
                  <a:pt x="77724" y="609600"/>
                </a:lnTo>
                <a:lnTo>
                  <a:pt x="79248" y="609600"/>
                </a:lnTo>
                <a:lnTo>
                  <a:pt x="82435" y="608723"/>
                </a:lnTo>
                <a:lnTo>
                  <a:pt x="87630" y="608266"/>
                </a:lnTo>
                <a:lnTo>
                  <a:pt x="96164" y="608076"/>
                </a:lnTo>
                <a:lnTo>
                  <a:pt x="160020" y="608076"/>
                </a:lnTo>
                <a:lnTo>
                  <a:pt x="161544" y="609600"/>
                </a:lnTo>
                <a:lnTo>
                  <a:pt x="164592" y="611124"/>
                </a:lnTo>
                <a:lnTo>
                  <a:pt x="166116" y="612648"/>
                </a:lnTo>
                <a:lnTo>
                  <a:pt x="169164" y="618744"/>
                </a:lnTo>
                <a:lnTo>
                  <a:pt x="169164" y="624840"/>
                </a:lnTo>
                <a:lnTo>
                  <a:pt x="172212" y="624840"/>
                </a:lnTo>
                <a:lnTo>
                  <a:pt x="172212" y="608076"/>
                </a:lnTo>
                <a:lnTo>
                  <a:pt x="172212" y="568452"/>
                </a:lnTo>
                <a:close/>
              </a:path>
              <a:path extrusionOk="0" h="759459" w="175260">
                <a:moveTo>
                  <a:pt x="172212" y="230124"/>
                </a:moveTo>
                <a:lnTo>
                  <a:pt x="169164" y="230124"/>
                </a:lnTo>
                <a:lnTo>
                  <a:pt x="169164" y="234696"/>
                </a:lnTo>
                <a:lnTo>
                  <a:pt x="167640" y="239268"/>
                </a:lnTo>
                <a:lnTo>
                  <a:pt x="166116" y="240792"/>
                </a:lnTo>
                <a:lnTo>
                  <a:pt x="166116" y="242316"/>
                </a:lnTo>
                <a:lnTo>
                  <a:pt x="163068" y="243840"/>
                </a:lnTo>
                <a:lnTo>
                  <a:pt x="161544" y="245364"/>
                </a:lnTo>
                <a:lnTo>
                  <a:pt x="158496" y="245364"/>
                </a:lnTo>
                <a:lnTo>
                  <a:pt x="153924" y="246888"/>
                </a:lnTo>
                <a:lnTo>
                  <a:pt x="57912" y="246888"/>
                </a:lnTo>
                <a:lnTo>
                  <a:pt x="57912" y="251460"/>
                </a:lnTo>
                <a:lnTo>
                  <a:pt x="71628" y="284988"/>
                </a:lnTo>
                <a:lnTo>
                  <a:pt x="74676" y="283464"/>
                </a:lnTo>
                <a:lnTo>
                  <a:pt x="71628" y="277368"/>
                </a:lnTo>
                <a:lnTo>
                  <a:pt x="71628" y="272796"/>
                </a:lnTo>
                <a:lnTo>
                  <a:pt x="73152" y="271272"/>
                </a:lnTo>
                <a:lnTo>
                  <a:pt x="73152" y="269748"/>
                </a:lnTo>
                <a:lnTo>
                  <a:pt x="74676" y="268224"/>
                </a:lnTo>
                <a:lnTo>
                  <a:pt x="76200" y="268224"/>
                </a:lnTo>
                <a:lnTo>
                  <a:pt x="79248" y="266700"/>
                </a:lnTo>
                <a:lnTo>
                  <a:pt x="158496" y="266700"/>
                </a:lnTo>
                <a:lnTo>
                  <a:pt x="164592" y="269748"/>
                </a:lnTo>
                <a:lnTo>
                  <a:pt x="166116" y="269748"/>
                </a:lnTo>
                <a:lnTo>
                  <a:pt x="166116" y="272796"/>
                </a:lnTo>
                <a:lnTo>
                  <a:pt x="167640" y="274320"/>
                </a:lnTo>
                <a:lnTo>
                  <a:pt x="169164" y="277368"/>
                </a:lnTo>
                <a:lnTo>
                  <a:pt x="169164" y="283464"/>
                </a:lnTo>
                <a:lnTo>
                  <a:pt x="172212" y="283464"/>
                </a:lnTo>
                <a:lnTo>
                  <a:pt x="172212" y="266700"/>
                </a:lnTo>
                <a:lnTo>
                  <a:pt x="172212" y="230124"/>
                </a:lnTo>
                <a:close/>
              </a:path>
              <a:path extrusionOk="0" h="759459" w="175260">
                <a:moveTo>
                  <a:pt x="175247" y="481584"/>
                </a:moveTo>
                <a:lnTo>
                  <a:pt x="167627" y="455256"/>
                </a:lnTo>
                <a:lnTo>
                  <a:pt x="167627" y="467868"/>
                </a:lnTo>
                <a:lnTo>
                  <a:pt x="167627" y="475488"/>
                </a:lnTo>
                <a:lnTo>
                  <a:pt x="139890" y="505396"/>
                </a:lnTo>
                <a:lnTo>
                  <a:pt x="106667" y="510540"/>
                </a:lnTo>
                <a:lnTo>
                  <a:pt x="97523" y="510540"/>
                </a:lnTo>
                <a:lnTo>
                  <a:pt x="88379" y="509016"/>
                </a:lnTo>
                <a:lnTo>
                  <a:pt x="82283" y="505968"/>
                </a:lnTo>
                <a:lnTo>
                  <a:pt x="76187" y="504444"/>
                </a:lnTo>
                <a:lnTo>
                  <a:pt x="71615" y="499872"/>
                </a:lnTo>
                <a:lnTo>
                  <a:pt x="68567" y="495300"/>
                </a:lnTo>
                <a:lnTo>
                  <a:pt x="65519" y="492252"/>
                </a:lnTo>
                <a:lnTo>
                  <a:pt x="85928" y="456653"/>
                </a:lnTo>
                <a:lnTo>
                  <a:pt x="123431" y="449580"/>
                </a:lnTo>
                <a:lnTo>
                  <a:pt x="134886" y="449922"/>
                </a:lnTo>
                <a:lnTo>
                  <a:pt x="167627" y="467868"/>
                </a:lnTo>
                <a:lnTo>
                  <a:pt x="167627" y="455256"/>
                </a:lnTo>
                <a:lnTo>
                  <a:pt x="136156" y="429945"/>
                </a:lnTo>
                <a:lnTo>
                  <a:pt x="114287" y="426720"/>
                </a:lnTo>
                <a:lnTo>
                  <a:pt x="103416" y="427558"/>
                </a:lnTo>
                <a:lnTo>
                  <a:pt x="68186" y="447484"/>
                </a:lnTo>
                <a:lnTo>
                  <a:pt x="57899" y="480060"/>
                </a:lnTo>
                <a:lnTo>
                  <a:pt x="57975" y="481584"/>
                </a:lnTo>
                <a:lnTo>
                  <a:pt x="58039" y="482968"/>
                </a:lnTo>
                <a:lnTo>
                  <a:pt x="79425" y="521830"/>
                </a:lnTo>
                <a:lnTo>
                  <a:pt x="117335" y="533400"/>
                </a:lnTo>
                <a:lnTo>
                  <a:pt x="127342" y="532574"/>
                </a:lnTo>
                <a:lnTo>
                  <a:pt x="163042" y="512876"/>
                </a:lnTo>
                <a:lnTo>
                  <a:pt x="164731" y="510540"/>
                </a:lnTo>
                <a:lnTo>
                  <a:pt x="169722" y="503682"/>
                </a:lnTo>
                <a:lnTo>
                  <a:pt x="173850" y="493356"/>
                </a:lnTo>
                <a:lnTo>
                  <a:pt x="173888" y="493014"/>
                </a:lnTo>
                <a:lnTo>
                  <a:pt x="173977" y="492252"/>
                </a:lnTo>
                <a:lnTo>
                  <a:pt x="175247" y="481584"/>
                </a:lnTo>
                <a:close/>
              </a:path>
              <a:path extrusionOk="0" h="759459" w="175260">
                <a:moveTo>
                  <a:pt x="175247" y="353568"/>
                </a:moveTo>
                <a:lnTo>
                  <a:pt x="94602" y="321564"/>
                </a:lnTo>
                <a:lnTo>
                  <a:pt x="79235" y="315468"/>
                </a:lnTo>
                <a:lnTo>
                  <a:pt x="73139" y="312420"/>
                </a:lnTo>
                <a:lnTo>
                  <a:pt x="68567" y="310896"/>
                </a:lnTo>
                <a:lnTo>
                  <a:pt x="63995" y="306324"/>
                </a:lnTo>
                <a:lnTo>
                  <a:pt x="63995" y="298704"/>
                </a:lnTo>
                <a:lnTo>
                  <a:pt x="60947" y="298704"/>
                </a:lnTo>
                <a:lnTo>
                  <a:pt x="60947" y="333756"/>
                </a:lnTo>
                <a:lnTo>
                  <a:pt x="63995" y="333756"/>
                </a:lnTo>
                <a:lnTo>
                  <a:pt x="63995" y="324612"/>
                </a:lnTo>
                <a:lnTo>
                  <a:pt x="67043" y="321564"/>
                </a:lnTo>
                <a:lnTo>
                  <a:pt x="74663" y="321564"/>
                </a:lnTo>
                <a:lnTo>
                  <a:pt x="79235" y="324612"/>
                </a:lnTo>
                <a:lnTo>
                  <a:pt x="143243" y="348996"/>
                </a:lnTo>
                <a:lnTo>
                  <a:pt x="82283" y="374904"/>
                </a:lnTo>
                <a:lnTo>
                  <a:pt x="77711" y="376428"/>
                </a:lnTo>
                <a:lnTo>
                  <a:pt x="67043" y="376428"/>
                </a:lnTo>
                <a:lnTo>
                  <a:pt x="63995" y="373380"/>
                </a:lnTo>
                <a:lnTo>
                  <a:pt x="63995" y="364236"/>
                </a:lnTo>
                <a:lnTo>
                  <a:pt x="60947" y="364236"/>
                </a:lnTo>
                <a:lnTo>
                  <a:pt x="60947" y="416052"/>
                </a:lnTo>
                <a:lnTo>
                  <a:pt x="63995" y="416052"/>
                </a:lnTo>
                <a:lnTo>
                  <a:pt x="63995" y="411480"/>
                </a:lnTo>
                <a:lnTo>
                  <a:pt x="65519" y="409956"/>
                </a:lnTo>
                <a:lnTo>
                  <a:pt x="65519" y="408432"/>
                </a:lnTo>
                <a:lnTo>
                  <a:pt x="67043" y="405384"/>
                </a:lnTo>
                <a:lnTo>
                  <a:pt x="70091" y="402336"/>
                </a:lnTo>
                <a:lnTo>
                  <a:pt x="76187" y="399288"/>
                </a:lnTo>
                <a:lnTo>
                  <a:pt x="80759" y="396240"/>
                </a:lnTo>
                <a:lnTo>
                  <a:pt x="129895" y="376428"/>
                </a:lnTo>
                <a:lnTo>
                  <a:pt x="175247" y="358140"/>
                </a:lnTo>
                <a:lnTo>
                  <a:pt x="175247" y="353568"/>
                </a:lnTo>
                <a:close/>
              </a:path>
              <a:path extrusionOk="0" h="759459" w="175260">
                <a:moveTo>
                  <a:pt x="175247" y="44196"/>
                </a:moveTo>
                <a:lnTo>
                  <a:pt x="154635" y="8572"/>
                </a:lnTo>
                <a:lnTo>
                  <a:pt x="131051" y="0"/>
                </a:lnTo>
                <a:lnTo>
                  <a:pt x="129527" y="3048"/>
                </a:lnTo>
                <a:lnTo>
                  <a:pt x="138671" y="6096"/>
                </a:lnTo>
                <a:lnTo>
                  <a:pt x="146291" y="10668"/>
                </a:lnTo>
                <a:lnTo>
                  <a:pt x="149339" y="15240"/>
                </a:lnTo>
                <a:lnTo>
                  <a:pt x="155435" y="27432"/>
                </a:lnTo>
                <a:lnTo>
                  <a:pt x="155371" y="35585"/>
                </a:lnTo>
                <a:lnTo>
                  <a:pt x="132537" y="67614"/>
                </a:lnTo>
                <a:lnTo>
                  <a:pt x="102095" y="74676"/>
                </a:lnTo>
                <a:lnTo>
                  <a:pt x="102095" y="24384"/>
                </a:lnTo>
                <a:lnTo>
                  <a:pt x="102095" y="0"/>
                </a:lnTo>
                <a:lnTo>
                  <a:pt x="94475" y="469"/>
                </a:lnTo>
                <a:lnTo>
                  <a:pt x="94475" y="24384"/>
                </a:lnTo>
                <a:lnTo>
                  <a:pt x="94475" y="74676"/>
                </a:lnTo>
                <a:lnTo>
                  <a:pt x="85331" y="73152"/>
                </a:lnTo>
                <a:lnTo>
                  <a:pt x="77711" y="70104"/>
                </a:lnTo>
                <a:lnTo>
                  <a:pt x="67043" y="59436"/>
                </a:lnTo>
                <a:lnTo>
                  <a:pt x="65519" y="53340"/>
                </a:lnTo>
                <a:lnTo>
                  <a:pt x="65519" y="39624"/>
                </a:lnTo>
                <a:lnTo>
                  <a:pt x="68567" y="35052"/>
                </a:lnTo>
                <a:lnTo>
                  <a:pt x="74663" y="28956"/>
                </a:lnTo>
                <a:lnTo>
                  <a:pt x="79235" y="25908"/>
                </a:lnTo>
                <a:lnTo>
                  <a:pt x="82283" y="24384"/>
                </a:lnTo>
                <a:lnTo>
                  <a:pt x="94475" y="24384"/>
                </a:lnTo>
                <a:lnTo>
                  <a:pt x="94475" y="469"/>
                </a:lnTo>
                <a:lnTo>
                  <a:pt x="60375" y="24765"/>
                </a:lnTo>
                <a:lnTo>
                  <a:pt x="58013" y="39624"/>
                </a:lnTo>
                <a:lnTo>
                  <a:pt x="58039" y="42773"/>
                </a:lnTo>
                <a:lnTo>
                  <a:pt x="81978" y="83972"/>
                </a:lnTo>
                <a:lnTo>
                  <a:pt x="117335" y="92964"/>
                </a:lnTo>
                <a:lnTo>
                  <a:pt x="129552" y="92087"/>
                </a:lnTo>
                <a:lnTo>
                  <a:pt x="165608" y="70561"/>
                </a:lnTo>
                <a:lnTo>
                  <a:pt x="174205" y="53340"/>
                </a:lnTo>
                <a:lnTo>
                  <a:pt x="175247" y="44196"/>
                </a:lnTo>
                <a:close/>
              </a:path>
              <a:path extrusionOk="0" h="759459" w="175260">
                <a:moveTo>
                  <a:pt x="175260" y="134112"/>
                </a:moveTo>
                <a:lnTo>
                  <a:pt x="161544" y="103632"/>
                </a:lnTo>
                <a:lnTo>
                  <a:pt x="158496" y="105156"/>
                </a:lnTo>
                <a:lnTo>
                  <a:pt x="158496" y="108204"/>
                </a:lnTo>
                <a:lnTo>
                  <a:pt x="160020" y="111252"/>
                </a:lnTo>
                <a:lnTo>
                  <a:pt x="160020" y="115824"/>
                </a:lnTo>
                <a:lnTo>
                  <a:pt x="158496" y="117348"/>
                </a:lnTo>
                <a:lnTo>
                  <a:pt x="156972" y="117348"/>
                </a:lnTo>
                <a:lnTo>
                  <a:pt x="155448" y="118872"/>
                </a:lnTo>
                <a:lnTo>
                  <a:pt x="152400" y="118872"/>
                </a:lnTo>
                <a:lnTo>
                  <a:pt x="149352" y="120396"/>
                </a:lnTo>
                <a:lnTo>
                  <a:pt x="0" y="120396"/>
                </a:lnTo>
                <a:lnTo>
                  <a:pt x="0" y="124968"/>
                </a:lnTo>
                <a:lnTo>
                  <a:pt x="13716" y="156972"/>
                </a:lnTo>
                <a:lnTo>
                  <a:pt x="16764" y="155448"/>
                </a:lnTo>
                <a:lnTo>
                  <a:pt x="13716" y="149352"/>
                </a:lnTo>
                <a:lnTo>
                  <a:pt x="13716" y="146304"/>
                </a:lnTo>
                <a:lnTo>
                  <a:pt x="15240" y="144780"/>
                </a:lnTo>
                <a:lnTo>
                  <a:pt x="15240" y="143256"/>
                </a:lnTo>
                <a:lnTo>
                  <a:pt x="16764" y="141732"/>
                </a:lnTo>
                <a:lnTo>
                  <a:pt x="18288" y="141732"/>
                </a:lnTo>
                <a:lnTo>
                  <a:pt x="21336" y="140208"/>
                </a:lnTo>
                <a:lnTo>
                  <a:pt x="67056" y="140208"/>
                </a:lnTo>
                <a:lnTo>
                  <a:pt x="60960" y="146304"/>
                </a:lnTo>
                <a:lnTo>
                  <a:pt x="57912" y="153924"/>
                </a:lnTo>
                <a:lnTo>
                  <a:pt x="57912" y="163068"/>
                </a:lnTo>
                <a:lnTo>
                  <a:pt x="77724" y="201168"/>
                </a:lnTo>
                <a:lnTo>
                  <a:pt x="120396" y="216408"/>
                </a:lnTo>
                <a:lnTo>
                  <a:pt x="131813" y="215531"/>
                </a:lnTo>
                <a:lnTo>
                  <a:pt x="131610" y="215531"/>
                </a:lnTo>
                <a:lnTo>
                  <a:pt x="141922" y="212979"/>
                </a:lnTo>
                <a:lnTo>
                  <a:pt x="151460" y="208699"/>
                </a:lnTo>
                <a:lnTo>
                  <a:pt x="160020" y="202692"/>
                </a:lnTo>
                <a:lnTo>
                  <a:pt x="166255" y="195795"/>
                </a:lnTo>
                <a:lnTo>
                  <a:pt x="167754" y="193548"/>
                </a:lnTo>
                <a:lnTo>
                  <a:pt x="171069" y="188595"/>
                </a:lnTo>
                <a:lnTo>
                  <a:pt x="174155" y="180835"/>
                </a:lnTo>
                <a:lnTo>
                  <a:pt x="175209" y="172593"/>
                </a:lnTo>
                <a:lnTo>
                  <a:pt x="175260" y="166116"/>
                </a:lnTo>
                <a:lnTo>
                  <a:pt x="173736" y="160020"/>
                </a:lnTo>
                <a:lnTo>
                  <a:pt x="167640" y="150876"/>
                </a:lnTo>
                <a:lnTo>
                  <a:pt x="163068" y="144780"/>
                </a:lnTo>
                <a:lnTo>
                  <a:pt x="160020" y="142951"/>
                </a:lnTo>
                <a:lnTo>
                  <a:pt x="160020" y="153924"/>
                </a:lnTo>
                <a:lnTo>
                  <a:pt x="160020" y="160020"/>
                </a:lnTo>
                <a:lnTo>
                  <a:pt x="131445" y="191071"/>
                </a:lnTo>
                <a:lnTo>
                  <a:pt x="109728" y="193548"/>
                </a:lnTo>
                <a:lnTo>
                  <a:pt x="98882" y="192963"/>
                </a:lnTo>
                <a:lnTo>
                  <a:pt x="65532" y="170688"/>
                </a:lnTo>
                <a:lnTo>
                  <a:pt x="65532" y="156972"/>
                </a:lnTo>
                <a:lnTo>
                  <a:pt x="68580" y="153924"/>
                </a:lnTo>
                <a:lnTo>
                  <a:pt x="70104" y="149352"/>
                </a:lnTo>
                <a:lnTo>
                  <a:pt x="73152" y="146304"/>
                </a:lnTo>
                <a:lnTo>
                  <a:pt x="77724" y="144780"/>
                </a:lnTo>
                <a:lnTo>
                  <a:pt x="82296" y="141732"/>
                </a:lnTo>
                <a:lnTo>
                  <a:pt x="88392" y="140208"/>
                </a:lnTo>
                <a:lnTo>
                  <a:pt x="147828" y="140208"/>
                </a:lnTo>
                <a:lnTo>
                  <a:pt x="155448" y="146304"/>
                </a:lnTo>
                <a:lnTo>
                  <a:pt x="160020" y="153924"/>
                </a:lnTo>
                <a:lnTo>
                  <a:pt x="160020" y="142951"/>
                </a:lnTo>
                <a:lnTo>
                  <a:pt x="155448" y="140208"/>
                </a:lnTo>
                <a:lnTo>
                  <a:pt x="175260" y="140208"/>
                </a:lnTo>
                <a:lnTo>
                  <a:pt x="175260" y="1341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12" name="Google Shape;5412;p86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5076729" y="7839455"/>
            <a:ext cx="117062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3" name="Google Shape;5413;p86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5018532" y="7095744"/>
            <a:ext cx="225551" cy="67208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4" name="Google Shape;5414;p86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5018532" y="6742176"/>
            <a:ext cx="175259" cy="280415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5" name="Google Shape;5415;p86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5018532" y="6201155"/>
            <a:ext cx="175259" cy="481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6" name="Google Shape;5416;p86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5018532" y="4969763"/>
            <a:ext cx="175260" cy="1161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7" name="Google Shape;5417;p86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5018532" y="4546091"/>
            <a:ext cx="175260" cy="34442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8" name="Google Shape;5418;p86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5018532" y="3422904"/>
            <a:ext cx="175260" cy="105308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9" name="Google Shape;5419;p86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5076443" y="3060192"/>
            <a:ext cx="117348" cy="286512"/>
          </a:xfrm>
          <a:prstGeom prst="rect">
            <a:avLst/>
          </a:prstGeom>
          <a:noFill/>
          <a:ln>
            <a:noFill/>
          </a:ln>
        </p:spPr>
      </p:pic>
      <p:sp>
        <p:nvSpPr>
          <p:cNvPr id="5420" name="Google Shape;5420;p86"/>
          <p:cNvSpPr/>
          <p:nvPr/>
        </p:nvSpPr>
        <p:spPr>
          <a:xfrm>
            <a:off x="5018532" y="2292096"/>
            <a:ext cx="175260" cy="699770"/>
          </a:xfrm>
          <a:custGeom>
            <a:rect b="b" l="l" r="r" t="t"/>
            <a:pathLst>
              <a:path extrusionOk="0" h="699769" w="175260">
                <a:moveTo>
                  <a:pt x="172212" y="577596"/>
                </a:moveTo>
                <a:lnTo>
                  <a:pt x="169164" y="577596"/>
                </a:lnTo>
                <a:lnTo>
                  <a:pt x="169164" y="582168"/>
                </a:lnTo>
                <a:lnTo>
                  <a:pt x="167640" y="586740"/>
                </a:lnTo>
                <a:lnTo>
                  <a:pt x="166116" y="588264"/>
                </a:lnTo>
                <a:lnTo>
                  <a:pt x="166116" y="589788"/>
                </a:lnTo>
                <a:lnTo>
                  <a:pt x="164592" y="591312"/>
                </a:lnTo>
                <a:lnTo>
                  <a:pt x="161544" y="592836"/>
                </a:lnTo>
                <a:lnTo>
                  <a:pt x="160020" y="594360"/>
                </a:lnTo>
                <a:lnTo>
                  <a:pt x="89916" y="594360"/>
                </a:lnTo>
                <a:lnTo>
                  <a:pt x="57912" y="617220"/>
                </a:lnTo>
                <a:lnTo>
                  <a:pt x="57912" y="623316"/>
                </a:lnTo>
                <a:lnTo>
                  <a:pt x="59334" y="632485"/>
                </a:lnTo>
                <a:lnTo>
                  <a:pt x="63627" y="641794"/>
                </a:lnTo>
                <a:lnTo>
                  <a:pt x="70764" y="651395"/>
                </a:lnTo>
                <a:lnTo>
                  <a:pt x="80772" y="661416"/>
                </a:lnTo>
                <a:lnTo>
                  <a:pt x="57912" y="661416"/>
                </a:lnTo>
                <a:lnTo>
                  <a:pt x="57912" y="665988"/>
                </a:lnTo>
                <a:lnTo>
                  <a:pt x="71628" y="699516"/>
                </a:lnTo>
                <a:lnTo>
                  <a:pt x="74676" y="697992"/>
                </a:lnTo>
                <a:lnTo>
                  <a:pt x="71628" y="691896"/>
                </a:lnTo>
                <a:lnTo>
                  <a:pt x="71628" y="687324"/>
                </a:lnTo>
                <a:lnTo>
                  <a:pt x="73152" y="685800"/>
                </a:lnTo>
                <a:lnTo>
                  <a:pt x="73152" y="684276"/>
                </a:lnTo>
                <a:lnTo>
                  <a:pt x="74676" y="684276"/>
                </a:lnTo>
                <a:lnTo>
                  <a:pt x="76200" y="682752"/>
                </a:lnTo>
                <a:lnTo>
                  <a:pt x="79248" y="682752"/>
                </a:lnTo>
                <a:lnTo>
                  <a:pt x="82651" y="681875"/>
                </a:lnTo>
                <a:lnTo>
                  <a:pt x="88201" y="681418"/>
                </a:lnTo>
                <a:lnTo>
                  <a:pt x="105156" y="681228"/>
                </a:lnTo>
                <a:lnTo>
                  <a:pt x="155448" y="681228"/>
                </a:lnTo>
                <a:lnTo>
                  <a:pt x="161544" y="682752"/>
                </a:lnTo>
                <a:lnTo>
                  <a:pt x="167640" y="685800"/>
                </a:lnTo>
                <a:lnTo>
                  <a:pt x="169164" y="690372"/>
                </a:lnTo>
                <a:lnTo>
                  <a:pt x="169164" y="697992"/>
                </a:lnTo>
                <a:lnTo>
                  <a:pt x="172212" y="697992"/>
                </a:lnTo>
                <a:lnTo>
                  <a:pt x="172212" y="644652"/>
                </a:lnTo>
                <a:lnTo>
                  <a:pt x="169164" y="644652"/>
                </a:lnTo>
                <a:lnTo>
                  <a:pt x="169164" y="650748"/>
                </a:lnTo>
                <a:lnTo>
                  <a:pt x="167640" y="653796"/>
                </a:lnTo>
                <a:lnTo>
                  <a:pt x="166116" y="655320"/>
                </a:lnTo>
                <a:lnTo>
                  <a:pt x="166116" y="658368"/>
                </a:lnTo>
                <a:lnTo>
                  <a:pt x="164592" y="658368"/>
                </a:lnTo>
                <a:lnTo>
                  <a:pt x="161544" y="659892"/>
                </a:lnTo>
                <a:lnTo>
                  <a:pt x="160020" y="661416"/>
                </a:lnTo>
                <a:lnTo>
                  <a:pt x="88392" y="661416"/>
                </a:lnTo>
                <a:lnTo>
                  <a:pt x="81508" y="654329"/>
                </a:lnTo>
                <a:lnTo>
                  <a:pt x="76771" y="646938"/>
                </a:lnTo>
                <a:lnTo>
                  <a:pt x="74028" y="639559"/>
                </a:lnTo>
                <a:lnTo>
                  <a:pt x="73152" y="632460"/>
                </a:lnTo>
                <a:lnTo>
                  <a:pt x="73152" y="624840"/>
                </a:lnTo>
                <a:lnTo>
                  <a:pt x="74676" y="620268"/>
                </a:lnTo>
                <a:lnTo>
                  <a:pt x="79248" y="618744"/>
                </a:lnTo>
                <a:lnTo>
                  <a:pt x="83820" y="615696"/>
                </a:lnTo>
                <a:lnTo>
                  <a:pt x="91440" y="614172"/>
                </a:lnTo>
                <a:lnTo>
                  <a:pt x="158496" y="614172"/>
                </a:lnTo>
                <a:lnTo>
                  <a:pt x="164592" y="617220"/>
                </a:lnTo>
                <a:lnTo>
                  <a:pt x="167640" y="620268"/>
                </a:lnTo>
                <a:lnTo>
                  <a:pt x="169164" y="623316"/>
                </a:lnTo>
                <a:lnTo>
                  <a:pt x="169164" y="630936"/>
                </a:lnTo>
                <a:lnTo>
                  <a:pt x="172212" y="630936"/>
                </a:lnTo>
                <a:lnTo>
                  <a:pt x="172212" y="577596"/>
                </a:lnTo>
                <a:close/>
              </a:path>
              <a:path extrusionOk="0" h="699769" w="175260">
                <a:moveTo>
                  <a:pt x="175247" y="518160"/>
                </a:moveTo>
                <a:lnTo>
                  <a:pt x="154635" y="482536"/>
                </a:lnTo>
                <a:lnTo>
                  <a:pt x="131051" y="473964"/>
                </a:lnTo>
                <a:lnTo>
                  <a:pt x="129527" y="477012"/>
                </a:lnTo>
                <a:lnTo>
                  <a:pt x="138671" y="480060"/>
                </a:lnTo>
                <a:lnTo>
                  <a:pt x="146291" y="484632"/>
                </a:lnTo>
                <a:lnTo>
                  <a:pt x="149339" y="489204"/>
                </a:lnTo>
                <a:lnTo>
                  <a:pt x="155435" y="501396"/>
                </a:lnTo>
                <a:lnTo>
                  <a:pt x="155371" y="509549"/>
                </a:lnTo>
                <a:lnTo>
                  <a:pt x="132537" y="541578"/>
                </a:lnTo>
                <a:lnTo>
                  <a:pt x="102095" y="548640"/>
                </a:lnTo>
                <a:lnTo>
                  <a:pt x="102095" y="498348"/>
                </a:lnTo>
                <a:lnTo>
                  <a:pt x="102095" y="473964"/>
                </a:lnTo>
                <a:lnTo>
                  <a:pt x="94475" y="474459"/>
                </a:lnTo>
                <a:lnTo>
                  <a:pt x="94475" y="498348"/>
                </a:lnTo>
                <a:lnTo>
                  <a:pt x="94475" y="548640"/>
                </a:lnTo>
                <a:lnTo>
                  <a:pt x="85331" y="547116"/>
                </a:lnTo>
                <a:lnTo>
                  <a:pt x="77711" y="544068"/>
                </a:lnTo>
                <a:lnTo>
                  <a:pt x="67043" y="533400"/>
                </a:lnTo>
                <a:lnTo>
                  <a:pt x="65519" y="528828"/>
                </a:lnTo>
                <a:lnTo>
                  <a:pt x="65519" y="513588"/>
                </a:lnTo>
                <a:lnTo>
                  <a:pt x="68567" y="509016"/>
                </a:lnTo>
                <a:lnTo>
                  <a:pt x="74663" y="502920"/>
                </a:lnTo>
                <a:lnTo>
                  <a:pt x="79235" y="499872"/>
                </a:lnTo>
                <a:lnTo>
                  <a:pt x="82283" y="499872"/>
                </a:lnTo>
                <a:lnTo>
                  <a:pt x="86855" y="498348"/>
                </a:lnTo>
                <a:lnTo>
                  <a:pt x="94475" y="498348"/>
                </a:lnTo>
                <a:lnTo>
                  <a:pt x="94475" y="474459"/>
                </a:lnTo>
                <a:lnTo>
                  <a:pt x="92367" y="474586"/>
                </a:lnTo>
                <a:lnTo>
                  <a:pt x="60375" y="498919"/>
                </a:lnTo>
                <a:lnTo>
                  <a:pt x="58013" y="513588"/>
                </a:lnTo>
                <a:lnTo>
                  <a:pt x="58039" y="516737"/>
                </a:lnTo>
                <a:lnTo>
                  <a:pt x="81978" y="558571"/>
                </a:lnTo>
                <a:lnTo>
                  <a:pt x="117335" y="566928"/>
                </a:lnTo>
                <a:lnTo>
                  <a:pt x="129895" y="566051"/>
                </a:lnTo>
                <a:lnTo>
                  <a:pt x="129667" y="566051"/>
                </a:lnTo>
                <a:lnTo>
                  <a:pt x="140766" y="563499"/>
                </a:lnTo>
                <a:lnTo>
                  <a:pt x="150558" y="559219"/>
                </a:lnTo>
                <a:lnTo>
                  <a:pt x="158483" y="553212"/>
                </a:lnTo>
                <a:lnTo>
                  <a:pt x="162534" y="548640"/>
                </a:lnTo>
                <a:lnTo>
                  <a:pt x="165608" y="545172"/>
                </a:lnTo>
                <a:lnTo>
                  <a:pt x="170865" y="536829"/>
                </a:lnTo>
                <a:lnTo>
                  <a:pt x="174129" y="527926"/>
                </a:lnTo>
                <a:lnTo>
                  <a:pt x="175247" y="518160"/>
                </a:lnTo>
                <a:close/>
              </a:path>
              <a:path extrusionOk="0" h="699769" w="175260">
                <a:moveTo>
                  <a:pt x="175247" y="409956"/>
                </a:moveTo>
                <a:lnTo>
                  <a:pt x="174396" y="401129"/>
                </a:lnTo>
                <a:lnTo>
                  <a:pt x="174294" y="400812"/>
                </a:lnTo>
                <a:lnTo>
                  <a:pt x="171818" y="393001"/>
                </a:lnTo>
                <a:lnTo>
                  <a:pt x="139674" y="366191"/>
                </a:lnTo>
                <a:lnTo>
                  <a:pt x="131051" y="364236"/>
                </a:lnTo>
                <a:lnTo>
                  <a:pt x="129527" y="367284"/>
                </a:lnTo>
                <a:lnTo>
                  <a:pt x="138671" y="371856"/>
                </a:lnTo>
                <a:lnTo>
                  <a:pt x="146291" y="376428"/>
                </a:lnTo>
                <a:lnTo>
                  <a:pt x="152387" y="385572"/>
                </a:lnTo>
                <a:lnTo>
                  <a:pt x="152463" y="385749"/>
                </a:lnTo>
                <a:lnTo>
                  <a:pt x="155359" y="393001"/>
                </a:lnTo>
                <a:lnTo>
                  <a:pt x="155435" y="399288"/>
                </a:lnTo>
                <a:lnTo>
                  <a:pt x="154368" y="406908"/>
                </a:lnTo>
                <a:lnTo>
                  <a:pt x="123431" y="436435"/>
                </a:lnTo>
                <a:lnTo>
                  <a:pt x="102095" y="438912"/>
                </a:lnTo>
                <a:lnTo>
                  <a:pt x="102095" y="388620"/>
                </a:lnTo>
                <a:lnTo>
                  <a:pt x="102095" y="364236"/>
                </a:lnTo>
                <a:lnTo>
                  <a:pt x="94475" y="364896"/>
                </a:lnTo>
                <a:lnTo>
                  <a:pt x="94475" y="388620"/>
                </a:lnTo>
                <a:lnTo>
                  <a:pt x="94475" y="438912"/>
                </a:lnTo>
                <a:lnTo>
                  <a:pt x="85331" y="438912"/>
                </a:lnTo>
                <a:lnTo>
                  <a:pt x="77711" y="435864"/>
                </a:lnTo>
                <a:lnTo>
                  <a:pt x="73139" y="429768"/>
                </a:lnTo>
                <a:lnTo>
                  <a:pt x="67043" y="425196"/>
                </a:lnTo>
                <a:lnTo>
                  <a:pt x="65519" y="419061"/>
                </a:lnTo>
                <a:lnTo>
                  <a:pt x="65519" y="403860"/>
                </a:lnTo>
                <a:lnTo>
                  <a:pt x="68567" y="400812"/>
                </a:lnTo>
                <a:lnTo>
                  <a:pt x="71615" y="396240"/>
                </a:lnTo>
                <a:lnTo>
                  <a:pt x="74663" y="393192"/>
                </a:lnTo>
                <a:lnTo>
                  <a:pt x="79235" y="391668"/>
                </a:lnTo>
                <a:lnTo>
                  <a:pt x="82283" y="390144"/>
                </a:lnTo>
                <a:lnTo>
                  <a:pt x="86855" y="390144"/>
                </a:lnTo>
                <a:lnTo>
                  <a:pt x="94475" y="388620"/>
                </a:lnTo>
                <a:lnTo>
                  <a:pt x="94475" y="364896"/>
                </a:lnTo>
                <a:lnTo>
                  <a:pt x="92367" y="365074"/>
                </a:lnTo>
                <a:lnTo>
                  <a:pt x="60375" y="389953"/>
                </a:lnTo>
                <a:lnTo>
                  <a:pt x="60337" y="390144"/>
                </a:lnTo>
                <a:lnTo>
                  <a:pt x="58496" y="398081"/>
                </a:lnTo>
                <a:lnTo>
                  <a:pt x="58420" y="399288"/>
                </a:lnTo>
                <a:lnTo>
                  <a:pt x="58293" y="401129"/>
                </a:lnTo>
                <a:lnTo>
                  <a:pt x="57899" y="406908"/>
                </a:lnTo>
                <a:lnTo>
                  <a:pt x="73139" y="443484"/>
                </a:lnTo>
                <a:lnTo>
                  <a:pt x="117335" y="457200"/>
                </a:lnTo>
                <a:lnTo>
                  <a:pt x="129552" y="456349"/>
                </a:lnTo>
                <a:lnTo>
                  <a:pt x="165646" y="436054"/>
                </a:lnTo>
                <a:lnTo>
                  <a:pt x="165760" y="435864"/>
                </a:lnTo>
                <a:lnTo>
                  <a:pt x="170865" y="427863"/>
                </a:lnTo>
                <a:lnTo>
                  <a:pt x="174129" y="419061"/>
                </a:lnTo>
                <a:lnTo>
                  <a:pt x="175247" y="409956"/>
                </a:lnTo>
                <a:close/>
              </a:path>
              <a:path extrusionOk="0" h="699769" w="175260">
                <a:moveTo>
                  <a:pt x="175247" y="173736"/>
                </a:moveTo>
                <a:lnTo>
                  <a:pt x="154635" y="138760"/>
                </a:lnTo>
                <a:lnTo>
                  <a:pt x="131051" y="129540"/>
                </a:lnTo>
                <a:lnTo>
                  <a:pt x="129527" y="132588"/>
                </a:lnTo>
                <a:lnTo>
                  <a:pt x="138671" y="135636"/>
                </a:lnTo>
                <a:lnTo>
                  <a:pt x="146291" y="140208"/>
                </a:lnTo>
                <a:lnTo>
                  <a:pt x="149339" y="146304"/>
                </a:lnTo>
                <a:lnTo>
                  <a:pt x="152387" y="150876"/>
                </a:lnTo>
                <a:lnTo>
                  <a:pt x="152463" y="151028"/>
                </a:lnTo>
                <a:lnTo>
                  <a:pt x="155435" y="156972"/>
                </a:lnTo>
                <a:lnTo>
                  <a:pt x="155435" y="164592"/>
                </a:lnTo>
                <a:lnTo>
                  <a:pt x="132537" y="197154"/>
                </a:lnTo>
                <a:lnTo>
                  <a:pt x="102095" y="204216"/>
                </a:lnTo>
                <a:lnTo>
                  <a:pt x="102095" y="153924"/>
                </a:lnTo>
                <a:lnTo>
                  <a:pt x="102095" y="129540"/>
                </a:lnTo>
                <a:lnTo>
                  <a:pt x="94475" y="130200"/>
                </a:lnTo>
                <a:lnTo>
                  <a:pt x="94475" y="153924"/>
                </a:lnTo>
                <a:lnTo>
                  <a:pt x="94475" y="204216"/>
                </a:lnTo>
                <a:lnTo>
                  <a:pt x="85331" y="202692"/>
                </a:lnTo>
                <a:lnTo>
                  <a:pt x="77711" y="199644"/>
                </a:lnTo>
                <a:lnTo>
                  <a:pt x="73139" y="195072"/>
                </a:lnTo>
                <a:lnTo>
                  <a:pt x="67043" y="190500"/>
                </a:lnTo>
                <a:lnTo>
                  <a:pt x="65519" y="184404"/>
                </a:lnTo>
                <a:lnTo>
                  <a:pt x="65519" y="169164"/>
                </a:lnTo>
                <a:lnTo>
                  <a:pt x="68567" y="164592"/>
                </a:lnTo>
                <a:lnTo>
                  <a:pt x="74663" y="158496"/>
                </a:lnTo>
                <a:lnTo>
                  <a:pt x="79235" y="156972"/>
                </a:lnTo>
                <a:lnTo>
                  <a:pt x="82283" y="155448"/>
                </a:lnTo>
                <a:lnTo>
                  <a:pt x="86855" y="153924"/>
                </a:lnTo>
                <a:lnTo>
                  <a:pt x="94475" y="153924"/>
                </a:lnTo>
                <a:lnTo>
                  <a:pt x="94475" y="130200"/>
                </a:lnTo>
                <a:lnTo>
                  <a:pt x="60375" y="155257"/>
                </a:lnTo>
                <a:lnTo>
                  <a:pt x="60337" y="155448"/>
                </a:lnTo>
                <a:lnTo>
                  <a:pt x="58496" y="163385"/>
                </a:lnTo>
                <a:lnTo>
                  <a:pt x="58420" y="164592"/>
                </a:lnTo>
                <a:lnTo>
                  <a:pt x="58343" y="165785"/>
                </a:lnTo>
                <a:lnTo>
                  <a:pt x="57899" y="172212"/>
                </a:lnTo>
                <a:lnTo>
                  <a:pt x="58788" y="182194"/>
                </a:lnTo>
                <a:lnTo>
                  <a:pt x="81978" y="214147"/>
                </a:lnTo>
                <a:lnTo>
                  <a:pt x="117335" y="222504"/>
                </a:lnTo>
                <a:lnTo>
                  <a:pt x="129895" y="221627"/>
                </a:lnTo>
                <a:lnTo>
                  <a:pt x="129667" y="221627"/>
                </a:lnTo>
                <a:lnTo>
                  <a:pt x="140766" y="219075"/>
                </a:lnTo>
                <a:lnTo>
                  <a:pt x="170865" y="192976"/>
                </a:lnTo>
                <a:lnTo>
                  <a:pt x="174129" y="183718"/>
                </a:lnTo>
                <a:lnTo>
                  <a:pt x="175247" y="173736"/>
                </a:lnTo>
                <a:close/>
              </a:path>
              <a:path extrusionOk="0" h="699769" w="175260">
                <a:moveTo>
                  <a:pt x="175260" y="265176"/>
                </a:moveTo>
                <a:lnTo>
                  <a:pt x="161544" y="233172"/>
                </a:lnTo>
                <a:lnTo>
                  <a:pt x="158496" y="234696"/>
                </a:lnTo>
                <a:lnTo>
                  <a:pt x="158496" y="237744"/>
                </a:lnTo>
                <a:lnTo>
                  <a:pt x="160020" y="240792"/>
                </a:lnTo>
                <a:lnTo>
                  <a:pt x="160020" y="245364"/>
                </a:lnTo>
                <a:lnTo>
                  <a:pt x="156972" y="248412"/>
                </a:lnTo>
                <a:lnTo>
                  <a:pt x="155448" y="248412"/>
                </a:lnTo>
                <a:lnTo>
                  <a:pt x="152400" y="249936"/>
                </a:lnTo>
                <a:lnTo>
                  <a:pt x="0" y="249936"/>
                </a:lnTo>
                <a:lnTo>
                  <a:pt x="0" y="256032"/>
                </a:lnTo>
                <a:lnTo>
                  <a:pt x="13716" y="286512"/>
                </a:lnTo>
                <a:lnTo>
                  <a:pt x="16764" y="284988"/>
                </a:lnTo>
                <a:lnTo>
                  <a:pt x="15240" y="281940"/>
                </a:lnTo>
                <a:lnTo>
                  <a:pt x="13716" y="280416"/>
                </a:lnTo>
                <a:lnTo>
                  <a:pt x="13716" y="275844"/>
                </a:lnTo>
                <a:lnTo>
                  <a:pt x="15240" y="274320"/>
                </a:lnTo>
                <a:lnTo>
                  <a:pt x="15240" y="272796"/>
                </a:lnTo>
                <a:lnTo>
                  <a:pt x="16764" y="272796"/>
                </a:lnTo>
                <a:lnTo>
                  <a:pt x="18288" y="271272"/>
                </a:lnTo>
                <a:lnTo>
                  <a:pt x="21336" y="271272"/>
                </a:lnTo>
                <a:lnTo>
                  <a:pt x="24739" y="270395"/>
                </a:lnTo>
                <a:lnTo>
                  <a:pt x="30289" y="269938"/>
                </a:lnTo>
                <a:lnTo>
                  <a:pt x="38912" y="269748"/>
                </a:lnTo>
                <a:lnTo>
                  <a:pt x="67056" y="269748"/>
                </a:lnTo>
                <a:lnTo>
                  <a:pt x="63055" y="274637"/>
                </a:lnTo>
                <a:lnTo>
                  <a:pt x="60198" y="280225"/>
                </a:lnTo>
                <a:lnTo>
                  <a:pt x="60147" y="280416"/>
                </a:lnTo>
                <a:lnTo>
                  <a:pt x="58483" y="286689"/>
                </a:lnTo>
                <a:lnTo>
                  <a:pt x="57912" y="294132"/>
                </a:lnTo>
                <a:lnTo>
                  <a:pt x="59067" y="305015"/>
                </a:lnTo>
                <a:lnTo>
                  <a:pt x="87388" y="338239"/>
                </a:lnTo>
                <a:lnTo>
                  <a:pt x="120396" y="345948"/>
                </a:lnTo>
                <a:lnTo>
                  <a:pt x="131508" y="345097"/>
                </a:lnTo>
                <a:lnTo>
                  <a:pt x="166255" y="325970"/>
                </a:lnTo>
                <a:lnTo>
                  <a:pt x="168160" y="323088"/>
                </a:lnTo>
                <a:lnTo>
                  <a:pt x="171069" y="318706"/>
                </a:lnTo>
                <a:lnTo>
                  <a:pt x="174155" y="310591"/>
                </a:lnTo>
                <a:lnTo>
                  <a:pt x="175158" y="302514"/>
                </a:lnTo>
                <a:lnTo>
                  <a:pt x="175260" y="295656"/>
                </a:lnTo>
                <a:lnTo>
                  <a:pt x="173736" y="291084"/>
                </a:lnTo>
                <a:lnTo>
                  <a:pt x="170688" y="284988"/>
                </a:lnTo>
                <a:lnTo>
                  <a:pt x="167640" y="280416"/>
                </a:lnTo>
                <a:lnTo>
                  <a:pt x="163068" y="275844"/>
                </a:lnTo>
                <a:lnTo>
                  <a:pt x="160020" y="273405"/>
                </a:lnTo>
                <a:lnTo>
                  <a:pt x="160020" y="283464"/>
                </a:lnTo>
                <a:lnTo>
                  <a:pt x="160020" y="291084"/>
                </a:lnTo>
                <a:lnTo>
                  <a:pt x="131445" y="320802"/>
                </a:lnTo>
                <a:lnTo>
                  <a:pt x="121577" y="322503"/>
                </a:lnTo>
                <a:lnTo>
                  <a:pt x="121920" y="322503"/>
                </a:lnTo>
                <a:lnTo>
                  <a:pt x="109728" y="323088"/>
                </a:lnTo>
                <a:lnTo>
                  <a:pt x="98882" y="322503"/>
                </a:lnTo>
                <a:lnTo>
                  <a:pt x="89344" y="320611"/>
                </a:lnTo>
                <a:lnTo>
                  <a:pt x="81216" y="317309"/>
                </a:lnTo>
                <a:lnTo>
                  <a:pt x="68580" y="307848"/>
                </a:lnTo>
                <a:lnTo>
                  <a:pt x="65532" y="301752"/>
                </a:lnTo>
                <a:lnTo>
                  <a:pt x="65532" y="286512"/>
                </a:lnTo>
                <a:lnTo>
                  <a:pt x="68580" y="283464"/>
                </a:lnTo>
                <a:lnTo>
                  <a:pt x="70104" y="278892"/>
                </a:lnTo>
                <a:lnTo>
                  <a:pt x="73152" y="275844"/>
                </a:lnTo>
                <a:lnTo>
                  <a:pt x="77724" y="274320"/>
                </a:lnTo>
                <a:lnTo>
                  <a:pt x="82296" y="271272"/>
                </a:lnTo>
                <a:lnTo>
                  <a:pt x="88392" y="271272"/>
                </a:lnTo>
                <a:lnTo>
                  <a:pt x="92964" y="269748"/>
                </a:lnTo>
                <a:lnTo>
                  <a:pt x="147828" y="269748"/>
                </a:lnTo>
                <a:lnTo>
                  <a:pt x="155448" y="277368"/>
                </a:lnTo>
                <a:lnTo>
                  <a:pt x="160020" y="283464"/>
                </a:lnTo>
                <a:lnTo>
                  <a:pt x="160020" y="273405"/>
                </a:lnTo>
                <a:lnTo>
                  <a:pt x="155448" y="269748"/>
                </a:lnTo>
                <a:lnTo>
                  <a:pt x="175260" y="269748"/>
                </a:lnTo>
                <a:lnTo>
                  <a:pt x="175260" y="265176"/>
                </a:lnTo>
                <a:close/>
              </a:path>
              <a:path extrusionOk="0" h="699769" w="175260">
                <a:moveTo>
                  <a:pt x="175260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58496" y="4572"/>
                </a:lnTo>
                <a:lnTo>
                  <a:pt x="160020" y="7620"/>
                </a:lnTo>
                <a:lnTo>
                  <a:pt x="160020" y="12192"/>
                </a:lnTo>
                <a:lnTo>
                  <a:pt x="155448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3340"/>
                </a:lnTo>
                <a:lnTo>
                  <a:pt x="15240" y="48768"/>
                </a:lnTo>
                <a:lnTo>
                  <a:pt x="13716" y="47244"/>
                </a:lnTo>
                <a:lnTo>
                  <a:pt x="13716" y="42672"/>
                </a:lnTo>
                <a:lnTo>
                  <a:pt x="18288" y="38100"/>
                </a:lnTo>
                <a:lnTo>
                  <a:pt x="21336" y="38100"/>
                </a:lnTo>
                <a:lnTo>
                  <a:pt x="24739" y="37871"/>
                </a:lnTo>
                <a:lnTo>
                  <a:pt x="30289" y="37338"/>
                </a:lnTo>
                <a:lnTo>
                  <a:pt x="37833" y="36817"/>
                </a:lnTo>
                <a:lnTo>
                  <a:pt x="47244" y="36576"/>
                </a:lnTo>
                <a:lnTo>
                  <a:pt x="67056" y="36576"/>
                </a:lnTo>
                <a:lnTo>
                  <a:pt x="63055" y="42316"/>
                </a:lnTo>
                <a:lnTo>
                  <a:pt x="60198" y="48196"/>
                </a:lnTo>
                <a:lnTo>
                  <a:pt x="58483" y="54368"/>
                </a:lnTo>
                <a:lnTo>
                  <a:pt x="58432" y="54864"/>
                </a:lnTo>
                <a:lnTo>
                  <a:pt x="57912" y="60960"/>
                </a:lnTo>
                <a:lnTo>
                  <a:pt x="59067" y="71843"/>
                </a:lnTo>
                <a:lnTo>
                  <a:pt x="87388" y="105067"/>
                </a:lnTo>
                <a:lnTo>
                  <a:pt x="120396" y="112776"/>
                </a:lnTo>
                <a:lnTo>
                  <a:pt x="131508" y="112166"/>
                </a:lnTo>
                <a:lnTo>
                  <a:pt x="166255" y="93446"/>
                </a:lnTo>
                <a:lnTo>
                  <a:pt x="168452" y="89916"/>
                </a:lnTo>
                <a:lnTo>
                  <a:pt x="171069" y="85725"/>
                </a:lnTo>
                <a:lnTo>
                  <a:pt x="174155" y="77444"/>
                </a:lnTo>
                <a:lnTo>
                  <a:pt x="175158" y="69342"/>
                </a:lnTo>
                <a:lnTo>
                  <a:pt x="175158" y="63627"/>
                </a:lnTo>
                <a:lnTo>
                  <a:pt x="173736" y="57912"/>
                </a:lnTo>
                <a:lnTo>
                  <a:pt x="170688" y="53340"/>
                </a:lnTo>
                <a:lnTo>
                  <a:pt x="167640" y="47244"/>
                </a:lnTo>
                <a:lnTo>
                  <a:pt x="163068" y="42672"/>
                </a:lnTo>
                <a:lnTo>
                  <a:pt x="160020" y="40233"/>
                </a:lnTo>
                <a:lnTo>
                  <a:pt x="160020" y="50292"/>
                </a:lnTo>
                <a:lnTo>
                  <a:pt x="160020" y="57912"/>
                </a:lnTo>
                <a:lnTo>
                  <a:pt x="131445" y="87630"/>
                </a:lnTo>
                <a:lnTo>
                  <a:pt x="109728" y="89916"/>
                </a:lnTo>
                <a:lnTo>
                  <a:pt x="98882" y="89344"/>
                </a:lnTo>
                <a:lnTo>
                  <a:pt x="65532" y="68580"/>
                </a:lnTo>
                <a:lnTo>
                  <a:pt x="65532" y="54864"/>
                </a:lnTo>
                <a:lnTo>
                  <a:pt x="68580" y="50292"/>
                </a:lnTo>
                <a:lnTo>
                  <a:pt x="70104" y="47244"/>
                </a:lnTo>
                <a:lnTo>
                  <a:pt x="73152" y="44196"/>
                </a:lnTo>
                <a:lnTo>
                  <a:pt x="77724" y="41148"/>
                </a:lnTo>
                <a:lnTo>
                  <a:pt x="82296" y="39624"/>
                </a:lnTo>
                <a:lnTo>
                  <a:pt x="88392" y="38100"/>
                </a:lnTo>
                <a:lnTo>
                  <a:pt x="92964" y="36576"/>
                </a:lnTo>
                <a:lnTo>
                  <a:pt x="147828" y="36576"/>
                </a:lnTo>
                <a:lnTo>
                  <a:pt x="155448" y="44196"/>
                </a:lnTo>
                <a:lnTo>
                  <a:pt x="160020" y="50292"/>
                </a:lnTo>
                <a:lnTo>
                  <a:pt x="160020" y="40233"/>
                </a:lnTo>
                <a:lnTo>
                  <a:pt x="155448" y="36576"/>
                </a:lnTo>
                <a:lnTo>
                  <a:pt x="175260" y="36576"/>
                </a:lnTo>
                <a:lnTo>
                  <a:pt x="175260" y="320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21" name="Google Shape;5421;p86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5373623" y="7744967"/>
            <a:ext cx="175260" cy="1220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2" name="Google Shape;5422;p86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5373623" y="6848855"/>
            <a:ext cx="175260" cy="81686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3" name="Google Shape;5423;p86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5373623" y="5907023"/>
            <a:ext cx="175260" cy="8747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4" name="Google Shape;5424;p86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5373623" y="5570219"/>
            <a:ext cx="224028" cy="2636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5" name="Google Shape;5425;p86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5373623" y="4317491"/>
            <a:ext cx="225552" cy="11795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6" name="Google Shape;5426;p86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5431535" y="4035551"/>
            <a:ext cx="117348" cy="196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7" name="Google Shape;5427;p86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5373623" y="2429255"/>
            <a:ext cx="225552" cy="153771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8" name="Google Shape;5428;p86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5788152" y="8317992"/>
            <a:ext cx="153924" cy="4495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29" name="Google Shape;5429;p86"/>
          <p:cNvGrpSpPr/>
          <p:nvPr/>
        </p:nvGrpSpPr>
        <p:grpSpPr>
          <a:xfrm>
            <a:off x="5788139" y="7574280"/>
            <a:ext cx="167653" cy="672083"/>
            <a:chOff x="5788139" y="7574280"/>
            <a:chExt cx="167653" cy="672083"/>
          </a:xfrm>
        </p:grpSpPr>
        <p:pic>
          <p:nvPicPr>
            <p:cNvPr id="5430" name="Google Shape;5430;p86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5788152" y="8130539"/>
              <a:ext cx="167640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431" name="Google Shape;5431;p86"/>
            <p:cNvSpPr/>
            <p:nvPr/>
          </p:nvSpPr>
          <p:spPr>
            <a:xfrm>
              <a:off x="5788139" y="7574280"/>
              <a:ext cx="154305" cy="535305"/>
            </a:xfrm>
            <a:custGeom>
              <a:rect b="b" l="l" r="r" t="t"/>
              <a:pathLst>
                <a:path extrusionOk="0" h="535304" w="154304">
                  <a:moveTo>
                    <a:pt x="114300" y="73152"/>
                  </a:moveTo>
                  <a:lnTo>
                    <a:pt x="111252" y="73152"/>
                  </a:lnTo>
                  <a:lnTo>
                    <a:pt x="111252" y="77724"/>
                  </a:lnTo>
                  <a:lnTo>
                    <a:pt x="109728" y="82296"/>
                  </a:lnTo>
                  <a:lnTo>
                    <a:pt x="108204" y="85344"/>
                  </a:lnTo>
                  <a:lnTo>
                    <a:pt x="103632" y="89916"/>
                  </a:lnTo>
                  <a:lnTo>
                    <a:pt x="102108" y="89916"/>
                  </a:lnTo>
                  <a:lnTo>
                    <a:pt x="99060" y="91440"/>
                  </a:lnTo>
                  <a:lnTo>
                    <a:pt x="94488" y="92964"/>
                  </a:lnTo>
                  <a:lnTo>
                    <a:pt x="33528" y="92964"/>
                  </a:lnTo>
                  <a:lnTo>
                    <a:pt x="27432" y="88392"/>
                  </a:lnTo>
                  <a:lnTo>
                    <a:pt x="21336" y="85344"/>
                  </a:lnTo>
                  <a:lnTo>
                    <a:pt x="18288" y="80772"/>
                  </a:lnTo>
                  <a:lnTo>
                    <a:pt x="16764" y="79248"/>
                  </a:lnTo>
                  <a:lnTo>
                    <a:pt x="16764" y="71628"/>
                  </a:lnTo>
                  <a:lnTo>
                    <a:pt x="19812" y="68580"/>
                  </a:lnTo>
                  <a:lnTo>
                    <a:pt x="22860" y="64008"/>
                  </a:lnTo>
                  <a:lnTo>
                    <a:pt x="24384" y="60960"/>
                  </a:lnTo>
                  <a:lnTo>
                    <a:pt x="24384" y="56388"/>
                  </a:lnTo>
                  <a:lnTo>
                    <a:pt x="22860" y="53340"/>
                  </a:lnTo>
                  <a:lnTo>
                    <a:pt x="19812" y="51816"/>
                  </a:lnTo>
                  <a:lnTo>
                    <a:pt x="18288" y="50292"/>
                  </a:lnTo>
                  <a:lnTo>
                    <a:pt x="15240" y="48768"/>
                  </a:lnTo>
                  <a:lnTo>
                    <a:pt x="9144" y="48768"/>
                  </a:lnTo>
                  <a:lnTo>
                    <a:pt x="6096" y="50292"/>
                  </a:lnTo>
                  <a:lnTo>
                    <a:pt x="0" y="56388"/>
                  </a:lnTo>
                  <a:lnTo>
                    <a:pt x="0" y="64008"/>
                  </a:lnTo>
                  <a:lnTo>
                    <a:pt x="24384" y="92964"/>
                  </a:lnTo>
                  <a:lnTo>
                    <a:pt x="0" y="92964"/>
                  </a:lnTo>
                  <a:lnTo>
                    <a:pt x="0" y="97536"/>
                  </a:lnTo>
                  <a:lnTo>
                    <a:pt x="13716" y="131064"/>
                  </a:lnTo>
                  <a:lnTo>
                    <a:pt x="16764" y="129540"/>
                  </a:lnTo>
                  <a:lnTo>
                    <a:pt x="13716" y="123444"/>
                  </a:lnTo>
                  <a:lnTo>
                    <a:pt x="13716" y="118872"/>
                  </a:lnTo>
                  <a:lnTo>
                    <a:pt x="15240" y="117348"/>
                  </a:lnTo>
                  <a:lnTo>
                    <a:pt x="15240" y="115824"/>
                  </a:lnTo>
                  <a:lnTo>
                    <a:pt x="16764" y="114300"/>
                  </a:lnTo>
                  <a:lnTo>
                    <a:pt x="21336" y="114300"/>
                  </a:lnTo>
                  <a:lnTo>
                    <a:pt x="24536" y="113423"/>
                  </a:lnTo>
                  <a:lnTo>
                    <a:pt x="29718" y="112966"/>
                  </a:lnTo>
                  <a:lnTo>
                    <a:pt x="38265" y="112776"/>
                  </a:lnTo>
                  <a:lnTo>
                    <a:pt x="100584" y="112776"/>
                  </a:lnTo>
                  <a:lnTo>
                    <a:pt x="106680" y="115824"/>
                  </a:lnTo>
                  <a:lnTo>
                    <a:pt x="108204" y="117348"/>
                  </a:lnTo>
                  <a:lnTo>
                    <a:pt x="111252" y="123444"/>
                  </a:lnTo>
                  <a:lnTo>
                    <a:pt x="111252" y="129540"/>
                  </a:lnTo>
                  <a:lnTo>
                    <a:pt x="114300" y="129540"/>
                  </a:lnTo>
                  <a:lnTo>
                    <a:pt x="114300" y="112776"/>
                  </a:lnTo>
                  <a:lnTo>
                    <a:pt x="114300" y="73152"/>
                  </a:lnTo>
                  <a:close/>
                </a:path>
                <a:path extrusionOk="0" h="535304" w="154304">
                  <a:moveTo>
                    <a:pt x="117360" y="483108"/>
                  </a:moveTo>
                  <a:lnTo>
                    <a:pt x="117246" y="481584"/>
                  </a:lnTo>
                  <a:lnTo>
                    <a:pt x="116789" y="475399"/>
                  </a:lnTo>
                  <a:lnTo>
                    <a:pt x="115074" y="468249"/>
                  </a:lnTo>
                  <a:lnTo>
                    <a:pt x="112217" y="461683"/>
                  </a:lnTo>
                  <a:lnTo>
                    <a:pt x="109740" y="457974"/>
                  </a:lnTo>
                  <a:lnTo>
                    <a:pt x="109740" y="470916"/>
                  </a:lnTo>
                  <a:lnTo>
                    <a:pt x="109740" y="478536"/>
                  </a:lnTo>
                  <a:lnTo>
                    <a:pt x="81991" y="506920"/>
                  </a:lnTo>
                  <a:lnTo>
                    <a:pt x="48780" y="512064"/>
                  </a:lnTo>
                  <a:lnTo>
                    <a:pt x="39636" y="512064"/>
                  </a:lnTo>
                  <a:lnTo>
                    <a:pt x="7632" y="493776"/>
                  </a:lnTo>
                  <a:lnTo>
                    <a:pt x="7632" y="477012"/>
                  </a:lnTo>
                  <a:lnTo>
                    <a:pt x="39065" y="454342"/>
                  </a:lnTo>
                  <a:lnTo>
                    <a:pt x="65544" y="451104"/>
                  </a:lnTo>
                  <a:lnTo>
                    <a:pt x="76352" y="451662"/>
                  </a:lnTo>
                  <a:lnTo>
                    <a:pt x="109740" y="470916"/>
                  </a:lnTo>
                  <a:lnTo>
                    <a:pt x="109740" y="457974"/>
                  </a:lnTo>
                  <a:lnTo>
                    <a:pt x="108165" y="455612"/>
                  </a:lnTo>
                  <a:lnTo>
                    <a:pt x="105308" y="451104"/>
                  </a:lnTo>
                  <a:lnTo>
                    <a:pt x="104216" y="449376"/>
                  </a:lnTo>
                  <a:lnTo>
                    <a:pt x="99072" y="444055"/>
                  </a:lnTo>
                  <a:lnTo>
                    <a:pt x="63487" y="428802"/>
                  </a:lnTo>
                  <a:lnTo>
                    <a:pt x="56400" y="428244"/>
                  </a:lnTo>
                  <a:lnTo>
                    <a:pt x="45516" y="429107"/>
                  </a:lnTo>
                  <a:lnTo>
                    <a:pt x="10299" y="449656"/>
                  </a:lnTo>
                  <a:lnTo>
                    <a:pt x="12" y="481584"/>
                  </a:lnTo>
                  <a:lnTo>
                    <a:pt x="76" y="483108"/>
                  </a:lnTo>
                  <a:lnTo>
                    <a:pt x="15252" y="519112"/>
                  </a:lnTo>
                  <a:lnTo>
                    <a:pt x="28968" y="527304"/>
                  </a:lnTo>
                  <a:lnTo>
                    <a:pt x="36080" y="531075"/>
                  </a:lnTo>
                  <a:lnTo>
                    <a:pt x="43637" y="533400"/>
                  </a:lnTo>
                  <a:lnTo>
                    <a:pt x="51460" y="534593"/>
                  </a:lnTo>
                  <a:lnTo>
                    <a:pt x="59448" y="534924"/>
                  </a:lnTo>
                  <a:lnTo>
                    <a:pt x="69443" y="534314"/>
                  </a:lnTo>
                  <a:lnTo>
                    <a:pt x="105143" y="515048"/>
                  </a:lnTo>
                  <a:lnTo>
                    <a:pt x="107289" y="512064"/>
                  </a:lnTo>
                  <a:lnTo>
                    <a:pt x="111836" y="505777"/>
                  </a:lnTo>
                  <a:lnTo>
                    <a:pt x="115951" y="495096"/>
                  </a:lnTo>
                  <a:lnTo>
                    <a:pt x="117360" y="483108"/>
                  </a:lnTo>
                  <a:close/>
                </a:path>
                <a:path extrusionOk="0" h="535304" w="154304">
                  <a:moveTo>
                    <a:pt x="117360" y="292608"/>
                  </a:moveTo>
                  <a:lnTo>
                    <a:pt x="19824" y="257556"/>
                  </a:lnTo>
                  <a:lnTo>
                    <a:pt x="12204" y="254508"/>
                  </a:lnTo>
                  <a:lnTo>
                    <a:pt x="6108" y="249936"/>
                  </a:lnTo>
                  <a:lnTo>
                    <a:pt x="6108" y="242316"/>
                  </a:lnTo>
                  <a:lnTo>
                    <a:pt x="3060" y="242316"/>
                  </a:lnTo>
                  <a:lnTo>
                    <a:pt x="3060" y="275844"/>
                  </a:lnTo>
                  <a:lnTo>
                    <a:pt x="6108" y="275844"/>
                  </a:lnTo>
                  <a:lnTo>
                    <a:pt x="6108" y="266700"/>
                  </a:lnTo>
                  <a:lnTo>
                    <a:pt x="10680" y="262128"/>
                  </a:lnTo>
                  <a:lnTo>
                    <a:pt x="15252" y="262128"/>
                  </a:lnTo>
                  <a:lnTo>
                    <a:pt x="18300" y="263652"/>
                  </a:lnTo>
                  <a:lnTo>
                    <a:pt x="22872" y="266700"/>
                  </a:lnTo>
                  <a:lnTo>
                    <a:pt x="85356" y="289560"/>
                  </a:lnTo>
                  <a:lnTo>
                    <a:pt x="21348" y="316992"/>
                  </a:lnTo>
                  <a:lnTo>
                    <a:pt x="19824" y="316992"/>
                  </a:lnTo>
                  <a:lnTo>
                    <a:pt x="18300" y="318516"/>
                  </a:lnTo>
                  <a:lnTo>
                    <a:pt x="13728" y="318516"/>
                  </a:lnTo>
                  <a:lnTo>
                    <a:pt x="10680" y="316992"/>
                  </a:lnTo>
                  <a:lnTo>
                    <a:pt x="7632" y="313944"/>
                  </a:lnTo>
                  <a:lnTo>
                    <a:pt x="6108" y="309372"/>
                  </a:lnTo>
                  <a:lnTo>
                    <a:pt x="6108" y="304800"/>
                  </a:lnTo>
                  <a:lnTo>
                    <a:pt x="3060" y="304800"/>
                  </a:lnTo>
                  <a:lnTo>
                    <a:pt x="3060" y="356616"/>
                  </a:lnTo>
                  <a:lnTo>
                    <a:pt x="6108" y="356616"/>
                  </a:lnTo>
                  <a:lnTo>
                    <a:pt x="6108" y="347472"/>
                  </a:lnTo>
                  <a:lnTo>
                    <a:pt x="7632" y="345948"/>
                  </a:lnTo>
                  <a:lnTo>
                    <a:pt x="9156" y="342900"/>
                  </a:lnTo>
                  <a:lnTo>
                    <a:pt x="13728" y="339852"/>
                  </a:lnTo>
                  <a:lnTo>
                    <a:pt x="18300" y="338328"/>
                  </a:lnTo>
                  <a:lnTo>
                    <a:pt x="35064" y="332232"/>
                  </a:lnTo>
                  <a:lnTo>
                    <a:pt x="85356" y="356616"/>
                  </a:lnTo>
                  <a:lnTo>
                    <a:pt x="22872" y="381000"/>
                  </a:lnTo>
                  <a:lnTo>
                    <a:pt x="19824" y="382524"/>
                  </a:lnTo>
                  <a:lnTo>
                    <a:pt x="15252" y="384048"/>
                  </a:lnTo>
                  <a:lnTo>
                    <a:pt x="10680" y="384048"/>
                  </a:lnTo>
                  <a:lnTo>
                    <a:pt x="6108" y="379476"/>
                  </a:lnTo>
                  <a:lnTo>
                    <a:pt x="6108" y="373380"/>
                  </a:lnTo>
                  <a:lnTo>
                    <a:pt x="3060" y="373380"/>
                  </a:lnTo>
                  <a:lnTo>
                    <a:pt x="3060" y="420624"/>
                  </a:lnTo>
                  <a:lnTo>
                    <a:pt x="6108" y="420624"/>
                  </a:lnTo>
                  <a:lnTo>
                    <a:pt x="6108" y="414528"/>
                  </a:lnTo>
                  <a:lnTo>
                    <a:pt x="7632" y="411480"/>
                  </a:lnTo>
                  <a:lnTo>
                    <a:pt x="10680" y="409956"/>
                  </a:lnTo>
                  <a:lnTo>
                    <a:pt x="12204" y="406908"/>
                  </a:lnTo>
                  <a:lnTo>
                    <a:pt x="16776" y="405384"/>
                  </a:lnTo>
                  <a:lnTo>
                    <a:pt x="22872" y="402336"/>
                  </a:lnTo>
                  <a:lnTo>
                    <a:pt x="117360" y="365760"/>
                  </a:lnTo>
                  <a:lnTo>
                    <a:pt x="117360" y="362712"/>
                  </a:lnTo>
                  <a:lnTo>
                    <a:pt x="44208" y="327660"/>
                  </a:lnTo>
                  <a:lnTo>
                    <a:pt x="117360" y="297180"/>
                  </a:lnTo>
                  <a:lnTo>
                    <a:pt x="117360" y="292608"/>
                  </a:lnTo>
                  <a:close/>
                </a:path>
                <a:path extrusionOk="0" h="535304" w="154304">
                  <a:moveTo>
                    <a:pt x="117360" y="185928"/>
                  </a:moveTo>
                  <a:lnTo>
                    <a:pt x="116497" y="177101"/>
                  </a:lnTo>
                  <a:lnTo>
                    <a:pt x="116395" y="176784"/>
                  </a:lnTo>
                  <a:lnTo>
                    <a:pt x="113931" y="168973"/>
                  </a:lnTo>
                  <a:lnTo>
                    <a:pt x="81775" y="141947"/>
                  </a:lnTo>
                  <a:lnTo>
                    <a:pt x="73164" y="140208"/>
                  </a:lnTo>
                  <a:lnTo>
                    <a:pt x="71640" y="143256"/>
                  </a:lnTo>
                  <a:lnTo>
                    <a:pt x="80784" y="146304"/>
                  </a:lnTo>
                  <a:lnTo>
                    <a:pt x="88404" y="150876"/>
                  </a:lnTo>
                  <a:lnTo>
                    <a:pt x="91452" y="156972"/>
                  </a:lnTo>
                  <a:lnTo>
                    <a:pt x="94500" y="161544"/>
                  </a:lnTo>
                  <a:lnTo>
                    <a:pt x="94576" y="161721"/>
                  </a:lnTo>
                  <a:lnTo>
                    <a:pt x="97548" y="167640"/>
                  </a:lnTo>
                  <a:lnTo>
                    <a:pt x="97548" y="175260"/>
                  </a:lnTo>
                  <a:lnTo>
                    <a:pt x="74637" y="208457"/>
                  </a:lnTo>
                  <a:lnTo>
                    <a:pt x="44208" y="214884"/>
                  </a:lnTo>
                  <a:lnTo>
                    <a:pt x="44208" y="164592"/>
                  </a:lnTo>
                  <a:lnTo>
                    <a:pt x="44208" y="140208"/>
                  </a:lnTo>
                  <a:lnTo>
                    <a:pt x="36588" y="140868"/>
                  </a:lnTo>
                  <a:lnTo>
                    <a:pt x="36588" y="164592"/>
                  </a:lnTo>
                  <a:lnTo>
                    <a:pt x="36588" y="214884"/>
                  </a:lnTo>
                  <a:lnTo>
                    <a:pt x="27444" y="214884"/>
                  </a:lnTo>
                  <a:lnTo>
                    <a:pt x="19824" y="211836"/>
                  </a:lnTo>
                  <a:lnTo>
                    <a:pt x="15252" y="205740"/>
                  </a:lnTo>
                  <a:lnTo>
                    <a:pt x="9156" y="201168"/>
                  </a:lnTo>
                  <a:lnTo>
                    <a:pt x="7632" y="195033"/>
                  </a:lnTo>
                  <a:lnTo>
                    <a:pt x="7632" y="179832"/>
                  </a:lnTo>
                  <a:lnTo>
                    <a:pt x="10680" y="176784"/>
                  </a:lnTo>
                  <a:lnTo>
                    <a:pt x="13728" y="172212"/>
                  </a:lnTo>
                  <a:lnTo>
                    <a:pt x="16776" y="169164"/>
                  </a:lnTo>
                  <a:lnTo>
                    <a:pt x="21348" y="167640"/>
                  </a:lnTo>
                  <a:lnTo>
                    <a:pt x="24396" y="166116"/>
                  </a:lnTo>
                  <a:lnTo>
                    <a:pt x="28968" y="164592"/>
                  </a:lnTo>
                  <a:lnTo>
                    <a:pt x="36588" y="164592"/>
                  </a:lnTo>
                  <a:lnTo>
                    <a:pt x="36588" y="140868"/>
                  </a:lnTo>
                  <a:lnTo>
                    <a:pt x="2489" y="165925"/>
                  </a:lnTo>
                  <a:lnTo>
                    <a:pt x="520" y="175260"/>
                  </a:lnTo>
                  <a:lnTo>
                    <a:pt x="393" y="177101"/>
                  </a:lnTo>
                  <a:lnTo>
                    <a:pt x="15252" y="219456"/>
                  </a:lnTo>
                  <a:lnTo>
                    <a:pt x="59448" y="233172"/>
                  </a:lnTo>
                  <a:lnTo>
                    <a:pt x="71653" y="232321"/>
                  </a:lnTo>
                  <a:lnTo>
                    <a:pt x="107708" y="212077"/>
                  </a:lnTo>
                  <a:lnTo>
                    <a:pt x="116230" y="195033"/>
                  </a:lnTo>
                  <a:lnTo>
                    <a:pt x="117360" y="185928"/>
                  </a:lnTo>
                  <a:close/>
                </a:path>
                <a:path extrusionOk="0" h="535304" w="154304">
                  <a:moveTo>
                    <a:pt x="153936" y="36576"/>
                  </a:moveTo>
                  <a:lnTo>
                    <a:pt x="129552" y="3048"/>
                  </a:lnTo>
                  <a:lnTo>
                    <a:pt x="121932" y="0"/>
                  </a:lnTo>
                  <a:lnTo>
                    <a:pt x="106692" y="0"/>
                  </a:lnTo>
                  <a:lnTo>
                    <a:pt x="100596" y="3048"/>
                  </a:lnTo>
                  <a:lnTo>
                    <a:pt x="96024" y="7620"/>
                  </a:lnTo>
                  <a:lnTo>
                    <a:pt x="91452" y="10668"/>
                  </a:lnTo>
                  <a:lnTo>
                    <a:pt x="89928" y="15240"/>
                  </a:lnTo>
                  <a:lnTo>
                    <a:pt x="89928" y="28956"/>
                  </a:lnTo>
                  <a:lnTo>
                    <a:pt x="96024" y="35052"/>
                  </a:lnTo>
                  <a:lnTo>
                    <a:pt x="99072" y="36576"/>
                  </a:lnTo>
                  <a:lnTo>
                    <a:pt x="111264" y="36576"/>
                  </a:lnTo>
                  <a:lnTo>
                    <a:pt x="112788" y="33528"/>
                  </a:lnTo>
                  <a:lnTo>
                    <a:pt x="115836" y="32004"/>
                  </a:lnTo>
                  <a:lnTo>
                    <a:pt x="117360" y="28956"/>
                  </a:lnTo>
                  <a:lnTo>
                    <a:pt x="117360" y="22860"/>
                  </a:lnTo>
                  <a:lnTo>
                    <a:pt x="115836" y="21336"/>
                  </a:lnTo>
                  <a:lnTo>
                    <a:pt x="115836" y="19812"/>
                  </a:lnTo>
                  <a:lnTo>
                    <a:pt x="114312" y="16764"/>
                  </a:lnTo>
                  <a:lnTo>
                    <a:pt x="112788" y="15240"/>
                  </a:lnTo>
                  <a:lnTo>
                    <a:pt x="112788" y="12192"/>
                  </a:lnTo>
                  <a:lnTo>
                    <a:pt x="115836" y="12192"/>
                  </a:lnTo>
                  <a:lnTo>
                    <a:pt x="115836" y="10668"/>
                  </a:lnTo>
                  <a:lnTo>
                    <a:pt x="123456" y="10668"/>
                  </a:lnTo>
                  <a:lnTo>
                    <a:pt x="129552" y="13716"/>
                  </a:lnTo>
                  <a:lnTo>
                    <a:pt x="141744" y="22860"/>
                  </a:lnTo>
                  <a:lnTo>
                    <a:pt x="144792" y="28956"/>
                  </a:lnTo>
                  <a:lnTo>
                    <a:pt x="147840" y="36576"/>
                  </a:lnTo>
                  <a:lnTo>
                    <a:pt x="153936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432" name="Google Shape;5432;p86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5730239" y="5993892"/>
            <a:ext cx="225552" cy="1499615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3" name="Google Shape;5433;p86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5730240" y="5855208"/>
            <a:ext cx="224028" cy="670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34" name="Google Shape;5434;p86"/>
          <p:cNvGrpSpPr/>
          <p:nvPr/>
        </p:nvGrpSpPr>
        <p:grpSpPr>
          <a:xfrm>
            <a:off x="6890003" y="5655564"/>
            <a:ext cx="116205" cy="158496"/>
            <a:chOff x="6890003" y="5655564"/>
            <a:chExt cx="116205" cy="158496"/>
          </a:xfrm>
        </p:grpSpPr>
        <p:pic>
          <p:nvPicPr>
            <p:cNvPr id="5435" name="Google Shape;5435;p86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6890003" y="5737860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436" name="Google Shape;5436;p86"/>
            <p:cNvSpPr/>
            <p:nvPr/>
          </p:nvSpPr>
          <p:spPr>
            <a:xfrm>
              <a:off x="6890003" y="5655564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22860" y="59436"/>
                  </a:move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80" y="16764"/>
                  </a:lnTo>
                  <a:lnTo>
                    <a:pt x="108204" y="15240"/>
                  </a:lnTo>
                  <a:lnTo>
                    <a:pt x="109728" y="15240"/>
                  </a:lnTo>
                  <a:lnTo>
                    <a:pt x="111252" y="12192"/>
                  </a:lnTo>
                  <a:lnTo>
                    <a:pt x="112776" y="10668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30480" y="41148"/>
                  </a:lnTo>
                  <a:lnTo>
                    <a:pt x="25908" y="42672"/>
                  </a:lnTo>
                  <a:lnTo>
                    <a:pt x="24384" y="42672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1336" y="54864"/>
                  </a:lnTo>
                  <a:lnTo>
                    <a:pt x="22860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06680" y="42672"/>
                  </a:lnTo>
                  <a:lnTo>
                    <a:pt x="105156" y="42672"/>
                  </a:lnTo>
                  <a:lnTo>
                    <a:pt x="100584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437" name="Google Shape;5437;p86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6891528" y="5265420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8" name="Google Shape;5438;p86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6890003" y="4876800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9" name="Google Shape;5439;p86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6655307" y="1824227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43" name="Shape 5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44" name="Google Shape;5444;p87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019555" y="5705855"/>
            <a:ext cx="348996" cy="24825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45" name="Google Shape;5445;p87"/>
          <p:cNvGrpSpPr/>
          <p:nvPr/>
        </p:nvGrpSpPr>
        <p:grpSpPr>
          <a:xfrm>
            <a:off x="1019555" y="4855463"/>
            <a:ext cx="349250" cy="691895"/>
            <a:chOff x="1019555" y="4855463"/>
            <a:chExt cx="349250" cy="691895"/>
          </a:xfrm>
        </p:grpSpPr>
        <p:pic>
          <p:nvPicPr>
            <p:cNvPr id="5446" name="Google Shape;5446;p8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135379" y="5103875"/>
              <a:ext cx="233172" cy="4434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447" name="Google Shape;5447;p87"/>
            <p:cNvSpPr/>
            <p:nvPr/>
          </p:nvSpPr>
          <p:spPr>
            <a:xfrm>
              <a:off x="1019555" y="4855463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296965" y="34409"/>
                  </a:lnTo>
                  <a:lnTo>
                    <a:pt x="303275" y="33528"/>
                  </a:lnTo>
                  <a:lnTo>
                    <a:pt x="312419" y="30480"/>
                  </a:lnTo>
                  <a:lnTo>
                    <a:pt x="313943" y="27432"/>
                  </a:lnTo>
                  <a:lnTo>
                    <a:pt x="316991" y="25908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7451" y="74676"/>
                  </a:lnTo>
                  <a:lnTo>
                    <a:pt x="61912" y="74866"/>
                  </a:lnTo>
                  <a:lnTo>
                    <a:pt x="52030" y="75318"/>
                  </a:lnTo>
                  <a:lnTo>
                    <a:pt x="46402" y="76104"/>
                  </a:lnTo>
                  <a:lnTo>
                    <a:pt x="46100" y="76104"/>
                  </a:lnTo>
                  <a:lnTo>
                    <a:pt x="39623" y="77724"/>
                  </a:lnTo>
                  <a:lnTo>
                    <a:pt x="36576" y="79248"/>
                  </a:lnTo>
                  <a:lnTo>
                    <a:pt x="32004" y="8382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1551"/>
                  </a:lnTo>
                  <a:lnTo>
                    <a:pt x="155447" y="199644"/>
                  </a:lnTo>
                  <a:lnTo>
                    <a:pt x="125920" y="165354"/>
                  </a:lnTo>
                  <a:lnTo>
                    <a:pt x="115823" y="121920"/>
                  </a:lnTo>
                  <a:lnTo>
                    <a:pt x="116886" y="109728"/>
                  </a:lnTo>
                  <a:lnTo>
                    <a:pt x="116990" y="108537"/>
                  </a:lnTo>
                  <a:lnTo>
                    <a:pt x="120586" y="96012"/>
                  </a:lnTo>
                  <a:lnTo>
                    <a:pt x="126753" y="84629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6104"/>
                  </a:lnTo>
                  <a:lnTo>
                    <a:pt x="172592" y="78105"/>
                  </a:lnTo>
                  <a:lnTo>
                    <a:pt x="137159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49352" y="163068"/>
                  </a:lnTo>
                  <a:lnTo>
                    <a:pt x="199929" y="182999"/>
                  </a:lnTo>
                  <a:lnTo>
                    <a:pt x="222503" y="184404"/>
                  </a:lnTo>
                  <a:lnTo>
                    <a:pt x="333777" y="184404"/>
                  </a:lnTo>
                  <a:lnTo>
                    <a:pt x="331636" y="187761"/>
                  </a:lnTo>
                  <a:lnTo>
                    <a:pt x="318515" y="201168"/>
                  </a:lnTo>
                  <a:lnTo>
                    <a:pt x="302513" y="213169"/>
                  </a:lnTo>
                  <a:lnTo>
                    <a:pt x="284225" y="221742"/>
                  </a:lnTo>
                  <a:lnTo>
                    <a:pt x="263747" y="226861"/>
                  </a:lnTo>
                  <a:lnTo>
                    <a:pt x="263969" y="226861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3777" y="184404"/>
                  </a:moveTo>
                  <a:lnTo>
                    <a:pt x="222503" y="184404"/>
                  </a:lnTo>
                  <a:lnTo>
                    <a:pt x="245959" y="182999"/>
                  </a:lnTo>
                  <a:lnTo>
                    <a:pt x="266128" y="178879"/>
                  </a:lnTo>
                  <a:lnTo>
                    <a:pt x="308300" y="152495"/>
                  </a:lnTo>
                  <a:lnTo>
                    <a:pt x="321316" y="129825"/>
                  </a:lnTo>
                  <a:lnTo>
                    <a:pt x="321397" y="129635"/>
                  </a:lnTo>
                  <a:lnTo>
                    <a:pt x="323088" y="117348"/>
                  </a:lnTo>
                  <a:lnTo>
                    <a:pt x="321723" y="106680"/>
                  </a:lnTo>
                  <a:lnTo>
                    <a:pt x="321659" y="106179"/>
                  </a:lnTo>
                  <a:lnTo>
                    <a:pt x="317372" y="95440"/>
                  </a:lnTo>
                  <a:lnTo>
                    <a:pt x="310229" y="84986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6680"/>
                  </a:lnTo>
                  <a:lnTo>
                    <a:pt x="348996" y="138684"/>
                  </a:lnTo>
                  <a:lnTo>
                    <a:pt x="347019" y="156376"/>
                  </a:lnTo>
                  <a:lnTo>
                    <a:pt x="341185" y="172783"/>
                  </a:lnTo>
                  <a:lnTo>
                    <a:pt x="333777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448" name="Google Shape;5448;p87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019555" y="2520696"/>
            <a:ext cx="448056" cy="22021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49" name="Google Shape;5449;p87"/>
          <p:cNvGrpSpPr/>
          <p:nvPr/>
        </p:nvGrpSpPr>
        <p:grpSpPr>
          <a:xfrm>
            <a:off x="1627632" y="7615428"/>
            <a:ext cx="334009" cy="945007"/>
            <a:chOff x="1627632" y="7615428"/>
            <a:chExt cx="334009" cy="945007"/>
          </a:xfrm>
        </p:grpSpPr>
        <p:sp>
          <p:nvSpPr>
            <p:cNvPr id="5450" name="Google Shape;5450;p87"/>
            <p:cNvSpPr/>
            <p:nvPr/>
          </p:nvSpPr>
          <p:spPr>
            <a:xfrm>
              <a:off x="1627632" y="8221980"/>
              <a:ext cx="327660" cy="338455"/>
            </a:xfrm>
            <a:custGeom>
              <a:rect b="b" l="l" r="r" t="t"/>
              <a:pathLst>
                <a:path extrusionOk="0" h="338454" w="327660">
                  <a:moveTo>
                    <a:pt x="327660" y="338327"/>
                  </a:moveTo>
                  <a:lnTo>
                    <a:pt x="320040" y="338327"/>
                  </a:lnTo>
                  <a:lnTo>
                    <a:pt x="320040" y="326135"/>
                  </a:lnTo>
                  <a:lnTo>
                    <a:pt x="319206" y="316682"/>
                  </a:lnTo>
                  <a:lnTo>
                    <a:pt x="283416" y="291393"/>
                  </a:lnTo>
                  <a:lnTo>
                    <a:pt x="269748" y="291083"/>
                  </a:lnTo>
                  <a:lnTo>
                    <a:pt x="57912" y="291083"/>
                  </a:lnTo>
                  <a:lnTo>
                    <a:pt x="19812" y="295655"/>
                  </a:lnTo>
                  <a:lnTo>
                    <a:pt x="7620" y="318515"/>
                  </a:lnTo>
                  <a:lnTo>
                    <a:pt x="7620" y="338327"/>
                  </a:lnTo>
                  <a:lnTo>
                    <a:pt x="0" y="338327"/>
                  </a:lnTo>
                  <a:lnTo>
                    <a:pt x="0" y="198119"/>
                  </a:lnTo>
                  <a:lnTo>
                    <a:pt x="7620" y="198119"/>
                  </a:lnTo>
                  <a:lnTo>
                    <a:pt x="7620" y="217931"/>
                  </a:lnTo>
                  <a:lnTo>
                    <a:pt x="9144" y="225551"/>
                  </a:lnTo>
                  <a:lnTo>
                    <a:pt x="13716" y="231647"/>
                  </a:lnTo>
                  <a:lnTo>
                    <a:pt x="15240" y="236219"/>
                  </a:lnTo>
                  <a:lnTo>
                    <a:pt x="19812" y="240791"/>
                  </a:lnTo>
                  <a:lnTo>
                    <a:pt x="30480" y="243435"/>
                  </a:lnTo>
                  <a:lnTo>
                    <a:pt x="37338" y="244411"/>
                  </a:lnTo>
                  <a:lnTo>
                    <a:pt x="46482" y="245102"/>
                  </a:lnTo>
                  <a:lnTo>
                    <a:pt x="57912" y="245363"/>
                  </a:lnTo>
                  <a:lnTo>
                    <a:pt x="150876" y="245363"/>
                  </a:lnTo>
                  <a:lnTo>
                    <a:pt x="150876" y="92963"/>
                  </a:lnTo>
                  <a:lnTo>
                    <a:pt x="57912" y="92963"/>
                  </a:lnTo>
                  <a:lnTo>
                    <a:pt x="19812" y="97535"/>
                  </a:lnTo>
                  <a:lnTo>
                    <a:pt x="13716" y="106679"/>
                  </a:lnTo>
                  <a:lnTo>
                    <a:pt x="9144" y="112775"/>
                  </a:lnTo>
                  <a:lnTo>
                    <a:pt x="7620" y="120395"/>
                  </a:lnTo>
                  <a:lnTo>
                    <a:pt x="7620" y="140207"/>
                  </a:lnTo>
                  <a:lnTo>
                    <a:pt x="0" y="140207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9811"/>
                  </a:lnTo>
                  <a:lnTo>
                    <a:pt x="9144" y="25907"/>
                  </a:lnTo>
                  <a:lnTo>
                    <a:pt x="13716" y="33527"/>
                  </a:lnTo>
                  <a:lnTo>
                    <a:pt x="15240" y="38099"/>
                  </a:lnTo>
                  <a:lnTo>
                    <a:pt x="19812" y="42671"/>
                  </a:lnTo>
                  <a:lnTo>
                    <a:pt x="30480" y="45315"/>
                  </a:lnTo>
                  <a:lnTo>
                    <a:pt x="37338" y="46291"/>
                  </a:lnTo>
                  <a:lnTo>
                    <a:pt x="46482" y="46982"/>
                  </a:lnTo>
                  <a:lnTo>
                    <a:pt x="57912" y="47244"/>
                  </a:lnTo>
                  <a:lnTo>
                    <a:pt x="269748" y="47244"/>
                  </a:lnTo>
                  <a:lnTo>
                    <a:pt x="307848" y="42671"/>
                  </a:lnTo>
                  <a:lnTo>
                    <a:pt x="320040" y="19811"/>
                  </a:lnTo>
                  <a:lnTo>
                    <a:pt x="320040" y="0"/>
                  </a:lnTo>
                  <a:lnTo>
                    <a:pt x="327660" y="0"/>
                  </a:lnTo>
                  <a:lnTo>
                    <a:pt x="327660" y="140207"/>
                  </a:lnTo>
                  <a:lnTo>
                    <a:pt x="320040" y="140207"/>
                  </a:lnTo>
                  <a:lnTo>
                    <a:pt x="320040" y="128015"/>
                  </a:lnTo>
                  <a:lnTo>
                    <a:pt x="319206" y="118562"/>
                  </a:lnTo>
                  <a:lnTo>
                    <a:pt x="283416" y="93273"/>
                  </a:lnTo>
                  <a:lnTo>
                    <a:pt x="269748" y="92963"/>
                  </a:lnTo>
                  <a:lnTo>
                    <a:pt x="169164" y="92963"/>
                  </a:lnTo>
                  <a:lnTo>
                    <a:pt x="169164" y="245363"/>
                  </a:lnTo>
                  <a:lnTo>
                    <a:pt x="269748" y="245363"/>
                  </a:lnTo>
                  <a:lnTo>
                    <a:pt x="307848" y="240791"/>
                  </a:lnTo>
                  <a:lnTo>
                    <a:pt x="313943" y="231647"/>
                  </a:lnTo>
                  <a:lnTo>
                    <a:pt x="318516" y="225551"/>
                  </a:lnTo>
                  <a:lnTo>
                    <a:pt x="320040" y="217931"/>
                  </a:lnTo>
                  <a:lnTo>
                    <a:pt x="320040" y="198119"/>
                  </a:lnTo>
                  <a:lnTo>
                    <a:pt x="327660" y="198119"/>
                  </a:lnTo>
                  <a:lnTo>
                    <a:pt x="327660" y="33832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451" name="Google Shape;5451;p87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728216" y="798271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452" name="Google Shape;5452;p87"/>
            <p:cNvSpPr/>
            <p:nvPr/>
          </p:nvSpPr>
          <p:spPr>
            <a:xfrm>
              <a:off x="1734312" y="7615428"/>
              <a:ext cx="227329" cy="347980"/>
            </a:xfrm>
            <a:custGeom>
              <a:rect b="b" l="l" r="r" t="t"/>
              <a:pathLst>
                <a:path extrusionOk="0" h="347979" w="227330">
                  <a:moveTo>
                    <a:pt x="7619" y="347472"/>
                  </a:moveTo>
                  <a:lnTo>
                    <a:pt x="0" y="347472"/>
                  </a:lnTo>
                  <a:lnTo>
                    <a:pt x="0" y="252984"/>
                  </a:lnTo>
                  <a:lnTo>
                    <a:pt x="7619" y="252984"/>
                  </a:lnTo>
                  <a:lnTo>
                    <a:pt x="7619" y="262128"/>
                  </a:lnTo>
                  <a:lnTo>
                    <a:pt x="9143" y="266700"/>
                  </a:lnTo>
                  <a:lnTo>
                    <a:pt x="15239" y="272796"/>
                  </a:lnTo>
                  <a:lnTo>
                    <a:pt x="18287" y="274320"/>
                  </a:lnTo>
                  <a:lnTo>
                    <a:pt x="27431" y="274320"/>
                  </a:lnTo>
                  <a:lnTo>
                    <a:pt x="33527" y="272796"/>
                  </a:lnTo>
                  <a:lnTo>
                    <a:pt x="41147" y="269748"/>
                  </a:lnTo>
                  <a:lnTo>
                    <a:pt x="164591" y="222504"/>
                  </a:lnTo>
                  <a:lnTo>
                    <a:pt x="65531" y="175260"/>
                  </a:lnTo>
                  <a:lnTo>
                    <a:pt x="33527" y="188976"/>
                  </a:lnTo>
                  <a:lnTo>
                    <a:pt x="26122" y="191571"/>
                  </a:lnTo>
                  <a:lnTo>
                    <a:pt x="20002" y="194881"/>
                  </a:lnTo>
                  <a:lnTo>
                    <a:pt x="15311" y="199048"/>
                  </a:lnTo>
                  <a:lnTo>
                    <a:pt x="12191" y="204216"/>
                  </a:lnTo>
                  <a:lnTo>
                    <a:pt x="9143" y="207264"/>
                  </a:lnTo>
                  <a:lnTo>
                    <a:pt x="7619" y="213360"/>
                  </a:lnTo>
                  <a:lnTo>
                    <a:pt x="7619" y="224028"/>
                  </a:lnTo>
                  <a:lnTo>
                    <a:pt x="0" y="224028"/>
                  </a:lnTo>
                  <a:lnTo>
                    <a:pt x="0" y="118872"/>
                  </a:lnTo>
                  <a:lnTo>
                    <a:pt x="7619" y="118872"/>
                  </a:lnTo>
                  <a:lnTo>
                    <a:pt x="7619" y="129540"/>
                  </a:lnTo>
                  <a:lnTo>
                    <a:pt x="10667" y="138684"/>
                  </a:lnTo>
                  <a:lnTo>
                    <a:pt x="13715" y="143255"/>
                  </a:lnTo>
                  <a:lnTo>
                    <a:pt x="16763" y="146303"/>
                  </a:lnTo>
                  <a:lnTo>
                    <a:pt x="21335" y="147828"/>
                  </a:lnTo>
                  <a:lnTo>
                    <a:pt x="33527" y="147828"/>
                  </a:lnTo>
                  <a:lnTo>
                    <a:pt x="38099" y="146303"/>
                  </a:lnTo>
                  <a:lnTo>
                    <a:pt x="161543" y="96012"/>
                  </a:lnTo>
                  <a:lnTo>
                    <a:pt x="42671" y="50291"/>
                  </a:lnTo>
                  <a:lnTo>
                    <a:pt x="33527" y="47244"/>
                  </a:lnTo>
                  <a:lnTo>
                    <a:pt x="25907" y="45720"/>
                  </a:lnTo>
                  <a:lnTo>
                    <a:pt x="16763" y="45720"/>
                  </a:lnTo>
                  <a:lnTo>
                    <a:pt x="13715" y="47244"/>
                  </a:lnTo>
                  <a:lnTo>
                    <a:pt x="12191" y="50291"/>
                  </a:lnTo>
                  <a:lnTo>
                    <a:pt x="9143" y="53340"/>
                  </a:lnTo>
                  <a:lnTo>
                    <a:pt x="7619" y="59436"/>
                  </a:lnTo>
                  <a:lnTo>
                    <a:pt x="7619" y="68579"/>
                  </a:lnTo>
                  <a:lnTo>
                    <a:pt x="0" y="68579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10429" y="9715"/>
                  </a:lnTo>
                  <a:lnTo>
                    <a:pt x="16382" y="18288"/>
                  </a:lnTo>
                  <a:lnTo>
                    <a:pt x="25193" y="25717"/>
                  </a:lnTo>
                  <a:lnTo>
                    <a:pt x="36575" y="32004"/>
                  </a:lnTo>
                  <a:lnTo>
                    <a:pt x="227076" y="103632"/>
                  </a:lnTo>
                  <a:lnTo>
                    <a:pt x="227076" y="112776"/>
                  </a:lnTo>
                  <a:lnTo>
                    <a:pt x="83819" y="167640"/>
                  </a:lnTo>
                  <a:lnTo>
                    <a:pt x="227076" y="234696"/>
                  </a:lnTo>
                  <a:lnTo>
                    <a:pt x="227076" y="240792"/>
                  </a:lnTo>
                  <a:lnTo>
                    <a:pt x="42671" y="312420"/>
                  </a:lnTo>
                  <a:lnTo>
                    <a:pt x="13715" y="330708"/>
                  </a:lnTo>
                  <a:lnTo>
                    <a:pt x="9143" y="336804"/>
                  </a:lnTo>
                  <a:lnTo>
                    <a:pt x="7619" y="34747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87"/>
          <p:cNvGrpSpPr/>
          <p:nvPr/>
        </p:nvGrpSpPr>
        <p:grpSpPr>
          <a:xfrm>
            <a:off x="1661160" y="7118604"/>
            <a:ext cx="300228" cy="359918"/>
            <a:chOff x="1661160" y="7118604"/>
            <a:chExt cx="300228" cy="359918"/>
          </a:xfrm>
        </p:grpSpPr>
        <p:sp>
          <p:nvSpPr>
            <p:cNvPr id="5454" name="Google Shape;5454;p87"/>
            <p:cNvSpPr/>
            <p:nvPr/>
          </p:nvSpPr>
          <p:spPr>
            <a:xfrm>
              <a:off x="1661160" y="7342632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0604" y="18287"/>
                  </a:lnTo>
                  <a:lnTo>
                    <a:pt x="254507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72795" y="96011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455" name="Google Shape;5455;p87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728216" y="7118604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456" name="Google Shape;5456;p87"/>
          <p:cNvGrpSpPr/>
          <p:nvPr/>
        </p:nvGrpSpPr>
        <p:grpSpPr>
          <a:xfrm>
            <a:off x="1612391" y="6056376"/>
            <a:ext cx="348997" cy="909955"/>
            <a:chOff x="1612391" y="6056376"/>
            <a:chExt cx="348997" cy="909955"/>
          </a:xfrm>
        </p:grpSpPr>
        <p:sp>
          <p:nvSpPr>
            <p:cNvPr id="5457" name="Google Shape;5457;p87"/>
            <p:cNvSpPr/>
            <p:nvPr/>
          </p:nvSpPr>
          <p:spPr>
            <a:xfrm>
              <a:off x="1627631" y="6635496"/>
              <a:ext cx="327660" cy="330835"/>
            </a:xfrm>
            <a:custGeom>
              <a:rect b="b" l="l" r="r" t="t"/>
              <a:pathLst>
                <a:path extrusionOk="0" h="330834" w="327660">
                  <a:moveTo>
                    <a:pt x="7620" y="330708"/>
                  </a:moveTo>
                  <a:lnTo>
                    <a:pt x="0" y="330708"/>
                  </a:lnTo>
                  <a:lnTo>
                    <a:pt x="0" y="196596"/>
                  </a:lnTo>
                  <a:lnTo>
                    <a:pt x="4381" y="131635"/>
                  </a:lnTo>
                  <a:lnTo>
                    <a:pt x="16764" y="83820"/>
                  </a:lnTo>
                  <a:lnTo>
                    <a:pt x="38481" y="49911"/>
                  </a:lnTo>
                  <a:lnTo>
                    <a:pt x="71628" y="22860"/>
                  </a:lnTo>
                  <a:lnTo>
                    <a:pt x="113728" y="5715"/>
                  </a:lnTo>
                  <a:lnTo>
                    <a:pt x="161544" y="0"/>
                  </a:lnTo>
                  <a:lnTo>
                    <a:pt x="194405" y="2571"/>
                  </a:lnTo>
                  <a:lnTo>
                    <a:pt x="224409" y="10287"/>
                  </a:lnTo>
                  <a:lnTo>
                    <a:pt x="251555" y="23145"/>
                  </a:lnTo>
                  <a:lnTo>
                    <a:pt x="275844" y="41148"/>
                  </a:lnTo>
                  <a:lnTo>
                    <a:pt x="287914" y="54864"/>
                  </a:lnTo>
                  <a:lnTo>
                    <a:pt x="164592" y="54864"/>
                  </a:lnTo>
                  <a:lnTo>
                    <a:pt x="132040" y="57150"/>
                  </a:lnTo>
                  <a:lnTo>
                    <a:pt x="77795" y="75438"/>
                  </a:lnTo>
                  <a:lnTo>
                    <a:pt x="39287" y="111132"/>
                  </a:lnTo>
                  <a:lnTo>
                    <a:pt x="19311" y="159162"/>
                  </a:lnTo>
                  <a:lnTo>
                    <a:pt x="16764" y="187452"/>
                  </a:lnTo>
                  <a:lnTo>
                    <a:pt x="17225" y="196596"/>
                  </a:lnTo>
                  <a:lnTo>
                    <a:pt x="17311" y="198310"/>
                  </a:lnTo>
                  <a:lnTo>
                    <a:pt x="18859" y="210312"/>
                  </a:lnTo>
                  <a:lnTo>
                    <a:pt x="21264" y="223456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4679" y="283749"/>
                  </a:lnTo>
                  <a:lnTo>
                    <a:pt x="43837" y="283749"/>
                  </a:lnTo>
                  <a:lnTo>
                    <a:pt x="8215" y="308419"/>
                  </a:lnTo>
                  <a:lnTo>
                    <a:pt x="7620" y="316992"/>
                  </a:lnTo>
                  <a:lnTo>
                    <a:pt x="7620" y="330708"/>
                  </a:lnTo>
                  <a:close/>
                </a:path>
                <a:path extrusionOk="0" h="330834" w="327660">
                  <a:moveTo>
                    <a:pt x="327660" y="237744"/>
                  </a:moveTo>
                  <a:lnTo>
                    <a:pt x="304800" y="237744"/>
                  </a:lnTo>
                  <a:lnTo>
                    <a:pt x="307681" y="222575"/>
                  </a:lnTo>
                  <a:lnTo>
                    <a:pt x="309562" y="208978"/>
                  </a:lnTo>
                  <a:lnTo>
                    <a:pt x="310460" y="198310"/>
                  </a:lnTo>
                  <a:lnTo>
                    <a:pt x="310586" y="196810"/>
                  </a:lnTo>
                  <a:lnTo>
                    <a:pt x="310852" y="187452"/>
                  </a:lnTo>
                  <a:lnTo>
                    <a:pt x="310896" y="185928"/>
                  </a:lnTo>
                  <a:lnTo>
                    <a:pt x="308407" y="159162"/>
                  </a:lnTo>
                  <a:lnTo>
                    <a:pt x="308348" y="158519"/>
                  </a:lnTo>
                  <a:lnTo>
                    <a:pt x="300857" y="133731"/>
                  </a:lnTo>
                  <a:lnTo>
                    <a:pt x="300799" y="133540"/>
                  </a:lnTo>
                  <a:lnTo>
                    <a:pt x="288393" y="111132"/>
                  </a:lnTo>
                  <a:lnTo>
                    <a:pt x="249888" y="75438"/>
                  </a:lnTo>
                  <a:lnTo>
                    <a:pt x="196262" y="57150"/>
                  </a:lnTo>
                  <a:lnTo>
                    <a:pt x="164592" y="54864"/>
                  </a:lnTo>
                  <a:lnTo>
                    <a:pt x="287914" y="54864"/>
                  </a:lnTo>
                  <a:lnTo>
                    <a:pt x="298727" y="67151"/>
                  </a:lnTo>
                  <a:lnTo>
                    <a:pt x="314896" y="99441"/>
                  </a:lnTo>
                  <a:lnTo>
                    <a:pt x="324492" y="138017"/>
                  </a:lnTo>
                  <a:lnTo>
                    <a:pt x="327660" y="182880"/>
                  </a:lnTo>
                  <a:lnTo>
                    <a:pt x="327660" y="237744"/>
                  </a:lnTo>
                  <a:close/>
                </a:path>
                <a:path extrusionOk="0" h="330834" w="327660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6992"/>
                  </a:lnTo>
                  <a:lnTo>
                    <a:pt x="319262" y="308419"/>
                  </a:lnTo>
                  <a:lnTo>
                    <a:pt x="283178" y="283749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458" name="Google Shape;5458;p87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728216" y="641299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459" name="Google Shape;5459;p8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728406" y="6182867"/>
              <a:ext cx="232671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460" name="Google Shape;5460;p87"/>
            <p:cNvSpPr/>
            <p:nvPr/>
          </p:nvSpPr>
          <p:spPr>
            <a:xfrm>
              <a:off x="1612391" y="6056376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302275" y="35004"/>
                  </a:lnTo>
                  <a:lnTo>
                    <a:pt x="310514" y="34671"/>
                  </a:lnTo>
                  <a:lnTo>
                    <a:pt x="317039" y="33766"/>
                  </a:lnTo>
                  <a:lnTo>
                    <a:pt x="321563" y="32004"/>
                  </a:lnTo>
                  <a:lnTo>
                    <a:pt x="326136" y="30480"/>
                  </a:lnTo>
                  <a:lnTo>
                    <a:pt x="329184" y="27432"/>
                  </a:lnTo>
                  <a:lnTo>
                    <a:pt x="332232" y="22860"/>
                  </a:lnTo>
                  <a:lnTo>
                    <a:pt x="333756" y="19812"/>
                  </a:lnTo>
                  <a:lnTo>
                    <a:pt x="335280" y="12192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7536"/>
                  </a:lnTo>
                  <a:lnTo>
                    <a:pt x="333756" y="91440"/>
                  </a:lnTo>
                  <a:lnTo>
                    <a:pt x="292607" y="74676"/>
                  </a:lnTo>
                  <a:lnTo>
                    <a:pt x="92964" y="74676"/>
                  </a:lnTo>
                  <a:lnTo>
                    <a:pt x="75509" y="74914"/>
                  </a:lnTo>
                  <a:lnTo>
                    <a:pt x="45719" y="76200"/>
                  </a:lnTo>
                  <a:lnTo>
                    <a:pt x="36576" y="79248"/>
                  </a:lnTo>
                  <a:lnTo>
                    <a:pt x="35052" y="82296"/>
                  </a:lnTo>
                  <a:lnTo>
                    <a:pt x="32004" y="83820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1" name="Google Shape;5461;p87"/>
          <p:cNvSpPr/>
          <p:nvPr/>
        </p:nvSpPr>
        <p:spPr>
          <a:xfrm>
            <a:off x="1612379" y="5045964"/>
            <a:ext cx="349250" cy="873760"/>
          </a:xfrm>
          <a:custGeom>
            <a:rect b="b" l="l" r="r" t="t"/>
            <a:pathLst>
              <a:path extrusionOk="0" h="873760" w="349250">
                <a:moveTo>
                  <a:pt x="48780" y="441960"/>
                </a:moveTo>
                <a:lnTo>
                  <a:pt x="45732" y="435864"/>
                </a:lnTo>
                <a:lnTo>
                  <a:pt x="36588" y="426720"/>
                </a:lnTo>
                <a:lnTo>
                  <a:pt x="30492" y="423672"/>
                </a:lnTo>
                <a:lnTo>
                  <a:pt x="18300" y="423672"/>
                </a:lnTo>
                <a:lnTo>
                  <a:pt x="12204" y="426720"/>
                </a:lnTo>
                <a:lnTo>
                  <a:pt x="3060" y="435864"/>
                </a:lnTo>
                <a:lnTo>
                  <a:pt x="12" y="441960"/>
                </a:lnTo>
                <a:lnTo>
                  <a:pt x="12" y="455676"/>
                </a:lnTo>
                <a:lnTo>
                  <a:pt x="3060" y="461772"/>
                </a:lnTo>
                <a:lnTo>
                  <a:pt x="12204" y="470916"/>
                </a:lnTo>
                <a:lnTo>
                  <a:pt x="18300" y="472440"/>
                </a:lnTo>
                <a:lnTo>
                  <a:pt x="30492" y="472440"/>
                </a:lnTo>
                <a:lnTo>
                  <a:pt x="36588" y="470916"/>
                </a:lnTo>
                <a:lnTo>
                  <a:pt x="41160" y="466344"/>
                </a:lnTo>
                <a:lnTo>
                  <a:pt x="45732" y="460248"/>
                </a:lnTo>
                <a:lnTo>
                  <a:pt x="48780" y="455676"/>
                </a:lnTo>
                <a:lnTo>
                  <a:pt x="48780" y="441960"/>
                </a:lnTo>
                <a:close/>
              </a:path>
              <a:path extrusionOk="0" h="873760" w="349250">
                <a:moveTo>
                  <a:pt x="342900" y="0"/>
                </a:moveTo>
                <a:lnTo>
                  <a:pt x="335292" y="0"/>
                </a:lnTo>
                <a:lnTo>
                  <a:pt x="335292" y="10668"/>
                </a:lnTo>
                <a:lnTo>
                  <a:pt x="333768" y="18288"/>
                </a:lnTo>
                <a:lnTo>
                  <a:pt x="292608" y="33528"/>
                </a:lnTo>
                <a:lnTo>
                  <a:pt x="214884" y="33528"/>
                </a:lnTo>
                <a:lnTo>
                  <a:pt x="196011" y="33820"/>
                </a:lnTo>
                <a:lnTo>
                  <a:pt x="147929" y="41846"/>
                </a:lnTo>
                <a:lnTo>
                  <a:pt x="118300" y="72771"/>
                </a:lnTo>
                <a:lnTo>
                  <a:pt x="115824" y="89916"/>
                </a:lnTo>
                <a:lnTo>
                  <a:pt x="116382" y="97917"/>
                </a:lnTo>
                <a:lnTo>
                  <a:pt x="137350" y="140398"/>
                </a:lnTo>
                <a:lnTo>
                  <a:pt x="161544" y="164592"/>
                </a:lnTo>
                <a:lnTo>
                  <a:pt x="0" y="164592"/>
                </a:lnTo>
                <a:lnTo>
                  <a:pt x="0" y="175260"/>
                </a:lnTo>
                <a:lnTo>
                  <a:pt x="27432" y="239268"/>
                </a:lnTo>
                <a:lnTo>
                  <a:pt x="35052" y="236220"/>
                </a:lnTo>
                <a:lnTo>
                  <a:pt x="32004" y="228600"/>
                </a:lnTo>
                <a:lnTo>
                  <a:pt x="32004" y="213360"/>
                </a:lnTo>
                <a:lnTo>
                  <a:pt x="35052" y="211836"/>
                </a:lnTo>
                <a:lnTo>
                  <a:pt x="36576" y="208788"/>
                </a:lnTo>
                <a:lnTo>
                  <a:pt x="45720" y="205740"/>
                </a:lnTo>
                <a:lnTo>
                  <a:pt x="52031" y="204863"/>
                </a:lnTo>
                <a:lnTo>
                  <a:pt x="61912" y="204406"/>
                </a:lnTo>
                <a:lnTo>
                  <a:pt x="92964" y="204216"/>
                </a:lnTo>
                <a:lnTo>
                  <a:pt x="292608" y="204216"/>
                </a:lnTo>
                <a:lnTo>
                  <a:pt x="333768" y="220980"/>
                </a:lnTo>
                <a:lnTo>
                  <a:pt x="335292" y="228600"/>
                </a:lnTo>
                <a:lnTo>
                  <a:pt x="335292" y="237744"/>
                </a:lnTo>
                <a:lnTo>
                  <a:pt x="342900" y="237744"/>
                </a:lnTo>
                <a:lnTo>
                  <a:pt x="342900" y="129540"/>
                </a:lnTo>
                <a:lnTo>
                  <a:pt x="335292" y="129540"/>
                </a:lnTo>
                <a:lnTo>
                  <a:pt x="335292" y="140208"/>
                </a:lnTo>
                <a:lnTo>
                  <a:pt x="333768" y="147828"/>
                </a:lnTo>
                <a:lnTo>
                  <a:pt x="330720" y="152400"/>
                </a:lnTo>
                <a:lnTo>
                  <a:pt x="329196" y="156972"/>
                </a:lnTo>
                <a:lnTo>
                  <a:pt x="326148" y="160020"/>
                </a:lnTo>
                <a:lnTo>
                  <a:pt x="317906" y="162674"/>
                </a:lnTo>
                <a:lnTo>
                  <a:pt x="311658" y="163639"/>
                </a:lnTo>
                <a:lnTo>
                  <a:pt x="303136" y="164338"/>
                </a:lnTo>
                <a:lnTo>
                  <a:pt x="292608" y="164592"/>
                </a:lnTo>
                <a:lnTo>
                  <a:pt x="176784" y="164592"/>
                </a:lnTo>
                <a:lnTo>
                  <a:pt x="150876" y="134112"/>
                </a:lnTo>
                <a:lnTo>
                  <a:pt x="144780" y="108204"/>
                </a:lnTo>
                <a:lnTo>
                  <a:pt x="144780" y="100584"/>
                </a:lnTo>
                <a:lnTo>
                  <a:pt x="146304" y="94488"/>
                </a:lnTo>
                <a:lnTo>
                  <a:pt x="150876" y="88392"/>
                </a:lnTo>
                <a:lnTo>
                  <a:pt x="153924" y="83820"/>
                </a:lnTo>
                <a:lnTo>
                  <a:pt x="198297" y="73418"/>
                </a:lnTo>
                <a:lnTo>
                  <a:pt x="214884" y="73152"/>
                </a:lnTo>
                <a:lnTo>
                  <a:pt x="315468" y="73152"/>
                </a:lnTo>
                <a:lnTo>
                  <a:pt x="323088" y="74676"/>
                </a:lnTo>
                <a:lnTo>
                  <a:pt x="327672" y="77724"/>
                </a:lnTo>
                <a:lnTo>
                  <a:pt x="330720" y="82296"/>
                </a:lnTo>
                <a:lnTo>
                  <a:pt x="333768" y="85344"/>
                </a:lnTo>
                <a:lnTo>
                  <a:pt x="335292" y="92964"/>
                </a:lnTo>
                <a:lnTo>
                  <a:pt x="335292" y="108204"/>
                </a:lnTo>
                <a:lnTo>
                  <a:pt x="342900" y="108204"/>
                </a:lnTo>
                <a:lnTo>
                  <a:pt x="342900" y="0"/>
                </a:lnTo>
                <a:close/>
              </a:path>
              <a:path extrusionOk="0" h="873760" w="349250">
                <a:moveTo>
                  <a:pt x="342912" y="394716"/>
                </a:moveTo>
                <a:lnTo>
                  <a:pt x="335292" y="394716"/>
                </a:lnTo>
                <a:lnTo>
                  <a:pt x="335292" y="405384"/>
                </a:lnTo>
                <a:lnTo>
                  <a:pt x="333768" y="413004"/>
                </a:lnTo>
                <a:lnTo>
                  <a:pt x="332244" y="417576"/>
                </a:lnTo>
                <a:lnTo>
                  <a:pt x="326148" y="423672"/>
                </a:lnTo>
                <a:lnTo>
                  <a:pt x="321576" y="425196"/>
                </a:lnTo>
                <a:lnTo>
                  <a:pt x="317042" y="426961"/>
                </a:lnTo>
                <a:lnTo>
                  <a:pt x="310527" y="427863"/>
                </a:lnTo>
                <a:lnTo>
                  <a:pt x="302285" y="428205"/>
                </a:lnTo>
                <a:lnTo>
                  <a:pt x="115836" y="428205"/>
                </a:lnTo>
                <a:lnTo>
                  <a:pt x="115836" y="438912"/>
                </a:lnTo>
                <a:lnTo>
                  <a:pt x="143268" y="502920"/>
                </a:lnTo>
                <a:lnTo>
                  <a:pt x="150888" y="499872"/>
                </a:lnTo>
                <a:lnTo>
                  <a:pt x="147840" y="493776"/>
                </a:lnTo>
                <a:lnTo>
                  <a:pt x="147840" y="477012"/>
                </a:lnTo>
                <a:lnTo>
                  <a:pt x="150888" y="475488"/>
                </a:lnTo>
                <a:lnTo>
                  <a:pt x="152412" y="472440"/>
                </a:lnTo>
                <a:lnTo>
                  <a:pt x="155460" y="470916"/>
                </a:lnTo>
                <a:lnTo>
                  <a:pt x="161556" y="470916"/>
                </a:lnTo>
                <a:lnTo>
                  <a:pt x="168719" y="469798"/>
                </a:lnTo>
                <a:lnTo>
                  <a:pt x="178892" y="468820"/>
                </a:lnTo>
                <a:lnTo>
                  <a:pt x="192201" y="468134"/>
                </a:lnTo>
                <a:lnTo>
                  <a:pt x="208800" y="467868"/>
                </a:lnTo>
                <a:lnTo>
                  <a:pt x="292620" y="467868"/>
                </a:lnTo>
                <a:lnTo>
                  <a:pt x="330720" y="477012"/>
                </a:lnTo>
                <a:lnTo>
                  <a:pt x="335292" y="490728"/>
                </a:lnTo>
                <a:lnTo>
                  <a:pt x="335292" y="501396"/>
                </a:lnTo>
                <a:lnTo>
                  <a:pt x="342912" y="501396"/>
                </a:lnTo>
                <a:lnTo>
                  <a:pt x="342912" y="467868"/>
                </a:lnTo>
                <a:lnTo>
                  <a:pt x="342912" y="394716"/>
                </a:lnTo>
                <a:close/>
              </a:path>
              <a:path extrusionOk="0" h="873760" w="349250">
                <a:moveTo>
                  <a:pt x="345948" y="300228"/>
                </a:moveTo>
                <a:lnTo>
                  <a:pt x="327190" y="260565"/>
                </a:lnTo>
                <a:lnTo>
                  <a:pt x="297180" y="243840"/>
                </a:lnTo>
                <a:lnTo>
                  <a:pt x="297180" y="254508"/>
                </a:lnTo>
                <a:lnTo>
                  <a:pt x="309372" y="260604"/>
                </a:lnTo>
                <a:lnTo>
                  <a:pt x="312420" y="265176"/>
                </a:lnTo>
                <a:lnTo>
                  <a:pt x="315468" y="271272"/>
                </a:lnTo>
                <a:lnTo>
                  <a:pt x="316992" y="275844"/>
                </a:lnTo>
                <a:lnTo>
                  <a:pt x="316992" y="288036"/>
                </a:lnTo>
                <a:lnTo>
                  <a:pt x="280416" y="304800"/>
                </a:lnTo>
                <a:lnTo>
                  <a:pt x="137160" y="304800"/>
                </a:lnTo>
                <a:lnTo>
                  <a:pt x="137160" y="252984"/>
                </a:lnTo>
                <a:lnTo>
                  <a:pt x="121920" y="252984"/>
                </a:lnTo>
                <a:lnTo>
                  <a:pt x="121920" y="304800"/>
                </a:lnTo>
                <a:lnTo>
                  <a:pt x="48768" y="304800"/>
                </a:lnTo>
                <a:lnTo>
                  <a:pt x="48768" y="310896"/>
                </a:lnTo>
                <a:lnTo>
                  <a:pt x="90919" y="332117"/>
                </a:lnTo>
                <a:lnTo>
                  <a:pt x="118186" y="358902"/>
                </a:lnTo>
                <a:lnTo>
                  <a:pt x="129540" y="379476"/>
                </a:lnTo>
                <a:lnTo>
                  <a:pt x="137160" y="379476"/>
                </a:lnTo>
                <a:lnTo>
                  <a:pt x="137160" y="344424"/>
                </a:lnTo>
                <a:lnTo>
                  <a:pt x="286512" y="344424"/>
                </a:lnTo>
                <a:lnTo>
                  <a:pt x="297992" y="344119"/>
                </a:lnTo>
                <a:lnTo>
                  <a:pt x="307467" y="343090"/>
                </a:lnTo>
                <a:lnTo>
                  <a:pt x="315239" y="341210"/>
                </a:lnTo>
                <a:lnTo>
                  <a:pt x="321564" y="338328"/>
                </a:lnTo>
                <a:lnTo>
                  <a:pt x="329184" y="335280"/>
                </a:lnTo>
                <a:lnTo>
                  <a:pt x="335280" y="329184"/>
                </a:lnTo>
                <a:lnTo>
                  <a:pt x="339852" y="323088"/>
                </a:lnTo>
                <a:lnTo>
                  <a:pt x="344424" y="315468"/>
                </a:lnTo>
                <a:lnTo>
                  <a:pt x="345948" y="307848"/>
                </a:lnTo>
                <a:lnTo>
                  <a:pt x="345948" y="300228"/>
                </a:lnTo>
                <a:close/>
              </a:path>
              <a:path extrusionOk="0" h="873760" w="349250">
                <a:moveTo>
                  <a:pt x="349008" y="629412"/>
                </a:moveTo>
                <a:lnTo>
                  <a:pt x="158508" y="557784"/>
                </a:lnTo>
                <a:lnTo>
                  <a:pt x="129552" y="525780"/>
                </a:lnTo>
                <a:lnTo>
                  <a:pt x="121932" y="525780"/>
                </a:lnTo>
                <a:lnTo>
                  <a:pt x="121932" y="594360"/>
                </a:lnTo>
                <a:lnTo>
                  <a:pt x="129552" y="594360"/>
                </a:lnTo>
                <a:lnTo>
                  <a:pt x="129552" y="585216"/>
                </a:lnTo>
                <a:lnTo>
                  <a:pt x="131076" y="579120"/>
                </a:lnTo>
                <a:lnTo>
                  <a:pt x="134124" y="576072"/>
                </a:lnTo>
                <a:lnTo>
                  <a:pt x="135648" y="573024"/>
                </a:lnTo>
                <a:lnTo>
                  <a:pt x="138696" y="571500"/>
                </a:lnTo>
                <a:lnTo>
                  <a:pt x="147840" y="571500"/>
                </a:lnTo>
                <a:lnTo>
                  <a:pt x="155460" y="573024"/>
                </a:lnTo>
                <a:lnTo>
                  <a:pt x="164604" y="576072"/>
                </a:lnTo>
                <a:lnTo>
                  <a:pt x="283476" y="621792"/>
                </a:lnTo>
                <a:lnTo>
                  <a:pt x="160032" y="672084"/>
                </a:lnTo>
                <a:lnTo>
                  <a:pt x="155460" y="673608"/>
                </a:lnTo>
                <a:lnTo>
                  <a:pt x="143268" y="673608"/>
                </a:lnTo>
                <a:lnTo>
                  <a:pt x="138696" y="672084"/>
                </a:lnTo>
                <a:lnTo>
                  <a:pt x="135648" y="669036"/>
                </a:lnTo>
                <a:lnTo>
                  <a:pt x="132600" y="664464"/>
                </a:lnTo>
                <a:lnTo>
                  <a:pt x="129552" y="655320"/>
                </a:lnTo>
                <a:lnTo>
                  <a:pt x="129552" y="644652"/>
                </a:lnTo>
                <a:lnTo>
                  <a:pt x="121932" y="644652"/>
                </a:lnTo>
                <a:lnTo>
                  <a:pt x="121932" y="749808"/>
                </a:lnTo>
                <a:lnTo>
                  <a:pt x="129552" y="749808"/>
                </a:lnTo>
                <a:lnTo>
                  <a:pt x="129552" y="739140"/>
                </a:lnTo>
                <a:lnTo>
                  <a:pt x="131076" y="733044"/>
                </a:lnTo>
                <a:lnTo>
                  <a:pt x="134124" y="729996"/>
                </a:lnTo>
                <a:lnTo>
                  <a:pt x="137236" y="724839"/>
                </a:lnTo>
                <a:lnTo>
                  <a:pt x="141935" y="720661"/>
                </a:lnTo>
                <a:lnTo>
                  <a:pt x="148043" y="717359"/>
                </a:lnTo>
                <a:lnTo>
                  <a:pt x="155460" y="714756"/>
                </a:lnTo>
                <a:lnTo>
                  <a:pt x="187464" y="701040"/>
                </a:lnTo>
                <a:lnTo>
                  <a:pt x="286524" y="748284"/>
                </a:lnTo>
                <a:lnTo>
                  <a:pt x="163080" y="795528"/>
                </a:lnTo>
                <a:lnTo>
                  <a:pt x="155460" y="798576"/>
                </a:lnTo>
                <a:lnTo>
                  <a:pt x="149364" y="800100"/>
                </a:lnTo>
                <a:lnTo>
                  <a:pt x="140220" y="800100"/>
                </a:lnTo>
                <a:lnTo>
                  <a:pt x="137172" y="798576"/>
                </a:lnTo>
                <a:lnTo>
                  <a:pt x="131076" y="792480"/>
                </a:lnTo>
                <a:lnTo>
                  <a:pt x="129552" y="787908"/>
                </a:lnTo>
                <a:lnTo>
                  <a:pt x="129552" y="778764"/>
                </a:lnTo>
                <a:lnTo>
                  <a:pt x="121932" y="778764"/>
                </a:lnTo>
                <a:lnTo>
                  <a:pt x="121932" y="873252"/>
                </a:lnTo>
                <a:lnTo>
                  <a:pt x="129552" y="873252"/>
                </a:lnTo>
                <a:lnTo>
                  <a:pt x="131076" y="862584"/>
                </a:lnTo>
                <a:lnTo>
                  <a:pt x="135648" y="856488"/>
                </a:lnTo>
                <a:lnTo>
                  <a:pt x="349008" y="766572"/>
                </a:lnTo>
                <a:lnTo>
                  <a:pt x="349008" y="760476"/>
                </a:lnTo>
                <a:lnTo>
                  <a:pt x="205752" y="693420"/>
                </a:lnTo>
                <a:lnTo>
                  <a:pt x="349008" y="638556"/>
                </a:lnTo>
                <a:lnTo>
                  <a:pt x="349008" y="629412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2" name="Google Shape;5462;p87"/>
          <p:cNvSpPr/>
          <p:nvPr/>
        </p:nvSpPr>
        <p:spPr>
          <a:xfrm>
            <a:off x="1621535" y="4728972"/>
            <a:ext cx="334010" cy="128270"/>
          </a:xfrm>
          <a:custGeom>
            <a:rect b="b" l="l" r="r" t="t"/>
            <a:pathLst>
              <a:path extrusionOk="0" h="128270" w="334010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88393" y="40886"/>
                </a:lnTo>
                <a:lnTo>
                  <a:pt x="321563" y="28956"/>
                </a:lnTo>
                <a:lnTo>
                  <a:pt x="323564" y="24431"/>
                </a:lnTo>
                <a:lnTo>
                  <a:pt x="324993" y="17907"/>
                </a:lnTo>
                <a:lnTo>
                  <a:pt x="325850" y="9667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50" y="111394"/>
                </a:lnTo>
                <a:lnTo>
                  <a:pt x="324993" y="102870"/>
                </a:lnTo>
                <a:lnTo>
                  <a:pt x="323564" y="96631"/>
                </a:lnTo>
                <a:lnTo>
                  <a:pt x="321563" y="92964"/>
                </a:lnTo>
                <a:lnTo>
                  <a:pt x="320039" y="88392"/>
                </a:lnTo>
                <a:lnTo>
                  <a:pt x="99059" y="80772"/>
                </a:lnTo>
                <a:lnTo>
                  <a:pt x="69341" y="80962"/>
                </a:lnTo>
                <a:lnTo>
                  <a:pt x="59626" y="81414"/>
                </a:lnTo>
                <a:lnTo>
                  <a:pt x="53339" y="82296"/>
                </a:lnTo>
                <a:lnTo>
                  <a:pt x="44195" y="85344"/>
                </a:lnTo>
                <a:lnTo>
                  <a:pt x="42671" y="88392"/>
                </a:lnTo>
                <a:lnTo>
                  <a:pt x="39623" y="91440"/>
                </a:lnTo>
                <a:lnTo>
                  <a:pt x="38099" y="96012"/>
                </a:lnTo>
                <a:lnTo>
                  <a:pt x="38099" y="99060"/>
                </a:lnTo>
                <a:lnTo>
                  <a:pt x="38647" y="104155"/>
                </a:lnTo>
                <a:lnTo>
                  <a:pt x="40195" y="110109"/>
                </a:lnTo>
                <a:lnTo>
                  <a:pt x="42600" y="116633"/>
                </a:lnTo>
                <a:lnTo>
                  <a:pt x="45719" y="123444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3" name="Google Shape;5463;p87"/>
          <p:cNvSpPr/>
          <p:nvPr/>
        </p:nvSpPr>
        <p:spPr>
          <a:xfrm>
            <a:off x="1621536" y="4439411"/>
            <a:ext cx="340360" cy="208915"/>
          </a:xfrm>
          <a:custGeom>
            <a:rect b="b" l="l" r="r" t="t"/>
            <a:pathLst>
              <a:path extrusionOk="0" h="208914" w="340360">
                <a:moveTo>
                  <a:pt x="172212" y="208788"/>
                </a:moveTo>
                <a:lnTo>
                  <a:pt x="120777" y="204406"/>
                </a:lnTo>
                <a:lnTo>
                  <a:pt x="76200" y="192024"/>
                </a:lnTo>
                <a:lnTo>
                  <a:pt x="40576" y="172783"/>
                </a:lnTo>
                <a:lnTo>
                  <a:pt x="8358" y="136636"/>
                </a:lnTo>
                <a:lnTo>
                  <a:pt x="0" y="103632"/>
                </a:lnTo>
                <a:lnTo>
                  <a:pt x="2309" y="85653"/>
                </a:lnTo>
                <a:lnTo>
                  <a:pt x="21216" y="51982"/>
                </a:lnTo>
                <a:lnTo>
                  <a:pt x="64127" y="20574"/>
                </a:lnTo>
                <a:lnTo>
                  <a:pt x="128754" y="2286"/>
                </a:lnTo>
                <a:lnTo>
                  <a:pt x="167640" y="0"/>
                </a:lnTo>
                <a:lnTo>
                  <a:pt x="195072" y="881"/>
                </a:lnTo>
                <a:lnTo>
                  <a:pt x="243078" y="8358"/>
                </a:lnTo>
                <a:lnTo>
                  <a:pt x="282559" y="24693"/>
                </a:lnTo>
                <a:lnTo>
                  <a:pt x="311034" y="45720"/>
                </a:lnTo>
                <a:lnTo>
                  <a:pt x="156972" y="45720"/>
                </a:lnTo>
                <a:lnTo>
                  <a:pt x="129778" y="46315"/>
                </a:lnTo>
                <a:lnTo>
                  <a:pt x="82819" y="51506"/>
                </a:lnTo>
                <a:lnTo>
                  <a:pt x="38671" y="66675"/>
                </a:lnTo>
                <a:lnTo>
                  <a:pt x="15240" y="103632"/>
                </a:lnTo>
                <a:lnTo>
                  <a:pt x="16121" y="111585"/>
                </a:lnTo>
                <a:lnTo>
                  <a:pt x="41957" y="140898"/>
                </a:lnTo>
                <a:lnTo>
                  <a:pt x="92964" y="156972"/>
                </a:lnTo>
                <a:lnTo>
                  <a:pt x="136207" y="161163"/>
                </a:lnTo>
                <a:lnTo>
                  <a:pt x="178308" y="163068"/>
                </a:lnTo>
                <a:lnTo>
                  <a:pt x="311971" y="163068"/>
                </a:lnTo>
                <a:lnTo>
                  <a:pt x="308991" y="166235"/>
                </a:lnTo>
                <a:lnTo>
                  <a:pt x="284988" y="182880"/>
                </a:lnTo>
                <a:lnTo>
                  <a:pt x="260080" y="194000"/>
                </a:lnTo>
                <a:lnTo>
                  <a:pt x="233172" y="202120"/>
                </a:lnTo>
                <a:lnTo>
                  <a:pt x="203977" y="207097"/>
                </a:lnTo>
                <a:lnTo>
                  <a:pt x="172212" y="208788"/>
                </a:lnTo>
                <a:close/>
              </a:path>
              <a:path extrusionOk="0" h="208914" w="340360">
                <a:moveTo>
                  <a:pt x="311971" y="163068"/>
                </a:moveTo>
                <a:lnTo>
                  <a:pt x="178308" y="163068"/>
                </a:lnTo>
                <a:lnTo>
                  <a:pt x="210907" y="161948"/>
                </a:lnTo>
                <a:lnTo>
                  <a:pt x="240220" y="158686"/>
                </a:lnTo>
                <a:lnTo>
                  <a:pt x="289560" y="146304"/>
                </a:lnTo>
                <a:lnTo>
                  <a:pt x="323850" y="118014"/>
                </a:lnTo>
                <a:lnTo>
                  <a:pt x="326136" y="105156"/>
                </a:lnTo>
                <a:lnTo>
                  <a:pt x="325302" y="98298"/>
                </a:lnTo>
                <a:lnTo>
                  <a:pt x="298704" y="65341"/>
                </a:lnTo>
                <a:lnTo>
                  <a:pt x="251483" y="51506"/>
                </a:lnTo>
                <a:lnTo>
                  <a:pt x="192666" y="46315"/>
                </a:lnTo>
                <a:lnTo>
                  <a:pt x="156972" y="45720"/>
                </a:lnTo>
                <a:lnTo>
                  <a:pt x="311034" y="45720"/>
                </a:lnTo>
                <a:lnTo>
                  <a:pt x="335280" y="82105"/>
                </a:lnTo>
                <a:lnTo>
                  <a:pt x="339852" y="105156"/>
                </a:lnTo>
                <a:lnTo>
                  <a:pt x="336423" y="127801"/>
                </a:lnTo>
                <a:lnTo>
                  <a:pt x="326329" y="147637"/>
                </a:lnTo>
                <a:lnTo>
                  <a:pt x="326232" y="147828"/>
                </a:lnTo>
                <a:lnTo>
                  <a:pt x="326136" y="148018"/>
                </a:lnTo>
                <a:lnTo>
                  <a:pt x="311971" y="16306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64" name="Google Shape;5464;p87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612391" y="2147316"/>
            <a:ext cx="348996" cy="2144267"/>
          </a:xfrm>
          <a:prstGeom prst="rect">
            <a:avLst/>
          </a:prstGeom>
          <a:noFill/>
          <a:ln>
            <a:noFill/>
          </a:ln>
        </p:spPr>
      </p:pic>
      <p:pic>
        <p:nvPicPr>
          <p:cNvPr id="5465" name="Google Shape;5465;p87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557272" y="9104376"/>
            <a:ext cx="67056" cy="6705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66" name="Google Shape;5466;p87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506979" y="8340852"/>
            <a:ext cx="225552" cy="678179"/>
          </a:xfrm>
          <a:prstGeom prst="rect">
            <a:avLst/>
          </a:prstGeom>
          <a:noFill/>
          <a:ln>
            <a:noFill/>
          </a:ln>
        </p:spPr>
      </p:pic>
      <p:pic>
        <p:nvPicPr>
          <p:cNvPr id="5467" name="Google Shape;5467;p87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506979" y="7193280"/>
            <a:ext cx="175260" cy="1072896"/>
          </a:xfrm>
          <a:prstGeom prst="rect">
            <a:avLst/>
          </a:prstGeom>
          <a:noFill/>
          <a:ln>
            <a:noFill/>
          </a:ln>
        </p:spPr>
      </p:pic>
      <p:sp>
        <p:nvSpPr>
          <p:cNvPr id="5468" name="Google Shape;5468;p87"/>
          <p:cNvSpPr/>
          <p:nvPr/>
        </p:nvSpPr>
        <p:spPr>
          <a:xfrm>
            <a:off x="2976372" y="8872728"/>
            <a:ext cx="10795" cy="129539"/>
          </a:xfrm>
          <a:custGeom>
            <a:rect b="b" l="l" r="r" t="t"/>
            <a:pathLst>
              <a:path extrusionOk="0" h="129540" w="10794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69" name="Google Shape;5469;p87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868167" y="8135111"/>
            <a:ext cx="225552" cy="667511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0" name="Google Shape;5470;p87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926079" y="7773923"/>
            <a:ext cx="117348" cy="28651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1" name="Google Shape;5471;p87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872739" y="7610856"/>
            <a:ext cx="167640" cy="65531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2" name="Google Shape;5472;p87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926079" y="7313676"/>
            <a:ext cx="117348" cy="19964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3" name="Google Shape;5473;p87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872740" y="7141464"/>
            <a:ext cx="170688" cy="103632"/>
          </a:xfrm>
          <a:prstGeom prst="rect">
            <a:avLst/>
          </a:prstGeom>
          <a:noFill/>
          <a:ln>
            <a:noFill/>
          </a:ln>
        </p:spPr>
      </p:pic>
      <p:sp>
        <p:nvSpPr>
          <p:cNvPr id="5474" name="Google Shape;5474;p87"/>
          <p:cNvSpPr/>
          <p:nvPr/>
        </p:nvSpPr>
        <p:spPr>
          <a:xfrm>
            <a:off x="3285744" y="9111995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7620" y="53340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7620" y="9144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7244"/>
                </a:lnTo>
                <a:lnTo>
                  <a:pt x="51816" y="5334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5" name="Google Shape;5475;p87"/>
          <p:cNvSpPr/>
          <p:nvPr/>
        </p:nvSpPr>
        <p:spPr>
          <a:xfrm>
            <a:off x="3224771" y="8353044"/>
            <a:ext cx="175895" cy="669290"/>
          </a:xfrm>
          <a:custGeom>
            <a:rect b="b" l="l" r="r" t="t"/>
            <a:pathLst>
              <a:path extrusionOk="0" h="669290" w="175895">
                <a:moveTo>
                  <a:pt x="24396" y="329184"/>
                </a:moveTo>
                <a:lnTo>
                  <a:pt x="22872" y="326136"/>
                </a:lnTo>
                <a:lnTo>
                  <a:pt x="18300" y="321564"/>
                </a:lnTo>
                <a:lnTo>
                  <a:pt x="15252" y="320040"/>
                </a:lnTo>
                <a:lnTo>
                  <a:pt x="7632" y="320040"/>
                </a:lnTo>
                <a:lnTo>
                  <a:pt x="4584" y="321564"/>
                </a:lnTo>
                <a:lnTo>
                  <a:pt x="12" y="326136"/>
                </a:lnTo>
                <a:lnTo>
                  <a:pt x="12" y="338328"/>
                </a:lnTo>
                <a:lnTo>
                  <a:pt x="4584" y="342900"/>
                </a:lnTo>
                <a:lnTo>
                  <a:pt x="7632" y="344424"/>
                </a:lnTo>
                <a:lnTo>
                  <a:pt x="15252" y="344424"/>
                </a:lnTo>
                <a:lnTo>
                  <a:pt x="18300" y="342900"/>
                </a:lnTo>
                <a:lnTo>
                  <a:pt x="22872" y="338328"/>
                </a:lnTo>
                <a:lnTo>
                  <a:pt x="24396" y="335280"/>
                </a:lnTo>
                <a:lnTo>
                  <a:pt x="24396" y="329184"/>
                </a:lnTo>
                <a:close/>
              </a:path>
              <a:path extrusionOk="0" h="669290" w="175895">
                <a:moveTo>
                  <a:pt x="172212" y="0"/>
                </a:moveTo>
                <a:lnTo>
                  <a:pt x="169164" y="0"/>
                </a:lnTo>
                <a:lnTo>
                  <a:pt x="169164" y="6096"/>
                </a:lnTo>
                <a:lnTo>
                  <a:pt x="167640" y="9144"/>
                </a:lnTo>
                <a:lnTo>
                  <a:pt x="166116" y="10668"/>
                </a:lnTo>
                <a:lnTo>
                  <a:pt x="166116" y="13716"/>
                </a:lnTo>
                <a:lnTo>
                  <a:pt x="164592" y="15240"/>
                </a:lnTo>
                <a:lnTo>
                  <a:pt x="161544" y="15240"/>
                </a:lnTo>
                <a:lnTo>
                  <a:pt x="160020" y="16764"/>
                </a:lnTo>
                <a:lnTo>
                  <a:pt x="108204" y="16764"/>
                </a:lnTo>
                <a:lnTo>
                  <a:pt x="98539" y="17030"/>
                </a:lnTo>
                <a:lnTo>
                  <a:pt x="90297" y="17716"/>
                </a:lnTo>
                <a:lnTo>
                  <a:pt x="83781" y="18694"/>
                </a:lnTo>
                <a:lnTo>
                  <a:pt x="79248" y="19812"/>
                </a:lnTo>
                <a:lnTo>
                  <a:pt x="71628" y="21336"/>
                </a:lnTo>
                <a:lnTo>
                  <a:pt x="65532" y="24384"/>
                </a:lnTo>
                <a:lnTo>
                  <a:pt x="62484" y="28956"/>
                </a:lnTo>
                <a:lnTo>
                  <a:pt x="59436" y="35052"/>
                </a:lnTo>
                <a:lnTo>
                  <a:pt x="57912" y="39624"/>
                </a:lnTo>
                <a:lnTo>
                  <a:pt x="57912" y="51816"/>
                </a:lnTo>
                <a:lnTo>
                  <a:pt x="59436" y="56388"/>
                </a:lnTo>
                <a:lnTo>
                  <a:pt x="60960" y="62484"/>
                </a:lnTo>
                <a:lnTo>
                  <a:pt x="64058" y="66471"/>
                </a:lnTo>
                <a:lnTo>
                  <a:pt x="68580" y="71437"/>
                </a:lnTo>
                <a:lnTo>
                  <a:pt x="80772" y="83820"/>
                </a:lnTo>
                <a:lnTo>
                  <a:pt x="0" y="83820"/>
                </a:lnTo>
                <a:lnTo>
                  <a:pt x="0" y="89916"/>
                </a:lnTo>
                <a:lnTo>
                  <a:pt x="13716" y="121920"/>
                </a:lnTo>
                <a:lnTo>
                  <a:pt x="16764" y="120396"/>
                </a:lnTo>
                <a:lnTo>
                  <a:pt x="13716" y="114300"/>
                </a:lnTo>
                <a:lnTo>
                  <a:pt x="13716" y="109728"/>
                </a:lnTo>
                <a:lnTo>
                  <a:pt x="18288" y="105156"/>
                </a:lnTo>
                <a:lnTo>
                  <a:pt x="21336" y="105156"/>
                </a:lnTo>
                <a:lnTo>
                  <a:pt x="24752" y="104279"/>
                </a:lnTo>
                <a:lnTo>
                  <a:pt x="30289" y="103822"/>
                </a:lnTo>
                <a:lnTo>
                  <a:pt x="47244" y="103632"/>
                </a:lnTo>
                <a:lnTo>
                  <a:pt x="153924" y="103632"/>
                </a:lnTo>
                <a:lnTo>
                  <a:pt x="158496" y="105156"/>
                </a:lnTo>
                <a:lnTo>
                  <a:pt x="161544" y="105156"/>
                </a:lnTo>
                <a:lnTo>
                  <a:pt x="167640" y="111252"/>
                </a:lnTo>
                <a:lnTo>
                  <a:pt x="169164" y="115824"/>
                </a:lnTo>
                <a:lnTo>
                  <a:pt x="169164" y="120396"/>
                </a:lnTo>
                <a:lnTo>
                  <a:pt x="172212" y="120396"/>
                </a:lnTo>
                <a:lnTo>
                  <a:pt x="172212" y="67056"/>
                </a:lnTo>
                <a:lnTo>
                  <a:pt x="169164" y="67056"/>
                </a:lnTo>
                <a:lnTo>
                  <a:pt x="169164" y="73152"/>
                </a:lnTo>
                <a:lnTo>
                  <a:pt x="166116" y="79248"/>
                </a:lnTo>
                <a:lnTo>
                  <a:pt x="163068" y="82296"/>
                </a:lnTo>
                <a:lnTo>
                  <a:pt x="161544" y="82296"/>
                </a:lnTo>
                <a:lnTo>
                  <a:pt x="160020" y="83820"/>
                </a:lnTo>
                <a:lnTo>
                  <a:pt x="88392" y="83820"/>
                </a:lnTo>
                <a:lnTo>
                  <a:pt x="77724" y="73152"/>
                </a:lnTo>
                <a:lnTo>
                  <a:pt x="76200" y="68580"/>
                </a:lnTo>
                <a:lnTo>
                  <a:pt x="73152" y="64008"/>
                </a:lnTo>
                <a:lnTo>
                  <a:pt x="73152" y="47244"/>
                </a:lnTo>
                <a:lnTo>
                  <a:pt x="80772" y="39624"/>
                </a:lnTo>
                <a:lnTo>
                  <a:pt x="83820" y="38100"/>
                </a:lnTo>
                <a:lnTo>
                  <a:pt x="88392" y="38100"/>
                </a:lnTo>
                <a:lnTo>
                  <a:pt x="96012" y="36576"/>
                </a:lnTo>
                <a:lnTo>
                  <a:pt x="158496" y="36576"/>
                </a:lnTo>
                <a:lnTo>
                  <a:pt x="164592" y="39624"/>
                </a:lnTo>
                <a:lnTo>
                  <a:pt x="167640" y="42672"/>
                </a:lnTo>
                <a:lnTo>
                  <a:pt x="169164" y="45720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669290" w="175895">
                <a:moveTo>
                  <a:pt x="172224" y="304800"/>
                </a:moveTo>
                <a:lnTo>
                  <a:pt x="169176" y="304800"/>
                </a:lnTo>
                <a:lnTo>
                  <a:pt x="169176" y="309372"/>
                </a:lnTo>
                <a:lnTo>
                  <a:pt x="167652" y="313944"/>
                </a:lnTo>
                <a:lnTo>
                  <a:pt x="166128" y="315468"/>
                </a:lnTo>
                <a:lnTo>
                  <a:pt x="166128" y="316992"/>
                </a:lnTo>
                <a:lnTo>
                  <a:pt x="164604" y="318516"/>
                </a:lnTo>
                <a:lnTo>
                  <a:pt x="158508" y="321564"/>
                </a:lnTo>
                <a:lnTo>
                  <a:pt x="57924" y="321564"/>
                </a:lnTo>
                <a:lnTo>
                  <a:pt x="57924" y="326136"/>
                </a:lnTo>
                <a:lnTo>
                  <a:pt x="71640" y="359664"/>
                </a:lnTo>
                <a:lnTo>
                  <a:pt x="74688" y="358140"/>
                </a:lnTo>
                <a:lnTo>
                  <a:pt x="71640" y="352044"/>
                </a:lnTo>
                <a:lnTo>
                  <a:pt x="71640" y="347472"/>
                </a:lnTo>
                <a:lnTo>
                  <a:pt x="73164" y="345948"/>
                </a:lnTo>
                <a:lnTo>
                  <a:pt x="73164" y="344424"/>
                </a:lnTo>
                <a:lnTo>
                  <a:pt x="74688" y="344424"/>
                </a:lnTo>
                <a:lnTo>
                  <a:pt x="76212" y="342900"/>
                </a:lnTo>
                <a:lnTo>
                  <a:pt x="79260" y="342900"/>
                </a:lnTo>
                <a:lnTo>
                  <a:pt x="83299" y="342023"/>
                </a:lnTo>
                <a:lnTo>
                  <a:pt x="88785" y="341566"/>
                </a:lnTo>
                <a:lnTo>
                  <a:pt x="97002" y="341376"/>
                </a:lnTo>
                <a:lnTo>
                  <a:pt x="158508" y="341376"/>
                </a:lnTo>
                <a:lnTo>
                  <a:pt x="164604" y="344424"/>
                </a:lnTo>
                <a:lnTo>
                  <a:pt x="167652" y="347472"/>
                </a:lnTo>
                <a:lnTo>
                  <a:pt x="167652" y="348996"/>
                </a:lnTo>
                <a:lnTo>
                  <a:pt x="169176" y="353568"/>
                </a:lnTo>
                <a:lnTo>
                  <a:pt x="169176" y="358140"/>
                </a:lnTo>
                <a:lnTo>
                  <a:pt x="172224" y="358140"/>
                </a:lnTo>
                <a:lnTo>
                  <a:pt x="172224" y="341376"/>
                </a:lnTo>
                <a:lnTo>
                  <a:pt x="172224" y="304800"/>
                </a:lnTo>
                <a:close/>
              </a:path>
              <a:path extrusionOk="0" h="669290" w="175895">
                <a:moveTo>
                  <a:pt x="175260" y="417576"/>
                </a:moveTo>
                <a:lnTo>
                  <a:pt x="79248" y="382524"/>
                </a:lnTo>
                <a:lnTo>
                  <a:pt x="70104" y="379476"/>
                </a:lnTo>
                <a:lnTo>
                  <a:pt x="64008" y="374904"/>
                </a:lnTo>
                <a:lnTo>
                  <a:pt x="64008" y="367284"/>
                </a:lnTo>
                <a:lnTo>
                  <a:pt x="60960" y="367284"/>
                </a:lnTo>
                <a:lnTo>
                  <a:pt x="60960" y="400812"/>
                </a:lnTo>
                <a:lnTo>
                  <a:pt x="64008" y="400812"/>
                </a:lnTo>
                <a:lnTo>
                  <a:pt x="64008" y="391668"/>
                </a:lnTo>
                <a:lnTo>
                  <a:pt x="68580" y="387096"/>
                </a:lnTo>
                <a:lnTo>
                  <a:pt x="73152" y="387096"/>
                </a:lnTo>
                <a:lnTo>
                  <a:pt x="76200" y="388620"/>
                </a:lnTo>
                <a:lnTo>
                  <a:pt x="80772" y="391668"/>
                </a:lnTo>
                <a:lnTo>
                  <a:pt x="143256" y="414528"/>
                </a:lnTo>
                <a:lnTo>
                  <a:pt x="79248" y="441960"/>
                </a:lnTo>
                <a:lnTo>
                  <a:pt x="77724" y="441960"/>
                </a:lnTo>
                <a:lnTo>
                  <a:pt x="76200" y="443484"/>
                </a:lnTo>
                <a:lnTo>
                  <a:pt x="71628" y="443484"/>
                </a:lnTo>
                <a:lnTo>
                  <a:pt x="68580" y="441960"/>
                </a:lnTo>
                <a:lnTo>
                  <a:pt x="65532" y="438912"/>
                </a:lnTo>
                <a:lnTo>
                  <a:pt x="64008" y="434340"/>
                </a:lnTo>
                <a:lnTo>
                  <a:pt x="64008" y="429768"/>
                </a:lnTo>
                <a:lnTo>
                  <a:pt x="60960" y="429768"/>
                </a:lnTo>
                <a:lnTo>
                  <a:pt x="60960" y="480060"/>
                </a:lnTo>
                <a:lnTo>
                  <a:pt x="64008" y="480060"/>
                </a:lnTo>
                <a:lnTo>
                  <a:pt x="64008" y="472440"/>
                </a:lnTo>
                <a:lnTo>
                  <a:pt x="65532" y="470916"/>
                </a:lnTo>
                <a:lnTo>
                  <a:pt x="67056" y="467868"/>
                </a:lnTo>
                <a:lnTo>
                  <a:pt x="71628" y="464820"/>
                </a:lnTo>
                <a:lnTo>
                  <a:pt x="76200" y="463296"/>
                </a:lnTo>
                <a:lnTo>
                  <a:pt x="92964" y="457200"/>
                </a:lnTo>
                <a:lnTo>
                  <a:pt x="143256" y="481584"/>
                </a:lnTo>
                <a:lnTo>
                  <a:pt x="80772" y="505968"/>
                </a:lnTo>
                <a:lnTo>
                  <a:pt x="74676" y="509016"/>
                </a:lnTo>
                <a:lnTo>
                  <a:pt x="68580" y="509016"/>
                </a:lnTo>
                <a:lnTo>
                  <a:pt x="64008" y="504444"/>
                </a:lnTo>
                <a:lnTo>
                  <a:pt x="64008" y="498348"/>
                </a:lnTo>
                <a:lnTo>
                  <a:pt x="60960" y="498348"/>
                </a:lnTo>
                <a:lnTo>
                  <a:pt x="60960" y="544068"/>
                </a:lnTo>
                <a:lnTo>
                  <a:pt x="64008" y="544068"/>
                </a:lnTo>
                <a:lnTo>
                  <a:pt x="64008" y="539496"/>
                </a:lnTo>
                <a:lnTo>
                  <a:pt x="65532" y="536448"/>
                </a:lnTo>
                <a:lnTo>
                  <a:pt x="70104" y="531876"/>
                </a:lnTo>
                <a:lnTo>
                  <a:pt x="74676" y="530352"/>
                </a:lnTo>
                <a:lnTo>
                  <a:pt x="80772" y="527304"/>
                </a:lnTo>
                <a:lnTo>
                  <a:pt x="175260" y="490728"/>
                </a:lnTo>
                <a:lnTo>
                  <a:pt x="175260" y="487680"/>
                </a:lnTo>
                <a:lnTo>
                  <a:pt x="102108" y="452628"/>
                </a:lnTo>
                <a:lnTo>
                  <a:pt x="175260" y="422148"/>
                </a:lnTo>
                <a:lnTo>
                  <a:pt x="175260" y="417576"/>
                </a:lnTo>
                <a:close/>
              </a:path>
              <a:path extrusionOk="0" h="669290" w="175895">
                <a:moveTo>
                  <a:pt x="175260" y="252984"/>
                </a:moveTo>
                <a:lnTo>
                  <a:pt x="150876" y="230124"/>
                </a:lnTo>
                <a:lnTo>
                  <a:pt x="150876" y="236220"/>
                </a:lnTo>
                <a:lnTo>
                  <a:pt x="153924" y="236220"/>
                </a:lnTo>
                <a:lnTo>
                  <a:pt x="155448" y="239268"/>
                </a:lnTo>
                <a:lnTo>
                  <a:pt x="156972" y="240792"/>
                </a:lnTo>
                <a:lnTo>
                  <a:pt x="160020" y="246888"/>
                </a:lnTo>
                <a:lnTo>
                  <a:pt x="160020" y="251460"/>
                </a:lnTo>
                <a:lnTo>
                  <a:pt x="158496" y="254508"/>
                </a:lnTo>
                <a:lnTo>
                  <a:pt x="155448" y="257556"/>
                </a:lnTo>
                <a:lnTo>
                  <a:pt x="152400" y="259080"/>
                </a:lnTo>
                <a:lnTo>
                  <a:pt x="147828" y="260604"/>
                </a:lnTo>
                <a:lnTo>
                  <a:pt x="68580" y="260604"/>
                </a:lnTo>
                <a:lnTo>
                  <a:pt x="68580" y="234696"/>
                </a:lnTo>
                <a:lnTo>
                  <a:pt x="60960" y="234696"/>
                </a:lnTo>
                <a:lnTo>
                  <a:pt x="60960" y="260604"/>
                </a:lnTo>
                <a:lnTo>
                  <a:pt x="24384" y="260604"/>
                </a:lnTo>
                <a:lnTo>
                  <a:pt x="24384" y="263652"/>
                </a:lnTo>
                <a:lnTo>
                  <a:pt x="32004" y="266700"/>
                </a:lnTo>
                <a:lnTo>
                  <a:pt x="47244" y="274320"/>
                </a:lnTo>
                <a:lnTo>
                  <a:pt x="51816" y="278892"/>
                </a:lnTo>
                <a:lnTo>
                  <a:pt x="54864" y="283464"/>
                </a:lnTo>
                <a:lnTo>
                  <a:pt x="59436" y="288036"/>
                </a:lnTo>
                <a:lnTo>
                  <a:pt x="62484" y="292608"/>
                </a:lnTo>
                <a:lnTo>
                  <a:pt x="64008" y="298704"/>
                </a:lnTo>
                <a:lnTo>
                  <a:pt x="68580" y="298704"/>
                </a:lnTo>
                <a:lnTo>
                  <a:pt x="68580" y="280416"/>
                </a:lnTo>
                <a:lnTo>
                  <a:pt x="152400" y="280416"/>
                </a:lnTo>
                <a:lnTo>
                  <a:pt x="158496" y="278892"/>
                </a:lnTo>
                <a:lnTo>
                  <a:pt x="163068" y="277368"/>
                </a:lnTo>
                <a:lnTo>
                  <a:pt x="166116" y="275844"/>
                </a:lnTo>
                <a:lnTo>
                  <a:pt x="172212" y="269748"/>
                </a:lnTo>
                <a:lnTo>
                  <a:pt x="173736" y="265176"/>
                </a:lnTo>
                <a:lnTo>
                  <a:pt x="175260" y="262128"/>
                </a:lnTo>
                <a:lnTo>
                  <a:pt x="175260" y="252984"/>
                </a:lnTo>
                <a:close/>
              </a:path>
              <a:path extrusionOk="0" h="669290" w="175895">
                <a:moveTo>
                  <a:pt x="175272" y="614172"/>
                </a:moveTo>
                <a:lnTo>
                  <a:pt x="161556" y="576072"/>
                </a:lnTo>
                <a:lnTo>
                  <a:pt x="129552" y="562356"/>
                </a:lnTo>
                <a:lnTo>
                  <a:pt x="121932" y="562356"/>
                </a:lnTo>
                <a:lnTo>
                  <a:pt x="90779" y="585838"/>
                </a:lnTo>
                <a:lnTo>
                  <a:pt x="76212" y="611124"/>
                </a:lnTo>
                <a:lnTo>
                  <a:pt x="68757" y="622795"/>
                </a:lnTo>
                <a:lnTo>
                  <a:pt x="42684" y="649224"/>
                </a:lnTo>
                <a:lnTo>
                  <a:pt x="30492" y="649224"/>
                </a:lnTo>
                <a:lnTo>
                  <a:pt x="24396" y="646176"/>
                </a:lnTo>
                <a:lnTo>
                  <a:pt x="13728" y="635508"/>
                </a:lnTo>
                <a:lnTo>
                  <a:pt x="12204" y="629412"/>
                </a:lnTo>
                <a:lnTo>
                  <a:pt x="12204" y="614172"/>
                </a:lnTo>
                <a:lnTo>
                  <a:pt x="38684" y="582955"/>
                </a:lnTo>
                <a:lnTo>
                  <a:pt x="60972" y="577596"/>
                </a:lnTo>
                <a:lnTo>
                  <a:pt x="60972" y="574548"/>
                </a:lnTo>
                <a:lnTo>
                  <a:pt x="4584" y="574548"/>
                </a:lnTo>
                <a:lnTo>
                  <a:pt x="4584" y="577596"/>
                </a:lnTo>
                <a:lnTo>
                  <a:pt x="7632" y="577596"/>
                </a:lnTo>
                <a:lnTo>
                  <a:pt x="10680" y="579120"/>
                </a:lnTo>
                <a:lnTo>
                  <a:pt x="10680" y="580644"/>
                </a:lnTo>
                <a:lnTo>
                  <a:pt x="13728" y="583692"/>
                </a:lnTo>
                <a:lnTo>
                  <a:pt x="13728" y="586740"/>
                </a:lnTo>
                <a:lnTo>
                  <a:pt x="12204" y="591312"/>
                </a:lnTo>
                <a:lnTo>
                  <a:pt x="10680" y="594360"/>
                </a:lnTo>
                <a:lnTo>
                  <a:pt x="7797" y="602081"/>
                </a:lnTo>
                <a:lnTo>
                  <a:pt x="5918" y="609219"/>
                </a:lnTo>
                <a:lnTo>
                  <a:pt x="4889" y="615797"/>
                </a:lnTo>
                <a:lnTo>
                  <a:pt x="4584" y="621792"/>
                </a:lnTo>
                <a:lnTo>
                  <a:pt x="5194" y="631532"/>
                </a:lnTo>
                <a:lnTo>
                  <a:pt x="30873" y="665607"/>
                </a:lnTo>
                <a:lnTo>
                  <a:pt x="47256" y="669036"/>
                </a:lnTo>
                <a:lnTo>
                  <a:pt x="54876" y="669036"/>
                </a:lnTo>
                <a:lnTo>
                  <a:pt x="60972" y="667512"/>
                </a:lnTo>
                <a:lnTo>
                  <a:pt x="65544" y="664464"/>
                </a:lnTo>
                <a:lnTo>
                  <a:pt x="71640" y="661416"/>
                </a:lnTo>
                <a:lnTo>
                  <a:pt x="77736" y="656844"/>
                </a:lnTo>
                <a:lnTo>
                  <a:pt x="82308" y="650748"/>
                </a:lnTo>
                <a:lnTo>
                  <a:pt x="86017" y="646252"/>
                </a:lnTo>
                <a:lnTo>
                  <a:pt x="90309" y="639889"/>
                </a:lnTo>
                <a:lnTo>
                  <a:pt x="100596" y="623316"/>
                </a:lnTo>
                <a:lnTo>
                  <a:pt x="109931" y="606361"/>
                </a:lnTo>
                <a:lnTo>
                  <a:pt x="113233" y="600824"/>
                </a:lnTo>
                <a:lnTo>
                  <a:pt x="115836" y="597408"/>
                </a:lnTo>
                <a:lnTo>
                  <a:pt x="123456" y="589788"/>
                </a:lnTo>
                <a:lnTo>
                  <a:pt x="128028" y="588264"/>
                </a:lnTo>
                <a:lnTo>
                  <a:pt x="131076" y="586740"/>
                </a:lnTo>
                <a:lnTo>
                  <a:pt x="135648" y="585216"/>
                </a:lnTo>
                <a:lnTo>
                  <a:pt x="147840" y="585216"/>
                </a:lnTo>
                <a:lnTo>
                  <a:pt x="153936" y="588264"/>
                </a:lnTo>
                <a:lnTo>
                  <a:pt x="158508" y="594360"/>
                </a:lnTo>
                <a:lnTo>
                  <a:pt x="164604" y="598932"/>
                </a:lnTo>
                <a:lnTo>
                  <a:pt x="167652" y="606552"/>
                </a:lnTo>
                <a:lnTo>
                  <a:pt x="167652" y="624840"/>
                </a:lnTo>
                <a:lnTo>
                  <a:pt x="146316" y="656844"/>
                </a:lnTo>
                <a:lnTo>
                  <a:pt x="118884" y="664464"/>
                </a:lnTo>
                <a:lnTo>
                  <a:pt x="118884" y="667512"/>
                </a:lnTo>
                <a:lnTo>
                  <a:pt x="175272" y="667512"/>
                </a:lnTo>
                <a:lnTo>
                  <a:pt x="175272" y="664464"/>
                </a:lnTo>
                <a:lnTo>
                  <a:pt x="170700" y="664464"/>
                </a:lnTo>
                <a:lnTo>
                  <a:pt x="167652" y="661416"/>
                </a:lnTo>
                <a:lnTo>
                  <a:pt x="166128" y="661416"/>
                </a:lnTo>
                <a:lnTo>
                  <a:pt x="166128" y="650748"/>
                </a:lnTo>
                <a:lnTo>
                  <a:pt x="169176" y="641604"/>
                </a:lnTo>
                <a:lnTo>
                  <a:pt x="172224" y="633984"/>
                </a:lnTo>
                <a:lnTo>
                  <a:pt x="173748" y="629412"/>
                </a:lnTo>
                <a:lnTo>
                  <a:pt x="173748" y="623316"/>
                </a:lnTo>
                <a:lnTo>
                  <a:pt x="175272" y="618744"/>
                </a:lnTo>
                <a:lnTo>
                  <a:pt x="175272" y="614172"/>
                </a:lnTo>
                <a:close/>
              </a:path>
              <a:path extrusionOk="0" h="669290" w="175895">
                <a:moveTo>
                  <a:pt x="175272" y="175260"/>
                </a:moveTo>
                <a:lnTo>
                  <a:pt x="156768" y="140258"/>
                </a:lnTo>
                <a:lnTo>
                  <a:pt x="129552" y="129540"/>
                </a:lnTo>
                <a:lnTo>
                  <a:pt x="128028" y="132588"/>
                </a:lnTo>
                <a:lnTo>
                  <a:pt x="137172" y="135636"/>
                </a:lnTo>
                <a:lnTo>
                  <a:pt x="144792" y="140208"/>
                </a:lnTo>
                <a:lnTo>
                  <a:pt x="147840" y="144780"/>
                </a:lnTo>
                <a:lnTo>
                  <a:pt x="152412" y="150876"/>
                </a:lnTo>
                <a:lnTo>
                  <a:pt x="155460" y="158496"/>
                </a:lnTo>
                <a:lnTo>
                  <a:pt x="155460" y="166116"/>
                </a:lnTo>
                <a:lnTo>
                  <a:pt x="154355" y="173812"/>
                </a:lnTo>
                <a:lnTo>
                  <a:pt x="123266" y="200215"/>
                </a:lnTo>
                <a:lnTo>
                  <a:pt x="105168" y="202692"/>
                </a:lnTo>
                <a:lnTo>
                  <a:pt x="95656" y="202107"/>
                </a:lnTo>
                <a:lnTo>
                  <a:pt x="65544" y="181356"/>
                </a:lnTo>
                <a:lnTo>
                  <a:pt x="65544" y="164592"/>
                </a:lnTo>
                <a:lnTo>
                  <a:pt x="68592" y="163068"/>
                </a:lnTo>
                <a:lnTo>
                  <a:pt x="71640" y="160020"/>
                </a:lnTo>
                <a:lnTo>
                  <a:pt x="74688" y="158496"/>
                </a:lnTo>
                <a:lnTo>
                  <a:pt x="79260" y="156972"/>
                </a:lnTo>
                <a:lnTo>
                  <a:pt x="83832" y="156972"/>
                </a:lnTo>
                <a:lnTo>
                  <a:pt x="92976" y="152400"/>
                </a:lnTo>
                <a:lnTo>
                  <a:pt x="94500" y="149352"/>
                </a:lnTo>
                <a:lnTo>
                  <a:pt x="94500" y="141732"/>
                </a:lnTo>
                <a:lnTo>
                  <a:pt x="92976" y="138684"/>
                </a:lnTo>
                <a:lnTo>
                  <a:pt x="91452" y="137160"/>
                </a:lnTo>
                <a:lnTo>
                  <a:pt x="89928" y="134112"/>
                </a:lnTo>
                <a:lnTo>
                  <a:pt x="77736" y="134112"/>
                </a:lnTo>
                <a:lnTo>
                  <a:pt x="71640" y="137160"/>
                </a:lnTo>
                <a:lnTo>
                  <a:pt x="57924" y="170688"/>
                </a:lnTo>
                <a:lnTo>
                  <a:pt x="58801" y="180695"/>
                </a:lnTo>
                <a:lnTo>
                  <a:pt x="81965" y="213512"/>
                </a:lnTo>
                <a:lnTo>
                  <a:pt x="115836" y="222504"/>
                </a:lnTo>
                <a:lnTo>
                  <a:pt x="128714" y="221653"/>
                </a:lnTo>
                <a:lnTo>
                  <a:pt x="165620" y="200774"/>
                </a:lnTo>
                <a:lnTo>
                  <a:pt x="174142" y="184150"/>
                </a:lnTo>
                <a:lnTo>
                  <a:pt x="175272" y="1752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76" name="Google Shape;5476;p87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3224783" y="7206995"/>
            <a:ext cx="175260" cy="1072895"/>
          </a:xfrm>
          <a:prstGeom prst="rect">
            <a:avLst/>
          </a:prstGeom>
          <a:noFill/>
          <a:ln>
            <a:noFill/>
          </a:ln>
        </p:spPr>
      </p:pic>
      <p:sp>
        <p:nvSpPr>
          <p:cNvPr id="5477" name="Google Shape;5477;p87"/>
          <p:cNvSpPr/>
          <p:nvPr/>
        </p:nvSpPr>
        <p:spPr>
          <a:xfrm>
            <a:off x="3688079" y="88727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8" name="Google Shape;5478;p87"/>
          <p:cNvGrpSpPr/>
          <p:nvPr/>
        </p:nvGrpSpPr>
        <p:grpSpPr>
          <a:xfrm>
            <a:off x="3584447" y="7752588"/>
            <a:ext cx="170688" cy="1059179"/>
            <a:chOff x="3584447" y="7752588"/>
            <a:chExt cx="170688" cy="1059179"/>
          </a:xfrm>
        </p:grpSpPr>
        <p:pic>
          <p:nvPicPr>
            <p:cNvPr id="5479" name="Google Shape;5479;p87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3584447" y="8427719"/>
              <a:ext cx="170688" cy="3840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480" name="Google Shape;5480;p87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3584447" y="8154923"/>
              <a:ext cx="170687" cy="2453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481" name="Google Shape;5481;p87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3587495" y="7752588"/>
              <a:ext cx="167640" cy="3825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482" name="Google Shape;5482;p87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637788" y="7484364"/>
            <a:ext cx="117348" cy="187452"/>
          </a:xfrm>
          <a:prstGeom prst="rect">
            <a:avLst/>
          </a:prstGeom>
          <a:noFill/>
          <a:ln>
            <a:noFill/>
          </a:ln>
        </p:spPr>
      </p:pic>
      <p:sp>
        <p:nvSpPr>
          <p:cNvPr id="5483" name="Google Shape;5483;p87"/>
          <p:cNvSpPr/>
          <p:nvPr/>
        </p:nvSpPr>
        <p:spPr>
          <a:xfrm>
            <a:off x="3579863" y="6763512"/>
            <a:ext cx="226060" cy="637540"/>
          </a:xfrm>
          <a:custGeom>
            <a:rect b="b" l="l" r="r" t="t"/>
            <a:pathLst>
              <a:path extrusionOk="0" h="637540" w="226060">
                <a:moveTo>
                  <a:pt x="24396" y="516636"/>
                </a:moveTo>
                <a:lnTo>
                  <a:pt x="22872" y="513588"/>
                </a:lnTo>
                <a:lnTo>
                  <a:pt x="18300" y="509016"/>
                </a:lnTo>
                <a:lnTo>
                  <a:pt x="6108" y="509016"/>
                </a:lnTo>
                <a:lnTo>
                  <a:pt x="1536" y="513588"/>
                </a:lnTo>
                <a:lnTo>
                  <a:pt x="12" y="516636"/>
                </a:lnTo>
                <a:lnTo>
                  <a:pt x="12" y="524256"/>
                </a:lnTo>
                <a:lnTo>
                  <a:pt x="1536" y="527304"/>
                </a:lnTo>
                <a:lnTo>
                  <a:pt x="6108" y="531876"/>
                </a:lnTo>
                <a:lnTo>
                  <a:pt x="9156" y="533400"/>
                </a:lnTo>
                <a:lnTo>
                  <a:pt x="15252" y="533400"/>
                </a:lnTo>
                <a:lnTo>
                  <a:pt x="18300" y="531876"/>
                </a:lnTo>
                <a:lnTo>
                  <a:pt x="22872" y="527304"/>
                </a:lnTo>
                <a:lnTo>
                  <a:pt x="24396" y="524256"/>
                </a:lnTo>
                <a:lnTo>
                  <a:pt x="24396" y="516636"/>
                </a:lnTo>
                <a:close/>
              </a:path>
              <a:path extrusionOk="0" h="637540" w="226060">
                <a:moveTo>
                  <a:pt x="172212" y="109728"/>
                </a:moveTo>
                <a:lnTo>
                  <a:pt x="169164" y="109728"/>
                </a:lnTo>
                <a:lnTo>
                  <a:pt x="169164" y="118872"/>
                </a:lnTo>
                <a:lnTo>
                  <a:pt x="164592" y="123444"/>
                </a:lnTo>
                <a:lnTo>
                  <a:pt x="161544" y="124968"/>
                </a:lnTo>
                <a:lnTo>
                  <a:pt x="160020" y="124968"/>
                </a:lnTo>
                <a:lnTo>
                  <a:pt x="155448" y="126492"/>
                </a:lnTo>
                <a:lnTo>
                  <a:pt x="0" y="126492"/>
                </a:lnTo>
                <a:lnTo>
                  <a:pt x="0" y="131064"/>
                </a:lnTo>
                <a:lnTo>
                  <a:pt x="13716" y="163068"/>
                </a:lnTo>
                <a:lnTo>
                  <a:pt x="16764" y="161544"/>
                </a:lnTo>
                <a:lnTo>
                  <a:pt x="15240" y="158496"/>
                </a:lnTo>
                <a:lnTo>
                  <a:pt x="15240" y="150876"/>
                </a:lnTo>
                <a:lnTo>
                  <a:pt x="18288" y="147828"/>
                </a:lnTo>
                <a:lnTo>
                  <a:pt x="19812" y="147828"/>
                </a:lnTo>
                <a:lnTo>
                  <a:pt x="22860" y="146304"/>
                </a:lnTo>
                <a:lnTo>
                  <a:pt x="160020" y="146304"/>
                </a:lnTo>
                <a:lnTo>
                  <a:pt x="161544" y="147828"/>
                </a:lnTo>
                <a:lnTo>
                  <a:pt x="164592" y="149352"/>
                </a:lnTo>
                <a:lnTo>
                  <a:pt x="169164" y="153924"/>
                </a:lnTo>
                <a:lnTo>
                  <a:pt x="169164" y="163068"/>
                </a:lnTo>
                <a:lnTo>
                  <a:pt x="172212" y="163068"/>
                </a:lnTo>
                <a:lnTo>
                  <a:pt x="172212" y="109728"/>
                </a:lnTo>
                <a:close/>
              </a:path>
              <a:path extrusionOk="0" h="637540" w="226060">
                <a:moveTo>
                  <a:pt x="172224" y="493776"/>
                </a:moveTo>
                <a:lnTo>
                  <a:pt x="169176" y="493776"/>
                </a:lnTo>
                <a:lnTo>
                  <a:pt x="169176" y="501396"/>
                </a:lnTo>
                <a:lnTo>
                  <a:pt x="167652" y="504444"/>
                </a:lnTo>
                <a:lnTo>
                  <a:pt x="164604" y="507492"/>
                </a:lnTo>
                <a:lnTo>
                  <a:pt x="161556" y="509016"/>
                </a:lnTo>
                <a:lnTo>
                  <a:pt x="160032" y="509016"/>
                </a:lnTo>
                <a:lnTo>
                  <a:pt x="155460" y="510540"/>
                </a:lnTo>
                <a:lnTo>
                  <a:pt x="57924" y="510540"/>
                </a:lnTo>
                <a:lnTo>
                  <a:pt x="57924" y="515112"/>
                </a:lnTo>
                <a:lnTo>
                  <a:pt x="71640" y="548640"/>
                </a:lnTo>
                <a:lnTo>
                  <a:pt x="74688" y="545592"/>
                </a:lnTo>
                <a:lnTo>
                  <a:pt x="73164" y="542544"/>
                </a:lnTo>
                <a:lnTo>
                  <a:pt x="73164" y="534924"/>
                </a:lnTo>
                <a:lnTo>
                  <a:pt x="76212" y="531876"/>
                </a:lnTo>
                <a:lnTo>
                  <a:pt x="77736" y="531876"/>
                </a:lnTo>
                <a:lnTo>
                  <a:pt x="80784" y="530352"/>
                </a:lnTo>
                <a:lnTo>
                  <a:pt x="160032" y="530352"/>
                </a:lnTo>
                <a:lnTo>
                  <a:pt x="161556" y="531876"/>
                </a:lnTo>
                <a:lnTo>
                  <a:pt x="164604" y="531876"/>
                </a:lnTo>
                <a:lnTo>
                  <a:pt x="167652" y="534924"/>
                </a:lnTo>
                <a:lnTo>
                  <a:pt x="169176" y="537972"/>
                </a:lnTo>
                <a:lnTo>
                  <a:pt x="169176" y="547116"/>
                </a:lnTo>
                <a:lnTo>
                  <a:pt x="172224" y="547116"/>
                </a:lnTo>
                <a:lnTo>
                  <a:pt x="172224" y="530352"/>
                </a:lnTo>
                <a:lnTo>
                  <a:pt x="172224" y="493776"/>
                </a:lnTo>
                <a:close/>
              </a:path>
              <a:path extrusionOk="0" h="637540" w="226060">
                <a:moveTo>
                  <a:pt x="172224" y="300228"/>
                </a:moveTo>
                <a:lnTo>
                  <a:pt x="169176" y="300228"/>
                </a:lnTo>
                <a:lnTo>
                  <a:pt x="169176" y="309372"/>
                </a:lnTo>
                <a:lnTo>
                  <a:pt x="167652" y="310896"/>
                </a:lnTo>
                <a:lnTo>
                  <a:pt x="166128" y="313944"/>
                </a:lnTo>
                <a:lnTo>
                  <a:pt x="164604" y="315468"/>
                </a:lnTo>
                <a:lnTo>
                  <a:pt x="163080" y="315468"/>
                </a:lnTo>
                <a:lnTo>
                  <a:pt x="160032" y="316992"/>
                </a:lnTo>
                <a:lnTo>
                  <a:pt x="89928" y="316992"/>
                </a:lnTo>
                <a:lnTo>
                  <a:pt x="82308" y="318516"/>
                </a:lnTo>
                <a:lnTo>
                  <a:pt x="77736" y="320040"/>
                </a:lnTo>
                <a:lnTo>
                  <a:pt x="70116" y="321564"/>
                </a:lnTo>
                <a:lnTo>
                  <a:pt x="65544" y="326136"/>
                </a:lnTo>
                <a:lnTo>
                  <a:pt x="59448" y="335280"/>
                </a:lnTo>
                <a:lnTo>
                  <a:pt x="57924" y="339852"/>
                </a:lnTo>
                <a:lnTo>
                  <a:pt x="57924" y="352044"/>
                </a:lnTo>
                <a:lnTo>
                  <a:pt x="82308" y="382524"/>
                </a:lnTo>
                <a:lnTo>
                  <a:pt x="74688" y="385572"/>
                </a:lnTo>
                <a:lnTo>
                  <a:pt x="68592" y="388620"/>
                </a:lnTo>
                <a:lnTo>
                  <a:pt x="59448" y="397764"/>
                </a:lnTo>
                <a:lnTo>
                  <a:pt x="57924" y="403860"/>
                </a:lnTo>
                <a:lnTo>
                  <a:pt x="57924" y="414528"/>
                </a:lnTo>
                <a:lnTo>
                  <a:pt x="59448" y="419100"/>
                </a:lnTo>
                <a:lnTo>
                  <a:pt x="60972" y="422148"/>
                </a:lnTo>
                <a:lnTo>
                  <a:pt x="64020" y="431292"/>
                </a:lnTo>
                <a:lnTo>
                  <a:pt x="68592" y="434340"/>
                </a:lnTo>
                <a:lnTo>
                  <a:pt x="68592" y="435864"/>
                </a:lnTo>
                <a:lnTo>
                  <a:pt x="74688" y="440436"/>
                </a:lnTo>
                <a:lnTo>
                  <a:pt x="82308" y="448056"/>
                </a:lnTo>
                <a:lnTo>
                  <a:pt x="57924" y="448056"/>
                </a:lnTo>
                <a:lnTo>
                  <a:pt x="57924" y="452628"/>
                </a:lnTo>
                <a:lnTo>
                  <a:pt x="71640" y="486156"/>
                </a:lnTo>
                <a:lnTo>
                  <a:pt x="74688" y="484632"/>
                </a:lnTo>
                <a:lnTo>
                  <a:pt x="73164" y="481584"/>
                </a:lnTo>
                <a:lnTo>
                  <a:pt x="73164" y="472440"/>
                </a:lnTo>
                <a:lnTo>
                  <a:pt x="74688" y="470916"/>
                </a:lnTo>
                <a:lnTo>
                  <a:pt x="76212" y="470916"/>
                </a:lnTo>
                <a:lnTo>
                  <a:pt x="77736" y="469392"/>
                </a:lnTo>
                <a:lnTo>
                  <a:pt x="80784" y="469392"/>
                </a:lnTo>
                <a:lnTo>
                  <a:pt x="83832" y="467868"/>
                </a:lnTo>
                <a:lnTo>
                  <a:pt x="160032" y="467868"/>
                </a:lnTo>
                <a:lnTo>
                  <a:pt x="161556" y="469392"/>
                </a:lnTo>
                <a:lnTo>
                  <a:pt x="164604" y="470916"/>
                </a:lnTo>
                <a:lnTo>
                  <a:pt x="169176" y="475488"/>
                </a:lnTo>
                <a:lnTo>
                  <a:pt x="169176" y="484632"/>
                </a:lnTo>
                <a:lnTo>
                  <a:pt x="172224" y="484632"/>
                </a:lnTo>
                <a:lnTo>
                  <a:pt x="172224" y="431292"/>
                </a:lnTo>
                <a:lnTo>
                  <a:pt x="169176" y="431292"/>
                </a:lnTo>
                <a:lnTo>
                  <a:pt x="169176" y="440436"/>
                </a:lnTo>
                <a:lnTo>
                  <a:pt x="167652" y="441960"/>
                </a:lnTo>
                <a:lnTo>
                  <a:pt x="166128" y="445008"/>
                </a:lnTo>
                <a:lnTo>
                  <a:pt x="164604" y="446532"/>
                </a:lnTo>
                <a:lnTo>
                  <a:pt x="163080" y="446532"/>
                </a:lnTo>
                <a:lnTo>
                  <a:pt x="160032" y="448056"/>
                </a:lnTo>
                <a:lnTo>
                  <a:pt x="88404" y="448056"/>
                </a:lnTo>
                <a:lnTo>
                  <a:pt x="83832" y="445008"/>
                </a:lnTo>
                <a:lnTo>
                  <a:pt x="80784" y="438912"/>
                </a:lnTo>
                <a:lnTo>
                  <a:pt x="76212" y="432816"/>
                </a:lnTo>
                <a:lnTo>
                  <a:pt x="74688" y="429768"/>
                </a:lnTo>
                <a:lnTo>
                  <a:pt x="73164" y="425196"/>
                </a:lnTo>
                <a:lnTo>
                  <a:pt x="73164" y="414528"/>
                </a:lnTo>
                <a:lnTo>
                  <a:pt x="76212" y="409956"/>
                </a:lnTo>
                <a:lnTo>
                  <a:pt x="80784" y="406908"/>
                </a:lnTo>
                <a:lnTo>
                  <a:pt x="83832" y="403860"/>
                </a:lnTo>
                <a:lnTo>
                  <a:pt x="91452" y="402336"/>
                </a:lnTo>
                <a:lnTo>
                  <a:pt x="160032" y="402336"/>
                </a:lnTo>
                <a:lnTo>
                  <a:pt x="166128" y="405384"/>
                </a:lnTo>
                <a:lnTo>
                  <a:pt x="167652" y="406908"/>
                </a:lnTo>
                <a:lnTo>
                  <a:pt x="169176" y="409956"/>
                </a:lnTo>
                <a:lnTo>
                  <a:pt x="169176" y="419100"/>
                </a:lnTo>
                <a:lnTo>
                  <a:pt x="172224" y="419100"/>
                </a:lnTo>
                <a:lnTo>
                  <a:pt x="172224" y="365760"/>
                </a:lnTo>
                <a:lnTo>
                  <a:pt x="169176" y="365760"/>
                </a:lnTo>
                <a:lnTo>
                  <a:pt x="169176" y="374904"/>
                </a:lnTo>
                <a:lnTo>
                  <a:pt x="167652" y="376428"/>
                </a:lnTo>
                <a:lnTo>
                  <a:pt x="166128" y="379476"/>
                </a:lnTo>
                <a:lnTo>
                  <a:pt x="164604" y="381000"/>
                </a:lnTo>
                <a:lnTo>
                  <a:pt x="163080" y="381000"/>
                </a:lnTo>
                <a:lnTo>
                  <a:pt x="160032" y="382524"/>
                </a:lnTo>
                <a:lnTo>
                  <a:pt x="88404" y="382524"/>
                </a:lnTo>
                <a:lnTo>
                  <a:pt x="82308" y="376428"/>
                </a:lnTo>
                <a:lnTo>
                  <a:pt x="76212" y="367284"/>
                </a:lnTo>
                <a:lnTo>
                  <a:pt x="73164" y="358140"/>
                </a:lnTo>
                <a:lnTo>
                  <a:pt x="73164" y="347472"/>
                </a:lnTo>
                <a:lnTo>
                  <a:pt x="76212" y="342900"/>
                </a:lnTo>
                <a:lnTo>
                  <a:pt x="80784" y="339852"/>
                </a:lnTo>
                <a:lnTo>
                  <a:pt x="85356" y="338328"/>
                </a:lnTo>
                <a:lnTo>
                  <a:pt x="91452" y="336804"/>
                </a:lnTo>
                <a:lnTo>
                  <a:pt x="160032" y="336804"/>
                </a:lnTo>
                <a:lnTo>
                  <a:pt x="163080" y="338328"/>
                </a:lnTo>
                <a:lnTo>
                  <a:pt x="167652" y="342900"/>
                </a:lnTo>
                <a:lnTo>
                  <a:pt x="169176" y="347472"/>
                </a:lnTo>
                <a:lnTo>
                  <a:pt x="169176" y="353568"/>
                </a:lnTo>
                <a:lnTo>
                  <a:pt x="172224" y="353568"/>
                </a:lnTo>
                <a:lnTo>
                  <a:pt x="172224" y="300228"/>
                </a:lnTo>
                <a:close/>
              </a:path>
              <a:path extrusionOk="0" h="637540" w="226060">
                <a:moveTo>
                  <a:pt x="175260" y="45720"/>
                </a:moveTo>
                <a:lnTo>
                  <a:pt x="174409" y="36893"/>
                </a:lnTo>
                <a:lnTo>
                  <a:pt x="174307" y="36576"/>
                </a:lnTo>
                <a:lnTo>
                  <a:pt x="171831" y="28765"/>
                </a:lnTo>
                <a:lnTo>
                  <a:pt x="140550" y="1955"/>
                </a:lnTo>
                <a:lnTo>
                  <a:pt x="132588" y="0"/>
                </a:lnTo>
                <a:lnTo>
                  <a:pt x="129540" y="3048"/>
                </a:lnTo>
                <a:lnTo>
                  <a:pt x="140208" y="7620"/>
                </a:lnTo>
                <a:lnTo>
                  <a:pt x="146304" y="12192"/>
                </a:lnTo>
                <a:lnTo>
                  <a:pt x="149352" y="16764"/>
                </a:lnTo>
                <a:lnTo>
                  <a:pt x="153924" y="21336"/>
                </a:lnTo>
                <a:lnTo>
                  <a:pt x="153962" y="21513"/>
                </a:lnTo>
                <a:lnTo>
                  <a:pt x="155409" y="28765"/>
                </a:lnTo>
                <a:lnTo>
                  <a:pt x="155448" y="35052"/>
                </a:lnTo>
                <a:lnTo>
                  <a:pt x="154609" y="42672"/>
                </a:lnTo>
                <a:lnTo>
                  <a:pt x="124777" y="72199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85344" y="74676"/>
                </a:lnTo>
                <a:lnTo>
                  <a:pt x="77724" y="71628"/>
                </a:lnTo>
                <a:lnTo>
                  <a:pt x="73152" y="65532"/>
                </a:lnTo>
                <a:lnTo>
                  <a:pt x="68580" y="60960"/>
                </a:lnTo>
                <a:lnTo>
                  <a:pt x="66675" y="57137"/>
                </a:lnTo>
                <a:lnTo>
                  <a:pt x="65532" y="54825"/>
                </a:lnTo>
                <a:lnTo>
                  <a:pt x="65532" y="44196"/>
                </a:lnTo>
                <a:lnTo>
                  <a:pt x="67056" y="39624"/>
                </a:lnTo>
                <a:lnTo>
                  <a:pt x="70104" y="36576"/>
                </a:lnTo>
                <a:lnTo>
                  <a:pt x="71628" y="32004"/>
                </a:lnTo>
                <a:lnTo>
                  <a:pt x="74676" y="28956"/>
                </a:lnTo>
                <a:lnTo>
                  <a:pt x="79248" y="27432"/>
                </a:lnTo>
                <a:lnTo>
                  <a:pt x="82296" y="25908"/>
                </a:lnTo>
                <a:lnTo>
                  <a:pt x="86868" y="25908"/>
                </a:lnTo>
                <a:lnTo>
                  <a:pt x="94488" y="24384"/>
                </a:lnTo>
                <a:lnTo>
                  <a:pt x="94488" y="660"/>
                </a:lnTo>
                <a:lnTo>
                  <a:pt x="92392" y="838"/>
                </a:lnTo>
                <a:lnTo>
                  <a:pt x="61150" y="25717"/>
                </a:lnTo>
                <a:lnTo>
                  <a:pt x="61099" y="25908"/>
                </a:lnTo>
                <a:lnTo>
                  <a:pt x="58750" y="33845"/>
                </a:lnTo>
                <a:lnTo>
                  <a:pt x="58635" y="35052"/>
                </a:lnTo>
                <a:lnTo>
                  <a:pt x="57912" y="42672"/>
                </a:lnTo>
                <a:lnTo>
                  <a:pt x="59016" y="53327"/>
                </a:lnTo>
                <a:lnTo>
                  <a:pt x="81991" y="85255"/>
                </a:lnTo>
                <a:lnTo>
                  <a:pt x="117348" y="92964"/>
                </a:lnTo>
                <a:lnTo>
                  <a:pt x="130238" y="92113"/>
                </a:lnTo>
                <a:lnTo>
                  <a:pt x="164287" y="74676"/>
                </a:lnTo>
                <a:lnTo>
                  <a:pt x="174383" y="54825"/>
                </a:lnTo>
                <a:lnTo>
                  <a:pt x="175260" y="45720"/>
                </a:lnTo>
                <a:close/>
              </a:path>
              <a:path extrusionOk="0" h="637540" w="226060">
                <a:moveTo>
                  <a:pt x="175272" y="600456"/>
                </a:moveTo>
                <a:lnTo>
                  <a:pt x="155651" y="565594"/>
                </a:lnTo>
                <a:lnTo>
                  <a:pt x="141744" y="562356"/>
                </a:lnTo>
                <a:lnTo>
                  <a:pt x="132232" y="564032"/>
                </a:lnTo>
                <a:lnTo>
                  <a:pt x="124028" y="568833"/>
                </a:lnTo>
                <a:lnTo>
                  <a:pt x="116662" y="576503"/>
                </a:lnTo>
                <a:lnTo>
                  <a:pt x="109740" y="586740"/>
                </a:lnTo>
                <a:lnTo>
                  <a:pt x="102120" y="605028"/>
                </a:lnTo>
                <a:lnTo>
                  <a:pt x="97548" y="612648"/>
                </a:lnTo>
                <a:lnTo>
                  <a:pt x="94500" y="617220"/>
                </a:lnTo>
                <a:lnTo>
                  <a:pt x="91452" y="618744"/>
                </a:lnTo>
                <a:lnTo>
                  <a:pt x="88404" y="621792"/>
                </a:lnTo>
                <a:lnTo>
                  <a:pt x="76212" y="621792"/>
                </a:lnTo>
                <a:lnTo>
                  <a:pt x="73164" y="620268"/>
                </a:lnTo>
                <a:lnTo>
                  <a:pt x="67068" y="614172"/>
                </a:lnTo>
                <a:lnTo>
                  <a:pt x="65544" y="609600"/>
                </a:lnTo>
                <a:lnTo>
                  <a:pt x="65544" y="597408"/>
                </a:lnTo>
                <a:lnTo>
                  <a:pt x="96024" y="574548"/>
                </a:lnTo>
                <a:lnTo>
                  <a:pt x="96024" y="571500"/>
                </a:lnTo>
                <a:lnTo>
                  <a:pt x="57924" y="571500"/>
                </a:lnTo>
                <a:lnTo>
                  <a:pt x="57924" y="574548"/>
                </a:lnTo>
                <a:lnTo>
                  <a:pt x="59448" y="576072"/>
                </a:lnTo>
                <a:lnTo>
                  <a:pt x="60972" y="576072"/>
                </a:lnTo>
                <a:lnTo>
                  <a:pt x="60972" y="577596"/>
                </a:lnTo>
                <a:lnTo>
                  <a:pt x="62496" y="577596"/>
                </a:lnTo>
                <a:lnTo>
                  <a:pt x="62496" y="585216"/>
                </a:lnTo>
                <a:lnTo>
                  <a:pt x="60972" y="588264"/>
                </a:lnTo>
                <a:lnTo>
                  <a:pt x="57924" y="600456"/>
                </a:lnTo>
                <a:lnTo>
                  <a:pt x="57924" y="603504"/>
                </a:lnTo>
                <a:lnTo>
                  <a:pt x="58496" y="610958"/>
                </a:lnTo>
                <a:lnTo>
                  <a:pt x="80784" y="637032"/>
                </a:lnTo>
                <a:lnTo>
                  <a:pt x="96024" y="637032"/>
                </a:lnTo>
                <a:lnTo>
                  <a:pt x="121932" y="608076"/>
                </a:lnTo>
                <a:lnTo>
                  <a:pt x="126504" y="597408"/>
                </a:lnTo>
                <a:lnTo>
                  <a:pt x="132600" y="589788"/>
                </a:lnTo>
                <a:lnTo>
                  <a:pt x="140220" y="582168"/>
                </a:lnTo>
                <a:lnTo>
                  <a:pt x="144792" y="580644"/>
                </a:lnTo>
                <a:lnTo>
                  <a:pt x="155460" y="580644"/>
                </a:lnTo>
                <a:lnTo>
                  <a:pt x="158508" y="582168"/>
                </a:lnTo>
                <a:lnTo>
                  <a:pt x="166128" y="589788"/>
                </a:lnTo>
                <a:lnTo>
                  <a:pt x="167652" y="594360"/>
                </a:lnTo>
                <a:lnTo>
                  <a:pt x="167652" y="608076"/>
                </a:lnTo>
                <a:lnTo>
                  <a:pt x="137172" y="633984"/>
                </a:lnTo>
                <a:lnTo>
                  <a:pt x="137172" y="637032"/>
                </a:lnTo>
                <a:lnTo>
                  <a:pt x="175272" y="637032"/>
                </a:lnTo>
                <a:lnTo>
                  <a:pt x="175272" y="633984"/>
                </a:lnTo>
                <a:lnTo>
                  <a:pt x="172224" y="633984"/>
                </a:lnTo>
                <a:lnTo>
                  <a:pt x="170700" y="632460"/>
                </a:lnTo>
                <a:lnTo>
                  <a:pt x="170700" y="626364"/>
                </a:lnTo>
                <a:lnTo>
                  <a:pt x="172224" y="623316"/>
                </a:lnTo>
                <a:lnTo>
                  <a:pt x="173748" y="614172"/>
                </a:lnTo>
                <a:lnTo>
                  <a:pt x="175272" y="606552"/>
                </a:lnTo>
                <a:lnTo>
                  <a:pt x="175272" y="600456"/>
                </a:lnTo>
                <a:close/>
              </a:path>
              <a:path extrusionOk="0" h="637540" w="226060">
                <a:moveTo>
                  <a:pt x="225552" y="239268"/>
                </a:moveTo>
                <a:lnTo>
                  <a:pt x="222504" y="239268"/>
                </a:lnTo>
                <a:lnTo>
                  <a:pt x="222504" y="249936"/>
                </a:lnTo>
                <a:lnTo>
                  <a:pt x="216408" y="256032"/>
                </a:lnTo>
                <a:lnTo>
                  <a:pt x="213360" y="257556"/>
                </a:lnTo>
                <a:lnTo>
                  <a:pt x="164592" y="257556"/>
                </a:lnTo>
                <a:lnTo>
                  <a:pt x="169164" y="252984"/>
                </a:lnTo>
                <a:lnTo>
                  <a:pt x="172212" y="246888"/>
                </a:lnTo>
                <a:lnTo>
                  <a:pt x="175260" y="237744"/>
                </a:lnTo>
                <a:lnTo>
                  <a:pt x="175260" y="231648"/>
                </a:lnTo>
                <a:lnTo>
                  <a:pt x="174383" y="221919"/>
                </a:lnTo>
                <a:lnTo>
                  <a:pt x="171640" y="213169"/>
                </a:lnTo>
                <a:lnTo>
                  <a:pt x="167640" y="206527"/>
                </a:lnTo>
                <a:lnTo>
                  <a:pt x="167640" y="222504"/>
                </a:lnTo>
                <a:lnTo>
                  <a:pt x="167640" y="237744"/>
                </a:lnTo>
                <a:lnTo>
                  <a:pt x="166116" y="243840"/>
                </a:lnTo>
                <a:lnTo>
                  <a:pt x="163068" y="248412"/>
                </a:lnTo>
                <a:lnTo>
                  <a:pt x="158496" y="252984"/>
                </a:lnTo>
                <a:lnTo>
                  <a:pt x="149352" y="256032"/>
                </a:lnTo>
                <a:lnTo>
                  <a:pt x="147828" y="257556"/>
                </a:lnTo>
                <a:lnTo>
                  <a:pt x="91440" y="257556"/>
                </a:lnTo>
                <a:lnTo>
                  <a:pt x="83820" y="251460"/>
                </a:lnTo>
                <a:lnTo>
                  <a:pt x="79248" y="245364"/>
                </a:lnTo>
                <a:lnTo>
                  <a:pt x="79133" y="245135"/>
                </a:lnTo>
                <a:lnTo>
                  <a:pt x="76200" y="239268"/>
                </a:lnTo>
                <a:lnTo>
                  <a:pt x="74676" y="234696"/>
                </a:lnTo>
                <a:lnTo>
                  <a:pt x="74676" y="224028"/>
                </a:lnTo>
                <a:lnTo>
                  <a:pt x="111467" y="201764"/>
                </a:lnTo>
                <a:lnTo>
                  <a:pt x="123444" y="201180"/>
                </a:lnTo>
                <a:lnTo>
                  <a:pt x="134073" y="201764"/>
                </a:lnTo>
                <a:lnTo>
                  <a:pt x="167640" y="222504"/>
                </a:lnTo>
                <a:lnTo>
                  <a:pt x="167640" y="206527"/>
                </a:lnTo>
                <a:lnTo>
                  <a:pt x="126161" y="182486"/>
                </a:lnTo>
                <a:lnTo>
                  <a:pt x="112776" y="181356"/>
                </a:lnTo>
                <a:lnTo>
                  <a:pt x="100774" y="182219"/>
                </a:lnTo>
                <a:lnTo>
                  <a:pt x="65633" y="201079"/>
                </a:lnTo>
                <a:lnTo>
                  <a:pt x="57912" y="228600"/>
                </a:lnTo>
                <a:lnTo>
                  <a:pt x="59436" y="234696"/>
                </a:lnTo>
                <a:lnTo>
                  <a:pt x="64008" y="240792"/>
                </a:lnTo>
                <a:lnTo>
                  <a:pt x="67106" y="245135"/>
                </a:lnTo>
                <a:lnTo>
                  <a:pt x="71628" y="249174"/>
                </a:lnTo>
                <a:lnTo>
                  <a:pt x="77304" y="253225"/>
                </a:lnTo>
                <a:lnTo>
                  <a:pt x="83820" y="257556"/>
                </a:lnTo>
                <a:lnTo>
                  <a:pt x="57912" y="257556"/>
                </a:lnTo>
                <a:lnTo>
                  <a:pt x="57912" y="262128"/>
                </a:lnTo>
                <a:lnTo>
                  <a:pt x="71628" y="295656"/>
                </a:lnTo>
                <a:lnTo>
                  <a:pt x="74676" y="294132"/>
                </a:lnTo>
                <a:lnTo>
                  <a:pt x="73152" y="291084"/>
                </a:lnTo>
                <a:lnTo>
                  <a:pt x="73152" y="281940"/>
                </a:lnTo>
                <a:lnTo>
                  <a:pt x="74676" y="281940"/>
                </a:lnTo>
                <a:lnTo>
                  <a:pt x="76200" y="280416"/>
                </a:lnTo>
                <a:lnTo>
                  <a:pt x="76200" y="278892"/>
                </a:lnTo>
                <a:lnTo>
                  <a:pt x="79248" y="278892"/>
                </a:lnTo>
                <a:lnTo>
                  <a:pt x="80772" y="277368"/>
                </a:lnTo>
                <a:lnTo>
                  <a:pt x="213360" y="277368"/>
                </a:lnTo>
                <a:lnTo>
                  <a:pt x="216408" y="278892"/>
                </a:lnTo>
                <a:lnTo>
                  <a:pt x="217932" y="278892"/>
                </a:lnTo>
                <a:lnTo>
                  <a:pt x="219456" y="280416"/>
                </a:lnTo>
                <a:lnTo>
                  <a:pt x="219456" y="281940"/>
                </a:lnTo>
                <a:lnTo>
                  <a:pt x="222504" y="284988"/>
                </a:lnTo>
                <a:lnTo>
                  <a:pt x="222504" y="297180"/>
                </a:lnTo>
                <a:lnTo>
                  <a:pt x="225552" y="297180"/>
                </a:lnTo>
                <a:lnTo>
                  <a:pt x="225552" y="277368"/>
                </a:lnTo>
                <a:lnTo>
                  <a:pt x="225552" y="2392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84" name="Google Shape;5484;p87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579876" y="5853684"/>
            <a:ext cx="175260" cy="832103"/>
          </a:xfrm>
          <a:prstGeom prst="rect">
            <a:avLst/>
          </a:prstGeom>
          <a:noFill/>
          <a:ln>
            <a:noFill/>
          </a:ln>
        </p:spPr>
      </p:pic>
      <p:sp>
        <p:nvSpPr>
          <p:cNvPr id="5485" name="Google Shape;5485;p87"/>
          <p:cNvSpPr/>
          <p:nvPr/>
        </p:nvSpPr>
        <p:spPr>
          <a:xfrm>
            <a:off x="3995928" y="9111995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3340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9436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9436" y="47244"/>
                </a:lnTo>
                <a:lnTo>
                  <a:pt x="53340" y="53340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86" name="Google Shape;5486;p87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939540" y="8578596"/>
            <a:ext cx="170688" cy="449580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7" name="Google Shape;5487;p87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934967" y="7424928"/>
            <a:ext cx="175260" cy="1075943"/>
          </a:xfrm>
          <a:prstGeom prst="rect">
            <a:avLst/>
          </a:prstGeom>
          <a:noFill/>
          <a:ln>
            <a:noFill/>
          </a:ln>
        </p:spPr>
      </p:pic>
      <p:sp>
        <p:nvSpPr>
          <p:cNvPr id="5488" name="Google Shape;5488;p87"/>
          <p:cNvSpPr/>
          <p:nvPr/>
        </p:nvSpPr>
        <p:spPr>
          <a:xfrm>
            <a:off x="4398264" y="88727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89" name="Google Shape;5489;p87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4291584" y="7845552"/>
            <a:ext cx="225551" cy="954023"/>
          </a:xfrm>
          <a:prstGeom prst="rect">
            <a:avLst/>
          </a:prstGeom>
          <a:noFill/>
          <a:ln>
            <a:noFill/>
          </a:ln>
        </p:spPr>
      </p:pic>
      <p:sp>
        <p:nvSpPr>
          <p:cNvPr id="5490" name="Google Shape;5490;p87"/>
          <p:cNvSpPr/>
          <p:nvPr/>
        </p:nvSpPr>
        <p:spPr>
          <a:xfrm>
            <a:off x="4291584" y="7142988"/>
            <a:ext cx="226060" cy="637540"/>
          </a:xfrm>
          <a:custGeom>
            <a:rect b="b" l="l" r="r" t="t"/>
            <a:pathLst>
              <a:path extrusionOk="0" h="637540" w="226060">
                <a:moveTo>
                  <a:pt x="24384" y="531876"/>
                </a:moveTo>
                <a:lnTo>
                  <a:pt x="21336" y="525780"/>
                </a:lnTo>
                <a:lnTo>
                  <a:pt x="15240" y="522732"/>
                </a:lnTo>
                <a:lnTo>
                  <a:pt x="9144" y="522732"/>
                </a:lnTo>
                <a:lnTo>
                  <a:pt x="3048" y="525780"/>
                </a:lnTo>
                <a:lnTo>
                  <a:pt x="0" y="531876"/>
                </a:lnTo>
                <a:lnTo>
                  <a:pt x="0" y="537972"/>
                </a:lnTo>
                <a:lnTo>
                  <a:pt x="3048" y="544068"/>
                </a:lnTo>
                <a:lnTo>
                  <a:pt x="9144" y="547116"/>
                </a:lnTo>
                <a:lnTo>
                  <a:pt x="15240" y="547116"/>
                </a:lnTo>
                <a:lnTo>
                  <a:pt x="18288" y="545592"/>
                </a:lnTo>
                <a:lnTo>
                  <a:pt x="22860" y="541020"/>
                </a:lnTo>
                <a:lnTo>
                  <a:pt x="24384" y="537972"/>
                </a:lnTo>
                <a:lnTo>
                  <a:pt x="24384" y="531876"/>
                </a:lnTo>
                <a:close/>
              </a:path>
              <a:path extrusionOk="0" h="637540" w="226060">
                <a:moveTo>
                  <a:pt x="24384" y="274320"/>
                </a:moveTo>
                <a:lnTo>
                  <a:pt x="21336" y="268224"/>
                </a:lnTo>
                <a:lnTo>
                  <a:pt x="15240" y="265176"/>
                </a:lnTo>
                <a:lnTo>
                  <a:pt x="9144" y="265176"/>
                </a:lnTo>
                <a:lnTo>
                  <a:pt x="3048" y="268224"/>
                </a:lnTo>
                <a:lnTo>
                  <a:pt x="0" y="274320"/>
                </a:lnTo>
                <a:lnTo>
                  <a:pt x="0" y="280416"/>
                </a:lnTo>
                <a:lnTo>
                  <a:pt x="3048" y="286512"/>
                </a:lnTo>
                <a:lnTo>
                  <a:pt x="9144" y="289560"/>
                </a:lnTo>
                <a:lnTo>
                  <a:pt x="15240" y="289560"/>
                </a:lnTo>
                <a:lnTo>
                  <a:pt x="21336" y="286512"/>
                </a:lnTo>
                <a:lnTo>
                  <a:pt x="24384" y="280416"/>
                </a:lnTo>
                <a:lnTo>
                  <a:pt x="24384" y="274320"/>
                </a:lnTo>
                <a:close/>
              </a:path>
              <a:path extrusionOk="0" h="637540" w="226060">
                <a:moveTo>
                  <a:pt x="172212" y="507492"/>
                </a:moveTo>
                <a:lnTo>
                  <a:pt x="169164" y="507492"/>
                </a:lnTo>
                <a:lnTo>
                  <a:pt x="169164" y="516636"/>
                </a:lnTo>
                <a:lnTo>
                  <a:pt x="164592" y="521208"/>
                </a:lnTo>
                <a:lnTo>
                  <a:pt x="161544" y="522732"/>
                </a:lnTo>
                <a:lnTo>
                  <a:pt x="160020" y="524256"/>
                </a:lnTo>
                <a:lnTo>
                  <a:pt x="57912" y="524256"/>
                </a:lnTo>
                <a:lnTo>
                  <a:pt x="57912" y="528828"/>
                </a:lnTo>
                <a:lnTo>
                  <a:pt x="71628" y="562356"/>
                </a:lnTo>
                <a:lnTo>
                  <a:pt x="74676" y="560832"/>
                </a:lnTo>
                <a:lnTo>
                  <a:pt x="73152" y="557784"/>
                </a:lnTo>
                <a:lnTo>
                  <a:pt x="73152" y="548640"/>
                </a:lnTo>
                <a:lnTo>
                  <a:pt x="74676" y="547116"/>
                </a:lnTo>
                <a:lnTo>
                  <a:pt x="74676" y="545592"/>
                </a:lnTo>
                <a:lnTo>
                  <a:pt x="79248" y="545592"/>
                </a:lnTo>
                <a:lnTo>
                  <a:pt x="83286" y="544715"/>
                </a:lnTo>
                <a:lnTo>
                  <a:pt x="88773" y="544258"/>
                </a:lnTo>
                <a:lnTo>
                  <a:pt x="96989" y="544068"/>
                </a:lnTo>
                <a:lnTo>
                  <a:pt x="160020" y="544068"/>
                </a:lnTo>
                <a:lnTo>
                  <a:pt x="161544" y="545592"/>
                </a:lnTo>
                <a:lnTo>
                  <a:pt x="164592" y="547116"/>
                </a:lnTo>
                <a:lnTo>
                  <a:pt x="169164" y="551688"/>
                </a:lnTo>
                <a:lnTo>
                  <a:pt x="169164" y="560832"/>
                </a:lnTo>
                <a:lnTo>
                  <a:pt x="172212" y="560832"/>
                </a:lnTo>
                <a:lnTo>
                  <a:pt x="172212" y="544068"/>
                </a:lnTo>
                <a:lnTo>
                  <a:pt x="172212" y="507492"/>
                </a:lnTo>
                <a:close/>
              </a:path>
              <a:path extrusionOk="0" h="637540" w="226060">
                <a:moveTo>
                  <a:pt x="172212" y="313944"/>
                </a:moveTo>
                <a:lnTo>
                  <a:pt x="169164" y="313944"/>
                </a:lnTo>
                <a:lnTo>
                  <a:pt x="169164" y="320040"/>
                </a:lnTo>
                <a:lnTo>
                  <a:pt x="167640" y="323088"/>
                </a:lnTo>
                <a:lnTo>
                  <a:pt x="167640" y="324612"/>
                </a:lnTo>
                <a:lnTo>
                  <a:pt x="166116" y="327660"/>
                </a:lnTo>
                <a:lnTo>
                  <a:pt x="164592" y="329184"/>
                </a:lnTo>
                <a:lnTo>
                  <a:pt x="163068" y="329184"/>
                </a:lnTo>
                <a:lnTo>
                  <a:pt x="160020" y="330708"/>
                </a:lnTo>
                <a:lnTo>
                  <a:pt x="89916" y="330708"/>
                </a:lnTo>
                <a:lnTo>
                  <a:pt x="82296" y="332232"/>
                </a:lnTo>
                <a:lnTo>
                  <a:pt x="57912" y="353568"/>
                </a:lnTo>
                <a:lnTo>
                  <a:pt x="57912" y="365760"/>
                </a:lnTo>
                <a:lnTo>
                  <a:pt x="82296" y="397764"/>
                </a:lnTo>
                <a:lnTo>
                  <a:pt x="74676" y="399288"/>
                </a:lnTo>
                <a:lnTo>
                  <a:pt x="68580" y="402336"/>
                </a:lnTo>
                <a:lnTo>
                  <a:pt x="59436" y="411480"/>
                </a:lnTo>
                <a:lnTo>
                  <a:pt x="57912" y="417576"/>
                </a:lnTo>
                <a:lnTo>
                  <a:pt x="57912" y="432816"/>
                </a:lnTo>
                <a:lnTo>
                  <a:pt x="60960" y="437388"/>
                </a:lnTo>
                <a:lnTo>
                  <a:pt x="62484" y="440436"/>
                </a:lnTo>
                <a:lnTo>
                  <a:pt x="64008" y="445008"/>
                </a:lnTo>
                <a:lnTo>
                  <a:pt x="73152" y="454152"/>
                </a:lnTo>
                <a:lnTo>
                  <a:pt x="82296" y="461772"/>
                </a:lnTo>
                <a:lnTo>
                  <a:pt x="57912" y="461772"/>
                </a:lnTo>
                <a:lnTo>
                  <a:pt x="57912" y="467868"/>
                </a:lnTo>
                <a:lnTo>
                  <a:pt x="71628" y="499872"/>
                </a:lnTo>
                <a:lnTo>
                  <a:pt x="74676" y="498348"/>
                </a:lnTo>
                <a:lnTo>
                  <a:pt x="73152" y="495300"/>
                </a:lnTo>
                <a:lnTo>
                  <a:pt x="73152" y="487680"/>
                </a:lnTo>
                <a:lnTo>
                  <a:pt x="74676" y="486156"/>
                </a:lnTo>
                <a:lnTo>
                  <a:pt x="74676" y="484632"/>
                </a:lnTo>
                <a:lnTo>
                  <a:pt x="77724" y="483108"/>
                </a:lnTo>
                <a:lnTo>
                  <a:pt x="83820" y="483108"/>
                </a:lnTo>
                <a:lnTo>
                  <a:pt x="91440" y="481584"/>
                </a:lnTo>
                <a:lnTo>
                  <a:pt x="155448" y="481584"/>
                </a:lnTo>
                <a:lnTo>
                  <a:pt x="160020" y="483108"/>
                </a:lnTo>
                <a:lnTo>
                  <a:pt x="161544" y="483108"/>
                </a:lnTo>
                <a:lnTo>
                  <a:pt x="164592" y="484632"/>
                </a:lnTo>
                <a:lnTo>
                  <a:pt x="167640" y="487680"/>
                </a:lnTo>
                <a:lnTo>
                  <a:pt x="169164" y="490728"/>
                </a:lnTo>
                <a:lnTo>
                  <a:pt x="169164" y="498348"/>
                </a:lnTo>
                <a:lnTo>
                  <a:pt x="172212" y="498348"/>
                </a:lnTo>
                <a:lnTo>
                  <a:pt x="172212" y="445008"/>
                </a:lnTo>
                <a:lnTo>
                  <a:pt x="169164" y="445008"/>
                </a:lnTo>
                <a:lnTo>
                  <a:pt x="169164" y="455676"/>
                </a:lnTo>
                <a:lnTo>
                  <a:pt x="164592" y="460248"/>
                </a:lnTo>
                <a:lnTo>
                  <a:pt x="161544" y="460248"/>
                </a:lnTo>
                <a:lnTo>
                  <a:pt x="160020" y="461772"/>
                </a:lnTo>
                <a:lnTo>
                  <a:pt x="88392" y="461772"/>
                </a:lnTo>
                <a:lnTo>
                  <a:pt x="83820" y="458724"/>
                </a:lnTo>
                <a:lnTo>
                  <a:pt x="79248" y="454152"/>
                </a:lnTo>
                <a:lnTo>
                  <a:pt x="76200" y="448056"/>
                </a:lnTo>
                <a:lnTo>
                  <a:pt x="73152" y="438912"/>
                </a:lnTo>
                <a:lnTo>
                  <a:pt x="73152" y="428244"/>
                </a:lnTo>
                <a:lnTo>
                  <a:pt x="76200" y="423672"/>
                </a:lnTo>
                <a:lnTo>
                  <a:pt x="80772" y="420624"/>
                </a:lnTo>
                <a:lnTo>
                  <a:pt x="83820" y="417576"/>
                </a:lnTo>
                <a:lnTo>
                  <a:pt x="91440" y="416052"/>
                </a:lnTo>
                <a:lnTo>
                  <a:pt x="158496" y="416052"/>
                </a:lnTo>
                <a:lnTo>
                  <a:pt x="160020" y="417576"/>
                </a:lnTo>
                <a:lnTo>
                  <a:pt x="163068" y="417576"/>
                </a:lnTo>
                <a:lnTo>
                  <a:pt x="164592" y="419100"/>
                </a:lnTo>
                <a:lnTo>
                  <a:pt x="166116" y="422148"/>
                </a:lnTo>
                <a:lnTo>
                  <a:pt x="167640" y="423672"/>
                </a:lnTo>
                <a:lnTo>
                  <a:pt x="169164" y="428244"/>
                </a:lnTo>
                <a:lnTo>
                  <a:pt x="169164" y="432816"/>
                </a:lnTo>
                <a:lnTo>
                  <a:pt x="172212" y="432816"/>
                </a:lnTo>
                <a:lnTo>
                  <a:pt x="172212" y="379476"/>
                </a:lnTo>
                <a:lnTo>
                  <a:pt x="169164" y="379476"/>
                </a:lnTo>
                <a:lnTo>
                  <a:pt x="169164" y="385572"/>
                </a:lnTo>
                <a:lnTo>
                  <a:pt x="167640" y="388620"/>
                </a:lnTo>
                <a:lnTo>
                  <a:pt x="167640" y="391668"/>
                </a:lnTo>
                <a:lnTo>
                  <a:pt x="164592" y="394716"/>
                </a:lnTo>
                <a:lnTo>
                  <a:pt x="161544" y="396240"/>
                </a:lnTo>
                <a:lnTo>
                  <a:pt x="88392" y="396240"/>
                </a:lnTo>
                <a:lnTo>
                  <a:pt x="77724" y="385572"/>
                </a:lnTo>
                <a:lnTo>
                  <a:pt x="76200" y="381000"/>
                </a:lnTo>
                <a:lnTo>
                  <a:pt x="74676" y="377952"/>
                </a:lnTo>
                <a:lnTo>
                  <a:pt x="73152" y="373380"/>
                </a:lnTo>
                <a:lnTo>
                  <a:pt x="73152" y="362712"/>
                </a:lnTo>
                <a:lnTo>
                  <a:pt x="76200" y="356616"/>
                </a:lnTo>
                <a:lnTo>
                  <a:pt x="80772" y="353568"/>
                </a:lnTo>
                <a:lnTo>
                  <a:pt x="83820" y="352044"/>
                </a:lnTo>
                <a:lnTo>
                  <a:pt x="91440" y="350520"/>
                </a:lnTo>
                <a:lnTo>
                  <a:pt x="158496" y="350520"/>
                </a:lnTo>
                <a:lnTo>
                  <a:pt x="160020" y="352044"/>
                </a:lnTo>
                <a:lnTo>
                  <a:pt x="163068" y="352044"/>
                </a:lnTo>
                <a:lnTo>
                  <a:pt x="166116" y="355092"/>
                </a:lnTo>
                <a:lnTo>
                  <a:pt x="169164" y="361188"/>
                </a:lnTo>
                <a:lnTo>
                  <a:pt x="169164" y="367284"/>
                </a:lnTo>
                <a:lnTo>
                  <a:pt x="172212" y="367284"/>
                </a:lnTo>
                <a:lnTo>
                  <a:pt x="172212" y="313944"/>
                </a:lnTo>
                <a:close/>
              </a:path>
              <a:path extrusionOk="0" h="637540" w="226060">
                <a:moveTo>
                  <a:pt x="172212" y="249936"/>
                </a:moveTo>
                <a:lnTo>
                  <a:pt x="169164" y="249936"/>
                </a:lnTo>
                <a:lnTo>
                  <a:pt x="169164" y="259080"/>
                </a:lnTo>
                <a:lnTo>
                  <a:pt x="164592" y="263652"/>
                </a:lnTo>
                <a:lnTo>
                  <a:pt x="161544" y="265176"/>
                </a:lnTo>
                <a:lnTo>
                  <a:pt x="160020" y="266700"/>
                </a:lnTo>
                <a:lnTo>
                  <a:pt x="57912" y="266700"/>
                </a:lnTo>
                <a:lnTo>
                  <a:pt x="57912" y="271272"/>
                </a:lnTo>
                <a:lnTo>
                  <a:pt x="71628" y="304800"/>
                </a:lnTo>
                <a:lnTo>
                  <a:pt x="74676" y="303276"/>
                </a:lnTo>
                <a:lnTo>
                  <a:pt x="73152" y="300228"/>
                </a:lnTo>
                <a:lnTo>
                  <a:pt x="73152" y="291084"/>
                </a:lnTo>
                <a:lnTo>
                  <a:pt x="74676" y="289560"/>
                </a:lnTo>
                <a:lnTo>
                  <a:pt x="77724" y="288036"/>
                </a:lnTo>
                <a:lnTo>
                  <a:pt x="79248" y="288036"/>
                </a:lnTo>
                <a:lnTo>
                  <a:pt x="83286" y="287159"/>
                </a:lnTo>
                <a:lnTo>
                  <a:pt x="88773" y="286702"/>
                </a:lnTo>
                <a:lnTo>
                  <a:pt x="96989" y="286512"/>
                </a:lnTo>
                <a:lnTo>
                  <a:pt x="160020" y="286512"/>
                </a:lnTo>
                <a:lnTo>
                  <a:pt x="161544" y="288036"/>
                </a:lnTo>
                <a:lnTo>
                  <a:pt x="164592" y="289560"/>
                </a:lnTo>
                <a:lnTo>
                  <a:pt x="169164" y="294132"/>
                </a:lnTo>
                <a:lnTo>
                  <a:pt x="169164" y="303276"/>
                </a:lnTo>
                <a:lnTo>
                  <a:pt x="172212" y="303276"/>
                </a:lnTo>
                <a:lnTo>
                  <a:pt x="172212" y="286512"/>
                </a:lnTo>
                <a:lnTo>
                  <a:pt x="172212" y="249936"/>
                </a:lnTo>
                <a:close/>
              </a:path>
              <a:path extrusionOk="0" h="637540" w="226060">
                <a:moveTo>
                  <a:pt x="172212" y="120396"/>
                </a:moveTo>
                <a:lnTo>
                  <a:pt x="169164" y="120396"/>
                </a:lnTo>
                <a:lnTo>
                  <a:pt x="169164" y="129540"/>
                </a:lnTo>
                <a:lnTo>
                  <a:pt x="167640" y="132588"/>
                </a:lnTo>
                <a:lnTo>
                  <a:pt x="164592" y="135636"/>
                </a:lnTo>
                <a:lnTo>
                  <a:pt x="163068" y="135636"/>
                </a:lnTo>
                <a:lnTo>
                  <a:pt x="160020" y="137160"/>
                </a:lnTo>
                <a:lnTo>
                  <a:pt x="89916" y="137160"/>
                </a:lnTo>
                <a:lnTo>
                  <a:pt x="82296" y="138684"/>
                </a:lnTo>
                <a:lnTo>
                  <a:pt x="57912" y="161544"/>
                </a:lnTo>
                <a:lnTo>
                  <a:pt x="57912" y="167640"/>
                </a:lnTo>
                <a:lnTo>
                  <a:pt x="59359" y="176149"/>
                </a:lnTo>
                <a:lnTo>
                  <a:pt x="63817" y="185356"/>
                </a:lnTo>
                <a:lnTo>
                  <a:pt x="71412" y="194868"/>
                </a:lnTo>
                <a:lnTo>
                  <a:pt x="82296" y="204216"/>
                </a:lnTo>
                <a:lnTo>
                  <a:pt x="57912" y="204216"/>
                </a:lnTo>
                <a:lnTo>
                  <a:pt x="57912" y="210312"/>
                </a:lnTo>
                <a:lnTo>
                  <a:pt x="71628" y="242316"/>
                </a:lnTo>
                <a:lnTo>
                  <a:pt x="74676" y="240792"/>
                </a:lnTo>
                <a:lnTo>
                  <a:pt x="73152" y="237744"/>
                </a:lnTo>
                <a:lnTo>
                  <a:pt x="73152" y="230124"/>
                </a:lnTo>
                <a:lnTo>
                  <a:pt x="74676" y="228600"/>
                </a:lnTo>
                <a:lnTo>
                  <a:pt x="74676" y="227076"/>
                </a:lnTo>
                <a:lnTo>
                  <a:pt x="77724" y="225552"/>
                </a:lnTo>
                <a:lnTo>
                  <a:pt x="83820" y="225552"/>
                </a:lnTo>
                <a:lnTo>
                  <a:pt x="91440" y="224028"/>
                </a:lnTo>
                <a:lnTo>
                  <a:pt x="155448" y="224028"/>
                </a:lnTo>
                <a:lnTo>
                  <a:pt x="161544" y="225552"/>
                </a:lnTo>
                <a:lnTo>
                  <a:pt x="164592" y="227076"/>
                </a:lnTo>
                <a:lnTo>
                  <a:pt x="167640" y="230124"/>
                </a:lnTo>
                <a:lnTo>
                  <a:pt x="169164" y="233172"/>
                </a:lnTo>
                <a:lnTo>
                  <a:pt x="169164" y="240792"/>
                </a:lnTo>
                <a:lnTo>
                  <a:pt x="172212" y="240792"/>
                </a:lnTo>
                <a:lnTo>
                  <a:pt x="172212" y="187452"/>
                </a:lnTo>
                <a:lnTo>
                  <a:pt x="169164" y="187452"/>
                </a:lnTo>
                <a:lnTo>
                  <a:pt x="169164" y="198120"/>
                </a:lnTo>
                <a:lnTo>
                  <a:pt x="164592" y="202692"/>
                </a:lnTo>
                <a:lnTo>
                  <a:pt x="161544" y="204216"/>
                </a:lnTo>
                <a:lnTo>
                  <a:pt x="88392" y="204216"/>
                </a:lnTo>
                <a:lnTo>
                  <a:pt x="81508" y="197345"/>
                </a:lnTo>
                <a:lnTo>
                  <a:pt x="76771" y="190309"/>
                </a:lnTo>
                <a:lnTo>
                  <a:pt x="74028" y="183007"/>
                </a:lnTo>
                <a:lnTo>
                  <a:pt x="73152" y="175260"/>
                </a:lnTo>
                <a:lnTo>
                  <a:pt x="73152" y="169164"/>
                </a:lnTo>
                <a:lnTo>
                  <a:pt x="74676" y="164592"/>
                </a:lnTo>
                <a:lnTo>
                  <a:pt x="83820" y="158496"/>
                </a:lnTo>
                <a:lnTo>
                  <a:pt x="91440" y="156972"/>
                </a:lnTo>
                <a:lnTo>
                  <a:pt x="153924" y="156972"/>
                </a:lnTo>
                <a:lnTo>
                  <a:pt x="158496" y="158496"/>
                </a:lnTo>
                <a:lnTo>
                  <a:pt x="163068" y="158496"/>
                </a:lnTo>
                <a:lnTo>
                  <a:pt x="166116" y="161544"/>
                </a:lnTo>
                <a:lnTo>
                  <a:pt x="169164" y="167640"/>
                </a:lnTo>
                <a:lnTo>
                  <a:pt x="169164" y="173736"/>
                </a:lnTo>
                <a:lnTo>
                  <a:pt x="172212" y="173736"/>
                </a:lnTo>
                <a:lnTo>
                  <a:pt x="172212" y="120396"/>
                </a:lnTo>
                <a:close/>
              </a:path>
              <a:path extrusionOk="0" h="637540" w="226060">
                <a:moveTo>
                  <a:pt x="175247" y="591312"/>
                </a:moveTo>
                <a:lnTo>
                  <a:pt x="173723" y="585216"/>
                </a:lnTo>
                <a:lnTo>
                  <a:pt x="169151" y="580644"/>
                </a:lnTo>
                <a:lnTo>
                  <a:pt x="164579" y="574548"/>
                </a:lnTo>
                <a:lnTo>
                  <a:pt x="158483" y="571500"/>
                </a:lnTo>
                <a:lnTo>
                  <a:pt x="150863" y="568452"/>
                </a:lnTo>
                <a:lnTo>
                  <a:pt x="150863" y="574548"/>
                </a:lnTo>
                <a:lnTo>
                  <a:pt x="153911" y="576072"/>
                </a:lnTo>
                <a:lnTo>
                  <a:pt x="155435" y="577596"/>
                </a:lnTo>
                <a:lnTo>
                  <a:pt x="156959" y="580644"/>
                </a:lnTo>
                <a:lnTo>
                  <a:pt x="158483" y="582168"/>
                </a:lnTo>
                <a:lnTo>
                  <a:pt x="160007" y="585216"/>
                </a:lnTo>
                <a:lnTo>
                  <a:pt x="160007" y="591312"/>
                </a:lnTo>
                <a:lnTo>
                  <a:pt x="153911" y="597408"/>
                </a:lnTo>
                <a:lnTo>
                  <a:pt x="149339" y="598932"/>
                </a:lnTo>
                <a:lnTo>
                  <a:pt x="68567" y="598932"/>
                </a:lnTo>
                <a:lnTo>
                  <a:pt x="68567" y="573024"/>
                </a:lnTo>
                <a:lnTo>
                  <a:pt x="60947" y="573024"/>
                </a:lnTo>
                <a:lnTo>
                  <a:pt x="60947" y="598932"/>
                </a:lnTo>
                <a:lnTo>
                  <a:pt x="24371" y="598932"/>
                </a:lnTo>
                <a:lnTo>
                  <a:pt x="24371" y="601980"/>
                </a:lnTo>
                <a:lnTo>
                  <a:pt x="60947" y="627888"/>
                </a:lnTo>
                <a:lnTo>
                  <a:pt x="62471" y="632460"/>
                </a:lnTo>
                <a:lnTo>
                  <a:pt x="65519" y="637032"/>
                </a:lnTo>
                <a:lnTo>
                  <a:pt x="68567" y="637032"/>
                </a:lnTo>
                <a:lnTo>
                  <a:pt x="68567" y="618744"/>
                </a:lnTo>
                <a:lnTo>
                  <a:pt x="152387" y="618744"/>
                </a:lnTo>
                <a:lnTo>
                  <a:pt x="173723" y="603504"/>
                </a:lnTo>
                <a:lnTo>
                  <a:pt x="175247" y="600456"/>
                </a:lnTo>
                <a:lnTo>
                  <a:pt x="175247" y="591312"/>
                </a:lnTo>
                <a:close/>
              </a:path>
              <a:path extrusionOk="0" h="637540" w="226060">
                <a:moveTo>
                  <a:pt x="225513" y="63538"/>
                </a:moveTo>
                <a:lnTo>
                  <a:pt x="215252" y="23723"/>
                </a:lnTo>
                <a:lnTo>
                  <a:pt x="210159" y="17360"/>
                </a:lnTo>
                <a:lnTo>
                  <a:pt x="210159" y="54864"/>
                </a:lnTo>
                <a:lnTo>
                  <a:pt x="209753" y="63538"/>
                </a:lnTo>
                <a:lnTo>
                  <a:pt x="196583" y="96012"/>
                </a:lnTo>
                <a:lnTo>
                  <a:pt x="187439" y="96012"/>
                </a:lnTo>
                <a:lnTo>
                  <a:pt x="182867" y="92964"/>
                </a:lnTo>
                <a:lnTo>
                  <a:pt x="179819" y="91440"/>
                </a:lnTo>
                <a:lnTo>
                  <a:pt x="176771" y="88392"/>
                </a:lnTo>
                <a:lnTo>
                  <a:pt x="174485" y="86868"/>
                </a:lnTo>
                <a:lnTo>
                  <a:pt x="172199" y="85344"/>
                </a:lnTo>
                <a:lnTo>
                  <a:pt x="172288" y="82296"/>
                </a:lnTo>
                <a:lnTo>
                  <a:pt x="172415" y="77724"/>
                </a:lnTo>
                <a:lnTo>
                  <a:pt x="172516" y="75133"/>
                </a:lnTo>
                <a:lnTo>
                  <a:pt x="172593" y="73533"/>
                </a:lnTo>
                <a:lnTo>
                  <a:pt x="172694" y="71628"/>
                </a:lnTo>
                <a:lnTo>
                  <a:pt x="172808" y="69151"/>
                </a:lnTo>
                <a:lnTo>
                  <a:pt x="172847" y="68580"/>
                </a:lnTo>
                <a:lnTo>
                  <a:pt x="172961" y="66103"/>
                </a:lnTo>
                <a:lnTo>
                  <a:pt x="173075" y="63538"/>
                </a:lnTo>
                <a:lnTo>
                  <a:pt x="173189" y="60960"/>
                </a:lnTo>
                <a:lnTo>
                  <a:pt x="173266" y="59436"/>
                </a:lnTo>
                <a:lnTo>
                  <a:pt x="173494" y="54279"/>
                </a:lnTo>
                <a:lnTo>
                  <a:pt x="173609" y="47777"/>
                </a:lnTo>
                <a:lnTo>
                  <a:pt x="173723" y="41148"/>
                </a:lnTo>
                <a:lnTo>
                  <a:pt x="173850" y="36576"/>
                </a:lnTo>
                <a:lnTo>
                  <a:pt x="175768" y="17602"/>
                </a:lnTo>
                <a:lnTo>
                  <a:pt x="176771" y="13716"/>
                </a:lnTo>
                <a:lnTo>
                  <a:pt x="178295" y="10668"/>
                </a:lnTo>
                <a:lnTo>
                  <a:pt x="181343" y="7620"/>
                </a:lnTo>
                <a:lnTo>
                  <a:pt x="192011" y="7620"/>
                </a:lnTo>
                <a:lnTo>
                  <a:pt x="209829" y="42672"/>
                </a:lnTo>
                <a:lnTo>
                  <a:pt x="210159" y="54864"/>
                </a:lnTo>
                <a:lnTo>
                  <a:pt x="210159" y="17360"/>
                </a:lnTo>
                <a:lnTo>
                  <a:pt x="207251" y="13716"/>
                </a:lnTo>
                <a:lnTo>
                  <a:pt x="201180" y="7620"/>
                </a:lnTo>
                <a:lnTo>
                  <a:pt x="194868" y="3429"/>
                </a:lnTo>
                <a:lnTo>
                  <a:pt x="188188" y="863"/>
                </a:lnTo>
                <a:lnTo>
                  <a:pt x="181343" y="0"/>
                </a:lnTo>
                <a:lnTo>
                  <a:pt x="173723" y="0"/>
                </a:lnTo>
                <a:lnTo>
                  <a:pt x="155206" y="30721"/>
                </a:lnTo>
                <a:lnTo>
                  <a:pt x="155092" y="32194"/>
                </a:lnTo>
                <a:lnTo>
                  <a:pt x="155003" y="33528"/>
                </a:lnTo>
                <a:lnTo>
                  <a:pt x="154876" y="35242"/>
                </a:lnTo>
                <a:lnTo>
                  <a:pt x="154787" y="36576"/>
                </a:lnTo>
                <a:lnTo>
                  <a:pt x="154673" y="38100"/>
                </a:lnTo>
                <a:lnTo>
                  <a:pt x="154597" y="39509"/>
                </a:lnTo>
                <a:lnTo>
                  <a:pt x="154482" y="41719"/>
                </a:lnTo>
                <a:lnTo>
                  <a:pt x="154432" y="42672"/>
                </a:lnTo>
                <a:lnTo>
                  <a:pt x="154152" y="47777"/>
                </a:lnTo>
                <a:lnTo>
                  <a:pt x="154051" y="52603"/>
                </a:lnTo>
                <a:lnTo>
                  <a:pt x="154012" y="54864"/>
                </a:lnTo>
                <a:lnTo>
                  <a:pt x="153911" y="80772"/>
                </a:lnTo>
                <a:lnTo>
                  <a:pt x="152387" y="83820"/>
                </a:lnTo>
                <a:lnTo>
                  <a:pt x="149339" y="86868"/>
                </a:lnTo>
                <a:lnTo>
                  <a:pt x="143243" y="86868"/>
                </a:lnTo>
                <a:lnTo>
                  <a:pt x="141719" y="85344"/>
                </a:lnTo>
                <a:lnTo>
                  <a:pt x="138671" y="83820"/>
                </a:lnTo>
                <a:lnTo>
                  <a:pt x="137147" y="82296"/>
                </a:lnTo>
                <a:lnTo>
                  <a:pt x="132575" y="77724"/>
                </a:lnTo>
                <a:lnTo>
                  <a:pt x="135623" y="65532"/>
                </a:lnTo>
                <a:lnTo>
                  <a:pt x="129527" y="34836"/>
                </a:lnTo>
                <a:lnTo>
                  <a:pt x="129527" y="51816"/>
                </a:lnTo>
                <a:lnTo>
                  <a:pt x="129527" y="65532"/>
                </a:lnTo>
                <a:lnTo>
                  <a:pt x="92951" y="83820"/>
                </a:lnTo>
                <a:lnTo>
                  <a:pt x="82283" y="83820"/>
                </a:lnTo>
                <a:lnTo>
                  <a:pt x="76187" y="82296"/>
                </a:lnTo>
                <a:lnTo>
                  <a:pt x="71615" y="77724"/>
                </a:lnTo>
                <a:lnTo>
                  <a:pt x="65519" y="73152"/>
                </a:lnTo>
                <a:lnTo>
                  <a:pt x="63995" y="68580"/>
                </a:lnTo>
                <a:lnTo>
                  <a:pt x="63995" y="54864"/>
                </a:lnTo>
                <a:lnTo>
                  <a:pt x="100571" y="36576"/>
                </a:lnTo>
                <a:lnTo>
                  <a:pt x="111239" y="36576"/>
                </a:lnTo>
                <a:lnTo>
                  <a:pt x="118567" y="39509"/>
                </a:lnTo>
                <a:lnTo>
                  <a:pt x="118745" y="39509"/>
                </a:lnTo>
                <a:lnTo>
                  <a:pt x="126479" y="47244"/>
                </a:lnTo>
                <a:lnTo>
                  <a:pt x="129527" y="51816"/>
                </a:lnTo>
                <a:lnTo>
                  <a:pt x="129527" y="34836"/>
                </a:lnTo>
                <a:lnTo>
                  <a:pt x="124955" y="28956"/>
                </a:lnTo>
                <a:lnTo>
                  <a:pt x="119811" y="24384"/>
                </a:lnTo>
                <a:lnTo>
                  <a:pt x="119392" y="24003"/>
                </a:lnTo>
                <a:lnTo>
                  <a:pt x="119011" y="23723"/>
                </a:lnTo>
                <a:lnTo>
                  <a:pt x="113144" y="20002"/>
                </a:lnTo>
                <a:lnTo>
                  <a:pt x="106527" y="17602"/>
                </a:lnTo>
                <a:lnTo>
                  <a:pt x="99047" y="16764"/>
                </a:lnTo>
                <a:lnTo>
                  <a:pt x="89903" y="16764"/>
                </a:lnTo>
                <a:lnTo>
                  <a:pt x="83807" y="19812"/>
                </a:lnTo>
                <a:lnTo>
                  <a:pt x="77711" y="24384"/>
                </a:lnTo>
                <a:lnTo>
                  <a:pt x="77711" y="3048"/>
                </a:lnTo>
                <a:lnTo>
                  <a:pt x="76187" y="3048"/>
                </a:lnTo>
                <a:lnTo>
                  <a:pt x="76187" y="1524"/>
                </a:lnTo>
                <a:lnTo>
                  <a:pt x="68567" y="1524"/>
                </a:lnTo>
                <a:lnTo>
                  <a:pt x="68567" y="3048"/>
                </a:lnTo>
                <a:lnTo>
                  <a:pt x="67043" y="3048"/>
                </a:lnTo>
                <a:lnTo>
                  <a:pt x="67043" y="33528"/>
                </a:lnTo>
                <a:lnTo>
                  <a:pt x="63042" y="39509"/>
                </a:lnTo>
                <a:lnTo>
                  <a:pt x="60185" y="45910"/>
                </a:lnTo>
                <a:lnTo>
                  <a:pt x="58470" y="52603"/>
                </a:lnTo>
                <a:lnTo>
                  <a:pt x="57899" y="59436"/>
                </a:lnTo>
                <a:lnTo>
                  <a:pt x="58000" y="60960"/>
                </a:lnTo>
                <a:lnTo>
                  <a:pt x="58521" y="69151"/>
                </a:lnTo>
                <a:lnTo>
                  <a:pt x="82664" y="100965"/>
                </a:lnTo>
                <a:lnTo>
                  <a:pt x="97523" y="103632"/>
                </a:lnTo>
                <a:lnTo>
                  <a:pt x="105143" y="103632"/>
                </a:lnTo>
                <a:lnTo>
                  <a:pt x="130441" y="83820"/>
                </a:lnTo>
                <a:lnTo>
                  <a:pt x="131051" y="82296"/>
                </a:lnTo>
                <a:lnTo>
                  <a:pt x="137147" y="91440"/>
                </a:lnTo>
                <a:lnTo>
                  <a:pt x="143243" y="97536"/>
                </a:lnTo>
                <a:lnTo>
                  <a:pt x="147815" y="100584"/>
                </a:lnTo>
                <a:lnTo>
                  <a:pt x="153911" y="103632"/>
                </a:lnTo>
                <a:lnTo>
                  <a:pt x="161531" y="103632"/>
                </a:lnTo>
                <a:lnTo>
                  <a:pt x="169151" y="96012"/>
                </a:lnTo>
                <a:lnTo>
                  <a:pt x="170675" y="91440"/>
                </a:lnTo>
                <a:lnTo>
                  <a:pt x="182867" y="103632"/>
                </a:lnTo>
                <a:lnTo>
                  <a:pt x="184391" y="103632"/>
                </a:lnTo>
                <a:lnTo>
                  <a:pt x="188963" y="108204"/>
                </a:lnTo>
                <a:lnTo>
                  <a:pt x="193535" y="109728"/>
                </a:lnTo>
                <a:lnTo>
                  <a:pt x="196583" y="111252"/>
                </a:lnTo>
                <a:lnTo>
                  <a:pt x="198107" y="112776"/>
                </a:lnTo>
                <a:lnTo>
                  <a:pt x="207251" y="112776"/>
                </a:lnTo>
                <a:lnTo>
                  <a:pt x="210299" y="109728"/>
                </a:lnTo>
                <a:lnTo>
                  <a:pt x="214871" y="103632"/>
                </a:lnTo>
                <a:lnTo>
                  <a:pt x="219227" y="96012"/>
                </a:lnTo>
                <a:lnTo>
                  <a:pt x="219760" y="95084"/>
                </a:lnTo>
                <a:lnTo>
                  <a:pt x="223062" y="85534"/>
                </a:lnTo>
                <a:lnTo>
                  <a:pt x="223139" y="85153"/>
                </a:lnTo>
                <a:lnTo>
                  <a:pt x="224955" y="75133"/>
                </a:lnTo>
                <a:lnTo>
                  <a:pt x="225031" y="73533"/>
                </a:lnTo>
                <a:lnTo>
                  <a:pt x="225132" y="71628"/>
                </a:lnTo>
                <a:lnTo>
                  <a:pt x="225437" y="66103"/>
                </a:lnTo>
                <a:lnTo>
                  <a:pt x="225513" y="635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1" name="Google Shape;5491;p87"/>
          <p:cNvSpPr/>
          <p:nvPr/>
        </p:nvSpPr>
        <p:spPr>
          <a:xfrm>
            <a:off x="4707636" y="9111995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3340"/>
                </a:lnTo>
                <a:lnTo>
                  <a:pt x="3048" y="47244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3340" y="9144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7244"/>
                </a:lnTo>
                <a:lnTo>
                  <a:pt x="53340" y="53340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92" name="Google Shape;5492;p87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4646676" y="7752588"/>
            <a:ext cx="225552" cy="1269491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3" name="Google Shape;5493;p87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4646676" y="6603492"/>
            <a:ext cx="175260" cy="1075943"/>
          </a:xfrm>
          <a:prstGeom prst="rect">
            <a:avLst/>
          </a:prstGeom>
          <a:noFill/>
          <a:ln>
            <a:noFill/>
          </a:ln>
        </p:spPr>
      </p:pic>
      <p:sp>
        <p:nvSpPr>
          <p:cNvPr id="5494" name="Google Shape;5494;p87"/>
          <p:cNvSpPr/>
          <p:nvPr/>
        </p:nvSpPr>
        <p:spPr>
          <a:xfrm>
            <a:off x="5109971" y="8810244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5" name="Google Shape;5495;p87"/>
          <p:cNvSpPr/>
          <p:nvPr/>
        </p:nvSpPr>
        <p:spPr>
          <a:xfrm>
            <a:off x="5003279" y="7872984"/>
            <a:ext cx="175895" cy="876300"/>
          </a:xfrm>
          <a:custGeom>
            <a:rect b="b" l="l" r="r" t="t"/>
            <a:pathLst>
              <a:path extrusionOk="0" h="876300" w="175895">
                <a:moveTo>
                  <a:pt x="24384" y="277368"/>
                </a:moveTo>
                <a:lnTo>
                  <a:pt x="22860" y="274320"/>
                </a:lnTo>
                <a:lnTo>
                  <a:pt x="18288" y="269748"/>
                </a:lnTo>
                <a:lnTo>
                  <a:pt x="15240" y="268224"/>
                </a:lnTo>
                <a:lnTo>
                  <a:pt x="9144" y="268224"/>
                </a:lnTo>
                <a:lnTo>
                  <a:pt x="3048" y="271272"/>
                </a:lnTo>
                <a:lnTo>
                  <a:pt x="0" y="277368"/>
                </a:lnTo>
                <a:lnTo>
                  <a:pt x="0" y="283464"/>
                </a:lnTo>
                <a:lnTo>
                  <a:pt x="1524" y="286512"/>
                </a:lnTo>
                <a:lnTo>
                  <a:pt x="6096" y="291084"/>
                </a:lnTo>
                <a:lnTo>
                  <a:pt x="9144" y="292608"/>
                </a:lnTo>
                <a:lnTo>
                  <a:pt x="15240" y="292608"/>
                </a:lnTo>
                <a:lnTo>
                  <a:pt x="18288" y="291084"/>
                </a:lnTo>
                <a:lnTo>
                  <a:pt x="19812" y="288036"/>
                </a:lnTo>
                <a:lnTo>
                  <a:pt x="22860" y="286512"/>
                </a:lnTo>
                <a:lnTo>
                  <a:pt x="24384" y="283464"/>
                </a:lnTo>
                <a:lnTo>
                  <a:pt x="24384" y="277368"/>
                </a:lnTo>
                <a:close/>
              </a:path>
              <a:path extrusionOk="0" h="876300" w="175895">
                <a:moveTo>
                  <a:pt x="172212" y="495300"/>
                </a:moveTo>
                <a:lnTo>
                  <a:pt x="169164" y="495300"/>
                </a:lnTo>
                <a:lnTo>
                  <a:pt x="169164" y="499872"/>
                </a:lnTo>
                <a:lnTo>
                  <a:pt x="167640" y="504444"/>
                </a:lnTo>
                <a:lnTo>
                  <a:pt x="167640" y="505968"/>
                </a:lnTo>
                <a:lnTo>
                  <a:pt x="163068" y="510540"/>
                </a:lnTo>
                <a:lnTo>
                  <a:pt x="160020" y="512064"/>
                </a:lnTo>
                <a:lnTo>
                  <a:pt x="89916" y="512064"/>
                </a:lnTo>
                <a:lnTo>
                  <a:pt x="82296" y="513588"/>
                </a:lnTo>
                <a:lnTo>
                  <a:pt x="77724" y="515112"/>
                </a:lnTo>
                <a:lnTo>
                  <a:pt x="70104" y="516636"/>
                </a:lnTo>
                <a:lnTo>
                  <a:pt x="65532" y="521208"/>
                </a:lnTo>
                <a:lnTo>
                  <a:pt x="59436" y="530352"/>
                </a:lnTo>
                <a:lnTo>
                  <a:pt x="57912" y="534924"/>
                </a:lnTo>
                <a:lnTo>
                  <a:pt x="57912" y="541020"/>
                </a:lnTo>
                <a:lnTo>
                  <a:pt x="59347" y="550164"/>
                </a:lnTo>
                <a:lnTo>
                  <a:pt x="63627" y="559498"/>
                </a:lnTo>
                <a:lnTo>
                  <a:pt x="70777" y="569099"/>
                </a:lnTo>
                <a:lnTo>
                  <a:pt x="80772" y="579120"/>
                </a:lnTo>
                <a:lnTo>
                  <a:pt x="57912" y="579120"/>
                </a:lnTo>
                <a:lnTo>
                  <a:pt x="57912" y="583692"/>
                </a:lnTo>
                <a:lnTo>
                  <a:pt x="71628" y="617220"/>
                </a:lnTo>
                <a:lnTo>
                  <a:pt x="74676" y="615696"/>
                </a:lnTo>
                <a:lnTo>
                  <a:pt x="73152" y="612648"/>
                </a:lnTo>
                <a:lnTo>
                  <a:pt x="73152" y="603504"/>
                </a:lnTo>
                <a:lnTo>
                  <a:pt x="74676" y="601980"/>
                </a:lnTo>
                <a:lnTo>
                  <a:pt x="77724" y="600456"/>
                </a:lnTo>
                <a:lnTo>
                  <a:pt x="80772" y="600456"/>
                </a:lnTo>
                <a:lnTo>
                  <a:pt x="83820" y="598932"/>
                </a:lnTo>
                <a:lnTo>
                  <a:pt x="155448" y="598932"/>
                </a:lnTo>
                <a:lnTo>
                  <a:pt x="161544" y="600456"/>
                </a:lnTo>
                <a:lnTo>
                  <a:pt x="167640" y="603504"/>
                </a:lnTo>
                <a:lnTo>
                  <a:pt x="169164" y="608076"/>
                </a:lnTo>
                <a:lnTo>
                  <a:pt x="169164" y="615696"/>
                </a:lnTo>
                <a:lnTo>
                  <a:pt x="172212" y="615696"/>
                </a:lnTo>
                <a:lnTo>
                  <a:pt x="172212" y="598932"/>
                </a:lnTo>
                <a:lnTo>
                  <a:pt x="172212" y="562356"/>
                </a:lnTo>
                <a:lnTo>
                  <a:pt x="169164" y="562356"/>
                </a:lnTo>
                <a:lnTo>
                  <a:pt x="169164" y="571385"/>
                </a:lnTo>
                <a:lnTo>
                  <a:pt x="164592" y="576072"/>
                </a:lnTo>
                <a:lnTo>
                  <a:pt x="161544" y="577596"/>
                </a:lnTo>
                <a:lnTo>
                  <a:pt x="160020" y="579120"/>
                </a:lnTo>
                <a:lnTo>
                  <a:pt x="88392" y="579120"/>
                </a:lnTo>
                <a:lnTo>
                  <a:pt x="81521" y="571385"/>
                </a:lnTo>
                <a:lnTo>
                  <a:pt x="76771" y="564070"/>
                </a:lnTo>
                <a:lnTo>
                  <a:pt x="74041" y="557047"/>
                </a:lnTo>
                <a:lnTo>
                  <a:pt x="73152" y="550164"/>
                </a:lnTo>
                <a:lnTo>
                  <a:pt x="73152" y="542544"/>
                </a:lnTo>
                <a:lnTo>
                  <a:pt x="74676" y="537972"/>
                </a:lnTo>
                <a:lnTo>
                  <a:pt x="79248" y="536448"/>
                </a:lnTo>
                <a:lnTo>
                  <a:pt x="83820" y="533400"/>
                </a:lnTo>
                <a:lnTo>
                  <a:pt x="91440" y="531876"/>
                </a:lnTo>
                <a:lnTo>
                  <a:pt x="160020" y="531876"/>
                </a:lnTo>
                <a:lnTo>
                  <a:pt x="163068" y="533400"/>
                </a:lnTo>
                <a:lnTo>
                  <a:pt x="167640" y="537972"/>
                </a:lnTo>
                <a:lnTo>
                  <a:pt x="169164" y="541020"/>
                </a:lnTo>
                <a:lnTo>
                  <a:pt x="169164" y="548640"/>
                </a:lnTo>
                <a:lnTo>
                  <a:pt x="172212" y="548640"/>
                </a:lnTo>
                <a:lnTo>
                  <a:pt x="172212" y="531876"/>
                </a:lnTo>
                <a:lnTo>
                  <a:pt x="172212" y="495300"/>
                </a:lnTo>
                <a:close/>
              </a:path>
              <a:path extrusionOk="0" h="876300" w="175895">
                <a:moveTo>
                  <a:pt x="172212" y="252984"/>
                </a:moveTo>
                <a:lnTo>
                  <a:pt x="169164" y="252984"/>
                </a:lnTo>
                <a:lnTo>
                  <a:pt x="169164" y="257556"/>
                </a:lnTo>
                <a:lnTo>
                  <a:pt x="167640" y="262128"/>
                </a:lnTo>
                <a:lnTo>
                  <a:pt x="167640" y="263652"/>
                </a:lnTo>
                <a:lnTo>
                  <a:pt x="164592" y="266700"/>
                </a:lnTo>
                <a:lnTo>
                  <a:pt x="161544" y="268224"/>
                </a:lnTo>
                <a:lnTo>
                  <a:pt x="160020" y="268224"/>
                </a:lnTo>
                <a:lnTo>
                  <a:pt x="155448" y="269748"/>
                </a:lnTo>
                <a:lnTo>
                  <a:pt x="57912" y="269748"/>
                </a:lnTo>
                <a:lnTo>
                  <a:pt x="57912" y="274320"/>
                </a:lnTo>
                <a:lnTo>
                  <a:pt x="71628" y="307848"/>
                </a:lnTo>
                <a:lnTo>
                  <a:pt x="74676" y="306324"/>
                </a:lnTo>
                <a:lnTo>
                  <a:pt x="73152" y="303276"/>
                </a:lnTo>
                <a:lnTo>
                  <a:pt x="73152" y="294132"/>
                </a:lnTo>
                <a:lnTo>
                  <a:pt x="74676" y="292608"/>
                </a:lnTo>
                <a:lnTo>
                  <a:pt x="74676" y="291084"/>
                </a:lnTo>
                <a:lnTo>
                  <a:pt x="77724" y="291084"/>
                </a:lnTo>
                <a:lnTo>
                  <a:pt x="79248" y="289560"/>
                </a:lnTo>
                <a:lnTo>
                  <a:pt x="160020" y="289560"/>
                </a:lnTo>
                <a:lnTo>
                  <a:pt x="161544" y="291084"/>
                </a:lnTo>
                <a:lnTo>
                  <a:pt x="164592" y="292608"/>
                </a:lnTo>
                <a:lnTo>
                  <a:pt x="166116" y="292608"/>
                </a:lnTo>
                <a:lnTo>
                  <a:pt x="167640" y="295656"/>
                </a:lnTo>
                <a:lnTo>
                  <a:pt x="169164" y="297180"/>
                </a:lnTo>
                <a:lnTo>
                  <a:pt x="169164" y="306324"/>
                </a:lnTo>
                <a:lnTo>
                  <a:pt x="172212" y="306324"/>
                </a:lnTo>
                <a:lnTo>
                  <a:pt x="172212" y="289560"/>
                </a:lnTo>
                <a:lnTo>
                  <a:pt x="172212" y="252984"/>
                </a:lnTo>
                <a:close/>
              </a:path>
              <a:path extrusionOk="0" h="876300" w="175895">
                <a:moveTo>
                  <a:pt x="172212" y="0"/>
                </a:moveTo>
                <a:lnTo>
                  <a:pt x="169164" y="0"/>
                </a:lnTo>
                <a:lnTo>
                  <a:pt x="169164" y="6096"/>
                </a:lnTo>
                <a:lnTo>
                  <a:pt x="167640" y="9144"/>
                </a:lnTo>
                <a:lnTo>
                  <a:pt x="167640" y="10668"/>
                </a:lnTo>
                <a:lnTo>
                  <a:pt x="163068" y="15240"/>
                </a:lnTo>
                <a:lnTo>
                  <a:pt x="160020" y="16764"/>
                </a:lnTo>
                <a:lnTo>
                  <a:pt x="89916" y="16764"/>
                </a:lnTo>
                <a:lnTo>
                  <a:pt x="82296" y="18288"/>
                </a:lnTo>
                <a:lnTo>
                  <a:pt x="57912" y="39624"/>
                </a:lnTo>
                <a:lnTo>
                  <a:pt x="57912" y="45720"/>
                </a:lnTo>
                <a:lnTo>
                  <a:pt x="59347" y="54864"/>
                </a:lnTo>
                <a:lnTo>
                  <a:pt x="63627" y="64198"/>
                </a:lnTo>
                <a:lnTo>
                  <a:pt x="70777" y="73799"/>
                </a:lnTo>
                <a:lnTo>
                  <a:pt x="80772" y="83820"/>
                </a:lnTo>
                <a:lnTo>
                  <a:pt x="57912" y="83820"/>
                </a:lnTo>
                <a:lnTo>
                  <a:pt x="57912" y="88392"/>
                </a:lnTo>
                <a:lnTo>
                  <a:pt x="71628" y="121920"/>
                </a:lnTo>
                <a:lnTo>
                  <a:pt x="74676" y="120396"/>
                </a:lnTo>
                <a:lnTo>
                  <a:pt x="73152" y="117348"/>
                </a:lnTo>
                <a:lnTo>
                  <a:pt x="73152" y="108204"/>
                </a:lnTo>
                <a:lnTo>
                  <a:pt x="74676" y="106680"/>
                </a:lnTo>
                <a:lnTo>
                  <a:pt x="77724" y="105156"/>
                </a:lnTo>
                <a:lnTo>
                  <a:pt x="80772" y="105156"/>
                </a:lnTo>
                <a:lnTo>
                  <a:pt x="83820" y="103632"/>
                </a:lnTo>
                <a:lnTo>
                  <a:pt x="155448" y="103632"/>
                </a:lnTo>
                <a:lnTo>
                  <a:pt x="161544" y="105156"/>
                </a:lnTo>
                <a:lnTo>
                  <a:pt x="167640" y="108204"/>
                </a:lnTo>
                <a:lnTo>
                  <a:pt x="169164" y="112776"/>
                </a:lnTo>
                <a:lnTo>
                  <a:pt x="169164" y="120396"/>
                </a:lnTo>
                <a:lnTo>
                  <a:pt x="172212" y="120396"/>
                </a:lnTo>
                <a:lnTo>
                  <a:pt x="172212" y="103632"/>
                </a:lnTo>
                <a:lnTo>
                  <a:pt x="172212" y="67056"/>
                </a:lnTo>
                <a:lnTo>
                  <a:pt x="169164" y="67056"/>
                </a:lnTo>
                <a:lnTo>
                  <a:pt x="169164" y="76200"/>
                </a:lnTo>
                <a:lnTo>
                  <a:pt x="167640" y="77724"/>
                </a:lnTo>
                <a:lnTo>
                  <a:pt x="166116" y="80772"/>
                </a:lnTo>
                <a:lnTo>
                  <a:pt x="164592" y="82296"/>
                </a:lnTo>
                <a:lnTo>
                  <a:pt x="161544" y="82296"/>
                </a:lnTo>
                <a:lnTo>
                  <a:pt x="160020" y="83820"/>
                </a:lnTo>
                <a:lnTo>
                  <a:pt x="88392" y="83820"/>
                </a:lnTo>
                <a:lnTo>
                  <a:pt x="81521" y="76733"/>
                </a:lnTo>
                <a:lnTo>
                  <a:pt x="76771" y="69342"/>
                </a:lnTo>
                <a:lnTo>
                  <a:pt x="74041" y="61963"/>
                </a:lnTo>
                <a:lnTo>
                  <a:pt x="73152" y="54864"/>
                </a:lnTo>
                <a:lnTo>
                  <a:pt x="73152" y="47244"/>
                </a:lnTo>
                <a:lnTo>
                  <a:pt x="74676" y="42672"/>
                </a:lnTo>
                <a:lnTo>
                  <a:pt x="79248" y="41148"/>
                </a:lnTo>
                <a:lnTo>
                  <a:pt x="83820" y="38100"/>
                </a:lnTo>
                <a:lnTo>
                  <a:pt x="91440" y="36576"/>
                </a:lnTo>
                <a:lnTo>
                  <a:pt x="160020" y="36576"/>
                </a:lnTo>
                <a:lnTo>
                  <a:pt x="163068" y="38100"/>
                </a:lnTo>
                <a:lnTo>
                  <a:pt x="167640" y="42672"/>
                </a:lnTo>
                <a:lnTo>
                  <a:pt x="169164" y="45720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36576"/>
                </a:lnTo>
                <a:lnTo>
                  <a:pt x="172212" y="0"/>
                </a:lnTo>
                <a:close/>
              </a:path>
              <a:path extrusionOk="0" h="876300" w="175895">
                <a:moveTo>
                  <a:pt x="172224" y="807720"/>
                </a:moveTo>
                <a:lnTo>
                  <a:pt x="169176" y="807720"/>
                </a:lnTo>
                <a:lnTo>
                  <a:pt x="169176" y="816864"/>
                </a:lnTo>
                <a:lnTo>
                  <a:pt x="167652" y="821436"/>
                </a:lnTo>
                <a:lnTo>
                  <a:pt x="164604" y="827532"/>
                </a:lnTo>
                <a:lnTo>
                  <a:pt x="163080" y="829056"/>
                </a:lnTo>
                <a:lnTo>
                  <a:pt x="160032" y="829056"/>
                </a:lnTo>
                <a:lnTo>
                  <a:pt x="156984" y="830580"/>
                </a:lnTo>
                <a:lnTo>
                  <a:pt x="91452" y="830580"/>
                </a:lnTo>
                <a:lnTo>
                  <a:pt x="91452" y="790956"/>
                </a:lnTo>
                <a:lnTo>
                  <a:pt x="92976" y="787908"/>
                </a:lnTo>
                <a:lnTo>
                  <a:pt x="97548" y="783336"/>
                </a:lnTo>
                <a:lnTo>
                  <a:pt x="103644" y="780288"/>
                </a:lnTo>
                <a:lnTo>
                  <a:pt x="108216" y="778764"/>
                </a:lnTo>
                <a:lnTo>
                  <a:pt x="114312" y="778764"/>
                </a:lnTo>
                <a:lnTo>
                  <a:pt x="114312" y="775716"/>
                </a:lnTo>
                <a:lnTo>
                  <a:pt x="57924" y="775716"/>
                </a:lnTo>
                <a:lnTo>
                  <a:pt x="57924" y="778764"/>
                </a:lnTo>
                <a:lnTo>
                  <a:pt x="67068" y="780288"/>
                </a:lnTo>
                <a:lnTo>
                  <a:pt x="73164" y="781812"/>
                </a:lnTo>
                <a:lnTo>
                  <a:pt x="76212" y="786384"/>
                </a:lnTo>
                <a:lnTo>
                  <a:pt x="79260" y="789432"/>
                </a:lnTo>
                <a:lnTo>
                  <a:pt x="80784" y="794004"/>
                </a:lnTo>
                <a:lnTo>
                  <a:pt x="80784" y="830580"/>
                </a:lnTo>
                <a:lnTo>
                  <a:pt x="15252" y="830580"/>
                </a:lnTo>
                <a:lnTo>
                  <a:pt x="15252" y="794004"/>
                </a:lnTo>
                <a:lnTo>
                  <a:pt x="15252" y="778764"/>
                </a:lnTo>
                <a:lnTo>
                  <a:pt x="18300" y="775716"/>
                </a:lnTo>
                <a:lnTo>
                  <a:pt x="19824" y="771144"/>
                </a:lnTo>
                <a:lnTo>
                  <a:pt x="25920" y="765048"/>
                </a:lnTo>
                <a:lnTo>
                  <a:pt x="30492" y="763524"/>
                </a:lnTo>
                <a:lnTo>
                  <a:pt x="35064" y="760476"/>
                </a:lnTo>
                <a:lnTo>
                  <a:pt x="44208" y="758952"/>
                </a:lnTo>
                <a:lnTo>
                  <a:pt x="44208" y="754380"/>
                </a:lnTo>
                <a:lnTo>
                  <a:pt x="7632" y="755904"/>
                </a:lnTo>
                <a:lnTo>
                  <a:pt x="7632" y="876300"/>
                </a:lnTo>
                <a:lnTo>
                  <a:pt x="10680" y="876300"/>
                </a:lnTo>
                <a:lnTo>
                  <a:pt x="10680" y="867156"/>
                </a:lnTo>
                <a:lnTo>
                  <a:pt x="12204" y="864108"/>
                </a:lnTo>
                <a:lnTo>
                  <a:pt x="13728" y="859536"/>
                </a:lnTo>
                <a:lnTo>
                  <a:pt x="18300" y="854964"/>
                </a:lnTo>
                <a:lnTo>
                  <a:pt x="21348" y="853440"/>
                </a:lnTo>
                <a:lnTo>
                  <a:pt x="153936" y="853440"/>
                </a:lnTo>
                <a:lnTo>
                  <a:pt x="160032" y="854964"/>
                </a:lnTo>
                <a:lnTo>
                  <a:pt x="163080" y="856488"/>
                </a:lnTo>
                <a:lnTo>
                  <a:pt x="167652" y="859536"/>
                </a:lnTo>
                <a:lnTo>
                  <a:pt x="169176" y="864108"/>
                </a:lnTo>
                <a:lnTo>
                  <a:pt x="169176" y="876300"/>
                </a:lnTo>
                <a:lnTo>
                  <a:pt x="172224" y="876300"/>
                </a:lnTo>
                <a:lnTo>
                  <a:pt x="172224" y="807720"/>
                </a:lnTo>
                <a:close/>
              </a:path>
              <a:path extrusionOk="0" h="876300" w="175895">
                <a:moveTo>
                  <a:pt x="175260" y="650748"/>
                </a:moveTo>
                <a:lnTo>
                  <a:pt x="161544" y="617220"/>
                </a:lnTo>
                <a:lnTo>
                  <a:pt x="158496" y="618744"/>
                </a:lnTo>
                <a:lnTo>
                  <a:pt x="160020" y="621792"/>
                </a:lnTo>
                <a:lnTo>
                  <a:pt x="160020" y="630936"/>
                </a:lnTo>
                <a:lnTo>
                  <a:pt x="156972" y="633984"/>
                </a:lnTo>
                <a:lnTo>
                  <a:pt x="155448" y="633984"/>
                </a:lnTo>
                <a:lnTo>
                  <a:pt x="152400" y="635508"/>
                </a:lnTo>
                <a:lnTo>
                  <a:pt x="60960" y="635508"/>
                </a:lnTo>
                <a:lnTo>
                  <a:pt x="60960" y="672084"/>
                </a:lnTo>
                <a:lnTo>
                  <a:pt x="64008" y="672084"/>
                </a:lnTo>
                <a:lnTo>
                  <a:pt x="64008" y="665988"/>
                </a:lnTo>
                <a:lnTo>
                  <a:pt x="65532" y="661416"/>
                </a:lnTo>
                <a:lnTo>
                  <a:pt x="67056" y="658368"/>
                </a:lnTo>
                <a:lnTo>
                  <a:pt x="70104" y="656844"/>
                </a:lnTo>
                <a:lnTo>
                  <a:pt x="74676" y="655320"/>
                </a:lnTo>
                <a:lnTo>
                  <a:pt x="144780" y="655320"/>
                </a:lnTo>
                <a:lnTo>
                  <a:pt x="150876" y="661416"/>
                </a:lnTo>
                <a:lnTo>
                  <a:pt x="153924" y="667512"/>
                </a:lnTo>
                <a:lnTo>
                  <a:pt x="156972" y="672084"/>
                </a:lnTo>
                <a:lnTo>
                  <a:pt x="158496" y="676656"/>
                </a:lnTo>
                <a:lnTo>
                  <a:pt x="160020" y="679704"/>
                </a:lnTo>
                <a:lnTo>
                  <a:pt x="160020" y="688848"/>
                </a:lnTo>
                <a:lnTo>
                  <a:pt x="158496" y="693420"/>
                </a:lnTo>
                <a:lnTo>
                  <a:pt x="155448" y="697992"/>
                </a:lnTo>
                <a:lnTo>
                  <a:pt x="152400" y="701040"/>
                </a:lnTo>
                <a:lnTo>
                  <a:pt x="144780" y="702564"/>
                </a:lnTo>
                <a:lnTo>
                  <a:pt x="60960" y="702564"/>
                </a:lnTo>
                <a:lnTo>
                  <a:pt x="60960" y="740664"/>
                </a:lnTo>
                <a:lnTo>
                  <a:pt x="64008" y="740664"/>
                </a:lnTo>
                <a:lnTo>
                  <a:pt x="64008" y="731520"/>
                </a:lnTo>
                <a:lnTo>
                  <a:pt x="65532" y="728472"/>
                </a:lnTo>
                <a:lnTo>
                  <a:pt x="70104" y="723900"/>
                </a:lnTo>
                <a:lnTo>
                  <a:pt x="73152" y="723900"/>
                </a:lnTo>
                <a:lnTo>
                  <a:pt x="76200" y="722376"/>
                </a:lnTo>
                <a:lnTo>
                  <a:pt x="149352" y="722376"/>
                </a:lnTo>
                <a:lnTo>
                  <a:pt x="155448" y="719328"/>
                </a:lnTo>
                <a:lnTo>
                  <a:pt x="161544" y="717804"/>
                </a:lnTo>
                <a:lnTo>
                  <a:pt x="166116" y="714756"/>
                </a:lnTo>
                <a:lnTo>
                  <a:pt x="169164" y="710184"/>
                </a:lnTo>
                <a:lnTo>
                  <a:pt x="173736" y="705612"/>
                </a:lnTo>
                <a:lnTo>
                  <a:pt x="175260" y="699516"/>
                </a:lnTo>
                <a:lnTo>
                  <a:pt x="175260" y="688848"/>
                </a:lnTo>
                <a:lnTo>
                  <a:pt x="150876" y="655320"/>
                </a:lnTo>
                <a:lnTo>
                  <a:pt x="175260" y="655320"/>
                </a:lnTo>
                <a:lnTo>
                  <a:pt x="175260" y="650748"/>
                </a:lnTo>
                <a:close/>
              </a:path>
              <a:path extrusionOk="0" h="876300" w="175895">
                <a:moveTo>
                  <a:pt x="175260" y="437388"/>
                </a:moveTo>
                <a:lnTo>
                  <a:pt x="156768" y="402386"/>
                </a:lnTo>
                <a:lnTo>
                  <a:pt x="129540" y="391668"/>
                </a:lnTo>
                <a:lnTo>
                  <a:pt x="128016" y="394716"/>
                </a:lnTo>
                <a:lnTo>
                  <a:pt x="137160" y="397764"/>
                </a:lnTo>
                <a:lnTo>
                  <a:pt x="144780" y="402336"/>
                </a:lnTo>
                <a:lnTo>
                  <a:pt x="147828" y="406908"/>
                </a:lnTo>
                <a:lnTo>
                  <a:pt x="152400" y="413004"/>
                </a:lnTo>
                <a:lnTo>
                  <a:pt x="155448" y="420624"/>
                </a:lnTo>
                <a:lnTo>
                  <a:pt x="155448" y="428244"/>
                </a:lnTo>
                <a:lnTo>
                  <a:pt x="154571" y="435940"/>
                </a:lnTo>
                <a:lnTo>
                  <a:pt x="123825" y="462343"/>
                </a:lnTo>
                <a:lnTo>
                  <a:pt x="105156" y="464820"/>
                </a:lnTo>
                <a:lnTo>
                  <a:pt x="96329" y="464235"/>
                </a:lnTo>
                <a:lnTo>
                  <a:pt x="88201" y="462343"/>
                </a:lnTo>
                <a:lnTo>
                  <a:pt x="80949" y="459041"/>
                </a:lnTo>
                <a:lnTo>
                  <a:pt x="68580" y="449580"/>
                </a:lnTo>
                <a:lnTo>
                  <a:pt x="65532" y="443484"/>
                </a:lnTo>
                <a:lnTo>
                  <a:pt x="65532" y="431292"/>
                </a:lnTo>
                <a:lnTo>
                  <a:pt x="67056" y="426720"/>
                </a:lnTo>
                <a:lnTo>
                  <a:pt x="71628" y="422148"/>
                </a:lnTo>
                <a:lnTo>
                  <a:pt x="74676" y="420624"/>
                </a:lnTo>
                <a:lnTo>
                  <a:pt x="79248" y="419100"/>
                </a:lnTo>
                <a:lnTo>
                  <a:pt x="85344" y="419100"/>
                </a:lnTo>
                <a:lnTo>
                  <a:pt x="88392" y="417576"/>
                </a:lnTo>
                <a:lnTo>
                  <a:pt x="89916" y="416052"/>
                </a:lnTo>
                <a:lnTo>
                  <a:pt x="92964" y="414528"/>
                </a:lnTo>
                <a:lnTo>
                  <a:pt x="94488" y="411480"/>
                </a:lnTo>
                <a:lnTo>
                  <a:pt x="94488" y="403860"/>
                </a:lnTo>
                <a:lnTo>
                  <a:pt x="92964" y="400812"/>
                </a:lnTo>
                <a:lnTo>
                  <a:pt x="91440" y="399288"/>
                </a:lnTo>
                <a:lnTo>
                  <a:pt x="89916" y="396240"/>
                </a:lnTo>
                <a:lnTo>
                  <a:pt x="77724" y="396240"/>
                </a:lnTo>
                <a:lnTo>
                  <a:pt x="71628" y="399288"/>
                </a:lnTo>
                <a:lnTo>
                  <a:pt x="57912" y="432816"/>
                </a:lnTo>
                <a:lnTo>
                  <a:pt x="58826" y="442823"/>
                </a:lnTo>
                <a:lnTo>
                  <a:pt x="83248" y="475640"/>
                </a:lnTo>
                <a:lnTo>
                  <a:pt x="115824" y="484632"/>
                </a:lnTo>
                <a:lnTo>
                  <a:pt x="128930" y="483781"/>
                </a:lnTo>
                <a:lnTo>
                  <a:pt x="165620" y="462902"/>
                </a:lnTo>
                <a:lnTo>
                  <a:pt x="174142" y="446278"/>
                </a:lnTo>
                <a:lnTo>
                  <a:pt x="175260" y="437388"/>
                </a:lnTo>
                <a:close/>
              </a:path>
              <a:path extrusionOk="0" h="876300" w="175895">
                <a:moveTo>
                  <a:pt x="175260" y="184404"/>
                </a:moveTo>
                <a:lnTo>
                  <a:pt x="167640" y="157010"/>
                </a:lnTo>
                <a:lnTo>
                  <a:pt x="167640" y="172212"/>
                </a:lnTo>
                <a:lnTo>
                  <a:pt x="167640" y="179832"/>
                </a:lnTo>
                <a:lnTo>
                  <a:pt x="139928" y="208216"/>
                </a:lnTo>
                <a:lnTo>
                  <a:pt x="108204" y="213360"/>
                </a:lnTo>
                <a:lnTo>
                  <a:pt x="100520" y="213106"/>
                </a:lnTo>
                <a:lnTo>
                  <a:pt x="65532" y="190500"/>
                </a:lnTo>
                <a:lnTo>
                  <a:pt x="65608" y="186651"/>
                </a:lnTo>
                <a:lnTo>
                  <a:pt x="97155" y="155638"/>
                </a:lnTo>
                <a:lnTo>
                  <a:pt x="123444" y="152400"/>
                </a:lnTo>
                <a:lnTo>
                  <a:pt x="134899" y="152958"/>
                </a:lnTo>
                <a:lnTo>
                  <a:pt x="167640" y="172212"/>
                </a:lnTo>
                <a:lnTo>
                  <a:pt x="167640" y="157010"/>
                </a:lnTo>
                <a:lnTo>
                  <a:pt x="136804" y="134048"/>
                </a:lnTo>
                <a:lnTo>
                  <a:pt x="114300" y="129540"/>
                </a:lnTo>
                <a:lnTo>
                  <a:pt x="104279" y="130403"/>
                </a:lnTo>
                <a:lnTo>
                  <a:pt x="68199" y="150952"/>
                </a:lnTo>
                <a:lnTo>
                  <a:pt x="58940" y="172212"/>
                </a:lnTo>
                <a:lnTo>
                  <a:pt x="57912" y="182880"/>
                </a:lnTo>
                <a:lnTo>
                  <a:pt x="57988" y="184404"/>
                </a:lnTo>
                <a:lnTo>
                  <a:pt x="58102" y="186651"/>
                </a:lnTo>
                <a:lnTo>
                  <a:pt x="58140" y="187452"/>
                </a:lnTo>
                <a:lnTo>
                  <a:pt x="80327" y="224866"/>
                </a:lnTo>
                <a:lnTo>
                  <a:pt x="117348" y="236220"/>
                </a:lnTo>
                <a:lnTo>
                  <a:pt x="127381" y="235610"/>
                </a:lnTo>
                <a:lnTo>
                  <a:pt x="164338" y="216344"/>
                </a:lnTo>
                <a:lnTo>
                  <a:pt x="166319" y="213360"/>
                </a:lnTo>
                <a:lnTo>
                  <a:pt x="170497" y="207073"/>
                </a:lnTo>
                <a:lnTo>
                  <a:pt x="174104" y="196392"/>
                </a:lnTo>
                <a:lnTo>
                  <a:pt x="175260" y="184404"/>
                </a:lnTo>
                <a:close/>
              </a:path>
              <a:path extrusionOk="0" h="876300" w="175895">
                <a:moveTo>
                  <a:pt x="175272" y="338328"/>
                </a:moveTo>
                <a:lnTo>
                  <a:pt x="150888" y="315468"/>
                </a:lnTo>
                <a:lnTo>
                  <a:pt x="150888" y="321564"/>
                </a:lnTo>
                <a:lnTo>
                  <a:pt x="153936" y="323088"/>
                </a:lnTo>
                <a:lnTo>
                  <a:pt x="155460" y="324612"/>
                </a:lnTo>
                <a:lnTo>
                  <a:pt x="158508" y="330708"/>
                </a:lnTo>
                <a:lnTo>
                  <a:pt x="160032" y="332232"/>
                </a:lnTo>
                <a:lnTo>
                  <a:pt x="160032" y="338328"/>
                </a:lnTo>
                <a:lnTo>
                  <a:pt x="158508" y="341376"/>
                </a:lnTo>
                <a:lnTo>
                  <a:pt x="155460" y="342900"/>
                </a:lnTo>
                <a:lnTo>
                  <a:pt x="153936" y="345948"/>
                </a:lnTo>
                <a:lnTo>
                  <a:pt x="68592" y="345948"/>
                </a:lnTo>
                <a:lnTo>
                  <a:pt x="68592" y="320040"/>
                </a:lnTo>
                <a:lnTo>
                  <a:pt x="60972" y="320040"/>
                </a:lnTo>
                <a:lnTo>
                  <a:pt x="60972" y="345948"/>
                </a:lnTo>
                <a:lnTo>
                  <a:pt x="24396" y="345948"/>
                </a:lnTo>
                <a:lnTo>
                  <a:pt x="24396" y="348996"/>
                </a:lnTo>
                <a:lnTo>
                  <a:pt x="56400" y="370332"/>
                </a:lnTo>
                <a:lnTo>
                  <a:pt x="65544" y="384048"/>
                </a:lnTo>
                <a:lnTo>
                  <a:pt x="68592" y="384048"/>
                </a:lnTo>
                <a:lnTo>
                  <a:pt x="68592" y="365760"/>
                </a:lnTo>
                <a:lnTo>
                  <a:pt x="158508" y="365760"/>
                </a:lnTo>
                <a:lnTo>
                  <a:pt x="163080" y="364236"/>
                </a:lnTo>
                <a:lnTo>
                  <a:pt x="166128" y="361188"/>
                </a:lnTo>
                <a:lnTo>
                  <a:pt x="169176" y="359664"/>
                </a:lnTo>
                <a:lnTo>
                  <a:pt x="172224" y="355092"/>
                </a:lnTo>
                <a:lnTo>
                  <a:pt x="173748" y="352044"/>
                </a:lnTo>
                <a:lnTo>
                  <a:pt x="175272" y="347472"/>
                </a:lnTo>
                <a:lnTo>
                  <a:pt x="175272" y="3383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6" name="Google Shape;5496;p87"/>
          <p:cNvGrpSpPr/>
          <p:nvPr/>
        </p:nvGrpSpPr>
        <p:grpSpPr>
          <a:xfrm>
            <a:off x="5003291" y="7368540"/>
            <a:ext cx="175260" cy="435863"/>
            <a:chOff x="5003291" y="7368540"/>
            <a:chExt cx="175260" cy="435863"/>
          </a:xfrm>
        </p:grpSpPr>
        <p:pic>
          <p:nvPicPr>
            <p:cNvPr id="5497" name="Google Shape;5497;p87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5003291" y="7464552"/>
              <a:ext cx="175260" cy="3398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498" name="Google Shape;5498;p87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5061203" y="7368540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499" name="Google Shape;5499;p87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5027676" y="6982968"/>
            <a:ext cx="150875" cy="3169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00" name="Google Shape;5500;p87"/>
          <p:cNvGrpSpPr/>
          <p:nvPr/>
        </p:nvGrpSpPr>
        <p:grpSpPr>
          <a:xfrm>
            <a:off x="5003291" y="6208776"/>
            <a:ext cx="225552" cy="705611"/>
            <a:chOff x="5003291" y="6208776"/>
            <a:chExt cx="225552" cy="705611"/>
          </a:xfrm>
        </p:grpSpPr>
        <p:pic>
          <p:nvPicPr>
            <p:cNvPr id="5501" name="Google Shape;5501;p87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5003291" y="6576060"/>
              <a:ext cx="225552" cy="33832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02" name="Google Shape;5502;p87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5003291" y="6208776"/>
              <a:ext cx="175260" cy="34594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503" name="Google Shape;5503;p87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5061203" y="5902451"/>
            <a:ext cx="117348" cy="236219"/>
          </a:xfrm>
          <a:prstGeom prst="rect">
            <a:avLst/>
          </a:prstGeom>
          <a:noFill/>
          <a:ln>
            <a:noFill/>
          </a:ln>
        </p:spPr>
      </p:pic>
      <p:sp>
        <p:nvSpPr>
          <p:cNvPr id="5504" name="Google Shape;5504;p87"/>
          <p:cNvSpPr/>
          <p:nvPr/>
        </p:nvSpPr>
        <p:spPr>
          <a:xfrm>
            <a:off x="5298935" y="8214360"/>
            <a:ext cx="226060" cy="640080"/>
          </a:xfrm>
          <a:custGeom>
            <a:rect b="b" l="l" r="r" t="t"/>
            <a:pathLst>
              <a:path extrusionOk="0" h="640079" w="226060">
                <a:moveTo>
                  <a:pt x="24384" y="528828"/>
                </a:moveTo>
                <a:lnTo>
                  <a:pt x="21336" y="525780"/>
                </a:lnTo>
                <a:lnTo>
                  <a:pt x="18288" y="524256"/>
                </a:lnTo>
                <a:lnTo>
                  <a:pt x="16764" y="522732"/>
                </a:lnTo>
                <a:lnTo>
                  <a:pt x="9144" y="522732"/>
                </a:lnTo>
                <a:lnTo>
                  <a:pt x="6096" y="524256"/>
                </a:lnTo>
                <a:lnTo>
                  <a:pt x="1524" y="528828"/>
                </a:lnTo>
                <a:lnTo>
                  <a:pt x="0" y="531876"/>
                </a:lnTo>
                <a:lnTo>
                  <a:pt x="0" y="537972"/>
                </a:lnTo>
                <a:lnTo>
                  <a:pt x="1524" y="541020"/>
                </a:lnTo>
                <a:lnTo>
                  <a:pt x="6096" y="545592"/>
                </a:lnTo>
                <a:lnTo>
                  <a:pt x="9144" y="547116"/>
                </a:lnTo>
                <a:lnTo>
                  <a:pt x="16764" y="547116"/>
                </a:lnTo>
                <a:lnTo>
                  <a:pt x="18288" y="545592"/>
                </a:lnTo>
                <a:lnTo>
                  <a:pt x="21336" y="544068"/>
                </a:lnTo>
                <a:lnTo>
                  <a:pt x="24384" y="541020"/>
                </a:lnTo>
                <a:lnTo>
                  <a:pt x="24384" y="528828"/>
                </a:lnTo>
                <a:close/>
              </a:path>
              <a:path extrusionOk="0" h="640079" w="226060">
                <a:moveTo>
                  <a:pt x="24384" y="271272"/>
                </a:moveTo>
                <a:lnTo>
                  <a:pt x="21336" y="268224"/>
                </a:lnTo>
                <a:lnTo>
                  <a:pt x="18288" y="266700"/>
                </a:lnTo>
                <a:lnTo>
                  <a:pt x="16764" y="265176"/>
                </a:lnTo>
                <a:lnTo>
                  <a:pt x="9144" y="265176"/>
                </a:lnTo>
                <a:lnTo>
                  <a:pt x="6096" y="266700"/>
                </a:lnTo>
                <a:lnTo>
                  <a:pt x="1524" y="271272"/>
                </a:lnTo>
                <a:lnTo>
                  <a:pt x="0" y="274320"/>
                </a:lnTo>
                <a:lnTo>
                  <a:pt x="0" y="280416"/>
                </a:lnTo>
                <a:lnTo>
                  <a:pt x="1524" y="283464"/>
                </a:lnTo>
                <a:lnTo>
                  <a:pt x="6096" y="288036"/>
                </a:lnTo>
                <a:lnTo>
                  <a:pt x="9144" y="289560"/>
                </a:lnTo>
                <a:lnTo>
                  <a:pt x="16764" y="289560"/>
                </a:lnTo>
                <a:lnTo>
                  <a:pt x="18288" y="288036"/>
                </a:lnTo>
                <a:lnTo>
                  <a:pt x="21336" y="286512"/>
                </a:lnTo>
                <a:lnTo>
                  <a:pt x="24384" y="283464"/>
                </a:lnTo>
                <a:lnTo>
                  <a:pt x="24384" y="271272"/>
                </a:lnTo>
                <a:close/>
              </a:path>
              <a:path extrusionOk="0" h="640079" w="226060">
                <a:moveTo>
                  <a:pt x="172212" y="507492"/>
                </a:moveTo>
                <a:lnTo>
                  <a:pt x="169164" y="507492"/>
                </a:lnTo>
                <a:lnTo>
                  <a:pt x="169164" y="516636"/>
                </a:lnTo>
                <a:lnTo>
                  <a:pt x="163068" y="522732"/>
                </a:lnTo>
                <a:lnTo>
                  <a:pt x="160020" y="524256"/>
                </a:lnTo>
                <a:lnTo>
                  <a:pt x="57912" y="524256"/>
                </a:lnTo>
                <a:lnTo>
                  <a:pt x="57912" y="528828"/>
                </a:lnTo>
                <a:lnTo>
                  <a:pt x="71628" y="562356"/>
                </a:lnTo>
                <a:lnTo>
                  <a:pt x="74676" y="560832"/>
                </a:lnTo>
                <a:lnTo>
                  <a:pt x="74676" y="557784"/>
                </a:lnTo>
                <a:lnTo>
                  <a:pt x="73152" y="554736"/>
                </a:lnTo>
                <a:lnTo>
                  <a:pt x="73152" y="550164"/>
                </a:lnTo>
                <a:lnTo>
                  <a:pt x="74676" y="548640"/>
                </a:lnTo>
                <a:lnTo>
                  <a:pt x="74676" y="547116"/>
                </a:lnTo>
                <a:lnTo>
                  <a:pt x="76200" y="547116"/>
                </a:lnTo>
                <a:lnTo>
                  <a:pt x="77724" y="545592"/>
                </a:lnTo>
                <a:lnTo>
                  <a:pt x="80772" y="545592"/>
                </a:lnTo>
                <a:lnTo>
                  <a:pt x="83820" y="544068"/>
                </a:lnTo>
                <a:lnTo>
                  <a:pt x="160020" y="544068"/>
                </a:lnTo>
                <a:lnTo>
                  <a:pt x="163068" y="545592"/>
                </a:lnTo>
                <a:lnTo>
                  <a:pt x="164592" y="547116"/>
                </a:lnTo>
                <a:lnTo>
                  <a:pt x="167640" y="548640"/>
                </a:lnTo>
                <a:lnTo>
                  <a:pt x="167640" y="550164"/>
                </a:lnTo>
                <a:lnTo>
                  <a:pt x="169164" y="551688"/>
                </a:lnTo>
                <a:lnTo>
                  <a:pt x="169164" y="560832"/>
                </a:lnTo>
                <a:lnTo>
                  <a:pt x="172212" y="560832"/>
                </a:lnTo>
                <a:lnTo>
                  <a:pt x="172212" y="544068"/>
                </a:lnTo>
                <a:lnTo>
                  <a:pt x="172212" y="507492"/>
                </a:lnTo>
                <a:close/>
              </a:path>
              <a:path extrusionOk="0" h="640079" w="226060">
                <a:moveTo>
                  <a:pt x="172212" y="249936"/>
                </a:moveTo>
                <a:lnTo>
                  <a:pt x="169164" y="249936"/>
                </a:lnTo>
                <a:lnTo>
                  <a:pt x="169164" y="259080"/>
                </a:lnTo>
                <a:lnTo>
                  <a:pt x="163068" y="265176"/>
                </a:lnTo>
                <a:lnTo>
                  <a:pt x="160020" y="266700"/>
                </a:lnTo>
                <a:lnTo>
                  <a:pt x="57912" y="266700"/>
                </a:lnTo>
                <a:lnTo>
                  <a:pt x="57912" y="272796"/>
                </a:lnTo>
                <a:lnTo>
                  <a:pt x="71628" y="304800"/>
                </a:lnTo>
                <a:lnTo>
                  <a:pt x="74676" y="303276"/>
                </a:lnTo>
                <a:lnTo>
                  <a:pt x="74676" y="300228"/>
                </a:lnTo>
                <a:lnTo>
                  <a:pt x="73152" y="297180"/>
                </a:lnTo>
                <a:lnTo>
                  <a:pt x="73152" y="292608"/>
                </a:lnTo>
                <a:lnTo>
                  <a:pt x="77724" y="288036"/>
                </a:lnTo>
                <a:lnTo>
                  <a:pt x="80772" y="288036"/>
                </a:lnTo>
                <a:lnTo>
                  <a:pt x="83820" y="286512"/>
                </a:lnTo>
                <a:lnTo>
                  <a:pt x="160020" y="286512"/>
                </a:lnTo>
                <a:lnTo>
                  <a:pt x="163068" y="288036"/>
                </a:lnTo>
                <a:lnTo>
                  <a:pt x="164592" y="289560"/>
                </a:lnTo>
                <a:lnTo>
                  <a:pt x="167640" y="291084"/>
                </a:lnTo>
                <a:lnTo>
                  <a:pt x="167640" y="292608"/>
                </a:lnTo>
                <a:lnTo>
                  <a:pt x="169164" y="294132"/>
                </a:lnTo>
                <a:lnTo>
                  <a:pt x="169164" y="303276"/>
                </a:lnTo>
                <a:lnTo>
                  <a:pt x="172212" y="303276"/>
                </a:lnTo>
                <a:lnTo>
                  <a:pt x="172212" y="286512"/>
                </a:lnTo>
                <a:lnTo>
                  <a:pt x="172212" y="249936"/>
                </a:lnTo>
                <a:close/>
              </a:path>
              <a:path extrusionOk="0" h="640079" w="226060">
                <a:moveTo>
                  <a:pt x="172224" y="316992"/>
                </a:moveTo>
                <a:lnTo>
                  <a:pt x="169176" y="316992"/>
                </a:lnTo>
                <a:lnTo>
                  <a:pt x="169176" y="326136"/>
                </a:lnTo>
                <a:lnTo>
                  <a:pt x="167652" y="327660"/>
                </a:lnTo>
                <a:lnTo>
                  <a:pt x="166128" y="330708"/>
                </a:lnTo>
                <a:lnTo>
                  <a:pt x="164604" y="332232"/>
                </a:lnTo>
                <a:lnTo>
                  <a:pt x="163080" y="332232"/>
                </a:lnTo>
                <a:lnTo>
                  <a:pt x="160032" y="333756"/>
                </a:lnTo>
                <a:lnTo>
                  <a:pt x="89928" y="333756"/>
                </a:lnTo>
                <a:lnTo>
                  <a:pt x="82308" y="335280"/>
                </a:lnTo>
                <a:lnTo>
                  <a:pt x="77736" y="336804"/>
                </a:lnTo>
                <a:lnTo>
                  <a:pt x="65544" y="342900"/>
                </a:lnTo>
                <a:lnTo>
                  <a:pt x="59448" y="352044"/>
                </a:lnTo>
                <a:lnTo>
                  <a:pt x="57924" y="356616"/>
                </a:lnTo>
                <a:lnTo>
                  <a:pt x="57924" y="368808"/>
                </a:lnTo>
                <a:lnTo>
                  <a:pt x="82308" y="400812"/>
                </a:lnTo>
                <a:lnTo>
                  <a:pt x="74688" y="402336"/>
                </a:lnTo>
                <a:lnTo>
                  <a:pt x="68592" y="405384"/>
                </a:lnTo>
                <a:lnTo>
                  <a:pt x="64020" y="409956"/>
                </a:lnTo>
                <a:lnTo>
                  <a:pt x="60972" y="414528"/>
                </a:lnTo>
                <a:lnTo>
                  <a:pt x="57924" y="420624"/>
                </a:lnTo>
                <a:lnTo>
                  <a:pt x="57924" y="431292"/>
                </a:lnTo>
                <a:lnTo>
                  <a:pt x="60972" y="440436"/>
                </a:lnTo>
                <a:lnTo>
                  <a:pt x="62496" y="443484"/>
                </a:lnTo>
                <a:lnTo>
                  <a:pt x="65544" y="448056"/>
                </a:lnTo>
                <a:lnTo>
                  <a:pt x="82308" y="464820"/>
                </a:lnTo>
                <a:lnTo>
                  <a:pt x="57924" y="464820"/>
                </a:lnTo>
                <a:lnTo>
                  <a:pt x="57924" y="470916"/>
                </a:lnTo>
                <a:lnTo>
                  <a:pt x="71640" y="502920"/>
                </a:lnTo>
                <a:lnTo>
                  <a:pt x="74688" y="501396"/>
                </a:lnTo>
                <a:lnTo>
                  <a:pt x="74688" y="498348"/>
                </a:lnTo>
                <a:lnTo>
                  <a:pt x="73164" y="495300"/>
                </a:lnTo>
                <a:lnTo>
                  <a:pt x="73164" y="490728"/>
                </a:lnTo>
                <a:lnTo>
                  <a:pt x="77736" y="486156"/>
                </a:lnTo>
                <a:lnTo>
                  <a:pt x="80784" y="486156"/>
                </a:lnTo>
                <a:lnTo>
                  <a:pt x="83832" y="484632"/>
                </a:lnTo>
                <a:lnTo>
                  <a:pt x="155460" y="484632"/>
                </a:lnTo>
                <a:lnTo>
                  <a:pt x="160032" y="486156"/>
                </a:lnTo>
                <a:lnTo>
                  <a:pt x="163080" y="486156"/>
                </a:lnTo>
                <a:lnTo>
                  <a:pt x="164604" y="487680"/>
                </a:lnTo>
                <a:lnTo>
                  <a:pt x="167652" y="489204"/>
                </a:lnTo>
                <a:lnTo>
                  <a:pt x="167652" y="490728"/>
                </a:lnTo>
                <a:lnTo>
                  <a:pt x="169176" y="493776"/>
                </a:lnTo>
                <a:lnTo>
                  <a:pt x="169176" y="501396"/>
                </a:lnTo>
                <a:lnTo>
                  <a:pt x="172224" y="501396"/>
                </a:lnTo>
                <a:lnTo>
                  <a:pt x="172224" y="484632"/>
                </a:lnTo>
                <a:lnTo>
                  <a:pt x="172224" y="448056"/>
                </a:lnTo>
                <a:lnTo>
                  <a:pt x="169176" y="448056"/>
                </a:lnTo>
                <a:lnTo>
                  <a:pt x="169176" y="457200"/>
                </a:lnTo>
                <a:lnTo>
                  <a:pt x="167652" y="460248"/>
                </a:lnTo>
                <a:lnTo>
                  <a:pt x="167652" y="461772"/>
                </a:lnTo>
                <a:lnTo>
                  <a:pt x="164604" y="463296"/>
                </a:lnTo>
                <a:lnTo>
                  <a:pt x="163080" y="463296"/>
                </a:lnTo>
                <a:lnTo>
                  <a:pt x="160032" y="464820"/>
                </a:lnTo>
                <a:lnTo>
                  <a:pt x="88404" y="464820"/>
                </a:lnTo>
                <a:lnTo>
                  <a:pt x="83832" y="461772"/>
                </a:lnTo>
                <a:lnTo>
                  <a:pt x="80784" y="457200"/>
                </a:lnTo>
                <a:lnTo>
                  <a:pt x="77736" y="449580"/>
                </a:lnTo>
                <a:lnTo>
                  <a:pt x="74688" y="446532"/>
                </a:lnTo>
                <a:lnTo>
                  <a:pt x="73164" y="441960"/>
                </a:lnTo>
                <a:lnTo>
                  <a:pt x="73164" y="431292"/>
                </a:lnTo>
                <a:lnTo>
                  <a:pt x="76212" y="426720"/>
                </a:lnTo>
                <a:lnTo>
                  <a:pt x="85356" y="420624"/>
                </a:lnTo>
                <a:lnTo>
                  <a:pt x="91452" y="419100"/>
                </a:lnTo>
                <a:lnTo>
                  <a:pt x="160032" y="419100"/>
                </a:lnTo>
                <a:lnTo>
                  <a:pt x="160032" y="420624"/>
                </a:lnTo>
                <a:lnTo>
                  <a:pt x="163080" y="420624"/>
                </a:lnTo>
                <a:lnTo>
                  <a:pt x="166128" y="422148"/>
                </a:lnTo>
                <a:lnTo>
                  <a:pt x="167652" y="423672"/>
                </a:lnTo>
                <a:lnTo>
                  <a:pt x="169176" y="426720"/>
                </a:lnTo>
                <a:lnTo>
                  <a:pt x="169176" y="435864"/>
                </a:lnTo>
                <a:lnTo>
                  <a:pt x="172224" y="435864"/>
                </a:lnTo>
                <a:lnTo>
                  <a:pt x="172224" y="419100"/>
                </a:lnTo>
                <a:lnTo>
                  <a:pt x="172224" y="399288"/>
                </a:lnTo>
                <a:lnTo>
                  <a:pt x="172224" y="382524"/>
                </a:lnTo>
                <a:lnTo>
                  <a:pt x="169176" y="382524"/>
                </a:lnTo>
                <a:lnTo>
                  <a:pt x="169176" y="391668"/>
                </a:lnTo>
                <a:lnTo>
                  <a:pt x="167652" y="393192"/>
                </a:lnTo>
                <a:lnTo>
                  <a:pt x="166128" y="396240"/>
                </a:lnTo>
                <a:lnTo>
                  <a:pt x="164604" y="397764"/>
                </a:lnTo>
                <a:lnTo>
                  <a:pt x="163080" y="397764"/>
                </a:lnTo>
                <a:lnTo>
                  <a:pt x="161556" y="399288"/>
                </a:lnTo>
                <a:lnTo>
                  <a:pt x="88404" y="399288"/>
                </a:lnTo>
                <a:lnTo>
                  <a:pt x="82308" y="393192"/>
                </a:lnTo>
                <a:lnTo>
                  <a:pt x="76212" y="384048"/>
                </a:lnTo>
                <a:lnTo>
                  <a:pt x="74688" y="379476"/>
                </a:lnTo>
                <a:lnTo>
                  <a:pt x="73164" y="376428"/>
                </a:lnTo>
                <a:lnTo>
                  <a:pt x="73164" y="364236"/>
                </a:lnTo>
                <a:lnTo>
                  <a:pt x="76212" y="359664"/>
                </a:lnTo>
                <a:lnTo>
                  <a:pt x="80784" y="356616"/>
                </a:lnTo>
                <a:lnTo>
                  <a:pt x="85356" y="355092"/>
                </a:lnTo>
                <a:lnTo>
                  <a:pt x="91452" y="353568"/>
                </a:lnTo>
                <a:lnTo>
                  <a:pt x="160032" y="353568"/>
                </a:lnTo>
                <a:lnTo>
                  <a:pt x="166128" y="356616"/>
                </a:lnTo>
                <a:lnTo>
                  <a:pt x="166128" y="358140"/>
                </a:lnTo>
                <a:lnTo>
                  <a:pt x="169176" y="361188"/>
                </a:lnTo>
                <a:lnTo>
                  <a:pt x="169176" y="370332"/>
                </a:lnTo>
                <a:lnTo>
                  <a:pt x="172224" y="370332"/>
                </a:lnTo>
                <a:lnTo>
                  <a:pt x="172224" y="353568"/>
                </a:lnTo>
                <a:lnTo>
                  <a:pt x="172224" y="316992"/>
                </a:lnTo>
                <a:close/>
              </a:path>
              <a:path extrusionOk="0" h="640079" w="226060">
                <a:moveTo>
                  <a:pt x="172224" y="123444"/>
                </a:moveTo>
                <a:lnTo>
                  <a:pt x="169176" y="123444"/>
                </a:lnTo>
                <a:lnTo>
                  <a:pt x="169176" y="132588"/>
                </a:lnTo>
                <a:lnTo>
                  <a:pt x="167652" y="134112"/>
                </a:lnTo>
                <a:lnTo>
                  <a:pt x="166128" y="137160"/>
                </a:lnTo>
                <a:lnTo>
                  <a:pt x="164604" y="138684"/>
                </a:lnTo>
                <a:lnTo>
                  <a:pt x="163080" y="138684"/>
                </a:lnTo>
                <a:lnTo>
                  <a:pt x="160032" y="140208"/>
                </a:lnTo>
                <a:lnTo>
                  <a:pt x="89928" y="140208"/>
                </a:lnTo>
                <a:lnTo>
                  <a:pt x="82308" y="141732"/>
                </a:lnTo>
                <a:lnTo>
                  <a:pt x="77736" y="143256"/>
                </a:lnTo>
                <a:lnTo>
                  <a:pt x="65544" y="149352"/>
                </a:lnTo>
                <a:lnTo>
                  <a:pt x="59448" y="158496"/>
                </a:lnTo>
                <a:lnTo>
                  <a:pt x="57924" y="163068"/>
                </a:lnTo>
                <a:lnTo>
                  <a:pt x="57924" y="169164"/>
                </a:lnTo>
                <a:lnTo>
                  <a:pt x="59588" y="178549"/>
                </a:lnTo>
                <a:lnTo>
                  <a:pt x="64401" y="188214"/>
                </a:lnTo>
                <a:lnTo>
                  <a:pt x="72059" y="197891"/>
                </a:lnTo>
                <a:lnTo>
                  <a:pt x="82308" y="207264"/>
                </a:lnTo>
                <a:lnTo>
                  <a:pt x="57924" y="207264"/>
                </a:lnTo>
                <a:lnTo>
                  <a:pt x="57924" y="213360"/>
                </a:lnTo>
                <a:lnTo>
                  <a:pt x="71640" y="245364"/>
                </a:lnTo>
                <a:lnTo>
                  <a:pt x="74688" y="243840"/>
                </a:lnTo>
                <a:lnTo>
                  <a:pt x="74688" y="240792"/>
                </a:lnTo>
                <a:lnTo>
                  <a:pt x="73164" y="237744"/>
                </a:lnTo>
                <a:lnTo>
                  <a:pt x="73164" y="233172"/>
                </a:lnTo>
                <a:lnTo>
                  <a:pt x="77736" y="228600"/>
                </a:lnTo>
                <a:lnTo>
                  <a:pt x="80784" y="228600"/>
                </a:lnTo>
                <a:lnTo>
                  <a:pt x="83832" y="227076"/>
                </a:lnTo>
                <a:lnTo>
                  <a:pt x="156984" y="227076"/>
                </a:lnTo>
                <a:lnTo>
                  <a:pt x="163080" y="228600"/>
                </a:lnTo>
                <a:lnTo>
                  <a:pt x="164604" y="230124"/>
                </a:lnTo>
                <a:lnTo>
                  <a:pt x="167652" y="231648"/>
                </a:lnTo>
                <a:lnTo>
                  <a:pt x="169176" y="236220"/>
                </a:lnTo>
                <a:lnTo>
                  <a:pt x="169176" y="243840"/>
                </a:lnTo>
                <a:lnTo>
                  <a:pt x="172224" y="243840"/>
                </a:lnTo>
                <a:lnTo>
                  <a:pt x="172224" y="227076"/>
                </a:lnTo>
                <a:lnTo>
                  <a:pt x="172224" y="190500"/>
                </a:lnTo>
                <a:lnTo>
                  <a:pt x="169176" y="190500"/>
                </a:lnTo>
                <a:lnTo>
                  <a:pt x="169176" y="199644"/>
                </a:lnTo>
                <a:lnTo>
                  <a:pt x="167652" y="202692"/>
                </a:lnTo>
                <a:lnTo>
                  <a:pt x="167652" y="204216"/>
                </a:lnTo>
                <a:lnTo>
                  <a:pt x="164604" y="205740"/>
                </a:lnTo>
                <a:lnTo>
                  <a:pt x="163080" y="205740"/>
                </a:lnTo>
                <a:lnTo>
                  <a:pt x="161556" y="207264"/>
                </a:lnTo>
                <a:lnTo>
                  <a:pt x="89928" y="207264"/>
                </a:lnTo>
                <a:lnTo>
                  <a:pt x="82804" y="200177"/>
                </a:lnTo>
                <a:lnTo>
                  <a:pt x="77546" y="192786"/>
                </a:lnTo>
                <a:lnTo>
                  <a:pt x="74282" y="185407"/>
                </a:lnTo>
                <a:lnTo>
                  <a:pt x="73190" y="178549"/>
                </a:lnTo>
                <a:lnTo>
                  <a:pt x="73164" y="172212"/>
                </a:lnTo>
                <a:lnTo>
                  <a:pt x="76212" y="167640"/>
                </a:lnTo>
                <a:lnTo>
                  <a:pt x="85356" y="161544"/>
                </a:lnTo>
                <a:lnTo>
                  <a:pt x="92976" y="160020"/>
                </a:lnTo>
                <a:lnTo>
                  <a:pt x="158508" y="160020"/>
                </a:lnTo>
                <a:lnTo>
                  <a:pt x="160032" y="161544"/>
                </a:lnTo>
                <a:lnTo>
                  <a:pt x="163080" y="161544"/>
                </a:lnTo>
                <a:lnTo>
                  <a:pt x="166128" y="163068"/>
                </a:lnTo>
                <a:lnTo>
                  <a:pt x="169176" y="166116"/>
                </a:lnTo>
                <a:lnTo>
                  <a:pt x="169176" y="176784"/>
                </a:lnTo>
                <a:lnTo>
                  <a:pt x="172224" y="176784"/>
                </a:lnTo>
                <a:lnTo>
                  <a:pt x="172224" y="160020"/>
                </a:lnTo>
                <a:lnTo>
                  <a:pt x="172224" y="123444"/>
                </a:lnTo>
                <a:close/>
              </a:path>
              <a:path extrusionOk="0" h="640079" w="226060">
                <a:moveTo>
                  <a:pt x="175272" y="594360"/>
                </a:moveTo>
                <a:lnTo>
                  <a:pt x="173748" y="588264"/>
                </a:lnTo>
                <a:lnTo>
                  <a:pt x="169176" y="583692"/>
                </a:lnTo>
                <a:lnTo>
                  <a:pt x="166128" y="577596"/>
                </a:lnTo>
                <a:lnTo>
                  <a:pt x="160032" y="573024"/>
                </a:lnTo>
                <a:lnTo>
                  <a:pt x="150888" y="571500"/>
                </a:lnTo>
                <a:lnTo>
                  <a:pt x="150888" y="577596"/>
                </a:lnTo>
                <a:lnTo>
                  <a:pt x="153936" y="577596"/>
                </a:lnTo>
                <a:lnTo>
                  <a:pt x="158508" y="582168"/>
                </a:lnTo>
                <a:lnTo>
                  <a:pt x="160032" y="585216"/>
                </a:lnTo>
                <a:lnTo>
                  <a:pt x="160032" y="595884"/>
                </a:lnTo>
                <a:lnTo>
                  <a:pt x="156984" y="598932"/>
                </a:lnTo>
                <a:lnTo>
                  <a:pt x="153936" y="600456"/>
                </a:lnTo>
                <a:lnTo>
                  <a:pt x="149364" y="601980"/>
                </a:lnTo>
                <a:lnTo>
                  <a:pt x="68592" y="601980"/>
                </a:lnTo>
                <a:lnTo>
                  <a:pt x="68592" y="576072"/>
                </a:lnTo>
                <a:lnTo>
                  <a:pt x="60972" y="576072"/>
                </a:lnTo>
                <a:lnTo>
                  <a:pt x="60972" y="601980"/>
                </a:lnTo>
                <a:lnTo>
                  <a:pt x="24396" y="601980"/>
                </a:lnTo>
                <a:lnTo>
                  <a:pt x="24396" y="605028"/>
                </a:lnTo>
                <a:lnTo>
                  <a:pt x="33540" y="608076"/>
                </a:lnTo>
                <a:lnTo>
                  <a:pt x="38112" y="611124"/>
                </a:lnTo>
                <a:lnTo>
                  <a:pt x="47256" y="615696"/>
                </a:lnTo>
                <a:lnTo>
                  <a:pt x="53352" y="620268"/>
                </a:lnTo>
                <a:lnTo>
                  <a:pt x="56400" y="624840"/>
                </a:lnTo>
                <a:lnTo>
                  <a:pt x="60972" y="629412"/>
                </a:lnTo>
                <a:lnTo>
                  <a:pt x="64020" y="633984"/>
                </a:lnTo>
                <a:lnTo>
                  <a:pt x="65544" y="640080"/>
                </a:lnTo>
                <a:lnTo>
                  <a:pt x="68592" y="640080"/>
                </a:lnTo>
                <a:lnTo>
                  <a:pt x="68592" y="621792"/>
                </a:lnTo>
                <a:lnTo>
                  <a:pt x="153936" y="621792"/>
                </a:lnTo>
                <a:lnTo>
                  <a:pt x="160032" y="620268"/>
                </a:lnTo>
                <a:lnTo>
                  <a:pt x="163080" y="618744"/>
                </a:lnTo>
                <a:lnTo>
                  <a:pt x="167652" y="617220"/>
                </a:lnTo>
                <a:lnTo>
                  <a:pt x="170700" y="614172"/>
                </a:lnTo>
                <a:lnTo>
                  <a:pt x="172224" y="611124"/>
                </a:lnTo>
                <a:lnTo>
                  <a:pt x="175272" y="606552"/>
                </a:lnTo>
                <a:lnTo>
                  <a:pt x="175272" y="594360"/>
                </a:lnTo>
                <a:close/>
              </a:path>
              <a:path extrusionOk="0" h="640079" w="226060">
                <a:moveTo>
                  <a:pt x="225564" y="64008"/>
                </a:moveTo>
                <a:lnTo>
                  <a:pt x="224421" y="48869"/>
                </a:lnTo>
                <a:lnTo>
                  <a:pt x="220992" y="35433"/>
                </a:lnTo>
                <a:lnTo>
                  <a:pt x="220891" y="35242"/>
                </a:lnTo>
                <a:lnTo>
                  <a:pt x="215277" y="23723"/>
                </a:lnTo>
                <a:lnTo>
                  <a:pt x="210235" y="17424"/>
                </a:lnTo>
                <a:lnTo>
                  <a:pt x="210235" y="56388"/>
                </a:lnTo>
                <a:lnTo>
                  <a:pt x="210007" y="64198"/>
                </a:lnTo>
                <a:lnTo>
                  <a:pt x="198132" y="96012"/>
                </a:lnTo>
                <a:lnTo>
                  <a:pt x="187464" y="96012"/>
                </a:lnTo>
                <a:lnTo>
                  <a:pt x="184416" y="94488"/>
                </a:lnTo>
                <a:lnTo>
                  <a:pt x="179844" y="91440"/>
                </a:lnTo>
                <a:lnTo>
                  <a:pt x="176796" y="89916"/>
                </a:lnTo>
                <a:lnTo>
                  <a:pt x="173748" y="86868"/>
                </a:lnTo>
                <a:lnTo>
                  <a:pt x="172224" y="85344"/>
                </a:lnTo>
                <a:lnTo>
                  <a:pt x="172237" y="85178"/>
                </a:lnTo>
                <a:lnTo>
                  <a:pt x="173101" y="76733"/>
                </a:lnTo>
                <a:lnTo>
                  <a:pt x="173228" y="73914"/>
                </a:lnTo>
                <a:lnTo>
                  <a:pt x="173329" y="71628"/>
                </a:lnTo>
                <a:lnTo>
                  <a:pt x="173405" y="69799"/>
                </a:lnTo>
                <a:lnTo>
                  <a:pt x="173469" y="68580"/>
                </a:lnTo>
                <a:lnTo>
                  <a:pt x="173558" y="66675"/>
                </a:lnTo>
                <a:lnTo>
                  <a:pt x="173634" y="60960"/>
                </a:lnTo>
                <a:lnTo>
                  <a:pt x="173748" y="41148"/>
                </a:lnTo>
                <a:lnTo>
                  <a:pt x="174650" y="31965"/>
                </a:lnTo>
                <a:lnTo>
                  <a:pt x="182892" y="7620"/>
                </a:lnTo>
                <a:lnTo>
                  <a:pt x="192036" y="7620"/>
                </a:lnTo>
                <a:lnTo>
                  <a:pt x="208864" y="33528"/>
                </a:lnTo>
                <a:lnTo>
                  <a:pt x="209994" y="42672"/>
                </a:lnTo>
                <a:lnTo>
                  <a:pt x="210096" y="46101"/>
                </a:lnTo>
                <a:lnTo>
                  <a:pt x="210185" y="48869"/>
                </a:lnTo>
                <a:lnTo>
                  <a:pt x="210235" y="56388"/>
                </a:lnTo>
                <a:lnTo>
                  <a:pt x="210235" y="17424"/>
                </a:lnTo>
                <a:lnTo>
                  <a:pt x="207276" y="13716"/>
                </a:lnTo>
                <a:lnTo>
                  <a:pt x="201193" y="7620"/>
                </a:lnTo>
                <a:lnTo>
                  <a:pt x="194894" y="3429"/>
                </a:lnTo>
                <a:lnTo>
                  <a:pt x="188201" y="863"/>
                </a:lnTo>
                <a:lnTo>
                  <a:pt x="181368" y="0"/>
                </a:lnTo>
                <a:lnTo>
                  <a:pt x="175272" y="0"/>
                </a:lnTo>
                <a:lnTo>
                  <a:pt x="169176" y="3048"/>
                </a:lnTo>
                <a:lnTo>
                  <a:pt x="160032" y="12192"/>
                </a:lnTo>
                <a:lnTo>
                  <a:pt x="156984" y="18288"/>
                </a:lnTo>
                <a:lnTo>
                  <a:pt x="155460" y="25908"/>
                </a:lnTo>
                <a:lnTo>
                  <a:pt x="155460" y="68580"/>
                </a:lnTo>
                <a:lnTo>
                  <a:pt x="153936" y="74676"/>
                </a:lnTo>
                <a:lnTo>
                  <a:pt x="153936" y="80772"/>
                </a:lnTo>
                <a:lnTo>
                  <a:pt x="152412" y="83820"/>
                </a:lnTo>
                <a:lnTo>
                  <a:pt x="152412" y="85344"/>
                </a:lnTo>
                <a:lnTo>
                  <a:pt x="150888" y="86868"/>
                </a:lnTo>
                <a:lnTo>
                  <a:pt x="144792" y="86868"/>
                </a:lnTo>
                <a:lnTo>
                  <a:pt x="141744" y="85344"/>
                </a:lnTo>
                <a:lnTo>
                  <a:pt x="134124" y="77724"/>
                </a:lnTo>
                <a:lnTo>
                  <a:pt x="135648" y="71628"/>
                </a:lnTo>
                <a:lnTo>
                  <a:pt x="135648" y="60960"/>
                </a:lnTo>
                <a:lnTo>
                  <a:pt x="135051" y="51244"/>
                </a:lnTo>
                <a:lnTo>
                  <a:pt x="133172" y="42672"/>
                </a:lnTo>
                <a:lnTo>
                  <a:pt x="133096" y="42506"/>
                </a:lnTo>
                <a:lnTo>
                  <a:pt x="130454" y="36576"/>
                </a:lnTo>
                <a:lnTo>
                  <a:pt x="129857" y="35242"/>
                </a:lnTo>
                <a:lnTo>
                  <a:pt x="129552" y="34861"/>
                </a:lnTo>
                <a:lnTo>
                  <a:pt x="129552" y="65532"/>
                </a:lnTo>
                <a:lnTo>
                  <a:pt x="128028" y="71628"/>
                </a:lnTo>
                <a:lnTo>
                  <a:pt x="92976" y="83820"/>
                </a:lnTo>
                <a:lnTo>
                  <a:pt x="83832" y="83820"/>
                </a:lnTo>
                <a:lnTo>
                  <a:pt x="76212" y="82296"/>
                </a:lnTo>
                <a:lnTo>
                  <a:pt x="67068" y="73152"/>
                </a:lnTo>
                <a:lnTo>
                  <a:pt x="64020" y="68580"/>
                </a:lnTo>
                <a:lnTo>
                  <a:pt x="64020" y="56388"/>
                </a:lnTo>
                <a:lnTo>
                  <a:pt x="102120" y="36576"/>
                </a:lnTo>
                <a:lnTo>
                  <a:pt x="111264" y="36576"/>
                </a:lnTo>
                <a:lnTo>
                  <a:pt x="129552" y="65532"/>
                </a:lnTo>
                <a:lnTo>
                  <a:pt x="129552" y="34861"/>
                </a:lnTo>
                <a:lnTo>
                  <a:pt x="100596" y="16764"/>
                </a:lnTo>
                <a:lnTo>
                  <a:pt x="91452" y="16764"/>
                </a:lnTo>
                <a:lnTo>
                  <a:pt x="83832" y="19812"/>
                </a:lnTo>
                <a:lnTo>
                  <a:pt x="77736" y="24384"/>
                </a:lnTo>
                <a:lnTo>
                  <a:pt x="77736" y="3048"/>
                </a:lnTo>
                <a:lnTo>
                  <a:pt x="76212" y="3048"/>
                </a:lnTo>
                <a:lnTo>
                  <a:pt x="74688" y="1524"/>
                </a:lnTo>
                <a:lnTo>
                  <a:pt x="71640" y="1524"/>
                </a:lnTo>
                <a:lnTo>
                  <a:pt x="70116" y="3048"/>
                </a:lnTo>
                <a:lnTo>
                  <a:pt x="68592" y="3048"/>
                </a:lnTo>
                <a:lnTo>
                  <a:pt x="68592" y="4572"/>
                </a:lnTo>
                <a:lnTo>
                  <a:pt x="67068" y="4572"/>
                </a:lnTo>
                <a:lnTo>
                  <a:pt x="67068" y="33528"/>
                </a:lnTo>
                <a:lnTo>
                  <a:pt x="63068" y="39535"/>
                </a:lnTo>
                <a:lnTo>
                  <a:pt x="60210" y="46101"/>
                </a:lnTo>
                <a:lnTo>
                  <a:pt x="58496" y="53251"/>
                </a:lnTo>
                <a:lnTo>
                  <a:pt x="58369" y="54914"/>
                </a:lnTo>
                <a:lnTo>
                  <a:pt x="58254" y="56388"/>
                </a:lnTo>
                <a:lnTo>
                  <a:pt x="76111" y="97205"/>
                </a:lnTo>
                <a:lnTo>
                  <a:pt x="97548" y="103632"/>
                </a:lnTo>
                <a:lnTo>
                  <a:pt x="105168" y="103632"/>
                </a:lnTo>
                <a:lnTo>
                  <a:pt x="131076" y="83820"/>
                </a:lnTo>
                <a:lnTo>
                  <a:pt x="138696" y="92964"/>
                </a:lnTo>
                <a:lnTo>
                  <a:pt x="143268" y="97536"/>
                </a:lnTo>
                <a:lnTo>
                  <a:pt x="152412" y="103632"/>
                </a:lnTo>
                <a:lnTo>
                  <a:pt x="163080" y="103632"/>
                </a:lnTo>
                <a:lnTo>
                  <a:pt x="167652" y="99060"/>
                </a:lnTo>
                <a:lnTo>
                  <a:pt x="169176" y="96012"/>
                </a:lnTo>
                <a:lnTo>
                  <a:pt x="172224" y="91440"/>
                </a:lnTo>
                <a:lnTo>
                  <a:pt x="184416" y="103632"/>
                </a:lnTo>
                <a:lnTo>
                  <a:pt x="190512" y="108204"/>
                </a:lnTo>
                <a:lnTo>
                  <a:pt x="193560" y="111252"/>
                </a:lnTo>
                <a:lnTo>
                  <a:pt x="196608" y="112776"/>
                </a:lnTo>
                <a:lnTo>
                  <a:pt x="207276" y="112776"/>
                </a:lnTo>
                <a:lnTo>
                  <a:pt x="211848" y="109728"/>
                </a:lnTo>
                <a:lnTo>
                  <a:pt x="214896" y="103632"/>
                </a:lnTo>
                <a:lnTo>
                  <a:pt x="219240" y="96012"/>
                </a:lnTo>
                <a:lnTo>
                  <a:pt x="219773" y="95084"/>
                </a:lnTo>
                <a:lnTo>
                  <a:pt x="223088" y="85534"/>
                </a:lnTo>
                <a:lnTo>
                  <a:pt x="223151" y="85178"/>
                </a:lnTo>
                <a:lnTo>
                  <a:pt x="224967" y="75133"/>
                </a:lnTo>
                <a:lnTo>
                  <a:pt x="225031" y="73914"/>
                </a:lnTo>
                <a:lnTo>
                  <a:pt x="225145" y="71628"/>
                </a:lnTo>
                <a:lnTo>
                  <a:pt x="225247" y="69799"/>
                </a:lnTo>
                <a:lnTo>
                  <a:pt x="225310" y="68580"/>
                </a:lnTo>
                <a:lnTo>
                  <a:pt x="225412" y="66675"/>
                </a:lnTo>
                <a:lnTo>
                  <a:pt x="225475" y="65532"/>
                </a:lnTo>
                <a:lnTo>
                  <a:pt x="225564" y="640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5" name="Google Shape;5505;p87"/>
          <p:cNvSpPr/>
          <p:nvPr/>
        </p:nvSpPr>
        <p:spPr>
          <a:xfrm>
            <a:off x="2470404" y="5109971"/>
            <a:ext cx="60960" cy="60960"/>
          </a:xfrm>
          <a:custGeom>
            <a:rect b="b" l="l" r="r" t="t"/>
            <a:pathLst>
              <a:path extrusionOk="0" h="60960" w="60960">
                <a:moveTo>
                  <a:pt x="38099" y="60959"/>
                </a:moveTo>
                <a:lnTo>
                  <a:pt x="21335" y="60959"/>
                </a:lnTo>
                <a:lnTo>
                  <a:pt x="13715" y="57911"/>
                </a:lnTo>
                <a:lnTo>
                  <a:pt x="7619" y="51815"/>
                </a:lnTo>
                <a:lnTo>
                  <a:pt x="3047" y="45719"/>
                </a:lnTo>
                <a:lnTo>
                  <a:pt x="0" y="39623"/>
                </a:lnTo>
                <a:lnTo>
                  <a:pt x="0" y="22859"/>
                </a:lnTo>
                <a:lnTo>
                  <a:pt x="3047" y="15239"/>
                </a:lnTo>
                <a:lnTo>
                  <a:pt x="7619" y="9143"/>
                </a:lnTo>
                <a:lnTo>
                  <a:pt x="13715" y="3047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7"/>
                </a:lnTo>
                <a:lnTo>
                  <a:pt x="57911" y="15239"/>
                </a:lnTo>
                <a:lnTo>
                  <a:pt x="60959" y="22859"/>
                </a:lnTo>
                <a:lnTo>
                  <a:pt x="60959" y="39623"/>
                </a:lnTo>
                <a:lnTo>
                  <a:pt x="57911" y="45719"/>
                </a:lnTo>
                <a:lnTo>
                  <a:pt x="45719" y="57911"/>
                </a:lnTo>
                <a:lnTo>
                  <a:pt x="38099" y="609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06" name="Google Shape;5506;p87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2409444" y="3720084"/>
            <a:ext cx="175260" cy="130606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7" name="Google Shape;5507;p87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2409443" y="3006852"/>
            <a:ext cx="225552" cy="633983"/>
          </a:xfrm>
          <a:prstGeom prst="rect">
            <a:avLst/>
          </a:prstGeom>
          <a:noFill/>
          <a:ln>
            <a:noFill/>
          </a:ln>
        </p:spPr>
      </p:pic>
      <p:sp>
        <p:nvSpPr>
          <p:cNvPr id="5508" name="Google Shape;5508;p87"/>
          <p:cNvSpPr/>
          <p:nvPr/>
        </p:nvSpPr>
        <p:spPr>
          <a:xfrm>
            <a:off x="2467343" y="2404872"/>
            <a:ext cx="167640" cy="527685"/>
          </a:xfrm>
          <a:custGeom>
            <a:rect b="b" l="l" r="r" t="t"/>
            <a:pathLst>
              <a:path extrusionOk="0" h="527685" w="167639">
                <a:moveTo>
                  <a:pt x="117348" y="155448"/>
                </a:moveTo>
                <a:lnTo>
                  <a:pt x="98856" y="120205"/>
                </a:lnTo>
                <a:lnTo>
                  <a:pt x="71628" y="108204"/>
                </a:lnTo>
                <a:lnTo>
                  <a:pt x="70104" y="111252"/>
                </a:lnTo>
                <a:lnTo>
                  <a:pt x="79248" y="115824"/>
                </a:lnTo>
                <a:lnTo>
                  <a:pt x="86868" y="120396"/>
                </a:lnTo>
                <a:lnTo>
                  <a:pt x="89916" y="124968"/>
                </a:lnTo>
                <a:lnTo>
                  <a:pt x="94488" y="131064"/>
                </a:lnTo>
                <a:lnTo>
                  <a:pt x="97536" y="138684"/>
                </a:lnTo>
                <a:lnTo>
                  <a:pt x="97536" y="146304"/>
                </a:lnTo>
                <a:lnTo>
                  <a:pt x="96443" y="154000"/>
                </a:lnTo>
                <a:lnTo>
                  <a:pt x="65341" y="179070"/>
                </a:lnTo>
                <a:lnTo>
                  <a:pt x="47244" y="181356"/>
                </a:lnTo>
                <a:lnTo>
                  <a:pt x="37744" y="180784"/>
                </a:lnTo>
                <a:lnTo>
                  <a:pt x="7620" y="161544"/>
                </a:lnTo>
                <a:lnTo>
                  <a:pt x="7620" y="144780"/>
                </a:lnTo>
                <a:lnTo>
                  <a:pt x="10668" y="141732"/>
                </a:lnTo>
                <a:lnTo>
                  <a:pt x="13716" y="140208"/>
                </a:lnTo>
                <a:lnTo>
                  <a:pt x="16764" y="137160"/>
                </a:lnTo>
                <a:lnTo>
                  <a:pt x="25908" y="137160"/>
                </a:lnTo>
                <a:lnTo>
                  <a:pt x="35052" y="132588"/>
                </a:lnTo>
                <a:lnTo>
                  <a:pt x="36576" y="129540"/>
                </a:lnTo>
                <a:lnTo>
                  <a:pt x="36576" y="120396"/>
                </a:lnTo>
                <a:lnTo>
                  <a:pt x="35052" y="118872"/>
                </a:lnTo>
                <a:lnTo>
                  <a:pt x="33528" y="115824"/>
                </a:lnTo>
                <a:lnTo>
                  <a:pt x="30480" y="114300"/>
                </a:lnTo>
                <a:lnTo>
                  <a:pt x="28956" y="112776"/>
                </a:lnTo>
                <a:lnTo>
                  <a:pt x="19812" y="112776"/>
                </a:lnTo>
                <a:lnTo>
                  <a:pt x="0" y="149352"/>
                </a:lnTo>
                <a:lnTo>
                  <a:pt x="889" y="160210"/>
                </a:lnTo>
                <a:lnTo>
                  <a:pt x="24053" y="192811"/>
                </a:lnTo>
                <a:lnTo>
                  <a:pt x="57912" y="201168"/>
                </a:lnTo>
                <a:lnTo>
                  <a:pt x="70802" y="200317"/>
                </a:lnTo>
                <a:lnTo>
                  <a:pt x="107708" y="180314"/>
                </a:lnTo>
                <a:lnTo>
                  <a:pt x="116230" y="164312"/>
                </a:lnTo>
                <a:lnTo>
                  <a:pt x="117348" y="155448"/>
                </a:lnTo>
                <a:close/>
              </a:path>
              <a:path extrusionOk="0" h="527685" w="167639">
                <a:moveTo>
                  <a:pt x="117348" y="44196"/>
                </a:moveTo>
                <a:lnTo>
                  <a:pt x="96735" y="9220"/>
                </a:lnTo>
                <a:lnTo>
                  <a:pt x="73152" y="0"/>
                </a:lnTo>
                <a:lnTo>
                  <a:pt x="71628" y="3048"/>
                </a:lnTo>
                <a:lnTo>
                  <a:pt x="80772" y="6096"/>
                </a:lnTo>
                <a:lnTo>
                  <a:pt x="88392" y="10668"/>
                </a:lnTo>
                <a:lnTo>
                  <a:pt x="91440" y="16764"/>
                </a:lnTo>
                <a:lnTo>
                  <a:pt x="94488" y="21336"/>
                </a:lnTo>
                <a:lnTo>
                  <a:pt x="94564" y="21488"/>
                </a:lnTo>
                <a:lnTo>
                  <a:pt x="97536" y="27432"/>
                </a:lnTo>
                <a:lnTo>
                  <a:pt x="97536" y="35052"/>
                </a:lnTo>
                <a:lnTo>
                  <a:pt x="74637" y="67614"/>
                </a:lnTo>
                <a:lnTo>
                  <a:pt x="44196" y="74676"/>
                </a:lnTo>
                <a:lnTo>
                  <a:pt x="44196" y="24384"/>
                </a:lnTo>
                <a:lnTo>
                  <a:pt x="44196" y="0"/>
                </a:lnTo>
                <a:lnTo>
                  <a:pt x="36576" y="660"/>
                </a:lnTo>
                <a:lnTo>
                  <a:pt x="36576" y="24384"/>
                </a:lnTo>
                <a:lnTo>
                  <a:pt x="36576" y="74676"/>
                </a:lnTo>
                <a:lnTo>
                  <a:pt x="27432" y="73152"/>
                </a:lnTo>
                <a:lnTo>
                  <a:pt x="19812" y="70104"/>
                </a:lnTo>
                <a:lnTo>
                  <a:pt x="15240" y="65532"/>
                </a:lnTo>
                <a:lnTo>
                  <a:pt x="9144" y="60960"/>
                </a:lnTo>
                <a:lnTo>
                  <a:pt x="7620" y="54864"/>
                </a:lnTo>
                <a:lnTo>
                  <a:pt x="7620" y="39624"/>
                </a:lnTo>
                <a:lnTo>
                  <a:pt x="10668" y="35052"/>
                </a:lnTo>
                <a:lnTo>
                  <a:pt x="16764" y="28956"/>
                </a:lnTo>
                <a:lnTo>
                  <a:pt x="21336" y="27432"/>
                </a:lnTo>
                <a:lnTo>
                  <a:pt x="24384" y="25908"/>
                </a:lnTo>
                <a:lnTo>
                  <a:pt x="28956" y="24384"/>
                </a:lnTo>
                <a:lnTo>
                  <a:pt x="36576" y="24384"/>
                </a:lnTo>
                <a:lnTo>
                  <a:pt x="36576" y="660"/>
                </a:lnTo>
                <a:lnTo>
                  <a:pt x="2476" y="25717"/>
                </a:lnTo>
                <a:lnTo>
                  <a:pt x="2438" y="25908"/>
                </a:lnTo>
                <a:lnTo>
                  <a:pt x="596" y="33845"/>
                </a:lnTo>
                <a:lnTo>
                  <a:pt x="520" y="35052"/>
                </a:lnTo>
                <a:lnTo>
                  <a:pt x="444" y="36245"/>
                </a:lnTo>
                <a:lnTo>
                  <a:pt x="0" y="42672"/>
                </a:lnTo>
                <a:lnTo>
                  <a:pt x="889" y="52654"/>
                </a:lnTo>
                <a:lnTo>
                  <a:pt x="24079" y="84607"/>
                </a:lnTo>
                <a:lnTo>
                  <a:pt x="59436" y="92964"/>
                </a:lnTo>
                <a:lnTo>
                  <a:pt x="71996" y="92087"/>
                </a:lnTo>
                <a:lnTo>
                  <a:pt x="71767" y="92087"/>
                </a:lnTo>
                <a:lnTo>
                  <a:pt x="82867" y="89535"/>
                </a:lnTo>
                <a:lnTo>
                  <a:pt x="112966" y="63436"/>
                </a:lnTo>
                <a:lnTo>
                  <a:pt x="116230" y="54178"/>
                </a:lnTo>
                <a:lnTo>
                  <a:pt x="117348" y="44196"/>
                </a:lnTo>
                <a:close/>
              </a:path>
              <a:path extrusionOk="0" h="527685" w="167639">
                <a:moveTo>
                  <a:pt x="117360" y="490728"/>
                </a:moveTo>
                <a:lnTo>
                  <a:pt x="116789" y="483895"/>
                </a:lnTo>
                <a:lnTo>
                  <a:pt x="115074" y="477202"/>
                </a:lnTo>
                <a:lnTo>
                  <a:pt x="114985" y="477012"/>
                </a:lnTo>
                <a:lnTo>
                  <a:pt x="112217" y="470801"/>
                </a:lnTo>
                <a:lnTo>
                  <a:pt x="83832" y="452628"/>
                </a:lnTo>
                <a:lnTo>
                  <a:pt x="74117" y="454304"/>
                </a:lnTo>
                <a:lnTo>
                  <a:pt x="42684" y="495300"/>
                </a:lnTo>
                <a:lnTo>
                  <a:pt x="39636" y="502920"/>
                </a:lnTo>
                <a:lnTo>
                  <a:pt x="36588" y="507492"/>
                </a:lnTo>
                <a:lnTo>
                  <a:pt x="32016" y="509016"/>
                </a:lnTo>
                <a:lnTo>
                  <a:pt x="28968" y="512064"/>
                </a:lnTo>
                <a:lnTo>
                  <a:pt x="18300" y="512064"/>
                </a:lnTo>
                <a:lnTo>
                  <a:pt x="7632" y="499872"/>
                </a:lnTo>
                <a:lnTo>
                  <a:pt x="7632" y="487680"/>
                </a:lnTo>
                <a:lnTo>
                  <a:pt x="38112" y="464820"/>
                </a:lnTo>
                <a:lnTo>
                  <a:pt x="38112" y="461772"/>
                </a:lnTo>
                <a:lnTo>
                  <a:pt x="12" y="461772"/>
                </a:lnTo>
                <a:lnTo>
                  <a:pt x="12" y="464820"/>
                </a:lnTo>
                <a:lnTo>
                  <a:pt x="3060" y="467868"/>
                </a:lnTo>
                <a:lnTo>
                  <a:pt x="3060" y="469392"/>
                </a:lnTo>
                <a:lnTo>
                  <a:pt x="4584" y="469392"/>
                </a:lnTo>
                <a:lnTo>
                  <a:pt x="4584" y="472440"/>
                </a:lnTo>
                <a:lnTo>
                  <a:pt x="1536" y="478536"/>
                </a:lnTo>
                <a:lnTo>
                  <a:pt x="12" y="484632"/>
                </a:lnTo>
                <a:lnTo>
                  <a:pt x="12" y="504444"/>
                </a:lnTo>
                <a:lnTo>
                  <a:pt x="3060" y="512064"/>
                </a:lnTo>
                <a:lnTo>
                  <a:pt x="7632" y="518160"/>
                </a:lnTo>
                <a:lnTo>
                  <a:pt x="13728" y="524256"/>
                </a:lnTo>
                <a:lnTo>
                  <a:pt x="21348" y="527304"/>
                </a:lnTo>
                <a:lnTo>
                  <a:pt x="38112" y="527304"/>
                </a:lnTo>
                <a:lnTo>
                  <a:pt x="55829" y="512064"/>
                </a:lnTo>
                <a:lnTo>
                  <a:pt x="58826" y="507301"/>
                </a:lnTo>
                <a:lnTo>
                  <a:pt x="77736" y="477012"/>
                </a:lnTo>
                <a:lnTo>
                  <a:pt x="80784" y="473964"/>
                </a:lnTo>
                <a:lnTo>
                  <a:pt x="85534" y="470801"/>
                </a:lnTo>
                <a:lnTo>
                  <a:pt x="95834" y="470801"/>
                </a:lnTo>
                <a:lnTo>
                  <a:pt x="100596" y="473964"/>
                </a:lnTo>
                <a:lnTo>
                  <a:pt x="106692" y="480060"/>
                </a:lnTo>
                <a:lnTo>
                  <a:pt x="109740" y="484632"/>
                </a:lnTo>
                <a:lnTo>
                  <a:pt x="109740" y="498348"/>
                </a:lnTo>
                <a:lnTo>
                  <a:pt x="79260" y="524256"/>
                </a:lnTo>
                <a:lnTo>
                  <a:pt x="79260" y="527304"/>
                </a:lnTo>
                <a:lnTo>
                  <a:pt x="117360" y="527304"/>
                </a:lnTo>
                <a:lnTo>
                  <a:pt x="117360" y="524256"/>
                </a:lnTo>
                <a:lnTo>
                  <a:pt x="114312" y="524256"/>
                </a:lnTo>
                <a:lnTo>
                  <a:pt x="112788" y="522732"/>
                </a:lnTo>
                <a:lnTo>
                  <a:pt x="112788" y="513588"/>
                </a:lnTo>
                <a:lnTo>
                  <a:pt x="115836" y="505968"/>
                </a:lnTo>
                <a:lnTo>
                  <a:pt x="117360" y="496824"/>
                </a:lnTo>
                <a:lnTo>
                  <a:pt x="117360" y="490728"/>
                </a:lnTo>
                <a:close/>
              </a:path>
              <a:path extrusionOk="0" h="527685" w="167639">
                <a:moveTo>
                  <a:pt x="117360" y="234696"/>
                </a:moveTo>
                <a:lnTo>
                  <a:pt x="116217" y="228079"/>
                </a:lnTo>
                <a:lnTo>
                  <a:pt x="112788" y="221742"/>
                </a:lnTo>
                <a:lnTo>
                  <a:pt x="107073" y="215417"/>
                </a:lnTo>
                <a:lnTo>
                  <a:pt x="99072" y="208788"/>
                </a:lnTo>
                <a:lnTo>
                  <a:pt x="92976" y="208788"/>
                </a:lnTo>
                <a:lnTo>
                  <a:pt x="97548" y="213360"/>
                </a:lnTo>
                <a:lnTo>
                  <a:pt x="99072" y="216408"/>
                </a:lnTo>
                <a:lnTo>
                  <a:pt x="100596" y="217932"/>
                </a:lnTo>
                <a:lnTo>
                  <a:pt x="100596" y="219456"/>
                </a:lnTo>
                <a:lnTo>
                  <a:pt x="102120" y="219456"/>
                </a:lnTo>
                <a:lnTo>
                  <a:pt x="102120" y="222504"/>
                </a:lnTo>
                <a:lnTo>
                  <a:pt x="99072" y="225552"/>
                </a:lnTo>
                <a:lnTo>
                  <a:pt x="97548" y="225552"/>
                </a:lnTo>
                <a:lnTo>
                  <a:pt x="96024" y="227076"/>
                </a:lnTo>
                <a:lnTo>
                  <a:pt x="19824" y="227076"/>
                </a:lnTo>
                <a:lnTo>
                  <a:pt x="10680" y="231648"/>
                </a:lnTo>
                <a:lnTo>
                  <a:pt x="7632" y="234696"/>
                </a:lnTo>
                <a:lnTo>
                  <a:pt x="4584" y="239268"/>
                </a:lnTo>
                <a:lnTo>
                  <a:pt x="2578" y="245033"/>
                </a:lnTo>
                <a:lnTo>
                  <a:pt x="2501" y="245364"/>
                </a:lnTo>
                <a:lnTo>
                  <a:pt x="1155" y="251079"/>
                </a:lnTo>
                <a:lnTo>
                  <a:pt x="292" y="257708"/>
                </a:lnTo>
                <a:lnTo>
                  <a:pt x="342" y="274015"/>
                </a:lnTo>
                <a:lnTo>
                  <a:pt x="1536" y="282130"/>
                </a:lnTo>
                <a:lnTo>
                  <a:pt x="3860" y="289394"/>
                </a:lnTo>
                <a:lnTo>
                  <a:pt x="3962" y="289560"/>
                </a:lnTo>
                <a:lnTo>
                  <a:pt x="7632" y="295656"/>
                </a:lnTo>
                <a:lnTo>
                  <a:pt x="13728" y="303276"/>
                </a:lnTo>
                <a:lnTo>
                  <a:pt x="19824" y="306324"/>
                </a:lnTo>
                <a:lnTo>
                  <a:pt x="30492" y="306324"/>
                </a:lnTo>
                <a:lnTo>
                  <a:pt x="33540" y="304800"/>
                </a:lnTo>
                <a:lnTo>
                  <a:pt x="35064" y="303276"/>
                </a:lnTo>
                <a:lnTo>
                  <a:pt x="38112" y="301752"/>
                </a:lnTo>
                <a:lnTo>
                  <a:pt x="39636" y="298704"/>
                </a:lnTo>
                <a:lnTo>
                  <a:pt x="39636" y="294132"/>
                </a:lnTo>
                <a:lnTo>
                  <a:pt x="38112" y="291084"/>
                </a:lnTo>
                <a:lnTo>
                  <a:pt x="36588" y="289560"/>
                </a:lnTo>
                <a:lnTo>
                  <a:pt x="30492" y="286512"/>
                </a:lnTo>
                <a:lnTo>
                  <a:pt x="16776" y="286512"/>
                </a:lnTo>
                <a:lnTo>
                  <a:pt x="13728" y="284988"/>
                </a:lnTo>
                <a:lnTo>
                  <a:pt x="7632" y="278892"/>
                </a:lnTo>
                <a:lnTo>
                  <a:pt x="7632" y="262128"/>
                </a:lnTo>
                <a:lnTo>
                  <a:pt x="9156" y="256032"/>
                </a:lnTo>
                <a:lnTo>
                  <a:pt x="13728" y="252984"/>
                </a:lnTo>
                <a:lnTo>
                  <a:pt x="16776" y="248412"/>
                </a:lnTo>
                <a:lnTo>
                  <a:pt x="24396" y="246888"/>
                </a:lnTo>
                <a:lnTo>
                  <a:pt x="41160" y="246888"/>
                </a:lnTo>
                <a:lnTo>
                  <a:pt x="45707" y="260629"/>
                </a:lnTo>
                <a:lnTo>
                  <a:pt x="50114" y="272224"/>
                </a:lnTo>
                <a:lnTo>
                  <a:pt x="77736" y="309372"/>
                </a:lnTo>
                <a:lnTo>
                  <a:pt x="82308" y="310896"/>
                </a:lnTo>
                <a:lnTo>
                  <a:pt x="96024" y="310896"/>
                </a:lnTo>
                <a:lnTo>
                  <a:pt x="103644" y="307848"/>
                </a:lnTo>
                <a:lnTo>
                  <a:pt x="114312" y="297180"/>
                </a:lnTo>
                <a:lnTo>
                  <a:pt x="117360" y="291084"/>
                </a:lnTo>
                <a:lnTo>
                  <a:pt x="117360" y="278892"/>
                </a:lnTo>
                <a:lnTo>
                  <a:pt x="115836" y="272796"/>
                </a:lnTo>
                <a:lnTo>
                  <a:pt x="112788" y="268224"/>
                </a:lnTo>
                <a:lnTo>
                  <a:pt x="111683" y="265963"/>
                </a:lnTo>
                <a:lnTo>
                  <a:pt x="108597" y="261556"/>
                </a:lnTo>
                <a:lnTo>
                  <a:pt x="102120" y="252958"/>
                </a:lnTo>
                <a:lnTo>
                  <a:pt x="102120" y="277368"/>
                </a:lnTo>
                <a:lnTo>
                  <a:pt x="99148" y="281825"/>
                </a:lnTo>
                <a:lnTo>
                  <a:pt x="98882" y="282130"/>
                </a:lnTo>
                <a:lnTo>
                  <a:pt x="91452" y="289560"/>
                </a:lnTo>
                <a:lnTo>
                  <a:pt x="86880" y="291084"/>
                </a:lnTo>
                <a:lnTo>
                  <a:pt x="77736" y="291084"/>
                </a:lnTo>
                <a:lnTo>
                  <a:pt x="73164" y="289560"/>
                </a:lnTo>
                <a:lnTo>
                  <a:pt x="68592" y="286512"/>
                </a:lnTo>
                <a:lnTo>
                  <a:pt x="60972" y="278892"/>
                </a:lnTo>
                <a:lnTo>
                  <a:pt x="57924" y="271272"/>
                </a:lnTo>
                <a:lnTo>
                  <a:pt x="56413" y="267677"/>
                </a:lnTo>
                <a:lnTo>
                  <a:pt x="54495" y="262509"/>
                </a:lnTo>
                <a:lnTo>
                  <a:pt x="51917" y="255422"/>
                </a:lnTo>
                <a:lnTo>
                  <a:pt x="48780" y="246888"/>
                </a:lnTo>
                <a:lnTo>
                  <a:pt x="89928" y="246888"/>
                </a:lnTo>
                <a:lnTo>
                  <a:pt x="95046" y="254584"/>
                </a:lnTo>
                <a:lnTo>
                  <a:pt x="102120" y="277368"/>
                </a:lnTo>
                <a:lnTo>
                  <a:pt x="102120" y="252958"/>
                </a:lnTo>
                <a:lnTo>
                  <a:pt x="97548" y="246888"/>
                </a:lnTo>
                <a:lnTo>
                  <a:pt x="103644" y="246888"/>
                </a:lnTo>
                <a:lnTo>
                  <a:pt x="109740" y="245364"/>
                </a:lnTo>
                <a:lnTo>
                  <a:pt x="112788" y="243840"/>
                </a:lnTo>
                <a:lnTo>
                  <a:pt x="115836" y="240792"/>
                </a:lnTo>
                <a:lnTo>
                  <a:pt x="117360" y="237744"/>
                </a:lnTo>
                <a:lnTo>
                  <a:pt x="117360" y="234696"/>
                </a:lnTo>
                <a:close/>
              </a:path>
              <a:path extrusionOk="0" h="527685" w="167639">
                <a:moveTo>
                  <a:pt x="167640" y="387096"/>
                </a:moveTo>
                <a:lnTo>
                  <a:pt x="164592" y="387096"/>
                </a:lnTo>
                <a:lnTo>
                  <a:pt x="164592" y="393192"/>
                </a:lnTo>
                <a:lnTo>
                  <a:pt x="163068" y="397764"/>
                </a:lnTo>
                <a:lnTo>
                  <a:pt x="161544" y="399288"/>
                </a:lnTo>
                <a:lnTo>
                  <a:pt x="161544" y="402336"/>
                </a:lnTo>
                <a:lnTo>
                  <a:pt x="158496" y="403860"/>
                </a:lnTo>
                <a:lnTo>
                  <a:pt x="156972" y="403860"/>
                </a:lnTo>
                <a:lnTo>
                  <a:pt x="155448" y="405384"/>
                </a:lnTo>
                <a:lnTo>
                  <a:pt x="106680" y="405384"/>
                </a:lnTo>
                <a:lnTo>
                  <a:pt x="109728" y="402336"/>
                </a:lnTo>
                <a:lnTo>
                  <a:pt x="112776" y="397764"/>
                </a:lnTo>
                <a:lnTo>
                  <a:pt x="114300" y="394716"/>
                </a:lnTo>
                <a:lnTo>
                  <a:pt x="117348" y="385572"/>
                </a:lnTo>
                <a:lnTo>
                  <a:pt x="117348" y="379476"/>
                </a:lnTo>
                <a:lnTo>
                  <a:pt x="116230" y="369747"/>
                </a:lnTo>
                <a:lnTo>
                  <a:pt x="112966" y="360997"/>
                </a:lnTo>
                <a:lnTo>
                  <a:pt x="109728" y="356158"/>
                </a:lnTo>
                <a:lnTo>
                  <a:pt x="109728" y="370332"/>
                </a:lnTo>
                <a:lnTo>
                  <a:pt x="109728" y="385572"/>
                </a:lnTo>
                <a:lnTo>
                  <a:pt x="106680" y="391668"/>
                </a:lnTo>
                <a:lnTo>
                  <a:pt x="100584" y="400812"/>
                </a:lnTo>
                <a:lnTo>
                  <a:pt x="96012" y="403860"/>
                </a:lnTo>
                <a:lnTo>
                  <a:pt x="91440" y="403860"/>
                </a:lnTo>
                <a:lnTo>
                  <a:pt x="88392" y="405384"/>
                </a:lnTo>
                <a:lnTo>
                  <a:pt x="32004" y="405384"/>
                </a:lnTo>
                <a:lnTo>
                  <a:pt x="24384" y="399288"/>
                </a:lnTo>
                <a:lnTo>
                  <a:pt x="19812" y="393192"/>
                </a:lnTo>
                <a:lnTo>
                  <a:pt x="18288" y="391668"/>
                </a:lnTo>
                <a:lnTo>
                  <a:pt x="16764" y="387096"/>
                </a:lnTo>
                <a:lnTo>
                  <a:pt x="16764" y="371856"/>
                </a:lnTo>
                <a:lnTo>
                  <a:pt x="52920" y="349834"/>
                </a:lnTo>
                <a:lnTo>
                  <a:pt x="65532" y="349008"/>
                </a:lnTo>
                <a:lnTo>
                  <a:pt x="75488" y="349592"/>
                </a:lnTo>
                <a:lnTo>
                  <a:pt x="84582" y="351472"/>
                </a:lnTo>
                <a:lnTo>
                  <a:pt x="92544" y="354787"/>
                </a:lnTo>
                <a:lnTo>
                  <a:pt x="99060" y="359664"/>
                </a:lnTo>
                <a:lnTo>
                  <a:pt x="106680" y="364236"/>
                </a:lnTo>
                <a:lnTo>
                  <a:pt x="109728" y="370332"/>
                </a:lnTo>
                <a:lnTo>
                  <a:pt x="109728" y="356158"/>
                </a:lnTo>
                <a:lnTo>
                  <a:pt x="107708" y="353123"/>
                </a:lnTo>
                <a:lnTo>
                  <a:pt x="103517" y="348907"/>
                </a:lnTo>
                <a:lnTo>
                  <a:pt x="100584" y="345948"/>
                </a:lnTo>
                <a:lnTo>
                  <a:pt x="90855" y="338836"/>
                </a:lnTo>
                <a:lnTo>
                  <a:pt x="79819" y="333565"/>
                </a:lnTo>
                <a:lnTo>
                  <a:pt x="67373" y="330314"/>
                </a:lnTo>
                <a:lnTo>
                  <a:pt x="53340" y="329184"/>
                </a:lnTo>
                <a:lnTo>
                  <a:pt x="41338" y="330047"/>
                </a:lnTo>
                <a:lnTo>
                  <a:pt x="6438" y="348907"/>
                </a:lnTo>
                <a:lnTo>
                  <a:pt x="0" y="376428"/>
                </a:lnTo>
                <a:lnTo>
                  <a:pt x="1524" y="382524"/>
                </a:lnTo>
                <a:lnTo>
                  <a:pt x="24384" y="405384"/>
                </a:lnTo>
                <a:lnTo>
                  <a:pt x="0" y="405384"/>
                </a:lnTo>
                <a:lnTo>
                  <a:pt x="0" y="409956"/>
                </a:lnTo>
                <a:lnTo>
                  <a:pt x="13716" y="443484"/>
                </a:lnTo>
                <a:lnTo>
                  <a:pt x="16764" y="441960"/>
                </a:lnTo>
                <a:lnTo>
                  <a:pt x="15240" y="438912"/>
                </a:lnTo>
                <a:lnTo>
                  <a:pt x="13716" y="437388"/>
                </a:lnTo>
                <a:lnTo>
                  <a:pt x="13716" y="432816"/>
                </a:lnTo>
                <a:lnTo>
                  <a:pt x="15240" y="431292"/>
                </a:lnTo>
                <a:lnTo>
                  <a:pt x="15240" y="429768"/>
                </a:lnTo>
                <a:lnTo>
                  <a:pt x="18288" y="426720"/>
                </a:lnTo>
                <a:lnTo>
                  <a:pt x="19812" y="426720"/>
                </a:lnTo>
                <a:lnTo>
                  <a:pt x="22860" y="425196"/>
                </a:lnTo>
                <a:lnTo>
                  <a:pt x="155448" y="425196"/>
                </a:lnTo>
                <a:lnTo>
                  <a:pt x="158496" y="428244"/>
                </a:lnTo>
                <a:lnTo>
                  <a:pt x="160020" y="428244"/>
                </a:lnTo>
                <a:lnTo>
                  <a:pt x="161544" y="429768"/>
                </a:lnTo>
                <a:lnTo>
                  <a:pt x="163068" y="434340"/>
                </a:lnTo>
                <a:lnTo>
                  <a:pt x="164592" y="437388"/>
                </a:lnTo>
                <a:lnTo>
                  <a:pt x="164592" y="445008"/>
                </a:lnTo>
                <a:lnTo>
                  <a:pt x="167640" y="445008"/>
                </a:lnTo>
                <a:lnTo>
                  <a:pt x="167640" y="425196"/>
                </a:lnTo>
                <a:lnTo>
                  <a:pt x="167640" y="3870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09" name="Google Shape;5509;p87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2433827" y="2150364"/>
            <a:ext cx="150875" cy="18592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10" name="Google Shape;5510;p87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2409444" y="906779"/>
            <a:ext cx="225551" cy="1162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5511" name="Google Shape;5511;p87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2705100" y="3410711"/>
            <a:ext cx="225552" cy="1431036"/>
          </a:xfrm>
          <a:prstGeom prst="rect">
            <a:avLst/>
          </a:prstGeom>
          <a:noFill/>
          <a:ln>
            <a:noFill/>
          </a:ln>
        </p:spPr>
      </p:pic>
      <p:sp>
        <p:nvSpPr>
          <p:cNvPr id="5512" name="Google Shape;5512;p87"/>
          <p:cNvSpPr/>
          <p:nvPr/>
        </p:nvSpPr>
        <p:spPr>
          <a:xfrm>
            <a:off x="3168396" y="4870703"/>
            <a:ext cx="10795" cy="129539"/>
          </a:xfrm>
          <a:custGeom>
            <a:rect b="b" l="l" r="r" t="t"/>
            <a:pathLst>
              <a:path extrusionOk="0" h="129539" w="10794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3" name="Google Shape;5513;p87"/>
          <p:cNvSpPr/>
          <p:nvPr/>
        </p:nvSpPr>
        <p:spPr>
          <a:xfrm>
            <a:off x="3061716" y="4268724"/>
            <a:ext cx="175260" cy="530860"/>
          </a:xfrm>
          <a:custGeom>
            <a:rect b="b" l="l" r="r" t="t"/>
            <a:pathLst>
              <a:path extrusionOk="0" h="530860" w="175260">
                <a:moveTo>
                  <a:pt x="24384" y="257556"/>
                </a:moveTo>
                <a:lnTo>
                  <a:pt x="22860" y="254508"/>
                </a:lnTo>
                <a:lnTo>
                  <a:pt x="18288" y="249936"/>
                </a:lnTo>
                <a:lnTo>
                  <a:pt x="15240" y="248412"/>
                </a:lnTo>
                <a:lnTo>
                  <a:pt x="7620" y="248412"/>
                </a:lnTo>
                <a:lnTo>
                  <a:pt x="4572" y="249936"/>
                </a:lnTo>
                <a:lnTo>
                  <a:pt x="0" y="254508"/>
                </a:lnTo>
                <a:lnTo>
                  <a:pt x="0" y="266700"/>
                </a:lnTo>
                <a:lnTo>
                  <a:pt x="4572" y="271272"/>
                </a:lnTo>
                <a:lnTo>
                  <a:pt x="7620" y="272796"/>
                </a:lnTo>
                <a:lnTo>
                  <a:pt x="15240" y="272796"/>
                </a:lnTo>
                <a:lnTo>
                  <a:pt x="18288" y="271272"/>
                </a:lnTo>
                <a:lnTo>
                  <a:pt x="22860" y="266700"/>
                </a:lnTo>
                <a:lnTo>
                  <a:pt x="24384" y="263652"/>
                </a:lnTo>
                <a:lnTo>
                  <a:pt x="24384" y="257556"/>
                </a:lnTo>
                <a:close/>
              </a:path>
              <a:path extrusionOk="0" h="530860" w="175260">
                <a:moveTo>
                  <a:pt x="172199" y="321564"/>
                </a:moveTo>
                <a:lnTo>
                  <a:pt x="169151" y="321564"/>
                </a:lnTo>
                <a:lnTo>
                  <a:pt x="169151" y="327660"/>
                </a:lnTo>
                <a:lnTo>
                  <a:pt x="166103" y="333756"/>
                </a:lnTo>
                <a:lnTo>
                  <a:pt x="160007" y="339852"/>
                </a:lnTo>
                <a:lnTo>
                  <a:pt x="156959" y="341376"/>
                </a:lnTo>
                <a:lnTo>
                  <a:pt x="91427" y="341376"/>
                </a:lnTo>
                <a:lnTo>
                  <a:pt x="85331" y="338328"/>
                </a:lnTo>
                <a:lnTo>
                  <a:pt x="79235" y="333756"/>
                </a:lnTo>
                <a:lnTo>
                  <a:pt x="76187" y="329184"/>
                </a:lnTo>
                <a:lnTo>
                  <a:pt x="74663" y="327660"/>
                </a:lnTo>
                <a:lnTo>
                  <a:pt x="74663" y="320040"/>
                </a:lnTo>
                <a:lnTo>
                  <a:pt x="77711" y="316992"/>
                </a:lnTo>
                <a:lnTo>
                  <a:pt x="80759" y="312420"/>
                </a:lnTo>
                <a:lnTo>
                  <a:pt x="82283" y="309372"/>
                </a:lnTo>
                <a:lnTo>
                  <a:pt x="82283" y="304800"/>
                </a:lnTo>
                <a:lnTo>
                  <a:pt x="80759" y="301752"/>
                </a:lnTo>
                <a:lnTo>
                  <a:pt x="77711" y="300228"/>
                </a:lnTo>
                <a:lnTo>
                  <a:pt x="76187" y="298704"/>
                </a:lnTo>
                <a:lnTo>
                  <a:pt x="73139" y="297180"/>
                </a:lnTo>
                <a:lnTo>
                  <a:pt x="67043" y="297180"/>
                </a:lnTo>
                <a:lnTo>
                  <a:pt x="63995" y="298704"/>
                </a:lnTo>
                <a:lnTo>
                  <a:pt x="57899" y="304800"/>
                </a:lnTo>
                <a:lnTo>
                  <a:pt x="57899" y="312420"/>
                </a:lnTo>
                <a:lnTo>
                  <a:pt x="59359" y="320167"/>
                </a:lnTo>
                <a:lnTo>
                  <a:pt x="63804" y="327469"/>
                </a:lnTo>
                <a:lnTo>
                  <a:pt x="71412" y="334505"/>
                </a:lnTo>
                <a:lnTo>
                  <a:pt x="82283" y="341376"/>
                </a:lnTo>
                <a:lnTo>
                  <a:pt x="57899" y="341376"/>
                </a:lnTo>
                <a:lnTo>
                  <a:pt x="57899" y="345948"/>
                </a:lnTo>
                <a:lnTo>
                  <a:pt x="71615" y="379476"/>
                </a:lnTo>
                <a:lnTo>
                  <a:pt x="74663" y="377952"/>
                </a:lnTo>
                <a:lnTo>
                  <a:pt x="73139" y="374904"/>
                </a:lnTo>
                <a:lnTo>
                  <a:pt x="71615" y="373380"/>
                </a:lnTo>
                <a:lnTo>
                  <a:pt x="71615" y="368808"/>
                </a:lnTo>
                <a:lnTo>
                  <a:pt x="73139" y="365760"/>
                </a:lnTo>
                <a:lnTo>
                  <a:pt x="74663" y="365760"/>
                </a:lnTo>
                <a:lnTo>
                  <a:pt x="74663" y="364236"/>
                </a:lnTo>
                <a:lnTo>
                  <a:pt x="77711" y="362712"/>
                </a:lnTo>
                <a:lnTo>
                  <a:pt x="79235" y="362712"/>
                </a:lnTo>
                <a:lnTo>
                  <a:pt x="82435" y="361835"/>
                </a:lnTo>
                <a:lnTo>
                  <a:pt x="87617" y="361378"/>
                </a:lnTo>
                <a:lnTo>
                  <a:pt x="105143" y="361188"/>
                </a:lnTo>
                <a:lnTo>
                  <a:pt x="158483" y="361188"/>
                </a:lnTo>
                <a:lnTo>
                  <a:pt x="160007" y="362712"/>
                </a:lnTo>
                <a:lnTo>
                  <a:pt x="163055" y="362712"/>
                </a:lnTo>
                <a:lnTo>
                  <a:pt x="166103" y="365760"/>
                </a:lnTo>
                <a:lnTo>
                  <a:pt x="167627" y="368808"/>
                </a:lnTo>
                <a:lnTo>
                  <a:pt x="169151" y="373380"/>
                </a:lnTo>
                <a:lnTo>
                  <a:pt x="169151" y="377952"/>
                </a:lnTo>
                <a:lnTo>
                  <a:pt x="172199" y="377952"/>
                </a:lnTo>
                <a:lnTo>
                  <a:pt x="172199" y="321564"/>
                </a:lnTo>
                <a:close/>
              </a:path>
              <a:path extrusionOk="0" h="530860" w="175260">
                <a:moveTo>
                  <a:pt x="172212" y="233172"/>
                </a:moveTo>
                <a:lnTo>
                  <a:pt x="169164" y="233172"/>
                </a:lnTo>
                <a:lnTo>
                  <a:pt x="169164" y="237744"/>
                </a:lnTo>
                <a:lnTo>
                  <a:pt x="167640" y="242316"/>
                </a:lnTo>
                <a:lnTo>
                  <a:pt x="166116" y="243840"/>
                </a:lnTo>
                <a:lnTo>
                  <a:pt x="166116" y="245364"/>
                </a:lnTo>
                <a:lnTo>
                  <a:pt x="164592" y="246888"/>
                </a:lnTo>
                <a:lnTo>
                  <a:pt x="158496" y="249936"/>
                </a:lnTo>
                <a:lnTo>
                  <a:pt x="57912" y="249936"/>
                </a:lnTo>
                <a:lnTo>
                  <a:pt x="57912" y="254508"/>
                </a:lnTo>
                <a:lnTo>
                  <a:pt x="71628" y="288036"/>
                </a:lnTo>
                <a:lnTo>
                  <a:pt x="74676" y="286512"/>
                </a:lnTo>
                <a:lnTo>
                  <a:pt x="71628" y="280416"/>
                </a:lnTo>
                <a:lnTo>
                  <a:pt x="71628" y="275844"/>
                </a:lnTo>
                <a:lnTo>
                  <a:pt x="73152" y="274320"/>
                </a:lnTo>
                <a:lnTo>
                  <a:pt x="73152" y="272796"/>
                </a:lnTo>
                <a:lnTo>
                  <a:pt x="74676" y="272796"/>
                </a:lnTo>
                <a:lnTo>
                  <a:pt x="76200" y="271272"/>
                </a:lnTo>
                <a:lnTo>
                  <a:pt x="79248" y="271272"/>
                </a:lnTo>
                <a:lnTo>
                  <a:pt x="83286" y="270395"/>
                </a:lnTo>
                <a:lnTo>
                  <a:pt x="88773" y="269938"/>
                </a:lnTo>
                <a:lnTo>
                  <a:pt x="96989" y="269748"/>
                </a:lnTo>
                <a:lnTo>
                  <a:pt x="158496" y="269748"/>
                </a:lnTo>
                <a:lnTo>
                  <a:pt x="164592" y="272796"/>
                </a:lnTo>
                <a:lnTo>
                  <a:pt x="167640" y="275844"/>
                </a:lnTo>
                <a:lnTo>
                  <a:pt x="167640" y="277368"/>
                </a:lnTo>
                <a:lnTo>
                  <a:pt x="169164" y="280416"/>
                </a:lnTo>
                <a:lnTo>
                  <a:pt x="169164" y="286512"/>
                </a:lnTo>
                <a:lnTo>
                  <a:pt x="172212" y="286512"/>
                </a:lnTo>
                <a:lnTo>
                  <a:pt x="172212" y="269748"/>
                </a:lnTo>
                <a:lnTo>
                  <a:pt x="172212" y="233172"/>
                </a:lnTo>
                <a:close/>
              </a:path>
              <a:path extrusionOk="0" h="530860" w="175260">
                <a:moveTo>
                  <a:pt x="172212" y="173736"/>
                </a:moveTo>
                <a:lnTo>
                  <a:pt x="169164" y="173736"/>
                </a:lnTo>
                <a:lnTo>
                  <a:pt x="169164" y="179832"/>
                </a:lnTo>
                <a:lnTo>
                  <a:pt x="167640" y="182880"/>
                </a:lnTo>
                <a:lnTo>
                  <a:pt x="167640" y="184404"/>
                </a:lnTo>
                <a:lnTo>
                  <a:pt x="166116" y="187452"/>
                </a:lnTo>
                <a:lnTo>
                  <a:pt x="164592" y="188976"/>
                </a:lnTo>
                <a:lnTo>
                  <a:pt x="161544" y="188976"/>
                </a:lnTo>
                <a:lnTo>
                  <a:pt x="160020" y="190500"/>
                </a:lnTo>
                <a:lnTo>
                  <a:pt x="109728" y="190500"/>
                </a:lnTo>
                <a:lnTo>
                  <a:pt x="0" y="190500"/>
                </a:lnTo>
                <a:lnTo>
                  <a:pt x="0" y="196596"/>
                </a:lnTo>
                <a:lnTo>
                  <a:pt x="13716" y="227076"/>
                </a:lnTo>
                <a:lnTo>
                  <a:pt x="16764" y="225552"/>
                </a:lnTo>
                <a:lnTo>
                  <a:pt x="13716" y="219456"/>
                </a:lnTo>
                <a:lnTo>
                  <a:pt x="13716" y="216408"/>
                </a:lnTo>
                <a:lnTo>
                  <a:pt x="15240" y="214884"/>
                </a:lnTo>
                <a:lnTo>
                  <a:pt x="15240" y="213360"/>
                </a:lnTo>
                <a:lnTo>
                  <a:pt x="16764" y="211836"/>
                </a:lnTo>
                <a:lnTo>
                  <a:pt x="21336" y="211836"/>
                </a:lnTo>
                <a:lnTo>
                  <a:pt x="24739" y="210959"/>
                </a:lnTo>
                <a:lnTo>
                  <a:pt x="30289" y="210502"/>
                </a:lnTo>
                <a:lnTo>
                  <a:pt x="38912" y="210312"/>
                </a:lnTo>
                <a:lnTo>
                  <a:pt x="158496" y="210312"/>
                </a:lnTo>
                <a:lnTo>
                  <a:pt x="164592" y="213360"/>
                </a:lnTo>
                <a:lnTo>
                  <a:pt x="166116" y="213360"/>
                </a:lnTo>
                <a:lnTo>
                  <a:pt x="166116" y="214884"/>
                </a:lnTo>
                <a:lnTo>
                  <a:pt x="167640" y="217932"/>
                </a:lnTo>
                <a:lnTo>
                  <a:pt x="169164" y="222504"/>
                </a:lnTo>
                <a:lnTo>
                  <a:pt x="169164" y="227076"/>
                </a:lnTo>
                <a:lnTo>
                  <a:pt x="172212" y="227076"/>
                </a:lnTo>
                <a:lnTo>
                  <a:pt x="172212" y="210312"/>
                </a:lnTo>
                <a:lnTo>
                  <a:pt x="172212" y="173736"/>
                </a:lnTo>
                <a:close/>
              </a:path>
              <a:path extrusionOk="0" h="530860" w="175260">
                <a:moveTo>
                  <a:pt x="172212" y="105156"/>
                </a:moveTo>
                <a:lnTo>
                  <a:pt x="166116" y="105156"/>
                </a:lnTo>
                <a:lnTo>
                  <a:pt x="166116" y="109728"/>
                </a:lnTo>
                <a:lnTo>
                  <a:pt x="164592" y="112776"/>
                </a:lnTo>
                <a:lnTo>
                  <a:pt x="164592" y="115824"/>
                </a:lnTo>
                <a:lnTo>
                  <a:pt x="163068" y="117348"/>
                </a:lnTo>
                <a:lnTo>
                  <a:pt x="161544" y="120396"/>
                </a:lnTo>
                <a:lnTo>
                  <a:pt x="158496" y="124968"/>
                </a:lnTo>
                <a:lnTo>
                  <a:pt x="155448" y="126492"/>
                </a:lnTo>
                <a:lnTo>
                  <a:pt x="149352" y="132588"/>
                </a:lnTo>
                <a:lnTo>
                  <a:pt x="140208" y="140208"/>
                </a:lnTo>
                <a:lnTo>
                  <a:pt x="102108" y="170688"/>
                </a:lnTo>
                <a:lnTo>
                  <a:pt x="83972" y="149352"/>
                </a:lnTo>
                <a:lnTo>
                  <a:pt x="76200" y="140208"/>
                </a:lnTo>
                <a:lnTo>
                  <a:pt x="71628" y="135636"/>
                </a:lnTo>
                <a:lnTo>
                  <a:pt x="68580" y="131064"/>
                </a:lnTo>
                <a:lnTo>
                  <a:pt x="67056" y="126492"/>
                </a:lnTo>
                <a:lnTo>
                  <a:pt x="64008" y="121920"/>
                </a:lnTo>
                <a:lnTo>
                  <a:pt x="64008" y="109728"/>
                </a:lnTo>
                <a:lnTo>
                  <a:pt x="60960" y="109728"/>
                </a:lnTo>
                <a:lnTo>
                  <a:pt x="60960" y="156972"/>
                </a:lnTo>
                <a:lnTo>
                  <a:pt x="64008" y="156972"/>
                </a:lnTo>
                <a:lnTo>
                  <a:pt x="64008" y="152400"/>
                </a:lnTo>
                <a:lnTo>
                  <a:pt x="67056" y="149352"/>
                </a:lnTo>
                <a:lnTo>
                  <a:pt x="73152" y="149352"/>
                </a:lnTo>
                <a:lnTo>
                  <a:pt x="83820" y="160020"/>
                </a:lnTo>
                <a:lnTo>
                  <a:pt x="109728" y="190500"/>
                </a:lnTo>
                <a:lnTo>
                  <a:pt x="133667" y="170688"/>
                </a:lnTo>
                <a:lnTo>
                  <a:pt x="153924" y="153924"/>
                </a:lnTo>
                <a:lnTo>
                  <a:pt x="158496" y="150876"/>
                </a:lnTo>
                <a:lnTo>
                  <a:pt x="161544" y="149352"/>
                </a:lnTo>
                <a:lnTo>
                  <a:pt x="164592" y="149352"/>
                </a:lnTo>
                <a:lnTo>
                  <a:pt x="166116" y="150876"/>
                </a:lnTo>
                <a:lnTo>
                  <a:pt x="167640" y="150876"/>
                </a:lnTo>
                <a:lnTo>
                  <a:pt x="167640" y="152400"/>
                </a:lnTo>
                <a:lnTo>
                  <a:pt x="169164" y="153924"/>
                </a:lnTo>
                <a:lnTo>
                  <a:pt x="169164" y="156972"/>
                </a:lnTo>
                <a:lnTo>
                  <a:pt x="172212" y="156972"/>
                </a:lnTo>
                <a:lnTo>
                  <a:pt x="172212" y="149352"/>
                </a:lnTo>
                <a:lnTo>
                  <a:pt x="172212" y="105156"/>
                </a:lnTo>
                <a:close/>
              </a:path>
              <a:path extrusionOk="0" h="530860" w="175260">
                <a:moveTo>
                  <a:pt x="175247" y="493776"/>
                </a:moveTo>
                <a:lnTo>
                  <a:pt x="154482" y="458914"/>
                </a:lnTo>
                <a:lnTo>
                  <a:pt x="141719" y="455676"/>
                </a:lnTo>
                <a:lnTo>
                  <a:pt x="132003" y="457352"/>
                </a:lnTo>
                <a:lnTo>
                  <a:pt x="100571" y="498348"/>
                </a:lnTo>
                <a:lnTo>
                  <a:pt x="97523" y="505968"/>
                </a:lnTo>
                <a:lnTo>
                  <a:pt x="94475" y="510540"/>
                </a:lnTo>
                <a:lnTo>
                  <a:pt x="89903" y="512064"/>
                </a:lnTo>
                <a:lnTo>
                  <a:pt x="86855" y="515112"/>
                </a:lnTo>
                <a:lnTo>
                  <a:pt x="76187" y="515112"/>
                </a:lnTo>
                <a:lnTo>
                  <a:pt x="71615" y="513588"/>
                </a:lnTo>
                <a:lnTo>
                  <a:pt x="68567" y="510540"/>
                </a:lnTo>
                <a:lnTo>
                  <a:pt x="67043" y="507492"/>
                </a:lnTo>
                <a:lnTo>
                  <a:pt x="65519" y="502920"/>
                </a:lnTo>
                <a:lnTo>
                  <a:pt x="65519" y="490728"/>
                </a:lnTo>
                <a:lnTo>
                  <a:pt x="95999" y="467868"/>
                </a:lnTo>
                <a:lnTo>
                  <a:pt x="95999" y="464820"/>
                </a:lnTo>
                <a:lnTo>
                  <a:pt x="57899" y="464820"/>
                </a:lnTo>
                <a:lnTo>
                  <a:pt x="57899" y="467868"/>
                </a:lnTo>
                <a:lnTo>
                  <a:pt x="62471" y="472440"/>
                </a:lnTo>
                <a:lnTo>
                  <a:pt x="62471" y="475488"/>
                </a:lnTo>
                <a:lnTo>
                  <a:pt x="59423" y="481584"/>
                </a:lnTo>
                <a:lnTo>
                  <a:pt x="57899" y="487680"/>
                </a:lnTo>
                <a:lnTo>
                  <a:pt x="57899" y="507492"/>
                </a:lnTo>
                <a:lnTo>
                  <a:pt x="60947" y="515112"/>
                </a:lnTo>
                <a:lnTo>
                  <a:pt x="65519" y="521208"/>
                </a:lnTo>
                <a:lnTo>
                  <a:pt x="71615" y="527304"/>
                </a:lnTo>
                <a:lnTo>
                  <a:pt x="79235" y="530352"/>
                </a:lnTo>
                <a:lnTo>
                  <a:pt x="95999" y="530352"/>
                </a:lnTo>
                <a:lnTo>
                  <a:pt x="120383" y="501396"/>
                </a:lnTo>
                <a:lnTo>
                  <a:pt x="124701" y="493991"/>
                </a:lnTo>
                <a:lnTo>
                  <a:pt x="128574" y="487870"/>
                </a:lnTo>
                <a:lnTo>
                  <a:pt x="132181" y="483184"/>
                </a:lnTo>
                <a:lnTo>
                  <a:pt x="135623" y="480060"/>
                </a:lnTo>
                <a:lnTo>
                  <a:pt x="138671" y="475488"/>
                </a:lnTo>
                <a:lnTo>
                  <a:pt x="143243" y="473964"/>
                </a:lnTo>
                <a:lnTo>
                  <a:pt x="153911" y="473964"/>
                </a:lnTo>
                <a:lnTo>
                  <a:pt x="158483" y="477012"/>
                </a:lnTo>
                <a:lnTo>
                  <a:pt x="164579" y="483108"/>
                </a:lnTo>
                <a:lnTo>
                  <a:pt x="167627" y="487680"/>
                </a:lnTo>
                <a:lnTo>
                  <a:pt x="167627" y="501396"/>
                </a:lnTo>
                <a:lnTo>
                  <a:pt x="137147" y="527304"/>
                </a:lnTo>
                <a:lnTo>
                  <a:pt x="137147" y="530352"/>
                </a:lnTo>
                <a:lnTo>
                  <a:pt x="175247" y="530352"/>
                </a:lnTo>
                <a:lnTo>
                  <a:pt x="175247" y="527304"/>
                </a:lnTo>
                <a:lnTo>
                  <a:pt x="172199" y="527304"/>
                </a:lnTo>
                <a:lnTo>
                  <a:pt x="170675" y="525780"/>
                </a:lnTo>
                <a:lnTo>
                  <a:pt x="170675" y="516636"/>
                </a:lnTo>
                <a:lnTo>
                  <a:pt x="173723" y="507492"/>
                </a:lnTo>
                <a:lnTo>
                  <a:pt x="175247" y="499872"/>
                </a:lnTo>
                <a:lnTo>
                  <a:pt x="175247" y="493776"/>
                </a:lnTo>
                <a:close/>
              </a:path>
              <a:path extrusionOk="0" h="530860" w="175260">
                <a:moveTo>
                  <a:pt x="175260" y="400812"/>
                </a:moveTo>
                <a:lnTo>
                  <a:pt x="172212" y="396240"/>
                </a:lnTo>
                <a:lnTo>
                  <a:pt x="169164" y="390144"/>
                </a:lnTo>
                <a:lnTo>
                  <a:pt x="164592" y="385572"/>
                </a:lnTo>
                <a:lnTo>
                  <a:pt x="158496" y="381000"/>
                </a:lnTo>
                <a:lnTo>
                  <a:pt x="150876" y="377952"/>
                </a:lnTo>
                <a:lnTo>
                  <a:pt x="150876" y="384048"/>
                </a:lnTo>
                <a:lnTo>
                  <a:pt x="153924" y="385572"/>
                </a:lnTo>
                <a:lnTo>
                  <a:pt x="155448" y="387096"/>
                </a:lnTo>
                <a:lnTo>
                  <a:pt x="156972" y="390144"/>
                </a:lnTo>
                <a:lnTo>
                  <a:pt x="158496" y="391668"/>
                </a:lnTo>
                <a:lnTo>
                  <a:pt x="160020" y="394716"/>
                </a:lnTo>
                <a:lnTo>
                  <a:pt x="160020" y="400812"/>
                </a:lnTo>
                <a:lnTo>
                  <a:pt x="158496" y="403860"/>
                </a:lnTo>
                <a:lnTo>
                  <a:pt x="152400" y="406908"/>
                </a:lnTo>
                <a:lnTo>
                  <a:pt x="147828" y="408432"/>
                </a:lnTo>
                <a:lnTo>
                  <a:pt x="68580" y="408432"/>
                </a:lnTo>
                <a:lnTo>
                  <a:pt x="68580" y="382524"/>
                </a:lnTo>
                <a:lnTo>
                  <a:pt x="60960" y="382524"/>
                </a:lnTo>
                <a:lnTo>
                  <a:pt x="60960" y="408432"/>
                </a:lnTo>
                <a:lnTo>
                  <a:pt x="24384" y="408432"/>
                </a:lnTo>
                <a:lnTo>
                  <a:pt x="24384" y="411480"/>
                </a:lnTo>
                <a:lnTo>
                  <a:pt x="54864" y="432816"/>
                </a:lnTo>
                <a:lnTo>
                  <a:pt x="59436" y="437388"/>
                </a:lnTo>
                <a:lnTo>
                  <a:pt x="62484" y="441960"/>
                </a:lnTo>
                <a:lnTo>
                  <a:pt x="64008" y="446532"/>
                </a:lnTo>
                <a:lnTo>
                  <a:pt x="68580" y="446532"/>
                </a:lnTo>
                <a:lnTo>
                  <a:pt x="68580" y="428244"/>
                </a:lnTo>
                <a:lnTo>
                  <a:pt x="152400" y="428244"/>
                </a:lnTo>
                <a:lnTo>
                  <a:pt x="158496" y="426720"/>
                </a:lnTo>
                <a:lnTo>
                  <a:pt x="175260" y="409956"/>
                </a:lnTo>
                <a:lnTo>
                  <a:pt x="175260" y="400812"/>
                </a:lnTo>
                <a:close/>
              </a:path>
              <a:path extrusionOk="0" h="530860" w="175260">
                <a:moveTo>
                  <a:pt x="175260" y="45720"/>
                </a:moveTo>
                <a:lnTo>
                  <a:pt x="174396" y="36893"/>
                </a:lnTo>
                <a:lnTo>
                  <a:pt x="174294" y="36576"/>
                </a:lnTo>
                <a:lnTo>
                  <a:pt x="171831" y="28765"/>
                </a:lnTo>
                <a:lnTo>
                  <a:pt x="139674" y="1955"/>
                </a:lnTo>
                <a:lnTo>
                  <a:pt x="131064" y="0"/>
                </a:lnTo>
                <a:lnTo>
                  <a:pt x="129540" y="3048"/>
                </a:lnTo>
                <a:lnTo>
                  <a:pt x="138684" y="7620"/>
                </a:lnTo>
                <a:lnTo>
                  <a:pt x="146304" y="10668"/>
                </a:lnTo>
                <a:lnTo>
                  <a:pt x="149352" y="16764"/>
                </a:lnTo>
                <a:lnTo>
                  <a:pt x="152400" y="21336"/>
                </a:lnTo>
                <a:lnTo>
                  <a:pt x="152476" y="21513"/>
                </a:lnTo>
                <a:lnTo>
                  <a:pt x="155448" y="27432"/>
                </a:lnTo>
                <a:lnTo>
                  <a:pt x="155448" y="35052"/>
                </a:lnTo>
                <a:lnTo>
                  <a:pt x="154355" y="42672"/>
                </a:lnTo>
                <a:lnTo>
                  <a:pt x="124015" y="72009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85344" y="74676"/>
                </a:lnTo>
                <a:lnTo>
                  <a:pt x="77724" y="71628"/>
                </a:lnTo>
                <a:lnTo>
                  <a:pt x="73152" y="65532"/>
                </a:lnTo>
                <a:lnTo>
                  <a:pt x="67056" y="60960"/>
                </a:lnTo>
                <a:lnTo>
                  <a:pt x="65532" y="54825"/>
                </a:lnTo>
                <a:lnTo>
                  <a:pt x="65532" y="39624"/>
                </a:lnTo>
                <a:lnTo>
                  <a:pt x="68580" y="36576"/>
                </a:lnTo>
                <a:lnTo>
                  <a:pt x="71628" y="32004"/>
                </a:lnTo>
                <a:lnTo>
                  <a:pt x="74676" y="28956"/>
                </a:lnTo>
                <a:lnTo>
                  <a:pt x="79248" y="27432"/>
                </a:lnTo>
                <a:lnTo>
                  <a:pt x="82296" y="25908"/>
                </a:lnTo>
                <a:lnTo>
                  <a:pt x="86868" y="24384"/>
                </a:lnTo>
                <a:lnTo>
                  <a:pt x="94488" y="24384"/>
                </a:lnTo>
                <a:lnTo>
                  <a:pt x="94488" y="660"/>
                </a:lnTo>
                <a:lnTo>
                  <a:pt x="60388" y="25717"/>
                </a:lnTo>
                <a:lnTo>
                  <a:pt x="58420" y="35052"/>
                </a:lnTo>
                <a:lnTo>
                  <a:pt x="58293" y="36893"/>
                </a:lnTo>
                <a:lnTo>
                  <a:pt x="73152" y="79248"/>
                </a:lnTo>
                <a:lnTo>
                  <a:pt x="117348" y="92964"/>
                </a:lnTo>
                <a:lnTo>
                  <a:pt x="130200" y="92113"/>
                </a:lnTo>
                <a:lnTo>
                  <a:pt x="165608" y="71869"/>
                </a:lnTo>
                <a:lnTo>
                  <a:pt x="174129" y="54825"/>
                </a:lnTo>
                <a:lnTo>
                  <a:pt x="175260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14" name="Google Shape;5514;p87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061716" y="3284220"/>
            <a:ext cx="175260" cy="911352"/>
          </a:xfrm>
          <a:prstGeom prst="rect">
            <a:avLst/>
          </a:prstGeom>
          <a:noFill/>
          <a:ln>
            <a:noFill/>
          </a:ln>
        </p:spPr>
      </p:pic>
      <p:sp>
        <p:nvSpPr>
          <p:cNvPr id="5515" name="Google Shape;5515;p87"/>
          <p:cNvSpPr/>
          <p:nvPr/>
        </p:nvSpPr>
        <p:spPr>
          <a:xfrm>
            <a:off x="3061716" y="2394204"/>
            <a:ext cx="175260" cy="822960"/>
          </a:xfrm>
          <a:custGeom>
            <a:rect b="b" l="l" r="r" t="t"/>
            <a:pathLst>
              <a:path extrusionOk="0" h="822960" w="175260">
                <a:moveTo>
                  <a:pt x="172199" y="0"/>
                </a:moveTo>
                <a:lnTo>
                  <a:pt x="169151" y="0"/>
                </a:lnTo>
                <a:lnTo>
                  <a:pt x="169151" y="6096"/>
                </a:lnTo>
                <a:lnTo>
                  <a:pt x="166103" y="12192"/>
                </a:lnTo>
                <a:lnTo>
                  <a:pt x="166103" y="13716"/>
                </a:lnTo>
                <a:lnTo>
                  <a:pt x="164579" y="15240"/>
                </a:lnTo>
                <a:lnTo>
                  <a:pt x="161531" y="15240"/>
                </a:lnTo>
                <a:lnTo>
                  <a:pt x="160007" y="16764"/>
                </a:lnTo>
                <a:lnTo>
                  <a:pt x="89903" y="16764"/>
                </a:lnTo>
                <a:lnTo>
                  <a:pt x="82283" y="18288"/>
                </a:lnTo>
                <a:lnTo>
                  <a:pt x="57899" y="41148"/>
                </a:lnTo>
                <a:lnTo>
                  <a:pt x="57899" y="47244"/>
                </a:lnTo>
                <a:lnTo>
                  <a:pt x="59334" y="56388"/>
                </a:lnTo>
                <a:lnTo>
                  <a:pt x="63614" y="65532"/>
                </a:lnTo>
                <a:lnTo>
                  <a:pt x="70764" y="74676"/>
                </a:lnTo>
                <a:lnTo>
                  <a:pt x="80759" y="83820"/>
                </a:lnTo>
                <a:lnTo>
                  <a:pt x="57899" y="83820"/>
                </a:lnTo>
                <a:lnTo>
                  <a:pt x="57899" y="89916"/>
                </a:lnTo>
                <a:lnTo>
                  <a:pt x="71615" y="121920"/>
                </a:lnTo>
                <a:lnTo>
                  <a:pt x="74663" y="120396"/>
                </a:lnTo>
                <a:lnTo>
                  <a:pt x="73139" y="117348"/>
                </a:lnTo>
                <a:lnTo>
                  <a:pt x="71615" y="115824"/>
                </a:lnTo>
                <a:lnTo>
                  <a:pt x="71615" y="111252"/>
                </a:lnTo>
                <a:lnTo>
                  <a:pt x="73139" y="109728"/>
                </a:lnTo>
                <a:lnTo>
                  <a:pt x="73139" y="108204"/>
                </a:lnTo>
                <a:lnTo>
                  <a:pt x="76187" y="105156"/>
                </a:lnTo>
                <a:lnTo>
                  <a:pt x="79235" y="105156"/>
                </a:lnTo>
                <a:lnTo>
                  <a:pt x="95745" y="103873"/>
                </a:lnTo>
                <a:lnTo>
                  <a:pt x="105143" y="103632"/>
                </a:lnTo>
                <a:lnTo>
                  <a:pt x="155435" y="103632"/>
                </a:lnTo>
                <a:lnTo>
                  <a:pt x="161531" y="105156"/>
                </a:lnTo>
                <a:lnTo>
                  <a:pt x="164579" y="106680"/>
                </a:lnTo>
                <a:lnTo>
                  <a:pt x="167627" y="109728"/>
                </a:lnTo>
                <a:lnTo>
                  <a:pt x="169151" y="112776"/>
                </a:lnTo>
                <a:lnTo>
                  <a:pt x="169151" y="120396"/>
                </a:lnTo>
                <a:lnTo>
                  <a:pt x="172199" y="120396"/>
                </a:lnTo>
                <a:lnTo>
                  <a:pt x="172199" y="67056"/>
                </a:lnTo>
                <a:lnTo>
                  <a:pt x="169151" y="67056"/>
                </a:lnTo>
                <a:lnTo>
                  <a:pt x="169151" y="73152"/>
                </a:lnTo>
                <a:lnTo>
                  <a:pt x="167627" y="77724"/>
                </a:lnTo>
                <a:lnTo>
                  <a:pt x="166103" y="79248"/>
                </a:lnTo>
                <a:lnTo>
                  <a:pt x="166103" y="80772"/>
                </a:lnTo>
                <a:lnTo>
                  <a:pt x="164579" y="82296"/>
                </a:lnTo>
                <a:lnTo>
                  <a:pt x="161531" y="83820"/>
                </a:lnTo>
                <a:lnTo>
                  <a:pt x="88379" y="83820"/>
                </a:lnTo>
                <a:lnTo>
                  <a:pt x="81508" y="76949"/>
                </a:lnTo>
                <a:lnTo>
                  <a:pt x="76758" y="69913"/>
                </a:lnTo>
                <a:lnTo>
                  <a:pt x="74028" y="62611"/>
                </a:lnTo>
                <a:lnTo>
                  <a:pt x="73139" y="54864"/>
                </a:lnTo>
                <a:lnTo>
                  <a:pt x="73139" y="48768"/>
                </a:lnTo>
                <a:lnTo>
                  <a:pt x="74663" y="44196"/>
                </a:lnTo>
                <a:lnTo>
                  <a:pt x="83807" y="38100"/>
                </a:lnTo>
                <a:lnTo>
                  <a:pt x="91427" y="36576"/>
                </a:lnTo>
                <a:lnTo>
                  <a:pt x="153911" y="36576"/>
                </a:lnTo>
                <a:lnTo>
                  <a:pt x="156959" y="38100"/>
                </a:lnTo>
                <a:lnTo>
                  <a:pt x="161531" y="38100"/>
                </a:lnTo>
                <a:lnTo>
                  <a:pt x="164579" y="39624"/>
                </a:lnTo>
                <a:lnTo>
                  <a:pt x="166103" y="41148"/>
                </a:lnTo>
                <a:lnTo>
                  <a:pt x="169151" y="47244"/>
                </a:lnTo>
                <a:lnTo>
                  <a:pt x="169151" y="53340"/>
                </a:lnTo>
                <a:lnTo>
                  <a:pt x="172199" y="53340"/>
                </a:lnTo>
                <a:lnTo>
                  <a:pt x="172199" y="0"/>
                </a:lnTo>
                <a:close/>
              </a:path>
              <a:path extrusionOk="0" h="822960" w="175260">
                <a:moveTo>
                  <a:pt x="175260" y="765048"/>
                </a:moveTo>
                <a:lnTo>
                  <a:pt x="174129" y="755053"/>
                </a:lnTo>
                <a:lnTo>
                  <a:pt x="170878" y="745617"/>
                </a:lnTo>
                <a:lnTo>
                  <a:pt x="167640" y="740181"/>
                </a:lnTo>
                <a:lnTo>
                  <a:pt x="167640" y="751332"/>
                </a:lnTo>
                <a:lnTo>
                  <a:pt x="167640" y="763524"/>
                </a:lnTo>
                <a:lnTo>
                  <a:pt x="164592" y="772668"/>
                </a:lnTo>
                <a:lnTo>
                  <a:pt x="161544" y="777240"/>
                </a:lnTo>
                <a:lnTo>
                  <a:pt x="153924" y="784860"/>
                </a:lnTo>
                <a:lnTo>
                  <a:pt x="86868" y="784860"/>
                </a:lnTo>
                <a:lnTo>
                  <a:pt x="82296" y="780288"/>
                </a:lnTo>
                <a:lnTo>
                  <a:pt x="79248" y="775716"/>
                </a:lnTo>
                <a:lnTo>
                  <a:pt x="77724" y="772668"/>
                </a:lnTo>
                <a:lnTo>
                  <a:pt x="74676" y="768096"/>
                </a:lnTo>
                <a:lnTo>
                  <a:pt x="74676" y="751332"/>
                </a:lnTo>
                <a:lnTo>
                  <a:pt x="77724" y="745236"/>
                </a:lnTo>
                <a:lnTo>
                  <a:pt x="118872" y="728472"/>
                </a:lnTo>
                <a:lnTo>
                  <a:pt x="129730" y="729043"/>
                </a:lnTo>
                <a:lnTo>
                  <a:pt x="167640" y="751332"/>
                </a:lnTo>
                <a:lnTo>
                  <a:pt x="167640" y="740181"/>
                </a:lnTo>
                <a:lnTo>
                  <a:pt x="138303" y="713422"/>
                </a:lnTo>
                <a:lnTo>
                  <a:pt x="111252" y="708660"/>
                </a:lnTo>
                <a:lnTo>
                  <a:pt x="99479" y="709498"/>
                </a:lnTo>
                <a:lnTo>
                  <a:pt x="65620" y="727760"/>
                </a:lnTo>
                <a:lnTo>
                  <a:pt x="57912" y="751332"/>
                </a:lnTo>
                <a:lnTo>
                  <a:pt x="59093" y="760222"/>
                </a:lnTo>
                <a:lnTo>
                  <a:pt x="62865" y="768667"/>
                </a:lnTo>
                <a:lnTo>
                  <a:pt x="69481" y="776846"/>
                </a:lnTo>
                <a:lnTo>
                  <a:pt x="79248" y="784860"/>
                </a:lnTo>
                <a:lnTo>
                  <a:pt x="0" y="784860"/>
                </a:lnTo>
                <a:lnTo>
                  <a:pt x="0" y="790956"/>
                </a:lnTo>
                <a:lnTo>
                  <a:pt x="13716" y="822960"/>
                </a:lnTo>
                <a:lnTo>
                  <a:pt x="16764" y="821436"/>
                </a:lnTo>
                <a:lnTo>
                  <a:pt x="13716" y="815340"/>
                </a:lnTo>
                <a:lnTo>
                  <a:pt x="13716" y="810768"/>
                </a:lnTo>
                <a:lnTo>
                  <a:pt x="18288" y="806196"/>
                </a:lnTo>
                <a:lnTo>
                  <a:pt x="21336" y="806196"/>
                </a:lnTo>
                <a:lnTo>
                  <a:pt x="24739" y="805319"/>
                </a:lnTo>
                <a:lnTo>
                  <a:pt x="30289" y="804862"/>
                </a:lnTo>
                <a:lnTo>
                  <a:pt x="38912" y="804672"/>
                </a:lnTo>
                <a:lnTo>
                  <a:pt x="161544" y="804672"/>
                </a:lnTo>
                <a:lnTo>
                  <a:pt x="166116" y="798576"/>
                </a:lnTo>
                <a:lnTo>
                  <a:pt x="169164" y="790956"/>
                </a:lnTo>
                <a:lnTo>
                  <a:pt x="170688" y="784860"/>
                </a:lnTo>
                <a:lnTo>
                  <a:pt x="173736" y="778764"/>
                </a:lnTo>
                <a:lnTo>
                  <a:pt x="175260" y="771144"/>
                </a:lnTo>
                <a:lnTo>
                  <a:pt x="175260" y="765048"/>
                </a:lnTo>
                <a:close/>
              </a:path>
              <a:path extrusionOk="0" h="822960" w="175260">
                <a:moveTo>
                  <a:pt x="175260" y="641604"/>
                </a:moveTo>
                <a:lnTo>
                  <a:pt x="154635" y="606628"/>
                </a:lnTo>
                <a:lnTo>
                  <a:pt x="131064" y="597408"/>
                </a:lnTo>
                <a:lnTo>
                  <a:pt x="129540" y="600456"/>
                </a:lnTo>
                <a:lnTo>
                  <a:pt x="138684" y="603504"/>
                </a:lnTo>
                <a:lnTo>
                  <a:pt x="146304" y="608076"/>
                </a:lnTo>
                <a:lnTo>
                  <a:pt x="149352" y="614172"/>
                </a:lnTo>
                <a:lnTo>
                  <a:pt x="152400" y="618744"/>
                </a:lnTo>
                <a:lnTo>
                  <a:pt x="152463" y="618896"/>
                </a:lnTo>
                <a:lnTo>
                  <a:pt x="155448" y="624840"/>
                </a:lnTo>
                <a:lnTo>
                  <a:pt x="155448" y="632460"/>
                </a:lnTo>
                <a:lnTo>
                  <a:pt x="132753" y="665022"/>
                </a:lnTo>
                <a:lnTo>
                  <a:pt x="102108" y="672084"/>
                </a:lnTo>
                <a:lnTo>
                  <a:pt x="102108" y="621792"/>
                </a:lnTo>
                <a:lnTo>
                  <a:pt x="102108" y="597408"/>
                </a:lnTo>
                <a:lnTo>
                  <a:pt x="94488" y="598068"/>
                </a:lnTo>
                <a:lnTo>
                  <a:pt x="94488" y="621792"/>
                </a:lnTo>
                <a:lnTo>
                  <a:pt x="94488" y="672084"/>
                </a:lnTo>
                <a:lnTo>
                  <a:pt x="85344" y="670560"/>
                </a:lnTo>
                <a:lnTo>
                  <a:pt x="77724" y="667512"/>
                </a:lnTo>
                <a:lnTo>
                  <a:pt x="73152" y="662940"/>
                </a:lnTo>
                <a:lnTo>
                  <a:pt x="67056" y="658368"/>
                </a:lnTo>
                <a:lnTo>
                  <a:pt x="65532" y="652272"/>
                </a:lnTo>
                <a:lnTo>
                  <a:pt x="65532" y="637032"/>
                </a:lnTo>
                <a:lnTo>
                  <a:pt x="68580" y="632460"/>
                </a:lnTo>
                <a:lnTo>
                  <a:pt x="74676" y="626364"/>
                </a:lnTo>
                <a:lnTo>
                  <a:pt x="79248" y="624840"/>
                </a:lnTo>
                <a:lnTo>
                  <a:pt x="82296" y="623316"/>
                </a:lnTo>
                <a:lnTo>
                  <a:pt x="86868" y="621792"/>
                </a:lnTo>
                <a:lnTo>
                  <a:pt x="94488" y="621792"/>
                </a:lnTo>
                <a:lnTo>
                  <a:pt x="94488" y="598068"/>
                </a:lnTo>
                <a:lnTo>
                  <a:pt x="60388" y="623125"/>
                </a:lnTo>
                <a:lnTo>
                  <a:pt x="58420" y="632460"/>
                </a:lnTo>
                <a:lnTo>
                  <a:pt x="58343" y="633653"/>
                </a:lnTo>
                <a:lnTo>
                  <a:pt x="73152" y="675132"/>
                </a:lnTo>
                <a:lnTo>
                  <a:pt x="117348" y="690372"/>
                </a:lnTo>
                <a:lnTo>
                  <a:pt x="130556" y="689495"/>
                </a:lnTo>
                <a:lnTo>
                  <a:pt x="130302" y="689495"/>
                </a:lnTo>
                <a:lnTo>
                  <a:pt x="141351" y="686943"/>
                </a:lnTo>
                <a:lnTo>
                  <a:pt x="170878" y="660844"/>
                </a:lnTo>
                <a:lnTo>
                  <a:pt x="174129" y="651586"/>
                </a:lnTo>
                <a:lnTo>
                  <a:pt x="175260" y="641604"/>
                </a:lnTo>
                <a:close/>
              </a:path>
              <a:path extrusionOk="0" h="822960" w="175260">
                <a:moveTo>
                  <a:pt x="175260" y="542544"/>
                </a:moveTo>
                <a:lnTo>
                  <a:pt x="150876" y="519684"/>
                </a:lnTo>
                <a:lnTo>
                  <a:pt x="150876" y="525780"/>
                </a:lnTo>
                <a:lnTo>
                  <a:pt x="153924" y="527304"/>
                </a:lnTo>
                <a:lnTo>
                  <a:pt x="155448" y="528828"/>
                </a:lnTo>
                <a:lnTo>
                  <a:pt x="156972" y="531876"/>
                </a:lnTo>
                <a:lnTo>
                  <a:pt x="158496" y="533400"/>
                </a:lnTo>
                <a:lnTo>
                  <a:pt x="160020" y="536448"/>
                </a:lnTo>
                <a:lnTo>
                  <a:pt x="160020" y="542544"/>
                </a:lnTo>
                <a:lnTo>
                  <a:pt x="158496" y="545592"/>
                </a:lnTo>
                <a:lnTo>
                  <a:pt x="152400" y="548640"/>
                </a:lnTo>
                <a:lnTo>
                  <a:pt x="147828" y="550164"/>
                </a:lnTo>
                <a:lnTo>
                  <a:pt x="68580" y="550164"/>
                </a:lnTo>
                <a:lnTo>
                  <a:pt x="68580" y="524256"/>
                </a:lnTo>
                <a:lnTo>
                  <a:pt x="60960" y="524256"/>
                </a:lnTo>
                <a:lnTo>
                  <a:pt x="60960" y="550164"/>
                </a:lnTo>
                <a:lnTo>
                  <a:pt x="24384" y="550164"/>
                </a:lnTo>
                <a:lnTo>
                  <a:pt x="24384" y="553212"/>
                </a:lnTo>
                <a:lnTo>
                  <a:pt x="32004" y="556260"/>
                </a:lnTo>
                <a:lnTo>
                  <a:pt x="41148" y="560832"/>
                </a:lnTo>
                <a:lnTo>
                  <a:pt x="47244" y="565404"/>
                </a:lnTo>
                <a:lnTo>
                  <a:pt x="51816" y="568452"/>
                </a:lnTo>
                <a:lnTo>
                  <a:pt x="54864" y="574548"/>
                </a:lnTo>
                <a:lnTo>
                  <a:pt x="59436" y="579120"/>
                </a:lnTo>
                <a:lnTo>
                  <a:pt x="62484" y="583692"/>
                </a:lnTo>
                <a:lnTo>
                  <a:pt x="64008" y="588264"/>
                </a:lnTo>
                <a:lnTo>
                  <a:pt x="68580" y="588264"/>
                </a:lnTo>
                <a:lnTo>
                  <a:pt x="68580" y="569976"/>
                </a:lnTo>
                <a:lnTo>
                  <a:pt x="152400" y="569976"/>
                </a:lnTo>
                <a:lnTo>
                  <a:pt x="175260" y="551688"/>
                </a:lnTo>
                <a:lnTo>
                  <a:pt x="175260" y="542544"/>
                </a:lnTo>
                <a:close/>
              </a:path>
              <a:path extrusionOk="0" h="822960" w="175260">
                <a:moveTo>
                  <a:pt x="175260" y="393192"/>
                </a:moveTo>
                <a:lnTo>
                  <a:pt x="79248" y="358140"/>
                </a:lnTo>
                <a:lnTo>
                  <a:pt x="70104" y="355092"/>
                </a:lnTo>
                <a:lnTo>
                  <a:pt x="64008" y="350520"/>
                </a:lnTo>
                <a:lnTo>
                  <a:pt x="64008" y="342900"/>
                </a:lnTo>
                <a:lnTo>
                  <a:pt x="60960" y="342900"/>
                </a:lnTo>
                <a:lnTo>
                  <a:pt x="60960" y="376428"/>
                </a:lnTo>
                <a:lnTo>
                  <a:pt x="64008" y="376428"/>
                </a:lnTo>
                <a:lnTo>
                  <a:pt x="64008" y="367284"/>
                </a:lnTo>
                <a:lnTo>
                  <a:pt x="68580" y="362712"/>
                </a:lnTo>
                <a:lnTo>
                  <a:pt x="73152" y="362712"/>
                </a:lnTo>
                <a:lnTo>
                  <a:pt x="76200" y="364236"/>
                </a:lnTo>
                <a:lnTo>
                  <a:pt x="80772" y="367284"/>
                </a:lnTo>
                <a:lnTo>
                  <a:pt x="143256" y="390144"/>
                </a:lnTo>
                <a:lnTo>
                  <a:pt x="79248" y="417576"/>
                </a:lnTo>
                <a:lnTo>
                  <a:pt x="77724" y="417576"/>
                </a:lnTo>
                <a:lnTo>
                  <a:pt x="76200" y="419100"/>
                </a:lnTo>
                <a:lnTo>
                  <a:pt x="71628" y="419100"/>
                </a:lnTo>
                <a:lnTo>
                  <a:pt x="68580" y="417576"/>
                </a:lnTo>
                <a:lnTo>
                  <a:pt x="65532" y="414528"/>
                </a:lnTo>
                <a:lnTo>
                  <a:pt x="64008" y="409956"/>
                </a:lnTo>
                <a:lnTo>
                  <a:pt x="64008" y="405384"/>
                </a:lnTo>
                <a:lnTo>
                  <a:pt x="60960" y="405384"/>
                </a:lnTo>
                <a:lnTo>
                  <a:pt x="60960" y="455676"/>
                </a:lnTo>
                <a:lnTo>
                  <a:pt x="64008" y="455676"/>
                </a:lnTo>
                <a:lnTo>
                  <a:pt x="64008" y="448056"/>
                </a:lnTo>
                <a:lnTo>
                  <a:pt x="65532" y="446532"/>
                </a:lnTo>
                <a:lnTo>
                  <a:pt x="67056" y="443484"/>
                </a:lnTo>
                <a:lnTo>
                  <a:pt x="71628" y="440436"/>
                </a:lnTo>
                <a:lnTo>
                  <a:pt x="76200" y="438912"/>
                </a:lnTo>
                <a:lnTo>
                  <a:pt x="92964" y="432816"/>
                </a:lnTo>
                <a:lnTo>
                  <a:pt x="143256" y="457200"/>
                </a:lnTo>
                <a:lnTo>
                  <a:pt x="80772" y="481584"/>
                </a:lnTo>
                <a:lnTo>
                  <a:pt x="74676" y="484632"/>
                </a:lnTo>
                <a:lnTo>
                  <a:pt x="68580" y="484632"/>
                </a:lnTo>
                <a:lnTo>
                  <a:pt x="64008" y="480060"/>
                </a:lnTo>
                <a:lnTo>
                  <a:pt x="64008" y="473964"/>
                </a:lnTo>
                <a:lnTo>
                  <a:pt x="60960" y="473964"/>
                </a:lnTo>
                <a:lnTo>
                  <a:pt x="60960" y="519684"/>
                </a:lnTo>
                <a:lnTo>
                  <a:pt x="64008" y="519684"/>
                </a:lnTo>
                <a:lnTo>
                  <a:pt x="64008" y="515112"/>
                </a:lnTo>
                <a:lnTo>
                  <a:pt x="65532" y="512064"/>
                </a:lnTo>
                <a:lnTo>
                  <a:pt x="68580" y="510540"/>
                </a:lnTo>
                <a:lnTo>
                  <a:pt x="70104" y="507492"/>
                </a:lnTo>
                <a:lnTo>
                  <a:pt x="74676" y="505968"/>
                </a:lnTo>
                <a:lnTo>
                  <a:pt x="80772" y="502920"/>
                </a:lnTo>
                <a:lnTo>
                  <a:pt x="175260" y="466344"/>
                </a:lnTo>
                <a:lnTo>
                  <a:pt x="175260" y="463296"/>
                </a:lnTo>
                <a:lnTo>
                  <a:pt x="102108" y="428244"/>
                </a:lnTo>
                <a:lnTo>
                  <a:pt x="175260" y="397764"/>
                </a:lnTo>
                <a:lnTo>
                  <a:pt x="175260" y="393192"/>
                </a:lnTo>
                <a:close/>
              </a:path>
              <a:path extrusionOk="0" h="822960" w="175260">
                <a:moveTo>
                  <a:pt x="175260" y="283464"/>
                </a:moveTo>
                <a:lnTo>
                  <a:pt x="174396" y="274637"/>
                </a:lnTo>
                <a:lnTo>
                  <a:pt x="174294" y="274320"/>
                </a:lnTo>
                <a:lnTo>
                  <a:pt x="171831" y="266509"/>
                </a:lnTo>
                <a:lnTo>
                  <a:pt x="139674" y="240347"/>
                </a:lnTo>
                <a:lnTo>
                  <a:pt x="131064" y="237744"/>
                </a:lnTo>
                <a:lnTo>
                  <a:pt x="129540" y="240792"/>
                </a:lnTo>
                <a:lnTo>
                  <a:pt x="138684" y="245364"/>
                </a:lnTo>
                <a:lnTo>
                  <a:pt x="146304" y="249936"/>
                </a:lnTo>
                <a:lnTo>
                  <a:pt x="149352" y="254508"/>
                </a:lnTo>
                <a:lnTo>
                  <a:pt x="155346" y="266509"/>
                </a:lnTo>
                <a:lnTo>
                  <a:pt x="155232" y="274320"/>
                </a:lnTo>
                <a:lnTo>
                  <a:pt x="132753" y="306641"/>
                </a:lnTo>
                <a:lnTo>
                  <a:pt x="124320" y="309829"/>
                </a:lnTo>
                <a:lnTo>
                  <a:pt x="124650" y="309829"/>
                </a:lnTo>
                <a:lnTo>
                  <a:pt x="113842" y="311835"/>
                </a:lnTo>
                <a:lnTo>
                  <a:pt x="102108" y="312420"/>
                </a:lnTo>
                <a:lnTo>
                  <a:pt x="102108" y="262128"/>
                </a:lnTo>
                <a:lnTo>
                  <a:pt x="102108" y="237744"/>
                </a:lnTo>
                <a:lnTo>
                  <a:pt x="94488" y="238404"/>
                </a:lnTo>
                <a:lnTo>
                  <a:pt x="94488" y="262128"/>
                </a:lnTo>
                <a:lnTo>
                  <a:pt x="94488" y="312420"/>
                </a:lnTo>
                <a:lnTo>
                  <a:pt x="85344" y="312420"/>
                </a:lnTo>
                <a:lnTo>
                  <a:pt x="77724" y="309372"/>
                </a:lnTo>
                <a:lnTo>
                  <a:pt x="73152" y="303276"/>
                </a:lnTo>
                <a:lnTo>
                  <a:pt x="67056" y="298704"/>
                </a:lnTo>
                <a:lnTo>
                  <a:pt x="65532" y="292608"/>
                </a:lnTo>
                <a:lnTo>
                  <a:pt x="65532" y="277368"/>
                </a:lnTo>
                <a:lnTo>
                  <a:pt x="68580" y="274320"/>
                </a:lnTo>
                <a:lnTo>
                  <a:pt x="71628" y="269748"/>
                </a:lnTo>
                <a:lnTo>
                  <a:pt x="74676" y="266700"/>
                </a:lnTo>
                <a:lnTo>
                  <a:pt x="79248" y="265176"/>
                </a:lnTo>
                <a:lnTo>
                  <a:pt x="82296" y="263652"/>
                </a:lnTo>
                <a:lnTo>
                  <a:pt x="86868" y="263652"/>
                </a:lnTo>
                <a:lnTo>
                  <a:pt x="94488" y="262128"/>
                </a:lnTo>
                <a:lnTo>
                  <a:pt x="94488" y="238404"/>
                </a:lnTo>
                <a:lnTo>
                  <a:pt x="60388" y="263461"/>
                </a:lnTo>
                <a:lnTo>
                  <a:pt x="58420" y="272796"/>
                </a:lnTo>
                <a:lnTo>
                  <a:pt x="58293" y="274637"/>
                </a:lnTo>
                <a:lnTo>
                  <a:pt x="57912" y="280416"/>
                </a:lnTo>
                <a:lnTo>
                  <a:pt x="57937" y="280758"/>
                </a:lnTo>
                <a:lnTo>
                  <a:pt x="58788" y="291274"/>
                </a:lnTo>
                <a:lnTo>
                  <a:pt x="81978" y="322999"/>
                </a:lnTo>
                <a:lnTo>
                  <a:pt x="117348" y="330708"/>
                </a:lnTo>
                <a:lnTo>
                  <a:pt x="130200" y="329857"/>
                </a:lnTo>
                <a:lnTo>
                  <a:pt x="141351" y="327279"/>
                </a:lnTo>
                <a:lnTo>
                  <a:pt x="150774" y="322999"/>
                </a:lnTo>
                <a:lnTo>
                  <a:pt x="158496" y="316992"/>
                </a:lnTo>
                <a:lnTo>
                  <a:pt x="163029" y="312420"/>
                </a:lnTo>
                <a:lnTo>
                  <a:pt x="165608" y="309829"/>
                </a:lnTo>
                <a:lnTo>
                  <a:pt x="170878" y="301942"/>
                </a:lnTo>
                <a:lnTo>
                  <a:pt x="170942" y="301752"/>
                </a:lnTo>
                <a:lnTo>
                  <a:pt x="174129" y="293204"/>
                </a:lnTo>
                <a:lnTo>
                  <a:pt x="174205" y="292608"/>
                </a:lnTo>
                <a:lnTo>
                  <a:pt x="175260" y="283464"/>
                </a:lnTo>
                <a:close/>
              </a:path>
              <a:path extrusionOk="0" h="822960" w="175260">
                <a:moveTo>
                  <a:pt x="175260" y="173736"/>
                </a:moveTo>
                <a:lnTo>
                  <a:pt x="154635" y="138760"/>
                </a:lnTo>
                <a:lnTo>
                  <a:pt x="131064" y="129540"/>
                </a:lnTo>
                <a:lnTo>
                  <a:pt x="129540" y="132588"/>
                </a:lnTo>
                <a:lnTo>
                  <a:pt x="138684" y="135636"/>
                </a:lnTo>
                <a:lnTo>
                  <a:pt x="146304" y="140208"/>
                </a:lnTo>
                <a:lnTo>
                  <a:pt x="149352" y="146304"/>
                </a:lnTo>
                <a:lnTo>
                  <a:pt x="152400" y="150876"/>
                </a:lnTo>
                <a:lnTo>
                  <a:pt x="152463" y="151028"/>
                </a:lnTo>
                <a:lnTo>
                  <a:pt x="155448" y="156972"/>
                </a:lnTo>
                <a:lnTo>
                  <a:pt x="155448" y="164592"/>
                </a:lnTo>
                <a:lnTo>
                  <a:pt x="132753" y="197154"/>
                </a:lnTo>
                <a:lnTo>
                  <a:pt x="102108" y="204216"/>
                </a:lnTo>
                <a:lnTo>
                  <a:pt x="102108" y="153924"/>
                </a:lnTo>
                <a:lnTo>
                  <a:pt x="102108" y="129540"/>
                </a:lnTo>
                <a:lnTo>
                  <a:pt x="94488" y="130200"/>
                </a:lnTo>
                <a:lnTo>
                  <a:pt x="94488" y="153924"/>
                </a:lnTo>
                <a:lnTo>
                  <a:pt x="94488" y="204216"/>
                </a:lnTo>
                <a:lnTo>
                  <a:pt x="85344" y="202692"/>
                </a:lnTo>
                <a:lnTo>
                  <a:pt x="77724" y="199644"/>
                </a:lnTo>
                <a:lnTo>
                  <a:pt x="73152" y="195072"/>
                </a:lnTo>
                <a:lnTo>
                  <a:pt x="67056" y="190500"/>
                </a:lnTo>
                <a:lnTo>
                  <a:pt x="65532" y="184404"/>
                </a:lnTo>
                <a:lnTo>
                  <a:pt x="65532" y="169164"/>
                </a:lnTo>
                <a:lnTo>
                  <a:pt x="68580" y="164592"/>
                </a:lnTo>
                <a:lnTo>
                  <a:pt x="74676" y="158496"/>
                </a:lnTo>
                <a:lnTo>
                  <a:pt x="79248" y="156972"/>
                </a:lnTo>
                <a:lnTo>
                  <a:pt x="82296" y="155448"/>
                </a:lnTo>
                <a:lnTo>
                  <a:pt x="86868" y="153924"/>
                </a:lnTo>
                <a:lnTo>
                  <a:pt x="94488" y="153924"/>
                </a:lnTo>
                <a:lnTo>
                  <a:pt x="94488" y="130200"/>
                </a:lnTo>
                <a:lnTo>
                  <a:pt x="60388" y="155257"/>
                </a:lnTo>
                <a:lnTo>
                  <a:pt x="58420" y="164592"/>
                </a:lnTo>
                <a:lnTo>
                  <a:pt x="58343" y="165785"/>
                </a:lnTo>
                <a:lnTo>
                  <a:pt x="73152" y="207264"/>
                </a:lnTo>
                <a:lnTo>
                  <a:pt x="117348" y="222504"/>
                </a:lnTo>
                <a:lnTo>
                  <a:pt x="130556" y="221627"/>
                </a:lnTo>
                <a:lnTo>
                  <a:pt x="130302" y="221627"/>
                </a:lnTo>
                <a:lnTo>
                  <a:pt x="141351" y="219075"/>
                </a:lnTo>
                <a:lnTo>
                  <a:pt x="170878" y="192976"/>
                </a:lnTo>
                <a:lnTo>
                  <a:pt x="174129" y="183718"/>
                </a:lnTo>
                <a:lnTo>
                  <a:pt x="175260" y="1737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16" name="Google Shape;5516;p87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061716" y="1687067"/>
            <a:ext cx="225515" cy="635507"/>
          </a:xfrm>
          <a:prstGeom prst="rect">
            <a:avLst/>
          </a:prstGeom>
          <a:noFill/>
          <a:ln>
            <a:noFill/>
          </a:ln>
        </p:spPr>
      </p:pic>
      <p:pic>
        <p:nvPicPr>
          <p:cNvPr id="5517" name="Google Shape;5517;p87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416808" y="3703320"/>
            <a:ext cx="225552" cy="1098804"/>
          </a:xfrm>
          <a:prstGeom prst="rect">
            <a:avLst/>
          </a:prstGeom>
          <a:noFill/>
          <a:ln>
            <a:noFill/>
          </a:ln>
        </p:spPr>
      </p:pic>
      <p:pic>
        <p:nvPicPr>
          <p:cNvPr id="5518" name="Google Shape;5518;p87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3416808" y="3285744"/>
            <a:ext cx="175260" cy="34594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19" name="Google Shape;5519;p87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3416808" y="2404872"/>
            <a:ext cx="175260" cy="807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5520" name="Google Shape;5520;p87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416808" y="1097279"/>
            <a:ext cx="225551" cy="1243584"/>
          </a:xfrm>
          <a:prstGeom prst="rect">
            <a:avLst/>
          </a:prstGeom>
          <a:noFill/>
          <a:ln>
            <a:noFill/>
          </a:ln>
        </p:spPr>
      </p:pic>
      <p:sp>
        <p:nvSpPr>
          <p:cNvPr id="5521" name="Google Shape;5521;p87"/>
          <p:cNvSpPr/>
          <p:nvPr/>
        </p:nvSpPr>
        <p:spPr>
          <a:xfrm>
            <a:off x="4544567" y="5109971"/>
            <a:ext cx="60960" cy="60960"/>
          </a:xfrm>
          <a:custGeom>
            <a:rect b="b" l="l" r="r" t="t"/>
            <a:pathLst>
              <a:path extrusionOk="0" h="60960" w="60960">
                <a:moveTo>
                  <a:pt x="39624" y="60959"/>
                </a:moveTo>
                <a:lnTo>
                  <a:pt x="22860" y="60959"/>
                </a:lnTo>
                <a:lnTo>
                  <a:pt x="15240" y="57911"/>
                </a:lnTo>
                <a:lnTo>
                  <a:pt x="9144" y="51815"/>
                </a:lnTo>
                <a:lnTo>
                  <a:pt x="3048" y="45719"/>
                </a:lnTo>
                <a:lnTo>
                  <a:pt x="0" y="39623"/>
                </a:lnTo>
                <a:lnTo>
                  <a:pt x="0" y="22859"/>
                </a:lnTo>
                <a:lnTo>
                  <a:pt x="3048" y="15239"/>
                </a:lnTo>
                <a:lnTo>
                  <a:pt x="15240" y="3047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7"/>
                </a:lnTo>
                <a:lnTo>
                  <a:pt x="53340" y="9143"/>
                </a:lnTo>
                <a:lnTo>
                  <a:pt x="57912" y="15239"/>
                </a:lnTo>
                <a:lnTo>
                  <a:pt x="60960" y="22859"/>
                </a:lnTo>
                <a:lnTo>
                  <a:pt x="60960" y="39623"/>
                </a:lnTo>
                <a:lnTo>
                  <a:pt x="57912" y="45719"/>
                </a:lnTo>
                <a:lnTo>
                  <a:pt x="53340" y="51815"/>
                </a:lnTo>
                <a:lnTo>
                  <a:pt x="47244" y="57911"/>
                </a:lnTo>
                <a:lnTo>
                  <a:pt x="39624" y="609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22" name="Google Shape;5522;p87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4483608" y="3831335"/>
            <a:ext cx="175260" cy="1200911"/>
          </a:xfrm>
          <a:prstGeom prst="rect">
            <a:avLst/>
          </a:prstGeom>
          <a:noFill/>
          <a:ln>
            <a:noFill/>
          </a:ln>
        </p:spPr>
      </p:pic>
      <p:pic>
        <p:nvPicPr>
          <p:cNvPr id="5523" name="Google Shape;5523;p87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4483608" y="2476500"/>
            <a:ext cx="225551" cy="1287780"/>
          </a:xfrm>
          <a:prstGeom prst="rect">
            <a:avLst/>
          </a:prstGeom>
          <a:noFill/>
          <a:ln>
            <a:noFill/>
          </a:ln>
        </p:spPr>
      </p:pic>
      <p:pic>
        <p:nvPicPr>
          <p:cNvPr id="5524" name="Google Shape;5524;p87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4483608" y="1403604"/>
            <a:ext cx="225552" cy="1008887"/>
          </a:xfrm>
          <a:prstGeom prst="rect">
            <a:avLst/>
          </a:prstGeom>
          <a:noFill/>
          <a:ln>
            <a:noFill/>
          </a:ln>
        </p:spPr>
      </p:pic>
      <p:sp>
        <p:nvSpPr>
          <p:cNvPr id="5525" name="Google Shape;5525;p87"/>
          <p:cNvSpPr/>
          <p:nvPr/>
        </p:nvSpPr>
        <p:spPr>
          <a:xfrm>
            <a:off x="4946903" y="4870703"/>
            <a:ext cx="10795" cy="129539"/>
          </a:xfrm>
          <a:custGeom>
            <a:rect b="b" l="l" r="r" t="t"/>
            <a:pathLst>
              <a:path extrusionOk="0" h="129539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6" name="Google Shape;5526;p87"/>
          <p:cNvSpPr/>
          <p:nvPr/>
        </p:nvSpPr>
        <p:spPr>
          <a:xfrm>
            <a:off x="4840211" y="4049268"/>
            <a:ext cx="175895" cy="759460"/>
          </a:xfrm>
          <a:custGeom>
            <a:rect b="b" l="l" r="r" t="t"/>
            <a:pathLst>
              <a:path extrusionOk="0" h="759460" w="175895">
                <a:moveTo>
                  <a:pt x="172212" y="548640"/>
                </a:moveTo>
                <a:lnTo>
                  <a:pt x="169164" y="548640"/>
                </a:lnTo>
                <a:lnTo>
                  <a:pt x="169164" y="560832"/>
                </a:lnTo>
                <a:lnTo>
                  <a:pt x="167640" y="565404"/>
                </a:lnTo>
                <a:lnTo>
                  <a:pt x="163068" y="568452"/>
                </a:lnTo>
                <a:lnTo>
                  <a:pt x="160020" y="571500"/>
                </a:lnTo>
                <a:lnTo>
                  <a:pt x="19812" y="571500"/>
                </a:lnTo>
                <a:lnTo>
                  <a:pt x="16764" y="569976"/>
                </a:lnTo>
                <a:lnTo>
                  <a:pt x="12192" y="566928"/>
                </a:lnTo>
                <a:lnTo>
                  <a:pt x="10668" y="562356"/>
                </a:lnTo>
                <a:lnTo>
                  <a:pt x="10668" y="548640"/>
                </a:lnTo>
                <a:lnTo>
                  <a:pt x="7620" y="548640"/>
                </a:lnTo>
                <a:lnTo>
                  <a:pt x="7620" y="594360"/>
                </a:lnTo>
                <a:lnTo>
                  <a:pt x="135636" y="653796"/>
                </a:lnTo>
                <a:lnTo>
                  <a:pt x="7620" y="713232"/>
                </a:lnTo>
                <a:lnTo>
                  <a:pt x="7620" y="758952"/>
                </a:lnTo>
                <a:lnTo>
                  <a:pt x="10668" y="758952"/>
                </a:lnTo>
                <a:lnTo>
                  <a:pt x="10668" y="748284"/>
                </a:lnTo>
                <a:lnTo>
                  <a:pt x="13716" y="745236"/>
                </a:lnTo>
                <a:lnTo>
                  <a:pt x="15240" y="742188"/>
                </a:lnTo>
                <a:lnTo>
                  <a:pt x="16764" y="740664"/>
                </a:lnTo>
                <a:lnTo>
                  <a:pt x="22860" y="737616"/>
                </a:lnTo>
                <a:lnTo>
                  <a:pt x="28956" y="736092"/>
                </a:lnTo>
                <a:lnTo>
                  <a:pt x="152400" y="736092"/>
                </a:lnTo>
                <a:lnTo>
                  <a:pt x="160020" y="737616"/>
                </a:lnTo>
                <a:lnTo>
                  <a:pt x="161544" y="739140"/>
                </a:lnTo>
                <a:lnTo>
                  <a:pt x="166116" y="742188"/>
                </a:lnTo>
                <a:lnTo>
                  <a:pt x="169164" y="746760"/>
                </a:lnTo>
                <a:lnTo>
                  <a:pt x="169164" y="758952"/>
                </a:lnTo>
                <a:lnTo>
                  <a:pt x="172212" y="758952"/>
                </a:lnTo>
                <a:lnTo>
                  <a:pt x="172212" y="702564"/>
                </a:lnTo>
                <a:lnTo>
                  <a:pt x="169164" y="702564"/>
                </a:lnTo>
                <a:lnTo>
                  <a:pt x="169164" y="714756"/>
                </a:lnTo>
                <a:lnTo>
                  <a:pt x="167640" y="719328"/>
                </a:lnTo>
                <a:lnTo>
                  <a:pt x="163068" y="722376"/>
                </a:lnTo>
                <a:lnTo>
                  <a:pt x="160020" y="725424"/>
                </a:lnTo>
                <a:lnTo>
                  <a:pt x="33528" y="725424"/>
                </a:lnTo>
                <a:lnTo>
                  <a:pt x="172212" y="661416"/>
                </a:lnTo>
                <a:lnTo>
                  <a:pt x="172212" y="658368"/>
                </a:lnTo>
                <a:lnTo>
                  <a:pt x="33528" y="594360"/>
                </a:lnTo>
                <a:lnTo>
                  <a:pt x="152400" y="594360"/>
                </a:lnTo>
                <a:lnTo>
                  <a:pt x="160020" y="595884"/>
                </a:lnTo>
                <a:lnTo>
                  <a:pt x="161544" y="597408"/>
                </a:lnTo>
                <a:lnTo>
                  <a:pt x="166116" y="600456"/>
                </a:lnTo>
                <a:lnTo>
                  <a:pt x="169164" y="605028"/>
                </a:lnTo>
                <a:lnTo>
                  <a:pt x="169164" y="617220"/>
                </a:lnTo>
                <a:lnTo>
                  <a:pt x="172212" y="617220"/>
                </a:lnTo>
                <a:lnTo>
                  <a:pt x="172212" y="548640"/>
                </a:lnTo>
                <a:close/>
              </a:path>
              <a:path extrusionOk="0" h="759460" w="175895">
                <a:moveTo>
                  <a:pt x="172224" y="108204"/>
                </a:moveTo>
                <a:lnTo>
                  <a:pt x="169176" y="108204"/>
                </a:lnTo>
                <a:lnTo>
                  <a:pt x="169176" y="114300"/>
                </a:lnTo>
                <a:lnTo>
                  <a:pt x="167652" y="117348"/>
                </a:lnTo>
                <a:lnTo>
                  <a:pt x="167652" y="118872"/>
                </a:lnTo>
                <a:lnTo>
                  <a:pt x="166128" y="121920"/>
                </a:lnTo>
                <a:lnTo>
                  <a:pt x="164604" y="123444"/>
                </a:lnTo>
                <a:lnTo>
                  <a:pt x="161556" y="123444"/>
                </a:lnTo>
                <a:lnTo>
                  <a:pt x="160032" y="124968"/>
                </a:lnTo>
                <a:lnTo>
                  <a:pt x="12" y="124968"/>
                </a:lnTo>
                <a:lnTo>
                  <a:pt x="12" y="129540"/>
                </a:lnTo>
                <a:lnTo>
                  <a:pt x="13728" y="161544"/>
                </a:lnTo>
                <a:lnTo>
                  <a:pt x="16776" y="160020"/>
                </a:lnTo>
                <a:lnTo>
                  <a:pt x="15252" y="156972"/>
                </a:lnTo>
                <a:lnTo>
                  <a:pt x="15252" y="149352"/>
                </a:lnTo>
                <a:lnTo>
                  <a:pt x="16776" y="147828"/>
                </a:lnTo>
                <a:lnTo>
                  <a:pt x="16776" y="146304"/>
                </a:lnTo>
                <a:lnTo>
                  <a:pt x="22872" y="146304"/>
                </a:lnTo>
                <a:lnTo>
                  <a:pt x="25920" y="144780"/>
                </a:lnTo>
                <a:lnTo>
                  <a:pt x="160032" y="144780"/>
                </a:lnTo>
                <a:lnTo>
                  <a:pt x="161556" y="146304"/>
                </a:lnTo>
                <a:lnTo>
                  <a:pt x="164604" y="147828"/>
                </a:lnTo>
                <a:lnTo>
                  <a:pt x="169176" y="152400"/>
                </a:lnTo>
                <a:lnTo>
                  <a:pt x="169176" y="161544"/>
                </a:lnTo>
                <a:lnTo>
                  <a:pt x="172224" y="161544"/>
                </a:lnTo>
                <a:lnTo>
                  <a:pt x="172224" y="108204"/>
                </a:lnTo>
                <a:close/>
              </a:path>
              <a:path extrusionOk="0" h="759460" w="175895">
                <a:moveTo>
                  <a:pt x="175260" y="483108"/>
                </a:moveTo>
                <a:lnTo>
                  <a:pt x="167640" y="455714"/>
                </a:lnTo>
                <a:lnTo>
                  <a:pt x="167640" y="470916"/>
                </a:lnTo>
                <a:lnTo>
                  <a:pt x="167640" y="478536"/>
                </a:lnTo>
                <a:lnTo>
                  <a:pt x="139928" y="506920"/>
                </a:lnTo>
                <a:lnTo>
                  <a:pt x="109143" y="512025"/>
                </a:lnTo>
                <a:lnTo>
                  <a:pt x="100520" y="512025"/>
                </a:lnTo>
                <a:lnTo>
                  <a:pt x="68478" y="498043"/>
                </a:lnTo>
                <a:lnTo>
                  <a:pt x="67056" y="493776"/>
                </a:lnTo>
                <a:lnTo>
                  <a:pt x="65532" y="490728"/>
                </a:lnTo>
                <a:lnTo>
                  <a:pt x="65532" y="477012"/>
                </a:lnTo>
                <a:lnTo>
                  <a:pt x="68580" y="469392"/>
                </a:lnTo>
                <a:lnTo>
                  <a:pt x="77724" y="464820"/>
                </a:lnTo>
                <a:lnTo>
                  <a:pt x="85598" y="459486"/>
                </a:lnTo>
                <a:lnTo>
                  <a:pt x="86817" y="458724"/>
                </a:lnTo>
                <a:lnTo>
                  <a:pt x="97155" y="454533"/>
                </a:lnTo>
                <a:lnTo>
                  <a:pt x="109448" y="451967"/>
                </a:lnTo>
                <a:lnTo>
                  <a:pt x="123444" y="451104"/>
                </a:lnTo>
                <a:lnTo>
                  <a:pt x="134899" y="451662"/>
                </a:lnTo>
                <a:lnTo>
                  <a:pt x="167640" y="470916"/>
                </a:lnTo>
                <a:lnTo>
                  <a:pt x="167640" y="455714"/>
                </a:lnTo>
                <a:lnTo>
                  <a:pt x="136804" y="432752"/>
                </a:lnTo>
                <a:lnTo>
                  <a:pt x="114300" y="428244"/>
                </a:lnTo>
                <a:lnTo>
                  <a:pt x="104279" y="429107"/>
                </a:lnTo>
                <a:lnTo>
                  <a:pt x="68199" y="450303"/>
                </a:lnTo>
                <a:lnTo>
                  <a:pt x="58953" y="470916"/>
                </a:lnTo>
                <a:lnTo>
                  <a:pt x="57912" y="481584"/>
                </a:lnTo>
                <a:lnTo>
                  <a:pt x="74485" y="519112"/>
                </a:lnTo>
                <a:lnTo>
                  <a:pt x="109588" y="534593"/>
                </a:lnTo>
                <a:lnTo>
                  <a:pt x="117348" y="534924"/>
                </a:lnTo>
                <a:lnTo>
                  <a:pt x="127381" y="534314"/>
                </a:lnTo>
                <a:lnTo>
                  <a:pt x="164338" y="515048"/>
                </a:lnTo>
                <a:lnTo>
                  <a:pt x="166344" y="512025"/>
                </a:lnTo>
                <a:lnTo>
                  <a:pt x="170497" y="505777"/>
                </a:lnTo>
                <a:lnTo>
                  <a:pt x="174104" y="495096"/>
                </a:lnTo>
                <a:lnTo>
                  <a:pt x="175260" y="483108"/>
                </a:lnTo>
                <a:close/>
              </a:path>
              <a:path extrusionOk="0" h="759460" w="175895">
                <a:moveTo>
                  <a:pt x="175260" y="327660"/>
                </a:moveTo>
                <a:lnTo>
                  <a:pt x="161544" y="297180"/>
                </a:lnTo>
                <a:lnTo>
                  <a:pt x="158496" y="297180"/>
                </a:lnTo>
                <a:lnTo>
                  <a:pt x="160020" y="301752"/>
                </a:lnTo>
                <a:lnTo>
                  <a:pt x="160020" y="309372"/>
                </a:lnTo>
                <a:lnTo>
                  <a:pt x="158496" y="309372"/>
                </a:lnTo>
                <a:lnTo>
                  <a:pt x="155448" y="312420"/>
                </a:lnTo>
                <a:lnTo>
                  <a:pt x="149352" y="312420"/>
                </a:lnTo>
                <a:lnTo>
                  <a:pt x="141732" y="313944"/>
                </a:lnTo>
                <a:lnTo>
                  <a:pt x="0" y="313944"/>
                </a:lnTo>
                <a:lnTo>
                  <a:pt x="0" y="318516"/>
                </a:lnTo>
                <a:lnTo>
                  <a:pt x="13716" y="350520"/>
                </a:lnTo>
                <a:lnTo>
                  <a:pt x="16764" y="348996"/>
                </a:lnTo>
                <a:lnTo>
                  <a:pt x="15240" y="345948"/>
                </a:lnTo>
                <a:lnTo>
                  <a:pt x="15240" y="338328"/>
                </a:lnTo>
                <a:lnTo>
                  <a:pt x="16764" y="336804"/>
                </a:lnTo>
                <a:lnTo>
                  <a:pt x="16764" y="335280"/>
                </a:lnTo>
                <a:lnTo>
                  <a:pt x="19812" y="333756"/>
                </a:lnTo>
                <a:lnTo>
                  <a:pt x="68580" y="333756"/>
                </a:lnTo>
                <a:lnTo>
                  <a:pt x="60960" y="339852"/>
                </a:lnTo>
                <a:lnTo>
                  <a:pt x="57912" y="347472"/>
                </a:lnTo>
                <a:lnTo>
                  <a:pt x="57912" y="356616"/>
                </a:lnTo>
                <a:lnTo>
                  <a:pt x="59080" y="367499"/>
                </a:lnTo>
                <a:lnTo>
                  <a:pt x="87401" y="400964"/>
                </a:lnTo>
                <a:lnTo>
                  <a:pt x="120396" y="409956"/>
                </a:lnTo>
                <a:lnTo>
                  <a:pt x="132168" y="409105"/>
                </a:lnTo>
                <a:lnTo>
                  <a:pt x="166903" y="389102"/>
                </a:lnTo>
                <a:lnTo>
                  <a:pt x="175196" y="364998"/>
                </a:lnTo>
                <a:lnTo>
                  <a:pt x="175171" y="359283"/>
                </a:lnTo>
                <a:lnTo>
                  <a:pt x="173736" y="353568"/>
                </a:lnTo>
                <a:lnTo>
                  <a:pt x="170688" y="348996"/>
                </a:lnTo>
                <a:lnTo>
                  <a:pt x="167640" y="342900"/>
                </a:lnTo>
                <a:lnTo>
                  <a:pt x="163068" y="338328"/>
                </a:lnTo>
                <a:lnTo>
                  <a:pt x="160020" y="336042"/>
                </a:lnTo>
                <a:lnTo>
                  <a:pt x="160020" y="345948"/>
                </a:lnTo>
                <a:lnTo>
                  <a:pt x="160020" y="353568"/>
                </a:lnTo>
                <a:lnTo>
                  <a:pt x="131826" y="384048"/>
                </a:lnTo>
                <a:lnTo>
                  <a:pt x="111252" y="387096"/>
                </a:lnTo>
                <a:lnTo>
                  <a:pt x="99542" y="386295"/>
                </a:lnTo>
                <a:lnTo>
                  <a:pt x="65532" y="364236"/>
                </a:lnTo>
                <a:lnTo>
                  <a:pt x="65532" y="353568"/>
                </a:lnTo>
                <a:lnTo>
                  <a:pt x="67056" y="350520"/>
                </a:lnTo>
                <a:lnTo>
                  <a:pt x="68580" y="345948"/>
                </a:lnTo>
                <a:lnTo>
                  <a:pt x="74676" y="339852"/>
                </a:lnTo>
                <a:lnTo>
                  <a:pt x="79248" y="336804"/>
                </a:lnTo>
                <a:lnTo>
                  <a:pt x="88392" y="333756"/>
                </a:lnTo>
                <a:lnTo>
                  <a:pt x="147828" y="333756"/>
                </a:lnTo>
                <a:lnTo>
                  <a:pt x="155448" y="339852"/>
                </a:lnTo>
                <a:lnTo>
                  <a:pt x="160020" y="345948"/>
                </a:lnTo>
                <a:lnTo>
                  <a:pt x="160020" y="336042"/>
                </a:lnTo>
                <a:lnTo>
                  <a:pt x="156972" y="333756"/>
                </a:lnTo>
                <a:lnTo>
                  <a:pt x="175260" y="333756"/>
                </a:lnTo>
                <a:lnTo>
                  <a:pt x="175260" y="327660"/>
                </a:lnTo>
                <a:close/>
              </a:path>
              <a:path extrusionOk="0" h="759460" w="175895">
                <a:moveTo>
                  <a:pt x="175260" y="204216"/>
                </a:moveTo>
                <a:lnTo>
                  <a:pt x="161544" y="170688"/>
                </a:lnTo>
                <a:lnTo>
                  <a:pt x="158496" y="172212"/>
                </a:lnTo>
                <a:lnTo>
                  <a:pt x="160020" y="175260"/>
                </a:lnTo>
                <a:lnTo>
                  <a:pt x="160020" y="184404"/>
                </a:lnTo>
                <a:lnTo>
                  <a:pt x="156972" y="187452"/>
                </a:lnTo>
                <a:lnTo>
                  <a:pt x="155448" y="187452"/>
                </a:lnTo>
                <a:lnTo>
                  <a:pt x="152400" y="188976"/>
                </a:lnTo>
                <a:lnTo>
                  <a:pt x="60960" y="188976"/>
                </a:lnTo>
                <a:lnTo>
                  <a:pt x="60960" y="225552"/>
                </a:lnTo>
                <a:lnTo>
                  <a:pt x="64008" y="225552"/>
                </a:lnTo>
                <a:lnTo>
                  <a:pt x="64008" y="219456"/>
                </a:lnTo>
                <a:lnTo>
                  <a:pt x="65532" y="214884"/>
                </a:lnTo>
                <a:lnTo>
                  <a:pt x="67056" y="211836"/>
                </a:lnTo>
                <a:lnTo>
                  <a:pt x="70104" y="210312"/>
                </a:lnTo>
                <a:lnTo>
                  <a:pt x="74676" y="208788"/>
                </a:lnTo>
                <a:lnTo>
                  <a:pt x="144780" y="208788"/>
                </a:lnTo>
                <a:lnTo>
                  <a:pt x="150876" y="214884"/>
                </a:lnTo>
                <a:lnTo>
                  <a:pt x="153924" y="220980"/>
                </a:lnTo>
                <a:lnTo>
                  <a:pt x="156972" y="225552"/>
                </a:lnTo>
                <a:lnTo>
                  <a:pt x="160020" y="234696"/>
                </a:lnTo>
                <a:lnTo>
                  <a:pt x="160020" y="242316"/>
                </a:lnTo>
                <a:lnTo>
                  <a:pt x="158496" y="246888"/>
                </a:lnTo>
                <a:lnTo>
                  <a:pt x="155448" y="251460"/>
                </a:lnTo>
                <a:lnTo>
                  <a:pt x="152400" y="254508"/>
                </a:lnTo>
                <a:lnTo>
                  <a:pt x="144780" y="256032"/>
                </a:lnTo>
                <a:lnTo>
                  <a:pt x="60960" y="256032"/>
                </a:lnTo>
                <a:lnTo>
                  <a:pt x="60960" y="294132"/>
                </a:lnTo>
                <a:lnTo>
                  <a:pt x="64008" y="294132"/>
                </a:lnTo>
                <a:lnTo>
                  <a:pt x="64008" y="284988"/>
                </a:lnTo>
                <a:lnTo>
                  <a:pt x="65532" y="283464"/>
                </a:lnTo>
                <a:lnTo>
                  <a:pt x="67056" y="280416"/>
                </a:lnTo>
                <a:lnTo>
                  <a:pt x="70104" y="277368"/>
                </a:lnTo>
                <a:lnTo>
                  <a:pt x="73152" y="277368"/>
                </a:lnTo>
                <a:lnTo>
                  <a:pt x="76200" y="275844"/>
                </a:lnTo>
                <a:lnTo>
                  <a:pt x="149352" y="275844"/>
                </a:lnTo>
                <a:lnTo>
                  <a:pt x="155448" y="274320"/>
                </a:lnTo>
                <a:lnTo>
                  <a:pt x="161544" y="271272"/>
                </a:lnTo>
                <a:lnTo>
                  <a:pt x="166116" y="268224"/>
                </a:lnTo>
                <a:lnTo>
                  <a:pt x="169164" y="263652"/>
                </a:lnTo>
                <a:lnTo>
                  <a:pt x="173736" y="259080"/>
                </a:lnTo>
                <a:lnTo>
                  <a:pt x="175260" y="254508"/>
                </a:lnTo>
                <a:lnTo>
                  <a:pt x="175260" y="242316"/>
                </a:lnTo>
                <a:lnTo>
                  <a:pt x="150876" y="208788"/>
                </a:lnTo>
                <a:lnTo>
                  <a:pt x="175260" y="208788"/>
                </a:lnTo>
                <a:lnTo>
                  <a:pt x="175260" y="204216"/>
                </a:lnTo>
                <a:close/>
              </a:path>
              <a:path extrusionOk="0" h="759460" w="175895">
                <a:moveTo>
                  <a:pt x="175272" y="44196"/>
                </a:moveTo>
                <a:lnTo>
                  <a:pt x="155282" y="8572"/>
                </a:lnTo>
                <a:lnTo>
                  <a:pt x="131076" y="0"/>
                </a:lnTo>
                <a:lnTo>
                  <a:pt x="129552" y="3048"/>
                </a:lnTo>
                <a:lnTo>
                  <a:pt x="138696" y="6096"/>
                </a:lnTo>
                <a:lnTo>
                  <a:pt x="146316" y="10668"/>
                </a:lnTo>
                <a:lnTo>
                  <a:pt x="149364" y="15240"/>
                </a:lnTo>
                <a:lnTo>
                  <a:pt x="153936" y="21336"/>
                </a:lnTo>
                <a:lnTo>
                  <a:pt x="155460" y="27432"/>
                </a:lnTo>
                <a:lnTo>
                  <a:pt x="133400" y="67614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469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3340"/>
                </a:lnTo>
                <a:lnTo>
                  <a:pt x="65544" y="42672"/>
                </a:lnTo>
                <a:lnTo>
                  <a:pt x="67068" y="39624"/>
                </a:lnTo>
                <a:lnTo>
                  <a:pt x="68592" y="35052"/>
                </a:lnTo>
                <a:lnTo>
                  <a:pt x="71640" y="30480"/>
                </a:lnTo>
                <a:lnTo>
                  <a:pt x="74688" y="28956"/>
                </a:lnTo>
                <a:lnTo>
                  <a:pt x="79260" y="25908"/>
                </a:lnTo>
                <a:lnTo>
                  <a:pt x="82308" y="24384"/>
                </a:lnTo>
                <a:lnTo>
                  <a:pt x="94500" y="24384"/>
                </a:lnTo>
                <a:lnTo>
                  <a:pt x="94500" y="469"/>
                </a:lnTo>
                <a:lnTo>
                  <a:pt x="61163" y="24765"/>
                </a:lnTo>
                <a:lnTo>
                  <a:pt x="57924" y="41148"/>
                </a:lnTo>
                <a:lnTo>
                  <a:pt x="58039" y="42672"/>
                </a:lnTo>
                <a:lnTo>
                  <a:pt x="58166" y="44196"/>
                </a:lnTo>
                <a:lnTo>
                  <a:pt x="58801" y="52006"/>
                </a:lnTo>
                <a:lnTo>
                  <a:pt x="81991" y="83972"/>
                </a:lnTo>
                <a:lnTo>
                  <a:pt x="117360" y="92964"/>
                </a:lnTo>
                <a:lnTo>
                  <a:pt x="130238" y="92087"/>
                </a:lnTo>
                <a:lnTo>
                  <a:pt x="141554" y="89344"/>
                </a:lnTo>
                <a:lnTo>
                  <a:pt x="151434" y="84607"/>
                </a:lnTo>
                <a:lnTo>
                  <a:pt x="160032" y="77724"/>
                </a:lnTo>
                <a:lnTo>
                  <a:pt x="162674" y="74676"/>
                </a:lnTo>
                <a:lnTo>
                  <a:pt x="166268" y="70561"/>
                </a:lnTo>
                <a:lnTo>
                  <a:pt x="171081" y="62674"/>
                </a:lnTo>
                <a:lnTo>
                  <a:pt x="171145" y="62484"/>
                </a:lnTo>
                <a:lnTo>
                  <a:pt x="174167" y="53936"/>
                </a:lnTo>
                <a:lnTo>
                  <a:pt x="174244" y="53340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7" name="Google Shape;5527;p87"/>
          <p:cNvGrpSpPr/>
          <p:nvPr/>
        </p:nvGrpSpPr>
        <p:grpSpPr>
          <a:xfrm>
            <a:off x="4840223" y="3828288"/>
            <a:ext cx="175260" cy="149731"/>
            <a:chOff x="4840223" y="3828288"/>
            <a:chExt cx="175260" cy="149731"/>
          </a:xfrm>
        </p:grpSpPr>
        <p:sp>
          <p:nvSpPr>
            <p:cNvPr id="5528" name="Google Shape;5528;p87"/>
            <p:cNvSpPr/>
            <p:nvPr/>
          </p:nvSpPr>
          <p:spPr>
            <a:xfrm>
              <a:off x="4840223" y="3922775"/>
              <a:ext cx="172720" cy="55244"/>
            </a:xfrm>
            <a:custGeom>
              <a:rect b="b" l="l" r="r" t="t"/>
              <a:pathLst>
                <a:path extrusionOk="0" h="55245" w="172720">
                  <a:moveTo>
                    <a:pt x="15240" y="39624"/>
                  </a:moveTo>
                  <a:lnTo>
                    <a:pt x="9144" y="39624"/>
                  </a:lnTo>
                  <a:lnTo>
                    <a:pt x="6096" y="38100"/>
                  </a:lnTo>
                  <a:lnTo>
                    <a:pt x="1524" y="33528"/>
                  </a:lnTo>
                  <a:lnTo>
                    <a:pt x="0" y="30480"/>
                  </a:lnTo>
                  <a:lnTo>
                    <a:pt x="0" y="24384"/>
                  </a:lnTo>
                  <a:lnTo>
                    <a:pt x="3048" y="18288"/>
                  </a:lnTo>
                  <a:lnTo>
                    <a:pt x="9144" y="15240"/>
                  </a:lnTo>
                  <a:lnTo>
                    <a:pt x="15240" y="15240"/>
                  </a:lnTo>
                  <a:lnTo>
                    <a:pt x="18288" y="16764"/>
                  </a:lnTo>
                  <a:lnTo>
                    <a:pt x="22860" y="21336"/>
                  </a:lnTo>
                  <a:lnTo>
                    <a:pt x="24384" y="24384"/>
                  </a:lnTo>
                  <a:lnTo>
                    <a:pt x="24384" y="30480"/>
                  </a:lnTo>
                  <a:lnTo>
                    <a:pt x="22860" y="33528"/>
                  </a:lnTo>
                  <a:lnTo>
                    <a:pt x="19812" y="35052"/>
                  </a:lnTo>
                  <a:lnTo>
                    <a:pt x="18288" y="38100"/>
                  </a:lnTo>
                  <a:lnTo>
                    <a:pt x="15240" y="39624"/>
                  </a:lnTo>
                  <a:close/>
                </a:path>
                <a:path extrusionOk="0" h="55245" w="172720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55448" y="16764"/>
                  </a:lnTo>
                  <a:lnTo>
                    <a:pt x="160020" y="15240"/>
                  </a:lnTo>
                  <a:lnTo>
                    <a:pt x="161543" y="15240"/>
                  </a:lnTo>
                  <a:lnTo>
                    <a:pt x="164591" y="13716"/>
                  </a:lnTo>
                  <a:lnTo>
                    <a:pt x="167640" y="10668"/>
                  </a:lnTo>
                  <a:lnTo>
                    <a:pt x="167640" y="9144"/>
                  </a:lnTo>
                  <a:lnTo>
                    <a:pt x="169164" y="4572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79248" y="36576"/>
                  </a:lnTo>
                  <a:lnTo>
                    <a:pt x="77724" y="38100"/>
                  </a:lnTo>
                  <a:lnTo>
                    <a:pt x="74676" y="38100"/>
                  </a:lnTo>
                  <a:lnTo>
                    <a:pt x="74676" y="39624"/>
                  </a:lnTo>
                  <a:lnTo>
                    <a:pt x="73152" y="41148"/>
                  </a:lnTo>
                  <a:lnTo>
                    <a:pt x="73152" y="50292"/>
                  </a:lnTo>
                  <a:lnTo>
                    <a:pt x="74676" y="53340"/>
                  </a:lnTo>
                  <a:lnTo>
                    <a:pt x="71628" y="54864"/>
                  </a:lnTo>
                  <a:close/>
                </a:path>
                <a:path extrusionOk="0" h="55245" w="172720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4196"/>
                  </a:lnTo>
                  <a:lnTo>
                    <a:pt x="164591" y="39624"/>
                  </a:lnTo>
                  <a:lnTo>
                    <a:pt x="161543" y="38100"/>
                  </a:lnTo>
                  <a:lnTo>
                    <a:pt x="160020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529" name="Google Shape;5529;p87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4898135" y="3828288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530" name="Google Shape;5530;p87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4898421" y="3648455"/>
            <a:ext cx="117062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31" name="Google Shape;5531;p87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840223" y="3215639"/>
            <a:ext cx="175260" cy="370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5532" name="Google Shape;5532;p87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840223" y="2717291"/>
            <a:ext cx="175260" cy="434340"/>
          </a:xfrm>
          <a:prstGeom prst="rect">
            <a:avLst/>
          </a:prstGeom>
          <a:noFill/>
          <a:ln>
            <a:noFill/>
          </a:ln>
        </p:spPr>
      </p:pic>
      <p:pic>
        <p:nvPicPr>
          <p:cNvPr id="5533" name="Google Shape;5533;p87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4840223" y="2249423"/>
            <a:ext cx="225551" cy="405383"/>
          </a:xfrm>
          <a:prstGeom prst="rect">
            <a:avLst/>
          </a:prstGeom>
          <a:noFill/>
          <a:ln>
            <a:noFill/>
          </a:ln>
        </p:spPr>
      </p:pic>
      <p:sp>
        <p:nvSpPr>
          <p:cNvPr id="5534" name="Google Shape;5534;p87"/>
          <p:cNvSpPr/>
          <p:nvPr/>
        </p:nvSpPr>
        <p:spPr>
          <a:xfrm>
            <a:off x="5303520" y="4870703"/>
            <a:ext cx="10795" cy="129539"/>
          </a:xfrm>
          <a:custGeom>
            <a:rect b="b" l="l" r="r" t="t"/>
            <a:pathLst>
              <a:path extrusionOk="0" h="129539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35" name="Google Shape;5535;p87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5195315" y="3107436"/>
            <a:ext cx="225552" cy="169468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36" name="Google Shape;5536;p87"/>
          <p:cNvGrpSpPr/>
          <p:nvPr/>
        </p:nvGrpSpPr>
        <p:grpSpPr>
          <a:xfrm>
            <a:off x="6890003" y="5655564"/>
            <a:ext cx="116205" cy="158496"/>
            <a:chOff x="6890003" y="5655564"/>
            <a:chExt cx="116205" cy="158496"/>
          </a:xfrm>
        </p:grpSpPr>
        <p:pic>
          <p:nvPicPr>
            <p:cNvPr id="5537" name="Google Shape;5537;p87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6890003" y="5737860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538" name="Google Shape;5538;p87"/>
            <p:cNvSpPr/>
            <p:nvPr/>
          </p:nvSpPr>
          <p:spPr>
            <a:xfrm>
              <a:off x="6890003" y="5655564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22860" y="59436"/>
                  </a:move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80" y="16764"/>
                  </a:lnTo>
                  <a:lnTo>
                    <a:pt x="108204" y="15240"/>
                  </a:lnTo>
                  <a:lnTo>
                    <a:pt x="109728" y="15240"/>
                  </a:lnTo>
                  <a:lnTo>
                    <a:pt x="111252" y="12192"/>
                  </a:lnTo>
                  <a:lnTo>
                    <a:pt x="112776" y="10668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30480" y="41148"/>
                  </a:lnTo>
                  <a:lnTo>
                    <a:pt x="25908" y="42672"/>
                  </a:lnTo>
                  <a:lnTo>
                    <a:pt x="24384" y="42672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1336" y="54864"/>
                  </a:lnTo>
                  <a:lnTo>
                    <a:pt x="22860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06680" y="42672"/>
                  </a:lnTo>
                  <a:lnTo>
                    <a:pt x="105156" y="42672"/>
                  </a:lnTo>
                  <a:lnTo>
                    <a:pt x="100584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539" name="Google Shape;5539;p87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6891528" y="5265420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40" name="Google Shape;5540;p87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6890003" y="4876800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41" name="Google Shape;5541;p87"/>
          <p:cNvGrpSpPr/>
          <p:nvPr/>
        </p:nvGrpSpPr>
        <p:grpSpPr>
          <a:xfrm>
            <a:off x="6655307" y="1831848"/>
            <a:ext cx="117349" cy="153924"/>
            <a:chOff x="6655307" y="1831848"/>
            <a:chExt cx="117349" cy="153924"/>
          </a:xfrm>
        </p:grpSpPr>
        <p:pic>
          <p:nvPicPr>
            <p:cNvPr id="5542" name="Google Shape;5542;p87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6655308" y="1911096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543" name="Google Shape;5543;p87"/>
            <p:cNvSpPr/>
            <p:nvPr/>
          </p:nvSpPr>
          <p:spPr>
            <a:xfrm>
              <a:off x="6655307" y="1831848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4384" y="41148"/>
                  </a:lnTo>
                  <a:lnTo>
                    <a:pt x="22859" y="42672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103632" y="16764"/>
                  </a:lnTo>
                  <a:lnTo>
                    <a:pt x="105155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47" name="Shape 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48" name="Google Shape;5548;p8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838200" y="5340095"/>
            <a:ext cx="447950" cy="13914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49" name="Google Shape;5549;p88"/>
          <p:cNvGrpSpPr/>
          <p:nvPr/>
        </p:nvGrpSpPr>
        <p:grpSpPr>
          <a:xfrm>
            <a:off x="838200" y="3913632"/>
            <a:ext cx="348996" cy="1292605"/>
            <a:chOff x="838200" y="3913632"/>
            <a:chExt cx="348996" cy="1292605"/>
          </a:xfrm>
        </p:grpSpPr>
        <p:sp>
          <p:nvSpPr>
            <p:cNvPr id="5550" name="Google Shape;5550;p88"/>
            <p:cNvSpPr/>
            <p:nvPr/>
          </p:nvSpPr>
          <p:spPr>
            <a:xfrm>
              <a:off x="853439" y="4925567"/>
              <a:ext cx="327660" cy="280670"/>
            </a:xfrm>
            <a:custGeom>
              <a:rect b="b" l="l" r="r" t="t"/>
              <a:pathLst>
                <a:path extrusionOk="0" h="280670" w="327659">
                  <a:moveTo>
                    <a:pt x="327660" y="280415"/>
                  </a:moveTo>
                  <a:lnTo>
                    <a:pt x="320040" y="280415"/>
                  </a:lnTo>
                  <a:lnTo>
                    <a:pt x="320040" y="266699"/>
                  </a:lnTo>
                  <a:lnTo>
                    <a:pt x="319182" y="257246"/>
                  </a:lnTo>
                  <a:lnTo>
                    <a:pt x="283178" y="233457"/>
                  </a:lnTo>
                  <a:lnTo>
                    <a:pt x="269748" y="233172"/>
                  </a:lnTo>
                  <a:lnTo>
                    <a:pt x="57912" y="233172"/>
                  </a:lnTo>
                  <a:lnTo>
                    <a:pt x="18288" y="239267"/>
                  </a:lnTo>
                  <a:lnTo>
                    <a:pt x="7620" y="266699"/>
                  </a:lnTo>
                  <a:lnTo>
                    <a:pt x="7620" y="280415"/>
                  </a:lnTo>
                  <a:lnTo>
                    <a:pt x="0" y="280415"/>
                  </a:lnTo>
                  <a:lnTo>
                    <a:pt x="0" y="134111"/>
                  </a:lnTo>
                  <a:lnTo>
                    <a:pt x="7620" y="134111"/>
                  </a:lnTo>
                  <a:lnTo>
                    <a:pt x="7929" y="145589"/>
                  </a:lnTo>
                  <a:lnTo>
                    <a:pt x="8953" y="155066"/>
                  </a:lnTo>
                  <a:lnTo>
                    <a:pt x="38480" y="186308"/>
                  </a:lnTo>
                  <a:lnTo>
                    <a:pt x="62483" y="187451"/>
                  </a:lnTo>
                  <a:lnTo>
                    <a:pt x="269748" y="187451"/>
                  </a:lnTo>
                  <a:lnTo>
                    <a:pt x="305681" y="168854"/>
                  </a:lnTo>
                  <a:lnTo>
                    <a:pt x="306324" y="112775"/>
                  </a:lnTo>
                  <a:lnTo>
                    <a:pt x="306038" y="95011"/>
                  </a:lnTo>
                  <a:lnTo>
                    <a:pt x="298013" y="52363"/>
                  </a:lnTo>
                  <a:lnTo>
                    <a:pt x="263652" y="19240"/>
                  </a:lnTo>
                  <a:lnTo>
                    <a:pt x="236220" y="7619"/>
                  </a:lnTo>
                  <a:lnTo>
                    <a:pt x="237744" y="0"/>
                  </a:lnTo>
                  <a:lnTo>
                    <a:pt x="327660" y="27431"/>
                  </a:lnTo>
                  <a:lnTo>
                    <a:pt x="327660" y="28041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551" name="Google Shape;5551;p8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54023" y="4456176"/>
              <a:ext cx="233172" cy="4404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52" name="Google Shape;5552;p8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54023" y="4244340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553" name="Google Shape;5553;p88"/>
            <p:cNvSpPr/>
            <p:nvPr/>
          </p:nvSpPr>
          <p:spPr>
            <a:xfrm>
              <a:off x="838200" y="4101083"/>
              <a:ext cx="342900" cy="109855"/>
            </a:xfrm>
            <a:custGeom>
              <a:rect b="b" l="l" r="r" t="t"/>
              <a:pathLst>
                <a:path extrusionOk="0" h="109854" w="342900">
                  <a:moveTo>
                    <a:pt x="27432" y="109728"/>
                  </a:moveTo>
                  <a:lnTo>
                    <a:pt x="0" y="45720"/>
                  </a:lnTo>
                  <a:lnTo>
                    <a:pt x="0" y="35052"/>
                  </a:lnTo>
                  <a:lnTo>
                    <a:pt x="292607" y="35052"/>
                  </a:lnTo>
                  <a:lnTo>
                    <a:pt x="302918" y="34790"/>
                  </a:lnTo>
                  <a:lnTo>
                    <a:pt x="335280" y="18288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89916"/>
                  </a:lnTo>
                  <a:lnTo>
                    <a:pt x="332232" y="86868"/>
                  </a:lnTo>
                  <a:lnTo>
                    <a:pt x="330708" y="82296"/>
                  </a:lnTo>
                  <a:lnTo>
                    <a:pt x="326136" y="79248"/>
                  </a:lnTo>
                  <a:lnTo>
                    <a:pt x="321563" y="77724"/>
                  </a:lnTo>
                  <a:lnTo>
                    <a:pt x="317253" y="75961"/>
                  </a:lnTo>
                  <a:lnTo>
                    <a:pt x="311086" y="75057"/>
                  </a:lnTo>
                  <a:lnTo>
                    <a:pt x="302918" y="74723"/>
                  </a:lnTo>
                  <a:lnTo>
                    <a:pt x="92964" y="74676"/>
                  </a:lnTo>
                  <a:lnTo>
                    <a:pt x="62674" y="74866"/>
                  </a:lnTo>
                  <a:lnTo>
                    <a:pt x="52887" y="75318"/>
                  </a:lnTo>
                  <a:lnTo>
                    <a:pt x="47244" y="76200"/>
                  </a:lnTo>
                  <a:lnTo>
                    <a:pt x="41148" y="76200"/>
                  </a:lnTo>
                  <a:lnTo>
                    <a:pt x="36576" y="79248"/>
                  </a:lnTo>
                  <a:lnTo>
                    <a:pt x="35052" y="80772"/>
                  </a:lnTo>
                  <a:lnTo>
                    <a:pt x="32004" y="86868"/>
                  </a:lnTo>
                  <a:lnTo>
                    <a:pt x="32004" y="94488"/>
                  </a:lnTo>
                  <a:lnTo>
                    <a:pt x="33528" y="99060"/>
                  </a:lnTo>
                  <a:lnTo>
                    <a:pt x="35052" y="105156"/>
                  </a:lnTo>
                  <a:lnTo>
                    <a:pt x="27432" y="1097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554" name="Google Shape;5554;p8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954024" y="3913632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555" name="Google Shape;5555;p88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679448" y="9467088"/>
            <a:ext cx="73151" cy="731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556" name="Google Shape;5556;p88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645920" y="8028432"/>
            <a:ext cx="220980" cy="1338072"/>
          </a:xfrm>
          <a:prstGeom prst="rect">
            <a:avLst/>
          </a:prstGeom>
          <a:noFill/>
          <a:ln>
            <a:noFill/>
          </a:ln>
        </p:spPr>
      </p:pic>
      <p:sp>
        <p:nvSpPr>
          <p:cNvPr id="5557" name="Google Shape;5557;p88"/>
          <p:cNvSpPr/>
          <p:nvPr/>
        </p:nvSpPr>
        <p:spPr>
          <a:xfrm>
            <a:off x="2115311" y="9243059"/>
            <a:ext cx="10795" cy="129539"/>
          </a:xfrm>
          <a:custGeom>
            <a:rect b="b" l="l" r="r" t="t"/>
            <a:pathLst>
              <a:path extrusionOk="0" h="129540" w="10794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58" name="Google Shape;5558;p88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008632" y="8703564"/>
            <a:ext cx="175260" cy="480059"/>
          </a:xfrm>
          <a:prstGeom prst="rect">
            <a:avLst/>
          </a:prstGeom>
          <a:noFill/>
          <a:ln>
            <a:noFill/>
          </a:ln>
        </p:spPr>
      </p:pic>
      <p:pic>
        <p:nvPicPr>
          <p:cNvPr id="5559" name="Google Shape;5559;p88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008632" y="8346947"/>
            <a:ext cx="175260" cy="295655"/>
          </a:xfrm>
          <a:prstGeom prst="rect">
            <a:avLst/>
          </a:prstGeom>
          <a:noFill/>
          <a:ln>
            <a:noFill/>
          </a:ln>
        </p:spPr>
      </p:pic>
      <p:sp>
        <p:nvSpPr>
          <p:cNvPr id="5560" name="Google Shape;5560;p88"/>
          <p:cNvSpPr/>
          <p:nvPr/>
        </p:nvSpPr>
        <p:spPr>
          <a:xfrm>
            <a:off x="2033016" y="7603236"/>
            <a:ext cx="201295" cy="666115"/>
          </a:xfrm>
          <a:custGeom>
            <a:rect b="b" l="l" r="r" t="t"/>
            <a:pathLst>
              <a:path extrusionOk="0" h="666115" w="201294">
                <a:moveTo>
                  <a:pt x="147828" y="0"/>
                </a:moveTo>
                <a:lnTo>
                  <a:pt x="144780" y="0"/>
                </a:lnTo>
                <a:lnTo>
                  <a:pt x="144780" y="7620"/>
                </a:lnTo>
                <a:lnTo>
                  <a:pt x="143256" y="10668"/>
                </a:lnTo>
                <a:lnTo>
                  <a:pt x="138684" y="15240"/>
                </a:lnTo>
                <a:lnTo>
                  <a:pt x="135636" y="15240"/>
                </a:lnTo>
                <a:lnTo>
                  <a:pt x="131064" y="16764"/>
                </a:lnTo>
                <a:lnTo>
                  <a:pt x="57912" y="16764"/>
                </a:lnTo>
                <a:lnTo>
                  <a:pt x="53340" y="18288"/>
                </a:lnTo>
                <a:lnTo>
                  <a:pt x="45720" y="21336"/>
                </a:lnTo>
                <a:lnTo>
                  <a:pt x="41148" y="24384"/>
                </a:lnTo>
                <a:lnTo>
                  <a:pt x="35052" y="33528"/>
                </a:lnTo>
                <a:lnTo>
                  <a:pt x="33528" y="39624"/>
                </a:lnTo>
                <a:lnTo>
                  <a:pt x="33528" y="50292"/>
                </a:lnTo>
                <a:lnTo>
                  <a:pt x="57912" y="82296"/>
                </a:lnTo>
                <a:lnTo>
                  <a:pt x="50292" y="83820"/>
                </a:lnTo>
                <a:lnTo>
                  <a:pt x="44196" y="86868"/>
                </a:lnTo>
                <a:lnTo>
                  <a:pt x="39624" y="92964"/>
                </a:lnTo>
                <a:lnTo>
                  <a:pt x="35052" y="97536"/>
                </a:lnTo>
                <a:lnTo>
                  <a:pt x="33528" y="103632"/>
                </a:lnTo>
                <a:lnTo>
                  <a:pt x="33528" y="114300"/>
                </a:lnTo>
                <a:lnTo>
                  <a:pt x="35052" y="117348"/>
                </a:lnTo>
                <a:lnTo>
                  <a:pt x="38100" y="126492"/>
                </a:lnTo>
                <a:lnTo>
                  <a:pt x="39624" y="129540"/>
                </a:lnTo>
                <a:lnTo>
                  <a:pt x="42672" y="134112"/>
                </a:lnTo>
                <a:lnTo>
                  <a:pt x="48768" y="140208"/>
                </a:lnTo>
                <a:lnTo>
                  <a:pt x="57912" y="147828"/>
                </a:lnTo>
                <a:lnTo>
                  <a:pt x="33528" y="147828"/>
                </a:lnTo>
                <a:lnTo>
                  <a:pt x="33528" y="152400"/>
                </a:lnTo>
                <a:lnTo>
                  <a:pt x="47244" y="185928"/>
                </a:lnTo>
                <a:lnTo>
                  <a:pt x="50292" y="184404"/>
                </a:lnTo>
                <a:lnTo>
                  <a:pt x="48768" y="181356"/>
                </a:lnTo>
                <a:lnTo>
                  <a:pt x="48768" y="172212"/>
                </a:lnTo>
                <a:lnTo>
                  <a:pt x="50292" y="170688"/>
                </a:lnTo>
                <a:lnTo>
                  <a:pt x="50292" y="169164"/>
                </a:lnTo>
                <a:lnTo>
                  <a:pt x="53340" y="169164"/>
                </a:lnTo>
                <a:lnTo>
                  <a:pt x="56388" y="167640"/>
                </a:lnTo>
                <a:lnTo>
                  <a:pt x="135636" y="167640"/>
                </a:lnTo>
                <a:lnTo>
                  <a:pt x="137160" y="169164"/>
                </a:lnTo>
                <a:lnTo>
                  <a:pt x="140208" y="169164"/>
                </a:lnTo>
                <a:lnTo>
                  <a:pt x="141732" y="170688"/>
                </a:lnTo>
                <a:lnTo>
                  <a:pt x="143256" y="173736"/>
                </a:lnTo>
                <a:lnTo>
                  <a:pt x="144780" y="175260"/>
                </a:lnTo>
                <a:lnTo>
                  <a:pt x="144780" y="184404"/>
                </a:lnTo>
                <a:lnTo>
                  <a:pt x="147828" y="184404"/>
                </a:lnTo>
                <a:lnTo>
                  <a:pt x="147828" y="167640"/>
                </a:lnTo>
                <a:lnTo>
                  <a:pt x="147828" y="131064"/>
                </a:lnTo>
                <a:lnTo>
                  <a:pt x="144780" y="131064"/>
                </a:lnTo>
                <a:lnTo>
                  <a:pt x="144780" y="140208"/>
                </a:lnTo>
                <a:lnTo>
                  <a:pt x="138684" y="146304"/>
                </a:lnTo>
                <a:lnTo>
                  <a:pt x="135636" y="146304"/>
                </a:lnTo>
                <a:lnTo>
                  <a:pt x="131064" y="147828"/>
                </a:lnTo>
                <a:lnTo>
                  <a:pt x="64008" y="147828"/>
                </a:lnTo>
                <a:lnTo>
                  <a:pt x="54864" y="138684"/>
                </a:lnTo>
                <a:lnTo>
                  <a:pt x="51816" y="132588"/>
                </a:lnTo>
                <a:lnTo>
                  <a:pt x="48768" y="123444"/>
                </a:lnTo>
                <a:lnTo>
                  <a:pt x="48768" y="114300"/>
                </a:lnTo>
                <a:lnTo>
                  <a:pt x="51816" y="109728"/>
                </a:lnTo>
                <a:lnTo>
                  <a:pt x="56388" y="105156"/>
                </a:lnTo>
                <a:lnTo>
                  <a:pt x="59436" y="103632"/>
                </a:lnTo>
                <a:lnTo>
                  <a:pt x="67056" y="102108"/>
                </a:lnTo>
                <a:lnTo>
                  <a:pt x="135636" y="102108"/>
                </a:lnTo>
                <a:lnTo>
                  <a:pt x="138684" y="103632"/>
                </a:lnTo>
                <a:lnTo>
                  <a:pt x="143256" y="108204"/>
                </a:lnTo>
                <a:lnTo>
                  <a:pt x="144780" y="112776"/>
                </a:lnTo>
                <a:lnTo>
                  <a:pt x="144780" y="118872"/>
                </a:lnTo>
                <a:lnTo>
                  <a:pt x="147828" y="118872"/>
                </a:lnTo>
                <a:lnTo>
                  <a:pt x="147828" y="102108"/>
                </a:lnTo>
                <a:lnTo>
                  <a:pt x="147828" y="82296"/>
                </a:lnTo>
                <a:lnTo>
                  <a:pt x="147828" y="65532"/>
                </a:lnTo>
                <a:lnTo>
                  <a:pt x="144780" y="65532"/>
                </a:lnTo>
                <a:lnTo>
                  <a:pt x="144780" y="74676"/>
                </a:lnTo>
                <a:lnTo>
                  <a:pt x="138684" y="80772"/>
                </a:lnTo>
                <a:lnTo>
                  <a:pt x="135636" y="80772"/>
                </a:lnTo>
                <a:lnTo>
                  <a:pt x="131064" y="82296"/>
                </a:lnTo>
                <a:lnTo>
                  <a:pt x="64008" y="82296"/>
                </a:lnTo>
                <a:lnTo>
                  <a:pt x="57912" y="76200"/>
                </a:lnTo>
                <a:lnTo>
                  <a:pt x="53340" y="70104"/>
                </a:lnTo>
                <a:lnTo>
                  <a:pt x="51816" y="67056"/>
                </a:lnTo>
                <a:lnTo>
                  <a:pt x="48768" y="57912"/>
                </a:lnTo>
                <a:lnTo>
                  <a:pt x="48768" y="47244"/>
                </a:lnTo>
                <a:lnTo>
                  <a:pt x="51816" y="42672"/>
                </a:lnTo>
                <a:lnTo>
                  <a:pt x="56388" y="39624"/>
                </a:lnTo>
                <a:lnTo>
                  <a:pt x="59436" y="36576"/>
                </a:lnTo>
                <a:lnTo>
                  <a:pt x="135636" y="36576"/>
                </a:lnTo>
                <a:lnTo>
                  <a:pt x="138684" y="38100"/>
                </a:lnTo>
                <a:lnTo>
                  <a:pt x="140208" y="38100"/>
                </a:lnTo>
                <a:lnTo>
                  <a:pt x="141732" y="39624"/>
                </a:lnTo>
                <a:lnTo>
                  <a:pt x="144780" y="45720"/>
                </a:lnTo>
                <a:lnTo>
                  <a:pt x="144780" y="53340"/>
                </a:lnTo>
                <a:lnTo>
                  <a:pt x="147828" y="53340"/>
                </a:lnTo>
                <a:lnTo>
                  <a:pt x="147828" y="36576"/>
                </a:lnTo>
                <a:lnTo>
                  <a:pt x="147828" y="0"/>
                </a:lnTo>
                <a:close/>
              </a:path>
              <a:path extrusionOk="0" h="666115" w="201294">
                <a:moveTo>
                  <a:pt x="150876" y="627888"/>
                </a:moveTo>
                <a:lnTo>
                  <a:pt x="131254" y="594550"/>
                </a:lnTo>
                <a:lnTo>
                  <a:pt x="117348" y="591312"/>
                </a:lnTo>
                <a:lnTo>
                  <a:pt x="107632" y="592772"/>
                </a:lnTo>
                <a:lnTo>
                  <a:pt x="99060" y="597217"/>
                </a:lnTo>
                <a:lnTo>
                  <a:pt x="91630" y="604824"/>
                </a:lnTo>
                <a:lnTo>
                  <a:pt x="85344" y="615696"/>
                </a:lnTo>
                <a:lnTo>
                  <a:pt x="77724" y="632460"/>
                </a:lnTo>
                <a:lnTo>
                  <a:pt x="73152" y="640080"/>
                </a:lnTo>
                <a:lnTo>
                  <a:pt x="70104" y="646176"/>
                </a:lnTo>
                <a:lnTo>
                  <a:pt x="64008" y="649224"/>
                </a:lnTo>
                <a:lnTo>
                  <a:pt x="59436" y="650748"/>
                </a:lnTo>
                <a:lnTo>
                  <a:pt x="51816" y="650748"/>
                </a:lnTo>
                <a:lnTo>
                  <a:pt x="48768" y="649224"/>
                </a:lnTo>
                <a:lnTo>
                  <a:pt x="42672" y="643128"/>
                </a:lnTo>
                <a:lnTo>
                  <a:pt x="41148" y="638556"/>
                </a:lnTo>
                <a:lnTo>
                  <a:pt x="41148" y="624840"/>
                </a:lnTo>
                <a:lnTo>
                  <a:pt x="71628" y="603504"/>
                </a:lnTo>
                <a:lnTo>
                  <a:pt x="71628" y="600456"/>
                </a:lnTo>
                <a:lnTo>
                  <a:pt x="33528" y="600456"/>
                </a:lnTo>
                <a:lnTo>
                  <a:pt x="33528" y="603504"/>
                </a:lnTo>
                <a:lnTo>
                  <a:pt x="35052" y="605028"/>
                </a:lnTo>
                <a:lnTo>
                  <a:pt x="36576" y="605028"/>
                </a:lnTo>
                <a:lnTo>
                  <a:pt x="36576" y="606552"/>
                </a:lnTo>
                <a:lnTo>
                  <a:pt x="38100" y="606552"/>
                </a:lnTo>
                <a:lnTo>
                  <a:pt x="38100" y="612648"/>
                </a:lnTo>
                <a:lnTo>
                  <a:pt x="36576" y="617220"/>
                </a:lnTo>
                <a:lnTo>
                  <a:pt x="35052" y="623316"/>
                </a:lnTo>
                <a:lnTo>
                  <a:pt x="33528" y="627888"/>
                </a:lnTo>
                <a:lnTo>
                  <a:pt x="33528" y="632460"/>
                </a:lnTo>
                <a:lnTo>
                  <a:pt x="56388" y="665988"/>
                </a:lnTo>
                <a:lnTo>
                  <a:pt x="71628" y="665988"/>
                </a:lnTo>
                <a:lnTo>
                  <a:pt x="77724" y="664464"/>
                </a:lnTo>
                <a:lnTo>
                  <a:pt x="82296" y="659892"/>
                </a:lnTo>
                <a:lnTo>
                  <a:pt x="85737" y="656755"/>
                </a:lnTo>
                <a:lnTo>
                  <a:pt x="89344" y="651891"/>
                </a:lnTo>
                <a:lnTo>
                  <a:pt x="93218" y="645325"/>
                </a:lnTo>
                <a:lnTo>
                  <a:pt x="97536" y="637032"/>
                </a:lnTo>
                <a:lnTo>
                  <a:pt x="101168" y="629602"/>
                </a:lnTo>
                <a:lnTo>
                  <a:pt x="104965" y="623316"/>
                </a:lnTo>
                <a:lnTo>
                  <a:pt x="111252" y="614172"/>
                </a:lnTo>
                <a:lnTo>
                  <a:pt x="115824" y="611124"/>
                </a:lnTo>
                <a:lnTo>
                  <a:pt x="120396" y="609600"/>
                </a:lnTo>
                <a:lnTo>
                  <a:pt x="131064" y="609600"/>
                </a:lnTo>
                <a:lnTo>
                  <a:pt x="134112" y="611124"/>
                </a:lnTo>
                <a:lnTo>
                  <a:pt x="138684" y="614172"/>
                </a:lnTo>
                <a:lnTo>
                  <a:pt x="141732" y="618744"/>
                </a:lnTo>
                <a:lnTo>
                  <a:pt x="143256" y="623316"/>
                </a:lnTo>
                <a:lnTo>
                  <a:pt x="143256" y="637032"/>
                </a:lnTo>
                <a:lnTo>
                  <a:pt x="112776" y="662940"/>
                </a:lnTo>
                <a:lnTo>
                  <a:pt x="112776" y="665988"/>
                </a:lnTo>
                <a:lnTo>
                  <a:pt x="150876" y="665988"/>
                </a:lnTo>
                <a:lnTo>
                  <a:pt x="150876" y="662940"/>
                </a:lnTo>
                <a:lnTo>
                  <a:pt x="147828" y="661416"/>
                </a:lnTo>
                <a:lnTo>
                  <a:pt x="146304" y="659892"/>
                </a:lnTo>
                <a:lnTo>
                  <a:pt x="146304" y="655320"/>
                </a:lnTo>
                <a:lnTo>
                  <a:pt x="147828" y="652272"/>
                </a:lnTo>
                <a:lnTo>
                  <a:pt x="149352" y="643128"/>
                </a:lnTo>
                <a:lnTo>
                  <a:pt x="150876" y="635508"/>
                </a:lnTo>
                <a:lnTo>
                  <a:pt x="150876" y="627888"/>
                </a:lnTo>
                <a:close/>
              </a:path>
              <a:path extrusionOk="0" h="666115" w="201294">
                <a:moveTo>
                  <a:pt x="150876" y="408432"/>
                </a:moveTo>
                <a:lnTo>
                  <a:pt x="150304" y="401599"/>
                </a:lnTo>
                <a:lnTo>
                  <a:pt x="148590" y="394906"/>
                </a:lnTo>
                <a:lnTo>
                  <a:pt x="148501" y="394716"/>
                </a:lnTo>
                <a:lnTo>
                  <a:pt x="145732" y="388505"/>
                </a:lnTo>
                <a:lnTo>
                  <a:pt x="117348" y="370332"/>
                </a:lnTo>
                <a:lnTo>
                  <a:pt x="107632" y="372008"/>
                </a:lnTo>
                <a:lnTo>
                  <a:pt x="77724" y="413004"/>
                </a:lnTo>
                <a:lnTo>
                  <a:pt x="73152" y="420624"/>
                </a:lnTo>
                <a:lnTo>
                  <a:pt x="70104" y="425196"/>
                </a:lnTo>
                <a:lnTo>
                  <a:pt x="67056" y="426720"/>
                </a:lnTo>
                <a:lnTo>
                  <a:pt x="64008" y="429768"/>
                </a:lnTo>
                <a:lnTo>
                  <a:pt x="51816" y="429768"/>
                </a:lnTo>
                <a:lnTo>
                  <a:pt x="48768" y="428244"/>
                </a:lnTo>
                <a:lnTo>
                  <a:pt x="42672" y="422148"/>
                </a:lnTo>
                <a:lnTo>
                  <a:pt x="41148" y="417576"/>
                </a:lnTo>
                <a:lnTo>
                  <a:pt x="41148" y="405384"/>
                </a:lnTo>
                <a:lnTo>
                  <a:pt x="71628" y="382524"/>
                </a:lnTo>
                <a:lnTo>
                  <a:pt x="71628" y="379476"/>
                </a:lnTo>
                <a:lnTo>
                  <a:pt x="33528" y="379476"/>
                </a:lnTo>
                <a:lnTo>
                  <a:pt x="33528" y="382524"/>
                </a:lnTo>
                <a:lnTo>
                  <a:pt x="38100" y="387096"/>
                </a:lnTo>
                <a:lnTo>
                  <a:pt x="38100" y="393192"/>
                </a:lnTo>
                <a:lnTo>
                  <a:pt x="36576" y="396240"/>
                </a:lnTo>
                <a:lnTo>
                  <a:pt x="33528" y="408432"/>
                </a:lnTo>
                <a:lnTo>
                  <a:pt x="33528" y="422148"/>
                </a:lnTo>
                <a:lnTo>
                  <a:pt x="36576" y="429768"/>
                </a:lnTo>
                <a:lnTo>
                  <a:pt x="48768" y="441960"/>
                </a:lnTo>
                <a:lnTo>
                  <a:pt x="56388" y="445008"/>
                </a:lnTo>
                <a:lnTo>
                  <a:pt x="71628" y="445008"/>
                </a:lnTo>
                <a:lnTo>
                  <a:pt x="101168" y="409295"/>
                </a:lnTo>
                <a:lnTo>
                  <a:pt x="104965" y="402717"/>
                </a:lnTo>
                <a:lnTo>
                  <a:pt x="108546" y="397764"/>
                </a:lnTo>
                <a:lnTo>
                  <a:pt x="111252" y="394716"/>
                </a:lnTo>
                <a:lnTo>
                  <a:pt x="120573" y="388505"/>
                </a:lnTo>
                <a:lnTo>
                  <a:pt x="130937" y="388505"/>
                </a:lnTo>
                <a:lnTo>
                  <a:pt x="134112" y="391668"/>
                </a:lnTo>
                <a:lnTo>
                  <a:pt x="138684" y="394716"/>
                </a:lnTo>
                <a:lnTo>
                  <a:pt x="141732" y="397764"/>
                </a:lnTo>
                <a:lnTo>
                  <a:pt x="143256" y="402336"/>
                </a:lnTo>
                <a:lnTo>
                  <a:pt x="143256" y="416052"/>
                </a:lnTo>
                <a:lnTo>
                  <a:pt x="112776" y="441960"/>
                </a:lnTo>
                <a:lnTo>
                  <a:pt x="112776" y="445008"/>
                </a:lnTo>
                <a:lnTo>
                  <a:pt x="150876" y="445008"/>
                </a:lnTo>
                <a:lnTo>
                  <a:pt x="150876" y="441960"/>
                </a:lnTo>
                <a:lnTo>
                  <a:pt x="147828" y="441960"/>
                </a:lnTo>
                <a:lnTo>
                  <a:pt x="146304" y="440436"/>
                </a:lnTo>
                <a:lnTo>
                  <a:pt x="146304" y="434340"/>
                </a:lnTo>
                <a:lnTo>
                  <a:pt x="147828" y="431292"/>
                </a:lnTo>
                <a:lnTo>
                  <a:pt x="149352" y="422148"/>
                </a:lnTo>
                <a:lnTo>
                  <a:pt x="150876" y="414528"/>
                </a:lnTo>
                <a:lnTo>
                  <a:pt x="150876" y="408432"/>
                </a:lnTo>
                <a:close/>
              </a:path>
              <a:path extrusionOk="0" h="666115" w="201294">
                <a:moveTo>
                  <a:pt x="150876" y="315468"/>
                </a:moveTo>
                <a:lnTo>
                  <a:pt x="126492" y="292608"/>
                </a:lnTo>
                <a:lnTo>
                  <a:pt x="126492" y="298704"/>
                </a:lnTo>
                <a:lnTo>
                  <a:pt x="129540" y="300228"/>
                </a:lnTo>
                <a:lnTo>
                  <a:pt x="131064" y="301752"/>
                </a:lnTo>
                <a:lnTo>
                  <a:pt x="132588" y="304800"/>
                </a:lnTo>
                <a:lnTo>
                  <a:pt x="134112" y="306324"/>
                </a:lnTo>
                <a:lnTo>
                  <a:pt x="135636" y="309372"/>
                </a:lnTo>
                <a:lnTo>
                  <a:pt x="135636" y="315468"/>
                </a:lnTo>
                <a:lnTo>
                  <a:pt x="134112" y="318516"/>
                </a:lnTo>
                <a:lnTo>
                  <a:pt x="131064" y="320040"/>
                </a:lnTo>
                <a:lnTo>
                  <a:pt x="129540" y="321564"/>
                </a:lnTo>
                <a:lnTo>
                  <a:pt x="124968" y="323088"/>
                </a:lnTo>
                <a:lnTo>
                  <a:pt x="44196" y="323088"/>
                </a:lnTo>
                <a:lnTo>
                  <a:pt x="44196" y="297180"/>
                </a:lnTo>
                <a:lnTo>
                  <a:pt x="36576" y="297180"/>
                </a:lnTo>
                <a:lnTo>
                  <a:pt x="36576" y="323088"/>
                </a:lnTo>
                <a:lnTo>
                  <a:pt x="0" y="323088"/>
                </a:lnTo>
                <a:lnTo>
                  <a:pt x="0" y="326136"/>
                </a:lnTo>
                <a:lnTo>
                  <a:pt x="36576" y="352044"/>
                </a:lnTo>
                <a:lnTo>
                  <a:pt x="38100" y="356616"/>
                </a:lnTo>
                <a:lnTo>
                  <a:pt x="41148" y="361188"/>
                </a:lnTo>
                <a:lnTo>
                  <a:pt x="44196" y="361188"/>
                </a:lnTo>
                <a:lnTo>
                  <a:pt x="44196" y="342900"/>
                </a:lnTo>
                <a:lnTo>
                  <a:pt x="134112" y="342900"/>
                </a:lnTo>
                <a:lnTo>
                  <a:pt x="138684" y="339852"/>
                </a:lnTo>
                <a:lnTo>
                  <a:pt x="143256" y="338328"/>
                </a:lnTo>
                <a:lnTo>
                  <a:pt x="146304" y="335280"/>
                </a:lnTo>
                <a:lnTo>
                  <a:pt x="149352" y="329184"/>
                </a:lnTo>
                <a:lnTo>
                  <a:pt x="150876" y="324612"/>
                </a:lnTo>
                <a:lnTo>
                  <a:pt x="150876" y="315468"/>
                </a:lnTo>
                <a:close/>
              </a:path>
              <a:path extrusionOk="0" h="666115" w="201294">
                <a:moveTo>
                  <a:pt x="150876" y="237744"/>
                </a:moveTo>
                <a:lnTo>
                  <a:pt x="150012" y="228917"/>
                </a:lnTo>
                <a:lnTo>
                  <a:pt x="149910" y="228600"/>
                </a:lnTo>
                <a:lnTo>
                  <a:pt x="147447" y="220789"/>
                </a:lnTo>
                <a:lnTo>
                  <a:pt x="115506" y="193979"/>
                </a:lnTo>
                <a:lnTo>
                  <a:pt x="106680" y="192024"/>
                </a:lnTo>
                <a:lnTo>
                  <a:pt x="105156" y="195072"/>
                </a:lnTo>
                <a:lnTo>
                  <a:pt x="114300" y="199644"/>
                </a:lnTo>
                <a:lnTo>
                  <a:pt x="121920" y="202692"/>
                </a:lnTo>
                <a:lnTo>
                  <a:pt x="124968" y="208788"/>
                </a:lnTo>
                <a:lnTo>
                  <a:pt x="129540" y="213360"/>
                </a:lnTo>
                <a:lnTo>
                  <a:pt x="129578" y="213537"/>
                </a:lnTo>
                <a:lnTo>
                  <a:pt x="131064" y="219456"/>
                </a:lnTo>
                <a:lnTo>
                  <a:pt x="131064" y="227076"/>
                </a:lnTo>
                <a:lnTo>
                  <a:pt x="130213" y="234696"/>
                </a:lnTo>
                <a:lnTo>
                  <a:pt x="99822" y="264033"/>
                </a:lnTo>
                <a:lnTo>
                  <a:pt x="77724" y="266700"/>
                </a:lnTo>
                <a:lnTo>
                  <a:pt x="77724" y="216408"/>
                </a:lnTo>
                <a:lnTo>
                  <a:pt x="77724" y="192024"/>
                </a:lnTo>
                <a:lnTo>
                  <a:pt x="70104" y="192684"/>
                </a:lnTo>
                <a:lnTo>
                  <a:pt x="70104" y="216408"/>
                </a:lnTo>
                <a:lnTo>
                  <a:pt x="70104" y="266700"/>
                </a:lnTo>
                <a:lnTo>
                  <a:pt x="60960" y="266700"/>
                </a:lnTo>
                <a:lnTo>
                  <a:pt x="53340" y="263652"/>
                </a:lnTo>
                <a:lnTo>
                  <a:pt x="48768" y="257556"/>
                </a:lnTo>
                <a:lnTo>
                  <a:pt x="44196" y="252984"/>
                </a:lnTo>
                <a:lnTo>
                  <a:pt x="41948" y="248513"/>
                </a:lnTo>
                <a:lnTo>
                  <a:pt x="41148" y="246849"/>
                </a:lnTo>
                <a:lnTo>
                  <a:pt x="41148" y="236220"/>
                </a:lnTo>
                <a:lnTo>
                  <a:pt x="54864" y="219456"/>
                </a:lnTo>
                <a:lnTo>
                  <a:pt x="57912" y="217932"/>
                </a:lnTo>
                <a:lnTo>
                  <a:pt x="62484" y="216408"/>
                </a:lnTo>
                <a:lnTo>
                  <a:pt x="70104" y="216408"/>
                </a:lnTo>
                <a:lnTo>
                  <a:pt x="70104" y="192684"/>
                </a:lnTo>
                <a:lnTo>
                  <a:pt x="36766" y="217741"/>
                </a:lnTo>
                <a:lnTo>
                  <a:pt x="33528" y="234696"/>
                </a:lnTo>
                <a:lnTo>
                  <a:pt x="34404" y="244703"/>
                </a:lnTo>
                <a:lnTo>
                  <a:pt x="57594" y="277279"/>
                </a:lnTo>
                <a:lnTo>
                  <a:pt x="92964" y="284988"/>
                </a:lnTo>
                <a:lnTo>
                  <a:pt x="105841" y="284137"/>
                </a:lnTo>
                <a:lnTo>
                  <a:pt x="117157" y="281559"/>
                </a:lnTo>
                <a:lnTo>
                  <a:pt x="127038" y="277279"/>
                </a:lnTo>
                <a:lnTo>
                  <a:pt x="135636" y="271272"/>
                </a:lnTo>
                <a:lnTo>
                  <a:pt x="139890" y="266700"/>
                </a:lnTo>
                <a:lnTo>
                  <a:pt x="142506" y="263893"/>
                </a:lnTo>
                <a:lnTo>
                  <a:pt x="147256" y="255651"/>
                </a:lnTo>
                <a:lnTo>
                  <a:pt x="149987" y="246849"/>
                </a:lnTo>
                <a:lnTo>
                  <a:pt x="150876" y="237744"/>
                </a:lnTo>
                <a:close/>
              </a:path>
              <a:path extrusionOk="0" h="666115" w="201294">
                <a:moveTo>
                  <a:pt x="201168" y="553212"/>
                </a:moveTo>
                <a:lnTo>
                  <a:pt x="198120" y="545592"/>
                </a:lnTo>
                <a:lnTo>
                  <a:pt x="192024" y="539496"/>
                </a:lnTo>
                <a:lnTo>
                  <a:pt x="187782" y="534098"/>
                </a:lnTo>
                <a:lnTo>
                  <a:pt x="182118" y="529399"/>
                </a:lnTo>
                <a:lnTo>
                  <a:pt x="175298" y="525576"/>
                </a:lnTo>
                <a:lnTo>
                  <a:pt x="167640" y="522732"/>
                </a:lnTo>
                <a:lnTo>
                  <a:pt x="160223" y="519684"/>
                </a:lnTo>
                <a:lnTo>
                  <a:pt x="71221" y="483108"/>
                </a:lnTo>
                <a:lnTo>
                  <a:pt x="56388" y="477012"/>
                </a:lnTo>
                <a:lnTo>
                  <a:pt x="51816" y="475488"/>
                </a:lnTo>
                <a:lnTo>
                  <a:pt x="48768" y="473964"/>
                </a:lnTo>
                <a:lnTo>
                  <a:pt x="47244" y="473964"/>
                </a:lnTo>
                <a:lnTo>
                  <a:pt x="41148" y="467868"/>
                </a:lnTo>
                <a:lnTo>
                  <a:pt x="41148" y="466344"/>
                </a:lnTo>
                <a:lnTo>
                  <a:pt x="39624" y="464820"/>
                </a:lnTo>
                <a:lnTo>
                  <a:pt x="39624" y="461772"/>
                </a:lnTo>
                <a:lnTo>
                  <a:pt x="36576" y="461772"/>
                </a:lnTo>
                <a:lnTo>
                  <a:pt x="36576" y="495300"/>
                </a:lnTo>
                <a:lnTo>
                  <a:pt x="39624" y="495300"/>
                </a:lnTo>
                <a:lnTo>
                  <a:pt x="39624" y="489204"/>
                </a:lnTo>
                <a:lnTo>
                  <a:pt x="41148" y="487680"/>
                </a:lnTo>
                <a:lnTo>
                  <a:pt x="41148" y="484632"/>
                </a:lnTo>
                <a:lnTo>
                  <a:pt x="42672" y="484632"/>
                </a:lnTo>
                <a:lnTo>
                  <a:pt x="44196" y="483108"/>
                </a:lnTo>
                <a:lnTo>
                  <a:pt x="50292" y="483108"/>
                </a:lnTo>
                <a:lnTo>
                  <a:pt x="56388" y="486156"/>
                </a:lnTo>
                <a:lnTo>
                  <a:pt x="118872" y="510540"/>
                </a:lnTo>
                <a:lnTo>
                  <a:pt x="62484" y="537972"/>
                </a:lnTo>
                <a:lnTo>
                  <a:pt x="56388" y="539496"/>
                </a:lnTo>
                <a:lnTo>
                  <a:pt x="51816" y="541020"/>
                </a:lnTo>
                <a:lnTo>
                  <a:pt x="44196" y="541020"/>
                </a:lnTo>
                <a:lnTo>
                  <a:pt x="42672" y="537972"/>
                </a:lnTo>
                <a:lnTo>
                  <a:pt x="39624" y="534924"/>
                </a:lnTo>
                <a:lnTo>
                  <a:pt x="39624" y="527304"/>
                </a:lnTo>
                <a:lnTo>
                  <a:pt x="36576" y="527304"/>
                </a:lnTo>
                <a:lnTo>
                  <a:pt x="36576" y="580644"/>
                </a:lnTo>
                <a:lnTo>
                  <a:pt x="39624" y="580644"/>
                </a:lnTo>
                <a:lnTo>
                  <a:pt x="41148" y="576072"/>
                </a:lnTo>
                <a:lnTo>
                  <a:pt x="41148" y="573024"/>
                </a:lnTo>
                <a:lnTo>
                  <a:pt x="45720" y="568452"/>
                </a:lnTo>
                <a:lnTo>
                  <a:pt x="48768" y="566928"/>
                </a:lnTo>
                <a:lnTo>
                  <a:pt x="53340" y="563880"/>
                </a:lnTo>
                <a:lnTo>
                  <a:pt x="99783" y="541020"/>
                </a:lnTo>
                <a:lnTo>
                  <a:pt x="143256" y="519684"/>
                </a:lnTo>
                <a:lnTo>
                  <a:pt x="163068" y="527304"/>
                </a:lnTo>
                <a:lnTo>
                  <a:pt x="170688" y="530352"/>
                </a:lnTo>
                <a:lnTo>
                  <a:pt x="175260" y="533400"/>
                </a:lnTo>
                <a:lnTo>
                  <a:pt x="176784" y="536448"/>
                </a:lnTo>
                <a:lnTo>
                  <a:pt x="179832" y="539496"/>
                </a:lnTo>
                <a:lnTo>
                  <a:pt x="181356" y="542544"/>
                </a:lnTo>
                <a:lnTo>
                  <a:pt x="181356" y="547116"/>
                </a:lnTo>
                <a:lnTo>
                  <a:pt x="178308" y="556260"/>
                </a:lnTo>
                <a:lnTo>
                  <a:pt x="176784" y="559308"/>
                </a:lnTo>
                <a:lnTo>
                  <a:pt x="176784" y="566928"/>
                </a:lnTo>
                <a:lnTo>
                  <a:pt x="178308" y="569976"/>
                </a:lnTo>
                <a:lnTo>
                  <a:pt x="179832" y="571500"/>
                </a:lnTo>
                <a:lnTo>
                  <a:pt x="181356" y="574548"/>
                </a:lnTo>
                <a:lnTo>
                  <a:pt x="184404" y="576072"/>
                </a:lnTo>
                <a:lnTo>
                  <a:pt x="190500" y="576072"/>
                </a:lnTo>
                <a:lnTo>
                  <a:pt x="195072" y="574548"/>
                </a:lnTo>
                <a:lnTo>
                  <a:pt x="196596" y="571500"/>
                </a:lnTo>
                <a:lnTo>
                  <a:pt x="199644" y="568452"/>
                </a:lnTo>
                <a:lnTo>
                  <a:pt x="201168" y="563880"/>
                </a:lnTo>
                <a:lnTo>
                  <a:pt x="201168" y="5532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61" name="Google Shape;5561;p88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008632" y="7243571"/>
            <a:ext cx="224028" cy="280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5562" name="Google Shape;5562;p88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008632" y="6012179"/>
            <a:ext cx="225552" cy="1165860"/>
          </a:xfrm>
          <a:prstGeom prst="rect">
            <a:avLst/>
          </a:prstGeom>
          <a:noFill/>
          <a:ln>
            <a:noFill/>
          </a:ln>
        </p:spPr>
      </p:pic>
      <p:pic>
        <p:nvPicPr>
          <p:cNvPr id="5563" name="Google Shape;5563;p88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008632" y="5791200"/>
            <a:ext cx="175260" cy="147827"/>
          </a:xfrm>
          <a:prstGeom prst="rect">
            <a:avLst/>
          </a:prstGeom>
          <a:noFill/>
          <a:ln>
            <a:noFill/>
          </a:ln>
        </p:spPr>
      </p:pic>
      <p:pic>
        <p:nvPicPr>
          <p:cNvPr id="5564" name="Google Shape;5564;p88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304288" y="8061959"/>
            <a:ext cx="225551" cy="11506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565" name="Google Shape;5565;p88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304288" y="7749540"/>
            <a:ext cx="175260" cy="233172"/>
          </a:xfrm>
          <a:prstGeom prst="rect">
            <a:avLst/>
          </a:prstGeom>
          <a:noFill/>
          <a:ln>
            <a:noFill/>
          </a:ln>
        </p:spPr>
      </p:pic>
      <p:pic>
        <p:nvPicPr>
          <p:cNvPr id="5566" name="Google Shape;5566;p88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718816" y="9480804"/>
            <a:ext cx="68580" cy="67056"/>
          </a:xfrm>
          <a:prstGeom prst="rect">
            <a:avLst/>
          </a:prstGeom>
          <a:noFill/>
          <a:ln>
            <a:noFill/>
          </a:ln>
        </p:spPr>
      </p:pic>
      <p:pic>
        <p:nvPicPr>
          <p:cNvPr id="5567" name="Google Shape;5567;p88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665476" y="8066532"/>
            <a:ext cx="170688" cy="1339596"/>
          </a:xfrm>
          <a:prstGeom prst="rect">
            <a:avLst/>
          </a:prstGeom>
          <a:noFill/>
          <a:ln>
            <a:noFill/>
          </a:ln>
        </p:spPr>
      </p:pic>
      <p:sp>
        <p:nvSpPr>
          <p:cNvPr id="5568" name="Google Shape;5568;p88"/>
          <p:cNvSpPr/>
          <p:nvPr/>
        </p:nvSpPr>
        <p:spPr>
          <a:xfrm>
            <a:off x="3124200" y="9243059"/>
            <a:ext cx="10795" cy="129539"/>
          </a:xfrm>
          <a:custGeom>
            <a:rect b="b" l="l" r="r" t="t"/>
            <a:pathLst>
              <a:path extrusionOk="0" h="129540" w="10794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9" name="Google Shape;5569;p88"/>
          <p:cNvSpPr/>
          <p:nvPr/>
        </p:nvSpPr>
        <p:spPr>
          <a:xfrm>
            <a:off x="3015983" y="8671560"/>
            <a:ext cx="226060" cy="513715"/>
          </a:xfrm>
          <a:custGeom>
            <a:rect b="b" l="l" r="r" t="t"/>
            <a:pathLst>
              <a:path extrusionOk="0" h="513715" w="226060">
                <a:moveTo>
                  <a:pt x="24384" y="348996"/>
                </a:moveTo>
                <a:lnTo>
                  <a:pt x="18288" y="342900"/>
                </a:lnTo>
                <a:lnTo>
                  <a:pt x="6096" y="342900"/>
                </a:lnTo>
                <a:lnTo>
                  <a:pt x="4572" y="345948"/>
                </a:lnTo>
                <a:lnTo>
                  <a:pt x="0" y="350520"/>
                </a:lnTo>
                <a:lnTo>
                  <a:pt x="0" y="358140"/>
                </a:lnTo>
                <a:lnTo>
                  <a:pt x="1524" y="361188"/>
                </a:lnTo>
                <a:lnTo>
                  <a:pt x="4572" y="362712"/>
                </a:lnTo>
                <a:lnTo>
                  <a:pt x="6096" y="365760"/>
                </a:lnTo>
                <a:lnTo>
                  <a:pt x="9144" y="367284"/>
                </a:lnTo>
                <a:lnTo>
                  <a:pt x="16764" y="367284"/>
                </a:lnTo>
                <a:lnTo>
                  <a:pt x="21336" y="362712"/>
                </a:lnTo>
                <a:lnTo>
                  <a:pt x="24384" y="361188"/>
                </a:lnTo>
                <a:lnTo>
                  <a:pt x="24384" y="348996"/>
                </a:lnTo>
                <a:close/>
              </a:path>
              <a:path extrusionOk="0" h="513715" w="226060">
                <a:moveTo>
                  <a:pt x="128016" y="0"/>
                </a:moveTo>
                <a:lnTo>
                  <a:pt x="106680" y="0"/>
                </a:lnTo>
                <a:lnTo>
                  <a:pt x="106680" y="64008"/>
                </a:lnTo>
                <a:lnTo>
                  <a:pt x="128016" y="64008"/>
                </a:lnTo>
                <a:lnTo>
                  <a:pt x="128016" y="0"/>
                </a:lnTo>
                <a:close/>
              </a:path>
              <a:path extrusionOk="0" h="513715" w="226060">
                <a:moveTo>
                  <a:pt x="172212" y="327660"/>
                </a:moveTo>
                <a:lnTo>
                  <a:pt x="169164" y="327660"/>
                </a:lnTo>
                <a:lnTo>
                  <a:pt x="169164" y="336804"/>
                </a:lnTo>
                <a:lnTo>
                  <a:pt x="163068" y="342900"/>
                </a:lnTo>
                <a:lnTo>
                  <a:pt x="160020" y="342900"/>
                </a:lnTo>
                <a:lnTo>
                  <a:pt x="155448" y="344424"/>
                </a:lnTo>
                <a:lnTo>
                  <a:pt x="57912" y="344424"/>
                </a:lnTo>
                <a:lnTo>
                  <a:pt x="57912" y="348996"/>
                </a:lnTo>
                <a:lnTo>
                  <a:pt x="71628" y="382524"/>
                </a:lnTo>
                <a:lnTo>
                  <a:pt x="74676" y="381000"/>
                </a:lnTo>
                <a:lnTo>
                  <a:pt x="74676" y="377952"/>
                </a:lnTo>
                <a:lnTo>
                  <a:pt x="73152" y="374904"/>
                </a:lnTo>
                <a:lnTo>
                  <a:pt x="73152" y="370332"/>
                </a:lnTo>
                <a:lnTo>
                  <a:pt x="74676" y="368808"/>
                </a:lnTo>
                <a:lnTo>
                  <a:pt x="74676" y="367284"/>
                </a:lnTo>
                <a:lnTo>
                  <a:pt x="76200" y="365760"/>
                </a:lnTo>
                <a:lnTo>
                  <a:pt x="77724" y="365760"/>
                </a:lnTo>
                <a:lnTo>
                  <a:pt x="80772" y="364236"/>
                </a:lnTo>
                <a:lnTo>
                  <a:pt x="160020" y="364236"/>
                </a:lnTo>
                <a:lnTo>
                  <a:pt x="163068" y="365760"/>
                </a:lnTo>
                <a:lnTo>
                  <a:pt x="164592" y="365760"/>
                </a:lnTo>
                <a:lnTo>
                  <a:pt x="167640" y="367284"/>
                </a:lnTo>
                <a:lnTo>
                  <a:pt x="167640" y="370332"/>
                </a:lnTo>
                <a:lnTo>
                  <a:pt x="169164" y="371856"/>
                </a:lnTo>
                <a:lnTo>
                  <a:pt x="169164" y="381000"/>
                </a:lnTo>
                <a:lnTo>
                  <a:pt x="172212" y="381000"/>
                </a:lnTo>
                <a:lnTo>
                  <a:pt x="172212" y="364236"/>
                </a:lnTo>
                <a:lnTo>
                  <a:pt x="172212" y="327660"/>
                </a:lnTo>
                <a:close/>
              </a:path>
              <a:path extrusionOk="0" h="513715" w="226060">
                <a:moveTo>
                  <a:pt x="172224" y="391668"/>
                </a:moveTo>
                <a:lnTo>
                  <a:pt x="169176" y="391668"/>
                </a:lnTo>
                <a:lnTo>
                  <a:pt x="169176" y="400812"/>
                </a:lnTo>
                <a:lnTo>
                  <a:pt x="163080" y="406908"/>
                </a:lnTo>
                <a:lnTo>
                  <a:pt x="160032" y="408432"/>
                </a:lnTo>
                <a:lnTo>
                  <a:pt x="98780" y="408457"/>
                </a:lnTo>
                <a:lnTo>
                  <a:pt x="91071" y="408622"/>
                </a:lnTo>
                <a:lnTo>
                  <a:pt x="57924" y="431292"/>
                </a:lnTo>
                <a:lnTo>
                  <a:pt x="57924" y="443484"/>
                </a:lnTo>
                <a:lnTo>
                  <a:pt x="82308" y="475488"/>
                </a:lnTo>
                <a:lnTo>
                  <a:pt x="12" y="475488"/>
                </a:lnTo>
                <a:lnTo>
                  <a:pt x="12" y="481584"/>
                </a:lnTo>
                <a:lnTo>
                  <a:pt x="13728" y="513588"/>
                </a:lnTo>
                <a:lnTo>
                  <a:pt x="16776" y="512064"/>
                </a:lnTo>
                <a:lnTo>
                  <a:pt x="16776" y="507492"/>
                </a:lnTo>
                <a:lnTo>
                  <a:pt x="15252" y="505968"/>
                </a:lnTo>
                <a:lnTo>
                  <a:pt x="15252" y="499872"/>
                </a:lnTo>
                <a:lnTo>
                  <a:pt x="16776" y="498348"/>
                </a:lnTo>
                <a:lnTo>
                  <a:pt x="18300" y="498348"/>
                </a:lnTo>
                <a:lnTo>
                  <a:pt x="19824" y="496824"/>
                </a:lnTo>
                <a:lnTo>
                  <a:pt x="22872" y="496824"/>
                </a:lnTo>
                <a:lnTo>
                  <a:pt x="25920" y="495300"/>
                </a:lnTo>
                <a:lnTo>
                  <a:pt x="160032" y="495300"/>
                </a:lnTo>
                <a:lnTo>
                  <a:pt x="163080" y="496824"/>
                </a:lnTo>
                <a:lnTo>
                  <a:pt x="164604" y="498348"/>
                </a:lnTo>
                <a:lnTo>
                  <a:pt x="166128" y="498348"/>
                </a:lnTo>
                <a:lnTo>
                  <a:pt x="167652" y="499872"/>
                </a:lnTo>
                <a:lnTo>
                  <a:pt x="169176" y="502920"/>
                </a:lnTo>
                <a:lnTo>
                  <a:pt x="169176" y="512064"/>
                </a:lnTo>
                <a:lnTo>
                  <a:pt x="172224" y="512064"/>
                </a:lnTo>
                <a:lnTo>
                  <a:pt x="172224" y="458724"/>
                </a:lnTo>
                <a:lnTo>
                  <a:pt x="169176" y="458724"/>
                </a:lnTo>
                <a:lnTo>
                  <a:pt x="169176" y="467868"/>
                </a:lnTo>
                <a:lnTo>
                  <a:pt x="167652" y="469392"/>
                </a:lnTo>
                <a:lnTo>
                  <a:pt x="166128" y="472440"/>
                </a:lnTo>
                <a:lnTo>
                  <a:pt x="164604" y="473964"/>
                </a:lnTo>
                <a:lnTo>
                  <a:pt x="163080" y="473964"/>
                </a:lnTo>
                <a:lnTo>
                  <a:pt x="161556" y="475488"/>
                </a:lnTo>
                <a:lnTo>
                  <a:pt x="89928" y="475488"/>
                </a:lnTo>
                <a:lnTo>
                  <a:pt x="83832" y="469392"/>
                </a:lnTo>
                <a:lnTo>
                  <a:pt x="79260" y="463296"/>
                </a:lnTo>
                <a:lnTo>
                  <a:pt x="76212" y="458724"/>
                </a:lnTo>
                <a:lnTo>
                  <a:pt x="74688" y="455676"/>
                </a:lnTo>
                <a:lnTo>
                  <a:pt x="73164" y="451104"/>
                </a:lnTo>
                <a:lnTo>
                  <a:pt x="73164" y="441960"/>
                </a:lnTo>
                <a:lnTo>
                  <a:pt x="76212" y="435864"/>
                </a:lnTo>
                <a:lnTo>
                  <a:pt x="80784" y="431292"/>
                </a:lnTo>
                <a:lnTo>
                  <a:pt x="85356" y="429768"/>
                </a:lnTo>
                <a:lnTo>
                  <a:pt x="88404" y="428244"/>
                </a:lnTo>
                <a:lnTo>
                  <a:pt x="160032" y="428244"/>
                </a:lnTo>
                <a:lnTo>
                  <a:pt x="166128" y="431292"/>
                </a:lnTo>
                <a:lnTo>
                  <a:pt x="169176" y="434340"/>
                </a:lnTo>
                <a:lnTo>
                  <a:pt x="169176" y="445008"/>
                </a:lnTo>
                <a:lnTo>
                  <a:pt x="172224" y="445008"/>
                </a:lnTo>
                <a:lnTo>
                  <a:pt x="172224" y="391668"/>
                </a:lnTo>
                <a:close/>
              </a:path>
              <a:path extrusionOk="0" h="513715" w="226060">
                <a:moveTo>
                  <a:pt x="172224" y="74676"/>
                </a:moveTo>
                <a:lnTo>
                  <a:pt x="169176" y="74676"/>
                </a:lnTo>
                <a:lnTo>
                  <a:pt x="169176" y="83820"/>
                </a:lnTo>
                <a:lnTo>
                  <a:pt x="163080" y="89916"/>
                </a:lnTo>
                <a:lnTo>
                  <a:pt x="160032" y="91440"/>
                </a:lnTo>
                <a:lnTo>
                  <a:pt x="108216" y="91440"/>
                </a:lnTo>
                <a:lnTo>
                  <a:pt x="98780" y="91706"/>
                </a:lnTo>
                <a:lnTo>
                  <a:pt x="91071" y="92392"/>
                </a:lnTo>
                <a:lnTo>
                  <a:pt x="85064" y="93370"/>
                </a:lnTo>
                <a:lnTo>
                  <a:pt x="80784" y="94488"/>
                </a:lnTo>
                <a:lnTo>
                  <a:pt x="73164" y="96012"/>
                </a:lnTo>
                <a:lnTo>
                  <a:pt x="67068" y="99060"/>
                </a:lnTo>
                <a:lnTo>
                  <a:pt x="60972" y="108204"/>
                </a:lnTo>
                <a:lnTo>
                  <a:pt x="57924" y="114300"/>
                </a:lnTo>
                <a:lnTo>
                  <a:pt x="57924" y="126492"/>
                </a:lnTo>
                <a:lnTo>
                  <a:pt x="82308" y="158496"/>
                </a:lnTo>
                <a:lnTo>
                  <a:pt x="12" y="158496"/>
                </a:lnTo>
                <a:lnTo>
                  <a:pt x="12" y="164592"/>
                </a:lnTo>
                <a:lnTo>
                  <a:pt x="13728" y="196596"/>
                </a:lnTo>
                <a:lnTo>
                  <a:pt x="16776" y="195072"/>
                </a:lnTo>
                <a:lnTo>
                  <a:pt x="16776" y="190500"/>
                </a:lnTo>
                <a:lnTo>
                  <a:pt x="15252" y="188976"/>
                </a:lnTo>
                <a:lnTo>
                  <a:pt x="15252" y="182880"/>
                </a:lnTo>
                <a:lnTo>
                  <a:pt x="16776" y="181356"/>
                </a:lnTo>
                <a:lnTo>
                  <a:pt x="18300" y="181356"/>
                </a:lnTo>
                <a:lnTo>
                  <a:pt x="19824" y="179832"/>
                </a:lnTo>
                <a:lnTo>
                  <a:pt x="22872" y="179832"/>
                </a:lnTo>
                <a:lnTo>
                  <a:pt x="25920" y="178308"/>
                </a:lnTo>
                <a:lnTo>
                  <a:pt x="160032" y="178308"/>
                </a:lnTo>
                <a:lnTo>
                  <a:pt x="163080" y="179832"/>
                </a:lnTo>
                <a:lnTo>
                  <a:pt x="164604" y="181356"/>
                </a:lnTo>
                <a:lnTo>
                  <a:pt x="166128" y="181356"/>
                </a:lnTo>
                <a:lnTo>
                  <a:pt x="167652" y="182880"/>
                </a:lnTo>
                <a:lnTo>
                  <a:pt x="169176" y="185928"/>
                </a:lnTo>
                <a:lnTo>
                  <a:pt x="169176" y="195072"/>
                </a:lnTo>
                <a:lnTo>
                  <a:pt x="172224" y="195072"/>
                </a:lnTo>
                <a:lnTo>
                  <a:pt x="172224" y="141732"/>
                </a:lnTo>
                <a:lnTo>
                  <a:pt x="169176" y="141732"/>
                </a:lnTo>
                <a:lnTo>
                  <a:pt x="169176" y="150876"/>
                </a:lnTo>
                <a:lnTo>
                  <a:pt x="167652" y="152400"/>
                </a:lnTo>
                <a:lnTo>
                  <a:pt x="166128" y="155448"/>
                </a:lnTo>
                <a:lnTo>
                  <a:pt x="164604" y="156972"/>
                </a:lnTo>
                <a:lnTo>
                  <a:pt x="163080" y="156972"/>
                </a:lnTo>
                <a:lnTo>
                  <a:pt x="161556" y="158496"/>
                </a:lnTo>
                <a:lnTo>
                  <a:pt x="89928" y="158496"/>
                </a:lnTo>
                <a:lnTo>
                  <a:pt x="83832" y="152400"/>
                </a:lnTo>
                <a:lnTo>
                  <a:pt x="79260" y="146304"/>
                </a:lnTo>
                <a:lnTo>
                  <a:pt x="76212" y="143256"/>
                </a:lnTo>
                <a:lnTo>
                  <a:pt x="73164" y="134112"/>
                </a:lnTo>
                <a:lnTo>
                  <a:pt x="73164" y="124968"/>
                </a:lnTo>
                <a:lnTo>
                  <a:pt x="76212" y="118872"/>
                </a:lnTo>
                <a:lnTo>
                  <a:pt x="79260" y="117348"/>
                </a:lnTo>
                <a:lnTo>
                  <a:pt x="80784" y="114300"/>
                </a:lnTo>
                <a:lnTo>
                  <a:pt x="85356" y="112776"/>
                </a:lnTo>
                <a:lnTo>
                  <a:pt x="88404" y="111252"/>
                </a:lnTo>
                <a:lnTo>
                  <a:pt x="160032" y="111252"/>
                </a:lnTo>
                <a:lnTo>
                  <a:pt x="166128" y="114300"/>
                </a:lnTo>
                <a:lnTo>
                  <a:pt x="169176" y="117348"/>
                </a:lnTo>
                <a:lnTo>
                  <a:pt x="169176" y="128016"/>
                </a:lnTo>
                <a:lnTo>
                  <a:pt x="172224" y="128016"/>
                </a:lnTo>
                <a:lnTo>
                  <a:pt x="172224" y="74676"/>
                </a:lnTo>
                <a:close/>
              </a:path>
              <a:path extrusionOk="0" h="513715" w="226060">
                <a:moveTo>
                  <a:pt x="225526" y="264706"/>
                </a:moveTo>
                <a:lnTo>
                  <a:pt x="224434" y="250037"/>
                </a:lnTo>
                <a:lnTo>
                  <a:pt x="221183" y="236601"/>
                </a:lnTo>
                <a:lnTo>
                  <a:pt x="221094" y="236410"/>
                </a:lnTo>
                <a:lnTo>
                  <a:pt x="215912" y="224891"/>
                </a:lnTo>
                <a:lnTo>
                  <a:pt x="209981" y="216547"/>
                </a:lnTo>
                <a:lnTo>
                  <a:pt x="209981" y="242316"/>
                </a:lnTo>
                <a:lnTo>
                  <a:pt x="209956" y="265176"/>
                </a:lnTo>
                <a:lnTo>
                  <a:pt x="198132" y="297180"/>
                </a:lnTo>
                <a:lnTo>
                  <a:pt x="187464" y="297180"/>
                </a:lnTo>
                <a:lnTo>
                  <a:pt x="184416" y="294132"/>
                </a:lnTo>
                <a:lnTo>
                  <a:pt x="179844" y="292608"/>
                </a:lnTo>
                <a:lnTo>
                  <a:pt x="176796" y="289560"/>
                </a:lnTo>
                <a:lnTo>
                  <a:pt x="174510" y="288036"/>
                </a:lnTo>
                <a:lnTo>
                  <a:pt x="172224" y="286512"/>
                </a:lnTo>
                <a:lnTo>
                  <a:pt x="172237" y="286346"/>
                </a:lnTo>
                <a:lnTo>
                  <a:pt x="173101" y="277685"/>
                </a:lnTo>
                <a:lnTo>
                  <a:pt x="173113" y="277368"/>
                </a:lnTo>
                <a:lnTo>
                  <a:pt x="173228" y="274701"/>
                </a:lnTo>
                <a:lnTo>
                  <a:pt x="173316" y="272796"/>
                </a:lnTo>
                <a:lnTo>
                  <a:pt x="173393" y="270967"/>
                </a:lnTo>
                <a:lnTo>
                  <a:pt x="173443" y="269748"/>
                </a:lnTo>
                <a:lnTo>
                  <a:pt x="173558" y="267271"/>
                </a:lnTo>
                <a:lnTo>
                  <a:pt x="173621" y="262128"/>
                </a:lnTo>
                <a:lnTo>
                  <a:pt x="173748" y="242316"/>
                </a:lnTo>
                <a:lnTo>
                  <a:pt x="174650" y="232918"/>
                </a:lnTo>
                <a:lnTo>
                  <a:pt x="175323" y="224891"/>
                </a:lnTo>
                <a:lnTo>
                  <a:pt x="175882" y="219824"/>
                </a:lnTo>
                <a:lnTo>
                  <a:pt x="175983" y="219456"/>
                </a:lnTo>
                <a:lnTo>
                  <a:pt x="176796" y="216408"/>
                </a:lnTo>
                <a:lnTo>
                  <a:pt x="179844" y="211836"/>
                </a:lnTo>
                <a:lnTo>
                  <a:pt x="182892" y="208788"/>
                </a:lnTo>
                <a:lnTo>
                  <a:pt x="192036" y="208788"/>
                </a:lnTo>
                <a:lnTo>
                  <a:pt x="209981" y="242316"/>
                </a:lnTo>
                <a:lnTo>
                  <a:pt x="209981" y="216547"/>
                </a:lnTo>
                <a:lnTo>
                  <a:pt x="208800" y="214884"/>
                </a:lnTo>
                <a:lnTo>
                  <a:pt x="201828" y="208788"/>
                </a:lnTo>
                <a:lnTo>
                  <a:pt x="195084" y="204597"/>
                </a:lnTo>
                <a:lnTo>
                  <a:pt x="188226" y="202031"/>
                </a:lnTo>
                <a:lnTo>
                  <a:pt x="181368" y="201168"/>
                </a:lnTo>
                <a:lnTo>
                  <a:pt x="175272" y="201168"/>
                </a:lnTo>
                <a:lnTo>
                  <a:pt x="155460" y="227076"/>
                </a:lnTo>
                <a:lnTo>
                  <a:pt x="155460" y="275844"/>
                </a:lnTo>
                <a:lnTo>
                  <a:pt x="153936" y="278892"/>
                </a:lnTo>
                <a:lnTo>
                  <a:pt x="153936" y="281940"/>
                </a:lnTo>
                <a:lnTo>
                  <a:pt x="152412" y="284988"/>
                </a:lnTo>
                <a:lnTo>
                  <a:pt x="152412" y="286512"/>
                </a:lnTo>
                <a:lnTo>
                  <a:pt x="150888" y="288036"/>
                </a:lnTo>
                <a:lnTo>
                  <a:pt x="144792" y="288036"/>
                </a:lnTo>
                <a:lnTo>
                  <a:pt x="141744" y="286512"/>
                </a:lnTo>
                <a:lnTo>
                  <a:pt x="134124" y="278892"/>
                </a:lnTo>
                <a:lnTo>
                  <a:pt x="135648" y="272796"/>
                </a:lnTo>
                <a:lnTo>
                  <a:pt x="135648" y="262128"/>
                </a:lnTo>
                <a:lnTo>
                  <a:pt x="129552" y="236029"/>
                </a:lnTo>
                <a:lnTo>
                  <a:pt x="129552" y="252984"/>
                </a:lnTo>
                <a:lnTo>
                  <a:pt x="129552" y="266700"/>
                </a:lnTo>
                <a:lnTo>
                  <a:pt x="92976" y="284988"/>
                </a:lnTo>
                <a:lnTo>
                  <a:pt x="83832" y="284988"/>
                </a:lnTo>
                <a:lnTo>
                  <a:pt x="76212" y="283464"/>
                </a:lnTo>
                <a:lnTo>
                  <a:pt x="67068" y="274320"/>
                </a:lnTo>
                <a:lnTo>
                  <a:pt x="64020" y="269748"/>
                </a:lnTo>
                <a:lnTo>
                  <a:pt x="64020" y="256032"/>
                </a:lnTo>
                <a:lnTo>
                  <a:pt x="102120" y="237744"/>
                </a:lnTo>
                <a:lnTo>
                  <a:pt x="111264" y="237744"/>
                </a:lnTo>
                <a:lnTo>
                  <a:pt x="129552" y="252984"/>
                </a:lnTo>
                <a:lnTo>
                  <a:pt x="129552" y="236029"/>
                </a:lnTo>
                <a:lnTo>
                  <a:pt x="100596" y="217932"/>
                </a:lnTo>
                <a:lnTo>
                  <a:pt x="91452" y="217932"/>
                </a:lnTo>
                <a:lnTo>
                  <a:pt x="83832" y="220980"/>
                </a:lnTo>
                <a:lnTo>
                  <a:pt x="77736" y="225552"/>
                </a:lnTo>
                <a:lnTo>
                  <a:pt x="77736" y="204216"/>
                </a:lnTo>
                <a:lnTo>
                  <a:pt x="76212" y="202692"/>
                </a:lnTo>
                <a:lnTo>
                  <a:pt x="70116" y="202692"/>
                </a:lnTo>
                <a:lnTo>
                  <a:pt x="67068" y="205740"/>
                </a:lnTo>
                <a:lnTo>
                  <a:pt x="67068" y="234696"/>
                </a:lnTo>
                <a:lnTo>
                  <a:pt x="63068" y="240703"/>
                </a:lnTo>
                <a:lnTo>
                  <a:pt x="60210" y="247269"/>
                </a:lnTo>
                <a:lnTo>
                  <a:pt x="58496" y="254419"/>
                </a:lnTo>
                <a:lnTo>
                  <a:pt x="58369" y="256032"/>
                </a:lnTo>
                <a:lnTo>
                  <a:pt x="57924" y="262128"/>
                </a:lnTo>
                <a:lnTo>
                  <a:pt x="58750" y="270967"/>
                </a:lnTo>
                <a:lnTo>
                  <a:pt x="82689" y="302133"/>
                </a:lnTo>
                <a:lnTo>
                  <a:pt x="97548" y="304800"/>
                </a:lnTo>
                <a:lnTo>
                  <a:pt x="105168" y="304800"/>
                </a:lnTo>
                <a:lnTo>
                  <a:pt x="131076" y="284988"/>
                </a:lnTo>
                <a:lnTo>
                  <a:pt x="138696" y="292608"/>
                </a:lnTo>
                <a:lnTo>
                  <a:pt x="143268" y="298704"/>
                </a:lnTo>
                <a:lnTo>
                  <a:pt x="147840" y="301752"/>
                </a:lnTo>
                <a:lnTo>
                  <a:pt x="152412" y="303276"/>
                </a:lnTo>
                <a:lnTo>
                  <a:pt x="155460" y="304800"/>
                </a:lnTo>
                <a:lnTo>
                  <a:pt x="163080" y="304800"/>
                </a:lnTo>
                <a:lnTo>
                  <a:pt x="164604" y="301752"/>
                </a:lnTo>
                <a:lnTo>
                  <a:pt x="167652" y="300228"/>
                </a:lnTo>
                <a:lnTo>
                  <a:pt x="169176" y="297180"/>
                </a:lnTo>
                <a:lnTo>
                  <a:pt x="172224" y="292608"/>
                </a:lnTo>
                <a:lnTo>
                  <a:pt x="184416" y="304800"/>
                </a:lnTo>
                <a:lnTo>
                  <a:pt x="190512" y="309372"/>
                </a:lnTo>
                <a:lnTo>
                  <a:pt x="193560" y="312420"/>
                </a:lnTo>
                <a:lnTo>
                  <a:pt x="196608" y="312420"/>
                </a:lnTo>
                <a:lnTo>
                  <a:pt x="199656" y="313944"/>
                </a:lnTo>
                <a:lnTo>
                  <a:pt x="207276" y="313944"/>
                </a:lnTo>
                <a:lnTo>
                  <a:pt x="211848" y="310896"/>
                </a:lnTo>
                <a:lnTo>
                  <a:pt x="216420" y="304800"/>
                </a:lnTo>
                <a:lnTo>
                  <a:pt x="219976" y="297180"/>
                </a:lnTo>
                <a:lnTo>
                  <a:pt x="220421" y="296252"/>
                </a:lnTo>
                <a:lnTo>
                  <a:pt x="223278" y="286702"/>
                </a:lnTo>
                <a:lnTo>
                  <a:pt x="223329" y="286346"/>
                </a:lnTo>
                <a:lnTo>
                  <a:pt x="224993" y="276301"/>
                </a:lnTo>
                <a:lnTo>
                  <a:pt x="225069" y="274701"/>
                </a:lnTo>
                <a:lnTo>
                  <a:pt x="225171" y="272796"/>
                </a:lnTo>
                <a:lnTo>
                  <a:pt x="225259" y="270967"/>
                </a:lnTo>
                <a:lnTo>
                  <a:pt x="225323" y="269748"/>
                </a:lnTo>
                <a:lnTo>
                  <a:pt x="225450" y="267271"/>
                </a:lnTo>
                <a:lnTo>
                  <a:pt x="225526" y="26470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70" name="Google Shape;5570;p88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3015996" y="8127492"/>
            <a:ext cx="175259" cy="46634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1" name="Google Shape;5571;p88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3015995" y="7418831"/>
            <a:ext cx="225552" cy="635507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2" name="Google Shape;5572;p88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3015995" y="5989320"/>
            <a:ext cx="225552" cy="1359408"/>
          </a:xfrm>
          <a:prstGeom prst="rect">
            <a:avLst/>
          </a:prstGeom>
          <a:noFill/>
          <a:ln>
            <a:noFill/>
          </a:ln>
        </p:spPr>
      </p:pic>
      <p:sp>
        <p:nvSpPr>
          <p:cNvPr id="5573" name="Google Shape;5573;p88"/>
          <p:cNvSpPr/>
          <p:nvPr/>
        </p:nvSpPr>
        <p:spPr>
          <a:xfrm>
            <a:off x="3433572" y="9038844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5240"/>
                </a:lnTo>
                <a:lnTo>
                  <a:pt x="15240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74" name="Google Shape;5574;p88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3396996" y="8519159"/>
            <a:ext cx="150875" cy="431291"/>
          </a:xfrm>
          <a:prstGeom prst="rect">
            <a:avLst/>
          </a:prstGeom>
          <a:noFill/>
          <a:ln>
            <a:noFill/>
          </a:ln>
        </p:spPr>
      </p:pic>
      <p:sp>
        <p:nvSpPr>
          <p:cNvPr id="5575" name="Google Shape;5575;p88"/>
          <p:cNvSpPr/>
          <p:nvPr/>
        </p:nvSpPr>
        <p:spPr>
          <a:xfrm>
            <a:off x="3372599" y="7709916"/>
            <a:ext cx="175895" cy="731520"/>
          </a:xfrm>
          <a:custGeom>
            <a:rect b="b" l="l" r="r" t="t"/>
            <a:pathLst>
              <a:path extrusionOk="0" h="731520" w="175895">
                <a:moveTo>
                  <a:pt x="172212" y="429768"/>
                </a:moveTo>
                <a:lnTo>
                  <a:pt x="169164" y="429768"/>
                </a:lnTo>
                <a:lnTo>
                  <a:pt x="169164" y="445008"/>
                </a:lnTo>
                <a:lnTo>
                  <a:pt x="167640" y="448056"/>
                </a:lnTo>
                <a:lnTo>
                  <a:pt x="163068" y="451104"/>
                </a:lnTo>
                <a:lnTo>
                  <a:pt x="160020" y="454152"/>
                </a:lnTo>
                <a:lnTo>
                  <a:pt x="153924" y="455676"/>
                </a:lnTo>
                <a:lnTo>
                  <a:pt x="68580" y="455676"/>
                </a:lnTo>
                <a:lnTo>
                  <a:pt x="68580" y="426720"/>
                </a:lnTo>
                <a:lnTo>
                  <a:pt x="60960" y="426720"/>
                </a:lnTo>
                <a:lnTo>
                  <a:pt x="60960" y="455676"/>
                </a:lnTo>
                <a:lnTo>
                  <a:pt x="51816" y="455676"/>
                </a:lnTo>
                <a:lnTo>
                  <a:pt x="12192" y="451104"/>
                </a:lnTo>
                <a:lnTo>
                  <a:pt x="7620" y="441960"/>
                </a:lnTo>
                <a:lnTo>
                  <a:pt x="7620" y="432816"/>
                </a:lnTo>
                <a:lnTo>
                  <a:pt x="9144" y="429768"/>
                </a:lnTo>
                <a:lnTo>
                  <a:pt x="10668" y="428244"/>
                </a:lnTo>
                <a:lnTo>
                  <a:pt x="24384" y="419100"/>
                </a:lnTo>
                <a:lnTo>
                  <a:pt x="27432" y="416052"/>
                </a:lnTo>
                <a:lnTo>
                  <a:pt x="27432" y="414528"/>
                </a:lnTo>
                <a:lnTo>
                  <a:pt x="28956" y="413004"/>
                </a:lnTo>
                <a:lnTo>
                  <a:pt x="30480" y="409956"/>
                </a:lnTo>
                <a:lnTo>
                  <a:pt x="30480" y="406908"/>
                </a:lnTo>
                <a:lnTo>
                  <a:pt x="28956" y="403860"/>
                </a:lnTo>
                <a:lnTo>
                  <a:pt x="24384" y="399288"/>
                </a:lnTo>
                <a:lnTo>
                  <a:pt x="18288" y="399288"/>
                </a:lnTo>
                <a:lnTo>
                  <a:pt x="22860" y="394716"/>
                </a:lnTo>
                <a:lnTo>
                  <a:pt x="24384" y="391668"/>
                </a:lnTo>
                <a:lnTo>
                  <a:pt x="24384" y="385572"/>
                </a:lnTo>
                <a:lnTo>
                  <a:pt x="22860" y="382524"/>
                </a:lnTo>
                <a:lnTo>
                  <a:pt x="18288" y="377952"/>
                </a:lnTo>
                <a:lnTo>
                  <a:pt x="15240" y="376428"/>
                </a:lnTo>
                <a:lnTo>
                  <a:pt x="9144" y="376428"/>
                </a:lnTo>
                <a:lnTo>
                  <a:pt x="3048" y="379476"/>
                </a:lnTo>
                <a:lnTo>
                  <a:pt x="0" y="385572"/>
                </a:lnTo>
                <a:lnTo>
                  <a:pt x="0" y="391668"/>
                </a:lnTo>
                <a:lnTo>
                  <a:pt x="3048" y="397764"/>
                </a:lnTo>
                <a:lnTo>
                  <a:pt x="9144" y="400812"/>
                </a:lnTo>
                <a:lnTo>
                  <a:pt x="12192" y="400812"/>
                </a:lnTo>
                <a:lnTo>
                  <a:pt x="7620" y="405384"/>
                </a:lnTo>
                <a:lnTo>
                  <a:pt x="4508" y="411124"/>
                </a:lnTo>
                <a:lnTo>
                  <a:pt x="2095" y="417004"/>
                </a:lnTo>
                <a:lnTo>
                  <a:pt x="558" y="423176"/>
                </a:lnTo>
                <a:lnTo>
                  <a:pt x="0" y="429768"/>
                </a:lnTo>
                <a:lnTo>
                  <a:pt x="0" y="438912"/>
                </a:lnTo>
                <a:lnTo>
                  <a:pt x="1524" y="446532"/>
                </a:lnTo>
                <a:lnTo>
                  <a:pt x="6096" y="454152"/>
                </a:lnTo>
                <a:lnTo>
                  <a:pt x="18288" y="466344"/>
                </a:lnTo>
                <a:lnTo>
                  <a:pt x="25908" y="469392"/>
                </a:lnTo>
                <a:lnTo>
                  <a:pt x="31915" y="472274"/>
                </a:lnTo>
                <a:lnTo>
                  <a:pt x="38481" y="474154"/>
                </a:lnTo>
                <a:lnTo>
                  <a:pt x="45631" y="475183"/>
                </a:lnTo>
                <a:lnTo>
                  <a:pt x="53340" y="475488"/>
                </a:lnTo>
                <a:lnTo>
                  <a:pt x="60960" y="475488"/>
                </a:lnTo>
                <a:lnTo>
                  <a:pt x="60960" y="496824"/>
                </a:lnTo>
                <a:lnTo>
                  <a:pt x="68580" y="496824"/>
                </a:lnTo>
                <a:lnTo>
                  <a:pt x="68580" y="475488"/>
                </a:lnTo>
                <a:lnTo>
                  <a:pt x="156972" y="475488"/>
                </a:lnTo>
                <a:lnTo>
                  <a:pt x="160020" y="477012"/>
                </a:lnTo>
                <a:lnTo>
                  <a:pt x="163068" y="477012"/>
                </a:lnTo>
                <a:lnTo>
                  <a:pt x="164592" y="480060"/>
                </a:lnTo>
                <a:lnTo>
                  <a:pt x="166116" y="481584"/>
                </a:lnTo>
                <a:lnTo>
                  <a:pt x="169164" y="487680"/>
                </a:lnTo>
                <a:lnTo>
                  <a:pt x="169164" y="496824"/>
                </a:lnTo>
                <a:lnTo>
                  <a:pt x="172212" y="496824"/>
                </a:lnTo>
                <a:lnTo>
                  <a:pt x="172212" y="429768"/>
                </a:lnTo>
                <a:close/>
              </a:path>
              <a:path extrusionOk="0" h="731520" w="175895">
                <a:moveTo>
                  <a:pt x="172212" y="361188"/>
                </a:moveTo>
                <a:lnTo>
                  <a:pt x="169164" y="361188"/>
                </a:lnTo>
                <a:lnTo>
                  <a:pt x="169164" y="367284"/>
                </a:lnTo>
                <a:lnTo>
                  <a:pt x="167640" y="370332"/>
                </a:lnTo>
                <a:lnTo>
                  <a:pt x="167640" y="371856"/>
                </a:lnTo>
                <a:lnTo>
                  <a:pt x="164592" y="374904"/>
                </a:lnTo>
                <a:lnTo>
                  <a:pt x="161544" y="376428"/>
                </a:lnTo>
                <a:lnTo>
                  <a:pt x="160020" y="377952"/>
                </a:lnTo>
                <a:lnTo>
                  <a:pt x="57912" y="377952"/>
                </a:lnTo>
                <a:lnTo>
                  <a:pt x="57912" y="384048"/>
                </a:lnTo>
                <a:lnTo>
                  <a:pt x="71628" y="416052"/>
                </a:lnTo>
                <a:lnTo>
                  <a:pt x="74676" y="414528"/>
                </a:lnTo>
                <a:lnTo>
                  <a:pt x="73152" y="411480"/>
                </a:lnTo>
                <a:lnTo>
                  <a:pt x="73152" y="402336"/>
                </a:lnTo>
                <a:lnTo>
                  <a:pt x="74676" y="402336"/>
                </a:lnTo>
                <a:lnTo>
                  <a:pt x="74676" y="400812"/>
                </a:lnTo>
                <a:lnTo>
                  <a:pt x="77724" y="399288"/>
                </a:lnTo>
                <a:lnTo>
                  <a:pt x="79248" y="399288"/>
                </a:lnTo>
                <a:lnTo>
                  <a:pt x="83299" y="398411"/>
                </a:lnTo>
                <a:lnTo>
                  <a:pt x="88773" y="397954"/>
                </a:lnTo>
                <a:lnTo>
                  <a:pt x="97002" y="397764"/>
                </a:lnTo>
                <a:lnTo>
                  <a:pt x="160020" y="397764"/>
                </a:lnTo>
                <a:lnTo>
                  <a:pt x="161544" y="399288"/>
                </a:lnTo>
                <a:lnTo>
                  <a:pt x="164592" y="400812"/>
                </a:lnTo>
                <a:lnTo>
                  <a:pt x="167640" y="403860"/>
                </a:lnTo>
                <a:lnTo>
                  <a:pt x="167640" y="405384"/>
                </a:lnTo>
                <a:lnTo>
                  <a:pt x="169164" y="409956"/>
                </a:lnTo>
                <a:lnTo>
                  <a:pt x="169164" y="414528"/>
                </a:lnTo>
                <a:lnTo>
                  <a:pt x="172212" y="414528"/>
                </a:lnTo>
                <a:lnTo>
                  <a:pt x="172212" y="397764"/>
                </a:lnTo>
                <a:lnTo>
                  <a:pt x="172212" y="361188"/>
                </a:lnTo>
                <a:close/>
              </a:path>
              <a:path extrusionOk="0" h="731520" w="175895">
                <a:moveTo>
                  <a:pt x="172224" y="233172"/>
                </a:moveTo>
                <a:lnTo>
                  <a:pt x="169176" y="233172"/>
                </a:lnTo>
                <a:lnTo>
                  <a:pt x="169176" y="237744"/>
                </a:lnTo>
                <a:lnTo>
                  <a:pt x="167652" y="240792"/>
                </a:lnTo>
                <a:lnTo>
                  <a:pt x="167652" y="243840"/>
                </a:lnTo>
                <a:lnTo>
                  <a:pt x="164604" y="246888"/>
                </a:lnTo>
                <a:lnTo>
                  <a:pt x="161556" y="248412"/>
                </a:lnTo>
                <a:lnTo>
                  <a:pt x="160032" y="248412"/>
                </a:lnTo>
                <a:lnTo>
                  <a:pt x="155460" y="249936"/>
                </a:lnTo>
                <a:lnTo>
                  <a:pt x="82308" y="249936"/>
                </a:lnTo>
                <a:lnTo>
                  <a:pt x="77736" y="251460"/>
                </a:lnTo>
                <a:lnTo>
                  <a:pt x="70116" y="254508"/>
                </a:lnTo>
                <a:lnTo>
                  <a:pt x="65544" y="257556"/>
                </a:lnTo>
                <a:lnTo>
                  <a:pt x="59448" y="266700"/>
                </a:lnTo>
                <a:lnTo>
                  <a:pt x="57924" y="272796"/>
                </a:lnTo>
                <a:lnTo>
                  <a:pt x="57924" y="278892"/>
                </a:lnTo>
                <a:lnTo>
                  <a:pt x="59347" y="288061"/>
                </a:lnTo>
                <a:lnTo>
                  <a:pt x="63639" y="297370"/>
                </a:lnTo>
                <a:lnTo>
                  <a:pt x="70777" y="306971"/>
                </a:lnTo>
                <a:lnTo>
                  <a:pt x="80784" y="316992"/>
                </a:lnTo>
                <a:lnTo>
                  <a:pt x="57924" y="316992"/>
                </a:lnTo>
                <a:lnTo>
                  <a:pt x="57924" y="321564"/>
                </a:lnTo>
                <a:lnTo>
                  <a:pt x="71640" y="355092"/>
                </a:lnTo>
                <a:lnTo>
                  <a:pt x="74688" y="352044"/>
                </a:lnTo>
                <a:lnTo>
                  <a:pt x="73164" y="348996"/>
                </a:lnTo>
                <a:lnTo>
                  <a:pt x="73164" y="341376"/>
                </a:lnTo>
                <a:lnTo>
                  <a:pt x="74688" y="339852"/>
                </a:lnTo>
                <a:lnTo>
                  <a:pt x="74688" y="338328"/>
                </a:lnTo>
                <a:lnTo>
                  <a:pt x="77736" y="338328"/>
                </a:lnTo>
                <a:lnTo>
                  <a:pt x="80784" y="336804"/>
                </a:lnTo>
                <a:lnTo>
                  <a:pt x="161556" y="336804"/>
                </a:lnTo>
                <a:lnTo>
                  <a:pt x="164604" y="339852"/>
                </a:lnTo>
                <a:lnTo>
                  <a:pt x="167652" y="341376"/>
                </a:lnTo>
                <a:lnTo>
                  <a:pt x="169176" y="344424"/>
                </a:lnTo>
                <a:lnTo>
                  <a:pt x="169176" y="353568"/>
                </a:lnTo>
                <a:lnTo>
                  <a:pt x="172224" y="353568"/>
                </a:lnTo>
                <a:lnTo>
                  <a:pt x="172224" y="300228"/>
                </a:lnTo>
                <a:lnTo>
                  <a:pt x="169176" y="300228"/>
                </a:lnTo>
                <a:lnTo>
                  <a:pt x="169176" y="304800"/>
                </a:lnTo>
                <a:lnTo>
                  <a:pt x="167652" y="309372"/>
                </a:lnTo>
                <a:lnTo>
                  <a:pt x="167652" y="310896"/>
                </a:lnTo>
                <a:lnTo>
                  <a:pt x="164604" y="313944"/>
                </a:lnTo>
                <a:lnTo>
                  <a:pt x="161556" y="315468"/>
                </a:lnTo>
                <a:lnTo>
                  <a:pt x="160032" y="315468"/>
                </a:lnTo>
                <a:lnTo>
                  <a:pt x="155460" y="316992"/>
                </a:lnTo>
                <a:lnTo>
                  <a:pt x="88404" y="316992"/>
                </a:lnTo>
                <a:lnTo>
                  <a:pt x="81521" y="309232"/>
                </a:lnTo>
                <a:lnTo>
                  <a:pt x="76784" y="301752"/>
                </a:lnTo>
                <a:lnTo>
                  <a:pt x="74041" y="294284"/>
                </a:lnTo>
                <a:lnTo>
                  <a:pt x="73164" y="286512"/>
                </a:lnTo>
                <a:lnTo>
                  <a:pt x="73164" y="280416"/>
                </a:lnTo>
                <a:lnTo>
                  <a:pt x="74688" y="275844"/>
                </a:lnTo>
                <a:lnTo>
                  <a:pt x="79260" y="272796"/>
                </a:lnTo>
                <a:lnTo>
                  <a:pt x="83832" y="271272"/>
                </a:lnTo>
                <a:lnTo>
                  <a:pt x="91452" y="269748"/>
                </a:lnTo>
                <a:lnTo>
                  <a:pt x="163080" y="269748"/>
                </a:lnTo>
                <a:lnTo>
                  <a:pt x="164604" y="271272"/>
                </a:lnTo>
                <a:lnTo>
                  <a:pt x="166128" y="274320"/>
                </a:lnTo>
                <a:lnTo>
                  <a:pt x="167652" y="275844"/>
                </a:lnTo>
                <a:lnTo>
                  <a:pt x="169176" y="278892"/>
                </a:lnTo>
                <a:lnTo>
                  <a:pt x="169176" y="286512"/>
                </a:lnTo>
                <a:lnTo>
                  <a:pt x="172224" y="286512"/>
                </a:lnTo>
                <a:lnTo>
                  <a:pt x="172224" y="233172"/>
                </a:lnTo>
                <a:close/>
              </a:path>
              <a:path extrusionOk="0" h="731520" w="175895">
                <a:moveTo>
                  <a:pt x="175260" y="559308"/>
                </a:moveTo>
                <a:lnTo>
                  <a:pt x="155282" y="523684"/>
                </a:lnTo>
                <a:lnTo>
                  <a:pt x="131064" y="515112"/>
                </a:lnTo>
                <a:lnTo>
                  <a:pt x="129540" y="518160"/>
                </a:lnTo>
                <a:lnTo>
                  <a:pt x="138684" y="521208"/>
                </a:lnTo>
                <a:lnTo>
                  <a:pt x="146304" y="525780"/>
                </a:lnTo>
                <a:lnTo>
                  <a:pt x="149352" y="531876"/>
                </a:lnTo>
                <a:lnTo>
                  <a:pt x="153924" y="536448"/>
                </a:lnTo>
                <a:lnTo>
                  <a:pt x="155448" y="542544"/>
                </a:lnTo>
                <a:lnTo>
                  <a:pt x="133400" y="582726"/>
                </a:lnTo>
                <a:lnTo>
                  <a:pt x="102108" y="589788"/>
                </a:lnTo>
                <a:lnTo>
                  <a:pt x="102108" y="539496"/>
                </a:lnTo>
                <a:lnTo>
                  <a:pt x="102108" y="515112"/>
                </a:lnTo>
                <a:lnTo>
                  <a:pt x="94488" y="515607"/>
                </a:lnTo>
                <a:lnTo>
                  <a:pt x="94488" y="539496"/>
                </a:lnTo>
                <a:lnTo>
                  <a:pt x="94488" y="589788"/>
                </a:lnTo>
                <a:lnTo>
                  <a:pt x="65532" y="569976"/>
                </a:lnTo>
                <a:lnTo>
                  <a:pt x="65532" y="559308"/>
                </a:lnTo>
                <a:lnTo>
                  <a:pt x="68580" y="550164"/>
                </a:lnTo>
                <a:lnTo>
                  <a:pt x="74676" y="544068"/>
                </a:lnTo>
                <a:lnTo>
                  <a:pt x="79248" y="541020"/>
                </a:lnTo>
                <a:lnTo>
                  <a:pt x="82296" y="541020"/>
                </a:lnTo>
                <a:lnTo>
                  <a:pt x="86868" y="539496"/>
                </a:lnTo>
                <a:lnTo>
                  <a:pt x="94488" y="539496"/>
                </a:lnTo>
                <a:lnTo>
                  <a:pt x="94488" y="515607"/>
                </a:lnTo>
                <a:lnTo>
                  <a:pt x="60579" y="540258"/>
                </a:lnTo>
                <a:lnTo>
                  <a:pt x="58420" y="550164"/>
                </a:lnTo>
                <a:lnTo>
                  <a:pt x="58381" y="550697"/>
                </a:lnTo>
                <a:lnTo>
                  <a:pt x="73152" y="592836"/>
                </a:lnTo>
                <a:lnTo>
                  <a:pt x="117348" y="608076"/>
                </a:lnTo>
                <a:lnTo>
                  <a:pt x="130594" y="607199"/>
                </a:lnTo>
                <a:lnTo>
                  <a:pt x="130340" y="607199"/>
                </a:lnTo>
                <a:lnTo>
                  <a:pt x="141541" y="604647"/>
                </a:lnTo>
                <a:lnTo>
                  <a:pt x="171069" y="577977"/>
                </a:lnTo>
                <a:lnTo>
                  <a:pt x="174167" y="569074"/>
                </a:lnTo>
                <a:lnTo>
                  <a:pt x="175260" y="559308"/>
                </a:lnTo>
                <a:close/>
              </a:path>
              <a:path extrusionOk="0" h="731520" w="175895">
                <a:moveTo>
                  <a:pt x="175260" y="173736"/>
                </a:moveTo>
                <a:lnTo>
                  <a:pt x="174409" y="164909"/>
                </a:lnTo>
                <a:lnTo>
                  <a:pt x="174307" y="164592"/>
                </a:lnTo>
                <a:lnTo>
                  <a:pt x="171831" y="156781"/>
                </a:lnTo>
                <a:lnTo>
                  <a:pt x="139903" y="130619"/>
                </a:lnTo>
                <a:lnTo>
                  <a:pt x="131064" y="128016"/>
                </a:lnTo>
                <a:lnTo>
                  <a:pt x="129540" y="131064"/>
                </a:lnTo>
                <a:lnTo>
                  <a:pt x="138684" y="135636"/>
                </a:lnTo>
                <a:lnTo>
                  <a:pt x="146304" y="140208"/>
                </a:lnTo>
                <a:lnTo>
                  <a:pt x="149352" y="144780"/>
                </a:lnTo>
                <a:lnTo>
                  <a:pt x="153924" y="150876"/>
                </a:lnTo>
                <a:lnTo>
                  <a:pt x="155409" y="156781"/>
                </a:lnTo>
                <a:lnTo>
                  <a:pt x="155282" y="164592"/>
                </a:lnTo>
                <a:lnTo>
                  <a:pt x="155244" y="164909"/>
                </a:lnTo>
                <a:lnTo>
                  <a:pt x="154609" y="170688"/>
                </a:lnTo>
                <a:lnTo>
                  <a:pt x="124548" y="200101"/>
                </a:lnTo>
                <a:lnTo>
                  <a:pt x="124866" y="200101"/>
                </a:lnTo>
                <a:lnTo>
                  <a:pt x="113880" y="202107"/>
                </a:lnTo>
                <a:lnTo>
                  <a:pt x="102108" y="202692"/>
                </a:lnTo>
                <a:lnTo>
                  <a:pt x="102108" y="152400"/>
                </a:lnTo>
                <a:lnTo>
                  <a:pt x="102108" y="128016"/>
                </a:lnTo>
                <a:lnTo>
                  <a:pt x="94488" y="128676"/>
                </a:lnTo>
                <a:lnTo>
                  <a:pt x="94488" y="152400"/>
                </a:lnTo>
                <a:lnTo>
                  <a:pt x="94488" y="202692"/>
                </a:lnTo>
                <a:lnTo>
                  <a:pt x="85344" y="202692"/>
                </a:lnTo>
                <a:lnTo>
                  <a:pt x="77724" y="199644"/>
                </a:lnTo>
                <a:lnTo>
                  <a:pt x="73152" y="193548"/>
                </a:lnTo>
                <a:lnTo>
                  <a:pt x="68580" y="188976"/>
                </a:lnTo>
                <a:lnTo>
                  <a:pt x="65532" y="182880"/>
                </a:lnTo>
                <a:lnTo>
                  <a:pt x="65532" y="172212"/>
                </a:lnTo>
                <a:lnTo>
                  <a:pt x="79248" y="155448"/>
                </a:lnTo>
                <a:lnTo>
                  <a:pt x="82296" y="153924"/>
                </a:lnTo>
                <a:lnTo>
                  <a:pt x="86868" y="153924"/>
                </a:lnTo>
                <a:lnTo>
                  <a:pt x="94488" y="152400"/>
                </a:lnTo>
                <a:lnTo>
                  <a:pt x="94488" y="128676"/>
                </a:lnTo>
                <a:lnTo>
                  <a:pt x="92392" y="128854"/>
                </a:lnTo>
                <a:lnTo>
                  <a:pt x="60579" y="153733"/>
                </a:lnTo>
                <a:lnTo>
                  <a:pt x="60540" y="153924"/>
                </a:lnTo>
                <a:lnTo>
                  <a:pt x="58534" y="161861"/>
                </a:lnTo>
                <a:lnTo>
                  <a:pt x="58458" y="163068"/>
                </a:lnTo>
                <a:lnTo>
                  <a:pt x="58343" y="164592"/>
                </a:lnTo>
                <a:lnTo>
                  <a:pt x="58318" y="164909"/>
                </a:lnTo>
                <a:lnTo>
                  <a:pt x="57912" y="170688"/>
                </a:lnTo>
                <a:lnTo>
                  <a:pt x="58039" y="172212"/>
                </a:lnTo>
                <a:lnTo>
                  <a:pt x="58166" y="173736"/>
                </a:lnTo>
                <a:lnTo>
                  <a:pt x="58801" y="181546"/>
                </a:lnTo>
                <a:lnTo>
                  <a:pt x="81991" y="213271"/>
                </a:lnTo>
                <a:lnTo>
                  <a:pt x="117348" y="220980"/>
                </a:lnTo>
                <a:lnTo>
                  <a:pt x="130238" y="220129"/>
                </a:lnTo>
                <a:lnTo>
                  <a:pt x="141541" y="217551"/>
                </a:lnTo>
                <a:lnTo>
                  <a:pt x="151434" y="213271"/>
                </a:lnTo>
                <a:lnTo>
                  <a:pt x="160020" y="207264"/>
                </a:lnTo>
                <a:lnTo>
                  <a:pt x="164007" y="202692"/>
                </a:lnTo>
                <a:lnTo>
                  <a:pt x="166268" y="200101"/>
                </a:lnTo>
                <a:lnTo>
                  <a:pt x="171069" y="192214"/>
                </a:lnTo>
                <a:lnTo>
                  <a:pt x="171145" y="192024"/>
                </a:lnTo>
                <a:lnTo>
                  <a:pt x="174167" y="183476"/>
                </a:lnTo>
                <a:lnTo>
                  <a:pt x="174244" y="182880"/>
                </a:lnTo>
                <a:lnTo>
                  <a:pt x="175260" y="173736"/>
                </a:lnTo>
                <a:close/>
              </a:path>
              <a:path extrusionOk="0" h="731520" w="175895">
                <a:moveTo>
                  <a:pt x="175272" y="650748"/>
                </a:moveTo>
                <a:lnTo>
                  <a:pt x="161556" y="618744"/>
                </a:lnTo>
                <a:lnTo>
                  <a:pt x="158508" y="620268"/>
                </a:lnTo>
                <a:lnTo>
                  <a:pt x="160032" y="623316"/>
                </a:lnTo>
                <a:lnTo>
                  <a:pt x="160032" y="630936"/>
                </a:lnTo>
                <a:lnTo>
                  <a:pt x="156984" y="633984"/>
                </a:lnTo>
                <a:lnTo>
                  <a:pt x="155460" y="633984"/>
                </a:lnTo>
                <a:lnTo>
                  <a:pt x="152412" y="635508"/>
                </a:lnTo>
                <a:lnTo>
                  <a:pt x="12" y="635508"/>
                </a:lnTo>
                <a:lnTo>
                  <a:pt x="12" y="640080"/>
                </a:lnTo>
                <a:lnTo>
                  <a:pt x="13728" y="672084"/>
                </a:lnTo>
                <a:lnTo>
                  <a:pt x="16776" y="670560"/>
                </a:lnTo>
                <a:lnTo>
                  <a:pt x="15252" y="667512"/>
                </a:lnTo>
                <a:lnTo>
                  <a:pt x="15252" y="659892"/>
                </a:lnTo>
                <a:lnTo>
                  <a:pt x="16776" y="658368"/>
                </a:lnTo>
                <a:lnTo>
                  <a:pt x="19824" y="656844"/>
                </a:lnTo>
                <a:lnTo>
                  <a:pt x="22872" y="656844"/>
                </a:lnTo>
                <a:lnTo>
                  <a:pt x="25920" y="655320"/>
                </a:lnTo>
                <a:lnTo>
                  <a:pt x="67068" y="655320"/>
                </a:lnTo>
                <a:lnTo>
                  <a:pt x="63068" y="660209"/>
                </a:lnTo>
                <a:lnTo>
                  <a:pt x="60210" y="665797"/>
                </a:lnTo>
                <a:lnTo>
                  <a:pt x="60159" y="665988"/>
                </a:lnTo>
                <a:lnTo>
                  <a:pt x="58496" y="672261"/>
                </a:lnTo>
                <a:lnTo>
                  <a:pt x="57924" y="679704"/>
                </a:lnTo>
                <a:lnTo>
                  <a:pt x="59080" y="690562"/>
                </a:lnTo>
                <a:lnTo>
                  <a:pt x="87401" y="723163"/>
                </a:lnTo>
                <a:lnTo>
                  <a:pt x="120408" y="731520"/>
                </a:lnTo>
                <a:lnTo>
                  <a:pt x="132486" y="730643"/>
                </a:lnTo>
                <a:lnTo>
                  <a:pt x="132257" y="730643"/>
                </a:lnTo>
                <a:lnTo>
                  <a:pt x="142506" y="728091"/>
                </a:lnTo>
                <a:lnTo>
                  <a:pt x="151688" y="723811"/>
                </a:lnTo>
                <a:lnTo>
                  <a:pt x="160032" y="717804"/>
                </a:lnTo>
                <a:lnTo>
                  <a:pt x="166903" y="711542"/>
                </a:lnTo>
                <a:lnTo>
                  <a:pt x="168783" y="708660"/>
                </a:lnTo>
                <a:lnTo>
                  <a:pt x="171653" y="704278"/>
                </a:lnTo>
                <a:lnTo>
                  <a:pt x="174383" y="696163"/>
                </a:lnTo>
                <a:lnTo>
                  <a:pt x="175234" y="687705"/>
                </a:lnTo>
                <a:lnTo>
                  <a:pt x="175272" y="681228"/>
                </a:lnTo>
                <a:lnTo>
                  <a:pt x="173748" y="676656"/>
                </a:lnTo>
                <a:lnTo>
                  <a:pt x="170700" y="670560"/>
                </a:lnTo>
                <a:lnTo>
                  <a:pt x="167652" y="665988"/>
                </a:lnTo>
                <a:lnTo>
                  <a:pt x="160032" y="658368"/>
                </a:lnTo>
                <a:lnTo>
                  <a:pt x="160032" y="669036"/>
                </a:lnTo>
                <a:lnTo>
                  <a:pt x="160032" y="675132"/>
                </a:lnTo>
                <a:lnTo>
                  <a:pt x="131838" y="706183"/>
                </a:lnTo>
                <a:lnTo>
                  <a:pt x="111264" y="708660"/>
                </a:lnTo>
                <a:lnTo>
                  <a:pt x="99542" y="708075"/>
                </a:lnTo>
                <a:lnTo>
                  <a:pt x="89547" y="706183"/>
                </a:lnTo>
                <a:lnTo>
                  <a:pt x="81254" y="702881"/>
                </a:lnTo>
                <a:lnTo>
                  <a:pt x="68592" y="693420"/>
                </a:lnTo>
                <a:lnTo>
                  <a:pt x="65544" y="687324"/>
                </a:lnTo>
                <a:lnTo>
                  <a:pt x="65544" y="676656"/>
                </a:lnTo>
                <a:lnTo>
                  <a:pt x="79260" y="659892"/>
                </a:lnTo>
                <a:lnTo>
                  <a:pt x="83832" y="656844"/>
                </a:lnTo>
                <a:lnTo>
                  <a:pt x="88404" y="655320"/>
                </a:lnTo>
                <a:lnTo>
                  <a:pt x="147840" y="655320"/>
                </a:lnTo>
                <a:lnTo>
                  <a:pt x="155460" y="661416"/>
                </a:lnTo>
                <a:lnTo>
                  <a:pt x="160032" y="669036"/>
                </a:lnTo>
                <a:lnTo>
                  <a:pt x="160032" y="658368"/>
                </a:lnTo>
                <a:lnTo>
                  <a:pt x="156984" y="655320"/>
                </a:lnTo>
                <a:lnTo>
                  <a:pt x="175272" y="655320"/>
                </a:lnTo>
                <a:lnTo>
                  <a:pt x="175272" y="650748"/>
                </a:lnTo>
                <a:close/>
              </a:path>
              <a:path extrusionOk="0" h="731520" w="175895">
                <a:moveTo>
                  <a:pt x="175272" y="30480"/>
                </a:moveTo>
                <a:lnTo>
                  <a:pt x="161556" y="0"/>
                </a:lnTo>
                <a:lnTo>
                  <a:pt x="158508" y="1524"/>
                </a:lnTo>
                <a:lnTo>
                  <a:pt x="160032" y="4572"/>
                </a:lnTo>
                <a:lnTo>
                  <a:pt x="160032" y="12192"/>
                </a:lnTo>
                <a:lnTo>
                  <a:pt x="158508" y="13716"/>
                </a:lnTo>
                <a:lnTo>
                  <a:pt x="156984" y="13716"/>
                </a:lnTo>
                <a:lnTo>
                  <a:pt x="155460" y="15240"/>
                </a:lnTo>
                <a:lnTo>
                  <a:pt x="152412" y="15240"/>
                </a:lnTo>
                <a:lnTo>
                  <a:pt x="149364" y="16764"/>
                </a:lnTo>
                <a:lnTo>
                  <a:pt x="12" y="16764"/>
                </a:lnTo>
                <a:lnTo>
                  <a:pt x="12" y="21336"/>
                </a:lnTo>
                <a:lnTo>
                  <a:pt x="13728" y="53340"/>
                </a:lnTo>
                <a:lnTo>
                  <a:pt x="16776" y="51816"/>
                </a:lnTo>
                <a:lnTo>
                  <a:pt x="15252" y="48768"/>
                </a:lnTo>
                <a:lnTo>
                  <a:pt x="15252" y="41148"/>
                </a:lnTo>
                <a:lnTo>
                  <a:pt x="16776" y="39624"/>
                </a:lnTo>
                <a:lnTo>
                  <a:pt x="16776" y="38100"/>
                </a:lnTo>
                <a:lnTo>
                  <a:pt x="19824" y="38100"/>
                </a:lnTo>
                <a:lnTo>
                  <a:pt x="22872" y="36576"/>
                </a:lnTo>
                <a:lnTo>
                  <a:pt x="67068" y="36576"/>
                </a:lnTo>
                <a:lnTo>
                  <a:pt x="60972" y="42672"/>
                </a:lnTo>
                <a:lnTo>
                  <a:pt x="57924" y="50292"/>
                </a:lnTo>
                <a:lnTo>
                  <a:pt x="57924" y="59436"/>
                </a:lnTo>
                <a:lnTo>
                  <a:pt x="59080" y="71183"/>
                </a:lnTo>
                <a:lnTo>
                  <a:pt x="87401" y="104419"/>
                </a:lnTo>
                <a:lnTo>
                  <a:pt x="120408" y="112776"/>
                </a:lnTo>
                <a:lnTo>
                  <a:pt x="132486" y="111899"/>
                </a:lnTo>
                <a:lnTo>
                  <a:pt x="132257" y="111899"/>
                </a:lnTo>
                <a:lnTo>
                  <a:pt x="142506" y="109347"/>
                </a:lnTo>
                <a:lnTo>
                  <a:pt x="174383" y="77203"/>
                </a:lnTo>
                <a:lnTo>
                  <a:pt x="175272" y="62484"/>
                </a:lnTo>
                <a:lnTo>
                  <a:pt x="173748" y="56388"/>
                </a:lnTo>
                <a:lnTo>
                  <a:pt x="167652" y="47244"/>
                </a:lnTo>
                <a:lnTo>
                  <a:pt x="163080" y="41148"/>
                </a:lnTo>
                <a:lnTo>
                  <a:pt x="160032" y="38862"/>
                </a:lnTo>
                <a:lnTo>
                  <a:pt x="160032" y="50292"/>
                </a:lnTo>
                <a:lnTo>
                  <a:pt x="160032" y="56388"/>
                </a:lnTo>
                <a:lnTo>
                  <a:pt x="131838" y="87439"/>
                </a:lnTo>
                <a:lnTo>
                  <a:pt x="111264" y="89916"/>
                </a:lnTo>
                <a:lnTo>
                  <a:pt x="99542" y="89331"/>
                </a:lnTo>
                <a:lnTo>
                  <a:pt x="89547" y="87439"/>
                </a:lnTo>
                <a:lnTo>
                  <a:pt x="81254" y="84137"/>
                </a:lnTo>
                <a:lnTo>
                  <a:pt x="68592" y="74676"/>
                </a:lnTo>
                <a:lnTo>
                  <a:pt x="65544" y="68580"/>
                </a:lnTo>
                <a:lnTo>
                  <a:pt x="65544" y="57912"/>
                </a:lnTo>
                <a:lnTo>
                  <a:pt x="79260" y="41148"/>
                </a:lnTo>
                <a:lnTo>
                  <a:pt x="83832" y="38100"/>
                </a:lnTo>
                <a:lnTo>
                  <a:pt x="88404" y="36576"/>
                </a:lnTo>
                <a:lnTo>
                  <a:pt x="147840" y="36576"/>
                </a:lnTo>
                <a:lnTo>
                  <a:pt x="155460" y="42672"/>
                </a:lnTo>
                <a:lnTo>
                  <a:pt x="160032" y="50292"/>
                </a:lnTo>
                <a:lnTo>
                  <a:pt x="160032" y="38862"/>
                </a:lnTo>
                <a:lnTo>
                  <a:pt x="156984" y="36576"/>
                </a:lnTo>
                <a:lnTo>
                  <a:pt x="175272" y="36576"/>
                </a:lnTo>
                <a:lnTo>
                  <a:pt x="175272" y="304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6" name="Google Shape;5576;p88"/>
          <p:cNvSpPr/>
          <p:nvPr/>
        </p:nvSpPr>
        <p:spPr>
          <a:xfrm>
            <a:off x="3788664" y="9038844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1816" y="9144"/>
                </a:lnTo>
                <a:lnTo>
                  <a:pt x="57912" y="15240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51816" y="51816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77" name="Google Shape;5577;p88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727703" y="8474964"/>
            <a:ext cx="225552" cy="478535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8" name="Google Shape;5578;p88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727703" y="7341107"/>
            <a:ext cx="225552" cy="106832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9" name="Google Shape;5579;p88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727703" y="6903719"/>
            <a:ext cx="175260" cy="368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80" name="Google Shape;5580;p88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727703" y="5561076"/>
            <a:ext cx="225552" cy="1275588"/>
          </a:xfrm>
          <a:prstGeom prst="rect">
            <a:avLst/>
          </a:prstGeom>
          <a:noFill/>
          <a:ln>
            <a:noFill/>
          </a:ln>
        </p:spPr>
      </p:pic>
      <p:sp>
        <p:nvSpPr>
          <p:cNvPr id="5581" name="Google Shape;5581;p88"/>
          <p:cNvSpPr/>
          <p:nvPr/>
        </p:nvSpPr>
        <p:spPr>
          <a:xfrm>
            <a:off x="4145279" y="9483852"/>
            <a:ext cx="60960" cy="60960"/>
          </a:xfrm>
          <a:custGeom>
            <a:rect b="b" l="l" r="r" t="t"/>
            <a:pathLst>
              <a:path extrusionOk="0" h="60959" w="60960">
                <a:moveTo>
                  <a:pt x="38100" y="60960"/>
                </a:moveTo>
                <a:lnTo>
                  <a:pt x="21336" y="60960"/>
                </a:lnTo>
                <a:lnTo>
                  <a:pt x="13716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8100"/>
                </a:lnTo>
                <a:lnTo>
                  <a:pt x="0" y="21336"/>
                </a:lnTo>
                <a:lnTo>
                  <a:pt x="3048" y="13716"/>
                </a:lnTo>
                <a:lnTo>
                  <a:pt x="13716" y="3048"/>
                </a:lnTo>
                <a:lnTo>
                  <a:pt x="21336" y="0"/>
                </a:lnTo>
                <a:lnTo>
                  <a:pt x="38100" y="0"/>
                </a:lnTo>
                <a:lnTo>
                  <a:pt x="45720" y="3048"/>
                </a:lnTo>
                <a:lnTo>
                  <a:pt x="51816" y="7620"/>
                </a:lnTo>
                <a:lnTo>
                  <a:pt x="57912" y="13716"/>
                </a:lnTo>
                <a:lnTo>
                  <a:pt x="60960" y="21336"/>
                </a:lnTo>
                <a:lnTo>
                  <a:pt x="60960" y="38100"/>
                </a:lnTo>
                <a:lnTo>
                  <a:pt x="57912" y="45720"/>
                </a:lnTo>
                <a:lnTo>
                  <a:pt x="45720" y="57912"/>
                </a:lnTo>
                <a:lnTo>
                  <a:pt x="38100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2" name="Google Shape;5582;p88"/>
          <p:cNvGrpSpPr/>
          <p:nvPr/>
        </p:nvGrpSpPr>
        <p:grpSpPr>
          <a:xfrm>
            <a:off x="4088892" y="8822435"/>
            <a:ext cx="220688" cy="579120"/>
            <a:chOff x="4088892" y="8822435"/>
            <a:chExt cx="220688" cy="579120"/>
          </a:xfrm>
        </p:grpSpPr>
        <p:pic>
          <p:nvPicPr>
            <p:cNvPr id="5583" name="Google Shape;5583;p88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4091940" y="9130283"/>
              <a:ext cx="167640" cy="2712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84" name="Google Shape;5584;p88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4088892" y="8822435"/>
              <a:ext cx="220688" cy="28651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585" name="Google Shape;5585;p88"/>
          <p:cNvSpPr/>
          <p:nvPr/>
        </p:nvSpPr>
        <p:spPr>
          <a:xfrm>
            <a:off x="4547615" y="9243059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86" name="Google Shape;5586;p88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4463796" y="8628888"/>
            <a:ext cx="201167" cy="5501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87" name="Google Shape;5587;p88"/>
          <p:cNvGrpSpPr/>
          <p:nvPr/>
        </p:nvGrpSpPr>
        <p:grpSpPr>
          <a:xfrm>
            <a:off x="4439411" y="7586471"/>
            <a:ext cx="225552" cy="960119"/>
            <a:chOff x="4439411" y="7586471"/>
            <a:chExt cx="225552" cy="960119"/>
          </a:xfrm>
        </p:grpSpPr>
        <p:pic>
          <p:nvPicPr>
            <p:cNvPr id="5588" name="Google Shape;5588;p88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4439411" y="8139683"/>
              <a:ext cx="225552" cy="40690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89" name="Google Shape;5589;p88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4439411" y="7741919"/>
              <a:ext cx="225552" cy="3764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90" name="Google Shape;5590;p88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4497324" y="7644384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591" name="Google Shape;5591;p88"/>
            <p:cNvSpPr/>
            <p:nvPr/>
          </p:nvSpPr>
          <p:spPr>
            <a:xfrm>
              <a:off x="4587240" y="7586471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18288" y="36576"/>
                  </a:moveTo>
                  <a:lnTo>
                    <a:pt x="10668" y="36576"/>
                  </a:lnTo>
                  <a:lnTo>
                    <a:pt x="7620" y="35052"/>
                  </a:lnTo>
                  <a:lnTo>
                    <a:pt x="1524" y="28956"/>
                  </a:lnTo>
                  <a:lnTo>
                    <a:pt x="0" y="25908"/>
                  </a:lnTo>
                  <a:lnTo>
                    <a:pt x="0" y="15240"/>
                  </a:lnTo>
                  <a:lnTo>
                    <a:pt x="3048" y="10668"/>
                  </a:lnTo>
                  <a:lnTo>
                    <a:pt x="12192" y="1524"/>
                  </a:lnTo>
                  <a:lnTo>
                    <a:pt x="18288" y="0"/>
                  </a:lnTo>
                  <a:lnTo>
                    <a:pt x="33528" y="0"/>
                  </a:lnTo>
                  <a:lnTo>
                    <a:pt x="41148" y="3048"/>
                  </a:lnTo>
                  <a:lnTo>
                    <a:pt x="47244" y="9144"/>
                  </a:lnTo>
                  <a:lnTo>
                    <a:pt x="48845" y="10668"/>
                  </a:lnTo>
                  <a:lnTo>
                    <a:pt x="25908" y="10668"/>
                  </a:lnTo>
                  <a:lnTo>
                    <a:pt x="25908" y="12192"/>
                  </a:lnTo>
                  <a:lnTo>
                    <a:pt x="24384" y="12192"/>
                  </a:lnTo>
                  <a:lnTo>
                    <a:pt x="24384" y="16764"/>
                  </a:lnTo>
                  <a:lnTo>
                    <a:pt x="27432" y="19812"/>
                  </a:lnTo>
                  <a:lnTo>
                    <a:pt x="27432" y="27432"/>
                  </a:lnTo>
                  <a:lnTo>
                    <a:pt x="24384" y="33528"/>
                  </a:lnTo>
                  <a:lnTo>
                    <a:pt x="18288" y="36576"/>
                  </a:lnTo>
                  <a:close/>
                </a:path>
                <a:path extrusionOk="0" h="36829" w="64135">
                  <a:moveTo>
                    <a:pt x="64008" y="36576"/>
                  </a:moveTo>
                  <a:lnTo>
                    <a:pt x="59436" y="36576"/>
                  </a:lnTo>
                  <a:lnTo>
                    <a:pt x="56388" y="28956"/>
                  </a:lnTo>
                  <a:lnTo>
                    <a:pt x="51816" y="21336"/>
                  </a:lnTo>
                  <a:lnTo>
                    <a:pt x="47244" y="16764"/>
                  </a:lnTo>
                  <a:lnTo>
                    <a:pt x="35052" y="10668"/>
                  </a:lnTo>
                  <a:lnTo>
                    <a:pt x="48845" y="10668"/>
                  </a:lnTo>
                  <a:lnTo>
                    <a:pt x="52649" y="14287"/>
                  </a:lnTo>
                  <a:lnTo>
                    <a:pt x="57340" y="20574"/>
                  </a:lnTo>
                  <a:lnTo>
                    <a:pt x="61174" y="28003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592" name="Google Shape;5592;p88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4439411" y="7159752"/>
            <a:ext cx="175260" cy="347471"/>
          </a:xfrm>
          <a:prstGeom prst="rect">
            <a:avLst/>
          </a:prstGeom>
          <a:noFill/>
          <a:ln>
            <a:noFill/>
          </a:ln>
        </p:spPr>
      </p:pic>
      <p:pic>
        <p:nvPicPr>
          <p:cNvPr id="5593" name="Google Shape;5593;p88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4439411" y="6803135"/>
            <a:ext cx="175260" cy="295655"/>
          </a:xfrm>
          <a:prstGeom prst="rect">
            <a:avLst/>
          </a:prstGeom>
          <a:noFill/>
          <a:ln>
            <a:noFill/>
          </a:ln>
        </p:spPr>
      </p:pic>
      <p:pic>
        <p:nvPicPr>
          <p:cNvPr id="5594" name="Google Shape;5594;p88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4439411" y="5562600"/>
            <a:ext cx="175260" cy="11628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95" name="Google Shape;5595;p88"/>
          <p:cNvGrpSpPr/>
          <p:nvPr/>
        </p:nvGrpSpPr>
        <p:grpSpPr>
          <a:xfrm>
            <a:off x="4736591" y="8401812"/>
            <a:ext cx="175502" cy="822959"/>
            <a:chOff x="4736591" y="8401812"/>
            <a:chExt cx="175502" cy="822959"/>
          </a:xfrm>
        </p:grpSpPr>
        <p:pic>
          <p:nvPicPr>
            <p:cNvPr id="5596" name="Google Shape;5596;p88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4736591" y="9110471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597" name="Google Shape;5597;p88"/>
            <p:cNvSpPr/>
            <p:nvPr/>
          </p:nvSpPr>
          <p:spPr>
            <a:xfrm>
              <a:off x="4760963" y="8401812"/>
              <a:ext cx="151130" cy="688975"/>
            </a:xfrm>
            <a:custGeom>
              <a:rect b="b" l="l" r="r" t="t"/>
              <a:pathLst>
                <a:path extrusionOk="0" h="688975" w="151129">
                  <a:moveTo>
                    <a:pt x="147828" y="0"/>
                  </a:moveTo>
                  <a:lnTo>
                    <a:pt x="144780" y="0"/>
                  </a:lnTo>
                  <a:lnTo>
                    <a:pt x="144780" y="4572"/>
                  </a:lnTo>
                  <a:lnTo>
                    <a:pt x="143256" y="9144"/>
                  </a:lnTo>
                  <a:lnTo>
                    <a:pt x="143256" y="10668"/>
                  </a:lnTo>
                  <a:lnTo>
                    <a:pt x="140208" y="13716"/>
                  </a:lnTo>
                  <a:lnTo>
                    <a:pt x="137160" y="15240"/>
                  </a:lnTo>
                  <a:lnTo>
                    <a:pt x="135636" y="16764"/>
                  </a:lnTo>
                  <a:lnTo>
                    <a:pt x="65532" y="16764"/>
                  </a:lnTo>
                  <a:lnTo>
                    <a:pt x="57912" y="18288"/>
                  </a:lnTo>
                  <a:lnTo>
                    <a:pt x="33528" y="39624"/>
                  </a:lnTo>
                  <a:lnTo>
                    <a:pt x="33528" y="45720"/>
                  </a:lnTo>
                  <a:lnTo>
                    <a:pt x="34963" y="54864"/>
                  </a:lnTo>
                  <a:lnTo>
                    <a:pt x="39243" y="64198"/>
                  </a:lnTo>
                  <a:lnTo>
                    <a:pt x="46393" y="73799"/>
                  </a:lnTo>
                  <a:lnTo>
                    <a:pt x="56388" y="83820"/>
                  </a:lnTo>
                  <a:lnTo>
                    <a:pt x="33528" y="83820"/>
                  </a:lnTo>
                  <a:lnTo>
                    <a:pt x="33528" y="88392"/>
                  </a:lnTo>
                  <a:lnTo>
                    <a:pt x="47244" y="121920"/>
                  </a:lnTo>
                  <a:lnTo>
                    <a:pt x="50292" y="120396"/>
                  </a:lnTo>
                  <a:lnTo>
                    <a:pt x="48768" y="117348"/>
                  </a:lnTo>
                  <a:lnTo>
                    <a:pt x="48768" y="108204"/>
                  </a:lnTo>
                  <a:lnTo>
                    <a:pt x="50292" y="106680"/>
                  </a:lnTo>
                  <a:lnTo>
                    <a:pt x="53340" y="105156"/>
                  </a:lnTo>
                  <a:lnTo>
                    <a:pt x="56388" y="105156"/>
                  </a:lnTo>
                  <a:lnTo>
                    <a:pt x="57912" y="103632"/>
                  </a:lnTo>
                  <a:lnTo>
                    <a:pt x="131064" y="103632"/>
                  </a:lnTo>
                  <a:lnTo>
                    <a:pt x="137160" y="105156"/>
                  </a:lnTo>
                  <a:lnTo>
                    <a:pt x="143256" y="108204"/>
                  </a:lnTo>
                  <a:lnTo>
                    <a:pt x="144780" y="112776"/>
                  </a:lnTo>
                  <a:lnTo>
                    <a:pt x="144780" y="120396"/>
                  </a:lnTo>
                  <a:lnTo>
                    <a:pt x="147828" y="120396"/>
                  </a:lnTo>
                  <a:lnTo>
                    <a:pt x="147828" y="103632"/>
                  </a:lnTo>
                  <a:lnTo>
                    <a:pt x="147828" y="67056"/>
                  </a:lnTo>
                  <a:lnTo>
                    <a:pt x="144780" y="67056"/>
                  </a:lnTo>
                  <a:lnTo>
                    <a:pt x="144780" y="73152"/>
                  </a:lnTo>
                  <a:lnTo>
                    <a:pt x="143256" y="76200"/>
                  </a:lnTo>
                  <a:lnTo>
                    <a:pt x="143256" y="77724"/>
                  </a:lnTo>
                  <a:lnTo>
                    <a:pt x="141732" y="80772"/>
                  </a:lnTo>
                  <a:lnTo>
                    <a:pt x="140208" y="80772"/>
                  </a:lnTo>
                  <a:lnTo>
                    <a:pt x="137160" y="82296"/>
                  </a:lnTo>
                  <a:lnTo>
                    <a:pt x="135636" y="83820"/>
                  </a:lnTo>
                  <a:lnTo>
                    <a:pt x="64008" y="83820"/>
                  </a:lnTo>
                  <a:lnTo>
                    <a:pt x="57137" y="76733"/>
                  </a:lnTo>
                  <a:lnTo>
                    <a:pt x="52387" y="69342"/>
                  </a:lnTo>
                  <a:lnTo>
                    <a:pt x="49657" y="61963"/>
                  </a:lnTo>
                  <a:lnTo>
                    <a:pt x="48768" y="54864"/>
                  </a:lnTo>
                  <a:lnTo>
                    <a:pt x="48768" y="47244"/>
                  </a:lnTo>
                  <a:lnTo>
                    <a:pt x="50292" y="42672"/>
                  </a:lnTo>
                  <a:lnTo>
                    <a:pt x="54864" y="41148"/>
                  </a:lnTo>
                  <a:lnTo>
                    <a:pt x="59436" y="38100"/>
                  </a:lnTo>
                  <a:lnTo>
                    <a:pt x="67056" y="36576"/>
                  </a:lnTo>
                  <a:lnTo>
                    <a:pt x="134112" y="36576"/>
                  </a:lnTo>
                  <a:lnTo>
                    <a:pt x="138684" y="38100"/>
                  </a:lnTo>
                  <a:lnTo>
                    <a:pt x="143256" y="42672"/>
                  </a:lnTo>
                  <a:lnTo>
                    <a:pt x="144780" y="45720"/>
                  </a:lnTo>
                  <a:lnTo>
                    <a:pt x="144780" y="53340"/>
                  </a:lnTo>
                  <a:lnTo>
                    <a:pt x="147828" y="53340"/>
                  </a:lnTo>
                  <a:lnTo>
                    <a:pt x="147828" y="36576"/>
                  </a:lnTo>
                  <a:lnTo>
                    <a:pt x="147828" y="0"/>
                  </a:lnTo>
                  <a:close/>
                </a:path>
                <a:path extrusionOk="0" h="688975" w="151129">
                  <a:moveTo>
                    <a:pt x="150876" y="541020"/>
                  </a:moveTo>
                  <a:lnTo>
                    <a:pt x="147828" y="536448"/>
                  </a:lnTo>
                  <a:lnTo>
                    <a:pt x="144780" y="530352"/>
                  </a:lnTo>
                  <a:lnTo>
                    <a:pt x="140208" y="525780"/>
                  </a:lnTo>
                  <a:lnTo>
                    <a:pt x="134112" y="521208"/>
                  </a:lnTo>
                  <a:lnTo>
                    <a:pt x="126492" y="518160"/>
                  </a:lnTo>
                  <a:lnTo>
                    <a:pt x="126492" y="524256"/>
                  </a:lnTo>
                  <a:lnTo>
                    <a:pt x="129540" y="525780"/>
                  </a:lnTo>
                  <a:lnTo>
                    <a:pt x="131064" y="528828"/>
                  </a:lnTo>
                  <a:lnTo>
                    <a:pt x="132588" y="530352"/>
                  </a:lnTo>
                  <a:lnTo>
                    <a:pt x="135636" y="536448"/>
                  </a:lnTo>
                  <a:lnTo>
                    <a:pt x="135636" y="541020"/>
                  </a:lnTo>
                  <a:lnTo>
                    <a:pt x="134112" y="544068"/>
                  </a:lnTo>
                  <a:lnTo>
                    <a:pt x="131064" y="545592"/>
                  </a:lnTo>
                  <a:lnTo>
                    <a:pt x="129540" y="548640"/>
                  </a:lnTo>
                  <a:lnTo>
                    <a:pt x="44196" y="548640"/>
                  </a:lnTo>
                  <a:lnTo>
                    <a:pt x="44196" y="522732"/>
                  </a:lnTo>
                  <a:lnTo>
                    <a:pt x="36576" y="522732"/>
                  </a:lnTo>
                  <a:lnTo>
                    <a:pt x="36576" y="548640"/>
                  </a:lnTo>
                  <a:lnTo>
                    <a:pt x="0" y="548640"/>
                  </a:lnTo>
                  <a:lnTo>
                    <a:pt x="0" y="551688"/>
                  </a:lnTo>
                  <a:lnTo>
                    <a:pt x="7620" y="556260"/>
                  </a:lnTo>
                  <a:lnTo>
                    <a:pt x="13716" y="557784"/>
                  </a:lnTo>
                  <a:lnTo>
                    <a:pt x="16764" y="560832"/>
                  </a:lnTo>
                  <a:lnTo>
                    <a:pt x="22860" y="563880"/>
                  </a:lnTo>
                  <a:lnTo>
                    <a:pt x="32004" y="573024"/>
                  </a:lnTo>
                  <a:lnTo>
                    <a:pt x="38100" y="582168"/>
                  </a:lnTo>
                  <a:lnTo>
                    <a:pt x="39624" y="586740"/>
                  </a:lnTo>
                  <a:lnTo>
                    <a:pt x="44196" y="586740"/>
                  </a:lnTo>
                  <a:lnTo>
                    <a:pt x="44196" y="568452"/>
                  </a:lnTo>
                  <a:lnTo>
                    <a:pt x="134112" y="568452"/>
                  </a:lnTo>
                  <a:lnTo>
                    <a:pt x="138684" y="566928"/>
                  </a:lnTo>
                  <a:lnTo>
                    <a:pt x="141732" y="565404"/>
                  </a:lnTo>
                  <a:lnTo>
                    <a:pt x="144780" y="562356"/>
                  </a:lnTo>
                  <a:lnTo>
                    <a:pt x="147828" y="557784"/>
                  </a:lnTo>
                  <a:lnTo>
                    <a:pt x="150876" y="551688"/>
                  </a:lnTo>
                  <a:lnTo>
                    <a:pt x="150876" y="541020"/>
                  </a:lnTo>
                  <a:close/>
                </a:path>
                <a:path extrusionOk="0" h="688975" w="151129">
                  <a:moveTo>
                    <a:pt x="150888" y="641604"/>
                  </a:moveTo>
                  <a:lnTo>
                    <a:pt x="150025" y="632777"/>
                  </a:lnTo>
                  <a:lnTo>
                    <a:pt x="149923" y="632460"/>
                  </a:lnTo>
                  <a:lnTo>
                    <a:pt x="147459" y="624649"/>
                  </a:lnTo>
                  <a:lnTo>
                    <a:pt x="115303" y="598487"/>
                  </a:lnTo>
                  <a:lnTo>
                    <a:pt x="106692" y="595884"/>
                  </a:lnTo>
                  <a:lnTo>
                    <a:pt x="105168" y="598932"/>
                  </a:lnTo>
                  <a:lnTo>
                    <a:pt x="114312" y="603504"/>
                  </a:lnTo>
                  <a:lnTo>
                    <a:pt x="121932" y="608076"/>
                  </a:lnTo>
                  <a:lnTo>
                    <a:pt x="124980" y="612648"/>
                  </a:lnTo>
                  <a:lnTo>
                    <a:pt x="129552" y="618744"/>
                  </a:lnTo>
                  <a:lnTo>
                    <a:pt x="131025" y="624649"/>
                  </a:lnTo>
                  <a:lnTo>
                    <a:pt x="115836" y="659892"/>
                  </a:lnTo>
                  <a:lnTo>
                    <a:pt x="89712" y="670560"/>
                  </a:lnTo>
                  <a:lnTo>
                    <a:pt x="77736" y="670560"/>
                  </a:lnTo>
                  <a:lnTo>
                    <a:pt x="77736" y="620268"/>
                  </a:lnTo>
                  <a:lnTo>
                    <a:pt x="77736" y="595884"/>
                  </a:lnTo>
                  <a:lnTo>
                    <a:pt x="70104" y="596544"/>
                  </a:lnTo>
                  <a:lnTo>
                    <a:pt x="70104" y="620268"/>
                  </a:lnTo>
                  <a:lnTo>
                    <a:pt x="70104" y="670560"/>
                  </a:lnTo>
                  <a:lnTo>
                    <a:pt x="60960" y="670560"/>
                  </a:lnTo>
                  <a:lnTo>
                    <a:pt x="53340" y="667512"/>
                  </a:lnTo>
                  <a:lnTo>
                    <a:pt x="42672" y="656844"/>
                  </a:lnTo>
                  <a:lnTo>
                    <a:pt x="41148" y="650748"/>
                  </a:lnTo>
                  <a:lnTo>
                    <a:pt x="41148" y="640080"/>
                  </a:lnTo>
                  <a:lnTo>
                    <a:pt x="54864" y="623316"/>
                  </a:lnTo>
                  <a:lnTo>
                    <a:pt x="57912" y="621792"/>
                  </a:lnTo>
                  <a:lnTo>
                    <a:pt x="62484" y="621792"/>
                  </a:lnTo>
                  <a:lnTo>
                    <a:pt x="70104" y="620268"/>
                  </a:lnTo>
                  <a:lnTo>
                    <a:pt x="70104" y="596544"/>
                  </a:lnTo>
                  <a:lnTo>
                    <a:pt x="68008" y="596722"/>
                  </a:lnTo>
                  <a:lnTo>
                    <a:pt x="36195" y="621601"/>
                  </a:lnTo>
                  <a:lnTo>
                    <a:pt x="36156" y="621792"/>
                  </a:lnTo>
                  <a:lnTo>
                    <a:pt x="34150" y="629729"/>
                  </a:lnTo>
                  <a:lnTo>
                    <a:pt x="34074" y="630936"/>
                  </a:lnTo>
                  <a:lnTo>
                    <a:pt x="33959" y="632460"/>
                  </a:lnTo>
                  <a:lnTo>
                    <a:pt x="33934" y="632777"/>
                  </a:lnTo>
                  <a:lnTo>
                    <a:pt x="33528" y="638556"/>
                  </a:lnTo>
                  <a:lnTo>
                    <a:pt x="33655" y="640080"/>
                  </a:lnTo>
                  <a:lnTo>
                    <a:pt x="33782" y="641604"/>
                  </a:lnTo>
                  <a:lnTo>
                    <a:pt x="34417" y="649414"/>
                  </a:lnTo>
                  <a:lnTo>
                    <a:pt x="57607" y="681139"/>
                  </a:lnTo>
                  <a:lnTo>
                    <a:pt x="92976" y="688848"/>
                  </a:lnTo>
                  <a:lnTo>
                    <a:pt x="105854" y="687997"/>
                  </a:lnTo>
                  <a:lnTo>
                    <a:pt x="117170" y="685419"/>
                  </a:lnTo>
                  <a:lnTo>
                    <a:pt x="127050" y="681139"/>
                  </a:lnTo>
                  <a:lnTo>
                    <a:pt x="135648" y="675132"/>
                  </a:lnTo>
                  <a:lnTo>
                    <a:pt x="139623" y="670560"/>
                  </a:lnTo>
                  <a:lnTo>
                    <a:pt x="141884" y="667969"/>
                  </a:lnTo>
                  <a:lnTo>
                    <a:pt x="146697" y="660082"/>
                  </a:lnTo>
                  <a:lnTo>
                    <a:pt x="146761" y="659892"/>
                  </a:lnTo>
                  <a:lnTo>
                    <a:pt x="149783" y="651344"/>
                  </a:lnTo>
                  <a:lnTo>
                    <a:pt x="149860" y="650748"/>
                  </a:lnTo>
                  <a:lnTo>
                    <a:pt x="150888" y="641604"/>
                  </a:lnTo>
                  <a:close/>
                </a:path>
                <a:path extrusionOk="0" h="688975" w="151129">
                  <a:moveTo>
                    <a:pt x="150888" y="391668"/>
                  </a:moveTo>
                  <a:lnTo>
                    <a:pt x="54876" y="358140"/>
                  </a:lnTo>
                  <a:lnTo>
                    <a:pt x="45732" y="353568"/>
                  </a:lnTo>
                  <a:lnTo>
                    <a:pt x="39636" y="348996"/>
                  </a:lnTo>
                  <a:lnTo>
                    <a:pt x="39636" y="341376"/>
                  </a:lnTo>
                  <a:lnTo>
                    <a:pt x="36588" y="341376"/>
                  </a:lnTo>
                  <a:lnTo>
                    <a:pt x="36588" y="376428"/>
                  </a:lnTo>
                  <a:lnTo>
                    <a:pt x="39636" y="376428"/>
                  </a:lnTo>
                  <a:lnTo>
                    <a:pt x="39636" y="367284"/>
                  </a:lnTo>
                  <a:lnTo>
                    <a:pt x="41160" y="364236"/>
                  </a:lnTo>
                  <a:lnTo>
                    <a:pt x="42684" y="362712"/>
                  </a:lnTo>
                  <a:lnTo>
                    <a:pt x="48780" y="362712"/>
                  </a:lnTo>
                  <a:lnTo>
                    <a:pt x="57924" y="367284"/>
                  </a:lnTo>
                  <a:lnTo>
                    <a:pt x="118884" y="388620"/>
                  </a:lnTo>
                  <a:lnTo>
                    <a:pt x="54876" y="416052"/>
                  </a:lnTo>
                  <a:lnTo>
                    <a:pt x="53352" y="417576"/>
                  </a:lnTo>
                  <a:lnTo>
                    <a:pt x="44208" y="417576"/>
                  </a:lnTo>
                  <a:lnTo>
                    <a:pt x="42684" y="416052"/>
                  </a:lnTo>
                  <a:lnTo>
                    <a:pt x="39636" y="409956"/>
                  </a:lnTo>
                  <a:lnTo>
                    <a:pt x="39636" y="405384"/>
                  </a:lnTo>
                  <a:lnTo>
                    <a:pt x="36588" y="405384"/>
                  </a:lnTo>
                  <a:lnTo>
                    <a:pt x="36588" y="455676"/>
                  </a:lnTo>
                  <a:lnTo>
                    <a:pt x="39636" y="455676"/>
                  </a:lnTo>
                  <a:lnTo>
                    <a:pt x="39636" y="448056"/>
                  </a:lnTo>
                  <a:lnTo>
                    <a:pt x="41160" y="446532"/>
                  </a:lnTo>
                  <a:lnTo>
                    <a:pt x="44208" y="441960"/>
                  </a:lnTo>
                  <a:lnTo>
                    <a:pt x="47256" y="440436"/>
                  </a:lnTo>
                  <a:lnTo>
                    <a:pt x="53352" y="438912"/>
                  </a:lnTo>
                  <a:lnTo>
                    <a:pt x="68592" y="431292"/>
                  </a:lnTo>
                  <a:lnTo>
                    <a:pt x="120408" y="457200"/>
                  </a:lnTo>
                  <a:lnTo>
                    <a:pt x="56400" y="481584"/>
                  </a:lnTo>
                  <a:lnTo>
                    <a:pt x="53352" y="483108"/>
                  </a:lnTo>
                  <a:lnTo>
                    <a:pt x="42684" y="483108"/>
                  </a:lnTo>
                  <a:lnTo>
                    <a:pt x="39636" y="480060"/>
                  </a:lnTo>
                  <a:lnTo>
                    <a:pt x="39636" y="472440"/>
                  </a:lnTo>
                  <a:lnTo>
                    <a:pt x="36588" y="472440"/>
                  </a:lnTo>
                  <a:lnTo>
                    <a:pt x="36588" y="519684"/>
                  </a:lnTo>
                  <a:lnTo>
                    <a:pt x="39636" y="519684"/>
                  </a:lnTo>
                  <a:lnTo>
                    <a:pt x="39636" y="515112"/>
                  </a:lnTo>
                  <a:lnTo>
                    <a:pt x="42684" y="512064"/>
                  </a:lnTo>
                  <a:lnTo>
                    <a:pt x="44208" y="509016"/>
                  </a:lnTo>
                  <a:lnTo>
                    <a:pt x="47256" y="507492"/>
                  </a:lnTo>
                  <a:lnTo>
                    <a:pt x="50304" y="504444"/>
                  </a:lnTo>
                  <a:lnTo>
                    <a:pt x="57924" y="502920"/>
                  </a:lnTo>
                  <a:lnTo>
                    <a:pt x="150888" y="466344"/>
                  </a:lnTo>
                  <a:lnTo>
                    <a:pt x="150888" y="463296"/>
                  </a:lnTo>
                  <a:lnTo>
                    <a:pt x="77736" y="428244"/>
                  </a:lnTo>
                  <a:lnTo>
                    <a:pt x="150888" y="397764"/>
                  </a:lnTo>
                  <a:lnTo>
                    <a:pt x="150888" y="391668"/>
                  </a:lnTo>
                  <a:close/>
                </a:path>
                <a:path extrusionOk="0" h="688975" w="151129">
                  <a:moveTo>
                    <a:pt x="150888" y="281940"/>
                  </a:moveTo>
                  <a:lnTo>
                    <a:pt x="130263" y="246964"/>
                  </a:lnTo>
                  <a:lnTo>
                    <a:pt x="106692" y="237744"/>
                  </a:lnTo>
                  <a:lnTo>
                    <a:pt x="105168" y="240792"/>
                  </a:lnTo>
                  <a:lnTo>
                    <a:pt x="114312" y="243840"/>
                  </a:lnTo>
                  <a:lnTo>
                    <a:pt x="121932" y="248412"/>
                  </a:lnTo>
                  <a:lnTo>
                    <a:pt x="124980" y="254508"/>
                  </a:lnTo>
                  <a:lnTo>
                    <a:pt x="129476" y="259016"/>
                  </a:lnTo>
                  <a:lnTo>
                    <a:pt x="130314" y="262128"/>
                  </a:lnTo>
                  <a:lnTo>
                    <a:pt x="131076" y="265176"/>
                  </a:lnTo>
                  <a:lnTo>
                    <a:pt x="131013" y="273354"/>
                  </a:lnTo>
                  <a:lnTo>
                    <a:pt x="130200" y="280416"/>
                  </a:lnTo>
                  <a:lnTo>
                    <a:pt x="99644" y="309181"/>
                  </a:lnTo>
                  <a:lnTo>
                    <a:pt x="77736" y="312420"/>
                  </a:lnTo>
                  <a:lnTo>
                    <a:pt x="77736" y="262128"/>
                  </a:lnTo>
                  <a:lnTo>
                    <a:pt x="77736" y="237744"/>
                  </a:lnTo>
                  <a:lnTo>
                    <a:pt x="70104" y="238404"/>
                  </a:lnTo>
                  <a:lnTo>
                    <a:pt x="70104" y="262128"/>
                  </a:lnTo>
                  <a:lnTo>
                    <a:pt x="70104" y="312420"/>
                  </a:lnTo>
                  <a:lnTo>
                    <a:pt x="60960" y="310896"/>
                  </a:lnTo>
                  <a:lnTo>
                    <a:pt x="53340" y="307848"/>
                  </a:lnTo>
                  <a:lnTo>
                    <a:pt x="48768" y="303276"/>
                  </a:lnTo>
                  <a:lnTo>
                    <a:pt x="42672" y="298704"/>
                  </a:lnTo>
                  <a:lnTo>
                    <a:pt x="41148" y="292608"/>
                  </a:lnTo>
                  <a:lnTo>
                    <a:pt x="41148" y="281940"/>
                  </a:lnTo>
                  <a:lnTo>
                    <a:pt x="44196" y="272796"/>
                  </a:lnTo>
                  <a:lnTo>
                    <a:pt x="50292" y="266700"/>
                  </a:lnTo>
                  <a:lnTo>
                    <a:pt x="54864" y="265176"/>
                  </a:lnTo>
                  <a:lnTo>
                    <a:pt x="57912" y="263652"/>
                  </a:lnTo>
                  <a:lnTo>
                    <a:pt x="62484" y="262128"/>
                  </a:lnTo>
                  <a:lnTo>
                    <a:pt x="70104" y="262128"/>
                  </a:lnTo>
                  <a:lnTo>
                    <a:pt x="70104" y="238404"/>
                  </a:lnTo>
                  <a:lnTo>
                    <a:pt x="36195" y="263461"/>
                  </a:lnTo>
                  <a:lnTo>
                    <a:pt x="36156" y="263652"/>
                  </a:lnTo>
                  <a:lnTo>
                    <a:pt x="34150" y="271589"/>
                  </a:lnTo>
                  <a:lnTo>
                    <a:pt x="34036" y="273354"/>
                  </a:lnTo>
                  <a:lnTo>
                    <a:pt x="33528" y="280416"/>
                  </a:lnTo>
                  <a:lnTo>
                    <a:pt x="34417" y="290398"/>
                  </a:lnTo>
                  <a:lnTo>
                    <a:pt x="57607" y="322351"/>
                  </a:lnTo>
                  <a:lnTo>
                    <a:pt x="92976" y="330708"/>
                  </a:lnTo>
                  <a:lnTo>
                    <a:pt x="106210" y="329831"/>
                  </a:lnTo>
                  <a:lnTo>
                    <a:pt x="105956" y="329831"/>
                  </a:lnTo>
                  <a:lnTo>
                    <a:pt x="117170" y="327279"/>
                  </a:lnTo>
                  <a:lnTo>
                    <a:pt x="127050" y="322999"/>
                  </a:lnTo>
                  <a:lnTo>
                    <a:pt x="135648" y="316992"/>
                  </a:lnTo>
                  <a:lnTo>
                    <a:pt x="139496" y="312420"/>
                  </a:lnTo>
                  <a:lnTo>
                    <a:pt x="141884" y="309587"/>
                  </a:lnTo>
                  <a:lnTo>
                    <a:pt x="146697" y="301180"/>
                  </a:lnTo>
                  <a:lnTo>
                    <a:pt x="149783" y="291922"/>
                  </a:lnTo>
                  <a:lnTo>
                    <a:pt x="150888" y="281940"/>
                  </a:lnTo>
                  <a:close/>
                </a:path>
                <a:path extrusionOk="0" h="688975" w="151129">
                  <a:moveTo>
                    <a:pt x="150888" y="173736"/>
                  </a:moveTo>
                  <a:lnTo>
                    <a:pt x="150025" y="164909"/>
                  </a:lnTo>
                  <a:lnTo>
                    <a:pt x="149923" y="164592"/>
                  </a:lnTo>
                  <a:lnTo>
                    <a:pt x="147459" y="156781"/>
                  </a:lnTo>
                  <a:lnTo>
                    <a:pt x="115303" y="130619"/>
                  </a:lnTo>
                  <a:lnTo>
                    <a:pt x="106692" y="128016"/>
                  </a:lnTo>
                  <a:lnTo>
                    <a:pt x="105168" y="131064"/>
                  </a:lnTo>
                  <a:lnTo>
                    <a:pt x="114312" y="135636"/>
                  </a:lnTo>
                  <a:lnTo>
                    <a:pt x="121932" y="140208"/>
                  </a:lnTo>
                  <a:lnTo>
                    <a:pt x="124980" y="144780"/>
                  </a:lnTo>
                  <a:lnTo>
                    <a:pt x="129552" y="150876"/>
                  </a:lnTo>
                  <a:lnTo>
                    <a:pt x="131025" y="156781"/>
                  </a:lnTo>
                  <a:lnTo>
                    <a:pt x="115836" y="192024"/>
                  </a:lnTo>
                  <a:lnTo>
                    <a:pt x="89712" y="202692"/>
                  </a:lnTo>
                  <a:lnTo>
                    <a:pt x="77736" y="202692"/>
                  </a:lnTo>
                  <a:lnTo>
                    <a:pt x="77736" y="152400"/>
                  </a:lnTo>
                  <a:lnTo>
                    <a:pt x="77736" y="128016"/>
                  </a:lnTo>
                  <a:lnTo>
                    <a:pt x="70104" y="128676"/>
                  </a:lnTo>
                  <a:lnTo>
                    <a:pt x="70104" y="152400"/>
                  </a:lnTo>
                  <a:lnTo>
                    <a:pt x="70104" y="202692"/>
                  </a:lnTo>
                  <a:lnTo>
                    <a:pt x="60960" y="202692"/>
                  </a:lnTo>
                  <a:lnTo>
                    <a:pt x="53340" y="199644"/>
                  </a:lnTo>
                  <a:lnTo>
                    <a:pt x="42672" y="188976"/>
                  </a:lnTo>
                  <a:lnTo>
                    <a:pt x="41148" y="182880"/>
                  </a:lnTo>
                  <a:lnTo>
                    <a:pt x="41148" y="172212"/>
                  </a:lnTo>
                  <a:lnTo>
                    <a:pt x="54864" y="155448"/>
                  </a:lnTo>
                  <a:lnTo>
                    <a:pt x="57912" y="153924"/>
                  </a:lnTo>
                  <a:lnTo>
                    <a:pt x="62484" y="153924"/>
                  </a:lnTo>
                  <a:lnTo>
                    <a:pt x="70104" y="152400"/>
                  </a:lnTo>
                  <a:lnTo>
                    <a:pt x="70104" y="128676"/>
                  </a:lnTo>
                  <a:lnTo>
                    <a:pt x="68008" y="128854"/>
                  </a:lnTo>
                  <a:lnTo>
                    <a:pt x="36195" y="153733"/>
                  </a:lnTo>
                  <a:lnTo>
                    <a:pt x="36156" y="153924"/>
                  </a:lnTo>
                  <a:lnTo>
                    <a:pt x="34150" y="161861"/>
                  </a:lnTo>
                  <a:lnTo>
                    <a:pt x="34074" y="163068"/>
                  </a:lnTo>
                  <a:lnTo>
                    <a:pt x="33959" y="164592"/>
                  </a:lnTo>
                  <a:lnTo>
                    <a:pt x="33934" y="164909"/>
                  </a:lnTo>
                  <a:lnTo>
                    <a:pt x="33528" y="170688"/>
                  </a:lnTo>
                  <a:lnTo>
                    <a:pt x="33655" y="172212"/>
                  </a:lnTo>
                  <a:lnTo>
                    <a:pt x="33782" y="173736"/>
                  </a:lnTo>
                  <a:lnTo>
                    <a:pt x="34417" y="181546"/>
                  </a:lnTo>
                  <a:lnTo>
                    <a:pt x="57607" y="213271"/>
                  </a:lnTo>
                  <a:lnTo>
                    <a:pt x="92976" y="220980"/>
                  </a:lnTo>
                  <a:lnTo>
                    <a:pt x="105854" y="220129"/>
                  </a:lnTo>
                  <a:lnTo>
                    <a:pt x="117170" y="217551"/>
                  </a:lnTo>
                  <a:lnTo>
                    <a:pt x="127050" y="213271"/>
                  </a:lnTo>
                  <a:lnTo>
                    <a:pt x="135648" y="207264"/>
                  </a:lnTo>
                  <a:lnTo>
                    <a:pt x="139623" y="202692"/>
                  </a:lnTo>
                  <a:lnTo>
                    <a:pt x="141884" y="200101"/>
                  </a:lnTo>
                  <a:lnTo>
                    <a:pt x="146697" y="192214"/>
                  </a:lnTo>
                  <a:lnTo>
                    <a:pt x="146761" y="192024"/>
                  </a:lnTo>
                  <a:lnTo>
                    <a:pt x="149783" y="183476"/>
                  </a:lnTo>
                  <a:lnTo>
                    <a:pt x="149860" y="182880"/>
                  </a:lnTo>
                  <a:lnTo>
                    <a:pt x="150888" y="1737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598" name="Google Shape;5598;p88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4736591" y="7850123"/>
            <a:ext cx="175260" cy="487680"/>
          </a:xfrm>
          <a:prstGeom prst="rect">
            <a:avLst/>
          </a:prstGeom>
          <a:noFill/>
          <a:ln>
            <a:noFill/>
          </a:ln>
        </p:spPr>
      </p:pic>
      <p:sp>
        <p:nvSpPr>
          <p:cNvPr id="5599" name="Google Shape;5599;p88"/>
          <p:cNvSpPr/>
          <p:nvPr/>
        </p:nvSpPr>
        <p:spPr>
          <a:xfrm>
            <a:off x="1583436" y="4962144"/>
            <a:ext cx="60960" cy="60960"/>
          </a:xfrm>
          <a:custGeom>
            <a:rect b="b" l="l" r="r" t="t"/>
            <a:pathLst>
              <a:path extrusionOk="0" h="60960" w="60960">
                <a:moveTo>
                  <a:pt x="38099" y="60959"/>
                </a:moveTo>
                <a:lnTo>
                  <a:pt x="21335" y="60959"/>
                </a:lnTo>
                <a:lnTo>
                  <a:pt x="15239" y="57911"/>
                </a:lnTo>
                <a:lnTo>
                  <a:pt x="9143" y="51815"/>
                </a:lnTo>
                <a:lnTo>
                  <a:pt x="3047" y="45719"/>
                </a:lnTo>
                <a:lnTo>
                  <a:pt x="0" y="38099"/>
                </a:lnTo>
                <a:lnTo>
                  <a:pt x="0" y="21335"/>
                </a:lnTo>
                <a:lnTo>
                  <a:pt x="3047" y="13715"/>
                </a:lnTo>
                <a:lnTo>
                  <a:pt x="9143" y="9143"/>
                </a:lnTo>
                <a:lnTo>
                  <a:pt x="15239" y="3047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7"/>
                </a:lnTo>
                <a:lnTo>
                  <a:pt x="51815" y="9143"/>
                </a:lnTo>
                <a:lnTo>
                  <a:pt x="57911" y="13715"/>
                </a:lnTo>
                <a:lnTo>
                  <a:pt x="60959" y="21335"/>
                </a:lnTo>
                <a:lnTo>
                  <a:pt x="60959" y="38099"/>
                </a:lnTo>
                <a:lnTo>
                  <a:pt x="57911" y="45719"/>
                </a:lnTo>
                <a:lnTo>
                  <a:pt x="45719" y="57911"/>
                </a:lnTo>
                <a:lnTo>
                  <a:pt x="38099" y="609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0" name="Google Shape;5600;p88"/>
          <p:cNvGrpSpPr/>
          <p:nvPr/>
        </p:nvGrpSpPr>
        <p:grpSpPr>
          <a:xfrm>
            <a:off x="1527048" y="4136136"/>
            <a:ext cx="170815" cy="740663"/>
            <a:chOff x="1527048" y="4136136"/>
            <a:chExt cx="170815" cy="740663"/>
          </a:xfrm>
        </p:grpSpPr>
        <p:pic>
          <p:nvPicPr>
            <p:cNvPr id="5601" name="Google Shape;5601;p88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1527048" y="4721351"/>
              <a:ext cx="170687" cy="1554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02" name="Google Shape;5602;p88"/>
            <p:cNvSpPr/>
            <p:nvPr/>
          </p:nvSpPr>
          <p:spPr>
            <a:xfrm>
              <a:off x="1527048" y="4136136"/>
              <a:ext cx="170815" cy="565785"/>
            </a:xfrm>
            <a:custGeom>
              <a:rect b="b" l="l" r="r" t="t"/>
              <a:pathLst>
                <a:path extrusionOk="0" h="565785" w="170814">
                  <a:moveTo>
                    <a:pt x="35052" y="531876"/>
                  </a:moveTo>
                  <a:lnTo>
                    <a:pt x="33528" y="527304"/>
                  </a:lnTo>
                  <a:lnTo>
                    <a:pt x="28956" y="524256"/>
                  </a:lnTo>
                  <a:lnTo>
                    <a:pt x="22860" y="518160"/>
                  </a:lnTo>
                  <a:lnTo>
                    <a:pt x="12192" y="518160"/>
                  </a:lnTo>
                  <a:lnTo>
                    <a:pt x="7620" y="521208"/>
                  </a:lnTo>
                  <a:lnTo>
                    <a:pt x="1524" y="527304"/>
                  </a:lnTo>
                  <a:lnTo>
                    <a:pt x="0" y="531876"/>
                  </a:lnTo>
                  <a:lnTo>
                    <a:pt x="0" y="541020"/>
                  </a:lnTo>
                  <a:lnTo>
                    <a:pt x="1524" y="545592"/>
                  </a:lnTo>
                  <a:lnTo>
                    <a:pt x="7620" y="551688"/>
                  </a:lnTo>
                  <a:lnTo>
                    <a:pt x="12192" y="553212"/>
                  </a:lnTo>
                  <a:lnTo>
                    <a:pt x="22860" y="553212"/>
                  </a:lnTo>
                  <a:lnTo>
                    <a:pt x="25908" y="551688"/>
                  </a:lnTo>
                  <a:lnTo>
                    <a:pt x="28956" y="548640"/>
                  </a:lnTo>
                  <a:lnTo>
                    <a:pt x="33528" y="545592"/>
                  </a:lnTo>
                  <a:lnTo>
                    <a:pt x="35052" y="541020"/>
                  </a:lnTo>
                  <a:lnTo>
                    <a:pt x="35052" y="531876"/>
                  </a:lnTo>
                  <a:close/>
                </a:path>
                <a:path extrusionOk="0" h="565785" w="170814">
                  <a:moveTo>
                    <a:pt x="35052" y="105156"/>
                  </a:moveTo>
                  <a:lnTo>
                    <a:pt x="33528" y="102108"/>
                  </a:lnTo>
                  <a:lnTo>
                    <a:pt x="25908" y="94488"/>
                  </a:lnTo>
                  <a:lnTo>
                    <a:pt x="22860" y="92964"/>
                  </a:lnTo>
                  <a:lnTo>
                    <a:pt x="12192" y="92964"/>
                  </a:lnTo>
                  <a:lnTo>
                    <a:pt x="7620" y="94488"/>
                  </a:lnTo>
                  <a:lnTo>
                    <a:pt x="4572" y="97536"/>
                  </a:lnTo>
                  <a:lnTo>
                    <a:pt x="1524" y="102108"/>
                  </a:lnTo>
                  <a:lnTo>
                    <a:pt x="0" y="105156"/>
                  </a:lnTo>
                  <a:lnTo>
                    <a:pt x="0" y="115824"/>
                  </a:lnTo>
                  <a:lnTo>
                    <a:pt x="1524" y="120396"/>
                  </a:lnTo>
                  <a:lnTo>
                    <a:pt x="7620" y="126492"/>
                  </a:lnTo>
                  <a:lnTo>
                    <a:pt x="12192" y="128016"/>
                  </a:lnTo>
                  <a:lnTo>
                    <a:pt x="22860" y="128016"/>
                  </a:lnTo>
                  <a:lnTo>
                    <a:pt x="25908" y="126492"/>
                  </a:lnTo>
                  <a:lnTo>
                    <a:pt x="28956" y="123444"/>
                  </a:lnTo>
                  <a:lnTo>
                    <a:pt x="33528" y="120396"/>
                  </a:lnTo>
                  <a:lnTo>
                    <a:pt x="35052" y="115824"/>
                  </a:lnTo>
                  <a:lnTo>
                    <a:pt x="35052" y="105156"/>
                  </a:lnTo>
                  <a:close/>
                </a:path>
                <a:path extrusionOk="0" h="565785" w="170814">
                  <a:moveTo>
                    <a:pt x="167640" y="504444"/>
                  </a:moveTo>
                  <a:lnTo>
                    <a:pt x="163068" y="504444"/>
                  </a:lnTo>
                  <a:lnTo>
                    <a:pt x="163068" y="510540"/>
                  </a:lnTo>
                  <a:lnTo>
                    <a:pt x="161544" y="513588"/>
                  </a:lnTo>
                  <a:lnTo>
                    <a:pt x="156972" y="518160"/>
                  </a:lnTo>
                  <a:lnTo>
                    <a:pt x="56388" y="518160"/>
                  </a:lnTo>
                  <a:lnTo>
                    <a:pt x="56388" y="565404"/>
                  </a:lnTo>
                  <a:lnTo>
                    <a:pt x="60960" y="565404"/>
                  </a:lnTo>
                  <a:lnTo>
                    <a:pt x="60960" y="560832"/>
                  </a:lnTo>
                  <a:lnTo>
                    <a:pt x="64008" y="554736"/>
                  </a:lnTo>
                  <a:lnTo>
                    <a:pt x="67056" y="553212"/>
                  </a:lnTo>
                  <a:lnTo>
                    <a:pt x="71628" y="551688"/>
                  </a:lnTo>
                  <a:lnTo>
                    <a:pt x="150876" y="551688"/>
                  </a:lnTo>
                  <a:lnTo>
                    <a:pt x="156972" y="553212"/>
                  </a:lnTo>
                  <a:lnTo>
                    <a:pt x="161544" y="557784"/>
                  </a:lnTo>
                  <a:lnTo>
                    <a:pt x="163068" y="560832"/>
                  </a:lnTo>
                  <a:lnTo>
                    <a:pt x="163068" y="565404"/>
                  </a:lnTo>
                  <a:lnTo>
                    <a:pt x="167640" y="565404"/>
                  </a:lnTo>
                  <a:lnTo>
                    <a:pt x="167640" y="551688"/>
                  </a:lnTo>
                  <a:lnTo>
                    <a:pt x="167640" y="504444"/>
                  </a:lnTo>
                  <a:close/>
                </a:path>
                <a:path extrusionOk="0" h="565785" w="170814">
                  <a:moveTo>
                    <a:pt x="167640" y="432816"/>
                  </a:moveTo>
                  <a:lnTo>
                    <a:pt x="163068" y="432816"/>
                  </a:lnTo>
                  <a:lnTo>
                    <a:pt x="163068" y="437388"/>
                  </a:lnTo>
                  <a:lnTo>
                    <a:pt x="161544" y="440436"/>
                  </a:lnTo>
                  <a:lnTo>
                    <a:pt x="161544" y="441960"/>
                  </a:lnTo>
                  <a:lnTo>
                    <a:pt x="158496" y="445008"/>
                  </a:lnTo>
                  <a:lnTo>
                    <a:pt x="156972" y="445008"/>
                  </a:lnTo>
                  <a:lnTo>
                    <a:pt x="155448" y="446532"/>
                  </a:lnTo>
                  <a:lnTo>
                    <a:pt x="115824" y="446532"/>
                  </a:lnTo>
                  <a:lnTo>
                    <a:pt x="108978" y="446252"/>
                  </a:lnTo>
                  <a:lnTo>
                    <a:pt x="102298" y="445389"/>
                  </a:lnTo>
                  <a:lnTo>
                    <a:pt x="95885" y="443966"/>
                  </a:lnTo>
                  <a:lnTo>
                    <a:pt x="80772" y="438912"/>
                  </a:lnTo>
                  <a:lnTo>
                    <a:pt x="79248" y="434340"/>
                  </a:lnTo>
                  <a:lnTo>
                    <a:pt x="76200" y="432816"/>
                  </a:lnTo>
                  <a:lnTo>
                    <a:pt x="76200" y="425196"/>
                  </a:lnTo>
                  <a:lnTo>
                    <a:pt x="77724" y="425196"/>
                  </a:lnTo>
                  <a:lnTo>
                    <a:pt x="77724" y="423672"/>
                  </a:lnTo>
                  <a:lnTo>
                    <a:pt x="80772" y="420624"/>
                  </a:lnTo>
                  <a:lnTo>
                    <a:pt x="83820" y="419100"/>
                  </a:lnTo>
                  <a:lnTo>
                    <a:pt x="85344" y="414528"/>
                  </a:lnTo>
                  <a:lnTo>
                    <a:pt x="85344" y="406908"/>
                  </a:lnTo>
                  <a:lnTo>
                    <a:pt x="83820" y="403860"/>
                  </a:lnTo>
                  <a:lnTo>
                    <a:pt x="77724" y="397764"/>
                  </a:lnTo>
                  <a:lnTo>
                    <a:pt x="73152" y="396240"/>
                  </a:lnTo>
                  <a:lnTo>
                    <a:pt x="64008" y="396240"/>
                  </a:lnTo>
                  <a:lnTo>
                    <a:pt x="59436" y="397764"/>
                  </a:lnTo>
                  <a:lnTo>
                    <a:pt x="56388" y="400812"/>
                  </a:lnTo>
                  <a:lnTo>
                    <a:pt x="53340" y="406908"/>
                  </a:lnTo>
                  <a:lnTo>
                    <a:pt x="53340" y="416052"/>
                  </a:lnTo>
                  <a:lnTo>
                    <a:pt x="82296" y="446532"/>
                  </a:lnTo>
                  <a:lnTo>
                    <a:pt x="56388" y="446532"/>
                  </a:lnTo>
                  <a:lnTo>
                    <a:pt x="56388" y="493776"/>
                  </a:lnTo>
                  <a:lnTo>
                    <a:pt x="60960" y="493776"/>
                  </a:lnTo>
                  <a:lnTo>
                    <a:pt x="60960" y="489204"/>
                  </a:lnTo>
                  <a:lnTo>
                    <a:pt x="62484" y="486156"/>
                  </a:lnTo>
                  <a:lnTo>
                    <a:pt x="62484" y="484632"/>
                  </a:lnTo>
                  <a:lnTo>
                    <a:pt x="65532" y="481584"/>
                  </a:lnTo>
                  <a:lnTo>
                    <a:pt x="68580" y="481584"/>
                  </a:lnTo>
                  <a:lnTo>
                    <a:pt x="70104" y="480060"/>
                  </a:lnTo>
                  <a:lnTo>
                    <a:pt x="150876" y="480060"/>
                  </a:lnTo>
                  <a:lnTo>
                    <a:pt x="156972" y="481584"/>
                  </a:lnTo>
                  <a:lnTo>
                    <a:pt x="158496" y="483108"/>
                  </a:lnTo>
                  <a:lnTo>
                    <a:pt x="161544" y="484632"/>
                  </a:lnTo>
                  <a:lnTo>
                    <a:pt x="163068" y="487680"/>
                  </a:lnTo>
                  <a:lnTo>
                    <a:pt x="163068" y="493776"/>
                  </a:lnTo>
                  <a:lnTo>
                    <a:pt x="167640" y="493776"/>
                  </a:lnTo>
                  <a:lnTo>
                    <a:pt x="167640" y="432816"/>
                  </a:lnTo>
                  <a:close/>
                </a:path>
                <a:path extrusionOk="0" h="565785" w="170814">
                  <a:moveTo>
                    <a:pt x="167640" y="79248"/>
                  </a:moveTo>
                  <a:lnTo>
                    <a:pt x="163068" y="79248"/>
                  </a:lnTo>
                  <a:lnTo>
                    <a:pt x="163068" y="85344"/>
                  </a:lnTo>
                  <a:lnTo>
                    <a:pt x="161544" y="88392"/>
                  </a:lnTo>
                  <a:lnTo>
                    <a:pt x="158496" y="89916"/>
                  </a:lnTo>
                  <a:lnTo>
                    <a:pt x="156972" y="91440"/>
                  </a:lnTo>
                  <a:lnTo>
                    <a:pt x="150876" y="92964"/>
                  </a:lnTo>
                  <a:lnTo>
                    <a:pt x="56388" y="92964"/>
                  </a:lnTo>
                  <a:lnTo>
                    <a:pt x="56388" y="140208"/>
                  </a:lnTo>
                  <a:lnTo>
                    <a:pt x="60960" y="140208"/>
                  </a:lnTo>
                  <a:lnTo>
                    <a:pt x="60960" y="135636"/>
                  </a:lnTo>
                  <a:lnTo>
                    <a:pt x="62484" y="131064"/>
                  </a:lnTo>
                  <a:lnTo>
                    <a:pt x="64008" y="129540"/>
                  </a:lnTo>
                  <a:lnTo>
                    <a:pt x="67056" y="128016"/>
                  </a:lnTo>
                  <a:lnTo>
                    <a:pt x="71628" y="126492"/>
                  </a:lnTo>
                  <a:lnTo>
                    <a:pt x="150876" y="126492"/>
                  </a:lnTo>
                  <a:lnTo>
                    <a:pt x="156972" y="128016"/>
                  </a:lnTo>
                  <a:lnTo>
                    <a:pt x="158496" y="129540"/>
                  </a:lnTo>
                  <a:lnTo>
                    <a:pt x="161544" y="131064"/>
                  </a:lnTo>
                  <a:lnTo>
                    <a:pt x="163068" y="135636"/>
                  </a:lnTo>
                  <a:lnTo>
                    <a:pt x="163068" y="140208"/>
                  </a:lnTo>
                  <a:lnTo>
                    <a:pt x="167640" y="140208"/>
                  </a:lnTo>
                  <a:lnTo>
                    <a:pt x="167640" y="126492"/>
                  </a:lnTo>
                  <a:lnTo>
                    <a:pt x="167640" y="79248"/>
                  </a:lnTo>
                  <a:close/>
                </a:path>
                <a:path extrusionOk="0" h="565785" w="170814">
                  <a:moveTo>
                    <a:pt x="170675" y="335280"/>
                  </a:moveTo>
                  <a:lnTo>
                    <a:pt x="153911" y="299275"/>
                  </a:lnTo>
                  <a:lnTo>
                    <a:pt x="140195" y="291084"/>
                  </a:lnTo>
                  <a:lnTo>
                    <a:pt x="138671" y="294132"/>
                  </a:lnTo>
                  <a:lnTo>
                    <a:pt x="143243" y="298704"/>
                  </a:lnTo>
                  <a:lnTo>
                    <a:pt x="146291" y="303276"/>
                  </a:lnTo>
                  <a:lnTo>
                    <a:pt x="147815" y="306324"/>
                  </a:lnTo>
                  <a:lnTo>
                    <a:pt x="149339" y="310896"/>
                  </a:lnTo>
                  <a:lnTo>
                    <a:pt x="150863" y="313944"/>
                  </a:lnTo>
                  <a:lnTo>
                    <a:pt x="150863" y="324612"/>
                  </a:lnTo>
                  <a:lnTo>
                    <a:pt x="149339" y="329184"/>
                  </a:lnTo>
                  <a:lnTo>
                    <a:pt x="117195" y="349719"/>
                  </a:lnTo>
                  <a:lnTo>
                    <a:pt x="94475" y="353568"/>
                  </a:lnTo>
                  <a:lnTo>
                    <a:pt x="85902" y="353021"/>
                  </a:lnTo>
                  <a:lnTo>
                    <a:pt x="78473" y="351472"/>
                  </a:lnTo>
                  <a:lnTo>
                    <a:pt x="72186" y="349072"/>
                  </a:lnTo>
                  <a:lnTo>
                    <a:pt x="67043" y="345948"/>
                  </a:lnTo>
                  <a:lnTo>
                    <a:pt x="62471" y="344424"/>
                  </a:lnTo>
                  <a:lnTo>
                    <a:pt x="60947" y="339852"/>
                  </a:lnTo>
                  <a:lnTo>
                    <a:pt x="60947" y="333756"/>
                  </a:lnTo>
                  <a:lnTo>
                    <a:pt x="62471" y="332232"/>
                  </a:lnTo>
                  <a:lnTo>
                    <a:pt x="63995" y="329184"/>
                  </a:lnTo>
                  <a:lnTo>
                    <a:pt x="65519" y="327660"/>
                  </a:lnTo>
                  <a:lnTo>
                    <a:pt x="70091" y="326136"/>
                  </a:lnTo>
                  <a:lnTo>
                    <a:pt x="83807" y="326136"/>
                  </a:lnTo>
                  <a:lnTo>
                    <a:pt x="92951" y="320040"/>
                  </a:lnTo>
                  <a:lnTo>
                    <a:pt x="89903" y="294132"/>
                  </a:lnTo>
                  <a:lnTo>
                    <a:pt x="74663" y="294132"/>
                  </a:lnTo>
                  <a:lnTo>
                    <a:pt x="53327" y="332232"/>
                  </a:lnTo>
                  <a:lnTo>
                    <a:pt x="54495" y="344220"/>
                  </a:lnTo>
                  <a:lnTo>
                    <a:pt x="82575" y="377863"/>
                  </a:lnTo>
                  <a:lnTo>
                    <a:pt x="114287" y="385572"/>
                  </a:lnTo>
                  <a:lnTo>
                    <a:pt x="125412" y="384721"/>
                  </a:lnTo>
                  <a:lnTo>
                    <a:pt x="161036" y="364426"/>
                  </a:lnTo>
                  <a:lnTo>
                    <a:pt x="169557" y="346138"/>
                  </a:lnTo>
                  <a:lnTo>
                    <a:pt x="170675" y="335280"/>
                  </a:lnTo>
                  <a:close/>
                </a:path>
                <a:path extrusionOk="0" h="565785" w="170814">
                  <a:moveTo>
                    <a:pt x="170675" y="30480"/>
                  </a:moveTo>
                  <a:lnTo>
                    <a:pt x="169252" y="20154"/>
                  </a:lnTo>
                  <a:lnTo>
                    <a:pt x="164960" y="11811"/>
                  </a:lnTo>
                  <a:lnTo>
                    <a:pt x="157822" y="5194"/>
                  </a:lnTo>
                  <a:lnTo>
                    <a:pt x="147815" y="0"/>
                  </a:lnTo>
                  <a:lnTo>
                    <a:pt x="146291" y="3048"/>
                  </a:lnTo>
                  <a:lnTo>
                    <a:pt x="153911" y="7620"/>
                  </a:lnTo>
                  <a:lnTo>
                    <a:pt x="156959" y="12192"/>
                  </a:lnTo>
                  <a:lnTo>
                    <a:pt x="156959" y="16764"/>
                  </a:lnTo>
                  <a:lnTo>
                    <a:pt x="155435" y="18288"/>
                  </a:lnTo>
                  <a:lnTo>
                    <a:pt x="155435" y="19812"/>
                  </a:lnTo>
                  <a:lnTo>
                    <a:pt x="152387" y="22860"/>
                  </a:lnTo>
                  <a:lnTo>
                    <a:pt x="147815" y="22860"/>
                  </a:lnTo>
                  <a:lnTo>
                    <a:pt x="144767" y="24384"/>
                  </a:lnTo>
                  <a:lnTo>
                    <a:pt x="68567" y="24384"/>
                  </a:lnTo>
                  <a:lnTo>
                    <a:pt x="68567" y="0"/>
                  </a:lnTo>
                  <a:lnTo>
                    <a:pt x="56375" y="0"/>
                  </a:lnTo>
                  <a:lnTo>
                    <a:pt x="56375" y="24384"/>
                  </a:lnTo>
                  <a:lnTo>
                    <a:pt x="15227" y="24384"/>
                  </a:lnTo>
                  <a:lnTo>
                    <a:pt x="15227" y="27432"/>
                  </a:lnTo>
                  <a:lnTo>
                    <a:pt x="22072" y="32029"/>
                  </a:lnTo>
                  <a:lnTo>
                    <a:pt x="28752" y="36766"/>
                  </a:lnTo>
                  <a:lnTo>
                    <a:pt x="35166" y="41795"/>
                  </a:lnTo>
                  <a:lnTo>
                    <a:pt x="41135" y="47244"/>
                  </a:lnTo>
                  <a:lnTo>
                    <a:pt x="46850" y="52374"/>
                  </a:lnTo>
                  <a:lnTo>
                    <a:pt x="52565" y="58483"/>
                  </a:lnTo>
                  <a:lnTo>
                    <a:pt x="58280" y="65468"/>
                  </a:lnTo>
                  <a:lnTo>
                    <a:pt x="63995" y="73152"/>
                  </a:lnTo>
                  <a:lnTo>
                    <a:pt x="68567" y="73152"/>
                  </a:lnTo>
                  <a:lnTo>
                    <a:pt x="68567" y="57912"/>
                  </a:lnTo>
                  <a:lnTo>
                    <a:pt x="141719" y="57912"/>
                  </a:lnTo>
                  <a:lnTo>
                    <a:pt x="147815" y="56388"/>
                  </a:lnTo>
                  <a:lnTo>
                    <a:pt x="150863" y="56388"/>
                  </a:lnTo>
                  <a:lnTo>
                    <a:pt x="155435" y="54864"/>
                  </a:lnTo>
                  <a:lnTo>
                    <a:pt x="160007" y="51816"/>
                  </a:lnTo>
                  <a:lnTo>
                    <a:pt x="169151" y="42672"/>
                  </a:lnTo>
                  <a:lnTo>
                    <a:pt x="170637" y="36766"/>
                  </a:lnTo>
                  <a:lnTo>
                    <a:pt x="170675" y="30480"/>
                  </a:lnTo>
                  <a:close/>
                </a:path>
                <a:path extrusionOk="0" h="565785" w="170814">
                  <a:moveTo>
                    <a:pt x="170688" y="227076"/>
                  </a:moveTo>
                  <a:lnTo>
                    <a:pt x="169164" y="220980"/>
                  </a:lnTo>
                  <a:lnTo>
                    <a:pt x="166116" y="216408"/>
                  </a:lnTo>
                  <a:lnTo>
                    <a:pt x="163068" y="210312"/>
                  </a:lnTo>
                  <a:lnTo>
                    <a:pt x="152400" y="199644"/>
                  </a:lnTo>
                  <a:lnTo>
                    <a:pt x="167640" y="199644"/>
                  </a:lnTo>
                  <a:lnTo>
                    <a:pt x="167640" y="155448"/>
                  </a:lnTo>
                  <a:lnTo>
                    <a:pt x="163068" y="155448"/>
                  </a:lnTo>
                  <a:lnTo>
                    <a:pt x="161544" y="160020"/>
                  </a:lnTo>
                  <a:lnTo>
                    <a:pt x="161544" y="163068"/>
                  </a:lnTo>
                  <a:lnTo>
                    <a:pt x="158496" y="164592"/>
                  </a:lnTo>
                  <a:lnTo>
                    <a:pt x="156972" y="166116"/>
                  </a:lnTo>
                  <a:lnTo>
                    <a:pt x="56388" y="166116"/>
                  </a:lnTo>
                  <a:lnTo>
                    <a:pt x="56388" y="210312"/>
                  </a:lnTo>
                  <a:lnTo>
                    <a:pt x="60960" y="210312"/>
                  </a:lnTo>
                  <a:lnTo>
                    <a:pt x="60960" y="207264"/>
                  </a:lnTo>
                  <a:lnTo>
                    <a:pt x="62484" y="204216"/>
                  </a:lnTo>
                  <a:lnTo>
                    <a:pt x="64008" y="202692"/>
                  </a:lnTo>
                  <a:lnTo>
                    <a:pt x="67056" y="201168"/>
                  </a:lnTo>
                  <a:lnTo>
                    <a:pt x="71628" y="199644"/>
                  </a:lnTo>
                  <a:lnTo>
                    <a:pt x="138684" y="199644"/>
                  </a:lnTo>
                  <a:lnTo>
                    <a:pt x="144780" y="204216"/>
                  </a:lnTo>
                  <a:lnTo>
                    <a:pt x="149352" y="208788"/>
                  </a:lnTo>
                  <a:lnTo>
                    <a:pt x="150876" y="211836"/>
                  </a:lnTo>
                  <a:lnTo>
                    <a:pt x="152400" y="213360"/>
                  </a:lnTo>
                  <a:lnTo>
                    <a:pt x="153924" y="216408"/>
                  </a:lnTo>
                  <a:lnTo>
                    <a:pt x="153924" y="220980"/>
                  </a:lnTo>
                  <a:lnTo>
                    <a:pt x="152400" y="222504"/>
                  </a:lnTo>
                  <a:lnTo>
                    <a:pt x="152400" y="224028"/>
                  </a:lnTo>
                  <a:lnTo>
                    <a:pt x="149352" y="227076"/>
                  </a:lnTo>
                  <a:lnTo>
                    <a:pt x="146304" y="228600"/>
                  </a:lnTo>
                  <a:lnTo>
                    <a:pt x="56388" y="228600"/>
                  </a:lnTo>
                  <a:lnTo>
                    <a:pt x="56388" y="272796"/>
                  </a:lnTo>
                  <a:lnTo>
                    <a:pt x="60960" y="272796"/>
                  </a:lnTo>
                  <a:lnTo>
                    <a:pt x="60960" y="269748"/>
                  </a:lnTo>
                  <a:lnTo>
                    <a:pt x="62484" y="266700"/>
                  </a:lnTo>
                  <a:lnTo>
                    <a:pt x="64008" y="265176"/>
                  </a:lnTo>
                  <a:lnTo>
                    <a:pt x="67056" y="263652"/>
                  </a:lnTo>
                  <a:lnTo>
                    <a:pt x="71628" y="262128"/>
                  </a:lnTo>
                  <a:lnTo>
                    <a:pt x="133515" y="262115"/>
                  </a:lnTo>
                  <a:lnTo>
                    <a:pt x="140779" y="261937"/>
                  </a:lnTo>
                  <a:lnTo>
                    <a:pt x="164592" y="249936"/>
                  </a:lnTo>
                  <a:lnTo>
                    <a:pt x="169164" y="245364"/>
                  </a:lnTo>
                  <a:lnTo>
                    <a:pt x="170688" y="240792"/>
                  </a:lnTo>
                  <a:lnTo>
                    <a:pt x="170688" y="22707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3" name="Google Shape;5603;p88"/>
          <p:cNvSpPr/>
          <p:nvPr/>
        </p:nvSpPr>
        <p:spPr>
          <a:xfrm>
            <a:off x="1804403" y="2970276"/>
            <a:ext cx="175895" cy="708660"/>
          </a:xfrm>
          <a:custGeom>
            <a:rect b="b" l="l" r="r" t="t"/>
            <a:pathLst>
              <a:path extrusionOk="0" h="708660" w="175894">
                <a:moveTo>
                  <a:pt x="24384" y="568452"/>
                </a:moveTo>
                <a:lnTo>
                  <a:pt x="22860" y="565404"/>
                </a:lnTo>
                <a:lnTo>
                  <a:pt x="18288" y="560832"/>
                </a:lnTo>
                <a:lnTo>
                  <a:pt x="15240" y="559308"/>
                </a:lnTo>
                <a:lnTo>
                  <a:pt x="7620" y="559308"/>
                </a:lnTo>
                <a:lnTo>
                  <a:pt x="6096" y="560832"/>
                </a:lnTo>
                <a:lnTo>
                  <a:pt x="3048" y="562356"/>
                </a:lnTo>
                <a:lnTo>
                  <a:pt x="0" y="565404"/>
                </a:lnTo>
                <a:lnTo>
                  <a:pt x="0" y="577596"/>
                </a:lnTo>
                <a:lnTo>
                  <a:pt x="3048" y="580644"/>
                </a:lnTo>
                <a:lnTo>
                  <a:pt x="6096" y="582168"/>
                </a:lnTo>
                <a:lnTo>
                  <a:pt x="7620" y="583692"/>
                </a:lnTo>
                <a:lnTo>
                  <a:pt x="15240" y="583692"/>
                </a:lnTo>
                <a:lnTo>
                  <a:pt x="18288" y="582168"/>
                </a:lnTo>
                <a:lnTo>
                  <a:pt x="22860" y="577596"/>
                </a:lnTo>
                <a:lnTo>
                  <a:pt x="24384" y="574548"/>
                </a:lnTo>
                <a:lnTo>
                  <a:pt x="24384" y="568452"/>
                </a:lnTo>
                <a:close/>
              </a:path>
              <a:path extrusionOk="0" h="708660" w="175894">
                <a:moveTo>
                  <a:pt x="24384" y="184404"/>
                </a:moveTo>
                <a:lnTo>
                  <a:pt x="22860" y="181356"/>
                </a:lnTo>
                <a:lnTo>
                  <a:pt x="18288" y="176784"/>
                </a:lnTo>
                <a:lnTo>
                  <a:pt x="15240" y="175260"/>
                </a:lnTo>
                <a:lnTo>
                  <a:pt x="7620" y="175260"/>
                </a:lnTo>
                <a:lnTo>
                  <a:pt x="6096" y="176784"/>
                </a:lnTo>
                <a:lnTo>
                  <a:pt x="3048" y="178308"/>
                </a:lnTo>
                <a:lnTo>
                  <a:pt x="0" y="181356"/>
                </a:lnTo>
                <a:lnTo>
                  <a:pt x="0" y="193548"/>
                </a:lnTo>
                <a:lnTo>
                  <a:pt x="3048" y="196596"/>
                </a:lnTo>
                <a:lnTo>
                  <a:pt x="6096" y="198120"/>
                </a:lnTo>
                <a:lnTo>
                  <a:pt x="7620" y="199644"/>
                </a:lnTo>
                <a:lnTo>
                  <a:pt x="15240" y="199644"/>
                </a:lnTo>
                <a:lnTo>
                  <a:pt x="18288" y="198120"/>
                </a:lnTo>
                <a:lnTo>
                  <a:pt x="22860" y="193548"/>
                </a:lnTo>
                <a:lnTo>
                  <a:pt x="24384" y="190500"/>
                </a:lnTo>
                <a:lnTo>
                  <a:pt x="24384" y="184404"/>
                </a:lnTo>
                <a:close/>
              </a:path>
              <a:path extrusionOk="0" h="708660" w="175894">
                <a:moveTo>
                  <a:pt x="172212" y="544068"/>
                </a:moveTo>
                <a:lnTo>
                  <a:pt x="169164" y="544068"/>
                </a:lnTo>
                <a:lnTo>
                  <a:pt x="169164" y="548640"/>
                </a:lnTo>
                <a:lnTo>
                  <a:pt x="167640" y="553212"/>
                </a:lnTo>
                <a:lnTo>
                  <a:pt x="166116" y="554736"/>
                </a:lnTo>
                <a:lnTo>
                  <a:pt x="166116" y="556260"/>
                </a:lnTo>
                <a:lnTo>
                  <a:pt x="164592" y="557784"/>
                </a:lnTo>
                <a:lnTo>
                  <a:pt x="158496" y="560832"/>
                </a:lnTo>
                <a:lnTo>
                  <a:pt x="57912" y="560832"/>
                </a:lnTo>
                <a:lnTo>
                  <a:pt x="57912" y="565404"/>
                </a:lnTo>
                <a:lnTo>
                  <a:pt x="71628" y="598932"/>
                </a:lnTo>
                <a:lnTo>
                  <a:pt x="74676" y="597408"/>
                </a:lnTo>
                <a:lnTo>
                  <a:pt x="71628" y="591312"/>
                </a:lnTo>
                <a:lnTo>
                  <a:pt x="71628" y="586740"/>
                </a:lnTo>
                <a:lnTo>
                  <a:pt x="73152" y="585216"/>
                </a:lnTo>
                <a:lnTo>
                  <a:pt x="73152" y="583692"/>
                </a:lnTo>
                <a:lnTo>
                  <a:pt x="74676" y="583692"/>
                </a:lnTo>
                <a:lnTo>
                  <a:pt x="76200" y="582168"/>
                </a:lnTo>
                <a:lnTo>
                  <a:pt x="79248" y="582168"/>
                </a:lnTo>
                <a:lnTo>
                  <a:pt x="83299" y="581291"/>
                </a:lnTo>
                <a:lnTo>
                  <a:pt x="88773" y="580834"/>
                </a:lnTo>
                <a:lnTo>
                  <a:pt x="97002" y="580644"/>
                </a:lnTo>
                <a:lnTo>
                  <a:pt x="158496" y="580644"/>
                </a:lnTo>
                <a:lnTo>
                  <a:pt x="164592" y="583692"/>
                </a:lnTo>
                <a:lnTo>
                  <a:pt x="167640" y="586740"/>
                </a:lnTo>
                <a:lnTo>
                  <a:pt x="167640" y="588264"/>
                </a:lnTo>
                <a:lnTo>
                  <a:pt x="169164" y="591312"/>
                </a:lnTo>
                <a:lnTo>
                  <a:pt x="169164" y="597408"/>
                </a:lnTo>
                <a:lnTo>
                  <a:pt x="172212" y="597408"/>
                </a:lnTo>
                <a:lnTo>
                  <a:pt x="172212" y="580644"/>
                </a:lnTo>
                <a:lnTo>
                  <a:pt x="172212" y="544068"/>
                </a:lnTo>
                <a:close/>
              </a:path>
              <a:path extrusionOk="0" h="708660" w="175894">
                <a:moveTo>
                  <a:pt x="172212" y="160020"/>
                </a:moveTo>
                <a:lnTo>
                  <a:pt x="169164" y="160020"/>
                </a:lnTo>
                <a:lnTo>
                  <a:pt x="169164" y="166116"/>
                </a:lnTo>
                <a:lnTo>
                  <a:pt x="167640" y="169164"/>
                </a:lnTo>
                <a:lnTo>
                  <a:pt x="166116" y="170688"/>
                </a:lnTo>
                <a:lnTo>
                  <a:pt x="166116" y="172212"/>
                </a:lnTo>
                <a:lnTo>
                  <a:pt x="164592" y="173736"/>
                </a:lnTo>
                <a:lnTo>
                  <a:pt x="158496" y="176784"/>
                </a:lnTo>
                <a:lnTo>
                  <a:pt x="57912" y="176784"/>
                </a:lnTo>
                <a:lnTo>
                  <a:pt x="57912" y="182880"/>
                </a:lnTo>
                <a:lnTo>
                  <a:pt x="71628" y="214884"/>
                </a:lnTo>
                <a:lnTo>
                  <a:pt x="74676" y="213360"/>
                </a:lnTo>
                <a:lnTo>
                  <a:pt x="71628" y="207264"/>
                </a:lnTo>
                <a:lnTo>
                  <a:pt x="71628" y="202692"/>
                </a:lnTo>
                <a:lnTo>
                  <a:pt x="76200" y="198120"/>
                </a:lnTo>
                <a:lnTo>
                  <a:pt x="79248" y="198120"/>
                </a:lnTo>
                <a:lnTo>
                  <a:pt x="83299" y="197243"/>
                </a:lnTo>
                <a:lnTo>
                  <a:pt x="88773" y="196786"/>
                </a:lnTo>
                <a:lnTo>
                  <a:pt x="97002" y="196596"/>
                </a:lnTo>
                <a:lnTo>
                  <a:pt x="158496" y="196596"/>
                </a:lnTo>
                <a:lnTo>
                  <a:pt x="164592" y="199644"/>
                </a:lnTo>
                <a:lnTo>
                  <a:pt x="167640" y="202692"/>
                </a:lnTo>
                <a:lnTo>
                  <a:pt x="167640" y="204216"/>
                </a:lnTo>
                <a:lnTo>
                  <a:pt x="169164" y="208788"/>
                </a:lnTo>
                <a:lnTo>
                  <a:pt x="169164" y="213360"/>
                </a:lnTo>
                <a:lnTo>
                  <a:pt x="172212" y="213360"/>
                </a:lnTo>
                <a:lnTo>
                  <a:pt x="172212" y="196596"/>
                </a:lnTo>
                <a:lnTo>
                  <a:pt x="172212" y="160020"/>
                </a:lnTo>
                <a:close/>
              </a:path>
              <a:path extrusionOk="0" h="708660" w="175894">
                <a:moveTo>
                  <a:pt x="172224" y="481584"/>
                </a:moveTo>
                <a:lnTo>
                  <a:pt x="169176" y="481584"/>
                </a:lnTo>
                <a:lnTo>
                  <a:pt x="169176" y="486156"/>
                </a:lnTo>
                <a:lnTo>
                  <a:pt x="167652" y="490728"/>
                </a:lnTo>
                <a:lnTo>
                  <a:pt x="164604" y="496824"/>
                </a:lnTo>
                <a:lnTo>
                  <a:pt x="161556" y="498348"/>
                </a:lnTo>
                <a:lnTo>
                  <a:pt x="160032" y="498348"/>
                </a:lnTo>
                <a:lnTo>
                  <a:pt x="156984" y="501396"/>
                </a:lnTo>
                <a:lnTo>
                  <a:pt x="92976" y="501396"/>
                </a:lnTo>
                <a:lnTo>
                  <a:pt x="85356" y="496824"/>
                </a:lnTo>
                <a:lnTo>
                  <a:pt x="79260" y="493776"/>
                </a:lnTo>
                <a:lnTo>
                  <a:pt x="76212" y="489204"/>
                </a:lnTo>
                <a:lnTo>
                  <a:pt x="74688" y="487680"/>
                </a:lnTo>
                <a:lnTo>
                  <a:pt x="74688" y="480060"/>
                </a:lnTo>
                <a:lnTo>
                  <a:pt x="77736" y="477012"/>
                </a:lnTo>
                <a:lnTo>
                  <a:pt x="80784" y="472440"/>
                </a:lnTo>
                <a:lnTo>
                  <a:pt x="82308" y="469392"/>
                </a:lnTo>
                <a:lnTo>
                  <a:pt x="82308" y="464820"/>
                </a:lnTo>
                <a:lnTo>
                  <a:pt x="80784" y="461772"/>
                </a:lnTo>
                <a:lnTo>
                  <a:pt x="79260" y="460248"/>
                </a:lnTo>
                <a:lnTo>
                  <a:pt x="73164" y="457200"/>
                </a:lnTo>
                <a:lnTo>
                  <a:pt x="67068" y="457200"/>
                </a:lnTo>
                <a:lnTo>
                  <a:pt x="64020" y="458724"/>
                </a:lnTo>
                <a:lnTo>
                  <a:pt x="60972" y="461772"/>
                </a:lnTo>
                <a:lnTo>
                  <a:pt x="57924" y="467868"/>
                </a:lnTo>
                <a:lnTo>
                  <a:pt x="57924" y="472440"/>
                </a:lnTo>
                <a:lnTo>
                  <a:pt x="59372" y="480187"/>
                </a:lnTo>
                <a:lnTo>
                  <a:pt x="63830" y="487489"/>
                </a:lnTo>
                <a:lnTo>
                  <a:pt x="71424" y="494525"/>
                </a:lnTo>
                <a:lnTo>
                  <a:pt x="82308" y="501396"/>
                </a:lnTo>
                <a:lnTo>
                  <a:pt x="57924" y="501396"/>
                </a:lnTo>
                <a:lnTo>
                  <a:pt x="57924" y="505968"/>
                </a:lnTo>
                <a:lnTo>
                  <a:pt x="71640" y="539496"/>
                </a:lnTo>
                <a:lnTo>
                  <a:pt x="74688" y="537972"/>
                </a:lnTo>
                <a:lnTo>
                  <a:pt x="71640" y="531876"/>
                </a:lnTo>
                <a:lnTo>
                  <a:pt x="71640" y="527304"/>
                </a:lnTo>
                <a:lnTo>
                  <a:pt x="74688" y="524256"/>
                </a:lnTo>
                <a:lnTo>
                  <a:pt x="74688" y="522732"/>
                </a:lnTo>
                <a:lnTo>
                  <a:pt x="79260" y="522732"/>
                </a:lnTo>
                <a:lnTo>
                  <a:pt x="82664" y="521855"/>
                </a:lnTo>
                <a:lnTo>
                  <a:pt x="88214" y="521398"/>
                </a:lnTo>
                <a:lnTo>
                  <a:pt x="105168" y="521208"/>
                </a:lnTo>
                <a:lnTo>
                  <a:pt x="160032" y="521208"/>
                </a:lnTo>
                <a:lnTo>
                  <a:pt x="163080" y="522732"/>
                </a:lnTo>
                <a:lnTo>
                  <a:pt x="166128" y="525780"/>
                </a:lnTo>
                <a:lnTo>
                  <a:pt x="169176" y="531876"/>
                </a:lnTo>
                <a:lnTo>
                  <a:pt x="169176" y="537972"/>
                </a:lnTo>
                <a:lnTo>
                  <a:pt x="172224" y="537972"/>
                </a:lnTo>
                <a:lnTo>
                  <a:pt x="172224" y="481584"/>
                </a:lnTo>
                <a:close/>
              </a:path>
              <a:path extrusionOk="0" h="708660" w="175894">
                <a:moveTo>
                  <a:pt x="175260" y="256032"/>
                </a:moveTo>
                <a:lnTo>
                  <a:pt x="161544" y="222504"/>
                </a:lnTo>
                <a:lnTo>
                  <a:pt x="158496" y="224028"/>
                </a:lnTo>
                <a:lnTo>
                  <a:pt x="160020" y="227076"/>
                </a:lnTo>
                <a:lnTo>
                  <a:pt x="160020" y="236220"/>
                </a:lnTo>
                <a:lnTo>
                  <a:pt x="156972" y="239268"/>
                </a:lnTo>
                <a:lnTo>
                  <a:pt x="155448" y="239268"/>
                </a:lnTo>
                <a:lnTo>
                  <a:pt x="152400" y="240792"/>
                </a:lnTo>
                <a:lnTo>
                  <a:pt x="60960" y="240792"/>
                </a:lnTo>
                <a:lnTo>
                  <a:pt x="60960" y="277368"/>
                </a:lnTo>
                <a:lnTo>
                  <a:pt x="64008" y="277368"/>
                </a:lnTo>
                <a:lnTo>
                  <a:pt x="64008" y="271272"/>
                </a:lnTo>
                <a:lnTo>
                  <a:pt x="65532" y="266700"/>
                </a:lnTo>
                <a:lnTo>
                  <a:pt x="67056" y="263652"/>
                </a:lnTo>
                <a:lnTo>
                  <a:pt x="70104" y="262128"/>
                </a:lnTo>
                <a:lnTo>
                  <a:pt x="74676" y="260604"/>
                </a:lnTo>
                <a:lnTo>
                  <a:pt x="143256" y="260604"/>
                </a:lnTo>
                <a:lnTo>
                  <a:pt x="149352" y="266700"/>
                </a:lnTo>
                <a:lnTo>
                  <a:pt x="153924" y="272796"/>
                </a:lnTo>
                <a:lnTo>
                  <a:pt x="156972" y="277368"/>
                </a:lnTo>
                <a:lnTo>
                  <a:pt x="160020" y="286512"/>
                </a:lnTo>
                <a:lnTo>
                  <a:pt x="160020" y="294132"/>
                </a:lnTo>
                <a:lnTo>
                  <a:pt x="158496" y="298704"/>
                </a:lnTo>
                <a:lnTo>
                  <a:pt x="150876" y="306324"/>
                </a:lnTo>
                <a:lnTo>
                  <a:pt x="144780" y="307848"/>
                </a:lnTo>
                <a:lnTo>
                  <a:pt x="60960" y="307848"/>
                </a:lnTo>
                <a:lnTo>
                  <a:pt x="60960" y="345948"/>
                </a:lnTo>
                <a:lnTo>
                  <a:pt x="64008" y="345948"/>
                </a:lnTo>
                <a:lnTo>
                  <a:pt x="64008" y="336804"/>
                </a:lnTo>
                <a:lnTo>
                  <a:pt x="65532" y="335280"/>
                </a:lnTo>
                <a:lnTo>
                  <a:pt x="65532" y="332232"/>
                </a:lnTo>
                <a:lnTo>
                  <a:pt x="68580" y="330708"/>
                </a:lnTo>
                <a:lnTo>
                  <a:pt x="70104" y="329184"/>
                </a:lnTo>
                <a:lnTo>
                  <a:pt x="71628" y="329184"/>
                </a:lnTo>
                <a:lnTo>
                  <a:pt x="76200" y="327660"/>
                </a:lnTo>
                <a:lnTo>
                  <a:pt x="149352" y="327660"/>
                </a:lnTo>
                <a:lnTo>
                  <a:pt x="155448" y="326136"/>
                </a:lnTo>
                <a:lnTo>
                  <a:pt x="161544" y="323088"/>
                </a:lnTo>
                <a:lnTo>
                  <a:pt x="166116" y="320040"/>
                </a:lnTo>
                <a:lnTo>
                  <a:pt x="175260" y="306324"/>
                </a:lnTo>
                <a:lnTo>
                  <a:pt x="175260" y="294132"/>
                </a:lnTo>
                <a:lnTo>
                  <a:pt x="150876" y="260604"/>
                </a:lnTo>
                <a:lnTo>
                  <a:pt x="175260" y="260604"/>
                </a:lnTo>
                <a:lnTo>
                  <a:pt x="175260" y="256032"/>
                </a:lnTo>
                <a:close/>
              </a:path>
              <a:path extrusionOk="0" h="708660" w="175894">
                <a:moveTo>
                  <a:pt x="175272" y="661416"/>
                </a:moveTo>
                <a:lnTo>
                  <a:pt x="156768" y="627062"/>
                </a:lnTo>
                <a:lnTo>
                  <a:pt x="129552" y="615696"/>
                </a:lnTo>
                <a:lnTo>
                  <a:pt x="128028" y="618744"/>
                </a:lnTo>
                <a:lnTo>
                  <a:pt x="137172" y="623316"/>
                </a:lnTo>
                <a:lnTo>
                  <a:pt x="144792" y="627888"/>
                </a:lnTo>
                <a:lnTo>
                  <a:pt x="147840" y="630936"/>
                </a:lnTo>
                <a:lnTo>
                  <a:pt x="152412" y="638556"/>
                </a:lnTo>
                <a:lnTo>
                  <a:pt x="155460" y="644652"/>
                </a:lnTo>
                <a:lnTo>
                  <a:pt x="155460" y="652272"/>
                </a:lnTo>
                <a:lnTo>
                  <a:pt x="132168" y="683704"/>
                </a:lnTo>
                <a:lnTo>
                  <a:pt x="105168" y="688848"/>
                </a:lnTo>
                <a:lnTo>
                  <a:pt x="95656" y="688276"/>
                </a:lnTo>
                <a:lnTo>
                  <a:pt x="65544" y="667512"/>
                </a:lnTo>
                <a:lnTo>
                  <a:pt x="65544" y="652272"/>
                </a:lnTo>
                <a:lnTo>
                  <a:pt x="71640" y="646176"/>
                </a:lnTo>
                <a:lnTo>
                  <a:pt x="74688" y="644652"/>
                </a:lnTo>
                <a:lnTo>
                  <a:pt x="79260" y="644652"/>
                </a:lnTo>
                <a:lnTo>
                  <a:pt x="83832" y="643128"/>
                </a:lnTo>
                <a:lnTo>
                  <a:pt x="86880" y="620268"/>
                </a:lnTo>
                <a:lnTo>
                  <a:pt x="77736" y="620268"/>
                </a:lnTo>
                <a:lnTo>
                  <a:pt x="57924" y="656844"/>
                </a:lnTo>
                <a:lnTo>
                  <a:pt x="58801" y="666851"/>
                </a:lnTo>
                <a:lnTo>
                  <a:pt x="81965" y="700303"/>
                </a:lnTo>
                <a:lnTo>
                  <a:pt x="115836" y="708660"/>
                </a:lnTo>
                <a:lnTo>
                  <a:pt x="128714" y="707809"/>
                </a:lnTo>
                <a:lnTo>
                  <a:pt x="165620" y="687781"/>
                </a:lnTo>
                <a:lnTo>
                  <a:pt x="174142" y="671156"/>
                </a:lnTo>
                <a:lnTo>
                  <a:pt x="175272" y="661416"/>
                </a:lnTo>
                <a:close/>
              </a:path>
              <a:path extrusionOk="0" h="708660" w="175894">
                <a:moveTo>
                  <a:pt x="175272" y="399288"/>
                </a:moveTo>
                <a:lnTo>
                  <a:pt x="156768" y="364934"/>
                </a:lnTo>
                <a:lnTo>
                  <a:pt x="129552" y="353568"/>
                </a:lnTo>
                <a:lnTo>
                  <a:pt x="128028" y="356616"/>
                </a:lnTo>
                <a:lnTo>
                  <a:pt x="137172" y="361188"/>
                </a:lnTo>
                <a:lnTo>
                  <a:pt x="144792" y="364236"/>
                </a:lnTo>
                <a:lnTo>
                  <a:pt x="147840" y="368808"/>
                </a:lnTo>
                <a:lnTo>
                  <a:pt x="152412" y="374904"/>
                </a:lnTo>
                <a:lnTo>
                  <a:pt x="155460" y="382524"/>
                </a:lnTo>
                <a:lnTo>
                  <a:pt x="155460" y="390144"/>
                </a:lnTo>
                <a:lnTo>
                  <a:pt x="132168" y="420941"/>
                </a:lnTo>
                <a:lnTo>
                  <a:pt x="105168" y="426720"/>
                </a:lnTo>
                <a:lnTo>
                  <a:pt x="95656" y="426148"/>
                </a:lnTo>
                <a:lnTo>
                  <a:pt x="65544" y="405384"/>
                </a:lnTo>
                <a:lnTo>
                  <a:pt x="65544" y="388620"/>
                </a:lnTo>
                <a:lnTo>
                  <a:pt x="68592" y="387096"/>
                </a:lnTo>
                <a:lnTo>
                  <a:pt x="71640" y="384048"/>
                </a:lnTo>
                <a:lnTo>
                  <a:pt x="74688" y="382524"/>
                </a:lnTo>
                <a:lnTo>
                  <a:pt x="79260" y="382524"/>
                </a:lnTo>
                <a:lnTo>
                  <a:pt x="83832" y="381000"/>
                </a:lnTo>
                <a:lnTo>
                  <a:pt x="88404" y="381000"/>
                </a:lnTo>
                <a:lnTo>
                  <a:pt x="89928" y="377952"/>
                </a:lnTo>
                <a:lnTo>
                  <a:pt x="92976" y="376428"/>
                </a:lnTo>
                <a:lnTo>
                  <a:pt x="94500" y="373380"/>
                </a:lnTo>
                <a:lnTo>
                  <a:pt x="94500" y="365760"/>
                </a:lnTo>
                <a:lnTo>
                  <a:pt x="92976" y="362712"/>
                </a:lnTo>
                <a:lnTo>
                  <a:pt x="91452" y="361188"/>
                </a:lnTo>
                <a:lnTo>
                  <a:pt x="89928" y="358140"/>
                </a:lnTo>
                <a:lnTo>
                  <a:pt x="77736" y="358140"/>
                </a:lnTo>
                <a:lnTo>
                  <a:pt x="71640" y="361188"/>
                </a:lnTo>
                <a:lnTo>
                  <a:pt x="57924" y="394716"/>
                </a:lnTo>
                <a:lnTo>
                  <a:pt x="58801" y="404723"/>
                </a:lnTo>
                <a:lnTo>
                  <a:pt x="81965" y="437540"/>
                </a:lnTo>
                <a:lnTo>
                  <a:pt x="115836" y="446532"/>
                </a:lnTo>
                <a:lnTo>
                  <a:pt x="128714" y="445681"/>
                </a:lnTo>
                <a:lnTo>
                  <a:pt x="165620" y="425437"/>
                </a:lnTo>
                <a:lnTo>
                  <a:pt x="174142" y="408393"/>
                </a:lnTo>
                <a:lnTo>
                  <a:pt x="175272" y="399288"/>
                </a:lnTo>
                <a:close/>
              </a:path>
              <a:path extrusionOk="0" h="708660" w="175894">
                <a:moveTo>
                  <a:pt x="175272" y="108204"/>
                </a:moveTo>
                <a:lnTo>
                  <a:pt x="150888" y="85344"/>
                </a:lnTo>
                <a:lnTo>
                  <a:pt x="150888" y="91440"/>
                </a:lnTo>
                <a:lnTo>
                  <a:pt x="153936" y="92964"/>
                </a:lnTo>
                <a:lnTo>
                  <a:pt x="156984" y="96012"/>
                </a:lnTo>
                <a:lnTo>
                  <a:pt x="160032" y="102108"/>
                </a:lnTo>
                <a:lnTo>
                  <a:pt x="160032" y="108204"/>
                </a:lnTo>
                <a:lnTo>
                  <a:pt x="155460" y="112776"/>
                </a:lnTo>
                <a:lnTo>
                  <a:pt x="152412" y="114300"/>
                </a:lnTo>
                <a:lnTo>
                  <a:pt x="147840" y="115824"/>
                </a:lnTo>
                <a:lnTo>
                  <a:pt x="68592" y="115824"/>
                </a:lnTo>
                <a:lnTo>
                  <a:pt x="68592" y="89916"/>
                </a:lnTo>
                <a:lnTo>
                  <a:pt x="60972" y="89916"/>
                </a:lnTo>
                <a:lnTo>
                  <a:pt x="60972" y="115824"/>
                </a:lnTo>
                <a:lnTo>
                  <a:pt x="24396" y="115824"/>
                </a:lnTo>
                <a:lnTo>
                  <a:pt x="24396" y="118872"/>
                </a:lnTo>
                <a:lnTo>
                  <a:pt x="59448" y="143256"/>
                </a:lnTo>
                <a:lnTo>
                  <a:pt x="64020" y="153924"/>
                </a:lnTo>
                <a:lnTo>
                  <a:pt x="68592" y="153924"/>
                </a:lnTo>
                <a:lnTo>
                  <a:pt x="68592" y="135636"/>
                </a:lnTo>
                <a:lnTo>
                  <a:pt x="152412" y="135636"/>
                </a:lnTo>
                <a:lnTo>
                  <a:pt x="158508" y="134112"/>
                </a:lnTo>
                <a:lnTo>
                  <a:pt x="163080" y="132588"/>
                </a:lnTo>
                <a:lnTo>
                  <a:pt x="166128" y="131064"/>
                </a:lnTo>
                <a:lnTo>
                  <a:pt x="172224" y="124968"/>
                </a:lnTo>
                <a:lnTo>
                  <a:pt x="173748" y="120396"/>
                </a:lnTo>
                <a:lnTo>
                  <a:pt x="175272" y="117348"/>
                </a:lnTo>
                <a:lnTo>
                  <a:pt x="175272" y="108204"/>
                </a:lnTo>
                <a:close/>
              </a:path>
              <a:path extrusionOk="0" h="708660" w="175894">
                <a:moveTo>
                  <a:pt x="175272" y="36576"/>
                </a:moveTo>
                <a:lnTo>
                  <a:pt x="174701" y="29743"/>
                </a:lnTo>
                <a:lnTo>
                  <a:pt x="172986" y="23050"/>
                </a:lnTo>
                <a:lnTo>
                  <a:pt x="172897" y="22860"/>
                </a:lnTo>
                <a:lnTo>
                  <a:pt x="170853" y="18288"/>
                </a:lnTo>
                <a:lnTo>
                  <a:pt x="141744" y="0"/>
                </a:lnTo>
                <a:lnTo>
                  <a:pt x="132029" y="1460"/>
                </a:lnTo>
                <a:lnTo>
                  <a:pt x="100596" y="41148"/>
                </a:lnTo>
                <a:lnTo>
                  <a:pt x="97548" y="48768"/>
                </a:lnTo>
                <a:lnTo>
                  <a:pt x="94500" y="53340"/>
                </a:lnTo>
                <a:lnTo>
                  <a:pt x="91452" y="56388"/>
                </a:lnTo>
                <a:lnTo>
                  <a:pt x="86880" y="57912"/>
                </a:lnTo>
                <a:lnTo>
                  <a:pt x="83832" y="59436"/>
                </a:lnTo>
                <a:lnTo>
                  <a:pt x="76212" y="59436"/>
                </a:lnTo>
                <a:lnTo>
                  <a:pt x="71640" y="57912"/>
                </a:lnTo>
                <a:lnTo>
                  <a:pt x="70116" y="53340"/>
                </a:lnTo>
                <a:lnTo>
                  <a:pt x="67068" y="50292"/>
                </a:lnTo>
                <a:lnTo>
                  <a:pt x="65544" y="45720"/>
                </a:lnTo>
                <a:lnTo>
                  <a:pt x="65544" y="33528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59448" y="12192"/>
                </a:lnTo>
                <a:lnTo>
                  <a:pt x="60972" y="13716"/>
                </a:lnTo>
                <a:lnTo>
                  <a:pt x="60972" y="15240"/>
                </a:lnTo>
                <a:lnTo>
                  <a:pt x="62369" y="16649"/>
                </a:lnTo>
                <a:lnTo>
                  <a:pt x="62496" y="18288"/>
                </a:lnTo>
                <a:lnTo>
                  <a:pt x="60972" y="21336"/>
                </a:lnTo>
                <a:lnTo>
                  <a:pt x="59448" y="25908"/>
                </a:lnTo>
                <a:lnTo>
                  <a:pt x="57924" y="32004"/>
                </a:lnTo>
                <a:lnTo>
                  <a:pt x="57924" y="41148"/>
                </a:lnTo>
                <a:lnTo>
                  <a:pt x="58496" y="47967"/>
                </a:lnTo>
                <a:lnTo>
                  <a:pt x="60210" y="54483"/>
                </a:lnTo>
                <a:lnTo>
                  <a:pt x="63068" y="60439"/>
                </a:lnTo>
                <a:lnTo>
                  <a:pt x="67068" y="65532"/>
                </a:lnTo>
                <a:lnTo>
                  <a:pt x="71640" y="71628"/>
                </a:lnTo>
                <a:lnTo>
                  <a:pt x="79260" y="74676"/>
                </a:lnTo>
                <a:lnTo>
                  <a:pt x="96024" y="74676"/>
                </a:lnTo>
                <a:lnTo>
                  <a:pt x="105168" y="68580"/>
                </a:lnTo>
                <a:lnTo>
                  <a:pt x="108826" y="65227"/>
                </a:lnTo>
                <a:lnTo>
                  <a:pt x="112788" y="60007"/>
                </a:lnTo>
                <a:lnTo>
                  <a:pt x="113118" y="59436"/>
                </a:lnTo>
                <a:lnTo>
                  <a:pt x="116751" y="53340"/>
                </a:lnTo>
                <a:lnTo>
                  <a:pt x="135648" y="22860"/>
                </a:lnTo>
                <a:lnTo>
                  <a:pt x="138811" y="19697"/>
                </a:lnTo>
                <a:lnTo>
                  <a:pt x="139166" y="19697"/>
                </a:lnTo>
                <a:lnTo>
                  <a:pt x="144792" y="18288"/>
                </a:lnTo>
                <a:lnTo>
                  <a:pt x="153936" y="18288"/>
                </a:lnTo>
                <a:lnTo>
                  <a:pt x="158140" y="19697"/>
                </a:lnTo>
                <a:lnTo>
                  <a:pt x="158381" y="19697"/>
                </a:lnTo>
                <a:lnTo>
                  <a:pt x="166128" y="27432"/>
                </a:lnTo>
                <a:lnTo>
                  <a:pt x="167652" y="30480"/>
                </a:lnTo>
                <a:lnTo>
                  <a:pt x="167652" y="44196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0104"/>
                </a:lnTo>
                <a:lnTo>
                  <a:pt x="170700" y="68580"/>
                </a:lnTo>
                <a:lnTo>
                  <a:pt x="170700" y="60960"/>
                </a:lnTo>
                <a:lnTo>
                  <a:pt x="173748" y="51816"/>
                </a:lnTo>
                <a:lnTo>
                  <a:pt x="175272" y="44196"/>
                </a:lnTo>
                <a:lnTo>
                  <a:pt x="175272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04" name="Google Shape;5604;p88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1828800" y="2715767"/>
            <a:ext cx="150876" cy="184403"/>
          </a:xfrm>
          <a:prstGeom prst="rect">
            <a:avLst/>
          </a:prstGeom>
          <a:noFill/>
          <a:ln>
            <a:noFill/>
          </a:ln>
        </p:spPr>
      </p:pic>
      <p:pic>
        <p:nvPicPr>
          <p:cNvPr id="5605" name="Google Shape;5605;p88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1804416" y="3744467"/>
            <a:ext cx="397764" cy="1106424"/>
          </a:xfrm>
          <a:prstGeom prst="rect">
            <a:avLst/>
          </a:prstGeom>
          <a:noFill/>
          <a:ln>
            <a:noFill/>
          </a:ln>
        </p:spPr>
      </p:pic>
      <p:sp>
        <p:nvSpPr>
          <p:cNvPr id="5606" name="Google Shape;5606;p88"/>
          <p:cNvSpPr/>
          <p:nvPr/>
        </p:nvSpPr>
        <p:spPr>
          <a:xfrm>
            <a:off x="1804403" y="1996440"/>
            <a:ext cx="175895" cy="652780"/>
          </a:xfrm>
          <a:custGeom>
            <a:rect b="b" l="l" r="r" t="t"/>
            <a:pathLst>
              <a:path extrusionOk="0" h="652780" w="175894">
                <a:moveTo>
                  <a:pt x="24384" y="242316"/>
                </a:moveTo>
                <a:lnTo>
                  <a:pt x="22860" y="239268"/>
                </a:lnTo>
                <a:lnTo>
                  <a:pt x="18288" y="234696"/>
                </a:lnTo>
                <a:lnTo>
                  <a:pt x="15240" y="233172"/>
                </a:lnTo>
                <a:lnTo>
                  <a:pt x="7620" y="233172"/>
                </a:lnTo>
                <a:lnTo>
                  <a:pt x="6096" y="234696"/>
                </a:lnTo>
                <a:lnTo>
                  <a:pt x="3048" y="236220"/>
                </a:lnTo>
                <a:lnTo>
                  <a:pt x="0" y="239268"/>
                </a:lnTo>
                <a:lnTo>
                  <a:pt x="0" y="251460"/>
                </a:lnTo>
                <a:lnTo>
                  <a:pt x="3048" y="254508"/>
                </a:lnTo>
                <a:lnTo>
                  <a:pt x="6096" y="256032"/>
                </a:lnTo>
                <a:lnTo>
                  <a:pt x="7620" y="257556"/>
                </a:lnTo>
                <a:lnTo>
                  <a:pt x="15240" y="257556"/>
                </a:lnTo>
                <a:lnTo>
                  <a:pt x="18288" y="256032"/>
                </a:lnTo>
                <a:lnTo>
                  <a:pt x="22860" y="251460"/>
                </a:lnTo>
                <a:lnTo>
                  <a:pt x="24384" y="248412"/>
                </a:lnTo>
                <a:lnTo>
                  <a:pt x="24384" y="242316"/>
                </a:lnTo>
                <a:close/>
              </a:path>
              <a:path extrusionOk="0" h="652780" w="175894">
                <a:moveTo>
                  <a:pt x="172212" y="217932"/>
                </a:moveTo>
                <a:lnTo>
                  <a:pt x="169164" y="217932"/>
                </a:lnTo>
                <a:lnTo>
                  <a:pt x="169164" y="222504"/>
                </a:lnTo>
                <a:lnTo>
                  <a:pt x="167640" y="227076"/>
                </a:lnTo>
                <a:lnTo>
                  <a:pt x="166116" y="228600"/>
                </a:lnTo>
                <a:lnTo>
                  <a:pt x="166116" y="230124"/>
                </a:lnTo>
                <a:lnTo>
                  <a:pt x="164592" y="231648"/>
                </a:lnTo>
                <a:lnTo>
                  <a:pt x="158496" y="234696"/>
                </a:lnTo>
                <a:lnTo>
                  <a:pt x="57912" y="234696"/>
                </a:lnTo>
                <a:lnTo>
                  <a:pt x="57912" y="239268"/>
                </a:lnTo>
                <a:lnTo>
                  <a:pt x="71628" y="272796"/>
                </a:lnTo>
                <a:lnTo>
                  <a:pt x="74676" y="271272"/>
                </a:lnTo>
                <a:lnTo>
                  <a:pt x="71628" y="265176"/>
                </a:lnTo>
                <a:lnTo>
                  <a:pt x="71628" y="260604"/>
                </a:lnTo>
                <a:lnTo>
                  <a:pt x="73152" y="259080"/>
                </a:lnTo>
                <a:lnTo>
                  <a:pt x="73152" y="257556"/>
                </a:lnTo>
                <a:lnTo>
                  <a:pt x="74676" y="257556"/>
                </a:lnTo>
                <a:lnTo>
                  <a:pt x="76200" y="256032"/>
                </a:lnTo>
                <a:lnTo>
                  <a:pt x="79248" y="256032"/>
                </a:lnTo>
                <a:lnTo>
                  <a:pt x="83299" y="255155"/>
                </a:lnTo>
                <a:lnTo>
                  <a:pt x="88773" y="254698"/>
                </a:lnTo>
                <a:lnTo>
                  <a:pt x="97002" y="254508"/>
                </a:lnTo>
                <a:lnTo>
                  <a:pt x="158496" y="254508"/>
                </a:lnTo>
                <a:lnTo>
                  <a:pt x="164592" y="257556"/>
                </a:lnTo>
                <a:lnTo>
                  <a:pt x="167640" y="260604"/>
                </a:lnTo>
                <a:lnTo>
                  <a:pt x="167640" y="262128"/>
                </a:lnTo>
                <a:lnTo>
                  <a:pt x="169164" y="266700"/>
                </a:lnTo>
                <a:lnTo>
                  <a:pt x="169164" y="271272"/>
                </a:lnTo>
                <a:lnTo>
                  <a:pt x="172212" y="271272"/>
                </a:lnTo>
                <a:lnTo>
                  <a:pt x="172212" y="254508"/>
                </a:lnTo>
                <a:lnTo>
                  <a:pt x="172212" y="217932"/>
                </a:lnTo>
                <a:close/>
              </a:path>
              <a:path extrusionOk="0" h="652780" w="175894">
                <a:moveTo>
                  <a:pt x="172224" y="594360"/>
                </a:moveTo>
                <a:lnTo>
                  <a:pt x="169176" y="594360"/>
                </a:lnTo>
                <a:lnTo>
                  <a:pt x="169176" y="598932"/>
                </a:lnTo>
                <a:lnTo>
                  <a:pt x="167652" y="603504"/>
                </a:lnTo>
                <a:lnTo>
                  <a:pt x="166128" y="605028"/>
                </a:lnTo>
                <a:lnTo>
                  <a:pt x="164604" y="608076"/>
                </a:lnTo>
                <a:lnTo>
                  <a:pt x="161556" y="609600"/>
                </a:lnTo>
                <a:lnTo>
                  <a:pt x="160032" y="611124"/>
                </a:lnTo>
                <a:lnTo>
                  <a:pt x="156984" y="612648"/>
                </a:lnTo>
                <a:lnTo>
                  <a:pt x="152412" y="614172"/>
                </a:lnTo>
                <a:lnTo>
                  <a:pt x="92976" y="614172"/>
                </a:lnTo>
                <a:lnTo>
                  <a:pt x="85356" y="609600"/>
                </a:lnTo>
                <a:lnTo>
                  <a:pt x="79260" y="606552"/>
                </a:lnTo>
                <a:lnTo>
                  <a:pt x="76212" y="601980"/>
                </a:lnTo>
                <a:lnTo>
                  <a:pt x="74688" y="600456"/>
                </a:lnTo>
                <a:lnTo>
                  <a:pt x="74688" y="592836"/>
                </a:lnTo>
                <a:lnTo>
                  <a:pt x="77736" y="588264"/>
                </a:lnTo>
                <a:lnTo>
                  <a:pt x="80784" y="585216"/>
                </a:lnTo>
                <a:lnTo>
                  <a:pt x="82308" y="582168"/>
                </a:lnTo>
                <a:lnTo>
                  <a:pt x="82308" y="576072"/>
                </a:lnTo>
                <a:lnTo>
                  <a:pt x="76212" y="569976"/>
                </a:lnTo>
                <a:lnTo>
                  <a:pt x="67068" y="569976"/>
                </a:lnTo>
                <a:lnTo>
                  <a:pt x="64020" y="571500"/>
                </a:lnTo>
                <a:lnTo>
                  <a:pt x="60972" y="574548"/>
                </a:lnTo>
                <a:lnTo>
                  <a:pt x="57924" y="580644"/>
                </a:lnTo>
                <a:lnTo>
                  <a:pt x="57924" y="585216"/>
                </a:lnTo>
                <a:lnTo>
                  <a:pt x="59372" y="592315"/>
                </a:lnTo>
                <a:lnTo>
                  <a:pt x="63830" y="599694"/>
                </a:lnTo>
                <a:lnTo>
                  <a:pt x="71424" y="607085"/>
                </a:lnTo>
                <a:lnTo>
                  <a:pt x="82308" y="614172"/>
                </a:lnTo>
                <a:lnTo>
                  <a:pt x="57924" y="614172"/>
                </a:lnTo>
                <a:lnTo>
                  <a:pt x="57924" y="618744"/>
                </a:lnTo>
                <a:lnTo>
                  <a:pt x="71640" y="652272"/>
                </a:lnTo>
                <a:lnTo>
                  <a:pt x="74688" y="650748"/>
                </a:lnTo>
                <a:lnTo>
                  <a:pt x="71640" y="644652"/>
                </a:lnTo>
                <a:lnTo>
                  <a:pt x="71640" y="640080"/>
                </a:lnTo>
                <a:lnTo>
                  <a:pt x="74688" y="637032"/>
                </a:lnTo>
                <a:lnTo>
                  <a:pt x="74688" y="635508"/>
                </a:lnTo>
                <a:lnTo>
                  <a:pt x="77736" y="635508"/>
                </a:lnTo>
                <a:lnTo>
                  <a:pt x="79260" y="633984"/>
                </a:lnTo>
                <a:lnTo>
                  <a:pt x="160032" y="633984"/>
                </a:lnTo>
                <a:lnTo>
                  <a:pt x="163080" y="635508"/>
                </a:lnTo>
                <a:lnTo>
                  <a:pt x="164604" y="635508"/>
                </a:lnTo>
                <a:lnTo>
                  <a:pt x="169176" y="644652"/>
                </a:lnTo>
                <a:lnTo>
                  <a:pt x="169176" y="650748"/>
                </a:lnTo>
                <a:lnTo>
                  <a:pt x="172224" y="650748"/>
                </a:lnTo>
                <a:lnTo>
                  <a:pt x="172224" y="594360"/>
                </a:lnTo>
                <a:close/>
              </a:path>
              <a:path extrusionOk="0" h="652780" w="175894">
                <a:moveTo>
                  <a:pt x="172224" y="288036"/>
                </a:moveTo>
                <a:lnTo>
                  <a:pt x="169176" y="288036"/>
                </a:lnTo>
                <a:lnTo>
                  <a:pt x="169176" y="292608"/>
                </a:lnTo>
                <a:lnTo>
                  <a:pt x="166128" y="298704"/>
                </a:lnTo>
                <a:lnTo>
                  <a:pt x="166128" y="300228"/>
                </a:lnTo>
                <a:lnTo>
                  <a:pt x="164604" y="301752"/>
                </a:lnTo>
                <a:lnTo>
                  <a:pt x="161556" y="303276"/>
                </a:lnTo>
                <a:lnTo>
                  <a:pt x="158508" y="303276"/>
                </a:lnTo>
                <a:lnTo>
                  <a:pt x="153936" y="304800"/>
                </a:lnTo>
                <a:lnTo>
                  <a:pt x="12" y="304800"/>
                </a:lnTo>
                <a:lnTo>
                  <a:pt x="12" y="309372"/>
                </a:lnTo>
                <a:lnTo>
                  <a:pt x="13728" y="341376"/>
                </a:lnTo>
                <a:lnTo>
                  <a:pt x="16776" y="338328"/>
                </a:lnTo>
                <a:lnTo>
                  <a:pt x="15252" y="335280"/>
                </a:lnTo>
                <a:lnTo>
                  <a:pt x="13728" y="333756"/>
                </a:lnTo>
                <a:lnTo>
                  <a:pt x="13728" y="329184"/>
                </a:lnTo>
                <a:lnTo>
                  <a:pt x="16776" y="326136"/>
                </a:lnTo>
                <a:lnTo>
                  <a:pt x="19824" y="324612"/>
                </a:lnTo>
                <a:lnTo>
                  <a:pt x="158508" y="324612"/>
                </a:lnTo>
                <a:lnTo>
                  <a:pt x="161556" y="326136"/>
                </a:lnTo>
                <a:lnTo>
                  <a:pt x="164604" y="326136"/>
                </a:lnTo>
                <a:lnTo>
                  <a:pt x="166128" y="327660"/>
                </a:lnTo>
                <a:lnTo>
                  <a:pt x="167652" y="330708"/>
                </a:lnTo>
                <a:lnTo>
                  <a:pt x="167652" y="332232"/>
                </a:lnTo>
                <a:lnTo>
                  <a:pt x="169176" y="335280"/>
                </a:lnTo>
                <a:lnTo>
                  <a:pt x="169176" y="341376"/>
                </a:lnTo>
                <a:lnTo>
                  <a:pt x="172224" y="341376"/>
                </a:lnTo>
                <a:lnTo>
                  <a:pt x="172224" y="288036"/>
                </a:lnTo>
                <a:close/>
              </a:path>
              <a:path extrusionOk="0" h="652780" w="175894">
                <a:moveTo>
                  <a:pt x="172224" y="108204"/>
                </a:moveTo>
                <a:lnTo>
                  <a:pt x="138696" y="108204"/>
                </a:lnTo>
                <a:lnTo>
                  <a:pt x="138696" y="111252"/>
                </a:lnTo>
                <a:lnTo>
                  <a:pt x="146316" y="112776"/>
                </a:lnTo>
                <a:lnTo>
                  <a:pt x="152412" y="114300"/>
                </a:lnTo>
                <a:lnTo>
                  <a:pt x="153936" y="115824"/>
                </a:lnTo>
                <a:lnTo>
                  <a:pt x="158508" y="117348"/>
                </a:lnTo>
                <a:lnTo>
                  <a:pt x="163080" y="126492"/>
                </a:lnTo>
                <a:lnTo>
                  <a:pt x="164604" y="132588"/>
                </a:lnTo>
                <a:lnTo>
                  <a:pt x="164604" y="181356"/>
                </a:lnTo>
                <a:lnTo>
                  <a:pt x="64020" y="108204"/>
                </a:lnTo>
                <a:lnTo>
                  <a:pt x="60972" y="108204"/>
                </a:lnTo>
                <a:lnTo>
                  <a:pt x="60972" y="199644"/>
                </a:lnTo>
                <a:lnTo>
                  <a:pt x="91452" y="199644"/>
                </a:lnTo>
                <a:lnTo>
                  <a:pt x="91452" y="196596"/>
                </a:lnTo>
                <a:lnTo>
                  <a:pt x="85356" y="196596"/>
                </a:lnTo>
                <a:lnTo>
                  <a:pt x="79260" y="195072"/>
                </a:lnTo>
                <a:lnTo>
                  <a:pt x="73164" y="192024"/>
                </a:lnTo>
                <a:lnTo>
                  <a:pt x="70116" y="188976"/>
                </a:lnTo>
                <a:lnTo>
                  <a:pt x="70116" y="187452"/>
                </a:lnTo>
                <a:lnTo>
                  <a:pt x="68592" y="184404"/>
                </a:lnTo>
                <a:lnTo>
                  <a:pt x="68592" y="135636"/>
                </a:lnTo>
                <a:lnTo>
                  <a:pt x="167652" y="208788"/>
                </a:lnTo>
                <a:lnTo>
                  <a:pt x="172224" y="208788"/>
                </a:lnTo>
                <a:lnTo>
                  <a:pt x="172224" y="108204"/>
                </a:lnTo>
                <a:close/>
              </a:path>
              <a:path extrusionOk="0" h="652780" w="175894">
                <a:moveTo>
                  <a:pt x="175272" y="510540"/>
                </a:moveTo>
                <a:lnTo>
                  <a:pt x="174409" y="501713"/>
                </a:lnTo>
                <a:lnTo>
                  <a:pt x="174307" y="501396"/>
                </a:lnTo>
                <a:lnTo>
                  <a:pt x="171843" y="493585"/>
                </a:lnTo>
                <a:lnTo>
                  <a:pt x="139687" y="467423"/>
                </a:lnTo>
                <a:lnTo>
                  <a:pt x="131076" y="464820"/>
                </a:lnTo>
                <a:lnTo>
                  <a:pt x="129552" y="467868"/>
                </a:lnTo>
                <a:lnTo>
                  <a:pt x="138696" y="472440"/>
                </a:lnTo>
                <a:lnTo>
                  <a:pt x="146316" y="477012"/>
                </a:lnTo>
                <a:lnTo>
                  <a:pt x="149364" y="481584"/>
                </a:lnTo>
                <a:lnTo>
                  <a:pt x="155359" y="493585"/>
                </a:lnTo>
                <a:lnTo>
                  <a:pt x="155257" y="501713"/>
                </a:lnTo>
                <a:lnTo>
                  <a:pt x="132765" y="533933"/>
                </a:lnTo>
                <a:lnTo>
                  <a:pt x="114096" y="539496"/>
                </a:lnTo>
                <a:lnTo>
                  <a:pt x="102120" y="539496"/>
                </a:lnTo>
                <a:lnTo>
                  <a:pt x="102120" y="489204"/>
                </a:lnTo>
                <a:lnTo>
                  <a:pt x="102120" y="464820"/>
                </a:lnTo>
                <a:lnTo>
                  <a:pt x="94500" y="465480"/>
                </a:lnTo>
                <a:lnTo>
                  <a:pt x="94500" y="489204"/>
                </a:lnTo>
                <a:lnTo>
                  <a:pt x="94500" y="539496"/>
                </a:lnTo>
                <a:lnTo>
                  <a:pt x="85356" y="539496"/>
                </a:lnTo>
                <a:lnTo>
                  <a:pt x="77736" y="536448"/>
                </a:lnTo>
                <a:lnTo>
                  <a:pt x="67068" y="525780"/>
                </a:lnTo>
                <a:lnTo>
                  <a:pt x="65544" y="519684"/>
                </a:lnTo>
                <a:lnTo>
                  <a:pt x="65544" y="504444"/>
                </a:lnTo>
                <a:lnTo>
                  <a:pt x="68592" y="501396"/>
                </a:lnTo>
                <a:lnTo>
                  <a:pt x="71640" y="496824"/>
                </a:lnTo>
                <a:lnTo>
                  <a:pt x="74688" y="493776"/>
                </a:lnTo>
                <a:lnTo>
                  <a:pt x="79260" y="492252"/>
                </a:lnTo>
                <a:lnTo>
                  <a:pt x="82308" y="490728"/>
                </a:lnTo>
                <a:lnTo>
                  <a:pt x="86880" y="490728"/>
                </a:lnTo>
                <a:lnTo>
                  <a:pt x="94500" y="489204"/>
                </a:lnTo>
                <a:lnTo>
                  <a:pt x="94500" y="465480"/>
                </a:lnTo>
                <a:lnTo>
                  <a:pt x="60591" y="490537"/>
                </a:lnTo>
                <a:lnTo>
                  <a:pt x="58458" y="499872"/>
                </a:lnTo>
                <a:lnTo>
                  <a:pt x="58343" y="501396"/>
                </a:lnTo>
                <a:lnTo>
                  <a:pt x="58318" y="501713"/>
                </a:lnTo>
                <a:lnTo>
                  <a:pt x="57924" y="507492"/>
                </a:lnTo>
                <a:lnTo>
                  <a:pt x="57950" y="507834"/>
                </a:lnTo>
                <a:lnTo>
                  <a:pt x="73164" y="544068"/>
                </a:lnTo>
                <a:lnTo>
                  <a:pt x="117360" y="557784"/>
                </a:lnTo>
                <a:lnTo>
                  <a:pt x="130213" y="556933"/>
                </a:lnTo>
                <a:lnTo>
                  <a:pt x="141363" y="554355"/>
                </a:lnTo>
                <a:lnTo>
                  <a:pt x="150787" y="550075"/>
                </a:lnTo>
                <a:lnTo>
                  <a:pt x="158508" y="544068"/>
                </a:lnTo>
                <a:lnTo>
                  <a:pt x="163042" y="539496"/>
                </a:lnTo>
                <a:lnTo>
                  <a:pt x="165620" y="536905"/>
                </a:lnTo>
                <a:lnTo>
                  <a:pt x="170891" y="529018"/>
                </a:lnTo>
                <a:lnTo>
                  <a:pt x="170954" y="528828"/>
                </a:lnTo>
                <a:lnTo>
                  <a:pt x="174142" y="520280"/>
                </a:lnTo>
                <a:lnTo>
                  <a:pt x="174218" y="519684"/>
                </a:lnTo>
                <a:lnTo>
                  <a:pt x="175272" y="510540"/>
                </a:lnTo>
                <a:close/>
              </a:path>
              <a:path extrusionOk="0" h="652780" w="175894">
                <a:moveTo>
                  <a:pt x="175272" y="373380"/>
                </a:moveTo>
                <a:lnTo>
                  <a:pt x="174129" y="366763"/>
                </a:lnTo>
                <a:lnTo>
                  <a:pt x="170700" y="360426"/>
                </a:lnTo>
                <a:lnTo>
                  <a:pt x="164985" y="354101"/>
                </a:lnTo>
                <a:lnTo>
                  <a:pt x="156984" y="347472"/>
                </a:lnTo>
                <a:lnTo>
                  <a:pt x="150888" y="347472"/>
                </a:lnTo>
                <a:lnTo>
                  <a:pt x="155460" y="352044"/>
                </a:lnTo>
                <a:lnTo>
                  <a:pt x="156984" y="355092"/>
                </a:lnTo>
                <a:lnTo>
                  <a:pt x="158508" y="356616"/>
                </a:lnTo>
                <a:lnTo>
                  <a:pt x="158508" y="358140"/>
                </a:lnTo>
                <a:lnTo>
                  <a:pt x="160032" y="359664"/>
                </a:lnTo>
                <a:lnTo>
                  <a:pt x="160032" y="361188"/>
                </a:lnTo>
                <a:lnTo>
                  <a:pt x="156984" y="364236"/>
                </a:lnTo>
                <a:lnTo>
                  <a:pt x="155460" y="364236"/>
                </a:lnTo>
                <a:lnTo>
                  <a:pt x="153936" y="365760"/>
                </a:lnTo>
                <a:lnTo>
                  <a:pt x="77736" y="365760"/>
                </a:lnTo>
                <a:lnTo>
                  <a:pt x="68592" y="370332"/>
                </a:lnTo>
                <a:lnTo>
                  <a:pt x="65544" y="373380"/>
                </a:lnTo>
                <a:lnTo>
                  <a:pt x="59448" y="385572"/>
                </a:lnTo>
                <a:lnTo>
                  <a:pt x="57924" y="393192"/>
                </a:lnTo>
                <a:lnTo>
                  <a:pt x="58000" y="405295"/>
                </a:lnTo>
                <a:lnTo>
                  <a:pt x="58077" y="406361"/>
                </a:lnTo>
                <a:lnTo>
                  <a:pt x="58140" y="407441"/>
                </a:lnTo>
                <a:lnTo>
                  <a:pt x="58204" y="408432"/>
                </a:lnTo>
                <a:lnTo>
                  <a:pt x="58470" y="412699"/>
                </a:lnTo>
                <a:lnTo>
                  <a:pt x="58521" y="413004"/>
                </a:lnTo>
                <a:lnTo>
                  <a:pt x="77736" y="445008"/>
                </a:lnTo>
                <a:lnTo>
                  <a:pt x="88404" y="445008"/>
                </a:lnTo>
                <a:lnTo>
                  <a:pt x="94500" y="441960"/>
                </a:lnTo>
                <a:lnTo>
                  <a:pt x="96024" y="440436"/>
                </a:lnTo>
                <a:lnTo>
                  <a:pt x="97548" y="437388"/>
                </a:lnTo>
                <a:lnTo>
                  <a:pt x="97548" y="432816"/>
                </a:lnTo>
                <a:lnTo>
                  <a:pt x="96024" y="429768"/>
                </a:lnTo>
                <a:lnTo>
                  <a:pt x="94500" y="428244"/>
                </a:lnTo>
                <a:lnTo>
                  <a:pt x="88404" y="425196"/>
                </a:lnTo>
                <a:lnTo>
                  <a:pt x="74688" y="425196"/>
                </a:lnTo>
                <a:lnTo>
                  <a:pt x="71640" y="423672"/>
                </a:lnTo>
                <a:lnTo>
                  <a:pt x="68783" y="420814"/>
                </a:lnTo>
                <a:lnTo>
                  <a:pt x="68529" y="420509"/>
                </a:lnTo>
                <a:lnTo>
                  <a:pt x="67068" y="417576"/>
                </a:lnTo>
                <a:lnTo>
                  <a:pt x="65544" y="413004"/>
                </a:lnTo>
                <a:lnTo>
                  <a:pt x="65633" y="400431"/>
                </a:lnTo>
                <a:lnTo>
                  <a:pt x="65684" y="400240"/>
                </a:lnTo>
                <a:lnTo>
                  <a:pt x="67068" y="394716"/>
                </a:lnTo>
                <a:lnTo>
                  <a:pt x="71640" y="391668"/>
                </a:lnTo>
                <a:lnTo>
                  <a:pt x="74688" y="387096"/>
                </a:lnTo>
                <a:lnTo>
                  <a:pt x="82308" y="385572"/>
                </a:lnTo>
                <a:lnTo>
                  <a:pt x="99072" y="385572"/>
                </a:lnTo>
                <a:lnTo>
                  <a:pt x="103619" y="399313"/>
                </a:lnTo>
                <a:lnTo>
                  <a:pt x="108026" y="410908"/>
                </a:lnTo>
                <a:lnTo>
                  <a:pt x="112141" y="420509"/>
                </a:lnTo>
                <a:lnTo>
                  <a:pt x="115836" y="428244"/>
                </a:lnTo>
                <a:lnTo>
                  <a:pt x="121932" y="435864"/>
                </a:lnTo>
                <a:lnTo>
                  <a:pt x="126504" y="441960"/>
                </a:lnTo>
                <a:lnTo>
                  <a:pt x="132600" y="446532"/>
                </a:lnTo>
                <a:lnTo>
                  <a:pt x="135648" y="448056"/>
                </a:lnTo>
                <a:lnTo>
                  <a:pt x="140220" y="449580"/>
                </a:lnTo>
                <a:lnTo>
                  <a:pt x="153936" y="449580"/>
                </a:lnTo>
                <a:lnTo>
                  <a:pt x="161556" y="446532"/>
                </a:lnTo>
                <a:lnTo>
                  <a:pt x="166128" y="441960"/>
                </a:lnTo>
                <a:lnTo>
                  <a:pt x="172224" y="437388"/>
                </a:lnTo>
                <a:lnTo>
                  <a:pt x="175272" y="429768"/>
                </a:lnTo>
                <a:lnTo>
                  <a:pt x="175272" y="417576"/>
                </a:lnTo>
                <a:lnTo>
                  <a:pt x="172224" y="408432"/>
                </a:lnTo>
                <a:lnTo>
                  <a:pt x="170243" y="405295"/>
                </a:lnTo>
                <a:lnTo>
                  <a:pt x="166700" y="400431"/>
                </a:lnTo>
                <a:lnTo>
                  <a:pt x="160032" y="391617"/>
                </a:lnTo>
                <a:lnTo>
                  <a:pt x="160032" y="416052"/>
                </a:lnTo>
                <a:lnTo>
                  <a:pt x="157060" y="420509"/>
                </a:lnTo>
                <a:lnTo>
                  <a:pt x="156794" y="420814"/>
                </a:lnTo>
                <a:lnTo>
                  <a:pt x="149364" y="428244"/>
                </a:lnTo>
                <a:lnTo>
                  <a:pt x="144792" y="429768"/>
                </a:lnTo>
                <a:lnTo>
                  <a:pt x="135648" y="429768"/>
                </a:lnTo>
                <a:lnTo>
                  <a:pt x="131076" y="428244"/>
                </a:lnTo>
                <a:lnTo>
                  <a:pt x="126504" y="425196"/>
                </a:lnTo>
                <a:lnTo>
                  <a:pt x="123456" y="422148"/>
                </a:lnTo>
                <a:lnTo>
                  <a:pt x="120408" y="417576"/>
                </a:lnTo>
                <a:lnTo>
                  <a:pt x="115836" y="411480"/>
                </a:lnTo>
                <a:lnTo>
                  <a:pt x="114401" y="407441"/>
                </a:lnTo>
                <a:lnTo>
                  <a:pt x="112407" y="401955"/>
                </a:lnTo>
                <a:lnTo>
                  <a:pt x="109816" y="394716"/>
                </a:lnTo>
                <a:lnTo>
                  <a:pt x="106692" y="385572"/>
                </a:lnTo>
                <a:lnTo>
                  <a:pt x="147840" y="385572"/>
                </a:lnTo>
                <a:lnTo>
                  <a:pt x="152908" y="393192"/>
                </a:lnTo>
                <a:lnTo>
                  <a:pt x="156794" y="400240"/>
                </a:lnTo>
                <a:lnTo>
                  <a:pt x="156857" y="400431"/>
                </a:lnTo>
                <a:lnTo>
                  <a:pt x="159194" y="406361"/>
                </a:lnTo>
                <a:lnTo>
                  <a:pt x="159931" y="410908"/>
                </a:lnTo>
                <a:lnTo>
                  <a:pt x="160032" y="416052"/>
                </a:lnTo>
                <a:lnTo>
                  <a:pt x="160032" y="391617"/>
                </a:lnTo>
                <a:lnTo>
                  <a:pt x="155460" y="385572"/>
                </a:lnTo>
                <a:lnTo>
                  <a:pt x="163080" y="385572"/>
                </a:lnTo>
                <a:lnTo>
                  <a:pt x="167652" y="384048"/>
                </a:lnTo>
                <a:lnTo>
                  <a:pt x="170700" y="382524"/>
                </a:lnTo>
                <a:lnTo>
                  <a:pt x="173748" y="379476"/>
                </a:lnTo>
                <a:lnTo>
                  <a:pt x="175272" y="376428"/>
                </a:lnTo>
                <a:lnTo>
                  <a:pt x="175272" y="373380"/>
                </a:lnTo>
                <a:close/>
              </a:path>
              <a:path extrusionOk="0" h="652780" w="175894">
                <a:moveTo>
                  <a:pt x="175272" y="45720"/>
                </a:moveTo>
                <a:lnTo>
                  <a:pt x="174409" y="36893"/>
                </a:lnTo>
                <a:lnTo>
                  <a:pt x="174307" y="36576"/>
                </a:lnTo>
                <a:lnTo>
                  <a:pt x="171843" y="28765"/>
                </a:lnTo>
                <a:lnTo>
                  <a:pt x="139687" y="1739"/>
                </a:lnTo>
                <a:lnTo>
                  <a:pt x="131076" y="0"/>
                </a:lnTo>
                <a:lnTo>
                  <a:pt x="129552" y="3048"/>
                </a:lnTo>
                <a:lnTo>
                  <a:pt x="138696" y="6096"/>
                </a:lnTo>
                <a:lnTo>
                  <a:pt x="146316" y="10668"/>
                </a:lnTo>
                <a:lnTo>
                  <a:pt x="149364" y="16764"/>
                </a:lnTo>
                <a:lnTo>
                  <a:pt x="152412" y="21336"/>
                </a:lnTo>
                <a:lnTo>
                  <a:pt x="152488" y="21513"/>
                </a:lnTo>
                <a:lnTo>
                  <a:pt x="155460" y="27432"/>
                </a:lnTo>
                <a:lnTo>
                  <a:pt x="155460" y="35052"/>
                </a:lnTo>
                <a:lnTo>
                  <a:pt x="132765" y="68249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660"/>
                </a:lnTo>
                <a:lnTo>
                  <a:pt x="94500" y="24384"/>
                </a:lnTo>
                <a:lnTo>
                  <a:pt x="94500" y="74676"/>
                </a:lnTo>
                <a:lnTo>
                  <a:pt x="85356" y="74676"/>
                </a:lnTo>
                <a:lnTo>
                  <a:pt x="77736" y="71628"/>
                </a:lnTo>
                <a:lnTo>
                  <a:pt x="73164" y="65532"/>
                </a:lnTo>
                <a:lnTo>
                  <a:pt x="67068" y="60960"/>
                </a:lnTo>
                <a:lnTo>
                  <a:pt x="65544" y="54825"/>
                </a:lnTo>
                <a:lnTo>
                  <a:pt x="65544" y="39624"/>
                </a:lnTo>
                <a:lnTo>
                  <a:pt x="68592" y="36576"/>
                </a:lnTo>
                <a:lnTo>
                  <a:pt x="71640" y="32004"/>
                </a:lnTo>
                <a:lnTo>
                  <a:pt x="74688" y="28956"/>
                </a:lnTo>
                <a:lnTo>
                  <a:pt x="79260" y="27432"/>
                </a:lnTo>
                <a:lnTo>
                  <a:pt x="82308" y="25908"/>
                </a:lnTo>
                <a:lnTo>
                  <a:pt x="86880" y="24384"/>
                </a:lnTo>
                <a:lnTo>
                  <a:pt x="94500" y="24384"/>
                </a:lnTo>
                <a:lnTo>
                  <a:pt x="94500" y="660"/>
                </a:lnTo>
                <a:lnTo>
                  <a:pt x="60591" y="25717"/>
                </a:lnTo>
                <a:lnTo>
                  <a:pt x="58458" y="35052"/>
                </a:lnTo>
                <a:lnTo>
                  <a:pt x="58343" y="36576"/>
                </a:lnTo>
                <a:lnTo>
                  <a:pt x="58318" y="36893"/>
                </a:lnTo>
                <a:lnTo>
                  <a:pt x="57924" y="42672"/>
                </a:lnTo>
                <a:lnTo>
                  <a:pt x="58801" y="52679"/>
                </a:lnTo>
                <a:lnTo>
                  <a:pt x="81991" y="85255"/>
                </a:lnTo>
                <a:lnTo>
                  <a:pt x="117360" y="92964"/>
                </a:lnTo>
                <a:lnTo>
                  <a:pt x="130213" y="92113"/>
                </a:lnTo>
                <a:lnTo>
                  <a:pt x="165620" y="71869"/>
                </a:lnTo>
                <a:lnTo>
                  <a:pt x="174142" y="54825"/>
                </a:lnTo>
                <a:lnTo>
                  <a:pt x="175272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07" name="Google Shape;5607;p88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1804416" y="1441703"/>
            <a:ext cx="225552" cy="480060"/>
          </a:xfrm>
          <a:prstGeom prst="rect">
            <a:avLst/>
          </a:prstGeom>
          <a:noFill/>
          <a:ln>
            <a:noFill/>
          </a:ln>
        </p:spPr>
      </p:pic>
      <p:sp>
        <p:nvSpPr>
          <p:cNvPr id="5608" name="Google Shape;5608;p88"/>
          <p:cNvSpPr/>
          <p:nvPr/>
        </p:nvSpPr>
        <p:spPr>
          <a:xfrm>
            <a:off x="2368296" y="4962144"/>
            <a:ext cx="60960" cy="60960"/>
          </a:xfrm>
          <a:custGeom>
            <a:rect b="b" l="l" r="r" t="t"/>
            <a:pathLst>
              <a:path extrusionOk="0" h="60960" w="60960">
                <a:moveTo>
                  <a:pt x="39623" y="60959"/>
                </a:moveTo>
                <a:lnTo>
                  <a:pt x="22859" y="60959"/>
                </a:lnTo>
                <a:lnTo>
                  <a:pt x="15239" y="57911"/>
                </a:lnTo>
                <a:lnTo>
                  <a:pt x="9143" y="51815"/>
                </a:lnTo>
                <a:lnTo>
                  <a:pt x="3047" y="45719"/>
                </a:lnTo>
                <a:lnTo>
                  <a:pt x="0" y="38099"/>
                </a:lnTo>
                <a:lnTo>
                  <a:pt x="0" y="21335"/>
                </a:lnTo>
                <a:lnTo>
                  <a:pt x="3047" y="13715"/>
                </a:lnTo>
                <a:lnTo>
                  <a:pt x="9143" y="9143"/>
                </a:lnTo>
                <a:lnTo>
                  <a:pt x="15239" y="3047"/>
                </a:lnTo>
                <a:lnTo>
                  <a:pt x="22859" y="0"/>
                </a:lnTo>
                <a:lnTo>
                  <a:pt x="39623" y="0"/>
                </a:lnTo>
                <a:lnTo>
                  <a:pt x="47243" y="3047"/>
                </a:lnTo>
                <a:lnTo>
                  <a:pt x="57911" y="13715"/>
                </a:lnTo>
                <a:lnTo>
                  <a:pt x="60959" y="21335"/>
                </a:lnTo>
                <a:lnTo>
                  <a:pt x="60959" y="38099"/>
                </a:lnTo>
                <a:lnTo>
                  <a:pt x="57911" y="45719"/>
                </a:lnTo>
                <a:lnTo>
                  <a:pt x="53339" y="51815"/>
                </a:lnTo>
                <a:lnTo>
                  <a:pt x="47243" y="57911"/>
                </a:lnTo>
                <a:lnTo>
                  <a:pt x="39623" y="609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9" name="Google Shape;5609;p88"/>
          <p:cNvSpPr/>
          <p:nvPr/>
        </p:nvSpPr>
        <p:spPr>
          <a:xfrm>
            <a:off x="2311908" y="4191000"/>
            <a:ext cx="170815" cy="690880"/>
          </a:xfrm>
          <a:custGeom>
            <a:rect b="b" l="l" r="r" t="t"/>
            <a:pathLst>
              <a:path extrusionOk="0" h="690879" w="170814">
                <a:moveTo>
                  <a:pt x="35052" y="242316"/>
                </a:moveTo>
                <a:lnTo>
                  <a:pt x="33528" y="237744"/>
                </a:lnTo>
                <a:lnTo>
                  <a:pt x="30480" y="234696"/>
                </a:lnTo>
                <a:lnTo>
                  <a:pt x="27432" y="230124"/>
                </a:lnTo>
                <a:lnTo>
                  <a:pt x="22860" y="228600"/>
                </a:lnTo>
                <a:lnTo>
                  <a:pt x="13716" y="228600"/>
                </a:lnTo>
                <a:lnTo>
                  <a:pt x="9144" y="230124"/>
                </a:lnTo>
                <a:lnTo>
                  <a:pt x="6096" y="234696"/>
                </a:lnTo>
                <a:lnTo>
                  <a:pt x="0" y="240792"/>
                </a:lnTo>
                <a:lnTo>
                  <a:pt x="0" y="251460"/>
                </a:lnTo>
                <a:lnTo>
                  <a:pt x="3048" y="256032"/>
                </a:lnTo>
                <a:lnTo>
                  <a:pt x="9144" y="262128"/>
                </a:lnTo>
                <a:lnTo>
                  <a:pt x="13716" y="263652"/>
                </a:lnTo>
                <a:lnTo>
                  <a:pt x="22860" y="263652"/>
                </a:lnTo>
                <a:lnTo>
                  <a:pt x="27432" y="262128"/>
                </a:lnTo>
                <a:lnTo>
                  <a:pt x="33528" y="256032"/>
                </a:lnTo>
                <a:lnTo>
                  <a:pt x="35052" y="251460"/>
                </a:lnTo>
                <a:lnTo>
                  <a:pt x="35052" y="242316"/>
                </a:lnTo>
                <a:close/>
              </a:path>
              <a:path extrusionOk="0" h="690879" w="170814">
                <a:moveTo>
                  <a:pt x="167640" y="600456"/>
                </a:moveTo>
                <a:lnTo>
                  <a:pt x="166116" y="594360"/>
                </a:lnTo>
                <a:lnTo>
                  <a:pt x="164706" y="586651"/>
                </a:lnTo>
                <a:lnTo>
                  <a:pt x="162877" y="579501"/>
                </a:lnTo>
                <a:lnTo>
                  <a:pt x="160756" y="572935"/>
                </a:lnTo>
                <a:lnTo>
                  <a:pt x="160020" y="570992"/>
                </a:lnTo>
                <a:lnTo>
                  <a:pt x="160020" y="615696"/>
                </a:lnTo>
                <a:lnTo>
                  <a:pt x="160020" y="621792"/>
                </a:lnTo>
                <a:lnTo>
                  <a:pt x="158496" y="624840"/>
                </a:lnTo>
                <a:lnTo>
                  <a:pt x="158496" y="626364"/>
                </a:lnTo>
                <a:lnTo>
                  <a:pt x="156972" y="626364"/>
                </a:lnTo>
                <a:lnTo>
                  <a:pt x="155448" y="627888"/>
                </a:lnTo>
                <a:lnTo>
                  <a:pt x="10668" y="627888"/>
                </a:lnTo>
                <a:lnTo>
                  <a:pt x="10769" y="624840"/>
                </a:lnTo>
                <a:lnTo>
                  <a:pt x="10871" y="621792"/>
                </a:lnTo>
                <a:lnTo>
                  <a:pt x="28524" y="584606"/>
                </a:lnTo>
                <a:lnTo>
                  <a:pt x="58432" y="572935"/>
                </a:lnTo>
                <a:lnTo>
                  <a:pt x="58674" y="572935"/>
                </a:lnTo>
                <a:lnTo>
                  <a:pt x="71691" y="570788"/>
                </a:lnTo>
                <a:lnTo>
                  <a:pt x="122301" y="574167"/>
                </a:lnTo>
                <a:lnTo>
                  <a:pt x="156591" y="597598"/>
                </a:lnTo>
                <a:lnTo>
                  <a:pt x="160020" y="615696"/>
                </a:lnTo>
                <a:lnTo>
                  <a:pt x="160020" y="570992"/>
                </a:lnTo>
                <a:lnTo>
                  <a:pt x="159639" y="569976"/>
                </a:lnTo>
                <a:lnTo>
                  <a:pt x="158496" y="566928"/>
                </a:lnTo>
                <a:lnTo>
                  <a:pt x="149352" y="551688"/>
                </a:lnTo>
                <a:lnTo>
                  <a:pt x="110871" y="529640"/>
                </a:lnTo>
                <a:lnTo>
                  <a:pt x="86868" y="525780"/>
                </a:lnTo>
                <a:lnTo>
                  <a:pt x="74574" y="526618"/>
                </a:lnTo>
                <a:lnTo>
                  <a:pt x="31686" y="544283"/>
                </a:lnTo>
                <a:lnTo>
                  <a:pt x="8191" y="580580"/>
                </a:lnTo>
                <a:lnTo>
                  <a:pt x="3048" y="690372"/>
                </a:lnTo>
                <a:lnTo>
                  <a:pt x="7620" y="690372"/>
                </a:lnTo>
                <a:lnTo>
                  <a:pt x="7620" y="681228"/>
                </a:lnTo>
                <a:lnTo>
                  <a:pt x="12192" y="672084"/>
                </a:lnTo>
                <a:lnTo>
                  <a:pt x="15240" y="669036"/>
                </a:lnTo>
                <a:lnTo>
                  <a:pt x="18288" y="669036"/>
                </a:lnTo>
                <a:lnTo>
                  <a:pt x="22860" y="667512"/>
                </a:lnTo>
                <a:lnTo>
                  <a:pt x="149352" y="667512"/>
                </a:lnTo>
                <a:lnTo>
                  <a:pt x="153924" y="669036"/>
                </a:lnTo>
                <a:lnTo>
                  <a:pt x="155448" y="669036"/>
                </a:lnTo>
                <a:lnTo>
                  <a:pt x="158496" y="670560"/>
                </a:lnTo>
                <a:lnTo>
                  <a:pt x="160020" y="672084"/>
                </a:lnTo>
                <a:lnTo>
                  <a:pt x="161544" y="675132"/>
                </a:lnTo>
                <a:lnTo>
                  <a:pt x="163068" y="676656"/>
                </a:lnTo>
                <a:lnTo>
                  <a:pt x="163068" y="690372"/>
                </a:lnTo>
                <a:lnTo>
                  <a:pt x="167640" y="690372"/>
                </a:lnTo>
                <a:lnTo>
                  <a:pt x="167640" y="667512"/>
                </a:lnTo>
                <a:lnTo>
                  <a:pt x="167640" y="627888"/>
                </a:lnTo>
                <a:lnTo>
                  <a:pt x="167640" y="600456"/>
                </a:lnTo>
                <a:close/>
              </a:path>
              <a:path extrusionOk="0" h="690879" w="170814">
                <a:moveTo>
                  <a:pt x="167640" y="214884"/>
                </a:moveTo>
                <a:lnTo>
                  <a:pt x="163068" y="214884"/>
                </a:lnTo>
                <a:lnTo>
                  <a:pt x="163068" y="220980"/>
                </a:lnTo>
                <a:lnTo>
                  <a:pt x="161544" y="224028"/>
                </a:lnTo>
                <a:lnTo>
                  <a:pt x="156972" y="228600"/>
                </a:lnTo>
                <a:lnTo>
                  <a:pt x="56388" y="228600"/>
                </a:lnTo>
                <a:lnTo>
                  <a:pt x="56388" y="275844"/>
                </a:lnTo>
                <a:lnTo>
                  <a:pt x="60960" y="275844"/>
                </a:lnTo>
                <a:lnTo>
                  <a:pt x="64008" y="266700"/>
                </a:lnTo>
                <a:lnTo>
                  <a:pt x="65532" y="265176"/>
                </a:lnTo>
                <a:lnTo>
                  <a:pt x="68580" y="263652"/>
                </a:lnTo>
                <a:lnTo>
                  <a:pt x="73152" y="262128"/>
                </a:lnTo>
                <a:lnTo>
                  <a:pt x="152400" y="262128"/>
                </a:lnTo>
                <a:lnTo>
                  <a:pt x="156972" y="263652"/>
                </a:lnTo>
                <a:lnTo>
                  <a:pt x="158496" y="265176"/>
                </a:lnTo>
                <a:lnTo>
                  <a:pt x="161544" y="266700"/>
                </a:lnTo>
                <a:lnTo>
                  <a:pt x="163068" y="271272"/>
                </a:lnTo>
                <a:lnTo>
                  <a:pt x="163068" y="275844"/>
                </a:lnTo>
                <a:lnTo>
                  <a:pt x="167640" y="275844"/>
                </a:lnTo>
                <a:lnTo>
                  <a:pt x="167640" y="262128"/>
                </a:lnTo>
                <a:lnTo>
                  <a:pt x="167640" y="214884"/>
                </a:lnTo>
                <a:close/>
              </a:path>
              <a:path extrusionOk="0" h="690879" w="170814">
                <a:moveTo>
                  <a:pt x="170675" y="460248"/>
                </a:moveTo>
                <a:lnTo>
                  <a:pt x="170611" y="458724"/>
                </a:lnTo>
                <a:lnTo>
                  <a:pt x="170548" y="457200"/>
                </a:lnTo>
                <a:lnTo>
                  <a:pt x="170408" y="454152"/>
                </a:lnTo>
                <a:lnTo>
                  <a:pt x="145059" y="418490"/>
                </a:lnTo>
                <a:lnTo>
                  <a:pt x="135623" y="413004"/>
                </a:lnTo>
                <a:lnTo>
                  <a:pt x="132575" y="417576"/>
                </a:lnTo>
                <a:lnTo>
                  <a:pt x="140195" y="422148"/>
                </a:lnTo>
                <a:lnTo>
                  <a:pt x="144767" y="426720"/>
                </a:lnTo>
                <a:lnTo>
                  <a:pt x="147815" y="431292"/>
                </a:lnTo>
                <a:lnTo>
                  <a:pt x="150863" y="434340"/>
                </a:lnTo>
                <a:lnTo>
                  <a:pt x="150863" y="451104"/>
                </a:lnTo>
                <a:lnTo>
                  <a:pt x="118795" y="474687"/>
                </a:lnTo>
                <a:lnTo>
                  <a:pt x="108191" y="475488"/>
                </a:lnTo>
                <a:lnTo>
                  <a:pt x="108191" y="443484"/>
                </a:lnTo>
                <a:lnTo>
                  <a:pt x="108191" y="413004"/>
                </a:lnTo>
                <a:lnTo>
                  <a:pt x="100571" y="414096"/>
                </a:lnTo>
                <a:lnTo>
                  <a:pt x="100571" y="443484"/>
                </a:lnTo>
                <a:lnTo>
                  <a:pt x="100571" y="475488"/>
                </a:lnTo>
                <a:lnTo>
                  <a:pt x="97523" y="475488"/>
                </a:lnTo>
                <a:lnTo>
                  <a:pt x="88696" y="475183"/>
                </a:lnTo>
                <a:lnTo>
                  <a:pt x="80568" y="474154"/>
                </a:lnTo>
                <a:lnTo>
                  <a:pt x="73317" y="472274"/>
                </a:lnTo>
                <a:lnTo>
                  <a:pt x="67043" y="469392"/>
                </a:lnTo>
                <a:lnTo>
                  <a:pt x="60947" y="463296"/>
                </a:lnTo>
                <a:lnTo>
                  <a:pt x="60947" y="457200"/>
                </a:lnTo>
                <a:lnTo>
                  <a:pt x="62471" y="454152"/>
                </a:lnTo>
                <a:lnTo>
                  <a:pt x="63995" y="452628"/>
                </a:lnTo>
                <a:lnTo>
                  <a:pt x="65519" y="449580"/>
                </a:lnTo>
                <a:lnTo>
                  <a:pt x="100571" y="443484"/>
                </a:lnTo>
                <a:lnTo>
                  <a:pt x="100571" y="414096"/>
                </a:lnTo>
                <a:lnTo>
                  <a:pt x="61048" y="433628"/>
                </a:lnTo>
                <a:lnTo>
                  <a:pt x="53327" y="457200"/>
                </a:lnTo>
                <a:lnTo>
                  <a:pt x="54457" y="467182"/>
                </a:lnTo>
                <a:lnTo>
                  <a:pt x="78930" y="499135"/>
                </a:lnTo>
                <a:lnTo>
                  <a:pt x="114287" y="507492"/>
                </a:lnTo>
                <a:lnTo>
                  <a:pt x="125171" y="506920"/>
                </a:lnTo>
                <a:lnTo>
                  <a:pt x="160388" y="490905"/>
                </a:lnTo>
                <a:lnTo>
                  <a:pt x="168465" y="475183"/>
                </a:lnTo>
                <a:lnTo>
                  <a:pt x="169532" y="471995"/>
                </a:lnTo>
                <a:lnTo>
                  <a:pt x="170675" y="460248"/>
                </a:lnTo>
                <a:close/>
              </a:path>
              <a:path extrusionOk="0" h="690879" w="170814">
                <a:moveTo>
                  <a:pt x="170675" y="144780"/>
                </a:moveTo>
                <a:lnTo>
                  <a:pt x="148945" y="113474"/>
                </a:lnTo>
                <a:lnTo>
                  <a:pt x="141719" y="109728"/>
                </a:lnTo>
                <a:lnTo>
                  <a:pt x="138671" y="112776"/>
                </a:lnTo>
                <a:lnTo>
                  <a:pt x="147815" y="121920"/>
                </a:lnTo>
                <a:lnTo>
                  <a:pt x="149339" y="124968"/>
                </a:lnTo>
                <a:lnTo>
                  <a:pt x="150863" y="129540"/>
                </a:lnTo>
                <a:lnTo>
                  <a:pt x="150863" y="143256"/>
                </a:lnTo>
                <a:lnTo>
                  <a:pt x="124955" y="166116"/>
                </a:lnTo>
                <a:lnTo>
                  <a:pt x="117868" y="168998"/>
                </a:lnTo>
                <a:lnTo>
                  <a:pt x="110477" y="170878"/>
                </a:lnTo>
                <a:lnTo>
                  <a:pt x="103098" y="171907"/>
                </a:lnTo>
                <a:lnTo>
                  <a:pt x="95999" y="172212"/>
                </a:lnTo>
                <a:lnTo>
                  <a:pt x="86550" y="171691"/>
                </a:lnTo>
                <a:lnTo>
                  <a:pt x="78663" y="170307"/>
                </a:lnTo>
                <a:lnTo>
                  <a:pt x="72212" y="168363"/>
                </a:lnTo>
                <a:lnTo>
                  <a:pt x="67043" y="166116"/>
                </a:lnTo>
                <a:lnTo>
                  <a:pt x="60947" y="160020"/>
                </a:lnTo>
                <a:lnTo>
                  <a:pt x="60947" y="152400"/>
                </a:lnTo>
                <a:lnTo>
                  <a:pt x="67043" y="146304"/>
                </a:lnTo>
                <a:lnTo>
                  <a:pt x="70091" y="146304"/>
                </a:lnTo>
                <a:lnTo>
                  <a:pt x="76187" y="144780"/>
                </a:lnTo>
                <a:lnTo>
                  <a:pt x="86855" y="112776"/>
                </a:lnTo>
                <a:lnTo>
                  <a:pt x="76187" y="112776"/>
                </a:lnTo>
                <a:lnTo>
                  <a:pt x="53327" y="150876"/>
                </a:lnTo>
                <a:lnTo>
                  <a:pt x="54737" y="162877"/>
                </a:lnTo>
                <a:lnTo>
                  <a:pt x="83858" y="197154"/>
                </a:lnTo>
                <a:lnTo>
                  <a:pt x="114287" y="204216"/>
                </a:lnTo>
                <a:lnTo>
                  <a:pt x="125412" y="203365"/>
                </a:lnTo>
                <a:lnTo>
                  <a:pt x="161683" y="183070"/>
                </a:lnTo>
                <a:lnTo>
                  <a:pt x="170675" y="153924"/>
                </a:lnTo>
                <a:lnTo>
                  <a:pt x="170675" y="144780"/>
                </a:lnTo>
                <a:close/>
              </a:path>
              <a:path extrusionOk="0" h="690879" w="170814">
                <a:moveTo>
                  <a:pt x="170675" y="45720"/>
                </a:moveTo>
                <a:lnTo>
                  <a:pt x="152768" y="10096"/>
                </a:lnTo>
                <a:lnTo>
                  <a:pt x="135623" y="0"/>
                </a:lnTo>
                <a:lnTo>
                  <a:pt x="132575" y="4572"/>
                </a:lnTo>
                <a:lnTo>
                  <a:pt x="140195" y="9144"/>
                </a:lnTo>
                <a:lnTo>
                  <a:pt x="147815" y="16764"/>
                </a:lnTo>
                <a:lnTo>
                  <a:pt x="150863" y="21336"/>
                </a:lnTo>
                <a:lnTo>
                  <a:pt x="150863" y="38100"/>
                </a:lnTo>
                <a:lnTo>
                  <a:pt x="147815" y="45720"/>
                </a:lnTo>
                <a:lnTo>
                  <a:pt x="141719" y="50292"/>
                </a:lnTo>
                <a:lnTo>
                  <a:pt x="135420" y="55422"/>
                </a:lnTo>
                <a:lnTo>
                  <a:pt x="127812" y="59245"/>
                </a:lnTo>
                <a:lnTo>
                  <a:pt x="118795" y="61658"/>
                </a:lnTo>
                <a:lnTo>
                  <a:pt x="108191" y="62484"/>
                </a:lnTo>
                <a:lnTo>
                  <a:pt x="108191" y="30480"/>
                </a:lnTo>
                <a:lnTo>
                  <a:pt x="108191" y="0"/>
                </a:lnTo>
                <a:lnTo>
                  <a:pt x="100571" y="1092"/>
                </a:lnTo>
                <a:lnTo>
                  <a:pt x="100571" y="30480"/>
                </a:lnTo>
                <a:lnTo>
                  <a:pt x="100571" y="62484"/>
                </a:lnTo>
                <a:lnTo>
                  <a:pt x="97523" y="62484"/>
                </a:lnTo>
                <a:lnTo>
                  <a:pt x="88696" y="62179"/>
                </a:lnTo>
                <a:lnTo>
                  <a:pt x="80568" y="61150"/>
                </a:lnTo>
                <a:lnTo>
                  <a:pt x="73266" y="59245"/>
                </a:lnTo>
                <a:lnTo>
                  <a:pt x="67043" y="56388"/>
                </a:lnTo>
                <a:lnTo>
                  <a:pt x="60947" y="50292"/>
                </a:lnTo>
                <a:lnTo>
                  <a:pt x="60947" y="42672"/>
                </a:lnTo>
                <a:lnTo>
                  <a:pt x="63995" y="39624"/>
                </a:lnTo>
                <a:lnTo>
                  <a:pt x="65519" y="36576"/>
                </a:lnTo>
                <a:lnTo>
                  <a:pt x="70091" y="33528"/>
                </a:lnTo>
                <a:lnTo>
                  <a:pt x="74663" y="33528"/>
                </a:lnTo>
                <a:lnTo>
                  <a:pt x="79070" y="32385"/>
                </a:lnTo>
                <a:lnTo>
                  <a:pt x="84759" y="31432"/>
                </a:lnTo>
                <a:lnTo>
                  <a:pt x="92024" y="30746"/>
                </a:lnTo>
                <a:lnTo>
                  <a:pt x="100571" y="30480"/>
                </a:lnTo>
                <a:lnTo>
                  <a:pt x="100571" y="1092"/>
                </a:lnTo>
                <a:lnTo>
                  <a:pt x="61048" y="20624"/>
                </a:lnTo>
                <a:lnTo>
                  <a:pt x="53327" y="44196"/>
                </a:lnTo>
                <a:lnTo>
                  <a:pt x="54457" y="53962"/>
                </a:lnTo>
                <a:lnTo>
                  <a:pt x="78930" y="86131"/>
                </a:lnTo>
                <a:lnTo>
                  <a:pt x="114287" y="94488"/>
                </a:lnTo>
                <a:lnTo>
                  <a:pt x="125171" y="93903"/>
                </a:lnTo>
                <a:lnTo>
                  <a:pt x="160388" y="77012"/>
                </a:lnTo>
                <a:lnTo>
                  <a:pt x="167970" y="62484"/>
                </a:lnTo>
                <a:lnTo>
                  <a:pt x="168071" y="62179"/>
                </a:lnTo>
                <a:lnTo>
                  <a:pt x="169532" y="57683"/>
                </a:lnTo>
                <a:lnTo>
                  <a:pt x="169659" y="56388"/>
                </a:lnTo>
                <a:lnTo>
                  <a:pt x="169760" y="55422"/>
                </a:lnTo>
                <a:lnTo>
                  <a:pt x="170675" y="45720"/>
                </a:lnTo>
                <a:close/>
              </a:path>
              <a:path extrusionOk="0" h="690879" w="170814">
                <a:moveTo>
                  <a:pt x="170688" y="341376"/>
                </a:moveTo>
                <a:lnTo>
                  <a:pt x="83820" y="303276"/>
                </a:lnTo>
                <a:lnTo>
                  <a:pt x="74676" y="298704"/>
                </a:lnTo>
                <a:lnTo>
                  <a:pt x="67056" y="295656"/>
                </a:lnTo>
                <a:lnTo>
                  <a:pt x="65532" y="292608"/>
                </a:lnTo>
                <a:lnTo>
                  <a:pt x="64008" y="291084"/>
                </a:lnTo>
                <a:lnTo>
                  <a:pt x="60960" y="284988"/>
                </a:lnTo>
                <a:lnTo>
                  <a:pt x="56388" y="284988"/>
                </a:lnTo>
                <a:lnTo>
                  <a:pt x="56388" y="321564"/>
                </a:lnTo>
                <a:lnTo>
                  <a:pt x="60960" y="321564"/>
                </a:lnTo>
                <a:lnTo>
                  <a:pt x="62484" y="316992"/>
                </a:lnTo>
                <a:lnTo>
                  <a:pt x="62484" y="313944"/>
                </a:lnTo>
                <a:lnTo>
                  <a:pt x="67056" y="309372"/>
                </a:lnTo>
                <a:lnTo>
                  <a:pt x="74676" y="309372"/>
                </a:lnTo>
                <a:lnTo>
                  <a:pt x="82296" y="310896"/>
                </a:lnTo>
                <a:lnTo>
                  <a:pt x="91440" y="315468"/>
                </a:lnTo>
                <a:lnTo>
                  <a:pt x="128016" y="330708"/>
                </a:lnTo>
                <a:lnTo>
                  <a:pt x="85344" y="348996"/>
                </a:lnTo>
                <a:lnTo>
                  <a:pt x="77724" y="353568"/>
                </a:lnTo>
                <a:lnTo>
                  <a:pt x="73152" y="355092"/>
                </a:lnTo>
                <a:lnTo>
                  <a:pt x="67056" y="355092"/>
                </a:lnTo>
                <a:lnTo>
                  <a:pt x="62484" y="350520"/>
                </a:lnTo>
                <a:lnTo>
                  <a:pt x="60960" y="347472"/>
                </a:lnTo>
                <a:lnTo>
                  <a:pt x="60960" y="344424"/>
                </a:lnTo>
                <a:lnTo>
                  <a:pt x="56388" y="344424"/>
                </a:lnTo>
                <a:lnTo>
                  <a:pt x="56388" y="405384"/>
                </a:lnTo>
                <a:lnTo>
                  <a:pt x="60960" y="405384"/>
                </a:lnTo>
                <a:lnTo>
                  <a:pt x="62484" y="400812"/>
                </a:lnTo>
                <a:lnTo>
                  <a:pt x="64008" y="399288"/>
                </a:lnTo>
                <a:lnTo>
                  <a:pt x="65532" y="396240"/>
                </a:lnTo>
                <a:lnTo>
                  <a:pt x="68580" y="394716"/>
                </a:lnTo>
                <a:lnTo>
                  <a:pt x="74676" y="390144"/>
                </a:lnTo>
                <a:lnTo>
                  <a:pt x="85344" y="385572"/>
                </a:lnTo>
                <a:lnTo>
                  <a:pt x="170688" y="347472"/>
                </a:lnTo>
                <a:lnTo>
                  <a:pt x="170688" y="341376"/>
                </a:lnTo>
                <a:close/>
              </a:path>
            </a:pathLst>
          </a:custGeom>
          <a:solidFill>
            <a:srgbClr val="0000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10" name="Google Shape;5610;p88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2589275" y="2474975"/>
            <a:ext cx="175260" cy="12557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611" name="Google Shape;5611;p88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2589275" y="3796283"/>
            <a:ext cx="397764" cy="1054608"/>
          </a:xfrm>
          <a:prstGeom prst="rect">
            <a:avLst/>
          </a:prstGeom>
          <a:noFill/>
          <a:ln>
            <a:noFill/>
          </a:ln>
        </p:spPr>
      </p:pic>
      <p:sp>
        <p:nvSpPr>
          <p:cNvPr id="5612" name="Google Shape;5612;p88"/>
          <p:cNvSpPr/>
          <p:nvPr/>
        </p:nvSpPr>
        <p:spPr>
          <a:xfrm>
            <a:off x="2589276" y="1780032"/>
            <a:ext cx="175260" cy="622300"/>
          </a:xfrm>
          <a:custGeom>
            <a:rect b="b" l="l" r="r" t="t"/>
            <a:pathLst>
              <a:path extrusionOk="0" h="622300" w="175260">
                <a:moveTo>
                  <a:pt x="24384" y="483108"/>
                </a:moveTo>
                <a:lnTo>
                  <a:pt x="22860" y="480060"/>
                </a:lnTo>
                <a:lnTo>
                  <a:pt x="18288" y="475488"/>
                </a:lnTo>
                <a:lnTo>
                  <a:pt x="15240" y="473964"/>
                </a:lnTo>
                <a:lnTo>
                  <a:pt x="9144" y="473964"/>
                </a:lnTo>
                <a:lnTo>
                  <a:pt x="6096" y="475488"/>
                </a:lnTo>
                <a:lnTo>
                  <a:pt x="4572" y="478536"/>
                </a:lnTo>
                <a:lnTo>
                  <a:pt x="1524" y="480060"/>
                </a:lnTo>
                <a:lnTo>
                  <a:pt x="0" y="483108"/>
                </a:lnTo>
                <a:lnTo>
                  <a:pt x="0" y="490728"/>
                </a:lnTo>
                <a:lnTo>
                  <a:pt x="4572" y="495300"/>
                </a:lnTo>
                <a:lnTo>
                  <a:pt x="6096" y="498348"/>
                </a:lnTo>
                <a:lnTo>
                  <a:pt x="18288" y="498348"/>
                </a:lnTo>
                <a:lnTo>
                  <a:pt x="21336" y="495300"/>
                </a:lnTo>
                <a:lnTo>
                  <a:pt x="24384" y="489204"/>
                </a:lnTo>
                <a:lnTo>
                  <a:pt x="24384" y="483108"/>
                </a:lnTo>
                <a:close/>
              </a:path>
              <a:path extrusionOk="0" h="622300" w="175260">
                <a:moveTo>
                  <a:pt x="24384" y="97536"/>
                </a:moveTo>
                <a:lnTo>
                  <a:pt x="21336" y="91440"/>
                </a:lnTo>
                <a:lnTo>
                  <a:pt x="15240" y="88392"/>
                </a:lnTo>
                <a:lnTo>
                  <a:pt x="9144" y="88392"/>
                </a:lnTo>
                <a:lnTo>
                  <a:pt x="6096" y="89916"/>
                </a:lnTo>
                <a:lnTo>
                  <a:pt x="1524" y="94488"/>
                </a:lnTo>
                <a:lnTo>
                  <a:pt x="0" y="97536"/>
                </a:lnTo>
                <a:lnTo>
                  <a:pt x="0" y="103632"/>
                </a:lnTo>
                <a:lnTo>
                  <a:pt x="1524" y="106680"/>
                </a:lnTo>
                <a:lnTo>
                  <a:pt x="6096" y="111252"/>
                </a:lnTo>
                <a:lnTo>
                  <a:pt x="9144" y="112776"/>
                </a:lnTo>
                <a:lnTo>
                  <a:pt x="15240" y="112776"/>
                </a:lnTo>
                <a:lnTo>
                  <a:pt x="21336" y="109728"/>
                </a:lnTo>
                <a:lnTo>
                  <a:pt x="24384" y="103632"/>
                </a:lnTo>
                <a:lnTo>
                  <a:pt x="24384" y="97536"/>
                </a:lnTo>
                <a:close/>
              </a:path>
              <a:path extrusionOk="0" h="622300" w="175260">
                <a:moveTo>
                  <a:pt x="172212" y="458724"/>
                </a:moveTo>
                <a:lnTo>
                  <a:pt x="169164" y="458724"/>
                </a:lnTo>
                <a:lnTo>
                  <a:pt x="169164" y="467868"/>
                </a:lnTo>
                <a:lnTo>
                  <a:pt x="167640" y="469392"/>
                </a:lnTo>
                <a:lnTo>
                  <a:pt x="166116" y="472440"/>
                </a:lnTo>
                <a:lnTo>
                  <a:pt x="164592" y="473964"/>
                </a:lnTo>
                <a:lnTo>
                  <a:pt x="163068" y="473964"/>
                </a:lnTo>
                <a:lnTo>
                  <a:pt x="160020" y="475488"/>
                </a:lnTo>
                <a:lnTo>
                  <a:pt x="57912" y="475488"/>
                </a:lnTo>
                <a:lnTo>
                  <a:pt x="57912" y="481584"/>
                </a:lnTo>
                <a:lnTo>
                  <a:pt x="71628" y="513588"/>
                </a:lnTo>
                <a:lnTo>
                  <a:pt x="74676" y="512064"/>
                </a:lnTo>
                <a:lnTo>
                  <a:pt x="73152" y="509016"/>
                </a:lnTo>
                <a:lnTo>
                  <a:pt x="73152" y="499872"/>
                </a:lnTo>
                <a:lnTo>
                  <a:pt x="74676" y="499872"/>
                </a:lnTo>
                <a:lnTo>
                  <a:pt x="77724" y="496824"/>
                </a:lnTo>
                <a:lnTo>
                  <a:pt x="83820" y="496824"/>
                </a:lnTo>
                <a:lnTo>
                  <a:pt x="92964" y="495300"/>
                </a:lnTo>
                <a:lnTo>
                  <a:pt x="155448" y="495300"/>
                </a:lnTo>
                <a:lnTo>
                  <a:pt x="160020" y="496824"/>
                </a:lnTo>
                <a:lnTo>
                  <a:pt x="163068" y="496824"/>
                </a:lnTo>
                <a:lnTo>
                  <a:pt x="169164" y="502920"/>
                </a:lnTo>
                <a:lnTo>
                  <a:pt x="169164" y="512064"/>
                </a:lnTo>
                <a:lnTo>
                  <a:pt x="172212" y="512064"/>
                </a:lnTo>
                <a:lnTo>
                  <a:pt x="172212" y="495300"/>
                </a:lnTo>
                <a:lnTo>
                  <a:pt x="172212" y="458724"/>
                </a:lnTo>
                <a:close/>
              </a:path>
              <a:path extrusionOk="0" h="622300" w="175260">
                <a:moveTo>
                  <a:pt x="172212" y="394716"/>
                </a:moveTo>
                <a:lnTo>
                  <a:pt x="169164" y="394716"/>
                </a:lnTo>
                <a:lnTo>
                  <a:pt x="169164" y="403860"/>
                </a:lnTo>
                <a:lnTo>
                  <a:pt x="164592" y="408432"/>
                </a:lnTo>
                <a:lnTo>
                  <a:pt x="163068" y="411480"/>
                </a:lnTo>
                <a:lnTo>
                  <a:pt x="161544" y="411480"/>
                </a:lnTo>
                <a:lnTo>
                  <a:pt x="158496" y="413004"/>
                </a:lnTo>
                <a:lnTo>
                  <a:pt x="153924" y="414528"/>
                </a:lnTo>
                <a:lnTo>
                  <a:pt x="92964" y="414528"/>
                </a:lnTo>
                <a:lnTo>
                  <a:pt x="85344" y="409956"/>
                </a:lnTo>
                <a:lnTo>
                  <a:pt x="80772" y="406908"/>
                </a:lnTo>
                <a:lnTo>
                  <a:pt x="77724" y="402336"/>
                </a:lnTo>
                <a:lnTo>
                  <a:pt x="74676" y="399288"/>
                </a:lnTo>
                <a:lnTo>
                  <a:pt x="74676" y="396240"/>
                </a:lnTo>
                <a:lnTo>
                  <a:pt x="76200" y="393192"/>
                </a:lnTo>
                <a:lnTo>
                  <a:pt x="79248" y="390144"/>
                </a:lnTo>
                <a:lnTo>
                  <a:pt x="80772" y="385572"/>
                </a:lnTo>
                <a:lnTo>
                  <a:pt x="82296" y="382524"/>
                </a:lnTo>
                <a:lnTo>
                  <a:pt x="82296" y="374904"/>
                </a:lnTo>
                <a:lnTo>
                  <a:pt x="79248" y="373380"/>
                </a:lnTo>
                <a:lnTo>
                  <a:pt x="77724" y="370332"/>
                </a:lnTo>
                <a:lnTo>
                  <a:pt x="68580" y="370332"/>
                </a:lnTo>
                <a:lnTo>
                  <a:pt x="65532" y="371856"/>
                </a:lnTo>
                <a:lnTo>
                  <a:pt x="59436" y="377952"/>
                </a:lnTo>
                <a:lnTo>
                  <a:pt x="57912" y="381000"/>
                </a:lnTo>
                <a:lnTo>
                  <a:pt x="57912" y="385572"/>
                </a:lnTo>
                <a:lnTo>
                  <a:pt x="59575" y="392671"/>
                </a:lnTo>
                <a:lnTo>
                  <a:pt x="64389" y="400050"/>
                </a:lnTo>
                <a:lnTo>
                  <a:pt x="72047" y="407441"/>
                </a:lnTo>
                <a:lnTo>
                  <a:pt x="82296" y="414528"/>
                </a:lnTo>
                <a:lnTo>
                  <a:pt x="57912" y="414528"/>
                </a:lnTo>
                <a:lnTo>
                  <a:pt x="57912" y="419100"/>
                </a:lnTo>
                <a:lnTo>
                  <a:pt x="71628" y="452628"/>
                </a:lnTo>
                <a:lnTo>
                  <a:pt x="74676" y="451104"/>
                </a:lnTo>
                <a:lnTo>
                  <a:pt x="73152" y="448056"/>
                </a:lnTo>
                <a:lnTo>
                  <a:pt x="73152" y="438912"/>
                </a:lnTo>
                <a:lnTo>
                  <a:pt x="76200" y="435864"/>
                </a:lnTo>
                <a:lnTo>
                  <a:pt x="77724" y="435864"/>
                </a:lnTo>
                <a:lnTo>
                  <a:pt x="80772" y="434340"/>
                </a:lnTo>
                <a:lnTo>
                  <a:pt x="160020" y="434340"/>
                </a:lnTo>
                <a:lnTo>
                  <a:pt x="166116" y="437388"/>
                </a:lnTo>
                <a:lnTo>
                  <a:pt x="166116" y="438912"/>
                </a:lnTo>
                <a:lnTo>
                  <a:pt x="169164" y="441960"/>
                </a:lnTo>
                <a:lnTo>
                  <a:pt x="169164" y="451104"/>
                </a:lnTo>
                <a:lnTo>
                  <a:pt x="172212" y="451104"/>
                </a:lnTo>
                <a:lnTo>
                  <a:pt x="172212" y="394716"/>
                </a:lnTo>
                <a:close/>
              </a:path>
              <a:path extrusionOk="0" h="622300" w="175260">
                <a:moveTo>
                  <a:pt x="172212" y="73152"/>
                </a:moveTo>
                <a:lnTo>
                  <a:pt x="169164" y="73152"/>
                </a:lnTo>
                <a:lnTo>
                  <a:pt x="169164" y="82296"/>
                </a:lnTo>
                <a:lnTo>
                  <a:pt x="163068" y="88392"/>
                </a:lnTo>
                <a:lnTo>
                  <a:pt x="160020" y="89916"/>
                </a:lnTo>
                <a:lnTo>
                  <a:pt x="57912" y="89916"/>
                </a:lnTo>
                <a:lnTo>
                  <a:pt x="57912" y="94488"/>
                </a:lnTo>
                <a:lnTo>
                  <a:pt x="71628" y="128016"/>
                </a:lnTo>
                <a:lnTo>
                  <a:pt x="74676" y="126492"/>
                </a:lnTo>
                <a:lnTo>
                  <a:pt x="73152" y="123444"/>
                </a:lnTo>
                <a:lnTo>
                  <a:pt x="73152" y="114300"/>
                </a:lnTo>
                <a:lnTo>
                  <a:pt x="74676" y="112776"/>
                </a:lnTo>
                <a:lnTo>
                  <a:pt x="76200" y="112776"/>
                </a:lnTo>
                <a:lnTo>
                  <a:pt x="77724" y="111252"/>
                </a:lnTo>
                <a:lnTo>
                  <a:pt x="80772" y="111252"/>
                </a:lnTo>
                <a:lnTo>
                  <a:pt x="83820" y="109728"/>
                </a:lnTo>
                <a:lnTo>
                  <a:pt x="160020" y="109728"/>
                </a:lnTo>
                <a:lnTo>
                  <a:pt x="163068" y="111252"/>
                </a:lnTo>
                <a:lnTo>
                  <a:pt x="169164" y="117348"/>
                </a:lnTo>
                <a:lnTo>
                  <a:pt x="169164" y="126492"/>
                </a:lnTo>
                <a:lnTo>
                  <a:pt x="172212" y="126492"/>
                </a:lnTo>
                <a:lnTo>
                  <a:pt x="172212" y="109728"/>
                </a:lnTo>
                <a:lnTo>
                  <a:pt x="172212" y="73152"/>
                </a:lnTo>
                <a:close/>
              </a:path>
              <a:path extrusionOk="0" h="622300" w="175260">
                <a:moveTo>
                  <a:pt x="175247" y="574548"/>
                </a:moveTo>
                <a:lnTo>
                  <a:pt x="158038" y="540194"/>
                </a:lnTo>
                <a:lnTo>
                  <a:pt x="129527" y="528828"/>
                </a:lnTo>
                <a:lnTo>
                  <a:pt x="128003" y="531876"/>
                </a:lnTo>
                <a:lnTo>
                  <a:pt x="138671" y="536448"/>
                </a:lnTo>
                <a:lnTo>
                  <a:pt x="144767" y="539496"/>
                </a:lnTo>
                <a:lnTo>
                  <a:pt x="149339" y="544068"/>
                </a:lnTo>
                <a:lnTo>
                  <a:pt x="153911" y="550164"/>
                </a:lnTo>
                <a:lnTo>
                  <a:pt x="155435" y="557784"/>
                </a:lnTo>
                <a:lnTo>
                  <a:pt x="155435" y="565404"/>
                </a:lnTo>
                <a:lnTo>
                  <a:pt x="132816" y="596201"/>
                </a:lnTo>
                <a:lnTo>
                  <a:pt x="106667" y="601980"/>
                </a:lnTo>
                <a:lnTo>
                  <a:pt x="96951" y="601408"/>
                </a:lnTo>
                <a:lnTo>
                  <a:pt x="65519" y="580644"/>
                </a:lnTo>
                <a:lnTo>
                  <a:pt x="65519" y="568452"/>
                </a:lnTo>
                <a:lnTo>
                  <a:pt x="67043" y="563880"/>
                </a:lnTo>
                <a:lnTo>
                  <a:pt x="70091" y="562356"/>
                </a:lnTo>
                <a:lnTo>
                  <a:pt x="71615" y="559308"/>
                </a:lnTo>
                <a:lnTo>
                  <a:pt x="76187" y="557784"/>
                </a:lnTo>
                <a:lnTo>
                  <a:pt x="80759" y="557784"/>
                </a:lnTo>
                <a:lnTo>
                  <a:pt x="85331" y="556260"/>
                </a:lnTo>
                <a:lnTo>
                  <a:pt x="88379" y="554736"/>
                </a:lnTo>
                <a:lnTo>
                  <a:pt x="89903" y="553212"/>
                </a:lnTo>
                <a:lnTo>
                  <a:pt x="92951" y="551688"/>
                </a:lnTo>
                <a:lnTo>
                  <a:pt x="94475" y="548640"/>
                </a:lnTo>
                <a:lnTo>
                  <a:pt x="94475" y="537972"/>
                </a:lnTo>
                <a:lnTo>
                  <a:pt x="91427" y="536448"/>
                </a:lnTo>
                <a:lnTo>
                  <a:pt x="89903" y="533400"/>
                </a:lnTo>
                <a:lnTo>
                  <a:pt x="79235" y="533400"/>
                </a:lnTo>
                <a:lnTo>
                  <a:pt x="73139" y="536448"/>
                </a:lnTo>
                <a:lnTo>
                  <a:pt x="63042" y="549198"/>
                </a:lnTo>
                <a:lnTo>
                  <a:pt x="60185" y="555307"/>
                </a:lnTo>
                <a:lnTo>
                  <a:pt x="58470" y="562292"/>
                </a:lnTo>
                <a:lnTo>
                  <a:pt x="57899" y="569976"/>
                </a:lnTo>
                <a:lnTo>
                  <a:pt x="59029" y="579983"/>
                </a:lnTo>
                <a:lnTo>
                  <a:pt x="83261" y="612800"/>
                </a:lnTo>
                <a:lnTo>
                  <a:pt x="117335" y="621792"/>
                </a:lnTo>
                <a:lnTo>
                  <a:pt x="130225" y="620941"/>
                </a:lnTo>
                <a:lnTo>
                  <a:pt x="166890" y="600062"/>
                </a:lnTo>
                <a:lnTo>
                  <a:pt x="174371" y="583438"/>
                </a:lnTo>
                <a:lnTo>
                  <a:pt x="175247" y="574548"/>
                </a:lnTo>
                <a:close/>
              </a:path>
              <a:path extrusionOk="0" h="622300" w="175260">
                <a:moveTo>
                  <a:pt x="175247" y="315468"/>
                </a:moveTo>
                <a:lnTo>
                  <a:pt x="158038" y="280225"/>
                </a:lnTo>
                <a:lnTo>
                  <a:pt x="129527" y="268224"/>
                </a:lnTo>
                <a:lnTo>
                  <a:pt x="128003" y="271272"/>
                </a:lnTo>
                <a:lnTo>
                  <a:pt x="138671" y="275844"/>
                </a:lnTo>
                <a:lnTo>
                  <a:pt x="144767" y="280416"/>
                </a:lnTo>
                <a:lnTo>
                  <a:pt x="149339" y="284988"/>
                </a:lnTo>
                <a:lnTo>
                  <a:pt x="153911" y="291084"/>
                </a:lnTo>
                <a:lnTo>
                  <a:pt x="155435" y="297180"/>
                </a:lnTo>
                <a:lnTo>
                  <a:pt x="155435" y="306324"/>
                </a:lnTo>
                <a:lnTo>
                  <a:pt x="124574" y="339090"/>
                </a:lnTo>
                <a:lnTo>
                  <a:pt x="106667" y="341376"/>
                </a:lnTo>
                <a:lnTo>
                  <a:pt x="96951" y="340804"/>
                </a:lnTo>
                <a:lnTo>
                  <a:pt x="65519" y="321564"/>
                </a:lnTo>
                <a:lnTo>
                  <a:pt x="65519" y="307848"/>
                </a:lnTo>
                <a:lnTo>
                  <a:pt x="67043" y="304800"/>
                </a:lnTo>
                <a:lnTo>
                  <a:pt x="70091" y="301752"/>
                </a:lnTo>
                <a:lnTo>
                  <a:pt x="71615" y="298704"/>
                </a:lnTo>
                <a:lnTo>
                  <a:pt x="76187" y="297180"/>
                </a:lnTo>
                <a:lnTo>
                  <a:pt x="85331" y="297180"/>
                </a:lnTo>
                <a:lnTo>
                  <a:pt x="88379" y="295656"/>
                </a:lnTo>
                <a:lnTo>
                  <a:pt x="89903" y="294132"/>
                </a:lnTo>
                <a:lnTo>
                  <a:pt x="92951" y="292608"/>
                </a:lnTo>
                <a:lnTo>
                  <a:pt x="94475" y="288036"/>
                </a:lnTo>
                <a:lnTo>
                  <a:pt x="94475" y="277368"/>
                </a:lnTo>
                <a:lnTo>
                  <a:pt x="91427" y="275844"/>
                </a:lnTo>
                <a:lnTo>
                  <a:pt x="88379" y="272796"/>
                </a:lnTo>
                <a:lnTo>
                  <a:pt x="79235" y="272796"/>
                </a:lnTo>
                <a:lnTo>
                  <a:pt x="73139" y="275844"/>
                </a:lnTo>
                <a:lnTo>
                  <a:pt x="63042" y="288594"/>
                </a:lnTo>
                <a:lnTo>
                  <a:pt x="60185" y="294703"/>
                </a:lnTo>
                <a:lnTo>
                  <a:pt x="58470" y="301688"/>
                </a:lnTo>
                <a:lnTo>
                  <a:pt x="57899" y="309372"/>
                </a:lnTo>
                <a:lnTo>
                  <a:pt x="59029" y="320230"/>
                </a:lnTo>
                <a:lnTo>
                  <a:pt x="83261" y="352831"/>
                </a:lnTo>
                <a:lnTo>
                  <a:pt x="117335" y="361188"/>
                </a:lnTo>
                <a:lnTo>
                  <a:pt x="130225" y="360337"/>
                </a:lnTo>
                <a:lnTo>
                  <a:pt x="166890" y="340334"/>
                </a:lnTo>
                <a:lnTo>
                  <a:pt x="174371" y="324332"/>
                </a:lnTo>
                <a:lnTo>
                  <a:pt x="175247" y="315468"/>
                </a:lnTo>
                <a:close/>
              </a:path>
              <a:path extrusionOk="0" h="622300" w="175260">
                <a:moveTo>
                  <a:pt x="175247" y="169164"/>
                </a:moveTo>
                <a:lnTo>
                  <a:pt x="161531" y="135636"/>
                </a:lnTo>
                <a:lnTo>
                  <a:pt x="158483" y="137160"/>
                </a:lnTo>
                <a:lnTo>
                  <a:pt x="161531" y="143256"/>
                </a:lnTo>
                <a:lnTo>
                  <a:pt x="161531" y="147828"/>
                </a:lnTo>
                <a:lnTo>
                  <a:pt x="158483" y="150876"/>
                </a:lnTo>
                <a:lnTo>
                  <a:pt x="158483" y="152400"/>
                </a:lnTo>
                <a:lnTo>
                  <a:pt x="155435" y="152400"/>
                </a:lnTo>
                <a:lnTo>
                  <a:pt x="152387" y="153924"/>
                </a:lnTo>
                <a:lnTo>
                  <a:pt x="60947" y="153924"/>
                </a:lnTo>
                <a:lnTo>
                  <a:pt x="60947" y="190500"/>
                </a:lnTo>
                <a:lnTo>
                  <a:pt x="63995" y="190500"/>
                </a:lnTo>
                <a:lnTo>
                  <a:pt x="63995" y="184404"/>
                </a:lnTo>
                <a:lnTo>
                  <a:pt x="65519" y="179832"/>
                </a:lnTo>
                <a:lnTo>
                  <a:pt x="70091" y="175260"/>
                </a:lnTo>
                <a:lnTo>
                  <a:pt x="76187" y="173736"/>
                </a:lnTo>
                <a:lnTo>
                  <a:pt x="144767" y="173736"/>
                </a:lnTo>
                <a:lnTo>
                  <a:pt x="150863" y="179832"/>
                </a:lnTo>
                <a:lnTo>
                  <a:pt x="155435" y="185928"/>
                </a:lnTo>
                <a:lnTo>
                  <a:pt x="156959" y="190500"/>
                </a:lnTo>
                <a:lnTo>
                  <a:pt x="160007" y="195072"/>
                </a:lnTo>
                <a:lnTo>
                  <a:pt x="160007" y="207264"/>
                </a:lnTo>
                <a:lnTo>
                  <a:pt x="158483" y="211836"/>
                </a:lnTo>
                <a:lnTo>
                  <a:pt x="155435" y="214884"/>
                </a:lnTo>
                <a:lnTo>
                  <a:pt x="152387" y="219456"/>
                </a:lnTo>
                <a:lnTo>
                  <a:pt x="146291" y="220980"/>
                </a:lnTo>
                <a:lnTo>
                  <a:pt x="60947" y="220980"/>
                </a:lnTo>
                <a:lnTo>
                  <a:pt x="60947" y="259080"/>
                </a:lnTo>
                <a:lnTo>
                  <a:pt x="63995" y="259080"/>
                </a:lnTo>
                <a:lnTo>
                  <a:pt x="63995" y="252984"/>
                </a:lnTo>
                <a:lnTo>
                  <a:pt x="65519" y="249936"/>
                </a:lnTo>
                <a:lnTo>
                  <a:pt x="65519" y="246888"/>
                </a:lnTo>
                <a:lnTo>
                  <a:pt x="68567" y="243840"/>
                </a:lnTo>
                <a:lnTo>
                  <a:pt x="71615" y="242316"/>
                </a:lnTo>
                <a:lnTo>
                  <a:pt x="73139" y="240792"/>
                </a:lnTo>
                <a:lnTo>
                  <a:pt x="150863" y="240792"/>
                </a:lnTo>
                <a:lnTo>
                  <a:pt x="156959" y="237744"/>
                </a:lnTo>
                <a:lnTo>
                  <a:pt x="161531" y="236220"/>
                </a:lnTo>
                <a:lnTo>
                  <a:pt x="166103" y="233172"/>
                </a:lnTo>
                <a:lnTo>
                  <a:pt x="170675" y="228600"/>
                </a:lnTo>
                <a:lnTo>
                  <a:pt x="173723" y="224028"/>
                </a:lnTo>
                <a:lnTo>
                  <a:pt x="175247" y="217932"/>
                </a:lnTo>
                <a:lnTo>
                  <a:pt x="175247" y="205740"/>
                </a:lnTo>
                <a:lnTo>
                  <a:pt x="152387" y="173736"/>
                </a:lnTo>
                <a:lnTo>
                  <a:pt x="175247" y="173736"/>
                </a:lnTo>
                <a:lnTo>
                  <a:pt x="175247" y="169164"/>
                </a:lnTo>
                <a:close/>
              </a:path>
              <a:path extrusionOk="0" h="622300" w="175260">
                <a:moveTo>
                  <a:pt x="175247" y="22860"/>
                </a:moveTo>
                <a:lnTo>
                  <a:pt x="173723" y="18288"/>
                </a:lnTo>
                <a:lnTo>
                  <a:pt x="169151" y="12192"/>
                </a:lnTo>
                <a:lnTo>
                  <a:pt x="166103" y="7620"/>
                </a:lnTo>
                <a:lnTo>
                  <a:pt x="160007" y="3048"/>
                </a:lnTo>
                <a:lnTo>
                  <a:pt x="150863" y="0"/>
                </a:lnTo>
                <a:lnTo>
                  <a:pt x="150863" y="6096"/>
                </a:lnTo>
                <a:lnTo>
                  <a:pt x="156959" y="9144"/>
                </a:lnTo>
                <a:lnTo>
                  <a:pt x="158483" y="12192"/>
                </a:lnTo>
                <a:lnTo>
                  <a:pt x="160007" y="13716"/>
                </a:lnTo>
                <a:lnTo>
                  <a:pt x="160007" y="22860"/>
                </a:lnTo>
                <a:lnTo>
                  <a:pt x="158483" y="25908"/>
                </a:lnTo>
                <a:lnTo>
                  <a:pt x="156959" y="27432"/>
                </a:lnTo>
                <a:lnTo>
                  <a:pt x="153911" y="28956"/>
                </a:lnTo>
                <a:lnTo>
                  <a:pt x="149339" y="30480"/>
                </a:lnTo>
                <a:lnTo>
                  <a:pt x="68567" y="30480"/>
                </a:lnTo>
                <a:lnTo>
                  <a:pt x="68567" y="4572"/>
                </a:lnTo>
                <a:lnTo>
                  <a:pt x="60947" y="4572"/>
                </a:lnTo>
                <a:lnTo>
                  <a:pt x="60947" y="30480"/>
                </a:lnTo>
                <a:lnTo>
                  <a:pt x="24371" y="30480"/>
                </a:lnTo>
                <a:lnTo>
                  <a:pt x="24371" y="33528"/>
                </a:lnTo>
                <a:lnTo>
                  <a:pt x="33515" y="36576"/>
                </a:lnTo>
                <a:lnTo>
                  <a:pt x="38087" y="39624"/>
                </a:lnTo>
                <a:lnTo>
                  <a:pt x="41135" y="41148"/>
                </a:lnTo>
                <a:lnTo>
                  <a:pt x="47231" y="45720"/>
                </a:lnTo>
                <a:lnTo>
                  <a:pt x="60947" y="59436"/>
                </a:lnTo>
                <a:lnTo>
                  <a:pt x="63995" y="64008"/>
                </a:lnTo>
                <a:lnTo>
                  <a:pt x="65519" y="68580"/>
                </a:lnTo>
                <a:lnTo>
                  <a:pt x="68567" y="68580"/>
                </a:lnTo>
                <a:lnTo>
                  <a:pt x="68567" y="50292"/>
                </a:lnTo>
                <a:lnTo>
                  <a:pt x="153911" y="50292"/>
                </a:lnTo>
                <a:lnTo>
                  <a:pt x="160007" y="48768"/>
                </a:lnTo>
                <a:lnTo>
                  <a:pt x="163055" y="47244"/>
                </a:lnTo>
                <a:lnTo>
                  <a:pt x="167627" y="45720"/>
                </a:lnTo>
                <a:lnTo>
                  <a:pt x="170675" y="42672"/>
                </a:lnTo>
                <a:lnTo>
                  <a:pt x="172199" y="39624"/>
                </a:lnTo>
                <a:lnTo>
                  <a:pt x="175247" y="36576"/>
                </a:lnTo>
                <a:lnTo>
                  <a:pt x="175247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3" name="Google Shape;5613;p88"/>
          <p:cNvSpPr/>
          <p:nvPr/>
        </p:nvSpPr>
        <p:spPr>
          <a:xfrm>
            <a:off x="3154680" y="4962144"/>
            <a:ext cx="60960" cy="60960"/>
          </a:xfrm>
          <a:custGeom>
            <a:rect b="b" l="l" r="r" t="t"/>
            <a:pathLst>
              <a:path extrusionOk="0" h="60960" w="60960">
                <a:moveTo>
                  <a:pt x="38099" y="60959"/>
                </a:moveTo>
                <a:lnTo>
                  <a:pt x="21335" y="60959"/>
                </a:lnTo>
                <a:lnTo>
                  <a:pt x="15239" y="57911"/>
                </a:lnTo>
                <a:lnTo>
                  <a:pt x="9143" y="51815"/>
                </a:lnTo>
                <a:lnTo>
                  <a:pt x="3047" y="45719"/>
                </a:lnTo>
                <a:lnTo>
                  <a:pt x="0" y="38099"/>
                </a:lnTo>
                <a:lnTo>
                  <a:pt x="0" y="21335"/>
                </a:lnTo>
                <a:lnTo>
                  <a:pt x="3047" y="13715"/>
                </a:lnTo>
                <a:lnTo>
                  <a:pt x="9143" y="9143"/>
                </a:lnTo>
                <a:lnTo>
                  <a:pt x="15239" y="3047"/>
                </a:lnTo>
                <a:lnTo>
                  <a:pt x="21335" y="0"/>
                </a:lnTo>
                <a:lnTo>
                  <a:pt x="38099" y="0"/>
                </a:lnTo>
                <a:lnTo>
                  <a:pt x="45719" y="3047"/>
                </a:lnTo>
                <a:lnTo>
                  <a:pt x="51815" y="9143"/>
                </a:lnTo>
                <a:lnTo>
                  <a:pt x="57911" y="13715"/>
                </a:lnTo>
                <a:lnTo>
                  <a:pt x="60959" y="21335"/>
                </a:lnTo>
                <a:lnTo>
                  <a:pt x="60959" y="38099"/>
                </a:lnTo>
                <a:lnTo>
                  <a:pt x="57911" y="45719"/>
                </a:lnTo>
                <a:lnTo>
                  <a:pt x="45719" y="57911"/>
                </a:lnTo>
                <a:lnTo>
                  <a:pt x="38099" y="609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4" name="Google Shape;5614;p88"/>
          <p:cNvSpPr/>
          <p:nvPr/>
        </p:nvSpPr>
        <p:spPr>
          <a:xfrm>
            <a:off x="3101340" y="4133088"/>
            <a:ext cx="218440" cy="746760"/>
          </a:xfrm>
          <a:custGeom>
            <a:rect b="b" l="l" r="r" t="t"/>
            <a:pathLst>
              <a:path extrusionOk="0" h="746760" w="218439">
                <a:moveTo>
                  <a:pt x="164592" y="601980"/>
                </a:moveTo>
                <a:lnTo>
                  <a:pt x="105156" y="595884"/>
                </a:lnTo>
                <a:lnTo>
                  <a:pt x="105156" y="600456"/>
                </a:lnTo>
                <a:lnTo>
                  <a:pt x="121920" y="607123"/>
                </a:lnTo>
                <a:lnTo>
                  <a:pt x="128727" y="610108"/>
                </a:lnTo>
                <a:lnTo>
                  <a:pt x="153924" y="641604"/>
                </a:lnTo>
                <a:lnTo>
                  <a:pt x="153924" y="675132"/>
                </a:lnTo>
                <a:lnTo>
                  <a:pt x="150876" y="681228"/>
                </a:lnTo>
                <a:lnTo>
                  <a:pt x="147828" y="684276"/>
                </a:lnTo>
                <a:lnTo>
                  <a:pt x="12192" y="684276"/>
                </a:lnTo>
                <a:lnTo>
                  <a:pt x="9144" y="682752"/>
                </a:lnTo>
                <a:lnTo>
                  <a:pt x="7620" y="681228"/>
                </a:lnTo>
                <a:lnTo>
                  <a:pt x="7620" y="678180"/>
                </a:lnTo>
                <a:lnTo>
                  <a:pt x="4572" y="675132"/>
                </a:lnTo>
                <a:lnTo>
                  <a:pt x="4572" y="658368"/>
                </a:lnTo>
                <a:lnTo>
                  <a:pt x="0" y="658368"/>
                </a:lnTo>
                <a:lnTo>
                  <a:pt x="0" y="746760"/>
                </a:lnTo>
                <a:lnTo>
                  <a:pt x="4572" y="746760"/>
                </a:lnTo>
                <a:lnTo>
                  <a:pt x="4572" y="734568"/>
                </a:lnTo>
                <a:lnTo>
                  <a:pt x="7620" y="728472"/>
                </a:lnTo>
                <a:lnTo>
                  <a:pt x="10668" y="726948"/>
                </a:lnTo>
                <a:lnTo>
                  <a:pt x="12192" y="725424"/>
                </a:lnTo>
                <a:lnTo>
                  <a:pt x="13716" y="725424"/>
                </a:lnTo>
                <a:lnTo>
                  <a:pt x="19812" y="723900"/>
                </a:lnTo>
                <a:lnTo>
                  <a:pt x="144780" y="723900"/>
                </a:lnTo>
                <a:lnTo>
                  <a:pt x="149352" y="725424"/>
                </a:lnTo>
                <a:lnTo>
                  <a:pt x="152400" y="725424"/>
                </a:lnTo>
                <a:lnTo>
                  <a:pt x="153924" y="726948"/>
                </a:lnTo>
                <a:lnTo>
                  <a:pt x="156972" y="728472"/>
                </a:lnTo>
                <a:lnTo>
                  <a:pt x="156972" y="729996"/>
                </a:lnTo>
                <a:lnTo>
                  <a:pt x="158496" y="733044"/>
                </a:lnTo>
                <a:lnTo>
                  <a:pt x="160020" y="737616"/>
                </a:lnTo>
                <a:lnTo>
                  <a:pt x="160020" y="746760"/>
                </a:lnTo>
                <a:lnTo>
                  <a:pt x="164592" y="746760"/>
                </a:lnTo>
                <a:lnTo>
                  <a:pt x="164592" y="601980"/>
                </a:lnTo>
                <a:close/>
              </a:path>
              <a:path extrusionOk="0" h="746760" w="218439">
                <a:moveTo>
                  <a:pt x="167627" y="278892"/>
                </a:moveTo>
                <a:lnTo>
                  <a:pt x="166471" y="266255"/>
                </a:lnTo>
                <a:lnTo>
                  <a:pt x="164579" y="260604"/>
                </a:lnTo>
                <a:lnTo>
                  <a:pt x="162864" y="255460"/>
                </a:lnTo>
                <a:lnTo>
                  <a:pt x="160007" y="251129"/>
                </a:lnTo>
                <a:lnTo>
                  <a:pt x="160007" y="274320"/>
                </a:lnTo>
                <a:lnTo>
                  <a:pt x="160007" y="281940"/>
                </a:lnTo>
                <a:lnTo>
                  <a:pt x="158483" y="284988"/>
                </a:lnTo>
                <a:lnTo>
                  <a:pt x="152387" y="291084"/>
                </a:lnTo>
                <a:lnTo>
                  <a:pt x="143243" y="294132"/>
                </a:lnTo>
                <a:lnTo>
                  <a:pt x="135750" y="295643"/>
                </a:lnTo>
                <a:lnTo>
                  <a:pt x="107124" y="295643"/>
                </a:lnTo>
                <a:lnTo>
                  <a:pt x="96951" y="295465"/>
                </a:lnTo>
                <a:lnTo>
                  <a:pt x="88214" y="295021"/>
                </a:lnTo>
                <a:lnTo>
                  <a:pt x="80759" y="294132"/>
                </a:lnTo>
                <a:lnTo>
                  <a:pt x="71615" y="294132"/>
                </a:lnTo>
                <a:lnTo>
                  <a:pt x="65519" y="291084"/>
                </a:lnTo>
                <a:lnTo>
                  <a:pt x="62471" y="288036"/>
                </a:lnTo>
                <a:lnTo>
                  <a:pt x="59423" y="286512"/>
                </a:lnTo>
                <a:lnTo>
                  <a:pt x="57899" y="281940"/>
                </a:lnTo>
                <a:lnTo>
                  <a:pt x="57899" y="271272"/>
                </a:lnTo>
                <a:lnTo>
                  <a:pt x="60947" y="269748"/>
                </a:lnTo>
                <a:lnTo>
                  <a:pt x="62471" y="266700"/>
                </a:lnTo>
                <a:lnTo>
                  <a:pt x="99047" y="260604"/>
                </a:lnTo>
                <a:lnTo>
                  <a:pt x="114985" y="260870"/>
                </a:lnTo>
                <a:lnTo>
                  <a:pt x="128193" y="261556"/>
                </a:lnTo>
                <a:lnTo>
                  <a:pt x="138277" y="262534"/>
                </a:lnTo>
                <a:lnTo>
                  <a:pt x="144767" y="263652"/>
                </a:lnTo>
                <a:lnTo>
                  <a:pt x="150863" y="263652"/>
                </a:lnTo>
                <a:lnTo>
                  <a:pt x="158483" y="271272"/>
                </a:lnTo>
                <a:lnTo>
                  <a:pt x="160007" y="274320"/>
                </a:lnTo>
                <a:lnTo>
                  <a:pt x="160007" y="251129"/>
                </a:lnTo>
                <a:lnTo>
                  <a:pt x="119964" y="226390"/>
                </a:lnTo>
                <a:lnTo>
                  <a:pt x="108191" y="225552"/>
                </a:lnTo>
                <a:lnTo>
                  <a:pt x="100457" y="226085"/>
                </a:lnTo>
                <a:lnTo>
                  <a:pt x="61887" y="245795"/>
                </a:lnTo>
                <a:lnTo>
                  <a:pt x="50279" y="278892"/>
                </a:lnTo>
                <a:lnTo>
                  <a:pt x="51422" y="290639"/>
                </a:lnTo>
                <a:lnTo>
                  <a:pt x="77139" y="322999"/>
                </a:lnTo>
                <a:lnTo>
                  <a:pt x="109715" y="330708"/>
                </a:lnTo>
                <a:lnTo>
                  <a:pt x="120840" y="329857"/>
                </a:lnTo>
                <a:lnTo>
                  <a:pt x="157340" y="309549"/>
                </a:lnTo>
                <a:lnTo>
                  <a:pt x="164858" y="295465"/>
                </a:lnTo>
                <a:lnTo>
                  <a:pt x="166484" y="290639"/>
                </a:lnTo>
                <a:lnTo>
                  <a:pt x="167627" y="278892"/>
                </a:lnTo>
                <a:close/>
              </a:path>
              <a:path extrusionOk="0" h="746760" w="218439">
                <a:moveTo>
                  <a:pt x="167640" y="493776"/>
                </a:moveTo>
                <a:lnTo>
                  <a:pt x="166116" y="489204"/>
                </a:lnTo>
                <a:lnTo>
                  <a:pt x="163068" y="484632"/>
                </a:lnTo>
                <a:lnTo>
                  <a:pt x="155448" y="477012"/>
                </a:lnTo>
                <a:lnTo>
                  <a:pt x="149352" y="472440"/>
                </a:lnTo>
                <a:lnTo>
                  <a:pt x="147828" y="477012"/>
                </a:lnTo>
                <a:lnTo>
                  <a:pt x="150876" y="480060"/>
                </a:lnTo>
                <a:lnTo>
                  <a:pt x="150876" y="483108"/>
                </a:lnTo>
                <a:lnTo>
                  <a:pt x="147828" y="486156"/>
                </a:lnTo>
                <a:lnTo>
                  <a:pt x="147828" y="531876"/>
                </a:lnTo>
                <a:lnTo>
                  <a:pt x="147828" y="539496"/>
                </a:lnTo>
                <a:lnTo>
                  <a:pt x="144780" y="545592"/>
                </a:lnTo>
                <a:lnTo>
                  <a:pt x="138684" y="548640"/>
                </a:lnTo>
                <a:lnTo>
                  <a:pt x="131064" y="548640"/>
                </a:lnTo>
                <a:lnTo>
                  <a:pt x="103632" y="521208"/>
                </a:lnTo>
                <a:lnTo>
                  <a:pt x="141732" y="521208"/>
                </a:lnTo>
                <a:lnTo>
                  <a:pt x="146304" y="527304"/>
                </a:lnTo>
                <a:lnTo>
                  <a:pt x="147828" y="531876"/>
                </a:lnTo>
                <a:lnTo>
                  <a:pt x="147828" y="486156"/>
                </a:lnTo>
                <a:lnTo>
                  <a:pt x="82296" y="486156"/>
                </a:lnTo>
                <a:lnTo>
                  <a:pt x="74676" y="487680"/>
                </a:lnTo>
                <a:lnTo>
                  <a:pt x="71628" y="487680"/>
                </a:lnTo>
                <a:lnTo>
                  <a:pt x="50596" y="518096"/>
                </a:lnTo>
                <a:lnTo>
                  <a:pt x="50673" y="533400"/>
                </a:lnTo>
                <a:lnTo>
                  <a:pt x="67056" y="571500"/>
                </a:lnTo>
                <a:lnTo>
                  <a:pt x="71628" y="576072"/>
                </a:lnTo>
                <a:lnTo>
                  <a:pt x="77724" y="577596"/>
                </a:lnTo>
                <a:lnTo>
                  <a:pt x="86868" y="577596"/>
                </a:lnTo>
                <a:lnTo>
                  <a:pt x="91440" y="576072"/>
                </a:lnTo>
                <a:lnTo>
                  <a:pt x="97536" y="569976"/>
                </a:lnTo>
                <a:lnTo>
                  <a:pt x="99060" y="565404"/>
                </a:lnTo>
                <a:lnTo>
                  <a:pt x="99060" y="554736"/>
                </a:lnTo>
                <a:lnTo>
                  <a:pt x="97536" y="551688"/>
                </a:lnTo>
                <a:lnTo>
                  <a:pt x="91440" y="545592"/>
                </a:lnTo>
                <a:lnTo>
                  <a:pt x="88392" y="544068"/>
                </a:lnTo>
                <a:lnTo>
                  <a:pt x="80772" y="544068"/>
                </a:lnTo>
                <a:lnTo>
                  <a:pt x="77724" y="545592"/>
                </a:lnTo>
                <a:lnTo>
                  <a:pt x="73152" y="548640"/>
                </a:lnTo>
                <a:lnTo>
                  <a:pt x="70104" y="551688"/>
                </a:lnTo>
                <a:lnTo>
                  <a:pt x="62484" y="551688"/>
                </a:lnTo>
                <a:lnTo>
                  <a:pt x="59436" y="545592"/>
                </a:lnTo>
                <a:lnTo>
                  <a:pt x="57912" y="541020"/>
                </a:lnTo>
                <a:lnTo>
                  <a:pt x="57912" y="533400"/>
                </a:lnTo>
                <a:lnTo>
                  <a:pt x="60960" y="527304"/>
                </a:lnTo>
                <a:lnTo>
                  <a:pt x="64008" y="524256"/>
                </a:lnTo>
                <a:lnTo>
                  <a:pt x="67056" y="522732"/>
                </a:lnTo>
                <a:lnTo>
                  <a:pt x="68580" y="522732"/>
                </a:lnTo>
                <a:lnTo>
                  <a:pt x="74676" y="521208"/>
                </a:lnTo>
                <a:lnTo>
                  <a:pt x="96012" y="521208"/>
                </a:lnTo>
                <a:lnTo>
                  <a:pt x="103720" y="538695"/>
                </a:lnTo>
                <a:lnTo>
                  <a:pt x="110871" y="552450"/>
                </a:lnTo>
                <a:lnTo>
                  <a:pt x="117436" y="562787"/>
                </a:lnTo>
                <a:lnTo>
                  <a:pt x="123444" y="569976"/>
                </a:lnTo>
                <a:lnTo>
                  <a:pt x="129540" y="577596"/>
                </a:lnTo>
                <a:lnTo>
                  <a:pt x="137160" y="580644"/>
                </a:lnTo>
                <a:lnTo>
                  <a:pt x="152400" y="580644"/>
                </a:lnTo>
                <a:lnTo>
                  <a:pt x="156972" y="579120"/>
                </a:lnTo>
                <a:lnTo>
                  <a:pt x="166116" y="569976"/>
                </a:lnTo>
                <a:lnTo>
                  <a:pt x="167640" y="565404"/>
                </a:lnTo>
                <a:lnTo>
                  <a:pt x="167640" y="559308"/>
                </a:lnTo>
                <a:lnTo>
                  <a:pt x="166497" y="550151"/>
                </a:lnTo>
                <a:lnTo>
                  <a:pt x="165938" y="548640"/>
                </a:lnTo>
                <a:lnTo>
                  <a:pt x="163068" y="540829"/>
                </a:lnTo>
                <a:lnTo>
                  <a:pt x="157353" y="531241"/>
                </a:lnTo>
                <a:lnTo>
                  <a:pt x="149352" y="521208"/>
                </a:lnTo>
                <a:lnTo>
                  <a:pt x="155448" y="521208"/>
                </a:lnTo>
                <a:lnTo>
                  <a:pt x="160083" y="518096"/>
                </a:lnTo>
                <a:lnTo>
                  <a:pt x="166116" y="512064"/>
                </a:lnTo>
                <a:lnTo>
                  <a:pt x="167640" y="505968"/>
                </a:lnTo>
                <a:lnTo>
                  <a:pt x="167640" y="493776"/>
                </a:lnTo>
                <a:close/>
              </a:path>
              <a:path extrusionOk="0" h="746760" w="218439">
                <a:moveTo>
                  <a:pt x="167640" y="161544"/>
                </a:moveTo>
                <a:lnTo>
                  <a:pt x="149352" y="134112"/>
                </a:lnTo>
                <a:lnTo>
                  <a:pt x="164592" y="134112"/>
                </a:lnTo>
                <a:lnTo>
                  <a:pt x="164592" y="89916"/>
                </a:lnTo>
                <a:lnTo>
                  <a:pt x="160020" y="89916"/>
                </a:lnTo>
                <a:lnTo>
                  <a:pt x="160020" y="94488"/>
                </a:lnTo>
                <a:lnTo>
                  <a:pt x="158496" y="97536"/>
                </a:lnTo>
                <a:lnTo>
                  <a:pt x="155448" y="99060"/>
                </a:lnTo>
                <a:lnTo>
                  <a:pt x="153924" y="99060"/>
                </a:lnTo>
                <a:lnTo>
                  <a:pt x="147828" y="100584"/>
                </a:lnTo>
                <a:lnTo>
                  <a:pt x="53340" y="100584"/>
                </a:lnTo>
                <a:lnTo>
                  <a:pt x="53340" y="144780"/>
                </a:lnTo>
                <a:lnTo>
                  <a:pt x="57912" y="144780"/>
                </a:lnTo>
                <a:lnTo>
                  <a:pt x="57912" y="140208"/>
                </a:lnTo>
                <a:lnTo>
                  <a:pt x="59436" y="137160"/>
                </a:lnTo>
                <a:lnTo>
                  <a:pt x="62484" y="135636"/>
                </a:lnTo>
                <a:lnTo>
                  <a:pt x="64008" y="134112"/>
                </a:lnTo>
                <a:lnTo>
                  <a:pt x="135636" y="134112"/>
                </a:lnTo>
                <a:lnTo>
                  <a:pt x="141732" y="138684"/>
                </a:lnTo>
                <a:lnTo>
                  <a:pt x="146304" y="141732"/>
                </a:lnTo>
                <a:lnTo>
                  <a:pt x="149352" y="147828"/>
                </a:lnTo>
                <a:lnTo>
                  <a:pt x="150876" y="149352"/>
                </a:lnTo>
                <a:lnTo>
                  <a:pt x="150876" y="156972"/>
                </a:lnTo>
                <a:lnTo>
                  <a:pt x="146304" y="161544"/>
                </a:lnTo>
                <a:lnTo>
                  <a:pt x="143256" y="161544"/>
                </a:lnTo>
                <a:lnTo>
                  <a:pt x="141732" y="163068"/>
                </a:lnTo>
                <a:lnTo>
                  <a:pt x="53340" y="163068"/>
                </a:lnTo>
                <a:lnTo>
                  <a:pt x="53340" y="207264"/>
                </a:lnTo>
                <a:lnTo>
                  <a:pt x="57912" y="207264"/>
                </a:lnTo>
                <a:lnTo>
                  <a:pt x="57912" y="202692"/>
                </a:lnTo>
                <a:lnTo>
                  <a:pt x="59436" y="199644"/>
                </a:lnTo>
                <a:lnTo>
                  <a:pt x="62484" y="198120"/>
                </a:lnTo>
                <a:lnTo>
                  <a:pt x="64008" y="196596"/>
                </a:lnTo>
                <a:lnTo>
                  <a:pt x="121920" y="196596"/>
                </a:lnTo>
                <a:lnTo>
                  <a:pt x="161544" y="184404"/>
                </a:lnTo>
                <a:lnTo>
                  <a:pt x="166116" y="179832"/>
                </a:lnTo>
                <a:lnTo>
                  <a:pt x="167640" y="173736"/>
                </a:lnTo>
                <a:lnTo>
                  <a:pt x="167640" y="161544"/>
                </a:lnTo>
                <a:close/>
              </a:path>
              <a:path extrusionOk="0" h="746760" w="218439">
                <a:moveTo>
                  <a:pt x="167640" y="30480"/>
                </a:moveTo>
                <a:lnTo>
                  <a:pt x="166230" y="20789"/>
                </a:lnTo>
                <a:lnTo>
                  <a:pt x="162115" y="12382"/>
                </a:lnTo>
                <a:lnTo>
                  <a:pt x="155422" y="5410"/>
                </a:lnTo>
                <a:lnTo>
                  <a:pt x="146304" y="0"/>
                </a:lnTo>
                <a:lnTo>
                  <a:pt x="143256" y="3048"/>
                </a:lnTo>
                <a:lnTo>
                  <a:pt x="150876" y="7620"/>
                </a:lnTo>
                <a:lnTo>
                  <a:pt x="153924" y="12192"/>
                </a:lnTo>
                <a:lnTo>
                  <a:pt x="153924" y="19812"/>
                </a:lnTo>
                <a:lnTo>
                  <a:pt x="152400" y="21336"/>
                </a:lnTo>
                <a:lnTo>
                  <a:pt x="150876" y="21336"/>
                </a:lnTo>
                <a:lnTo>
                  <a:pt x="149352" y="22860"/>
                </a:lnTo>
                <a:lnTo>
                  <a:pt x="147828" y="22860"/>
                </a:lnTo>
                <a:lnTo>
                  <a:pt x="146304" y="24384"/>
                </a:lnTo>
                <a:lnTo>
                  <a:pt x="65532" y="24384"/>
                </a:lnTo>
                <a:lnTo>
                  <a:pt x="65532" y="0"/>
                </a:lnTo>
                <a:lnTo>
                  <a:pt x="53340" y="0"/>
                </a:lnTo>
                <a:lnTo>
                  <a:pt x="53340" y="24384"/>
                </a:lnTo>
                <a:lnTo>
                  <a:pt x="12192" y="24384"/>
                </a:lnTo>
                <a:lnTo>
                  <a:pt x="12192" y="28956"/>
                </a:lnTo>
                <a:lnTo>
                  <a:pt x="19024" y="32677"/>
                </a:lnTo>
                <a:lnTo>
                  <a:pt x="25717" y="36957"/>
                </a:lnTo>
                <a:lnTo>
                  <a:pt x="55448" y="65684"/>
                </a:lnTo>
                <a:lnTo>
                  <a:pt x="60960" y="73152"/>
                </a:lnTo>
                <a:lnTo>
                  <a:pt x="65532" y="73152"/>
                </a:lnTo>
                <a:lnTo>
                  <a:pt x="65532" y="57912"/>
                </a:lnTo>
                <a:lnTo>
                  <a:pt x="146304" y="57912"/>
                </a:lnTo>
                <a:lnTo>
                  <a:pt x="147828" y="56388"/>
                </a:lnTo>
                <a:lnTo>
                  <a:pt x="153924" y="54864"/>
                </a:lnTo>
                <a:lnTo>
                  <a:pt x="166116" y="42672"/>
                </a:lnTo>
                <a:lnTo>
                  <a:pt x="167640" y="36576"/>
                </a:lnTo>
                <a:lnTo>
                  <a:pt x="167640" y="30480"/>
                </a:lnTo>
                <a:close/>
              </a:path>
              <a:path extrusionOk="0" h="746760" w="218439">
                <a:moveTo>
                  <a:pt x="217932" y="426720"/>
                </a:moveTo>
                <a:lnTo>
                  <a:pt x="185178" y="403860"/>
                </a:lnTo>
                <a:lnTo>
                  <a:pt x="94551" y="367284"/>
                </a:lnTo>
                <a:lnTo>
                  <a:pt x="76835" y="360197"/>
                </a:lnTo>
                <a:lnTo>
                  <a:pt x="69532" y="356997"/>
                </a:lnTo>
                <a:lnTo>
                  <a:pt x="64782" y="354380"/>
                </a:lnTo>
                <a:lnTo>
                  <a:pt x="62484" y="352044"/>
                </a:lnTo>
                <a:lnTo>
                  <a:pt x="59436" y="350520"/>
                </a:lnTo>
                <a:lnTo>
                  <a:pt x="57912" y="347472"/>
                </a:lnTo>
                <a:lnTo>
                  <a:pt x="57912" y="342900"/>
                </a:lnTo>
                <a:lnTo>
                  <a:pt x="53340" y="342900"/>
                </a:lnTo>
                <a:lnTo>
                  <a:pt x="53340" y="381000"/>
                </a:lnTo>
                <a:lnTo>
                  <a:pt x="57912" y="381000"/>
                </a:lnTo>
                <a:lnTo>
                  <a:pt x="57912" y="374904"/>
                </a:lnTo>
                <a:lnTo>
                  <a:pt x="59499" y="371792"/>
                </a:lnTo>
                <a:lnTo>
                  <a:pt x="64008" y="367284"/>
                </a:lnTo>
                <a:lnTo>
                  <a:pt x="67056" y="367284"/>
                </a:lnTo>
                <a:lnTo>
                  <a:pt x="71285" y="367842"/>
                </a:lnTo>
                <a:lnTo>
                  <a:pt x="76962" y="369379"/>
                </a:lnTo>
                <a:lnTo>
                  <a:pt x="83769" y="371792"/>
                </a:lnTo>
                <a:lnTo>
                  <a:pt x="91440" y="374904"/>
                </a:lnTo>
                <a:lnTo>
                  <a:pt x="124968" y="387096"/>
                </a:lnTo>
                <a:lnTo>
                  <a:pt x="82296" y="406908"/>
                </a:lnTo>
                <a:lnTo>
                  <a:pt x="73152" y="411480"/>
                </a:lnTo>
                <a:lnTo>
                  <a:pt x="67056" y="413004"/>
                </a:lnTo>
                <a:lnTo>
                  <a:pt x="62484" y="413004"/>
                </a:lnTo>
                <a:lnTo>
                  <a:pt x="59436" y="409956"/>
                </a:lnTo>
                <a:lnTo>
                  <a:pt x="59436" y="408432"/>
                </a:lnTo>
                <a:lnTo>
                  <a:pt x="57912" y="405384"/>
                </a:lnTo>
                <a:lnTo>
                  <a:pt x="57912" y="402336"/>
                </a:lnTo>
                <a:lnTo>
                  <a:pt x="53340" y="402336"/>
                </a:lnTo>
                <a:lnTo>
                  <a:pt x="53340" y="463296"/>
                </a:lnTo>
                <a:lnTo>
                  <a:pt x="57912" y="463296"/>
                </a:lnTo>
                <a:lnTo>
                  <a:pt x="59436" y="460248"/>
                </a:lnTo>
                <a:lnTo>
                  <a:pt x="60960" y="455676"/>
                </a:lnTo>
                <a:lnTo>
                  <a:pt x="64008" y="454152"/>
                </a:lnTo>
                <a:lnTo>
                  <a:pt x="67144" y="451612"/>
                </a:lnTo>
                <a:lnTo>
                  <a:pt x="72009" y="448627"/>
                </a:lnTo>
                <a:lnTo>
                  <a:pt x="78574" y="445376"/>
                </a:lnTo>
                <a:lnTo>
                  <a:pt x="86868" y="441960"/>
                </a:lnTo>
                <a:lnTo>
                  <a:pt x="148247" y="413004"/>
                </a:lnTo>
                <a:lnTo>
                  <a:pt x="167640" y="403860"/>
                </a:lnTo>
                <a:lnTo>
                  <a:pt x="178308" y="408432"/>
                </a:lnTo>
                <a:lnTo>
                  <a:pt x="186588" y="411632"/>
                </a:lnTo>
                <a:lnTo>
                  <a:pt x="193167" y="414528"/>
                </a:lnTo>
                <a:lnTo>
                  <a:pt x="198018" y="417436"/>
                </a:lnTo>
                <a:lnTo>
                  <a:pt x="204216" y="423672"/>
                </a:lnTo>
                <a:lnTo>
                  <a:pt x="204216" y="428244"/>
                </a:lnTo>
                <a:lnTo>
                  <a:pt x="202692" y="429768"/>
                </a:lnTo>
                <a:lnTo>
                  <a:pt x="192024" y="429768"/>
                </a:lnTo>
                <a:lnTo>
                  <a:pt x="188976" y="431292"/>
                </a:lnTo>
                <a:lnTo>
                  <a:pt x="184404" y="435864"/>
                </a:lnTo>
                <a:lnTo>
                  <a:pt x="182880" y="438912"/>
                </a:lnTo>
                <a:lnTo>
                  <a:pt x="182880" y="448056"/>
                </a:lnTo>
                <a:lnTo>
                  <a:pt x="184404" y="451104"/>
                </a:lnTo>
                <a:lnTo>
                  <a:pt x="190500" y="457200"/>
                </a:lnTo>
                <a:lnTo>
                  <a:pt x="193548" y="458724"/>
                </a:lnTo>
                <a:lnTo>
                  <a:pt x="204216" y="458724"/>
                </a:lnTo>
                <a:lnTo>
                  <a:pt x="208788" y="457200"/>
                </a:lnTo>
                <a:lnTo>
                  <a:pt x="211836" y="452628"/>
                </a:lnTo>
                <a:lnTo>
                  <a:pt x="216408" y="448056"/>
                </a:lnTo>
                <a:lnTo>
                  <a:pt x="217932" y="443484"/>
                </a:lnTo>
                <a:lnTo>
                  <a:pt x="217932" y="426720"/>
                </a:lnTo>
                <a:close/>
              </a:path>
            </a:pathLst>
          </a:custGeom>
          <a:solidFill>
            <a:srgbClr val="0000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5" name="Google Shape;5615;p88"/>
          <p:cNvSpPr/>
          <p:nvPr/>
        </p:nvSpPr>
        <p:spPr>
          <a:xfrm>
            <a:off x="3482340" y="4721352"/>
            <a:ext cx="10795" cy="129539"/>
          </a:xfrm>
          <a:custGeom>
            <a:rect b="b" l="l" r="r" t="t"/>
            <a:pathLst>
              <a:path extrusionOk="0" h="129539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16" name="Google Shape;5616;p88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400044" y="2973324"/>
            <a:ext cx="150876" cy="182879"/>
          </a:xfrm>
          <a:prstGeom prst="rect">
            <a:avLst/>
          </a:prstGeom>
          <a:noFill/>
          <a:ln>
            <a:noFill/>
          </a:ln>
        </p:spPr>
      </p:pic>
      <p:pic>
        <p:nvPicPr>
          <p:cNvPr id="5617" name="Google Shape;5617;p88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3375659" y="3203447"/>
            <a:ext cx="457200" cy="1453895"/>
          </a:xfrm>
          <a:prstGeom prst="rect">
            <a:avLst/>
          </a:prstGeom>
          <a:noFill/>
          <a:ln>
            <a:noFill/>
          </a:ln>
        </p:spPr>
      </p:pic>
      <p:sp>
        <p:nvSpPr>
          <p:cNvPr id="5618" name="Google Shape;5618;p88"/>
          <p:cNvSpPr/>
          <p:nvPr/>
        </p:nvSpPr>
        <p:spPr>
          <a:xfrm>
            <a:off x="3375647" y="2290572"/>
            <a:ext cx="175260" cy="603885"/>
          </a:xfrm>
          <a:custGeom>
            <a:rect b="b" l="l" r="r" t="t"/>
            <a:pathLst>
              <a:path extrusionOk="0" h="603885" w="175260">
                <a:moveTo>
                  <a:pt x="172224" y="301752"/>
                </a:moveTo>
                <a:lnTo>
                  <a:pt x="169176" y="301752"/>
                </a:lnTo>
                <a:lnTo>
                  <a:pt x="169176" y="316992"/>
                </a:lnTo>
                <a:lnTo>
                  <a:pt x="167652" y="320040"/>
                </a:lnTo>
                <a:lnTo>
                  <a:pt x="163080" y="323088"/>
                </a:lnTo>
                <a:lnTo>
                  <a:pt x="160032" y="326136"/>
                </a:lnTo>
                <a:lnTo>
                  <a:pt x="153936" y="327660"/>
                </a:lnTo>
                <a:lnTo>
                  <a:pt x="68592" y="327660"/>
                </a:lnTo>
                <a:lnTo>
                  <a:pt x="68592" y="298704"/>
                </a:lnTo>
                <a:lnTo>
                  <a:pt x="60972" y="298704"/>
                </a:lnTo>
                <a:lnTo>
                  <a:pt x="60972" y="327660"/>
                </a:lnTo>
                <a:lnTo>
                  <a:pt x="51828" y="327660"/>
                </a:lnTo>
                <a:lnTo>
                  <a:pt x="12204" y="323088"/>
                </a:lnTo>
                <a:lnTo>
                  <a:pt x="10680" y="320040"/>
                </a:lnTo>
                <a:lnTo>
                  <a:pt x="7632" y="316992"/>
                </a:lnTo>
                <a:lnTo>
                  <a:pt x="7632" y="304800"/>
                </a:lnTo>
                <a:lnTo>
                  <a:pt x="9156" y="301752"/>
                </a:lnTo>
                <a:lnTo>
                  <a:pt x="13728" y="297180"/>
                </a:lnTo>
                <a:lnTo>
                  <a:pt x="22872" y="291084"/>
                </a:lnTo>
                <a:lnTo>
                  <a:pt x="28968" y="284988"/>
                </a:lnTo>
                <a:lnTo>
                  <a:pt x="30492" y="281940"/>
                </a:lnTo>
                <a:lnTo>
                  <a:pt x="30492" y="278892"/>
                </a:lnTo>
                <a:lnTo>
                  <a:pt x="28968" y="275844"/>
                </a:lnTo>
                <a:lnTo>
                  <a:pt x="24396" y="271272"/>
                </a:lnTo>
                <a:lnTo>
                  <a:pt x="18300" y="271272"/>
                </a:lnTo>
                <a:lnTo>
                  <a:pt x="22872" y="266700"/>
                </a:lnTo>
                <a:lnTo>
                  <a:pt x="24396" y="263652"/>
                </a:lnTo>
                <a:lnTo>
                  <a:pt x="24396" y="257556"/>
                </a:lnTo>
                <a:lnTo>
                  <a:pt x="22872" y="254508"/>
                </a:lnTo>
                <a:lnTo>
                  <a:pt x="18300" y="249936"/>
                </a:lnTo>
                <a:lnTo>
                  <a:pt x="15252" y="248412"/>
                </a:lnTo>
                <a:lnTo>
                  <a:pt x="9156" y="248412"/>
                </a:lnTo>
                <a:lnTo>
                  <a:pt x="3060" y="251460"/>
                </a:lnTo>
                <a:lnTo>
                  <a:pt x="12" y="257556"/>
                </a:lnTo>
                <a:lnTo>
                  <a:pt x="12" y="263652"/>
                </a:lnTo>
                <a:lnTo>
                  <a:pt x="3060" y="269748"/>
                </a:lnTo>
                <a:lnTo>
                  <a:pt x="9156" y="272796"/>
                </a:lnTo>
                <a:lnTo>
                  <a:pt x="12204" y="272796"/>
                </a:lnTo>
                <a:lnTo>
                  <a:pt x="7632" y="277368"/>
                </a:lnTo>
                <a:lnTo>
                  <a:pt x="4508" y="283108"/>
                </a:lnTo>
                <a:lnTo>
                  <a:pt x="2108" y="288988"/>
                </a:lnTo>
                <a:lnTo>
                  <a:pt x="558" y="295160"/>
                </a:lnTo>
                <a:lnTo>
                  <a:pt x="12" y="301752"/>
                </a:lnTo>
                <a:lnTo>
                  <a:pt x="12" y="309372"/>
                </a:lnTo>
                <a:lnTo>
                  <a:pt x="25920" y="341376"/>
                </a:lnTo>
                <a:lnTo>
                  <a:pt x="31915" y="344258"/>
                </a:lnTo>
                <a:lnTo>
                  <a:pt x="38493" y="346138"/>
                </a:lnTo>
                <a:lnTo>
                  <a:pt x="45631" y="347167"/>
                </a:lnTo>
                <a:lnTo>
                  <a:pt x="53352" y="347472"/>
                </a:lnTo>
                <a:lnTo>
                  <a:pt x="60972" y="347472"/>
                </a:lnTo>
                <a:lnTo>
                  <a:pt x="60972" y="368808"/>
                </a:lnTo>
                <a:lnTo>
                  <a:pt x="68592" y="368808"/>
                </a:lnTo>
                <a:lnTo>
                  <a:pt x="68592" y="347472"/>
                </a:lnTo>
                <a:lnTo>
                  <a:pt x="156984" y="347472"/>
                </a:lnTo>
                <a:lnTo>
                  <a:pt x="160032" y="348996"/>
                </a:lnTo>
                <a:lnTo>
                  <a:pt x="163080" y="348996"/>
                </a:lnTo>
                <a:lnTo>
                  <a:pt x="164604" y="352044"/>
                </a:lnTo>
                <a:lnTo>
                  <a:pt x="166128" y="353568"/>
                </a:lnTo>
                <a:lnTo>
                  <a:pt x="169176" y="359664"/>
                </a:lnTo>
                <a:lnTo>
                  <a:pt x="169176" y="368808"/>
                </a:lnTo>
                <a:lnTo>
                  <a:pt x="172224" y="368808"/>
                </a:lnTo>
                <a:lnTo>
                  <a:pt x="172224" y="301752"/>
                </a:lnTo>
                <a:close/>
              </a:path>
              <a:path extrusionOk="0" h="603885" w="175260">
                <a:moveTo>
                  <a:pt x="172224" y="233172"/>
                </a:moveTo>
                <a:lnTo>
                  <a:pt x="169176" y="233172"/>
                </a:lnTo>
                <a:lnTo>
                  <a:pt x="169176" y="239268"/>
                </a:lnTo>
                <a:lnTo>
                  <a:pt x="167652" y="242316"/>
                </a:lnTo>
                <a:lnTo>
                  <a:pt x="167652" y="243840"/>
                </a:lnTo>
                <a:lnTo>
                  <a:pt x="164604" y="246888"/>
                </a:lnTo>
                <a:lnTo>
                  <a:pt x="161556" y="248412"/>
                </a:lnTo>
                <a:lnTo>
                  <a:pt x="160032" y="249936"/>
                </a:lnTo>
                <a:lnTo>
                  <a:pt x="57924" y="249936"/>
                </a:lnTo>
                <a:lnTo>
                  <a:pt x="57924" y="256032"/>
                </a:lnTo>
                <a:lnTo>
                  <a:pt x="71640" y="288036"/>
                </a:lnTo>
                <a:lnTo>
                  <a:pt x="74688" y="286512"/>
                </a:lnTo>
                <a:lnTo>
                  <a:pt x="73164" y="283464"/>
                </a:lnTo>
                <a:lnTo>
                  <a:pt x="73164" y="274320"/>
                </a:lnTo>
                <a:lnTo>
                  <a:pt x="74688" y="274320"/>
                </a:lnTo>
                <a:lnTo>
                  <a:pt x="74688" y="272796"/>
                </a:lnTo>
                <a:lnTo>
                  <a:pt x="77736" y="271272"/>
                </a:lnTo>
                <a:lnTo>
                  <a:pt x="79260" y="271272"/>
                </a:lnTo>
                <a:lnTo>
                  <a:pt x="83299" y="270395"/>
                </a:lnTo>
                <a:lnTo>
                  <a:pt x="88785" y="269938"/>
                </a:lnTo>
                <a:lnTo>
                  <a:pt x="97002" y="269748"/>
                </a:lnTo>
                <a:lnTo>
                  <a:pt x="160032" y="269748"/>
                </a:lnTo>
                <a:lnTo>
                  <a:pt x="161556" y="271272"/>
                </a:lnTo>
                <a:lnTo>
                  <a:pt x="164604" y="272796"/>
                </a:lnTo>
                <a:lnTo>
                  <a:pt x="167652" y="275844"/>
                </a:lnTo>
                <a:lnTo>
                  <a:pt x="167652" y="277368"/>
                </a:lnTo>
                <a:lnTo>
                  <a:pt x="169176" y="281940"/>
                </a:lnTo>
                <a:lnTo>
                  <a:pt x="169176" y="286512"/>
                </a:lnTo>
                <a:lnTo>
                  <a:pt x="172224" y="286512"/>
                </a:lnTo>
                <a:lnTo>
                  <a:pt x="172224" y="269748"/>
                </a:lnTo>
                <a:lnTo>
                  <a:pt x="172224" y="233172"/>
                </a:lnTo>
                <a:close/>
              </a:path>
              <a:path extrusionOk="0" h="603885" w="175260">
                <a:moveTo>
                  <a:pt x="172224" y="105156"/>
                </a:moveTo>
                <a:lnTo>
                  <a:pt x="169176" y="105156"/>
                </a:lnTo>
                <a:lnTo>
                  <a:pt x="169176" y="109728"/>
                </a:lnTo>
                <a:lnTo>
                  <a:pt x="167652" y="112776"/>
                </a:lnTo>
                <a:lnTo>
                  <a:pt x="167652" y="115824"/>
                </a:lnTo>
                <a:lnTo>
                  <a:pt x="164604" y="118872"/>
                </a:lnTo>
                <a:lnTo>
                  <a:pt x="161556" y="120396"/>
                </a:lnTo>
                <a:lnTo>
                  <a:pt x="160032" y="120396"/>
                </a:lnTo>
                <a:lnTo>
                  <a:pt x="153936" y="121920"/>
                </a:lnTo>
                <a:lnTo>
                  <a:pt x="82308" y="121920"/>
                </a:lnTo>
                <a:lnTo>
                  <a:pt x="77736" y="123444"/>
                </a:lnTo>
                <a:lnTo>
                  <a:pt x="70116" y="126492"/>
                </a:lnTo>
                <a:lnTo>
                  <a:pt x="65544" y="129540"/>
                </a:lnTo>
                <a:lnTo>
                  <a:pt x="59448" y="138684"/>
                </a:lnTo>
                <a:lnTo>
                  <a:pt x="57924" y="144780"/>
                </a:lnTo>
                <a:lnTo>
                  <a:pt x="57924" y="150876"/>
                </a:lnTo>
                <a:lnTo>
                  <a:pt x="59347" y="160045"/>
                </a:lnTo>
                <a:lnTo>
                  <a:pt x="63639" y="169354"/>
                </a:lnTo>
                <a:lnTo>
                  <a:pt x="70777" y="178955"/>
                </a:lnTo>
                <a:lnTo>
                  <a:pt x="80784" y="188976"/>
                </a:lnTo>
                <a:lnTo>
                  <a:pt x="57924" y="188976"/>
                </a:lnTo>
                <a:lnTo>
                  <a:pt x="57924" y="193548"/>
                </a:lnTo>
                <a:lnTo>
                  <a:pt x="71640" y="227076"/>
                </a:lnTo>
                <a:lnTo>
                  <a:pt x="74688" y="224028"/>
                </a:lnTo>
                <a:lnTo>
                  <a:pt x="73164" y="220980"/>
                </a:lnTo>
                <a:lnTo>
                  <a:pt x="73164" y="213360"/>
                </a:lnTo>
                <a:lnTo>
                  <a:pt x="74688" y="211836"/>
                </a:lnTo>
                <a:lnTo>
                  <a:pt x="74688" y="210312"/>
                </a:lnTo>
                <a:lnTo>
                  <a:pt x="77736" y="210312"/>
                </a:lnTo>
                <a:lnTo>
                  <a:pt x="80784" y="208788"/>
                </a:lnTo>
                <a:lnTo>
                  <a:pt x="161556" y="208788"/>
                </a:lnTo>
                <a:lnTo>
                  <a:pt x="164604" y="211836"/>
                </a:lnTo>
                <a:lnTo>
                  <a:pt x="167652" y="213360"/>
                </a:lnTo>
                <a:lnTo>
                  <a:pt x="169176" y="216408"/>
                </a:lnTo>
                <a:lnTo>
                  <a:pt x="169176" y="225552"/>
                </a:lnTo>
                <a:lnTo>
                  <a:pt x="172224" y="225552"/>
                </a:lnTo>
                <a:lnTo>
                  <a:pt x="172224" y="172212"/>
                </a:lnTo>
                <a:lnTo>
                  <a:pt x="169176" y="172212"/>
                </a:lnTo>
                <a:lnTo>
                  <a:pt x="169176" y="176784"/>
                </a:lnTo>
                <a:lnTo>
                  <a:pt x="167652" y="181356"/>
                </a:lnTo>
                <a:lnTo>
                  <a:pt x="167652" y="182880"/>
                </a:lnTo>
                <a:lnTo>
                  <a:pt x="164604" y="185928"/>
                </a:lnTo>
                <a:lnTo>
                  <a:pt x="161556" y="187452"/>
                </a:lnTo>
                <a:lnTo>
                  <a:pt x="160032" y="187452"/>
                </a:lnTo>
                <a:lnTo>
                  <a:pt x="155460" y="188976"/>
                </a:lnTo>
                <a:lnTo>
                  <a:pt x="88404" y="188976"/>
                </a:lnTo>
                <a:lnTo>
                  <a:pt x="81521" y="181216"/>
                </a:lnTo>
                <a:lnTo>
                  <a:pt x="76784" y="173736"/>
                </a:lnTo>
                <a:lnTo>
                  <a:pt x="74041" y="166268"/>
                </a:lnTo>
                <a:lnTo>
                  <a:pt x="73164" y="158496"/>
                </a:lnTo>
                <a:lnTo>
                  <a:pt x="73164" y="152400"/>
                </a:lnTo>
                <a:lnTo>
                  <a:pt x="74688" y="147828"/>
                </a:lnTo>
                <a:lnTo>
                  <a:pt x="79260" y="144780"/>
                </a:lnTo>
                <a:lnTo>
                  <a:pt x="83832" y="143256"/>
                </a:lnTo>
                <a:lnTo>
                  <a:pt x="91452" y="141732"/>
                </a:lnTo>
                <a:lnTo>
                  <a:pt x="163080" y="141732"/>
                </a:lnTo>
                <a:lnTo>
                  <a:pt x="164604" y="143256"/>
                </a:lnTo>
                <a:lnTo>
                  <a:pt x="166128" y="146304"/>
                </a:lnTo>
                <a:lnTo>
                  <a:pt x="167652" y="147828"/>
                </a:lnTo>
                <a:lnTo>
                  <a:pt x="169176" y="150876"/>
                </a:lnTo>
                <a:lnTo>
                  <a:pt x="169176" y="158496"/>
                </a:lnTo>
                <a:lnTo>
                  <a:pt x="172224" y="158496"/>
                </a:lnTo>
                <a:lnTo>
                  <a:pt x="172224" y="105156"/>
                </a:lnTo>
                <a:close/>
              </a:path>
              <a:path extrusionOk="0" h="603885" w="175260">
                <a:moveTo>
                  <a:pt x="175260" y="522732"/>
                </a:moveTo>
                <a:lnTo>
                  <a:pt x="161544" y="490728"/>
                </a:lnTo>
                <a:lnTo>
                  <a:pt x="158496" y="492252"/>
                </a:lnTo>
                <a:lnTo>
                  <a:pt x="160020" y="495300"/>
                </a:lnTo>
                <a:lnTo>
                  <a:pt x="160020" y="502920"/>
                </a:lnTo>
                <a:lnTo>
                  <a:pt x="156972" y="505968"/>
                </a:lnTo>
                <a:lnTo>
                  <a:pt x="152400" y="505968"/>
                </a:lnTo>
                <a:lnTo>
                  <a:pt x="149352" y="507492"/>
                </a:lnTo>
                <a:lnTo>
                  <a:pt x="0" y="507492"/>
                </a:lnTo>
                <a:lnTo>
                  <a:pt x="0" y="512064"/>
                </a:lnTo>
                <a:lnTo>
                  <a:pt x="13716" y="544068"/>
                </a:lnTo>
                <a:lnTo>
                  <a:pt x="16764" y="542544"/>
                </a:lnTo>
                <a:lnTo>
                  <a:pt x="13716" y="536448"/>
                </a:lnTo>
                <a:lnTo>
                  <a:pt x="13716" y="533400"/>
                </a:lnTo>
                <a:lnTo>
                  <a:pt x="16764" y="530352"/>
                </a:lnTo>
                <a:lnTo>
                  <a:pt x="16764" y="528828"/>
                </a:lnTo>
                <a:lnTo>
                  <a:pt x="22860" y="528828"/>
                </a:lnTo>
                <a:lnTo>
                  <a:pt x="25908" y="527304"/>
                </a:lnTo>
                <a:lnTo>
                  <a:pt x="67056" y="527304"/>
                </a:lnTo>
                <a:lnTo>
                  <a:pt x="63055" y="532193"/>
                </a:lnTo>
                <a:lnTo>
                  <a:pt x="60198" y="537781"/>
                </a:lnTo>
                <a:lnTo>
                  <a:pt x="60159" y="537972"/>
                </a:lnTo>
                <a:lnTo>
                  <a:pt x="58483" y="544245"/>
                </a:lnTo>
                <a:lnTo>
                  <a:pt x="57912" y="551688"/>
                </a:lnTo>
                <a:lnTo>
                  <a:pt x="77724" y="588264"/>
                </a:lnTo>
                <a:lnTo>
                  <a:pt x="120396" y="603504"/>
                </a:lnTo>
                <a:lnTo>
                  <a:pt x="132486" y="602627"/>
                </a:lnTo>
                <a:lnTo>
                  <a:pt x="132257" y="602627"/>
                </a:lnTo>
                <a:lnTo>
                  <a:pt x="142494" y="600075"/>
                </a:lnTo>
                <a:lnTo>
                  <a:pt x="151688" y="595795"/>
                </a:lnTo>
                <a:lnTo>
                  <a:pt x="160020" y="589788"/>
                </a:lnTo>
                <a:lnTo>
                  <a:pt x="166268" y="583526"/>
                </a:lnTo>
                <a:lnTo>
                  <a:pt x="168173" y="580644"/>
                </a:lnTo>
                <a:lnTo>
                  <a:pt x="171069" y="576262"/>
                </a:lnTo>
                <a:lnTo>
                  <a:pt x="174167" y="568147"/>
                </a:lnTo>
                <a:lnTo>
                  <a:pt x="175221" y="559689"/>
                </a:lnTo>
                <a:lnTo>
                  <a:pt x="175260" y="553212"/>
                </a:lnTo>
                <a:lnTo>
                  <a:pt x="173736" y="548640"/>
                </a:lnTo>
                <a:lnTo>
                  <a:pt x="170688" y="542544"/>
                </a:lnTo>
                <a:lnTo>
                  <a:pt x="167640" y="537972"/>
                </a:lnTo>
                <a:lnTo>
                  <a:pt x="163068" y="531876"/>
                </a:lnTo>
                <a:lnTo>
                  <a:pt x="160020" y="529590"/>
                </a:lnTo>
                <a:lnTo>
                  <a:pt x="160020" y="541020"/>
                </a:lnTo>
                <a:lnTo>
                  <a:pt x="160020" y="547116"/>
                </a:lnTo>
                <a:lnTo>
                  <a:pt x="131445" y="578167"/>
                </a:lnTo>
                <a:lnTo>
                  <a:pt x="109728" y="580644"/>
                </a:lnTo>
                <a:lnTo>
                  <a:pt x="98894" y="580059"/>
                </a:lnTo>
                <a:lnTo>
                  <a:pt x="89344" y="578167"/>
                </a:lnTo>
                <a:lnTo>
                  <a:pt x="81229" y="574865"/>
                </a:lnTo>
                <a:lnTo>
                  <a:pt x="68580" y="565404"/>
                </a:lnTo>
                <a:lnTo>
                  <a:pt x="65532" y="559308"/>
                </a:lnTo>
                <a:lnTo>
                  <a:pt x="65532" y="544068"/>
                </a:lnTo>
                <a:lnTo>
                  <a:pt x="68580" y="541020"/>
                </a:lnTo>
                <a:lnTo>
                  <a:pt x="70104" y="536448"/>
                </a:lnTo>
                <a:lnTo>
                  <a:pt x="74676" y="533400"/>
                </a:lnTo>
                <a:lnTo>
                  <a:pt x="79248" y="531876"/>
                </a:lnTo>
                <a:lnTo>
                  <a:pt x="82296" y="528828"/>
                </a:lnTo>
                <a:lnTo>
                  <a:pt x="88392" y="527304"/>
                </a:lnTo>
                <a:lnTo>
                  <a:pt x="147828" y="527304"/>
                </a:lnTo>
                <a:lnTo>
                  <a:pt x="155448" y="533400"/>
                </a:lnTo>
                <a:lnTo>
                  <a:pt x="160020" y="541020"/>
                </a:lnTo>
                <a:lnTo>
                  <a:pt x="160020" y="529590"/>
                </a:lnTo>
                <a:lnTo>
                  <a:pt x="156972" y="527304"/>
                </a:lnTo>
                <a:lnTo>
                  <a:pt x="175260" y="527304"/>
                </a:lnTo>
                <a:lnTo>
                  <a:pt x="175260" y="522732"/>
                </a:lnTo>
                <a:close/>
              </a:path>
              <a:path extrusionOk="0" h="603885" w="175260">
                <a:moveTo>
                  <a:pt x="175260" y="431292"/>
                </a:moveTo>
                <a:lnTo>
                  <a:pt x="154647" y="395668"/>
                </a:lnTo>
                <a:lnTo>
                  <a:pt x="131064" y="387096"/>
                </a:lnTo>
                <a:lnTo>
                  <a:pt x="129540" y="390144"/>
                </a:lnTo>
                <a:lnTo>
                  <a:pt x="138684" y="393192"/>
                </a:lnTo>
                <a:lnTo>
                  <a:pt x="146304" y="397764"/>
                </a:lnTo>
                <a:lnTo>
                  <a:pt x="149352" y="403860"/>
                </a:lnTo>
                <a:lnTo>
                  <a:pt x="153924" y="408432"/>
                </a:lnTo>
                <a:lnTo>
                  <a:pt x="155448" y="414528"/>
                </a:lnTo>
                <a:lnTo>
                  <a:pt x="140208" y="449580"/>
                </a:lnTo>
                <a:lnTo>
                  <a:pt x="102108" y="461772"/>
                </a:lnTo>
                <a:lnTo>
                  <a:pt x="102108" y="411480"/>
                </a:lnTo>
                <a:lnTo>
                  <a:pt x="102108" y="387096"/>
                </a:lnTo>
                <a:lnTo>
                  <a:pt x="94488" y="387591"/>
                </a:lnTo>
                <a:lnTo>
                  <a:pt x="94488" y="411480"/>
                </a:lnTo>
                <a:lnTo>
                  <a:pt x="94488" y="461772"/>
                </a:lnTo>
                <a:lnTo>
                  <a:pt x="85344" y="460248"/>
                </a:lnTo>
                <a:lnTo>
                  <a:pt x="77724" y="457200"/>
                </a:lnTo>
                <a:lnTo>
                  <a:pt x="67056" y="446532"/>
                </a:lnTo>
                <a:lnTo>
                  <a:pt x="65532" y="441960"/>
                </a:lnTo>
                <a:lnTo>
                  <a:pt x="65532" y="429768"/>
                </a:lnTo>
                <a:lnTo>
                  <a:pt x="67056" y="426720"/>
                </a:lnTo>
                <a:lnTo>
                  <a:pt x="68580" y="422148"/>
                </a:lnTo>
                <a:lnTo>
                  <a:pt x="74676" y="416052"/>
                </a:lnTo>
                <a:lnTo>
                  <a:pt x="79248" y="413004"/>
                </a:lnTo>
                <a:lnTo>
                  <a:pt x="82296" y="413004"/>
                </a:lnTo>
                <a:lnTo>
                  <a:pt x="86868" y="411480"/>
                </a:lnTo>
                <a:lnTo>
                  <a:pt x="94488" y="411480"/>
                </a:lnTo>
                <a:lnTo>
                  <a:pt x="94488" y="387591"/>
                </a:lnTo>
                <a:lnTo>
                  <a:pt x="60579" y="412242"/>
                </a:lnTo>
                <a:lnTo>
                  <a:pt x="58420" y="422148"/>
                </a:lnTo>
                <a:lnTo>
                  <a:pt x="58381" y="422681"/>
                </a:lnTo>
                <a:lnTo>
                  <a:pt x="73152" y="464820"/>
                </a:lnTo>
                <a:lnTo>
                  <a:pt x="117348" y="480060"/>
                </a:lnTo>
                <a:lnTo>
                  <a:pt x="130594" y="479183"/>
                </a:lnTo>
                <a:lnTo>
                  <a:pt x="130340" y="479183"/>
                </a:lnTo>
                <a:lnTo>
                  <a:pt x="141541" y="476631"/>
                </a:lnTo>
                <a:lnTo>
                  <a:pt x="171069" y="449961"/>
                </a:lnTo>
                <a:lnTo>
                  <a:pt x="174167" y="441058"/>
                </a:lnTo>
                <a:lnTo>
                  <a:pt x="175260" y="431292"/>
                </a:lnTo>
                <a:close/>
              </a:path>
              <a:path extrusionOk="0" h="603885" w="175260">
                <a:moveTo>
                  <a:pt x="175260" y="45720"/>
                </a:moveTo>
                <a:lnTo>
                  <a:pt x="174409" y="36893"/>
                </a:lnTo>
                <a:lnTo>
                  <a:pt x="174307" y="36576"/>
                </a:lnTo>
                <a:lnTo>
                  <a:pt x="171831" y="28765"/>
                </a:lnTo>
                <a:lnTo>
                  <a:pt x="139687" y="1955"/>
                </a:lnTo>
                <a:lnTo>
                  <a:pt x="131064" y="0"/>
                </a:lnTo>
                <a:lnTo>
                  <a:pt x="129540" y="3048"/>
                </a:lnTo>
                <a:lnTo>
                  <a:pt x="138684" y="7620"/>
                </a:lnTo>
                <a:lnTo>
                  <a:pt x="146304" y="12192"/>
                </a:lnTo>
                <a:lnTo>
                  <a:pt x="149352" y="16764"/>
                </a:lnTo>
                <a:lnTo>
                  <a:pt x="153924" y="22860"/>
                </a:lnTo>
                <a:lnTo>
                  <a:pt x="155409" y="28765"/>
                </a:lnTo>
                <a:lnTo>
                  <a:pt x="155282" y="36576"/>
                </a:lnTo>
                <a:lnTo>
                  <a:pt x="155244" y="36893"/>
                </a:lnTo>
                <a:lnTo>
                  <a:pt x="154584" y="42672"/>
                </a:lnTo>
                <a:lnTo>
                  <a:pt x="124333" y="72085"/>
                </a:lnTo>
                <a:lnTo>
                  <a:pt x="124663" y="72085"/>
                </a:lnTo>
                <a:lnTo>
                  <a:pt x="113855" y="74091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85344" y="74676"/>
                </a:lnTo>
                <a:lnTo>
                  <a:pt x="77724" y="71628"/>
                </a:lnTo>
                <a:lnTo>
                  <a:pt x="73152" y="65532"/>
                </a:lnTo>
                <a:lnTo>
                  <a:pt x="67056" y="60960"/>
                </a:lnTo>
                <a:lnTo>
                  <a:pt x="65532" y="54864"/>
                </a:lnTo>
                <a:lnTo>
                  <a:pt x="65532" y="44196"/>
                </a:lnTo>
                <a:lnTo>
                  <a:pt x="79248" y="27432"/>
                </a:lnTo>
                <a:lnTo>
                  <a:pt x="82296" y="25908"/>
                </a:lnTo>
                <a:lnTo>
                  <a:pt x="86868" y="25908"/>
                </a:lnTo>
                <a:lnTo>
                  <a:pt x="94488" y="24384"/>
                </a:lnTo>
                <a:lnTo>
                  <a:pt x="94488" y="660"/>
                </a:lnTo>
                <a:lnTo>
                  <a:pt x="92392" y="838"/>
                </a:lnTo>
                <a:lnTo>
                  <a:pt x="60579" y="25717"/>
                </a:lnTo>
                <a:lnTo>
                  <a:pt x="60540" y="25908"/>
                </a:lnTo>
                <a:lnTo>
                  <a:pt x="58534" y="33845"/>
                </a:lnTo>
                <a:lnTo>
                  <a:pt x="58458" y="35052"/>
                </a:lnTo>
                <a:lnTo>
                  <a:pt x="58343" y="36576"/>
                </a:lnTo>
                <a:lnTo>
                  <a:pt x="58318" y="36893"/>
                </a:lnTo>
                <a:lnTo>
                  <a:pt x="57912" y="42672"/>
                </a:lnTo>
                <a:lnTo>
                  <a:pt x="58039" y="44196"/>
                </a:lnTo>
                <a:lnTo>
                  <a:pt x="58166" y="45720"/>
                </a:lnTo>
                <a:lnTo>
                  <a:pt x="58801" y="53530"/>
                </a:lnTo>
                <a:lnTo>
                  <a:pt x="81991" y="85255"/>
                </a:lnTo>
                <a:lnTo>
                  <a:pt x="117348" y="92964"/>
                </a:lnTo>
                <a:lnTo>
                  <a:pt x="130238" y="92113"/>
                </a:lnTo>
                <a:lnTo>
                  <a:pt x="141541" y="89535"/>
                </a:lnTo>
                <a:lnTo>
                  <a:pt x="151434" y="85255"/>
                </a:lnTo>
                <a:lnTo>
                  <a:pt x="160020" y="79248"/>
                </a:lnTo>
                <a:lnTo>
                  <a:pt x="164007" y="74676"/>
                </a:lnTo>
                <a:lnTo>
                  <a:pt x="166268" y="72085"/>
                </a:lnTo>
                <a:lnTo>
                  <a:pt x="171069" y="64198"/>
                </a:lnTo>
                <a:lnTo>
                  <a:pt x="171145" y="64008"/>
                </a:lnTo>
                <a:lnTo>
                  <a:pt x="174167" y="55460"/>
                </a:lnTo>
                <a:lnTo>
                  <a:pt x="174244" y="54864"/>
                </a:lnTo>
                <a:lnTo>
                  <a:pt x="175260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19" name="Google Shape;5619;p88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3375659" y="1869948"/>
            <a:ext cx="175260" cy="345948"/>
          </a:xfrm>
          <a:prstGeom prst="rect">
            <a:avLst/>
          </a:prstGeom>
          <a:noFill/>
          <a:ln>
            <a:noFill/>
          </a:ln>
        </p:spPr>
      </p:pic>
      <p:sp>
        <p:nvSpPr>
          <p:cNvPr id="5620" name="Google Shape;5620;p88"/>
          <p:cNvSpPr/>
          <p:nvPr/>
        </p:nvSpPr>
        <p:spPr>
          <a:xfrm>
            <a:off x="3681971" y="3892296"/>
            <a:ext cx="151130" cy="762000"/>
          </a:xfrm>
          <a:custGeom>
            <a:rect b="b" l="l" r="r" t="t"/>
            <a:pathLst>
              <a:path extrusionOk="0" h="762000" w="151129">
                <a:moveTo>
                  <a:pt x="147828" y="416052"/>
                </a:moveTo>
                <a:lnTo>
                  <a:pt x="144780" y="416052"/>
                </a:lnTo>
                <a:lnTo>
                  <a:pt x="144780" y="422148"/>
                </a:lnTo>
                <a:lnTo>
                  <a:pt x="143256" y="425196"/>
                </a:lnTo>
                <a:lnTo>
                  <a:pt x="141732" y="426720"/>
                </a:lnTo>
                <a:lnTo>
                  <a:pt x="141732" y="429768"/>
                </a:lnTo>
                <a:lnTo>
                  <a:pt x="140208" y="431292"/>
                </a:lnTo>
                <a:lnTo>
                  <a:pt x="137160" y="431292"/>
                </a:lnTo>
                <a:lnTo>
                  <a:pt x="135636" y="432816"/>
                </a:lnTo>
                <a:lnTo>
                  <a:pt x="65532" y="432816"/>
                </a:lnTo>
                <a:lnTo>
                  <a:pt x="33528" y="455676"/>
                </a:lnTo>
                <a:lnTo>
                  <a:pt x="33528" y="463296"/>
                </a:lnTo>
                <a:lnTo>
                  <a:pt x="34963" y="471805"/>
                </a:lnTo>
                <a:lnTo>
                  <a:pt x="39243" y="481012"/>
                </a:lnTo>
                <a:lnTo>
                  <a:pt x="46393" y="490524"/>
                </a:lnTo>
                <a:lnTo>
                  <a:pt x="56388" y="499872"/>
                </a:lnTo>
                <a:lnTo>
                  <a:pt x="33528" y="499872"/>
                </a:lnTo>
                <a:lnTo>
                  <a:pt x="33528" y="505968"/>
                </a:lnTo>
                <a:lnTo>
                  <a:pt x="47244" y="537972"/>
                </a:lnTo>
                <a:lnTo>
                  <a:pt x="50292" y="536448"/>
                </a:lnTo>
                <a:lnTo>
                  <a:pt x="47244" y="530352"/>
                </a:lnTo>
                <a:lnTo>
                  <a:pt x="47244" y="527304"/>
                </a:lnTo>
                <a:lnTo>
                  <a:pt x="48768" y="525780"/>
                </a:lnTo>
                <a:lnTo>
                  <a:pt x="48768" y="524256"/>
                </a:lnTo>
                <a:lnTo>
                  <a:pt x="51816" y="521208"/>
                </a:lnTo>
                <a:lnTo>
                  <a:pt x="54864" y="521208"/>
                </a:lnTo>
                <a:lnTo>
                  <a:pt x="71374" y="519925"/>
                </a:lnTo>
                <a:lnTo>
                  <a:pt x="80772" y="519684"/>
                </a:lnTo>
                <a:lnTo>
                  <a:pt x="131064" y="519684"/>
                </a:lnTo>
                <a:lnTo>
                  <a:pt x="137160" y="521208"/>
                </a:lnTo>
                <a:lnTo>
                  <a:pt x="140208" y="522732"/>
                </a:lnTo>
                <a:lnTo>
                  <a:pt x="143256" y="525780"/>
                </a:lnTo>
                <a:lnTo>
                  <a:pt x="144780" y="528828"/>
                </a:lnTo>
                <a:lnTo>
                  <a:pt x="144780" y="536448"/>
                </a:lnTo>
                <a:lnTo>
                  <a:pt x="147828" y="536448"/>
                </a:lnTo>
                <a:lnTo>
                  <a:pt x="147828" y="483108"/>
                </a:lnTo>
                <a:lnTo>
                  <a:pt x="144780" y="483108"/>
                </a:lnTo>
                <a:lnTo>
                  <a:pt x="144780" y="489204"/>
                </a:lnTo>
                <a:lnTo>
                  <a:pt x="143256" y="492252"/>
                </a:lnTo>
                <a:lnTo>
                  <a:pt x="143256" y="495300"/>
                </a:lnTo>
                <a:lnTo>
                  <a:pt x="140208" y="498348"/>
                </a:lnTo>
                <a:lnTo>
                  <a:pt x="137160" y="499872"/>
                </a:lnTo>
                <a:lnTo>
                  <a:pt x="64008" y="499872"/>
                </a:lnTo>
                <a:lnTo>
                  <a:pt x="57137" y="492785"/>
                </a:lnTo>
                <a:lnTo>
                  <a:pt x="52387" y="485394"/>
                </a:lnTo>
                <a:lnTo>
                  <a:pt x="49657" y="478015"/>
                </a:lnTo>
                <a:lnTo>
                  <a:pt x="48768" y="470916"/>
                </a:lnTo>
                <a:lnTo>
                  <a:pt x="48768" y="464820"/>
                </a:lnTo>
                <a:lnTo>
                  <a:pt x="50292" y="460248"/>
                </a:lnTo>
                <a:lnTo>
                  <a:pt x="59436" y="454152"/>
                </a:lnTo>
                <a:lnTo>
                  <a:pt x="67056" y="452628"/>
                </a:lnTo>
                <a:lnTo>
                  <a:pt x="134112" y="452628"/>
                </a:lnTo>
                <a:lnTo>
                  <a:pt x="134112" y="454152"/>
                </a:lnTo>
                <a:lnTo>
                  <a:pt x="137160" y="454152"/>
                </a:lnTo>
                <a:lnTo>
                  <a:pt x="140208" y="455676"/>
                </a:lnTo>
                <a:lnTo>
                  <a:pt x="141732" y="457200"/>
                </a:lnTo>
                <a:lnTo>
                  <a:pt x="144780" y="463296"/>
                </a:lnTo>
                <a:lnTo>
                  <a:pt x="144780" y="469392"/>
                </a:lnTo>
                <a:lnTo>
                  <a:pt x="147828" y="469392"/>
                </a:lnTo>
                <a:lnTo>
                  <a:pt x="147828" y="416052"/>
                </a:lnTo>
                <a:close/>
              </a:path>
              <a:path extrusionOk="0" h="762000" w="151129">
                <a:moveTo>
                  <a:pt x="147828" y="289560"/>
                </a:moveTo>
                <a:lnTo>
                  <a:pt x="144780" y="289560"/>
                </a:lnTo>
                <a:lnTo>
                  <a:pt x="144780" y="295656"/>
                </a:lnTo>
                <a:lnTo>
                  <a:pt x="141732" y="301752"/>
                </a:lnTo>
                <a:lnTo>
                  <a:pt x="141732" y="303276"/>
                </a:lnTo>
                <a:lnTo>
                  <a:pt x="140208" y="304800"/>
                </a:lnTo>
                <a:lnTo>
                  <a:pt x="137160" y="304800"/>
                </a:lnTo>
                <a:lnTo>
                  <a:pt x="135636" y="306324"/>
                </a:lnTo>
                <a:lnTo>
                  <a:pt x="65532" y="306324"/>
                </a:lnTo>
                <a:lnTo>
                  <a:pt x="57912" y="307848"/>
                </a:lnTo>
                <a:lnTo>
                  <a:pt x="33528" y="330708"/>
                </a:lnTo>
                <a:lnTo>
                  <a:pt x="33528" y="336804"/>
                </a:lnTo>
                <a:lnTo>
                  <a:pt x="34963" y="345948"/>
                </a:lnTo>
                <a:lnTo>
                  <a:pt x="39243" y="355092"/>
                </a:lnTo>
                <a:lnTo>
                  <a:pt x="46393" y="364236"/>
                </a:lnTo>
                <a:lnTo>
                  <a:pt x="56388" y="373380"/>
                </a:lnTo>
                <a:lnTo>
                  <a:pt x="33528" y="373380"/>
                </a:lnTo>
                <a:lnTo>
                  <a:pt x="33528" y="379476"/>
                </a:lnTo>
                <a:lnTo>
                  <a:pt x="47244" y="411480"/>
                </a:lnTo>
                <a:lnTo>
                  <a:pt x="50292" y="409956"/>
                </a:lnTo>
                <a:lnTo>
                  <a:pt x="48768" y="406908"/>
                </a:lnTo>
                <a:lnTo>
                  <a:pt x="47244" y="405384"/>
                </a:lnTo>
                <a:lnTo>
                  <a:pt x="47244" y="400812"/>
                </a:lnTo>
                <a:lnTo>
                  <a:pt x="48768" y="399288"/>
                </a:lnTo>
                <a:lnTo>
                  <a:pt x="48768" y="397764"/>
                </a:lnTo>
                <a:lnTo>
                  <a:pt x="51816" y="394716"/>
                </a:lnTo>
                <a:lnTo>
                  <a:pt x="54864" y="394716"/>
                </a:lnTo>
                <a:lnTo>
                  <a:pt x="58280" y="394487"/>
                </a:lnTo>
                <a:lnTo>
                  <a:pt x="63817" y="393954"/>
                </a:lnTo>
                <a:lnTo>
                  <a:pt x="71374" y="393433"/>
                </a:lnTo>
                <a:lnTo>
                  <a:pt x="80772" y="393192"/>
                </a:lnTo>
                <a:lnTo>
                  <a:pt x="131064" y="393192"/>
                </a:lnTo>
                <a:lnTo>
                  <a:pt x="137160" y="394716"/>
                </a:lnTo>
                <a:lnTo>
                  <a:pt x="140208" y="396240"/>
                </a:lnTo>
                <a:lnTo>
                  <a:pt x="143256" y="399288"/>
                </a:lnTo>
                <a:lnTo>
                  <a:pt x="144780" y="402336"/>
                </a:lnTo>
                <a:lnTo>
                  <a:pt x="144780" y="409956"/>
                </a:lnTo>
                <a:lnTo>
                  <a:pt x="147828" y="409956"/>
                </a:lnTo>
                <a:lnTo>
                  <a:pt x="147828" y="393192"/>
                </a:lnTo>
                <a:lnTo>
                  <a:pt x="147828" y="356616"/>
                </a:lnTo>
                <a:lnTo>
                  <a:pt x="144780" y="356616"/>
                </a:lnTo>
                <a:lnTo>
                  <a:pt x="144780" y="362712"/>
                </a:lnTo>
                <a:lnTo>
                  <a:pt x="143256" y="367284"/>
                </a:lnTo>
                <a:lnTo>
                  <a:pt x="143256" y="368808"/>
                </a:lnTo>
                <a:lnTo>
                  <a:pt x="140208" y="371856"/>
                </a:lnTo>
                <a:lnTo>
                  <a:pt x="137160" y="373380"/>
                </a:lnTo>
                <a:lnTo>
                  <a:pt x="64008" y="373380"/>
                </a:lnTo>
                <a:lnTo>
                  <a:pt x="57137" y="366509"/>
                </a:lnTo>
                <a:lnTo>
                  <a:pt x="52387" y="359473"/>
                </a:lnTo>
                <a:lnTo>
                  <a:pt x="49657" y="352171"/>
                </a:lnTo>
                <a:lnTo>
                  <a:pt x="48768" y="344424"/>
                </a:lnTo>
                <a:lnTo>
                  <a:pt x="48768" y="338328"/>
                </a:lnTo>
                <a:lnTo>
                  <a:pt x="50292" y="333756"/>
                </a:lnTo>
                <a:lnTo>
                  <a:pt x="59436" y="327660"/>
                </a:lnTo>
                <a:lnTo>
                  <a:pt x="67056" y="326136"/>
                </a:lnTo>
                <a:lnTo>
                  <a:pt x="129540" y="326136"/>
                </a:lnTo>
                <a:lnTo>
                  <a:pt x="134112" y="327660"/>
                </a:lnTo>
                <a:lnTo>
                  <a:pt x="137160" y="327660"/>
                </a:lnTo>
                <a:lnTo>
                  <a:pt x="140208" y="329184"/>
                </a:lnTo>
                <a:lnTo>
                  <a:pt x="141732" y="330708"/>
                </a:lnTo>
                <a:lnTo>
                  <a:pt x="144780" y="336804"/>
                </a:lnTo>
                <a:lnTo>
                  <a:pt x="144780" y="342900"/>
                </a:lnTo>
                <a:lnTo>
                  <a:pt x="147828" y="342900"/>
                </a:lnTo>
                <a:lnTo>
                  <a:pt x="147828" y="326136"/>
                </a:lnTo>
                <a:lnTo>
                  <a:pt x="147828" y="289560"/>
                </a:lnTo>
                <a:close/>
              </a:path>
              <a:path extrusionOk="0" h="762000" w="151129">
                <a:moveTo>
                  <a:pt x="150876" y="22860"/>
                </a:moveTo>
                <a:lnTo>
                  <a:pt x="126492" y="0"/>
                </a:lnTo>
                <a:lnTo>
                  <a:pt x="126492" y="6096"/>
                </a:lnTo>
                <a:lnTo>
                  <a:pt x="129540" y="7620"/>
                </a:lnTo>
                <a:lnTo>
                  <a:pt x="132588" y="10668"/>
                </a:lnTo>
                <a:lnTo>
                  <a:pt x="135636" y="16764"/>
                </a:lnTo>
                <a:lnTo>
                  <a:pt x="135636" y="22860"/>
                </a:lnTo>
                <a:lnTo>
                  <a:pt x="131064" y="27432"/>
                </a:lnTo>
                <a:lnTo>
                  <a:pt x="128016" y="28956"/>
                </a:lnTo>
                <a:lnTo>
                  <a:pt x="123444" y="30480"/>
                </a:lnTo>
                <a:lnTo>
                  <a:pt x="44196" y="30480"/>
                </a:lnTo>
                <a:lnTo>
                  <a:pt x="44196" y="4572"/>
                </a:lnTo>
                <a:lnTo>
                  <a:pt x="36576" y="4572"/>
                </a:lnTo>
                <a:lnTo>
                  <a:pt x="36576" y="30480"/>
                </a:lnTo>
                <a:lnTo>
                  <a:pt x="0" y="30480"/>
                </a:lnTo>
                <a:lnTo>
                  <a:pt x="0" y="33528"/>
                </a:lnTo>
                <a:lnTo>
                  <a:pt x="7620" y="36576"/>
                </a:lnTo>
                <a:lnTo>
                  <a:pt x="22860" y="44196"/>
                </a:lnTo>
                <a:lnTo>
                  <a:pt x="32004" y="53340"/>
                </a:lnTo>
                <a:lnTo>
                  <a:pt x="35052" y="59436"/>
                </a:lnTo>
                <a:lnTo>
                  <a:pt x="38100" y="64008"/>
                </a:lnTo>
                <a:lnTo>
                  <a:pt x="39624" y="68580"/>
                </a:lnTo>
                <a:lnTo>
                  <a:pt x="44196" y="68580"/>
                </a:lnTo>
                <a:lnTo>
                  <a:pt x="44196" y="50292"/>
                </a:lnTo>
                <a:lnTo>
                  <a:pt x="128016" y="50292"/>
                </a:lnTo>
                <a:lnTo>
                  <a:pt x="149352" y="35052"/>
                </a:lnTo>
                <a:lnTo>
                  <a:pt x="150876" y="32004"/>
                </a:lnTo>
                <a:lnTo>
                  <a:pt x="150876" y="22860"/>
                </a:lnTo>
                <a:close/>
              </a:path>
              <a:path extrusionOk="0" h="762000" w="151129">
                <a:moveTo>
                  <a:pt x="150888" y="714756"/>
                </a:moveTo>
                <a:lnTo>
                  <a:pt x="132384" y="680402"/>
                </a:lnTo>
                <a:lnTo>
                  <a:pt x="105168" y="669036"/>
                </a:lnTo>
                <a:lnTo>
                  <a:pt x="103644" y="672084"/>
                </a:lnTo>
                <a:lnTo>
                  <a:pt x="112788" y="676656"/>
                </a:lnTo>
                <a:lnTo>
                  <a:pt x="120408" y="681228"/>
                </a:lnTo>
                <a:lnTo>
                  <a:pt x="123456" y="685800"/>
                </a:lnTo>
                <a:lnTo>
                  <a:pt x="128028" y="691896"/>
                </a:lnTo>
                <a:lnTo>
                  <a:pt x="131076" y="697992"/>
                </a:lnTo>
                <a:lnTo>
                  <a:pt x="131076" y="705612"/>
                </a:lnTo>
                <a:lnTo>
                  <a:pt x="129971" y="713981"/>
                </a:lnTo>
                <a:lnTo>
                  <a:pt x="99453" y="739902"/>
                </a:lnTo>
                <a:lnTo>
                  <a:pt x="80784" y="742188"/>
                </a:lnTo>
                <a:lnTo>
                  <a:pt x="71272" y="741616"/>
                </a:lnTo>
                <a:lnTo>
                  <a:pt x="41160" y="722376"/>
                </a:lnTo>
                <a:lnTo>
                  <a:pt x="41160" y="705612"/>
                </a:lnTo>
                <a:lnTo>
                  <a:pt x="47256" y="699516"/>
                </a:lnTo>
                <a:lnTo>
                  <a:pt x="50304" y="697992"/>
                </a:lnTo>
                <a:lnTo>
                  <a:pt x="59448" y="697992"/>
                </a:lnTo>
                <a:lnTo>
                  <a:pt x="65544" y="694944"/>
                </a:lnTo>
                <a:lnTo>
                  <a:pt x="62496" y="673608"/>
                </a:lnTo>
                <a:lnTo>
                  <a:pt x="53352" y="673608"/>
                </a:lnTo>
                <a:lnTo>
                  <a:pt x="33540" y="710184"/>
                </a:lnTo>
                <a:lnTo>
                  <a:pt x="34417" y="720191"/>
                </a:lnTo>
                <a:lnTo>
                  <a:pt x="57581" y="753643"/>
                </a:lnTo>
                <a:lnTo>
                  <a:pt x="91452" y="762000"/>
                </a:lnTo>
                <a:lnTo>
                  <a:pt x="104330" y="761149"/>
                </a:lnTo>
                <a:lnTo>
                  <a:pt x="141236" y="741121"/>
                </a:lnTo>
                <a:lnTo>
                  <a:pt x="149758" y="724496"/>
                </a:lnTo>
                <a:lnTo>
                  <a:pt x="150888" y="714756"/>
                </a:lnTo>
                <a:close/>
              </a:path>
              <a:path extrusionOk="0" h="762000" w="151129">
                <a:moveTo>
                  <a:pt x="150888" y="600456"/>
                </a:moveTo>
                <a:lnTo>
                  <a:pt x="150761" y="598932"/>
                </a:lnTo>
                <a:lnTo>
                  <a:pt x="150329" y="593598"/>
                </a:lnTo>
                <a:lnTo>
                  <a:pt x="148793" y="586740"/>
                </a:lnTo>
                <a:lnTo>
                  <a:pt x="146380" y="579882"/>
                </a:lnTo>
                <a:lnTo>
                  <a:pt x="143268" y="573024"/>
                </a:lnTo>
                <a:lnTo>
                  <a:pt x="143268" y="588264"/>
                </a:lnTo>
                <a:lnTo>
                  <a:pt x="143268" y="595884"/>
                </a:lnTo>
                <a:lnTo>
                  <a:pt x="115519" y="624509"/>
                </a:lnTo>
                <a:lnTo>
                  <a:pt x="82308" y="630936"/>
                </a:lnTo>
                <a:lnTo>
                  <a:pt x="73164" y="630936"/>
                </a:lnTo>
                <a:lnTo>
                  <a:pt x="64020" y="629412"/>
                </a:lnTo>
                <a:lnTo>
                  <a:pt x="51828" y="623316"/>
                </a:lnTo>
                <a:lnTo>
                  <a:pt x="47256" y="620268"/>
                </a:lnTo>
                <a:lnTo>
                  <a:pt x="41160" y="611124"/>
                </a:lnTo>
                <a:lnTo>
                  <a:pt x="41160" y="594360"/>
                </a:lnTo>
                <a:lnTo>
                  <a:pt x="72593" y="572643"/>
                </a:lnTo>
                <a:lnTo>
                  <a:pt x="99072" y="569976"/>
                </a:lnTo>
                <a:lnTo>
                  <a:pt x="110515" y="570293"/>
                </a:lnTo>
                <a:lnTo>
                  <a:pt x="143268" y="588264"/>
                </a:lnTo>
                <a:lnTo>
                  <a:pt x="143268" y="573024"/>
                </a:lnTo>
                <a:lnTo>
                  <a:pt x="111785" y="550341"/>
                </a:lnTo>
                <a:lnTo>
                  <a:pt x="89928" y="547116"/>
                </a:lnTo>
                <a:lnTo>
                  <a:pt x="79044" y="547738"/>
                </a:lnTo>
                <a:lnTo>
                  <a:pt x="43827" y="567867"/>
                </a:lnTo>
                <a:lnTo>
                  <a:pt x="33540" y="598932"/>
                </a:lnTo>
                <a:lnTo>
                  <a:pt x="33591" y="600456"/>
                </a:lnTo>
                <a:lnTo>
                  <a:pt x="33718" y="603338"/>
                </a:lnTo>
                <a:lnTo>
                  <a:pt x="33845" y="606437"/>
                </a:lnTo>
                <a:lnTo>
                  <a:pt x="55270" y="641591"/>
                </a:lnTo>
                <a:lnTo>
                  <a:pt x="92976" y="653796"/>
                </a:lnTo>
                <a:lnTo>
                  <a:pt x="102997" y="652945"/>
                </a:lnTo>
                <a:lnTo>
                  <a:pt x="139306" y="632396"/>
                </a:lnTo>
                <a:lnTo>
                  <a:pt x="140284" y="630936"/>
                </a:lnTo>
                <a:lnTo>
                  <a:pt x="145554" y="623125"/>
                </a:lnTo>
                <a:lnTo>
                  <a:pt x="149504" y="612444"/>
                </a:lnTo>
                <a:lnTo>
                  <a:pt x="150888" y="600456"/>
                </a:lnTo>
                <a:close/>
              </a:path>
              <a:path extrusionOk="0" h="762000" w="151129">
                <a:moveTo>
                  <a:pt x="150888" y="231648"/>
                </a:moveTo>
                <a:lnTo>
                  <a:pt x="150025" y="222821"/>
                </a:lnTo>
                <a:lnTo>
                  <a:pt x="149923" y="222504"/>
                </a:lnTo>
                <a:lnTo>
                  <a:pt x="147459" y="214693"/>
                </a:lnTo>
                <a:lnTo>
                  <a:pt x="115303" y="187883"/>
                </a:lnTo>
                <a:lnTo>
                  <a:pt x="106692" y="185928"/>
                </a:lnTo>
                <a:lnTo>
                  <a:pt x="105168" y="188976"/>
                </a:lnTo>
                <a:lnTo>
                  <a:pt x="114312" y="193548"/>
                </a:lnTo>
                <a:lnTo>
                  <a:pt x="121932" y="198120"/>
                </a:lnTo>
                <a:lnTo>
                  <a:pt x="128028" y="207264"/>
                </a:lnTo>
                <a:lnTo>
                  <a:pt x="128104" y="207441"/>
                </a:lnTo>
                <a:lnTo>
                  <a:pt x="131076" y="213360"/>
                </a:lnTo>
                <a:lnTo>
                  <a:pt x="131076" y="220980"/>
                </a:lnTo>
                <a:lnTo>
                  <a:pt x="130200" y="228600"/>
                </a:lnTo>
                <a:lnTo>
                  <a:pt x="99644" y="258127"/>
                </a:lnTo>
                <a:lnTo>
                  <a:pt x="77736" y="260604"/>
                </a:lnTo>
                <a:lnTo>
                  <a:pt x="77736" y="210312"/>
                </a:lnTo>
                <a:lnTo>
                  <a:pt x="77736" y="185928"/>
                </a:lnTo>
                <a:lnTo>
                  <a:pt x="70116" y="186588"/>
                </a:lnTo>
                <a:lnTo>
                  <a:pt x="70116" y="210312"/>
                </a:lnTo>
                <a:lnTo>
                  <a:pt x="70116" y="260604"/>
                </a:lnTo>
                <a:lnTo>
                  <a:pt x="60972" y="260604"/>
                </a:lnTo>
                <a:lnTo>
                  <a:pt x="53352" y="257556"/>
                </a:lnTo>
                <a:lnTo>
                  <a:pt x="48780" y="251460"/>
                </a:lnTo>
                <a:lnTo>
                  <a:pt x="42684" y="246888"/>
                </a:lnTo>
                <a:lnTo>
                  <a:pt x="41160" y="240753"/>
                </a:lnTo>
                <a:lnTo>
                  <a:pt x="41160" y="225552"/>
                </a:lnTo>
                <a:lnTo>
                  <a:pt x="44208" y="222504"/>
                </a:lnTo>
                <a:lnTo>
                  <a:pt x="47256" y="217932"/>
                </a:lnTo>
                <a:lnTo>
                  <a:pt x="50304" y="214884"/>
                </a:lnTo>
                <a:lnTo>
                  <a:pt x="54876" y="213360"/>
                </a:lnTo>
                <a:lnTo>
                  <a:pt x="57924" y="211836"/>
                </a:lnTo>
                <a:lnTo>
                  <a:pt x="62496" y="211836"/>
                </a:lnTo>
                <a:lnTo>
                  <a:pt x="70116" y="210312"/>
                </a:lnTo>
                <a:lnTo>
                  <a:pt x="70116" y="186588"/>
                </a:lnTo>
                <a:lnTo>
                  <a:pt x="36207" y="211645"/>
                </a:lnTo>
                <a:lnTo>
                  <a:pt x="34074" y="220980"/>
                </a:lnTo>
                <a:lnTo>
                  <a:pt x="33959" y="222504"/>
                </a:lnTo>
                <a:lnTo>
                  <a:pt x="33934" y="222821"/>
                </a:lnTo>
                <a:lnTo>
                  <a:pt x="33540" y="228600"/>
                </a:lnTo>
                <a:lnTo>
                  <a:pt x="34417" y="239255"/>
                </a:lnTo>
                <a:lnTo>
                  <a:pt x="57607" y="271183"/>
                </a:lnTo>
                <a:lnTo>
                  <a:pt x="92976" y="278892"/>
                </a:lnTo>
                <a:lnTo>
                  <a:pt x="105829" y="278041"/>
                </a:lnTo>
                <a:lnTo>
                  <a:pt x="141236" y="257797"/>
                </a:lnTo>
                <a:lnTo>
                  <a:pt x="149758" y="240753"/>
                </a:lnTo>
                <a:lnTo>
                  <a:pt x="150888" y="231648"/>
                </a:lnTo>
                <a:close/>
              </a:path>
              <a:path extrusionOk="0" h="762000" w="151129">
                <a:moveTo>
                  <a:pt x="150888" y="123444"/>
                </a:moveTo>
                <a:lnTo>
                  <a:pt x="132384" y="89090"/>
                </a:lnTo>
                <a:lnTo>
                  <a:pt x="105168" y="77724"/>
                </a:lnTo>
                <a:lnTo>
                  <a:pt x="103644" y="80772"/>
                </a:lnTo>
                <a:lnTo>
                  <a:pt x="112788" y="85344"/>
                </a:lnTo>
                <a:lnTo>
                  <a:pt x="120408" y="88392"/>
                </a:lnTo>
                <a:lnTo>
                  <a:pt x="123456" y="92964"/>
                </a:lnTo>
                <a:lnTo>
                  <a:pt x="128028" y="99060"/>
                </a:lnTo>
                <a:lnTo>
                  <a:pt x="131076" y="106680"/>
                </a:lnTo>
                <a:lnTo>
                  <a:pt x="131076" y="114300"/>
                </a:lnTo>
                <a:lnTo>
                  <a:pt x="107784" y="145097"/>
                </a:lnTo>
                <a:lnTo>
                  <a:pt x="80784" y="150876"/>
                </a:lnTo>
                <a:lnTo>
                  <a:pt x="71272" y="150304"/>
                </a:lnTo>
                <a:lnTo>
                  <a:pt x="41160" y="129540"/>
                </a:lnTo>
                <a:lnTo>
                  <a:pt x="41160" y="112776"/>
                </a:lnTo>
                <a:lnTo>
                  <a:pt x="44208" y="111252"/>
                </a:lnTo>
                <a:lnTo>
                  <a:pt x="47256" y="108204"/>
                </a:lnTo>
                <a:lnTo>
                  <a:pt x="50304" y="106680"/>
                </a:lnTo>
                <a:lnTo>
                  <a:pt x="54876" y="106680"/>
                </a:lnTo>
                <a:lnTo>
                  <a:pt x="59448" y="105156"/>
                </a:lnTo>
                <a:lnTo>
                  <a:pt x="62496" y="105156"/>
                </a:lnTo>
                <a:lnTo>
                  <a:pt x="65544" y="102108"/>
                </a:lnTo>
                <a:lnTo>
                  <a:pt x="68592" y="100584"/>
                </a:lnTo>
                <a:lnTo>
                  <a:pt x="70116" y="97536"/>
                </a:lnTo>
                <a:lnTo>
                  <a:pt x="70116" y="89916"/>
                </a:lnTo>
                <a:lnTo>
                  <a:pt x="68592" y="86868"/>
                </a:lnTo>
                <a:lnTo>
                  <a:pt x="67068" y="85344"/>
                </a:lnTo>
                <a:lnTo>
                  <a:pt x="65544" y="82296"/>
                </a:lnTo>
                <a:lnTo>
                  <a:pt x="53352" y="82296"/>
                </a:lnTo>
                <a:lnTo>
                  <a:pt x="47256" y="85344"/>
                </a:lnTo>
                <a:lnTo>
                  <a:pt x="33540" y="118872"/>
                </a:lnTo>
                <a:lnTo>
                  <a:pt x="34417" y="128879"/>
                </a:lnTo>
                <a:lnTo>
                  <a:pt x="57581" y="161696"/>
                </a:lnTo>
                <a:lnTo>
                  <a:pt x="91452" y="170688"/>
                </a:lnTo>
                <a:lnTo>
                  <a:pt x="104330" y="169837"/>
                </a:lnTo>
                <a:lnTo>
                  <a:pt x="141236" y="149593"/>
                </a:lnTo>
                <a:lnTo>
                  <a:pt x="149758" y="132549"/>
                </a:lnTo>
                <a:lnTo>
                  <a:pt x="150888" y="1234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21" name="Google Shape;5621;p88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657600" y="2279904"/>
            <a:ext cx="175260" cy="856487"/>
          </a:xfrm>
          <a:prstGeom prst="rect">
            <a:avLst/>
          </a:prstGeom>
          <a:noFill/>
          <a:ln>
            <a:noFill/>
          </a:ln>
        </p:spPr>
      </p:pic>
      <p:sp>
        <p:nvSpPr>
          <p:cNvPr id="5622" name="Google Shape;5622;p88"/>
          <p:cNvSpPr/>
          <p:nvPr/>
        </p:nvSpPr>
        <p:spPr>
          <a:xfrm>
            <a:off x="3998976" y="4962144"/>
            <a:ext cx="60960" cy="60960"/>
          </a:xfrm>
          <a:custGeom>
            <a:rect b="b" l="l" r="r" t="t"/>
            <a:pathLst>
              <a:path extrusionOk="0" h="60960" w="60960">
                <a:moveTo>
                  <a:pt x="39624" y="60959"/>
                </a:moveTo>
                <a:lnTo>
                  <a:pt x="22860" y="60959"/>
                </a:lnTo>
                <a:lnTo>
                  <a:pt x="15240" y="57911"/>
                </a:lnTo>
                <a:lnTo>
                  <a:pt x="9144" y="51815"/>
                </a:lnTo>
                <a:lnTo>
                  <a:pt x="3048" y="45719"/>
                </a:lnTo>
                <a:lnTo>
                  <a:pt x="0" y="38099"/>
                </a:lnTo>
                <a:lnTo>
                  <a:pt x="0" y="21335"/>
                </a:lnTo>
                <a:lnTo>
                  <a:pt x="3048" y="13715"/>
                </a:lnTo>
                <a:lnTo>
                  <a:pt x="9144" y="9143"/>
                </a:lnTo>
                <a:lnTo>
                  <a:pt x="15240" y="3047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7"/>
                </a:lnTo>
                <a:lnTo>
                  <a:pt x="57912" y="13715"/>
                </a:lnTo>
                <a:lnTo>
                  <a:pt x="60960" y="21335"/>
                </a:lnTo>
                <a:lnTo>
                  <a:pt x="60960" y="38099"/>
                </a:lnTo>
                <a:lnTo>
                  <a:pt x="57912" y="45719"/>
                </a:lnTo>
                <a:lnTo>
                  <a:pt x="53340" y="51815"/>
                </a:lnTo>
                <a:lnTo>
                  <a:pt x="47244" y="57911"/>
                </a:lnTo>
                <a:lnTo>
                  <a:pt x="39624" y="609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23" name="Google Shape;5623;p88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945635" y="4099559"/>
            <a:ext cx="167640" cy="781812"/>
          </a:xfrm>
          <a:prstGeom prst="rect">
            <a:avLst/>
          </a:prstGeom>
          <a:noFill/>
          <a:ln>
            <a:noFill/>
          </a:ln>
        </p:spPr>
      </p:pic>
      <p:sp>
        <p:nvSpPr>
          <p:cNvPr id="5624" name="Google Shape;5624;p88"/>
          <p:cNvSpPr/>
          <p:nvPr/>
        </p:nvSpPr>
        <p:spPr>
          <a:xfrm>
            <a:off x="4328159" y="4721352"/>
            <a:ext cx="10795" cy="129539"/>
          </a:xfrm>
          <a:custGeom>
            <a:rect b="b" l="l" r="r" t="t"/>
            <a:pathLst>
              <a:path extrusionOk="0" h="129539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25" name="Google Shape;5625;p88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4219955" y="3657600"/>
            <a:ext cx="175260" cy="451104"/>
          </a:xfrm>
          <a:prstGeom prst="rect">
            <a:avLst/>
          </a:prstGeom>
          <a:noFill/>
          <a:ln>
            <a:noFill/>
          </a:ln>
        </p:spPr>
      </p:pic>
      <p:pic>
        <p:nvPicPr>
          <p:cNvPr id="5626" name="Google Shape;5626;p88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4244340" y="3410711"/>
            <a:ext cx="150876" cy="185928"/>
          </a:xfrm>
          <a:prstGeom prst="rect">
            <a:avLst/>
          </a:prstGeom>
          <a:noFill/>
          <a:ln>
            <a:noFill/>
          </a:ln>
        </p:spPr>
      </p:pic>
      <p:sp>
        <p:nvSpPr>
          <p:cNvPr id="5627" name="Google Shape;5627;p88"/>
          <p:cNvSpPr/>
          <p:nvPr/>
        </p:nvSpPr>
        <p:spPr>
          <a:xfrm>
            <a:off x="4219943" y="2729484"/>
            <a:ext cx="175895" cy="603885"/>
          </a:xfrm>
          <a:custGeom>
            <a:rect b="b" l="l" r="r" t="t"/>
            <a:pathLst>
              <a:path extrusionOk="0" h="603885" w="175895">
                <a:moveTo>
                  <a:pt x="24384" y="256032"/>
                </a:moveTo>
                <a:lnTo>
                  <a:pt x="22860" y="254508"/>
                </a:lnTo>
                <a:lnTo>
                  <a:pt x="21336" y="251460"/>
                </a:lnTo>
                <a:lnTo>
                  <a:pt x="18288" y="248412"/>
                </a:lnTo>
                <a:lnTo>
                  <a:pt x="6096" y="248412"/>
                </a:lnTo>
                <a:lnTo>
                  <a:pt x="4572" y="251460"/>
                </a:lnTo>
                <a:lnTo>
                  <a:pt x="0" y="256032"/>
                </a:lnTo>
                <a:lnTo>
                  <a:pt x="0" y="263652"/>
                </a:lnTo>
                <a:lnTo>
                  <a:pt x="1524" y="266700"/>
                </a:lnTo>
                <a:lnTo>
                  <a:pt x="4572" y="268224"/>
                </a:lnTo>
                <a:lnTo>
                  <a:pt x="6096" y="271272"/>
                </a:lnTo>
                <a:lnTo>
                  <a:pt x="9144" y="272796"/>
                </a:lnTo>
                <a:lnTo>
                  <a:pt x="15240" y="272796"/>
                </a:lnTo>
                <a:lnTo>
                  <a:pt x="18288" y="271272"/>
                </a:lnTo>
                <a:lnTo>
                  <a:pt x="22860" y="266700"/>
                </a:lnTo>
                <a:lnTo>
                  <a:pt x="24384" y="263652"/>
                </a:lnTo>
                <a:lnTo>
                  <a:pt x="24384" y="256032"/>
                </a:lnTo>
                <a:close/>
              </a:path>
              <a:path extrusionOk="0" h="603885" w="175895">
                <a:moveTo>
                  <a:pt x="172212" y="303276"/>
                </a:moveTo>
                <a:lnTo>
                  <a:pt x="169164" y="303276"/>
                </a:lnTo>
                <a:lnTo>
                  <a:pt x="169164" y="318516"/>
                </a:lnTo>
                <a:lnTo>
                  <a:pt x="167640" y="323088"/>
                </a:lnTo>
                <a:lnTo>
                  <a:pt x="164592" y="326136"/>
                </a:lnTo>
                <a:lnTo>
                  <a:pt x="161544" y="327660"/>
                </a:lnTo>
                <a:lnTo>
                  <a:pt x="153924" y="329184"/>
                </a:lnTo>
                <a:lnTo>
                  <a:pt x="68580" y="329184"/>
                </a:lnTo>
                <a:lnTo>
                  <a:pt x="68580" y="300228"/>
                </a:lnTo>
                <a:lnTo>
                  <a:pt x="60960" y="300228"/>
                </a:lnTo>
                <a:lnTo>
                  <a:pt x="60960" y="329184"/>
                </a:lnTo>
                <a:lnTo>
                  <a:pt x="41033" y="328955"/>
                </a:lnTo>
                <a:lnTo>
                  <a:pt x="19812" y="327660"/>
                </a:lnTo>
                <a:lnTo>
                  <a:pt x="13716" y="324612"/>
                </a:lnTo>
                <a:lnTo>
                  <a:pt x="10668" y="321564"/>
                </a:lnTo>
                <a:lnTo>
                  <a:pt x="7620" y="315468"/>
                </a:lnTo>
                <a:lnTo>
                  <a:pt x="7620" y="309372"/>
                </a:lnTo>
                <a:lnTo>
                  <a:pt x="10668" y="303276"/>
                </a:lnTo>
                <a:lnTo>
                  <a:pt x="15240" y="298704"/>
                </a:lnTo>
                <a:lnTo>
                  <a:pt x="24384" y="292608"/>
                </a:lnTo>
                <a:lnTo>
                  <a:pt x="27432" y="291084"/>
                </a:lnTo>
                <a:lnTo>
                  <a:pt x="28956" y="288036"/>
                </a:lnTo>
                <a:lnTo>
                  <a:pt x="30480" y="286512"/>
                </a:lnTo>
                <a:lnTo>
                  <a:pt x="30480" y="277368"/>
                </a:lnTo>
                <a:lnTo>
                  <a:pt x="27432" y="275844"/>
                </a:lnTo>
                <a:lnTo>
                  <a:pt x="25908" y="274320"/>
                </a:lnTo>
                <a:lnTo>
                  <a:pt x="22860" y="272796"/>
                </a:lnTo>
                <a:lnTo>
                  <a:pt x="16764" y="272796"/>
                </a:lnTo>
                <a:lnTo>
                  <a:pt x="0" y="303276"/>
                </a:lnTo>
                <a:lnTo>
                  <a:pt x="558" y="309880"/>
                </a:lnTo>
                <a:lnTo>
                  <a:pt x="25908" y="342900"/>
                </a:lnTo>
                <a:lnTo>
                  <a:pt x="31940" y="345782"/>
                </a:lnTo>
                <a:lnTo>
                  <a:pt x="38671" y="347662"/>
                </a:lnTo>
                <a:lnTo>
                  <a:pt x="46278" y="348691"/>
                </a:lnTo>
                <a:lnTo>
                  <a:pt x="54864" y="348996"/>
                </a:lnTo>
                <a:lnTo>
                  <a:pt x="60960" y="348996"/>
                </a:lnTo>
                <a:lnTo>
                  <a:pt x="60960" y="370332"/>
                </a:lnTo>
                <a:lnTo>
                  <a:pt x="68580" y="370332"/>
                </a:lnTo>
                <a:lnTo>
                  <a:pt x="68580" y="348996"/>
                </a:lnTo>
                <a:lnTo>
                  <a:pt x="156972" y="348996"/>
                </a:lnTo>
                <a:lnTo>
                  <a:pt x="166116" y="353568"/>
                </a:lnTo>
                <a:lnTo>
                  <a:pt x="167640" y="356616"/>
                </a:lnTo>
                <a:lnTo>
                  <a:pt x="169164" y="358140"/>
                </a:lnTo>
                <a:lnTo>
                  <a:pt x="169164" y="370332"/>
                </a:lnTo>
                <a:lnTo>
                  <a:pt x="172212" y="370332"/>
                </a:lnTo>
                <a:lnTo>
                  <a:pt x="172212" y="303276"/>
                </a:lnTo>
                <a:close/>
              </a:path>
              <a:path extrusionOk="0" h="603885" w="175895">
                <a:moveTo>
                  <a:pt x="172212" y="233172"/>
                </a:moveTo>
                <a:lnTo>
                  <a:pt x="169164" y="233172"/>
                </a:lnTo>
                <a:lnTo>
                  <a:pt x="169164" y="240792"/>
                </a:lnTo>
                <a:lnTo>
                  <a:pt x="167640" y="243840"/>
                </a:lnTo>
                <a:lnTo>
                  <a:pt x="163068" y="248412"/>
                </a:lnTo>
                <a:lnTo>
                  <a:pt x="160020" y="248412"/>
                </a:lnTo>
                <a:lnTo>
                  <a:pt x="155448" y="249936"/>
                </a:lnTo>
                <a:lnTo>
                  <a:pt x="57912" y="249936"/>
                </a:lnTo>
                <a:lnTo>
                  <a:pt x="57912" y="254508"/>
                </a:lnTo>
                <a:lnTo>
                  <a:pt x="71628" y="288036"/>
                </a:lnTo>
                <a:lnTo>
                  <a:pt x="74676" y="286512"/>
                </a:lnTo>
                <a:lnTo>
                  <a:pt x="73152" y="281940"/>
                </a:lnTo>
                <a:lnTo>
                  <a:pt x="73152" y="274320"/>
                </a:lnTo>
                <a:lnTo>
                  <a:pt x="76200" y="271272"/>
                </a:lnTo>
                <a:lnTo>
                  <a:pt x="77724" y="271272"/>
                </a:lnTo>
                <a:lnTo>
                  <a:pt x="80772" y="269748"/>
                </a:lnTo>
                <a:lnTo>
                  <a:pt x="160020" y="269748"/>
                </a:lnTo>
                <a:lnTo>
                  <a:pt x="163068" y="271272"/>
                </a:lnTo>
                <a:lnTo>
                  <a:pt x="164592" y="271272"/>
                </a:lnTo>
                <a:lnTo>
                  <a:pt x="167640" y="272796"/>
                </a:lnTo>
                <a:lnTo>
                  <a:pt x="167640" y="275844"/>
                </a:lnTo>
                <a:lnTo>
                  <a:pt x="169164" y="277368"/>
                </a:lnTo>
                <a:lnTo>
                  <a:pt x="169164" y="286512"/>
                </a:lnTo>
                <a:lnTo>
                  <a:pt x="172212" y="286512"/>
                </a:lnTo>
                <a:lnTo>
                  <a:pt x="172212" y="269748"/>
                </a:lnTo>
                <a:lnTo>
                  <a:pt x="172212" y="233172"/>
                </a:lnTo>
                <a:close/>
              </a:path>
              <a:path extrusionOk="0" h="603885" w="175895">
                <a:moveTo>
                  <a:pt x="172212" y="103632"/>
                </a:moveTo>
                <a:lnTo>
                  <a:pt x="169164" y="103632"/>
                </a:lnTo>
                <a:lnTo>
                  <a:pt x="169164" y="112776"/>
                </a:lnTo>
                <a:lnTo>
                  <a:pt x="167640" y="114300"/>
                </a:lnTo>
                <a:lnTo>
                  <a:pt x="166116" y="117348"/>
                </a:lnTo>
                <a:lnTo>
                  <a:pt x="164592" y="117348"/>
                </a:lnTo>
                <a:lnTo>
                  <a:pt x="163068" y="118872"/>
                </a:lnTo>
                <a:lnTo>
                  <a:pt x="160020" y="120396"/>
                </a:lnTo>
                <a:lnTo>
                  <a:pt x="89916" y="120396"/>
                </a:lnTo>
                <a:lnTo>
                  <a:pt x="82296" y="121920"/>
                </a:lnTo>
                <a:lnTo>
                  <a:pt x="77724" y="123444"/>
                </a:lnTo>
                <a:lnTo>
                  <a:pt x="65532" y="129540"/>
                </a:lnTo>
                <a:lnTo>
                  <a:pt x="59436" y="138684"/>
                </a:lnTo>
                <a:lnTo>
                  <a:pt x="57912" y="143256"/>
                </a:lnTo>
                <a:lnTo>
                  <a:pt x="57912" y="149352"/>
                </a:lnTo>
                <a:lnTo>
                  <a:pt x="59372" y="158521"/>
                </a:lnTo>
                <a:lnTo>
                  <a:pt x="63817" y="167830"/>
                </a:lnTo>
                <a:lnTo>
                  <a:pt x="71424" y="177431"/>
                </a:lnTo>
                <a:lnTo>
                  <a:pt x="82296" y="187452"/>
                </a:lnTo>
                <a:lnTo>
                  <a:pt x="57912" y="187452"/>
                </a:lnTo>
                <a:lnTo>
                  <a:pt x="57912" y="193548"/>
                </a:lnTo>
                <a:lnTo>
                  <a:pt x="71628" y="225552"/>
                </a:lnTo>
                <a:lnTo>
                  <a:pt x="74676" y="224028"/>
                </a:lnTo>
                <a:lnTo>
                  <a:pt x="73152" y="220980"/>
                </a:lnTo>
                <a:lnTo>
                  <a:pt x="73152" y="211836"/>
                </a:lnTo>
                <a:lnTo>
                  <a:pt x="74676" y="211836"/>
                </a:lnTo>
                <a:lnTo>
                  <a:pt x="77724" y="208788"/>
                </a:lnTo>
                <a:lnTo>
                  <a:pt x="80772" y="208788"/>
                </a:lnTo>
                <a:lnTo>
                  <a:pt x="83820" y="207264"/>
                </a:lnTo>
                <a:lnTo>
                  <a:pt x="156972" y="207264"/>
                </a:lnTo>
                <a:lnTo>
                  <a:pt x="161544" y="208788"/>
                </a:lnTo>
                <a:lnTo>
                  <a:pt x="167640" y="211836"/>
                </a:lnTo>
                <a:lnTo>
                  <a:pt x="169164" y="216408"/>
                </a:lnTo>
                <a:lnTo>
                  <a:pt x="169164" y="224028"/>
                </a:lnTo>
                <a:lnTo>
                  <a:pt x="172212" y="224028"/>
                </a:lnTo>
                <a:lnTo>
                  <a:pt x="172212" y="170688"/>
                </a:lnTo>
                <a:lnTo>
                  <a:pt x="169164" y="170688"/>
                </a:lnTo>
                <a:lnTo>
                  <a:pt x="169164" y="179832"/>
                </a:lnTo>
                <a:lnTo>
                  <a:pt x="167640" y="181356"/>
                </a:lnTo>
                <a:lnTo>
                  <a:pt x="166116" y="184404"/>
                </a:lnTo>
                <a:lnTo>
                  <a:pt x="164592" y="185928"/>
                </a:lnTo>
                <a:lnTo>
                  <a:pt x="163068" y="185928"/>
                </a:lnTo>
                <a:lnTo>
                  <a:pt x="160020" y="187452"/>
                </a:lnTo>
                <a:lnTo>
                  <a:pt x="89916" y="187452"/>
                </a:lnTo>
                <a:lnTo>
                  <a:pt x="82804" y="180365"/>
                </a:lnTo>
                <a:lnTo>
                  <a:pt x="77533" y="172974"/>
                </a:lnTo>
                <a:lnTo>
                  <a:pt x="74282" y="165595"/>
                </a:lnTo>
                <a:lnTo>
                  <a:pt x="73152" y="158496"/>
                </a:lnTo>
                <a:lnTo>
                  <a:pt x="73152" y="152400"/>
                </a:lnTo>
                <a:lnTo>
                  <a:pt x="76200" y="147828"/>
                </a:lnTo>
                <a:lnTo>
                  <a:pt x="85344" y="141732"/>
                </a:lnTo>
                <a:lnTo>
                  <a:pt x="92964" y="140208"/>
                </a:lnTo>
                <a:lnTo>
                  <a:pt x="160020" y="140208"/>
                </a:lnTo>
                <a:lnTo>
                  <a:pt x="166116" y="143256"/>
                </a:lnTo>
                <a:lnTo>
                  <a:pt x="169164" y="146304"/>
                </a:lnTo>
                <a:lnTo>
                  <a:pt x="169164" y="156972"/>
                </a:lnTo>
                <a:lnTo>
                  <a:pt x="172212" y="156972"/>
                </a:lnTo>
                <a:lnTo>
                  <a:pt x="172212" y="103632"/>
                </a:lnTo>
                <a:close/>
              </a:path>
              <a:path extrusionOk="0" h="603885" w="175895">
                <a:moveTo>
                  <a:pt x="175272" y="521208"/>
                </a:moveTo>
                <a:lnTo>
                  <a:pt x="161556" y="490728"/>
                </a:lnTo>
                <a:lnTo>
                  <a:pt x="158508" y="490728"/>
                </a:lnTo>
                <a:lnTo>
                  <a:pt x="160032" y="495300"/>
                </a:lnTo>
                <a:lnTo>
                  <a:pt x="161556" y="496824"/>
                </a:lnTo>
                <a:lnTo>
                  <a:pt x="161556" y="501396"/>
                </a:lnTo>
                <a:lnTo>
                  <a:pt x="160032" y="502920"/>
                </a:lnTo>
                <a:lnTo>
                  <a:pt x="158508" y="502920"/>
                </a:lnTo>
                <a:lnTo>
                  <a:pt x="158508" y="504444"/>
                </a:lnTo>
                <a:lnTo>
                  <a:pt x="155460" y="505968"/>
                </a:lnTo>
                <a:lnTo>
                  <a:pt x="150888" y="505968"/>
                </a:lnTo>
                <a:lnTo>
                  <a:pt x="141744" y="507492"/>
                </a:lnTo>
                <a:lnTo>
                  <a:pt x="12" y="507492"/>
                </a:lnTo>
                <a:lnTo>
                  <a:pt x="12" y="512064"/>
                </a:lnTo>
                <a:lnTo>
                  <a:pt x="13728" y="544068"/>
                </a:lnTo>
                <a:lnTo>
                  <a:pt x="16776" y="542544"/>
                </a:lnTo>
                <a:lnTo>
                  <a:pt x="15252" y="539496"/>
                </a:lnTo>
                <a:lnTo>
                  <a:pt x="15252" y="531876"/>
                </a:lnTo>
                <a:lnTo>
                  <a:pt x="19824" y="527304"/>
                </a:lnTo>
                <a:lnTo>
                  <a:pt x="68592" y="527304"/>
                </a:lnTo>
                <a:lnTo>
                  <a:pt x="60972" y="533400"/>
                </a:lnTo>
                <a:lnTo>
                  <a:pt x="57924" y="541020"/>
                </a:lnTo>
                <a:lnTo>
                  <a:pt x="57924" y="550164"/>
                </a:lnTo>
                <a:lnTo>
                  <a:pt x="59296" y="561047"/>
                </a:lnTo>
                <a:lnTo>
                  <a:pt x="88061" y="594512"/>
                </a:lnTo>
                <a:lnTo>
                  <a:pt x="121932" y="603504"/>
                </a:lnTo>
                <a:lnTo>
                  <a:pt x="133019" y="602653"/>
                </a:lnTo>
                <a:lnTo>
                  <a:pt x="166903" y="582650"/>
                </a:lnTo>
                <a:lnTo>
                  <a:pt x="168135" y="580644"/>
                </a:lnTo>
                <a:lnTo>
                  <a:pt x="171653" y="574929"/>
                </a:lnTo>
                <a:lnTo>
                  <a:pt x="174383" y="566648"/>
                </a:lnTo>
                <a:lnTo>
                  <a:pt x="175196" y="558546"/>
                </a:lnTo>
                <a:lnTo>
                  <a:pt x="175171" y="552831"/>
                </a:lnTo>
                <a:lnTo>
                  <a:pt x="160032" y="529132"/>
                </a:lnTo>
                <a:lnTo>
                  <a:pt x="160032" y="539496"/>
                </a:lnTo>
                <a:lnTo>
                  <a:pt x="160032" y="547116"/>
                </a:lnTo>
                <a:lnTo>
                  <a:pt x="131838" y="577596"/>
                </a:lnTo>
                <a:lnTo>
                  <a:pt x="111264" y="580644"/>
                </a:lnTo>
                <a:lnTo>
                  <a:pt x="100406" y="579843"/>
                </a:lnTo>
                <a:lnTo>
                  <a:pt x="65544" y="557784"/>
                </a:lnTo>
                <a:lnTo>
                  <a:pt x="65544" y="547116"/>
                </a:lnTo>
                <a:lnTo>
                  <a:pt x="67068" y="544068"/>
                </a:lnTo>
                <a:lnTo>
                  <a:pt x="68592" y="539496"/>
                </a:lnTo>
                <a:lnTo>
                  <a:pt x="74688" y="533400"/>
                </a:lnTo>
                <a:lnTo>
                  <a:pt x="79260" y="530352"/>
                </a:lnTo>
                <a:lnTo>
                  <a:pt x="88404" y="527304"/>
                </a:lnTo>
                <a:lnTo>
                  <a:pt x="149364" y="527304"/>
                </a:lnTo>
                <a:lnTo>
                  <a:pt x="156984" y="533400"/>
                </a:lnTo>
                <a:lnTo>
                  <a:pt x="160032" y="539496"/>
                </a:lnTo>
                <a:lnTo>
                  <a:pt x="160032" y="529132"/>
                </a:lnTo>
                <a:lnTo>
                  <a:pt x="156984" y="527304"/>
                </a:lnTo>
                <a:lnTo>
                  <a:pt x="175272" y="527304"/>
                </a:lnTo>
                <a:lnTo>
                  <a:pt x="175272" y="521208"/>
                </a:lnTo>
                <a:close/>
              </a:path>
              <a:path extrusionOk="0" h="603885" w="175895">
                <a:moveTo>
                  <a:pt x="175272" y="431292"/>
                </a:moveTo>
                <a:lnTo>
                  <a:pt x="155956" y="395439"/>
                </a:lnTo>
                <a:lnTo>
                  <a:pt x="132600" y="385572"/>
                </a:lnTo>
                <a:lnTo>
                  <a:pt x="129552" y="388620"/>
                </a:lnTo>
                <a:lnTo>
                  <a:pt x="140220" y="393192"/>
                </a:lnTo>
                <a:lnTo>
                  <a:pt x="146316" y="397764"/>
                </a:lnTo>
                <a:lnTo>
                  <a:pt x="150888" y="402336"/>
                </a:lnTo>
                <a:lnTo>
                  <a:pt x="153936" y="408432"/>
                </a:lnTo>
                <a:lnTo>
                  <a:pt x="155409" y="414337"/>
                </a:lnTo>
                <a:lnTo>
                  <a:pt x="155282" y="422148"/>
                </a:lnTo>
                <a:lnTo>
                  <a:pt x="134048" y="454469"/>
                </a:lnTo>
                <a:lnTo>
                  <a:pt x="125120" y="457657"/>
                </a:lnTo>
                <a:lnTo>
                  <a:pt x="125463" y="457657"/>
                </a:lnTo>
                <a:lnTo>
                  <a:pt x="114096" y="459663"/>
                </a:lnTo>
                <a:lnTo>
                  <a:pt x="102120" y="460248"/>
                </a:lnTo>
                <a:lnTo>
                  <a:pt x="102120" y="409956"/>
                </a:lnTo>
                <a:lnTo>
                  <a:pt x="102120" y="385572"/>
                </a:lnTo>
                <a:lnTo>
                  <a:pt x="94500" y="386232"/>
                </a:lnTo>
                <a:lnTo>
                  <a:pt x="94500" y="409956"/>
                </a:lnTo>
                <a:lnTo>
                  <a:pt x="94500" y="460248"/>
                </a:lnTo>
                <a:lnTo>
                  <a:pt x="85356" y="460248"/>
                </a:lnTo>
                <a:lnTo>
                  <a:pt x="79260" y="457200"/>
                </a:lnTo>
                <a:lnTo>
                  <a:pt x="68592" y="446532"/>
                </a:lnTo>
                <a:lnTo>
                  <a:pt x="65544" y="440436"/>
                </a:lnTo>
                <a:lnTo>
                  <a:pt x="65544" y="429768"/>
                </a:lnTo>
                <a:lnTo>
                  <a:pt x="67068" y="425196"/>
                </a:lnTo>
                <a:lnTo>
                  <a:pt x="70116" y="422148"/>
                </a:lnTo>
                <a:lnTo>
                  <a:pt x="71640" y="417576"/>
                </a:lnTo>
                <a:lnTo>
                  <a:pt x="76212" y="414528"/>
                </a:lnTo>
                <a:lnTo>
                  <a:pt x="80784" y="413004"/>
                </a:lnTo>
                <a:lnTo>
                  <a:pt x="82308" y="411480"/>
                </a:lnTo>
                <a:lnTo>
                  <a:pt x="88404" y="411480"/>
                </a:lnTo>
                <a:lnTo>
                  <a:pt x="94500" y="409956"/>
                </a:lnTo>
                <a:lnTo>
                  <a:pt x="94500" y="386232"/>
                </a:lnTo>
                <a:lnTo>
                  <a:pt x="92405" y="386410"/>
                </a:lnTo>
                <a:lnTo>
                  <a:pt x="61163" y="411289"/>
                </a:lnTo>
                <a:lnTo>
                  <a:pt x="57924" y="428244"/>
                </a:lnTo>
                <a:lnTo>
                  <a:pt x="59042" y="439102"/>
                </a:lnTo>
                <a:lnTo>
                  <a:pt x="83299" y="470827"/>
                </a:lnTo>
                <a:lnTo>
                  <a:pt x="118884" y="478536"/>
                </a:lnTo>
                <a:lnTo>
                  <a:pt x="130886" y="477685"/>
                </a:lnTo>
                <a:lnTo>
                  <a:pt x="141744" y="475107"/>
                </a:lnTo>
                <a:lnTo>
                  <a:pt x="151460" y="470827"/>
                </a:lnTo>
                <a:lnTo>
                  <a:pt x="160032" y="464820"/>
                </a:lnTo>
                <a:lnTo>
                  <a:pt x="164414" y="460248"/>
                </a:lnTo>
                <a:lnTo>
                  <a:pt x="166903" y="457657"/>
                </a:lnTo>
                <a:lnTo>
                  <a:pt x="171653" y="449770"/>
                </a:lnTo>
                <a:lnTo>
                  <a:pt x="171704" y="449580"/>
                </a:lnTo>
                <a:lnTo>
                  <a:pt x="174383" y="441032"/>
                </a:lnTo>
                <a:lnTo>
                  <a:pt x="174434" y="440436"/>
                </a:lnTo>
                <a:lnTo>
                  <a:pt x="174561" y="439102"/>
                </a:lnTo>
                <a:lnTo>
                  <a:pt x="175272" y="431292"/>
                </a:lnTo>
                <a:close/>
              </a:path>
              <a:path extrusionOk="0" h="603885" w="175895">
                <a:moveTo>
                  <a:pt x="175272" y="44196"/>
                </a:moveTo>
                <a:lnTo>
                  <a:pt x="155956" y="9220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6764"/>
                </a:lnTo>
                <a:lnTo>
                  <a:pt x="153885" y="21272"/>
                </a:lnTo>
                <a:lnTo>
                  <a:pt x="154698" y="24384"/>
                </a:lnTo>
                <a:lnTo>
                  <a:pt x="155460" y="27432"/>
                </a:lnTo>
                <a:lnTo>
                  <a:pt x="155397" y="35610"/>
                </a:lnTo>
                <a:lnTo>
                  <a:pt x="134048" y="67614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660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4864"/>
                </a:lnTo>
                <a:lnTo>
                  <a:pt x="65544" y="44196"/>
                </a:lnTo>
                <a:lnTo>
                  <a:pt x="67068" y="39624"/>
                </a:lnTo>
                <a:lnTo>
                  <a:pt x="70116" y="35052"/>
                </a:lnTo>
                <a:lnTo>
                  <a:pt x="71640" y="32004"/>
                </a:lnTo>
                <a:lnTo>
                  <a:pt x="76212" y="28956"/>
                </a:lnTo>
                <a:lnTo>
                  <a:pt x="80784" y="27432"/>
                </a:lnTo>
                <a:lnTo>
                  <a:pt x="82308" y="25908"/>
                </a:lnTo>
                <a:lnTo>
                  <a:pt x="88404" y="24384"/>
                </a:lnTo>
                <a:lnTo>
                  <a:pt x="94500" y="24384"/>
                </a:lnTo>
                <a:lnTo>
                  <a:pt x="94500" y="660"/>
                </a:lnTo>
                <a:lnTo>
                  <a:pt x="61163" y="25717"/>
                </a:lnTo>
                <a:lnTo>
                  <a:pt x="58585" y="35610"/>
                </a:lnTo>
                <a:lnTo>
                  <a:pt x="57924" y="42672"/>
                </a:lnTo>
                <a:lnTo>
                  <a:pt x="74688" y="77724"/>
                </a:lnTo>
                <a:lnTo>
                  <a:pt x="118884" y="92964"/>
                </a:lnTo>
                <a:lnTo>
                  <a:pt x="131216" y="92087"/>
                </a:lnTo>
                <a:lnTo>
                  <a:pt x="130975" y="92087"/>
                </a:lnTo>
                <a:lnTo>
                  <a:pt x="141744" y="89535"/>
                </a:lnTo>
                <a:lnTo>
                  <a:pt x="151460" y="85255"/>
                </a:lnTo>
                <a:lnTo>
                  <a:pt x="160032" y="79248"/>
                </a:lnTo>
                <a:lnTo>
                  <a:pt x="164274" y="74676"/>
                </a:lnTo>
                <a:lnTo>
                  <a:pt x="166903" y="71843"/>
                </a:lnTo>
                <a:lnTo>
                  <a:pt x="171653" y="63436"/>
                </a:lnTo>
                <a:lnTo>
                  <a:pt x="174383" y="54178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8" name="Google Shape;5628;p88"/>
          <p:cNvSpPr/>
          <p:nvPr/>
        </p:nvSpPr>
        <p:spPr>
          <a:xfrm>
            <a:off x="4277867" y="2563367"/>
            <a:ext cx="117475" cy="93345"/>
          </a:xfrm>
          <a:custGeom>
            <a:rect b="b" l="l" r="r" t="t"/>
            <a:pathLst>
              <a:path extrusionOk="0" h="93344" w="117475">
                <a:moveTo>
                  <a:pt x="59435" y="92964"/>
                </a:moveTo>
                <a:lnTo>
                  <a:pt x="16763" y="77724"/>
                </a:lnTo>
                <a:lnTo>
                  <a:pt x="0" y="41148"/>
                </a:lnTo>
                <a:lnTo>
                  <a:pt x="571" y="33456"/>
                </a:lnTo>
                <a:lnTo>
                  <a:pt x="2285" y="26479"/>
                </a:lnTo>
                <a:lnTo>
                  <a:pt x="5143" y="20359"/>
                </a:lnTo>
                <a:lnTo>
                  <a:pt x="15239" y="7620"/>
                </a:lnTo>
                <a:lnTo>
                  <a:pt x="21335" y="4572"/>
                </a:lnTo>
                <a:lnTo>
                  <a:pt x="30479" y="4572"/>
                </a:lnTo>
                <a:lnTo>
                  <a:pt x="33527" y="7620"/>
                </a:lnTo>
                <a:lnTo>
                  <a:pt x="36575" y="9144"/>
                </a:lnTo>
                <a:lnTo>
                  <a:pt x="36575" y="19812"/>
                </a:lnTo>
                <a:lnTo>
                  <a:pt x="35051" y="22860"/>
                </a:lnTo>
                <a:lnTo>
                  <a:pt x="30479" y="27432"/>
                </a:lnTo>
                <a:lnTo>
                  <a:pt x="27431" y="28956"/>
                </a:lnTo>
                <a:lnTo>
                  <a:pt x="18287" y="28956"/>
                </a:lnTo>
                <a:lnTo>
                  <a:pt x="13715" y="30480"/>
                </a:lnTo>
                <a:lnTo>
                  <a:pt x="12191" y="33528"/>
                </a:lnTo>
                <a:lnTo>
                  <a:pt x="9143" y="36576"/>
                </a:lnTo>
                <a:lnTo>
                  <a:pt x="7619" y="39624"/>
                </a:lnTo>
                <a:lnTo>
                  <a:pt x="7619" y="53340"/>
                </a:lnTo>
                <a:lnTo>
                  <a:pt x="10667" y="59436"/>
                </a:lnTo>
                <a:lnTo>
                  <a:pt x="48767" y="73152"/>
                </a:lnTo>
                <a:lnTo>
                  <a:pt x="57864" y="72580"/>
                </a:lnTo>
                <a:lnTo>
                  <a:pt x="93916" y="52006"/>
                </a:lnTo>
                <a:lnTo>
                  <a:pt x="97535" y="36576"/>
                </a:lnTo>
                <a:lnTo>
                  <a:pt x="97535" y="28956"/>
                </a:lnTo>
                <a:lnTo>
                  <a:pt x="70103" y="3048"/>
                </a:lnTo>
                <a:lnTo>
                  <a:pt x="71627" y="0"/>
                </a:lnTo>
                <a:lnTo>
                  <a:pt x="106679" y="18288"/>
                </a:lnTo>
                <a:lnTo>
                  <a:pt x="117347" y="45720"/>
                </a:lnTo>
                <a:lnTo>
                  <a:pt x="116466" y="55459"/>
                </a:lnTo>
                <a:lnTo>
                  <a:pt x="83629" y="89535"/>
                </a:lnTo>
                <a:lnTo>
                  <a:pt x="72318" y="92106"/>
                </a:lnTo>
                <a:lnTo>
                  <a:pt x="59435" y="929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29" name="Google Shape;5629;p88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4244340" y="3796283"/>
            <a:ext cx="432816" cy="858012"/>
          </a:xfrm>
          <a:prstGeom prst="rect">
            <a:avLst/>
          </a:prstGeom>
          <a:noFill/>
          <a:ln>
            <a:noFill/>
          </a:ln>
        </p:spPr>
      </p:pic>
      <p:sp>
        <p:nvSpPr>
          <p:cNvPr id="5630" name="Google Shape;5630;p88"/>
          <p:cNvSpPr/>
          <p:nvPr/>
        </p:nvSpPr>
        <p:spPr>
          <a:xfrm>
            <a:off x="4219943" y="2033016"/>
            <a:ext cx="175895" cy="513715"/>
          </a:xfrm>
          <a:custGeom>
            <a:rect b="b" l="l" r="r" t="t"/>
            <a:pathLst>
              <a:path extrusionOk="0" h="513714" w="175895">
                <a:moveTo>
                  <a:pt x="24384" y="483108"/>
                </a:moveTo>
                <a:lnTo>
                  <a:pt x="21336" y="477012"/>
                </a:lnTo>
                <a:lnTo>
                  <a:pt x="15240" y="473964"/>
                </a:lnTo>
                <a:lnTo>
                  <a:pt x="9144" y="473964"/>
                </a:lnTo>
                <a:lnTo>
                  <a:pt x="6096" y="475488"/>
                </a:lnTo>
                <a:lnTo>
                  <a:pt x="1524" y="480060"/>
                </a:lnTo>
                <a:lnTo>
                  <a:pt x="0" y="483108"/>
                </a:lnTo>
                <a:lnTo>
                  <a:pt x="0" y="489204"/>
                </a:lnTo>
                <a:lnTo>
                  <a:pt x="1524" y="492252"/>
                </a:lnTo>
                <a:lnTo>
                  <a:pt x="6096" y="496824"/>
                </a:lnTo>
                <a:lnTo>
                  <a:pt x="9144" y="498348"/>
                </a:lnTo>
                <a:lnTo>
                  <a:pt x="15240" y="498348"/>
                </a:lnTo>
                <a:lnTo>
                  <a:pt x="21336" y="495300"/>
                </a:lnTo>
                <a:lnTo>
                  <a:pt x="24384" y="489204"/>
                </a:lnTo>
                <a:lnTo>
                  <a:pt x="24384" y="483108"/>
                </a:lnTo>
                <a:close/>
              </a:path>
              <a:path extrusionOk="0" h="513714" w="175895">
                <a:moveTo>
                  <a:pt x="24384" y="99060"/>
                </a:moveTo>
                <a:lnTo>
                  <a:pt x="22860" y="96012"/>
                </a:lnTo>
                <a:lnTo>
                  <a:pt x="18288" y="91440"/>
                </a:lnTo>
                <a:lnTo>
                  <a:pt x="15240" y="89916"/>
                </a:lnTo>
                <a:lnTo>
                  <a:pt x="9144" y="89916"/>
                </a:lnTo>
                <a:lnTo>
                  <a:pt x="6096" y="91440"/>
                </a:lnTo>
                <a:lnTo>
                  <a:pt x="4572" y="94488"/>
                </a:lnTo>
                <a:lnTo>
                  <a:pt x="1524" y="96012"/>
                </a:lnTo>
                <a:lnTo>
                  <a:pt x="0" y="99060"/>
                </a:lnTo>
                <a:lnTo>
                  <a:pt x="0" y="105156"/>
                </a:lnTo>
                <a:lnTo>
                  <a:pt x="1524" y="108204"/>
                </a:lnTo>
                <a:lnTo>
                  <a:pt x="6096" y="112776"/>
                </a:lnTo>
                <a:lnTo>
                  <a:pt x="9144" y="114300"/>
                </a:lnTo>
                <a:lnTo>
                  <a:pt x="15240" y="114300"/>
                </a:lnTo>
                <a:lnTo>
                  <a:pt x="21336" y="111252"/>
                </a:lnTo>
                <a:lnTo>
                  <a:pt x="24384" y="105156"/>
                </a:lnTo>
                <a:lnTo>
                  <a:pt x="24384" y="99060"/>
                </a:lnTo>
                <a:close/>
              </a:path>
              <a:path extrusionOk="0" h="513714" w="175895">
                <a:moveTo>
                  <a:pt x="172212" y="458724"/>
                </a:moveTo>
                <a:lnTo>
                  <a:pt x="169164" y="458724"/>
                </a:lnTo>
                <a:lnTo>
                  <a:pt x="169164" y="467868"/>
                </a:lnTo>
                <a:lnTo>
                  <a:pt x="163068" y="473964"/>
                </a:lnTo>
                <a:lnTo>
                  <a:pt x="160020" y="475488"/>
                </a:lnTo>
                <a:lnTo>
                  <a:pt x="57912" y="475488"/>
                </a:lnTo>
                <a:lnTo>
                  <a:pt x="57912" y="480060"/>
                </a:lnTo>
                <a:lnTo>
                  <a:pt x="71628" y="513588"/>
                </a:lnTo>
                <a:lnTo>
                  <a:pt x="74676" y="512064"/>
                </a:lnTo>
                <a:lnTo>
                  <a:pt x="73152" y="509016"/>
                </a:lnTo>
                <a:lnTo>
                  <a:pt x="73152" y="499872"/>
                </a:lnTo>
                <a:lnTo>
                  <a:pt x="74676" y="498348"/>
                </a:lnTo>
                <a:lnTo>
                  <a:pt x="76200" y="498348"/>
                </a:lnTo>
                <a:lnTo>
                  <a:pt x="77724" y="496824"/>
                </a:lnTo>
                <a:lnTo>
                  <a:pt x="80772" y="496824"/>
                </a:lnTo>
                <a:lnTo>
                  <a:pt x="83820" y="495300"/>
                </a:lnTo>
                <a:lnTo>
                  <a:pt x="160020" y="495300"/>
                </a:lnTo>
                <a:lnTo>
                  <a:pt x="163068" y="496824"/>
                </a:lnTo>
                <a:lnTo>
                  <a:pt x="164592" y="498348"/>
                </a:lnTo>
                <a:lnTo>
                  <a:pt x="167640" y="499872"/>
                </a:lnTo>
                <a:lnTo>
                  <a:pt x="167640" y="501396"/>
                </a:lnTo>
                <a:lnTo>
                  <a:pt x="169164" y="502920"/>
                </a:lnTo>
                <a:lnTo>
                  <a:pt x="169164" y="512064"/>
                </a:lnTo>
                <a:lnTo>
                  <a:pt x="172212" y="512064"/>
                </a:lnTo>
                <a:lnTo>
                  <a:pt x="172212" y="495300"/>
                </a:lnTo>
                <a:lnTo>
                  <a:pt x="172212" y="458724"/>
                </a:lnTo>
                <a:close/>
              </a:path>
              <a:path extrusionOk="0" h="513714" w="175895">
                <a:moveTo>
                  <a:pt x="172212" y="396240"/>
                </a:moveTo>
                <a:lnTo>
                  <a:pt x="169164" y="396240"/>
                </a:lnTo>
                <a:lnTo>
                  <a:pt x="169164" y="405384"/>
                </a:lnTo>
                <a:lnTo>
                  <a:pt x="166116" y="408432"/>
                </a:lnTo>
                <a:lnTo>
                  <a:pt x="164592" y="411480"/>
                </a:lnTo>
                <a:lnTo>
                  <a:pt x="161544" y="414528"/>
                </a:lnTo>
                <a:lnTo>
                  <a:pt x="158496" y="416052"/>
                </a:lnTo>
                <a:lnTo>
                  <a:pt x="92964" y="416052"/>
                </a:lnTo>
                <a:lnTo>
                  <a:pt x="85344" y="411480"/>
                </a:lnTo>
                <a:lnTo>
                  <a:pt x="80772" y="408432"/>
                </a:lnTo>
                <a:lnTo>
                  <a:pt x="77724" y="403860"/>
                </a:lnTo>
                <a:lnTo>
                  <a:pt x="74676" y="400812"/>
                </a:lnTo>
                <a:lnTo>
                  <a:pt x="74676" y="397764"/>
                </a:lnTo>
                <a:lnTo>
                  <a:pt x="76200" y="394716"/>
                </a:lnTo>
                <a:lnTo>
                  <a:pt x="79248" y="391668"/>
                </a:lnTo>
                <a:lnTo>
                  <a:pt x="80772" y="387096"/>
                </a:lnTo>
                <a:lnTo>
                  <a:pt x="82296" y="384048"/>
                </a:lnTo>
                <a:lnTo>
                  <a:pt x="82296" y="376428"/>
                </a:lnTo>
                <a:lnTo>
                  <a:pt x="79248" y="374904"/>
                </a:lnTo>
                <a:lnTo>
                  <a:pt x="77724" y="373380"/>
                </a:lnTo>
                <a:lnTo>
                  <a:pt x="74676" y="371856"/>
                </a:lnTo>
                <a:lnTo>
                  <a:pt x="68580" y="371856"/>
                </a:lnTo>
                <a:lnTo>
                  <a:pt x="65532" y="373380"/>
                </a:lnTo>
                <a:lnTo>
                  <a:pt x="59436" y="379476"/>
                </a:lnTo>
                <a:lnTo>
                  <a:pt x="57912" y="382524"/>
                </a:lnTo>
                <a:lnTo>
                  <a:pt x="57912" y="387096"/>
                </a:lnTo>
                <a:lnTo>
                  <a:pt x="59588" y="394843"/>
                </a:lnTo>
                <a:lnTo>
                  <a:pt x="64389" y="402145"/>
                </a:lnTo>
                <a:lnTo>
                  <a:pt x="72059" y="409181"/>
                </a:lnTo>
                <a:lnTo>
                  <a:pt x="82296" y="416052"/>
                </a:lnTo>
                <a:lnTo>
                  <a:pt x="57912" y="416052"/>
                </a:lnTo>
                <a:lnTo>
                  <a:pt x="57912" y="420624"/>
                </a:lnTo>
                <a:lnTo>
                  <a:pt x="71628" y="454152"/>
                </a:lnTo>
                <a:lnTo>
                  <a:pt x="74676" y="452628"/>
                </a:lnTo>
                <a:lnTo>
                  <a:pt x="73152" y="449580"/>
                </a:lnTo>
                <a:lnTo>
                  <a:pt x="73152" y="440436"/>
                </a:lnTo>
                <a:lnTo>
                  <a:pt x="74676" y="438912"/>
                </a:lnTo>
                <a:lnTo>
                  <a:pt x="76200" y="438912"/>
                </a:lnTo>
                <a:lnTo>
                  <a:pt x="77724" y="437388"/>
                </a:lnTo>
                <a:lnTo>
                  <a:pt x="80772" y="437388"/>
                </a:lnTo>
                <a:lnTo>
                  <a:pt x="83820" y="435864"/>
                </a:lnTo>
                <a:lnTo>
                  <a:pt x="160020" y="435864"/>
                </a:lnTo>
                <a:lnTo>
                  <a:pt x="166116" y="438912"/>
                </a:lnTo>
                <a:lnTo>
                  <a:pt x="166116" y="440436"/>
                </a:lnTo>
                <a:lnTo>
                  <a:pt x="169164" y="443484"/>
                </a:lnTo>
                <a:lnTo>
                  <a:pt x="169164" y="452628"/>
                </a:lnTo>
                <a:lnTo>
                  <a:pt x="172212" y="452628"/>
                </a:lnTo>
                <a:lnTo>
                  <a:pt x="172212" y="396240"/>
                </a:lnTo>
                <a:close/>
              </a:path>
              <a:path extrusionOk="0" h="513714" w="175895">
                <a:moveTo>
                  <a:pt x="172212" y="74676"/>
                </a:moveTo>
                <a:lnTo>
                  <a:pt x="169164" y="74676"/>
                </a:lnTo>
                <a:lnTo>
                  <a:pt x="169164" y="83820"/>
                </a:lnTo>
                <a:lnTo>
                  <a:pt x="167640" y="85344"/>
                </a:lnTo>
                <a:lnTo>
                  <a:pt x="166116" y="88392"/>
                </a:lnTo>
                <a:lnTo>
                  <a:pt x="164592" y="89916"/>
                </a:lnTo>
                <a:lnTo>
                  <a:pt x="163068" y="89916"/>
                </a:lnTo>
                <a:lnTo>
                  <a:pt x="160020" y="91440"/>
                </a:lnTo>
                <a:lnTo>
                  <a:pt x="57912" y="91440"/>
                </a:lnTo>
                <a:lnTo>
                  <a:pt x="57912" y="97536"/>
                </a:lnTo>
                <a:lnTo>
                  <a:pt x="71628" y="129540"/>
                </a:lnTo>
                <a:lnTo>
                  <a:pt x="74676" y="128016"/>
                </a:lnTo>
                <a:lnTo>
                  <a:pt x="73152" y="124968"/>
                </a:lnTo>
                <a:lnTo>
                  <a:pt x="73152" y="115824"/>
                </a:lnTo>
                <a:lnTo>
                  <a:pt x="74676" y="115824"/>
                </a:lnTo>
                <a:lnTo>
                  <a:pt x="77724" y="112776"/>
                </a:lnTo>
                <a:lnTo>
                  <a:pt x="80772" y="112776"/>
                </a:lnTo>
                <a:lnTo>
                  <a:pt x="83820" y="111252"/>
                </a:lnTo>
                <a:lnTo>
                  <a:pt x="155448" y="111252"/>
                </a:lnTo>
                <a:lnTo>
                  <a:pt x="160020" y="112776"/>
                </a:lnTo>
                <a:lnTo>
                  <a:pt x="163068" y="112776"/>
                </a:lnTo>
                <a:lnTo>
                  <a:pt x="164592" y="114300"/>
                </a:lnTo>
                <a:lnTo>
                  <a:pt x="167640" y="115824"/>
                </a:lnTo>
                <a:lnTo>
                  <a:pt x="167640" y="117348"/>
                </a:lnTo>
                <a:lnTo>
                  <a:pt x="169164" y="118872"/>
                </a:lnTo>
                <a:lnTo>
                  <a:pt x="169164" y="128016"/>
                </a:lnTo>
                <a:lnTo>
                  <a:pt x="172212" y="128016"/>
                </a:lnTo>
                <a:lnTo>
                  <a:pt x="172212" y="111252"/>
                </a:lnTo>
                <a:lnTo>
                  <a:pt x="172212" y="74676"/>
                </a:lnTo>
                <a:close/>
              </a:path>
              <a:path extrusionOk="0" h="513714" w="175895">
                <a:moveTo>
                  <a:pt x="175272" y="313944"/>
                </a:moveTo>
                <a:lnTo>
                  <a:pt x="158051" y="279590"/>
                </a:lnTo>
                <a:lnTo>
                  <a:pt x="129552" y="268224"/>
                </a:lnTo>
                <a:lnTo>
                  <a:pt x="128028" y="271272"/>
                </a:lnTo>
                <a:lnTo>
                  <a:pt x="138696" y="275844"/>
                </a:lnTo>
                <a:lnTo>
                  <a:pt x="144792" y="278892"/>
                </a:lnTo>
                <a:lnTo>
                  <a:pt x="149364" y="283464"/>
                </a:lnTo>
                <a:lnTo>
                  <a:pt x="153936" y="289560"/>
                </a:lnTo>
                <a:lnTo>
                  <a:pt x="155460" y="297180"/>
                </a:lnTo>
                <a:lnTo>
                  <a:pt x="155460" y="304800"/>
                </a:lnTo>
                <a:lnTo>
                  <a:pt x="132829" y="336232"/>
                </a:lnTo>
                <a:lnTo>
                  <a:pt x="106692" y="341376"/>
                </a:lnTo>
                <a:lnTo>
                  <a:pt x="96977" y="340804"/>
                </a:lnTo>
                <a:lnTo>
                  <a:pt x="65544" y="320040"/>
                </a:lnTo>
                <a:lnTo>
                  <a:pt x="65544" y="307848"/>
                </a:lnTo>
                <a:lnTo>
                  <a:pt x="67068" y="304800"/>
                </a:lnTo>
                <a:lnTo>
                  <a:pt x="70116" y="301752"/>
                </a:lnTo>
                <a:lnTo>
                  <a:pt x="71640" y="298704"/>
                </a:lnTo>
                <a:lnTo>
                  <a:pt x="76212" y="297180"/>
                </a:lnTo>
                <a:lnTo>
                  <a:pt x="80784" y="297180"/>
                </a:lnTo>
                <a:lnTo>
                  <a:pt x="85356" y="295656"/>
                </a:lnTo>
                <a:lnTo>
                  <a:pt x="88404" y="295656"/>
                </a:lnTo>
                <a:lnTo>
                  <a:pt x="89928" y="292608"/>
                </a:lnTo>
                <a:lnTo>
                  <a:pt x="92976" y="291084"/>
                </a:lnTo>
                <a:lnTo>
                  <a:pt x="94500" y="288036"/>
                </a:lnTo>
                <a:lnTo>
                  <a:pt x="94500" y="277368"/>
                </a:lnTo>
                <a:lnTo>
                  <a:pt x="91452" y="275844"/>
                </a:lnTo>
                <a:lnTo>
                  <a:pt x="88404" y="272796"/>
                </a:lnTo>
                <a:lnTo>
                  <a:pt x="79260" y="272796"/>
                </a:lnTo>
                <a:lnTo>
                  <a:pt x="73164" y="275844"/>
                </a:lnTo>
                <a:lnTo>
                  <a:pt x="63068" y="288594"/>
                </a:lnTo>
                <a:lnTo>
                  <a:pt x="60210" y="294703"/>
                </a:lnTo>
                <a:lnTo>
                  <a:pt x="58496" y="301688"/>
                </a:lnTo>
                <a:lnTo>
                  <a:pt x="57924" y="309372"/>
                </a:lnTo>
                <a:lnTo>
                  <a:pt x="59042" y="319379"/>
                </a:lnTo>
                <a:lnTo>
                  <a:pt x="83273" y="352831"/>
                </a:lnTo>
                <a:lnTo>
                  <a:pt x="117360" y="361188"/>
                </a:lnTo>
                <a:lnTo>
                  <a:pt x="130238" y="360337"/>
                </a:lnTo>
                <a:lnTo>
                  <a:pt x="166903" y="340093"/>
                </a:lnTo>
                <a:lnTo>
                  <a:pt x="174383" y="323049"/>
                </a:lnTo>
                <a:lnTo>
                  <a:pt x="175272" y="313944"/>
                </a:lnTo>
                <a:close/>
              </a:path>
              <a:path extrusionOk="0" h="513714" w="175895">
                <a:moveTo>
                  <a:pt x="175272" y="170688"/>
                </a:moveTo>
                <a:lnTo>
                  <a:pt x="161556" y="137160"/>
                </a:lnTo>
                <a:lnTo>
                  <a:pt x="158508" y="140208"/>
                </a:lnTo>
                <a:lnTo>
                  <a:pt x="160032" y="143256"/>
                </a:lnTo>
                <a:lnTo>
                  <a:pt x="161556" y="144780"/>
                </a:lnTo>
                <a:lnTo>
                  <a:pt x="161556" y="149352"/>
                </a:lnTo>
                <a:lnTo>
                  <a:pt x="158508" y="152400"/>
                </a:lnTo>
                <a:lnTo>
                  <a:pt x="158508" y="153924"/>
                </a:lnTo>
                <a:lnTo>
                  <a:pt x="155460" y="153924"/>
                </a:lnTo>
                <a:lnTo>
                  <a:pt x="152412" y="155448"/>
                </a:lnTo>
                <a:lnTo>
                  <a:pt x="60972" y="155448"/>
                </a:lnTo>
                <a:lnTo>
                  <a:pt x="60972" y="192024"/>
                </a:lnTo>
                <a:lnTo>
                  <a:pt x="64020" y="192024"/>
                </a:lnTo>
                <a:lnTo>
                  <a:pt x="64020" y="185928"/>
                </a:lnTo>
                <a:lnTo>
                  <a:pt x="65544" y="181356"/>
                </a:lnTo>
                <a:lnTo>
                  <a:pt x="68592" y="179832"/>
                </a:lnTo>
                <a:lnTo>
                  <a:pt x="71640" y="176784"/>
                </a:lnTo>
                <a:lnTo>
                  <a:pt x="76212" y="175260"/>
                </a:lnTo>
                <a:lnTo>
                  <a:pt x="144792" y="175260"/>
                </a:lnTo>
                <a:lnTo>
                  <a:pt x="150888" y="182880"/>
                </a:lnTo>
                <a:lnTo>
                  <a:pt x="155460" y="187452"/>
                </a:lnTo>
                <a:lnTo>
                  <a:pt x="156984" y="192024"/>
                </a:lnTo>
                <a:lnTo>
                  <a:pt x="160032" y="196596"/>
                </a:lnTo>
                <a:lnTo>
                  <a:pt x="160032" y="208788"/>
                </a:lnTo>
                <a:lnTo>
                  <a:pt x="158508" y="213360"/>
                </a:lnTo>
                <a:lnTo>
                  <a:pt x="155460" y="217932"/>
                </a:lnTo>
                <a:lnTo>
                  <a:pt x="152412" y="220980"/>
                </a:lnTo>
                <a:lnTo>
                  <a:pt x="146316" y="222504"/>
                </a:lnTo>
                <a:lnTo>
                  <a:pt x="60972" y="222504"/>
                </a:lnTo>
                <a:lnTo>
                  <a:pt x="60972" y="260604"/>
                </a:lnTo>
                <a:lnTo>
                  <a:pt x="64020" y="260604"/>
                </a:lnTo>
                <a:lnTo>
                  <a:pt x="64020" y="256032"/>
                </a:lnTo>
                <a:lnTo>
                  <a:pt x="65544" y="251460"/>
                </a:lnTo>
                <a:lnTo>
                  <a:pt x="65544" y="249936"/>
                </a:lnTo>
                <a:lnTo>
                  <a:pt x="67068" y="246888"/>
                </a:lnTo>
                <a:lnTo>
                  <a:pt x="68592" y="245364"/>
                </a:lnTo>
                <a:lnTo>
                  <a:pt x="71640" y="245364"/>
                </a:lnTo>
                <a:lnTo>
                  <a:pt x="73164" y="243840"/>
                </a:lnTo>
                <a:lnTo>
                  <a:pt x="77736" y="242316"/>
                </a:lnTo>
                <a:lnTo>
                  <a:pt x="150888" y="242316"/>
                </a:lnTo>
                <a:lnTo>
                  <a:pt x="156984" y="240792"/>
                </a:lnTo>
                <a:lnTo>
                  <a:pt x="166128" y="234696"/>
                </a:lnTo>
                <a:lnTo>
                  <a:pt x="170700" y="230124"/>
                </a:lnTo>
                <a:lnTo>
                  <a:pt x="173748" y="225552"/>
                </a:lnTo>
                <a:lnTo>
                  <a:pt x="175272" y="220980"/>
                </a:lnTo>
                <a:lnTo>
                  <a:pt x="175272" y="208788"/>
                </a:lnTo>
                <a:lnTo>
                  <a:pt x="152412" y="175260"/>
                </a:lnTo>
                <a:lnTo>
                  <a:pt x="175272" y="175260"/>
                </a:lnTo>
                <a:lnTo>
                  <a:pt x="175272" y="170688"/>
                </a:lnTo>
                <a:close/>
              </a:path>
              <a:path extrusionOk="0" h="513714" w="175895">
                <a:moveTo>
                  <a:pt x="175272" y="22860"/>
                </a:moveTo>
                <a:lnTo>
                  <a:pt x="173748" y="16764"/>
                </a:lnTo>
                <a:lnTo>
                  <a:pt x="169176" y="12192"/>
                </a:lnTo>
                <a:lnTo>
                  <a:pt x="166128" y="6096"/>
                </a:lnTo>
                <a:lnTo>
                  <a:pt x="160032" y="3048"/>
                </a:lnTo>
                <a:lnTo>
                  <a:pt x="150888" y="0"/>
                </a:lnTo>
                <a:lnTo>
                  <a:pt x="150888" y="6096"/>
                </a:lnTo>
                <a:lnTo>
                  <a:pt x="156984" y="9144"/>
                </a:lnTo>
                <a:lnTo>
                  <a:pt x="158508" y="10668"/>
                </a:lnTo>
                <a:lnTo>
                  <a:pt x="160032" y="13716"/>
                </a:lnTo>
                <a:lnTo>
                  <a:pt x="160032" y="22860"/>
                </a:lnTo>
                <a:lnTo>
                  <a:pt x="158508" y="24384"/>
                </a:lnTo>
                <a:lnTo>
                  <a:pt x="156984" y="27432"/>
                </a:lnTo>
                <a:lnTo>
                  <a:pt x="153936" y="28956"/>
                </a:lnTo>
                <a:lnTo>
                  <a:pt x="149364" y="30480"/>
                </a:lnTo>
                <a:lnTo>
                  <a:pt x="68592" y="30480"/>
                </a:lnTo>
                <a:lnTo>
                  <a:pt x="68592" y="4572"/>
                </a:lnTo>
                <a:lnTo>
                  <a:pt x="60972" y="4572"/>
                </a:lnTo>
                <a:lnTo>
                  <a:pt x="60972" y="30480"/>
                </a:lnTo>
                <a:lnTo>
                  <a:pt x="24396" y="30480"/>
                </a:lnTo>
                <a:lnTo>
                  <a:pt x="24396" y="33528"/>
                </a:lnTo>
                <a:lnTo>
                  <a:pt x="33540" y="36576"/>
                </a:lnTo>
                <a:lnTo>
                  <a:pt x="38112" y="39624"/>
                </a:lnTo>
                <a:lnTo>
                  <a:pt x="47256" y="44196"/>
                </a:lnTo>
                <a:lnTo>
                  <a:pt x="56400" y="53340"/>
                </a:lnTo>
                <a:lnTo>
                  <a:pt x="60972" y="59436"/>
                </a:lnTo>
                <a:lnTo>
                  <a:pt x="64020" y="64008"/>
                </a:lnTo>
                <a:lnTo>
                  <a:pt x="65544" y="68580"/>
                </a:lnTo>
                <a:lnTo>
                  <a:pt x="68592" y="68580"/>
                </a:lnTo>
                <a:lnTo>
                  <a:pt x="68592" y="50292"/>
                </a:lnTo>
                <a:lnTo>
                  <a:pt x="153936" y="50292"/>
                </a:lnTo>
                <a:lnTo>
                  <a:pt x="160032" y="48768"/>
                </a:lnTo>
                <a:lnTo>
                  <a:pt x="163080" y="47244"/>
                </a:lnTo>
                <a:lnTo>
                  <a:pt x="167652" y="45720"/>
                </a:lnTo>
                <a:lnTo>
                  <a:pt x="170700" y="42672"/>
                </a:lnTo>
                <a:lnTo>
                  <a:pt x="172224" y="39624"/>
                </a:lnTo>
                <a:lnTo>
                  <a:pt x="175272" y="35052"/>
                </a:lnTo>
                <a:lnTo>
                  <a:pt x="175272" y="228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31" name="Google Shape;5631;p88"/>
          <p:cNvGrpSpPr/>
          <p:nvPr/>
        </p:nvGrpSpPr>
        <p:grpSpPr>
          <a:xfrm>
            <a:off x="5772911" y="7888223"/>
            <a:ext cx="170688" cy="387096"/>
            <a:chOff x="5772911" y="7888223"/>
            <a:chExt cx="170688" cy="387096"/>
          </a:xfrm>
        </p:grpSpPr>
        <p:pic>
          <p:nvPicPr>
            <p:cNvPr id="5632" name="Google Shape;5632;p88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5772911" y="8129015"/>
              <a:ext cx="170687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33" name="Google Shape;5633;p88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5826251" y="7888223"/>
              <a:ext cx="117348" cy="2209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634" name="Google Shape;5634;p88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5768339" y="7005828"/>
            <a:ext cx="175260" cy="809243"/>
          </a:xfrm>
          <a:prstGeom prst="rect">
            <a:avLst/>
          </a:prstGeom>
          <a:noFill/>
          <a:ln>
            <a:noFill/>
          </a:ln>
        </p:spPr>
      </p:pic>
      <p:pic>
        <p:nvPicPr>
          <p:cNvPr id="5635" name="Google Shape;5635;p88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5768339" y="6295644"/>
            <a:ext cx="225552" cy="635507"/>
          </a:xfrm>
          <a:prstGeom prst="rect">
            <a:avLst/>
          </a:prstGeom>
          <a:noFill/>
          <a:ln>
            <a:noFill/>
          </a:ln>
        </p:spPr>
      </p:pic>
      <p:pic>
        <p:nvPicPr>
          <p:cNvPr id="5636" name="Google Shape;5636;p88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5792723" y="6056375"/>
            <a:ext cx="150876" cy="169164"/>
          </a:xfrm>
          <a:prstGeom prst="rect">
            <a:avLst/>
          </a:prstGeom>
          <a:noFill/>
          <a:ln>
            <a:noFill/>
          </a:ln>
        </p:spPr>
      </p:pic>
      <p:sp>
        <p:nvSpPr>
          <p:cNvPr id="5637" name="Google Shape;5637;p88"/>
          <p:cNvSpPr/>
          <p:nvPr/>
        </p:nvSpPr>
        <p:spPr>
          <a:xfrm>
            <a:off x="5826239" y="5451348"/>
            <a:ext cx="168275" cy="542925"/>
          </a:xfrm>
          <a:custGeom>
            <a:rect b="b" l="l" r="r" t="t"/>
            <a:pathLst>
              <a:path extrusionOk="0" h="542925" w="168275">
                <a:moveTo>
                  <a:pt x="114300" y="356616"/>
                </a:moveTo>
                <a:lnTo>
                  <a:pt x="111252" y="356616"/>
                </a:lnTo>
                <a:lnTo>
                  <a:pt x="111252" y="362712"/>
                </a:lnTo>
                <a:lnTo>
                  <a:pt x="109728" y="365760"/>
                </a:lnTo>
                <a:lnTo>
                  <a:pt x="109728" y="367284"/>
                </a:lnTo>
                <a:lnTo>
                  <a:pt x="108204" y="370332"/>
                </a:lnTo>
                <a:lnTo>
                  <a:pt x="106680" y="371856"/>
                </a:lnTo>
                <a:lnTo>
                  <a:pt x="103632" y="371856"/>
                </a:lnTo>
                <a:lnTo>
                  <a:pt x="102108" y="373380"/>
                </a:lnTo>
                <a:lnTo>
                  <a:pt x="32004" y="373380"/>
                </a:lnTo>
                <a:lnTo>
                  <a:pt x="24384" y="374904"/>
                </a:lnTo>
                <a:lnTo>
                  <a:pt x="0" y="396240"/>
                </a:lnTo>
                <a:lnTo>
                  <a:pt x="0" y="408432"/>
                </a:lnTo>
                <a:lnTo>
                  <a:pt x="24384" y="440436"/>
                </a:lnTo>
                <a:lnTo>
                  <a:pt x="16764" y="441960"/>
                </a:lnTo>
                <a:lnTo>
                  <a:pt x="10668" y="445008"/>
                </a:lnTo>
                <a:lnTo>
                  <a:pt x="1524" y="454152"/>
                </a:lnTo>
                <a:lnTo>
                  <a:pt x="0" y="460248"/>
                </a:lnTo>
                <a:lnTo>
                  <a:pt x="0" y="475488"/>
                </a:lnTo>
                <a:lnTo>
                  <a:pt x="3048" y="480060"/>
                </a:lnTo>
                <a:lnTo>
                  <a:pt x="4572" y="483108"/>
                </a:lnTo>
                <a:lnTo>
                  <a:pt x="6096" y="487680"/>
                </a:lnTo>
                <a:lnTo>
                  <a:pt x="15240" y="496824"/>
                </a:lnTo>
                <a:lnTo>
                  <a:pt x="24384" y="504444"/>
                </a:lnTo>
                <a:lnTo>
                  <a:pt x="0" y="504444"/>
                </a:lnTo>
                <a:lnTo>
                  <a:pt x="0" y="510540"/>
                </a:lnTo>
                <a:lnTo>
                  <a:pt x="13716" y="542544"/>
                </a:lnTo>
                <a:lnTo>
                  <a:pt x="16764" y="541020"/>
                </a:lnTo>
                <a:lnTo>
                  <a:pt x="15240" y="537972"/>
                </a:lnTo>
                <a:lnTo>
                  <a:pt x="15240" y="530352"/>
                </a:lnTo>
                <a:lnTo>
                  <a:pt x="16764" y="528828"/>
                </a:lnTo>
                <a:lnTo>
                  <a:pt x="16764" y="527304"/>
                </a:lnTo>
                <a:lnTo>
                  <a:pt x="19812" y="525780"/>
                </a:lnTo>
                <a:lnTo>
                  <a:pt x="25387" y="525551"/>
                </a:lnTo>
                <a:lnTo>
                  <a:pt x="38061" y="524497"/>
                </a:lnTo>
                <a:lnTo>
                  <a:pt x="47244" y="524256"/>
                </a:lnTo>
                <a:lnTo>
                  <a:pt x="96012" y="524256"/>
                </a:lnTo>
                <a:lnTo>
                  <a:pt x="102108" y="525780"/>
                </a:lnTo>
                <a:lnTo>
                  <a:pt x="103632" y="525780"/>
                </a:lnTo>
                <a:lnTo>
                  <a:pt x="106680" y="527304"/>
                </a:lnTo>
                <a:lnTo>
                  <a:pt x="109728" y="530352"/>
                </a:lnTo>
                <a:lnTo>
                  <a:pt x="109728" y="533400"/>
                </a:lnTo>
                <a:lnTo>
                  <a:pt x="111252" y="536448"/>
                </a:lnTo>
                <a:lnTo>
                  <a:pt x="111252" y="541020"/>
                </a:lnTo>
                <a:lnTo>
                  <a:pt x="114300" y="541020"/>
                </a:lnTo>
                <a:lnTo>
                  <a:pt x="114300" y="487680"/>
                </a:lnTo>
                <a:lnTo>
                  <a:pt x="111252" y="487680"/>
                </a:lnTo>
                <a:lnTo>
                  <a:pt x="111252" y="493776"/>
                </a:lnTo>
                <a:lnTo>
                  <a:pt x="109728" y="498348"/>
                </a:lnTo>
                <a:lnTo>
                  <a:pt x="109728" y="499872"/>
                </a:lnTo>
                <a:lnTo>
                  <a:pt x="106680" y="502920"/>
                </a:lnTo>
                <a:lnTo>
                  <a:pt x="103632" y="502920"/>
                </a:lnTo>
                <a:lnTo>
                  <a:pt x="102108" y="504444"/>
                </a:lnTo>
                <a:lnTo>
                  <a:pt x="30480" y="504444"/>
                </a:lnTo>
                <a:lnTo>
                  <a:pt x="25908" y="501396"/>
                </a:lnTo>
                <a:lnTo>
                  <a:pt x="21336" y="496824"/>
                </a:lnTo>
                <a:lnTo>
                  <a:pt x="18288" y="490728"/>
                </a:lnTo>
                <a:lnTo>
                  <a:pt x="15240" y="481584"/>
                </a:lnTo>
                <a:lnTo>
                  <a:pt x="15240" y="470916"/>
                </a:lnTo>
                <a:lnTo>
                  <a:pt x="16764" y="466344"/>
                </a:lnTo>
                <a:lnTo>
                  <a:pt x="22860" y="463296"/>
                </a:lnTo>
                <a:lnTo>
                  <a:pt x="25908" y="460248"/>
                </a:lnTo>
                <a:lnTo>
                  <a:pt x="32004" y="458724"/>
                </a:lnTo>
                <a:lnTo>
                  <a:pt x="100584" y="458724"/>
                </a:lnTo>
                <a:lnTo>
                  <a:pt x="102108" y="460248"/>
                </a:lnTo>
                <a:lnTo>
                  <a:pt x="105156" y="460248"/>
                </a:lnTo>
                <a:lnTo>
                  <a:pt x="106680" y="461772"/>
                </a:lnTo>
                <a:lnTo>
                  <a:pt x="108204" y="464820"/>
                </a:lnTo>
                <a:lnTo>
                  <a:pt x="109728" y="466344"/>
                </a:lnTo>
                <a:lnTo>
                  <a:pt x="111252" y="470916"/>
                </a:lnTo>
                <a:lnTo>
                  <a:pt x="111252" y="475488"/>
                </a:lnTo>
                <a:lnTo>
                  <a:pt x="114300" y="475488"/>
                </a:lnTo>
                <a:lnTo>
                  <a:pt x="114300" y="422148"/>
                </a:lnTo>
                <a:lnTo>
                  <a:pt x="111252" y="422148"/>
                </a:lnTo>
                <a:lnTo>
                  <a:pt x="111252" y="428244"/>
                </a:lnTo>
                <a:lnTo>
                  <a:pt x="109728" y="431292"/>
                </a:lnTo>
                <a:lnTo>
                  <a:pt x="109728" y="434340"/>
                </a:lnTo>
                <a:lnTo>
                  <a:pt x="106680" y="437388"/>
                </a:lnTo>
                <a:lnTo>
                  <a:pt x="103632" y="438912"/>
                </a:lnTo>
                <a:lnTo>
                  <a:pt x="30480" y="438912"/>
                </a:lnTo>
                <a:lnTo>
                  <a:pt x="19812" y="428244"/>
                </a:lnTo>
                <a:lnTo>
                  <a:pt x="18288" y="423672"/>
                </a:lnTo>
                <a:lnTo>
                  <a:pt x="16764" y="420624"/>
                </a:lnTo>
                <a:lnTo>
                  <a:pt x="15240" y="416052"/>
                </a:lnTo>
                <a:lnTo>
                  <a:pt x="15240" y="405384"/>
                </a:lnTo>
                <a:lnTo>
                  <a:pt x="18288" y="399288"/>
                </a:lnTo>
                <a:lnTo>
                  <a:pt x="22860" y="396240"/>
                </a:lnTo>
                <a:lnTo>
                  <a:pt x="25908" y="394716"/>
                </a:lnTo>
                <a:lnTo>
                  <a:pt x="33528" y="393192"/>
                </a:lnTo>
                <a:lnTo>
                  <a:pt x="100584" y="393192"/>
                </a:lnTo>
                <a:lnTo>
                  <a:pt x="102108" y="394716"/>
                </a:lnTo>
                <a:lnTo>
                  <a:pt x="105156" y="394716"/>
                </a:lnTo>
                <a:lnTo>
                  <a:pt x="108204" y="397764"/>
                </a:lnTo>
                <a:lnTo>
                  <a:pt x="111252" y="403860"/>
                </a:lnTo>
                <a:lnTo>
                  <a:pt x="111252" y="409956"/>
                </a:lnTo>
                <a:lnTo>
                  <a:pt x="114300" y="409956"/>
                </a:lnTo>
                <a:lnTo>
                  <a:pt x="114300" y="356616"/>
                </a:lnTo>
                <a:close/>
              </a:path>
              <a:path extrusionOk="0" h="542925" w="168275">
                <a:moveTo>
                  <a:pt x="114300" y="121920"/>
                </a:moveTo>
                <a:lnTo>
                  <a:pt x="111252" y="121920"/>
                </a:lnTo>
                <a:lnTo>
                  <a:pt x="111252" y="126492"/>
                </a:lnTo>
                <a:lnTo>
                  <a:pt x="109728" y="131064"/>
                </a:lnTo>
                <a:lnTo>
                  <a:pt x="109728" y="132588"/>
                </a:lnTo>
                <a:lnTo>
                  <a:pt x="106680" y="135636"/>
                </a:lnTo>
                <a:lnTo>
                  <a:pt x="103632" y="137160"/>
                </a:lnTo>
                <a:lnTo>
                  <a:pt x="102108" y="137160"/>
                </a:lnTo>
                <a:lnTo>
                  <a:pt x="97536" y="138684"/>
                </a:lnTo>
                <a:lnTo>
                  <a:pt x="24384" y="138684"/>
                </a:lnTo>
                <a:lnTo>
                  <a:pt x="19812" y="141732"/>
                </a:lnTo>
                <a:lnTo>
                  <a:pt x="12192" y="143256"/>
                </a:lnTo>
                <a:lnTo>
                  <a:pt x="7620" y="147828"/>
                </a:lnTo>
                <a:lnTo>
                  <a:pt x="4572" y="152400"/>
                </a:lnTo>
                <a:lnTo>
                  <a:pt x="1524" y="155448"/>
                </a:lnTo>
                <a:lnTo>
                  <a:pt x="0" y="161544"/>
                </a:lnTo>
                <a:lnTo>
                  <a:pt x="0" y="167640"/>
                </a:lnTo>
                <a:lnTo>
                  <a:pt x="1435" y="176809"/>
                </a:lnTo>
                <a:lnTo>
                  <a:pt x="5715" y="186118"/>
                </a:lnTo>
                <a:lnTo>
                  <a:pt x="12865" y="195719"/>
                </a:lnTo>
                <a:lnTo>
                  <a:pt x="22860" y="205740"/>
                </a:lnTo>
                <a:lnTo>
                  <a:pt x="0" y="205740"/>
                </a:lnTo>
                <a:lnTo>
                  <a:pt x="0" y="210312"/>
                </a:lnTo>
                <a:lnTo>
                  <a:pt x="13716" y="243840"/>
                </a:lnTo>
                <a:lnTo>
                  <a:pt x="16764" y="242316"/>
                </a:lnTo>
                <a:lnTo>
                  <a:pt x="15240" y="239268"/>
                </a:lnTo>
                <a:lnTo>
                  <a:pt x="15240" y="230124"/>
                </a:lnTo>
                <a:lnTo>
                  <a:pt x="16764" y="228600"/>
                </a:lnTo>
                <a:lnTo>
                  <a:pt x="16764" y="227076"/>
                </a:lnTo>
                <a:lnTo>
                  <a:pt x="19812" y="227076"/>
                </a:lnTo>
                <a:lnTo>
                  <a:pt x="22860" y="225552"/>
                </a:lnTo>
                <a:lnTo>
                  <a:pt x="103632" y="225552"/>
                </a:lnTo>
                <a:lnTo>
                  <a:pt x="106680" y="228600"/>
                </a:lnTo>
                <a:lnTo>
                  <a:pt x="109728" y="230124"/>
                </a:lnTo>
                <a:lnTo>
                  <a:pt x="111252" y="234696"/>
                </a:lnTo>
                <a:lnTo>
                  <a:pt x="111252" y="242316"/>
                </a:lnTo>
                <a:lnTo>
                  <a:pt x="114300" y="242316"/>
                </a:lnTo>
                <a:lnTo>
                  <a:pt x="114300" y="188976"/>
                </a:lnTo>
                <a:lnTo>
                  <a:pt x="111252" y="188976"/>
                </a:lnTo>
                <a:lnTo>
                  <a:pt x="111252" y="193548"/>
                </a:lnTo>
                <a:lnTo>
                  <a:pt x="109728" y="198120"/>
                </a:lnTo>
                <a:lnTo>
                  <a:pt x="109728" y="199644"/>
                </a:lnTo>
                <a:lnTo>
                  <a:pt x="106680" y="202692"/>
                </a:lnTo>
                <a:lnTo>
                  <a:pt x="103632" y="204216"/>
                </a:lnTo>
                <a:lnTo>
                  <a:pt x="102108" y="205740"/>
                </a:lnTo>
                <a:lnTo>
                  <a:pt x="30480" y="205740"/>
                </a:lnTo>
                <a:lnTo>
                  <a:pt x="23609" y="197980"/>
                </a:lnTo>
                <a:lnTo>
                  <a:pt x="18859" y="190500"/>
                </a:lnTo>
                <a:lnTo>
                  <a:pt x="16129" y="183032"/>
                </a:lnTo>
                <a:lnTo>
                  <a:pt x="15240" y="175260"/>
                </a:lnTo>
                <a:lnTo>
                  <a:pt x="15240" y="169164"/>
                </a:lnTo>
                <a:lnTo>
                  <a:pt x="16764" y="164592"/>
                </a:lnTo>
                <a:lnTo>
                  <a:pt x="21336" y="161544"/>
                </a:lnTo>
                <a:lnTo>
                  <a:pt x="25908" y="160020"/>
                </a:lnTo>
                <a:lnTo>
                  <a:pt x="33528" y="158496"/>
                </a:lnTo>
                <a:lnTo>
                  <a:pt x="102108" y="158496"/>
                </a:lnTo>
                <a:lnTo>
                  <a:pt x="105156" y="160020"/>
                </a:lnTo>
                <a:lnTo>
                  <a:pt x="106680" y="160020"/>
                </a:lnTo>
                <a:lnTo>
                  <a:pt x="108204" y="163068"/>
                </a:lnTo>
                <a:lnTo>
                  <a:pt x="109728" y="164592"/>
                </a:lnTo>
                <a:lnTo>
                  <a:pt x="111252" y="167640"/>
                </a:lnTo>
                <a:lnTo>
                  <a:pt x="111252" y="175260"/>
                </a:lnTo>
                <a:lnTo>
                  <a:pt x="114300" y="175260"/>
                </a:lnTo>
                <a:lnTo>
                  <a:pt x="114300" y="121920"/>
                </a:lnTo>
                <a:close/>
              </a:path>
              <a:path extrusionOk="0" h="542925" w="168275">
                <a:moveTo>
                  <a:pt x="117360" y="269748"/>
                </a:moveTo>
                <a:lnTo>
                  <a:pt x="116217" y="263131"/>
                </a:lnTo>
                <a:lnTo>
                  <a:pt x="112788" y="256794"/>
                </a:lnTo>
                <a:lnTo>
                  <a:pt x="107073" y="250469"/>
                </a:lnTo>
                <a:lnTo>
                  <a:pt x="99072" y="243840"/>
                </a:lnTo>
                <a:lnTo>
                  <a:pt x="92976" y="243840"/>
                </a:lnTo>
                <a:lnTo>
                  <a:pt x="100596" y="251460"/>
                </a:lnTo>
                <a:lnTo>
                  <a:pt x="100596" y="252984"/>
                </a:lnTo>
                <a:lnTo>
                  <a:pt x="102120" y="254508"/>
                </a:lnTo>
                <a:lnTo>
                  <a:pt x="102120" y="259080"/>
                </a:lnTo>
                <a:lnTo>
                  <a:pt x="100596" y="259080"/>
                </a:lnTo>
                <a:lnTo>
                  <a:pt x="99072" y="260604"/>
                </a:lnTo>
                <a:lnTo>
                  <a:pt x="97548" y="260604"/>
                </a:lnTo>
                <a:lnTo>
                  <a:pt x="96024" y="262128"/>
                </a:lnTo>
                <a:lnTo>
                  <a:pt x="19824" y="262128"/>
                </a:lnTo>
                <a:lnTo>
                  <a:pt x="2501" y="280416"/>
                </a:lnTo>
                <a:lnTo>
                  <a:pt x="1155" y="286131"/>
                </a:lnTo>
                <a:lnTo>
                  <a:pt x="292" y="292760"/>
                </a:lnTo>
                <a:lnTo>
                  <a:pt x="203" y="303276"/>
                </a:lnTo>
                <a:lnTo>
                  <a:pt x="584" y="309067"/>
                </a:lnTo>
                <a:lnTo>
                  <a:pt x="9156" y="330708"/>
                </a:lnTo>
                <a:lnTo>
                  <a:pt x="13728" y="338328"/>
                </a:lnTo>
                <a:lnTo>
                  <a:pt x="21348" y="341376"/>
                </a:lnTo>
                <a:lnTo>
                  <a:pt x="30492" y="341376"/>
                </a:lnTo>
                <a:lnTo>
                  <a:pt x="36588" y="338328"/>
                </a:lnTo>
                <a:lnTo>
                  <a:pt x="38112" y="336804"/>
                </a:lnTo>
                <a:lnTo>
                  <a:pt x="39636" y="333756"/>
                </a:lnTo>
                <a:lnTo>
                  <a:pt x="39636" y="327660"/>
                </a:lnTo>
                <a:lnTo>
                  <a:pt x="35064" y="323088"/>
                </a:lnTo>
                <a:lnTo>
                  <a:pt x="32016" y="321564"/>
                </a:lnTo>
                <a:lnTo>
                  <a:pt x="16776" y="321564"/>
                </a:lnTo>
                <a:lnTo>
                  <a:pt x="13728" y="320040"/>
                </a:lnTo>
                <a:lnTo>
                  <a:pt x="10871" y="317182"/>
                </a:lnTo>
                <a:lnTo>
                  <a:pt x="10617" y="316877"/>
                </a:lnTo>
                <a:lnTo>
                  <a:pt x="9156" y="313944"/>
                </a:lnTo>
                <a:lnTo>
                  <a:pt x="7632" y="309372"/>
                </a:lnTo>
                <a:lnTo>
                  <a:pt x="7632" y="297180"/>
                </a:lnTo>
                <a:lnTo>
                  <a:pt x="9156" y="291084"/>
                </a:lnTo>
                <a:lnTo>
                  <a:pt x="13728" y="288036"/>
                </a:lnTo>
                <a:lnTo>
                  <a:pt x="18300" y="283464"/>
                </a:lnTo>
                <a:lnTo>
                  <a:pt x="25920" y="281940"/>
                </a:lnTo>
                <a:lnTo>
                  <a:pt x="41160" y="281940"/>
                </a:lnTo>
                <a:lnTo>
                  <a:pt x="45707" y="295681"/>
                </a:lnTo>
                <a:lnTo>
                  <a:pt x="50114" y="307276"/>
                </a:lnTo>
                <a:lnTo>
                  <a:pt x="54229" y="316877"/>
                </a:lnTo>
                <a:lnTo>
                  <a:pt x="57924" y="324612"/>
                </a:lnTo>
                <a:lnTo>
                  <a:pt x="64020" y="332232"/>
                </a:lnTo>
                <a:lnTo>
                  <a:pt x="68592" y="338328"/>
                </a:lnTo>
                <a:lnTo>
                  <a:pt x="74688" y="341376"/>
                </a:lnTo>
                <a:lnTo>
                  <a:pt x="77736" y="344424"/>
                </a:lnTo>
                <a:lnTo>
                  <a:pt x="82308" y="345948"/>
                </a:lnTo>
                <a:lnTo>
                  <a:pt x="97548" y="345948"/>
                </a:lnTo>
                <a:lnTo>
                  <a:pt x="103644" y="342900"/>
                </a:lnTo>
                <a:lnTo>
                  <a:pt x="109740" y="338328"/>
                </a:lnTo>
                <a:lnTo>
                  <a:pt x="114312" y="332232"/>
                </a:lnTo>
                <a:lnTo>
                  <a:pt x="117360" y="326136"/>
                </a:lnTo>
                <a:lnTo>
                  <a:pt x="117360" y="313944"/>
                </a:lnTo>
                <a:lnTo>
                  <a:pt x="115836" y="307848"/>
                </a:lnTo>
                <a:lnTo>
                  <a:pt x="114312" y="303276"/>
                </a:lnTo>
                <a:lnTo>
                  <a:pt x="112331" y="301015"/>
                </a:lnTo>
                <a:lnTo>
                  <a:pt x="108788" y="296608"/>
                </a:lnTo>
                <a:lnTo>
                  <a:pt x="103809" y="290207"/>
                </a:lnTo>
                <a:lnTo>
                  <a:pt x="102120" y="287985"/>
                </a:lnTo>
                <a:lnTo>
                  <a:pt x="102120" y="312420"/>
                </a:lnTo>
                <a:lnTo>
                  <a:pt x="100634" y="316877"/>
                </a:lnTo>
                <a:lnTo>
                  <a:pt x="100774" y="316877"/>
                </a:lnTo>
                <a:lnTo>
                  <a:pt x="96024" y="320040"/>
                </a:lnTo>
                <a:lnTo>
                  <a:pt x="92976" y="324612"/>
                </a:lnTo>
                <a:lnTo>
                  <a:pt x="88404" y="326136"/>
                </a:lnTo>
                <a:lnTo>
                  <a:pt x="77736" y="326136"/>
                </a:lnTo>
                <a:lnTo>
                  <a:pt x="73164" y="324612"/>
                </a:lnTo>
                <a:lnTo>
                  <a:pt x="70116" y="321564"/>
                </a:lnTo>
                <a:lnTo>
                  <a:pt x="65544" y="318516"/>
                </a:lnTo>
                <a:lnTo>
                  <a:pt x="51816" y="290207"/>
                </a:lnTo>
                <a:lnTo>
                  <a:pt x="48780" y="281940"/>
                </a:lnTo>
                <a:lnTo>
                  <a:pt x="89928" y="281940"/>
                </a:lnTo>
                <a:lnTo>
                  <a:pt x="95046" y="289636"/>
                </a:lnTo>
                <a:lnTo>
                  <a:pt x="102120" y="312420"/>
                </a:lnTo>
                <a:lnTo>
                  <a:pt x="102120" y="287985"/>
                </a:lnTo>
                <a:lnTo>
                  <a:pt x="97548" y="281940"/>
                </a:lnTo>
                <a:lnTo>
                  <a:pt x="105168" y="281940"/>
                </a:lnTo>
                <a:lnTo>
                  <a:pt x="109740" y="280416"/>
                </a:lnTo>
                <a:lnTo>
                  <a:pt x="112788" y="278892"/>
                </a:lnTo>
                <a:lnTo>
                  <a:pt x="115836" y="275844"/>
                </a:lnTo>
                <a:lnTo>
                  <a:pt x="117360" y="272796"/>
                </a:lnTo>
                <a:lnTo>
                  <a:pt x="117360" y="269748"/>
                </a:lnTo>
                <a:close/>
              </a:path>
              <a:path extrusionOk="0" h="542925" w="168275">
                <a:moveTo>
                  <a:pt x="167652" y="91440"/>
                </a:moveTo>
                <a:lnTo>
                  <a:pt x="164604" y="83820"/>
                </a:lnTo>
                <a:lnTo>
                  <a:pt x="158508" y="77724"/>
                </a:lnTo>
                <a:lnTo>
                  <a:pt x="154266" y="72301"/>
                </a:lnTo>
                <a:lnTo>
                  <a:pt x="148602" y="67437"/>
                </a:lnTo>
                <a:lnTo>
                  <a:pt x="141782" y="63157"/>
                </a:lnTo>
                <a:lnTo>
                  <a:pt x="134124" y="59436"/>
                </a:lnTo>
                <a:lnTo>
                  <a:pt x="130276" y="57912"/>
                </a:lnTo>
                <a:lnTo>
                  <a:pt x="38214" y="21336"/>
                </a:lnTo>
                <a:lnTo>
                  <a:pt x="22872" y="15240"/>
                </a:lnTo>
                <a:lnTo>
                  <a:pt x="18300" y="13716"/>
                </a:lnTo>
                <a:lnTo>
                  <a:pt x="15252" y="12192"/>
                </a:lnTo>
                <a:lnTo>
                  <a:pt x="13728" y="12192"/>
                </a:lnTo>
                <a:lnTo>
                  <a:pt x="6108" y="4572"/>
                </a:lnTo>
                <a:lnTo>
                  <a:pt x="6108" y="0"/>
                </a:lnTo>
                <a:lnTo>
                  <a:pt x="3060" y="0"/>
                </a:lnTo>
                <a:lnTo>
                  <a:pt x="3060" y="33528"/>
                </a:lnTo>
                <a:lnTo>
                  <a:pt x="6108" y="33528"/>
                </a:lnTo>
                <a:lnTo>
                  <a:pt x="6108" y="25908"/>
                </a:lnTo>
                <a:lnTo>
                  <a:pt x="7632" y="24384"/>
                </a:lnTo>
                <a:lnTo>
                  <a:pt x="7632" y="22860"/>
                </a:lnTo>
                <a:lnTo>
                  <a:pt x="9156" y="22860"/>
                </a:lnTo>
                <a:lnTo>
                  <a:pt x="9156" y="21336"/>
                </a:lnTo>
                <a:lnTo>
                  <a:pt x="16776" y="21336"/>
                </a:lnTo>
                <a:lnTo>
                  <a:pt x="22872" y="24384"/>
                </a:lnTo>
                <a:lnTo>
                  <a:pt x="85356" y="48768"/>
                </a:lnTo>
                <a:lnTo>
                  <a:pt x="28968" y="76200"/>
                </a:lnTo>
                <a:lnTo>
                  <a:pt x="22872" y="77724"/>
                </a:lnTo>
                <a:lnTo>
                  <a:pt x="18300" y="79248"/>
                </a:lnTo>
                <a:lnTo>
                  <a:pt x="10680" y="79248"/>
                </a:lnTo>
                <a:lnTo>
                  <a:pt x="6108" y="74676"/>
                </a:lnTo>
                <a:lnTo>
                  <a:pt x="6108" y="65532"/>
                </a:lnTo>
                <a:lnTo>
                  <a:pt x="3060" y="65532"/>
                </a:lnTo>
                <a:lnTo>
                  <a:pt x="3060" y="118872"/>
                </a:lnTo>
                <a:lnTo>
                  <a:pt x="6108" y="118872"/>
                </a:lnTo>
                <a:lnTo>
                  <a:pt x="6108" y="114300"/>
                </a:lnTo>
                <a:lnTo>
                  <a:pt x="7632" y="111252"/>
                </a:lnTo>
                <a:lnTo>
                  <a:pt x="12204" y="106680"/>
                </a:lnTo>
                <a:lnTo>
                  <a:pt x="15252" y="105156"/>
                </a:lnTo>
                <a:lnTo>
                  <a:pt x="19824" y="102108"/>
                </a:lnTo>
                <a:lnTo>
                  <a:pt x="66268" y="79248"/>
                </a:lnTo>
                <a:lnTo>
                  <a:pt x="109740" y="57912"/>
                </a:lnTo>
                <a:lnTo>
                  <a:pt x="129552" y="65532"/>
                </a:lnTo>
                <a:lnTo>
                  <a:pt x="141744" y="71628"/>
                </a:lnTo>
                <a:lnTo>
                  <a:pt x="143268" y="74676"/>
                </a:lnTo>
                <a:lnTo>
                  <a:pt x="146316" y="77724"/>
                </a:lnTo>
                <a:lnTo>
                  <a:pt x="147840" y="80772"/>
                </a:lnTo>
                <a:lnTo>
                  <a:pt x="147840" y="83820"/>
                </a:lnTo>
                <a:lnTo>
                  <a:pt x="146316" y="85344"/>
                </a:lnTo>
                <a:lnTo>
                  <a:pt x="146316" y="89916"/>
                </a:lnTo>
                <a:lnTo>
                  <a:pt x="143268" y="94488"/>
                </a:lnTo>
                <a:lnTo>
                  <a:pt x="143268" y="108204"/>
                </a:lnTo>
                <a:lnTo>
                  <a:pt x="146316" y="109728"/>
                </a:lnTo>
                <a:lnTo>
                  <a:pt x="147840" y="112776"/>
                </a:lnTo>
                <a:lnTo>
                  <a:pt x="150888" y="114300"/>
                </a:lnTo>
                <a:lnTo>
                  <a:pt x="156984" y="114300"/>
                </a:lnTo>
                <a:lnTo>
                  <a:pt x="160032" y="112776"/>
                </a:lnTo>
                <a:lnTo>
                  <a:pt x="166128" y="106680"/>
                </a:lnTo>
                <a:lnTo>
                  <a:pt x="167652" y="102108"/>
                </a:lnTo>
                <a:lnTo>
                  <a:pt x="16765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38" name="Google Shape;5638;p88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5768339" y="4536947"/>
            <a:ext cx="175260" cy="8397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39" name="Google Shape;5639;p88"/>
          <p:cNvGrpSpPr/>
          <p:nvPr/>
        </p:nvGrpSpPr>
        <p:grpSpPr>
          <a:xfrm>
            <a:off x="5768339" y="3912108"/>
            <a:ext cx="175260" cy="557783"/>
            <a:chOff x="5768339" y="3912108"/>
            <a:chExt cx="175260" cy="557783"/>
          </a:xfrm>
        </p:grpSpPr>
        <p:pic>
          <p:nvPicPr>
            <p:cNvPr id="5640" name="Google Shape;5640;p88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5768339" y="4006596"/>
              <a:ext cx="175260" cy="4632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41" name="Google Shape;5641;p88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5826251" y="3912108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642" name="Google Shape;5642;p88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5768339" y="2493263"/>
            <a:ext cx="175260" cy="13426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43" name="Google Shape;5643;p88"/>
          <p:cNvGrpSpPr/>
          <p:nvPr/>
        </p:nvGrpSpPr>
        <p:grpSpPr>
          <a:xfrm>
            <a:off x="6890003" y="5655564"/>
            <a:ext cx="116205" cy="158496"/>
            <a:chOff x="6890003" y="5655564"/>
            <a:chExt cx="116205" cy="158496"/>
          </a:xfrm>
        </p:grpSpPr>
        <p:pic>
          <p:nvPicPr>
            <p:cNvPr id="5644" name="Google Shape;5644;p88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6890003" y="5737860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45" name="Google Shape;5645;p88"/>
            <p:cNvSpPr/>
            <p:nvPr/>
          </p:nvSpPr>
          <p:spPr>
            <a:xfrm>
              <a:off x="6890003" y="5655564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22860" y="59436"/>
                  </a:move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80" y="16764"/>
                  </a:lnTo>
                  <a:lnTo>
                    <a:pt x="108204" y="15240"/>
                  </a:lnTo>
                  <a:lnTo>
                    <a:pt x="109728" y="15240"/>
                  </a:lnTo>
                  <a:lnTo>
                    <a:pt x="111252" y="12192"/>
                  </a:lnTo>
                  <a:lnTo>
                    <a:pt x="112776" y="10668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30480" y="41148"/>
                  </a:lnTo>
                  <a:lnTo>
                    <a:pt x="25908" y="42672"/>
                  </a:lnTo>
                  <a:lnTo>
                    <a:pt x="24384" y="42672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1336" y="54864"/>
                  </a:lnTo>
                  <a:lnTo>
                    <a:pt x="22860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06680" y="42672"/>
                  </a:lnTo>
                  <a:lnTo>
                    <a:pt x="105156" y="42672"/>
                  </a:lnTo>
                  <a:lnTo>
                    <a:pt x="100584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646" name="Google Shape;5646;p88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6891528" y="5265420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647" name="Google Shape;5647;p88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6890003" y="4876800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648" name="Google Shape;5648;p88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6655307" y="1827275"/>
            <a:ext cx="117348" cy="1584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52" name="Shape 5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3" name="Google Shape;5653;p89"/>
          <p:cNvSpPr/>
          <p:nvPr/>
        </p:nvSpPr>
        <p:spPr>
          <a:xfrm>
            <a:off x="838200" y="6687312"/>
            <a:ext cx="368935" cy="875030"/>
          </a:xfrm>
          <a:custGeom>
            <a:rect b="b" l="l" r="r" t="t"/>
            <a:pathLst>
              <a:path extrusionOk="0" h="875029" w="368934">
                <a:moveTo>
                  <a:pt x="361175" y="618744"/>
                </a:moveTo>
                <a:lnTo>
                  <a:pt x="352031" y="618744"/>
                </a:lnTo>
                <a:lnTo>
                  <a:pt x="352031" y="640080"/>
                </a:lnTo>
                <a:lnTo>
                  <a:pt x="350507" y="647700"/>
                </a:lnTo>
                <a:lnTo>
                  <a:pt x="347472" y="653796"/>
                </a:lnTo>
                <a:lnTo>
                  <a:pt x="342900" y="659892"/>
                </a:lnTo>
                <a:lnTo>
                  <a:pt x="339852" y="664464"/>
                </a:lnTo>
                <a:lnTo>
                  <a:pt x="300228" y="669036"/>
                </a:lnTo>
                <a:lnTo>
                  <a:pt x="21336" y="669036"/>
                </a:lnTo>
                <a:lnTo>
                  <a:pt x="21336" y="641604"/>
                </a:lnTo>
                <a:lnTo>
                  <a:pt x="21615" y="629920"/>
                </a:lnTo>
                <a:lnTo>
                  <a:pt x="36195" y="590359"/>
                </a:lnTo>
                <a:lnTo>
                  <a:pt x="68580" y="568452"/>
                </a:lnTo>
                <a:lnTo>
                  <a:pt x="97536" y="559308"/>
                </a:lnTo>
                <a:lnTo>
                  <a:pt x="97536" y="550164"/>
                </a:lnTo>
                <a:lnTo>
                  <a:pt x="0" y="550164"/>
                </a:lnTo>
                <a:lnTo>
                  <a:pt x="0" y="874776"/>
                </a:lnTo>
                <a:lnTo>
                  <a:pt x="97536" y="874776"/>
                </a:lnTo>
                <a:lnTo>
                  <a:pt x="97536" y="865632"/>
                </a:lnTo>
                <a:lnTo>
                  <a:pt x="79006" y="861326"/>
                </a:lnTo>
                <a:lnTo>
                  <a:pt x="62484" y="855154"/>
                </a:lnTo>
                <a:lnTo>
                  <a:pt x="29692" y="826630"/>
                </a:lnTo>
                <a:lnTo>
                  <a:pt x="21336" y="783336"/>
                </a:lnTo>
                <a:lnTo>
                  <a:pt x="21336" y="755904"/>
                </a:lnTo>
                <a:lnTo>
                  <a:pt x="300228" y="755904"/>
                </a:lnTo>
                <a:lnTo>
                  <a:pt x="312534" y="756170"/>
                </a:lnTo>
                <a:lnTo>
                  <a:pt x="345948" y="769620"/>
                </a:lnTo>
                <a:lnTo>
                  <a:pt x="350507" y="775716"/>
                </a:lnTo>
                <a:lnTo>
                  <a:pt x="352031" y="783336"/>
                </a:lnTo>
                <a:lnTo>
                  <a:pt x="352031" y="806196"/>
                </a:lnTo>
                <a:lnTo>
                  <a:pt x="361175" y="806196"/>
                </a:lnTo>
                <a:lnTo>
                  <a:pt x="361175" y="618744"/>
                </a:lnTo>
                <a:close/>
              </a:path>
              <a:path extrusionOk="0" h="875029" w="368934">
                <a:moveTo>
                  <a:pt x="361175" y="240792"/>
                </a:moveTo>
                <a:lnTo>
                  <a:pt x="352031" y="240792"/>
                </a:lnTo>
                <a:lnTo>
                  <a:pt x="350507" y="251460"/>
                </a:lnTo>
                <a:lnTo>
                  <a:pt x="347472" y="259080"/>
                </a:lnTo>
                <a:lnTo>
                  <a:pt x="307848" y="268224"/>
                </a:lnTo>
                <a:lnTo>
                  <a:pt x="210312" y="268224"/>
                </a:lnTo>
                <a:lnTo>
                  <a:pt x="190919" y="268516"/>
                </a:lnTo>
                <a:lnTo>
                  <a:pt x="149352" y="272796"/>
                </a:lnTo>
                <a:lnTo>
                  <a:pt x="118872" y="295656"/>
                </a:lnTo>
                <a:lnTo>
                  <a:pt x="105156" y="335280"/>
                </a:lnTo>
                <a:lnTo>
                  <a:pt x="105727" y="345071"/>
                </a:lnTo>
                <a:lnTo>
                  <a:pt x="126682" y="389763"/>
                </a:lnTo>
                <a:lnTo>
                  <a:pt x="144780" y="409956"/>
                </a:lnTo>
                <a:lnTo>
                  <a:pt x="0" y="409956"/>
                </a:lnTo>
                <a:lnTo>
                  <a:pt x="0" y="512064"/>
                </a:lnTo>
                <a:lnTo>
                  <a:pt x="9144" y="512064"/>
                </a:lnTo>
                <a:lnTo>
                  <a:pt x="10668" y="499872"/>
                </a:lnTo>
                <a:lnTo>
                  <a:pt x="13716" y="492252"/>
                </a:lnTo>
                <a:lnTo>
                  <a:pt x="53340" y="484632"/>
                </a:lnTo>
                <a:lnTo>
                  <a:pt x="307848" y="484632"/>
                </a:lnTo>
                <a:lnTo>
                  <a:pt x="347472" y="493776"/>
                </a:lnTo>
                <a:lnTo>
                  <a:pt x="352031" y="512064"/>
                </a:lnTo>
                <a:lnTo>
                  <a:pt x="361175" y="512064"/>
                </a:lnTo>
                <a:lnTo>
                  <a:pt x="361175" y="385572"/>
                </a:lnTo>
                <a:lnTo>
                  <a:pt x="352031" y="385572"/>
                </a:lnTo>
                <a:lnTo>
                  <a:pt x="350507" y="394716"/>
                </a:lnTo>
                <a:lnTo>
                  <a:pt x="347472" y="402336"/>
                </a:lnTo>
                <a:lnTo>
                  <a:pt x="307848" y="409956"/>
                </a:lnTo>
                <a:lnTo>
                  <a:pt x="175260" y="409956"/>
                </a:lnTo>
                <a:lnTo>
                  <a:pt x="144780" y="381000"/>
                </a:lnTo>
                <a:lnTo>
                  <a:pt x="141732" y="373380"/>
                </a:lnTo>
                <a:lnTo>
                  <a:pt x="141732" y="361188"/>
                </a:lnTo>
                <a:lnTo>
                  <a:pt x="143256" y="356616"/>
                </a:lnTo>
                <a:lnTo>
                  <a:pt x="146304" y="353568"/>
                </a:lnTo>
                <a:lnTo>
                  <a:pt x="149352" y="348996"/>
                </a:lnTo>
                <a:lnTo>
                  <a:pt x="196583" y="342900"/>
                </a:lnTo>
                <a:lnTo>
                  <a:pt x="307848" y="342900"/>
                </a:lnTo>
                <a:lnTo>
                  <a:pt x="347472" y="352044"/>
                </a:lnTo>
                <a:lnTo>
                  <a:pt x="352031" y="367284"/>
                </a:lnTo>
                <a:lnTo>
                  <a:pt x="361175" y="367284"/>
                </a:lnTo>
                <a:lnTo>
                  <a:pt x="361175" y="240792"/>
                </a:lnTo>
                <a:close/>
              </a:path>
              <a:path extrusionOk="0" h="875029" w="368934">
                <a:moveTo>
                  <a:pt x="368706" y="103060"/>
                </a:moveTo>
                <a:lnTo>
                  <a:pt x="359156" y="58610"/>
                </a:lnTo>
                <a:lnTo>
                  <a:pt x="329361" y="21717"/>
                </a:lnTo>
                <a:lnTo>
                  <a:pt x="294119" y="0"/>
                </a:lnTo>
                <a:lnTo>
                  <a:pt x="288023" y="9144"/>
                </a:lnTo>
                <a:lnTo>
                  <a:pt x="298602" y="16891"/>
                </a:lnTo>
                <a:lnTo>
                  <a:pt x="307454" y="24193"/>
                </a:lnTo>
                <a:lnTo>
                  <a:pt x="328599" y="59321"/>
                </a:lnTo>
                <a:lnTo>
                  <a:pt x="329069" y="65532"/>
                </a:lnTo>
                <a:lnTo>
                  <a:pt x="329069" y="68110"/>
                </a:lnTo>
                <a:lnTo>
                  <a:pt x="307835" y="112776"/>
                </a:lnTo>
                <a:lnTo>
                  <a:pt x="273354" y="130873"/>
                </a:lnTo>
                <a:lnTo>
                  <a:pt x="228587" y="138684"/>
                </a:lnTo>
                <a:lnTo>
                  <a:pt x="228587" y="65532"/>
                </a:lnTo>
                <a:lnTo>
                  <a:pt x="228587" y="0"/>
                </a:lnTo>
                <a:lnTo>
                  <a:pt x="210299" y="1803"/>
                </a:lnTo>
                <a:lnTo>
                  <a:pt x="210299" y="65532"/>
                </a:lnTo>
                <a:lnTo>
                  <a:pt x="210299" y="140208"/>
                </a:lnTo>
                <a:lnTo>
                  <a:pt x="201155" y="140208"/>
                </a:lnTo>
                <a:lnTo>
                  <a:pt x="181724" y="139331"/>
                </a:lnTo>
                <a:lnTo>
                  <a:pt x="137147" y="124968"/>
                </a:lnTo>
                <a:lnTo>
                  <a:pt x="123431" y="100584"/>
                </a:lnTo>
                <a:lnTo>
                  <a:pt x="123431" y="94488"/>
                </a:lnTo>
                <a:lnTo>
                  <a:pt x="162090" y="68110"/>
                </a:lnTo>
                <a:lnTo>
                  <a:pt x="210299" y="65532"/>
                </a:lnTo>
                <a:lnTo>
                  <a:pt x="210299" y="1803"/>
                </a:lnTo>
                <a:lnTo>
                  <a:pt x="153365" y="18224"/>
                </a:lnTo>
                <a:lnTo>
                  <a:pt x="122529" y="44983"/>
                </a:lnTo>
                <a:lnTo>
                  <a:pt x="105143" y="96012"/>
                </a:lnTo>
                <a:lnTo>
                  <a:pt x="107429" y="118046"/>
                </a:lnTo>
                <a:lnTo>
                  <a:pt x="114287" y="138493"/>
                </a:lnTo>
                <a:lnTo>
                  <a:pt x="114414" y="138684"/>
                </a:lnTo>
                <a:lnTo>
                  <a:pt x="125717" y="157530"/>
                </a:lnTo>
                <a:lnTo>
                  <a:pt x="161709" y="190144"/>
                </a:lnTo>
                <a:lnTo>
                  <a:pt x="211378" y="206768"/>
                </a:lnTo>
                <a:lnTo>
                  <a:pt x="240779" y="208788"/>
                </a:lnTo>
                <a:lnTo>
                  <a:pt x="265049" y="207365"/>
                </a:lnTo>
                <a:lnTo>
                  <a:pt x="307860" y="195935"/>
                </a:lnTo>
                <a:lnTo>
                  <a:pt x="345008" y="170268"/>
                </a:lnTo>
                <a:lnTo>
                  <a:pt x="362597" y="138493"/>
                </a:lnTo>
                <a:lnTo>
                  <a:pt x="366204" y="128066"/>
                </a:lnTo>
                <a:lnTo>
                  <a:pt x="368706" y="10306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4" name="Google Shape;5654;p89"/>
          <p:cNvSpPr/>
          <p:nvPr/>
        </p:nvSpPr>
        <p:spPr>
          <a:xfrm>
            <a:off x="838200" y="4680204"/>
            <a:ext cx="368935" cy="1844039"/>
          </a:xfrm>
          <a:custGeom>
            <a:rect b="b" l="l" r="r" t="t"/>
            <a:pathLst>
              <a:path extrusionOk="0" h="1844040" w="368934">
                <a:moveTo>
                  <a:pt x="361175" y="1351788"/>
                </a:moveTo>
                <a:lnTo>
                  <a:pt x="352031" y="1351788"/>
                </a:lnTo>
                <a:lnTo>
                  <a:pt x="352031" y="1374648"/>
                </a:lnTo>
                <a:lnTo>
                  <a:pt x="350507" y="1382268"/>
                </a:lnTo>
                <a:lnTo>
                  <a:pt x="300228" y="1402080"/>
                </a:lnTo>
                <a:lnTo>
                  <a:pt x="48641" y="1402067"/>
                </a:lnTo>
                <a:lnTo>
                  <a:pt x="15240" y="1389888"/>
                </a:lnTo>
                <a:lnTo>
                  <a:pt x="12357" y="1384134"/>
                </a:lnTo>
                <a:lnTo>
                  <a:pt x="10477" y="1378077"/>
                </a:lnTo>
                <a:lnTo>
                  <a:pt x="9448" y="1371460"/>
                </a:lnTo>
                <a:lnTo>
                  <a:pt x="9144" y="1363980"/>
                </a:lnTo>
                <a:lnTo>
                  <a:pt x="9144" y="1351788"/>
                </a:lnTo>
                <a:lnTo>
                  <a:pt x="0" y="1351788"/>
                </a:lnTo>
                <a:lnTo>
                  <a:pt x="0" y="1498092"/>
                </a:lnTo>
                <a:lnTo>
                  <a:pt x="237731" y="1595628"/>
                </a:lnTo>
                <a:lnTo>
                  <a:pt x="0" y="1697736"/>
                </a:lnTo>
                <a:lnTo>
                  <a:pt x="0" y="1844040"/>
                </a:lnTo>
                <a:lnTo>
                  <a:pt x="9144" y="1844040"/>
                </a:lnTo>
                <a:lnTo>
                  <a:pt x="9144" y="1822704"/>
                </a:lnTo>
                <a:lnTo>
                  <a:pt x="10668" y="1815084"/>
                </a:lnTo>
                <a:lnTo>
                  <a:pt x="13716" y="1808988"/>
                </a:lnTo>
                <a:lnTo>
                  <a:pt x="18288" y="1802892"/>
                </a:lnTo>
                <a:lnTo>
                  <a:pt x="21336" y="1798320"/>
                </a:lnTo>
                <a:lnTo>
                  <a:pt x="60960" y="1793748"/>
                </a:lnTo>
                <a:lnTo>
                  <a:pt x="300697" y="1793773"/>
                </a:lnTo>
                <a:lnTo>
                  <a:pt x="308978" y="1793938"/>
                </a:lnTo>
                <a:lnTo>
                  <a:pt x="314413" y="1794395"/>
                </a:lnTo>
                <a:lnTo>
                  <a:pt x="316979" y="1795272"/>
                </a:lnTo>
                <a:lnTo>
                  <a:pt x="326136" y="1796796"/>
                </a:lnTo>
                <a:lnTo>
                  <a:pt x="332232" y="1799844"/>
                </a:lnTo>
                <a:lnTo>
                  <a:pt x="341376" y="1805940"/>
                </a:lnTo>
                <a:lnTo>
                  <a:pt x="345948" y="1812036"/>
                </a:lnTo>
                <a:lnTo>
                  <a:pt x="347472" y="1818132"/>
                </a:lnTo>
                <a:lnTo>
                  <a:pt x="350507" y="1825752"/>
                </a:lnTo>
                <a:lnTo>
                  <a:pt x="352031" y="1833372"/>
                </a:lnTo>
                <a:lnTo>
                  <a:pt x="352031" y="1844040"/>
                </a:lnTo>
                <a:lnTo>
                  <a:pt x="361175" y="1844040"/>
                </a:lnTo>
                <a:lnTo>
                  <a:pt x="361175" y="1723644"/>
                </a:lnTo>
                <a:lnTo>
                  <a:pt x="352031" y="1723644"/>
                </a:lnTo>
                <a:lnTo>
                  <a:pt x="351485" y="1735124"/>
                </a:lnTo>
                <a:lnTo>
                  <a:pt x="349935" y="1744599"/>
                </a:lnTo>
                <a:lnTo>
                  <a:pt x="317842" y="1773301"/>
                </a:lnTo>
                <a:lnTo>
                  <a:pt x="289560" y="1773936"/>
                </a:lnTo>
                <a:lnTo>
                  <a:pt x="36576" y="1773936"/>
                </a:lnTo>
                <a:lnTo>
                  <a:pt x="361175" y="1633728"/>
                </a:lnTo>
                <a:lnTo>
                  <a:pt x="361175" y="1626108"/>
                </a:lnTo>
                <a:lnTo>
                  <a:pt x="33528" y="1488948"/>
                </a:lnTo>
                <a:lnTo>
                  <a:pt x="300228" y="1488948"/>
                </a:lnTo>
                <a:lnTo>
                  <a:pt x="339852" y="1495044"/>
                </a:lnTo>
                <a:lnTo>
                  <a:pt x="345948" y="1502664"/>
                </a:lnTo>
                <a:lnTo>
                  <a:pt x="348818" y="1507794"/>
                </a:lnTo>
                <a:lnTo>
                  <a:pt x="350697" y="1513903"/>
                </a:lnTo>
                <a:lnTo>
                  <a:pt x="351726" y="1520888"/>
                </a:lnTo>
                <a:lnTo>
                  <a:pt x="352031" y="1528572"/>
                </a:lnTo>
                <a:lnTo>
                  <a:pt x="352031" y="1539240"/>
                </a:lnTo>
                <a:lnTo>
                  <a:pt x="361175" y="1539240"/>
                </a:lnTo>
                <a:lnTo>
                  <a:pt x="361175" y="1351788"/>
                </a:lnTo>
                <a:close/>
              </a:path>
              <a:path extrusionOk="0" h="1844040" w="368934">
                <a:moveTo>
                  <a:pt x="361175" y="373380"/>
                </a:moveTo>
                <a:lnTo>
                  <a:pt x="352031" y="373380"/>
                </a:lnTo>
                <a:lnTo>
                  <a:pt x="352031" y="384048"/>
                </a:lnTo>
                <a:lnTo>
                  <a:pt x="350507" y="390144"/>
                </a:lnTo>
                <a:lnTo>
                  <a:pt x="347459" y="394716"/>
                </a:lnTo>
                <a:lnTo>
                  <a:pt x="345935" y="399288"/>
                </a:lnTo>
                <a:lnTo>
                  <a:pt x="341363" y="402336"/>
                </a:lnTo>
                <a:lnTo>
                  <a:pt x="336791" y="403860"/>
                </a:lnTo>
                <a:lnTo>
                  <a:pt x="333743" y="405384"/>
                </a:lnTo>
                <a:lnTo>
                  <a:pt x="303263" y="405384"/>
                </a:lnTo>
                <a:lnTo>
                  <a:pt x="245351" y="406908"/>
                </a:lnTo>
                <a:lnTo>
                  <a:pt x="230543" y="406336"/>
                </a:lnTo>
                <a:lnTo>
                  <a:pt x="216014" y="404622"/>
                </a:lnTo>
                <a:lnTo>
                  <a:pt x="173723" y="391096"/>
                </a:lnTo>
                <a:lnTo>
                  <a:pt x="163055" y="381000"/>
                </a:lnTo>
                <a:lnTo>
                  <a:pt x="158483" y="376428"/>
                </a:lnTo>
                <a:lnTo>
                  <a:pt x="156959" y="371856"/>
                </a:lnTo>
                <a:lnTo>
                  <a:pt x="156959" y="362712"/>
                </a:lnTo>
                <a:lnTo>
                  <a:pt x="158483" y="361188"/>
                </a:lnTo>
                <a:lnTo>
                  <a:pt x="158483" y="359664"/>
                </a:lnTo>
                <a:lnTo>
                  <a:pt x="161531" y="355092"/>
                </a:lnTo>
                <a:lnTo>
                  <a:pt x="167627" y="348996"/>
                </a:lnTo>
                <a:lnTo>
                  <a:pt x="170751" y="343268"/>
                </a:lnTo>
                <a:lnTo>
                  <a:pt x="173151" y="337375"/>
                </a:lnTo>
                <a:lnTo>
                  <a:pt x="174701" y="331216"/>
                </a:lnTo>
                <a:lnTo>
                  <a:pt x="175247" y="324612"/>
                </a:lnTo>
                <a:lnTo>
                  <a:pt x="175247" y="316992"/>
                </a:lnTo>
                <a:lnTo>
                  <a:pt x="138671" y="295656"/>
                </a:lnTo>
                <a:lnTo>
                  <a:pt x="131229" y="296227"/>
                </a:lnTo>
                <a:lnTo>
                  <a:pt x="105143" y="318516"/>
                </a:lnTo>
                <a:lnTo>
                  <a:pt x="105143" y="327660"/>
                </a:lnTo>
                <a:lnTo>
                  <a:pt x="117335" y="364236"/>
                </a:lnTo>
                <a:lnTo>
                  <a:pt x="151422" y="394893"/>
                </a:lnTo>
                <a:lnTo>
                  <a:pt x="169151" y="406908"/>
                </a:lnTo>
                <a:lnTo>
                  <a:pt x="112763" y="406908"/>
                </a:lnTo>
                <a:lnTo>
                  <a:pt x="112763" y="507492"/>
                </a:lnTo>
                <a:lnTo>
                  <a:pt x="121907" y="507492"/>
                </a:lnTo>
                <a:lnTo>
                  <a:pt x="123431" y="499872"/>
                </a:lnTo>
                <a:lnTo>
                  <a:pt x="124955" y="493776"/>
                </a:lnTo>
                <a:lnTo>
                  <a:pt x="126479" y="490728"/>
                </a:lnTo>
                <a:lnTo>
                  <a:pt x="132575" y="484632"/>
                </a:lnTo>
                <a:lnTo>
                  <a:pt x="138671" y="483108"/>
                </a:lnTo>
                <a:lnTo>
                  <a:pt x="142100" y="481990"/>
                </a:lnTo>
                <a:lnTo>
                  <a:pt x="147815" y="481012"/>
                </a:lnTo>
                <a:lnTo>
                  <a:pt x="155816" y="480326"/>
                </a:lnTo>
                <a:lnTo>
                  <a:pt x="166103" y="480060"/>
                </a:lnTo>
                <a:lnTo>
                  <a:pt x="303263" y="480060"/>
                </a:lnTo>
                <a:lnTo>
                  <a:pt x="342887" y="486156"/>
                </a:lnTo>
                <a:lnTo>
                  <a:pt x="352031" y="507492"/>
                </a:lnTo>
                <a:lnTo>
                  <a:pt x="361175" y="507492"/>
                </a:lnTo>
                <a:lnTo>
                  <a:pt x="361175" y="373380"/>
                </a:lnTo>
                <a:close/>
              </a:path>
              <a:path extrusionOk="0" h="1844040" w="368934">
                <a:moveTo>
                  <a:pt x="361175" y="0"/>
                </a:moveTo>
                <a:lnTo>
                  <a:pt x="352031" y="0"/>
                </a:lnTo>
                <a:lnTo>
                  <a:pt x="350507" y="12192"/>
                </a:lnTo>
                <a:lnTo>
                  <a:pt x="347459" y="19812"/>
                </a:lnTo>
                <a:lnTo>
                  <a:pt x="307835" y="27432"/>
                </a:lnTo>
                <a:lnTo>
                  <a:pt x="210299" y="27432"/>
                </a:lnTo>
                <a:lnTo>
                  <a:pt x="190538" y="27724"/>
                </a:lnTo>
                <a:lnTo>
                  <a:pt x="152387" y="32004"/>
                </a:lnTo>
                <a:lnTo>
                  <a:pt x="118859" y="53340"/>
                </a:lnTo>
                <a:lnTo>
                  <a:pt x="105143" y="94488"/>
                </a:lnTo>
                <a:lnTo>
                  <a:pt x="105714" y="104521"/>
                </a:lnTo>
                <a:lnTo>
                  <a:pt x="120573" y="141732"/>
                </a:lnTo>
                <a:lnTo>
                  <a:pt x="146291" y="169164"/>
                </a:lnTo>
                <a:lnTo>
                  <a:pt x="112763" y="169164"/>
                </a:lnTo>
                <a:lnTo>
                  <a:pt x="112763" y="271272"/>
                </a:lnTo>
                <a:lnTo>
                  <a:pt x="121907" y="271272"/>
                </a:lnTo>
                <a:lnTo>
                  <a:pt x="123431" y="260604"/>
                </a:lnTo>
                <a:lnTo>
                  <a:pt x="126479" y="252984"/>
                </a:lnTo>
                <a:lnTo>
                  <a:pt x="166103" y="243840"/>
                </a:lnTo>
                <a:lnTo>
                  <a:pt x="307835" y="243840"/>
                </a:lnTo>
                <a:lnTo>
                  <a:pt x="347459" y="252984"/>
                </a:lnTo>
                <a:lnTo>
                  <a:pt x="352031" y="271272"/>
                </a:lnTo>
                <a:lnTo>
                  <a:pt x="361175" y="271272"/>
                </a:lnTo>
                <a:lnTo>
                  <a:pt x="361175" y="144780"/>
                </a:lnTo>
                <a:lnTo>
                  <a:pt x="352031" y="144780"/>
                </a:lnTo>
                <a:lnTo>
                  <a:pt x="350507" y="153924"/>
                </a:lnTo>
                <a:lnTo>
                  <a:pt x="347459" y="161544"/>
                </a:lnTo>
                <a:lnTo>
                  <a:pt x="307835" y="169164"/>
                </a:lnTo>
                <a:lnTo>
                  <a:pt x="175247" y="169164"/>
                </a:lnTo>
                <a:lnTo>
                  <a:pt x="160375" y="159499"/>
                </a:lnTo>
                <a:lnTo>
                  <a:pt x="149910" y="148971"/>
                </a:lnTo>
                <a:lnTo>
                  <a:pt x="143751" y="137883"/>
                </a:lnTo>
                <a:lnTo>
                  <a:pt x="141719" y="126492"/>
                </a:lnTo>
                <a:lnTo>
                  <a:pt x="141719" y="121920"/>
                </a:lnTo>
                <a:lnTo>
                  <a:pt x="183134" y="102374"/>
                </a:lnTo>
                <a:lnTo>
                  <a:pt x="196583" y="102108"/>
                </a:lnTo>
                <a:lnTo>
                  <a:pt x="307835" y="102108"/>
                </a:lnTo>
                <a:lnTo>
                  <a:pt x="347459" y="111252"/>
                </a:lnTo>
                <a:lnTo>
                  <a:pt x="352031" y="126492"/>
                </a:lnTo>
                <a:lnTo>
                  <a:pt x="361175" y="126492"/>
                </a:lnTo>
                <a:lnTo>
                  <a:pt x="361175" y="0"/>
                </a:lnTo>
                <a:close/>
              </a:path>
              <a:path extrusionOk="0" h="1844040" w="368934">
                <a:moveTo>
                  <a:pt x="368795" y="1207008"/>
                </a:moveTo>
                <a:lnTo>
                  <a:pt x="366204" y="1180109"/>
                </a:lnTo>
                <a:lnTo>
                  <a:pt x="366153" y="1179957"/>
                </a:lnTo>
                <a:lnTo>
                  <a:pt x="362496" y="1168908"/>
                </a:lnTo>
                <a:lnTo>
                  <a:pt x="358317" y="1156335"/>
                </a:lnTo>
                <a:lnTo>
                  <a:pt x="350507" y="1144079"/>
                </a:lnTo>
                <a:lnTo>
                  <a:pt x="350507" y="1199388"/>
                </a:lnTo>
                <a:lnTo>
                  <a:pt x="350507" y="1216152"/>
                </a:lnTo>
                <a:lnTo>
                  <a:pt x="321005" y="1240370"/>
                </a:lnTo>
                <a:lnTo>
                  <a:pt x="272770" y="1246352"/>
                </a:lnTo>
                <a:lnTo>
                  <a:pt x="259067" y="1246632"/>
                </a:lnTo>
                <a:lnTo>
                  <a:pt x="230962" y="1246352"/>
                </a:lnTo>
                <a:lnTo>
                  <a:pt x="232524" y="1246352"/>
                </a:lnTo>
                <a:lnTo>
                  <a:pt x="210680" y="1245679"/>
                </a:lnTo>
                <a:lnTo>
                  <a:pt x="160032" y="1241234"/>
                </a:lnTo>
                <a:lnTo>
                  <a:pt x="134099" y="1229868"/>
                </a:lnTo>
                <a:lnTo>
                  <a:pt x="126479" y="1223772"/>
                </a:lnTo>
                <a:lnTo>
                  <a:pt x="123431" y="1216152"/>
                </a:lnTo>
                <a:lnTo>
                  <a:pt x="123431" y="1199388"/>
                </a:lnTo>
                <a:lnTo>
                  <a:pt x="124955" y="1193292"/>
                </a:lnTo>
                <a:lnTo>
                  <a:pt x="129527" y="1188720"/>
                </a:lnTo>
                <a:lnTo>
                  <a:pt x="133769" y="1184198"/>
                </a:lnTo>
                <a:lnTo>
                  <a:pt x="177723" y="1170051"/>
                </a:lnTo>
                <a:lnTo>
                  <a:pt x="216395" y="1168908"/>
                </a:lnTo>
                <a:lnTo>
                  <a:pt x="251853" y="1169200"/>
                </a:lnTo>
                <a:lnTo>
                  <a:pt x="302768" y="1171486"/>
                </a:lnTo>
                <a:lnTo>
                  <a:pt x="339293" y="1183563"/>
                </a:lnTo>
                <a:lnTo>
                  <a:pt x="350507" y="1199388"/>
                </a:lnTo>
                <a:lnTo>
                  <a:pt x="350507" y="1144079"/>
                </a:lnTo>
                <a:lnTo>
                  <a:pt x="306959" y="1105979"/>
                </a:lnTo>
                <a:lnTo>
                  <a:pt x="262902" y="1092885"/>
                </a:lnTo>
                <a:lnTo>
                  <a:pt x="237731" y="1091184"/>
                </a:lnTo>
                <a:lnTo>
                  <a:pt x="219735" y="1092047"/>
                </a:lnTo>
                <a:lnTo>
                  <a:pt x="169151" y="1104900"/>
                </a:lnTo>
                <a:lnTo>
                  <a:pt x="131013" y="1134694"/>
                </a:lnTo>
                <a:lnTo>
                  <a:pt x="109524" y="1176909"/>
                </a:lnTo>
                <a:lnTo>
                  <a:pt x="105143" y="1208532"/>
                </a:lnTo>
                <a:lnTo>
                  <a:pt x="107696" y="1233665"/>
                </a:lnTo>
                <a:lnTo>
                  <a:pt x="107772" y="1233868"/>
                </a:lnTo>
                <a:lnTo>
                  <a:pt x="107861" y="1234135"/>
                </a:lnTo>
                <a:lnTo>
                  <a:pt x="127647" y="1276477"/>
                </a:lnTo>
                <a:lnTo>
                  <a:pt x="165938" y="1307007"/>
                </a:lnTo>
                <a:lnTo>
                  <a:pt x="212280" y="1322387"/>
                </a:lnTo>
                <a:lnTo>
                  <a:pt x="237731" y="1324356"/>
                </a:lnTo>
                <a:lnTo>
                  <a:pt x="263169" y="1322387"/>
                </a:lnTo>
                <a:lnTo>
                  <a:pt x="308889" y="1307007"/>
                </a:lnTo>
                <a:lnTo>
                  <a:pt x="346303" y="1277302"/>
                </a:lnTo>
                <a:lnTo>
                  <a:pt x="362229" y="1246352"/>
                </a:lnTo>
                <a:lnTo>
                  <a:pt x="366166" y="1234135"/>
                </a:lnTo>
                <a:lnTo>
                  <a:pt x="366268" y="1233665"/>
                </a:lnTo>
                <a:lnTo>
                  <a:pt x="368795" y="1207008"/>
                </a:lnTo>
                <a:close/>
              </a:path>
              <a:path extrusionOk="0" h="1844040" w="368934">
                <a:moveTo>
                  <a:pt x="368795" y="640080"/>
                </a:moveTo>
                <a:lnTo>
                  <a:pt x="359156" y="596582"/>
                </a:lnTo>
                <a:lnTo>
                  <a:pt x="329361" y="559689"/>
                </a:lnTo>
                <a:lnTo>
                  <a:pt x="294119" y="537972"/>
                </a:lnTo>
                <a:lnTo>
                  <a:pt x="288023" y="547116"/>
                </a:lnTo>
                <a:lnTo>
                  <a:pt x="298602" y="554863"/>
                </a:lnTo>
                <a:lnTo>
                  <a:pt x="307454" y="562165"/>
                </a:lnTo>
                <a:lnTo>
                  <a:pt x="328599" y="597293"/>
                </a:lnTo>
                <a:lnTo>
                  <a:pt x="329133" y="605409"/>
                </a:lnTo>
                <a:lnTo>
                  <a:pt x="327774" y="618172"/>
                </a:lnTo>
                <a:lnTo>
                  <a:pt x="307835" y="650748"/>
                </a:lnTo>
                <a:lnTo>
                  <a:pt x="273354" y="669417"/>
                </a:lnTo>
                <a:lnTo>
                  <a:pt x="228587" y="676656"/>
                </a:lnTo>
                <a:lnTo>
                  <a:pt x="228587" y="603504"/>
                </a:lnTo>
                <a:lnTo>
                  <a:pt x="228587" y="537972"/>
                </a:lnTo>
                <a:lnTo>
                  <a:pt x="210299" y="539775"/>
                </a:lnTo>
                <a:lnTo>
                  <a:pt x="210299" y="603504"/>
                </a:lnTo>
                <a:lnTo>
                  <a:pt x="210299" y="678180"/>
                </a:lnTo>
                <a:lnTo>
                  <a:pt x="201155" y="678180"/>
                </a:lnTo>
                <a:lnTo>
                  <a:pt x="181724" y="677303"/>
                </a:lnTo>
                <a:lnTo>
                  <a:pt x="137147" y="662940"/>
                </a:lnTo>
                <a:lnTo>
                  <a:pt x="123431" y="632460"/>
                </a:lnTo>
                <a:lnTo>
                  <a:pt x="124955" y="627888"/>
                </a:lnTo>
                <a:lnTo>
                  <a:pt x="162090" y="607364"/>
                </a:lnTo>
                <a:lnTo>
                  <a:pt x="210299" y="603504"/>
                </a:lnTo>
                <a:lnTo>
                  <a:pt x="210299" y="539775"/>
                </a:lnTo>
                <a:lnTo>
                  <a:pt x="153365" y="556196"/>
                </a:lnTo>
                <a:lnTo>
                  <a:pt x="122529" y="582955"/>
                </a:lnTo>
                <a:lnTo>
                  <a:pt x="105143" y="633984"/>
                </a:lnTo>
                <a:lnTo>
                  <a:pt x="107429" y="656234"/>
                </a:lnTo>
                <a:lnTo>
                  <a:pt x="125717" y="696137"/>
                </a:lnTo>
                <a:lnTo>
                  <a:pt x="161709" y="728116"/>
                </a:lnTo>
                <a:lnTo>
                  <a:pt x="211378" y="744740"/>
                </a:lnTo>
                <a:lnTo>
                  <a:pt x="240779" y="746760"/>
                </a:lnTo>
                <a:lnTo>
                  <a:pt x="265049" y="745337"/>
                </a:lnTo>
                <a:lnTo>
                  <a:pt x="307860" y="733907"/>
                </a:lnTo>
                <a:lnTo>
                  <a:pt x="345008" y="708240"/>
                </a:lnTo>
                <a:lnTo>
                  <a:pt x="362534" y="676656"/>
                </a:lnTo>
                <a:lnTo>
                  <a:pt x="366204" y="666038"/>
                </a:lnTo>
                <a:lnTo>
                  <a:pt x="368795" y="640080"/>
                </a:lnTo>
                <a:close/>
              </a:path>
              <a:path extrusionOk="0" h="1844040" w="368934">
                <a:moveTo>
                  <a:pt x="368808" y="886968"/>
                </a:moveTo>
                <a:lnTo>
                  <a:pt x="348996" y="781812"/>
                </a:lnTo>
                <a:lnTo>
                  <a:pt x="339852" y="781812"/>
                </a:lnTo>
                <a:lnTo>
                  <a:pt x="339852" y="792480"/>
                </a:lnTo>
                <a:lnTo>
                  <a:pt x="336804" y="798576"/>
                </a:lnTo>
                <a:lnTo>
                  <a:pt x="301193" y="812279"/>
                </a:lnTo>
                <a:lnTo>
                  <a:pt x="0" y="812279"/>
                </a:lnTo>
                <a:lnTo>
                  <a:pt x="0" y="923544"/>
                </a:lnTo>
                <a:lnTo>
                  <a:pt x="9144" y="923544"/>
                </a:lnTo>
                <a:lnTo>
                  <a:pt x="9144" y="912876"/>
                </a:lnTo>
                <a:lnTo>
                  <a:pt x="10668" y="903732"/>
                </a:lnTo>
                <a:lnTo>
                  <a:pt x="13716" y="899160"/>
                </a:lnTo>
                <a:lnTo>
                  <a:pt x="15240" y="896112"/>
                </a:lnTo>
                <a:lnTo>
                  <a:pt x="19812" y="891540"/>
                </a:lnTo>
                <a:lnTo>
                  <a:pt x="60960" y="886968"/>
                </a:lnTo>
                <a:lnTo>
                  <a:pt x="135636" y="886968"/>
                </a:lnTo>
                <a:lnTo>
                  <a:pt x="127965" y="894956"/>
                </a:lnTo>
                <a:lnTo>
                  <a:pt x="121158" y="902779"/>
                </a:lnTo>
                <a:lnTo>
                  <a:pt x="105676" y="939952"/>
                </a:lnTo>
                <a:lnTo>
                  <a:pt x="105156" y="947928"/>
                </a:lnTo>
                <a:lnTo>
                  <a:pt x="106273" y="962240"/>
                </a:lnTo>
                <a:lnTo>
                  <a:pt x="121920" y="999744"/>
                </a:lnTo>
                <a:lnTo>
                  <a:pt x="154279" y="1030401"/>
                </a:lnTo>
                <a:lnTo>
                  <a:pt x="203263" y="1048131"/>
                </a:lnTo>
                <a:lnTo>
                  <a:pt x="240792" y="1051560"/>
                </a:lnTo>
                <a:lnTo>
                  <a:pt x="265049" y="1050163"/>
                </a:lnTo>
                <a:lnTo>
                  <a:pt x="307860" y="1039355"/>
                </a:lnTo>
                <a:lnTo>
                  <a:pt x="345008" y="1015111"/>
                </a:lnTo>
                <a:lnTo>
                  <a:pt x="366204" y="976871"/>
                </a:lnTo>
                <a:lnTo>
                  <a:pt x="366547" y="973836"/>
                </a:lnTo>
                <a:lnTo>
                  <a:pt x="366585" y="973531"/>
                </a:lnTo>
                <a:lnTo>
                  <a:pt x="366699" y="972502"/>
                </a:lnTo>
                <a:lnTo>
                  <a:pt x="368808" y="954024"/>
                </a:lnTo>
                <a:lnTo>
                  <a:pt x="368249" y="945146"/>
                </a:lnTo>
                <a:lnTo>
                  <a:pt x="348615" y="905446"/>
                </a:lnTo>
                <a:lnTo>
                  <a:pt x="338328" y="895400"/>
                </a:lnTo>
                <a:lnTo>
                  <a:pt x="338328" y="931164"/>
                </a:lnTo>
                <a:lnTo>
                  <a:pt x="338328" y="938784"/>
                </a:lnTo>
                <a:lnTo>
                  <a:pt x="300228" y="967740"/>
                </a:lnTo>
                <a:lnTo>
                  <a:pt x="252425" y="973531"/>
                </a:lnTo>
                <a:lnTo>
                  <a:pt x="230124" y="973836"/>
                </a:lnTo>
                <a:lnTo>
                  <a:pt x="209829" y="973531"/>
                </a:lnTo>
                <a:lnTo>
                  <a:pt x="166116" y="967740"/>
                </a:lnTo>
                <a:lnTo>
                  <a:pt x="132588" y="947928"/>
                </a:lnTo>
                <a:lnTo>
                  <a:pt x="131064" y="941832"/>
                </a:lnTo>
                <a:lnTo>
                  <a:pt x="131064" y="935736"/>
                </a:lnTo>
                <a:lnTo>
                  <a:pt x="133350" y="922337"/>
                </a:lnTo>
                <a:lnTo>
                  <a:pt x="140208" y="909637"/>
                </a:lnTo>
                <a:lnTo>
                  <a:pt x="151638" y="897813"/>
                </a:lnTo>
                <a:lnTo>
                  <a:pt x="167640" y="886968"/>
                </a:lnTo>
                <a:lnTo>
                  <a:pt x="301752" y="886968"/>
                </a:lnTo>
                <a:lnTo>
                  <a:pt x="317754" y="897521"/>
                </a:lnTo>
                <a:lnTo>
                  <a:pt x="329184" y="908494"/>
                </a:lnTo>
                <a:lnTo>
                  <a:pt x="336042" y="919759"/>
                </a:lnTo>
                <a:lnTo>
                  <a:pt x="338328" y="931164"/>
                </a:lnTo>
                <a:lnTo>
                  <a:pt x="338328" y="895400"/>
                </a:lnTo>
                <a:lnTo>
                  <a:pt x="329184" y="886968"/>
                </a:lnTo>
                <a:lnTo>
                  <a:pt x="368808" y="88696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5" name="Google Shape;5655;p89"/>
          <p:cNvSpPr/>
          <p:nvPr/>
        </p:nvSpPr>
        <p:spPr>
          <a:xfrm>
            <a:off x="838200" y="4195572"/>
            <a:ext cx="361315" cy="326390"/>
          </a:xfrm>
          <a:custGeom>
            <a:rect b="b" l="l" r="r" t="t"/>
            <a:pathLst>
              <a:path extrusionOk="0" h="326389" w="361315">
                <a:moveTo>
                  <a:pt x="361188" y="326136"/>
                </a:moveTo>
                <a:lnTo>
                  <a:pt x="352044" y="326136"/>
                </a:lnTo>
                <a:lnTo>
                  <a:pt x="352044" y="303276"/>
                </a:lnTo>
                <a:lnTo>
                  <a:pt x="350520" y="295656"/>
                </a:lnTo>
                <a:lnTo>
                  <a:pt x="345948" y="289560"/>
                </a:lnTo>
                <a:lnTo>
                  <a:pt x="344423" y="284988"/>
                </a:lnTo>
                <a:lnTo>
                  <a:pt x="339851" y="280416"/>
                </a:lnTo>
                <a:lnTo>
                  <a:pt x="333755" y="278892"/>
                </a:lnTo>
                <a:lnTo>
                  <a:pt x="329160" y="277129"/>
                </a:lnTo>
                <a:lnTo>
                  <a:pt x="322135" y="276225"/>
                </a:lnTo>
                <a:lnTo>
                  <a:pt x="312539" y="275891"/>
                </a:lnTo>
                <a:lnTo>
                  <a:pt x="60960" y="275844"/>
                </a:lnTo>
                <a:lnTo>
                  <a:pt x="41148" y="276034"/>
                </a:lnTo>
                <a:lnTo>
                  <a:pt x="9691" y="305371"/>
                </a:lnTo>
                <a:lnTo>
                  <a:pt x="9144" y="313943"/>
                </a:lnTo>
                <a:lnTo>
                  <a:pt x="9144" y="326136"/>
                </a:lnTo>
                <a:lnTo>
                  <a:pt x="0" y="326136"/>
                </a:lnTo>
                <a:lnTo>
                  <a:pt x="0" y="25908"/>
                </a:lnTo>
                <a:lnTo>
                  <a:pt x="106680" y="25908"/>
                </a:lnTo>
                <a:lnTo>
                  <a:pt x="106680" y="35052"/>
                </a:lnTo>
                <a:lnTo>
                  <a:pt x="88653" y="39028"/>
                </a:lnTo>
                <a:lnTo>
                  <a:pt x="73342" y="44005"/>
                </a:lnTo>
                <a:lnTo>
                  <a:pt x="36385" y="73342"/>
                </a:lnTo>
                <a:lnTo>
                  <a:pt x="22479" y="117348"/>
                </a:lnTo>
                <a:lnTo>
                  <a:pt x="21336" y="152400"/>
                </a:lnTo>
                <a:lnTo>
                  <a:pt x="21336" y="188976"/>
                </a:lnTo>
                <a:lnTo>
                  <a:pt x="167640" y="188976"/>
                </a:lnTo>
                <a:lnTo>
                  <a:pt x="167640" y="181356"/>
                </a:lnTo>
                <a:lnTo>
                  <a:pt x="155424" y="140850"/>
                </a:lnTo>
                <a:lnTo>
                  <a:pt x="118872" y="119824"/>
                </a:lnTo>
                <a:lnTo>
                  <a:pt x="82296" y="112775"/>
                </a:lnTo>
                <a:lnTo>
                  <a:pt x="82296" y="103632"/>
                </a:lnTo>
                <a:lnTo>
                  <a:pt x="272796" y="103632"/>
                </a:lnTo>
                <a:lnTo>
                  <a:pt x="272796" y="112775"/>
                </a:lnTo>
                <a:lnTo>
                  <a:pt x="257627" y="114466"/>
                </a:lnTo>
                <a:lnTo>
                  <a:pt x="244030" y="117157"/>
                </a:lnTo>
                <a:lnTo>
                  <a:pt x="204596" y="136588"/>
                </a:lnTo>
                <a:lnTo>
                  <a:pt x="187999" y="176355"/>
                </a:lnTo>
                <a:lnTo>
                  <a:pt x="187452" y="188976"/>
                </a:lnTo>
                <a:lnTo>
                  <a:pt x="289560" y="188976"/>
                </a:lnTo>
                <a:lnTo>
                  <a:pt x="330708" y="184404"/>
                </a:lnTo>
                <a:lnTo>
                  <a:pt x="341375" y="164592"/>
                </a:lnTo>
                <a:lnTo>
                  <a:pt x="341375" y="132588"/>
                </a:lnTo>
                <a:lnTo>
                  <a:pt x="335660" y="87820"/>
                </a:lnTo>
                <a:lnTo>
                  <a:pt x="318516" y="53339"/>
                </a:lnTo>
                <a:lnTo>
                  <a:pt x="288417" y="26669"/>
                </a:lnTo>
                <a:lnTo>
                  <a:pt x="246888" y="9144"/>
                </a:lnTo>
                <a:lnTo>
                  <a:pt x="246888" y="0"/>
                </a:lnTo>
                <a:lnTo>
                  <a:pt x="361188" y="15239"/>
                </a:lnTo>
                <a:lnTo>
                  <a:pt x="361188" y="3261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6" name="Google Shape;5656;p89"/>
          <p:cNvSpPr/>
          <p:nvPr/>
        </p:nvSpPr>
        <p:spPr>
          <a:xfrm>
            <a:off x="943343" y="3660648"/>
            <a:ext cx="259715" cy="489584"/>
          </a:xfrm>
          <a:custGeom>
            <a:rect b="b" l="l" r="r" t="t"/>
            <a:pathLst>
              <a:path extrusionOk="0" h="489585" w="259715">
                <a:moveTo>
                  <a:pt x="256032" y="355092"/>
                </a:moveTo>
                <a:lnTo>
                  <a:pt x="246888" y="355092"/>
                </a:lnTo>
                <a:lnTo>
                  <a:pt x="246888" y="364236"/>
                </a:lnTo>
                <a:lnTo>
                  <a:pt x="245364" y="371856"/>
                </a:lnTo>
                <a:lnTo>
                  <a:pt x="242316" y="374904"/>
                </a:lnTo>
                <a:lnTo>
                  <a:pt x="240792" y="379476"/>
                </a:lnTo>
                <a:lnTo>
                  <a:pt x="236220" y="382524"/>
                </a:lnTo>
                <a:lnTo>
                  <a:pt x="231648" y="384048"/>
                </a:lnTo>
                <a:lnTo>
                  <a:pt x="228600" y="385572"/>
                </a:lnTo>
                <a:lnTo>
                  <a:pt x="222504" y="387096"/>
                </a:lnTo>
                <a:lnTo>
                  <a:pt x="140208" y="387096"/>
                </a:lnTo>
                <a:lnTo>
                  <a:pt x="125399" y="386524"/>
                </a:lnTo>
                <a:lnTo>
                  <a:pt x="83820" y="377952"/>
                </a:lnTo>
                <a:lnTo>
                  <a:pt x="57912" y="361188"/>
                </a:lnTo>
                <a:lnTo>
                  <a:pt x="53340" y="356616"/>
                </a:lnTo>
                <a:lnTo>
                  <a:pt x="51816" y="352044"/>
                </a:lnTo>
                <a:lnTo>
                  <a:pt x="51816" y="342900"/>
                </a:lnTo>
                <a:lnTo>
                  <a:pt x="53340" y="341376"/>
                </a:lnTo>
                <a:lnTo>
                  <a:pt x="53340" y="339852"/>
                </a:lnTo>
                <a:lnTo>
                  <a:pt x="56388" y="335280"/>
                </a:lnTo>
                <a:lnTo>
                  <a:pt x="62484" y="329184"/>
                </a:lnTo>
                <a:lnTo>
                  <a:pt x="67056" y="323088"/>
                </a:lnTo>
                <a:lnTo>
                  <a:pt x="70104" y="313944"/>
                </a:lnTo>
                <a:lnTo>
                  <a:pt x="70104" y="297180"/>
                </a:lnTo>
                <a:lnTo>
                  <a:pt x="33528" y="277368"/>
                </a:lnTo>
                <a:lnTo>
                  <a:pt x="26085" y="277710"/>
                </a:lnTo>
                <a:lnTo>
                  <a:pt x="0" y="309372"/>
                </a:lnTo>
                <a:lnTo>
                  <a:pt x="838" y="317639"/>
                </a:lnTo>
                <a:lnTo>
                  <a:pt x="20510" y="353885"/>
                </a:lnTo>
                <a:lnTo>
                  <a:pt x="64008" y="387096"/>
                </a:lnTo>
                <a:lnTo>
                  <a:pt x="7620" y="388620"/>
                </a:lnTo>
                <a:lnTo>
                  <a:pt x="7620" y="489204"/>
                </a:lnTo>
                <a:lnTo>
                  <a:pt x="16764" y="489204"/>
                </a:lnTo>
                <a:lnTo>
                  <a:pt x="18288" y="480060"/>
                </a:lnTo>
                <a:lnTo>
                  <a:pt x="19812" y="473964"/>
                </a:lnTo>
                <a:lnTo>
                  <a:pt x="60960" y="461772"/>
                </a:lnTo>
                <a:lnTo>
                  <a:pt x="198120" y="461772"/>
                </a:lnTo>
                <a:lnTo>
                  <a:pt x="237744" y="466344"/>
                </a:lnTo>
                <a:lnTo>
                  <a:pt x="246888" y="489204"/>
                </a:lnTo>
                <a:lnTo>
                  <a:pt x="256032" y="489204"/>
                </a:lnTo>
                <a:lnTo>
                  <a:pt x="256032" y="355092"/>
                </a:lnTo>
                <a:close/>
              </a:path>
              <a:path extrusionOk="0" h="489585" w="259715">
                <a:moveTo>
                  <a:pt x="259092" y="59436"/>
                </a:moveTo>
                <a:lnTo>
                  <a:pt x="244538" y="20574"/>
                </a:lnTo>
                <a:lnTo>
                  <a:pt x="219468" y="0"/>
                </a:lnTo>
                <a:lnTo>
                  <a:pt x="214896" y="7620"/>
                </a:lnTo>
                <a:lnTo>
                  <a:pt x="220992" y="12192"/>
                </a:lnTo>
                <a:lnTo>
                  <a:pt x="222516" y="16764"/>
                </a:lnTo>
                <a:lnTo>
                  <a:pt x="222516" y="25908"/>
                </a:lnTo>
                <a:lnTo>
                  <a:pt x="220992" y="27432"/>
                </a:lnTo>
                <a:lnTo>
                  <a:pt x="219468" y="30480"/>
                </a:lnTo>
                <a:lnTo>
                  <a:pt x="216420" y="30480"/>
                </a:lnTo>
                <a:lnTo>
                  <a:pt x="214896" y="31242"/>
                </a:lnTo>
                <a:lnTo>
                  <a:pt x="214896" y="138684"/>
                </a:lnTo>
                <a:lnTo>
                  <a:pt x="214896" y="146304"/>
                </a:lnTo>
                <a:lnTo>
                  <a:pt x="211848" y="152400"/>
                </a:lnTo>
                <a:lnTo>
                  <a:pt x="201180" y="163068"/>
                </a:lnTo>
                <a:lnTo>
                  <a:pt x="195084" y="166116"/>
                </a:lnTo>
                <a:lnTo>
                  <a:pt x="185940" y="166116"/>
                </a:lnTo>
                <a:lnTo>
                  <a:pt x="146710" y="146570"/>
                </a:lnTo>
                <a:lnTo>
                  <a:pt x="117360" y="108204"/>
                </a:lnTo>
                <a:lnTo>
                  <a:pt x="199656" y="108204"/>
                </a:lnTo>
                <a:lnTo>
                  <a:pt x="206527" y="116192"/>
                </a:lnTo>
                <a:lnTo>
                  <a:pt x="211277" y="124015"/>
                </a:lnTo>
                <a:lnTo>
                  <a:pt x="214007" y="131572"/>
                </a:lnTo>
                <a:lnTo>
                  <a:pt x="214896" y="138684"/>
                </a:lnTo>
                <a:lnTo>
                  <a:pt x="214896" y="31242"/>
                </a:lnTo>
                <a:lnTo>
                  <a:pt x="213372" y="32004"/>
                </a:lnTo>
                <a:lnTo>
                  <a:pt x="211848" y="33528"/>
                </a:lnTo>
                <a:lnTo>
                  <a:pt x="97548" y="33528"/>
                </a:lnTo>
                <a:lnTo>
                  <a:pt x="54686" y="35458"/>
                </a:lnTo>
                <a:lnTo>
                  <a:pt x="15252" y="64008"/>
                </a:lnTo>
                <a:lnTo>
                  <a:pt x="889" y="102590"/>
                </a:lnTo>
                <a:lnTo>
                  <a:pt x="876" y="102870"/>
                </a:lnTo>
                <a:lnTo>
                  <a:pt x="152" y="116192"/>
                </a:lnTo>
                <a:lnTo>
                  <a:pt x="5156" y="161531"/>
                </a:lnTo>
                <a:lnTo>
                  <a:pt x="20586" y="199453"/>
                </a:lnTo>
                <a:lnTo>
                  <a:pt x="53733" y="229552"/>
                </a:lnTo>
                <a:lnTo>
                  <a:pt x="73164" y="233172"/>
                </a:lnTo>
                <a:lnTo>
                  <a:pt x="80111" y="232295"/>
                </a:lnTo>
                <a:lnTo>
                  <a:pt x="79844" y="232295"/>
                </a:lnTo>
                <a:lnTo>
                  <a:pt x="85737" y="229933"/>
                </a:lnTo>
                <a:lnTo>
                  <a:pt x="106692" y="193548"/>
                </a:lnTo>
                <a:lnTo>
                  <a:pt x="106121" y="186080"/>
                </a:lnTo>
                <a:lnTo>
                  <a:pt x="104406" y="179451"/>
                </a:lnTo>
                <a:lnTo>
                  <a:pt x="103136" y="176784"/>
                </a:lnTo>
                <a:lnTo>
                  <a:pt x="101549" y="173405"/>
                </a:lnTo>
                <a:lnTo>
                  <a:pt x="97548" y="167640"/>
                </a:lnTo>
                <a:lnTo>
                  <a:pt x="92976" y="163068"/>
                </a:lnTo>
                <a:lnTo>
                  <a:pt x="91389" y="161531"/>
                </a:lnTo>
                <a:lnTo>
                  <a:pt x="83832" y="158496"/>
                </a:lnTo>
                <a:lnTo>
                  <a:pt x="67068" y="158496"/>
                </a:lnTo>
                <a:lnTo>
                  <a:pt x="59499" y="161531"/>
                </a:lnTo>
                <a:lnTo>
                  <a:pt x="57924" y="163068"/>
                </a:lnTo>
                <a:lnTo>
                  <a:pt x="51828" y="169164"/>
                </a:lnTo>
                <a:lnTo>
                  <a:pt x="45732" y="173736"/>
                </a:lnTo>
                <a:lnTo>
                  <a:pt x="41160" y="176784"/>
                </a:lnTo>
                <a:lnTo>
                  <a:pt x="33540" y="176784"/>
                </a:lnTo>
                <a:lnTo>
                  <a:pt x="18300" y="141732"/>
                </a:lnTo>
                <a:lnTo>
                  <a:pt x="18300" y="134112"/>
                </a:lnTo>
                <a:lnTo>
                  <a:pt x="19824" y="128016"/>
                </a:lnTo>
                <a:lnTo>
                  <a:pt x="24396" y="121920"/>
                </a:lnTo>
                <a:lnTo>
                  <a:pt x="27444" y="117348"/>
                </a:lnTo>
                <a:lnTo>
                  <a:pt x="73164" y="108204"/>
                </a:lnTo>
                <a:lnTo>
                  <a:pt x="99072" y="108204"/>
                </a:lnTo>
                <a:lnTo>
                  <a:pt x="99187" y="108470"/>
                </a:lnTo>
                <a:lnTo>
                  <a:pt x="116738" y="145669"/>
                </a:lnTo>
                <a:lnTo>
                  <a:pt x="147497" y="198869"/>
                </a:lnTo>
                <a:lnTo>
                  <a:pt x="183464" y="233362"/>
                </a:lnTo>
                <a:lnTo>
                  <a:pt x="210324" y="239268"/>
                </a:lnTo>
                <a:lnTo>
                  <a:pt x="220294" y="238417"/>
                </a:lnTo>
                <a:lnTo>
                  <a:pt x="255663" y="208978"/>
                </a:lnTo>
                <a:lnTo>
                  <a:pt x="259092" y="188976"/>
                </a:lnTo>
                <a:lnTo>
                  <a:pt x="258965" y="188150"/>
                </a:lnTo>
                <a:lnTo>
                  <a:pt x="256514" y="171005"/>
                </a:lnTo>
                <a:lnTo>
                  <a:pt x="254584" y="166116"/>
                </a:lnTo>
                <a:lnTo>
                  <a:pt x="248805" y="151447"/>
                </a:lnTo>
                <a:lnTo>
                  <a:pt x="235940" y="130479"/>
                </a:lnTo>
                <a:lnTo>
                  <a:pt x="217944" y="108204"/>
                </a:lnTo>
                <a:lnTo>
                  <a:pt x="227634" y="106260"/>
                </a:lnTo>
                <a:lnTo>
                  <a:pt x="236042" y="102870"/>
                </a:lnTo>
                <a:lnTo>
                  <a:pt x="258495" y="70040"/>
                </a:lnTo>
                <a:lnTo>
                  <a:pt x="259092" y="594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57" name="Google Shape;5657;p89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551432" y="6062471"/>
            <a:ext cx="4102607" cy="37353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658" name="Google Shape;5658;p8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522476" y="5759196"/>
            <a:ext cx="108204" cy="1082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59" name="Google Shape;5659;p89"/>
          <p:cNvGrpSpPr/>
          <p:nvPr/>
        </p:nvGrpSpPr>
        <p:grpSpPr>
          <a:xfrm>
            <a:off x="1510283" y="5398007"/>
            <a:ext cx="135635" cy="263652"/>
            <a:chOff x="1510283" y="5398007"/>
            <a:chExt cx="135635" cy="263652"/>
          </a:xfrm>
        </p:grpSpPr>
        <p:pic>
          <p:nvPicPr>
            <p:cNvPr id="5660" name="Google Shape;5660;p8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10283" y="5515355"/>
              <a:ext cx="134112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61" name="Google Shape;5661;p8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48383" y="5398007"/>
              <a:ext cx="97535" cy="8839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662" name="Google Shape;5662;p89"/>
          <p:cNvSpPr/>
          <p:nvPr/>
        </p:nvSpPr>
        <p:spPr>
          <a:xfrm>
            <a:off x="1502651" y="4951476"/>
            <a:ext cx="143510" cy="134620"/>
          </a:xfrm>
          <a:custGeom>
            <a:rect b="b" l="l" r="r" t="t"/>
            <a:pathLst>
              <a:path extrusionOk="0" h="134620" w="143510">
                <a:moveTo>
                  <a:pt x="141732" y="108204"/>
                </a:moveTo>
                <a:lnTo>
                  <a:pt x="0" y="108204"/>
                </a:lnTo>
                <a:lnTo>
                  <a:pt x="0" y="134112"/>
                </a:lnTo>
                <a:lnTo>
                  <a:pt x="141732" y="134112"/>
                </a:lnTo>
                <a:lnTo>
                  <a:pt x="141732" y="108204"/>
                </a:lnTo>
                <a:close/>
              </a:path>
              <a:path extrusionOk="0" h="134620" w="143510">
                <a:moveTo>
                  <a:pt x="143256" y="42672"/>
                </a:moveTo>
                <a:lnTo>
                  <a:pt x="142925" y="32702"/>
                </a:lnTo>
                <a:lnTo>
                  <a:pt x="141732" y="23431"/>
                </a:lnTo>
                <a:lnTo>
                  <a:pt x="139407" y="15036"/>
                </a:lnTo>
                <a:lnTo>
                  <a:pt x="135636" y="7620"/>
                </a:lnTo>
                <a:lnTo>
                  <a:pt x="117348" y="7620"/>
                </a:lnTo>
                <a:lnTo>
                  <a:pt x="120472" y="14503"/>
                </a:lnTo>
                <a:lnTo>
                  <a:pt x="122872" y="21526"/>
                </a:lnTo>
                <a:lnTo>
                  <a:pt x="124421" y="28841"/>
                </a:lnTo>
                <a:lnTo>
                  <a:pt x="124968" y="36576"/>
                </a:lnTo>
                <a:lnTo>
                  <a:pt x="123520" y="47726"/>
                </a:lnTo>
                <a:lnTo>
                  <a:pt x="119062" y="56007"/>
                </a:lnTo>
                <a:lnTo>
                  <a:pt x="111467" y="61442"/>
                </a:lnTo>
                <a:lnTo>
                  <a:pt x="100584" y="64008"/>
                </a:lnTo>
                <a:lnTo>
                  <a:pt x="100584" y="24384"/>
                </a:lnTo>
                <a:lnTo>
                  <a:pt x="100584" y="0"/>
                </a:lnTo>
                <a:lnTo>
                  <a:pt x="89916" y="0"/>
                </a:lnTo>
                <a:lnTo>
                  <a:pt x="83820" y="482"/>
                </a:lnTo>
                <a:lnTo>
                  <a:pt x="83820" y="24384"/>
                </a:lnTo>
                <a:lnTo>
                  <a:pt x="83820" y="64008"/>
                </a:lnTo>
                <a:lnTo>
                  <a:pt x="71628" y="60960"/>
                </a:lnTo>
                <a:lnTo>
                  <a:pt x="64008" y="53340"/>
                </a:lnTo>
                <a:lnTo>
                  <a:pt x="60960" y="48768"/>
                </a:lnTo>
                <a:lnTo>
                  <a:pt x="60960" y="42672"/>
                </a:lnTo>
                <a:lnTo>
                  <a:pt x="62395" y="34671"/>
                </a:lnTo>
                <a:lnTo>
                  <a:pt x="66776" y="28841"/>
                </a:lnTo>
                <a:lnTo>
                  <a:pt x="66929" y="28841"/>
                </a:lnTo>
                <a:lnTo>
                  <a:pt x="73825" y="25527"/>
                </a:lnTo>
                <a:lnTo>
                  <a:pt x="83820" y="24384"/>
                </a:lnTo>
                <a:lnTo>
                  <a:pt x="83820" y="482"/>
                </a:lnTo>
                <a:lnTo>
                  <a:pt x="46863" y="25146"/>
                </a:lnTo>
                <a:lnTo>
                  <a:pt x="46774" y="25527"/>
                </a:lnTo>
                <a:lnTo>
                  <a:pt x="44818" y="33197"/>
                </a:lnTo>
                <a:lnTo>
                  <a:pt x="44729" y="34671"/>
                </a:lnTo>
                <a:lnTo>
                  <a:pt x="44602" y="36576"/>
                </a:lnTo>
                <a:lnTo>
                  <a:pt x="44196" y="42672"/>
                </a:lnTo>
                <a:lnTo>
                  <a:pt x="45059" y="52412"/>
                </a:lnTo>
                <a:lnTo>
                  <a:pt x="45123" y="52628"/>
                </a:lnTo>
                <a:lnTo>
                  <a:pt x="47625" y="61150"/>
                </a:lnTo>
                <a:lnTo>
                  <a:pt x="83629" y="89065"/>
                </a:lnTo>
                <a:lnTo>
                  <a:pt x="94488" y="89916"/>
                </a:lnTo>
                <a:lnTo>
                  <a:pt x="105346" y="89065"/>
                </a:lnTo>
                <a:lnTo>
                  <a:pt x="139509" y="64008"/>
                </a:lnTo>
                <a:lnTo>
                  <a:pt x="140589" y="61722"/>
                </a:lnTo>
                <a:lnTo>
                  <a:pt x="140665" y="61442"/>
                </a:lnTo>
                <a:lnTo>
                  <a:pt x="140766" y="60960"/>
                </a:lnTo>
                <a:lnTo>
                  <a:pt x="142646" y="52628"/>
                </a:lnTo>
                <a:lnTo>
                  <a:pt x="142659" y="52412"/>
                </a:lnTo>
                <a:lnTo>
                  <a:pt x="143256" y="426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3" name="Google Shape;5663;p89"/>
          <p:cNvGrpSpPr/>
          <p:nvPr/>
        </p:nvGrpSpPr>
        <p:grpSpPr>
          <a:xfrm>
            <a:off x="1501139" y="4006596"/>
            <a:ext cx="144780" cy="870202"/>
            <a:chOff x="1501139" y="4006596"/>
            <a:chExt cx="144780" cy="870202"/>
          </a:xfrm>
        </p:grpSpPr>
        <p:pic>
          <p:nvPicPr>
            <p:cNvPr id="5664" name="Google Shape;5664;p8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01139" y="4710683"/>
              <a:ext cx="144780" cy="1661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65" name="Google Shape;5665;p8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04188" y="4265675"/>
              <a:ext cx="141731" cy="419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66" name="Google Shape;5666;p89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46859" y="4058412"/>
              <a:ext cx="99060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67" name="Google Shape;5667;p89"/>
            <p:cNvSpPr/>
            <p:nvPr/>
          </p:nvSpPr>
          <p:spPr>
            <a:xfrm>
              <a:off x="1502663" y="4006596"/>
              <a:ext cx="142240" cy="27940"/>
            </a:xfrm>
            <a:custGeom>
              <a:rect b="b" l="l" r="r" t="t"/>
              <a:pathLst>
                <a:path extrusionOk="0" h="27939" w="142239">
                  <a:moveTo>
                    <a:pt x="141732" y="27431"/>
                  </a:moveTo>
                  <a:lnTo>
                    <a:pt x="0" y="27431"/>
                  </a:lnTo>
                  <a:lnTo>
                    <a:pt x="0" y="0"/>
                  </a:lnTo>
                  <a:lnTo>
                    <a:pt x="141732" y="0"/>
                  </a:lnTo>
                  <a:lnTo>
                    <a:pt x="141732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89"/>
          <p:cNvGrpSpPr/>
          <p:nvPr/>
        </p:nvGrpSpPr>
        <p:grpSpPr>
          <a:xfrm>
            <a:off x="1502663" y="3378707"/>
            <a:ext cx="143257" cy="539496"/>
            <a:chOff x="1502663" y="3378707"/>
            <a:chExt cx="143257" cy="539496"/>
          </a:xfrm>
        </p:grpSpPr>
        <p:pic>
          <p:nvPicPr>
            <p:cNvPr id="5669" name="Google Shape;5669;p89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502664" y="3822191"/>
              <a:ext cx="143256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70" name="Google Shape;5670;p89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502663" y="3567683"/>
              <a:ext cx="143256" cy="2346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71" name="Google Shape;5671;p89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502664" y="3378707"/>
              <a:ext cx="143256" cy="16764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672" name="Google Shape;5672;p89"/>
          <p:cNvGrpSpPr/>
          <p:nvPr/>
        </p:nvGrpSpPr>
        <p:grpSpPr>
          <a:xfrm>
            <a:off x="1510283" y="2772156"/>
            <a:ext cx="164592" cy="519684"/>
            <a:chOff x="1510283" y="2772156"/>
            <a:chExt cx="164592" cy="519684"/>
          </a:xfrm>
        </p:grpSpPr>
        <p:pic>
          <p:nvPicPr>
            <p:cNvPr id="5673" name="Google Shape;5673;p89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510283" y="3046476"/>
              <a:ext cx="164592" cy="2453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74" name="Google Shape;5674;p89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546859" y="2772156"/>
              <a:ext cx="99060" cy="25450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675" name="Google Shape;5675;p89"/>
          <p:cNvGrpSpPr/>
          <p:nvPr/>
        </p:nvGrpSpPr>
        <p:grpSpPr>
          <a:xfrm>
            <a:off x="1502663" y="1210055"/>
            <a:ext cx="365760" cy="1484375"/>
            <a:chOff x="1502663" y="1210055"/>
            <a:chExt cx="365760" cy="1484375"/>
          </a:xfrm>
        </p:grpSpPr>
        <p:sp>
          <p:nvSpPr>
            <p:cNvPr id="5676" name="Google Shape;5676;p89"/>
            <p:cNvSpPr/>
            <p:nvPr/>
          </p:nvSpPr>
          <p:spPr>
            <a:xfrm>
              <a:off x="1502663" y="2057400"/>
              <a:ext cx="142240" cy="27940"/>
            </a:xfrm>
            <a:custGeom>
              <a:rect b="b" l="l" r="r" t="t"/>
              <a:pathLst>
                <a:path extrusionOk="0" h="27939" w="142239">
                  <a:moveTo>
                    <a:pt x="141732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41732" y="0"/>
                  </a:lnTo>
                  <a:lnTo>
                    <a:pt x="141732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677" name="Google Shape;5677;p8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510283" y="1210055"/>
              <a:ext cx="358140" cy="14843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678" name="Google Shape;5678;p89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741932" y="4128515"/>
            <a:ext cx="126492" cy="1600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79" name="Google Shape;5679;p89"/>
          <p:cNvGrpSpPr/>
          <p:nvPr/>
        </p:nvGrpSpPr>
        <p:grpSpPr>
          <a:xfrm>
            <a:off x="1725167" y="3779520"/>
            <a:ext cx="143256" cy="275844"/>
            <a:chOff x="1725167" y="3779520"/>
            <a:chExt cx="143256" cy="275844"/>
          </a:xfrm>
        </p:grpSpPr>
        <p:pic>
          <p:nvPicPr>
            <p:cNvPr id="5680" name="Google Shape;5680;p89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725167" y="3887724"/>
              <a:ext cx="143256" cy="1676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81" name="Google Shape;5681;p89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769363" y="3779520"/>
              <a:ext cx="99060" cy="883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682" name="Google Shape;5682;p89"/>
          <p:cNvGrpSpPr/>
          <p:nvPr/>
        </p:nvGrpSpPr>
        <p:grpSpPr>
          <a:xfrm>
            <a:off x="1741932" y="3415284"/>
            <a:ext cx="167640" cy="288035"/>
            <a:chOff x="1741932" y="3415284"/>
            <a:chExt cx="167640" cy="288035"/>
          </a:xfrm>
        </p:grpSpPr>
        <p:pic>
          <p:nvPicPr>
            <p:cNvPr id="5683" name="Google Shape;5683;p89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1741932" y="3531108"/>
              <a:ext cx="126492" cy="1722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84" name="Google Shape;5684;p89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1769364" y="3415284"/>
              <a:ext cx="140208" cy="960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685" name="Google Shape;5685;p89"/>
          <p:cNvGrpSpPr/>
          <p:nvPr/>
        </p:nvGrpSpPr>
        <p:grpSpPr>
          <a:xfrm>
            <a:off x="1725167" y="2951988"/>
            <a:ext cx="143256" cy="379601"/>
            <a:chOff x="1725167" y="2951988"/>
            <a:chExt cx="143256" cy="379601"/>
          </a:xfrm>
        </p:grpSpPr>
        <p:sp>
          <p:nvSpPr>
            <p:cNvPr id="5686" name="Google Shape;5686;p89"/>
            <p:cNvSpPr/>
            <p:nvPr/>
          </p:nvSpPr>
          <p:spPr>
            <a:xfrm>
              <a:off x="1725167" y="3305555"/>
              <a:ext cx="142240" cy="26034"/>
            </a:xfrm>
            <a:custGeom>
              <a:rect b="b" l="l" r="r" t="t"/>
              <a:pathLst>
                <a:path extrusionOk="0" h="26035" w="142239">
                  <a:moveTo>
                    <a:pt x="141732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141732" y="0"/>
                  </a:lnTo>
                  <a:lnTo>
                    <a:pt x="141732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687" name="Google Shape;5687;p89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1725167" y="2951988"/>
              <a:ext cx="143256" cy="33223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688" name="Google Shape;5688;p89"/>
          <p:cNvGrpSpPr/>
          <p:nvPr/>
        </p:nvGrpSpPr>
        <p:grpSpPr>
          <a:xfrm>
            <a:off x="1502663" y="3922775"/>
            <a:ext cx="810768" cy="1952244"/>
            <a:chOff x="1502663" y="3922775"/>
            <a:chExt cx="810768" cy="1952244"/>
          </a:xfrm>
        </p:grpSpPr>
        <p:pic>
          <p:nvPicPr>
            <p:cNvPr id="5689" name="Google Shape;5689;p89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1502663" y="4165091"/>
              <a:ext cx="810768" cy="17099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90" name="Google Shape;5690;p89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1955292" y="3922775"/>
              <a:ext cx="135636" cy="3444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691" name="Google Shape;5691;p89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1741932" y="2699004"/>
            <a:ext cx="126492" cy="173735"/>
          </a:xfrm>
          <a:prstGeom prst="rect">
            <a:avLst/>
          </a:prstGeom>
          <a:noFill/>
          <a:ln>
            <a:noFill/>
          </a:ln>
        </p:spPr>
      </p:pic>
      <p:pic>
        <p:nvPicPr>
          <p:cNvPr id="5692" name="Google Shape;5692;p89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1946147" y="3672840"/>
            <a:ext cx="144780" cy="1752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93" name="Google Shape;5693;p89"/>
          <p:cNvGrpSpPr/>
          <p:nvPr/>
        </p:nvGrpSpPr>
        <p:grpSpPr>
          <a:xfrm>
            <a:off x="1946148" y="2788919"/>
            <a:ext cx="187141" cy="806578"/>
            <a:chOff x="1946148" y="2788919"/>
            <a:chExt cx="187141" cy="806578"/>
          </a:xfrm>
        </p:grpSpPr>
        <p:sp>
          <p:nvSpPr>
            <p:cNvPr id="5694" name="Google Shape;5694;p89"/>
            <p:cNvSpPr/>
            <p:nvPr/>
          </p:nvSpPr>
          <p:spPr>
            <a:xfrm>
              <a:off x="1946148" y="3014472"/>
              <a:ext cx="144780" cy="581025"/>
            </a:xfrm>
            <a:custGeom>
              <a:rect b="b" l="l" r="r" t="t"/>
              <a:pathLst>
                <a:path extrusionOk="0" h="581025" w="144780">
                  <a:moveTo>
                    <a:pt x="28943" y="7620"/>
                  </a:moveTo>
                  <a:lnTo>
                    <a:pt x="22847" y="1524"/>
                  </a:lnTo>
                  <a:lnTo>
                    <a:pt x="19799" y="0"/>
                  </a:lnTo>
                  <a:lnTo>
                    <a:pt x="12179" y="0"/>
                  </a:lnTo>
                  <a:lnTo>
                    <a:pt x="9131" y="1524"/>
                  </a:lnTo>
                  <a:lnTo>
                    <a:pt x="3035" y="7620"/>
                  </a:lnTo>
                  <a:lnTo>
                    <a:pt x="1511" y="10668"/>
                  </a:lnTo>
                  <a:lnTo>
                    <a:pt x="1511" y="19812"/>
                  </a:lnTo>
                  <a:lnTo>
                    <a:pt x="3035" y="22860"/>
                  </a:lnTo>
                  <a:lnTo>
                    <a:pt x="9131" y="28956"/>
                  </a:lnTo>
                  <a:lnTo>
                    <a:pt x="22847" y="28956"/>
                  </a:lnTo>
                  <a:lnTo>
                    <a:pt x="25895" y="25908"/>
                  </a:lnTo>
                  <a:lnTo>
                    <a:pt x="28943" y="19812"/>
                  </a:lnTo>
                  <a:lnTo>
                    <a:pt x="28943" y="7620"/>
                  </a:lnTo>
                  <a:close/>
                </a:path>
                <a:path extrusionOk="0" h="581025" w="144780">
                  <a:moveTo>
                    <a:pt x="143243" y="434340"/>
                  </a:moveTo>
                  <a:lnTo>
                    <a:pt x="83807" y="434340"/>
                  </a:lnTo>
                  <a:lnTo>
                    <a:pt x="66687" y="436346"/>
                  </a:lnTo>
                  <a:lnTo>
                    <a:pt x="54279" y="442341"/>
                  </a:lnTo>
                  <a:lnTo>
                    <a:pt x="46736" y="452348"/>
                  </a:lnTo>
                  <a:lnTo>
                    <a:pt x="44183" y="466344"/>
                  </a:lnTo>
                  <a:lnTo>
                    <a:pt x="45567" y="476059"/>
                  </a:lnTo>
                  <a:lnTo>
                    <a:pt x="49517" y="484632"/>
                  </a:lnTo>
                  <a:lnTo>
                    <a:pt x="55765" y="492061"/>
                  </a:lnTo>
                  <a:lnTo>
                    <a:pt x="63995" y="498348"/>
                  </a:lnTo>
                  <a:lnTo>
                    <a:pt x="55765" y="502640"/>
                  </a:lnTo>
                  <a:lnTo>
                    <a:pt x="49517" y="508635"/>
                  </a:lnTo>
                  <a:lnTo>
                    <a:pt x="45567" y="516356"/>
                  </a:lnTo>
                  <a:lnTo>
                    <a:pt x="44183" y="525780"/>
                  </a:lnTo>
                  <a:lnTo>
                    <a:pt x="45326" y="534619"/>
                  </a:lnTo>
                  <a:lnTo>
                    <a:pt x="48755" y="542734"/>
                  </a:lnTo>
                  <a:lnTo>
                    <a:pt x="54470" y="549998"/>
                  </a:lnTo>
                  <a:lnTo>
                    <a:pt x="62471" y="556260"/>
                  </a:lnTo>
                  <a:lnTo>
                    <a:pt x="47231" y="556260"/>
                  </a:lnTo>
                  <a:lnTo>
                    <a:pt x="47231" y="580644"/>
                  </a:lnTo>
                  <a:lnTo>
                    <a:pt x="143243" y="580644"/>
                  </a:lnTo>
                  <a:lnTo>
                    <a:pt x="143243" y="556260"/>
                  </a:lnTo>
                  <a:lnTo>
                    <a:pt x="82283" y="556260"/>
                  </a:lnTo>
                  <a:lnTo>
                    <a:pt x="76187" y="554736"/>
                  </a:lnTo>
                  <a:lnTo>
                    <a:pt x="71615" y="550164"/>
                  </a:lnTo>
                  <a:lnTo>
                    <a:pt x="67043" y="547116"/>
                  </a:lnTo>
                  <a:lnTo>
                    <a:pt x="63995" y="542544"/>
                  </a:lnTo>
                  <a:lnTo>
                    <a:pt x="63995" y="537972"/>
                  </a:lnTo>
                  <a:lnTo>
                    <a:pt x="65430" y="530212"/>
                  </a:lnTo>
                  <a:lnTo>
                    <a:pt x="69710" y="525018"/>
                  </a:lnTo>
                  <a:lnTo>
                    <a:pt x="76860" y="522122"/>
                  </a:lnTo>
                  <a:lnTo>
                    <a:pt x="86855" y="521208"/>
                  </a:lnTo>
                  <a:lnTo>
                    <a:pt x="143243" y="521208"/>
                  </a:lnTo>
                  <a:lnTo>
                    <a:pt x="143243" y="495300"/>
                  </a:lnTo>
                  <a:lnTo>
                    <a:pt x="82283" y="495300"/>
                  </a:lnTo>
                  <a:lnTo>
                    <a:pt x="76187" y="493776"/>
                  </a:lnTo>
                  <a:lnTo>
                    <a:pt x="71615" y="490728"/>
                  </a:lnTo>
                  <a:lnTo>
                    <a:pt x="67043" y="486156"/>
                  </a:lnTo>
                  <a:lnTo>
                    <a:pt x="63995" y="481584"/>
                  </a:lnTo>
                  <a:lnTo>
                    <a:pt x="63995" y="477012"/>
                  </a:lnTo>
                  <a:lnTo>
                    <a:pt x="65671" y="469252"/>
                  </a:lnTo>
                  <a:lnTo>
                    <a:pt x="70472" y="464058"/>
                  </a:lnTo>
                  <a:lnTo>
                    <a:pt x="78143" y="461162"/>
                  </a:lnTo>
                  <a:lnTo>
                    <a:pt x="88379" y="460248"/>
                  </a:lnTo>
                  <a:lnTo>
                    <a:pt x="143243" y="460248"/>
                  </a:lnTo>
                  <a:lnTo>
                    <a:pt x="143243" y="434340"/>
                  </a:lnTo>
                  <a:close/>
                </a:path>
                <a:path extrusionOk="0" h="581025" w="144780">
                  <a:moveTo>
                    <a:pt x="143243" y="3048"/>
                  </a:moveTo>
                  <a:lnTo>
                    <a:pt x="47231" y="3048"/>
                  </a:lnTo>
                  <a:lnTo>
                    <a:pt x="47231" y="27432"/>
                  </a:lnTo>
                  <a:lnTo>
                    <a:pt x="143243" y="27432"/>
                  </a:lnTo>
                  <a:lnTo>
                    <a:pt x="143243" y="3048"/>
                  </a:lnTo>
                  <a:close/>
                </a:path>
                <a:path extrusionOk="0" h="581025" w="144780">
                  <a:moveTo>
                    <a:pt x="143256" y="53340"/>
                  </a:moveTo>
                  <a:lnTo>
                    <a:pt x="0" y="53340"/>
                  </a:lnTo>
                  <a:lnTo>
                    <a:pt x="0" y="80772"/>
                  </a:lnTo>
                  <a:lnTo>
                    <a:pt x="143256" y="80772"/>
                  </a:lnTo>
                  <a:lnTo>
                    <a:pt x="143256" y="53340"/>
                  </a:lnTo>
                  <a:close/>
                </a:path>
                <a:path extrusionOk="0" h="581025" w="144780">
                  <a:moveTo>
                    <a:pt x="144767" y="262128"/>
                  </a:moveTo>
                  <a:lnTo>
                    <a:pt x="143865" y="252653"/>
                  </a:lnTo>
                  <a:lnTo>
                    <a:pt x="140957" y="244602"/>
                  </a:lnTo>
                  <a:lnTo>
                    <a:pt x="135775" y="237705"/>
                  </a:lnTo>
                  <a:lnTo>
                    <a:pt x="128003" y="231648"/>
                  </a:lnTo>
                  <a:lnTo>
                    <a:pt x="143243" y="231648"/>
                  </a:lnTo>
                  <a:lnTo>
                    <a:pt x="143243" y="205740"/>
                  </a:lnTo>
                  <a:lnTo>
                    <a:pt x="124955" y="205740"/>
                  </a:lnTo>
                  <a:lnTo>
                    <a:pt x="124955" y="246888"/>
                  </a:lnTo>
                  <a:lnTo>
                    <a:pt x="124955" y="260604"/>
                  </a:lnTo>
                  <a:lnTo>
                    <a:pt x="121907" y="266700"/>
                  </a:lnTo>
                  <a:lnTo>
                    <a:pt x="117335" y="269748"/>
                  </a:lnTo>
                  <a:lnTo>
                    <a:pt x="112763" y="274320"/>
                  </a:lnTo>
                  <a:lnTo>
                    <a:pt x="105143" y="275844"/>
                  </a:lnTo>
                  <a:lnTo>
                    <a:pt x="86855" y="275844"/>
                  </a:lnTo>
                  <a:lnTo>
                    <a:pt x="79235" y="274320"/>
                  </a:lnTo>
                  <a:lnTo>
                    <a:pt x="67043" y="265176"/>
                  </a:lnTo>
                  <a:lnTo>
                    <a:pt x="63995" y="260604"/>
                  </a:lnTo>
                  <a:lnTo>
                    <a:pt x="63995" y="246888"/>
                  </a:lnTo>
                  <a:lnTo>
                    <a:pt x="67043" y="240792"/>
                  </a:lnTo>
                  <a:lnTo>
                    <a:pt x="71666" y="237705"/>
                  </a:lnTo>
                  <a:lnTo>
                    <a:pt x="76187" y="233172"/>
                  </a:lnTo>
                  <a:lnTo>
                    <a:pt x="80759" y="231648"/>
                  </a:lnTo>
                  <a:lnTo>
                    <a:pt x="105143" y="231648"/>
                  </a:lnTo>
                  <a:lnTo>
                    <a:pt x="112763" y="233172"/>
                  </a:lnTo>
                  <a:lnTo>
                    <a:pt x="121907" y="242316"/>
                  </a:lnTo>
                  <a:lnTo>
                    <a:pt x="122034" y="242506"/>
                  </a:lnTo>
                  <a:lnTo>
                    <a:pt x="124955" y="246888"/>
                  </a:lnTo>
                  <a:lnTo>
                    <a:pt x="124955" y="205740"/>
                  </a:lnTo>
                  <a:lnTo>
                    <a:pt x="1511" y="205740"/>
                  </a:lnTo>
                  <a:lnTo>
                    <a:pt x="1511" y="231648"/>
                  </a:lnTo>
                  <a:lnTo>
                    <a:pt x="59423" y="231648"/>
                  </a:lnTo>
                  <a:lnTo>
                    <a:pt x="53187" y="236588"/>
                  </a:lnTo>
                  <a:lnTo>
                    <a:pt x="48374" y="242506"/>
                  </a:lnTo>
                  <a:lnTo>
                    <a:pt x="45288" y="249872"/>
                  </a:lnTo>
                  <a:lnTo>
                    <a:pt x="44183" y="259080"/>
                  </a:lnTo>
                  <a:lnTo>
                    <a:pt x="45288" y="267919"/>
                  </a:lnTo>
                  <a:lnTo>
                    <a:pt x="75615" y="298513"/>
                  </a:lnTo>
                  <a:lnTo>
                    <a:pt x="97523" y="301752"/>
                  </a:lnTo>
                  <a:lnTo>
                    <a:pt x="107505" y="301167"/>
                  </a:lnTo>
                  <a:lnTo>
                    <a:pt x="141528" y="278320"/>
                  </a:lnTo>
                  <a:lnTo>
                    <a:pt x="144030" y="269748"/>
                  </a:lnTo>
                  <a:lnTo>
                    <a:pt x="144767" y="262128"/>
                  </a:lnTo>
                  <a:close/>
                </a:path>
                <a:path extrusionOk="0" h="581025" w="144780">
                  <a:moveTo>
                    <a:pt x="144767" y="140208"/>
                  </a:moveTo>
                  <a:lnTo>
                    <a:pt x="144221" y="130238"/>
                  </a:lnTo>
                  <a:lnTo>
                    <a:pt x="142671" y="120967"/>
                  </a:lnTo>
                  <a:lnTo>
                    <a:pt x="140271" y="112572"/>
                  </a:lnTo>
                  <a:lnTo>
                    <a:pt x="137147" y="105156"/>
                  </a:lnTo>
                  <a:lnTo>
                    <a:pt x="117335" y="105156"/>
                  </a:lnTo>
                  <a:lnTo>
                    <a:pt x="121335" y="112039"/>
                  </a:lnTo>
                  <a:lnTo>
                    <a:pt x="124193" y="119062"/>
                  </a:lnTo>
                  <a:lnTo>
                    <a:pt x="125907" y="126377"/>
                  </a:lnTo>
                  <a:lnTo>
                    <a:pt x="126479" y="134112"/>
                  </a:lnTo>
                  <a:lnTo>
                    <a:pt x="125031" y="145262"/>
                  </a:lnTo>
                  <a:lnTo>
                    <a:pt x="120573" y="153543"/>
                  </a:lnTo>
                  <a:lnTo>
                    <a:pt x="112979" y="158978"/>
                  </a:lnTo>
                  <a:lnTo>
                    <a:pt x="102095" y="161544"/>
                  </a:lnTo>
                  <a:lnTo>
                    <a:pt x="102095" y="121920"/>
                  </a:lnTo>
                  <a:lnTo>
                    <a:pt x="102095" y="97536"/>
                  </a:lnTo>
                  <a:lnTo>
                    <a:pt x="91427" y="97536"/>
                  </a:lnTo>
                  <a:lnTo>
                    <a:pt x="85331" y="98018"/>
                  </a:lnTo>
                  <a:lnTo>
                    <a:pt x="85331" y="121920"/>
                  </a:lnTo>
                  <a:lnTo>
                    <a:pt x="85331" y="161544"/>
                  </a:lnTo>
                  <a:lnTo>
                    <a:pt x="79235" y="161544"/>
                  </a:lnTo>
                  <a:lnTo>
                    <a:pt x="73139" y="158496"/>
                  </a:lnTo>
                  <a:lnTo>
                    <a:pt x="65493" y="150837"/>
                  </a:lnTo>
                  <a:lnTo>
                    <a:pt x="62471" y="146304"/>
                  </a:lnTo>
                  <a:lnTo>
                    <a:pt x="62471" y="140208"/>
                  </a:lnTo>
                  <a:lnTo>
                    <a:pt x="63906" y="132207"/>
                  </a:lnTo>
                  <a:lnTo>
                    <a:pt x="68287" y="126377"/>
                  </a:lnTo>
                  <a:lnTo>
                    <a:pt x="68440" y="126377"/>
                  </a:lnTo>
                  <a:lnTo>
                    <a:pt x="75336" y="123063"/>
                  </a:lnTo>
                  <a:lnTo>
                    <a:pt x="85331" y="121920"/>
                  </a:lnTo>
                  <a:lnTo>
                    <a:pt x="85331" y="98018"/>
                  </a:lnTo>
                  <a:lnTo>
                    <a:pt x="47612" y="122682"/>
                  </a:lnTo>
                  <a:lnTo>
                    <a:pt x="47498" y="123063"/>
                  </a:lnTo>
                  <a:lnTo>
                    <a:pt x="45046" y="130733"/>
                  </a:lnTo>
                  <a:lnTo>
                    <a:pt x="59423" y="173736"/>
                  </a:lnTo>
                  <a:lnTo>
                    <a:pt x="95999" y="187452"/>
                  </a:lnTo>
                  <a:lnTo>
                    <a:pt x="107175" y="186601"/>
                  </a:lnTo>
                  <a:lnTo>
                    <a:pt x="106959" y="186601"/>
                  </a:lnTo>
                  <a:lnTo>
                    <a:pt x="116573" y="184213"/>
                  </a:lnTo>
                  <a:lnTo>
                    <a:pt x="125145" y="180390"/>
                  </a:lnTo>
                  <a:lnTo>
                    <a:pt x="132575" y="175260"/>
                  </a:lnTo>
                  <a:lnTo>
                    <a:pt x="137706" y="168071"/>
                  </a:lnTo>
                  <a:lnTo>
                    <a:pt x="140804" y="161544"/>
                  </a:lnTo>
                  <a:lnTo>
                    <a:pt x="141528" y="160020"/>
                  </a:lnTo>
                  <a:lnTo>
                    <a:pt x="143941" y="150837"/>
                  </a:lnTo>
                  <a:lnTo>
                    <a:pt x="144005" y="149948"/>
                  </a:lnTo>
                  <a:lnTo>
                    <a:pt x="144767" y="140208"/>
                  </a:lnTo>
                  <a:close/>
                </a:path>
                <a:path extrusionOk="0" h="581025" w="144780">
                  <a:moveTo>
                    <a:pt x="144780" y="367284"/>
                  </a:moveTo>
                  <a:lnTo>
                    <a:pt x="144653" y="365760"/>
                  </a:lnTo>
                  <a:lnTo>
                    <a:pt x="143916" y="356425"/>
                  </a:lnTo>
                  <a:lnTo>
                    <a:pt x="141351" y="346710"/>
                  </a:lnTo>
                  <a:lnTo>
                    <a:pt x="138684" y="341376"/>
                  </a:lnTo>
                  <a:lnTo>
                    <a:pt x="137058" y="338137"/>
                  </a:lnTo>
                  <a:lnTo>
                    <a:pt x="131064" y="330708"/>
                  </a:lnTo>
                  <a:lnTo>
                    <a:pt x="124968" y="325793"/>
                  </a:lnTo>
                  <a:lnTo>
                    <a:pt x="124968" y="365760"/>
                  </a:lnTo>
                  <a:lnTo>
                    <a:pt x="123202" y="376885"/>
                  </a:lnTo>
                  <a:lnTo>
                    <a:pt x="117729" y="385000"/>
                  </a:lnTo>
                  <a:lnTo>
                    <a:pt x="108242" y="389978"/>
                  </a:lnTo>
                  <a:lnTo>
                    <a:pt x="94488" y="391668"/>
                  </a:lnTo>
                  <a:lnTo>
                    <a:pt x="85344" y="391668"/>
                  </a:lnTo>
                  <a:lnTo>
                    <a:pt x="77724" y="388620"/>
                  </a:lnTo>
                  <a:lnTo>
                    <a:pt x="73152" y="384048"/>
                  </a:lnTo>
                  <a:lnTo>
                    <a:pt x="67056" y="381000"/>
                  </a:lnTo>
                  <a:lnTo>
                    <a:pt x="64008" y="373380"/>
                  </a:lnTo>
                  <a:lnTo>
                    <a:pt x="64008" y="365760"/>
                  </a:lnTo>
                  <a:lnTo>
                    <a:pt x="65976" y="355523"/>
                  </a:lnTo>
                  <a:lnTo>
                    <a:pt x="71818" y="347853"/>
                  </a:lnTo>
                  <a:lnTo>
                    <a:pt x="81356" y="343052"/>
                  </a:lnTo>
                  <a:lnTo>
                    <a:pt x="94488" y="341376"/>
                  </a:lnTo>
                  <a:lnTo>
                    <a:pt x="107607" y="343052"/>
                  </a:lnTo>
                  <a:lnTo>
                    <a:pt x="117157" y="347853"/>
                  </a:lnTo>
                  <a:lnTo>
                    <a:pt x="122986" y="355523"/>
                  </a:lnTo>
                  <a:lnTo>
                    <a:pt x="124968" y="365760"/>
                  </a:lnTo>
                  <a:lnTo>
                    <a:pt x="124968" y="325793"/>
                  </a:lnTo>
                  <a:lnTo>
                    <a:pt x="123634" y="324713"/>
                  </a:lnTo>
                  <a:lnTo>
                    <a:pt x="115062" y="320421"/>
                  </a:lnTo>
                  <a:lnTo>
                    <a:pt x="105346" y="317855"/>
                  </a:lnTo>
                  <a:lnTo>
                    <a:pt x="94488" y="316992"/>
                  </a:lnTo>
                  <a:lnTo>
                    <a:pt x="83629" y="317614"/>
                  </a:lnTo>
                  <a:lnTo>
                    <a:pt x="47625" y="345186"/>
                  </a:lnTo>
                  <a:lnTo>
                    <a:pt x="44932" y="356425"/>
                  </a:lnTo>
                  <a:lnTo>
                    <a:pt x="44196" y="365760"/>
                  </a:lnTo>
                  <a:lnTo>
                    <a:pt x="57912" y="402336"/>
                  </a:lnTo>
                  <a:lnTo>
                    <a:pt x="96012" y="416052"/>
                  </a:lnTo>
                  <a:lnTo>
                    <a:pt x="106629" y="415442"/>
                  </a:lnTo>
                  <a:lnTo>
                    <a:pt x="139446" y="391668"/>
                  </a:lnTo>
                  <a:lnTo>
                    <a:pt x="144030" y="376618"/>
                  </a:lnTo>
                  <a:lnTo>
                    <a:pt x="144780" y="3672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695" name="Google Shape;5695;p89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1990343" y="2788919"/>
              <a:ext cx="142946" cy="2026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696" name="Google Shape;5696;p89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1964435" y="2543556"/>
            <a:ext cx="126492" cy="1600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97" name="Google Shape;5697;p89"/>
          <p:cNvGrpSpPr/>
          <p:nvPr/>
        </p:nvGrpSpPr>
        <p:grpSpPr>
          <a:xfrm>
            <a:off x="1946148" y="1389888"/>
            <a:ext cx="144779" cy="1077467"/>
            <a:chOff x="1946148" y="1389888"/>
            <a:chExt cx="144779" cy="1077467"/>
          </a:xfrm>
        </p:grpSpPr>
        <p:pic>
          <p:nvPicPr>
            <p:cNvPr id="5698" name="Google Shape;5698;p89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1990343" y="2383535"/>
              <a:ext cx="100584" cy="83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99" name="Google Shape;5699;p89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1990343" y="2217420"/>
              <a:ext cx="100583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00" name="Google Shape;5700;p89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1947671" y="2109216"/>
              <a:ext cx="141731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01" name="Google Shape;5701;p89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1947671" y="1613916"/>
              <a:ext cx="143256" cy="4739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02" name="Google Shape;5702;p89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1990343" y="1438656"/>
              <a:ext cx="100584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03" name="Google Shape;5703;p89"/>
            <p:cNvSpPr/>
            <p:nvPr/>
          </p:nvSpPr>
          <p:spPr>
            <a:xfrm>
              <a:off x="1946148" y="1389888"/>
              <a:ext cx="143510" cy="26034"/>
            </a:xfrm>
            <a:custGeom>
              <a:rect b="b" l="l" r="r" t="t"/>
              <a:pathLst>
                <a:path extrusionOk="0" h="26034" w="143510">
                  <a:moveTo>
                    <a:pt x="143255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143255" y="0"/>
                  </a:lnTo>
                  <a:lnTo>
                    <a:pt x="143255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89"/>
          <p:cNvGrpSpPr/>
          <p:nvPr/>
        </p:nvGrpSpPr>
        <p:grpSpPr>
          <a:xfrm>
            <a:off x="2168651" y="5492496"/>
            <a:ext cx="144780" cy="378077"/>
            <a:chOff x="2168651" y="5492496"/>
            <a:chExt cx="144780" cy="378077"/>
          </a:xfrm>
        </p:grpSpPr>
        <p:sp>
          <p:nvSpPr>
            <p:cNvPr id="5705" name="Google Shape;5705;p89"/>
            <p:cNvSpPr/>
            <p:nvPr/>
          </p:nvSpPr>
          <p:spPr>
            <a:xfrm>
              <a:off x="2168651" y="5844539"/>
              <a:ext cx="143510" cy="26034"/>
            </a:xfrm>
            <a:custGeom>
              <a:rect b="b" l="l" r="r" t="t"/>
              <a:pathLst>
                <a:path extrusionOk="0" h="26035" w="143510">
                  <a:moveTo>
                    <a:pt x="143256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143256" y="0"/>
                  </a:lnTo>
                  <a:lnTo>
                    <a:pt x="143256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706" name="Google Shape;5706;p89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2168651" y="5492496"/>
              <a:ext cx="144780" cy="33223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707" name="Google Shape;5707;p89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2186939" y="5237987"/>
            <a:ext cx="126492" cy="1737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08" name="Google Shape;5708;p89"/>
          <p:cNvGrpSpPr/>
          <p:nvPr/>
        </p:nvGrpSpPr>
        <p:grpSpPr>
          <a:xfrm>
            <a:off x="2212847" y="4584191"/>
            <a:ext cx="100584" cy="574548"/>
            <a:chOff x="2212847" y="4584191"/>
            <a:chExt cx="100584" cy="574548"/>
          </a:xfrm>
        </p:grpSpPr>
        <p:pic>
          <p:nvPicPr>
            <p:cNvPr id="5709" name="Google Shape;5709;p89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2212847" y="4962144"/>
              <a:ext cx="100584" cy="1965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10" name="Google Shape;5710;p89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2212847" y="4764023"/>
              <a:ext cx="100584" cy="1767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11" name="Google Shape;5711;p89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2212847" y="4584191"/>
              <a:ext cx="100584" cy="15544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12" name="Google Shape;5712;p89"/>
          <p:cNvGrpSpPr/>
          <p:nvPr/>
        </p:nvGrpSpPr>
        <p:grpSpPr>
          <a:xfrm>
            <a:off x="2167127" y="3221735"/>
            <a:ext cx="146304" cy="868680"/>
            <a:chOff x="2167127" y="3221735"/>
            <a:chExt cx="146304" cy="868680"/>
          </a:xfrm>
        </p:grpSpPr>
        <p:pic>
          <p:nvPicPr>
            <p:cNvPr id="5713" name="Google Shape;5713;p89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2167127" y="3925824"/>
              <a:ext cx="146304" cy="1645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14" name="Google Shape;5714;p89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2170175" y="3480815"/>
              <a:ext cx="143256" cy="419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15" name="Google Shape;5715;p89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2212847" y="3272028"/>
              <a:ext cx="100584" cy="1889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16" name="Google Shape;5716;p89"/>
            <p:cNvSpPr/>
            <p:nvPr/>
          </p:nvSpPr>
          <p:spPr>
            <a:xfrm>
              <a:off x="2168651" y="3221735"/>
              <a:ext cx="143510" cy="27940"/>
            </a:xfrm>
            <a:custGeom>
              <a:rect b="b" l="l" r="r" t="t"/>
              <a:pathLst>
                <a:path extrusionOk="0" h="27939" w="143510">
                  <a:moveTo>
                    <a:pt x="143256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43256" y="0"/>
                  </a:lnTo>
                  <a:lnTo>
                    <a:pt x="143256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89"/>
          <p:cNvGrpSpPr/>
          <p:nvPr/>
        </p:nvGrpSpPr>
        <p:grpSpPr>
          <a:xfrm>
            <a:off x="2168651" y="2685288"/>
            <a:ext cx="187152" cy="452627"/>
            <a:chOff x="2168651" y="2685288"/>
            <a:chExt cx="187152" cy="452627"/>
          </a:xfrm>
        </p:grpSpPr>
        <p:pic>
          <p:nvPicPr>
            <p:cNvPr id="5718" name="Google Shape;5718;p89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2212847" y="2828544"/>
              <a:ext cx="142956" cy="30937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19" name="Google Shape;5719;p89"/>
            <p:cNvSpPr/>
            <p:nvPr/>
          </p:nvSpPr>
          <p:spPr>
            <a:xfrm>
              <a:off x="2168651" y="2778251"/>
              <a:ext cx="143510" cy="27940"/>
            </a:xfrm>
            <a:custGeom>
              <a:rect b="b" l="l" r="r" t="t"/>
              <a:pathLst>
                <a:path extrusionOk="0" h="27939" w="143510">
                  <a:moveTo>
                    <a:pt x="143256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43256" y="0"/>
                  </a:lnTo>
                  <a:lnTo>
                    <a:pt x="143256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720" name="Google Shape;5720;p89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2212847" y="2685288"/>
              <a:ext cx="100584" cy="7010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21" name="Google Shape;5721;p89"/>
          <p:cNvGrpSpPr/>
          <p:nvPr/>
        </p:nvGrpSpPr>
        <p:grpSpPr>
          <a:xfrm>
            <a:off x="2168639" y="2145792"/>
            <a:ext cx="144792" cy="464819"/>
            <a:chOff x="2168639" y="2145792"/>
            <a:chExt cx="144792" cy="464819"/>
          </a:xfrm>
        </p:grpSpPr>
        <p:pic>
          <p:nvPicPr>
            <p:cNvPr id="5722" name="Google Shape;5722;p89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2212847" y="2311908"/>
              <a:ext cx="100584" cy="29870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23" name="Google Shape;5723;p89"/>
            <p:cNvSpPr/>
            <p:nvPr/>
          </p:nvSpPr>
          <p:spPr>
            <a:xfrm>
              <a:off x="2168639" y="2145792"/>
              <a:ext cx="144780" cy="142240"/>
            </a:xfrm>
            <a:custGeom>
              <a:rect b="b" l="l" r="r" t="t"/>
              <a:pathLst>
                <a:path extrusionOk="0" h="142239" w="144780">
                  <a:moveTo>
                    <a:pt x="143268" y="114300"/>
                  </a:moveTo>
                  <a:lnTo>
                    <a:pt x="0" y="114300"/>
                  </a:lnTo>
                  <a:lnTo>
                    <a:pt x="0" y="141732"/>
                  </a:lnTo>
                  <a:lnTo>
                    <a:pt x="143268" y="141732"/>
                  </a:lnTo>
                  <a:lnTo>
                    <a:pt x="143268" y="114300"/>
                  </a:lnTo>
                  <a:close/>
                </a:path>
                <a:path extrusionOk="0" h="142239" w="144780">
                  <a:moveTo>
                    <a:pt x="144780" y="56388"/>
                  </a:moveTo>
                  <a:lnTo>
                    <a:pt x="143662" y="46697"/>
                  </a:lnTo>
                  <a:lnTo>
                    <a:pt x="140398" y="38290"/>
                  </a:lnTo>
                  <a:lnTo>
                    <a:pt x="135140" y="31318"/>
                  </a:lnTo>
                  <a:lnTo>
                    <a:pt x="128016" y="25908"/>
                  </a:lnTo>
                  <a:lnTo>
                    <a:pt x="143256" y="25908"/>
                  </a:lnTo>
                  <a:lnTo>
                    <a:pt x="143256" y="24384"/>
                  </a:lnTo>
                  <a:lnTo>
                    <a:pt x="143256" y="0"/>
                  </a:lnTo>
                  <a:lnTo>
                    <a:pt x="124968" y="0"/>
                  </a:lnTo>
                  <a:lnTo>
                    <a:pt x="124968" y="41148"/>
                  </a:lnTo>
                  <a:lnTo>
                    <a:pt x="124968" y="54864"/>
                  </a:lnTo>
                  <a:lnTo>
                    <a:pt x="121920" y="59436"/>
                  </a:lnTo>
                  <a:lnTo>
                    <a:pt x="112776" y="68580"/>
                  </a:lnTo>
                  <a:lnTo>
                    <a:pt x="105156" y="70104"/>
                  </a:lnTo>
                  <a:lnTo>
                    <a:pt x="86868" y="70104"/>
                  </a:lnTo>
                  <a:lnTo>
                    <a:pt x="79248" y="68580"/>
                  </a:lnTo>
                  <a:lnTo>
                    <a:pt x="67056" y="59436"/>
                  </a:lnTo>
                  <a:lnTo>
                    <a:pt x="64008" y="53340"/>
                  </a:lnTo>
                  <a:lnTo>
                    <a:pt x="64008" y="41148"/>
                  </a:lnTo>
                  <a:lnTo>
                    <a:pt x="67056" y="35052"/>
                  </a:lnTo>
                  <a:lnTo>
                    <a:pt x="71628" y="30480"/>
                  </a:lnTo>
                  <a:lnTo>
                    <a:pt x="80772" y="24384"/>
                  </a:lnTo>
                  <a:lnTo>
                    <a:pt x="105156" y="24384"/>
                  </a:lnTo>
                  <a:lnTo>
                    <a:pt x="111252" y="27432"/>
                  </a:lnTo>
                  <a:lnTo>
                    <a:pt x="117348" y="32004"/>
                  </a:lnTo>
                  <a:lnTo>
                    <a:pt x="121920" y="35052"/>
                  </a:lnTo>
                  <a:lnTo>
                    <a:pt x="124968" y="41148"/>
                  </a:lnTo>
                  <a:lnTo>
                    <a:pt x="124968" y="0"/>
                  </a:lnTo>
                  <a:lnTo>
                    <a:pt x="1524" y="0"/>
                  </a:lnTo>
                  <a:lnTo>
                    <a:pt x="1524" y="25908"/>
                  </a:lnTo>
                  <a:lnTo>
                    <a:pt x="59436" y="25908"/>
                  </a:lnTo>
                  <a:lnTo>
                    <a:pt x="52565" y="30175"/>
                  </a:lnTo>
                  <a:lnTo>
                    <a:pt x="47815" y="36004"/>
                  </a:lnTo>
                  <a:lnTo>
                    <a:pt x="45085" y="43268"/>
                  </a:lnTo>
                  <a:lnTo>
                    <a:pt x="44196" y="51816"/>
                  </a:lnTo>
                  <a:lnTo>
                    <a:pt x="45300" y="61531"/>
                  </a:lnTo>
                  <a:lnTo>
                    <a:pt x="75628" y="92773"/>
                  </a:lnTo>
                  <a:lnTo>
                    <a:pt x="97536" y="96012"/>
                  </a:lnTo>
                  <a:lnTo>
                    <a:pt x="107810" y="95186"/>
                  </a:lnTo>
                  <a:lnTo>
                    <a:pt x="107619" y="95186"/>
                  </a:lnTo>
                  <a:lnTo>
                    <a:pt x="116776" y="92964"/>
                  </a:lnTo>
                  <a:lnTo>
                    <a:pt x="143954" y="64985"/>
                  </a:lnTo>
                  <a:lnTo>
                    <a:pt x="144780" y="563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724" name="Google Shape;5724;p89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2170176" y="1856232"/>
            <a:ext cx="143256" cy="199643"/>
          </a:xfrm>
          <a:prstGeom prst="rect">
            <a:avLst/>
          </a:prstGeom>
          <a:noFill/>
          <a:ln>
            <a:noFill/>
          </a:ln>
        </p:spPr>
      </p:pic>
      <p:pic>
        <p:nvPicPr>
          <p:cNvPr id="5725" name="Google Shape;5725;p89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2186939" y="1402080"/>
            <a:ext cx="126492" cy="370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5726" name="Google Shape;5726;p89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2633471" y="5759196"/>
            <a:ext cx="108203" cy="1082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27" name="Google Shape;5727;p89"/>
          <p:cNvGrpSpPr/>
          <p:nvPr/>
        </p:nvGrpSpPr>
        <p:grpSpPr>
          <a:xfrm>
            <a:off x="2612123" y="4896611"/>
            <a:ext cx="146685" cy="765430"/>
            <a:chOff x="2612123" y="4896611"/>
            <a:chExt cx="146685" cy="765430"/>
          </a:xfrm>
        </p:grpSpPr>
        <p:sp>
          <p:nvSpPr>
            <p:cNvPr id="5728" name="Google Shape;5728;p89"/>
            <p:cNvSpPr/>
            <p:nvPr/>
          </p:nvSpPr>
          <p:spPr>
            <a:xfrm>
              <a:off x="2612123" y="5081016"/>
              <a:ext cx="146685" cy="581025"/>
            </a:xfrm>
            <a:custGeom>
              <a:rect b="b" l="l" r="r" t="t"/>
              <a:pathLst>
                <a:path extrusionOk="0" h="581025" w="146685">
                  <a:moveTo>
                    <a:pt x="30480" y="429768"/>
                  </a:moveTo>
                  <a:lnTo>
                    <a:pt x="27432" y="423672"/>
                  </a:lnTo>
                  <a:lnTo>
                    <a:pt x="24384" y="420624"/>
                  </a:lnTo>
                  <a:lnTo>
                    <a:pt x="21336" y="419100"/>
                  </a:lnTo>
                  <a:lnTo>
                    <a:pt x="13716" y="419100"/>
                  </a:lnTo>
                  <a:lnTo>
                    <a:pt x="9144" y="420624"/>
                  </a:lnTo>
                  <a:lnTo>
                    <a:pt x="7620" y="423672"/>
                  </a:lnTo>
                  <a:lnTo>
                    <a:pt x="4572" y="426720"/>
                  </a:lnTo>
                  <a:lnTo>
                    <a:pt x="3048" y="429768"/>
                  </a:lnTo>
                  <a:lnTo>
                    <a:pt x="3048" y="438912"/>
                  </a:lnTo>
                  <a:lnTo>
                    <a:pt x="4572" y="441960"/>
                  </a:lnTo>
                  <a:lnTo>
                    <a:pt x="7620" y="445008"/>
                  </a:lnTo>
                  <a:lnTo>
                    <a:pt x="9144" y="448056"/>
                  </a:lnTo>
                  <a:lnTo>
                    <a:pt x="13716" y="449580"/>
                  </a:lnTo>
                  <a:lnTo>
                    <a:pt x="21336" y="449580"/>
                  </a:lnTo>
                  <a:lnTo>
                    <a:pt x="24384" y="448056"/>
                  </a:lnTo>
                  <a:lnTo>
                    <a:pt x="25908" y="445008"/>
                  </a:lnTo>
                  <a:lnTo>
                    <a:pt x="28956" y="441960"/>
                  </a:lnTo>
                  <a:lnTo>
                    <a:pt x="30480" y="438912"/>
                  </a:lnTo>
                  <a:lnTo>
                    <a:pt x="30480" y="429768"/>
                  </a:lnTo>
                  <a:close/>
                </a:path>
                <a:path extrusionOk="0" h="581025" w="146685">
                  <a:moveTo>
                    <a:pt x="143256" y="556260"/>
                  </a:moveTo>
                  <a:lnTo>
                    <a:pt x="138684" y="509206"/>
                  </a:lnTo>
                  <a:lnTo>
                    <a:pt x="121920" y="483450"/>
                  </a:lnTo>
                  <a:lnTo>
                    <a:pt x="121920" y="556260"/>
                  </a:lnTo>
                  <a:lnTo>
                    <a:pt x="32004" y="556260"/>
                  </a:lnTo>
                  <a:lnTo>
                    <a:pt x="32092" y="537972"/>
                  </a:lnTo>
                  <a:lnTo>
                    <a:pt x="32181" y="536448"/>
                  </a:lnTo>
                  <a:lnTo>
                    <a:pt x="32600" y="528904"/>
                  </a:lnTo>
                  <a:lnTo>
                    <a:pt x="56578" y="496443"/>
                  </a:lnTo>
                  <a:lnTo>
                    <a:pt x="76200" y="493776"/>
                  </a:lnTo>
                  <a:lnTo>
                    <a:pt x="86156" y="494398"/>
                  </a:lnTo>
                  <a:lnTo>
                    <a:pt x="119253" y="519874"/>
                  </a:lnTo>
                  <a:lnTo>
                    <a:pt x="121920" y="556260"/>
                  </a:lnTo>
                  <a:lnTo>
                    <a:pt x="121920" y="483450"/>
                  </a:lnTo>
                  <a:lnTo>
                    <a:pt x="114973" y="477278"/>
                  </a:lnTo>
                  <a:lnTo>
                    <a:pt x="103251" y="471106"/>
                  </a:lnTo>
                  <a:lnTo>
                    <a:pt x="89827" y="467512"/>
                  </a:lnTo>
                  <a:lnTo>
                    <a:pt x="74676" y="466344"/>
                  </a:lnTo>
                  <a:lnTo>
                    <a:pt x="46672" y="470662"/>
                  </a:lnTo>
                  <a:lnTo>
                    <a:pt x="26670" y="483679"/>
                  </a:lnTo>
                  <a:lnTo>
                    <a:pt x="14668" y="505574"/>
                  </a:lnTo>
                  <a:lnTo>
                    <a:pt x="14617" y="505968"/>
                  </a:lnTo>
                  <a:lnTo>
                    <a:pt x="10668" y="536448"/>
                  </a:lnTo>
                  <a:lnTo>
                    <a:pt x="10668" y="580644"/>
                  </a:lnTo>
                  <a:lnTo>
                    <a:pt x="143256" y="580644"/>
                  </a:lnTo>
                  <a:lnTo>
                    <a:pt x="143256" y="556260"/>
                  </a:lnTo>
                  <a:close/>
                </a:path>
                <a:path extrusionOk="0" h="581025" w="146685">
                  <a:moveTo>
                    <a:pt x="143256" y="422148"/>
                  </a:moveTo>
                  <a:lnTo>
                    <a:pt x="48768" y="422148"/>
                  </a:lnTo>
                  <a:lnTo>
                    <a:pt x="48768" y="446532"/>
                  </a:lnTo>
                  <a:lnTo>
                    <a:pt x="143256" y="446532"/>
                  </a:lnTo>
                  <a:lnTo>
                    <a:pt x="143256" y="422148"/>
                  </a:lnTo>
                  <a:close/>
                </a:path>
                <a:path extrusionOk="0" h="581025" w="146685">
                  <a:moveTo>
                    <a:pt x="143256" y="362712"/>
                  </a:moveTo>
                  <a:lnTo>
                    <a:pt x="67056" y="362712"/>
                  </a:lnTo>
                  <a:lnTo>
                    <a:pt x="67056" y="341376"/>
                  </a:lnTo>
                  <a:lnTo>
                    <a:pt x="48768" y="341376"/>
                  </a:lnTo>
                  <a:lnTo>
                    <a:pt x="48768" y="362712"/>
                  </a:lnTo>
                  <a:lnTo>
                    <a:pt x="25908" y="362712"/>
                  </a:lnTo>
                  <a:lnTo>
                    <a:pt x="19812" y="358140"/>
                  </a:lnTo>
                  <a:lnTo>
                    <a:pt x="19812" y="344424"/>
                  </a:lnTo>
                  <a:lnTo>
                    <a:pt x="21336" y="341376"/>
                  </a:lnTo>
                  <a:lnTo>
                    <a:pt x="22860" y="336804"/>
                  </a:lnTo>
                  <a:lnTo>
                    <a:pt x="1524" y="336804"/>
                  </a:lnTo>
                  <a:lnTo>
                    <a:pt x="1524" y="341376"/>
                  </a:lnTo>
                  <a:lnTo>
                    <a:pt x="0" y="345948"/>
                  </a:lnTo>
                  <a:lnTo>
                    <a:pt x="0" y="350520"/>
                  </a:lnTo>
                  <a:lnTo>
                    <a:pt x="596" y="358889"/>
                  </a:lnTo>
                  <a:lnTo>
                    <a:pt x="27609" y="386524"/>
                  </a:lnTo>
                  <a:lnTo>
                    <a:pt x="35052" y="387096"/>
                  </a:lnTo>
                  <a:lnTo>
                    <a:pt x="48768" y="387096"/>
                  </a:lnTo>
                  <a:lnTo>
                    <a:pt x="48768" y="403860"/>
                  </a:lnTo>
                  <a:lnTo>
                    <a:pt x="67056" y="403860"/>
                  </a:lnTo>
                  <a:lnTo>
                    <a:pt x="67056" y="387096"/>
                  </a:lnTo>
                  <a:lnTo>
                    <a:pt x="143256" y="387096"/>
                  </a:lnTo>
                  <a:lnTo>
                    <a:pt x="143256" y="362712"/>
                  </a:lnTo>
                  <a:close/>
                </a:path>
                <a:path extrusionOk="0" h="581025" w="146685">
                  <a:moveTo>
                    <a:pt x="143256" y="294132"/>
                  </a:moveTo>
                  <a:lnTo>
                    <a:pt x="67056" y="294132"/>
                  </a:lnTo>
                  <a:lnTo>
                    <a:pt x="67056" y="272796"/>
                  </a:lnTo>
                  <a:lnTo>
                    <a:pt x="48768" y="272796"/>
                  </a:lnTo>
                  <a:lnTo>
                    <a:pt x="48768" y="294132"/>
                  </a:lnTo>
                  <a:lnTo>
                    <a:pt x="25908" y="294132"/>
                  </a:lnTo>
                  <a:lnTo>
                    <a:pt x="19812" y="289560"/>
                  </a:lnTo>
                  <a:lnTo>
                    <a:pt x="19812" y="275844"/>
                  </a:lnTo>
                  <a:lnTo>
                    <a:pt x="21336" y="272796"/>
                  </a:lnTo>
                  <a:lnTo>
                    <a:pt x="22860" y="268224"/>
                  </a:lnTo>
                  <a:lnTo>
                    <a:pt x="1524" y="268224"/>
                  </a:lnTo>
                  <a:lnTo>
                    <a:pt x="1524" y="272796"/>
                  </a:lnTo>
                  <a:lnTo>
                    <a:pt x="0" y="277368"/>
                  </a:lnTo>
                  <a:lnTo>
                    <a:pt x="0" y="281940"/>
                  </a:lnTo>
                  <a:lnTo>
                    <a:pt x="596" y="290309"/>
                  </a:lnTo>
                  <a:lnTo>
                    <a:pt x="27609" y="317944"/>
                  </a:lnTo>
                  <a:lnTo>
                    <a:pt x="35052" y="318516"/>
                  </a:lnTo>
                  <a:lnTo>
                    <a:pt x="48768" y="318516"/>
                  </a:lnTo>
                  <a:lnTo>
                    <a:pt x="48768" y="335280"/>
                  </a:lnTo>
                  <a:lnTo>
                    <a:pt x="67056" y="335280"/>
                  </a:lnTo>
                  <a:lnTo>
                    <a:pt x="67056" y="318516"/>
                  </a:lnTo>
                  <a:lnTo>
                    <a:pt x="143256" y="318516"/>
                  </a:lnTo>
                  <a:lnTo>
                    <a:pt x="143256" y="294132"/>
                  </a:lnTo>
                  <a:close/>
                </a:path>
                <a:path extrusionOk="0" h="581025" w="146685">
                  <a:moveTo>
                    <a:pt x="143268" y="129540"/>
                  </a:moveTo>
                  <a:lnTo>
                    <a:pt x="88404" y="129540"/>
                  </a:lnTo>
                  <a:lnTo>
                    <a:pt x="76212" y="123444"/>
                  </a:lnTo>
                  <a:lnTo>
                    <a:pt x="71640" y="118872"/>
                  </a:lnTo>
                  <a:lnTo>
                    <a:pt x="68592" y="114300"/>
                  </a:lnTo>
                  <a:lnTo>
                    <a:pt x="68592" y="103632"/>
                  </a:lnTo>
                  <a:lnTo>
                    <a:pt x="70116" y="99060"/>
                  </a:lnTo>
                  <a:lnTo>
                    <a:pt x="71640" y="96012"/>
                  </a:lnTo>
                  <a:lnTo>
                    <a:pt x="47256" y="96012"/>
                  </a:lnTo>
                  <a:lnTo>
                    <a:pt x="47256" y="103632"/>
                  </a:lnTo>
                  <a:lnTo>
                    <a:pt x="48412" y="111950"/>
                  </a:lnTo>
                  <a:lnTo>
                    <a:pt x="52019" y="118681"/>
                  </a:lnTo>
                  <a:lnTo>
                    <a:pt x="58178" y="124002"/>
                  </a:lnTo>
                  <a:lnTo>
                    <a:pt x="67068" y="128016"/>
                  </a:lnTo>
                  <a:lnTo>
                    <a:pt x="67068" y="129540"/>
                  </a:lnTo>
                  <a:lnTo>
                    <a:pt x="48780" y="129540"/>
                  </a:lnTo>
                  <a:lnTo>
                    <a:pt x="48780" y="153924"/>
                  </a:lnTo>
                  <a:lnTo>
                    <a:pt x="143268" y="153924"/>
                  </a:lnTo>
                  <a:lnTo>
                    <a:pt x="143268" y="129540"/>
                  </a:lnTo>
                  <a:close/>
                </a:path>
                <a:path extrusionOk="0" h="581025" w="146685">
                  <a:moveTo>
                    <a:pt x="146304" y="214884"/>
                  </a:moveTo>
                  <a:lnTo>
                    <a:pt x="145757" y="204939"/>
                  </a:lnTo>
                  <a:lnTo>
                    <a:pt x="144208" y="195834"/>
                  </a:lnTo>
                  <a:lnTo>
                    <a:pt x="141808" y="187883"/>
                  </a:lnTo>
                  <a:lnTo>
                    <a:pt x="138684" y="181356"/>
                  </a:lnTo>
                  <a:lnTo>
                    <a:pt x="118872" y="181356"/>
                  </a:lnTo>
                  <a:lnTo>
                    <a:pt x="122872" y="187363"/>
                  </a:lnTo>
                  <a:lnTo>
                    <a:pt x="125730" y="193929"/>
                  </a:lnTo>
                  <a:lnTo>
                    <a:pt x="127444" y="201079"/>
                  </a:lnTo>
                  <a:lnTo>
                    <a:pt x="128016" y="208788"/>
                  </a:lnTo>
                  <a:lnTo>
                    <a:pt x="126352" y="220789"/>
                  </a:lnTo>
                  <a:lnTo>
                    <a:pt x="126250" y="220980"/>
                  </a:lnTo>
                  <a:lnTo>
                    <a:pt x="121539" y="229362"/>
                  </a:lnTo>
                  <a:lnTo>
                    <a:pt x="113880" y="234505"/>
                  </a:lnTo>
                  <a:lnTo>
                    <a:pt x="103632" y="236220"/>
                  </a:lnTo>
                  <a:lnTo>
                    <a:pt x="103632" y="196596"/>
                  </a:lnTo>
                  <a:lnTo>
                    <a:pt x="103632" y="172212"/>
                  </a:lnTo>
                  <a:lnTo>
                    <a:pt x="91440" y="172212"/>
                  </a:lnTo>
                  <a:lnTo>
                    <a:pt x="86868" y="172618"/>
                  </a:lnTo>
                  <a:lnTo>
                    <a:pt x="86868" y="196596"/>
                  </a:lnTo>
                  <a:lnTo>
                    <a:pt x="86868" y="236220"/>
                  </a:lnTo>
                  <a:lnTo>
                    <a:pt x="79248" y="236220"/>
                  </a:lnTo>
                  <a:lnTo>
                    <a:pt x="74676" y="233172"/>
                  </a:lnTo>
                  <a:lnTo>
                    <a:pt x="70104" y="228600"/>
                  </a:lnTo>
                  <a:lnTo>
                    <a:pt x="65519" y="225513"/>
                  </a:lnTo>
                  <a:lnTo>
                    <a:pt x="64008" y="220980"/>
                  </a:lnTo>
                  <a:lnTo>
                    <a:pt x="64008" y="214884"/>
                  </a:lnTo>
                  <a:lnTo>
                    <a:pt x="65443" y="206883"/>
                  </a:lnTo>
                  <a:lnTo>
                    <a:pt x="69799" y="201079"/>
                  </a:lnTo>
                  <a:lnTo>
                    <a:pt x="69926" y="201079"/>
                  </a:lnTo>
                  <a:lnTo>
                    <a:pt x="76873" y="197739"/>
                  </a:lnTo>
                  <a:lnTo>
                    <a:pt x="86868" y="196596"/>
                  </a:lnTo>
                  <a:lnTo>
                    <a:pt x="86868" y="172618"/>
                  </a:lnTo>
                  <a:lnTo>
                    <a:pt x="52793" y="190677"/>
                  </a:lnTo>
                  <a:lnTo>
                    <a:pt x="46482" y="206883"/>
                  </a:lnTo>
                  <a:lnTo>
                    <a:pt x="45720" y="214884"/>
                  </a:lnTo>
                  <a:lnTo>
                    <a:pt x="68389" y="254419"/>
                  </a:lnTo>
                  <a:lnTo>
                    <a:pt x="97536" y="262128"/>
                  </a:lnTo>
                  <a:lnTo>
                    <a:pt x="108686" y="261277"/>
                  </a:lnTo>
                  <a:lnTo>
                    <a:pt x="108470" y="261277"/>
                  </a:lnTo>
                  <a:lnTo>
                    <a:pt x="117919" y="258889"/>
                  </a:lnTo>
                  <a:lnTo>
                    <a:pt x="145453" y="225513"/>
                  </a:lnTo>
                  <a:lnTo>
                    <a:pt x="145529" y="224624"/>
                  </a:lnTo>
                  <a:lnTo>
                    <a:pt x="146304" y="214884"/>
                  </a:lnTo>
                  <a:close/>
                </a:path>
                <a:path extrusionOk="0" h="581025" w="146685">
                  <a:moveTo>
                    <a:pt x="146304" y="42672"/>
                  </a:moveTo>
                  <a:lnTo>
                    <a:pt x="145757" y="32727"/>
                  </a:lnTo>
                  <a:lnTo>
                    <a:pt x="144208" y="23622"/>
                  </a:lnTo>
                  <a:lnTo>
                    <a:pt x="141808" y="15671"/>
                  </a:lnTo>
                  <a:lnTo>
                    <a:pt x="138684" y="9144"/>
                  </a:lnTo>
                  <a:lnTo>
                    <a:pt x="118872" y="9144"/>
                  </a:lnTo>
                  <a:lnTo>
                    <a:pt x="122872" y="15151"/>
                  </a:lnTo>
                  <a:lnTo>
                    <a:pt x="125730" y="21717"/>
                  </a:lnTo>
                  <a:lnTo>
                    <a:pt x="127444" y="28867"/>
                  </a:lnTo>
                  <a:lnTo>
                    <a:pt x="128016" y="36576"/>
                  </a:lnTo>
                  <a:lnTo>
                    <a:pt x="126352" y="48577"/>
                  </a:lnTo>
                  <a:lnTo>
                    <a:pt x="126250" y="48768"/>
                  </a:lnTo>
                  <a:lnTo>
                    <a:pt x="121539" y="57150"/>
                  </a:lnTo>
                  <a:lnTo>
                    <a:pt x="113880" y="62293"/>
                  </a:lnTo>
                  <a:lnTo>
                    <a:pt x="103632" y="64008"/>
                  </a:lnTo>
                  <a:lnTo>
                    <a:pt x="103632" y="24384"/>
                  </a:lnTo>
                  <a:lnTo>
                    <a:pt x="103632" y="0"/>
                  </a:lnTo>
                  <a:lnTo>
                    <a:pt x="91440" y="0"/>
                  </a:lnTo>
                  <a:lnTo>
                    <a:pt x="86868" y="406"/>
                  </a:lnTo>
                  <a:lnTo>
                    <a:pt x="86868" y="24384"/>
                  </a:lnTo>
                  <a:lnTo>
                    <a:pt x="86868" y="64008"/>
                  </a:lnTo>
                  <a:lnTo>
                    <a:pt x="79248" y="64008"/>
                  </a:lnTo>
                  <a:lnTo>
                    <a:pt x="74676" y="60960"/>
                  </a:lnTo>
                  <a:lnTo>
                    <a:pt x="70104" y="56388"/>
                  </a:lnTo>
                  <a:lnTo>
                    <a:pt x="65519" y="53301"/>
                  </a:lnTo>
                  <a:lnTo>
                    <a:pt x="64008" y="48768"/>
                  </a:lnTo>
                  <a:lnTo>
                    <a:pt x="64008" y="42672"/>
                  </a:lnTo>
                  <a:lnTo>
                    <a:pt x="65443" y="34671"/>
                  </a:lnTo>
                  <a:lnTo>
                    <a:pt x="69799" y="28867"/>
                  </a:lnTo>
                  <a:lnTo>
                    <a:pt x="69926" y="28867"/>
                  </a:lnTo>
                  <a:lnTo>
                    <a:pt x="76873" y="25527"/>
                  </a:lnTo>
                  <a:lnTo>
                    <a:pt x="86868" y="24384"/>
                  </a:lnTo>
                  <a:lnTo>
                    <a:pt x="86868" y="406"/>
                  </a:lnTo>
                  <a:lnTo>
                    <a:pt x="52793" y="18249"/>
                  </a:lnTo>
                  <a:lnTo>
                    <a:pt x="48856" y="25527"/>
                  </a:lnTo>
                  <a:lnTo>
                    <a:pt x="46558" y="33197"/>
                  </a:lnTo>
                  <a:lnTo>
                    <a:pt x="60960" y="76200"/>
                  </a:lnTo>
                  <a:lnTo>
                    <a:pt x="97536" y="89916"/>
                  </a:lnTo>
                  <a:lnTo>
                    <a:pt x="108686" y="89065"/>
                  </a:lnTo>
                  <a:lnTo>
                    <a:pt x="108470" y="89065"/>
                  </a:lnTo>
                  <a:lnTo>
                    <a:pt x="117919" y="86677"/>
                  </a:lnTo>
                  <a:lnTo>
                    <a:pt x="145453" y="53301"/>
                  </a:lnTo>
                  <a:lnTo>
                    <a:pt x="145529" y="52412"/>
                  </a:lnTo>
                  <a:lnTo>
                    <a:pt x="146304" y="426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729" name="Google Shape;5729;p89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2631948" y="4896611"/>
              <a:ext cx="126492" cy="16459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30" name="Google Shape;5730;p89"/>
          <p:cNvGrpSpPr/>
          <p:nvPr/>
        </p:nvGrpSpPr>
        <p:grpSpPr>
          <a:xfrm>
            <a:off x="2631948" y="4303775"/>
            <a:ext cx="126492" cy="519683"/>
            <a:chOff x="2631948" y="4303775"/>
            <a:chExt cx="126492" cy="519683"/>
          </a:xfrm>
        </p:grpSpPr>
        <p:pic>
          <p:nvPicPr>
            <p:cNvPr id="5731" name="Google Shape;5731;p89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2631948" y="4565903"/>
              <a:ext cx="126492" cy="2575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32" name="Google Shape;5732;p89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2657856" y="4395215"/>
              <a:ext cx="97536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33" name="Google Shape;5733;p89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2657855" y="4303775"/>
              <a:ext cx="100584" cy="7162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34" name="Google Shape;5734;p89"/>
          <p:cNvGrpSpPr/>
          <p:nvPr/>
        </p:nvGrpSpPr>
        <p:grpSpPr>
          <a:xfrm>
            <a:off x="2615183" y="3596640"/>
            <a:ext cx="143257" cy="633983"/>
            <a:chOff x="2615183" y="3596640"/>
            <a:chExt cx="143257" cy="633983"/>
          </a:xfrm>
        </p:grpSpPr>
        <p:pic>
          <p:nvPicPr>
            <p:cNvPr id="5735" name="Google Shape;5735;p89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2657856" y="3980688"/>
              <a:ext cx="100584" cy="2499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36" name="Google Shape;5736;p89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2615183" y="3596640"/>
              <a:ext cx="143256" cy="36423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737" name="Google Shape;5737;p89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2657855" y="3302508"/>
            <a:ext cx="100584" cy="207264"/>
          </a:xfrm>
          <a:prstGeom prst="rect">
            <a:avLst/>
          </a:prstGeom>
          <a:noFill/>
          <a:ln>
            <a:noFill/>
          </a:ln>
        </p:spPr>
      </p:pic>
      <p:pic>
        <p:nvPicPr>
          <p:cNvPr id="5738" name="Google Shape;5738;p89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2615184" y="2947416"/>
            <a:ext cx="143256" cy="2758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39" name="Google Shape;5739;p89"/>
          <p:cNvGrpSpPr/>
          <p:nvPr/>
        </p:nvGrpSpPr>
        <p:grpSpPr>
          <a:xfrm>
            <a:off x="2612123" y="2115312"/>
            <a:ext cx="146685" cy="751332"/>
            <a:chOff x="2612123" y="2115312"/>
            <a:chExt cx="146685" cy="751332"/>
          </a:xfrm>
        </p:grpSpPr>
        <p:pic>
          <p:nvPicPr>
            <p:cNvPr id="5740" name="Google Shape;5740;p89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2615183" y="2772156"/>
              <a:ext cx="143256" cy="944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41" name="Google Shape;5741;p89"/>
            <p:cNvSpPr/>
            <p:nvPr/>
          </p:nvSpPr>
          <p:spPr>
            <a:xfrm>
              <a:off x="2612123" y="2115312"/>
              <a:ext cx="146685" cy="634365"/>
            </a:xfrm>
            <a:custGeom>
              <a:rect b="b" l="l" r="r" t="t"/>
              <a:pathLst>
                <a:path extrusionOk="0" h="634364" w="146685">
                  <a:moveTo>
                    <a:pt x="30480" y="614172"/>
                  </a:moveTo>
                  <a:lnTo>
                    <a:pt x="27432" y="608076"/>
                  </a:lnTo>
                  <a:lnTo>
                    <a:pt x="24384" y="605028"/>
                  </a:lnTo>
                  <a:lnTo>
                    <a:pt x="21336" y="603504"/>
                  </a:lnTo>
                  <a:lnTo>
                    <a:pt x="13716" y="603504"/>
                  </a:lnTo>
                  <a:lnTo>
                    <a:pt x="9144" y="605028"/>
                  </a:lnTo>
                  <a:lnTo>
                    <a:pt x="7620" y="608076"/>
                  </a:lnTo>
                  <a:lnTo>
                    <a:pt x="4572" y="611124"/>
                  </a:lnTo>
                  <a:lnTo>
                    <a:pt x="3048" y="614172"/>
                  </a:lnTo>
                  <a:lnTo>
                    <a:pt x="3048" y="623316"/>
                  </a:lnTo>
                  <a:lnTo>
                    <a:pt x="4572" y="626364"/>
                  </a:lnTo>
                  <a:lnTo>
                    <a:pt x="7620" y="629412"/>
                  </a:lnTo>
                  <a:lnTo>
                    <a:pt x="9144" y="632460"/>
                  </a:lnTo>
                  <a:lnTo>
                    <a:pt x="13716" y="633984"/>
                  </a:lnTo>
                  <a:lnTo>
                    <a:pt x="21336" y="633984"/>
                  </a:lnTo>
                  <a:lnTo>
                    <a:pt x="24384" y="632460"/>
                  </a:lnTo>
                  <a:lnTo>
                    <a:pt x="25908" y="629412"/>
                  </a:lnTo>
                  <a:lnTo>
                    <a:pt x="28956" y="626364"/>
                  </a:lnTo>
                  <a:lnTo>
                    <a:pt x="30480" y="623316"/>
                  </a:lnTo>
                  <a:lnTo>
                    <a:pt x="30480" y="614172"/>
                  </a:lnTo>
                  <a:close/>
                </a:path>
                <a:path extrusionOk="0" h="634364" w="146685">
                  <a:moveTo>
                    <a:pt x="143256" y="606552"/>
                  </a:moveTo>
                  <a:lnTo>
                    <a:pt x="48768" y="606552"/>
                  </a:lnTo>
                  <a:lnTo>
                    <a:pt x="48768" y="630936"/>
                  </a:lnTo>
                  <a:lnTo>
                    <a:pt x="143256" y="630936"/>
                  </a:lnTo>
                  <a:lnTo>
                    <a:pt x="143256" y="606552"/>
                  </a:lnTo>
                  <a:close/>
                </a:path>
                <a:path extrusionOk="0" h="634364" w="146685">
                  <a:moveTo>
                    <a:pt x="143256" y="548640"/>
                  </a:moveTo>
                  <a:lnTo>
                    <a:pt x="67056" y="548640"/>
                  </a:lnTo>
                  <a:lnTo>
                    <a:pt x="67056" y="527304"/>
                  </a:lnTo>
                  <a:lnTo>
                    <a:pt x="48768" y="527304"/>
                  </a:lnTo>
                  <a:lnTo>
                    <a:pt x="48768" y="548640"/>
                  </a:lnTo>
                  <a:lnTo>
                    <a:pt x="25908" y="548640"/>
                  </a:lnTo>
                  <a:lnTo>
                    <a:pt x="19812" y="544068"/>
                  </a:lnTo>
                  <a:lnTo>
                    <a:pt x="19812" y="530352"/>
                  </a:lnTo>
                  <a:lnTo>
                    <a:pt x="21336" y="527304"/>
                  </a:lnTo>
                  <a:lnTo>
                    <a:pt x="22860" y="522732"/>
                  </a:lnTo>
                  <a:lnTo>
                    <a:pt x="1524" y="522732"/>
                  </a:lnTo>
                  <a:lnTo>
                    <a:pt x="1524" y="527304"/>
                  </a:lnTo>
                  <a:lnTo>
                    <a:pt x="0" y="531876"/>
                  </a:lnTo>
                  <a:lnTo>
                    <a:pt x="0" y="536448"/>
                  </a:lnTo>
                  <a:lnTo>
                    <a:pt x="596" y="545020"/>
                  </a:lnTo>
                  <a:lnTo>
                    <a:pt x="27609" y="573747"/>
                  </a:lnTo>
                  <a:lnTo>
                    <a:pt x="35052" y="574548"/>
                  </a:lnTo>
                  <a:lnTo>
                    <a:pt x="48768" y="574548"/>
                  </a:lnTo>
                  <a:lnTo>
                    <a:pt x="48768" y="589788"/>
                  </a:lnTo>
                  <a:lnTo>
                    <a:pt x="67056" y="589788"/>
                  </a:lnTo>
                  <a:lnTo>
                    <a:pt x="67056" y="574548"/>
                  </a:lnTo>
                  <a:lnTo>
                    <a:pt x="143256" y="574548"/>
                  </a:lnTo>
                  <a:lnTo>
                    <a:pt x="143256" y="548640"/>
                  </a:lnTo>
                  <a:close/>
                </a:path>
                <a:path extrusionOk="0" h="634364" w="146685">
                  <a:moveTo>
                    <a:pt x="143256" y="478536"/>
                  </a:moveTo>
                  <a:lnTo>
                    <a:pt x="67056" y="478536"/>
                  </a:lnTo>
                  <a:lnTo>
                    <a:pt x="67056" y="455676"/>
                  </a:lnTo>
                  <a:lnTo>
                    <a:pt x="48768" y="455676"/>
                  </a:lnTo>
                  <a:lnTo>
                    <a:pt x="48768" y="478536"/>
                  </a:lnTo>
                  <a:lnTo>
                    <a:pt x="25908" y="478536"/>
                  </a:lnTo>
                  <a:lnTo>
                    <a:pt x="19812" y="473964"/>
                  </a:lnTo>
                  <a:lnTo>
                    <a:pt x="19812" y="460248"/>
                  </a:lnTo>
                  <a:lnTo>
                    <a:pt x="21336" y="455676"/>
                  </a:lnTo>
                  <a:lnTo>
                    <a:pt x="22860" y="452628"/>
                  </a:lnTo>
                  <a:lnTo>
                    <a:pt x="1524" y="452628"/>
                  </a:lnTo>
                  <a:lnTo>
                    <a:pt x="1524" y="455676"/>
                  </a:lnTo>
                  <a:lnTo>
                    <a:pt x="0" y="460248"/>
                  </a:lnTo>
                  <a:lnTo>
                    <a:pt x="0" y="466344"/>
                  </a:lnTo>
                  <a:lnTo>
                    <a:pt x="21145" y="500634"/>
                  </a:lnTo>
                  <a:lnTo>
                    <a:pt x="35052" y="502920"/>
                  </a:lnTo>
                  <a:lnTo>
                    <a:pt x="48768" y="502920"/>
                  </a:lnTo>
                  <a:lnTo>
                    <a:pt x="48768" y="519684"/>
                  </a:lnTo>
                  <a:lnTo>
                    <a:pt x="67056" y="519684"/>
                  </a:lnTo>
                  <a:lnTo>
                    <a:pt x="67056" y="502920"/>
                  </a:lnTo>
                  <a:lnTo>
                    <a:pt x="143256" y="502920"/>
                  </a:lnTo>
                  <a:lnTo>
                    <a:pt x="143256" y="478536"/>
                  </a:lnTo>
                  <a:close/>
                </a:path>
                <a:path extrusionOk="0" h="634364" w="146685">
                  <a:moveTo>
                    <a:pt x="143268" y="312420"/>
                  </a:moveTo>
                  <a:lnTo>
                    <a:pt x="88404" y="312420"/>
                  </a:lnTo>
                  <a:lnTo>
                    <a:pt x="82308" y="310896"/>
                  </a:lnTo>
                  <a:lnTo>
                    <a:pt x="76212" y="307848"/>
                  </a:lnTo>
                  <a:lnTo>
                    <a:pt x="71640" y="303276"/>
                  </a:lnTo>
                  <a:lnTo>
                    <a:pt x="68592" y="298704"/>
                  </a:lnTo>
                  <a:lnTo>
                    <a:pt x="68592" y="286512"/>
                  </a:lnTo>
                  <a:lnTo>
                    <a:pt x="71640" y="280416"/>
                  </a:lnTo>
                  <a:lnTo>
                    <a:pt x="47256" y="280416"/>
                  </a:lnTo>
                  <a:lnTo>
                    <a:pt x="47256" y="288036"/>
                  </a:lnTo>
                  <a:lnTo>
                    <a:pt x="48412" y="296354"/>
                  </a:lnTo>
                  <a:lnTo>
                    <a:pt x="52019" y="303085"/>
                  </a:lnTo>
                  <a:lnTo>
                    <a:pt x="58178" y="308406"/>
                  </a:lnTo>
                  <a:lnTo>
                    <a:pt x="67068" y="312420"/>
                  </a:lnTo>
                  <a:lnTo>
                    <a:pt x="48780" y="312420"/>
                  </a:lnTo>
                  <a:lnTo>
                    <a:pt x="48780" y="338328"/>
                  </a:lnTo>
                  <a:lnTo>
                    <a:pt x="143268" y="338328"/>
                  </a:lnTo>
                  <a:lnTo>
                    <a:pt x="143268" y="312420"/>
                  </a:lnTo>
                  <a:close/>
                </a:path>
                <a:path extrusionOk="0" h="634364" w="146685">
                  <a:moveTo>
                    <a:pt x="143268" y="77724"/>
                  </a:moveTo>
                  <a:lnTo>
                    <a:pt x="85356" y="77724"/>
                  </a:lnTo>
                  <a:lnTo>
                    <a:pt x="68224" y="79730"/>
                  </a:lnTo>
                  <a:lnTo>
                    <a:pt x="55829" y="85725"/>
                  </a:lnTo>
                  <a:lnTo>
                    <a:pt x="48272" y="95732"/>
                  </a:lnTo>
                  <a:lnTo>
                    <a:pt x="45732" y="109728"/>
                  </a:lnTo>
                  <a:lnTo>
                    <a:pt x="46875" y="119430"/>
                  </a:lnTo>
                  <a:lnTo>
                    <a:pt x="50304" y="127825"/>
                  </a:lnTo>
                  <a:lnTo>
                    <a:pt x="56019" y="134810"/>
                  </a:lnTo>
                  <a:lnTo>
                    <a:pt x="64020" y="140208"/>
                  </a:lnTo>
                  <a:lnTo>
                    <a:pt x="48780" y="140208"/>
                  </a:lnTo>
                  <a:lnTo>
                    <a:pt x="48780" y="166116"/>
                  </a:lnTo>
                  <a:lnTo>
                    <a:pt x="143268" y="166116"/>
                  </a:lnTo>
                  <a:lnTo>
                    <a:pt x="143268" y="140208"/>
                  </a:lnTo>
                  <a:lnTo>
                    <a:pt x="82308" y="140208"/>
                  </a:lnTo>
                  <a:lnTo>
                    <a:pt x="76212" y="138684"/>
                  </a:lnTo>
                  <a:lnTo>
                    <a:pt x="68592" y="131064"/>
                  </a:lnTo>
                  <a:lnTo>
                    <a:pt x="65544" y="126492"/>
                  </a:lnTo>
                  <a:lnTo>
                    <a:pt x="65544" y="120396"/>
                  </a:lnTo>
                  <a:lnTo>
                    <a:pt x="67208" y="112636"/>
                  </a:lnTo>
                  <a:lnTo>
                    <a:pt x="72021" y="107442"/>
                  </a:lnTo>
                  <a:lnTo>
                    <a:pt x="79679" y="104546"/>
                  </a:lnTo>
                  <a:lnTo>
                    <a:pt x="89928" y="103632"/>
                  </a:lnTo>
                  <a:lnTo>
                    <a:pt x="143268" y="103632"/>
                  </a:lnTo>
                  <a:lnTo>
                    <a:pt x="143268" y="77724"/>
                  </a:lnTo>
                  <a:close/>
                </a:path>
                <a:path extrusionOk="0" h="634364" w="146685">
                  <a:moveTo>
                    <a:pt x="146304" y="399288"/>
                  </a:moveTo>
                  <a:lnTo>
                    <a:pt x="145757" y="389343"/>
                  </a:lnTo>
                  <a:lnTo>
                    <a:pt x="144208" y="380238"/>
                  </a:lnTo>
                  <a:lnTo>
                    <a:pt x="141808" y="372287"/>
                  </a:lnTo>
                  <a:lnTo>
                    <a:pt x="138684" y="365760"/>
                  </a:lnTo>
                  <a:lnTo>
                    <a:pt x="118872" y="365760"/>
                  </a:lnTo>
                  <a:lnTo>
                    <a:pt x="122872" y="371767"/>
                  </a:lnTo>
                  <a:lnTo>
                    <a:pt x="125730" y="378333"/>
                  </a:lnTo>
                  <a:lnTo>
                    <a:pt x="127444" y="385483"/>
                  </a:lnTo>
                  <a:lnTo>
                    <a:pt x="128016" y="393192"/>
                  </a:lnTo>
                  <a:lnTo>
                    <a:pt x="126352" y="404558"/>
                  </a:lnTo>
                  <a:lnTo>
                    <a:pt x="121539" y="413194"/>
                  </a:lnTo>
                  <a:lnTo>
                    <a:pt x="113880" y="418706"/>
                  </a:lnTo>
                  <a:lnTo>
                    <a:pt x="103632" y="420624"/>
                  </a:lnTo>
                  <a:lnTo>
                    <a:pt x="103632" y="381000"/>
                  </a:lnTo>
                  <a:lnTo>
                    <a:pt x="103632" y="356616"/>
                  </a:lnTo>
                  <a:lnTo>
                    <a:pt x="91440" y="356616"/>
                  </a:lnTo>
                  <a:lnTo>
                    <a:pt x="86868" y="357022"/>
                  </a:lnTo>
                  <a:lnTo>
                    <a:pt x="86868" y="381000"/>
                  </a:lnTo>
                  <a:lnTo>
                    <a:pt x="86868" y="420624"/>
                  </a:lnTo>
                  <a:lnTo>
                    <a:pt x="79248" y="420624"/>
                  </a:lnTo>
                  <a:lnTo>
                    <a:pt x="74676" y="417576"/>
                  </a:lnTo>
                  <a:lnTo>
                    <a:pt x="70104" y="413004"/>
                  </a:lnTo>
                  <a:lnTo>
                    <a:pt x="65519" y="409917"/>
                  </a:lnTo>
                  <a:lnTo>
                    <a:pt x="64008" y="405384"/>
                  </a:lnTo>
                  <a:lnTo>
                    <a:pt x="64008" y="399288"/>
                  </a:lnTo>
                  <a:lnTo>
                    <a:pt x="65443" y="391287"/>
                  </a:lnTo>
                  <a:lnTo>
                    <a:pt x="69799" y="385483"/>
                  </a:lnTo>
                  <a:lnTo>
                    <a:pt x="69926" y="385483"/>
                  </a:lnTo>
                  <a:lnTo>
                    <a:pt x="76873" y="382143"/>
                  </a:lnTo>
                  <a:lnTo>
                    <a:pt x="86868" y="381000"/>
                  </a:lnTo>
                  <a:lnTo>
                    <a:pt x="86868" y="357022"/>
                  </a:lnTo>
                  <a:lnTo>
                    <a:pt x="52793" y="374865"/>
                  </a:lnTo>
                  <a:lnTo>
                    <a:pt x="48856" y="382143"/>
                  </a:lnTo>
                  <a:lnTo>
                    <a:pt x="46558" y="389813"/>
                  </a:lnTo>
                  <a:lnTo>
                    <a:pt x="60960" y="432816"/>
                  </a:lnTo>
                  <a:lnTo>
                    <a:pt x="97536" y="446532"/>
                  </a:lnTo>
                  <a:lnTo>
                    <a:pt x="108686" y="445681"/>
                  </a:lnTo>
                  <a:lnTo>
                    <a:pt x="108470" y="445681"/>
                  </a:lnTo>
                  <a:lnTo>
                    <a:pt x="117919" y="443293"/>
                  </a:lnTo>
                  <a:lnTo>
                    <a:pt x="145453" y="409917"/>
                  </a:lnTo>
                  <a:lnTo>
                    <a:pt x="145529" y="409028"/>
                  </a:lnTo>
                  <a:lnTo>
                    <a:pt x="146304" y="399288"/>
                  </a:lnTo>
                  <a:close/>
                </a:path>
                <a:path extrusionOk="0" h="634364" w="146685">
                  <a:moveTo>
                    <a:pt x="146304" y="227076"/>
                  </a:moveTo>
                  <a:lnTo>
                    <a:pt x="145757" y="217106"/>
                  </a:lnTo>
                  <a:lnTo>
                    <a:pt x="144208" y="207835"/>
                  </a:lnTo>
                  <a:lnTo>
                    <a:pt x="141808" y="199440"/>
                  </a:lnTo>
                  <a:lnTo>
                    <a:pt x="138684" y="192024"/>
                  </a:lnTo>
                  <a:lnTo>
                    <a:pt x="118872" y="192024"/>
                  </a:lnTo>
                  <a:lnTo>
                    <a:pt x="122872" y="198907"/>
                  </a:lnTo>
                  <a:lnTo>
                    <a:pt x="125730" y="205930"/>
                  </a:lnTo>
                  <a:lnTo>
                    <a:pt x="127444" y="213245"/>
                  </a:lnTo>
                  <a:lnTo>
                    <a:pt x="128016" y="220980"/>
                  </a:lnTo>
                  <a:lnTo>
                    <a:pt x="126352" y="232130"/>
                  </a:lnTo>
                  <a:lnTo>
                    <a:pt x="121539" y="240411"/>
                  </a:lnTo>
                  <a:lnTo>
                    <a:pt x="113880" y="245846"/>
                  </a:lnTo>
                  <a:lnTo>
                    <a:pt x="103632" y="248412"/>
                  </a:lnTo>
                  <a:lnTo>
                    <a:pt x="103632" y="208788"/>
                  </a:lnTo>
                  <a:lnTo>
                    <a:pt x="103632" y="184404"/>
                  </a:lnTo>
                  <a:lnTo>
                    <a:pt x="91440" y="184404"/>
                  </a:lnTo>
                  <a:lnTo>
                    <a:pt x="86868" y="184810"/>
                  </a:lnTo>
                  <a:lnTo>
                    <a:pt x="86868" y="208788"/>
                  </a:lnTo>
                  <a:lnTo>
                    <a:pt x="86868" y="248412"/>
                  </a:lnTo>
                  <a:lnTo>
                    <a:pt x="79248" y="246888"/>
                  </a:lnTo>
                  <a:lnTo>
                    <a:pt x="74676" y="245364"/>
                  </a:lnTo>
                  <a:lnTo>
                    <a:pt x="70104" y="240792"/>
                  </a:lnTo>
                  <a:lnTo>
                    <a:pt x="65519" y="237680"/>
                  </a:lnTo>
                  <a:lnTo>
                    <a:pt x="64008" y="233172"/>
                  </a:lnTo>
                  <a:lnTo>
                    <a:pt x="64008" y="227076"/>
                  </a:lnTo>
                  <a:lnTo>
                    <a:pt x="65443" y="219075"/>
                  </a:lnTo>
                  <a:lnTo>
                    <a:pt x="69824" y="213245"/>
                  </a:lnTo>
                  <a:lnTo>
                    <a:pt x="69977" y="213245"/>
                  </a:lnTo>
                  <a:lnTo>
                    <a:pt x="76873" y="209931"/>
                  </a:lnTo>
                  <a:lnTo>
                    <a:pt x="86868" y="208788"/>
                  </a:lnTo>
                  <a:lnTo>
                    <a:pt x="86868" y="184810"/>
                  </a:lnTo>
                  <a:lnTo>
                    <a:pt x="52793" y="202653"/>
                  </a:lnTo>
                  <a:lnTo>
                    <a:pt x="48856" y="209931"/>
                  </a:lnTo>
                  <a:lnTo>
                    <a:pt x="46558" y="217601"/>
                  </a:lnTo>
                  <a:lnTo>
                    <a:pt x="60960" y="260604"/>
                  </a:lnTo>
                  <a:lnTo>
                    <a:pt x="97536" y="274320"/>
                  </a:lnTo>
                  <a:lnTo>
                    <a:pt x="108381" y="273469"/>
                  </a:lnTo>
                  <a:lnTo>
                    <a:pt x="141909" y="248412"/>
                  </a:lnTo>
                  <a:lnTo>
                    <a:pt x="142875" y="246697"/>
                  </a:lnTo>
                  <a:lnTo>
                    <a:pt x="145453" y="237680"/>
                  </a:lnTo>
                  <a:lnTo>
                    <a:pt x="145516" y="236816"/>
                  </a:lnTo>
                  <a:lnTo>
                    <a:pt x="146304" y="227076"/>
                  </a:lnTo>
                  <a:close/>
                </a:path>
                <a:path extrusionOk="0" h="634364" w="146685">
                  <a:moveTo>
                    <a:pt x="146316" y="9144"/>
                  </a:moveTo>
                  <a:lnTo>
                    <a:pt x="144792" y="3048"/>
                  </a:lnTo>
                  <a:lnTo>
                    <a:pt x="143268" y="0"/>
                  </a:lnTo>
                  <a:lnTo>
                    <a:pt x="123456" y="0"/>
                  </a:lnTo>
                  <a:lnTo>
                    <a:pt x="126504" y="6096"/>
                  </a:lnTo>
                  <a:lnTo>
                    <a:pt x="126504" y="16764"/>
                  </a:lnTo>
                  <a:lnTo>
                    <a:pt x="120408" y="21336"/>
                  </a:lnTo>
                  <a:lnTo>
                    <a:pt x="67068" y="21336"/>
                  </a:lnTo>
                  <a:lnTo>
                    <a:pt x="67068" y="0"/>
                  </a:lnTo>
                  <a:lnTo>
                    <a:pt x="48780" y="0"/>
                  </a:lnTo>
                  <a:lnTo>
                    <a:pt x="48780" y="21336"/>
                  </a:lnTo>
                  <a:lnTo>
                    <a:pt x="19824" y="21336"/>
                  </a:lnTo>
                  <a:lnTo>
                    <a:pt x="27444" y="47244"/>
                  </a:lnTo>
                  <a:lnTo>
                    <a:pt x="48780" y="47244"/>
                  </a:lnTo>
                  <a:lnTo>
                    <a:pt x="48780" y="62484"/>
                  </a:lnTo>
                  <a:lnTo>
                    <a:pt x="67068" y="62484"/>
                  </a:lnTo>
                  <a:lnTo>
                    <a:pt x="67068" y="47244"/>
                  </a:lnTo>
                  <a:lnTo>
                    <a:pt x="114312" y="47244"/>
                  </a:lnTo>
                  <a:lnTo>
                    <a:pt x="128308" y="45275"/>
                  </a:lnTo>
                  <a:lnTo>
                    <a:pt x="138315" y="39433"/>
                  </a:lnTo>
                  <a:lnTo>
                    <a:pt x="144310" y="29895"/>
                  </a:lnTo>
                  <a:lnTo>
                    <a:pt x="146316" y="16764"/>
                  </a:lnTo>
                  <a:lnTo>
                    <a:pt x="146316" y="9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89"/>
          <p:cNvGrpSpPr/>
          <p:nvPr/>
        </p:nvGrpSpPr>
        <p:grpSpPr>
          <a:xfrm>
            <a:off x="2613647" y="1447800"/>
            <a:ext cx="145415" cy="583819"/>
            <a:chOff x="2613647" y="1447800"/>
            <a:chExt cx="145415" cy="583819"/>
          </a:xfrm>
        </p:grpSpPr>
        <p:sp>
          <p:nvSpPr>
            <p:cNvPr id="5743" name="Google Shape;5743;p89"/>
            <p:cNvSpPr/>
            <p:nvPr/>
          </p:nvSpPr>
          <p:spPr>
            <a:xfrm>
              <a:off x="2613647" y="1891284"/>
              <a:ext cx="145415" cy="140335"/>
            </a:xfrm>
            <a:custGeom>
              <a:rect b="b" l="l" r="r" t="t"/>
              <a:pathLst>
                <a:path extrusionOk="0" h="140335" w="145414">
                  <a:moveTo>
                    <a:pt x="143268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143268" y="25908"/>
                  </a:lnTo>
                  <a:lnTo>
                    <a:pt x="143268" y="0"/>
                  </a:lnTo>
                  <a:close/>
                </a:path>
                <a:path extrusionOk="0" h="140335" w="145414">
                  <a:moveTo>
                    <a:pt x="144792" y="86868"/>
                  </a:moveTo>
                  <a:lnTo>
                    <a:pt x="143903" y="78041"/>
                  </a:lnTo>
                  <a:lnTo>
                    <a:pt x="141236" y="70104"/>
                  </a:lnTo>
                  <a:lnTo>
                    <a:pt x="141173" y="69913"/>
                  </a:lnTo>
                  <a:lnTo>
                    <a:pt x="136423" y="62661"/>
                  </a:lnTo>
                  <a:lnTo>
                    <a:pt x="129552" y="56388"/>
                  </a:lnTo>
                  <a:lnTo>
                    <a:pt x="124980" y="52870"/>
                  </a:lnTo>
                  <a:lnTo>
                    <a:pt x="124980" y="86868"/>
                  </a:lnTo>
                  <a:lnTo>
                    <a:pt x="124980" y="99060"/>
                  </a:lnTo>
                  <a:lnTo>
                    <a:pt x="121932" y="105156"/>
                  </a:lnTo>
                  <a:lnTo>
                    <a:pt x="117360" y="108204"/>
                  </a:lnTo>
                  <a:lnTo>
                    <a:pt x="114312" y="112776"/>
                  </a:lnTo>
                  <a:lnTo>
                    <a:pt x="108216" y="114300"/>
                  </a:lnTo>
                  <a:lnTo>
                    <a:pt x="82308" y="114300"/>
                  </a:lnTo>
                  <a:lnTo>
                    <a:pt x="76212" y="112776"/>
                  </a:lnTo>
                  <a:lnTo>
                    <a:pt x="67068" y="103632"/>
                  </a:lnTo>
                  <a:lnTo>
                    <a:pt x="64020" y="99060"/>
                  </a:lnTo>
                  <a:lnTo>
                    <a:pt x="64020" y="85344"/>
                  </a:lnTo>
                  <a:lnTo>
                    <a:pt x="67068" y="79248"/>
                  </a:lnTo>
                  <a:lnTo>
                    <a:pt x="71640" y="76200"/>
                  </a:lnTo>
                  <a:lnTo>
                    <a:pt x="76212" y="71628"/>
                  </a:lnTo>
                  <a:lnTo>
                    <a:pt x="83832" y="70104"/>
                  </a:lnTo>
                  <a:lnTo>
                    <a:pt x="102120" y="70104"/>
                  </a:lnTo>
                  <a:lnTo>
                    <a:pt x="109740" y="71628"/>
                  </a:lnTo>
                  <a:lnTo>
                    <a:pt x="121932" y="80772"/>
                  </a:lnTo>
                  <a:lnTo>
                    <a:pt x="124980" y="86868"/>
                  </a:lnTo>
                  <a:lnTo>
                    <a:pt x="124980" y="52870"/>
                  </a:lnTo>
                  <a:lnTo>
                    <a:pt x="122097" y="50634"/>
                  </a:lnTo>
                  <a:lnTo>
                    <a:pt x="113360" y="46863"/>
                  </a:lnTo>
                  <a:lnTo>
                    <a:pt x="103073" y="44792"/>
                  </a:lnTo>
                  <a:lnTo>
                    <a:pt x="102730" y="44792"/>
                  </a:lnTo>
                  <a:lnTo>
                    <a:pt x="91452" y="44196"/>
                  </a:lnTo>
                  <a:lnTo>
                    <a:pt x="51917" y="60007"/>
                  </a:lnTo>
                  <a:lnTo>
                    <a:pt x="44208" y="82296"/>
                  </a:lnTo>
                  <a:lnTo>
                    <a:pt x="45351" y="92011"/>
                  </a:lnTo>
                  <a:lnTo>
                    <a:pt x="48780" y="100584"/>
                  </a:lnTo>
                  <a:lnTo>
                    <a:pt x="54495" y="108013"/>
                  </a:lnTo>
                  <a:lnTo>
                    <a:pt x="62496" y="114300"/>
                  </a:lnTo>
                  <a:lnTo>
                    <a:pt x="1536" y="114300"/>
                  </a:lnTo>
                  <a:lnTo>
                    <a:pt x="1536" y="140208"/>
                  </a:lnTo>
                  <a:lnTo>
                    <a:pt x="141744" y="140208"/>
                  </a:lnTo>
                  <a:lnTo>
                    <a:pt x="141744" y="114300"/>
                  </a:lnTo>
                  <a:lnTo>
                    <a:pt x="131076" y="114300"/>
                  </a:lnTo>
                  <a:lnTo>
                    <a:pt x="137071" y="109156"/>
                  </a:lnTo>
                  <a:lnTo>
                    <a:pt x="141363" y="102870"/>
                  </a:lnTo>
                  <a:lnTo>
                    <a:pt x="143929" y="95440"/>
                  </a:lnTo>
                  <a:lnTo>
                    <a:pt x="144792" y="868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744" name="Google Shape;5744;p89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2657856" y="1680971"/>
              <a:ext cx="100584" cy="190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45" name="Google Shape;5745;p89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2615184" y="1447800"/>
              <a:ext cx="143255" cy="21336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46" name="Google Shape;5746;p89"/>
          <p:cNvGrpSpPr/>
          <p:nvPr/>
        </p:nvGrpSpPr>
        <p:grpSpPr>
          <a:xfrm>
            <a:off x="2845307" y="5454396"/>
            <a:ext cx="135636" cy="413003"/>
            <a:chOff x="2845307" y="5454396"/>
            <a:chExt cx="135636" cy="413003"/>
          </a:xfrm>
        </p:grpSpPr>
        <p:pic>
          <p:nvPicPr>
            <p:cNvPr id="5747" name="Google Shape;5747;p89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2845307" y="5750051"/>
              <a:ext cx="132588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48" name="Google Shape;5748;p89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2854451" y="5454396"/>
              <a:ext cx="126492" cy="27279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749" name="Google Shape;5749;p89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2837688" y="5032247"/>
            <a:ext cx="143256" cy="3459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50" name="Google Shape;5750;p89"/>
          <p:cNvGrpSpPr/>
          <p:nvPr/>
        </p:nvGrpSpPr>
        <p:grpSpPr>
          <a:xfrm>
            <a:off x="2837688" y="4570476"/>
            <a:ext cx="143256" cy="385571"/>
            <a:chOff x="2837688" y="4570476"/>
            <a:chExt cx="143256" cy="385571"/>
          </a:xfrm>
        </p:grpSpPr>
        <p:pic>
          <p:nvPicPr>
            <p:cNvPr id="5751" name="Google Shape;5751;p89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2880360" y="4773167"/>
              <a:ext cx="100584" cy="1828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52" name="Google Shape;5752;p89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2837688" y="4570476"/>
              <a:ext cx="143255" cy="18135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53" name="Google Shape;5753;p89"/>
          <p:cNvGrpSpPr/>
          <p:nvPr/>
        </p:nvGrpSpPr>
        <p:grpSpPr>
          <a:xfrm>
            <a:off x="2836164" y="4018788"/>
            <a:ext cx="144779" cy="461771"/>
            <a:chOff x="2836164" y="4018788"/>
            <a:chExt cx="144779" cy="461771"/>
          </a:xfrm>
        </p:grpSpPr>
        <p:pic>
          <p:nvPicPr>
            <p:cNvPr id="5754" name="Google Shape;5754;p89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2836164" y="4130040"/>
              <a:ext cx="144779" cy="3505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55" name="Google Shape;5755;p89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2837687" y="4018788"/>
              <a:ext cx="140208" cy="899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56" name="Google Shape;5756;p89"/>
          <p:cNvGrpSpPr/>
          <p:nvPr/>
        </p:nvGrpSpPr>
        <p:grpSpPr>
          <a:xfrm>
            <a:off x="2837688" y="3823715"/>
            <a:ext cx="143255" cy="119125"/>
            <a:chOff x="2837688" y="3823715"/>
            <a:chExt cx="143255" cy="119125"/>
          </a:xfrm>
        </p:grpSpPr>
        <p:sp>
          <p:nvSpPr>
            <p:cNvPr id="5757" name="Google Shape;5757;p89"/>
            <p:cNvSpPr/>
            <p:nvPr/>
          </p:nvSpPr>
          <p:spPr>
            <a:xfrm>
              <a:off x="2837688" y="3913631"/>
              <a:ext cx="140335" cy="29209"/>
            </a:xfrm>
            <a:custGeom>
              <a:rect b="b" l="l" r="r" t="t"/>
              <a:pathLst>
                <a:path extrusionOk="0" h="29210" w="140335">
                  <a:moveTo>
                    <a:pt x="16764" y="28956"/>
                  </a:moveTo>
                  <a:lnTo>
                    <a:pt x="9144" y="28956"/>
                  </a:lnTo>
                  <a:lnTo>
                    <a:pt x="6096" y="27432"/>
                  </a:lnTo>
                  <a:lnTo>
                    <a:pt x="1524" y="22860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2860" y="4572"/>
                  </a:lnTo>
                  <a:lnTo>
                    <a:pt x="25908" y="6096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5908" y="22860"/>
                  </a:lnTo>
                  <a:lnTo>
                    <a:pt x="22860" y="24384"/>
                  </a:lnTo>
                  <a:lnTo>
                    <a:pt x="21336" y="27432"/>
                  </a:lnTo>
                  <a:lnTo>
                    <a:pt x="16764" y="28956"/>
                  </a:lnTo>
                  <a:close/>
                </a:path>
                <a:path extrusionOk="0" h="29210" w="140335">
                  <a:moveTo>
                    <a:pt x="140208" y="27432"/>
                  </a:moveTo>
                  <a:lnTo>
                    <a:pt x="45720" y="27432"/>
                  </a:lnTo>
                  <a:lnTo>
                    <a:pt x="45720" y="1524"/>
                  </a:lnTo>
                  <a:lnTo>
                    <a:pt x="140208" y="1524"/>
                  </a:lnTo>
                  <a:lnTo>
                    <a:pt x="14020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758" name="Google Shape;5758;p89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2880360" y="3823715"/>
              <a:ext cx="100583" cy="7010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759" name="Google Shape;5759;p89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2834640" y="3323844"/>
            <a:ext cx="146304" cy="41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760" name="Google Shape;5760;p89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2834640" y="2103120"/>
            <a:ext cx="146303" cy="1752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61" name="Google Shape;5761;p89"/>
          <p:cNvGrpSpPr/>
          <p:nvPr/>
        </p:nvGrpSpPr>
        <p:grpSpPr>
          <a:xfrm>
            <a:off x="2836164" y="1130808"/>
            <a:ext cx="166116" cy="900683"/>
            <a:chOff x="2836164" y="1130808"/>
            <a:chExt cx="166116" cy="900683"/>
          </a:xfrm>
        </p:grpSpPr>
        <p:pic>
          <p:nvPicPr>
            <p:cNvPr id="5762" name="Google Shape;5762;p89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2880360" y="1856232"/>
              <a:ext cx="100583" cy="1752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63" name="Google Shape;5763;p89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2837687" y="1734312"/>
              <a:ext cx="143256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64" name="Google Shape;5764;p89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2837687" y="1618488"/>
              <a:ext cx="143256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65" name="Google Shape;5765;p89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2836164" y="1130808"/>
              <a:ext cx="166116" cy="46786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66" name="Google Shape;5766;p89"/>
          <p:cNvGrpSpPr/>
          <p:nvPr/>
        </p:nvGrpSpPr>
        <p:grpSpPr>
          <a:xfrm>
            <a:off x="3060192" y="5567171"/>
            <a:ext cx="143256" cy="309372"/>
            <a:chOff x="3060192" y="5567171"/>
            <a:chExt cx="143256" cy="309372"/>
          </a:xfrm>
        </p:grpSpPr>
        <p:pic>
          <p:nvPicPr>
            <p:cNvPr id="5767" name="Google Shape;5767;p89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3102863" y="5794247"/>
              <a:ext cx="100584" cy="822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68" name="Google Shape;5768;p89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3102864" y="5681471"/>
              <a:ext cx="97536" cy="883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69" name="Google Shape;5769;p89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3060192" y="5567171"/>
              <a:ext cx="143256" cy="9448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770" name="Google Shape;5770;p89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3102863" y="5294376"/>
            <a:ext cx="100584" cy="184404"/>
          </a:xfrm>
          <a:prstGeom prst="rect">
            <a:avLst/>
          </a:prstGeom>
          <a:noFill/>
          <a:ln>
            <a:noFill/>
          </a:ln>
        </p:spPr>
      </p:pic>
      <p:pic>
        <p:nvPicPr>
          <p:cNvPr id="5771" name="Google Shape;5771;p89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3102864" y="5117592"/>
            <a:ext cx="100584" cy="100584"/>
          </a:xfrm>
          <a:prstGeom prst="rect">
            <a:avLst/>
          </a:prstGeom>
          <a:noFill/>
          <a:ln>
            <a:noFill/>
          </a:ln>
        </p:spPr>
      </p:pic>
      <p:pic>
        <p:nvPicPr>
          <p:cNvPr id="5772" name="Google Shape;5772;p89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2837688" y="2365248"/>
            <a:ext cx="408431" cy="888492"/>
          </a:xfrm>
          <a:prstGeom prst="rect">
            <a:avLst/>
          </a:prstGeom>
          <a:noFill/>
          <a:ln>
            <a:noFill/>
          </a:ln>
        </p:spPr>
      </p:pic>
      <p:pic>
        <p:nvPicPr>
          <p:cNvPr id="5773" name="Google Shape;5773;p89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3102864" y="5007864"/>
            <a:ext cx="97536" cy="883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74" name="Google Shape;5774;p89"/>
          <p:cNvGrpSpPr/>
          <p:nvPr/>
        </p:nvGrpSpPr>
        <p:grpSpPr>
          <a:xfrm>
            <a:off x="3057144" y="4677155"/>
            <a:ext cx="146304" cy="251459"/>
            <a:chOff x="3057144" y="4677155"/>
            <a:chExt cx="146304" cy="251459"/>
          </a:xfrm>
        </p:grpSpPr>
        <p:pic>
          <p:nvPicPr>
            <p:cNvPr id="5775" name="Google Shape;5775;p89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3057144" y="4756403"/>
              <a:ext cx="146304" cy="17221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776" name="Google Shape;5776;p89"/>
            <p:cNvSpPr/>
            <p:nvPr/>
          </p:nvSpPr>
          <p:spPr>
            <a:xfrm>
              <a:off x="3102864" y="4677155"/>
              <a:ext cx="97790" cy="58419"/>
            </a:xfrm>
            <a:custGeom>
              <a:rect b="b" l="l" r="r" t="t"/>
              <a:pathLst>
                <a:path extrusionOk="0" h="58420" w="97789">
                  <a:moveTo>
                    <a:pt x="42672" y="33528"/>
                  </a:moveTo>
                  <a:lnTo>
                    <a:pt x="21336" y="33528"/>
                  </a:lnTo>
                  <a:lnTo>
                    <a:pt x="12215" y="28622"/>
                  </a:lnTo>
                  <a:lnTo>
                    <a:pt x="5524" y="22860"/>
                  </a:lnTo>
                  <a:lnTo>
                    <a:pt x="1404" y="15954"/>
                  </a:lnTo>
                  <a:lnTo>
                    <a:pt x="0" y="7620"/>
                  </a:lnTo>
                  <a:lnTo>
                    <a:pt x="0" y="4572"/>
                  </a:lnTo>
                  <a:lnTo>
                    <a:pt x="1524" y="1524"/>
                  </a:lnTo>
                  <a:lnTo>
                    <a:pt x="1524" y="0"/>
                  </a:lnTo>
                  <a:lnTo>
                    <a:pt x="25908" y="0"/>
                  </a:lnTo>
                  <a:lnTo>
                    <a:pt x="24384" y="3048"/>
                  </a:lnTo>
                  <a:lnTo>
                    <a:pt x="22860" y="7620"/>
                  </a:lnTo>
                  <a:lnTo>
                    <a:pt x="22860" y="18288"/>
                  </a:lnTo>
                  <a:lnTo>
                    <a:pt x="25908" y="22860"/>
                  </a:lnTo>
                  <a:lnTo>
                    <a:pt x="30480" y="27432"/>
                  </a:lnTo>
                  <a:lnTo>
                    <a:pt x="35052" y="30480"/>
                  </a:lnTo>
                  <a:lnTo>
                    <a:pt x="42672" y="33528"/>
                  </a:lnTo>
                  <a:close/>
                </a:path>
                <a:path extrusionOk="0" h="58420" w="97789">
                  <a:moveTo>
                    <a:pt x="97536" y="57912"/>
                  </a:moveTo>
                  <a:lnTo>
                    <a:pt x="3048" y="57912"/>
                  </a:lnTo>
                  <a:lnTo>
                    <a:pt x="3048" y="33528"/>
                  </a:lnTo>
                  <a:lnTo>
                    <a:pt x="97536" y="33528"/>
                  </a:lnTo>
                  <a:lnTo>
                    <a:pt x="97536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89"/>
          <p:cNvGrpSpPr/>
          <p:nvPr/>
        </p:nvGrpSpPr>
        <p:grpSpPr>
          <a:xfrm>
            <a:off x="3102863" y="4128515"/>
            <a:ext cx="143256" cy="469391"/>
            <a:chOff x="3102863" y="4128515"/>
            <a:chExt cx="143256" cy="469391"/>
          </a:xfrm>
        </p:grpSpPr>
        <p:pic>
          <p:nvPicPr>
            <p:cNvPr id="5778" name="Google Shape;5778;p89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3102863" y="4352543"/>
              <a:ext cx="100584" cy="2453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79" name="Google Shape;5779;p89"/>
            <p:cNvPicPr preferRelativeResize="0"/>
            <p:nvPr/>
          </p:nvPicPr>
          <p:blipFill rotWithShape="1">
            <a:blip r:embed="rId81">
              <a:alphaModFix/>
            </a:blip>
            <a:srcRect b="0" l="0" r="0" t="0"/>
            <a:stretch/>
          </p:blipFill>
          <p:spPr>
            <a:xfrm>
              <a:off x="3102864" y="4128515"/>
              <a:ext cx="143255" cy="19964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80" name="Google Shape;5780;p89"/>
          <p:cNvGrpSpPr/>
          <p:nvPr/>
        </p:nvGrpSpPr>
        <p:grpSpPr>
          <a:xfrm>
            <a:off x="3058667" y="3581400"/>
            <a:ext cx="144780" cy="469518"/>
            <a:chOff x="3058667" y="3581400"/>
            <a:chExt cx="144780" cy="469518"/>
          </a:xfrm>
        </p:grpSpPr>
        <p:sp>
          <p:nvSpPr>
            <p:cNvPr id="5781" name="Google Shape;5781;p89"/>
            <p:cNvSpPr/>
            <p:nvPr/>
          </p:nvSpPr>
          <p:spPr>
            <a:xfrm>
              <a:off x="3058667" y="4024884"/>
              <a:ext cx="143510" cy="26034"/>
            </a:xfrm>
            <a:custGeom>
              <a:rect b="b" l="l" r="r" t="t"/>
              <a:pathLst>
                <a:path extrusionOk="0" h="26035" w="143510">
                  <a:moveTo>
                    <a:pt x="143256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143256" y="0"/>
                  </a:lnTo>
                  <a:lnTo>
                    <a:pt x="143256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782" name="Google Shape;5782;p89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3058667" y="3672840"/>
              <a:ext cx="144780" cy="3322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83" name="Google Shape;5783;p89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3102863" y="3581400"/>
              <a:ext cx="100583" cy="7010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784" name="Google Shape;5784;p89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3057144" y="3328415"/>
            <a:ext cx="146304" cy="175259"/>
          </a:xfrm>
          <a:prstGeom prst="rect">
            <a:avLst/>
          </a:prstGeom>
          <a:noFill/>
          <a:ln>
            <a:noFill/>
          </a:ln>
        </p:spPr>
      </p:pic>
      <p:pic>
        <p:nvPicPr>
          <p:cNvPr id="5785" name="Google Shape;5785;p89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3066288" y="1991867"/>
            <a:ext cx="137160" cy="344932"/>
          </a:xfrm>
          <a:prstGeom prst="rect">
            <a:avLst/>
          </a:prstGeom>
          <a:noFill/>
          <a:ln>
            <a:noFill/>
          </a:ln>
        </p:spPr>
      </p:pic>
      <p:pic>
        <p:nvPicPr>
          <p:cNvPr id="5786" name="Google Shape;5786;p89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3057144" y="1740407"/>
            <a:ext cx="146304" cy="1752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87" name="Google Shape;5787;p89"/>
          <p:cNvGrpSpPr/>
          <p:nvPr/>
        </p:nvGrpSpPr>
        <p:grpSpPr>
          <a:xfrm>
            <a:off x="3281172" y="5149596"/>
            <a:ext cx="143510" cy="722884"/>
            <a:chOff x="3281172" y="5149596"/>
            <a:chExt cx="143510" cy="722884"/>
          </a:xfrm>
        </p:grpSpPr>
        <p:sp>
          <p:nvSpPr>
            <p:cNvPr id="5788" name="Google Shape;5788;p89"/>
            <p:cNvSpPr/>
            <p:nvPr/>
          </p:nvSpPr>
          <p:spPr>
            <a:xfrm>
              <a:off x="3281172" y="5257800"/>
              <a:ext cx="143510" cy="614680"/>
            </a:xfrm>
            <a:custGeom>
              <a:rect b="b" l="l" r="r" t="t"/>
              <a:pathLst>
                <a:path extrusionOk="0" h="614679" w="143510">
                  <a:moveTo>
                    <a:pt x="27432" y="594360"/>
                  </a:moveTo>
                  <a:lnTo>
                    <a:pt x="25908" y="591312"/>
                  </a:lnTo>
                  <a:lnTo>
                    <a:pt x="22860" y="588264"/>
                  </a:lnTo>
                  <a:lnTo>
                    <a:pt x="21336" y="585216"/>
                  </a:lnTo>
                  <a:lnTo>
                    <a:pt x="6096" y="585216"/>
                  </a:lnTo>
                  <a:lnTo>
                    <a:pt x="3048" y="588264"/>
                  </a:lnTo>
                  <a:lnTo>
                    <a:pt x="1524" y="591312"/>
                  </a:lnTo>
                  <a:lnTo>
                    <a:pt x="0" y="595884"/>
                  </a:lnTo>
                  <a:lnTo>
                    <a:pt x="0" y="603504"/>
                  </a:lnTo>
                  <a:lnTo>
                    <a:pt x="3048" y="609600"/>
                  </a:lnTo>
                  <a:lnTo>
                    <a:pt x="6096" y="612648"/>
                  </a:lnTo>
                  <a:lnTo>
                    <a:pt x="9144" y="614172"/>
                  </a:lnTo>
                  <a:lnTo>
                    <a:pt x="16764" y="614172"/>
                  </a:lnTo>
                  <a:lnTo>
                    <a:pt x="19812" y="612648"/>
                  </a:lnTo>
                  <a:lnTo>
                    <a:pt x="25908" y="606552"/>
                  </a:lnTo>
                  <a:lnTo>
                    <a:pt x="27432" y="603504"/>
                  </a:lnTo>
                  <a:lnTo>
                    <a:pt x="27432" y="594360"/>
                  </a:lnTo>
                  <a:close/>
                </a:path>
                <a:path extrusionOk="0" h="614679" w="143510">
                  <a:moveTo>
                    <a:pt x="27432" y="128016"/>
                  </a:moveTo>
                  <a:lnTo>
                    <a:pt x="25908" y="124968"/>
                  </a:lnTo>
                  <a:lnTo>
                    <a:pt x="22860" y="121920"/>
                  </a:lnTo>
                  <a:lnTo>
                    <a:pt x="21336" y="118872"/>
                  </a:lnTo>
                  <a:lnTo>
                    <a:pt x="16764" y="117348"/>
                  </a:lnTo>
                  <a:lnTo>
                    <a:pt x="9144" y="117348"/>
                  </a:lnTo>
                  <a:lnTo>
                    <a:pt x="6096" y="118872"/>
                  </a:lnTo>
                  <a:lnTo>
                    <a:pt x="3048" y="121920"/>
                  </a:lnTo>
                  <a:lnTo>
                    <a:pt x="0" y="128016"/>
                  </a:lnTo>
                  <a:lnTo>
                    <a:pt x="0" y="137160"/>
                  </a:lnTo>
                  <a:lnTo>
                    <a:pt x="3048" y="143256"/>
                  </a:lnTo>
                  <a:lnTo>
                    <a:pt x="6096" y="146304"/>
                  </a:lnTo>
                  <a:lnTo>
                    <a:pt x="9144" y="147828"/>
                  </a:lnTo>
                  <a:lnTo>
                    <a:pt x="16764" y="147828"/>
                  </a:lnTo>
                  <a:lnTo>
                    <a:pt x="19812" y="146304"/>
                  </a:lnTo>
                  <a:lnTo>
                    <a:pt x="25908" y="140208"/>
                  </a:lnTo>
                  <a:lnTo>
                    <a:pt x="27432" y="137160"/>
                  </a:lnTo>
                  <a:lnTo>
                    <a:pt x="27432" y="128016"/>
                  </a:lnTo>
                  <a:close/>
                </a:path>
                <a:path extrusionOk="0" h="614679" w="143510">
                  <a:moveTo>
                    <a:pt x="140195" y="364236"/>
                  </a:moveTo>
                  <a:lnTo>
                    <a:pt x="85331" y="364236"/>
                  </a:lnTo>
                  <a:lnTo>
                    <a:pt x="77711" y="362712"/>
                  </a:lnTo>
                  <a:lnTo>
                    <a:pt x="73139" y="358140"/>
                  </a:lnTo>
                  <a:lnTo>
                    <a:pt x="68567" y="355092"/>
                  </a:lnTo>
                  <a:lnTo>
                    <a:pt x="65519" y="348996"/>
                  </a:lnTo>
                  <a:lnTo>
                    <a:pt x="65519" y="333756"/>
                  </a:lnTo>
                  <a:lnTo>
                    <a:pt x="68567" y="330708"/>
                  </a:lnTo>
                  <a:lnTo>
                    <a:pt x="44183" y="330708"/>
                  </a:lnTo>
                  <a:lnTo>
                    <a:pt x="44183" y="332232"/>
                  </a:lnTo>
                  <a:lnTo>
                    <a:pt x="42659" y="335280"/>
                  </a:lnTo>
                  <a:lnTo>
                    <a:pt x="42659" y="338328"/>
                  </a:lnTo>
                  <a:lnTo>
                    <a:pt x="44043" y="346887"/>
                  </a:lnTo>
                  <a:lnTo>
                    <a:pt x="47993" y="354139"/>
                  </a:lnTo>
                  <a:lnTo>
                    <a:pt x="54241" y="359981"/>
                  </a:lnTo>
                  <a:lnTo>
                    <a:pt x="62471" y="364236"/>
                  </a:lnTo>
                  <a:lnTo>
                    <a:pt x="44183" y="364236"/>
                  </a:lnTo>
                  <a:lnTo>
                    <a:pt x="44183" y="390144"/>
                  </a:lnTo>
                  <a:lnTo>
                    <a:pt x="140195" y="390144"/>
                  </a:lnTo>
                  <a:lnTo>
                    <a:pt x="140195" y="364236"/>
                  </a:lnTo>
                  <a:close/>
                </a:path>
                <a:path extrusionOk="0" h="614679" w="143510">
                  <a:moveTo>
                    <a:pt x="140208" y="586740"/>
                  </a:moveTo>
                  <a:lnTo>
                    <a:pt x="44196" y="586740"/>
                  </a:lnTo>
                  <a:lnTo>
                    <a:pt x="44196" y="612648"/>
                  </a:lnTo>
                  <a:lnTo>
                    <a:pt x="140208" y="612648"/>
                  </a:lnTo>
                  <a:lnTo>
                    <a:pt x="140208" y="586740"/>
                  </a:lnTo>
                  <a:close/>
                </a:path>
                <a:path extrusionOk="0" h="614679" w="143510">
                  <a:moveTo>
                    <a:pt x="140208" y="120396"/>
                  </a:moveTo>
                  <a:lnTo>
                    <a:pt x="44196" y="120396"/>
                  </a:lnTo>
                  <a:lnTo>
                    <a:pt x="44196" y="144780"/>
                  </a:lnTo>
                  <a:lnTo>
                    <a:pt x="140208" y="144780"/>
                  </a:lnTo>
                  <a:lnTo>
                    <a:pt x="140208" y="120396"/>
                  </a:lnTo>
                  <a:close/>
                </a:path>
                <a:path extrusionOk="0" h="614679" w="143510">
                  <a:moveTo>
                    <a:pt x="143243" y="518160"/>
                  </a:moveTo>
                  <a:lnTo>
                    <a:pt x="141719" y="512064"/>
                  </a:lnTo>
                  <a:lnTo>
                    <a:pt x="138671" y="507492"/>
                  </a:lnTo>
                  <a:lnTo>
                    <a:pt x="120383" y="507492"/>
                  </a:lnTo>
                  <a:lnTo>
                    <a:pt x="123431" y="513588"/>
                  </a:lnTo>
                  <a:lnTo>
                    <a:pt x="123431" y="525780"/>
                  </a:lnTo>
                  <a:lnTo>
                    <a:pt x="117335" y="530352"/>
                  </a:lnTo>
                  <a:lnTo>
                    <a:pt x="63995" y="530352"/>
                  </a:lnTo>
                  <a:lnTo>
                    <a:pt x="63995" y="507492"/>
                  </a:lnTo>
                  <a:lnTo>
                    <a:pt x="44183" y="507492"/>
                  </a:lnTo>
                  <a:lnTo>
                    <a:pt x="44183" y="530352"/>
                  </a:lnTo>
                  <a:lnTo>
                    <a:pt x="16751" y="530352"/>
                  </a:lnTo>
                  <a:lnTo>
                    <a:pt x="22847" y="554736"/>
                  </a:lnTo>
                  <a:lnTo>
                    <a:pt x="44183" y="554736"/>
                  </a:lnTo>
                  <a:lnTo>
                    <a:pt x="44183" y="571500"/>
                  </a:lnTo>
                  <a:lnTo>
                    <a:pt x="63995" y="571500"/>
                  </a:lnTo>
                  <a:lnTo>
                    <a:pt x="63995" y="554736"/>
                  </a:lnTo>
                  <a:lnTo>
                    <a:pt x="111239" y="554736"/>
                  </a:lnTo>
                  <a:lnTo>
                    <a:pt x="125247" y="553008"/>
                  </a:lnTo>
                  <a:lnTo>
                    <a:pt x="135242" y="547687"/>
                  </a:lnTo>
                  <a:lnTo>
                    <a:pt x="141249" y="538670"/>
                  </a:lnTo>
                  <a:lnTo>
                    <a:pt x="143243" y="525780"/>
                  </a:lnTo>
                  <a:lnTo>
                    <a:pt x="143243" y="518160"/>
                  </a:lnTo>
                  <a:close/>
                </a:path>
                <a:path extrusionOk="0" h="614679" w="143510">
                  <a:moveTo>
                    <a:pt x="143243" y="172212"/>
                  </a:moveTo>
                  <a:lnTo>
                    <a:pt x="141719" y="166116"/>
                  </a:lnTo>
                  <a:lnTo>
                    <a:pt x="138671" y="161544"/>
                  </a:lnTo>
                  <a:lnTo>
                    <a:pt x="120383" y="161544"/>
                  </a:lnTo>
                  <a:lnTo>
                    <a:pt x="123431" y="167640"/>
                  </a:lnTo>
                  <a:lnTo>
                    <a:pt x="123431" y="179832"/>
                  </a:lnTo>
                  <a:lnTo>
                    <a:pt x="117335" y="184404"/>
                  </a:lnTo>
                  <a:lnTo>
                    <a:pt x="63995" y="184404"/>
                  </a:lnTo>
                  <a:lnTo>
                    <a:pt x="63995" y="161544"/>
                  </a:lnTo>
                  <a:lnTo>
                    <a:pt x="44183" y="161544"/>
                  </a:lnTo>
                  <a:lnTo>
                    <a:pt x="44183" y="184404"/>
                  </a:lnTo>
                  <a:lnTo>
                    <a:pt x="16751" y="184404"/>
                  </a:lnTo>
                  <a:lnTo>
                    <a:pt x="22847" y="208788"/>
                  </a:lnTo>
                  <a:lnTo>
                    <a:pt x="44183" y="208788"/>
                  </a:lnTo>
                  <a:lnTo>
                    <a:pt x="44183" y="224028"/>
                  </a:lnTo>
                  <a:lnTo>
                    <a:pt x="63995" y="224028"/>
                  </a:lnTo>
                  <a:lnTo>
                    <a:pt x="63995" y="208788"/>
                  </a:lnTo>
                  <a:lnTo>
                    <a:pt x="111239" y="208788"/>
                  </a:lnTo>
                  <a:lnTo>
                    <a:pt x="125247" y="207060"/>
                  </a:lnTo>
                  <a:lnTo>
                    <a:pt x="135242" y="201739"/>
                  </a:lnTo>
                  <a:lnTo>
                    <a:pt x="141249" y="192722"/>
                  </a:lnTo>
                  <a:lnTo>
                    <a:pt x="143243" y="179832"/>
                  </a:lnTo>
                  <a:lnTo>
                    <a:pt x="143243" y="172212"/>
                  </a:lnTo>
                  <a:close/>
                </a:path>
                <a:path extrusionOk="0" h="614679" w="143510">
                  <a:moveTo>
                    <a:pt x="143243" y="50292"/>
                  </a:moveTo>
                  <a:lnTo>
                    <a:pt x="128003" y="13716"/>
                  </a:lnTo>
                  <a:lnTo>
                    <a:pt x="123431" y="10033"/>
                  </a:lnTo>
                  <a:lnTo>
                    <a:pt x="123431" y="50292"/>
                  </a:lnTo>
                  <a:lnTo>
                    <a:pt x="121462" y="61150"/>
                  </a:lnTo>
                  <a:lnTo>
                    <a:pt x="115620" y="68770"/>
                  </a:lnTo>
                  <a:lnTo>
                    <a:pt x="106235" y="73152"/>
                  </a:lnTo>
                  <a:lnTo>
                    <a:pt x="106718" y="73152"/>
                  </a:lnTo>
                  <a:lnTo>
                    <a:pt x="92951" y="74676"/>
                  </a:lnTo>
                  <a:lnTo>
                    <a:pt x="83807" y="74676"/>
                  </a:lnTo>
                  <a:lnTo>
                    <a:pt x="76187" y="73152"/>
                  </a:lnTo>
                  <a:lnTo>
                    <a:pt x="70091" y="68580"/>
                  </a:lnTo>
                  <a:lnTo>
                    <a:pt x="65519" y="64008"/>
                  </a:lnTo>
                  <a:lnTo>
                    <a:pt x="62471" y="57912"/>
                  </a:lnTo>
                  <a:lnTo>
                    <a:pt x="62471" y="50292"/>
                  </a:lnTo>
                  <a:lnTo>
                    <a:pt x="64211" y="39420"/>
                  </a:lnTo>
                  <a:lnTo>
                    <a:pt x="69519" y="31813"/>
                  </a:lnTo>
                  <a:lnTo>
                    <a:pt x="78549" y="27368"/>
                  </a:lnTo>
                  <a:lnTo>
                    <a:pt x="91427" y="25908"/>
                  </a:lnTo>
                  <a:lnTo>
                    <a:pt x="105435" y="27368"/>
                  </a:lnTo>
                  <a:lnTo>
                    <a:pt x="115430" y="31813"/>
                  </a:lnTo>
                  <a:lnTo>
                    <a:pt x="121437" y="39420"/>
                  </a:lnTo>
                  <a:lnTo>
                    <a:pt x="123431" y="50292"/>
                  </a:lnTo>
                  <a:lnTo>
                    <a:pt x="123431" y="10033"/>
                  </a:lnTo>
                  <a:lnTo>
                    <a:pt x="120573" y="7721"/>
                  </a:lnTo>
                  <a:lnTo>
                    <a:pt x="112001" y="3429"/>
                  </a:lnTo>
                  <a:lnTo>
                    <a:pt x="102285" y="863"/>
                  </a:lnTo>
                  <a:lnTo>
                    <a:pt x="91427" y="0"/>
                  </a:lnTo>
                  <a:lnTo>
                    <a:pt x="80810" y="863"/>
                  </a:lnTo>
                  <a:lnTo>
                    <a:pt x="46088" y="28956"/>
                  </a:lnTo>
                  <a:lnTo>
                    <a:pt x="43421" y="39420"/>
                  </a:lnTo>
                  <a:lnTo>
                    <a:pt x="42659" y="48768"/>
                  </a:lnTo>
                  <a:lnTo>
                    <a:pt x="42773" y="50292"/>
                  </a:lnTo>
                  <a:lnTo>
                    <a:pt x="43522" y="60515"/>
                  </a:lnTo>
                  <a:lnTo>
                    <a:pt x="46088" y="70675"/>
                  </a:lnTo>
                  <a:lnTo>
                    <a:pt x="46189" y="70866"/>
                  </a:lnTo>
                  <a:lnTo>
                    <a:pt x="50380" y="79425"/>
                  </a:lnTo>
                  <a:lnTo>
                    <a:pt x="56375" y="86868"/>
                  </a:lnTo>
                  <a:lnTo>
                    <a:pt x="63804" y="92875"/>
                  </a:lnTo>
                  <a:lnTo>
                    <a:pt x="72377" y="97155"/>
                  </a:lnTo>
                  <a:lnTo>
                    <a:pt x="82092" y="99733"/>
                  </a:lnTo>
                  <a:lnTo>
                    <a:pt x="92951" y="100584"/>
                  </a:lnTo>
                  <a:lnTo>
                    <a:pt x="103809" y="99733"/>
                  </a:lnTo>
                  <a:lnTo>
                    <a:pt x="137909" y="74676"/>
                  </a:lnTo>
                  <a:lnTo>
                    <a:pt x="139814" y="70866"/>
                  </a:lnTo>
                  <a:lnTo>
                    <a:pt x="139865" y="70675"/>
                  </a:lnTo>
                  <a:lnTo>
                    <a:pt x="142392" y="61150"/>
                  </a:lnTo>
                  <a:lnTo>
                    <a:pt x="142443" y="60515"/>
                  </a:lnTo>
                  <a:lnTo>
                    <a:pt x="143243" y="50292"/>
                  </a:lnTo>
                  <a:close/>
                </a:path>
                <a:path extrusionOk="0" h="614679" w="143510">
                  <a:moveTo>
                    <a:pt x="143256" y="449580"/>
                  </a:moveTo>
                  <a:lnTo>
                    <a:pt x="142697" y="439851"/>
                  </a:lnTo>
                  <a:lnTo>
                    <a:pt x="141160" y="431101"/>
                  </a:lnTo>
                  <a:lnTo>
                    <a:pt x="138747" y="423227"/>
                  </a:lnTo>
                  <a:lnTo>
                    <a:pt x="135636" y="416052"/>
                  </a:lnTo>
                  <a:lnTo>
                    <a:pt x="115824" y="416052"/>
                  </a:lnTo>
                  <a:lnTo>
                    <a:pt x="119583" y="422300"/>
                  </a:lnTo>
                  <a:lnTo>
                    <a:pt x="121920" y="429387"/>
                  </a:lnTo>
                  <a:lnTo>
                    <a:pt x="123101" y="437057"/>
                  </a:lnTo>
                  <a:lnTo>
                    <a:pt x="123215" y="439851"/>
                  </a:lnTo>
                  <a:lnTo>
                    <a:pt x="123291" y="441388"/>
                  </a:lnTo>
                  <a:lnTo>
                    <a:pt x="123355" y="443103"/>
                  </a:lnTo>
                  <a:lnTo>
                    <a:pt x="123444" y="445008"/>
                  </a:lnTo>
                  <a:lnTo>
                    <a:pt x="121983" y="456158"/>
                  </a:lnTo>
                  <a:lnTo>
                    <a:pt x="117538" y="464439"/>
                  </a:lnTo>
                  <a:lnTo>
                    <a:pt x="109931" y="469874"/>
                  </a:lnTo>
                  <a:lnTo>
                    <a:pt x="99060" y="472440"/>
                  </a:lnTo>
                  <a:lnTo>
                    <a:pt x="99060" y="432816"/>
                  </a:lnTo>
                  <a:lnTo>
                    <a:pt x="99060" y="408432"/>
                  </a:lnTo>
                  <a:lnTo>
                    <a:pt x="88392" y="408432"/>
                  </a:lnTo>
                  <a:lnTo>
                    <a:pt x="83820" y="408711"/>
                  </a:lnTo>
                  <a:lnTo>
                    <a:pt x="83820" y="432816"/>
                  </a:lnTo>
                  <a:lnTo>
                    <a:pt x="83820" y="472440"/>
                  </a:lnTo>
                  <a:lnTo>
                    <a:pt x="60960" y="455676"/>
                  </a:lnTo>
                  <a:lnTo>
                    <a:pt x="60960" y="451104"/>
                  </a:lnTo>
                  <a:lnTo>
                    <a:pt x="62382" y="443103"/>
                  </a:lnTo>
                  <a:lnTo>
                    <a:pt x="66675" y="437388"/>
                  </a:lnTo>
                  <a:lnTo>
                    <a:pt x="73812" y="433959"/>
                  </a:lnTo>
                  <a:lnTo>
                    <a:pt x="83820" y="432816"/>
                  </a:lnTo>
                  <a:lnTo>
                    <a:pt x="83820" y="408711"/>
                  </a:lnTo>
                  <a:lnTo>
                    <a:pt x="45910" y="432816"/>
                  </a:lnTo>
                  <a:lnTo>
                    <a:pt x="42672" y="451104"/>
                  </a:lnTo>
                  <a:lnTo>
                    <a:pt x="43522" y="460209"/>
                  </a:lnTo>
                  <a:lnTo>
                    <a:pt x="43586" y="460425"/>
                  </a:lnTo>
                  <a:lnTo>
                    <a:pt x="46101" y="469011"/>
                  </a:lnTo>
                  <a:lnTo>
                    <a:pt x="83604" y="495998"/>
                  </a:lnTo>
                  <a:lnTo>
                    <a:pt x="94488" y="496824"/>
                  </a:lnTo>
                  <a:lnTo>
                    <a:pt x="105321" y="496214"/>
                  </a:lnTo>
                  <a:lnTo>
                    <a:pt x="138518" y="472440"/>
                  </a:lnTo>
                  <a:lnTo>
                    <a:pt x="142405" y="460209"/>
                  </a:lnTo>
                  <a:lnTo>
                    <a:pt x="143256" y="449580"/>
                  </a:lnTo>
                  <a:close/>
                </a:path>
                <a:path extrusionOk="0" h="614679" w="143510">
                  <a:moveTo>
                    <a:pt x="143256" y="294132"/>
                  </a:moveTo>
                  <a:lnTo>
                    <a:pt x="142125" y="285546"/>
                  </a:lnTo>
                  <a:lnTo>
                    <a:pt x="138874" y="277939"/>
                  </a:lnTo>
                  <a:lnTo>
                    <a:pt x="133604" y="271208"/>
                  </a:lnTo>
                  <a:lnTo>
                    <a:pt x="126492" y="265176"/>
                  </a:lnTo>
                  <a:lnTo>
                    <a:pt x="140208" y="265176"/>
                  </a:lnTo>
                  <a:lnTo>
                    <a:pt x="140208" y="240792"/>
                  </a:lnTo>
                  <a:lnTo>
                    <a:pt x="123444" y="240792"/>
                  </a:lnTo>
                  <a:lnTo>
                    <a:pt x="123444" y="280416"/>
                  </a:lnTo>
                  <a:lnTo>
                    <a:pt x="123444" y="294132"/>
                  </a:lnTo>
                  <a:lnTo>
                    <a:pt x="118872" y="298704"/>
                  </a:lnTo>
                  <a:lnTo>
                    <a:pt x="115824" y="300228"/>
                  </a:lnTo>
                  <a:lnTo>
                    <a:pt x="103632" y="300228"/>
                  </a:lnTo>
                  <a:lnTo>
                    <a:pt x="97536" y="295656"/>
                  </a:lnTo>
                  <a:lnTo>
                    <a:pt x="96012" y="283464"/>
                  </a:lnTo>
                  <a:lnTo>
                    <a:pt x="94488" y="265176"/>
                  </a:lnTo>
                  <a:lnTo>
                    <a:pt x="108204" y="265176"/>
                  </a:lnTo>
                  <a:lnTo>
                    <a:pt x="112776" y="266700"/>
                  </a:lnTo>
                  <a:lnTo>
                    <a:pt x="117271" y="271208"/>
                  </a:lnTo>
                  <a:lnTo>
                    <a:pt x="121920" y="274320"/>
                  </a:lnTo>
                  <a:lnTo>
                    <a:pt x="123444" y="280416"/>
                  </a:lnTo>
                  <a:lnTo>
                    <a:pt x="123444" y="240792"/>
                  </a:lnTo>
                  <a:lnTo>
                    <a:pt x="82296" y="240792"/>
                  </a:lnTo>
                  <a:lnTo>
                    <a:pt x="65163" y="243344"/>
                  </a:lnTo>
                  <a:lnTo>
                    <a:pt x="52755" y="250888"/>
                  </a:lnTo>
                  <a:lnTo>
                    <a:pt x="45212" y="263296"/>
                  </a:lnTo>
                  <a:lnTo>
                    <a:pt x="42659" y="280416"/>
                  </a:lnTo>
                  <a:lnTo>
                    <a:pt x="42735" y="291465"/>
                  </a:lnTo>
                  <a:lnTo>
                    <a:pt x="44183" y="298704"/>
                  </a:lnTo>
                  <a:lnTo>
                    <a:pt x="47231" y="304800"/>
                  </a:lnTo>
                  <a:lnTo>
                    <a:pt x="48755" y="310896"/>
                  </a:lnTo>
                  <a:lnTo>
                    <a:pt x="50279" y="315468"/>
                  </a:lnTo>
                  <a:lnTo>
                    <a:pt x="71628" y="315468"/>
                  </a:lnTo>
                  <a:lnTo>
                    <a:pt x="66738" y="307467"/>
                  </a:lnTo>
                  <a:lnTo>
                    <a:pt x="63423" y="299466"/>
                  </a:lnTo>
                  <a:lnTo>
                    <a:pt x="61544" y="291465"/>
                  </a:lnTo>
                  <a:lnTo>
                    <a:pt x="61518" y="291084"/>
                  </a:lnTo>
                  <a:lnTo>
                    <a:pt x="60947" y="283464"/>
                  </a:lnTo>
                  <a:lnTo>
                    <a:pt x="62090" y="275463"/>
                  </a:lnTo>
                  <a:lnTo>
                    <a:pt x="65519" y="269748"/>
                  </a:lnTo>
                  <a:lnTo>
                    <a:pt x="71234" y="266319"/>
                  </a:lnTo>
                  <a:lnTo>
                    <a:pt x="79248" y="265176"/>
                  </a:lnTo>
                  <a:lnTo>
                    <a:pt x="82296" y="291084"/>
                  </a:lnTo>
                  <a:lnTo>
                    <a:pt x="82384" y="291465"/>
                  </a:lnTo>
                  <a:lnTo>
                    <a:pt x="86004" y="305968"/>
                  </a:lnTo>
                  <a:lnTo>
                    <a:pt x="92583" y="316420"/>
                  </a:lnTo>
                  <a:lnTo>
                    <a:pt x="102006" y="322592"/>
                  </a:lnTo>
                  <a:lnTo>
                    <a:pt x="114300" y="324612"/>
                  </a:lnTo>
                  <a:lnTo>
                    <a:pt x="123444" y="324612"/>
                  </a:lnTo>
                  <a:lnTo>
                    <a:pt x="129540" y="321564"/>
                  </a:lnTo>
                  <a:lnTo>
                    <a:pt x="140208" y="310896"/>
                  </a:lnTo>
                  <a:lnTo>
                    <a:pt x="143256" y="303276"/>
                  </a:lnTo>
                  <a:lnTo>
                    <a:pt x="143256" y="300228"/>
                  </a:lnTo>
                  <a:lnTo>
                    <a:pt x="143256" y="294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789" name="Google Shape;5789;p89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3323844" y="5149596"/>
              <a:ext cx="97536" cy="8839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90" name="Google Shape;5790;p89"/>
          <p:cNvGrpSpPr/>
          <p:nvPr/>
        </p:nvGrpSpPr>
        <p:grpSpPr>
          <a:xfrm>
            <a:off x="3279647" y="4756403"/>
            <a:ext cx="144780" cy="310896"/>
            <a:chOff x="3279647" y="4756403"/>
            <a:chExt cx="144780" cy="310896"/>
          </a:xfrm>
        </p:grpSpPr>
        <p:pic>
          <p:nvPicPr>
            <p:cNvPr id="5791" name="Google Shape;5791;p89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3323843" y="4983479"/>
              <a:ext cx="100584" cy="83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92" name="Google Shape;5792;p89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3279647" y="4756403"/>
              <a:ext cx="144780" cy="2026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93" name="Google Shape;5793;p89"/>
          <p:cNvGrpSpPr/>
          <p:nvPr/>
        </p:nvGrpSpPr>
        <p:grpSpPr>
          <a:xfrm>
            <a:off x="3323844" y="4210811"/>
            <a:ext cx="100584" cy="454152"/>
            <a:chOff x="3323844" y="4210811"/>
            <a:chExt cx="100584" cy="454152"/>
          </a:xfrm>
        </p:grpSpPr>
        <p:pic>
          <p:nvPicPr>
            <p:cNvPr id="5794" name="Google Shape;5794;p89"/>
            <p:cNvPicPr preferRelativeResize="0"/>
            <p:nvPr/>
          </p:nvPicPr>
          <p:blipFill rotWithShape="1">
            <a:blip r:embed="rId90">
              <a:alphaModFix/>
            </a:blip>
            <a:srcRect b="0" l="0" r="0" t="0"/>
            <a:stretch/>
          </p:blipFill>
          <p:spPr>
            <a:xfrm>
              <a:off x="3323844" y="4405884"/>
              <a:ext cx="100584" cy="2590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95" name="Google Shape;5795;p89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3323844" y="4210811"/>
              <a:ext cx="100584" cy="17221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796" name="Google Shape;5796;p89"/>
          <p:cNvSpPr/>
          <p:nvPr/>
        </p:nvSpPr>
        <p:spPr>
          <a:xfrm>
            <a:off x="3395472" y="4035552"/>
            <a:ext cx="26034" cy="151130"/>
          </a:xfrm>
          <a:custGeom>
            <a:rect b="b" l="l" r="r" t="t"/>
            <a:pathLst>
              <a:path extrusionOk="0" h="151129" w="26035">
                <a:moveTo>
                  <a:pt x="25908" y="124968"/>
                </a:moveTo>
                <a:lnTo>
                  <a:pt x="0" y="124968"/>
                </a:lnTo>
                <a:lnTo>
                  <a:pt x="0" y="150876"/>
                </a:lnTo>
                <a:lnTo>
                  <a:pt x="25908" y="150876"/>
                </a:lnTo>
                <a:lnTo>
                  <a:pt x="25908" y="124968"/>
                </a:lnTo>
                <a:close/>
              </a:path>
              <a:path extrusionOk="0" h="151129" w="26035">
                <a:moveTo>
                  <a:pt x="25908" y="62484"/>
                </a:moveTo>
                <a:lnTo>
                  <a:pt x="0" y="62484"/>
                </a:lnTo>
                <a:lnTo>
                  <a:pt x="0" y="88392"/>
                </a:lnTo>
                <a:lnTo>
                  <a:pt x="25908" y="88392"/>
                </a:lnTo>
                <a:lnTo>
                  <a:pt x="25908" y="62484"/>
                </a:lnTo>
                <a:close/>
              </a:path>
              <a:path extrusionOk="0" h="151129" w="26035">
                <a:moveTo>
                  <a:pt x="25908" y="0"/>
                </a:moveTo>
                <a:lnTo>
                  <a:pt x="0" y="0"/>
                </a:lnTo>
                <a:lnTo>
                  <a:pt x="0" y="25908"/>
                </a:lnTo>
                <a:lnTo>
                  <a:pt x="25908" y="25908"/>
                </a:lnTo>
                <a:lnTo>
                  <a:pt x="2590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797" name="Google Shape;5797;p89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3745991" y="5759196"/>
            <a:ext cx="108203" cy="1082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98" name="Google Shape;5798;p89"/>
          <p:cNvGrpSpPr/>
          <p:nvPr/>
        </p:nvGrpSpPr>
        <p:grpSpPr>
          <a:xfrm>
            <a:off x="3724655" y="4361688"/>
            <a:ext cx="144780" cy="752855"/>
            <a:chOff x="3724655" y="4361688"/>
            <a:chExt cx="144780" cy="752855"/>
          </a:xfrm>
        </p:grpSpPr>
        <p:pic>
          <p:nvPicPr>
            <p:cNvPr id="5799" name="Google Shape;5799;p89"/>
            <p:cNvPicPr preferRelativeResize="0"/>
            <p:nvPr/>
          </p:nvPicPr>
          <p:blipFill rotWithShape="1">
            <a:blip r:embed="rId93">
              <a:alphaModFix/>
            </a:blip>
            <a:srcRect b="0" l="0" r="0" t="0"/>
            <a:stretch/>
          </p:blipFill>
          <p:spPr>
            <a:xfrm>
              <a:off x="3726179" y="5018531"/>
              <a:ext cx="143256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00" name="Google Shape;5800;p89"/>
            <p:cNvPicPr preferRelativeResize="0"/>
            <p:nvPr/>
          </p:nvPicPr>
          <p:blipFill rotWithShape="1">
            <a:blip r:embed="rId94">
              <a:alphaModFix/>
            </a:blip>
            <a:srcRect b="0" l="0" r="0" t="0"/>
            <a:stretch/>
          </p:blipFill>
          <p:spPr>
            <a:xfrm>
              <a:off x="3724655" y="4547615"/>
              <a:ext cx="144780" cy="4495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01" name="Google Shape;5801;p89"/>
            <p:cNvPicPr preferRelativeResize="0"/>
            <p:nvPr/>
          </p:nvPicPr>
          <p:blipFill rotWithShape="1">
            <a:blip r:embed="rId95">
              <a:alphaModFix/>
            </a:blip>
            <a:srcRect b="0" l="0" r="0" t="0"/>
            <a:stretch/>
          </p:blipFill>
          <p:spPr>
            <a:xfrm>
              <a:off x="3742943" y="4361688"/>
              <a:ext cx="126491" cy="1661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02" name="Google Shape;5802;p89"/>
          <p:cNvGrpSpPr/>
          <p:nvPr/>
        </p:nvGrpSpPr>
        <p:grpSpPr>
          <a:xfrm>
            <a:off x="3726179" y="3208019"/>
            <a:ext cx="143257" cy="1077468"/>
            <a:chOff x="3726179" y="3208019"/>
            <a:chExt cx="143257" cy="1077468"/>
          </a:xfrm>
        </p:grpSpPr>
        <p:pic>
          <p:nvPicPr>
            <p:cNvPr id="5803" name="Google Shape;5803;p89"/>
            <p:cNvPicPr preferRelativeResize="0"/>
            <p:nvPr/>
          </p:nvPicPr>
          <p:blipFill rotWithShape="1">
            <a:blip r:embed="rId96">
              <a:alphaModFix/>
            </a:blip>
            <a:srcRect b="0" l="0" r="0" t="0"/>
            <a:stretch/>
          </p:blipFill>
          <p:spPr>
            <a:xfrm>
              <a:off x="3770376" y="4203191"/>
              <a:ext cx="99060" cy="822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04" name="Google Shape;5804;p89"/>
            <p:cNvPicPr preferRelativeResize="0"/>
            <p:nvPr/>
          </p:nvPicPr>
          <p:blipFill rotWithShape="1">
            <a:blip r:embed="rId97">
              <a:alphaModFix/>
            </a:blip>
            <a:srcRect b="0" l="0" r="0" t="0"/>
            <a:stretch/>
          </p:blipFill>
          <p:spPr>
            <a:xfrm>
              <a:off x="3770375" y="4035551"/>
              <a:ext cx="99060" cy="1432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05" name="Google Shape;5805;p89"/>
            <p:cNvPicPr preferRelativeResize="0"/>
            <p:nvPr/>
          </p:nvPicPr>
          <p:blipFill rotWithShape="1">
            <a:blip r:embed="rId98">
              <a:alphaModFix/>
            </a:blip>
            <a:srcRect b="0" l="0" r="0" t="0"/>
            <a:stretch/>
          </p:blipFill>
          <p:spPr>
            <a:xfrm>
              <a:off x="3726179" y="3927348"/>
              <a:ext cx="141732" cy="883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06" name="Google Shape;5806;p89"/>
            <p:cNvPicPr preferRelativeResize="0"/>
            <p:nvPr/>
          </p:nvPicPr>
          <p:blipFill rotWithShape="1">
            <a:blip r:embed="rId99">
              <a:alphaModFix/>
            </a:blip>
            <a:srcRect b="0" l="0" r="0" t="0"/>
            <a:stretch/>
          </p:blipFill>
          <p:spPr>
            <a:xfrm>
              <a:off x="3727704" y="3432048"/>
              <a:ext cx="141732" cy="4754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07" name="Google Shape;5807;p89"/>
            <p:cNvPicPr preferRelativeResize="0"/>
            <p:nvPr/>
          </p:nvPicPr>
          <p:blipFill rotWithShape="1">
            <a:blip r:embed="rId100">
              <a:alphaModFix/>
            </a:blip>
            <a:srcRect b="0" l="0" r="0" t="0"/>
            <a:stretch/>
          </p:blipFill>
          <p:spPr>
            <a:xfrm>
              <a:off x="3770375" y="3258312"/>
              <a:ext cx="99060" cy="14935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08" name="Google Shape;5808;p89"/>
            <p:cNvSpPr/>
            <p:nvPr/>
          </p:nvSpPr>
          <p:spPr>
            <a:xfrm>
              <a:off x="3726180" y="3208019"/>
              <a:ext cx="142240" cy="27940"/>
            </a:xfrm>
            <a:custGeom>
              <a:rect b="b" l="l" r="r" t="t"/>
              <a:pathLst>
                <a:path extrusionOk="0" h="27939" w="142239">
                  <a:moveTo>
                    <a:pt x="141731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41731" y="0"/>
                  </a:lnTo>
                  <a:lnTo>
                    <a:pt x="141731" y="2743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9" name="Google Shape;5809;p89"/>
          <p:cNvGrpSpPr/>
          <p:nvPr/>
        </p:nvGrpSpPr>
        <p:grpSpPr>
          <a:xfrm>
            <a:off x="3726167" y="2447544"/>
            <a:ext cx="143510" cy="676656"/>
            <a:chOff x="3726167" y="2447544"/>
            <a:chExt cx="143510" cy="676656"/>
          </a:xfrm>
        </p:grpSpPr>
        <p:sp>
          <p:nvSpPr>
            <p:cNvPr id="5810" name="Google Shape;5810;p89"/>
            <p:cNvSpPr/>
            <p:nvPr/>
          </p:nvSpPr>
          <p:spPr>
            <a:xfrm>
              <a:off x="3726167" y="2491740"/>
              <a:ext cx="143510" cy="632460"/>
            </a:xfrm>
            <a:custGeom>
              <a:rect b="b" l="l" r="r" t="t"/>
              <a:pathLst>
                <a:path extrusionOk="0" h="632460" w="143510">
                  <a:moveTo>
                    <a:pt x="28968" y="294132"/>
                  </a:moveTo>
                  <a:lnTo>
                    <a:pt x="27444" y="289560"/>
                  </a:lnTo>
                  <a:lnTo>
                    <a:pt x="24396" y="286512"/>
                  </a:lnTo>
                  <a:lnTo>
                    <a:pt x="18300" y="283464"/>
                  </a:lnTo>
                  <a:lnTo>
                    <a:pt x="10680" y="283464"/>
                  </a:lnTo>
                  <a:lnTo>
                    <a:pt x="4584" y="286512"/>
                  </a:lnTo>
                  <a:lnTo>
                    <a:pt x="3060" y="289560"/>
                  </a:lnTo>
                  <a:lnTo>
                    <a:pt x="1536" y="294132"/>
                  </a:lnTo>
                  <a:lnTo>
                    <a:pt x="1536" y="301752"/>
                  </a:lnTo>
                  <a:lnTo>
                    <a:pt x="3060" y="306324"/>
                  </a:lnTo>
                  <a:lnTo>
                    <a:pt x="7632" y="310896"/>
                  </a:lnTo>
                  <a:lnTo>
                    <a:pt x="10680" y="312420"/>
                  </a:lnTo>
                  <a:lnTo>
                    <a:pt x="18300" y="312420"/>
                  </a:lnTo>
                  <a:lnTo>
                    <a:pt x="21348" y="310896"/>
                  </a:lnTo>
                  <a:lnTo>
                    <a:pt x="24396" y="307848"/>
                  </a:lnTo>
                  <a:lnTo>
                    <a:pt x="27444" y="306324"/>
                  </a:lnTo>
                  <a:lnTo>
                    <a:pt x="28968" y="301752"/>
                  </a:lnTo>
                  <a:lnTo>
                    <a:pt x="28968" y="294132"/>
                  </a:lnTo>
                  <a:close/>
                </a:path>
                <a:path extrusionOk="0" h="632460" w="143510">
                  <a:moveTo>
                    <a:pt x="141732" y="449580"/>
                  </a:moveTo>
                  <a:lnTo>
                    <a:pt x="82296" y="449580"/>
                  </a:lnTo>
                  <a:lnTo>
                    <a:pt x="65417" y="451827"/>
                  </a:lnTo>
                  <a:lnTo>
                    <a:pt x="53530" y="458343"/>
                  </a:lnTo>
                  <a:lnTo>
                    <a:pt x="46507" y="468871"/>
                  </a:lnTo>
                  <a:lnTo>
                    <a:pt x="44196" y="483108"/>
                  </a:lnTo>
                  <a:lnTo>
                    <a:pt x="45326" y="491921"/>
                  </a:lnTo>
                  <a:lnTo>
                    <a:pt x="48577" y="499872"/>
                  </a:lnTo>
                  <a:lnTo>
                    <a:pt x="53848" y="506691"/>
                  </a:lnTo>
                  <a:lnTo>
                    <a:pt x="60960" y="512064"/>
                  </a:lnTo>
                  <a:lnTo>
                    <a:pt x="60960" y="513588"/>
                  </a:lnTo>
                  <a:lnTo>
                    <a:pt x="0" y="513588"/>
                  </a:lnTo>
                  <a:lnTo>
                    <a:pt x="0" y="537972"/>
                  </a:lnTo>
                  <a:lnTo>
                    <a:pt x="141732" y="537972"/>
                  </a:lnTo>
                  <a:lnTo>
                    <a:pt x="141732" y="513588"/>
                  </a:lnTo>
                  <a:lnTo>
                    <a:pt x="80772" y="513588"/>
                  </a:lnTo>
                  <a:lnTo>
                    <a:pt x="74676" y="510540"/>
                  </a:lnTo>
                  <a:lnTo>
                    <a:pt x="70104" y="507492"/>
                  </a:lnTo>
                  <a:lnTo>
                    <a:pt x="65532" y="502920"/>
                  </a:lnTo>
                  <a:lnTo>
                    <a:pt x="64008" y="498348"/>
                  </a:lnTo>
                  <a:lnTo>
                    <a:pt x="64008" y="492252"/>
                  </a:lnTo>
                  <a:lnTo>
                    <a:pt x="65443" y="485140"/>
                  </a:lnTo>
                  <a:lnTo>
                    <a:pt x="69723" y="479869"/>
                  </a:lnTo>
                  <a:lnTo>
                    <a:pt x="76873" y="476618"/>
                  </a:lnTo>
                  <a:lnTo>
                    <a:pt x="86868" y="475488"/>
                  </a:lnTo>
                  <a:lnTo>
                    <a:pt x="141732" y="475488"/>
                  </a:lnTo>
                  <a:lnTo>
                    <a:pt x="141732" y="449580"/>
                  </a:lnTo>
                  <a:close/>
                </a:path>
                <a:path extrusionOk="0" h="632460" w="143510">
                  <a:moveTo>
                    <a:pt x="141744" y="284988"/>
                  </a:moveTo>
                  <a:lnTo>
                    <a:pt x="45732" y="284988"/>
                  </a:lnTo>
                  <a:lnTo>
                    <a:pt x="45732" y="310896"/>
                  </a:lnTo>
                  <a:lnTo>
                    <a:pt x="141744" y="310896"/>
                  </a:lnTo>
                  <a:lnTo>
                    <a:pt x="141744" y="284988"/>
                  </a:lnTo>
                  <a:close/>
                </a:path>
                <a:path extrusionOk="0" h="632460" w="143510">
                  <a:moveTo>
                    <a:pt x="143179" y="129540"/>
                  </a:moveTo>
                  <a:lnTo>
                    <a:pt x="135648" y="94488"/>
                  </a:lnTo>
                  <a:lnTo>
                    <a:pt x="117360" y="94488"/>
                  </a:lnTo>
                  <a:lnTo>
                    <a:pt x="120472" y="100495"/>
                  </a:lnTo>
                  <a:lnTo>
                    <a:pt x="122885" y="107061"/>
                  </a:lnTo>
                  <a:lnTo>
                    <a:pt x="124421" y="114211"/>
                  </a:lnTo>
                  <a:lnTo>
                    <a:pt x="124447" y="114490"/>
                  </a:lnTo>
                  <a:lnTo>
                    <a:pt x="124980" y="121920"/>
                  </a:lnTo>
                  <a:lnTo>
                    <a:pt x="123520" y="133921"/>
                  </a:lnTo>
                  <a:lnTo>
                    <a:pt x="123418" y="134112"/>
                  </a:lnTo>
                  <a:lnTo>
                    <a:pt x="119075" y="142494"/>
                  </a:lnTo>
                  <a:lnTo>
                    <a:pt x="111467" y="147637"/>
                  </a:lnTo>
                  <a:lnTo>
                    <a:pt x="100596" y="149352"/>
                  </a:lnTo>
                  <a:lnTo>
                    <a:pt x="100596" y="109728"/>
                  </a:lnTo>
                  <a:lnTo>
                    <a:pt x="100596" y="86868"/>
                  </a:lnTo>
                  <a:lnTo>
                    <a:pt x="89928" y="86868"/>
                  </a:lnTo>
                  <a:lnTo>
                    <a:pt x="83832" y="87236"/>
                  </a:lnTo>
                  <a:lnTo>
                    <a:pt x="83832" y="109728"/>
                  </a:lnTo>
                  <a:lnTo>
                    <a:pt x="83832" y="149352"/>
                  </a:lnTo>
                  <a:lnTo>
                    <a:pt x="77736" y="149352"/>
                  </a:lnTo>
                  <a:lnTo>
                    <a:pt x="71640" y="146304"/>
                  </a:lnTo>
                  <a:lnTo>
                    <a:pt x="63982" y="138645"/>
                  </a:lnTo>
                  <a:lnTo>
                    <a:pt x="60972" y="134112"/>
                  </a:lnTo>
                  <a:lnTo>
                    <a:pt x="60972" y="129540"/>
                  </a:lnTo>
                  <a:lnTo>
                    <a:pt x="62395" y="120662"/>
                  </a:lnTo>
                  <a:lnTo>
                    <a:pt x="66687" y="114490"/>
                  </a:lnTo>
                  <a:lnTo>
                    <a:pt x="73825" y="110896"/>
                  </a:lnTo>
                  <a:lnTo>
                    <a:pt x="83832" y="109728"/>
                  </a:lnTo>
                  <a:lnTo>
                    <a:pt x="83832" y="87236"/>
                  </a:lnTo>
                  <a:lnTo>
                    <a:pt x="46875" y="111061"/>
                  </a:lnTo>
                  <a:lnTo>
                    <a:pt x="44716" y="120662"/>
                  </a:lnTo>
                  <a:lnTo>
                    <a:pt x="44627" y="121920"/>
                  </a:lnTo>
                  <a:lnTo>
                    <a:pt x="57924" y="161544"/>
                  </a:lnTo>
                  <a:lnTo>
                    <a:pt x="94500" y="175260"/>
                  </a:lnTo>
                  <a:lnTo>
                    <a:pt x="105664" y="174409"/>
                  </a:lnTo>
                  <a:lnTo>
                    <a:pt x="105448" y="174409"/>
                  </a:lnTo>
                  <a:lnTo>
                    <a:pt x="115074" y="172021"/>
                  </a:lnTo>
                  <a:lnTo>
                    <a:pt x="123647" y="168198"/>
                  </a:lnTo>
                  <a:lnTo>
                    <a:pt x="131076" y="163068"/>
                  </a:lnTo>
                  <a:lnTo>
                    <a:pt x="136829" y="155879"/>
                  </a:lnTo>
                  <a:lnTo>
                    <a:pt x="139877" y="149352"/>
                  </a:lnTo>
                  <a:lnTo>
                    <a:pt x="140601" y="147828"/>
                  </a:lnTo>
                  <a:lnTo>
                    <a:pt x="140639" y="147637"/>
                  </a:lnTo>
                  <a:lnTo>
                    <a:pt x="142646" y="138645"/>
                  </a:lnTo>
                  <a:lnTo>
                    <a:pt x="142697" y="137756"/>
                  </a:lnTo>
                  <a:lnTo>
                    <a:pt x="143179" y="129540"/>
                  </a:lnTo>
                  <a:close/>
                </a:path>
                <a:path extrusionOk="0" h="632460" w="143510">
                  <a:moveTo>
                    <a:pt x="143256" y="585216"/>
                  </a:moveTo>
                  <a:lnTo>
                    <a:pt x="142951" y="576630"/>
                  </a:lnTo>
                  <a:lnTo>
                    <a:pt x="141922" y="569023"/>
                  </a:lnTo>
                  <a:lnTo>
                    <a:pt x="140042" y="562292"/>
                  </a:lnTo>
                  <a:lnTo>
                    <a:pt x="137160" y="556260"/>
                  </a:lnTo>
                  <a:lnTo>
                    <a:pt x="117348" y="556260"/>
                  </a:lnTo>
                  <a:lnTo>
                    <a:pt x="121920" y="563880"/>
                  </a:lnTo>
                  <a:lnTo>
                    <a:pt x="123444" y="571500"/>
                  </a:lnTo>
                  <a:lnTo>
                    <a:pt x="123444" y="588264"/>
                  </a:lnTo>
                  <a:lnTo>
                    <a:pt x="121920" y="594360"/>
                  </a:lnTo>
                  <a:lnTo>
                    <a:pt x="111252" y="605028"/>
                  </a:lnTo>
                  <a:lnTo>
                    <a:pt x="103632" y="608076"/>
                  </a:lnTo>
                  <a:lnTo>
                    <a:pt x="85344" y="608076"/>
                  </a:lnTo>
                  <a:lnTo>
                    <a:pt x="77724" y="605028"/>
                  </a:lnTo>
                  <a:lnTo>
                    <a:pt x="67056" y="594360"/>
                  </a:lnTo>
                  <a:lnTo>
                    <a:pt x="64008" y="586740"/>
                  </a:lnTo>
                  <a:lnTo>
                    <a:pt x="64008" y="569976"/>
                  </a:lnTo>
                  <a:lnTo>
                    <a:pt x="65532" y="563880"/>
                  </a:lnTo>
                  <a:lnTo>
                    <a:pt x="70104" y="556260"/>
                  </a:lnTo>
                  <a:lnTo>
                    <a:pt x="48768" y="556260"/>
                  </a:lnTo>
                  <a:lnTo>
                    <a:pt x="45720" y="562356"/>
                  </a:lnTo>
                  <a:lnTo>
                    <a:pt x="44196" y="569976"/>
                  </a:lnTo>
                  <a:lnTo>
                    <a:pt x="44196" y="580644"/>
                  </a:lnTo>
                  <a:lnTo>
                    <a:pt x="57912" y="618744"/>
                  </a:lnTo>
                  <a:lnTo>
                    <a:pt x="96012" y="632460"/>
                  </a:lnTo>
                  <a:lnTo>
                    <a:pt x="105994" y="631634"/>
                  </a:lnTo>
                  <a:lnTo>
                    <a:pt x="140589" y="604456"/>
                  </a:lnTo>
                  <a:lnTo>
                    <a:pt x="142646" y="595198"/>
                  </a:lnTo>
                  <a:lnTo>
                    <a:pt x="143256" y="585216"/>
                  </a:lnTo>
                  <a:close/>
                </a:path>
                <a:path extrusionOk="0" h="632460" w="143510">
                  <a:moveTo>
                    <a:pt x="143256" y="381000"/>
                  </a:moveTo>
                  <a:lnTo>
                    <a:pt x="143141" y="379476"/>
                  </a:lnTo>
                  <a:lnTo>
                    <a:pt x="142392" y="370128"/>
                  </a:lnTo>
                  <a:lnTo>
                    <a:pt x="139827" y="360426"/>
                  </a:lnTo>
                  <a:lnTo>
                    <a:pt x="137922" y="356616"/>
                  </a:lnTo>
                  <a:lnTo>
                    <a:pt x="135547" y="351853"/>
                  </a:lnTo>
                  <a:lnTo>
                    <a:pt x="129540" y="344424"/>
                  </a:lnTo>
                  <a:lnTo>
                    <a:pt x="123444" y="339509"/>
                  </a:lnTo>
                  <a:lnTo>
                    <a:pt x="123444" y="381000"/>
                  </a:lnTo>
                  <a:lnTo>
                    <a:pt x="121716" y="391858"/>
                  </a:lnTo>
                  <a:lnTo>
                    <a:pt x="116395" y="399478"/>
                  </a:lnTo>
                  <a:lnTo>
                    <a:pt x="107518" y="403860"/>
                  </a:lnTo>
                  <a:lnTo>
                    <a:pt x="108013" y="403860"/>
                  </a:lnTo>
                  <a:lnTo>
                    <a:pt x="94488" y="405384"/>
                  </a:lnTo>
                  <a:lnTo>
                    <a:pt x="85344" y="405384"/>
                  </a:lnTo>
                  <a:lnTo>
                    <a:pt x="77724" y="403860"/>
                  </a:lnTo>
                  <a:lnTo>
                    <a:pt x="71628" y="399288"/>
                  </a:lnTo>
                  <a:lnTo>
                    <a:pt x="67056" y="394716"/>
                  </a:lnTo>
                  <a:lnTo>
                    <a:pt x="64008" y="388620"/>
                  </a:lnTo>
                  <a:lnTo>
                    <a:pt x="64008" y="381000"/>
                  </a:lnTo>
                  <a:lnTo>
                    <a:pt x="65747" y="370128"/>
                  </a:lnTo>
                  <a:lnTo>
                    <a:pt x="71056" y="362521"/>
                  </a:lnTo>
                  <a:lnTo>
                    <a:pt x="80086" y="358076"/>
                  </a:lnTo>
                  <a:lnTo>
                    <a:pt x="92964" y="356616"/>
                  </a:lnTo>
                  <a:lnTo>
                    <a:pt x="106730" y="358076"/>
                  </a:lnTo>
                  <a:lnTo>
                    <a:pt x="116205" y="362521"/>
                  </a:lnTo>
                  <a:lnTo>
                    <a:pt x="121691" y="370128"/>
                  </a:lnTo>
                  <a:lnTo>
                    <a:pt x="123444" y="381000"/>
                  </a:lnTo>
                  <a:lnTo>
                    <a:pt x="123444" y="339509"/>
                  </a:lnTo>
                  <a:lnTo>
                    <a:pt x="122110" y="338429"/>
                  </a:lnTo>
                  <a:lnTo>
                    <a:pt x="113538" y="334137"/>
                  </a:lnTo>
                  <a:lnTo>
                    <a:pt x="103822" y="331571"/>
                  </a:lnTo>
                  <a:lnTo>
                    <a:pt x="92964" y="330708"/>
                  </a:lnTo>
                  <a:lnTo>
                    <a:pt x="82130" y="331571"/>
                  </a:lnTo>
                  <a:lnTo>
                    <a:pt x="47625" y="359092"/>
                  </a:lnTo>
                  <a:lnTo>
                    <a:pt x="44945" y="370128"/>
                  </a:lnTo>
                  <a:lnTo>
                    <a:pt x="44196" y="379476"/>
                  </a:lnTo>
                  <a:lnTo>
                    <a:pt x="44310" y="381000"/>
                  </a:lnTo>
                  <a:lnTo>
                    <a:pt x="45059" y="391223"/>
                  </a:lnTo>
                  <a:lnTo>
                    <a:pt x="47625" y="401383"/>
                  </a:lnTo>
                  <a:lnTo>
                    <a:pt x="47726" y="401574"/>
                  </a:lnTo>
                  <a:lnTo>
                    <a:pt x="51917" y="410133"/>
                  </a:lnTo>
                  <a:lnTo>
                    <a:pt x="57912" y="417576"/>
                  </a:lnTo>
                  <a:lnTo>
                    <a:pt x="65341" y="423583"/>
                  </a:lnTo>
                  <a:lnTo>
                    <a:pt x="73914" y="427863"/>
                  </a:lnTo>
                  <a:lnTo>
                    <a:pt x="83629" y="430441"/>
                  </a:lnTo>
                  <a:lnTo>
                    <a:pt x="94488" y="431292"/>
                  </a:lnTo>
                  <a:lnTo>
                    <a:pt x="105346" y="430441"/>
                  </a:lnTo>
                  <a:lnTo>
                    <a:pt x="138925" y="405384"/>
                  </a:lnTo>
                  <a:lnTo>
                    <a:pt x="142684" y="391223"/>
                  </a:lnTo>
                  <a:lnTo>
                    <a:pt x="143256" y="381000"/>
                  </a:lnTo>
                  <a:close/>
                </a:path>
                <a:path extrusionOk="0" h="632460" w="143510">
                  <a:moveTo>
                    <a:pt x="143256" y="217932"/>
                  </a:moveTo>
                  <a:lnTo>
                    <a:pt x="142951" y="209359"/>
                  </a:lnTo>
                  <a:lnTo>
                    <a:pt x="141922" y="201930"/>
                  </a:lnTo>
                  <a:lnTo>
                    <a:pt x="140042" y="195643"/>
                  </a:lnTo>
                  <a:lnTo>
                    <a:pt x="137160" y="190500"/>
                  </a:lnTo>
                  <a:lnTo>
                    <a:pt x="117348" y="190500"/>
                  </a:lnTo>
                  <a:lnTo>
                    <a:pt x="121920" y="196596"/>
                  </a:lnTo>
                  <a:lnTo>
                    <a:pt x="123444" y="204216"/>
                  </a:lnTo>
                  <a:lnTo>
                    <a:pt x="123444" y="220980"/>
                  </a:lnTo>
                  <a:lnTo>
                    <a:pt x="121920" y="228600"/>
                  </a:lnTo>
                  <a:lnTo>
                    <a:pt x="115824" y="233172"/>
                  </a:lnTo>
                  <a:lnTo>
                    <a:pt x="111252" y="237744"/>
                  </a:lnTo>
                  <a:lnTo>
                    <a:pt x="103632" y="240792"/>
                  </a:lnTo>
                  <a:lnTo>
                    <a:pt x="85344" y="240792"/>
                  </a:lnTo>
                  <a:lnTo>
                    <a:pt x="77724" y="237744"/>
                  </a:lnTo>
                  <a:lnTo>
                    <a:pt x="71628" y="233172"/>
                  </a:lnTo>
                  <a:lnTo>
                    <a:pt x="67056" y="227076"/>
                  </a:lnTo>
                  <a:lnTo>
                    <a:pt x="64008" y="219456"/>
                  </a:lnTo>
                  <a:lnTo>
                    <a:pt x="64008" y="204216"/>
                  </a:lnTo>
                  <a:lnTo>
                    <a:pt x="65532" y="196596"/>
                  </a:lnTo>
                  <a:lnTo>
                    <a:pt x="70104" y="190500"/>
                  </a:lnTo>
                  <a:lnTo>
                    <a:pt x="48768" y="190500"/>
                  </a:lnTo>
                  <a:lnTo>
                    <a:pt x="45720" y="195072"/>
                  </a:lnTo>
                  <a:lnTo>
                    <a:pt x="44196" y="202692"/>
                  </a:lnTo>
                  <a:lnTo>
                    <a:pt x="44196" y="213360"/>
                  </a:lnTo>
                  <a:lnTo>
                    <a:pt x="57912" y="251460"/>
                  </a:lnTo>
                  <a:lnTo>
                    <a:pt x="96012" y="266700"/>
                  </a:lnTo>
                  <a:lnTo>
                    <a:pt x="105994" y="265849"/>
                  </a:lnTo>
                  <a:lnTo>
                    <a:pt x="140589" y="237172"/>
                  </a:lnTo>
                  <a:lnTo>
                    <a:pt x="142646" y="227914"/>
                  </a:lnTo>
                  <a:lnTo>
                    <a:pt x="143256" y="217932"/>
                  </a:lnTo>
                  <a:close/>
                </a:path>
                <a:path extrusionOk="0" h="632460" w="143510">
                  <a:moveTo>
                    <a:pt x="143268" y="42672"/>
                  </a:moveTo>
                  <a:lnTo>
                    <a:pt x="126504" y="3238"/>
                  </a:lnTo>
                  <a:lnTo>
                    <a:pt x="112788" y="0"/>
                  </a:lnTo>
                  <a:lnTo>
                    <a:pt x="108216" y="0"/>
                  </a:lnTo>
                  <a:lnTo>
                    <a:pt x="103644" y="1524"/>
                  </a:lnTo>
                  <a:lnTo>
                    <a:pt x="100596" y="4572"/>
                  </a:lnTo>
                  <a:lnTo>
                    <a:pt x="96024" y="6096"/>
                  </a:lnTo>
                  <a:lnTo>
                    <a:pt x="92976" y="9144"/>
                  </a:lnTo>
                  <a:lnTo>
                    <a:pt x="91452" y="13716"/>
                  </a:lnTo>
                  <a:lnTo>
                    <a:pt x="88404" y="18288"/>
                  </a:lnTo>
                  <a:lnTo>
                    <a:pt x="85356" y="24384"/>
                  </a:lnTo>
                  <a:lnTo>
                    <a:pt x="82308" y="33528"/>
                  </a:lnTo>
                  <a:lnTo>
                    <a:pt x="79260" y="41148"/>
                  </a:lnTo>
                  <a:lnTo>
                    <a:pt x="76212" y="45720"/>
                  </a:lnTo>
                  <a:lnTo>
                    <a:pt x="68592" y="45720"/>
                  </a:lnTo>
                  <a:lnTo>
                    <a:pt x="65544" y="44196"/>
                  </a:lnTo>
                  <a:lnTo>
                    <a:pt x="62496" y="38100"/>
                  </a:lnTo>
                  <a:lnTo>
                    <a:pt x="62496" y="21336"/>
                  </a:lnTo>
                  <a:lnTo>
                    <a:pt x="64020" y="13716"/>
                  </a:lnTo>
                  <a:lnTo>
                    <a:pt x="68592" y="6096"/>
                  </a:lnTo>
                  <a:lnTo>
                    <a:pt x="47256" y="6096"/>
                  </a:lnTo>
                  <a:lnTo>
                    <a:pt x="45732" y="13716"/>
                  </a:lnTo>
                  <a:lnTo>
                    <a:pt x="44208" y="22860"/>
                  </a:lnTo>
                  <a:lnTo>
                    <a:pt x="44208" y="30480"/>
                  </a:lnTo>
                  <a:lnTo>
                    <a:pt x="56400" y="67056"/>
                  </a:lnTo>
                  <a:lnTo>
                    <a:pt x="64020" y="70104"/>
                  </a:lnTo>
                  <a:lnTo>
                    <a:pt x="80784" y="70104"/>
                  </a:lnTo>
                  <a:lnTo>
                    <a:pt x="103644" y="39624"/>
                  </a:lnTo>
                  <a:lnTo>
                    <a:pt x="106692" y="28956"/>
                  </a:lnTo>
                  <a:lnTo>
                    <a:pt x="111264" y="24384"/>
                  </a:lnTo>
                  <a:lnTo>
                    <a:pt x="121932" y="24384"/>
                  </a:lnTo>
                  <a:lnTo>
                    <a:pt x="126504" y="30480"/>
                  </a:lnTo>
                  <a:lnTo>
                    <a:pt x="126504" y="42672"/>
                  </a:lnTo>
                  <a:lnTo>
                    <a:pt x="125933" y="49530"/>
                  </a:lnTo>
                  <a:lnTo>
                    <a:pt x="124218" y="56388"/>
                  </a:lnTo>
                  <a:lnTo>
                    <a:pt x="121361" y="63246"/>
                  </a:lnTo>
                  <a:lnTo>
                    <a:pt x="117360" y="70104"/>
                  </a:lnTo>
                  <a:lnTo>
                    <a:pt x="138696" y="70104"/>
                  </a:lnTo>
                  <a:lnTo>
                    <a:pt x="140690" y="64109"/>
                  </a:lnTo>
                  <a:lnTo>
                    <a:pt x="142125" y="57531"/>
                  </a:lnTo>
                  <a:lnTo>
                    <a:pt x="142976" y="50393"/>
                  </a:lnTo>
                  <a:lnTo>
                    <a:pt x="143268" y="4267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89"/>
            <p:cNvSpPr/>
            <p:nvPr/>
          </p:nvSpPr>
          <p:spPr>
            <a:xfrm>
              <a:off x="3770375" y="2447544"/>
              <a:ext cx="99060" cy="30480"/>
            </a:xfrm>
            <a:custGeom>
              <a:rect b="b" l="l" r="r" t="t"/>
              <a:pathLst>
                <a:path extrusionOk="0" h="30480" w="99060">
                  <a:moveTo>
                    <a:pt x="18288" y="30480"/>
                  </a:moveTo>
                  <a:lnTo>
                    <a:pt x="10668" y="30480"/>
                  </a:lnTo>
                  <a:lnTo>
                    <a:pt x="7620" y="28956"/>
                  </a:lnTo>
                  <a:lnTo>
                    <a:pt x="1524" y="22860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4384" y="4572"/>
                  </a:lnTo>
                  <a:lnTo>
                    <a:pt x="27432" y="6096"/>
                  </a:lnTo>
                  <a:lnTo>
                    <a:pt x="28956" y="10668"/>
                  </a:lnTo>
                  <a:lnTo>
                    <a:pt x="28956" y="18288"/>
                  </a:lnTo>
                  <a:lnTo>
                    <a:pt x="27432" y="22860"/>
                  </a:lnTo>
                  <a:lnTo>
                    <a:pt x="21336" y="28956"/>
                  </a:lnTo>
                  <a:lnTo>
                    <a:pt x="18288" y="30480"/>
                  </a:lnTo>
                  <a:close/>
                </a:path>
                <a:path extrusionOk="0" h="30480" w="99060">
                  <a:moveTo>
                    <a:pt x="89916" y="30480"/>
                  </a:moveTo>
                  <a:lnTo>
                    <a:pt x="82296" y="30480"/>
                  </a:lnTo>
                  <a:lnTo>
                    <a:pt x="77724" y="28956"/>
                  </a:lnTo>
                  <a:lnTo>
                    <a:pt x="76200" y="25908"/>
                  </a:lnTo>
                  <a:lnTo>
                    <a:pt x="73152" y="22860"/>
                  </a:lnTo>
                  <a:lnTo>
                    <a:pt x="71628" y="18288"/>
                  </a:lnTo>
                  <a:lnTo>
                    <a:pt x="71628" y="10668"/>
                  </a:lnTo>
                  <a:lnTo>
                    <a:pt x="73152" y="6096"/>
                  </a:lnTo>
                  <a:lnTo>
                    <a:pt x="76200" y="4572"/>
                  </a:lnTo>
                  <a:lnTo>
                    <a:pt x="77724" y="1524"/>
                  </a:lnTo>
                  <a:lnTo>
                    <a:pt x="82296" y="0"/>
                  </a:lnTo>
                  <a:lnTo>
                    <a:pt x="89916" y="0"/>
                  </a:lnTo>
                  <a:lnTo>
                    <a:pt x="92964" y="1524"/>
                  </a:lnTo>
                  <a:lnTo>
                    <a:pt x="96012" y="4572"/>
                  </a:lnTo>
                  <a:lnTo>
                    <a:pt x="99060" y="6096"/>
                  </a:lnTo>
                  <a:lnTo>
                    <a:pt x="99060" y="22860"/>
                  </a:lnTo>
                  <a:lnTo>
                    <a:pt x="92964" y="28956"/>
                  </a:lnTo>
                  <a:lnTo>
                    <a:pt x="89916" y="304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89"/>
          <p:cNvGrpSpPr/>
          <p:nvPr/>
        </p:nvGrpSpPr>
        <p:grpSpPr>
          <a:xfrm>
            <a:off x="3732276" y="1981200"/>
            <a:ext cx="137160" cy="379603"/>
            <a:chOff x="3732276" y="1981200"/>
            <a:chExt cx="137160" cy="379603"/>
          </a:xfrm>
        </p:grpSpPr>
        <p:sp>
          <p:nvSpPr>
            <p:cNvPr id="5813" name="Google Shape;5813;p89"/>
            <p:cNvSpPr/>
            <p:nvPr/>
          </p:nvSpPr>
          <p:spPr>
            <a:xfrm>
              <a:off x="3733800" y="2212848"/>
              <a:ext cx="134620" cy="147955"/>
            </a:xfrm>
            <a:custGeom>
              <a:rect b="b" l="l" r="r" t="t"/>
              <a:pathLst>
                <a:path extrusionOk="0" h="147955" w="134620">
                  <a:moveTo>
                    <a:pt x="134099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134099" y="27432"/>
                  </a:lnTo>
                  <a:lnTo>
                    <a:pt x="134099" y="0"/>
                  </a:lnTo>
                  <a:close/>
                </a:path>
                <a:path extrusionOk="0" h="147955" w="134620">
                  <a:moveTo>
                    <a:pt x="134112" y="41148"/>
                  </a:moveTo>
                  <a:lnTo>
                    <a:pt x="94488" y="67056"/>
                  </a:lnTo>
                  <a:lnTo>
                    <a:pt x="86436" y="71869"/>
                  </a:lnTo>
                  <a:lnTo>
                    <a:pt x="80391" y="76962"/>
                  </a:lnTo>
                  <a:lnTo>
                    <a:pt x="76047" y="82067"/>
                  </a:lnTo>
                  <a:lnTo>
                    <a:pt x="73152" y="86868"/>
                  </a:lnTo>
                  <a:lnTo>
                    <a:pt x="71958" y="83820"/>
                  </a:lnTo>
                  <a:lnTo>
                    <a:pt x="70573" y="80302"/>
                  </a:lnTo>
                  <a:lnTo>
                    <a:pt x="67437" y="74295"/>
                  </a:lnTo>
                  <a:lnTo>
                    <a:pt x="63715" y="68872"/>
                  </a:lnTo>
                  <a:lnTo>
                    <a:pt x="60960" y="65747"/>
                  </a:lnTo>
                  <a:lnTo>
                    <a:pt x="60960" y="100584"/>
                  </a:lnTo>
                  <a:lnTo>
                    <a:pt x="60960" y="121920"/>
                  </a:lnTo>
                  <a:lnTo>
                    <a:pt x="19812" y="121920"/>
                  </a:lnTo>
                  <a:lnTo>
                    <a:pt x="19812" y="106680"/>
                  </a:lnTo>
                  <a:lnTo>
                    <a:pt x="21183" y="96685"/>
                  </a:lnTo>
                  <a:lnTo>
                    <a:pt x="25146" y="89535"/>
                  </a:lnTo>
                  <a:lnTo>
                    <a:pt x="31381" y="85255"/>
                  </a:lnTo>
                  <a:lnTo>
                    <a:pt x="39624" y="83820"/>
                  </a:lnTo>
                  <a:lnTo>
                    <a:pt x="45720" y="83820"/>
                  </a:lnTo>
                  <a:lnTo>
                    <a:pt x="54864" y="89916"/>
                  </a:lnTo>
                  <a:lnTo>
                    <a:pt x="59436" y="94488"/>
                  </a:lnTo>
                  <a:lnTo>
                    <a:pt x="60960" y="100584"/>
                  </a:lnTo>
                  <a:lnTo>
                    <a:pt x="60960" y="65747"/>
                  </a:lnTo>
                  <a:lnTo>
                    <a:pt x="59436" y="64008"/>
                  </a:lnTo>
                  <a:lnTo>
                    <a:pt x="53340" y="59436"/>
                  </a:lnTo>
                  <a:lnTo>
                    <a:pt x="45720" y="56388"/>
                  </a:lnTo>
                  <a:lnTo>
                    <a:pt x="36576" y="56388"/>
                  </a:lnTo>
                  <a:lnTo>
                    <a:pt x="2286" y="82753"/>
                  </a:lnTo>
                  <a:lnTo>
                    <a:pt x="0" y="103632"/>
                  </a:lnTo>
                  <a:lnTo>
                    <a:pt x="0" y="147828"/>
                  </a:lnTo>
                  <a:lnTo>
                    <a:pt x="134112" y="147828"/>
                  </a:lnTo>
                  <a:lnTo>
                    <a:pt x="134112" y="121920"/>
                  </a:lnTo>
                  <a:lnTo>
                    <a:pt x="80772" y="121920"/>
                  </a:lnTo>
                  <a:lnTo>
                    <a:pt x="80772" y="109728"/>
                  </a:lnTo>
                  <a:lnTo>
                    <a:pt x="83820" y="103632"/>
                  </a:lnTo>
                  <a:lnTo>
                    <a:pt x="91440" y="96012"/>
                  </a:lnTo>
                  <a:lnTo>
                    <a:pt x="99060" y="92964"/>
                  </a:lnTo>
                  <a:lnTo>
                    <a:pt x="109067" y="86868"/>
                  </a:lnTo>
                  <a:lnTo>
                    <a:pt x="134112" y="71628"/>
                  </a:lnTo>
                  <a:lnTo>
                    <a:pt x="134112" y="41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814" name="Google Shape;5814;p89"/>
            <p:cNvPicPr preferRelativeResize="0"/>
            <p:nvPr/>
          </p:nvPicPr>
          <p:blipFill rotWithShape="1">
            <a:blip r:embed="rId101">
              <a:alphaModFix/>
            </a:blip>
            <a:srcRect b="0" l="0" r="0" t="0"/>
            <a:stretch/>
          </p:blipFill>
          <p:spPr>
            <a:xfrm>
              <a:off x="3732276" y="1981200"/>
              <a:ext cx="137160" cy="20726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15" name="Google Shape;5815;p89"/>
          <p:cNvGrpSpPr/>
          <p:nvPr/>
        </p:nvGrpSpPr>
        <p:grpSpPr>
          <a:xfrm>
            <a:off x="3726180" y="1039368"/>
            <a:ext cx="166116" cy="864107"/>
            <a:chOff x="3726180" y="1039368"/>
            <a:chExt cx="166116" cy="864107"/>
          </a:xfrm>
        </p:grpSpPr>
        <p:pic>
          <p:nvPicPr>
            <p:cNvPr id="5816" name="Google Shape;5816;p89"/>
            <p:cNvPicPr preferRelativeResize="0"/>
            <p:nvPr/>
          </p:nvPicPr>
          <p:blipFill rotWithShape="1">
            <a:blip r:embed="rId102">
              <a:alphaModFix/>
            </a:blip>
            <a:srcRect b="0" l="0" r="0" t="0"/>
            <a:stretch/>
          </p:blipFill>
          <p:spPr>
            <a:xfrm>
              <a:off x="3770375" y="1711452"/>
              <a:ext cx="99060" cy="19202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17" name="Google Shape;5817;p89"/>
            <p:cNvPicPr preferRelativeResize="0"/>
            <p:nvPr/>
          </p:nvPicPr>
          <p:blipFill rotWithShape="1">
            <a:blip r:embed="rId103">
              <a:alphaModFix/>
            </a:blip>
            <a:srcRect b="0" l="0" r="0" t="0"/>
            <a:stretch/>
          </p:blipFill>
          <p:spPr>
            <a:xfrm>
              <a:off x="3742944" y="1527048"/>
              <a:ext cx="126491" cy="1645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18" name="Google Shape;5818;p89"/>
            <p:cNvPicPr preferRelativeResize="0"/>
            <p:nvPr/>
          </p:nvPicPr>
          <p:blipFill rotWithShape="1">
            <a:blip r:embed="rId104">
              <a:alphaModFix/>
            </a:blip>
            <a:srcRect b="0" l="0" r="0" t="0"/>
            <a:stretch/>
          </p:blipFill>
          <p:spPr>
            <a:xfrm>
              <a:off x="3726180" y="1296924"/>
              <a:ext cx="143255" cy="21031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19" name="Google Shape;5819;p89"/>
            <p:cNvSpPr/>
            <p:nvPr/>
          </p:nvSpPr>
          <p:spPr>
            <a:xfrm>
              <a:off x="3726180" y="1139952"/>
              <a:ext cx="143510" cy="134620"/>
            </a:xfrm>
            <a:custGeom>
              <a:rect b="b" l="l" r="r" t="t"/>
              <a:pathLst>
                <a:path extrusionOk="0" h="134619" w="143510">
                  <a:moveTo>
                    <a:pt x="141719" y="106680"/>
                  </a:moveTo>
                  <a:lnTo>
                    <a:pt x="0" y="106680"/>
                  </a:lnTo>
                  <a:lnTo>
                    <a:pt x="0" y="134112"/>
                  </a:lnTo>
                  <a:lnTo>
                    <a:pt x="141719" y="134112"/>
                  </a:lnTo>
                  <a:lnTo>
                    <a:pt x="141719" y="106680"/>
                  </a:lnTo>
                  <a:close/>
                </a:path>
                <a:path extrusionOk="0" h="134619" w="143510">
                  <a:moveTo>
                    <a:pt x="143167" y="42672"/>
                  </a:moveTo>
                  <a:lnTo>
                    <a:pt x="135636" y="7620"/>
                  </a:lnTo>
                  <a:lnTo>
                    <a:pt x="117348" y="7620"/>
                  </a:lnTo>
                  <a:lnTo>
                    <a:pt x="120459" y="13627"/>
                  </a:lnTo>
                  <a:lnTo>
                    <a:pt x="122872" y="20193"/>
                  </a:lnTo>
                  <a:lnTo>
                    <a:pt x="124409" y="27343"/>
                  </a:lnTo>
                  <a:lnTo>
                    <a:pt x="124434" y="27622"/>
                  </a:lnTo>
                  <a:lnTo>
                    <a:pt x="124968" y="35052"/>
                  </a:lnTo>
                  <a:lnTo>
                    <a:pt x="123507" y="47053"/>
                  </a:lnTo>
                  <a:lnTo>
                    <a:pt x="123405" y="47244"/>
                  </a:lnTo>
                  <a:lnTo>
                    <a:pt x="119062" y="55626"/>
                  </a:lnTo>
                  <a:lnTo>
                    <a:pt x="111455" y="60769"/>
                  </a:lnTo>
                  <a:lnTo>
                    <a:pt x="100584" y="62484"/>
                  </a:lnTo>
                  <a:lnTo>
                    <a:pt x="100584" y="22860"/>
                  </a:lnTo>
                  <a:lnTo>
                    <a:pt x="100584" y="0"/>
                  </a:lnTo>
                  <a:lnTo>
                    <a:pt x="89916" y="0"/>
                  </a:lnTo>
                  <a:lnTo>
                    <a:pt x="83820" y="368"/>
                  </a:lnTo>
                  <a:lnTo>
                    <a:pt x="83820" y="22860"/>
                  </a:lnTo>
                  <a:lnTo>
                    <a:pt x="83820" y="62484"/>
                  </a:lnTo>
                  <a:lnTo>
                    <a:pt x="77724" y="62484"/>
                  </a:lnTo>
                  <a:lnTo>
                    <a:pt x="71628" y="59436"/>
                  </a:lnTo>
                  <a:lnTo>
                    <a:pt x="63969" y="51777"/>
                  </a:lnTo>
                  <a:lnTo>
                    <a:pt x="60960" y="47244"/>
                  </a:lnTo>
                  <a:lnTo>
                    <a:pt x="60960" y="42672"/>
                  </a:lnTo>
                  <a:lnTo>
                    <a:pt x="62382" y="33794"/>
                  </a:lnTo>
                  <a:lnTo>
                    <a:pt x="66675" y="27622"/>
                  </a:lnTo>
                  <a:lnTo>
                    <a:pt x="73812" y="24028"/>
                  </a:lnTo>
                  <a:lnTo>
                    <a:pt x="83820" y="22860"/>
                  </a:lnTo>
                  <a:lnTo>
                    <a:pt x="83820" y="368"/>
                  </a:lnTo>
                  <a:lnTo>
                    <a:pt x="46863" y="24193"/>
                  </a:lnTo>
                  <a:lnTo>
                    <a:pt x="44704" y="33794"/>
                  </a:lnTo>
                  <a:lnTo>
                    <a:pt x="44615" y="35052"/>
                  </a:lnTo>
                  <a:lnTo>
                    <a:pt x="57912" y="74676"/>
                  </a:lnTo>
                  <a:lnTo>
                    <a:pt x="94488" y="88392"/>
                  </a:lnTo>
                  <a:lnTo>
                    <a:pt x="105651" y="87541"/>
                  </a:lnTo>
                  <a:lnTo>
                    <a:pt x="105435" y="87541"/>
                  </a:lnTo>
                  <a:lnTo>
                    <a:pt x="115062" y="85153"/>
                  </a:lnTo>
                  <a:lnTo>
                    <a:pt x="123634" y="81330"/>
                  </a:lnTo>
                  <a:lnTo>
                    <a:pt x="131064" y="76200"/>
                  </a:lnTo>
                  <a:lnTo>
                    <a:pt x="136817" y="69011"/>
                  </a:lnTo>
                  <a:lnTo>
                    <a:pt x="139865" y="62484"/>
                  </a:lnTo>
                  <a:lnTo>
                    <a:pt x="140589" y="60960"/>
                  </a:lnTo>
                  <a:lnTo>
                    <a:pt x="140627" y="60769"/>
                  </a:lnTo>
                  <a:lnTo>
                    <a:pt x="142633" y="51777"/>
                  </a:lnTo>
                  <a:lnTo>
                    <a:pt x="142684" y="50888"/>
                  </a:lnTo>
                  <a:lnTo>
                    <a:pt x="143167" y="426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820" name="Google Shape;5820;p89"/>
            <p:cNvPicPr preferRelativeResize="0"/>
            <p:nvPr/>
          </p:nvPicPr>
          <p:blipFill rotWithShape="1">
            <a:blip r:embed="rId105">
              <a:alphaModFix/>
            </a:blip>
            <a:srcRect b="0" l="0" r="0" t="0"/>
            <a:stretch/>
          </p:blipFill>
          <p:spPr>
            <a:xfrm>
              <a:off x="3770376" y="1039368"/>
              <a:ext cx="121920" cy="8077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21" name="Google Shape;5821;p89"/>
          <p:cNvGrpSpPr/>
          <p:nvPr/>
        </p:nvGrpSpPr>
        <p:grpSpPr>
          <a:xfrm>
            <a:off x="3733800" y="4556759"/>
            <a:ext cx="580644" cy="1318260"/>
            <a:chOff x="3733800" y="4556759"/>
            <a:chExt cx="580644" cy="1318260"/>
          </a:xfrm>
        </p:grpSpPr>
        <p:pic>
          <p:nvPicPr>
            <p:cNvPr id="5822" name="Google Shape;5822;p89"/>
            <p:cNvPicPr preferRelativeResize="0"/>
            <p:nvPr/>
          </p:nvPicPr>
          <p:blipFill rotWithShape="1">
            <a:blip r:embed="rId106">
              <a:alphaModFix/>
            </a:blip>
            <a:srcRect b="0" l="0" r="0" t="0"/>
            <a:stretch/>
          </p:blipFill>
          <p:spPr>
            <a:xfrm>
              <a:off x="3954780" y="5785104"/>
              <a:ext cx="137160" cy="883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23" name="Google Shape;5823;p89"/>
            <p:cNvPicPr preferRelativeResize="0"/>
            <p:nvPr/>
          </p:nvPicPr>
          <p:blipFill rotWithShape="1">
            <a:blip r:embed="rId107">
              <a:alphaModFix/>
            </a:blip>
            <a:srcRect b="0" l="0" r="0" t="0"/>
            <a:stretch/>
          </p:blipFill>
          <p:spPr>
            <a:xfrm>
              <a:off x="3733800" y="4556759"/>
              <a:ext cx="580644" cy="131826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24" name="Google Shape;5824;p89"/>
          <p:cNvGrpSpPr/>
          <p:nvPr/>
        </p:nvGrpSpPr>
        <p:grpSpPr>
          <a:xfrm>
            <a:off x="3889247" y="1725167"/>
            <a:ext cx="425196" cy="2766059"/>
            <a:chOff x="3889247" y="1725167"/>
            <a:chExt cx="425196" cy="2766059"/>
          </a:xfrm>
        </p:grpSpPr>
        <p:pic>
          <p:nvPicPr>
            <p:cNvPr id="5825" name="Google Shape;5825;p89"/>
            <p:cNvPicPr preferRelativeResize="0"/>
            <p:nvPr/>
          </p:nvPicPr>
          <p:blipFill rotWithShape="1">
            <a:blip r:embed="rId108">
              <a:alphaModFix/>
            </a:blip>
            <a:srcRect b="0" l="0" r="0" t="0"/>
            <a:stretch/>
          </p:blipFill>
          <p:spPr>
            <a:xfrm>
              <a:off x="3950207" y="1833372"/>
              <a:ext cx="141732" cy="4998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26" name="Google Shape;5826;p89"/>
            <p:cNvPicPr preferRelativeResize="0"/>
            <p:nvPr/>
          </p:nvPicPr>
          <p:blipFill rotWithShape="1">
            <a:blip r:embed="rId109">
              <a:alphaModFix/>
            </a:blip>
            <a:srcRect b="0" l="0" r="0" t="0"/>
            <a:stretch/>
          </p:blipFill>
          <p:spPr>
            <a:xfrm>
              <a:off x="3992879" y="1725167"/>
              <a:ext cx="97536" cy="883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27" name="Google Shape;5827;p89"/>
            <p:cNvPicPr preferRelativeResize="0"/>
            <p:nvPr/>
          </p:nvPicPr>
          <p:blipFill rotWithShape="1">
            <a:blip r:embed="rId110">
              <a:alphaModFix/>
            </a:blip>
            <a:srcRect b="0" l="0" r="0" t="0"/>
            <a:stretch/>
          </p:blipFill>
          <p:spPr>
            <a:xfrm>
              <a:off x="3889247" y="2074163"/>
              <a:ext cx="425196" cy="241706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28" name="Google Shape;5828;p89"/>
          <p:cNvGrpSpPr/>
          <p:nvPr/>
        </p:nvGrpSpPr>
        <p:grpSpPr>
          <a:xfrm>
            <a:off x="4393691" y="4373879"/>
            <a:ext cx="143256" cy="309372"/>
            <a:chOff x="4393691" y="4373879"/>
            <a:chExt cx="143256" cy="309372"/>
          </a:xfrm>
        </p:grpSpPr>
        <p:pic>
          <p:nvPicPr>
            <p:cNvPr id="5829" name="Google Shape;5829;p89"/>
            <p:cNvPicPr preferRelativeResize="0"/>
            <p:nvPr/>
          </p:nvPicPr>
          <p:blipFill rotWithShape="1">
            <a:blip r:embed="rId111">
              <a:alphaModFix/>
            </a:blip>
            <a:srcRect b="0" l="0" r="0" t="0"/>
            <a:stretch/>
          </p:blipFill>
          <p:spPr>
            <a:xfrm>
              <a:off x="4437887" y="4599431"/>
              <a:ext cx="99060" cy="83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30" name="Google Shape;5830;p89"/>
            <p:cNvPicPr preferRelativeResize="0"/>
            <p:nvPr/>
          </p:nvPicPr>
          <p:blipFill rotWithShape="1">
            <a:blip r:embed="rId112">
              <a:alphaModFix/>
            </a:blip>
            <a:srcRect b="0" l="0" r="0" t="0"/>
            <a:stretch/>
          </p:blipFill>
          <p:spPr>
            <a:xfrm>
              <a:off x="4437888" y="4488179"/>
              <a:ext cx="97536" cy="883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31" name="Google Shape;5831;p89"/>
            <p:cNvPicPr preferRelativeResize="0"/>
            <p:nvPr/>
          </p:nvPicPr>
          <p:blipFill rotWithShape="1">
            <a:blip r:embed="rId113">
              <a:alphaModFix/>
            </a:blip>
            <a:srcRect b="0" l="0" r="0" t="0"/>
            <a:stretch/>
          </p:blipFill>
          <p:spPr>
            <a:xfrm>
              <a:off x="4393691" y="4373879"/>
              <a:ext cx="143256" cy="9448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32" name="Google Shape;5832;p89"/>
          <p:cNvGrpSpPr/>
          <p:nvPr/>
        </p:nvGrpSpPr>
        <p:grpSpPr>
          <a:xfrm>
            <a:off x="4437888" y="3933444"/>
            <a:ext cx="99060" cy="356615"/>
            <a:chOff x="4437888" y="3933444"/>
            <a:chExt cx="99060" cy="356615"/>
          </a:xfrm>
        </p:grpSpPr>
        <p:pic>
          <p:nvPicPr>
            <p:cNvPr id="5833" name="Google Shape;5833;p89"/>
            <p:cNvPicPr preferRelativeResize="0"/>
            <p:nvPr/>
          </p:nvPicPr>
          <p:blipFill rotWithShape="1">
            <a:blip r:embed="rId114">
              <a:alphaModFix/>
            </a:blip>
            <a:srcRect b="0" l="0" r="0" t="0"/>
            <a:stretch/>
          </p:blipFill>
          <p:spPr>
            <a:xfrm>
              <a:off x="4437888" y="4207763"/>
              <a:ext cx="99060" cy="822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34" name="Google Shape;5834;p89"/>
            <p:cNvPicPr preferRelativeResize="0"/>
            <p:nvPr/>
          </p:nvPicPr>
          <p:blipFill rotWithShape="1">
            <a:blip r:embed="rId115">
              <a:alphaModFix/>
            </a:blip>
            <a:srcRect b="0" l="0" r="0" t="0"/>
            <a:stretch/>
          </p:blipFill>
          <p:spPr>
            <a:xfrm>
              <a:off x="4437888" y="3933444"/>
              <a:ext cx="99060" cy="24993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35" name="Google Shape;5835;p89"/>
          <p:cNvGrpSpPr/>
          <p:nvPr/>
        </p:nvGrpSpPr>
        <p:grpSpPr>
          <a:xfrm>
            <a:off x="4393679" y="3438144"/>
            <a:ext cx="185654" cy="409956"/>
            <a:chOff x="4393679" y="3438144"/>
            <a:chExt cx="185654" cy="409956"/>
          </a:xfrm>
        </p:grpSpPr>
        <p:pic>
          <p:nvPicPr>
            <p:cNvPr id="5836" name="Google Shape;5836;p89"/>
            <p:cNvPicPr preferRelativeResize="0"/>
            <p:nvPr/>
          </p:nvPicPr>
          <p:blipFill rotWithShape="1">
            <a:blip r:embed="rId116">
              <a:alphaModFix/>
            </a:blip>
            <a:srcRect b="0" l="0" r="0" t="0"/>
            <a:stretch/>
          </p:blipFill>
          <p:spPr>
            <a:xfrm>
              <a:off x="4437887" y="3538728"/>
              <a:ext cx="141446" cy="3093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37" name="Google Shape;5837;p89"/>
            <p:cNvSpPr/>
            <p:nvPr/>
          </p:nvSpPr>
          <p:spPr>
            <a:xfrm>
              <a:off x="4393679" y="3438144"/>
              <a:ext cx="143510" cy="78105"/>
            </a:xfrm>
            <a:custGeom>
              <a:rect b="b" l="l" r="r" t="t"/>
              <a:pathLst>
                <a:path extrusionOk="0" h="78104" w="143510">
                  <a:moveTo>
                    <a:pt x="141744" y="50292"/>
                  </a:moveTo>
                  <a:lnTo>
                    <a:pt x="0" y="50292"/>
                  </a:lnTo>
                  <a:lnTo>
                    <a:pt x="0" y="77724"/>
                  </a:lnTo>
                  <a:lnTo>
                    <a:pt x="141744" y="77724"/>
                  </a:lnTo>
                  <a:lnTo>
                    <a:pt x="141744" y="50292"/>
                  </a:lnTo>
                  <a:close/>
                </a:path>
                <a:path extrusionOk="0" h="78104" w="143510">
                  <a:moveTo>
                    <a:pt x="143256" y="10668"/>
                  </a:moveTo>
                  <a:lnTo>
                    <a:pt x="140208" y="4572"/>
                  </a:lnTo>
                  <a:lnTo>
                    <a:pt x="137160" y="1524"/>
                  </a:lnTo>
                  <a:lnTo>
                    <a:pt x="134112" y="0"/>
                  </a:lnTo>
                  <a:lnTo>
                    <a:pt x="124968" y="0"/>
                  </a:lnTo>
                  <a:lnTo>
                    <a:pt x="121920" y="1524"/>
                  </a:lnTo>
                  <a:lnTo>
                    <a:pt x="118872" y="4572"/>
                  </a:lnTo>
                  <a:lnTo>
                    <a:pt x="115824" y="10668"/>
                  </a:lnTo>
                  <a:lnTo>
                    <a:pt x="115824" y="19812"/>
                  </a:lnTo>
                  <a:lnTo>
                    <a:pt x="118872" y="25908"/>
                  </a:lnTo>
                  <a:lnTo>
                    <a:pt x="121920" y="28956"/>
                  </a:lnTo>
                  <a:lnTo>
                    <a:pt x="124968" y="30480"/>
                  </a:lnTo>
                  <a:lnTo>
                    <a:pt x="134112" y="30480"/>
                  </a:lnTo>
                  <a:lnTo>
                    <a:pt x="137160" y="28956"/>
                  </a:lnTo>
                  <a:lnTo>
                    <a:pt x="138684" y="25908"/>
                  </a:lnTo>
                  <a:lnTo>
                    <a:pt x="141732" y="22860"/>
                  </a:lnTo>
                  <a:lnTo>
                    <a:pt x="143256" y="19812"/>
                  </a:lnTo>
                  <a:lnTo>
                    <a:pt x="143256" y="106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89"/>
          <p:cNvGrpSpPr/>
          <p:nvPr/>
        </p:nvGrpSpPr>
        <p:grpSpPr>
          <a:xfrm>
            <a:off x="4393691" y="2938272"/>
            <a:ext cx="143256" cy="413003"/>
            <a:chOff x="4393691" y="2938272"/>
            <a:chExt cx="143256" cy="413003"/>
          </a:xfrm>
        </p:grpSpPr>
        <p:pic>
          <p:nvPicPr>
            <p:cNvPr id="5839" name="Google Shape;5839;p89"/>
            <p:cNvPicPr preferRelativeResize="0"/>
            <p:nvPr/>
          </p:nvPicPr>
          <p:blipFill rotWithShape="1">
            <a:blip r:embed="rId117">
              <a:alphaModFix/>
            </a:blip>
            <a:srcRect b="0" l="0" r="0" t="0"/>
            <a:stretch/>
          </p:blipFill>
          <p:spPr>
            <a:xfrm>
              <a:off x="4401311" y="3244596"/>
              <a:ext cx="135636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40" name="Google Shape;5840;p89"/>
            <p:cNvPicPr preferRelativeResize="0"/>
            <p:nvPr/>
          </p:nvPicPr>
          <p:blipFill rotWithShape="1">
            <a:blip r:embed="rId118">
              <a:alphaModFix/>
            </a:blip>
            <a:srcRect b="0" l="0" r="0" t="0"/>
            <a:stretch/>
          </p:blipFill>
          <p:spPr>
            <a:xfrm>
              <a:off x="4393691" y="2938272"/>
              <a:ext cx="143256" cy="28346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41" name="Google Shape;5841;p89"/>
          <p:cNvGrpSpPr/>
          <p:nvPr/>
        </p:nvGrpSpPr>
        <p:grpSpPr>
          <a:xfrm>
            <a:off x="4393691" y="2545079"/>
            <a:ext cx="143257" cy="304927"/>
            <a:chOff x="4393691" y="2545079"/>
            <a:chExt cx="143257" cy="304927"/>
          </a:xfrm>
        </p:grpSpPr>
        <p:sp>
          <p:nvSpPr>
            <p:cNvPr id="5842" name="Google Shape;5842;p89"/>
            <p:cNvSpPr/>
            <p:nvPr/>
          </p:nvSpPr>
          <p:spPr>
            <a:xfrm>
              <a:off x="4393691" y="2823972"/>
              <a:ext cx="142240" cy="26034"/>
            </a:xfrm>
            <a:custGeom>
              <a:rect b="b" l="l" r="r" t="t"/>
              <a:pathLst>
                <a:path extrusionOk="0" h="26035" w="142239">
                  <a:moveTo>
                    <a:pt x="141732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141732" y="0"/>
                  </a:lnTo>
                  <a:lnTo>
                    <a:pt x="141732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843" name="Google Shape;5843;p89"/>
            <p:cNvPicPr preferRelativeResize="0"/>
            <p:nvPr/>
          </p:nvPicPr>
          <p:blipFill rotWithShape="1">
            <a:blip r:embed="rId119">
              <a:alphaModFix/>
            </a:blip>
            <a:srcRect b="0" l="0" r="0" t="0"/>
            <a:stretch/>
          </p:blipFill>
          <p:spPr>
            <a:xfrm>
              <a:off x="4410456" y="2545079"/>
              <a:ext cx="126492" cy="2575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844" name="Google Shape;5844;p89"/>
          <p:cNvPicPr preferRelativeResize="0"/>
          <p:nvPr/>
        </p:nvPicPr>
        <p:blipFill rotWithShape="1">
          <a:blip r:embed="rId120">
            <a:alphaModFix/>
          </a:blip>
          <a:srcRect b="0" l="0" r="0" t="0"/>
          <a:stretch/>
        </p:blipFill>
        <p:spPr>
          <a:xfrm>
            <a:off x="4392167" y="2295144"/>
            <a:ext cx="144780" cy="17373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45" name="Google Shape;5845;p89"/>
          <p:cNvGrpSpPr/>
          <p:nvPr/>
        </p:nvGrpSpPr>
        <p:grpSpPr>
          <a:xfrm>
            <a:off x="4393691" y="1716024"/>
            <a:ext cx="143256" cy="507492"/>
            <a:chOff x="4393691" y="1716024"/>
            <a:chExt cx="143256" cy="507492"/>
          </a:xfrm>
        </p:grpSpPr>
        <p:pic>
          <p:nvPicPr>
            <p:cNvPr id="5846" name="Google Shape;5846;p89"/>
            <p:cNvPicPr preferRelativeResize="0"/>
            <p:nvPr/>
          </p:nvPicPr>
          <p:blipFill rotWithShape="1">
            <a:blip r:embed="rId121">
              <a:alphaModFix/>
            </a:blip>
            <a:srcRect b="0" l="0" r="0" t="0"/>
            <a:stretch/>
          </p:blipFill>
          <p:spPr>
            <a:xfrm>
              <a:off x="4437887" y="2147316"/>
              <a:ext cx="99060" cy="762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47" name="Google Shape;5847;p89"/>
            <p:cNvPicPr preferRelativeResize="0"/>
            <p:nvPr/>
          </p:nvPicPr>
          <p:blipFill rotWithShape="1">
            <a:blip r:embed="rId122">
              <a:alphaModFix/>
            </a:blip>
            <a:srcRect b="0" l="0" r="0" t="0"/>
            <a:stretch/>
          </p:blipFill>
          <p:spPr>
            <a:xfrm>
              <a:off x="4393691" y="1793748"/>
              <a:ext cx="143256" cy="33375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48" name="Google Shape;5848;p89"/>
            <p:cNvSpPr/>
            <p:nvPr/>
          </p:nvSpPr>
          <p:spPr>
            <a:xfrm>
              <a:off x="4437887" y="1716024"/>
              <a:ext cx="97790" cy="58419"/>
            </a:xfrm>
            <a:custGeom>
              <a:rect b="b" l="l" r="r" t="t"/>
              <a:pathLst>
                <a:path extrusionOk="0" h="58419" w="97789">
                  <a:moveTo>
                    <a:pt x="97536" y="57912"/>
                  </a:moveTo>
                  <a:lnTo>
                    <a:pt x="1524" y="57912"/>
                  </a:lnTo>
                  <a:lnTo>
                    <a:pt x="1524" y="33528"/>
                  </a:lnTo>
                  <a:lnTo>
                    <a:pt x="19812" y="33528"/>
                  </a:lnTo>
                  <a:lnTo>
                    <a:pt x="19812" y="32004"/>
                  </a:lnTo>
                  <a:lnTo>
                    <a:pt x="10929" y="27979"/>
                  </a:lnTo>
                  <a:lnTo>
                    <a:pt x="4762" y="22669"/>
                  </a:lnTo>
                  <a:lnTo>
                    <a:pt x="1166" y="15930"/>
                  </a:lnTo>
                  <a:lnTo>
                    <a:pt x="0" y="7620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24384" y="0"/>
                  </a:lnTo>
                  <a:lnTo>
                    <a:pt x="22860" y="3048"/>
                  </a:lnTo>
                  <a:lnTo>
                    <a:pt x="21336" y="7620"/>
                  </a:lnTo>
                  <a:lnTo>
                    <a:pt x="21336" y="18288"/>
                  </a:lnTo>
                  <a:lnTo>
                    <a:pt x="24384" y="22859"/>
                  </a:lnTo>
                  <a:lnTo>
                    <a:pt x="28956" y="27432"/>
                  </a:lnTo>
                  <a:lnTo>
                    <a:pt x="41148" y="33528"/>
                  </a:lnTo>
                  <a:lnTo>
                    <a:pt x="97536" y="33528"/>
                  </a:lnTo>
                  <a:lnTo>
                    <a:pt x="97536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9" name="Google Shape;5849;p89"/>
          <p:cNvGrpSpPr/>
          <p:nvPr/>
        </p:nvGrpSpPr>
        <p:grpSpPr>
          <a:xfrm>
            <a:off x="4392167" y="3909059"/>
            <a:ext cx="589788" cy="1965959"/>
            <a:chOff x="4392167" y="3909059"/>
            <a:chExt cx="589788" cy="1965959"/>
          </a:xfrm>
        </p:grpSpPr>
        <p:pic>
          <p:nvPicPr>
            <p:cNvPr id="5850" name="Google Shape;5850;p89"/>
            <p:cNvPicPr preferRelativeResize="0"/>
            <p:nvPr/>
          </p:nvPicPr>
          <p:blipFill rotWithShape="1">
            <a:blip r:embed="rId123">
              <a:alphaModFix/>
            </a:blip>
            <a:srcRect b="0" l="0" r="0" t="0"/>
            <a:stretch/>
          </p:blipFill>
          <p:spPr>
            <a:xfrm>
              <a:off x="4392167" y="4389119"/>
              <a:ext cx="589788" cy="14858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51" name="Google Shape;5851;p89"/>
            <p:cNvPicPr preferRelativeResize="0"/>
            <p:nvPr/>
          </p:nvPicPr>
          <p:blipFill rotWithShape="1">
            <a:blip r:embed="rId124">
              <a:alphaModFix/>
            </a:blip>
            <a:srcRect b="0" l="0" r="0" t="0"/>
            <a:stretch/>
          </p:blipFill>
          <p:spPr>
            <a:xfrm>
              <a:off x="4614672" y="4238243"/>
              <a:ext cx="143255" cy="1783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52" name="Google Shape;5852;p89"/>
            <p:cNvPicPr preferRelativeResize="0"/>
            <p:nvPr/>
          </p:nvPicPr>
          <p:blipFill rotWithShape="1">
            <a:blip r:embed="rId125">
              <a:alphaModFix/>
            </a:blip>
            <a:srcRect b="0" l="0" r="0" t="0"/>
            <a:stretch/>
          </p:blipFill>
          <p:spPr>
            <a:xfrm>
              <a:off x="4614671" y="3909059"/>
              <a:ext cx="143256" cy="3093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53" name="Google Shape;5853;p89"/>
          <p:cNvGrpSpPr/>
          <p:nvPr/>
        </p:nvGrpSpPr>
        <p:grpSpPr>
          <a:xfrm>
            <a:off x="4614671" y="3553967"/>
            <a:ext cx="143256" cy="275844"/>
            <a:chOff x="4614671" y="3553967"/>
            <a:chExt cx="143256" cy="275844"/>
          </a:xfrm>
        </p:grpSpPr>
        <p:pic>
          <p:nvPicPr>
            <p:cNvPr id="5854" name="Google Shape;5854;p89"/>
            <p:cNvPicPr preferRelativeResize="0"/>
            <p:nvPr/>
          </p:nvPicPr>
          <p:blipFill rotWithShape="1">
            <a:blip r:embed="rId126">
              <a:alphaModFix/>
            </a:blip>
            <a:srcRect b="0" l="0" r="0" t="0"/>
            <a:stretch/>
          </p:blipFill>
          <p:spPr>
            <a:xfrm>
              <a:off x="4614671" y="3662172"/>
              <a:ext cx="143256" cy="1676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55" name="Google Shape;5855;p89"/>
            <p:cNvPicPr preferRelativeResize="0"/>
            <p:nvPr/>
          </p:nvPicPr>
          <p:blipFill rotWithShape="1">
            <a:blip r:embed="rId127">
              <a:alphaModFix/>
            </a:blip>
            <a:srcRect b="0" l="0" r="0" t="0"/>
            <a:stretch/>
          </p:blipFill>
          <p:spPr>
            <a:xfrm>
              <a:off x="4657343" y="3553967"/>
              <a:ext cx="100584" cy="883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56" name="Google Shape;5856;p89"/>
          <p:cNvGrpSpPr/>
          <p:nvPr/>
        </p:nvGrpSpPr>
        <p:grpSpPr>
          <a:xfrm>
            <a:off x="4614671" y="2618232"/>
            <a:ext cx="143256" cy="855345"/>
            <a:chOff x="4614671" y="2618232"/>
            <a:chExt cx="143256" cy="855345"/>
          </a:xfrm>
        </p:grpSpPr>
        <p:sp>
          <p:nvSpPr>
            <p:cNvPr id="5857" name="Google Shape;5857;p89"/>
            <p:cNvSpPr/>
            <p:nvPr/>
          </p:nvSpPr>
          <p:spPr>
            <a:xfrm>
              <a:off x="4622292" y="3403092"/>
              <a:ext cx="56515" cy="70485"/>
            </a:xfrm>
            <a:custGeom>
              <a:rect b="b" l="l" r="r" t="t"/>
              <a:pathLst>
                <a:path extrusionOk="0" h="70485" w="56514">
                  <a:moveTo>
                    <a:pt x="56388" y="70104"/>
                  </a:moveTo>
                  <a:lnTo>
                    <a:pt x="22860" y="70104"/>
                  </a:lnTo>
                  <a:lnTo>
                    <a:pt x="19812" y="68580"/>
                  </a:lnTo>
                  <a:lnTo>
                    <a:pt x="15240" y="67056"/>
                  </a:lnTo>
                  <a:lnTo>
                    <a:pt x="10668" y="64008"/>
                  </a:lnTo>
                  <a:lnTo>
                    <a:pt x="4572" y="57912"/>
                  </a:lnTo>
                  <a:lnTo>
                    <a:pt x="1524" y="53340"/>
                  </a:lnTo>
                  <a:lnTo>
                    <a:pt x="0" y="47244"/>
                  </a:lnTo>
                  <a:lnTo>
                    <a:pt x="10668" y="42672"/>
                  </a:lnTo>
                  <a:lnTo>
                    <a:pt x="13716" y="51816"/>
                  </a:lnTo>
                  <a:lnTo>
                    <a:pt x="19812" y="54864"/>
                  </a:lnTo>
                  <a:lnTo>
                    <a:pt x="24384" y="56388"/>
                  </a:lnTo>
                  <a:lnTo>
                    <a:pt x="56388" y="56388"/>
                  </a:lnTo>
                  <a:lnTo>
                    <a:pt x="56388" y="70104"/>
                  </a:lnTo>
                  <a:close/>
                </a:path>
                <a:path extrusionOk="0" h="70485" w="56514">
                  <a:moveTo>
                    <a:pt x="56388" y="56388"/>
                  </a:moveTo>
                  <a:lnTo>
                    <a:pt x="30480" y="56388"/>
                  </a:lnTo>
                  <a:lnTo>
                    <a:pt x="30480" y="44196"/>
                  </a:lnTo>
                  <a:lnTo>
                    <a:pt x="56388" y="44196"/>
                  </a:lnTo>
                  <a:lnTo>
                    <a:pt x="56388" y="56388"/>
                  </a:lnTo>
                  <a:close/>
                </a:path>
                <a:path extrusionOk="0" h="70485" w="56514">
                  <a:moveTo>
                    <a:pt x="56388" y="27432"/>
                  </a:moveTo>
                  <a:lnTo>
                    <a:pt x="22860" y="27432"/>
                  </a:lnTo>
                  <a:lnTo>
                    <a:pt x="19812" y="25908"/>
                  </a:lnTo>
                  <a:lnTo>
                    <a:pt x="15240" y="24384"/>
                  </a:lnTo>
                  <a:lnTo>
                    <a:pt x="10668" y="21336"/>
                  </a:lnTo>
                  <a:lnTo>
                    <a:pt x="4572" y="15240"/>
                  </a:lnTo>
                  <a:lnTo>
                    <a:pt x="1524" y="10668"/>
                  </a:lnTo>
                  <a:lnTo>
                    <a:pt x="0" y="4572"/>
                  </a:lnTo>
                  <a:lnTo>
                    <a:pt x="10668" y="0"/>
                  </a:lnTo>
                  <a:lnTo>
                    <a:pt x="13716" y="9144"/>
                  </a:lnTo>
                  <a:lnTo>
                    <a:pt x="19812" y="12192"/>
                  </a:lnTo>
                  <a:lnTo>
                    <a:pt x="24384" y="13716"/>
                  </a:lnTo>
                  <a:lnTo>
                    <a:pt x="56388" y="13716"/>
                  </a:lnTo>
                  <a:lnTo>
                    <a:pt x="56388" y="27432"/>
                  </a:lnTo>
                  <a:close/>
                </a:path>
                <a:path extrusionOk="0" h="70485" w="56514">
                  <a:moveTo>
                    <a:pt x="56388" y="13716"/>
                  </a:moveTo>
                  <a:lnTo>
                    <a:pt x="30480" y="13716"/>
                  </a:lnTo>
                  <a:lnTo>
                    <a:pt x="30480" y="1524"/>
                  </a:lnTo>
                  <a:lnTo>
                    <a:pt x="56388" y="1524"/>
                  </a:lnTo>
                  <a:lnTo>
                    <a:pt x="56388" y="137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858" name="Google Shape;5858;p89"/>
            <p:cNvPicPr preferRelativeResize="0"/>
            <p:nvPr/>
          </p:nvPicPr>
          <p:blipFill rotWithShape="1">
            <a:blip r:embed="rId128">
              <a:alphaModFix/>
            </a:blip>
            <a:srcRect b="0" l="0" r="0" t="0"/>
            <a:stretch/>
          </p:blipFill>
          <p:spPr>
            <a:xfrm>
              <a:off x="4657343" y="3282696"/>
              <a:ext cx="100584" cy="1005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59" name="Google Shape;5859;p89"/>
            <p:cNvPicPr preferRelativeResize="0"/>
            <p:nvPr/>
          </p:nvPicPr>
          <p:blipFill rotWithShape="1">
            <a:blip r:embed="rId129">
              <a:alphaModFix/>
            </a:blip>
            <a:srcRect b="0" l="0" r="0" t="0"/>
            <a:stretch/>
          </p:blipFill>
          <p:spPr>
            <a:xfrm>
              <a:off x="4614671" y="2798064"/>
              <a:ext cx="143256" cy="4648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60" name="Google Shape;5860;p89"/>
            <p:cNvPicPr preferRelativeResize="0"/>
            <p:nvPr/>
          </p:nvPicPr>
          <p:blipFill rotWithShape="1">
            <a:blip r:embed="rId130">
              <a:alphaModFix/>
            </a:blip>
            <a:srcRect b="0" l="0" r="0" t="0"/>
            <a:stretch/>
          </p:blipFill>
          <p:spPr>
            <a:xfrm>
              <a:off x="4622291" y="2618232"/>
              <a:ext cx="135636" cy="15697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61" name="Google Shape;5861;p89"/>
          <p:cNvGrpSpPr/>
          <p:nvPr/>
        </p:nvGrpSpPr>
        <p:grpSpPr>
          <a:xfrm>
            <a:off x="4613148" y="1158240"/>
            <a:ext cx="145034" cy="1035304"/>
            <a:chOff x="4613148" y="1158240"/>
            <a:chExt cx="145034" cy="1035304"/>
          </a:xfrm>
        </p:grpSpPr>
        <p:sp>
          <p:nvSpPr>
            <p:cNvPr id="5862" name="Google Shape;5862;p89"/>
            <p:cNvSpPr/>
            <p:nvPr/>
          </p:nvSpPr>
          <p:spPr>
            <a:xfrm>
              <a:off x="4613148" y="2058924"/>
              <a:ext cx="144780" cy="134620"/>
            </a:xfrm>
            <a:custGeom>
              <a:rect b="b" l="l" r="r" t="t"/>
              <a:pathLst>
                <a:path extrusionOk="0" h="134619" w="144779">
                  <a:moveTo>
                    <a:pt x="143243" y="106680"/>
                  </a:moveTo>
                  <a:lnTo>
                    <a:pt x="0" y="106680"/>
                  </a:lnTo>
                  <a:lnTo>
                    <a:pt x="0" y="134112"/>
                  </a:lnTo>
                  <a:lnTo>
                    <a:pt x="143243" y="134112"/>
                  </a:lnTo>
                  <a:lnTo>
                    <a:pt x="143243" y="106680"/>
                  </a:lnTo>
                  <a:close/>
                </a:path>
                <a:path extrusionOk="0" h="134619" w="144779">
                  <a:moveTo>
                    <a:pt x="144780" y="41148"/>
                  </a:moveTo>
                  <a:lnTo>
                    <a:pt x="144221" y="31419"/>
                  </a:lnTo>
                  <a:lnTo>
                    <a:pt x="142684" y="22669"/>
                  </a:lnTo>
                  <a:lnTo>
                    <a:pt x="140271" y="14795"/>
                  </a:lnTo>
                  <a:lnTo>
                    <a:pt x="137160" y="7620"/>
                  </a:lnTo>
                  <a:lnTo>
                    <a:pt x="117348" y="7620"/>
                  </a:lnTo>
                  <a:lnTo>
                    <a:pt x="121348" y="13627"/>
                  </a:lnTo>
                  <a:lnTo>
                    <a:pt x="124206" y="20193"/>
                  </a:lnTo>
                  <a:lnTo>
                    <a:pt x="125920" y="27343"/>
                  </a:lnTo>
                  <a:lnTo>
                    <a:pt x="125933" y="27622"/>
                  </a:lnTo>
                  <a:lnTo>
                    <a:pt x="126492" y="35052"/>
                  </a:lnTo>
                  <a:lnTo>
                    <a:pt x="125031" y="47078"/>
                  </a:lnTo>
                  <a:lnTo>
                    <a:pt x="124942" y="47244"/>
                  </a:lnTo>
                  <a:lnTo>
                    <a:pt x="120586" y="55816"/>
                  </a:lnTo>
                  <a:lnTo>
                    <a:pt x="112979" y="61417"/>
                  </a:lnTo>
                  <a:lnTo>
                    <a:pt x="102108" y="64008"/>
                  </a:lnTo>
                  <a:lnTo>
                    <a:pt x="102108" y="22860"/>
                  </a:lnTo>
                  <a:lnTo>
                    <a:pt x="102108" y="0"/>
                  </a:lnTo>
                  <a:lnTo>
                    <a:pt x="91440" y="0"/>
                  </a:lnTo>
                  <a:lnTo>
                    <a:pt x="85344" y="355"/>
                  </a:lnTo>
                  <a:lnTo>
                    <a:pt x="85344" y="22860"/>
                  </a:lnTo>
                  <a:lnTo>
                    <a:pt x="85344" y="64008"/>
                  </a:lnTo>
                  <a:lnTo>
                    <a:pt x="79248" y="62484"/>
                  </a:lnTo>
                  <a:lnTo>
                    <a:pt x="73152" y="59436"/>
                  </a:lnTo>
                  <a:lnTo>
                    <a:pt x="68580" y="56388"/>
                  </a:lnTo>
                  <a:lnTo>
                    <a:pt x="62484" y="47244"/>
                  </a:lnTo>
                  <a:lnTo>
                    <a:pt x="62484" y="42672"/>
                  </a:lnTo>
                  <a:lnTo>
                    <a:pt x="63906" y="33794"/>
                  </a:lnTo>
                  <a:lnTo>
                    <a:pt x="68199" y="27622"/>
                  </a:lnTo>
                  <a:lnTo>
                    <a:pt x="75336" y="24028"/>
                  </a:lnTo>
                  <a:lnTo>
                    <a:pt x="85344" y="22860"/>
                  </a:lnTo>
                  <a:lnTo>
                    <a:pt x="85344" y="355"/>
                  </a:lnTo>
                  <a:lnTo>
                    <a:pt x="47625" y="24193"/>
                  </a:lnTo>
                  <a:lnTo>
                    <a:pt x="44196" y="41148"/>
                  </a:lnTo>
                  <a:lnTo>
                    <a:pt x="45288" y="51104"/>
                  </a:lnTo>
                  <a:lnTo>
                    <a:pt x="75438" y="84963"/>
                  </a:lnTo>
                  <a:lnTo>
                    <a:pt x="96012" y="88392"/>
                  </a:lnTo>
                  <a:lnTo>
                    <a:pt x="107175" y="87541"/>
                  </a:lnTo>
                  <a:lnTo>
                    <a:pt x="106959" y="87541"/>
                  </a:lnTo>
                  <a:lnTo>
                    <a:pt x="116586" y="85153"/>
                  </a:lnTo>
                  <a:lnTo>
                    <a:pt x="125158" y="81330"/>
                  </a:lnTo>
                  <a:lnTo>
                    <a:pt x="132588" y="76200"/>
                  </a:lnTo>
                  <a:lnTo>
                    <a:pt x="137706" y="69659"/>
                  </a:lnTo>
                  <a:lnTo>
                    <a:pt x="140360" y="64008"/>
                  </a:lnTo>
                  <a:lnTo>
                    <a:pt x="141084" y="62484"/>
                  </a:lnTo>
                  <a:lnTo>
                    <a:pt x="141566" y="61417"/>
                  </a:lnTo>
                  <a:lnTo>
                    <a:pt x="143941" y="51993"/>
                  </a:lnTo>
                  <a:lnTo>
                    <a:pt x="144005" y="51104"/>
                  </a:lnTo>
                  <a:lnTo>
                    <a:pt x="144780" y="41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863" name="Google Shape;5863;p89"/>
            <p:cNvPicPr preferRelativeResize="0"/>
            <p:nvPr/>
          </p:nvPicPr>
          <p:blipFill rotWithShape="1">
            <a:blip r:embed="rId131">
              <a:alphaModFix/>
            </a:blip>
            <a:srcRect b="0" l="0" r="0" t="0"/>
            <a:stretch/>
          </p:blipFill>
          <p:spPr>
            <a:xfrm>
              <a:off x="4657343" y="1786128"/>
              <a:ext cx="100584" cy="2529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64" name="Google Shape;5864;p89"/>
            <p:cNvSpPr/>
            <p:nvPr/>
          </p:nvSpPr>
          <p:spPr>
            <a:xfrm>
              <a:off x="4614672" y="1158240"/>
              <a:ext cx="143510" cy="607060"/>
            </a:xfrm>
            <a:custGeom>
              <a:rect b="b" l="l" r="r" t="t"/>
              <a:pathLst>
                <a:path extrusionOk="0" h="607060" w="143510">
                  <a:moveTo>
                    <a:pt x="27432" y="231648"/>
                  </a:moveTo>
                  <a:lnTo>
                    <a:pt x="21336" y="225552"/>
                  </a:lnTo>
                  <a:lnTo>
                    <a:pt x="18288" y="224028"/>
                  </a:lnTo>
                  <a:lnTo>
                    <a:pt x="10668" y="224028"/>
                  </a:lnTo>
                  <a:lnTo>
                    <a:pt x="7620" y="225552"/>
                  </a:lnTo>
                  <a:lnTo>
                    <a:pt x="1524" y="231648"/>
                  </a:lnTo>
                  <a:lnTo>
                    <a:pt x="0" y="234696"/>
                  </a:lnTo>
                  <a:lnTo>
                    <a:pt x="0" y="243840"/>
                  </a:lnTo>
                  <a:lnTo>
                    <a:pt x="1524" y="246888"/>
                  </a:lnTo>
                  <a:lnTo>
                    <a:pt x="7620" y="252984"/>
                  </a:lnTo>
                  <a:lnTo>
                    <a:pt x="21336" y="252984"/>
                  </a:lnTo>
                  <a:lnTo>
                    <a:pt x="24384" y="249936"/>
                  </a:lnTo>
                  <a:lnTo>
                    <a:pt x="27432" y="243840"/>
                  </a:lnTo>
                  <a:lnTo>
                    <a:pt x="27432" y="231648"/>
                  </a:lnTo>
                  <a:close/>
                </a:path>
                <a:path extrusionOk="0" h="607060" w="143510">
                  <a:moveTo>
                    <a:pt x="141719" y="518160"/>
                  </a:moveTo>
                  <a:lnTo>
                    <a:pt x="82283" y="518160"/>
                  </a:lnTo>
                  <a:lnTo>
                    <a:pt x="65163" y="520166"/>
                  </a:lnTo>
                  <a:lnTo>
                    <a:pt x="52755" y="526161"/>
                  </a:lnTo>
                  <a:lnTo>
                    <a:pt x="45212" y="536168"/>
                  </a:lnTo>
                  <a:lnTo>
                    <a:pt x="42659" y="550164"/>
                  </a:lnTo>
                  <a:lnTo>
                    <a:pt x="43802" y="559879"/>
                  </a:lnTo>
                  <a:lnTo>
                    <a:pt x="47231" y="568452"/>
                  </a:lnTo>
                  <a:lnTo>
                    <a:pt x="52946" y="575881"/>
                  </a:lnTo>
                  <a:lnTo>
                    <a:pt x="60947" y="582168"/>
                  </a:lnTo>
                  <a:lnTo>
                    <a:pt x="45707" y="582168"/>
                  </a:lnTo>
                  <a:lnTo>
                    <a:pt x="45707" y="606552"/>
                  </a:lnTo>
                  <a:lnTo>
                    <a:pt x="141719" y="606552"/>
                  </a:lnTo>
                  <a:lnTo>
                    <a:pt x="141719" y="582168"/>
                  </a:lnTo>
                  <a:lnTo>
                    <a:pt x="79235" y="582168"/>
                  </a:lnTo>
                  <a:lnTo>
                    <a:pt x="74663" y="580644"/>
                  </a:lnTo>
                  <a:lnTo>
                    <a:pt x="70091" y="576072"/>
                  </a:lnTo>
                  <a:lnTo>
                    <a:pt x="65519" y="573024"/>
                  </a:lnTo>
                  <a:lnTo>
                    <a:pt x="62471" y="568452"/>
                  </a:lnTo>
                  <a:lnTo>
                    <a:pt x="62471" y="562356"/>
                  </a:lnTo>
                  <a:lnTo>
                    <a:pt x="64147" y="554355"/>
                  </a:lnTo>
                  <a:lnTo>
                    <a:pt x="68948" y="548640"/>
                  </a:lnTo>
                  <a:lnTo>
                    <a:pt x="76619" y="545211"/>
                  </a:lnTo>
                  <a:lnTo>
                    <a:pt x="86855" y="544068"/>
                  </a:lnTo>
                  <a:lnTo>
                    <a:pt x="141719" y="544068"/>
                  </a:lnTo>
                  <a:lnTo>
                    <a:pt x="141719" y="518160"/>
                  </a:lnTo>
                  <a:close/>
                </a:path>
                <a:path extrusionOk="0" h="607060" w="143510">
                  <a:moveTo>
                    <a:pt x="141719" y="0"/>
                  </a:moveTo>
                  <a:lnTo>
                    <a:pt x="82283" y="0"/>
                  </a:lnTo>
                  <a:lnTo>
                    <a:pt x="65163" y="2006"/>
                  </a:lnTo>
                  <a:lnTo>
                    <a:pt x="52755" y="8001"/>
                  </a:lnTo>
                  <a:lnTo>
                    <a:pt x="45212" y="18008"/>
                  </a:lnTo>
                  <a:lnTo>
                    <a:pt x="42659" y="32004"/>
                  </a:lnTo>
                  <a:lnTo>
                    <a:pt x="43802" y="41706"/>
                  </a:lnTo>
                  <a:lnTo>
                    <a:pt x="47231" y="50101"/>
                  </a:lnTo>
                  <a:lnTo>
                    <a:pt x="52946" y="57086"/>
                  </a:lnTo>
                  <a:lnTo>
                    <a:pt x="60947" y="62484"/>
                  </a:lnTo>
                  <a:lnTo>
                    <a:pt x="45707" y="62484"/>
                  </a:lnTo>
                  <a:lnTo>
                    <a:pt x="45707" y="88392"/>
                  </a:lnTo>
                  <a:lnTo>
                    <a:pt x="141719" y="88392"/>
                  </a:lnTo>
                  <a:lnTo>
                    <a:pt x="141719" y="62484"/>
                  </a:lnTo>
                  <a:lnTo>
                    <a:pt x="79235" y="62484"/>
                  </a:lnTo>
                  <a:lnTo>
                    <a:pt x="74663" y="60960"/>
                  </a:lnTo>
                  <a:lnTo>
                    <a:pt x="70091" y="57912"/>
                  </a:lnTo>
                  <a:lnTo>
                    <a:pt x="65519" y="53340"/>
                  </a:lnTo>
                  <a:lnTo>
                    <a:pt x="62471" y="48768"/>
                  </a:lnTo>
                  <a:lnTo>
                    <a:pt x="62471" y="42672"/>
                  </a:lnTo>
                  <a:lnTo>
                    <a:pt x="64147" y="34912"/>
                  </a:lnTo>
                  <a:lnTo>
                    <a:pt x="68948" y="29718"/>
                  </a:lnTo>
                  <a:lnTo>
                    <a:pt x="76619" y="26822"/>
                  </a:lnTo>
                  <a:lnTo>
                    <a:pt x="86855" y="25908"/>
                  </a:lnTo>
                  <a:lnTo>
                    <a:pt x="141719" y="25908"/>
                  </a:lnTo>
                  <a:lnTo>
                    <a:pt x="141719" y="0"/>
                  </a:lnTo>
                  <a:close/>
                </a:path>
                <a:path extrusionOk="0" h="607060" w="143510">
                  <a:moveTo>
                    <a:pt x="141732" y="227076"/>
                  </a:moveTo>
                  <a:lnTo>
                    <a:pt x="45720" y="227076"/>
                  </a:lnTo>
                  <a:lnTo>
                    <a:pt x="45720" y="251460"/>
                  </a:lnTo>
                  <a:lnTo>
                    <a:pt x="141732" y="251460"/>
                  </a:lnTo>
                  <a:lnTo>
                    <a:pt x="141732" y="227076"/>
                  </a:lnTo>
                  <a:close/>
                </a:path>
                <a:path extrusionOk="0" h="607060" w="143510">
                  <a:moveTo>
                    <a:pt x="143243" y="452628"/>
                  </a:moveTo>
                  <a:lnTo>
                    <a:pt x="141719" y="446532"/>
                  </a:lnTo>
                  <a:lnTo>
                    <a:pt x="140195" y="441960"/>
                  </a:lnTo>
                  <a:lnTo>
                    <a:pt x="120383" y="441960"/>
                  </a:lnTo>
                  <a:lnTo>
                    <a:pt x="123431" y="445008"/>
                  </a:lnTo>
                  <a:lnTo>
                    <a:pt x="123431" y="460248"/>
                  </a:lnTo>
                  <a:lnTo>
                    <a:pt x="118859" y="464820"/>
                  </a:lnTo>
                  <a:lnTo>
                    <a:pt x="65519" y="464820"/>
                  </a:lnTo>
                  <a:lnTo>
                    <a:pt x="65519" y="441960"/>
                  </a:lnTo>
                  <a:lnTo>
                    <a:pt x="45707" y="441960"/>
                  </a:lnTo>
                  <a:lnTo>
                    <a:pt x="45707" y="464820"/>
                  </a:lnTo>
                  <a:lnTo>
                    <a:pt x="16751" y="464820"/>
                  </a:lnTo>
                  <a:lnTo>
                    <a:pt x="24371" y="489204"/>
                  </a:lnTo>
                  <a:lnTo>
                    <a:pt x="45707" y="489204"/>
                  </a:lnTo>
                  <a:lnTo>
                    <a:pt x="45707" y="505968"/>
                  </a:lnTo>
                  <a:lnTo>
                    <a:pt x="65519" y="505968"/>
                  </a:lnTo>
                  <a:lnTo>
                    <a:pt x="65519" y="489204"/>
                  </a:lnTo>
                  <a:lnTo>
                    <a:pt x="112763" y="489204"/>
                  </a:lnTo>
                  <a:lnTo>
                    <a:pt x="125895" y="487476"/>
                  </a:lnTo>
                  <a:lnTo>
                    <a:pt x="135432" y="482155"/>
                  </a:lnTo>
                  <a:lnTo>
                    <a:pt x="141274" y="473138"/>
                  </a:lnTo>
                  <a:lnTo>
                    <a:pt x="143243" y="460248"/>
                  </a:lnTo>
                  <a:lnTo>
                    <a:pt x="143243" y="452628"/>
                  </a:lnTo>
                  <a:close/>
                </a:path>
                <a:path extrusionOk="0" h="607060" w="143510">
                  <a:moveTo>
                    <a:pt x="143243" y="280416"/>
                  </a:moveTo>
                  <a:lnTo>
                    <a:pt x="141719" y="274320"/>
                  </a:lnTo>
                  <a:lnTo>
                    <a:pt x="140195" y="269748"/>
                  </a:lnTo>
                  <a:lnTo>
                    <a:pt x="120383" y="269748"/>
                  </a:lnTo>
                  <a:lnTo>
                    <a:pt x="123431" y="272796"/>
                  </a:lnTo>
                  <a:lnTo>
                    <a:pt x="123431" y="288036"/>
                  </a:lnTo>
                  <a:lnTo>
                    <a:pt x="118859" y="292608"/>
                  </a:lnTo>
                  <a:lnTo>
                    <a:pt x="65519" y="292608"/>
                  </a:lnTo>
                  <a:lnTo>
                    <a:pt x="65519" y="269748"/>
                  </a:lnTo>
                  <a:lnTo>
                    <a:pt x="45707" y="269748"/>
                  </a:lnTo>
                  <a:lnTo>
                    <a:pt x="45707" y="292608"/>
                  </a:lnTo>
                  <a:lnTo>
                    <a:pt x="16751" y="292608"/>
                  </a:lnTo>
                  <a:lnTo>
                    <a:pt x="24371" y="316992"/>
                  </a:lnTo>
                  <a:lnTo>
                    <a:pt x="45707" y="316992"/>
                  </a:lnTo>
                  <a:lnTo>
                    <a:pt x="45707" y="333756"/>
                  </a:lnTo>
                  <a:lnTo>
                    <a:pt x="65519" y="333756"/>
                  </a:lnTo>
                  <a:lnTo>
                    <a:pt x="65519" y="316992"/>
                  </a:lnTo>
                  <a:lnTo>
                    <a:pt x="112763" y="316992"/>
                  </a:lnTo>
                  <a:lnTo>
                    <a:pt x="125895" y="315264"/>
                  </a:lnTo>
                  <a:lnTo>
                    <a:pt x="135432" y="309943"/>
                  </a:lnTo>
                  <a:lnTo>
                    <a:pt x="141274" y="300926"/>
                  </a:lnTo>
                  <a:lnTo>
                    <a:pt x="143243" y="288036"/>
                  </a:lnTo>
                  <a:lnTo>
                    <a:pt x="143243" y="280416"/>
                  </a:lnTo>
                  <a:close/>
                </a:path>
                <a:path extrusionOk="0" h="607060" w="143510">
                  <a:moveTo>
                    <a:pt x="143243" y="156972"/>
                  </a:moveTo>
                  <a:lnTo>
                    <a:pt x="143129" y="155448"/>
                  </a:lnTo>
                  <a:lnTo>
                    <a:pt x="142379" y="146100"/>
                  </a:lnTo>
                  <a:lnTo>
                    <a:pt x="139814" y="136398"/>
                  </a:lnTo>
                  <a:lnTo>
                    <a:pt x="137909" y="132588"/>
                  </a:lnTo>
                  <a:lnTo>
                    <a:pt x="135534" y="127825"/>
                  </a:lnTo>
                  <a:lnTo>
                    <a:pt x="129527" y="120396"/>
                  </a:lnTo>
                  <a:lnTo>
                    <a:pt x="123431" y="115481"/>
                  </a:lnTo>
                  <a:lnTo>
                    <a:pt x="123431" y="156972"/>
                  </a:lnTo>
                  <a:lnTo>
                    <a:pt x="121678" y="167830"/>
                  </a:lnTo>
                  <a:lnTo>
                    <a:pt x="116192" y="175450"/>
                  </a:lnTo>
                  <a:lnTo>
                    <a:pt x="106870" y="179832"/>
                  </a:lnTo>
                  <a:lnTo>
                    <a:pt x="107403" y="179832"/>
                  </a:lnTo>
                  <a:lnTo>
                    <a:pt x="92951" y="181356"/>
                  </a:lnTo>
                  <a:lnTo>
                    <a:pt x="83807" y="181356"/>
                  </a:lnTo>
                  <a:lnTo>
                    <a:pt x="76187" y="179832"/>
                  </a:lnTo>
                  <a:lnTo>
                    <a:pt x="71615" y="175260"/>
                  </a:lnTo>
                  <a:lnTo>
                    <a:pt x="65519" y="170688"/>
                  </a:lnTo>
                  <a:lnTo>
                    <a:pt x="62471" y="164592"/>
                  </a:lnTo>
                  <a:lnTo>
                    <a:pt x="62471" y="156972"/>
                  </a:lnTo>
                  <a:lnTo>
                    <a:pt x="64452" y="146100"/>
                  </a:lnTo>
                  <a:lnTo>
                    <a:pt x="70281" y="138493"/>
                  </a:lnTo>
                  <a:lnTo>
                    <a:pt x="79832" y="134048"/>
                  </a:lnTo>
                  <a:lnTo>
                    <a:pt x="92951" y="132588"/>
                  </a:lnTo>
                  <a:lnTo>
                    <a:pt x="106083" y="134048"/>
                  </a:lnTo>
                  <a:lnTo>
                    <a:pt x="115620" y="138493"/>
                  </a:lnTo>
                  <a:lnTo>
                    <a:pt x="121462" y="146100"/>
                  </a:lnTo>
                  <a:lnTo>
                    <a:pt x="123431" y="156972"/>
                  </a:lnTo>
                  <a:lnTo>
                    <a:pt x="123431" y="115481"/>
                  </a:lnTo>
                  <a:lnTo>
                    <a:pt x="122097" y="114401"/>
                  </a:lnTo>
                  <a:lnTo>
                    <a:pt x="113525" y="110109"/>
                  </a:lnTo>
                  <a:lnTo>
                    <a:pt x="103809" y="107543"/>
                  </a:lnTo>
                  <a:lnTo>
                    <a:pt x="92951" y="106680"/>
                  </a:lnTo>
                  <a:lnTo>
                    <a:pt x="82092" y="107543"/>
                  </a:lnTo>
                  <a:lnTo>
                    <a:pt x="46088" y="135064"/>
                  </a:lnTo>
                  <a:lnTo>
                    <a:pt x="43408" y="146100"/>
                  </a:lnTo>
                  <a:lnTo>
                    <a:pt x="42659" y="155448"/>
                  </a:lnTo>
                  <a:lnTo>
                    <a:pt x="42773" y="156972"/>
                  </a:lnTo>
                  <a:lnTo>
                    <a:pt x="43522" y="167195"/>
                  </a:lnTo>
                  <a:lnTo>
                    <a:pt x="46088" y="177355"/>
                  </a:lnTo>
                  <a:lnTo>
                    <a:pt x="46189" y="177546"/>
                  </a:lnTo>
                  <a:lnTo>
                    <a:pt x="50380" y="186105"/>
                  </a:lnTo>
                  <a:lnTo>
                    <a:pt x="56375" y="193548"/>
                  </a:lnTo>
                  <a:lnTo>
                    <a:pt x="63830" y="199555"/>
                  </a:lnTo>
                  <a:lnTo>
                    <a:pt x="72567" y="203835"/>
                  </a:lnTo>
                  <a:lnTo>
                    <a:pt x="82740" y="206413"/>
                  </a:lnTo>
                  <a:lnTo>
                    <a:pt x="94475" y="207264"/>
                  </a:lnTo>
                  <a:lnTo>
                    <a:pt x="105105" y="206413"/>
                  </a:lnTo>
                  <a:lnTo>
                    <a:pt x="137909" y="181356"/>
                  </a:lnTo>
                  <a:lnTo>
                    <a:pt x="139814" y="177546"/>
                  </a:lnTo>
                  <a:lnTo>
                    <a:pt x="139865" y="177355"/>
                  </a:lnTo>
                  <a:lnTo>
                    <a:pt x="142392" y="167830"/>
                  </a:lnTo>
                  <a:lnTo>
                    <a:pt x="142443" y="167195"/>
                  </a:lnTo>
                  <a:lnTo>
                    <a:pt x="143243" y="156972"/>
                  </a:lnTo>
                  <a:close/>
                </a:path>
                <a:path extrusionOk="0" h="607060" w="143510">
                  <a:moveTo>
                    <a:pt x="143256" y="400812"/>
                  </a:moveTo>
                  <a:lnTo>
                    <a:pt x="126492" y="371856"/>
                  </a:lnTo>
                  <a:lnTo>
                    <a:pt x="141732" y="371856"/>
                  </a:lnTo>
                  <a:lnTo>
                    <a:pt x="141732" y="347472"/>
                  </a:lnTo>
                  <a:lnTo>
                    <a:pt x="124968" y="347472"/>
                  </a:lnTo>
                  <a:lnTo>
                    <a:pt x="124968" y="387096"/>
                  </a:lnTo>
                  <a:lnTo>
                    <a:pt x="124968" y="397764"/>
                  </a:lnTo>
                  <a:lnTo>
                    <a:pt x="121920" y="403860"/>
                  </a:lnTo>
                  <a:lnTo>
                    <a:pt x="115824" y="406908"/>
                  </a:lnTo>
                  <a:lnTo>
                    <a:pt x="103632" y="406908"/>
                  </a:lnTo>
                  <a:lnTo>
                    <a:pt x="99060" y="402336"/>
                  </a:lnTo>
                  <a:lnTo>
                    <a:pt x="97536" y="390144"/>
                  </a:lnTo>
                  <a:lnTo>
                    <a:pt x="94488" y="371856"/>
                  </a:lnTo>
                  <a:lnTo>
                    <a:pt x="108204" y="371856"/>
                  </a:lnTo>
                  <a:lnTo>
                    <a:pt x="114300" y="373380"/>
                  </a:lnTo>
                  <a:lnTo>
                    <a:pt x="118872" y="377952"/>
                  </a:lnTo>
                  <a:lnTo>
                    <a:pt x="123444" y="381000"/>
                  </a:lnTo>
                  <a:lnTo>
                    <a:pt x="124968" y="387096"/>
                  </a:lnTo>
                  <a:lnTo>
                    <a:pt x="124968" y="347472"/>
                  </a:lnTo>
                  <a:lnTo>
                    <a:pt x="82296" y="347472"/>
                  </a:lnTo>
                  <a:lnTo>
                    <a:pt x="65163" y="349999"/>
                  </a:lnTo>
                  <a:lnTo>
                    <a:pt x="52755" y="357378"/>
                  </a:lnTo>
                  <a:lnTo>
                    <a:pt x="45212" y="369341"/>
                  </a:lnTo>
                  <a:lnTo>
                    <a:pt x="42659" y="385572"/>
                  </a:lnTo>
                  <a:lnTo>
                    <a:pt x="42748" y="392010"/>
                  </a:lnTo>
                  <a:lnTo>
                    <a:pt x="44183" y="397764"/>
                  </a:lnTo>
                  <a:lnTo>
                    <a:pt x="44259" y="398145"/>
                  </a:lnTo>
                  <a:lnTo>
                    <a:pt x="45707" y="405384"/>
                  </a:lnTo>
                  <a:lnTo>
                    <a:pt x="48755" y="417576"/>
                  </a:lnTo>
                  <a:lnTo>
                    <a:pt x="51803" y="422148"/>
                  </a:lnTo>
                  <a:lnTo>
                    <a:pt x="71628" y="422148"/>
                  </a:lnTo>
                  <a:lnTo>
                    <a:pt x="67386" y="414147"/>
                  </a:lnTo>
                  <a:lnTo>
                    <a:pt x="63995" y="406146"/>
                  </a:lnTo>
                  <a:lnTo>
                    <a:pt x="61760" y="398145"/>
                  </a:lnTo>
                  <a:lnTo>
                    <a:pt x="61722" y="397764"/>
                  </a:lnTo>
                  <a:lnTo>
                    <a:pt x="60947" y="390144"/>
                  </a:lnTo>
                  <a:lnTo>
                    <a:pt x="62090" y="382143"/>
                  </a:lnTo>
                  <a:lnTo>
                    <a:pt x="65519" y="376428"/>
                  </a:lnTo>
                  <a:lnTo>
                    <a:pt x="71234" y="372999"/>
                  </a:lnTo>
                  <a:lnTo>
                    <a:pt x="79248" y="371856"/>
                  </a:lnTo>
                  <a:lnTo>
                    <a:pt x="83883" y="398145"/>
                  </a:lnTo>
                  <a:lnTo>
                    <a:pt x="86652" y="412648"/>
                  </a:lnTo>
                  <a:lnTo>
                    <a:pt x="92773" y="423100"/>
                  </a:lnTo>
                  <a:lnTo>
                    <a:pt x="102031" y="429272"/>
                  </a:lnTo>
                  <a:lnTo>
                    <a:pt x="114300" y="431292"/>
                  </a:lnTo>
                  <a:lnTo>
                    <a:pt x="123444" y="431292"/>
                  </a:lnTo>
                  <a:lnTo>
                    <a:pt x="131064" y="428244"/>
                  </a:lnTo>
                  <a:lnTo>
                    <a:pt x="135636" y="422148"/>
                  </a:lnTo>
                  <a:lnTo>
                    <a:pt x="140208" y="417576"/>
                  </a:lnTo>
                  <a:lnTo>
                    <a:pt x="143256" y="409956"/>
                  </a:lnTo>
                  <a:lnTo>
                    <a:pt x="143256" y="406908"/>
                  </a:lnTo>
                  <a:lnTo>
                    <a:pt x="143256" y="4008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89"/>
          <p:cNvGrpSpPr/>
          <p:nvPr/>
        </p:nvGrpSpPr>
        <p:grpSpPr>
          <a:xfrm>
            <a:off x="4837163" y="3337560"/>
            <a:ext cx="145415" cy="524255"/>
            <a:chOff x="4837163" y="3337560"/>
            <a:chExt cx="145415" cy="524255"/>
          </a:xfrm>
        </p:grpSpPr>
        <p:pic>
          <p:nvPicPr>
            <p:cNvPr id="5866" name="Google Shape;5866;p89"/>
            <p:cNvPicPr preferRelativeResize="0"/>
            <p:nvPr/>
          </p:nvPicPr>
          <p:blipFill rotWithShape="1">
            <a:blip r:embed="rId132">
              <a:alphaModFix/>
            </a:blip>
            <a:srcRect b="0" l="0" r="0" t="0"/>
            <a:stretch/>
          </p:blipFill>
          <p:spPr>
            <a:xfrm>
              <a:off x="4881371" y="3503675"/>
              <a:ext cx="100584" cy="3581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67" name="Google Shape;5867;p89"/>
            <p:cNvSpPr/>
            <p:nvPr/>
          </p:nvSpPr>
          <p:spPr>
            <a:xfrm>
              <a:off x="4837163" y="3337560"/>
              <a:ext cx="145415" cy="140335"/>
            </a:xfrm>
            <a:custGeom>
              <a:rect b="b" l="l" r="r" t="t"/>
              <a:pathLst>
                <a:path extrusionOk="0" h="140335" w="145414">
                  <a:moveTo>
                    <a:pt x="143268" y="114300"/>
                  </a:moveTo>
                  <a:lnTo>
                    <a:pt x="0" y="114300"/>
                  </a:lnTo>
                  <a:lnTo>
                    <a:pt x="0" y="140208"/>
                  </a:lnTo>
                  <a:lnTo>
                    <a:pt x="143268" y="140208"/>
                  </a:lnTo>
                  <a:lnTo>
                    <a:pt x="143268" y="114300"/>
                  </a:lnTo>
                  <a:close/>
                </a:path>
                <a:path extrusionOk="0" h="140335" w="145414">
                  <a:moveTo>
                    <a:pt x="144792" y="56388"/>
                  </a:moveTo>
                  <a:lnTo>
                    <a:pt x="143662" y="46697"/>
                  </a:lnTo>
                  <a:lnTo>
                    <a:pt x="140411" y="38290"/>
                  </a:lnTo>
                  <a:lnTo>
                    <a:pt x="135140" y="31318"/>
                  </a:lnTo>
                  <a:lnTo>
                    <a:pt x="128028" y="25908"/>
                  </a:lnTo>
                  <a:lnTo>
                    <a:pt x="128028" y="24384"/>
                  </a:lnTo>
                  <a:lnTo>
                    <a:pt x="141744" y="24384"/>
                  </a:lnTo>
                  <a:lnTo>
                    <a:pt x="141744" y="0"/>
                  </a:lnTo>
                  <a:lnTo>
                    <a:pt x="124980" y="0"/>
                  </a:lnTo>
                  <a:lnTo>
                    <a:pt x="124980" y="41148"/>
                  </a:lnTo>
                  <a:lnTo>
                    <a:pt x="124980" y="54864"/>
                  </a:lnTo>
                  <a:lnTo>
                    <a:pt x="121932" y="59436"/>
                  </a:lnTo>
                  <a:lnTo>
                    <a:pt x="112788" y="68580"/>
                  </a:lnTo>
                  <a:lnTo>
                    <a:pt x="105168" y="70104"/>
                  </a:lnTo>
                  <a:lnTo>
                    <a:pt x="86880" y="70104"/>
                  </a:lnTo>
                  <a:lnTo>
                    <a:pt x="79260" y="67056"/>
                  </a:lnTo>
                  <a:lnTo>
                    <a:pt x="73164" y="64008"/>
                  </a:lnTo>
                  <a:lnTo>
                    <a:pt x="67068" y="59436"/>
                  </a:lnTo>
                  <a:lnTo>
                    <a:pt x="64020" y="53340"/>
                  </a:lnTo>
                  <a:lnTo>
                    <a:pt x="64020" y="39624"/>
                  </a:lnTo>
                  <a:lnTo>
                    <a:pt x="67068" y="35052"/>
                  </a:lnTo>
                  <a:lnTo>
                    <a:pt x="71640" y="30480"/>
                  </a:lnTo>
                  <a:lnTo>
                    <a:pt x="80784" y="24384"/>
                  </a:lnTo>
                  <a:lnTo>
                    <a:pt x="105168" y="24384"/>
                  </a:lnTo>
                  <a:lnTo>
                    <a:pt x="117360" y="30480"/>
                  </a:lnTo>
                  <a:lnTo>
                    <a:pt x="121932" y="35052"/>
                  </a:lnTo>
                  <a:lnTo>
                    <a:pt x="124980" y="41148"/>
                  </a:lnTo>
                  <a:lnTo>
                    <a:pt x="124980" y="0"/>
                  </a:lnTo>
                  <a:lnTo>
                    <a:pt x="1536" y="0"/>
                  </a:lnTo>
                  <a:lnTo>
                    <a:pt x="1536" y="24384"/>
                  </a:lnTo>
                  <a:lnTo>
                    <a:pt x="57924" y="24384"/>
                  </a:lnTo>
                  <a:lnTo>
                    <a:pt x="57924" y="25908"/>
                  </a:lnTo>
                  <a:lnTo>
                    <a:pt x="51917" y="30175"/>
                  </a:lnTo>
                  <a:lnTo>
                    <a:pt x="47637" y="36004"/>
                  </a:lnTo>
                  <a:lnTo>
                    <a:pt x="45059" y="43268"/>
                  </a:lnTo>
                  <a:lnTo>
                    <a:pt x="44208" y="51816"/>
                  </a:lnTo>
                  <a:lnTo>
                    <a:pt x="45085" y="61328"/>
                  </a:lnTo>
                  <a:lnTo>
                    <a:pt x="75641" y="92773"/>
                  </a:lnTo>
                  <a:lnTo>
                    <a:pt x="97548" y="96012"/>
                  </a:lnTo>
                  <a:lnTo>
                    <a:pt x="107810" y="95186"/>
                  </a:lnTo>
                  <a:lnTo>
                    <a:pt x="107619" y="95186"/>
                  </a:lnTo>
                  <a:lnTo>
                    <a:pt x="116789" y="92964"/>
                  </a:lnTo>
                  <a:lnTo>
                    <a:pt x="142328" y="70104"/>
                  </a:lnTo>
                  <a:lnTo>
                    <a:pt x="143954" y="64985"/>
                  </a:lnTo>
                  <a:lnTo>
                    <a:pt x="144043" y="64008"/>
                  </a:lnTo>
                  <a:lnTo>
                    <a:pt x="144792" y="563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868" name="Google Shape;5868;p89"/>
          <p:cNvPicPr preferRelativeResize="0"/>
          <p:nvPr/>
        </p:nvPicPr>
        <p:blipFill rotWithShape="1">
          <a:blip r:embed="rId133">
            <a:alphaModFix/>
          </a:blip>
          <a:srcRect b="0" l="0" r="0" t="0"/>
          <a:stretch/>
        </p:blipFill>
        <p:spPr>
          <a:xfrm>
            <a:off x="4881372" y="2476500"/>
            <a:ext cx="100584" cy="838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69" name="Google Shape;5869;p89"/>
          <p:cNvGrpSpPr/>
          <p:nvPr/>
        </p:nvGrpSpPr>
        <p:grpSpPr>
          <a:xfrm>
            <a:off x="5061204" y="5407152"/>
            <a:ext cx="143255" cy="472439"/>
            <a:chOff x="5061204" y="5407152"/>
            <a:chExt cx="143255" cy="472439"/>
          </a:xfrm>
        </p:grpSpPr>
        <p:pic>
          <p:nvPicPr>
            <p:cNvPr id="5870" name="Google Shape;5870;p89"/>
            <p:cNvPicPr preferRelativeResize="0"/>
            <p:nvPr/>
          </p:nvPicPr>
          <p:blipFill rotWithShape="1">
            <a:blip r:embed="rId134">
              <a:alphaModFix/>
            </a:blip>
            <a:srcRect b="0" l="0" r="0" t="0"/>
            <a:stretch/>
          </p:blipFill>
          <p:spPr>
            <a:xfrm>
              <a:off x="5061204" y="5771388"/>
              <a:ext cx="143255" cy="1082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71" name="Google Shape;5871;p89"/>
            <p:cNvPicPr preferRelativeResize="0"/>
            <p:nvPr/>
          </p:nvPicPr>
          <p:blipFill rotWithShape="1">
            <a:blip r:embed="rId135">
              <a:alphaModFix/>
            </a:blip>
            <a:srcRect b="0" l="0" r="0" t="0"/>
            <a:stretch/>
          </p:blipFill>
          <p:spPr>
            <a:xfrm>
              <a:off x="5103875" y="5407152"/>
              <a:ext cx="100584" cy="33985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872" name="Google Shape;5872;p89"/>
          <p:cNvPicPr preferRelativeResize="0"/>
          <p:nvPr/>
        </p:nvPicPr>
        <p:blipFill rotWithShape="1">
          <a:blip r:embed="rId136">
            <a:alphaModFix/>
          </a:blip>
          <a:srcRect b="0" l="0" r="0" t="0"/>
          <a:stretch/>
        </p:blipFill>
        <p:spPr>
          <a:xfrm>
            <a:off x="4881371" y="3587496"/>
            <a:ext cx="350520" cy="9585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73" name="Google Shape;5873;p89"/>
          <p:cNvGrpSpPr/>
          <p:nvPr/>
        </p:nvGrpSpPr>
        <p:grpSpPr>
          <a:xfrm>
            <a:off x="5061203" y="5023103"/>
            <a:ext cx="143256" cy="310897"/>
            <a:chOff x="5061203" y="5023103"/>
            <a:chExt cx="143256" cy="310897"/>
          </a:xfrm>
        </p:grpSpPr>
        <p:pic>
          <p:nvPicPr>
            <p:cNvPr id="5874" name="Google Shape;5874;p89"/>
            <p:cNvPicPr preferRelativeResize="0"/>
            <p:nvPr/>
          </p:nvPicPr>
          <p:blipFill rotWithShape="1">
            <a:blip r:embed="rId137">
              <a:alphaModFix/>
            </a:blip>
            <a:srcRect b="0" l="0" r="0" t="0"/>
            <a:stretch/>
          </p:blipFill>
          <p:spPr>
            <a:xfrm>
              <a:off x="5061203" y="5164836"/>
              <a:ext cx="143256" cy="1691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75" name="Google Shape;5875;p89"/>
            <p:cNvPicPr preferRelativeResize="0"/>
            <p:nvPr/>
          </p:nvPicPr>
          <p:blipFill rotWithShape="1">
            <a:blip r:embed="rId138">
              <a:alphaModFix/>
            </a:blip>
            <a:srcRect b="0" l="0" r="0" t="0"/>
            <a:stretch/>
          </p:blipFill>
          <p:spPr>
            <a:xfrm>
              <a:off x="5061203" y="5023103"/>
              <a:ext cx="143255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876" name="Google Shape;5876;p89"/>
          <p:cNvPicPr preferRelativeResize="0"/>
          <p:nvPr/>
        </p:nvPicPr>
        <p:blipFill rotWithShape="1">
          <a:blip r:embed="rId139">
            <a:alphaModFix/>
          </a:blip>
          <a:srcRect b="0" l="0" r="0" t="0"/>
          <a:stretch/>
        </p:blipFill>
        <p:spPr>
          <a:xfrm>
            <a:off x="4838700" y="2580132"/>
            <a:ext cx="406908" cy="925067"/>
          </a:xfrm>
          <a:prstGeom prst="rect">
            <a:avLst/>
          </a:prstGeom>
          <a:noFill/>
          <a:ln>
            <a:noFill/>
          </a:ln>
        </p:spPr>
      </p:pic>
      <p:pic>
        <p:nvPicPr>
          <p:cNvPr id="5877" name="Google Shape;5877;p89"/>
          <p:cNvPicPr preferRelativeResize="0"/>
          <p:nvPr/>
        </p:nvPicPr>
        <p:blipFill rotWithShape="1">
          <a:blip r:embed="rId140">
            <a:alphaModFix/>
          </a:blip>
          <a:srcRect b="0" l="0" r="0" t="0"/>
          <a:stretch/>
        </p:blipFill>
        <p:spPr>
          <a:xfrm>
            <a:off x="5061204" y="4631435"/>
            <a:ext cx="143256" cy="310896"/>
          </a:xfrm>
          <a:prstGeom prst="rect">
            <a:avLst/>
          </a:prstGeom>
          <a:noFill/>
          <a:ln>
            <a:noFill/>
          </a:ln>
        </p:spPr>
      </p:pic>
      <p:pic>
        <p:nvPicPr>
          <p:cNvPr id="5878" name="Google Shape;5878;p89"/>
          <p:cNvPicPr preferRelativeResize="0"/>
          <p:nvPr/>
        </p:nvPicPr>
        <p:blipFill rotWithShape="1">
          <a:blip r:embed="rId141">
            <a:alphaModFix/>
          </a:blip>
          <a:srcRect b="0" l="0" r="0" t="0"/>
          <a:stretch/>
        </p:blipFill>
        <p:spPr>
          <a:xfrm>
            <a:off x="4614672" y="1144523"/>
            <a:ext cx="632459" cy="1386840"/>
          </a:xfrm>
          <a:prstGeom prst="rect">
            <a:avLst/>
          </a:prstGeom>
          <a:noFill/>
          <a:ln>
            <a:noFill/>
          </a:ln>
        </p:spPr>
      </p:pic>
      <p:pic>
        <p:nvPicPr>
          <p:cNvPr id="5879" name="Google Shape;5879;p89"/>
          <p:cNvPicPr preferRelativeResize="0"/>
          <p:nvPr/>
        </p:nvPicPr>
        <p:blipFill rotWithShape="1">
          <a:blip r:embed="rId142">
            <a:alphaModFix/>
          </a:blip>
          <a:srcRect b="0" l="0" r="0" t="0"/>
          <a:stretch/>
        </p:blipFill>
        <p:spPr>
          <a:xfrm>
            <a:off x="5524500" y="5759196"/>
            <a:ext cx="108203" cy="1082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80" name="Google Shape;5880;p89"/>
          <p:cNvGrpSpPr/>
          <p:nvPr/>
        </p:nvGrpSpPr>
        <p:grpSpPr>
          <a:xfrm>
            <a:off x="5510784" y="5251703"/>
            <a:ext cx="138937" cy="414528"/>
            <a:chOff x="5510784" y="5251703"/>
            <a:chExt cx="138937" cy="414528"/>
          </a:xfrm>
        </p:grpSpPr>
        <p:pic>
          <p:nvPicPr>
            <p:cNvPr id="5881" name="Google Shape;5881;p89"/>
            <p:cNvPicPr preferRelativeResize="0"/>
            <p:nvPr/>
          </p:nvPicPr>
          <p:blipFill rotWithShape="1">
            <a:blip r:embed="rId143">
              <a:alphaModFix/>
            </a:blip>
            <a:srcRect b="0" l="0" r="0" t="0"/>
            <a:stretch/>
          </p:blipFill>
          <p:spPr>
            <a:xfrm>
              <a:off x="5510784" y="5582412"/>
              <a:ext cx="135636" cy="838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82" name="Google Shape;5882;p89"/>
            <p:cNvSpPr/>
            <p:nvPr/>
          </p:nvSpPr>
          <p:spPr>
            <a:xfrm>
              <a:off x="5620512" y="5530596"/>
              <a:ext cx="29209" cy="30480"/>
            </a:xfrm>
            <a:custGeom>
              <a:rect b="b" l="l" r="r" t="t"/>
              <a:pathLst>
                <a:path extrusionOk="0" h="30479" w="29210">
                  <a:moveTo>
                    <a:pt x="21336" y="30480"/>
                  </a:moveTo>
                  <a:lnTo>
                    <a:pt x="10668" y="30480"/>
                  </a:lnTo>
                  <a:lnTo>
                    <a:pt x="7620" y="28956"/>
                  </a:lnTo>
                  <a:lnTo>
                    <a:pt x="1524" y="22860"/>
                  </a:lnTo>
                  <a:lnTo>
                    <a:pt x="0" y="19812"/>
                  </a:lnTo>
                  <a:lnTo>
                    <a:pt x="0" y="12192"/>
                  </a:lnTo>
                  <a:lnTo>
                    <a:pt x="1524" y="7620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7432" y="7620"/>
                  </a:lnTo>
                  <a:lnTo>
                    <a:pt x="28956" y="12192"/>
                  </a:lnTo>
                  <a:lnTo>
                    <a:pt x="28956" y="19812"/>
                  </a:lnTo>
                  <a:lnTo>
                    <a:pt x="27432" y="24384"/>
                  </a:lnTo>
                  <a:lnTo>
                    <a:pt x="24384" y="27432"/>
                  </a:lnTo>
                  <a:lnTo>
                    <a:pt x="21336" y="304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883" name="Google Shape;5883;p89"/>
            <p:cNvPicPr preferRelativeResize="0"/>
            <p:nvPr/>
          </p:nvPicPr>
          <p:blipFill rotWithShape="1">
            <a:blip r:embed="rId144">
              <a:alphaModFix/>
            </a:blip>
            <a:srcRect b="0" l="0" r="0" t="0"/>
            <a:stretch/>
          </p:blipFill>
          <p:spPr>
            <a:xfrm>
              <a:off x="5513832" y="5426963"/>
              <a:ext cx="135636" cy="822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84" name="Google Shape;5884;p89"/>
            <p:cNvPicPr preferRelativeResize="0"/>
            <p:nvPr/>
          </p:nvPicPr>
          <p:blipFill rotWithShape="1">
            <a:blip r:embed="rId145">
              <a:alphaModFix/>
            </a:blip>
            <a:srcRect b="0" l="0" r="0" t="0"/>
            <a:stretch/>
          </p:blipFill>
          <p:spPr>
            <a:xfrm>
              <a:off x="5513832" y="5251703"/>
              <a:ext cx="132588" cy="14782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885" name="Google Shape;5885;p89"/>
          <p:cNvGrpSpPr/>
          <p:nvPr/>
        </p:nvGrpSpPr>
        <p:grpSpPr>
          <a:xfrm>
            <a:off x="5506211" y="4251960"/>
            <a:ext cx="143256" cy="914399"/>
            <a:chOff x="5506211" y="4251960"/>
            <a:chExt cx="143256" cy="914399"/>
          </a:xfrm>
        </p:grpSpPr>
        <p:pic>
          <p:nvPicPr>
            <p:cNvPr id="5886" name="Google Shape;5886;p89"/>
            <p:cNvPicPr preferRelativeResize="0"/>
            <p:nvPr/>
          </p:nvPicPr>
          <p:blipFill rotWithShape="1">
            <a:blip r:embed="rId146">
              <a:alphaModFix/>
            </a:blip>
            <a:srcRect b="0" l="0" r="0" t="0"/>
            <a:stretch/>
          </p:blipFill>
          <p:spPr>
            <a:xfrm>
              <a:off x="5522975" y="4937759"/>
              <a:ext cx="126492" cy="2286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87" name="Google Shape;5887;p89"/>
            <p:cNvPicPr preferRelativeResize="0"/>
            <p:nvPr/>
          </p:nvPicPr>
          <p:blipFill rotWithShape="1">
            <a:blip r:embed="rId147">
              <a:alphaModFix/>
            </a:blip>
            <a:srcRect b="0" l="0" r="0" t="0"/>
            <a:stretch/>
          </p:blipFill>
          <p:spPr>
            <a:xfrm>
              <a:off x="5548883" y="4824984"/>
              <a:ext cx="97536" cy="883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88" name="Google Shape;5888;p89"/>
            <p:cNvPicPr preferRelativeResize="0"/>
            <p:nvPr/>
          </p:nvPicPr>
          <p:blipFill rotWithShape="1">
            <a:blip r:embed="rId148">
              <a:alphaModFix/>
            </a:blip>
            <a:srcRect b="0" l="0" r="0" t="0"/>
            <a:stretch/>
          </p:blipFill>
          <p:spPr>
            <a:xfrm>
              <a:off x="5506211" y="4687824"/>
              <a:ext cx="143256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89" name="Google Shape;5889;p89"/>
            <p:cNvPicPr preferRelativeResize="0"/>
            <p:nvPr/>
          </p:nvPicPr>
          <p:blipFill rotWithShape="1">
            <a:blip r:embed="rId149">
              <a:alphaModFix/>
            </a:blip>
            <a:srcRect b="0" l="0" r="0" t="0"/>
            <a:stretch/>
          </p:blipFill>
          <p:spPr>
            <a:xfrm>
              <a:off x="5522975" y="4413504"/>
              <a:ext cx="126492" cy="25450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90" name="Google Shape;5890;p89"/>
            <p:cNvPicPr preferRelativeResize="0"/>
            <p:nvPr/>
          </p:nvPicPr>
          <p:blipFill rotWithShape="1">
            <a:blip r:embed="rId150">
              <a:alphaModFix/>
            </a:blip>
            <a:srcRect b="0" l="0" r="0" t="0"/>
            <a:stretch/>
          </p:blipFill>
          <p:spPr>
            <a:xfrm>
              <a:off x="5548883" y="4251960"/>
              <a:ext cx="100584" cy="14173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891" name="Google Shape;5891;p89"/>
          <p:cNvPicPr preferRelativeResize="0"/>
          <p:nvPr/>
        </p:nvPicPr>
        <p:blipFill rotWithShape="1">
          <a:blip r:embed="rId151">
            <a:alphaModFix/>
          </a:blip>
          <a:srcRect b="0" l="0" r="0" t="0"/>
          <a:stretch/>
        </p:blipFill>
        <p:spPr>
          <a:xfrm>
            <a:off x="5504688" y="3061715"/>
            <a:ext cx="144780" cy="303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892" name="Google Shape;5892;p89"/>
          <p:cNvPicPr preferRelativeResize="0"/>
          <p:nvPr/>
        </p:nvPicPr>
        <p:blipFill rotWithShape="1">
          <a:blip r:embed="rId152">
            <a:alphaModFix/>
          </a:blip>
          <a:srcRect b="0" l="0" r="0" t="0"/>
          <a:stretch/>
        </p:blipFill>
        <p:spPr>
          <a:xfrm>
            <a:off x="5503163" y="2808732"/>
            <a:ext cx="146304" cy="1752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93" name="Google Shape;5893;p89"/>
          <p:cNvGrpSpPr/>
          <p:nvPr/>
        </p:nvGrpSpPr>
        <p:grpSpPr>
          <a:xfrm>
            <a:off x="5503163" y="1572767"/>
            <a:ext cx="146304" cy="411480"/>
            <a:chOff x="5503163" y="1572767"/>
            <a:chExt cx="146304" cy="411480"/>
          </a:xfrm>
        </p:grpSpPr>
        <p:pic>
          <p:nvPicPr>
            <p:cNvPr id="5894" name="Google Shape;5894;p89"/>
            <p:cNvPicPr preferRelativeResize="0"/>
            <p:nvPr/>
          </p:nvPicPr>
          <p:blipFill rotWithShape="1">
            <a:blip r:embed="rId153">
              <a:alphaModFix/>
            </a:blip>
            <a:srcRect b="0" l="0" r="0" t="0"/>
            <a:stretch/>
          </p:blipFill>
          <p:spPr>
            <a:xfrm>
              <a:off x="5503163" y="1740407"/>
              <a:ext cx="146304" cy="2438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895" name="Google Shape;5895;p89"/>
            <p:cNvPicPr preferRelativeResize="0"/>
            <p:nvPr/>
          </p:nvPicPr>
          <p:blipFill rotWithShape="1">
            <a:blip r:embed="rId154">
              <a:alphaModFix/>
            </a:blip>
            <a:srcRect b="0" l="0" r="0" t="0"/>
            <a:stretch/>
          </p:blipFill>
          <p:spPr>
            <a:xfrm>
              <a:off x="5548883" y="1572767"/>
              <a:ext cx="97536" cy="14630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896" name="Google Shape;5896;p89"/>
          <p:cNvPicPr preferRelativeResize="0"/>
          <p:nvPr/>
        </p:nvPicPr>
        <p:blipFill rotWithShape="1">
          <a:blip r:embed="rId155">
            <a:alphaModFix/>
          </a:blip>
          <a:srcRect b="0" l="0" r="0" t="0"/>
          <a:stretch/>
        </p:blipFill>
        <p:spPr>
          <a:xfrm>
            <a:off x="5733288" y="5503164"/>
            <a:ext cx="138683" cy="3718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97" name="Google Shape;5897;p89"/>
          <p:cNvGrpSpPr/>
          <p:nvPr/>
        </p:nvGrpSpPr>
        <p:grpSpPr>
          <a:xfrm>
            <a:off x="5727192" y="5003292"/>
            <a:ext cx="144780" cy="425195"/>
            <a:chOff x="5727192" y="5003292"/>
            <a:chExt cx="144780" cy="425195"/>
          </a:xfrm>
        </p:grpSpPr>
        <p:pic>
          <p:nvPicPr>
            <p:cNvPr id="5898" name="Google Shape;5898;p89"/>
            <p:cNvPicPr preferRelativeResize="0"/>
            <p:nvPr/>
          </p:nvPicPr>
          <p:blipFill rotWithShape="1">
            <a:blip r:embed="rId156">
              <a:alphaModFix/>
            </a:blip>
            <a:srcRect b="0" l="0" r="0" t="0"/>
            <a:stretch/>
          </p:blipFill>
          <p:spPr>
            <a:xfrm>
              <a:off x="5745480" y="5141976"/>
              <a:ext cx="126492" cy="28651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99" name="Google Shape;5899;p89"/>
            <p:cNvSpPr/>
            <p:nvPr/>
          </p:nvSpPr>
          <p:spPr>
            <a:xfrm>
              <a:off x="5727192" y="5094732"/>
              <a:ext cx="143510" cy="27940"/>
            </a:xfrm>
            <a:custGeom>
              <a:rect b="b" l="l" r="r" t="t"/>
              <a:pathLst>
                <a:path extrusionOk="0" h="27939" w="143510">
                  <a:moveTo>
                    <a:pt x="143255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43255" y="0"/>
                  </a:lnTo>
                  <a:lnTo>
                    <a:pt x="143255" y="2743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900" name="Google Shape;5900;p89"/>
            <p:cNvPicPr preferRelativeResize="0"/>
            <p:nvPr/>
          </p:nvPicPr>
          <p:blipFill rotWithShape="1">
            <a:blip r:embed="rId157">
              <a:alphaModFix/>
            </a:blip>
            <a:srcRect b="0" l="0" r="0" t="0"/>
            <a:stretch/>
          </p:blipFill>
          <p:spPr>
            <a:xfrm>
              <a:off x="5771388" y="5003292"/>
              <a:ext cx="100584" cy="7010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901" name="Google Shape;5901;p89"/>
          <p:cNvPicPr preferRelativeResize="0"/>
          <p:nvPr/>
        </p:nvPicPr>
        <p:blipFill rotWithShape="1">
          <a:blip r:embed="rId158">
            <a:alphaModFix/>
          </a:blip>
          <a:srcRect b="0" l="0" r="0" t="0"/>
          <a:stretch/>
        </p:blipFill>
        <p:spPr>
          <a:xfrm>
            <a:off x="5725668" y="4677155"/>
            <a:ext cx="146303" cy="2514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02" name="Google Shape;5902;p89"/>
          <p:cNvGrpSpPr/>
          <p:nvPr/>
        </p:nvGrpSpPr>
        <p:grpSpPr>
          <a:xfrm>
            <a:off x="5506211" y="2002536"/>
            <a:ext cx="629412" cy="2770632"/>
            <a:chOff x="5506211" y="2002536"/>
            <a:chExt cx="629412" cy="2770632"/>
          </a:xfrm>
        </p:grpSpPr>
        <p:pic>
          <p:nvPicPr>
            <p:cNvPr id="5903" name="Google Shape;5903;p89"/>
            <p:cNvPicPr preferRelativeResize="0"/>
            <p:nvPr/>
          </p:nvPicPr>
          <p:blipFill rotWithShape="1">
            <a:blip r:embed="rId159">
              <a:alphaModFix/>
            </a:blip>
            <a:srcRect b="0" l="0" r="0" t="0"/>
            <a:stretch/>
          </p:blipFill>
          <p:spPr>
            <a:xfrm>
              <a:off x="5727192" y="3096768"/>
              <a:ext cx="144780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04" name="Google Shape;5904;p89"/>
            <p:cNvPicPr preferRelativeResize="0"/>
            <p:nvPr/>
          </p:nvPicPr>
          <p:blipFill rotWithShape="1">
            <a:blip r:embed="rId160">
              <a:alphaModFix/>
            </a:blip>
            <a:srcRect b="0" l="0" r="0" t="0"/>
            <a:stretch/>
          </p:blipFill>
          <p:spPr>
            <a:xfrm>
              <a:off x="5506211" y="2002536"/>
              <a:ext cx="629412" cy="27706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905" name="Google Shape;5905;p89"/>
          <p:cNvGrpSpPr/>
          <p:nvPr/>
        </p:nvGrpSpPr>
        <p:grpSpPr>
          <a:xfrm>
            <a:off x="5727192" y="1680972"/>
            <a:ext cx="145288" cy="276225"/>
            <a:chOff x="5727192" y="1680972"/>
            <a:chExt cx="145288" cy="276225"/>
          </a:xfrm>
        </p:grpSpPr>
        <p:sp>
          <p:nvSpPr>
            <p:cNvPr id="5906" name="Google Shape;5906;p89"/>
            <p:cNvSpPr/>
            <p:nvPr/>
          </p:nvSpPr>
          <p:spPr>
            <a:xfrm>
              <a:off x="5745480" y="1894332"/>
              <a:ext cx="127000" cy="62865"/>
            </a:xfrm>
            <a:custGeom>
              <a:rect b="b" l="l" r="r" t="t"/>
              <a:pathLst>
                <a:path extrusionOk="0" h="62864" w="127000">
                  <a:moveTo>
                    <a:pt x="47244" y="62484"/>
                  </a:moveTo>
                  <a:lnTo>
                    <a:pt x="27432" y="62484"/>
                  </a:lnTo>
                  <a:lnTo>
                    <a:pt x="27432" y="47244"/>
                  </a:lnTo>
                  <a:lnTo>
                    <a:pt x="6096" y="47244"/>
                  </a:lnTo>
                  <a:lnTo>
                    <a:pt x="0" y="21336"/>
                  </a:lnTo>
                  <a:lnTo>
                    <a:pt x="27432" y="21336"/>
                  </a:lnTo>
                  <a:lnTo>
                    <a:pt x="27432" y="0"/>
                  </a:lnTo>
                  <a:lnTo>
                    <a:pt x="47244" y="0"/>
                  </a:lnTo>
                  <a:lnTo>
                    <a:pt x="47244" y="21336"/>
                  </a:lnTo>
                  <a:lnTo>
                    <a:pt x="100584" y="21336"/>
                  </a:lnTo>
                  <a:lnTo>
                    <a:pt x="106680" y="16764"/>
                  </a:lnTo>
                  <a:lnTo>
                    <a:pt x="106680" y="6096"/>
                  </a:lnTo>
                  <a:lnTo>
                    <a:pt x="103632" y="0"/>
                  </a:lnTo>
                  <a:lnTo>
                    <a:pt x="121920" y="0"/>
                  </a:lnTo>
                  <a:lnTo>
                    <a:pt x="124968" y="3048"/>
                  </a:lnTo>
                  <a:lnTo>
                    <a:pt x="126492" y="9144"/>
                  </a:lnTo>
                  <a:lnTo>
                    <a:pt x="126492" y="16764"/>
                  </a:lnTo>
                  <a:lnTo>
                    <a:pt x="124491" y="29884"/>
                  </a:lnTo>
                  <a:lnTo>
                    <a:pt x="118491" y="39433"/>
                  </a:lnTo>
                  <a:lnTo>
                    <a:pt x="108489" y="45267"/>
                  </a:lnTo>
                  <a:lnTo>
                    <a:pt x="94488" y="47244"/>
                  </a:lnTo>
                  <a:lnTo>
                    <a:pt x="47244" y="47244"/>
                  </a:lnTo>
                  <a:lnTo>
                    <a:pt x="47244" y="624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907" name="Google Shape;5907;p89"/>
            <p:cNvPicPr preferRelativeResize="0"/>
            <p:nvPr/>
          </p:nvPicPr>
          <p:blipFill rotWithShape="1">
            <a:blip r:embed="rId161">
              <a:alphaModFix/>
            </a:blip>
            <a:srcRect b="0" l="0" r="0" t="0"/>
            <a:stretch/>
          </p:blipFill>
          <p:spPr>
            <a:xfrm>
              <a:off x="5727192" y="1680972"/>
              <a:ext cx="144779" cy="193547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908" name="Google Shape;5908;p89"/>
          <p:cNvSpPr/>
          <p:nvPr/>
        </p:nvSpPr>
        <p:spPr>
          <a:xfrm>
            <a:off x="5888735" y="4995671"/>
            <a:ext cx="10795" cy="887094"/>
          </a:xfrm>
          <a:custGeom>
            <a:rect b="b" l="l" r="r" t="t"/>
            <a:pathLst>
              <a:path extrusionOk="0" h="887095" w="10795">
                <a:moveTo>
                  <a:pt x="10667" y="886967"/>
                </a:moveTo>
                <a:lnTo>
                  <a:pt x="0" y="886967"/>
                </a:lnTo>
                <a:lnTo>
                  <a:pt x="0" y="0"/>
                </a:lnTo>
                <a:lnTo>
                  <a:pt x="10667" y="0"/>
                </a:lnTo>
                <a:lnTo>
                  <a:pt x="10667" y="88696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9" name="Google Shape;5909;p89"/>
          <p:cNvGrpSpPr/>
          <p:nvPr/>
        </p:nvGrpSpPr>
        <p:grpSpPr>
          <a:xfrm>
            <a:off x="5951220" y="5247132"/>
            <a:ext cx="184117" cy="621791"/>
            <a:chOff x="5951220" y="5247132"/>
            <a:chExt cx="184117" cy="621791"/>
          </a:xfrm>
        </p:grpSpPr>
        <p:pic>
          <p:nvPicPr>
            <p:cNvPr id="5910" name="Google Shape;5910;p89"/>
            <p:cNvPicPr preferRelativeResize="0"/>
            <p:nvPr/>
          </p:nvPicPr>
          <p:blipFill rotWithShape="1">
            <a:blip r:embed="rId162">
              <a:alphaModFix/>
            </a:blip>
            <a:srcRect b="0" l="0" r="0" t="0"/>
            <a:stretch/>
          </p:blipFill>
          <p:spPr>
            <a:xfrm>
              <a:off x="5951220" y="5474208"/>
              <a:ext cx="143256" cy="3947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11" name="Google Shape;5911;p89"/>
            <p:cNvPicPr preferRelativeResize="0"/>
            <p:nvPr/>
          </p:nvPicPr>
          <p:blipFill rotWithShape="1">
            <a:blip r:embed="rId163">
              <a:alphaModFix/>
            </a:blip>
            <a:srcRect b="0" l="0" r="0" t="0"/>
            <a:stretch/>
          </p:blipFill>
          <p:spPr>
            <a:xfrm>
              <a:off x="5993891" y="5362955"/>
              <a:ext cx="97536" cy="883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12" name="Google Shape;5912;p89"/>
            <p:cNvPicPr preferRelativeResize="0"/>
            <p:nvPr/>
          </p:nvPicPr>
          <p:blipFill rotWithShape="1">
            <a:blip r:embed="rId164">
              <a:alphaModFix/>
            </a:blip>
            <a:srcRect b="0" l="0" r="0" t="0"/>
            <a:stretch/>
          </p:blipFill>
          <p:spPr>
            <a:xfrm>
              <a:off x="5993891" y="5247132"/>
              <a:ext cx="141446" cy="960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913" name="Google Shape;5913;p89"/>
          <p:cNvGrpSpPr/>
          <p:nvPr/>
        </p:nvGrpSpPr>
        <p:grpSpPr>
          <a:xfrm>
            <a:off x="5949696" y="4850891"/>
            <a:ext cx="144780" cy="310897"/>
            <a:chOff x="5949696" y="4850891"/>
            <a:chExt cx="144780" cy="310897"/>
          </a:xfrm>
        </p:grpSpPr>
        <p:pic>
          <p:nvPicPr>
            <p:cNvPr id="5914" name="Google Shape;5914;p89"/>
            <p:cNvPicPr preferRelativeResize="0"/>
            <p:nvPr/>
          </p:nvPicPr>
          <p:blipFill rotWithShape="1">
            <a:blip r:embed="rId165">
              <a:alphaModFix/>
            </a:blip>
            <a:srcRect b="0" l="0" r="0" t="0"/>
            <a:stretch/>
          </p:blipFill>
          <p:spPr>
            <a:xfrm>
              <a:off x="5993892" y="5077968"/>
              <a:ext cx="100584" cy="83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15" name="Google Shape;5915;p89"/>
            <p:cNvPicPr preferRelativeResize="0"/>
            <p:nvPr/>
          </p:nvPicPr>
          <p:blipFill rotWithShape="1">
            <a:blip r:embed="rId166">
              <a:alphaModFix/>
            </a:blip>
            <a:srcRect b="0" l="0" r="0" t="0"/>
            <a:stretch/>
          </p:blipFill>
          <p:spPr>
            <a:xfrm>
              <a:off x="5949696" y="4850891"/>
              <a:ext cx="144780" cy="2026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916" name="Google Shape;5916;p89"/>
          <p:cNvGrpSpPr/>
          <p:nvPr/>
        </p:nvGrpSpPr>
        <p:grpSpPr>
          <a:xfrm>
            <a:off x="5949695" y="1286255"/>
            <a:ext cx="144780" cy="632460"/>
            <a:chOff x="5949695" y="1286255"/>
            <a:chExt cx="144780" cy="632460"/>
          </a:xfrm>
        </p:grpSpPr>
        <p:pic>
          <p:nvPicPr>
            <p:cNvPr id="5917" name="Google Shape;5917;p89"/>
            <p:cNvPicPr preferRelativeResize="0"/>
            <p:nvPr/>
          </p:nvPicPr>
          <p:blipFill rotWithShape="1">
            <a:blip r:embed="rId167">
              <a:alphaModFix/>
            </a:blip>
            <a:srcRect b="0" l="0" r="0" t="0"/>
            <a:stretch/>
          </p:blipFill>
          <p:spPr>
            <a:xfrm>
              <a:off x="5949695" y="1598676"/>
              <a:ext cx="144780" cy="3200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18" name="Google Shape;5918;p89"/>
            <p:cNvPicPr preferRelativeResize="0"/>
            <p:nvPr/>
          </p:nvPicPr>
          <p:blipFill rotWithShape="1">
            <a:blip r:embed="rId168">
              <a:alphaModFix/>
            </a:blip>
            <a:srcRect b="0" l="0" r="0" t="0"/>
            <a:stretch/>
          </p:blipFill>
          <p:spPr>
            <a:xfrm>
              <a:off x="5949695" y="1286255"/>
              <a:ext cx="144780" cy="2910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919" name="Google Shape;5919;p89"/>
          <p:cNvGrpSpPr/>
          <p:nvPr/>
        </p:nvGrpSpPr>
        <p:grpSpPr>
          <a:xfrm>
            <a:off x="6216395" y="5660135"/>
            <a:ext cx="141732" cy="211837"/>
            <a:chOff x="6216395" y="5660135"/>
            <a:chExt cx="141732" cy="211837"/>
          </a:xfrm>
        </p:grpSpPr>
        <p:pic>
          <p:nvPicPr>
            <p:cNvPr id="5920" name="Google Shape;5920;p89"/>
            <p:cNvPicPr preferRelativeResize="0"/>
            <p:nvPr/>
          </p:nvPicPr>
          <p:blipFill rotWithShape="1">
            <a:blip r:embed="rId169">
              <a:alphaModFix/>
            </a:blip>
            <a:srcRect b="0" l="0" r="0" t="0"/>
            <a:stretch/>
          </p:blipFill>
          <p:spPr>
            <a:xfrm>
              <a:off x="6217919" y="5783580"/>
              <a:ext cx="97536" cy="883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21" name="Google Shape;5921;p89"/>
            <p:cNvPicPr preferRelativeResize="0"/>
            <p:nvPr/>
          </p:nvPicPr>
          <p:blipFill rotWithShape="1">
            <a:blip r:embed="rId170">
              <a:alphaModFix/>
            </a:blip>
            <a:srcRect b="0" l="0" r="0" t="0"/>
            <a:stretch/>
          </p:blipFill>
          <p:spPr>
            <a:xfrm>
              <a:off x="6216395" y="5660135"/>
              <a:ext cx="141732" cy="960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922" name="Google Shape;5922;p89"/>
          <p:cNvGrpSpPr/>
          <p:nvPr/>
        </p:nvGrpSpPr>
        <p:grpSpPr>
          <a:xfrm>
            <a:off x="6172199" y="5145023"/>
            <a:ext cx="185928" cy="437389"/>
            <a:chOff x="6172199" y="5145023"/>
            <a:chExt cx="185928" cy="437389"/>
          </a:xfrm>
        </p:grpSpPr>
        <p:pic>
          <p:nvPicPr>
            <p:cNvPr id="5923" name="Google Shape;5923;p89"/>
            <p:cNvPicPr preferRelativeResize="0"/>
            <p:nvPr/>
          </p:nvPicPr>
          <p:blipFill rotWithShape="1">
            <a:blip r:embed="rId171">
              <a:alphaModFix/>
            </a:blip>
            <a:srcRect b="0" l="0" r="0" t="0"/>
            <a:stretch/>
          </p:blipFill>
          <p:spPr>
            <a:xfrm>
              <a:off x="6216395" y="5481828"/>
              <a:ext cx="99060" cy="1005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24" name="Google Shape;5924;p89"/>
            <p:cNvPicPr preferRelativeResize="0"/>
            <p:nvPr/>
          </p:nvPicPr>
          <p:blipFill rotWithShape="1">
            <a:blip r:embed="rId172">
              <a:alphaModFix/>
            </a:blip>
            <a:srcRect b="0" l="0" r="0" t="0"/>
            <a:stretch/>
          </p:blipFill>
          <p:spPr>
            <a:xfrm>
              <a:off x="6172199" y="5145023"/>
              <a:ext cx="185928" cy="31699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925" name="Google Shape;5925;p89"/>
          <p:cNvGrpSpPr/>
          <p:nvPr/>
        </p:nvGrpSpPr>
        <p:grpSpPr>
          <a:xfrm>
            <a:off x="5971032" y="9319260"/>
            <a:ext cx="127000" cy="550163"/>
            <a:chOff x="5971032" y="9319260"/>
            <a:chExt cx="127000" cy="550163"/>
          </a:xfrm>
        </p:grpSpPr>
        <p:pic>
          <p:nvPicPr>
            <p:cNvPr id="5926" name="Google Shape;5926;p89"/>
            <p:cNvPicPr preferRelativeResize="0"/>
            <p:nvPr/>
          </p:nvPicPr>
          <p:blipFill rotWithShape="1">
            <a:blip r:embed="rId173">
              <a:alphaModFix/>
            </a:blip>
            <a:srcRect b="0" l="0" r="0" t="0"/>
            <a:stretch/>
          </p:blipFill>
          <p:spPr>
            <a:xfrm>
              <a:off x="5972555" y="9476232"/>
              <a:ext cx="124968" cy="39319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27" name="Google Shape;5927;p89"/>
            <p:cNvSpPr/>
            <p:nvPr/>
          </p:nvSpPr>
          <p:spPr>
            <a:xfrm>
              <a:off x="5971032" y="9319260"/>
              <a:ext cx="127000" cy="132715"/>
            </a:xfrm>
            <a:custGeom>
              <a:rect b="b" l="l" r="r" t="t"/>
              <a:pathLst>
                <a:path extrusionOk="0" h="132715" w="127000">
                  <a:moveTo>
                    <a:pt x="126479" y="108204"/>
                  </a:moveTo>
                  <a:lnTo>
                    <a:pt x="0" y="108204"/>
                  </a:lnTo>
                  <a:lnTo>
                    <a:pt x="0" y="132588"/>
                  </a:lnTo>
                  <a:lnTo>
                    <a:pt x="126479" y="132588"/>
                  </a:lnTo>
                  <a:lnTo>
                    <a:pt x="126479" y="108204"/>
                  </a:lnTo>
                  <a:close/>
                </a:path>
                <a:path extrusionOk="0" h="132715" w="127000">
                  <a:moveTo>
                    <a:pt x="126479" y="53340"/>
                  </a:moveTo>
                  <a:lnTo>
                    <a:pt x="0" y="53340"/>
                  </a:lnTo>
                  <a:lnTo>
                    <a:pt x="0" y="79248"/>
                  </a:lnTo>
                  <a:lnTo>
                    <a:pt x="126479" y="79248"/>
                  </a:lnTo>
                  <a:lnTo>
                    <a:pt x="126479" y="53340"/>
                  </a:lnTo>
                  <a:close/>
                </a:path>
                <a:path extrusionOk="0" h="132715" w="127000">
                  <a:moveTo>
                    <a:pt x="126479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126479" y="25908"/>
                  </a:lnTo>
                  <a:lnTo>
                    <a:pt x="12647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928" name="Google Shape;5928;p89"/>
          <p:cNvPicPr preferRelativeResize="0"/>
          <p:nvPr/>
        </p:nvPicPr>
        <p:blipFill rotWithShape="1">
          <a:blip r:embed="rId174">
            <a:alphaModFix/>
          </a:blip>
          <a:srcRect b="0" l="0" r="0" t="0"/>
          <a:stretch/>
        </p:blipFill>
        <p:spPr>
          <a:xfrm>
            <a:off x="5964935" y="8776716"/>
            <a:ext cx="134112" cy="4648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929" name="Google Shape;5929;p89"/>
          <p:cNvPicPr preferRelativeResize="0"/>
          <p:nvPr/>
        </p:nvPicPr>
        <p:blipFill rotWithShape="1">
          <a:blip r:embed="rId175">
            <a:alphaModFix/>
          </a:blip>
          <a:srcRect b="0" l="0" r="0" t="0"/>
          <a:stretch/>
        </p:blipFill>
        <p:spPr>
          <a:xfrm>
            <a:off x="5964935" y="8209788"/>
            <a:ext cx="134112" cy="492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930" name="Google Shape;5930;p89"/>
          <p:cNvPicPr preferRelativeResize="0"/>
          <p:nvPr/>
        </p:nvPicPr>
        <p:blipFill rotWithShape="1">
          <a:blip r:embed="rId176">
            <a:alphaModFix/>
          </a:blip>
          <a:srcRect b="0" l="0" r="0" t="0"/>
          <a:stretch/>
        </p:blipFill>
        <p:spPr>
          <a:xfrm>
            <a:off x="5963411" y="7754111"/>
            <a:ext cx="135635" cy="382524"/>
          </a:xfrm>
          <a:prstGeom prst="rect">
            <a:avLst/>
          </a:prstGeom>
          <a:noFill/>
          <a:ln>
            <a:noFill/>
          </a:ln>
        </p:spPr>
      </p:pic>
      <p:sp>
        <p:nvSpPr>
          <p:cNvPr id="5931" name="Google Shape;5931;p89"/>
          <p:cNvSpPr/>
          <p:nvPr/>
        </p:nvSpPr>
        <p:spPr>
          <a:xfrm>
            <a:off x="5972543" y="7142988"/>
            <a:ext cx="127000" cy="525780"/>
          </a:xfrm>
          <a:custGeom>
            <a:rect b="b" l="l" r="r" t="t"/>
            <a:pathLst>
              <a:path extrusionOk="0" h="525779" w="127000">
                <a:moveTo>
                  <a:pt x="124968" y="454152"/>
                </a:moveTo>
                <a:lnTo>
                  <a:pt x="105168" y="454152"/>
                </a:lnTo>
                <a:lnTo>
                  <a:pt x="105168" y="501142"/>
                </a:lnTo>
                <a:lnTo>
                  <a:pt x="0" y="501142"/>
                </a:lnTo>
                <a:lnTo>
                  <a:pt x="0" y="525272"/>
                </a:lnTo>
                <a:lnTo>
                  <a:pt x="124968" y="525272"/>
                </a:lnTo>
                <a:lnTo>
                  <a:pt x="124968" y="501142"/>
                </a:lnTo>
                <a:lnTo>
                  <a:pt x="124968" y="454152"/>
                </a:lnTo>
                <a:close/>
              </a:path>
              <a:path extrusionOk="0" h="525779" w="127000">
                <a:moveTo>
                  <a:pt x="124980" y="73152"/>
                </a:moveTo>
                <a:lnTo>
                  <a:pt x="70116" y="73152"/>
                </a:lnTo>
                <a:lnTo>
                  <a:pt x="54114" y="74891"/>
                </a:lnTo>
                <a:lnTo>
                  <a:pt x="42684" y="80200"/>
                </a:lnTo>
                <a:lnTo>
                  <a:pt x="35826" y="89230"/>
                </a:lnTo>
                <a:lnTo>
                  <a:pt x="33540" y="102108"/>
                </a:lnTo>
                <a:lnTo>
                  <a:pt x="34658" y="111569"/>
                </a:lnTo>
                <a:lnTo>
                  <a:pt x="37922" y="119443"/>
                </a:lnTo>
                <a:lnTo>
                  <a:pt x="43180" y="125907"/>
                </a:lnTo>
                <a:lnTo>
                  <a:pt x="50304" y="131064"/>
                </a:lnTo>
                <a:lnTo>
                  <a:pt x="35064" y="131064"/>
                </a:lnTo>
                <a:lnTo>
                  <a:pt x="35064" y="155448"/>
                </a:lnTo>
                <a:lnTo>
                  <a:pt x="124980" y="155448"/>
                </a:lnTo>
                <a:lnTo>
                  <a:pt x="124980" y="131064"/>
                </a:lnTo>
                <a:lnTo>
                  <a:pt x="67068" y="131064"/>
                </a:lnTo>
                <a:lnTo>
                  <a:pt x="62496" y="129540"/>
                </a:lnTo>
                <a:lnTo>
                  <a:pt x="53352" y="123444"/>
                </a:lnTo>
                <a:lnTo>
                  <a:pt x="51828" y="118872"/>
                </a:lnTo>
                <a:lnTo>
                  <a:pt x="51828" y="112776"/>
                </a:lnTo>
                <a:lnTo>
                  <a:pt x="53251" y="105664"/>
                </a:lnTo>
                <a:lnTo>
                  <a:pt x="57543" y="100393"/>
                </a:lnTo>
                <a:lnTo>
                  <a:pt x="64681" y="97142"/>
                </a:lnTo>
                <a:lnTo>
                  <a:pt x="74688" y="96012"/>
                </a:lnTo>
                <a:lnTo>
                  <a:pt x="124980" y="96012"/>
                </a:lnTo>
                <a:lnTo>
                  <a:pt x="124980" y="73152"/>
                </a:lnTo>
                <a:close/>
              </a:path>
              <a:path extrusionOk="0" h="525779" w="127000">
                <a:moveTo>
                  <a:pt x="126403" y="213360"/>
                </a:moveTo>
                <a:lnTo>
                  <a:pt x="120396" y="179832"/>
                </a:lnTo>
                <a:lnTo>
                  <a:pt x="102108" y="179832"/>
                </a:lnTo>
                <a:lnTo>
                  <a:pt x="105232" y="185839"/>
                </a:lnTo>
                <a:lnTo>
                  <a:pt x="107632" y="192405"/>
                </a:lnTo>
                <a:lnTo>
                  <a:pt x="109181" y="199555"/>
                </a:lnTo>
                <a:lnTo>
                  <a:pt x="109728" y="207264"/>
                </a:lnTo>
                <a:lnTo>
                  <a:pt x="108305" y="217538"/>
                </a:lnTo>
                <a:lnTo>
                  <a:pt x="104013" y="225361"/>
                </a:lnTo>
                <a:lnTo>
                  <a:pt x="96875" y="230632"/>
                </a:lnTo>
                <a:lnTo>
                  <a:pt x="86868" y="233172"/>
                </a:lnTo>
                <a:lnTo>
                  <a:pt x="86868" y="195072"/>
                </a:lnTo>
                <a:lnTo>
                  <a:pt x="86868" y="173736"/>
                </a:lnTo>
                <a:lnTo>
                  <a:pt x="76200" y="173736"/>
                </a:lnTo>
                <a:lnTo>
                  <a:pt x="71628" y="174015"/>
                </a:lnTo>
                <a:lnTo>
                  <a:pt x="71628" y="195072"/>
                </a:lnTo>
                <a:lnTo>
                  <a:pt x="71628" y="233172"/>
                </a:lnTo>
                <a:lnTo>
                  <a:pt x="65532" y="231648"/>
                </a:lnTo>
                <a:lnTo>
                  <a:pt x="59436" y="228600"/>
                </a:lnTo>
                <a:lnTo>
                  <a:pt x="56388" y="225552"/>
                </a:lnTo>
                <a:lnTo>
                  <a:pt x="51816" y="222504"/>
                </a:lnTo>
                <a:lnTo>
                  <a:pt x="50292" y="217932"/>
                </a:lnTo>
                <a:lnTo>
                  <a:pt x="50292" y="213360"/>
                </a:lnTo>
                <a:lnTo>
                  <a:pt x="71628" y="195072"/>
                </a:lnTo>
                <a:lnTo>
                  <a:pt x="71628" y="174015"/>
                </a:lnTo>
                <a:lnTo>
                  <a:pt x="36766" y="195643"/>
                </a:lnTo>
                <a:lnTo>
                  <a:pt x="33528" y="211836"/>
                </a:lnTo>
                <a:lnTo>
                  <a:pt x="34391" y="221348"/>
                </a:lnTo>
                <a:lnTo>
                  <a:pt x="62293" y="252793"/>
                </a:lnTo>
                <a:lnTo>
                  <a:pt x="80772" y="256032"/>
                </a:lnTo>
                <a:lnTo>
                  <a:pt x="91376" y="255206"/>
                </a:lnTo>
                <a:lnTo>
                  <a:pt x="123825" y="230124"/>
                </a:lnTo>
                <a:lnTo>
                  <a:pt x="125895" y="221348"/>
                </a:lnTo>
                <a:lnTo>
                  <a:pt x="126403" y="213360"/>
                </a:lnTo>
                <a:close/>
              </a:path>
              <a:path extrusionOk="0" h="525779" w="127000">
                <a:moveTo>
                  <a:pt x="126492" y="409956"/>
                </a:moveTo>
                <a:lnTo>
                  <a:pt x="125615" y="401383"/>
                </a:lnTo>
                <a:lnTo>
                  <a:pt x="122872" y="393954"/>
                </a:lnTo>
                <a:lnTo>
                  <a:pt x="118135" y="387667"/>
                </a:lnTo>
                <a:lnTo>
                  <a:pt x="111252" y="382524"/>
                </a:lnTo>
                <a:lnTo>
                  <a:pt x="124968" y="382524"/>
                </a:lnTo>
                <a:lnTo>
                  <a:pt x="124968" y="358140"/>
                </a:lnTo>
                <a:lnTo>
                  <a:pt x="35052" y="358140"/>
                </a:lnTo>
                <a:lnTo>
                  <a:pt x="35052" y="382524"/>
                </a:lnTo>
                <a:lnTo>
                  <a:pt x="92964" y="382524"/>
                </a:lnTo>
                <a:lnTo>
                  <a:pt x="99060" y="384048"/>
                </a:lnTo>
                <a:lnTo>
                  <a:pt x="102108" y="387096"/>
                </a:lnTo>
                <a:lnTo>
                  <a:pt x="106680" y="390144"/>
                </a:lnTo>
                <a:lnTo>
                  <a:pt x="108204" y="394716"/>
                </a:lnTo>
                <a:lnTo>
                  <a:pt x="86868" y="417576"/>
                </a:lnTo>
                <a:lnTo>
                  <a:pt x="35052" y="417576"/>
                </a:lnTo>
                <a:lnTo>
                  <a:pt x="35052" y="440436"/>
                </a:lnTo>
                <a:lnTo>
                  <a:pt x="89916" y="440436"/>
                </a:lnTo>
                <a:lnTo>
                  <a:pt x="105918" y="438683"/>
                </a:lnTo>
                <a:lnTo>
                  <a:pt x="117348" y="433197"/>
                </a:lnTo>
                <a:lnTo>
                  <a:pt x="124206" y="423722"/>
                </a:lnTo>
                <a:lnTo>
                  <a:pt x="126492" y="409956"/>
                </a:lnTo>
                <a:close/>
              </a:path>
              <a:path extrusionOk="0" h="525779" w="127000">
                <a:moveTo>
                  <a:pt x="126504" y="294132"/>
                </a:moveTo>
                <a:lnTo>
                  <a:pt x="126212" y="286448"/>
                </a:lnTo>
                <a:lnTo>
                  <a:pt x="125361" y="279463"/>
                </a:lnTo>
                <a:lnTo>
                  <a:pt x="123926" y="273354"/>
                </a:lnTo>
                <a:lnTo>
                  <a:pt x="121932" y="268224"/>
                </a:lnTo>
                <a:lnTo>
                  <a:pt x="102120" y="268224"/>
                </a:lnTo>
                <a:lnTo>
                  <a:pt x="106692" y="274320"/>
                </a:lnTo>
                <a:lnTo>
                  <a:pt x="108216" y="281940"/>
                </a:lnTo>
                <a:lnTo>
                  <a:pt x="108216" y="297180"/>
                </a:lnTo>
                <a:lnTo>
                  <a:pt x="106692" y="303276"/>
                </a:lnTo>
                <a:lnTo>
                  <a:pt x="100596" y="307848"/>
                </a:lnTo>
                <a:lnTo>
                  <a:pt x="96024" y="312420"/>
                </a:lnTo>
                <a:lnTo>
                  <a:pt x="89928" y="315468"/>
                </a:lnTo>
                <a:lnTo>
                  <a:pt x="71640" y="315468"/>
                </a:lnTo>
                <a:lnTo>
                  <a:pt x="65544" y="312420"/>
                </a:lnTo>
                <a:lnTo>
                  <a:pt x="59448" y="307848"/>
                </a:lnTo>
                <a:lnTo>
                  <a:pt x="54876" y="303276"/>
                </a:lnTo>
                <a:lnTo>
                  <a:pt x="51828" y="295656"/>
                </a:lnTo>
                <a:lnTo>
                  <a:pt x="51828" y="280416"/>
                </a:lnTo>
                <a:lnTo>
                  <a:pt x="57924" y="268224"/>
                </a:lnTo>
                <a:lnTo>
                  <a:pt x="38112" y="268224"/>
                </a:lnTo>
                <a:lnTo>
                  <a:pt x="35064" y="272796"/>
                </a:lnTo>
                <a:lnTo>
                  <a:pt x="33540" y="280416"/>
                </a:lnTo>
                <a:lnTo>
                  <a:pt x="33540" y="291084"/>
                </a:lnTo>
                <a:lnTo>
                  <a:pt x="53797" y="332143"/>
                </a:lnTo>
                <a:lnTo>
                  <a:pt x="82308" y="339852"/>
                </a:lnTo>
                <a:lnTo>
                  <a:pt x="92024" y="339001"/>
                </a:lnTo>
                <a:lnTo>
                  <a:pt x="123837" y="312420"/>
                </a:lnTo>
                <a:lnTo>
                  <a:pt x="125882" y="303847"/>
                </a:lnTo>
                <a:lnTo>
                  <a:pt x="126504" y="294132"/>
                </a:lnTo>
                <a:close/>
              </a:path>
              <a:path extrusionOk="0" h="525779" w="127000">
                <a:moveTo>
                  <a:pt x="126504" y="3048"/>
                </a:moveTo>
                <a:lnTo>
                  <a:pt x="123456" y="0"/>
                </a:lnTo>
                <a:lnTo>
                  <a:pt x="105168" y="0"/>
                </a:lnTo>
                <a:lnTo>
                  <a:pt x="108216" y="1524"/>
                </a:lnTo>
                <a:lnTo>
                  <a:pt x="108216" y="16764"/>
                </a:lnTo>
                <a:lnTo>
                  <a:pt x="103644" y="19812"/>
                </a:lnTo>
                <a:lnTo>
                  <a:pt x="53352" y="19812"/>
                </a:lnTo>
                <a:lnTo>
                  <a:pt x="53352" y="0"/>
                </a:lnTo>
                <a:lnTo>
                  <a:pt x="35064" y="0"/>
                </a:lnTo>
                <a:lnTo>
                  <a:pt x="35064" y="19812"/>
                </a:lnTo>
                <a:lnTo>
                  <a:pt x="9156" y="19812"/>
                </a:lnTo>
                <a:lnTo>
                  <a:pt x="15252" y="44196"/>
                </a:lnTo>
                <a:lnTo>
                  <a:pt x="35064" y="44196"/>
                </a:lnTo>
                <a:lnTo>
                  <a:pt x="35064" y="57912"/>
                </a:lnTo>
                <a:lnTo>
                  <a:pt x="53352" y="57912"/>
                </a:lnTo>
                <a:lnTo>
                  <a:pt x="53352" y="44196"/>
                </a:lnTo>
                <a:lnTo>
                  <a:pt x="97548" y="44196"/>
                </a:lnTo>
                <a:lnTo>
                  <a:pt x="110426" y="42481"/>
                </a:lnTo>
                <a:lnTo>
                  <a:pt x="119456" y="37338"/>
                </a:lnTo>
                <a:lnTo>
                  <a:pt x="124764" y="28765"/>
                </a:lnTo>
                <a:lnTo>
                  <a:pt x="126504" y="16764"/>
                </a:lnTo>
                <a:lnTo>
                  <a:pt x="126504" y="30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932" name="Google Shape;5932;p89"/>
          <p:cNvPicPr preferRelativeResize="0"/>
          <p:nvPr/>
        </p:nvPicPr>
        <p:blipFill rotWithShape="1">
          <a:blip r:embed="rId177">
            <a:alphaModFix/>
          </a:blip>
          <a:srcRect b="0" l="0" r="0" t="0"/>
          <a:stretch/>
        </p:blipFill>
        <p:spPr>
          <a:xfrm>
            <a:off x="5964935" y="6018275"/>
            <a:ext cx="173511" cy="10596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36" name="Shape 5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7" name="Google Shape;5937;p90"/>
          <p:cNvGrpSpPr/>
          <p:nvPr/>
        </p:nvGrpSpPr>
        <p:grpSpPr>
          <a:xfrm>
            <a:off x="955547" y="4942332"/>
            <a:ext cx="376556" cy="3124708"/>
            <a:chOff x="955547" y="4942332"/>
            <a:chExt cx="376556" cy="3124708"/>
          </a:xfrm>
        </p:grpSpPr>
        <p:sp>
          <p:nvSpPr>
            <p:cNvPr id="5938" name="Google Shape;5938;p90"/>
            <p:cNvSpPr/>
            <p:nvPr/>
          </p:nvSpPr>
          <p:spPr>
            <a:xfrm>
              <a:off x="955548" y="7216140"/>
              <a:ext cx="376555" cy="850900"/>
            </a:xfrm>
            <a:custGeom>
              <a:rect b="b" l="l" r="r" t="t"/>
              <a:pathLst>
                <a:path extrusionOk="0" h="850900" w="376555">
                  <a:moveTo>
                    <a:pt x="368795" y="309372"/>
                  </a:moveTo>
                  <a:lnTo>
                    <a:pt x="359664" y="309372"/>
                  </a:lnTo>
                  <a:lnTo>
                    <a:pt x="358127" y="318516"/>
                  </a:lnTo>
                  <a:lnTo>
                    <a:pt x="356603" y="326136"/>
                  </a:lnTo>
                  <a:lnTo>
                    <a:pt x="355079" y="329184"/>
                  </a:lnTo>
                  <a:lnTo>
                    <a:pt x="352031" y="333756"/>
                  </a:lnTo>
                  <a:lnTo>
                    <a:pt x="348983" y="336804"/>
                  </a:lnTo>
                  <a:lnTo>
                    <a:pt x="344411" y="339852"/>
                  </a:lnTo>
                  <a:lnTo>
                    <a:pt x="341376" y="339852"/>
                  </a:lnTo>
                  <a:lnTo>
                    <a:pt x="333743" y="341376"/>
                  </a:lnTo>
                  <a:lnTo>
                    <a:pt x="252971" y="341376"/>
                  </a:lnTo>
                  <a:lnTo>
                    <a:pt x="237502" y="340804"/>
                  </a:lnTo>
                  <a:lnTo>
                    <a:pt x="195059" y="332232"/>
                  </a:lnTo>
                  <a:lnTo>
                    <a:pt x="164579" y="306324"/>
                  </a:lnTo>
                  <a:lnTo>
                    <a:pt x="164579" y="297180"/>
                  </a:lnTo>
                  <a:lnTo>
                    <a:pt x="166103" y="295656"/>
                  </a:lnTo>
                  <a:lnTo>
                    <a:pt x="166103" y="294132"/>
                  </a:lnTo>
                  <a:lnTo>
                    <a:pt x="169151" y="291084"/>
                  </a:lnTo>
                  <a:lnTo>
                    <a:pt x="173723" y="283464"/>
                  </a:lnTo>
                  <a:lnTo>
                    <a:pt x="179819" y="277368"/>
                  </a:lnTo>
                  <a:lnTo>
                    <a:pt x="182867" y="269748"/>
                  </a:lnTo>
                  <a:lnTo>
                    <a:pt x="182867" y="252984"/>
                  </a:lnTo>
                  <a:lnTo>
                    <a:pt x="146291" y="231648"/>
                  </a:lnTo>
                  <a:lnTo>
                    <a:pt x="138607" y="232219"/>
                  </a:lnTo>
                  <a:lnTo>
                    <a:pt x="112763" y="252984"/>
                  </a:lnTo>
                  <a:lnTo>
                    <a:pt x="112763" y="263652"/>
                  </a:lnTo>
                  <a:lnTo>
                    <a:pt x="132626" y="308406"/>
                  </a:lnTo>
                  <a:lnTo>
                    <a:pt x="176771" y="342900"/>
                  </a:lnTo>
                  <a:lnTo>
                    <a:pt x="120383" y="342900"/>
                  </a:lnTo>
                  <a:lnTo>
                    <a:pt x="120383" y="443484"/>
                  </a:lnTo>
                  <a:lnTo>
                    <a:pt x="129527" y="443484"/>
                  </a:lnTo>
                  <a:lnTo>
                    <a:pt x="129527" y="434340"/>
                  </a:lnTo>
                  <a:lnTo>
                    <a:pt x="131051" y="428244"/>
                  </a:lnTo>
                  <a:lnTo>
                    <a:pt x="134099" y="425196"/>
                  </a:lnTo>
                  <a:lnTo>
                    <a:pt x="135623" y="422148"/>
                  </a:lnTo>
                  <a:lnTo>
                    <a:pt x="140195" y="419100"/>
                  </a:lnTo>
                  <a:lnTo>
                    <a:pt x="144767" y="417576"/>
                  </a:lnTo>
                  <a:lnTo>
                    <a:pt x="149085" y="416699"/>
                  </a:lnTo>
                  <a:lnTo>
                    <a:pt x="155244" y="416242"/>
                  </a:lnTo>
                  <a:lnTo>
                    <a:pt x="173723" y="416052"/>
                  </a:lnTo>
                  <a:lnTo>
                    <a:pt x="310883" y="416052"/>
                  </a:lnTo>
                  <a:lnTo>
                    <a:pt x="350507" y="422148"/>
                  </a:lnTo>
                  <a:lnTo>
                    <a:pt x="359664" y="443484"/>
                  </a:lnTo>
                  <a:lnTo>
                    <a:pt x="368795" y="443484"/>
                  </a:lnTo>
                  <a:lnTo>
                    <a:pt x="368795" y="309372"/>
                  </a:lnTo>
                  <a:close/>
                </a:path>
                <a:path extrusionOk="0" h="850900" w="376555">
                  <a:moveTo>
                    <a:pt x="368808" y="469392"/>
                  </a:moveTo>
                  <a:lnTo>
                    <a:pt x="359664" y="469392"/>
                  </a:lnTo>
                  <a:lnTo>
                    <a:pt x="358203" y="476846"/>
                  </a:lnTo>
                  <a:lnTo>
                    <a:pt x="356044" y="483298"/>
                  </a:lnTo>
                  <a:lnTo>
                    <a:pt x="314490" y="515645"/>
                  </a:lnTo>
                  <a:lnTo>
                    <a:pt x="245364" y="546303"/>
                  </a:lnTo>
                  <a:lnTo>
                    <a:pt x="245364" y="638556"/>
                  </a:lnTo>
                  <a:lnTo>
                    <a:pt x="245364" y="743712"/>
                  </a:lnTo>
                  <a:lnTo>
                    <a:pt x="124968" y="690372"/>
                  </a:lnTo>
                  <a:lnTo>
                    <a:pt x="245364" y="638556"/>
                  </a:lnTo>
                  <a:lnTo>
                    <a:pt x="245364" y="546303"/>
                  </a:lnTo>
                  <a:lnTo>
                    <a:pt x="0" y="653796"/>
                  </a:lnTo>
                  <a:lnTo>
                    <a:pt x="0" y="658368"/>
                  </a:lnTo>
                  <a:lnTo>
                    <a:pt x="286512" y="787908"/>
                  </a:lnTo>
                  <a:lnTo>
                    <a:pt x="306247" y="796531"/>
                  </a:lnTo>
                  <a:lnTo>
                    <a:pt x="322135" y="804291"/>
                  </a:lnTo>
                  <a:lnTo>
                    <a:pt x="353568" y="832104"/>
                  </a:lnTo>
                  <a:lnTo>
                    <a:pt x="359664" y="850392"/>
                  </a:lnTo>
                  <a:lnTo>
                    <a:pt x="368808" y="850392"/>
                  </a:lnTo>
                  <a:lnTo>
                    <a:pt x="368808" y="775716"/>
                  </a:lnTo>
                  <a:lnTo>
                    <a:pt x="368808" y="728472"/>
                  </a:lnTo>
                  <a:lnTo>
                    <a:pt x="359664" y="728472"/>
                  </a:lnTo>
                  <a:lnTo>
                    <a:pt x="347472" y="772668"/>
                  </a:lnTo>
                  <a:lnTo>
                    <a:pt x="339852" y="775716"/>
                  </a:lnTo>
                  <a:lnTo>
                    <a:pt x="330708" y="775716"/>
                  </a:lnTo>
                  <a:lnTo>
                    <a:pt x="324434" y="775385"/>
                  </a:lnTo>
                  <a:lnTo>
                    <a:pt x="317182" y="774192"/>
                  </a:lnTo>
                  <a:lnTo>
                    <a:pt x="309054" y="771867"/>
                  </a:lnTo>
                  <a:lnTo>
                    <a:pt x="265176" y="752856"/>
                  </a:lnTo>
                  <a:lnTo>
                    <a:pt x="265176" y="743712"/>
                  </a:lnTo>
                  <a:lnTo>
                    <a:pt x="265176" y="638556"/>
                  </a:lnTo>
                  <a:lnTo>
                    <a:pt x="265176" y="629412"/>
                  </a:lnTo>
                  <a:lnTo>
                    <a:pt x="309372" y="609600"/>
                  </a:lnTo>
                  <a:lnTo>
                    <a:pt x="321564" y="605028"/>
                  </a:lnTo>
                  <a:lnTo>
                    <a:pt x="329184" y="601980"/>
                  </a:lnTo>
                  <a:lnTo>
                    <a:pt x="330708" y="601980"/>
                  </a:lnTo>
                  <a:lnTo>
                    <a:pt x="333756" y="600456"/>
                  </a:lnTo>
                  <a:lnTo>
                    <a:pt x="345948" y="600456"/>
                  </a:lnTo>
                  <a:lnTo>
                    <a:pt x="359664" y="635508"/>
                  </a:lnTo>
                  <a:lnTo>
                    <a:pt x="359664" y="643128"/>
                  </a:lnTo>
                  <a:lnTo>
                    <a:pt x="368808" y="643128"/>
                  </a:lnTo>
                  <a:lnTo>
                    <a:pt x="368808" y="600456"/>
                  </a:lnTo>
                  <a:lnTo>
                    <a:pt x="368808" y="469392"/>
                  </a:lnTo>
                  <a:close/>
                </a:path>
                <a:path extrusionOk="0" h="850900" w="376555">
                  <a:moveTo>
                    <a:pt x="376428" y="100584"/>
                  </a:moveTo>
                  <a:lnTo>
                    <a:pt x="366776" y="57302"/>
                  </a:lnTo>
                  <a:lnTo>
                    <a:pt x="339280" y="20383"/>
                  </a:lnTo>
                  <a:lnTo>
                    <a:pt x="310896" y="0"/>
                  </a:lnTo>
                  <a:lnTo>
                    <a:pt x="303276" y="9144"/>
                  </a:lnTo>
                  <a:lnTo>
                    <a:pt x="311581" y="16865"/>
                  </a:lnTo>
                  <a:lnTo>
                    <a:pt x="318325" y="24003"/>
                  </a:lnTo>
                  <a:lnTo>
                    <a:pt x="333756" y="62484"/>
                  </a:lnTo>
                  <a:lnTo>
                    <a:pt x="332917" y="71615"/>
                  </a:lnTo>
                  <a:lnTo>
                    <a:pt x="312674" y="106375"/>
                  </a:lnTo>
                  <a:lnTo>
                    <a:pt x="274320" y="128016"/>
                  </a:lnTo>
                  <a:lnTo>
                    <a:pt x="224383" y="138099"/>
                  </a:lnTo>
                  <a:lnTo>
                    <a:pt x="207264" y="138684"/>
                  </a:lnTo>
                  <a:lnTo>
                    <a:pt x="186994" y="137833"/>
                  </a:lnTo>
                  <a:lnTo>
                    <a:pt x="144767" y="124968"/>
                  </a:lnTo>
                  <a:lnTo>
                    <a:pt x="131064" y="102108"/>
                  </a:lnTo>
                  <a:lnTo>
                    <a:pt x="131064" y="97536"/>
                  </a:lnTo>
                  <a:lnTo>
                    <a:pt x="132588" y="91440"/>
                  </a:lnTo>
                  <a:lnTo>
                    <a:pt x="137160" y="88392"/>
                  </a:lnTo>
                  <a:lnTo>
                    <a:pt x="141732" y="83820"/>
                  </a:lnTo>
                  <a:lnTo>
                    <a:pt x="149352" y="80772"/>
                  </a:lnTo>
                  <a:lnTo>
                    <a:pt x="160020" y="80772"/>
                  </a:lnTo>
                  <a:lnTo>
                    <a:pt x="172605" y="78422"/>
                  </a:lnTo>
                  <a:lnTo>
                    <a:pt x="205740" y="55245"/>
                  </a:lnTo>
                  <a:lnTo>
                    <a:pt x="199644" y="15240"/>
                  </a:lnTo>
                  <a:lnTo>
                    <a:pt x="175260" y="6096"/>
                  </a:lnTo>
                  <a:lnTo>
                    <a:pt x="163207" y="7531"/>
                  </a:lnTo>
                  <a:lnTo>
                    <a:pt x="131064" y="28956"/>
                  </a:lnTo>
                  <a:lnTo>
                    <a:pt x="113919" y="72898"/>
                  </a:lnTo>
                  <a:lnTo>
                    <a:pt x="112776" y="91440"/>
                  </a:lnTo>
                  <a:lnTo>
                    <a:pt x="115633" y="118567"/>
                  </a:lnTo>
                  <a:lnTo>
                    <a:pt x="138493" y="163664"/>
                  </a:lnTo>
                  <a:lnTo>
                    <a:pt x="178752" y="193357"/>
                  </a:lnTo>
                  <a:lnTo>
                    <a:pt x="223850" y="207073"/>
                  </a:lnTo>
                  <a:lnTo>
                    <a:pt x="248412" y="208788"/>
                  </a:lnTo>
                  <a:lnTo>
                    <a:pt x="273812" y="207060"/>
                  </a:lnTo>
                  <a:lnTo>
                    <a:pt x="318909" y="192722"/>
                  </a:lnTo>
                  <a:lnTo>
                    <a:pt x="354558" y="163601"/>
                  </a:lnTo>
                  <a:lnTo>
                    <a:pt x="373900" y="123685"/>
                  </a:lnTo>
                  <a:lnTo>
                    <a:pt x="376428" y="100584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939" name="Google Shape;5939;p9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55547" y="4942332"/>
              <a:ext cx="376428" cy="22463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940" name="Google Shape;5940;p90"/>
          <p:cNvSpPr/>
          <p:nvPr/>
        </p:nvSpPr>
        <p:spPr>
          <a:xfrm>
            <a:off x="955535" y="3162300"/>
            <a:ext cx="376555" cy="1624965"/>
          </a:xfrm>
          <a:custGeom>
            <a:rect b="b" l="l" r="r" t="t"/>
            <a:pathLst>
              <a:path extrusionOk="0" h="1624964" w="376555">
                <a:moveTo>
                  <a:pt x="82296" y="746760"/>
                </a:moveTo>
                <a:lnTo>
                  <a:pt x="81470" y="739025"/>
                </a:lnTo>
                <a:lnTo>
                  <a:pt x="81394" y="738809"/>
                </a:lnTo>
                <a:lnTo>
                  <a:pt x="79057" y="731710"/>
                </a:lnTo>
                <a:lnTo>
                  <a:pt x="49110" y="706450"/>
                </a:lnTo>
                <a:lnTo>
                  <a:pt x="41148" y="705612"/>
                </a:lnTo>
                <a:lnTo>
                  <a:pt x="32562" y="706450"/>
                </a:lnTo>
                <a:lnTo>
                  <a:pt x="2667" y="731139"/>
                </a:lnTo>
                <a:lnTo>
                  <a:pt x="609" y="739025"/>
                </a:lnTo>
                <a:lnTo>
                  <a:pt x="0" y="746760"/>
                </a:lnTo>
                <a:lnTo>
                  <a:pt x="18224" y="782129"/>
                </a:lnTo>
                <a:lnTo>
                  <a:pt x="41148" y="787908"/>
                </a:lnTo>
                <a:lnTo>
                  <a:pt x="49110" y="787323"/>
                </a:lnTo>
                <a:lnTo>
                  <a:pt x="79057" y="763143"/>
                </a:lnTo>
                <a:lnTo>
                  <a:pt x="81470" y="755383"/>
                </a:lnTo>
                <a:lnTo>
                  <a:pt x="82296" y="746760"/>
                </a:lnTo>
                <a:close/>
              </a:path>
              <a:path extrusionOk="0" h="1624964" w="376555">
                <a:moveTo>
                  <a:pt x="368808" y="679704"/>
                </a:moveTo>
                <a:lnTo>
                  <a:pt x="359664" y="679704"/>
                </a:lnTo>
                <a:lnTo>
                  <a:pt x="358241" y="688238"/>
                </a:lnTo>
                <a:lnTo>
                  <a:pt x="356235" y="695325"/>
                </a:lnTo>
                <a:lnTo>
                  <a:pt x="316992" y="710184"/>
                </a:lnTo>
                <a:lnTo>
                  <a:pt x="120396" y="710184"/>
                </a:lnTo>
                <a:lnTo>
                  <a:pt x="120396" y="815340"/>
                </a:lnTo>
                <a:lnTo>
                  <a:pt x="129540" y="815340"/>
                </a:lnTo>
                <a:lnTo>
                  <a:pt x="130098" y="807681"/>
                </a:lnTo>
                <a:lnTo>
                  <a:pt x="131635" y="800862"/>
                </a:lnTo>
                <a:lnTo>
                  <a:pt x="172212" y="784860"/>
                </a:lnTo>
                <a:lnTo>
                  <a:pt x="316992" y="784860"/>
                </a:lnTo>
                <a:lnTo>
                  <a:pt x="356044" y="801433"/>
                </a:lnTo>
                <a:lnTo>
                  <a:pt x="359664" y="815340"/>
                </a:lnTo>
                <a:lnTo>
                  <a:pt x="368808" y="815340"/>
                </a:lnTo>
                <a:lnTo>
                  <a:pt x="368808" y="784860"/>
                </a:lnTo>
                <a:lnTo>
                  <a:pt x="368808" y="679704"/>
                </a:lnTo>
                <a:close/>
              </a:path>
              <a:path extrusionOk="0" h="1624964" w="376555">
                <a:moveTo>
                  <a:pt x="368820" y="1117092"/>
                </a:moveTo>
                <a:lnTo>
                  <a:pt x="359676" y="1117092"/>
                </a:lnTo>
                <a:lnTo>
                  <a:pt x="358152" y="1127760"/>
                </a:lnTo>
                <a:lnTo>
                  <a:pt x="355104" y="1135380"/>
                </a:lnTo>
                <a:lnTo>
                  <a:pt x="315480" y="1144524"/>
                </a:lnTo>
                <a:lnTo>
                  <a:pt x="217944" y="1144524"/>
                </a:lnTo>
                <a:lnTo>
                  <a:pt x="197916" y="1144816"/>
                </a:lnTo>
                <a:lnTo>
                  <a:pt x="156984" y="1149096"/>
                </a:lnTo>
                <a:lnTo>
                  <a:pt x="124980" y="1171956"/>
                </a:lnTo>
                <a:lnTo>
                  <a:pt x="112788" y="1213104"/>
                </a:lnTo>
                <a:lnTo>
                  <a:pt x="113360" y="1222019"/>
                </a:lnTo>
                <a:lnTo>
                  <a:pt x="133743" y="1266063"/>
                </a:lnTo>
                <a:lnTo>
                  <a:pt x="152412" y="1286256"/>
                </a:lnTo>
                <a:lnTo>
                  <a:pt x="7632" y="1286256"/>
                </a:lnTo>
                <a:lnTo>
                  <a:pt x="7632" y="1388364"/>
                </a:lnTo>
                <a:lnTo>
                  <a:pt x="16776" y="1388364"/>
                </a:lnTo>
                <a:lnTo>
                  <a:pt x="18300" y="1376172"/>
                </a:lnTo>
                <a:lnTo>
                  <a:pt x="21348" y="1370076"/>
                </a:lnTo>
                <a:lnTo>
                  <a:pt x="60972" y="1360932"/>
                </a:lnTo>
                <a:lnTo>
                  <a:pt x="315480" y="1360932"/>
                </a:lnTo>
                <a:lnTo>
                  <a:pt x="355104" y="1370076"/>
                </a:lnTo>
                <a:lnTo>
                  <a:pt x="359676" y="1388364"/>
                </a:lnTo>
                <a:lnTo>
                  <a:pt x="368820" y="1388364"/>
                </a:lnTo>
                <a:lnTo>
                  <a:pt x="368820" y="1261872"/>
                </a:lnTo>
                <a:lnTo>
                  <a:pt x="359676" y="1261872"/>
                </a:lnTo>
                <a:lnTo>
                  <a:pt x="358152" y="1272540"/>
                </a:lnTo>
                <a:lnTo>
                  <a:pt x="353580" y="1278636"/>
                </a:lnTo>
                <a:lnTo>
                  <a:pt x="315480" y="1286256"/>
                </a:lnTo>
                <a:lnTo>
                  <a:pt x="181368" y="1286256"/>
                </a:lnTo>
                <a:lnTo>
                  <a:pt x="150888" y="1257300"/>
                </a:lnTo>
                <a:lnTo>
                  <a:pt x="149364" y="1249680"/>
                </a:lnTo>
                <a:lnTo>
                  <a:pt x="149364" y="1237488"/>
                </a:lnTo>
                <a:lnTo>
                  <a:pt x="204228" y="1219200"/>
                </a:lnTo>
                <a:lnTo>
                  <a:pt x="315480" y="1219200"/>
                </a:lnTo>
                <a:lnTo>
                  <a:pt x="353580" y="1228344"/>
                </a:lnTo>
                <a:lnTo>
                  <a:pt x="359676" y="1243584"/>
                </a:lnTo>
                <a:lnTo>
                  <a:pt x="368820" y="1243584"/>
                </a:lnTo>
                <a:lnTo>
                  <a:pt x="368820" y="1117092"/>
                </a:lnTo>
                <a:close/>
              </a:path>
              <a:path extrusionOk="0" h="1624964" w="376555">
                <a:moveTo>
                  <a:pt x="376326" y="307848"/>
                </a:moveTo>
                <a:lnTo>
                  <a:pt x="366153" y="265874"/>
                </a:lnTo>
                <a:lnTo>
                  <a:pt x="335673" y="228981"/>
                </a:lnTo>
                <a:lnTo>
                  <a:pt x="301764" y="207264"/>
                </a:lnTo>
                <a:lnTo>
                  <a:pt x="295668" y="216408"/>
                </a:lnTo>
                <a:lnTo>
                  <a:pt x="306235" y="224155"/>
                </a:lnTo>
                <a:lnTo>
                  <a:pt x="315099" y="231457"/>
                </a:lnTo>
                <a:lnTo>
                  <a:pt x="336245" y="266585"/>
                </a:lnTo>
                <a:lnTo>
                  <a:pt x="336359" y="268224"/>
                </a:lnTo>
                <a:lnTo>
                  <a:pt x="336702" y="272796"/>
                </a:lnTo>
                <a:lnTo>
                  <a:pt x="336702" y="275374"/>
                </a:lnTo>
                <a:lnTo>
                  <a:pt x="335381" y="287464"/>
                </a:lnTo>
                <a:lnTo>
                  <a:pt x="313956" y="320040"/>
                </a:lnTo>
                <a:lnTo>
                  <a:pt x="279666" y="338137"/>
                </a:lnTo>
                <a:lnTo>
                  <a:pt x="236232" y="345948"/>
                </a:lnTo>
                <a:lnTo>
                  <a:pt x="236232" y="272796"/>
                </a:lnTo>
                <a:lnTo>
                  <a:pt x="236232" y="207264"/>
                </a:lnTo>
                <a:lnTo>
                  <a:pt x="217944" y="209067"/>
                </a:lnTo>
                <a:lnTo>
                  <a:pt x="217944" y="272796"/>
                </a:lnTo>
                <a:lnTo>
                  <a:pt x="217944" y="347472"/>
                </a:lnTo>
                <a:lnTo>
                  <a:pt x="208800" y="347472"/>
                </a:lnTo>
                <a:lnTo>
                  <a:pt x="189344" y="346595"/>
                </a:lnTo>
                <a:lnTo>
                  <a:pt x="143268" y="332232"/>
                </a:lnTo>
                <a:lnTo>
                  <a:pt x="131076" y="307848"/>
                </a:lnTo>
                <a:lnTo>
                  <a:pt x="131076" y="301752"/>
                </a:lnTo>
                <a:lnTo>
                  <a:pt x="168224" y="275374"/>
                </a:lnTo>
                <a:lnTo>
                  <a:pt x="217944" y="272796"/>
                </a:lnTo>
                <a:lnTo>
                  <a:pt x="217944" y="209067"/>
                </a:lnTo>
                <a:lnTo>
                  <a:pt x="160997" y="225488"/>
                </a:lnTo>
                <a:lnTo>
                  <a:pt x="129527" y="252247"/>
                </a:lnTo>
                <a:lnTo>
                  <a:pt x="112788" y="303276"/>
                </a:lnTo>
                <a:lnTo>
                  <a:pt x="115074" y="325310"/>
                </a:lnTo>
                <a:lnTo>
                  <a:pt x="133362" y="364794"/>
                </a:lnTo>
                <a:lnTo>
                  <a:pt x="169341" y="397408"/>
                </a:lnTo>
                <a:lnTo>
                  <a:pt x="219011" y="414032"/>
                </a:lnTo>
                <a:lnTo>
                  <a:pt x="248424" y="416052"/>
                </a:lnTo>
                <a:lnTo>
                  <a:pt x="272681" y="414629"/>
                </a:lnTo>
                <a:lnTo>
                  <a:pt x="315493" y="403199"/>
                </a:lnTo>
                <a:lnTo>
                  <a:pt x="352005" y="377532"/>
                </a:lnTo>
                <a:lnTo>
                  <a:pt x="369785" y="345948"/>
                </a:lnTo>
                <a:lnTo>
                  <a:pt x="369862" y="345757"/>
                </a:lnTo>
                <a:lnTo>
                  <a:pt x="373621" y="335330"/>
                </a:lnTo>
                <a:lnTo>
                  <a:pt x="376326" y="310324"/>
                </a:lnTo>
                <a:lnTo>
                  <a:pt x="376326" y="307848"/>
                </a:lnTo>
                <a:close/>
              </a:path>
              <a:path extrusionOk="0" h="1624964" w="376555">
                <a:moveTo>
                  <a:pt x="376440" y="1514856"/>
                </a:moveTo>
                <a:lnTo>
                  <a:pt x="366788" y="1472857"/>
                </a:lnTo>
                <a:lnTo>
                  <a:pt x="339293" y="1435608"/>
                </a:lnTo>
                <a:lnTo>
                  <a:pt x="310908" y="1415796"/>
                </a:lnTo>
                <a:lnTo>
                  <a:pt x="303288" y="1423416"/>
                </a:lnTo>
                <a:lnTo>
                  <a:pt x="311594" y="1431163"/>
                </a:lnTo>
                <a:lnTo>
                  <a:pt x="318338" y="1438465"/>
                </a:lnTo>
                <a:lnTo>
                  <a:pt x="323646" y="1445501"/>
                </a:lnTo>
                <a:lnTo>
                  <a:pt x="327672" y="1452372"/>
                </a:lnTo>
                <a:lnTo>
                  <a:pt x="333768" y="1467612"/>
                </a:lnTo>
                <a:lnTo>
                  <a:pt x="333768" y="1476756"/>
                </a:lnTo>
                <a:lnTo>
                  <a:pt x="312686" y="1521294"/>
                </a:lnTo>
                <a:lnTo>
                  <a:pt x="274332" y="1542288"/>
                </a:lnTo>
                <a:lnTo>
                  <a:pt x="224396" y="1553654"/>
                </a:lnTo>
                <a:lnTo>
                  <a:pt x="207276" y="1554480"/>
                </a:lnTo>
                <a:lnTo>
                  <a:pt x="187007" y="1553629"/>
                </a:lnTo>
                <a:lnTo>
                  <a:pt x="144780" y="1540764"/>
                </a:lnTo>
                <a:lnTo>
                  <a:pt x="131076" y="1517904"/>
                </a:lnTo>
                <a:lnTo>
                  <a:pt x="131076" y="1511808"/>
                </a:lnTo>
                <a:lnTo>
                  <a:pt x="172618" y="1493354"/>
                </a:lnTo>
                <a:lnTo>
                  <a:pt x="183083" y="1490662"/>
                </a:lnTo>
                <a:lnTo>
                  <a:pt x="208800" y="1455420"/>
                </a:lnTo>
                <a:lnTo>
                  <a:pt x="182079" y="1422463"/>
                </a:lnTo>
                <a:lnTo>
                  <a:pt x="175272" y="1421892"/>
                </a:lnTo>
                <a:lnTo>
                  <a:pt x="163220" y="1423327"/>
                </a:lnTo>
                <a:lnTo>
                  <a:pt x="131076" y="1444752"/>
                </a:lnTo>
                <a:lnTo>
                  <a:pt x="113931" y="1487411"/>
                </a:lnTo>
                <a:lnTo>
                  <a:pt x="112788" y="1505712"/>
                </a:lnTo>
                <a:lnTo>
                  <a:pt x="115646" y="1533715"/>
                </a:lnTo>
                <a:lnTo>
                  <a:pt x="138506" y="1579435"/>
                </a:lnTo>
                <a:lnTo>
                  <a:pt x="178765" y="1609153"/>
                </a:lnTo>
                <a:lnTo>
                  <a:pt x="223862" y="1622869"/>
                </a:lnTo>
                <a:lnTo>
                  <a:pt x="248424" y="1624584"/>
                </a:lnTo>
                <a:lnTo>
                  <a:pt x="273824" y="1622615"/>
                </a:lnTo>
                <a:lnTo>
                  <a:pt x="318922" y="1607235"/>
                </a:lnTo>
                <a:lnTo>
                  <a:pt x="354571" y="1578089"/>
                </a:lnTo>
                <a:lnTo>
                  <a:pt x="373913" y="1538605"/>
                </a:lnTo>
                <a:lnTo>
                  <a:pt x="376440" y="1514856"/>
                </a:lnTo>
                <a:close/>
              </a:path>
              <a:path extrusionOk="0" h="1624964" w="376555">
                <a:moveTo>
                  <a:pt x="376440" y="963168"/>
                </a:moveTo>
                <a:lnTo>
                  <a:pt x="369646" y="925068"/>
                </a:lnTo>
                <a:lnTo>
                  <a:pt x="358152" y="901852"/>
                </a:lnTo>
                <a:lnTo>
                  <a:pt x="358152" y="955548"/>
                </a:lnTo>
                <a:lnTo>
                  <a:pt x="358152" y="972312"/>
                </a:lnTo>
                <a:lnTo>
                  <a:pt x="327977" y="996530"/>
                </a:lnTo>
                <a:lnTo>
                  <a:pt x="279514" y="1002512"/>
                </a:lnTo>
                <a:lnTo>
                  <a:pt x="265188" y="1002792"/>
                </a:lnTo>
                <a:lnTo>
                  <a:pt x="237807" y="1002512"/>
                </a:lnTo>
                <a:lnTo>
                  <a:pt x="239306" y="1002512"/>
                </a:lnTo>
                <a:lnTo>
                  <a:pt x="217563" y="1001839"/>
                </a:lnTo>
                <a:lnTo>
                  <a:pt x="167652" y="998029"/>
                </a:lnTo>
                <a:lnTo>
                  <a:pt x="134112" y="979932"/>
                </a:lnTo>
                <a:lnTo>
                  <a:pt x="131064" y="972312"/>
                </a:lnTo>
                <a:lnTo>
                  <a:pt x="131064" y="955548"/>
                </a:lnTo>
                <a:lnTo>
                  <a:pt x="160032" y="929640"/>
                </a:lnTo>
                <a:lnTo>
                  <a:pt x="202247" y="925360"/>
                </a:lnTo>
                <a:lnTo>
                  <a:pt x="222516" y="925068"/>
                </a:lnTo>
                <a:lnTo>
                  <a:pt x="258203" y="925360"/>
                </a:lnTo>
                <a:lnTo>
                  <a:pt x="310159" y="927646"/>
                </a:lnTo>
                <a:lnTo>
                  <a:pt x="350520" y="944880"/>
                </a:lnTo>
                <a:lnTo>
                  <a:pt x="355104" y="949452"/>
                </a:lnTo>
                <a:lnTo>
                  <a:pt x="358152" y="955548"/>
                </a:lnTo>
                <a:lnTo>
                  <a:pt x="358152" y="901852"/>
                </a:lnTo>
                <a:lnTo>
                  <a:pt x="332232" y="873252"/>
                </a:lnTo>
                <a:lnTo>
                  <a:pt x="292620" y="854011"/>
                </a:lnTo>
                <a:lnTo>
                  <a:pt x="243852" y="847344"/>
                </a:lnTo>
                <a:lnTo>
                  <a:pt x="225869" y="848207"/>
                </a:lnTo>
                <a:lnTo>
                  <a:pt x="176796" y="861060"/>
                </a:lnTo>
                <a:lnTo>
                  <a:pt x="138430" y="890854"/>
                </a:lnTo>
                <a:lnTo>
                  <a:pt x="116586" y="933069"/>
                </a:lnTo>
                <a:lnTo>
                  <a:pt x="113652" y="949452"/>
                </a:lnTo>
                <a:lnTo>
                  <a:pt x="112776" y="964692"/>
                </a:lnTo>
                <a:lnTo>
                  <a:pt x="115112" y="989825"/>
                </a:lnTo>
                <a:lnTo>
                  <a:pt x="115189" y="990028"/>
                </a:lnTo>
                <a:lnTo>
                  <a:pt x="115265" y="990295"/>
                </a:lnTo>
                <a:lnTo>
                  <a:pt x="134645" y="1032637"/>
                </a:lnTo>
                <a:lnTo>
                  <a:pt x="172935" y="1063167"/>
                </a:lnTo>
                <a:lnTo>
                  <a:pt x="219697" y="1078547"/>
                </a:lnTo>
                <a:lnTo>
                  <a:pt x="245376" y="1080516"/>
                </a:lnTo>
                <a:lnTo>
                  <a:pt x="270802" y="1078547"/>
                </a:lnTo>
                <a:lnTo>
                  <a:pt x="316522" y="1063167"/>
                </a:lnTo>
                <a:lnTo>
                  <a:pt x="353936" y="1033462"/>
                </a:lnTo>
                <a:lnTo>
                  <a:pt x="369862" y="1002512"/>
                </a:lnTo>
                <a:lnTo>
                  <a:pt x="373799" y="990295"/>
                </a:lnTo>
                <a:lnTo>
                  <a:pt x="373900" y="989825"/>
                </a:lnTo>
                <a:lnTo>
                  <a:pt x="376440" y="963168"/>
                </a:lnTo>
                <a:close/>
              </a:path>
              <a:path extrusionOk="0" h="1624964" w="376555">
                <a:moveTo>
                  <a:pt x="376440" y="547116"/>
                </a:moveTo>
                <a:lnTo>
                  <a:pt x="366788" y="504469"/>
                </a:lnTo>
                <a:lnTo>
                  <a:pt x="339293" y="466915"/>
                </a:lnTo>
                <a:lnTo>
                  <a:pt x="310908" y="446532"/>
                </a:lnTo>
                <a:lnTo>
                  <a:pt x="303288" y="455676"/>
                </a:lnTo>
                <a:lnTo>
                  <a:pt x="311594" y="463397"/>
                </a:lnTo>
                <a:lnTo>
                  <a:pt x="318338" y="470535"/>
                </a:lnTo>
                <a:lnTo>
                  <a:pt x="333768" y="509016"/>
                </a:lnTo>
                <a:lnTo>
                  <a:pt x="332930" y="518782"/>
                </a:lnTo>
                <a:lnTo>
                  <a:pt x="312686" y="552907"/>
                </a:lnTo>
                <a:lnTo>
                  <a:pt x="274332" y="574548"/>
                </a:lnTo>
                <a:lnTo>
                  <a:pt x="224396" y="584631"/>
                </a:lnTo>
                <a:lnTo>
                  <a:pt x="207276" y="585216"/>
                </a:lnTo>
                <a:lnTo>
                  <a:pt x="187007" y="584365"/>
                </a:lnTo>
                <a:lnTo>
                  <a:pt x="144780" y="571500"/>
                </a:lnTo>
                <a:lnTo>
                  <a:pt x="131076" y="548640"/>
                </a:lnTo>
                <a:lnTo>
                  <a:pt x="131076" y="544068"/>
                </a:lnTo>
                <a:lnTo>
                  <a:pt x="132600" y="539496"/>
                </a:lnTo>
                <a:lnTo>
                  <a:pt x="141744" y="530352"/>
                </a:lnTo>
                <a:lnTo>
                  <a:pt x="149364" y="527304"/>
                </a:lnTo>
                <a:lnTo>
                  <a:pt x="160032" y="527304"/>
                </a:lnTo>
                <a:lnTo>
                  <a:pt x="172618" y="525589"/>
                </a:lnTo>
                <a:lnTo>
                  <a:pt x="205752" y="502348"/>
                </a:lnTo>
                <a:lnTo>
                  <a:pt x="199656" y="463296"/>
                </a:lnTo>
                <a:lnTo>
                  <a:pt x="175272" y="452628"/>
                </a:lnTo>
                <a:lnTo>
                  <a:pt x="163220" y="454063"/>
                </a:lnTo>
                <a:lnTo>
                  <a:pt x="131076" y="475488"/>
                </a:lnTo>
                <a:lnTo>
                  <a:pt x="113931" y="519430"/>
                </a:lnTo>
                <a:lnTo>
                  <a:pt x="112788" y="537972"/>
                </a:lnTo>
                <a:lnTo>
                  <a:pt x="115646" y="565099"/>
                </a:lnTo>
                <a:lnTo>
                  <a:pt x="138506" y="610196"/>
                </a:lnTo>
                <a:lnTo>
                  <a:pt x="178765" y="639889"/>
                </a:lnTo>
                <a:lnTo>
                  <a:pt x="223862" y="653605"/>
                </a:lnTo>
                <a:lnTo>
                  <a:pt x="248424" y="655320"/>
                </a:lnTo>
                <a:lnTo>
                  <a:pt x="273824" y="653592"/>
                </a:lnTo>
                <a:lnTo>
                  <a:pt x="318922" y="639254"/>
                </a:lnTo>
                <a:lnTo>
                  <a:pt x="354571" y="610133"/>
                </a:lnTo>
                <a:lnTo>
                  <a:pt x="373913" y="570217"/>
                </a:lnTo>
                <a:lnTo>
                  <a:pt x="376440" y="547116"/>
                </a:lnTo>
                <a:close/>
              </a:path>
              <a:path extrusionOk="0" h="1624964" w="376555">
                <a:moveTo>
                  <a:pt x="376440" y="80772"/>
                </a:moveTo>
                <a:lnTo>
                  <a:pt x="365772" y="39624"/>
                </a:lnTo>
                <a:lnTo>
                  <a:pt x="333768" y="10668"/>
                </a:lnTo>
                <a:lnTo>
                  <a:pt x="292608" y="0"/>
                </a:lnTo>
                <a:lnTo>
                  <a:pt x="281470" y="622"/>
                </a:lnTo>
                <a:lnTo>
                  <a:pt x="241757" y="19862"/>
                </a:lnTo>
                <a:lnTo>
                  <a:pt x="205752" y="64008"/>
                </a:lnTo>
                <a:lnTo>
                  <a:pt x="194030" y="81470"/>
                </a:lnTo>
                <a:lnTo>
                  <a:pt x="184035" y="95059"/>
                </a:lnTo>
                <a:lnTo>
                  <a:pt x="175742" y="104952"/>
                </a:lnTo>
                <a:lnTo>
                  <a:pt x="164604" y="115824"/>
                </a:lnTo>
                <a:lnTo>
                  <a:pt x="160032" y="117348"/>
                </a:lnTo>
                <a:lnTo>
                  <a:pt x="147840" y="117348"/>
                </a:lnTo>
                <a:lnTo>
                  <a:pt x="143268" y="114300"/>
                </a:lnTo>
                <a:lnTo>
                  <a:pt x="137172" y="109728"/>
                </a:lnTo>
                <a:lnTo>
                  <a:pt x="132600" y="103632"/>
                </a:lnTo>
                <a:lnTo>
                  <a:pt x="131076" y="97536"/>
                </a:lnTo>
                <a:lnTo>
                  <a:pt x="131076" y="89916"/>
                </a:lnTo>
                <a:lnTo>
                  <a:pt x="153365" y="47510"/>
                </a:lnTo>
                <a:lnTo>
                  <a:pt x="199656" y="22860"/>
                </a:lnTo>
                <a:lnTo>
                  <a:pt x="199656" y="13716"/>
                </a:lnTo>
                <a:lnTo>
                  <a:pt x="114312" y="18288"/>
                </a:lnTo>
                <a:lnTo>
                  <a:pt x="114312" y="27432"/>
                </a:lnTo>
                <a:lnTo>
                  <a:pt x="118884" y="30480"/>
                </a:lnTo>
                <a:lnTo>
                  <a:pt x="123456" y="35052"/>
                </a:lnTo>
                <a:lnTo>
                  <a:pt x="123456" y="36576"/>
                </a:lnTo>
                <a:lnTo>
                  <a:pt x="124980" y="38100"/>
                </a:lnTo>
                <a:lnTo>
                  <a:pt x="126504" y="41148"/>
                </a:lnTo>
                <a:lnTo>
                  <a:pt x="126504" y="47244"/>
                </a:lnTo>
                <a:lnTo>
                  <a:pt x="121932" y="56388"/>
                </a:lnTo>
                <a:lnTo>
                  <a:pt x="117932" y="65557"/>
                </a:lnTo>
                <a:lnTo>
                  <a:pt x="115074" y="74866"/>
                </a:lnTo>
                <a:lnTo>
                  <a:pt x="113360" y="84467"/>
                </a:lnTo>
                <a:lnTo>
                  <a:pt x="112788" y="94488"/>
                </a:lnTo>
                <a:lnTo>
                  <a:pt x="114211" y="112547"/>
                </a:lnTo>
                <a:lnTo>
                  <a:pt x="135648" y="152400"/>
                </a:lnTo>
                <a:lnTo>
                  <a:pt x="173786" y="170840"/>
                </a:lnTo>
                <a:lnTo>
                  <a:pt x="187464" y="172212"/>
                </a:lnTo>
                <a:lnTo>
                  <a:pt x="200863" y="171069"/>
                </a:lnTo>
                <a:lnTo>
                  <a:pt x="236232" y="153924"/>
                </a:lnTo>
                <a:lnTo>
                  <a:pt x="266661" y="119430"/>
                </a:lnTo>
                <a:lnTo>
                  <a:pt x="289001" y="88011"/>
                </a:lnTo>
                <a:lnTo>
                  <a:pt x="296418" y="77724"/>
                </a:lnTo>
                <a:lnTo>
                  <a:pt x="302704" y="69723"/>
                </a:lnTo>
                <a:lnTo>
                  <a:pt x="307860" y="64008"/>
                </a:lnTo>
                <a:lnTo>
                  <a:pt x="313944" y="57912"/>
                </a:lnTo>
                <a:lnTo>
                  <a:pt x="321576" y="56388"/>
                </a:lnTo>
                <a:lnTo>
                  <a:pt x="338340" y="56388"/>
                </a:lnTo>
                <a:lnTo>
                  <a:pt x="344436" y="59436"/>
                </a:lnTo>
                <a:lnTo>
                  <a:pt x="355104" y="70104"/>
                </a:lnTo>
                <a:lnTo>
                  <a:pt x="358152" y="76200"/>
                </a:lnTo>
                <a:lnTo>
                  <a:pt x="358152" y="85344"/>
                </a:lnTo>
                <a:lnTo>
                  <a:pt x="339864" y="126492"/>
                </a:lnTo>
                <a:lnTo>
                  <a:pt x="302145" y="152857"/>
                </a:lnTo>
                <a:lnTo>
                  <a:pt x="285000" y="160020"/>
                </a:lnTo>
                <a:lnTo>
                  <a:pt x="285000" y="169164"/>
                </a:lnTo>
                <a:lnTo>
                  <a:pt x="374916" y="164592"/>
                </a:lnTo>
                <a:lnTo>
                  <a:pt x="374916" y="155448"/>
                </a:lnTo>
                <a:lnTo>
                  <a:pt x="365772" y="150876"/>
                </a:lnTo>
                <a:lnTo>
                  <a:pt x="362724" y="146304"/>
                </a:lnTo>
                <a:lnTo>
                  <a:pt x="362724" y="134112"/>
                </a:lnTo>
                <a:lnTo>
                  <a:pt x="369366" y="115277"/>
                </a:lnTo>
                <a:lnTo>
                  <a:pt x="373202" y="102298"/>
                </a:lnTo>
                <a:lnTo>
                  <a:pt x="375602" y="90754"/>
                </a:lnTo>
                <a:lnTo>
                  <a:pt x="376440" y="8077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941" name="Google Shape;5941;p90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955292" y="9433559"/>
            <a:ext cx="172212" cy="1722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42" name="Google Shape;5942;p90"/>
          <p:cNvGrpSpPr/>
          <p:nvPr/>
        </p:nvGrpSpPr>
        <p:grpSpPr>
          <a:xfrm>
            <a:off x="1950720" y="6156959"/>
            <a:ext cx="201168" cy="457200"/>
            <a:chOff x="1950720" y="6156959"/>
            <a:chExt cx="201168" cy="457200"/>
          </a:xfrm>
        </p:grpSpPr>
        <p:pic>
          <p:nvPicPr>
            <p:cNvPr id="5943" name="Google Shape;5943;p9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008632" y="6326123"/>
              <a:ext cx="143255" cy="2880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44" name="Google Shape;5944;p9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950720" y="6156959"/>
              <a:ext cx="201168" cy="14630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945" name="Google Shape;5945;p90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964436" y="4139183"/>
            <a:ext cx="187451" cy="2301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946" name="Google Shape;5946;p90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946148" y="6342888"/>
            <a:ext cx="550163" cy="2947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5947" name="Google Shape;5947;p90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008632" y="3753611"/>
            <a:ext cx="143255" cy="288036"/>
          </a:xfrm>
          <a:prstGeom prst="rect">
            <a:avLst/>
          </a:prstGeom>
          <a:noFill/>
          <a:ln>
            <a:noFill/>
          </a:ln>
        </p:spPr>
      </p:pic>
      <p:pic>
        <p:nvPicPr>
          <p:cNvPr id="5948" name="Google Shape;5948;p90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946148" y="2188464"/>
            <a:ext cx="266387" cy="1467612"/>
          </a:xfrm>
          <a:prstGeom prst="rect">
            <a:avLst/>
          </a:prstGeom>
          <a:noFill/>
          <a:ln>
            <a:noFill/>
          </a:ln>
        </p:spPr>
      </p:pic>
      <p:pic>
        <p:nvPicPr>
          <p:cNvPr id="5949" name="Google Shape;5949;p90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1946148" y="4398264"/>
            <a:ext cx="489204" cy="1853183"/>
          </a:xfrm>
          <a:prstGeom prst="rect">
            <a:avLst/>
          </a:prstGeom>
          <a:noFill/>
          <a:ln>
            <a:noFill/>
          </a:ln>
        </p:spPr>
      </p:pic>
      <p:pic>
        <p:nvPicPr>
          <p:cNvPr id="5950" name="Google Shape;5950;p90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950463" y="9433559"/>
            <a:ext cx="172212" cy="1722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51" name="Google Shape;5951;p90"/>
          <p:cNvGrpSpPr/>
          <p:nvPr/>
        </p:nvGrpSpPr>
        <p:grpSpPr>
          <a:xfrm>
            <a:off x="2945892" y="7075931"/>
            <a:ext cx="201676" cy="1019556"/>
            <a:chOff x="2945892" y="7075931"/>
            <a:chExt cx="201676" cy="1019556"/>
          </a:xfrm>
        </p:grpSpPr>
        <p:pic>
          <p:nvPicPr>
            <p:cNvPr id="5952" name="Google Shape;5952;p90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945892" y="7949183"/>
              <a:ext cx="201168" cy="1463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53" name="Google Shape;5953;p90"/>
            <p:cNvSpPr/>
            <p:nvPr/>
          </p:nvSpPr>
          <p:spPr>
            <a:xfrm>
              <a:off x="2959608" y="7239000"/>
              <a:ext cx="187960" cy="688975"/>
            </a:xfrm>
            <a:custGeom>
              <a:rect b="b" l="l" r="r" t="t"/>
              <a:pathLst>
                <a:path extrusionOk="0" h="688975" w="187960">
                  <a:moveTo>
                    <a:pt x="187439" y="630936"/>
                  </a:moveTo>
                  <a:lnTo>
                    <a:pt x="171970" y="592988"/>
                  </a:lnTo>
                  <a:lnTo>
                    <a:pt x="143243" y="574548"/>
                  </a:lnTo>
                  <a:lnTo>
                    <a:pt x="140195" y="580644"/>
                  </a:lnTo>
                  <a:lnTo>
                    <a:pt x="149339" y="585216"/>
                  </a:lnTo>
                  <a:lnTo>
                    <a:pt x="155435" y="591312"/>
                  </a:lnTo>
                  <a:lnTo>
                    <a:pt x="161531" y="600456"/>
                  </a:lnTo>
                  <a:lnTo>
                    <a:pt x="162941" y="606082"/>
                  </a:lnTo>
                  <a:lnTo>
                    <a:pt x="162814" y="614172"/>
                  </a:lnTo>
                  <a:lnTo>
                    <a:pt x="135432" y="647319"/>
                  </a:lnTo>
                  <a:lnTo>
                    <a:pt x="112763" y="650748"/>
                  </a:lnTo>
                  <a:lnTo>
                    <a:pt x="112763" y="611124"/>
                  </a:lnTo>
                  <a:lnTo>
                    <a:pt x="112763" y="574548"/>
                  </a:lnTo>
                  <a:lnTo>
                    <a:pt x="102095" y="575729"/>
                  </a:lnTo>
                  <a:lnTo>
                    <a:pt x="102095" y="611124"/>
                  </a:lnTo>
                  <a:lnTo>
                    <a:pt x="102095" y="650748"/>
                  </a:lnTo>
                  <a:lnTo>
                    <a:pt x="97523" y="650748"/>
                  </a:lnTo>
                  <a:lnTo>
                    <a:pt x="86906" y="650417"/>
                  </a:lnTo>
                  <a:lnTo>
                    <a:pt x="57797" y="639914"/>
                  </a:lnTo>
                  <a:lnTo>
                    <a:pt x="54851" y="635508"/>
                  </a:lnTo>
                  <a:lnTo>
                    <a:pt x="54851" y="626364"/>
                  </a:lnTo>
                  <a:lnTo>
                    <a:pt x="56375" y="624840"/>
                  </a:lnTo>
                  <a:lnTo>
                    <a:pt x="57899" y="621792"/>
                  </a:lnTo>
                  <a:lnTo>
                    <a:pt x="102095" y="611124"/>
                  </a:lnTo>
                  <a:lnTo>
                    <a:pt x="102095" y="575729"/>
                  </a:lnTo>
                  <a:lnTo>
                    <a:pt x="62471" y="591312"/>
                  </a:lnTo>
                  <a:lnTo>
                    <a:pt x="45237" y="618744"/>
                  </a:lnTo>
                  <a:lnTo>
                    <a:pt x="44183" y="627888"/>
                  </a:lnTo>
                  <a:lnTo>
                    <a:pt x="45567" y="639914"/>
                  </a:lnTo>
                  <a:lnTo>
                    <a:pt x="45631" y="640080"/>
                  </a:lnTo>
                  <a:lnTo>
                    <a:pt x="49517" y="650938"/>
                  </a:lnTo>
                  <a:lnTo>
                    <a:pt x="87998" y="684276"/>
                  </a:lnTo>
                  <a:lnTo>
                    <a:pt x="118859" y="688848"/>
                  </a:lnTo>
                  <a:lnTo>
                    <a:pt x="132003" y="688238"/>
                  </a:lnTo>
                  <a:lnTo>
                    <a:pt x="174586" y="667804"/>
                  </a:lnTo>
                  <a:lnTo>
                    <a:pt x="183984" y="650748"/>
                  </a:lnTo>
                  <a:lnTo>
                    <a:pt x="184111" y="650417"/>
                  </a:lnTo>
                  <a:lnTo>
                    <a:pt x="186016" y="644944"/>
                  </a:lnTo>
                  <a:lnTo>
                    <a:pt x="187439" y="630936"/>
                  </a:lnTo>
                  <a:close/>
                </a:path>
                <a:path extrusionOk="0" h="688975" w="187960">
                  <a:moveTo>
                    <a:pt x="187439" y="185928"/>
                  </a:moveTo>
                  <a:lnTo>
                    <a:pt x="171970" y="148640"/>
                  </a:lnTo>
                  <a:lnTo>
                    <a:pt x="143243" y="131064"/>
                  </a:lnTo>
                  <a:lnTo>
                    <a:pt x="140195" y="135636"/>
                  </a:lnTo>
                  <a:lnTo>
                    <a:pt x="149339" y="140208"/>
                  </a:lnTo>
                  <a:lnTo>
                    <a:pt x="155435" y="146304"/>
                  </a:lnTo>
                  <a:lnTo>
                    <a:pt x="161531" y="155448"/>
                  </a:lnTo>
                  <a:lnTo>
                    <a:pt x="163055" y="161544"/>
                  </a:lnTo>
                  <a:lnTo>
                    <a:pt x="163004" y="168287"/>
                  </a:lnTo>
                  <a:lnTo>
                    <a:pt x="162890" y="169545"/>
                  </a:lnTo>
                  <a:lnTo>
                    <a:pt x="162788" y="170688"/>
                  </a:lnTo>
                  <a:lnTo>
                    <a:pt x="135432" y="202501"/>
                  </a:lnTo>
                  <a:lnTo>
                    <a:pt x="112763" y="207264"/>
                  </a:lnTo>
                  <a:lnTo>
                    <a:pt x="112763" y="167640"/>
                  </a:lnTo>
                  <a:lnTo>
                    <a:pt x="112763" y="131064"/>
                  </a:lnTo>
                  <a:lnTo>
                    <a:pt x="102095" y="131800"/>
                  </a:lnTo>
                  <a:lnTo>
                    <a:pt x="102095" y="167640"/>
                  </a:lnTo>
                  <a:lnTo>
                    <a:pt x="102095" y="207264"/>
                  </a:lnTo>
                  <a:lnTo>
                    <a:pt x="97523" y="207264"/>
                  </a:lnTo>
                  <a:lnTo>
                    <a:pt x="86906" y="206692"/>
                  </a:lnTo>
                  <a:lnTo>
                    <a:pt x="57797" y="194906"/>
                  </a:lnTo>
                  <a:lnTo>
                    <a:pt x="54851" y="190500"/>
                  </a:lnTo>
                  <a:lnTo>
                    <a:pt x="54851" y="182880"/>
                  </a:lnTo>
                  <a:lnTo>
                    <a:pt x="57899" y="176784"/>
                  </a:lnTo>
                  <a:lnTo>
                    <a:pt x="92798" y="167640"/>
                  </a:lnTo>
                  <a:lnTo>
                    <a:pt x="102095" y="167640"/>
                  </a:lnTo>
                  <a:lnTo>
                    <a:pt x="102095" y="131800"/>
                  </a:lnTo>
                  <a:lnTo>
                    <a:pt x="62471" y="146304"/>
                  </a:lnTo>
                  <a:lnTo>
                    <a:pt x="45237" y="173736"/>
                  </a:lnTo>
                  <a:lnTo>
                    <a:pt x="45173" y="174244"/>
                  </a:lnTo>
                  <a:lnTo>
                    <a:pt x="44183" y="182880"/>
                  </a:lnTo>
                  <a:lnTo>
                    <a:pt x="45567" y="194906"/>
                  </a:lnTo>
                  <a:lnTo>
                    <a:pt x="45631" y="195072"/>
                  </a:lnTo>
                  <a:lnTo>
                    <a:pt x="49517" y="205930"/>
                  </a:lnTo>
                  <a:lnTo>
                    <a:pt x="75145" y="234442"/>
                  </a:lnTo>
                  <a:lnTo>
                    <a:pt x="118859" y="245364"/>
                  </a:lnTo>
                  <a:lnTo>
                    <a:pt x="132003" y="244513"/>
                  </a:lnTo>
                  <a:lnTo>
                    <a:pt x="174586" y="222796"/>
                  </a:lnTo>
                  <a:lnTo>
                    <a:pt x="186016" y="199936"/>
                  </a:lnTo>
                  <a:lnTo>
                    <a:pt x="187439" y="185928"/>
                  </a:lnTo>
                  <a:close/>
                </a:path>
                <a:path extrusionOk="0" h="688975" w="187960">
                  <a:moveTo>
                    <a:pt x="187439" y="56388"/>
                  </a:moveTo>
                  <a:lnTo>
                    <a:pt x="171970" y="17792"/>
                  </a:lnTo>
                  <a:lnTo>
                    <a:pt x="143243" y="0"/>
                  </a:lnTo>
                  <a:lnTo>
                    <a:pt x="140195" y="4572"/>
                  </a:lnTo>
                  <a:lnTo>
                    <a:pt x="149339" y="10668"/>
                  </a:lnTo>
                  <a:lnTo>
                    <a:pt x="155435" y="15240"/>
                  </a:lnTo>
                  <a:lnTo>
                    <a:pt x="158483" y="19812"/>
                  </a:lnTo>
                  <a:lnTo>
                    <a:pt x="161531" y="25908"/>
                  </a:lnTo>
                  <a:lnTo>
                    <a:pt x="163055" y="30480"/>
                  </a:lnTo>
                  <a:lnTo>
                    <a:pt x="162979" y="37528"/>
                  </a:lnTo>
                  <a:lnTo>
                    <a:pt x="162890" y="38506"/>
                  </a:lnTo>
                  <a:lnTo>
                    <a:pt x="162801" y="39624"/>
                  </a:lnTo>
                  <a:lnTo>
                    <a:pt x="135432" y="71437"/>
                  </a:lnTo>
                  <a:lnTo>
                    <a:pt x="112763" y="76200"/>
                  </a:lnTo>
                  <a:lnTo>
                    <a:pt x="112763" y="36576"/>
                  </a:lnTo>
                  <a:lnTo>
                    <a:pt x="112763" y="0"/>
                  </a:lnTo>
                  <a:lnTo>
                    <a:pt x="102095" y="762"/>
                  </a:lnTo>
                  <a:lnTo>
                    <a:pt x="102095" y="36576"/>
                  </a:lnTo>
                  <a:lnTo>
                    <a:pt x="102095" y="76200"/>
                  </a:lnTo>
                  <a:lnTo>
                    <a:pt x="97523" y="76200"/>
                  </a:lnTo>
                  <a:lnTo>
                    <a:pt x="86906" y="75628"/>
                  </a:lnTo>
                  <a:lnTo>
                    <a:pt x="54851" y="60960"/>
                  </a:lnTo>
                  <a:lnTo>
                    <a:pt x="54851" y="51816"/>
                  </a:lnTo>
                  <a:lnTo>
                    <a:pt x="56375" y="48768"/>
                  </a:lnTo>
                  <a:lnTo>
                    <a:pt x="57899" y="47244"/>
                  </a:lnTo>
                  <a:lnTo>
                    <a:pt x="60947" y="42672"/>
                  </a:lnTo>
                  <a:lnTo>
                    <a:pt x="102095" y="36576"/>
                  </a:lnTo>
                  <a:lnTo>
                    <a:pt x="102095" y="762"/>
                  </a:lnTo>
                  <a:lnTo>
                    <a:pt x="62471" y="16764"/>
                  </a:lnTo>
                  <a:lnTo>
                    <a:pt x="45161" y="43395"/>
                  </a:lnTo>
                  <a:lnTo>
                    <a:pt x="44183" y="51816"/>
                  </a:lnTo>
                  <a:lnTo>
                    <a:pt x="63995" y="96012"/>
                  </a:lnTo>
                  <a:lnTo>
                    <a:pt x="102577" y="113157"/>
                  </a:lnTo>
                  <a:lnTo>
                    <a:pt x="118859" y="114300"/>
                  </a:lnTo>
                  <a:lnTo>
                    <a:pt x="132003" y="113474"/>
                  </a:lnTo>
                  <a:lnTo>
                    <a:pt x="174586" y="93256"/>
                  </a:lnTo>
                  <a:lnTo>
                    <a:pt x="183984" y="76200"/>
                  </a:lnTo>
                  <a:lnTo>
                    <a:pt x="186016" y="70396"/>
                  </a:lnTo>
                  <a:lnTo>
                    <a:pt x="187439" y="56388"/>
                  </a:lnTo>
                  <a:close/>
                </a:path>
                <a:path extrusionOk="0" h="688975" w="187960">
                  <a:moveTo>
                    <a:pt x="187452" y="509016"/>
                  </a:moveTo>
                  <a:lnTo>
                    <a:pt x="185737" y="497306"/>
                  </a:lnTo>
                  <a:lnTo>
                    <a:pt x="180594" y="487299"/>
                  </a:lnTo>
                  <a:lnTo>
                    <a:pt x="172021" y="479018"/>
                  </a:lnTo>
                  <a:lnTo>
                    <a:pt x="160020" y="472440"/>
                  </a:lnTo>
                  <a:lnTo>
                    <a:pt x="156972" y="477012"/>
                  </a:lnTo>
                  <a:lnTo>
                    <a:pt x="166116" y="481584"/>
                  </a:lnTo>
                  <a:lnTo>
                    <a:pt x="170688" y="486156"/>
                  </a:lnTo>
                  <a:lnTo>
                    <a:pt x="170688" y="495300"/>
                  </a:lnTo>
                  <a:lnTo>
                    <a:pt x="166116" y="499872"/>
                  </a:lnTo>
                  <a:lnTo>
                    <a:pt x="163068" y="499872"/>
                  </a:lnTo>
                  <a:lnTo>
                    <a:pt x="161544" y="501396"/>
                  </a:lnTo>
                  <a:lnTo>
                    <a:pt x="64008" y="501396"/>
                  </a:lnTo>
                  <a:lnTo>
                    <a:pt x="64008" y="469392"/>
                  </a:lnTo>
                  <a:lnTo>
                    <a:pt x="54851" y="469392"/>
                  </a:lnTo>
                  <a:lnTo>
                    <a:pt x="91427" y="443484"/>
                  </a:lnTo>
                  <a:lnTo>
                    <a:pt x="187439" y="406908"/>
                  </a:lnTo>
                  <a:lnTo>
                    <a:pt x="187439" y="396240"/>
                  </a:lnTo>
                  <a:lnTo>
                    <a:pt x="91427" y="361188"/>
                  </a:lnTo>
                  <a:lnTo>
                    <a:pt x="187439" y="326136"/>
                  </a:lnTo>
                  <a:lnTo>
                    <a:pt x="187439" y="316992"/>
                  </a:lnTo>
                  <a:lnTo>
                    <a:pt x="82283" y="278892"/>
                  </a:lnTo>
                  <a:lnTo>
                    <a:pt x="54851" y="257556"/>
                  </a:lnTo>
                  <a:lnTo>
                    <a:pt x="50279" y="257556"/>
                  </a:lnTo>
                  <a:lnTo>
                    <a:pt x="50279" y="298704"/>
                  </a:lnTo>
                  <a:lnTo>
                    <a:pt x="54851" y="298704"/>
                  </a:lnTo>
                  <a:lnTo>
                    <a:pt x="54851" y="294132"/>
                  </a:lnTo>
                  <a:lnTo>
                    <a:pt x="56375" y="289560"/>
                  </a:lnTo>
                  <a:lnTo>
                    <a:pt x="59423" y="286512"/>
                  </a:lnTo>
                  <a:lnTo>
                    <a:pt x="62471" y="284988"/>
                  </a:lnTo>
                  <a:lnTo>
                    <a:pt x="68567" y="284988"/>
                  </a:lnTo>
                  <a:lnTo>
                    <a:pt x="74663" y="286512"/>
                  </a:lnTo>
                  <a:lnTo>
                    <a:pt x="80759" y="289560"/>
                  </a:lnTo>
                  <a:lnTo>
                    <a:pt x="129527" y="306324"/>
                  </a:lnTo>
                  <a:lnTo>
                    <a:pt x="76187" y="326136"/>
                  </a:lnTo>
                  <a:lnTo>
                    <a:pt x="70091" y="329184"/>
                  </a:lnTo>
                  <a:lnTo>
                    <a:pt x="57899" y="329184"/>
                  </a:lnTo>
                  <a:lnTo>
                    <a:pt x="57899" y="327660"/>
                  </a:lnTo>
                  <a:lnTo>
                    <a:pt x="56375" y="326136"/>
                  </a:lnTo>
                  <a:lnTo>
                    <a:pt x="54851" y="323088"/>
                  </a:lnTo>
                  <a:lnTo>
                    <a:pt x="54851" y="316992"/>
                  </a:lnTo>
                  <a:lnTo>
                    <a:pt x="50279" y="316992"/>
                  </a:lnTo>
                  <a:lnTo>
                    <a:pt x="50279" y="385572"/>
                  </a:lnTo>
                  <a:lnTo>
                    <a:pt x="54851" y="385572"/>
                  </a:lnTo>
                  <a:lnTo>
                    <a:pt x="56375" y="381000"/>
                  </a:lnTo>
                  <a:lnTo>
                    <a:pt x="59423" y="374904"/>
                  </a:lnTo>
                  <a:lnTo>
                    <a:pt x="60947" y="373380"/>
                  </a:lnTo>
                  <a:lnTo>
                    <a:pt x="65519" y="370332"/>
                  </a:lnTo>
                  <a:lnTo>
                    <a:pt x="73139" y="367284"/>
                  </a:lnTo>
                  <a:lnTo>
                    <a:pt x="76187" y="367284"/>
                  </a:lnTo>
                  <a:lnTo>
                    <a:pt x="129527" y="385572"/>
                  </a:lnTo>
                  <a:lnTo>
                    <a:pt x="76187" y="405384"/>
                  </a:lnTo>
                  <a:lnTo>
                    <a:pt x="68567" y="408432"/>
                  </a:lnTo>
                  <a:lnTo>
                    <a:pt x="63995" y="409956"/>
                  </a:lnTo>
                  <a:lnTo>
                    <a:pt x="57899" y="409956"/>
                  </a:lnTo>
                  <a:lnTo>
                    <a:pt x="57899" y="408432"/>
                  </a:lnTo>
                  <a:lnTo>
                    <a:pt x="54851" y="402336"/>
                  </a:lnTo>
                  <a:lnTo>
                    <a:pt x="54851" y="397764"/>
                  </a:lnTo>
                  <a:lnTo>
                    <a:pt x="50279" y="397764"/>
                  </a:lnTo>
                  <a:lnTo>
                    <a:pt x="50279" y="469392"/>
                  </a:lnTo>
                  <a:lnTo>
                    <a:pt x="50292" y="501396"/>
                  </a:lnTo>
                  <a:lnTo>
                    <a:pt x="0" y="501396"/>
                  </a:lnTo>
                  <a:lnTo>
                    <a:pt x="0" y="505968"/>
                  </a:lnTo>
                  <a:lnTo>
                    <a:pt x="8851" y="510832"/>
                  </a:lnTo>
                  <a:lnTo>
                    <a:pt x="17145" y="516255"/>
                  </a:lnTo>
                  <a:lnTo>
                    <a:pt x="45720" y="543687"/>
                  </a:lnTo>
                  <a:lnTo>
                    <a:pt x="59436" y="560832"/>
                  </a:lnTo>
                  <a:lnTo>
                    <a:pt x="64008" y="560832"/>
                  </a:lnTo>
                  <a:lnTo>
                    <a:pt x="64008" y="542544"/>
                  </a:lnTo>
                  <a:lnTo>
                    <a:pt x="147447" y="542531"/>
                  </a:lnTo>
                  <a:lnTo>
                    <a:pt x="155448" y="542353"/>
                  </a:lnTo>
                  <a:lnTo>
                    <a:pt x="161163" y="541909"/>
                  </a:lnTo>
                  <a:lnTo>
                    <a:pt x="170688" y="539496"/>
                  </a:lnTo>
                  <a:lnTo>
                    <a:pt x="185928" y="524256"/>
                  </a:lnTo>
                  <a:lnTo>
                    <a:pt x="187452" y="516636"/>
                  </a:lnTo>
                  <a:lnTo>
                    <a:pt x="187452" y="5090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954" name="Google Shape;5954;p90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3003804" y="7075931"/>
              <a:ext cx="140207" cy="14325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955" name="Google Shape;5955;p90"/>
          <p:cNvGrpSpPr/>
          <p:nvPr/>
        </p:nvGrpSpPr>
        <p:grpSpPr>
          <a:xfrm>
            <a:off x="2941319" y="2348484"/>
            <a:ext cx="836676" cy="6941819"/>
            <a:chOff x="2941319" y="2348484"/>
            <a:chExt cx="836676" cy="6941819"/>
          </a:xfrm>
        </p:grpSpPr>
        <p:pic>
          <p:nvPicPr>
            <p:cNvPr id="5956" name="Google Shape;5956;p90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3003803" y="2444495"/>
              <a:ext cx="143256" cy="2514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57" name="Google Shape;5957;p90"/>
            <p:cNvSpPr/>
            <p:nvPr/>
          </p:nvSpPr>
          <p:spPr>
            <a:xfrm>
              <a:off x="3099815" y="2374392"/>
              <a:ext cx="47625" cy="47625"/>
            </a:xfrm>
            <a:custGeom>
              <a:rect b="b" l="l" r="r" t="t"/>
              <a:pathLst>
                <a:path extrusionOk="0" h="47625" w="47625">
                  <a:moveTo>
                    <a:pt x="30479" y="47244"/>
                  </a:moveTo>
                  <a:lnTo>
                    <a:pt x="16763" y="47244"/>
                  </a:lnTo>
                  <a:lnTo>
                    <a:pt x="12191" y="44196"/>
                  </a:lnTo>
                  <a:lnTo>
                    <a:pt x="7619" y="39624"/>
                  </a:lnTo>
                  <a:lnTo>
                    <a:pt x="3047" y="35052"/>
                  </a:lnTo>
                  <a:lnTo>
                    <a:pt x="0" y="28956"/>
                  </a:lnTo>
                  <a:lnTo>
                    <a:pt x="0" y="16764"/>
                  </a:lnTo>
                  <a:lnTo>
                    <a:pt x="3047" y="10668"/>
                  </a:lnTo>
                  <a:lnTo>
                    <a:pt x="12191" y="1524"/>
                  </a:lnTo>
                  <a:lnTo>
                    <a:pt x="16763" y="0"/>
                  </a:lnTo>
                  <a:lnTo>
                    <a:pt x="30479" y="0"/>
                  </a:lnTo>
                  <a:lnTo>
                    <a:pt x="36575" y="1524"/>
                  </a:lnTo>
                  <a:lnTo>
                    <a:pt x="45719" y="10668"/>
                  </a:lnTo>
                  <a:lnTo>
                    <a:pt x="47243" y="16764"/>
                  </a:lnTo>
                  <a:lnTo>
                    <a:pt x="47243" y="28956"/>
                  </a:lnTo>
                  <a:lnTo>
                    <a:pt x="45719" y="35052"/>
                  </a:lnTo>
                  <a:lnTo>
                    <a:pt x="36575" y="44196"/>
                  </a:lnTo>
                  <a:lnTo>
                    <a:pt x="30479" y="472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958" name="Google Shape;5958;p90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941319" y="2348484"/>
              <a:ext cx="836676" cy="694181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959" name="Google Shape;5959;p90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4232147" y="9433559"/>
            <a:ext cx="172212" cy="1722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60" name="Google Shape;5960;p90"/>
          <p:cNvGrpSpPr/>
          <p:nvPr/>
        </p:nvGrpSpPr>
        <p:grpSpPr>
          <a:xfrm>
            <a:off x="4227576" y="7644383"/>
            <a:ext cx="201168" cy="384047"/>
            <a:chOff x="4227576" y="7644383"/>
            <a:chExt cx="201168" cy="384047"/>
          </a:xfrm>
        </p:grpSpPr>
        <p:pic>
          <p:nvPicPr>
            <p:cNvPr id="5961" name="Google Shape;5961;p90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4227576" y="7780019"/>
              <a:ext cx="201168" cy="2484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62" name="Google Shape;5962;p90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4285488" y="7644383"/>
              <a:ext cx="143256" cy="11430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963" name="Google Shape;5963;p90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4223003" y="4448555"/>
            <a:ext cx="205740" cy="15194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64" name="Google Shape;5964;p90"/>
          <p:cNvGrpSpPr/>
          <p:nvPr/>
        </p:nvGrpSpPr>
        <p:grpSpPr>
          <a:xfrm>
            <a:off x="4223003" y="3997452"/>
            <a:ext cx="205740" cy="367283"/>
            <a:chOff x="4223003" y="3997452"/>
            <a:chExt cx="205740" cy="367283"/>
          </a:xfrm>
        </p:grpSpPr>
        <p:pic>
          <p:nvPicPr>
            <p:cNvPr id="5965" name="Google Shape;5965;p90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4223003" y="4136136"/>
              <a:ext cx="205740" cy="2285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66" name="Google Shape;5966;p90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4285487" y="3997452"/>
              <a:ext cx="140208" cy="11887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967" name="Google Shape;5967;p90"/>
          <p:cNvSpPr/>
          <p:nvPr/>
        </p:nvSpPr>
        <p:spPr>
          <a:xfrm>
            <a:off x="4227563" y="3357372"/>
            <a:ext cx="201295" cy="556260"/>
          </a:xfrm>
          <a:custGeom>
            <a:rect b="b" l="l" r="r" t="t"/>
            <a:pathLst>
              <a:path extrusionOk="0" h="556260" w="201295">
                <a:moveTo>
                  <a:pt x="198120" y="0"/>
                </a:moveTo>
                <a:lnTo>
                  <a:pt x="193548" y="0"/>
                </a:lnTo>
                <a:lnTo>
                  <a:pt x="190500" y="9144"/>
                </a:lnTo>
                <a:lnTo>
                  <a:pt x="187452" y="10668"/>
                </a:lnTo>
                <a:lnTo>
                  <a:pt x="185928" y="12192"/>
                </a:lnTo>
                <a:lnTo>
                  <a:pt x="178308" y="13716"/>
                </a:lnTo>
                <a:lnTo>
                  <a:pt x="104381" y="13766"/>
                </a:lnTo>
                <a:lnTo>
                  <a:pt x="95059" y="14097"/>
                </a:lnTo>
                <a:lnTo>
                  <a:pt x="87757" y="15011"/>
                </a:lnTo>
                <a:lnTo>
                  <a:pt x="82296" y="16764"/>
                </a:lnTo>
                <a:lnTo>
                  <a:pt x="74676" y="18288"/>
                </a:lnTo>
                <a:lnTo>
                  <a:pt x="64008" y="28956"/>
                </a:lnTo>
                <a:lnTo>
                  <a:pt x="59436" y="35052"/>
                </a:lnTo>
                <a:lnTo>
                  <a:pt x="57912" y="41148"/>
                </a:lnTo>
                <a:lnTo>
                  <a:pt x="57912" y="56388"/>
                </a:lnTo>
                <a:lnTo>
                  <a:pt x="79248" y="89916"/>
                </a:lnTo>
                <a:lnTo>
                  <a:pt x="0" y="89916"/>
                </a:lnTo>
                <a:lnTo>
                  <a:pt x="0" y="144780"/>
                </a:lnTo>
                <a:lnTo>
                  <a:pt x="4572" y="144780"/>
                </a:lnTo>
                <a:lnTo>
                  <a:pt x="4572" y="138684"/>
                </a:lnTo>
                <a:lnTo>
                  <a:pt x="6096" y="135636"/>
                </a:lnTo>
                <a:lnTo>
                  <a:pt x="9144" y="134112"/>
                </a:lnTo>
                <a:lnTo>
                  <a:pt x="12192" y="131064"/>
                </a:lnTo>
                <a:lnTo>
                  <a:pt x="185928" y="131064"/>
                </a:lnTo>
                <a:lnTo>
                  <a:pt x="190500" y="135636"/>
                </a:lnTo>
                <a:lnTo>
                  <a:pt x="192024" y="138684"/>
                </a:lnTo>
                <a:lnTo>
                  <a:pt x="193548" y="144780"/>
                </a:lnTo>
                <a:lnTo>
                  <a:pt x="198120" y="144780"/>
                </a:lnTo>
                <a:lnTo>
                  <a:pt x="198120" y="76200"/>
                </a:lnTo>
                <a:lnTo>
                  <a:pt x="193548" y="76200"/>
                </a:lnTo>
                <a:lnTo>
                  <a:pt x="192024" y="82296"/>
                </a:lnTo>
                <a:lnTo>
                  <a:pt x="190500" y="85344"/>
                </a:lnTo>
                <a:lnTo>
                  <a:pt x="184404" y="88392"/>
                </a:lnTo>
                <a:lnTo>
                  <a:pt x="178308" y="89916"/>
                </a:lnTo>
                <a:lnTo>
                  <a:pt x="94488" y="89916"/>
                </a:lnTo>
                <a:lnTo>
                  <a:pt x="88392" y="85344"/>
                </a:lnTo>
                <a:lnTo>
                  <a:pt x="83820" y="82296"/>
                </a:lnTo>
                <a:lnTo>
                  <a:pt x="80772" y="77724"/>
                </a:lnTo>
                <a:lnTo>
                  <a:pt x="77724" y="74676"/>
                </a:lnTo>
                <a:lnTo>
                  <a:pt x="77724" y="62484"/>
                </a:lnTo>
                <a:lnTo>
                  <a:pt x="79248" y="59436"/>
                </a:lnTo>
                <a:lnTo>
                  <a:pt x="80772" y="57912"/>
                </a:lnTo>
                <a:lnTo>
                  <a:pt x="83820" y="56388"/>
                </a:lnTo>
                <a:lnTo>
                  <a:pt x="86868" y="56388"/>
                </a:lnTo>
                <a:lnTo>
                  <a:pt x="88392" y="54864"/>
                </a:lnTo>
                <a:lnTo>
                  <a:pt x="184404" y="54864"/>
                </a:lnTo>
                <a:lnTo>
                  <a:pt x="187452" y="57912"/>
                </a:lnTo>
                <a:lnTo>
                  <a:pt x="190500" y="59436"/>
                </a:lnTo>
                <a:lnTo>
                  <a:pt x="193548" y="68580"/>
                </a:lnTo>
                <a:lnTo>
                  <a:pt x="198120" y="68580"/>
                </a:lnTo>
                <a:lnTo>
                  <a:pt x="198120" y="0"/>
                </a:lnTo>
                <a:close/>
              </a:path>
              <a:path extrusionOk="0" h="556260" w="201295">
                <a:moveTo>
                  <a:pt x="201168" y="498348"/>
                </a:moveTo>
                <a:lnTo>
                  <a:pt x="184835" y="459752"/>
                </a:lnTo>
                <a:lnTo>
                  <a:pt x="156972" y="441960"/>
                </a:lnTo>
                <a:lnTo>
                  <a:pt x="153924" y="446532"/>
                </a:lnTo>
                <a:lnTo>
                  <a:pt x="161544" y="452628"/>
                </a:lnTo>
                <a:lnTo>
                  <a:pt x="167640" y="458724"/>
                </a:lnTo>
                <a:lnTo>
                  <a:pt x="170688" y="463296"/>
                </a:lnTo>
                <a:lnTo>
                  <a:pt x="175260" y="467868"/>
                </a:lnTo>
                <a:lnTo>
                  <a:pt x="176784" y="472440"/>
                </a:lnTo>
                <a:lnTo>
                  <a:pt x="176682" y="479488"/>
                </a:lnTo>
                <a:lnTo>
                  <a:pt x="176580" y="480466"/>
                </a:lnTo>
                <a:lnTo>
                  <a:pt x="176453" y="481584"/>
                </a:lnTo>
                <a:lnTo>
                  <a:pt x="175958" y="486016"/>
                </a:lnTo>
                <a:lnTo>
                  <a:pt x="147828" y="514159"/>
                </a:lnTo>
                <a:lnTo>
                  <a:pt x="126492" y="518160"/>
                </a:lnTo>
                <a:lnTo>
                  <a:pt x="126492" y="478536"/>
                </a:lnTo>
                <a:lnTo>
                  <a:pt x="126492" y="441960"/>
                </a:lnTo>
                <a:lnTo>
                  <a:pt x="115824" y="443141"/>
                </a:lnTo>
                <a:lnTo>
                  <a:pt x="115824" y="478536"/>
                </a:lnTo>
                <a:lnTo>
                  <a:pt x="115824" y="518160"/>
                </a:lnTo>
                <a:lnTo>
                  <a:pt x="109728" y="518160"/>
                </a:lnTo>
                <a:lnTo>
                  <a:pt x="99758" y="517613"/>
                </a:lnTo>
                <a:lnTo>
                  <a:pt x="68580" y="502920"/>
                </a:lnTo>
                <a:lnTo>
                  <a:pt x="68580" y="490728"/>
                </a:lnTo>
                <a:lnTo>
                  <a:pt x="105257" y="478802"/>
                </a:lnTo>
                <a:lnTo>
                  <a:pt x="115824" y="478536"/>
                </a:lnTo>
                <a:lnTo>
                  <a:pt x="115824" y="443141"/>
                </a:lnTo>
                <a:lnTo>
                  <a:pt x="74676" y="458724"/>
                </a:lnTo>
                <a:lnTo>
                  <a:pt x="58750" y="486156"/>
                </a:lnTo>
                <a:lnTo>
                  <a:pt x="57912" y="495300"/>
                </a:lnTo>
                <a:lnTo>
                  <a:pt x="77724" y="537972"/>
                </a:lnTo>
                <a:lnTo>
                  <a:pt x="115023" y="555117"/>
                </a:lnTo>
                <a:lnTo>
                  <a:pt x="131064" y="556260"/>
                </a:lnTo>
                <a:lnTo>
                  <a:pt x="144208" y="555434"/>
                </a:lnTo>
                <a:lnTo>
                  <a:pt x="187667" y="535216"/>
                </a:lnTo>
                <a:lnTo>
                  <a:pt x="197612" y="518160"/>
                </a:lnTo>
                <a:lnTo>
                  <a:pt x="199720" y="512356"/>
                </a:lnTo>
                <a:lnTo>
                  <a:pt x="201168" y="498348"/>
                </a:lnTo>
                <a:close/>
              </a:path>
              <a:path extrusionOk="0" h="556260" w="201295">
                <a:moveTo>
                  <a:pt x="201168" y="217932"/>
                </a:moveTo>
                <a:lnTo>
                  <a:pt x="186880" y="180860"/>
                </a:lnTo>
                <a:lnTo>
                  <a:pt x="164592" y="163068"/>
                </a:lnTo>
                <a:lnTo>
                  <a:pt x="161544" y="167640"/>
                </a:lnTo>
                <a:lnTo>
                  <a:pt x="167640" y="173736"/>
                </a:lnTo>
                <a:lnTo>
                  <a:pt x="172212" y="179832"/>
                </a:lnTo>
                <a:lnTo>
                  <a:pt x="173736" y="182880"/>
                </a:lnTo>
                <a:lnTo>
                  <a:pt x="176784" y="187452"/>
                </a:lnTo>
                <a:lnTo>
                  <a:pt x="178308" y="192024"/>
                </a:lnTo>
                <a:lnTo>
                  <a:pt x="178308" y="204216"/>
                </a:lnTo>
                <a:lnTo>
                  <a:pt x="175260" y="211836"/>
                </a:lnTo>
                <a:lnTo>
                  <a:pt x="137160" y="236054"/>
                </a:lnTo>
                <a:lnTo>
                  <a:pt x="109728" y="239268"/>
                </a:lnTo>
                <a:lnTo>
                  <a:pt x="98894" y="238937"/>
                </a:lnTo>
                <a:lnTo>
                  <a:pt x="68580" y="224028"/>
                </a:lnTo>
                <a:lnTo>
                  <a:pt x="68580" y="213360"/>
                </a:lnTo>
                <a:lnTo>
                  <a:pt x="71628" y="211836"/>
                </a:lnTo>
                <a:lnTo>
                  <a:pt x="73152" y="208788"/>
                </a:lnTo>
                <a:lnTo>
                  <a:pt x="77724" y="207264"/>
                </a:lnTo>
                <a:lnTo>
                  <a:pt x="83820" y="207264"/>
                </a:lnTo>
                <a:lnTo>
                  <a:pt x="92964" y="205740"/>
                </a:lnTo>
                <a:lnTo>
                  <a:pt x="100584" y="204216"/>
                </a:lnTo>
                <a:lnTo>
                  <a:pt x="103632" y="199644"/>
                </a:lnTo>
                <a:lnTo>
                  <a:pt x="106680" y="196596"/>
                </a:lnTo>
                <a:lnTo>
                  <a:pt x="109728" y="192024"/>
                </a:lnTo>
                <a:lnTo>
                  <a:pt x="109728" y="179832"/>
                </a:lnTo>
                <a:lnTo>
                  <a:pt x="108204" y="175260"/>
                </a:lnTo>
                <a:lnTo>
                  <a:pt x="103632" y="172212"/>
                </a:lnTo>
                <a:lnTo>
                  <a:pt x="100584" y="167640"/>
                </a:lnTo>
                <a:lnTo>
                  <a:pt x="96012" y="166116"/>
                </a:lnTo>
                <a:lnTo>
                  <a:pt x="91440" y="166116"/>
                </a:lnTo>
                <a:lnTo>
                  <a:pt x="60198" y="193738"/>
                </a:lnTo>
                <a:lnTo>
                  <a:pt x="57912" y="213360"/>
                </a:lnTo>
                <a:lnTo>
                  <a:pt x="59372" y="228485"/>
                </a:lnTo>
                <a:lnTo>
                  <a:pt x="82296" y="262128"/>
                </a:lnTo>
                <a:lnTo>
                  <a:pt x="117665" y="276491"/>
                </a:lnTo>
                <a:lnTo>
                  <a:pt x="131064" y="277368"/>
                </a:lnTo>
                <a:lnTo>
                  <a:pt x="145122" y="276491"/>
                </a:lnTo>
                <a:lnTo>
                  <a:pt x="188963" y="253301"/>
                </a:lnTo>
                <a:lnTo>
                  <a:pt x="199771" y="231063"/>
                </a:lnTo>
                <a:lnTo>
                  <a:pt x="201168" y="217932"/>
                </a:lnTo>
                <a:close/>
              </a:path>
              <a:path extrusionOk="0" h="556260" w="201295">
                <a:moveTo>
                  <a:pt x="201180" y="318516"/>
                </a:moveTo>
                <a:lnTo>
                  <a:pt x="199656" y="313944"/>
                </a:lnTo>
                <a:lnTo>
                  <a:pt x="195084" y="307848"/>
                </a:lnTo>
                <a:lnTo>
                  <a:pt x="192036" y="303276"/>
                </a:lnTo>
                <a:lnTo>
                  <a:pt x="187464" y="298704"/>
                </a:lnTo>
                <a:lnTo>
                  <a:pt x="179844" y="294132"/>
                </a:lnTo>
                <a:lnTo>
                  <a:pt x="178320" y="297180"/>
                </a:lnTo>
                <a:lnTo>
                  <a:pt x="179844" y="300228"/>
                </a:lnTo>
                <a:lnTo>
                  <a:pt x="181368" y="301752"/>
                </a:lnTo>
                <a:lnTo>
                  <a:pt x="181368" y="304800"/>
                </a:lnTo>
                <a:lnTo>
                  <a:pt x="179844" y="304800"/>
                </a:lnTo>
                <a:lnTo>
                  <a:pt x="179844" y="306324"/>
                </a:lnTo>
                <a:lnTo>
                  <a:pt x="178320" y="307848"/>
                </a:lnTo>
                <a:lnTo>
                  <a:pt x="173748" y="307848"/>
                </a:lnTo>
                <a:lnTo>
                  <a:pt x="170700" y="309372"/>
                </a:lnTo>
                <a:lnTo>
                  <a:pt x="102768" y="309372"/>
                </a:lnTo>
                <a:lnTo>
                  <a:pt x="65544" y="326136"/>
                </a:lnTo>
                <a:lnTo>
                  <a:pt x="58204" y="364617"/>
                </a:lnTo>
                <a:lnTo>
                  <a:pt x="59067" y="372618"/>
                </a:lnTo>
                <a:lnTo>
                  <a:pt x="60490" y="380619"/>
                </a:lnTo>
                <a:lnTo>
                  <a:pt x="60591" y="381000"/>
                </a:lnTo>
                <a:lnTo>
                  <a:pt x="62496" y="388620"/>
                </a:lnTo>
                <a:lnTo>
                  <a:pt x="91452" y="420624"/>
                </a:lnTo>
                <a:lnTo>
                  <a:pt x="103644" y="420624"/>
                </a:lnTo>
                <a:lnTo>
                  <a:pt x="106692" y="417576"/>
                </a:lnTo>
                <a:lnTo>
                  <a:pt x="111264" y="414528"/>
                </a:lnTo>
                <a:lnTo>
                  <a:pt x="117360" y="405384"/>
                </a:lnTo>
                <a:lnTo>
                  <a:pt x="117360" y="393192"/>
                </a:lnTo>
                <a:lnTo>
                  <a:pt x="114312" y="388620"/>
                </a:lnTo>
                <a:lnTo>
                  <a:pt x="114185" y="388429"/>
                </a:lnTo>
                <a:lnTo>
                  <a:pt x="111264" y="384048"/>
                </a:lnTo>
                <a:lnTo>
                  <a:pt x="108216" y="381000"/>
                </a:lnTo>
                <a:lnTo>
                  <a:pt x="103644" y="379476"/>
                </a:lnTo>
                <a:lnTo>
                  <a:pt x="94500" y="379476"/>
                </a:lnTo>
                <a:lnTo>
                  <a:pt x="91452" y="381000"/>
                </a:lnTo>
                <a:lnTo>
                  <a:pt x="86880" y="385572"/>
                </a:lnTo>
                <a:lnTo>
                  <a:pt x="80784" y="388620"/>
                </a:lnTo>
                <a:lnTo>
                  <a:pt x="76212" y="388620"/>
                </a:lnTo>
                <a:lnTo>
                  <a:pt x="74688" y="387096"/>
                </a:lnTo>
                <a:lnTo>
                  <a:pt x="71640" y="385572"/>
                </a:lnTo>
                <a:lnTo>
                  <a:pt x="68592" y="376428"/>
                </a:lnTo>
                <a:lnTo>
                  <a:pt x="68592" y="362712"/>
                </a:lnTo>
                <a:lnTo>
                  <a:pt x="71640" y="359664"/>
                </a:lnTo>
                <a:lnTo>
                  <a:pt x="73164" y="356616"/>
                </a:lnTo>
                <a:lnTo>
                  <a:pt x="76212" y="353568"/>
                </a:lnTo>
                <a:lnTo>
                  <a:pt x="77736" y="353568"/>
                </a:lnTo>
                <a:lnTo>
                  <a:pt x="80784" y="352044"/>
                </a:lnTo>
                <a:lnTo>
                  <a:pt x="112788" y="352044"/>
                </a:lnTo>
                <a:lnTo>
                  <a:pt x="122516" y="372033"/>
                </a:lnTo>
                <a:lnTo>
                  <a:pt x="131267" y="388429"/>
                </a:lnTo>
                <a:lnTo>
                  <a:pt x="158889" y="420243"/>
                </a:lnTo>
                <a:lnTo>
                  <a:pt x="173748" y="423672"/>
                </a:lnTo>
                <a:lnTo>
                  <a:pt x="181368" y="423672"/>
                </a:lnTo>
                <a:lnTo>
                  <a:pt x="201180" y="403860"/>
                </a:lnTo>
                <a:lnTo>
                  <a:pt x="201180" y="396240"/>
                </a:lnTo>
                <a:lnTo>
                  <a:pt x="199732" y="385572"/>
                </a:lnTo>
                <a:lnTo>
                  <a:pt x="195465" y="374713"/>
                </a:lnTo>
                <a:lnTo>
                  <a:pt x="188315" y="363461"/>
                </a:lnTo>
                <a:lnTo>
                  <a:pt x="178320" y="352044"/>
                </a:lnTo>
                <a:lnTo>
                  <a:pt x="178320" y="364236"/>
                </a:lnTo>
                <a:lnTo>
                  <a:pt x="178320" y="373380"/>
                </a:lnTo>
                <a:lnTo>
                  <a:pt x="176796" y="377952"/>
                </a:lnTo>
                <a:lnTo>
                  <a:pt x="173748" y="379476"/>
                </a:lnTo>
                <a:lnTo>
                  <a:pt x="170700" y="384048"/>
                </a:lnTo>
                <a:lnTo>
                  <a:pt x="166128" y="385572"/>
                </a:lnTo>
                <a:lnTo>
                  <a:pt x="155460" y="385572"/>
                </a:lnTo>
                <a:lnTo>
                  <a:pt x="150888" y="382524"/>
                </a:lnTo>
                <a:lnTo>
                  <a:pt x="144792" y="379476"/>
                </a:lnTo>
                <a:lnTo>
                  <a:pt x="139077" y="374332"/>
                </a:lnTo>
                <a:lnTo>
                  <a:pt x="133362" y="368046"/>
                </a:lnTo>
                <a:lnTo>
                  <a:pt x="127647" y="360616"/>
                </a:lnTo>
                <a:lnTo>
                  <a:pt x="121932" y="352044"/>
                </a:lnTo>
                <a:lnTo>
                  <a:pt x="167652" y="352044"/>
                </a:lnTo>
                <a:lnTo>
                  <a:pt x="173748" y="358140"/>
                </a:lnTo>
                <a:lnTo>
                  <a:pt x="178320" y="364236"/>
                </a:lnTo>
                <a:lnTo>
                  <a:pt x="178320" y="352044"/>
                </a:lnTo>
                <a:lnTo>
                  <a:pt x="185940" y="350520"/>
                </a:lnTo>
                <a:lnTo>
                  <a:pt x="190512" y="347472"/>
                </a:lnTo>
                <a:lnTo>
                  <a:pt x="198132" y="339852"/>
                </a:lnTo>
                <a:lnTo>
                  <a:pt x="198221" y="339661"/>
                </a:lnTo>
                <a:lnTo>
                  <a:pt x="201180" y="333756"/>
                </a:lnTo>
                <a:lnTo>
                  <a:pt x="201180" y="3185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8" name="Google Shape;5968;p90"/>
          <p:cNvGrpSpPr/>
          <p:nvPr/>
        </p:nvGrpSpPr>
        <p:grpSpPr>
          <a:xfrm>
            <a:off x="4227576" y="2578607"/>
            <a:ext cx="201168" cy="690373"/>
            <a:chOff x="4227576" y="2578607"/>
            <a:chExt cx="201168" cy="690373"/>
          </a:xfrm>
        </p:grpSpPr>
        <p:pic>
          <p:nvPicPr>
            <p:cNvPr id="5969" name="Google Shape;5969;p90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4227576" y="3122676"/>
              <a:ext cx="20116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70" name="Google Shape;5970;p90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4227576" y="2887980"/>
              <a:ext cx="201168" cy="2148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71" name="Google Shape;5971;p90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4227576" y="2578607"/>
              <a:ext cx="201167" cy="28803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972" name="Google Shape;5972;p90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4223003" y="5314188"/>
            <a:ext cx="835152" cy="3982212"/>
          </a:xfrm>
          <a:prstGeom prst="rect">
            <a:avLst/>
          </a:prstGeom>
          <a:noFill/>
          <a:ln>
            <a:noFill/>
          </a:ln>
        </p:spPr>
      </p:pic>
      <p:sp>
        <p:nvSpPr>
          <p:cNvPr id="5973" name="Google Shape;5973;p90"/>
          <p:cNvSpPr/>
          <p:nvPr/>
        </p:nvSpPr>
        <p:spPr>
          <a:xfrm>
            <a:off x="4568939" y="4608576"/>
            <a:ext cx="189230" cy="609600"/>
          </a:xfrm>
          <a:custGeom>
            <a:rect b="b" l="l" r="r" t="t"/>
            <a:pathLst>
              <a:path extrusionOk="0" h="609600" w="189229">
                <a:moveTo>
                  <a:pt x="140220" y="391668"/>
                </a:moveTo>
                <a:lnTo>
                  <a:pt x="135648" y="391668"/>
                </a:lnTo>
                <a:lnTo>
                  <a:pt x="135648" y="400812"/>
                </a:lnTo>
                <a:lnTo>
                  <a:pt x="132600" y="403860"/>
                </a:lnTo>
                <a:lnTo>
                  <a:pt x="131076" y="406908"/>
                </a:lnTo>
                <a:lnTo>
                  <a:pt x="128028" y="406908"/>
                </a:lnTo>
                <a:lnTo>
                  <a:pt x="126504" y="408432"/>
                </a:lnTo>
                <a:lnTo>
                  <a:pt x="76212" y="408432"/>
                </a:lnTo>
                <a:lnTo>
                  <a:pt x="68224" y="408152"/>
                </a:lnTo>
                <a:lnTo>
                  <a:pt x="28968" y="391668"/>
                </a:lnTo>
                <a:lnTo>
                  <a:pt x="27444" y="388620"/>
                </a:lnTo>
                <a:lnTo>
                  <a:pt x="27444" y="384048"/>
                </a:lnTo>
                <a:lnTo>
                  <a:pt x="28968" y="384048"/>
                </a:lnTo>
                <a:lnTo>
                  <a:pt x="28968" y="382524"/>
                </a:lnTo>
                <a:lnTo>
                  <a:pt x="30492" y="379476"/>
                </a:lnTo>
                <a:lnTo>
                  <a:pt x="36588" y="373380"/>
                </a:lnTo>
                <a:lnTo>
                  <a:pt x="38112" y="370332"/>
                </a:lnTo>
                <a:lnTo>
                  <a:pt x="38112" y="361188"/>
                </a:lnTo>
                <a:lnTo>
                  <a:pt x="36588" y="356616"/>
                </a:lnTo>
                <a:lnTo>
                  <a:pt x="33540" y="352044"/>
                </a:lnTo>
                <a:lnTo>
                  <a:pt x="30492" y="348996"/>
                </a:lnTo>
                <a:lnTo>
                  <a:pt x="25920" y="347472"/>
                </a:lnTo>
                <a:lnTo>
                  <a:pt x="13728" y="347472"/>
                </a:lnTo>
                <a:lnTo>
                  <a:pt x="9156" y="348996"/>
                </a:lnTo>
                <a:lnTo>
                  <a:pt x="6108" y="352044"/>
                </a:lnTo>
                <a:lnTo>
                  <a:pt x="1536" y="355092"/>
                </a:lnTo>
                <a:lnTo>
                  <a:pt x="12" y="359664"/>
                </a:lnTo>
                <a:lnTo>
                  <a:pt x="12" y="371856"/>
                </a:lnTo>
                <a:lnTo>
                  <a:pt x="27800" y="401866"/>
                </a:lnTo>
                <a:lnTo>
                  <a:pt x="38112" y="408432"/>
                </a:lnTo>
                <a:lnTo>
                  <a:pt x="6108" y="408432"/>
                </a:lnTo>
                <a:lnTo>
                  <a:pt x="6108" y="466344"/>
                </a:lnTo>
                <a:lnTo>
                  <a:pt x="10680" y="466344"/>
                </a:lnTo>
                <a:lnTo>
                  <a:pt x="12204" y="461772"/>
                </a:lnTo>
                <a:lnTo>
                  <a:pt x="12204" y="457200"/>
                </a:lnTo>
                <a:lnTo>
                  <a:pt x="13728" y="455676"/>
                </a:lnTo>
                <a:lnTo>
                  <a:pt x="15252" y="452628"/>
                </a:lnTo>
                <a:lnTo>
                  <a:pt x="16776" y="451104"/>
                </a:lnTo>
                <a:lnTo>
                  <a:pt x="19824" y="451104"/>
                </a:lnTo>
                <a:lnTo>
                  <a:pt x="22872" y="449580"/>
                </a:lnTo>
                <a:lnTo>
                  <a:pt x="120408" y="449580"/>
                </a:lnTo>
                <a:lnTo>
                  <a:pt x="128028" y="451104"/>
                </a:lnTo>
                <a:lnTo>
                  <a:pt x="131076" y="452628"/>
                </a:lnTo>
                <a:lnTo>
                  <a:pt x="134124" y="455676"/>
                </a:lnTo>
                <a:lnTo>
                  <a:pt x="135648" y="460248"/>
                </a:lnTo>
                <a:lnTo>
                  <a:pt x="135648" y="466344"/>
                </a:lnTo>
                <a:lnTo>
                  <a:pt x="140220" y="466344"/>
                </a:lnTo>
                <a:lnTo>
                  <a:pt x="140220" y="449580"/>
                </a:lnTo>
                <a:lnTo>
                  <a:pt x="140220" y="391668"/>
                </a:lnTo>
                <a:close/>
              </a:path>
              <a:path extrusionOk="0" h="609600" w="189229">
                <a:moveTo>
                  <a:pt x="143256" y="505968"/>
                </a:moveTo>
                <a:lnTo>
                  <a:pt x="141732" y="499872"/>
                </a:lnTo>
                <a:lnTo>
                  <a:pt x="135636" y="490728"/>
                </a:lnTo>
                <a:lnTo>
                  <a:pt x="129540" y="484632"/>
                </a:lnTo>
                <a:lnTo>
                  <a:pt x="123444" y="480060"/>
                </a:lnTo>
                <a:lnTo>
                  <a:pt x="121920" y="484632"/>
                </a:lnTo>
                <a:lnTo>
                  <a:pt x="123444" y="486156"/>
                </a:lnTo>
                <a:lnTo>
                  <a:pt x="123444" y="493776"/>
                </a:lnTo>
                <a:lnTo>
                  <a:pt x="121920" y="493776"/>
                </a:lnTo>
                <a:lnTo>
                  <a:pt x="120396" y="495300"/>
                </a:lnTo>
                <a:lnTo>
                  <a:pt x="54864" y="495300"/>
                </a:lnTo>
                <a:lnTo>
                  <a:pt x="13716" y="504444"/>
                </a:lnTo>
                <a:lnTo>
                  <a:pt x="9144" y="512064"/>
                </a:lnTo>
                <a:lnTo>
                  <a:pt x="5143" y="518350"/>
                </a:lnTo>
                <a:lnTo>
                  <a:pt x="2286" y="525780"/>
                </a:lnTo>
                <a:lnTo>
                  <a:pt x="571" y="534352"/>
                </a:lnTo>
                <a:lnTo>
                  <a:pt x="546" y="534924"/>
                </a:lnTo>
                <a:lnTo>
                  <a:pt x="0" y="544068"/>
                </a:lnTo>
                <a:lnTo>
                  <a:pt x="101" y="546544"/>
                </a:lnTo>
                <a:lnTo>
                  <a:pt x="177" y="548640"/>
                </a:lnTo>
                <a:lnTo>
                  <a:pt x="241" y="550164"/>
                </a:lnTo>
                <a:lnTo>
                  <a:pt x="317" y="552056"/>
                </a:lnTo>
                <a:lnTo>
                  <a:pt x="1333" y="559879"/>
                </a:lnTo>
                <a:lnTo>
                  <a:pt x="1435" y="560260"/>
                </a:lnTo>
                <a:lnTo>
                  <a:pt x="3225" y="567436"/>
                </a:lnTo>
                <a:lnTo>
                  <a:pt x="6096" y="574548"/>
                </a:lnTo>
                <a:lnTo>
                  <a:pt x="8699" y="582002"/>
                </a:lnTo>
                <a:lnTo>
                  <a:pt x="8788" y="582168"/>
                </a:lnTo>
                <a:lnTo>
                  <a:pt x="33528" y="606552"/>
                </a:lnTo>
                <a:lnTo>
                  <a:pt x="45720" y="606552"/>
                </a:lnTo>
                <a:lnTo>
                  <a:pt x="50292" y="605028"/>
                </a:lnTo>
                <a:lnTo>
                  <a:pt x="54864" y="600456"/>
                </a:lnTo>
                <a:lnTo>
                  <a:pt x="57912" y="595884"/>
                </a:lnTo>
                <a:lnTo>
                  <a:pt x="59436" y="591312"/>
                </a:lnTo>
                <a:lnTo>
                  <a:pt x="59436" y="579120"/>
                </a:lnTo>
                <a:lnTo>
                  <a:pt x="58420" y="576072"/>
                </a:lnTo>
                <a:lnTo>
                  <a:pt x="57912" y="574548"/>
                </a:lnTo>
                <a:lnTo>
                  <a:pt x="51816" y="568452"/>
                </a:lnTo>
                <a:lnTo>
                  <a:pt x="47244" y="566928"/>
                </a:lnTo>
                <a:lnTo>
                  <a:pt x="38100" y="566928"/>
                </a:lnTo>
                <a:lnTo>
                  <a:pt x="33528" y="568452"/>
                </a:lnTo>
                <a:lnTo>
                  <a:pt x="30480" y="571500"/>
                </a:lnTo>
                <a:lnTo>
                  <a:pt x="25908" y="574548"/>
                </a:lnTo>
                <a:lnTo>
                  <a:pt x="24384" y="576072"/>
                </a:lnTo>
                <a:lnTo>
                  <a:pt x="19812" y="576072"/>
                </a:lnTo>
                <a:lnTo>
                  <a:pt x="16764" y="574548"/>
                </a:lnTo>
                <a:lnTo>
                  <a:pt x="15240" y="571500"/>
                </a:lnTo>
                <a:lnTo>
                  <a:pt x="12192" y="568452"/>
                </a:lnTo>
                <a:lnTo>
                  <a:pt x="10668" y="562356"/>
                </a:lnTo>
                <a:lnTo>
                  <a:pt x="10668" y="553212"/>
                </a:lnTo>
                <a:lnTo>
                  <a:pt x="12192" y="548640"/>
                </a:lnTo>
                <a:lnTo>
                  <a:pt x="13716" y="545592"/>
                </a:lnTo>
                <a:lnTo>
                  <a:pt x="18288" y="541020"/>
                </a:lnTo>
                <a:lnTo>
                  <a:pt x="21336" y="539496"/>
                </a:lnTo>
                <a:lnTo>
                  <a:pt x="24384" y="539496"/>
                </a:lnTo>
                <a:lnTo>
                  <a:pt x="30480" y="537972"/>
                </a:lnTo>
                <a:lnTo>
                  <a:pt x="54864" y="537972"/>
                </a:lnTo>
                <a:lnTo>
                  <a:pt x="65468" y="558812"/>
                </a:lnTo>
                <a:lnTo>
                  <a:pt x="74485" y="575500"/>
                </a:lnTo>
                <a:lnTo>
                  <a:pt x="102298" y="606171"/>
                </a:lnTo>
                <a:lnTo>
                  <a:pt x="117348" y="609600"/>
                </a:lnTo>
                <a:lnTo>
                  <a:pt x="124968" y="609600"/>
                </a:lnTo>
                <a:lnTo>
                  <a:pt x="131064" y="606552"/>
                </a:lnTo>
                <a:lnTo>
                  <a:pt x="134112" y="603504"/>
                </a:lnTo>
                <a:lnTo>
                  <a:pt x="135763" y="601891"/>
                </a:lnTo>
                <a:lnTo>
                  <a:pt x="141732" y="597408"/>
                </a:lnTo>
                <a:lnTo>
                  <a:pt x="143256" y="591312"/>
                </a:lnTo>
                <a:lnTo>
                  <a:pt x="143243" y="582002"/>
                </a:lnTo>
                <a:lnTo>
                  <a:pt x="141833" y="572477"/>
                </a:lnTo>
                <a:lnTo>
                  <a:pt x="141439" y="571500"/>
                </a:lnTo>
                <a:lnTo>
                  <a:pt x="137541" y="561784"/>
                </a:lnTo>
                <a:lnTo>
                  <a:pt x="130340" y="550164"/>
                </a:lnTo>
                <a:lnTo>
                  <a:pt x="120396" y="537972"/>
                </a:lnTo>
                <a:lnTo>
                  <a:pt x="120396" y="550164"/>
                </a:lnTo>
                <a:lnTo>
                  <a:pt x="120396" y="560832"/>
                </a:lnTo>
                <a:lnTo>
                  <a:pt x="117348" y="566928"/>
                </a:lnTo>
                <a:lnTo>
                  <a:pt x="112776" y="569976"/>
                </a:lnTo>
                <a:lnTo>
                  <a:pt x="109728" y="571500"/>
                </a:lnTo>
                <a:lnTo>
                  <a:pt x="99060" y="571500"/>
                </a:lnTo>
                <a:lnTo>
                  <a:pt x="65532" y="537972"/>
                </a:lnTo>
                <a:lnTo>
                  <a:pt x="109728" y="537972"/>
                </a:lnTo>
                <a:lnTo>
                  <a:pt x="117348" y="545592"/>
                </a:lnTo>
                <a:lnTo>
                  <a:pt x="120396" y="550164"/>
                </a:lnTo>
                <a:lnTo>
                  <a:pt x="120396" y="537972"/>
                </a:lnTo>
                <a:lnTo>
                  <a:pt x="128016" y="537972"/>
                </a:lnTo>
                <a:lnTo>
                  <a:pt x="134112" y="534924"/>
                </a:lnTo>
                <a:lnTo>
                  <a:pt x="138684" y="530352"/>
                </a:lnTo>
                <a:lnTo>
                  <a:pt x="141732" y="525780"/>
                </a:lnTo>
                <a:lnTo>
                  <a:pt x="143256" y="519684"/>
                </a:lnTo>
                <a:lnTo>
                  <a:pt x="143256" y="505968"/>
                </a:lnTo>
                <a:close/>
              </a:path>
              <a:path extrusionOk="0" h="609600" w="189229">
                <a:moveTo>
                  <a:pt x="143256" y="99060"/>
                </a:moveTo>
                <a:lnTo>
                  <a:pt x="141732" y="94488"/>
                </a:lnTo>
                <a:lnTo>
                  <a:pt x="138684" y="88392"/>
                </a:lnTo>
                <a:lnTo>
                  <a:pt x="135636" y="83820"/>
                </a:lnTo>
                <a:lnTo>
                  <a:pt x="123444" y="74676"/>
                </a:lnTo>
                <a:lnTo>
                  <a:pt x="121920" y="77724"/>
                </a:lnTo>
                <a:lnTo>
                  <a:pt x="123444" y="80772"/>
                </a:lnTo>
                <a:lnTo>
                  <a:pt x="123444" y="86868"/>
                </a:lnTo>
                <a:lnTo>
                  <a:pt x="121920" y="88392"/>
                </a:lnTo>
                <a:lnTo>
                  <a:pt x="118872" y="88392"/>
                </a:lnTo>
                <a:lnTo>
                  <a:pt x="117348" y="89916"/>
                </a:lnTo>
                <a:lnTo>
                  <a:pt x="45720" y="89916"/>
                </a:lnTo>
                <a:lnTo>
                  <a:pt x="36385" y="90106"/>
                </a:lnTo>
                <a:lnTo>
                  <a:pt x="9144" y="106680"/>
                </a:lnTo>
                <a:lnTo>
                  <a:pt x="5143" y="112953"/>
                </a:lnTo>
                <a:lnTo>
                  <a:pt x="2286" y="120205"/>
                </a:lnTo>
                <a:lnTo>
                  <a:pt x="2247" y="120396"/>
                </a:lnTo>
                <a:lnTo>
                  <a:pt x="571" y="128333"/>
                </a:lnTo>
                <a:lnTo>
                  <a:pt x="0" y="137160"/>
                </a:lnTo>
                <a:lnTo>
                  <a:pt x="127" y="140208"/>
                </a:lnTo>
                <a:lnTo>
                  <a:pt x="165" y="141160"/>
                </a:lnTo>
                <a:lnTo>
                  <a:pt x="11963" y="181673"/>
                </a:lnTo>
                <a:lnTo>
                  <a:pt x="21336" y="192024"/>
                </a:lnTo>
                <a:lnTo>
                  <a:pt x="27432" y="198120"/>
                </a:lnTo>
                <a:lnTo>
                  <a:pt x="33528" y="201168"/>
                </a:lnTo>
                <a:lnTo>
                  <a:pt x="45720" y="201168"/>
                </a:lnTo>
                <a:lnTo>
                  <a:pt x="54864" y="195072"/>
                </a:lnTo>
                <a:lnTo>
                  <a:pt x="57912" y="190500"/>
                </a:lnTo>
                <a:lnTo>
                  <a:pt x="59436" y="185928"/>
                </a:lnTo>
                <a:lnTo>
                  <a:pt x="59436" y="173736"/>
                </a:lnTo>
                <a:lnTo>
                  <a:pt x="57912" y="169164"/>
                </a:lnTo>
                <a:lnTo>
                  <a:pt x="57785" y="168973"/>
                </a:lnTo>
                <a:lnTo>
                  <a:pt x="54864" y="164592"/>
                </a:lnTo>
                <a:lnTo>
                  <a:pt x="51816" y="161544"/>
                </a:lnTo>
                <a:lnTo>
                  <a:pt x="47244" y="160020"/>
                </a:lnTo>
                <a:lnTo>
                  <a:pt x="38100" y="160020"/>
                </a:lnTo>
                <a:lnTo>
                  <a:pt x="33528" y="161544"/>
                </a:lnTo>
                <a:lnTo>
                  <a:pt x="30480" y="166116"/>
                </a:lnTo>
                <a:lnTo>
                  <a:pt x="25908" y="167640"/>
                </a:lnTo>
                <a:lnTo>
                  <a:pt x="24384" y="169164"/>
                </a:lnTo>
                <a:lnTo>
                  <a:pt x="19812" y="169164"/>
                </a:lnTo>
                <a:lnTo>
                  <a:pt x="16764" y="167640"/>
                </a:lnTo>
                <a:lnTo>
                  <a:pt x="15240" y="166116"/>
                </a:lnTo>
                <a:lnTo>
                  <a:pt x="12192" y="161544"/>
                </a:lnTo>
                <a:lnTo>
                  <a:pt x="12065" y="161163"/>
                </a:lnTo>
                <a:lnTo>
                  <a:pt x="10668" y="156972"/>
                </a:lnTo>
                <a:lnTo>
                  <a:pt x="10668" y="146304"/>
                </a:lnTo>
                <a:lnTo>
                  <a:pt x="13716" y="140208"/>
                </a:lnTo>
                <a:lnTo>
                  <a:pt x="16764" y="137160"/>
                </a:lnTo>
                <a:lnTo>
                  <a:pt x="18288" y="134112"/>
                </a:lnTo>
                <a:lnTo>
                  <a:pt x="21336" y="134112"/>
                </a:lnTo>
                <a:lnTo>
                  <a:pt x="24384" y="132588"/>
                </a:lnTo>
                <a:lnTo>
                  <a:pt x="54864" y="132588"/>
                </a:lnTo>
                <a:lnTo>
                  <a:pt x="74599" y="169164"/>
                </a:lnTo>
                <a:lnTo>
                  <a:pt x="102298" y="200787"/>
                </a:lnTo>
                <a:lnTo>
                  <a:pt x="117348" y="204216"/>
                </a:lnTo>
                <a:lnTo>
                  <a:pt x="124968" y="204216"/>
                </a:lnTo>
                <a:lnTo>
                  <a:pt x="131064" y="201168"/>
                </a:lnTo>
                <a:lnTo>
                  <a:pt x="141732" y="190500"/>
                </a:lnTo>
                <a:lnTo>
                  <a:pt x="143256" y="184404"/>
                </a:lnTo>
                <a:lnTo>
                  <a:pt x="143256" y="176784"/>
                </a:lnTo>
                <a:lnTo>
                  <a:pt x="141833" y="166458"/>
                </a:lnTo>
                <a:lnTo>
                  <a:pt x="141693" y="166116"/>
                </a:lnTo>
                <a:lnTo>
                  <a:pt x="137541" y="155829"/>
                </a:lnTo>
                <a:lnTo>
                  <a:pt x="130403" y="144640"/>
                </a:lnTo>
                <a:lnTo>
                  <a:pt x="120396" y="132588"/>
                </a:lnTo>
                <a:lnTo>
                  <a:pt x="120396" y="153924"/>
                </a:lnTo>
                <a:lnTo>
                  <a:pt x="118872" y="158496"/>
                </a:lnTo>
                <a:lnTo>
                  <a:pt x="112776" y="164592"/>
                </a:lnTo>
                <a:lnTo>
                  <a:pt x="109728" y="166116"/>
                </a:lnTo>
                <a:lnTo>
                  <a:pt x="99060" y="166116"/>
                </a:lnTo>
                <a:lnTo>
                  <a:pt x="94488" y="163068"/>
                </a:lnTo>
                <a:lnTo>
                  <a:pt x="88392" y="160020"/>
                </a:lnTo>
                <a:lnTo>
                  <a:pt x="82677" y="154876"/>
                </a:lnTo>
                <a:lnTo>
                  <a:pt x="76962" y="148590"/>
                </a:lnTo>
                <a:lnTo>
                  <a:pt x="71247" y="141160"/>
                </a:lnTo>
                <a:lnTo>
                  <a:pt x="65532" y="132588"/>
                </a:lnTo>
                <a:lnTo>
                  <a:pt x="109728" y="132588"/>
                </a:lnTo>
                <a:lnTo>
                  <a:pt x="117348" y="138684"/>
                </a:lnTo>
                <a:lnTo>
                  <a:pt x="120332" y="144640"/>
                </a:lnTo>
                <a:lnTo>
                  <a:pt x="120396" y="153924"/>
                </a:lnTo>
                <a:lnTo>
                  <a:pt x="120396" y="132588"/>
                </a:lnTo>
                <a:lnTo>
                  <a:pt x="143256" y="114300"/>
                </a:lnTo>
                <a:lnTo>
                  <a:pt x="143256" y="99060"/>
                </a:lnTo>
                <a:close/>
              </a:path>
              <a:path extrusionOk="0" h="609600" w="189229">
                <a:moveTo>
                  <a:pt x="143268" y="278892"/>
                </a:moveTo>
                <a:lnTo>
                  <a:pt x="127787" y="240296"/>
                </a:lnTo>
                <a:lnTo>
                  <a:pt x="99072" y="222504"/>
                </a:lnTo>
                <a:lnTo>
                  <a:pt x="96024" y="227076"/>
                </a:lnTo>
                <a:lnTo>
                  <a:pt x="105168" y="233172"/>
                </a:lnTo>
                <a:lnTo>
                  <a:pt x="111264" y="239268"/>
                </a:lnTo>
                <a:lnTo>
                  <a:pt x="117360" y="248412"/>
                </a:lnTo>
                <a:lnTo>
                  <a:pt x="118884" y="252984"/>
                </a:lnTo>
                <a:lnTo>
                  <a:pt x="118808" y="260032"/>
                </a:lnTo>
                <a:lnTo>
                  <a:pt x="118719" y="261010"/>
                </a:lnTo>
                <a:lnTo>
                  <a:pt x="118668" y="261747"/>
                </a:lnTo>
                <a:lnTo>
                  <a:pt x="91262" y="294703"/>
                </a:lnTo>
                <a:lnTo>
                  <a:pt x="68592" y="298704"/>
                </a:lnTo>
                <a:lnTo>
                  <a:pt x="68592" y="259080"/>
                </a:lnTo>
                <a:lnTo>
                  <a:pt x="68592" y="222504"/>
                </a:lnTo>
                <a:lnTo>
                  <a:pt x="57924" y="223685"/>
                </a:lnTo>
                <a:lnTo>
                  <a:pt x="57924" y="259080"/>
                </a:lnTo>
                <a:lnTo>
                  <a:pt x="57924" y="298704"/>
                </a:lnTo>
                <a:lnTo>
                  <a:pt x="53352" y="298704"/>
                </a:lnTo>
                <a:lnTo>
                  <a:pt x="42722" y="298157"/>
                </a:lnTo>
                <a:lnTo>
                  <a:pt x="33540" y="296608"/>
                </a:lnTo>
                <a:lnTo>
                  <a:pt x="25488" y="294208"/>
                </a:lnTo>
                <a:lnTo>
                  <a:pt x="18300" y="291084"/>
                </a:lnTo>
                <a:lnTo>
                  <a:pt x="10680" y="283464"/>
                </a:lnTo>
                <a:lnTo>
                  <a:pt x="10680" y="274320"/>
                </a:lnTo>
                <a:lnTo>
                  <a:pt x="47371" y="259346"/>
                </a:lnTo>
                <a:lnTo>
                  <a:pt x="57924" y="259080"/>
                </a:lnTo>
                <a:lnTo>
                  <a:pt x="57924" y="223685"/>
                </a:lnTo>
                <a:lnTo>
                  <a:pt x="18300" y="239268"/>
                </a:lnTo>
                <a:lnTo>
                  <a:pt x="12" y="275844"/>
                </a:lnTo>
                <a:lnTo>
                  <a:pt x="1384" y="287870"/>
                </a:lnTo>
                <a:lnTo>
                  <a:pt x="30962" y="326517"/>
                </a:lnTo>
                <a:lnTo>
                  <a:pt x="74688" y="336804"/>
                </a:lnTo>
                <a:lnTo>
                  <a:pt x="87833" y="335978"/>
                </a:lnTo>
                <a:lnTo>
                  <a:pt x="130403" y="315760"/>
                </a:lnTo>
                <a:lnTo>
                  <a:pt x="139801" y="298704"/>
                </a:lnTo>
                <a:lnTo>
                  <a:pt x="141833" y="292900"/>
                </a:lnTo>
                <a:lnTo>
                  <a:pt x="143268" y="278892"/>
                </a:lnTo>
                <a:close/>
              </a:path>
              <a:path extrusionOk="0" h="609600" w="189229">
                <a:moveTo>
                  <a:pt x="188976" y="50292"/>
                </a:moveTo>
                <a:lnTo>
                  <a:pt x="166116" y="13716"/>
                </a:lnTo>
                <a:lnTo>
                  <a:pt x="129540" y="0"/>
                </a:lnTo>
                <a:lnTo>
                  <a:pt x="121856" y="571"/>
                </a:lnTo>
                <a:lnTo>
                  <a:pt x="92964" y="22860"/>
                </a:lnTo>
                <a:lnTo>
                  <a:pt x="92964" y="38100"/>
                </a:lnTo>
                <a:lnTo>
                  <a:pt x="96012" y="44196"/>
                </a:lnTo>
                <a:lnTo>
                  <a:pt x="100584" y="48768"/>
                </a:lnTo>
                <a:lnTo>
                  <a:pt x="105156" y="54864"/>
                </a:lnTo>
                <a:lnTo>
                  <a:pt x="111252" y="56388"/>
                </a:lnTo>
                <a:lnTo>
                  <a:pt x="123444" y="56388"/>
                </a:lnTo>
                <a:lnTo>
                  <a:pt x="129540" y="54864"/>
                </a:lnTo>
                <a:lnTo>
                  <a:pt x="134112" y="50292"/>
                </a:lnTo>
                <a:lnTo>
                  <a:pt x="138684" y="47244"/>
                </a:lnTo>
                <a:lnTo>
                  <a:pt x="140208" y="41148"/>
                </a:lnTo>
                <a:lnTo>
                  <a:pt x="140208" y="28956"/>
                </a:lnTo>
                <a:lnTo>
                  <a:pt x="138684" y="25908"/>
                </a:lnTo>
                <a:lnTo>
                  <a:pt x="137160" y="24384"/>
                </a:lnTo>
                <a:lnTo>
                  <a:pt x="137160" y="21336"/>
                </a:lnTo>
                <a:lnTo>
                  <a:pt x="138684" y="21336"/>
                </a:lnTo>
                <a:lnTo>
                  <a:pt x="140208" y="19812"/>
                </a:lnTo>
                <a:lnTo>
                  <a:pt x="149352" y="19812"/>
                </a:lnTo>
                <a:lnTo>
                  <a:pt x="182880" y="50292"/>
                </a:lnTo>
                <a:lnTo>
                  <a:pt x="188976" y="502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4" name="Google Shape;5974;p90"/>
          <p:cNvGrpSpPr/>
          <p:nvPr/>
        </p:nvGrpSpPr>
        <p:grpSpPr>
          <a:xfrm>
            <a:off x="4568939" y="3698748"/>
            <a:ext cx="204228" cy="826007"/>
            <a:chOff x="4568939" y="3698748"/>
            <a:chExt cx="204228" cy="826007"/>
          </a:xfrm>
        </p:grpSpPr>
        <p:pic>
          <p:nvPicPr>
            <p:cNvPr id="5975" name="Google Shape;5975;p90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4568951" y="4376927"/>
              <a:ext cx="204216" cy="14782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76" name="Google Shape;5976;p90"/>
            <p:cNvSpPr/>
            <p:nvPr/>
          </p:nvSpPr>
          <p:spPr>
            <a:xfrm>
              <a:off x="4568939" y="3698748"/>
              <a:ext cx="189230" cy="657225"/>
            </a:xfrm>
            <a:custGeom>
              <a:rect b="b" l="l" r="r" t="t"/>
              <a:pathLst>
                <a:path extrusionOk="0" h="657225" w="189229">
                  <a:moveTo>
                    <a:pt x="140220" y="91440"/>
                  </a:moveTo>
                  <a:lnTo>
                    <a:pt x="135648" y="91440"/>
                  </a:lnTo>
                  <a:lnTo>
                    <a:pt x="135648" y="100584"/>
                  </a:lnTo>
                  <a:lnTo>
                    <a:pt x="134124" y="102108"/>
                  </a:lnTo>
                  <a:lnTo>
                    <a:pt x="132600" y="105156"/>
                  </a:lnTo>
                  <a:lnTo>
                    <a:pt x="131076" y="106680"/>
                  </a:lnTo>
                  <a:lnTo>
                    <a:pt x="128028" y="108204"/>
                  </a:lnTo>
                  <a:lnTo>
                    <a:pt x="76212" y="108204"/>
                  </a:lnTo>
                  <a:lnTo>
                    <a:pt x="68224" y="107924"/>
                  </a:lnTo>
                  <a:lnTo>
                    <a:pt x="60401" y="107061"/>
                  </a:lnTo>
                  <a:lnTo>
                    <a:pt x="52844" y="105638"/>
                  </a:lnTo>
                  <a:lnTo>
                    <a:pt x="45732" y="103632"/>
                  </a:lnTo>
                  <a:lnTo>
                    <a:pt x="39636" y="102108"/>
                  </a:lnTo>
                  <a:lnTo>
                    <a:pt x="35064" y="97536"/>
                  </a:lnTo>
                  <a:lnTo>
                    <a:pt x="30492" y="94488"/>
                  </a:lnTo>
                  <a:lnTo>
                    <a:pt x="27444" y="88392"/>
                  </a:lnTo>
                  <a:lnTo>
                    <a:pt x="27444" y="83820"/>
                  </a:lnTo>
                  <a:lnTo>
                    <a:pt x="28968" y="83820"/>
                  </a:lnTo>
                  <a:lnTo>
                    <a:pt x="28968" y="82296"/>
                  </a:lnTo>
                  <a:lnTo>
                    <a:pt x="33540" y="77724"/>
                  </a:lnTo>
                  <a:lnTo>
                    <a:pt x="36588" y="73152"/>
                  </a:lnTo>
                  <a:lnTo>
                    <a:pt x="38112" y="70104"/>
                  </a:lnTo>
                  <a:lnTo>
                    <a:pt x="38112" y="60960"/>
                  </a:lnTo>
                  <a:lnTo>
                    <a:pt x="36588" y="56388"/>
                  </a:lnTo>
                  <a:lnTo>
                    <a:pt x="33540" y="53340"/>
                  </a:lnTo>
                  <a:lnTo>
                    <a:pt x="30492" y="48768"/>
                  </a:lnTo>
                  <a:lnTo>
                    <a:pt x="25920" y="47244"/>
                  </a:lnTo>
                  <a:lnTo>
                    <a:pt x="13728" y="47244"/>
                  </a:lnTo>
                  <a:lnTo>
                    <a:pt x="9156" y="48768"/>
                  </a:lnTo>
                  <a:lnTo>
                    <a:pt x="1536" y="56388"/>
                  </a:lnTo>
                  <a:lnTo>
                    <a:pt x="12" y="59436"/>
                  </a:lnTo>
                  <a:lnTo>
                    <a:pt x="12" y="71628"/>
                  </a:lnTo>
                  <a:lnTo>
                    <a:pt x="27800" y="101638"/>
                  </a:lnTo>
                  <a:lnTo>
                    <a:pt x="38112" y="108204"/>
                  </a:lnTo>
                  <a:lnTo>
                    <a:pt x="6108" y="108204"/>
                  </a:lnTo>
                  <a:lnTo>
                    <a:pt x="6108" y="166116"/>
                  </a:lnTo>
                  <a:lnTo>
                    <a:pt x="10680" y="166116"/>
                  </a:lnTo>
                  <a:lnTo>
                    <a:pt x="12204" y="161544"/>
                  </a:lnTo>
                  <a:lnTo>
                    <a:pt x="12204" y="156972"/>
                  </a:lnTo>
                  <a:lnTo>
                    <a:pt x="16776" y="152400"/>
                  </a:lnTo>
                  <a:lnTo>
                    <a:pt x="22872" y="149352"/>
                  </a:lnTo>
                  <a:lnTo>
                    <a:pt x="120408" y="149352"/>
                  </a:lnTo>
                  <a:lnTo>
                    <a:pt x="128028" y="150876"/>
                  </a:lnTo>
                  <a:lnTo>
                    <a:pt x="131076" y="152400"/>
                  </a:lnTo>
                  <a:lnTo>
                    <a:pt x="134124" y="155448"/>
                  </a:lnTo>
                  <a:lnTo>
                    <a:pt x="135648" y="160020"/>
                  </a:lnTo>
                  <a:lnTo>
                    <a:pt x="135648" y="166116"/>
                  </a:lnTo>
                  <a:lnTo>
                    <a:pt x="140220" y="166116"/>
                  </a:lnTo>
                  <a:lnTo>
                    <a:pt x="140220" y="149352"/>
                  </a:lnTo>
                  <a:lnTo>
                    <a:pt x="140220" y="91440"/>
                  </a:lnTo>
                  <a:close/>
                </a:path>
                <a:path extrusionOk="0" h="657225" w="189229">
                  <a:moveTo>
                    <a:pt x="143256" y="592836"/>
                  </a:moveTo>
                  <a:lnTo>
                    <a:pt x="141833" y="577938"/>
                  </a:lnTo>
                  <a:lnTo>
                    <a:pt x="139700" y="571500"/>
                  </a:lnTo>
                  <a:lnTo>
                    <a:pt x="137541" y="565023"/>
                  </a:lnTo>
                  <a:lnTo>
                    <a:pt x="132588" y="557263"/>
                  </a:lnTo>
                  <a:lnTo>
                    <a:pt x="132588" y="585216"/>
                  </a:lnTo>
                  <a:lnTo>
                    <a:pt x="132588" y="597408"/>
                  </a:lnTo>
                  <a:lnTo>
                    <a:pt x="131064" y="601980"/>
                  </a:lnTo>
                  <a:lnTo>
                    <a:pt x="128016" y="605028"/>
                  </a:lnTo>
                  <a:lnTo>
                    <a:pt x="124968" y="609600"/>
                  </a:lnTo>
                  <a:lnTo>
                    <a:pt x="112776" y="612648"/>
                  </a:lnTo>
                  <a:lnTo>
                    <a:pt x="105905" y="613537"/>
                  </a:lnTo>
                  <a:lnTo>
                    <a:pt x="98869" y="613981"/>
                  </a:lnTo>
                  <a:lnTo>
                    <a:pt x="91567" y="614159"/>
                  </a:lnTo>
                  <a:lnTo>
                    <a:pt x="69824" y="614159"/>
                  </a:lnTo>
                  <a:lnTo>
                    <a:pt x="27432" y="611124"/>
                  </a:lnTo>
                  <a:lnTo>
                    <a:pt x="16764" y="605028"/>
                  </a:lnTo>
                  <a:lnTo>
                    <a:pt x="13716" y="601980"/>
                  </a:lnTo>
                  <a:lnTo>
                    <a:pt x="10668" y="597408"/>
                  </a:lnTo>
                  <a:lnTo>
                    <a:pt x="10668" y="588264"/>
                  </a:lnTo>
                  <a:lnTo>
                    <a:pt x="49517" y="571766"/>
                  </a:lnTo>
                  <a:lnTo>
                    <a:pt x="60960" y="571500"/>
                  </a:lnTo>
                  <a:lnTo>
                    <a:pt x="79819" y="571766"/>
                  </a:lnTo>
                  <a:lnTo>
                    <a:pt x="121920" y="576072"/>
                  </a:lnTo>
                  <a:lnTo>
                    <a:pt x="132588" y="585216"/>
                  </a:lnTo>
                  <a:lnTo>
                    <a:pt x="132588" y="557263"/>
                  </a:lnTo>
                  <a:lnTo>
                    <a:pt x="98869" y="532447"/>
                  </a:lnTo>
                  <a:lnTo>
                    <a:pt x="71628" y="528828"/>
                  </a:lnTo>
                  <a:lnTo>
                    <a:pt x="62484" y="529386"/>
                  </a:lnTo>
                  <a:lnTo>
                    <a:pt x="20383" y="546925"/>
                  </a:lnTo>
                  <a:lnTo>
                    <a:pt x="571" y="584631"/>
                  </a:lnTo>
                  <a:lnTo>
                    <a:pt x="533" y="585216"/>
                  </a:lnTo>
                  <a:lnTo>
                    <a:pt x="0" y="592836"/>
                  </a:lnTo>
                  <a:lnTo>
                    <a:pt x="12865" y="630351"/>
                  </a:lnTo>
                  <a:lnTo>
                    <a:pt x="45720" y="652462"/>
                  </a:lnTo>
                  <a:lnTo>
                    <a:pt x="73152" y="656844"/>
                  </a:lnTo>
                  <a:lnTo>
                    <a:pt x="86563" y="655726"/>
                  </a:lnTo>
                  <a:lnTo>
                    <a:pt x="121920" y="640080"/>
                  </a:lnTo>
                  <a:lnTo>
                    <a:pt x="140220" y="613981"/>
                  </a:lnTo>
                  <a:lnTo>
                    <a:pt x="142074" y="607720"/>
                  </a:lnTo>
                  <a:lnTo>
                    <a:pt x="142138" y="606869"/>
                  </a:lnTo>
                  <a:lnTo>
                    <a:pt x="143256" y="592836"/>
                  </a:lnTo>
                  <a:close/>
                </a:path>
                <a:path extrusionOk="0" h="657225" w="189229">
                  <a:moveTo>
                    <a:pt x="143268" y="367284"/>
                  </a:moveTo>
                  <a:lnTo>
                    <a:pt x="38112" y="329184"/>
                  </a:lnTo>
                  <a:lnTo>
                    <a:pt x="25920" y="324612"/>
                  </a:lnTo>
                  <a:lnTo>
                    <a:pt x="18300" y="321564"/>
                  </a:lnTo>
                  <a:lnTo>
                    <a:pt x="16776" y="318516"/>
                  </a:lnTo>
                  <a:lnTo>
                    <a:pt x="13728" y="316992"/>
                  </a:lnTo>
                  <a:lnTo>
                    <a:pt x="10680" y="307848"/>
                  </a:lnTo>
                  <a:lnTo>
                    <a:pt x="6108" y="307848"/>
                  </a:lnTo>
                  <a:lnTo>
                    <a:pt x="6108" y="348996"/>
                  </a:lnTo>
                  <a:lnTo>
                    <a:pt x="10680" y="348996"/>
                  </a:lnTo>
                  <a:lnTo>
                    <a:pt x="12204" y="344424"/>
                  </a:lnTo>
                  <a:lnTo>
                    <a:pt x="12204" y="341376"/>
                  </a:lnTo>
                  <a:lnTo>
                    <a:pt x="13728" y="338328"/>
                  </a:lnTo>
                  <a:lnTo>
                    <a:pt x="16776" y="336804"/>
                  </a:lnTo>
                  <a:lnTo>
                    <a:pt x="30492" y="336804"/>
                  </a:lnTo>
                  <a:lnTo>
                    <a:pt x="36588" y="339852"/>
                  </a:lnTo>
                  <a:lnTo>
                    <a:pt x="85356" y="356616"/>
                  </a:lnTo>
                  <a:lnTo>
                    <a:pt x="33540" y="376428"/>
                  </a:lnTo>
                  <a:lnTo>
                    <a:pt x="25920" y="379476"/>
                  </a:lnTo>
                  <a:lnTo>
                    <a:pt x="21348" y="381000"/>
                  </a:lnTo>
                  <a:lnTo>
                    <a:pt x="16776" y="381000"/>
                  </a:lnTo>
                  <a:lnTo>
                    <a:pt x="12204" y="376428"/>
                  </a:lnTo>
                  <a:lnTo>
                    <a:pt x="12204" y="373380"/>
                  </a:lnTo>
                  <a:lnTo>
                    <a:pt x="10680" y="367284"/>
                  </a:lnTo>
                  <a:lnTo>
                    <a:pt x="6108" y="367284"/>
                  </a:lnTo>
                  <a:lnTo>
                    <a:pt x="6108" y="435864"/>
                  </a:lnTo>
                  <a:lnTo>
                    <a:pt x="10680" y="435864"/>
                  </a:lnTo>
                  <a:lnTo>
                    <a:pt x="12204" y="431292"/>
                  </a:lnTo>
                  <a:lnTo>
                    <a:pt x="13728" y="428244"/>
                  </a:lnTo>
                  <a:lnTo>
                    <a:pt x="15252" y="426720"/>
                  </a:lnTo>
                  <a:lnTo>
                    <a:pt x="16776" y="423672"/>
                  </a:lnTo>
                  <a:lnTo>
                    <a:pt x="21348" y="422148"/>
                  </a:lnTo>
                  <a:lnTo>
                    <a:pt x="28968" y="419100"/>
                  </a:lnTo>
                  <a:lnTo>
                    <a:pt x="32016" y="417576"/>
                  </a:lnTo>
                  <a:lnTo>
                    <a:pt x="85356" y="435864"/>
                  </a:lnTo>
                  <a:lnTo>
                    <a:pt x="33540" y="455676"/>
                  </a:lnTo>
                  <a:lnTo>
                    <a:pt x="19824" y="460248"/>
                  </a:lnTo>
                  <a:lnTo>
                    <a:pt x="15252" y="460248"/>
                  </a:lnTo>
                  <a:lnTo>
                    <a:pt x="12204" y="457200"/>
                  </a:lnTo>
                  <a:lnTo>
                    <a:pt x="10680" y="452628"/>
                  </a:lnTo>
                  <a:lnTo>
                    <a:pt x="10680" y="448056"/>
                  </a:lnTo>
                  <a:lnTo>
                    <a:pt x="6108" y="448056"/>
                  </a:lnTo>
                  <a:lnTo>
                    <a:pt x="6108" y="519684"/>
                  </a:lnTo>
                  <a:lnTo>
                    <a:pt x="10680" y="519684"/>
                  </a:lnTo>
                  <a:lnTo>
                    <a:pt x="12204" y="513588"/>
                  </a:lnTo>
                  <a:lnTo>
                    <a:pt x="18300" y="507492"/>
                  </a:lnTo>
                  <a:lnTo>
                    <a:pt x="143268" y="458724"/>
                  </a:lnTo>
                  <a:lnTo>
                    <a:pt x="143268" y="446532"/>
                  </a:lnTo>
                  <a:lnTo>
                    <a:pt x="47256" y="411480"/>
                  </a:lnTo>
                  <a:lnTo>
                    <a:pt x="143268" y="376428"/>
                  </a:lnTo>
                  <a:lnTo>
                    <a:pt x="143268" y="367284"/>
                  </a:lnTo>
                  <a:close/>
                </a:path>
                <a:path extrusionOk="0" h="657225" w="189229">
                  <a:moveTo>
                    <a:pt x="143268" y="236220"/>
                  </a:moveTo>
                  <a:lnTo>
                    <a:pt x="127787" y="199148"/>
                  </a:lnTo>
                  <a:lnTo>
                    <a:pt x="99072" y="181356"/>
                  </a:lnTo>
                  <a:lnTo>
                    <a:pt x="96024" y="185928"/>
                  </a:lnTo>
                  <a:lnTo>
                    <a:pt x="105168" y="192024"/>
                  </a:lnTo>
                  <a:lnTo>
                    <a:pt x="111264" y="196596"/>
                  </a:lnTo>
                  <a:lnTo>
                    <a:pt x="117360" y="205740"/>
                  </a:lnTo>
                  <a:lnTo>
                    <a:pt x="118884" y="211836"/>
                  </a:lnTo>
                  <a:lnTo>
                    <a:pt x="118821" y="218579"/>
                  </a:lnTo>
                  <a:lnTo>
                    <a:pt x="118745" y="219456"/>
                  </a:lnTo>
                  <a:lnTo>
                    <a:pt x="118656" y="220408"/>
                  </a:lnTo>
                  <a:lnTo>
                    <a:pt x="118287" y="224751"/>
                  </a:lnTo>
                  <a:lnTo>
                    <a:pt x="91262" y="252793"/>
                  </a:lnTo>
                  <a:lnTo>
                    <a:pt x="68592" y="257556"/>
                  </a:lnTo>
                  <a:lnTo>
                    <a:pt x="68592" y="217932"/>
                  </a:lnTo>
                  <a:lnTo>
                    <a:pt x="68592" y="181356"/>
                  </a:lnTo>
                  <a:lnTo>
                    <a:pt x="57924" y="182118"/>
                  </a:lnTo>
                  <a:lnTo>
                    <a:pt x="57924" y="217932"/>
                  </a:lnTo>
                  <a:lnTo>
                    <a:pt x="57924" y="257556"/>
                  </a:lnTo>
                  <a:lnTo>
                    <a:pt x="53352" y="257556"/>
                  </a:lnTo>
                  <a:lnTo>
                    <a:pt x="42722" y="256984"/>
                  </a:lnTo>
                  <a:lnTo>
                    <a:pt x="10680" y="240792"/>
                  </a:lnTo>
                  <a:lnTo>
                    <a:pt x="10680" y="233172"/>
                  </a:lnTo>
                  <a:lnTo>
                    <a:pt x="12204" y="230124"/>
                  </a:lnTo>
                  <a:lnTo>
                    <a:pt x="13728" y="228600"/>
                  </a:lnTo>
                  <a:lnTo>
                    <a:pt x="16776" y="224028"/>
                  </a:lnTo>
                  <a:lnTo>
                    <a:pt x="21348" y="222504"/>
                  </a:lnTo>
                  <a:lnTo>
                    <a:pt x="27444" y="219456"/>
                  </a:lnTo>
                  <a:lnTo>
                    <a:pt x="31991" y="218579"/>
                  </a:lnTo>
                  <a:lnTo>
                    <a:pt x="38684" y="218122"/>
                  </a:lnTo>
                  <a:lnTo>
                    <a:pt x="48615" y="217932"/>
                  </a:lnTo>
                  <a:lnTo>
                    <a:pt x="57924" y="217932"/>
                  </a:lnTo>
                  <a:lnTo>
                    <a:pt x="57924" y="182118"/>
                  </a:lnTo>
                  <a:lnTo>
                    <a:pt x="18300" y="198120"/>
                  </a:lnTo>
                  <a:lnTo>
                    <a:pt x="977" y="224751"/>
                  </a:lnTo>
                  <a:lnTo>
                    <a:pt x="12" y="233172"/>
                  </a:lnTo>
                  <a:lnTo>
                    <a:pt x="19824" y="277368"/>
                  </a:lnTo>
                  <a:lnTo>
                    <a:pt x="58394" y="294513"/>
                  </a:lnTo>
                  <a:lnTo>
                    <a:pt x="74688" y="295656"/>
                  </a:lnTo>
                  <a:lnTo>
                    <a:pt x="87833" y="294805"/>
                  </a:lnTo>
                  <a:lnTo>
                    <a:pt x="130403" y="273939"/>
                  </a:lnTo>
                  <a:lnTo>
                    <a:pt x="139623" y="257556"/>
                  </a:lnTo>
                  <a:lnTo>
                    <a:pt x="141833" y="251079"/>
                  </a:lnTo>
                  <a:lnTo>
                    <a:pt x="143268" y="236220"/>
                  </a:lnTo>
                  <a:close/>
                </a:path>
                <a:path extrusionOk="0" h="657225" w="189229">
                  <a:moveTo>
                    <a:pt x="188976" y="50292"/>
                  </a:moveTo>
                  <a:lnTo>
                    <a:pt x="166116" y="12192"/>
                  </a:lnTo>
                  <a:lnTo>
                    <a:pt x="129540" y="0"/>
                  </a:lnTo>
                  <a:lnTo>
                    <a:pt x="121856" y="571"/>
                  </a:lnTo>
                  <a:lnTo>
                    <a:pt x="114871" y="2286"/>
                  </a:lnTo>
                  <a:lnTo>
                    <a:pt x="108762" y="5143"/>
                  </a:lnTo>
                  <a:lnTo>
                    <a:pt x="96012" y="15240"/>
                  </a:lnTo>
                  <a:lnTo>
                    <a:pt x="92964" y="22860"/>
                  </a:lnTo>
                  <a:lnTo>
                    <a:pt x="92964" y="38100"/>
                  </a:lnTo>
                  <a:lnTo>
                    <a:pt x="96012" y="44196"/>
                  </a:lnTo>
                  <a:lnTo>
                    <a:pt x="105156" y="53340"/>
                  </a:lnTo>
                  <a:lnTo>
                    <a:pt x="111252" y="56388"/>
                  </a:lnTo>
                  <a:lnTo>
                    <a:pt x="123444" y="56388"/>
                  </a:lnTo>
                  <a:lnTo>
                    <a:pt x="137160" y="24384"/>
                  </a:lnTo>
                  <a:lnTo>
                    <a:pt x="137160" y="21336"/>
                  </a:lnTo>
                  <a:lnTo>
                    <a:pt x="138684" y="21336"/>
                  </a:lnTo>
                  <a:lnTo>
                    <a:pt x="138684" y="19812"/>
                  </a:lnTo>
                  <a:lnTo>
                    <a:pt x="149352" y="19812"/>
                  </a:lnTo>
                  <a:lnTo>
                    <a:pt x="182880" y="50292"/>
                  </a:lnTo>
                  <a:lnTo>
                    <a:pt x="188976" y="502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977" name="Google Shape;5977;p90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4506467" y="2822447"/>
            <a:ext cx="266262" cy="7863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78" name="Google Shape;5978;p90"/>
          <p:cNvGrpSpPr/>
          <p:nvPr/>
        </p:nvGrpSpPr>
        <p:grpSpPr>
          <a:xfrm>
            <a:off x="4506467" y="2106167"/>
            <a:ext cx="251459" cy="623316"/>
            <a:chOff x="4506467" y="2106167"/>
            <a:chExt cx="251459" cy="623316"/>
          </a:xfrm>
        </p:grpSpPr>
        <p:pic>
          <p:nvPicPr>
            <p:cNvPr id="5979" name="Google Shape;5979;p90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4506467" y="2314956"/>
              <a:ext cx="205739" cy="41452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80" name="Google Shape;5980;p90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4568951" y="2106167"/>
              <a:ext cx="188975" cy="1889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981" name="Google Shape;5981;p90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5512307" y="9433559"/>
            <a:ext cx="172212" cy="1722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82" name="Google Shape;5982;p90"/>
          <p:cNvGrpSpPr/>
          <p:nvPr/>
        </p:nvGrpSpPr>
        <p:grpSpPr>
          <a:xfrm>
            <a:off x="5507735" y="7644383"/>
            <a:ext cx="201169" cy="384047"/>
            <a:chOff x="5507735" y="7644383"/>
            <a:chExt cx="201169" cy="384047"/>
          </a:xfrm>
        </p:grpSpPr>
        <p:pic>
          <p:nvPicPr>
            <p:cNvPr id="5983" name="Google Shape;5983;p90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5507735" y="7780019"/>
              <a:ext cx="201168" cy="2484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84" name="Google Shape;5984;p90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5565648" y="7644383"/>
              <a:ext cx="143256" cy="11430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985" name="Google Shape;5985;p90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5503164" y="6062472"/>
            <a:ext cx="266699" cy="14889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986" name="Google Shape;5986;p90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5503164" y="7949183"/>
            <a:ext cx="490728" cy="1336548"/>
          </a:xfrm>
          <a:prstGeom prst="rect">
            <a:avLst/>
          </a:prstGeom>
          <a:noFill/>
          <a:ln>
            <a:noFill/>
          </a:ln>
        </p:spPr>
      </p:pic>
      <p:pic>
        <p:nvPicPr>
          <p:cNvPr id="5987" name="Google Shape;5987;p90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5503164" y="3998976"/>
            <a:ext cx="266699" cy="1976628"/>
          </a:xfrm>
          <a:prstGeom prst="rect">
            <a:avLst/>
          </a:prstGeom>
          <a:noFill/>
          <a:ln>
            <a:noFill/>
          </a:ln>
        </p:spPr>
      </p:pic>
      <p:pic>
        <p:nvPicPr>
          <p:cNvPr id="5988" name="Google Shape;5988;p90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5521452" y="2895600"/>
            <a:ext cx="248411" cy="1008887"/>
          </a:xfrm>
          <a:prstGeom prst="rect">
            <a:avLst/>
          </a:prstGeom>
          <a:noFill/>
          <a:ln>
            <a:noFill/>
          </a:ln>
        </p:spPr>
      </p:pic>
      <p:pic>
        <p:nvPicPr>
          <p:cNvPr id="5989" name="Google Shape;5989;p90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5503164" y="2444495"/>
            <a:ext cx="205739" cy="36728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93" name="Shape 5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4" name="Google Shape;5994;p91"/>
          <p:cNvSpPr/>
          <p:nvPr/>
        </p:nvSpPr>
        <p:spPr>
          <a:xfrm>
            <a:off x="815327" y="8220456"/>
            <a:ext cx="343535" cy="1080770"/>
          </a:xfrm>
          <a:custGeom>
            <a:rect b="b" l="l" r="r" t="t"/>
            <a:pathLst>
              <a:path extrusionOk="0" h="1080770" w="343534">
                <a:moveTo>
                  <a:pt x="335280" y="467868"/>
                </a:moveTo>
                <a:lnTo>
                  <a:pt x="245364" y="440436"/>
                </a:lnTo>
                <a:lnTo>
                  <a:pt x="243840" y="448056"/>
                </a:lnTo>
                <a:lnTo>
                  <a:pt x="257822" y="454660"/>
                </a:lnTo>
                <a:lnTo>
                  <a:pt x="269938" y="460819"/>
                </a:lnTo>
                <a:lnTo>
                  <a:pt x="300799" y="486346"/>
                </a:lnTo>
                <a:lnTo>
                  <a:pt x="313639" y="536117"/>
                </a:lnTo>
                <a:lnTo>
                  <a:pt x="313944" y="553212"/>
                </a:lnTo>
                <a:lnTo>
                  <a:pt x="313944" y="577596"/>
                </a:lnTo>
                <a:lnTo>
                  <a:pt x="310896" y="615696"/>
                </a:lnTo>
                <a:lnTo>
                  <a:pt x="275844" y="627888"/>
                </a:lnTo>
                <a:lnTo>
                  <a:pt x="70104" y="627888"/>
                </a:lnTo>
                <a:lnTo>
                  <a:pt x="27432" y="621792"/>
                </a:lnTo>
                <a:lnTo>
                  <a:pt x="15240" y="574548"/>
                </a:lnTo>
                <a:lnTo>
                  <a:pt x="7620" y="574548"/>
                </a:lnTo>
                <a:lnTo>
                  <a:pt x="7620" y="720852"/>
                </a:lnTo>
                <a:lnTo>
                  <a:pt x="15240" y="720852"/>
                </a:lnTo>
                <a:lnTo>
                  <a:pt x="15240" y="708660"/>
                </a:lnTo>
                <a:lnTo>
                  <a:pt x="15836" y="700074"/>
                </a:lnTo>
                <a:lnTo>
                  <a:pt x="51206" y="674141"/>
                </a:lnTo>
                <a:lnTo>
                  <a:pt x="65532" y="673608"/>
                </a:lnTo>
                <a:lnTo>
                  <a:pt x="277368" y="673608"/>
                </a:lnTo>
                <a:lnTo>
                  <a:pt x="319951" y="683590"/>
                </a:lnTo>
                <a:lnTo>
                  <a:pt x="327660" y="708660"/>
                </a:lnTo>
                <a:lnTo>
                  <a:pt x="327660" y="720852"/>
                </a:lnTo>
                <a:lnTo>
                  <a:pt x="335280" y="720852"/>
                </a:lnTo>
                <a:lnTo>
                  <a:pt x="335280" y="467868"/>
                </a:lnTo>
                <a:close/>
              </a:path>
              <a:path extrusionOk="0" h="1080770" w="343534">
                <a:moveTo>
                  <a:pt x="335292" y="0"/>
                </a:moveTo>
                <a:lnTo>
                  <a:pt x="327672" y="0"/>
                </a:lnTo>
                <a:lnTo>
                  <a:pt x="327672" y="12192"/>
                </a:lnTo>
                <a:lnTo>
                  <a:pt x="327672" y="19812"/>
                </a:lnTo>
                <a:lnTo>
                  <a:pt x="326148" y="27432"/>
                </a:lnTo>
                <a:lnTo>
                  <a:pt x="321576" y="33528"/>
                </a:lnTo>
                <a:lnTo>
                  <a:pt x="318528" y="39624"/>
                </a:lnTo>
                <a:lnTo>
                  <a:pt x="277380" y="47244"/>
                </a:lnTo>
                <a:lnTo>
                  <a:pt x="65544" y="47244"/>
                </a:lnTo>
                <a:lnTo>
                  <a:pt x="27444" y="41148"/>
                </a:lnTo>
                <a:lnTo>
                  <a:pt x="15252" y="12192"/>
                </a:lnTo>
                <a:lnTo>
                  <a:pt x="15252" y="0"/>
                </a:lnTo>
                <a:lnTo>
                  <a:pt x="7632" y="0"/>
                </a:lnTo>
                <a:lnTo>
                  <a:pt x="7632" y="140208"/>
                </a:lnTo>
                <a:lnTo>
                  <a:pt x="15252" y="140208"/>
                </a:lnTo>
                <a:lnTo>
                  <a:pt x="15252" y="120396"/>
                </a:lnTo>
                <a:lnTo>
                  <a:pt x="16776" y="112776"/>
                </a:lnTo>
                <a:lnTo>
                  <a:pt x="21348" y="106680"/>
                </a:lnTo>
                <a:lnTo>
                  <a:pt x="24396" y="100584"/>
                </a:lnTo>
                <a:lnTo>
                  <a:pt x="27444" y="97536"/>
                </a:lnTo>
                <a:lnTo>
                  <a:pt x="65544" y="92964"/>
                </a:lnTo>
                <a:lnTo>
                  <a:pt x="277380" y="92964"/>
                </a:lnTo>
                <a:lnTo>
                  <a:pt x="315480" y="99060"/>
                </a:lnTo>
                <a:lnTo>
                  <a:pt x="327672" y="128016"/>
                </a:lnTo>
                <a:lnTo>
                  <a:pt x="327672" y="140208"/>
                </a:lnTo>
                <a:lnTo>
                  <a:pt x="335292" y="140208"/>
                </a:lnTo>
                <a:lnTo>
                  <a:pt x="335292" y="0"/>
                </a:lnTo>
                <a:close/>
              </a:path>
              <a:path extrusionOk="0" h="1080770" w="343534">
                <a:moveTo>
                  <a:pt x="342900" y="284988"/>
                </a:moveTo>
                <a:lnTo>
                  <a:pt x="336042" y="243649"/>
                </a:lnTo>
                <a:lnTo>
                  <a:pt x="315468" y="210312"/>
                </a:lnTo>
                <a:lnTo>
                  <a:pt x="270687" y="183311"/>
                </a:lnTo>
                <a:lnTo>
                  <a:pt x="252984" y="181356"/>
                </a:lnTo>
                <a:lnTo>
                  <a:pt x="242963" y="181927"/>
                </a:lnTo>
                <a:lnTo>
                  <a:pt x="206273" y="195630"/>
                </a:lnTo>
                <a:lnTo>
                  <a:pt x="176961" y="226390"/>
                </a:lnTo>
                <a:lnTo>
                  <a:pt x="132041" y="304660"/>
                </a:lnTo>
                <a:lnTo>
                  <a:pt x="119062" y="324993"/>
                </a:lnTo>
                <a:lnTo>
                  <a:pt x="91541" y="354520"/>
                </a:lnTo>
                <a:lnTo>
                  <a:pt x="70104" y="359664"/>
                </a:lnTo>
                <a:lnTo>
                  <a:pt x="60985" y="358787"/>
                </a:lnTo>
                <a:lnTo>
                  <a:pt x="28181" y="334975"/>
                </a:lnTo>
                <a:lnTo>
                  <a:pt x="19812" y="301752"/>
                </a:lnTo>
                <a:lnTo>
                  <a:pt x="20408" y="290588"/>
                </a:lnTo>
                <a:lnTo>
                  <a:pt x="36753" y="249364"/>
                </a:lnTo>
                <a:lnTo>
                  <a:pt x="71843" y="221678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3360"/>
                </a:lnTo>
                <a:lnTo>
                  <a:pt x="12192" y="214884"/>
                </a:lnTo>
                <a:lnTo>
                  <a:pt x="16764" y="219456"/>
                </a:lnTo>
                <a:lnTo>
                  <a:pt x="18288" y="224028"/>
                </a:lnTo>
                <a:lnTo>
                  <a:pt x="18288" y="231648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73" y="261467"/>
                </a:lnTo>
                <a:lnTo>
                  <a:pt x="3238" y="275463"/>
                </a:lnTo>
                <a:lnTo>
                  <a:pt x="838" y="288899"/>
                </a:lnTo>
                <a:lnTo>
                  <a:pt x="0" y="301752"/>
                </a:lnTo>
                <a:lnTo>
                  <a:pt x="1701" y="322351"/>
                </a:lnTo>
                <a:lnTo>
                  <a:pt x="25908" y="371856"/>
                </a:lnTo>
                <a:lnTo>
                  <a:pt x="69418" y="396290"/>
                </a:lnTo>
                <a:lnTo>
                  <a:pt x="86868" y="397764"/>
                </a:lnTo>
                <a:lnTo>
                  <a:pt x="96875" y="397192"/>
                </a:lnTo>
                <a:lnTo>
                  <a:pt x="140589" y="377952"/>
                </a:lnTo>
                <a:lnTo>
                  <a:pt x="171640" y="338709"/>
                </a:lnTo>
                <a:lnTo>
                  <a:pt x="193548" y="303276"/>
                </a:lnTo>
                <a:lnTo>
                  <a:pt x="204101" y="283832"/>
                </a:lnTo>
                <a:lnTo>
                  <a:pt x="212788" y="268795"/>
                </a:lnTo>
                <a:lnTo>
                  <a:pt x="241173" y="235394"/>
                </a:lnTo>
                <a:lnTo>
                  <a:pt x="271272" y="224028"/>
                </a:lnTo>
                <a:lnTo>
                  <a:pt x="282155" y="225171"/>
                </a:lnTo>
                <a:lnTo>
                  <a:pt x="316496" y="252056"/>
                </a:lnTo>
                <a:lnTo>
                  <a:pt x="326148" y="289560"/>
                </a:lnTo>
                <a:lnTo>
                  <a:pt x="325310" y="302755"/>
                </a:lnTo>
                <a:lnTo>
                  <a:pt x="307682" y="348907"/>
                </a:lnTo>
                <a:lnTo>
                  <a:pt x="274066" y="375742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7096"/>
                </a:lnTo>
                <a:lnTo>
                  <a:pt x="330708" y="385572"/>
                </a:lnTo>
                <a:lnTo>
                  <a:pt x="326148" y="381000"/>
                </a:lnTo>
                <a:lnTo>
                  <a:pt x="324624" y="376428"/>
                </a:lnTo>
                <a:lnTo>
                  <a:pt x="324624" y="373380"/>
                </a:lnTo>
                <a:lnTo>
                  <a:pt x="325170" y="368833"/>
                </a:lnTo>
                <a:lnTo>
                  <a:pt x="326707" y="362140"/>
                </a:lnTo>
                <a:lnTo>
                  <a:pt x="341376" y="312420"/>
                </a:lnTo>
                <a:lnTo>
                  <a:pt x="341617" y="305562"/>
                </a:lnTo>
                <a:lnTo>
                  <a:pt x="342671" y="291846"/>
                </a:lnTo>
                <a:lnTo>
                  <a:pt x="342900" y="284988"/>
                </a:lnTo>
                <a:close/>
              </a:path>
              <a:path extrusionOk="0" h="1080770" w="343534">
                <a:moveTo>
                  <a:pt x="342912" y="897636"/>
                </a:moveTo>
                <a:lnTo>
                  <a:pt x="108635" y="801624"/>
                </a:lnTo>
                <a:lnTo>
                  <a:pt x="52298" y="778484"/>
                </a:lnTo>
                <a:lnTo>
                  <a:pt x="19634" y="750379"/>
                </a:lnTo>
                <a:lnTo>
                  <a:pt x="15252" y="734568"/>
                </a:lnTo>
                <a:lnTo>
                  <a:pt x="7632" y="734568"/>
                </a:lnTo>
                <a:lnTo>
                  <a:pt x="7632" y="836676"/>
                </a:lnTo>
                <a:lnTo>
                  <a:pt x="15252" y="836676"/>
                </a:lnTo>
                <a:lnTo>
                  <a:pt x="15252" y="832104"/>
                </a:lnTo>
                <a:lnTo>
                  <a:pt x="17538" y="824445"/>
                </a:lnTo>
                <a:lnTo>
                  <a:pt x="33540" y="801624"/>
                </a:lnTo>
                <a:lnTo>
                  <a:pt x="38112" y="801624"/>
                </a:lnTo>
                <a:lnTo>
                  <a:pt x="77736" y="812292"/>
                </a:lnTo>
                <a:lnTo>
                  <a:pt x="266712" y="890016"/>
                </a:lnTo>
                <a:lnTo>
                  <a:pt x="62941" y="977442"/>
                </a:lnTo>
                <a:lnTo>
                  <a:pt x="52781" y="981265"/>
                </a:lnTo>
                <a:lnTo>
                  <a:pt x="44030" y="983678"/>
                </a:lnTo>
                <a:lnTo>
                  <a:pt x="36588" y="984504"/>
                </a:lnTo>
                <a:lnTo>
                  <a:pt x="32016" y="984504"/>
                </a:lnTo>
                <a:lnTo>
                  <a:pt x="25920" y="981456"/>
                </a:lnTo>
                <a:lnTo>
                  <a:pt x="25793" y="981265"/>
                </a:lnTo>
                <a:lnTo>
                  <a:pt x="22872" y="976884"/>
                </a:lnTo>
                <a:lnTo>
                  <a:pt x="20599" y="972578"/>
                </a:lnTo>
                <a:lnTo>
                  <a:pt x="20510" y="972312"/>
                </a:lnTo>
                <a:lnTo>
                  <a:pt x="18491" y="966406"/>
                </a:lnTo>
                <a:lnTo>
                  <a:pt x="16649" y="958240"/>
                </a:lnTo>
                <a:lnTo>
                  <a:pt x="15252" y="947928"/>
                </a:lnTo>
                <a:lnTo>
                  <a:pt x="7632" y="947928"/>
                </a:lnTo>
                <a:lnTo>
                  <a:pt x="7632" y="1080516"/>
                </a:lnTo>
                <a:lnTo>
                  <a:pt x="15252" y="1080516"/>
                </a:lnTo>
                <a:lnTo>
                  <a:pt x="15252" y="1071372"/>
                </a:lnTo>
                <a:lnTo>
                  <a:pt x="18300" y="1063752"/>
                </a:lnTo>
                <a:lnTo>
                  <a:pt x="50685" y="1033640"/>
                </a:lnTo>
                <a:lnTo>
                  <a:pt x="60972" y="1028700"/>
                </a:lnTo>
                <a:lnTo>
                  <a:pt x="163169" y="984504"/>
                </a:lnTo>
                <a:lnTo>
                  <a:pt x="342912" y="906780"/>
                </a:lnTo>
                <a:lnTo>
                  <a:pt x="342912" y="8976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5" name="Google Shape;5995;p91"/>
          <p:cNvGrpSpPr/>
          <p:nvPr/>
        </p:nvGrpSpPr>
        <p:grpSpPr>
          <a:xfrm>
            <a:off x="807707" y="6687311"/>
            <a:ext cx="448309" cy="1391540"/>
            <a:chOff x="807707" y="6687311"/>
            <a:chExt cx="448309" cy="1391540"/>
          </a:xfrm>
        </p:grpSpPr>
        <p:sp>
          <p:nvSpPr>
            <p:cNvPr id="5996" name="Google Shape;5996;p91"/>
            <p:cNvSpPr/>
            <p:nvPr/>
          </p:nvSpPr>
          <p:spPr>
            <a:xfrm>
              <a:off x="822959" y="7748016"/>
              <a:ext cx="327660" cy="330835"/>
            </a:xfrm>
            <a:custGeom>
              <a:rect b="b" l="l" r="r" t="t"/>
              <a:pathLst>
                <a:path extrusionOk="0" h="330834" w="327659">
                  <a:moveTo>
                    <a:pt x="7620" y="330708"/>
                  </a:moveTo>
                  <a:lnTo>
                    <a:pt x="0" y="330708"/>
                  </a:lnTo>
                  <a:lnTo>
                    <a:pt x="0" y="196596"/>
                  </a:lnTo>
                  <a:lnTo>
                    <a:pt x="4381" y="132397"/>
                  </a:lnTo>
                  <a:lnTo>
                    <a:pt x="16764" y="85344"/>
                  </a:lnTo>
                  <a:lnTo>
                    <a:pt x="38481" y="50863"/>
                  </a:lnTo>
                  <a:lnTo>
                    <a:pt x="71628" y="24384"/>
                  </a:lnTo>
                  <a:lnTo>
                    <a:pt x="113728" y="5905"/>
                  </a:lnTo>
                  <a:lnTo>
                    <a:pt x="161544" y="0"/>
                  </a:lnTo>
                  <a:lnTo>
                    <a:pt x="194405" y="2595"/>
                  </a:lnTo>
                  <a:lnTo>
                    <a:pt x="224409" y="10477"/>
                  </a:lnTo>
                  <a:lnTo>
                    <a:pt x="251555" y="23788"/>
                  </a:lnTo>
                  <a:lnTo>
                    <a:pt x="275844" y="42672"/>
                  </a:lnTo>
                  <a:lnTo>
                    <a:pt x="286573" y="54864"/>
                  </a:lnTo>
                  <a:lnTo>
                    <a:pt x="163068" y="54864"/>
                  </a:lnTo>
                  <a:lnTo>
                    <a:pt x="131397" y="57173"/>
                  </a:lnTo>
                  <a:lnTo>
                    <a:pt x="77771" y="76080"/>
                  </a:lnTo>
                  <a:lnTo>
                    <a:pt x="39266" y="112656"/>
                  </a:lnTo>
                  <a:lnTo>
                    <a:pt x="19311" y="160043"/>
                  </a:lnTo>
                  <a:lnTo>
                    <a:pt x="16764" y="187452"/>
                  </a:lnTo>
                  <a:lnTo>
                    <a:pt x="17024" y="196596"/>
                  </a:lnTo>
                  <a:lnTo>
                    <a:pt x="17097" y="199167"/>
                  </a:lnTo>
                  <a:lnTo>
                    <a:pt x="18288" y="211455"/>
                  </a:lnTo>
                  <a:lnTo>
                    <a:pt x="20621" y="224313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3576" y="284011"/>
                  </a:lnTo>
                  <a:lnTo>
                    <a:pt x="10096" y="302514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4" w="327659">
                  <a:moveTo>
                    <a:pt x="327660" y="237744"/>
                  </a:moveTo>
                  <a:lnTo>
                    <a:pt x="303276" y="237744"/>
                  </a:lnTo>
                  <a:lnTo>
                    <a:pt x="306395" y="223218"/>
                  </a:lnTo>
                  <a:lnTo>
                    <a:pt x="308800" y="209550"/>
                  </a:lnTo>
                  <a:lnTo>
                    <a:pt x="310348" y="197024"/>
                  </a:lnTo>
                  <a:lnTo>
                    <a:pt x="310820" y="187452"/>
                  </a:lnTo>
                  <a:lnTo>
                    <a:pt x="310896" y="185928"/>
                  </a:lnTo>
                  <a:lnTo>
                    <a:pt x="308468" y="160043"/>
                  </a:lnTo>
                  <a:lnTo>
                    <a:pt x="308348" y="158757"/>
                  </a:lnTo>
                  <a:lnTo>
                    <a:pt x="300799" y="134302"/>
                  </a:lnTo>
                  <a:lnTo>
                    <a:pt x="271272" y="92964"/>
                  </a:lnTo>
                  <a:lnTo>
                    <a:pt x="224599" y="64198"/>
                  </a:lnTo>
                  <a:lnTo>
                    <a:pt x="163068" y="54864"/>
                  </a:lnTo>
                  <a:lnTo>
                    <a:pt x="286573" y="54864"/>
                  </a:lnTo>
                  <a:lnTo>
                    <a:pt x="298727" y="68675"/>
                  </a:lnTo>
                  <a:lnTo>
                    <a:pt x="314896" y="100965"/>
                  </a:lnTo>
                  <a:lnTo>
                    <a:pt x="324492" y="139541"/>
                  </a:lnTo>
                  <a:lnTo>
                    <a:pt x="327660" y="184404"/>
                  </a:lnTo>
                  <a:lnTo>
                    <a:pt x="327660" y="237744"/>
                  </a:lnTo>
                  <a:close/>
                </a:path>
                <a:path extrusionOk="0" h="330834" w="327659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79" y="309943"/>
                  </a:lnTo>
                  <a:lnTo>
                    <a:pt x="282321" y="283773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5997" name="Google Shape;5997;p9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23589" y="7522464"/>
              <a:ext cx="233126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998" name="Google Shape;5998;p9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23543" y="7333487"/>
              <a:ext cx="233172" cy="1508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99" name="Google Shape;5999;p91"/>
            <p:cNvSpPr/>
            <p:nvPr/>
          </p:nvSpPr>
          <p:spPr>
            <a:xfrm>
              <a:off x="807707" y="6941820"/>
              <a:ext cx="448309" cy="358140"/>
            </a:xfrm>
            <a:custGeom>
              <a:rect b="b" l="l" r="r" t="t"/>
              <a:pathLst>
                <a:path extrusionOk="0" h="358140" w="448309">
                  <a:moveTo>
                    <a:pt x="48768" y="295656"/>
                  </a:moveTo>
                  <a:lnTo>
                    <a:pt x="45720" y="291084"/>
                  </a:lnTo>
                  <a:lnTo>
                    <a:pt x="41148" y="286512"/>
                  </a:lnTo>
                  <a:lnTo>
                    <a:pt x="36576" y="280416"/>
                  </a:lnTo>
                  <a:lnTo>
                    <a:pt x="30480" y="278892"/>
                  </a:lnTo>
                  <a:lnTo>
                    <a:pt x="16764" y="278892"/>
                  </a:lnTo>
                  <a:lnTo>
                    <a:pt x="12192" y="280416"/>
                  </a:lnTo>
                  <a:lnTo>
                    <a:pt x="7620" y="286512"/>
                  </a:lnTo>
                  <a:lnTo>
                    <a:pt x="1524" y="291084"/>
                  </a:lnTo>
                  <a:lnTo>
                    <a:pt x="0" y="295656"/>
                  </a:lnTo>
                  <a:lnTo>
                    <a:pt x="0" y="309372"/>
                  </a:lnTo>
                  <a:lnTo>
                    <a:pt x="1524" y="315468"/>
                  </a:lnTo>
                  <a:lnTo>
                    <a:pt x="7620" y="320040"/>
                  </a:lnTo>
                  <a:lnTo>
                    <a:pt x="12192" y="324612"/>
                  </a:lnTo>
                  <a:lnTo>
                    <a:pt x="16764" y="327660"/>
                  </a:lnTo>
                  <a:lnTo>
                    <a:pt x="30480" y="327660"/>
                  </a:lnTo>
                  <a:lnTo>
                    <a:pt x="36576" y="324612"/>
                  </a:lnTo>
                  <a:lnTo>
                    <a:pt x="45720" y="315468"/>
                  </a:lnTo>
                  <a:lnTo>
                    <a:pt x="48768" y="309372"/>
                  </a:lnTo>
                  <a:lnTo>
                    <a:pt x="48768" y="295656"/>
                  </a:lnTo>
                  <a:close/>
                </a:path>
                <a:path extrusionOk="0" h="358140" w="448309">
                  <a:moveTo>
                    <a:pt x="342912" y="249936"/>
                  </a:moveTo>
                  <a:lnTo>
                    <a:pt x="335292" y="249936"/>
                  </a:lnTo>
                  <a:lnTo>
                    <a:pt x="335292" y="260604"/>
                  </a:lnTo>
                  <a:lnTo>
                    <a:pt x="333768" y="266700"/>
                  </a:lnTo>
                  <a:lnTo>
                    <a:pt x="292608" y="283464"/>
                  </a:lnTo>
                  <a:lnTo>
                    <a:pt x="115824" y="283464"/>
                  </a:lnTo>
                  <a:lnTo>
                    <a:pt x="115824" y="294132"/>
                  </a:lnTo>
                  <a:lnTo>
                    <a:pt x="143256" y="358140"/>
                  </a:lnTo>
                  <a:lnTo>
                    <a:pt x="150876" y="355092"/>
                  </a:lnTo>
                  <a:lnTo>
                    <a:pt x="147828" y="348996"/>
                  </a:lnTo>
                  <a:lnTo>
                    <a:pt x="147828" y="332232"/>
                  </a:lnTo>
                  <a:lnTo>
                    <a:pt x="193929" y="323088"/>
                  </a:lnTo>
                  <a:lnTo>
                    <a:pt x="292608" y="323088"/>
                  </a:lnTo>
                  <a:lnTo>
                    <a:pt x="299491" y="323278"/>
                  </a:lnTo>
                  <a:lnTo>
                    <a:pt x="301256" y="323278"/>
                  </a:lnTo>
                  <a:lnTo>
                    <a:pt x="335292" y="345948"/>
                  </a:lnTo>
                  <a:lnTo>
                    <a:pt x="335292" y="356616"/>
                  </a:lnTo>
                  <a:lnTo>
                    <a:pt x="342912" y="356616"/>
                  </a:lnTo>
                  <a:lnTo>
                    <a:pt x="342912" y="323088"/>
                  </a:lnTo>
                  <a:lnTo>
                    <a:pt x="342912" y="249936"/>
                  </a:lnTo>
                  <a:close/>
                </a:path>
                <a:path extrusionOk="0" h="358140" w="448309">
                  <a:moveTo>
                    <a:pt x="448030" y="127063"/>
                  </a:moveTo>
                  <a:lnTo>
                    <a:pt x="439115" y="70675"/>
                  </a:lnTo>
                  <a:lnTo>
                    <a:pt x="418858" y="35166"/>
                  </a:lnTo>
                  <a:lnTo>
                    <a:pt x="418858" y="108521"/>
                  </a:lnTo>
                  <a:lnTo>
                    <a:pt x="418223" y="124447"/>
                  </a:lnTo>
                  <a:lnTo>
                    <a:pt x="415493" y="143637"/>
                  </a:lnTo>
                  <a:lnTo>
                    <a:pt x="410743" y="159981"/>
                  </a:lnTo>
                  <a:lnTo>
                    <a:pt x="399300" y="182880"/>
                  </a:lnTo>
                  <a:lnTo>
                    <a:pt x="391833" y="187363"/>
                  </a:lnTo>
                  <a:lnTo>
                    <a:pt x="377583" y="187363"/>
                  </a:lnTo>
                  <a:lnTo>
                    <a:pt x="371868" y="185928"/>
                  </a:lnTo>
                  <a:lnTo>
                    <a:pt x="365772" y="182880"/>
                  </a:lnTo>
                  <a:lnTo>
                    <a:pt x="362381" y="181356"/>
                  </a:lnTo>
                  <a:lnTo>
                    <a:pt x="360057" y="180314"/>
                  </a:lnTo>
                  <a:lnTo>
                    <a:pt x="354342" y="177165"/>
                  </a:lnTo>
                  <a:lnTo>
                    <a:pt x="348627" y="173456"/>
                  </a:lnTo>
                  <a:lnTo>
                    <a:pt x="344944" y="170688"/>
                  </a:lnTo>
                  <a:lnTo>
                    <a:pt x="342912" y="169164"/>
                  </a:lnTo>
                  <a:lnTo>
                    <a:pt x="342950" y="168783"/>
                  </a:lnTo>
                  <a:lnTo>
                    <a:pt x="343052" y="167932"/>
                  </a:lnTo>
                  <a:lnTo>
                    <a:pt x="343077" y="167640"/>
                  </a:lnTo>
                  <a:lnTo>
                    <a:pt x="344932" y="151739"/>
                  </a:lnTo>
                  <a:lnTo>
                    <a:pt x="344995" y="150876"/>
                  </a:lnTo>
                  <a:lnTo>
                    <a:pt x="345122" y="149352"/>
                  </a:lnTo>
                  <a:lnTo>
                    <a:pt x="345186" y="148501"/>
                  </a:lnTo>
                  <a:lnTo>
                    <a:pt x="345249" y="147662"/>
                  </a:lnTo>
                  <a:lnTo>
                    <a:pt x="345363" y="146291"/>
                  </a:lnTo>
                  <a:lnTo>
                    <a:pt x="346532" y="131445"/>
                  </a:lnTo>
                  <a:lnTo>
                    <a:pt x="346621" y="129667"/>
                  </a:lnTo>
                  <a:lnTo>
                    <a:pt x="347827" y="108521"/>
                  </a:lnTo>
                  <a:lnTo>
                    <a:pt x="347929" y="106299"/>
                  </a:lnTo>
                  <a:lnTo>
                    <a:pt x="349021" y="81749"/>
                  </a:lnTo>
                  <a:lnTo>
                    <a:pt x="349135" y="77914"/>
                  </a:lnTo>
                  <a:lnTo>
                    <a:pt x="349224" y="74676"/>
                  </a:lnTo>
                  <a:lnTo>
                    <a:pt x="349338" y="70675"/>
                  </a:lnTo>
                  <a:lnTo>
                    <a:pt x="352933" y="37909"/>
                  </a:lnTo>
                  <a:lnTo>
                    <a:pt x="355104" y="30480"/>
                  </a:lnTo>
                  <a:lnTo>
                    <a:pt x="358152" y="21336"/>
                  </a:lnTo>
                  <a:lnTo>
                    <a:pt x="364248" y="16764"/>
                  </a:lnTo>
                  <a:lnTo>
                    <a:pt x="371868" y="16764"/>
                  </a:lnTo>
                  <a:lnTo>
                    <a:pt x="403872" y="38100"/>
                  </a:lnTo>
                  <a:lnTo>
                    <a:pt x="418211" y="81749"/>
                  </a:lnTo>
                  <a:lnTo>
                    <a:pt x="418439" y="86868"/>
                  </a:lnTo>
                  <a:lnTo>
                    <a:pt x="418503" y="88201"/>
                  </a:lnTo>
                  <a:lnTo>
                    <a:pt x="418769" y="94259"/>
                  </a:lnTo>
                  <a:lnTo>
                    <a:pt x="418858" y="108521"/>
                  </a:lnTo>
                  <a:lnTo>
                    <a:pt x="418858" y="35166"/>
                  </a:lnTo>
                  <a:lnTo>
                    <a:pt x="389013" y="8191"/>
                  </a:lnTo>
                  <a:lnTo>
                    <a:pt x="362724" y="1524"/>
                  </a:lnTo>
                  <a:lnTo>
                    <a:pt x="353644" y="2387"/>
                  </a:lnTo>
                  <a:lnTo>
                    <a:pt x="319481" y="31242"/>
                  </a:lnTo>
                  <a:lnTo>
                    <a:pt x="311645" y="75806"/>
                  </a:lnTo>
                  <a:lnTo>
                    <a:pt x="309384" y="117348"/>
                  </a:lnTo>
                  <a:lnTo>
                    <a:pt x="309143" y="129667"/>
                  </a:lnTo>
                  <a:lnTo>
                    <a:pt x="309041" y="131445"/>
                  </a:lnTo>
                  <a:lnTo>
                    <a:pt x="308991" y="132283"/>
                  </a:lnTo>
                  <a:lnTo>
                    <a:pt x="308622" y="139255"/>
                  </a:lnTo>
                  <a:lnTo>
                    <a:pt x="308533" y="140398"/>
                  </a:lnTo>
                  <a:lnTo>
                    <a:pt x="308089" y="146291"/>
                  </a:lnTo>
                  <a:lnTo>
                    <a:pt x="307975" y="148501"/>
                  </a:lnTo>
                  <a:lnTo>
                    <a:pt x="307860" y="150876"/>
                  </a:lnTo>
                  <a:lnTo>
                    <a:pt x="306336" y="158496"/>
                  </a:lnTo>
                  <a:lnTo>
                    <a:pt x="304812" y="164592"/>
                  </a:lnTo>
                  <a:lnTo>
                    <a:pt x="300240" y="169164"/>
                  </a:lnTo>
                  <a:lnTo>
                    <a:pt x="297192" y="170688"/>
                  </a:lnTo>
                  <a:lnTo>
                    <a:pt x="291084" y="170688"/>
                  </a:lnTo>
                  <a:lnTo>
                    <a:pt x="288036" y="169164"/>
                  </a:lnTo>
                  <a:lnTo>
                    <a:pt x="283464" y="167640"/>
                  </a:lnTo>
                  <a:lnTo>
                    <a:pt x="278892" y="164592"/>
                  </a:lnTo>
                  <a:lnTo>
                    <a:pt x="274281" y="159981"/>
                  </a:lnTo>
                  <a:lnTo>
                    <a:pt x="268224" y="152400"/>
                  </a:lnTo>
                  <a:lnTo>
                    <a:pt x="270230" y="144170"/>
                  </a:lnTo>
                  <a:lnTo>
                    <a:pt x="270319" y="143637"/>
                  </a:lnTo>
                  <a:lnTo>
                    <a:pt x="270408" y="143065"/>
                  </a:lnTo>
                  <a:lnTo>
                    <a:pt x="271653" y="135636"/>
                  </a:lnTo>
                  <a:lnTo>
                    <a:pt x="272516" y="127063"/>
                  </a:lnTo>
                  <a:lnTo>
                    <a:pt x="272643" y="123444"/>
                  </a:lnTo>
                  <a:lnTo>
                    <a:pt x="272796" y="118872"/>
                  </a:lnTo>
                  <a:lnTo>
                    <a:pt x="272681" y="117348"/>
                  </a:lnTo>
                  <a:lnTo>
                    <a:pt x="271399" y="100330"/>
                  </a:lnTo>
                  <a:lnTo>
                    <a:pt x="267271" y="83629"/>
                  </a:lnTo>
                  <a:lnTo>
                    <a:pt x="263194" y="74676"/>
                  </a:lnTo>
                  <a:lnTo>
                    <a:pt x="260604" y="68986"/>
                  </a:lnTo>
                  <a:lnTo>
                    <a:pt x="260604" y="117348"/>
                  </a:lnTo>
                  <a:lnTo>
                    <a:pt x="259511" y="127063"/>
                  </a:lnTo>
                  <a:lnTo>
                    <a:pt x="233083" y="157124"/>
                  </a:lnTo>
                  <a:lnTo>
                    <a:pt x="185928" y="166116"/>
                  </a:lnTo>
                  <a:lnTo>
                    <a:pt x="170764" y="165214"/>
                  </a:lnTo>
                  <a:lnTo>
                    <a:pt x="171602" y="165214"/>
                  </a:lnTo>
                  <a:lnTo>
                    <a:pt x="159829" y="162877"/>
                  </a:lnTo>
                  <a:lnTo>
                    <a:pt x="128879" y="132283"/>
                  </a:lnTo>
                  <a:lnTo>
                    <a:pt x="128803" y="131445"/>
                  </a:lnTo>
                  <a:lnTo>
                    <a:pt x="128016" y="123444"/>
                  </a:lnTo>
                  <a:lnTo>
                    <a:pt x="155575" y="84328"/>
                  </a:lnTo>
                  <a:lnTo>
                    <a:pt x="204216" y="74676"/>
                  </a:lnTo>
                  <a:lnTo>
                    <a:pt x="216789" y="75438"/>
                  </a:lnTo>
                  <a:lnTo>
                    <a:pt x="217614" y="75438"/>
                  </a:lnTo>
                  <a:lnTo>
                    <a:pt x="252895" y="93141"/>
                  </a:lnTo>
                  <a:lnTo>
                    <a:pt x="260604" y="117348"/>
                  </a:lnTo>
                  <a:lnTo>
                    <a:pt x="260604" y="68986"/>
                  </a:lnTo>
                  <a:lnTo>
                    <a:pt x="226504" y="37909"/>
                  </a:lnTo>
                  <a:lnTo>
                    <a:pt x="198120" y="32004"/>
                  </a:lnTo>
                  <a:lnTo>
                    <a:pt x="185216" y="32867"/>
                  </a:lnTo>
                  <a:lnTo>
                    <a:pt x="173736" y="35433"/>
                  </a:lnTo>
                  <a:lnTo>
                    <a:pt x="163410" y="39725"/>
                  </a:lnTo>
                  <a:lnTo>
                    <a:pt x="153924" y="45720"/>
                  </a:lnTo>
                  <a:lnTo>
                    <a:pt x="153924" y="6096"/>
                  </a:lnTo>
                  <a:lnTo>
                    <a:pt x="152400" y="4572"/>
                  </a:lnTo>
                  <a:lnTo>
                    <a:pt x="152400" y="1524"/>
                  </a:lnTo>
                  <a:lnTo>
                    <a:pt x="150876" y="1524"/>
                  </a:lnTo>
                  <a:lnTo>
                    <a:pt x="149352" y="0"/>
                  </a:lnTo>
                  <a:lnTo>
                    <a:pt x="137160" y="0"/>
                  </a:lnTo>
                  <a:lnTo>
                    <a:pt x="135648" y="1524"/>
                  </a:lnTo>
                  <a:lnTo>
                    <a:pt x="134124" y="1524"/>
                  </a:lnTo>
                  <a:lnTo>
                    <a:pt x="134124" y="3048"/>
                  </a:lnTo>
                  <a:lnTo>
                    <a:pt x="132600" y="4572"/>
                  </a:lnTo>
                  <a:lnTo>
                    <a:pt x="132600" y="62484"/>
                  </a:lnTo>
                  <a:lnTo>
                    <a:pt x="116954" y="102108"/>
                  </a:lnTo>
                  <a:lnTo>
                    <a:pt x="115836" y="117348"/>
                  </a:lnTo>
                  <a:lnTo>
                    <a:pt x="115951" y="118872"/>
                  </a:lnTo>
                  <a:lnTo>
                    <a:pt x="128689" y="167932"/>
                  </a:lnTo>
                  <a:lnTo>
                    <a:pt x="165354" y="199834"/>
                  </a:lnTo>
                  <a:lnTo>
                    <a:pt x="180022" y="204216"/>
                  </a:lnTo>
                  <a:lnTo>
                    <a:pt x="179463" y="204216"/>
                  </a:lnTo>
                  <a:lnTo>
                    <a:pt x="196596" y="205740"/>
                  </a:lnTo>
                  <a:lnTo>
                    <a:pt x="206844" y="205155"/>
                  </a:lnTo>
                  <a:lnTo>
                    <a:pt x="216789" y="203263"/>
                  </a:lnTo>
                  <a:lnTo>
                    <a:pt x="226517" y="199834"/>
                  </a:lnTo>
                  <a:lnTo>
                    <a:pt x="226390" y="199834"/>
                  </a:lnTo>
                  <a:lnTo>
                    <a:pt x="234696" y="195072"/>
                  </a:lnTo>
                  <a:lnTo>
                    <a:pt x="262686" y="166116"/>
                  </a:lnTo>
                  <a:lnTo>
                    <a:pt x="263652" y="164592"/>
                  </a:lnTo>
                  <a:lnTo>
                    <a:pt x="273354" y="176022"/>
                  </a:lnTo>
                  <a:lnTo>
                    <a:pt x="309384" y="202692"/>
                  </a:lnTo>
                  <a:lnTo>
                    <a:pt x="320052" y="202692"/>
                  </a:lnTo>
                  <a:lnTo>
                    <a:pt x="323100" y="201168"/>
                  </a:lnTo>
                  <a:lnTo>
                    <a:pt x="332244" y="195072"/>
                  </a:lnTo>
                  <a:lnTo>
                    <a:pt x="335292" y="188976"/>
                  </a:lnTo>
                  <a:lnTo>
                    <a:pt x="341388" y="181356"/>
                  </a:lnTo>
                  <a:lnTo>
                    <a:pt x="351650" y="190500"/>
                  </a:lnTo>
                  <a:lnTo>
                    <a:pt x="364744" y="201930"/>
                  </a:lnTo>
                  <a:lnTo>
                    <a:pt x="367296" y="204216"/>
                  </a:lnTo>
                  <a:lnTo>
                    <a:pt x="394728" y="222504"/>
                  </a:lnTo>
                  <a:lnTo>
                    <a:pt x="402348" y="222504"/>
                  </a:lnTo>
                  <a:lnTo>
                    <a:pt x="435851" y="187363"/>
                  </a:lnTo>
                  <a:lnTo>
                    <a:pt x="446659" y="148501"/>
                  </a:lnTo>
                  <a:lnTo>
                    <a:pt x="446709" y="147662"/>
                  </a:lnTo>
                  <a:lnTo>
                    <a:pt x="446798" y="146291"/>
                  </a:lnTo>
                  <a:lnTo>
                    <a:pt x="448030" y="127063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000" name="Google Shape;6000;p9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23543" y="6687311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001" name="Google Shape;6001;p91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822960" y="5067300"/>
            <a:ext cx="333756" cy="1485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002" name="Google Shape;6002;p91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551432" y="1380744"/>
            <a:ext cx="4323587" cy="79324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03" name="Google Shape;6003;p91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6004" name="Google Shape;6004;p91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005" name="Google Shape;6005;p91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006" name="Google Shape;6006;p91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007" name="Google Shape;6007;p91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6008" name="Google Shape;6008;p91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655307" y="1824227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12" name="Shape 6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13" name="Google Shape;6013;p9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104900" y="4945379"/>
            <a:ext cx="448055" cy="3115056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4" name="Google Shape;6014;p92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104900" y="3380232"/>
            <a:ext cx="348996" cy="1432559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5" name="Google Shape;6015;p92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2442972" y="9544811"/>
            <a:ext cx="128015" cy="12801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6" name="Google Shape;6016;p92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415539" y="9095232"/>
            <a:ext cx="175260" cy="347472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7" name="Google Shape;6017;p92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415539" y="8650223"/>
            <a:ext cx="175260" cy="364236"/>
          </a:xfrm>
          <a:prstGeom prst="rect">
            <a:avLst/>
          </a:prstGeom>
          <a:noFill/>
          <a:ln>
            <a:noFill/>
          </a:ln>
        </p:spPr>
      </p:pic>
      <p:sp>
        <p:nvSpPr>
          <p:cNvPr id="6018" name="Google Shape;6018;p92"/>
          <p:cNvSpPr/>
          <p:nvPr/>
        </p:nvSpPr>
        <p:spPr>
          <a:xfrm>
            <a:off x="2819400" y="9130283"/>
            <a:ext cx="10795" cy="129539"/>
          </a:xfrm>
          <a:custGeom>
            <a:rect b="b" l="l" r="r" t="t"/>
            <a:pathLst>
              <a:path extrusionOk="0" h="129540" w="10794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9" name="Google Shape;6019;p92"/>
          <p:cNvSpPr/>
          <p:nvPr/>
        </p:nvSpPr>
        <p:spPr>
          <a:xfrm>
            <a:off x="2712707" y="8531352"/>
            <a:ext cx="226060" cy="539750"/>
          </a:xfrm>
          <a:custGeom>
            <a:rect b="b" l="l" r="r" t="t"/>
            <a:pathLst>
              <a:path extrusionOk="0" h="539750" w="226060">
                <a:moveTo>
                  <a:pt x="24384" y="381000"/>
                </a:moveTo>
                <a:lnTo>
                  <a:pt x="22860" y="377952"/>
                </a:lnTo>
                <a:lnTo>
                  <a:pt x="18288" y="373380"/>
                </a:lnTo>
                <a:lnTo>
                  <a:pt x="15240" y="371856"/>
                </a:lnTo>
                <a:lnTo>
                  <a:pt x="9144" y="371856"/>
                </a:lnTo>
                <a:lnTo>
                  <a:pt x="6096" y="373380"/>
                </a:lnTo>
                <a:lnTo>
                  <a:pt x="1524" y="377952"/>
                </a:lnTo>
                <a:lnTo>
                  <a:pt x="0" y="381000"/>
                </a:lnTo>
                <a:lnTo>
                  <a:pt x="0" y="388620"/>
                </a:lnTo>
                <a:lnTo>
                  <a:pt x="1524" y="391668"/>
                </a:lnTo>
                <a:lnTo>
                  <a:pt x="6096" y="396240"/>
                </a:lnTo>
                <a:lnTo>
                  <a:pt x="18288" y="396240"/>
                </a:lnTo>
                <a:lnTo>
                  <a:pt x="21336" y="393192"/>
                </a:lnTo>
                <a:lnTo>
                  <a:pt x="22860" y="390144"/>
                </a:lnTo>
                <a:lnTo>
                  <a:pt x="24384" y="388620"/>
                </a:lnTo>
                <a:lnTo>
                  <a:pt x="24384" y="381000"/>
                </a:lnTo>
                <a:close/>
              </a:path>
              <a:path extrusionOk="0" h="539750" w="226060">
                <a:moveTo>
                  <a:pt x="172212" y="356616"/>
                </a:moveTo>
                <a:lnTo>
                  <a:pt x="169164" y="356616"/>
                </a:lnTo>
                <a:lnTo>
                  <a:pt x="169164" y="365760"/>
                </a:lnTo>
                <a:lnTo>
                  <a:pt x="167640" y="367284"/>
                </a:lnTo>
                <a:lnTo>
                  <a:pt x="166116" y="370332"/>
                </a:lnTo>
                <a:lnTo>
                  <a:pt x="164592" y="371856"/>
                </a:lnTo>
                <a:lnTo>
                  <a:pt x="161544" y="371856"/>
                </a:lnTo>
                <a:lnTo>
                  <a:pt x="160020" y="373380"/>
                </a:lnTo>
                <a:lnTo>
                  <a:pt x="57912" y="373380"/>
                </a:lnTo>
                <a:lnTo>
                  <a:pt x="57912" y="379476"/>
                </a:lnTo>
                <a:lnTo>
                  <a:pt x="71628" y="411480"/>
                </a:lnTo>
                <a:lnTo>
                  <a:pt x="74676" y="409956"/>
                </a:lnTo>
                <a:lnTo>
                  <a:pt x="73152" y="406908"/>
                </a:lnTo>
                <a:lnTo>
                  <a:pt x="73152" y="399288"/>
                </a:lnTo>
                <a:lnTo>
                  <a:pt x="74676" y="397764"/>
                </a:lnTo>
                <a:lnTo>
                  <a:pt x="74676" y="396240"/>
                </a:lnTo>
                <a:lnTo>
                  <a:pt x="77724" y="394716"/>
                </a:lnTo>
                <a:lnTo>
                  <a:pt x="83820" y="394716"/>
                </a:lnTo>
                <a:lnTo>
                  <a:pt x="92964" y="393192"/>
                </a:lnTo>
                <a:lnTo>
                  <a:pt x="155448" y="393192"/>
                </a:lnTo>
                <a:lnTo>
                  <a:pt x="160020" y="394716"/>
                </a:lnTo>
                <a:lnTo>
                  <a:pt x="161544" y="394716"/>
                </a:lnTo>
                <a:lnTo>
                  <a:pt x="164592" y="396240"/>
                </a:lnTo>
                <a:lnTo>
                  <a:pt x="167640" y="399288"/>
                </a:lnTo>
                <a:lnTo>
                  <a:pt x="169164" y="402336"/>
                </a:lnTo>
                <a:lnTo>
                  <a:pt x="169164" y="409956"/>
                </a:lnTo>
                <a:lnTo>
                  <a:pt x="172212" y="409956"/>
                </a:lnTo>
                <a:lnTo>
                  <a:pt x="172212" y="393192"/>
                </a:lnTo>
                <a:lnTo>
                  <a:pt x="172212" y="356616"/>
                </a:lnTo>
                <a:close/>
              </a:path>
              <a:path extrusionOk="0" h="539750" w="226060">
                <a:moveTo>
                  <a:pt x="172212" y="178308"/>
                </a:moveTo>
                <a:lnTo>
                  <a:pt x="169164" y="178308"/>
                </a:lnTo>
                <a:lnTo>
                  <a:pt x="169164" y="187452"/>
                </a:lnTo>
                <a:lnTo>
                  <a:pt x="167640" y="190500"/>
                </a:lnTo>
                <a:lnTo>
                  <a:pt x="164592" y="193548"/>
                </a:lnTo>
                <a:lnTo>
                  <a:pt x="161544" y="195072"/>
                </a:lnTo>
                <a:lnTo>
                  <a:pt x="0" y="195072"/>
                </a:lnTo>
                <a:lnTo>
                  <a:pt x="0" y="201168"/>
                </a:lnTo>
                <a:lnTo>
                  <a:pt x="13716" y="231648"/>
                </a:lnTo>
                <a:lnTo>
                  <a:pt x="16764" y="230124"/>
                </a:lnTo>
                <a:lnTo>
                  <a:pt x="15240" y="227076"/>
                </a:lnTo>
                <a:lnTo>
                  <a:pt x="15240" y="219456"/>
                </a:lnTo>
                <a:lnTo>
                  <a:pt x="16764" y="219456"/>
                </a:lnTo>
                <a:lnTo>
                  <a:pt x="16764" y="217932"/>
                </a:lnTo>
                <a:lnTo>
                  <a:pt x="19812" y="216408"/>
                </a:lnTo>
                <a:lnTo>
                  <a:pt x="25908" y="216408"/>
                </a:lnTo>
                <a:lnTo>
                  <a:pt x="33528" y="214884"/>
                </a:lnTo>
                <a:lnTo>
                  <a:pt x="155448" y="214884"/>
                </a:lnTo>
                <a:lnTo>
                  <a:pt x="160020" y="216408"/>
                </a:lnTo>
                <a:lnTo>
                  <a:pt x="161544" y="217932"/>
                </a:lnTo>
                <a:lnTo>
                  <a:pt x="164592" y="217932"/>
                </a:lnTo>
                <a:lnTo>
                  <a:pt x="167640" y="220980"/>
                </a:lnTo>
                <a:lnTo>
                  <a:pt x="169164" y="224028"/>
                </a:lnTo>
                <a:lnTo>
                  <a:pt x="169164" y="231648"/>
                </a:lnTo>
                <a:lnTo>
                  <a:pt x="172212" y="231648"/>
                </a:lnTo>
                <a:lnTo>
                  <a:pt x="172212" y="178308"/>
                </a:lnTo>
                <a:close/>
              </a:path>
              <a:path extrusionOk="0" h="539750" w="226060">
                <a:moveTo>
                  <a:pt x="175260" y="292608"/>
                </a:moveTo>
                <a:lnTo>
                  <a:pt x="155308" y="257632"/>
                </a:lnTo>
                <a:lnTo>
                  <a:pt x="132588" y="248412"/>
                </a:lnTo>
                <a:lnTo>
                  <a:pt x="129540" y="251460"/>
                </a:lnTo>
                <a:lnTo>
                  <a:pt x="140208" y="254508"/>
                </a:lnTo>
                <a:lnTo>
                  <a:pt x="146304" y="259080"/>
                </a:lnTo>
                <a:lnTo>
                  <a:pt x="149352" y="265176"/>
                </a:lnTo>
                <a:lnTo>
                  <a:pt x="153860" y="269684"/>
                </a:lnTo>
                <a:lnTo>
                  <a:pt x="154686" y="272796"/>
                </a:lnTo>
                <a:lnTo>
                  <a:pt x="155448" y="275844"/>
                </a:lnTo>
                <a:lnTo>
                  <a:pt x="155397" y="284022"/>
                </a:lnTo>
                <a:lnTo>
                  <a:pt x="154609" y="291084"/>
                </a:lnTo>
                <a:lnTo>
                  <a:pt x="124206" y="319849"/>
                </a:lnTo>
                <a:lnTo>
                  <a:pt x="102108" y="323088"/>
                </a:lnTo>
                <a:lnTo>
                  <a:pt x="102108" y="272796"/>
                </a:lnTo>
                <a:lnTo>
                  <a:pt x="102108" y="248412"/>
                </a:lnTo>
                <a:lnTo>
                  <a:pt x="94488" y="249072"/>
                </a:lnTo>
                <a:lnTo>
                  <a:pt x="94488" y="272796"/>
                </a:lnTo>
                <a:lnTo>
                  <a:pt x="94488" y="323088"/>
                </a:lnTo>
                <a:lnTo>
                  <a:pt x="85344" y="321564"/>
                </a:lnTo>
                <a:lnTo>
                  <a:pt x="77724" y="318516"/>
                </a:lnTo>
                <a:lnTo>
                  <a:pt x="68580" y="309372"/>
                </a:lnTo>
                <a:lnTo>
                  <a:pt x="65532" y="303276"/>
                </a:lnTo>
                <a:lnTo>
                  <a:pt x="65532" y="292608"/>
                </a:lnTo>
                <a:lnTo>
                  <a:pt x="68580" y="283464"/>
                </a:lnTo>
                <a:lnTo>
                  <a:pt x="74676" y="277368"/>
                </a:lnTo>
                <a:lnTo>
                  <a:pt x="79248" y="275844"/>
                </a:lnTo>
                <a:lnTo>
                  <a:pt x="82296" y="274320"/>
                </a:lnTo>
                <a:lnTo>
                  <a:pt x="86868" y="272796"/>
                </a:lnTo>
                <a:lnTo>
                  <a:pt x="94488" y="272796"/>
                </a:lnTo>
                <a:lnTo>
                  <a:pt x="94488" y="249072"/>
                </a:lnTo>
                <a:lnTo>
                  <a:pt x="61150" y="274129"/>
                </a:lnTo>
                <a:lnTo>
                  <a:pt x="61099" y="274320"/>
                </a:lnTo>
                <a:lnTo>
                  <a:pt x="58750" y="282257"/>
                </a:lnTo>
                <a:lnTo>
                  <a:pt x="58635" y="283464"/>
                </a:lnTo>
                <a:lnTo>
                  <a:pt x="58585" y="284022"/>
                </a:lnTo>
                <a:lnTo>
                  <a:pt x="57912" y="291084"/>
                </a:lnTo>
                <a:lnTo>
                  <a:pt x="73152" y="326136"/>
                </a:lnTo>
                <a:lnTo>
                  <a:pt x="117348" y="341376"/>
                </a:lnTo>
                <a:lnTo>
                  <a:pt x="130594" y="340499"/>
                </a:lnTo>
                <a:lnTo>
                  <a:pt x="130340" y="340499"/>
                </a:lnTo>
                <a:lnTo>
                  <a:pt x="141541" y="337947"/>
                </a:lnTo>
                <a:lnTo>
                  <a:pt x="171640" y="311848"/>
                </a:lnTo>
                <a:lnTo>
                  <a:pt x="174383" y="302590"/>
                </a:lnTo>
                <a:lnTo>
                  <a:pt x="175260" y="292608"/>
                </a:lnTo>
                <a:close/>
              </a:path>
              <a:path extrusionOk="0" h="539750" w="226060">
                <a:moveTo>
                  <a:pt x="175272" y="80772"/>
                </a:moveTo>
                <a:lnTo>
                  <a:pt x="161556" y="50292"/>
                </a:lnTo>
                <a:lnTo>
                  <a:pt x="158508" y="51816"/>
                </a:lnTo>
                <a:lnTo>
                  <a:pt x="160032" y="54864"/>
                </a:lnTo>
                <a:lnTo>
                  <a:pt x="160032" y="62484"/>
                </a:lnTo>
                <a:lnTo>
                  <a:pt x="158508" y="64008"/>
                </a:lnTo>
                <a:lnTo>
                  <a:pt x="156984" y="64008"/>
                </a:lnTo>
                <a:lnTo>
                  <a:pt x="155460" y="65532"/>
                </a:lnTo>
                <a:lnTo>
                  <a:pt x="152412" y="65532"/>
                </a:lnTo>
                <a:lnTo>
                  <a:pt x="149364" y="67056"/>
                </a:lnTo>
                <a:lnTo>
                  <a:pt x="12" y="67056"/>
                </a:lnTo>
                <a:lnTo>
                  <a:pt x="12" y="71628"/>
                </a:lnTo>
                <a:lnTo>
                  <a:pt x="13728" y="103632"/>
                </a:lnTo>
                <a:lnTo>
                  <a:pt x="16776" y="102108"/>
                </a:lnTo>
                <a:lnTo>
                  <a:pt x="15252" y="99060"/>
                </a:lnTo>
                <a:lnTo>
                  <a:pt x="15252" y="91440"/>
                </a:lnTo>
                <a:lnTo>
                  <a:pt x="16776" y="89916"/>
                </a:lnTo>
                <a:lnTo>
                  <a:pt x="16776" y="88392"/>
                </a:lnTo>
                <a:lnTo>
                  <a:pt x="22872" y="88392"/>
                </a:lnTo>
                <a:lnTo>
                  <a:pt x="25920" y="86868"/>
                </a:lnTo>
                <a:lnTo>
                  <a:pt x="68592" y="86868"/>
                </a:lnTo>
                <a:lnTo>
                  <a:pt x="63703" y="91757"/>
                </a:lnTo>
                <a:lnTo>
                  <a:pt x="60401" y="97345"/>
                </a:lnTo>
                <a:lnTo>
                  <a:pt x="60337" y="97536"/>
                </a:lnTo>
                <a:lnTo>
                  <a:pt x="58508" y="103809"/>
                </a:lnTo>
                <a:lnTo>
                  <a:pt x="57924" y="111252"/>
                </a:lnTo>
                <a:lnTo>
                  <a:pt x="59080" y="122110"/>
                </a:lnTo>
                <a:lnTo>
                  <a:pt x="88036" y="154711"/>
                </a:lnTo>
                <a:lnTo>
                  <a:pt x="120408" y="163068"/>
                </a:lnTo>
                <a:lnTo>
                  <a:pt x="132486" y="162191"/>
                </a:lnTo>
                <a:lnTo>
                  <a:pt x="132257" y="162191"/>
                </a:lnTo>
                <a:lnTo>
                  <a:pt x="142506" y="159639"/>
                </a:lnTo>
                <a:lnTo>
                  <a:pt x="174383" y="127495"/>
                </a:lnTo>
                <a:lnTo>
                  <a:pt x="175272" y="112776"/>
                </a:lnTo>
                <a:lnTo>
                  <a:pt x="173748" y="106680"/>
                </a:lnTo>
                <a:lnTo>
                  <a:pt x="167652" y="97536"/>
                </a:lnTo>
                <a:lnTo>
                  <a:pt x="163080" y="91440"/>
                </a:lnTo>
                <a:lnTo>
                  <a:pt x="160032" y="89154"/>
                </a:lnTo>
                <a:lnTo>
                  <a:pt x="160032" y="100584"/>
                </a:lnTo>
                <a:lnTo>
                  <a:pt x="160032" y="106680"/>
                </a:lnTo>
                <a:lnTo>
                  <a:pt x="131838" y="137731"/>
                </a:lnTo>
                <a:lnTo>
                  <a:pt x="111264" y="140208"/>
                </a:lnTo>
                <a:lnTo>
                  <a:pt x="99542" y="139623"/>
                </a:lnTo>
                <a:lnTo>
                  <a:pt x="89547" y="137731"/>
                </a:lnTo>
                <a:lnTo>
                  <a:pt x="81254" y="134429"/>
                </a:lnTo>
                <a:lnTo>
                  <a:pt x="68592" y="124968"/>
                </a:lnTo>
                <a:lnTo>
                  <a:pt x="65544" y="118872"/>
                </a:lnTo>
                <a:lnTo>
                  <a:pt x="65544" y="108204"/>
                </a:lnTo>
                <a:lnTo>
                  <a:pt x="79260" y="91440"/>
                </a:lnTo>
                <a:lnTo>
                  <a:pt x="83832" y="88392"/>
                </a:lnTo>
                <a:lnTo>
                  <a:pt x="88404" y="86868"/>
                </a:lnTo>
                <a:lnTo>
                  <a:pt x="147840" y="86868"/>
                </a:lnTo>
                <a:lnTo>
                  <a:pt x="155460" y="92964"/>
                </a:lnTo>
                <a:lnTo>
                  <a:pt x="160032" y="100584"/>
                </a:lnTo>
                <a:lnTo>
                  <a:pt x="160032" y="89154"/>
                </a:lnTo>
                <a:lnTo>
                  <a:pt x="156984" y="86868"/>
                </a:lnTo>
                <a:lnTo>
                  <a:pt x="175272" y="86868"/>
                </a:lnTo>
                <a:lnTo>
                  <a:pt x="175272" y="80772"/>
                </a:lnTo>
                <a:close/>
              </a:path>
              <a:path extrusionOk="0" h="539750" w="226060">
                <a:moveTo>
                  <a:pt x="211836" y="36576"/>
                </a:moveTo>
                <a:lnTo>
                  <a:pt x="208368" y="27152"/>
                </a:lnTo>
                <a:lnTo>
                  <a:pt x="204597" y="19431"/>
                </a:lnTo>
                <a:lnTo>
                  <a:pt x="200266" y="13436"/>
                </a:lnTo>
                <a:lnTo>
                  <a:pt x="195072" y="9144"/>
                </a:lnTo>
                <a:lnTo>
                  <a:pt x="188976" y="3048"/>
                </a:lnTo>
                <a:lnTo>
                  <a:pt x="181356" y="0"/>
                </a:lnTo>
                <a:lnTo>
                  <a:pt x="164592" y="0"/>
                </a:lnTo>
                <a:lnTo>
                  <a:pt x="158496" y="1524"/>
                </a:lnTo>
                <a:lnTo>
                  <a:pt x="149352" y="10668"/>
                </a:lnTo>
                <a:lnTo>
                  <a:pt x="147828" y="15240"/>
                </a:lnTo>
                <a:lnTo>
                  <a:pt x="147828" y="24384"/>
                </a:lnTo>
                <a:lnTo>
                  <a:pt x="149352" y="28956"/>
                </a:lnTo>
                <a:lnTo>
                  <a:pt x="155448" y="35052"/>
                </a:lnTo>
                <a:lnTo>
                  <a:pt x="158496" y="36576"/>
                </a:lnTo>
                <a:lnTo>
                  <a:pt x="166116" y="36576"/>
                </a:lnTo>
                <a:lnTo>
                  <a:pt x="173736" y="18288"/>
                </a:lnTo>
                <a:lnTo>
                  <a:pt x="172212" y="15240"/>
                </a:lnTo>
                <a:lnTo>
                  <a:pt x="172212" y="10668"/>
                </a:lnTo>
                <a:lnTo>
                  <a:pt x="182880" y="10668"/>
                </a:lnTo>
                <a:lnTo>
                  <a:pt x="188976" y="12192"/>
                </a:lnTo>
                <a:lnTo>
                  <a:pt x="193548" y="16764"/>
                </a:lnTo>
                <a:lnTo>
                  <a:pt x="199644" y="21336"/>
                </a:lnTo>
                <a:lnTo>
                  <a:pt x="204216" y="27432"/>
                </a:lnTo>
                <a:lnTo>
                  <a:pt x="207264" y="36576"/>
                </a:lnTo>
                <a:lnTo>
                  <a:pt x="211836" y="36576"/>
                </a:lnTo>
                <a:close/>
              </a:path>
              <a:path extrusionOk="0" h="539750" w="226060">
                <a:moveTo>
                  <a:pt x="225552" y="512064"/>
                </a:moveTo>
                <a:lnTo>
                  <a:pt x="192024" y="481584"/>
                </a:lnTo>
                <a:lnTo>
                  <a:pt x="96126" y="443484"/>
                </a:lnTo>
                <a:lnTo>
                  <a:pt x="80772" y="437388"/>
                </a:lnTo>
                <a:lnTo>
                  <a:pt x="76200" y="434340"/>
                </a:lnTo>
                <a:lnTo>
                  <a:pt x="73152" y="432816"/>
                </a:lnTo>
                <a:lnTo>
                  <a:pt x="71628" y="432816"/>
                </a:lnTo>
                <a:lnTo>
                  <a:pt x="68580" y="431292"/>
                </a:lnTo>
                <a:lnTo>
                  <a:pt x="67056" y="429768"/>
                </a:lnTo>
                <a:lnTo>
                  <a:pt x="65532" y="426720"/>
                </a:lnTo>
                <a:lnTo>
                  <a:pt x="65532" y="425196"/>
                </a:lnTo>
                <a:lnTo>
                  <a:pt x="64008" y="423672"/>
                </a:lnTo>
                <a:lnTo>
                  <a:pt x="64008" y="420624"/>
                </a:lnTo>
                <a:lnTo>
                  <a:pt x="60960" y="420624"/>
                </a:lnTo>
                <a:lnTo>
                  <a:pt x="60960" y="454152"/>
                </a:lnTo>
                <a:lnTo>
                  <a:pt x="64008" y="454152"/>
                </a:lnTo>
                <a:lnTo>
                  <a:pt x="64008" y="448056"/>
                </a:lnTo>
                <a:lnTo>
                  <a:pt x="65532" y="446532"/>
                </a:lnTo>
                <a:lnTo>
                  <a:pt x="65532" y="445008"/>
                </a:lnTo>
                <a:lnTo>
                  <a:pt x="67056" y="443484"/>
                </a:lnTo>
                <a:lnTo>
                  <a:pt x="77724" y="443484"/>
                </a:lnTo>
                <a:lnTo>
                  <a:pt x="80772" y="445008"/>
                </a:lnTo>
                <a:lnTo>
                  <a:pt x="143256" y="469392"/>
                </a:lnTo>
                <a:lnTo>
                  <a:pt x="86868" y="496824"/>
                </a:lnTo>
                <a:lnTo>
                  <a:pt x="80772" y="499872"/>
                </a:lnTo>
                <a:lnTo>
                  <a:pt x="76200" y="501396"/>
                </a:lnTo>
                <a:lnTo>
                  <a:pt x="70104" y="501396"/>
                </a:lnTo>
                <a:lnTo>
                  <a:pt x="65532" y="496824"/>
                </a:lnTo>
                <a:lnTo>
                  <a:pt x="64008" y="493776"/>
                </a:lnTo>
                <a:lnTo>
                  <a:pt x="64008" y="487680"/>
                </a:lnTo>
                <a:lnTo>
                  <a:pt x="60960" y="487680"/>
                </a:lnTo>
                <a:lnTo>
                  <a:pt x="60960" y="539496"/>
                </a:lnTo>
                <a:lnTo>
                  <a:pt x="64008" y="539496"/>
                </a:lnTo>
                <a:lnTo>
                  <a:pt x="65532" y="534924"/>
                </a:lnTo>
                <a:lnTo>
                  <a:pt x="65532" y="531876"/>
                </a:lnTo>
                <a:lnTo>
                  <a:pt x="70104" y="527304"/>
                </a:lnTo>
                <a:lnTo>
                  <a:pt x="73152" y="525780"/>
                </a:lnTo>
                <a:lnTo>
                  <a:pt x="77724" y="522732"/>
                </a:lnTo>
                <a:lnTo>
                  <a:pt x="83820" y="519684"/>
                </a:lnTo>
                <a:lnTo>
                  <a:pt x="122516" y="501396"/>
                </a:lnTo>
                <a:lnTo>
                  <a:pt x="167640" y="480060"/>
                </a:lnTo>
                <a:lnTo>
                  <a:pt x="187452" y="487680"/>
                </a:lnTo>
                <a:lnTo>
                  <a:pt x="195072" y="490728"/>
                </a:lnTo>
                <a:lnTo>
                  <a:pt x="199644" y="493776"/>
                </a:lnTo>
                <a:lnTo>
                  <a:pt x="201168" y="496824"/>
                </a:lnTo>
                <a:lnTo>
                  <a:pt x="205740" y="501396"/>
                </a:lnTo>
                <a:lnTo>
                  <a:pt x="205740" y="507492"/>
                </a:lnTo>
                <a:lnTo>
                  <a:pt x="204216" y="510540"/>
                </a:lnTo>
                <a:lnTo>
                  <a:pt x="201168" y="519684"/>
                </a:lnTo>
                <a:lnTo>
                  <a:pt x="201168" y="525780"/>
                </a:lnTo>
                <a:lnTo>
                  <a:pt x="204216" y="531876"/>
                </a:lnTo>
                <a:lnTo>
                  <a:pt x="205740" y="533400"/>
                </a:lnTo>
                <a:lnTo>
                  <a:pt x="208788" y="534924"/>
                </a:lnTo>
                <a:lnTo>
                  <a:pt x="216408" y="534924"/>
                </a:lnTo>
                <a:lnTo>
                  <a:pt x="219456" y="533400"/>
                </a:lnTo>
                <a:lnTo>
                  <a:pt x="220980" y="530352"/>
                </a:lnTo>
                <a:lnTo>
                  <a:pt x="224028" y="527304"/>
                </a:lnTo>
                <a:lnTo>
                  <a:pt x="225552" y="522732"/>
                </a:lnTo>
                <a:lnTo>
                  <a:pt x="225552" y="5120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0" name="Google Shape;6020;p92"/>
          <p:cNvGrpSpPr/>
          <p:nvPr/>
        </p:nvGrpSpPr>
        <p:grpSpPr>
          <a:xfrm>
            <a:off x="2737103" y="8057388"/>
            <a:ext cx="150876" cy="391666"/>
            <a:chOff x="2737103" y="8057388"/>
            <a:chExt cx="150876" cy="391666"/>
          </a:xfrm>
        </p:grpSpPr>
        <p:pic>
          <p:nvPicPr>
            <p:cNvPr id="6021" name="Google Shape;6021;p9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770631" y="8231123"/>
              <a:ext cx="117348" cy="2179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022" name="Google Shape;6022;p92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737103" y="8057388"/>
              <a:ext cx="150876" cy="1539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023" name="Google Shape;6023;p92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3019044" y="9526523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6024" name="Google Shape;6024;p92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3012947" y="9329928"/>
            <a:ext cx="170688" cy="111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025" name="Google Shape;6025;p92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3008376" y="9029700"/>
            <a:ext cx="175259" cy="220980"/>
          </a:xfrm>
          <a:prstGeom prst="rect">
            <a:avLst/>
          </a:prstGeom>
          <a:noFill/>
          <a:ln>
            <a:noFill/>
          </a:ln>
        </p:spPr>
      </p:pic>
      <p:sp>
        <p:nvSpPr>
          <p:cNvPr id="6026" name="Google Shape;6026;p92"/>
          <p:cNvSpPr/>
          <p:nvPr/>
        </p:nvSpPr>
        <p:spPr>
          <a:xfrm>
            <a:off x="3008363" y="8375904"/>
            <a:ext cx="175895" cy="608330"/>
          </a:xfrm>
          <a:custGeom>
            <a:rect b="b" l="l" r="r" t="t"/>
            <a:pathLst>
              <a:path extrusionOk="0" h="608329" w="175894">
                <a:moveTo>
                  <a:pt x="172224" y="434340"/>
                </a:moveTo>
                <a:lnTo>
                  <a:pt x="169176" y="434340"/>
                </a:lnTo>
                <a:lnTo>
                  <a:pt x="169176" y="443484"/>
                </a:lnTo>
                <a:lnTo>
                  <a:pt x="167652" y="446532"/>
                </a:lnTo>
                <a:lnTo>
                  <a:pt x="161556" y="452628"/>
                </a:lnTo>
                <a:lnTo>
                  <a:pt x="158508" y="454152"/>
                </a:lnTo>
                <a:lnTo>
                  <a:pt x="92976" y="454152"/>
                </a:lnTo>
                <a:lnTo>
                  <a:pt x="86880" y="451104"/>
                </a:lnTo>
                <a:lnTo>
                  <a:pt x="80784" y="446532"/>
                </a:lnTo>
                <a:lnTo>
                  <a:pt x="76212" y="441960"/>
                </a:lnTo>
                <a:lnTo>
                  <a:pt x="74688" y="438912"/>
                </a:lnTo>
                <a:lnTo>
                  <a:pt x="74688" y="435864"/>
                </a:lnTo>
                <a:lnTo>
                  <a:pt x="76212" y="432816"/>
                </a:lnTo>
                <a:lnTo>
                  <a:pt x="82308" y="426720"/>
                </a:lnTo>
                <a:lnTo>
                  <a:pt x="82308" y="416052"/>
                </a:lnTo>
                <a:lnTo>
                  <a:pt x="77736" y="411480"/>
                </a:lnTo>
                <a:lnTo>
                  <a:pt x="74688" y="409956"/>
                </a:lnTo>
                <a:lnTo>
                  <a:pt x="68592" y="409956"/>
                </a:lnTo>
                <a:lnTo>
                  <a:pt x="65544" y="411480"/>
                </a:lnTo>
                <a:lnTo>
                  <a:pt x="59448" y="417576"/>
                </a:lnTo>
                <a:lnTo>
                  <a:pt x="57924" y="422148"/>
                </a:lnTo>
                <a:lnTo>
                  <a:pt x="57924" y="426720"/>
                </a:lnTo>
                <a:lnTo>
                  <a:pt x="59613" y="433578"/>
                </a:lnTo>
                <a:lnTo>
                  <a:pt x="64592" y="440436"/>
                </a:lnTo>
                <a:lnTo>
                  <a:pt x="72707" y="447294"/>
                </a:lnTo>
                <a:lnTo>
                  <a:pt x="83832" y="454152"/>
                </a:lnTo>
                <a:lnTo>
                  <a:pt x="57924" y="454152"/>
                </a:lnTo>
                <a:lnTo>
                  <a:pt x="57924" y="460248"/>
                </a:lnTo>
                <a:lnTo>
                  <a:pt x="71640" y="492252"/>
                </a:lnTo>
                <a:lnTo>
                  <a:pt x="74688" y="492252"/>
                </a:lnTo>
                <a:lnTo>
                  <a:pt x="74688" y="489204"/>
                </a:lnTo>
                <a:lnTo>
                  <a:pt x="73164" y="486156"/>
                </a:lnTo>
                <a:lnTo>
                  <a:pt x="73164" y="481584"/>
                </a:lnTo>
                <a:lnTo>
                  <a:pt x="74688" y="480060"/>
                </a:lnTo>
                <a:lnTo>
                  <a:pt x="74688" y="478536"/>
                </a:lnTo>
                <a:lnTo>
                  <a:pt x="77736" y="475488"/>
                </a:lnTo>
                <a:lnTo>
                  <a:pt x="83832" y="475488"/>
                </a:lnTo>
                <a:lnTo>
                  <a:pt x="91452" y="473964"/>
                </a:lnTo>
                <a:lnTo>
                  <a:pt x="160032" y="473964"/>
                </a:lnTo>
                <a:lnTo>
                  <a:pt x="160032" y="475488"/>
                </a:lnTo>
                <a:lnTo>
                  <a:pt x="163080" y="475488"/>
                </a:lnTo>
                <a:lnTo>
                  <a:pt x="166128" y="477012"/>
                </a:lnTo>
                <a:lnTo>
                  <a:pt x="167652" y="478536"/>
                </a:lnTo>
                <a:lnTo>
                  <a:pt x="169176" y="481584"/>
                </a:lnTo>
                <a:lnTo>
                  <a:pt x="169176" y="490728"/>
                </a:lnTo>
                <a:lnTo>
                  <a:pt x="172224" y="490728"/>
                </a:lnTo>
                <a:lnTo>
                  <a:pt x="172224" y="434340"/>
                </a:lnTo>
                <a:close/>
              </a:path>
              <a:path extrusionOk="0" h="608329" w="175894">
                <a:moveTo>
                  <a:pt x="172224" y="0"/>
                </a:moveTo>
                <a:lnTo>
                  <a:pt x="169176" y="0"/>
                </a:lnTo>
                <a:lnTo>
                  <a:pt x="169176" y="9144"/>
                </a:lnTo>
                <a:lnTo>
                  <a:pt x="167652" y="10668"/>
                </a:lnTo>
                <a:lnTo>
                  <a:pt x="167652" y="12192"/>
                </a:lnTo>
                <a:lnTo>
                  <a:pt x="166128" y="13716"/>
                </a:lnTo>
                <a:lnTo>
                  <a:pt x="163080" y="15240"/>
                </a:lnTo>
                <a:lnTo>
                  <a:pt x="160032" y="15240"/>
                </a:lnTo>
                <a:lnTo>
                  <a:pt x="155460" y="16764"/>
                </a:lnTo>
                <a:lnTo>
                  <a:pt x="83832" y="16764"/>
                </a:lnTo>
                <a:lnTo>
                  <a:pt x="77736" y="18288"/>
                </a:lnTo>
                <a:lnTo>
                  <a:pt x="57924" y="39624"/>
                </a:lnTo>
                <a:lnTo>
                  <a:pt x="57924" y="45720"/>
                </a:lnTo>
                <a:lnTo>
                  <a:pt x="59588" y="54889"/>
                </a:lnTo>
                <a:lnTo>
                  <a:pt x="64401" y="64198"/>
                </a:lnTo>
                <a:lnTo>
                  <a:pt x="72059" y="73799"/>
                </a:lnTo>
                <a:lnTo>
                  <a:pt x="82308" y="83820"/>
                </a:lnTo>
                <a:lnTo>
                  <a:pt x="57924" y="83820"/>
                </a:lnTo>
                <a:lnTo>
                  <a:pt x="57924" y="88392"/>
                </a:lnTo>
                <a:lnTo>
                  <a:pt x="71640" y="121920"/>
                </a:lnTo>
                <a:lnTo>
                  <a:pt x="74688" y="120396"/>
                </a:lnTo>
                <a:lnTo>
                  <a:pt x="74688" y="117348"/>
                </a:lnTo>
                <a:lnTo>
                  <a:pt x="73164" y="114300"/>
                </a:lnTo>
                <a:lnTo>
                  <a:pt x="73164" y="109728"/>
                </a:lnTo>
                <a:lnTo>
                  <a:pt x="74688" y="108204"/>
                </a:lnTo>
                <a:lnTo>
                  <a:pt x="74688" y="106680"/>
                </a:lnTo>
                <a:lnTo>
                  <a:pt x="76212" y="105156"/>
                </a:lnTo>
                <a:lnTo>
                  <a:pt x="77736" y="105156"/>
                </a:lnTo>
                <a:lnTo>
                  <a:pt x="80784" y="103632"/>
                </a:lnTo>
                <a:lnTo>
                  <a:pt x="163080" y="103632"/>
                </a:lnTo>
                <a:lnTo>
                  <a:pt x="166128" y="106680"/>
                </a:lnTo>
                <a:lnTo>
                  <a:pt x="169176" y="108204"/>
                </a:lnTo>
                <a:lnTo>
                  <a:pt x="169176" y="120396"/>
                </a:lnTo>
                <a:lnTo>
                  <a:pt x="172224" y="120396"/>
                </a:lnTo>
                <a:lnTo>
                  <a:pt x="172224" y="103632"/>
                </a:lnTo>
                <a:lnTo>
                  <a:pt x="172224" y="67056"/>
                </a:lnTo>
                <a:lnTo>
                  <a:pt x="169176" y="67056"/>
                </a:lnTo>
                <a:lnTo>
                  <a:pt x="169176" y="76200"/>
                </a:lnTo>
                <a:lnTo>
                  <a:pt x="167652" y="77724"/>
                </a:lnTo>
                <a:lnTo>
                  <a:pt x="167652" y="79248"/>
                </a:lnTo>
                <a:lnTo>
                  <a:pt x="164604" y="80772"/>
                </a:lnTo>
                <a:lnTo>
                  <a:pt x="163080" y="82296"/>
                </a:lnTo>
                <a:lnTo>
                  <a:pt x="161556" y="82296"/>
                </a:lnTo>
                <a:lnTo>
                  <a:pt x="156984" y="83820"/>
                </a:lnTo>
                <a:lnTo>
                  <a:pt x="89928" y="83820"/>
                </a:lnTo>
                <a:lnTo>
                  <a:pt x="82804" y="76060"/>
                </a:lnTo>
                <a:lnTo>
                  <a:pt x="77546" y="68580"/>
                </a:lnTo>
                <a:lnTo>
                  <a:pt x="74282" y="61112"/>
                </a:lnTo>
                <a:lnTo>
                  <a:pt x="73164" y="53340"/>
                </a:lnTo>
                <a:lnTo>
                  <a:pt x="73164" y="47244"/>
                </a:lnTo>
                <a:lnTo>
                  <a:pt x="76212" y="42672"/>
                </a:lnTo>
                <a:lnTo>
                  <a:pt x="80784" y="39624"/>
                </a:lnTo>
                <a:lnTo>
                  <a:pt x="85356" y="38100"/>
                </a:lnTo>
                <a:lnTo>
                  <a:pt x="92976" y="36576"/>
                </a:lnTo>
                <a:lnTo>
                  <a:pt x="163080" y="36576"/>
                </a:lnTo>
                <a:lnTo>
                  <a:pt x="166128" y="38100"/>
                </a:lnTo>
                <a:lnTo>
                  <a:pt x="167652" y="41148"/>
                </a:lnTo>
                <a:lnTo>
                  <a:pt x="169176" y="42672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36576"/>
                </a:lnTo>
                <a:lnTo>
                  <a:pt x="172224" y="0"/>
                </a:lnTo>
                <a:close/>
              </a:path>
              <a:path extrusionOk="0" h="608329" w="175894">
                <a:moveTo>
                  <a:pt x="175260" y="525780"/>
                </a:moveTo>
                <a:lnTo>
                  <a:pt x="161544" y="495300"/>
                </a:lnTo>
                <a:lnTo>
                  <a:pt x="158496" y="495300"/>
                </a:lnTo>
                <a:lnTo>
                  <a:pt x="160020" y="499872"/>
                </a:lnTo>
                <a:lnTo>
                  <a:pt x="161544" y="501396"/>
                </a:lnTo>
                <a:lnTo>
                  <a:pt x="161544" y="505968"/>
                </a:lnTo>
                <a:lnTo>
                  <a:pt x="156972" y="510540"/>
                </a:lnTo>
                <a:lnTo>
                  <a:pt x="153924" y="510540"/>
                </a:lnTo>
                <a:lnTo>
                  <a:pt x="150520" y="510781"/>
                </a:lnTo>
                <a:lnTo>
                  <a:pt x="144970" y="511302"/>
                </a:lnTo>
                <a:lnTo>
                  <a:pt x="137426" y="511835"/>
                </a:lnTo>
                <a:lnTo>
                  <a:pt x="128016" y="512064"/>
                </a:lnTo>
                <a:lnTo>
                  <a:pt x="0" y="512064"/>
                </a:lnTo>
                <a:lnTo>
                  <a:pt x="0" y="516636"/>
                </a:lnTo>
                <a:lnTo>
                  <a:pt x="13716" y="548640"/>
                </a:lnTo>
                <a:lnTo>
                  <a:pt x="16764" y="547116"/>
                </a:lnTo>
                <a:lnTo>
                  <a:pt x="16764" y="544068"/>
                </a:lnTo>
                <a:lnTo>
                  <a:pt x="15240" y="541020"/>
                </a:lnTo>
                <a:lnTo>
                  <a:pt x="15240" y="537972"/>
                </a:lnTo>
                <a:lnTo>
                  <a:pt x="16764" y="536448"/>
                </a:lnTo>
                <a:lnTo>
                  <a:pt x="16764" y="534924"/>
                </a:lnTo>
                <a:lnTo>
                  <a:pt x="19812" y="531876"/>
                </a:lnTo>
                <a:lnTo>
                  <a:pt x="68580" y="531876"/>
                </a:lnTo>
                <a:lnTo>
                  <a:pt x="62484" y="537972"/>
                </a:lnTo>
                <a:lnTo>
                  <a:pt x="57912" y="545592"/>
                </a:lnTo>
                <a:lnTo>
                  <a:pt x="57912" y="554736"/>
                </a:lnTo>
                <a:lnTo>
                  <a:pt x="59296" y="565835"/>
                </a:lnTo>
                <a:lnTo>
                  <a:pt x="88277" y="599084"/>
                </a:lnTo>
                <a:lnTo>
                  <a:pt x="121920" y="608076"/>
                </a:lnTo>
                <a:lnTo>
                  <a:pt x="133045" y="607225"/>
                </a:lnTo>
                <a:lnTo>
                  <a:pt x="167551" y="587248"/>
                </a:lnTo>
                <a:lnTo>
                  <a:pt x="175260" y="563880"/>
                </a:lnTo>
                <a:lnTo>
                  <a:pt x="175260" y="551688"/>
                </a:lnTo>
                <a:lnTo>
                  <a:pt x="172212" y="547116"/>
                </a:lnTo>
                <a:lnTo>
                  <a:pt x="169164" y="541020"/>
                </a:lnTo>
                <a:lnTo>
                  <a:pt x="164592" y="536448"/>
                </a:lnTo>
                <a:lnTo>
                  <a:pt x="160020" y="533704"/>
                </a:lnTo>
                <a:lnTo>
                  <a:pt x="160020" y="544068"/>
                </a:lnTo>
                <a:lnTo>
                  <a:pt x="160020" y="551688"/>
                </a:lnTo>
                <a:lnTo>
                  <a:pt x="132969" y="582168"/>
                </a:lnTo>
                <a:lnTo>
                  <a:pt x="111950" y="585177"/>
                </a:lnTo>
                <a:lnTo>
                  <a:pt x="110617" y="585177"/>
                </a:lnTo>
                <a:lnTo>
                  <a:pt x="70104" y="568452"/>
                </a:lnTo>
                <a:lnTo>
                  <a:pt x="65532" y="562356"/>
                </a:lnTo>
                <a:lnTo>
                  <a:pt x="65532" y="551688"/>
                </a:lnTo>
                <a:lnTo>
                  <a:pt x="67056" y="548640"/>
                </a:lnTo>
                <a:lnTo>
                  <a:pt x="70104" y="544068"/>
                </a:lnTo>
                <a:lnTo>
                  <a:pt x="71628" y="541020"/>
                </a:lnTo>
                <a:lnTo>
                  <a:pt x="74676" y="537972"/>
                </a:lnTo>
                <a:lnTo>
                  <a:pt x="79248" y="534924"/>
                </a:lnTo>
                <a:lnTo>
                  <a:pt x="83820" y="533400"/>
                </a:lnTo>
                <a:lnTo>
                  <a:pt x="89916" y="531876"/>
                </a:lnTo>
                <a:lnTo>
                  <a:pt x="149352" y="531876"/>
                </a:lnTo>
                <a:lnTo>
                  <a:pt x="156972" y="537972"/>
                </a:lnTo>
                <a:lnTo>
                  <a:pt x="160020" y="544068"/>
                </a:lnTo>
                <a:lnTo>
                  <a:pt x="160020" y="533704"/>
                </a:lnTo>
                <a:lnTo>
                  <a:pt x="156972" y="531876"/>
                </a:lnTo>
                <a:lnTo>
                  <a:pt x="175260" y="531876"/>
                </a:lnTo>
                <a:lnTo>
                  <a:pt x="175260" y="525780"/>
                </a:lnTo>
                <a:close/>
              </a:path>
              <a:path extrusionOk="0" h="608329" w="175894">
                <a:moveTo>
                  <a:pt x="175260" y="170688"/>
                </a:moveTo>
                <a:lnTo>
                  <a:pt x="79248" y="137160"/>
                </a:lnTo>
                <a:lnTo>
                  <a:pt x="71628" y="134112"/>
                </a:lnTo>
                <a:lnTo>
                  <a:pt x="65532" y="128016"/>
                </a:lnTo>
                <a:lnTo>
                  <a:pt x="64008" y="121920"/>
                </a:lnTo>
                <a:lnTo>
                  <a:pt x="60960" y="121920"/>
                </a:lnTo>
                <a:lnTo>
                  <a:pt x="60960" y="155448"/>
                </a:lnTo>
                <a:lnTo>
                  <a:pt x="64008" y="155448"/>
                </a:lnTo>
                <a:lnTo>
                  <a:pt x="65532" y="149352"/>
                </a:lnTo>
                <a:lnTo>
                  <a:pt x="65532" y="146304"/>
                </a:lnTo>
                <a:lnTo>
                  <a:pt x="67056" y="143256"/>
                </a:lnTo>
                <a:lnTo>
                  <a:pt x="68580" y="141732"/>
                </a:lnTo>
                <a:lnTo>
                  <a:pt x="74676" y="141732"/>
                </a:lnTo>
                <a:lnTo>
                  <a:pt x="77724" y="143256"/>
                </a:lnTo>
                <a:lnTo>
                  <a:pt x="82296" y="146304"/>
                </a:lnTo>
                <a:lnTo>
                  <a:pt x="144780" y="167640"/>
                </a:lnTo>
                <a:lnTo>
                  <a:pt x="80772" y="196596"/>
                </a:lnTo>
                <a:lnTo>
                  <a:pt x="70104" y="196596"/>
                </a:lnTo>
                <a:lnTo>
                  <a:pt x="68580" y="195072"/>
                </a:lnTo>
                <a:lnTo>
                  <a:pt x="65532" y="188976"/>
                </a:lnTo>
                <a:lnTo>
                  <a:pt x="64008" y="184404"/>
                </a:lnTo>
                <a:lnTo>
                  <a:pt x="60960" y="184404"/>
                </a:lnTo>
                <a:lnTo>
                  <a:pt x="60960" y="234696"/>
                </a:lnTo>
                <a:lnTo>
                  <a:pt x="64008" y="234696"/>
                </a:lnTo>
                <a:lnTo>
                  <a:pt x="65532" y="230124"/>
                </a:lnTo>
                <a:lnTo>
                  <a:pt x="65532" y="227076"/>
                </a:lnTo>
                <a:lnTo>
                  <a:pt x="67056" y="225552"/>
                </a:lnTo>
                <a:lnTo>
                  <a:pt x="68580" y="222504"/>
                </a:lnTo>
                <a:lnTo>
                  <a:pt x="73152" y="219456"/>
                </a:lnTo>
                <a:lnTo>
                  <a:pt x="77724" y="217932"/>
                </a:lnTo>
                <a:lnTo>
                  <a:pt x="94488" y="210312"/>
                </a:lnTo>
                <a:lnTo>
                  <a:pt x="144780" y="236220"/>
                </a:lnTo>
                <a:lnTo>
                  <a:pt x="82296" y="260604"/>
                </a:lnTo>
                <a:lnTo>
                  <a:pt x="79248" y="262128"/>
                </a:lnTo>
                <a:lnTo>
                  <a:pt x="68580" y="262128"/>
                </a:lnTo>
                <a:lnTo>
                  <a:pt x="65532" y="259080"/>
                </a:lnTo>
                <a:lnTo>
                  <a:pt x="65532" y="256032"/>
                </a:lnTo>
                <a:lnTo>
                  <a:pt x="64008" y="251460"/>
                </a:lnTo>
                <a:lnTo>
                  <a:pt x="60960" y="251460"/>
                </a:lnTo>
                <a:lnTo>
                  <a:pt x="60960" y="298704"/>
                </a:lnTo>
                <a:lnTo>
                  <a:pt x="64008" y="298704"/>
                </a:lnTo>
                <a:lnTo>
                  <a:pt x="65532" y="294132"/>
                </a:lnTo>
                <a:lnTo>
                  <a:pt x="67056" y="291084"/>
                </a:lnTo>
                <a:lnTo>
                  <a:pt x="71628" y="286512"/>
                </a:lnTo>
                <a:lnTo>
                  <a:pt x="76200" y="283464"/>
                </a:lnTo>
                <a:lnTo>
                  <a:pt x="82296" y="281940"/>
                </a:lnTo>
                <a:lnTo>
                  <a:pt x="175260" y="245364"/>
                </a:lnTo>
                <a:lnTo>
                  <a:pt x="175260" y="242316"/>
                </a:lnTo>
                <a:lnTo>
                  <a:pt x="103632" y="207264"/>
                </a:lnTo>
                <a:lnTo>
                  <a:pt x="175260" y="176784"/>
                </a:lnTo>
                <a:lnTo>
                  <a:pt x="175260" y="170688"/>
                </a:lnTo>
                <a:close/>
              </a:path>
              <a:path extrusionOk="0" h="608329" w="175894">
                <a:moveTo>
                  <a:pt x="175272" y="323088"/>
                </a:moveTo>
                <a:lnTo>
                  <a:pt x="174358" y="316471"/>
                </a:lnTo>
                <a:lnTo>
                  <a:pt x="171462" y="310134"/>
                </a:lnTo>
                <a:lnTo>
                  <a:pt x="166268" y="303809"/>
                </a:lnTo>
                <a:lnTo>
                  <a:pt x="158508" y="297180"/>
                </a:lnTo>
                <a:lnTo>
                  <a:pt x="150888" y="297180"/>
                </a:lnTo>
                <a:lnTo>
                  <a:pt x="160032" y="306324"/>
                </a:lnTo>
                <a:lnTo>
                  <a:pt x="160032" y="312420"/>
                </a:lnTo>
                <a:lnTo>
                  <a:pt x="156984" y="315468"/>
                </a:lnTo>
                <a:lnTo>
                  <a:pt x="86880" y="315468"/>
                </a:lnTo>
                <a:lnTo>
                  <a:pt x="79260" y="316992"/>
                </a:lnTo>
                <a:lnTo>
                  <a:pt x="76212" y="318516"/>
                </a:lnTo>
                <a:lnTo>
                  <a:pt x="70116" y="320040"/>
                </a:lnTo>
                <a:lnTo>
                  <a:pt x="65544" y="323088"/>
                </a:lnTo>
                <a:lnTo>
                  <a:pt x="64020" y="329184"/>
                </a:lnTo>
                <a:lnTo>
                  <a:pt x="60972" y="335280"/>
                </a:lnTo>
                <a:lnTo>
                  <a:pt x="57924" y="342900"/>
                </a:lnTo>
                <a:lnTo>
                  <a:pt x="67068" y="384048"/>
                </a:lnTo>
                <a:lnTo>
                  <a:pt x="79260" y="394716"/>
                </a:lnTo>
                <a:lnTo>
                  <a:pt x="92976" y="394716"/>
                </a:lnTo>
                <a:lnTo>
                  <a:pt x="94500" y="391668"/>
                </a:lnTo>
                <a:lnTo>
                  <a:pt x="97548" y="390144"/>
                </a:lnTo>
                <a:lnTo>
                  <a:pt x="97548" y="379476"/>
                </a:lnTo>
                <a:lnTo>
                  <a:pt x="94500" y="377952"/>
                </a:lnTo>
                <a:lnTo>
                  <a:pt x="92976" y="376428"/>
                </a:lnTo>
                <a:lnTo>
                  <a:pt x="89928" y="374904"/>
                </a:lnTo>
                <a:lnTo>
                  <a:pt x="76212" y="374904"/>
                </a:lnTo>
                <a:lnTo>
                  <a:pt x="73164" y="373380"/>
                </a:lnTo>
                <a:lnTo>
                  <a:pt x="67068" y="367284"/>
                </a:lnTo>
                <a:lnTo>
                  <a:pt x="65646" y="363054"/>
                </a:lnTo>
                <a:lnTo>
                  <a:pt x="65544" y="350520"/>
                </a:lnTo>
                <a:lnTo>
                  <a:pt x="68592" y="344424"/>
                </a:lnTo>
                <a:lnTo>
                  <a:pt x="73164" y="341376"/>
                </a:lnTo>
                <a:lnTo>
                  <a:pt x="76212" y="336804"/>
                </a:lnTo>
                <a:lnTo>
                  <a:pt x="83832" y="335280"/>
                </a:lnTo>
                <a:lnTo>
                  <a:pt x="99072" y="335280"/>
                </a:lnTo>
                <a:lnTo>
                  <a:pt x="104495" y="349021"/>
                </a:lnTo>
                <a:lnTo>
                  <a:pt x="109359" y="360616"/>
                </a:lnTo>
                <a:lnTo>
                  <a:pt x="113639" y="370217"/>
                </a:lnTo>
                <a:lnTo>
                  <a:pt x="117360" y="377952"/>
                </a:lnTo>
                <a:lnTo>
                  <a:pt x="121932" y="387096"/>
                </a:lnTo>
                <a:lnTo>
                  <a:pt x="128028" y="391668"/>
                </a:lnTo>
                <a:lnTo>
                  <a:pt x="132600" y="396240"/>
                </a:lnTo>
                <a:lnTo>
                  <a:pt x="141744" y="399288"/>
                </a:lnTo>
                <a:lnTo>
                  <a:pt x="155460" y="399288"/>
                </a:lnTo>
                <a:lnTo>
                  <a:pt x="163080" y="396240"/>
                </a:lnTo>
                <a:lnTo>
                  <a:pt x="167652" y="391668"/>
                </a:lnTo>
                <a:lnTo>
                  <a:pt x="173748" y="387096"/>
                </a:lnTo>
                <a:lnTo>
                  <a:pt x="175272" y="379476"/>
                </a:lnTo>
                <a:lnTo>
                  <a:pt x="175272" y="362712"/>
                </a:lnTo>
                <a:lnTo>
                  <a:pt x="172224" y="358140"/>
                </a:lnTo>
                <a:lnTo>
                  <a:pt x="170484" y="355003"/>
                </a:lnTo>
                <a:lnTo>
                  <a:pt x="167462" y="350139"/>
                </a:lnTo>
                <a:lnTo>
                  <a:pt x="163004" y="343573"/>
                </a:lnTo>
                <a:lnTo>
                  <a:pt x="160032" y="339483"/>
                </a:lnTo>
                <a:lnTo>
                  <a:pt x="160032" y="365760"/>
                </a:lnTo>
                <a:lnTo>
                  <a:pt x="158546" y="370217"/>
                </a:lnTo>
                <a:lnTo>
                  <a:pt x="157746" y="371094"/>
                </a:lnTo>
                <a:lnTo>
                  <a:pt x="150888" y="377952"/>
                </a:lnTo>
                <a:lnTo>
                  <a:pt x="146316" y="379476"/>
                </a:lnTo>
                <a:lnTo>
                  <a:pt x="135648" y="379476"/>
                </a:lnTo>
                <a:lnTo>
                  <a:pt x="115900" y="357149"/>
                </a:lnTo>
                <a:lnTo>
                  <a:pt x="113741" y="351663"/>
                </a:lnTo>
                <a:lnTo>
                  <a:pt x="110693" y="344424"/>
                </a:lnTo>
                <a:lnTo>
                  <a:pt x="106692" y="335280"/>
                </a:lnTo>
                <a:lnTo>
                  <a:pt x="149364" y="335280"/>
                </a:lnTo>
                <a:lnTo>
                  <a:pt x="154190" y="342900"/>
                </a:lnTo>
                <a:lnTo>
                  <a:pt x="157556" y="349948"/>
                </a:lnTo>
                <a:lnTo>
                  <a:pt x="157607" y="350139"/>
                </a:lnTo>
                <a:lnTo>
                  <a:pt x="157721" y="350520"/>
                </a:lnTo>
                <a:lnTo>
                  <a:pt x="159435" y="356069"/>
                </a:lnTo>
                <a:lnTo>
                  <a:pt x="159550" y="357149"/>
                </a:lnTo>
                <a:lnTo>
                  <a:pt x="159677" y="358140"/>
                </a:lnTo>
                <a:lnTo>
                  <a:pt x="159956" y="360616"/>
                </a:lnTo>
                <a:lnTo>
                  <a:pt x="160032" y="365760"/>
                </a:lnTo>
                <a:lnTo>
                  <a:pt x="160032" y="339483"/>
                </a:lnTo>
                <a:lnTo>
                  <a:pt x="156984" y="335280"/>
                </a:lnTo>
                <a:lnTo>
                  <a:pt x="163080" y="335280"/>
                </a:lnTo>
                <a:lnTo>
                  <a:pt x="169176" y="333756"/>
                </a:lnTo>
                <a:lnTo>
                  <a:pt x="172224" y="332232"/>
                </a:lnTo>
                <a:lnTo>
                  <a:pt x="175272" y="329184"/>
                </a:lnTo>
                <a:lnTo>
                  <a:pt x="175272" y="3230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7" name="Google Shape;6027;p92"/>
          <p:cNvGrpSpPr/>
          <p:nvPr/>
        </p:nvGrpSpPr>
        <p:grpSpPr>
          <a:xfrm>
            <a:off x="3012948" y="7751064"/>
            <a:ext cx="170688" cy="559307"/>
            <a:chOff x="3012948" y="7751064"/>
            <a:chExt cx="170688" cy="559307"/>
          </a:xfrm>
        </p:grpSpPr>
        <p:pic>
          <p:nvPicPr>
            <p:cNvPr id="6028" name="Google Shape;6028;p92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3015996" y="7879080"/>
              <a:ext cx="164592" cy="4312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029" name="Google Shape;6029;p92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3012948" y="7751064"/>
              <a:ext cx="170688" cy="10668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030" name="Google Shape;6030;p92"/>
          <p:cNvSpPr/>
          <p:nvPr/>
        </p:nvSpPr>
        <p:spPr>
          <a:xfrm>
            <a:off x="3413759" y="9130283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031" name="Google Shape;6031;p92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3305555" y="7882128"/>
            <a:ext cx="225552" cy="1181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032" name="Google Shape;6032;p92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3305555" y="7435595"/>
            <a:ext cx="175260" cy="37185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33" name="Google Shape;6033;p92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3613403" y="9526523"/>
            <a:ext cx="143256" cy="143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34" name="Google Shape;6034;p92"/>
          <p:cNvGrpSpPr/>
          <p:nvPr/>
        </p:nvGrpSpPr>
        <p:grpSpPr>
          <a:xfrm>
            <a:off x="3602723" y="8793479"/>
            <a:ext cx="175273" cy="646304"/>
            <a:chOff x="3602723" y="8793479"/>
            <a:chExt cx="175273" cy="646304"/>
          </a:xfrm>
        </p:grpSpPr>
        <p:sp>
          <p:nvSpPr>
            <p:cNvPr id="6035" name="Google Shape;6035;p92"/>
            <p:cNvSpPr/>
            <p:nvPr/>
          </p:nvSpPr>
          <p:spPr>
            <a:xfrm>
              <a:off x="3602723" y="8887968"/>
              <a:ext cx="175260" cy="551815"/>
            </a:xfrm>
            <a:custGeom>
              <a:rect b="b" l="l" r="r" t="t"/>
              <a:pathLst>
                <a:path extrusionOk="0" h="551815" w="175260">
                  <a:moveTo>
                    <a:pt x="172212" y="0"/>
                  </a:moveTo>
                  <a:lnTo>
                    <a:pt x="169164" y="0"/>
                  </a:lnTo>
                  <a:lnTo>
                    <a:pt x="169164" y="6096"/>
                  </a:lnTo>
                  <a:lnTo>
                    <a:pt x="167640" y="9144"/>
                  </a:lnTo>
                  <a:lnTo>
                    <a:pt x="166116" y="10668"/>
                  </a:lnTo>
                  <a:lnTo>
                    <a:pt x="166116" y="12192"/>
                  </a:lnTo>
                  <a:lnTo>
                    <a:pt x="163068" y="13716"/>
                  </a:lnTo>
                  <a:lnTo>
                    <a:pt x="161544" y="15240"/>
                  </a:lnTo>
                  <a:lnTo>
                    <a:pt x="158496" y="16764"/>
                  </a:lnTo>
                  <a:lnTo>
                    <a:pt x="0" y="16764"/>
                  </a:lnTo>
                  <a:lnTo>
                    <a:pt x="0" y="21336"/>
                  </a:lnTo>
                  <a:lnTo>
                    <a:pt x="13716" y="53340"/>
                  </a:lnTo>
                  <a:lnTo>
                    <a:pt x="16764" y="51816"/>
                  </a:lnTo>
                  <a:lnTo>
                    <a:pt x="13716" y="45720"/>
                  </a:lnTo>
                  <a:lnTo>
                    <a:pt x="13716" y="42672"/>
                  </a:lnTo>
                  <a:lnTo>
                    <a:pt x="15240" y="41148"/>
                  </a:lnTo>
                  <a:lnTo>
                    <a:pt x="15240" y="39624"/>
                  </a:lnTo>
                  <a:lnTo>
                    <a:pt x="16764" y="38100"/>
                  </a:lnTo>
                  <a:lnTo>
                    <a:pt x="18288" y="38100"/>
                  </a:lnTo>
                  <a:lnTo>
                    <a:pt x="21336" y="36576"/>
                  </a:lnTo>
                  <a:lnTo>
                    <a:pt x="158496" y="36576"/>
                  </a:lnTo>
                  <a:lnTo>
                    <a:pt x="164592" y="39624"/>
                  </a:lnTo>
                  <a:lnTo>
                    <a:pt x="167640" y="42672"/>
                  </a:lnTo>
                  <a:lnTo>
                    <a:pt x="167640" y="44196"/>
                  </a:lnTo>
                  <a:lnTo>
                    <a:pt x="169164" y="48768"/>
                  </a:lnTo>
                  <a:lnTo>
                    <a:pt x="169164" y="53340"/>
                  </a:lnTo>
                  <a:lnTo>
                    <a:pt x="172212" y="53340"/>
                  </a:lnTo>
                  <a:lnTo>
                    <a:pt x="172212" y="0"/>
                  </a:lnTo>
                  <a:close/>
                </a:path>
                <a:path extrusionOk="0" h="551815" w="175260">
                  <a:moveTo>
                    <a:pt x="172224" y="426720"/>
                  </a:moveTo>
                  <a:lnTo>
                    <a:pt x="124980" y="414528"/>
                  </a:lnTo>
                  <a:lnTo>
                    <a:pt x="124980" y="419100"/>
                  </a:lnTo>
                  <a:lnTo>
                    <a:pt x="132410" y="422300"/>
                  </a:lnTo>
                  <a:lnTo>
                    <a:pt x="138696" y="425196"/>
                  </a:lnTo>
                  <a:lnTo>
                    <a:pt x="143840" y="428104"/>
                  </a:lnTo>
                  <a:lnTo>
                    <a:pt x="147840" y="431292"/>
                  </a:lnTo>
                  <a:lnTo>
                    <a:pt x="152412" y="434340"/>
                  </a:lnTo>
                  <a:lnTo>
                    <a:pt x="155460" y="438912"/>
                  </a:lnTo>
                  <a:lnTo>
                    <a:pt x="158508" y="445008"/>
                  </a:lnTo>
                  <a:lnTo>
                    <a:pt x="160032" y="449580"/>
                  </a:lnTo>
                  <a:lnTo>
                    <a:pt x="161556" y="457200"/>
                  </a:lnTo>
                  <a:lnTo>
                    <a:pt x="161556" y="492252"/>
                  </a:lnTo>
                  <a:lnTo>
                    <a:pt x="160032" y="498348"/>
                  </a:lnTo>
                  <a:lnTo>
                    <a:pt x="160032" y="499872"/>
                  </a:lnTo>
                  <a:lnTo>
                    <a:pt x="155460" y="504444"/>
                  </a:lnTo>
                  <a:lnTo>
                    <a:pt x="153936" y="504444"/>
                  </a:lnTo>
                  <a:lnTo>
                    <a:pt x="149364" y="505968"/>
                  </a:lnTo>
                  <a:lnTo>
                    <a:pt x="28968" y="505968"/>
                  </a:lnTo>
                  <a:lnTo>
                    <a:pt x="22872" y="504444"/>
                  </a:lnTo>
                  <a:lnTo>
                    <a:pt x="19824" y="504444"/>
                  </a:lnTo>
                  <a:lnTo>
                    <a:pt x="16776" y="502920"/>
                  </a:lnTo>
                  <a:lnTo>
                    <a:pt x="13728" y="499872"/>
                  </a:lnTo>
                  <a:lnTo>
                    <a:pt x="10680" y="493776"/>
                  </a:lnTo>
                  <a:lnTo>
                    <a:pt x="10680" y="478536"/>
                  </a:lnTo>
                  <a:lnTo>
                    <a:pt x="7632" y="478536"/>
                  </a:lnTo>
                  <a:lnTo>
                    <a:pt x="7632" y="551688"/>
                  </a:lnTo>
                  <a:lnTo>
                    <a:pt x="10680" y="551688"/>
                  </a:lnTo>
                  <a:lnTo>
                    <a:pt x="10680" y="539496"/>
                  </a:lnTo>
                  <a:lnTo>
                    <a:pt x="12204" y="534924"/>
                  </a:lnTo>
                  <a:lnTo>
                    <a:pt x="15252" y="531876"/>
                  </a:lnTo>
                  <a:lnTo>
                    <a:pt x="18300" y="530352"/>
                  </a:lnTo>
                  <a:lnTo>
                    <a:pt x="25920" y="528828"/>
                  </a:lnTo>
                  <a:lnTo>
                    <a:pt x="158508" y="528828"/>
                  </a:lnTo>
                  <a:lnTo>
                    <a:pt x="161556" y="530352"/>
                  </a:lnTo>
                  <a:lnTo>
                    <a:pt x="166128" y="533400"/>
                  </a:lnTo>
                  <a:lnTo>
                    <a:pt x="169176" y="539496"/>
                  </a:lnTo>
                  <a:lnTo>
                    <a:pt x="169176" y="551688"/>
                  </a:lnTo>
                  <a:lnTo>
                    <a:pt x="172224" y="551688"/>
                  </a:lnTo>
                  <a:lnTo>
                    <a:pt x="172224" y="426720"/>
                  </a:lnTo>
                  <a:close/>
                </a:path>
                <a:path extrusionOk="0" h="551815" w="175260">
                  <a:moveTo>
                    <a:pt x="175260" y="348996"/>
                  </a:moveTo>
                  <a:lnTo>
                    <a:pt x="154647" y="313372"/>
                  </a:lnTo>
                  <a:lnTo>
                    <a:pt x="131064" y="304800"/>
                  </a:lnTo>
                  <a:lnTo>
                    <a:pt x="129540" y="307848"/>
                  </a:lnTo>
                  <a:lnTo>
                    <a:pt x="138684" y="310896"/>
                  </a:lnTo>
                  <a:lnTo>
                    <a:pt x="146304" y="315468"/>
                  </a:lnTo>
                  <a:lnTo>
                    <a:pt x="149352" y="320040"/>
                  </a:lnTo>
                  <a:lnTo>
                    <a:pt x="155448" y="332232"/>
                  </a:lnTo>
                  <a:lnTo>
                    <a:pt x="155397" y="340385"/>
                  </a:lnTo>
                  <a:lnTo>
                    <a:pt x="132765" y="372414"/>
                  </a:lnTo>
                  <a:lnTo>
                    <a:pt x="102108" y="379476"/>
                  </a:lnTo>
                  <a:lnTo>
                    <a:pt x="102108" y="329184"/>
                  </a:lnTo>
                  <a:lnTo>
                    <a:pt x="102108" y="304800"/>
                  </a:lnTo>
                  <a:lnTo>
                    <a:pt x="94488" y="305295"/>
                  </a:lnTo>
                  <a:lnTo>
                    <a:pt x="94488" y="329184"/>
                  </a:lnTo>
                  <a:lnTo>
                    <a:pt x="94488" y="379476"/>
                  </a:lnTo>
                  <a:lnTo>
                    <a:pt x="85344" y="377952"/>
                  </a:lnTo>
                  <a:lnTo>
                    <a:pt x="77724" y="374904"/>
                  </a:lnTo>
                  <a:lnTo>
                    <a:pt x="67056" y="364236"/>
                  </a:lnTo>
                  <a:lnTo>
                    <a:pt x="65532" y="359664"/>
                  </a:lnTo>
                  <a:lnTo>
                    <a:pt x="65532" y="344424"/>
                  </a:lnTo>
                  <a:lnTo>
                    <a:pt x="68580" y="339852"/>
                  </a:lnTo>
                  <a:lnTo>
                    <a:pt x="74676" y="333756"/>
                  </a:lnTo>
                  <a:lnTo>
                    <a:pt x="79248" y="330708"/>
                  </a:lnTo>
                  <a:lnTo>
                    <a:pt x="82296" y="330708"/>
                  </a:lnTo>
                  <a:lnTo>
                    <a:pt x="86868" y="329184"/>
                  </a:lnTo>
                  <a:lnTo>
                    <a:pt x="94488" y="329184"/>
                  </a:lnTo>
                  <a:lnTo>
                    <a:pt x="94488" y="305295"/>
                  </a:lnTo>
                  <a:lnTo>
                    <a:pt x="92392" y="305422"/>
                  </a:lnTo>
                  <a:lnTo>
                    <a:pt x="60579" y="329755"/>
                  </a:lnTo>
                  <a:lnTo>
                    <a:pt x="58026" y="344424"/>
                  </a:lnTo>
                  <a:lnTo>
                    <a:pt x="58051" y="347573"/>
                  </a:lnTo>
                  <a:lnTo>
                    <a:pt x="81991" y="389407"/>
                  </a:lnTo>
                  <a:lnTo>
                    <a:pt x="117348" y="397764"/>
                  </a:lnTo>
                  <a:lnTo>
                    <a:pt x="130568" y="396887"/>
                  </a:lnTo>
                  <a:lnTo>
                    <a:pt x="130314" y="396887"/>
                  </a:lnTo>
                  <a:lnTo>
                    <a:pt x="141351" y="394335"/>
                  </a:lnTo>
                  <a:lnTo>
                    <a:pt x="150787" y="390055"/>
                  </a:lnTo>
                  <a:lnTo>
                    <a:pt x="158496" y="384048"/>
                  </a:lnTo>
                  <a:lnTo>
                    <a:pt x="162547" y="379476"/>
                  </a:lnTo>
                  <a:lnTo>
                    <a:pt x="165620" y="376008"/>
                  </a:lnTo>
                  <a:lnTo>
                    <a:pt x="170878" y="367665"/>
                  </a:lnTo>
                  <a:lnTo>
                    <a:pt x="174142" y="358762"/>
                  </a:lnTo>
                  <a:lnTo>
                    <a:pt x="175260" y="348996"/>
                  </a:lnTo>
                  <a:close/>
                </a:path>
                <a:path extrusionOk="0" h="551815" w="175260">
                  <a:moveTo>
                    <a:pt x="175260" y="230124"/>
                  </a:moveTo>
                  <a:lnTo>
                    <a:pt x="95897" y="198120"/>
                  </a:lnTo>
                  <a:lnTo>
                    <a:pt x="73152" y="188976"/>
                  </a:lnTo>
                  <a:lnTo>
                    <a:pt x="68580" y="187452"/>
                  </a:lnTo>
                  <a:lnTo>
                    <a:pt x="67056" y="184404"/>
                  </a:lnTo>
                  <a:lnTo>
                    <a:pt x="64008" y="182880"/>
                  </a:lnTo>
                  <a:lnTo>
                    <a:pt x="64008" y="175260"/>
                  </a:lnTo>
                  <a:lnTo>
                    <a:pt x="60960" y="175260"/>
                  </a:lnTo>
                  <a:lnTo>
                    <a:pt x="60960" y="210312"/>
                  </a:lnTo>
                  <a:lnTo>
                    <a:pt x="64008" y="210312"/>
                  </a:lnTo>
                  <a:lnTo>
                    <a:pt x="64008" y="201168"/>
                  </a:lnTo>
                  <a:lnTo>
                    <a:pt x="67056" y="198120"/>
                  </a:lnTo>
                  <a:lnTo>
                    <a:pt x="74676" y="198120"/>
                  </a:lnTo>
                  <a:lnTo>
                    <a:pt x="79248" y="201168"/>
                  </a:lnTo>
                  <a:lnTo>
                    <a:pt x="143256" y="225552"/>
                  </a:lnTo>
                  <a:lnTo>
                    <a:pt x="82296" y="251460"/>
                  </a:lnTo>
                  <a:lnTo>
                    <a:pt x="77724" y="252984"/>
                  </a:lnTo>
                  <a:lnTo>
                    <a:pt x="67056" y="252984"/>
                  </a:lnTo>
                  <a:lnTo>
                    <a:pt x="64008" y="249936"/>
                  </a:lnTo>
                  <a:lnTo>
                    <a:pt x="64008" y="240792"/>
                  </a:lnTo>
                  <a:lnTo>
                    <a:pt x="60960" y="240792"/>
                  </a:lnTo>
                  <a:lnTo>
                    <a:pt x="60960" y="292608"/>
                  </a:lnTo>
                  <a:lnTo>
                    <a:pt x="64008" y="292608"/>
                  </a:lnTo>
                  <a:lnTo>
                    <a:pt x="64008" y="289560"/>
                  </a:lnTo>
                  <a:lnTo>
                    <a:pt x="65532" y="286512"/>
                  </a:lnTo>
                  <a:lnTo>
                    <a:pt x="65532" y="284988"/>
                  </a:lnTo>
                  <a:lnTo>
                    <a:pt x="67056" y="281940"/>
                  </a:lnTo>
                  <a:lnTo>
                    <a:pt x="70104" y="278892"/>
                  </a:lnTo>
                  <a:lnTo>
                    <a:pt x="76200" y="275844"/>
                  </a:lnTo>
                  <a:lnTo>
                    <a:pt x="80772" y="272796"/>
                  </a:lnTo>
                  <a:lnTo>
                    <a:pt x="129908" y="252984"/>
                  </a:lnTo>
                  <a:lnTo>
                    <a:pt x="175260" y="234696"/>
                  </a:lnTo>
                  <a:lnTo>
                    <a:pt x="175260" y="230124"/>
                  </a:lnTo>
                  <a:close/>
                </a:path>
                <a:path extrusionOk="0" h="551815" w="175260">
                  <a:moveTo>
                    <a:pt x="175260" y="114300"/>
                  </a:moveTo>
                  <a:lnTo>
                    <a:pt x="174409" y="105473"/>
                  </a:lnTo>
                  <a:lnTo>
                    <a:pt x="174307" y="105156"/>
                  </a:lnTo>
                  <a:lnTo>
                    <a:pt x="171831" y="97345"/>
                  </a:lnTo>
                  <a:lnTo>
                    <a:pt x="139687" y="71183"/>
                  </a:lnTo>
                  <a:lnTo>
                    <a:pt x="131064" y="68580"/>
                  </a:lnTo>
                  <a:lnTo>
                    <a:pt x="129540" y="71628"/>
                  </a:lnTo>
                  <a:lnTo>
                    <a:pt x="138684" y="76200"/>
                  </a:lnTo>
                  <a:lnTo>
                    <a:pt x="146304" y="80772"/>
                  </a:lnTo>
                  <a:lnTo>
                    <a:pt x="149352" y="85344"/>
                  </a:lnTo>
                  <a:lnTo>
                    <a:pt x="155359" y="97345"/>
                  </a:lnTo>
                  <a:lnTo>
                    <a:pt x="155244" y="105473"/>
                  </a:lnTo>
                  <a:lnTo>
                    <a:pt x="132765" y="137693"/>
                  </a:lnTo>
                  <a:lnTo>
                    <a:pt x="114096" y="143256"/>
                  </a:lnTo>
                  <a:lnTo>
                    <a:pt x="102108" y="143256"/>
                  </a:lnTo>
                  <a:lnTo>
                    <a:pt x="102108" y="92964"/>
                  </a:lnTo>
                  <a:lnTo>
                    <a:pt x="102108" y="68580"/>
                  </a:lnTo>
                  <a:lnTo>
                    <a:pt x="94488" y="69240"/>
                  </a:lnTo>
                  <a:lnTo>
                    <a:pt x="94488" y="92964"/>
                  </a:lnTo>
                  <a:lnTo>
                    <a:pt x="94488" y="143256"/>
                  </a:lnTo>
                  <a:lnTo>
                    <a:pt x="85344" y="143256"/>
                  </a:lnTo>
                  <a:lnTo>
                    <a:pt x="77724" y="140208"/>
                  </a:lnTo>
                  <a:lnTo>
                    <a:pt x="67056" y="129540"/>
                  </a:lnTo>
                  <a:lnTo>
                    <a:pt x="65532" y="123444"/>
                  </a:lnTo>
                  <a:lnTo>
                    <a:pt x="65532" y="108204"/>
                  </a:lnTo>
                  <a:lnTo>
                    <a:pt x="68580" y="105156"/>
                  </a:lnTo>
                  <a:lnTo>
                    <a:pt x="71628" y="100584"/>
                  </a:lnTo>
                  <a:lnTo>
                    <a:pt x="74676" y="97536"/>
                  </a:lnTo>
                  <a:lnTo>
                    <a:pt x="79248" y="96012"/>
                  </a:lnTo>
                  <a:lnTo>
                    <a:pt x="82296" y="94488"/>
                  </a:lnTo>
                  <a:lnTo>
                    <a:pt x="86868" y="94488"/>
                  </a:lnTo>
                  <a:lnTo>
                    <a:pt x="94488" y="92964"/>
                  </a:lnTo>
                  <a:lnTo>
                    <a:pt x="94488" y="69240"/>
                  </a:lnTo>
                  <a:lnTo>
                    <a:pt x="92392" y="69418"/>
                  </a:lnTo>
                  <a:lnTo>
                    <a:pt x="60579" y="94297"/>
                  </a:lnTo>
                  <a:lnTo>
                    <a:pt x="60540" y="94488"/>
                  </a:lnTo>
                  <a:lnTo>
                    <a:pt x="58534" y="102425"/>
                  </a:lnTo>
                  <a:lnTo>
                    <a:pt x="58458" y="103632"/>
                  </a:lnTo>
                  <a:lnTo>
                    <a:pt x="58343" y="105156"/>
                  </a:lnTo>
                  <a:lnTo>
                    <a:pt x="58318" y="105473"/>
                  </a:lnTo>
                  <a:lnTo>
                    <a:pt x="57912" y="111252"/>
                  </a:lnTo>
                  <a:lnTo>
                    <a:pt x="57950" y="111594"/>
                  </a:lnTo>
                  <a:lnTo>
                    <a:pt x="58801" y="122110"/>
                  </a:lnTo>
                  <a:lnTo>
                    <a:pt x="61531" y="131826"/>
                  </a:lnTo>
                  <a:lnTo>
                    <a:pt x="92392" y="158115"/>
                  </a:lnTo>
                  <a:lnTo>
                    <a:pt x="117348" y="161544"/>
                  </a:lnTo>
                  <a:lnTo>
                    <a:pt x="130213" y="160693"/>
                  </a:lnTo>
                  <a:lnTo>
                    <a:pt x="141351" y="158115"/>
                  </a:lnTo>
                  <a:lnTo>
                    <a:pt x="150787" y="153835"/>
                  </a:lnTo>
                  <a:lnTo>
                    <a:pt x="158496" y="147828"/>
                  </a:lnTo>
                  <a:lnTo>
                    <a:pt x="163042" y="143256"/>
                  </a:lnTo>
                  <a:lnTo>
                    <a:pt x="165620" y="140665"/>
                  </a:lnTo>
                  <a:lnTo>
                    <a:pt x="170878" y="132778"/>
                  </a:lnTo>
                  <a:lnTo>
                    <a:pt x="170954" y="132588"/>
                  </a:lnTo>
                  <a:lnTo>
                    <a:pt x="174142" y="124040"/>
                  </a:lnTo>
                  <a:lnTo>
                    <a:pt x="174218" y="123444"/>
                  </a:lnTo>
                  <a:lnTo>
                    <a:pt x="175260" y="1143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036" name="Google Shape;6036;p92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3660648" y="8793479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037" name="Google Shape;6037;p92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3660647" y="8479535"/>
            <a:ext cx="117348" cy="236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6038" name="Google Shape;6038;p92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3602735" y="7193279"/>
            <a:ext cx="175259" cy="1217676"/>
          </a:xfrm>
          <a:prstGeom prst="rect">
            <a:avLst/>
          </a:prstGeom>
          <a:noFill/>
          <a:ln>
            <a:noFill/>
          </a:ln>
        </p:spPr>
      </p:pic>
      <p:sp>
        <p:nvSpPr>
          <p:cNvPr id="6039" name="Google Shape;6039;p92"/>
          <p:cNvSpPr/>
          <p:nvPr/>
        </p:nvSpPr>
        <p:spPr>
          <a:xfrm>
            <a:off x="4006596" y="9130283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0" name="Google Shape;6040;p92"/>
          <p:cNvGrpSpPr/>
          <p:nvPr/>
        </p:nvGrpSpPr>
        <p:grpSpPr>
          <a:xfrm>
            <a:off x="3922776" y="8624316"/>
            <a:ext cx="187452" cy="438911"/>
            <a:chOff x="3922776" y="8624316"/>
            <a:chExt cx="187452" cy="438911"/>
          </a:xfrm>
        </p:grpSpPr>
        <p:pic>
          <p:nvPicPr>
            <p:cNvPr id="6041" name="Google Shape;6041;p92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3956304" y="8848344"/>
              <a:ext cx="117348" cy="2148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042" name="Google Shape;6042;p92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3922776" y="8624316"/>
              <a:ext cx="187452" cy="20269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043" name="Google Shape;6043;p92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898391" y="7967471"/>
            <a:ext cx="225551" cy="573024"/>
          </a:xfrm>
          <a:prstGeom prst="rect">
            <a:avLst/>
          </a:prstGeom>
          <a:noFill/>
          <a:ln>
            <a:noFill/>
          </a:ln>
        </p:spPr>
      </p:pic>
      <p:pic>
        <p:nvPicPr>
          <p:cNvPr id="6044" name="Google Shape;6044;p92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898392" y="7068311"/>
            <a:ext cx="225551" cy="827531"/>
          </a:xfrm>
          <a:prstGeom prst="rect">
            <a:avLst/>
          </a:prstGeom>
          <a:noFill/>
          <a:ln>
            <a:noFill/>
          </a:ln>
        </p:spPr>
      </p:pic>
      <p:pic>
        <p:nvPicPr>
          <p:cNvPr id="6045" name="Google Shape;6045;p92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4206239" y="9526523"/>
            <a:ext cx="143256" cy="143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6" name="Google Shape;6046;p92"/>
          <p:cNvGrpSpPr/>
          <p:nvPr/>
        </p:nvGrpSpPr>
        <p:grpSpPr>
          <a:xfrm>
            <a:off x="4195559" y="8679180"/>
            <a:ext cx="226060" cy="763524"/>
            <a:chOff x="4195559" y="8679180"/>
            <a:chExt cx="226060" cy="763524"/>
          </a:xfrm>
        </p:grpSpPr>
        <p:pic>
          <p:nvPicPr>
            <p:cNvPr id="6047" name="Google Shape;6047;p92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4203191" y="9276588"/>
              <a:ext cx="164592" cy="1661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048" name="Google Shape;6048;p92"/>
            <p:cNvSpPr/>
            <p:nvPr/>
          </p:nvSpPr>
          <p:spPr>
            <a:xfrm>
              <a:off x="4195559" y="8679180"/>
              <a:ext cx="226060" cy="576580"/>
            </a:xfrm>
            <a:custGeom>
              <a:rect b="b" l="l" r="r" t="t"/>
              <a:pathLst>
                <a:path extrusionOk="0" h="576579" w="226060">
                  <a:moveTo>
                    <a:pt x="24384" y="217932"/>
                  </a:moveTo>
                  <a:lnTo>
                    <a:pt x="22860" y="214884"/>
                  </a:lnTo>
                  <a:lnTo>
                    <a:pt x="19812" y="213360"/>
                  </a:lnTo>
                  <a:lnTo>
                    <a:pt x="18288" y="210312"/>
                  </a:lnTo>
                  <a:lnTo>
                    <a:pt x="15240" y="208788"/>
                  </a:lnTo>
                  <a:lnTo>
                    <a:pt x="7620" y="208788"/>
                  </a:lnTo>
                  <a:lnTo>
                    <a:pt x="3048" y="213360"/>
                  </a:lnTo>
                  <a:lnTo>
                    <a:pt x="0" y="214884"/>
                  </a:lnTo>
                  <a:lnTo>
                    <a:pt x="0" y="227076"/>
                  </a:lnTo>
                  <a:lnTo>
                    <a:pt x="3048" y="230124"/>
                  </a:lnTo>
                  <a:lnTo>
                    <a:pt x="6096" y="231648"/>
                  </a:lnTo>
                  <a:lnTo>
                    <a:pt x="7620" y="233172"/>
                  </a:lnTo>
                  <a:lnTo>
                    <a:pt x="15240" y="233172"/>
                  </a:lnTo>
                  <a:lnTo>
                    <a:pt x="18288" y="231648"/>
                  </a:lnTo>
                  <a:lnTo>
                    <a:pt x="22860" y="227076"/>
                  </a:lnTo>
                  <a:lnTo>
                    <a:pt x="24384" y="224028"/>
                  </a:lnTo>
                  <a:lnTo>
                    <a:pt x="24384" y="217932"/>
                  </a:lnTo>
                  <a:close/>
                </a:path>
                <a:path extrusionOk="0" h="576579" w="226060">
                  <a:moveTo>
                    <a:pt x="172212" y="355092"/>
                  </a:moveTo>
                  <a:lnTo>
                    <a:pt x="169164" y="355092"/>
                  </a:lnTo>
                  <a:lnTo>
                    <a:pt x="169164" y="359664"/>
                  </a:lnTo>
                  <a:lnTo>
                    <a:pt x="167640" y="364236"/>
                  </a:lnTo>
                  <a:lnTo>
                    <a:pt x="167640" y="365760"/>
                  </a:lnTo>
                  <a:lnTo>
                    <a:pt x="164592" y="368808"/>
                  </a:lnTo>
                  <a:lnTo>
                    <a:pt x="161544" y="370332"/>
                  </a:lnTo>
                  <a:lnTo>
                    <a:pt x="160020" y="370332"/>
                  </a:lnTo>
                  <a:lnTo>
                    <a:pt x="153924" y="371856"/>
                  </a:lnTo>
                  <a:lnTo>
                    <a:pt x="82296" y="371856"/>
                  </a:lnTo>
                  <a:lnTo>
                    <a:pt x="77724" y="374904"/>
                  </a:lnTo>
                  <a:lnTo>
                    <a:pt x="70104" y="376428"/>
                  </a:lnTo>
                  <a:lnTo>
                    <a:pt x="65532" y="381000"/>
                  </a:lnTo>
                  <a:lnTo>
                    <a:pt x="62484" y="385572"/>
                  </a:lnTo>
                  <a:lnTo>
                    <a:pt x="59436" y="388620"/>
                  </a:lnTo>
                  <a:lnTo>
                    <a:pt x="57912" y="394716"/>
                  </a:lnTo>
                  <a:lnTo>
                    <a:pt x="57912" y="400812"/>
                  </a:lnTo>
                  <a:lnTo>
                    <a:pt x="59347" y="409981"/>
                  </a:lnTo>
                  <a:lnTo>
                    <a:pt x="63627" y="419290"/>
                  </a:lnTo>
                  <a:lnTo>
                    <a:pt x="70777" y="428891"/>
                  </a:lnTo>
                  <a:lnTo>
                    <a:pt x="80772" y="438912"/>
                  </a:lnTo>
                  <a:lnTo>
                    <a:pt x="57912" y="438912"/>
                  </a:lnTo>
                  <a:lnTo>
                    <a:pt x="57912" y="443484"/>
                  </a:lnTo>
                  <a:lnTo>
                    <a:pt x="71628" y="477012"/>
                  </a:lnTo>
                  <a:lnTo>
                    <a:pt x="74676" y="475488"/>
                  </a:lnTo>
                  <a:lnTo>
                    <a:pt x="73152" y="472440"/>
                  </a:lnTo>
                  <a:lnTo>
                    <a:pt x="73152" y="463296"/>
                  </a:lnTo>
                  <a:lnTo>
                    <a:pt x="74676" y="461772"/>
                  </a:lnTo>
                  <a:lnTo>
                    <a:pt x="74676" y="460248"/>
                  </a:lnTo>
                  <a:lnTo>
                    <a:pt x="77724" y="460248"/>
                  </a:lnTo>
                  <a:lnTo>
                    <a:pt x="79248" y="458724"/>
                  </a:lnTo>
                  <a:lnTo>
                    <a:pt x="161544" y="458724"/>
                  </a:lnTo>
                  <a:lnTo>
                    <a:pt x="164592" y="461772"/>
                  </a:lnTo>
                  <a:lnTo>
                    <a:pt x="167640" y="463296"/>
                  </a:lnTo>
                  <a:lnTo>
                    <a:pt x="169164" y="467868"/>
                  </a:lnTo>
                  <a:lnTo>
                    <a:pt x="169164" y="475488"/>
                  </a:lnTo>
                  <a:lnTo>
                    <a:pt x="172212" y="475488"/>
                  </a:lnTo>
                  <a:lnTo>
                    <a:pt x="172212" y="458724"/>
                  </a:lnTo>
                  <a:lnTo>
                    <a:pt x="172212" y="422148"/>
                  </a:lnTo>
                  <a:lnTo>
                    <a:pt x="169164" y="422148"/>
                  </a:lnTo>
                  <a:lnTo>
                    <a:pt x="169164" y="426720"/>
                  </a:lnTo>
                  <a:lnTo>
                    <a:pt x="167690" y="431152"/>
                  </a:lnTo>
                  <a:lnTo>
                    <a:pt x="167640" y="432816"/>
                  </a:lnTo>
                  <a:lnTo>
                    <a:pt x="164592" y="435864"/>
                  </a:lnTo>
                  <a:lnTo>
                    <a:pt x="161544" y="437388"/>
                  </a:lnTo>
                  <a:lnTo>
                    <a:pt x="160020" y="438912"/>
                  </a:lnTo>
                  <a:lnTo>
                    <a:pt x="88392" y="438912"/>
                  </a:lnTo>
                  <a:lnTo>
                    <a:pt x="81521" y="431152"/>
                  </a:lnTo>
                  <a:lnTo>
                    <a:pt x="76771" y="423672"/>
                  </a:lnTo>
                  <a:lnTo>
                    <a:pt x="74041" y="416204"/>
                  </a:lnTo>
                  <a:lnTo>
                    <a:pt x="73152" y="408432"/>
                  </a:lnTo>
                  <a:lnTo>
                    <a:pt x="73152" y="402336"/>
                  </a:lnTo>
                  <a:lnTo>
                    <a:pt x="74676" y="397764"/>
                  </a:lnTo>
                  <a:lnTo>
                    <a:pt x="79248" y="394716"/>
                  </a:lnTo>
                  <a:lnTo>
                    <a:pt x="83820" y="393192"/>
                  </a:lnTo>
                  <a:lnTo>
                    <a:pt x="91440" y="391668"/>
                  </a:lnTo>
                  <a:lnTo>
                    <a:pt x="158496" y="391668"/>
                  </a:lnTo>
                  <a:lnTo>
                    <a:pt x="161544" y="393192"/>
                  </a:lnTo>
                  <a:lnTo>
                    <a:pt x="164592" y="393192"/>
                  </a:lnTo>
                  <a:lnTo>
                    <a:pt x="166116" y="396240"/>
                  </a:lnTo>
                  <a:lnTo>
                    <a:pt x="167640" y="397764"/>
                  </a:lnTo>
                  <a:lnTo>
                    <a:pt x="169164" y="400812"/>
                  </a:lnTo>
                  <a:lnTo>
                    <a:pt x="169164" y="408432"/>
                  </a:lnTo>
                  <a:lnTo>
                    <a:pt x="172212" y="408432"/>
                  </a:lnTo>
                  <a:lnTo>
                    <a:pt x="172212" y="391668"/>
                  </a:lnTo>
                  <a:lnTo>
                    <a:pt x="172212" y="355092"/>
                  </a:lnTo>
                  <a:close/>
                </a:path>
                <a:path extrusionOk="0" h="576579" w="226060">
                  <a:moveTo>
                    <a:pt x="172212" y="193548"/>
                  </a:moveTo>
                  <a:lnTo>
                    <a:pt x="169164" y="193548"/>
                  </a:lnTo>
                  <a:lnTo>
                    <a:pt x="169164" y="199644"/>
                  </a:lnTo>
                  <a:lnTo>
                    <a:pt x="167640" y="202692"/>
                  </a:lnTo>
                  <a:lnTo>
                    <a:pt x="167640" y="204216"/>
                  </a:lnTo>
                  <a:lnTo>
                    <a:pt x="166116" y="207264"/>
                  </a:lnTo>
                  <a:lnTo>
                    <a:pt x="164592" y="208788"/>
                  </a:lnTo>
                  <a:lnTo>
                    <a:pt x="161544" y="208788"/>
                  </a:lnTo>
                  <a:lnTo>
                    <a:pt x="160020" y="210312"/>
                  </a:lnTo>
                  <a:lnTo>
                    <a:pt x="57912" y="210312"/>
                  </a:lnTo>
                  <a:lnTo>
                    <a:pt x="57912" y="216408"/>
                  </a:lnTo>
                  <a:lnTo>
                    <a:pt x="71628" y="248412"/>
                  </a:lnTo>
                  <a:lnTo>
                    <a:pt x="74676" y="246888"/>
                  </a:lnTo>
                  <a:lnTo>
                    <a:pt x="73152" y="243840"/>
                  </a:lnTo>
                  <a:lnTo>
                    <a:pt x="73152" y="234696"/>
                  </a:lnTo>
                  <a:lnTo>
                    <a:pt x="74676" y="234696"/>
                  </a:lnTo>
                  <a:lnTo>
                    <a:pt x="74676" y="233172"/>
                  </a:lnTo>
                  <a:lnTo>
                    <a:pt x="76200" y="231648"/>
                  </a:lnTo>
                  <a:lnTo>
                    <a:pt x="79248" y="231648"/>
                  </a:lnTo>
                  <a:lnTo>
                    <a:pt x="83299" y="230771"/>
                  </a:lnTo>
                  <a:lnTo>
                    <a:pt x="88773" y="230314"/>
                  </a:lnTo>
                  <a:lnTo>
                    <a:pt x="97002" y="230124"/>
                  </a:lnTo>
                  <a:lnTo>
                    <a:pt x="153924" y="230124"/>
                  </a:lnTo>
                  <a:lnTo>
                    <a:pt x="158496" y="231648"/>
                  </a:lnTo>
                  <a:lnTo>
                    <a:pt x="161544" y="231648"/>
                  </a:lnTo>
                  <a:lnTo>
                    <a:pt x="164592" y="233172"/>
                  </a:lnTo>
                  <a:lnTo>
                    <a:pt x="167640" y="236220"/>
                  </a:lnTo>
                  <a:lnTo>
                    <a:pt x="167640" y="237744"/>
                  </a:lnTo>
                  <a:lnTo>
                    <a:pt x="169164" y="242316"/>
                  </a:lnTo>
                  <a:lnTo>
                    <a:pt x="169164" y="246888"/>
                  </a:lnTo>
                  <a:lnTo>
                    <a:pt x="172212" y="246888"/>
                  </a:lnTo>
                  <a:lnTo>
                    <a:pt x="172212" y="230124"/>
                  </a:lnTo>
                  <a:lnTo>
                    <a:pt x="172212" y="193548"/>
                  </a:lnTo>
                  <a:close/>
                </a:path>
                <a:path extrusionOk="0" h="576579" w="226060">
                  <a:moveTo>
                    <a:pt x="175260" y="303276"/>
                  </a:moveTo>
                  <a:lnTo>
                    <a:pt x="155067" y="269176"/>
                  </a:lnTo>
                  <a:lnTo>
                    <a:pt x="141732" y="266700"/>
                  </a:lnTo>
                  <a:lnTo>
                    <a:pt x="132016" y="268160"/>
                  </a:lnTo>
                  <a:lnTo>
                    <a:pt x="100584" y="307848"/>
                  </a:lnTo>
                  <a:lnTo>
                    <a:pt x="97536" y="315468"/>
                  </a:lnTo>
                  <a:lnTo>
                    <a:pt x="94488" y="320040"/>
                  </a:lnTo>
                  <a:lnTo>
                    <a:pt x="91440" y="321564"/>
                  </a:lnTo>
                  <a:lnTo>
                    <a:pt x="86868" y="324612"/>
                  </a:lnTo>
                  <a:lnTo>
                    <a:pt x="83820" y="326136"/>
                  </a:lnTo>
                  <a:lnTo>
                    <a:pt x="76200" y="326136"/>
                  </a:lnTo>
                  <a:lnTo>
                    <a:pt x="67056" y="316992"/>
                  </a:lnTo>
                  <a:lnTo>
                    <a:pt x="65532" y="312420"/>
                  </a:lnTo>
                  <a:lnTo>
                    <a:pt x="65532" y="300228"/>
                  </a:lnTo>
                  <a:lnTo>
                    <a:pt x="96012" y="278892"/>
                  </a:lnTo>
                  <a:lnTo>
                    <a:pt x="96012" y="275844"/>
                  </a:lnTo>
                  <a:lnTo>
                    <a:pt x="57912" y="275844"/>
                  </a:lnTo>
                  <a:lnTo>
                    <a:pt x="57912" y="278892"/>
                  </a:lnTo>
                  <a:lnTo>
                    <a:pt x="59436" y="278892"/>
                  </a:lnTo>
                  <a:lnTo>
                    <a:pt x="62484" y="281940"/>
                  </a:lnTo>
                  <a:lnTo>
                    <a:pt x="62484" y="284988"/>
                  </a:lnTo>
                  <a:lnTo>
                    <a:pt x="60960" y="288036"/>
                  </a:lnTo>
                  <a:lnTo>
                    <a:pt x="60960" y="292608"/>
                  </a:lnTo>
                  <a:lnTo>
                    <a:pt x="57912" y="298704"/>
                  </a:lnTo>
                  <a:lnTo>
                    <a:pt x="57912" y="307848"/>
                  </a:lnTo>
                  <a:lnTo>
                    <a:pt x="79248" y="341376"/>
                  </a:lnTo>
                  <a:lnTo>
                    <a:pt x="96012" y="341376"/>
                  </a:lnTo>
                  <a:lnTo>
                    <a:pt x="120396" y="312420"/>
                  </a:lnTo>
                  <a:lnTo>
                    <a:pt x="124714" y="304139"/>
                  </a:lnTo>
                  <a:lnTo>
                    <a:pt x="128587" y="297561"/>
                  </a:lnTo>
                  <a:lnTo>
                    <a:pt x="131127" y="294132"/>
                  </a:lnTo>
                  <a:lnTo>
                    <a:pt x="132295" y="292608"/>
                  </a:lnTo>
                  <a:lnTo>
                    <a:pt x="135636" y="289560"/>
                  </a:lnTo>
                  <a:lnTo>
                    <a:pt x="138811" y="286397"/>
                  </a:lnTo>
                  <a:lnTo>
                    <a:pt x="139166" y="286397"/>
                  </a:lnTo>
                  <a:lnTo>
                    <a:pt x="144780" y="284988"/>
                  </a:lnTo>
                  <a:lnTo>
                    <a:pt x="153924" y="284988"/>
                  </a:lnTo>
                  <a:lnTo>
                    <a:pt x="158140" y="286397"/>
                  </a:lnTo>
                  <a:lnTo>
                    <a:pt x="158381" y="286397"/>
                  </a:lnTo>
                  <a:lnTo>
                    <a:pt x="161544" y="289560"/>
                  </a:lnTo>
                  <a:lnTo>
                    <a:pt x="166116" y="292608"/>
                  </a:lnTo>
                  <a:lnTo>
                    <a:pt x="167640" y="297180"/>
                  </a:lnTo>
                  <a:lnTo>
                    <a:pt x="167640" y="310896"/>
                  </a:lnTo>
                  <a:lnTo>
                    <a:pt x="137160" y="338328"/>
                  </a:lnTo>
                  <a:lnTo>
                    <a:pt x="137160" y="341376"/>
                  </a:lnTo>
                  <a:lnTo>
                    <a:pt x="175260" y="341376"/>
                  </a:lnTo>
                  <a:lnTo>
                    <a:pt x="175260" y="338328"/>
                  </a:lnTo>
                  <a:lnTo>
                    <a:pt x="172212" y="336804"/>
                  </a:lnTo>
                  <a:lnTo>
                    <a:pt x="170688" y="335280"/>
                  </a:lnTo>
                  <a:lnTo>
                    <a:pt x="170688" y="326136"/>
                  </a:lnTo>
                  <a:lnTo>
                    <a:pt x="173736" y="318516"/>
                  </a:lnTo>
                  <a:lnTo>
                    <a:pt x="175260" y="310896"/>
                  </a:lnTo>
                  <a:lnTo>
                    <a:pt x="175260" y="303276"/>
                  </a:lnTo>
                  <a:close/>
                </a:path>
                <a:path extrusionOk="0" h="576579" w="226060">
                  <a:moveTo>
                    <a:pt x="175272" y="528828"/>
                  </a:moveTo>
                  <a:lnTo>
                    <a:pt x="174409" y="520001"/>
                  </a:lnTo>
                  <a:lnTo>
                    <a:pt x="174307" y="519684"/>
                  </a:lnTo>
                  <a:lnTo>
                    <a:pt x="171843" y="511873"/>
                  </a:lnTo>
                  <a:lnTo>
                    <a:pt x="139687" y="485063"/>
                  </a:lnTo>
                  <a:lnTo>
                    <a:pt x="131076" y="483108"/>
                  </a:lnTo>
                  <a:lnTo>
                    <a:pt x="129552" y="486156"/>
                  </a:lnTo>
                  <a:lnTo>
                    <a:pt x="138696" y="490728"/>
                  </a:lnTo>
                  <a:lnTo>
                    <a:pt x="146316" y="495300"/>
                  </a:lnTo>
                  <a:lnTo>
                    <a:pt x="149364" y="499872"/>
                  </a:lnTo>
                  <a:lnTo>
                    <a:pt x="153936" y="504444"/>
                  </a:lnTo>
                  <a:lnTo>
                    <a:pt x="153962" y="504621"/>
                  </a:lnTo>
                  <a:lnTo>
                    <a:pt x="155422" y="511873"/>
                  </a:lnTo>
                  <a:lnTo>
                    <a:pt x="155460" y="518160"/>
                  </a:lnTo>
                  <a:lnTo>
                    <a:pt x="154584" y="525780"/>
                  </a:lnTo>
                  <a:lnTo>
                    <a:pt x="124028" y="555307"/>
                  </a:lnTo>
                  <a:lnTo>
                    <a:pt x="102120" y="557784"/>
                  </a:lnTo>
                  <a:lnTo>
                    <a:pt x="102120" y="507492"/>
                  </a:lnTo>
                  <a:lnTo>
                    <a:pt x="102120" y="483108"/>
                  </a:lnTo>
                  <a:lnTo>
                    <a:pt x="94500" y="483768"/>
                  </a:lnTo>
                  <a:lnTo>
                    <a:pt x="94500" y="507492"/>
                  </a:lnTo>
                  <a:lnTo>
                    <a:pt x="94500" y="557784"/>
                  </a:lnTo>
                  <a:lnTo>
                    <a:pt x="85356" y="557784"/>
                  </a:lnTo>
                  <a:lnTo>
                    <a:pt x="77736" y="554736"/>
                  </a:lnTo>
                  <a:lnTo>
                    <a:pt x="73164" y="548640"/>
                  </a:lnTo>
                  <a:lnTo>
                    <a:pt x="67068" y="544068"/>
                  </a:lnTo>
                  <a:lnTo>
                    <a:pt x="65544" y="537933"/>
                  </a:lnTo>
                  <a:lnTo>
                    <a:pt x="65544" y="527304"/>
                  </a:lnTo>
                  <a:lnTo>
                    <a:pt x="79260" y="510540"/>
                  </a:lnTo>
                  <a:lnTo>
                    <a:pt x="82308" y="509016"/>
                  </a:lnTo>
                  <a:lnTo>
                    <a:pt x="86880" y="509016"/>
                  </a:lnTo>
                  <a:lnTo>
                    <a:pt x="94500" y="507492"/>
                  </a:lnTo>
                  <a:lnTo>
                    <a:pt x="94500" y="483768"/>
                  </a:lnTo>
                  <a:lnTo>
                    <a:pt x="60591" y="508825"/>
                  </a:lnTo>
                  <a:lnTo>
                    <a:pt x="58458" y="518160"/>
                  </a:lnTo>
                  <a:lnTo>
                    <a:pt x="58343" y="519684"/>
                  </a:lnTo>
                  <a:lnTo>
                    <a:pt x="58318" y="520001"/>
                  </a:lnTo>
                  <a:lnTo>
                    <a:pt x="57924" y="525780"/>
                  </a:lnTo>
                  <a:lnTo>
                    <a:pt x="58039" y="527304"/>
                  </a:lnTo>
                  <a:lnTo>
                    <a:pt x="73164" y="562356"/>
                  </a:lnTo>
                  <a:lnTo>
                    <a:pt x="117360" y="576072"/>
                  </a:lnTo>
                  <a:lnTo>
                    <a:pt x="130238" y="575221"/>
                  </a:lnTo>
                  <a:lnTo>
                    <a:pt x="141554" y="572643"/>
                  </a:lnTo>
                  <a:lnTo>
                    <a:pt x="151434" y="568363"/>
                  </a:lnTo>
                  <a:lnTo>
                    <a:pt x="160032" y="562356"/>
                  </a:lnTo>
                  <a:lnTo>
                    <a:pt x="163893" y="557784"/>
                  </a:lnTo>
                  <a:lnTo>
                    <a:pt x="166268" y="554977"/>
                  </a:lnTo>
                  <a:lnTo>
                    <a:pt x="171081" y="546735"/>
                  </a:lnTo>
                  <a:lnTo>
                    <a:pt x="174167" y="537933"/>
                  </a:lnTo>
                  <a:lnTo>
                    <a:pt x="175272" y="528828"/>
                  </a:lnTo>
                  <a:close/>
                </a:path>
                <a:path extrusionOk="0" h="576579" w="226060">
                  <a:moveTo>
                    <a:pt x="175272" y="141732"/>
                  </a:moveTo>
                  <a:lnTo>
                    <a:pt x="150888" y="118872"/>
                  </a:lnTo>
                  <a:lnTo>
                    <a:pt x="150888" y="124968"/>
                  </a:lnTo>
                  <a:lnTo>
                    <a:pt x="153936" y="126492"/>
                  </a:lnTo>
                  <a:lnTo>
                    <a:pt x="155460" y="128016"/>
                  </a:lnTo>
                  <a:lnTo>
                    <a:pt x="156984" y="131064"/>
                  </a:lnTo>
                  <a:lnTo>
                    <a:pt x="158508" y="132588"/>
                  </a:lnTo>
                  <a:lnTo>
                    <a:pt x="160032" y="135636"/>
                  </a:lnTo>
                  <a:lnTo>
                    <a:pt x="160032" y="141732"/>
                  </a:lnTo>
                  <a:lnTo>
                    <a:pt x="153936" y="147828"/>
                  </a:lnTo>
                  <a:lnTo>
                    <a:pt x="147840" y="149352"/>
                  </a:lnTo>
                  <a:lnTo>
                    <a:pt x="68592" y="149352"/>
                  </a:lnTo>
                  <a:lnTo>
                    <a:pt x="68592" y="123444"/>
                  </a:lnTo>
                  <a:lnTo>
                    <a:pt x="60972" y="123444"/>
                  </a:lnTo>
                  <a:lnTo>
                    <a:pt x="60972" y="149352"/>
                  </a:lnTo>
                  <a:lnTo>
                    <a:pt x="24396" y="149352"/>
                  </a:lnTo>
                  <a:lnTo>
                    <a:pt x="24396" y="152400"/>
                  </a:lnTo>
                  <a:lnTo>
                    <a:pt x="32016" y="155448"/>
                  </a:lnTo>
                  <a:lnTo>
                    <a:pt x="47256" y="163068"/>
                  </a:lnTo>
                  <a:lnTo>
                    <a:pt x="56400" y="172212"/>
                  </a:lnTo>
                  <a:lnTo>
                    <a:pt x="59448" y="178308"/>
                  </a:lnTo>
                  <a:lnTo>
                    <a:pt x="62496" y="182880"/>
                  </a:lnTo>
                  <a:lnTo>
                    <a:pt x="64020" y="187452"/>
                  </a:lnTo>
                  <a:lnTo>
                    <a:pt x="68592" y="187452"/>
                  </a:lnTo>
                  <a:lnTo>
                    <a:pt x="68592" y="169164"/>
                  </a:lnTo>
                  <a:lnTo>
                    <a:pt x="152412" y="169164"/>
                  </a:lnTo>
                  <a:lnTo>
                    <a:pt x="173748" y="153924"/>
                  </a:lnTo>
                  <a:lnTo>
                    <a:pt x="175272" y="150876"/>
                  </a:lnTo>
                  <a:lnTo>
                    <a:pt x="175272" y="141732"/>
                  </a:lnTo>
                  <a:close/>
                </a:path>
                <a:path extrusionOk="0" h="576579" w="226060">
                  <a:moveTo>
                    <a:pt x="225564" y="91440"/>
                  </a:moveTo>
                  <a:lnTo>
                    <a:pt x="192036" y="60960"/>
                  </a:lnTo>
                  <a:lnTo>
                    <a:pt x="188188" y="59436"/>
                  </a:lnTo>
                  <a:lnTo>
                    <a:pt x="96126" y="22860"/>
                  </a:lnTo>
                  <a:lnTo>
                    <a:pt x="80784" y="16764"/>
                  </a:lnTo>
                  <a:lnTo>
                    <a:pt x="76212" y="13716"/>
                  </a:lnTo>
                  <a:lnTo>
                    <a:pt x="71640" y="12192"/>
                  </a:lnTo>
                  <a:lnTo>
                    <a:pt x="68592" y="10668"/>
                  </a:lnTo>
                  <a:lnTo>
                    <a:pt x="67068" y="7620"/>
                  </a:lnTo>
                  <a:lnTo>
                    <a:pt x="64020" y="4572"/>
                  </a:lnTo>
                  <a:lnTo>
                    <a:pt x="64020" y="0"/>
                  </a:lnTo>
                  <a:lnTo>
                    <a:pt x="60972" y="0"/>
                  </a:lnTo>
                  <a:lnTo>
                    <a:pt x="60972" y="33528"/>
                  </a:lnTo>
                  <a:lnTo>
                    <a:pt x="64020" y="33528"/>
                  </a:lnTo>
                  <a:lnTo>
                    <a:pt x="64020" y="25908"/>
                  </a:lnTo>
                  <a:lnTo>
                    <a:pt x="67068" y="22860"/>
                  </a:lnTo>
                  <a:lnTo>
                    <a:pt x="77736" y="22860"/>
                  </a:lnTo>
                  <a:lnTo>
                    <a:pt x="80784" y="24384"/>
                  </a:lnTo>
                  <a:lnTo>
                    <a:pt x="143268" y="48768"/>
                  </a:lnTo>
                  <a:lnTo>
                    <a:pt x="86880" y="76200"/>
                  </a:lnTo>
                  <a:lnTo>
                    <a:pt x="80784" y="79248"/>
                  </a:lnTo>
                  <a:lnTo>
                    <a:pt x="67068" y="79248"/>
                  </a:lnTo>
                  <a:lnTo>
                    <a:pt x="64020" y="76200"/>
                  </a:lnTo>
                  <a:lnTo>
                    <a:pt x="64020" y="67056"/>
                  </a:lnTo>
                  <a:lnTo>
                    <a:pt x="60972" y="67056"/>
                  </a:lnTo>
                  <a:lnTo>
                    <a:pt x="60972" y="118872"/>
                  </a:lnTo>
                  <a:lnTo>
                    <a:pt x="64020" y="118872"/>
                  </a:lnTo>
                  <a:lnTo>
                    <a:pt x="64020" y="114300"/>
                  </a:lnTo>
                  <a:lnTo>
                    <a:pt x="65544" y="111252"/>
                  </a:lnTo>
                  <a:lnTo>
                    <a:pt x="70116" y="106680"/>
                  </a:lnTo>
                  <a:lnTo>
                    <a:pt x="73164" y="105156"/>
                  </a:lnTo>
                  <a:lnTo>
                    <a:pt x="77736" y="102108"/>
                  </a:lnTo>
                  <a:lnTo>
                    <a:pt x="83832" y="99060"/>
                  </a:lnTo>
                  <a:lnTo>
                    <a:pt x="125742" y="79248"/>
                  </a:lnTo>
                  <a:lnTo>
                    <a:pt x="167652" y="59436"/>
                  </a:lnTo>
                  <a:lnTo>
                    <a:pt x="187464" y="67056"/>
                  </a:lnTo>
                  <a:lnTo>
                    <a:pt x="199656" y="73152"/>
                  </a:lnTo>
                  <a:lnTo>
                    <a:pt x="204228" y="77724"/>
                  </a:lnTo>
                  <a:lnTo>
                    <a:pt x="205752" y="80772"/>
                  </a:lnTo>
                  <a:lnTo>
                    <a:pt x="205752" y="83820"/>
                  </a:lnTo>
                  <a:lnTo>
                    <a:pt x="202704" y="89916"/>
                  </a:lnTo>
                  <a:lnTo>
                    <a:pt x="201180" y="94488"/>
                  </a:lnTo>
                  <a:lnTo>
                    <a:pt x="201180" y="108204"/>
                  </a:lnTo>
                  <a:lnTo>
                    <a:pt x="205752" y="112776"/>
                  </a:lnTo>
                  <a:lnTo>
                    <a:pt x="208800" y="114300"/>
                  </a:lnTo>
                  <a:lnTo>
                    <a:pt x="214896" y="114300"/>
                  </a:lnTo>
                  <a:lnTo>
                    <a:pt x="217944" y="112776"/>
                  </a:lnTo>
                  <a:lnTo>
                    <a:pt x="224040" y="106680"/>
                  </a:lnTo>
                  <a:lnTo>
                    <a:pt x="225564" y="102108"/>
                  </a:lnTo>
                  <a:lnTo>
                    <a:pt x="225564" y="914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049" name="Google Shape;6049;p92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4195572" y="7310628"/>
            <a:ext cx="224028" cy="1296923"/>
          </a:xfrm>
          <a:prstGeom prst="rect">
            <a:avLst/>
          </a:prstGeom>
          <a:noFill/>
          <a:ln>
            <a:noFill/>
          </a:ln>
        </p:spPr>
      </p:pic>
      <p:sp>
        <p:nvSpPr>
          <p:cNvPr id="6050" name="Google Shape;6050;p92"/>
          <p:cNvSpPr/>
          <p:nvPr/>
        </p:nvSpPr>
        <p:spPr>
          <a:xfrm>
            <a:off x="4599432" y="9130283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1" name="Google Shape;6051;p92"/>
          <p:cNvSpPr/>
          <p:nvPr/>
        </p:nvSpPr>
        <p:spPr>
          <a:xfrm>
            <a:off x="4491215" y="8531352"/>
            <a:ext cx="226060" cy="539750"/>
          </a:xfrm>
          <a:custGeom>
            <a:rect b="b" l="l" r="r" t="t"/>
            <a:pathLst>
              <a:path extrusionOk="0" h="539750" w="226060">
                <a:moveTo>
                  <a:pt x="24396" y="381000"/>
                </a:moveTo>
                <a:lnTo>
                  <a:pt x="22872" y="377952"/>
                </a:lnTo>
                <a:lnTo>
                  <a:pt x="18300" y="373380"/>
                </a:lnTo>
                <a:lnTo>
                  <a:pt x="15252" y="371856"/>
                </a:lnTo>
                <a:lnTo>
                  <a:pt x="9156" y="371856"/>
                </a:lnTo>
                <a:lnTo>
                  <a:pt x="6108" y="373380"/>
                </a:lnTo>
                <a:lnTo>
                  <a:pt x="4584" y="376428"/>
                </a:lnTo>
                <a:lnTo>
                  <a:pt x="1524" y="377952"/>
                </a:lnTo>
                <a:lnTo>
                  <a:pt x="0" y="381000"/>
                </a:lnTo>
                <a:lnTo>
                  <a:pt x="0" y="388620"/>
                </a:lnTo>
                <a:lnTo>
                  <a:pt x="1524" y="391668"/>
                </a:lnTo>
                <a:lnTo>
                  <a:pt x="4584" y="393192"/>
                </a:lnTo>
                <a:lnTo>
                  <a:pt x="6108" y="396240"/>
                </a:lnTo>
                <a:lnTo>
                  <a:pt x="18300" y="396240"/>
                </a:lnTo>
                <a:lnTo>
                  <a:pt x="21348" y="393192"/>
                </a:lnTo>
                <a:lnTo>
                  <a:pt x="22872" y="390144"/>
                </a:lnTo>
                <a:lnTo>
                  <a:pt x="24396" y="388620"/>
                </a:lnTo>
                <a:lnTo>
                  <a:pt x="24396" y="381000"/>
                </a:lnTo>
                <a:close/>
              </a:path>
              <a:path extrusionOk="0" h="539750" w="226060">
                <a:moveTo>
                  <a:pt x="172212" y="178308"/>
                </a:moveTo>
                <a:lnTo>
                  <a:pt x="169164" y="178308"/>
                </a:lnTo>
                <a:lnTo>
                  <a:pt x="169164" y="187452"/>
                </a:lnTo>
                <a:lnTo>
                  <a:pt x="167640" y="190500"/>
                </a:lnTo>
                <a:lnTo>
                  <a:pt x="163068" y="195072"/>
                </a:lnTo>
                <a:lnTo>
                  <a:pt x="0" y="195072"/>
                </a:lnTo>
                <a:lnTo>
                  <a:pt x="0" y="201168"/>
                </a:lnTo>
                <a:lnTo>
                  <a:pt x="13716" y="231648"/>
                </a:lnTo>
                <a:lnTo>
                  <a:pt x="16764" y="230124"/>
                </a:lnTo>
                <a:lnTo>
                  <a:pt x="15240" y="227076"/>
                </a:lnTo>
                <a:lnTo>
                  <a:pt x="15240" y="219456"/>
                </a:lnTo>
                <a:lnTo>
                  <a:pt x="16764" y="219456"/>
                </a:lnTo>
                <a:lnTo>
                  <a:pt x="19812" y="216408"/>
                </a:lnTo>
                <a:lnTo>
                  <a:pt x="25908" y="216408"/>
                </a:lnTo>
                <a:lnTo>
                  <a:pt x="35052" y="214884"/>
                </a:lnTo>
                <a:lnTo>
                  <a:pt x="155448" y="214884"/>
                </a:lnTo>
                <a:lnTo>
                  <a:pt x="160020" y="216408"/>
                </a:lnTo>
                <a:lnTo>
                  <a:pt x="163068" y="217932"/>
                </a:lnTo>
                <a:lnTo>
                  <a:pt x="164592" y="217932"/>
                </a:lnTo>
                <a:lnTo>
                  <a:pt x="167640" y="220980"/>
                </a:lnTo>
                <a:lnTo>
                  <a:pt x="169164" y="224028"/>
                </a:lnTo>
                <a:lnTo>
                  <a:pt x="169164" y="231648"/>
                </a:lnTo>
                <a:lnTo>
                  <a:pt x="172212" y="231648"/>
                </a:lnTo>
                <a:lnTo>
                  <a:pt x="172212" y="178308"/>
                </a:lnTo>
                <a:close/>
              </a:path>
              <a:path extrusionOk="0" h="539750" w="226060">
                <a:moveTo>
                  <a:pt x="172224" y="356616"/>
                </a:moveTo>
                <a:lnTo>
                  <a:pt x="169176" y="356616"/>
                </a:lnTo>
                <a:lnTo>
                  <a:pt x="169176" y="365760"/>
                </a:lnTo>
                <a:lnTo>
                  <a:pt x="167652" y="367284"/>
                </a:lnTo>
                <a:lnTo>
                  <a:pt x="166116" y="370332"/>
                </a:lnTo>
                <a:lnTo>
                  <a:pt x="164592" y="371856"/>
                </a:lnTo>
                <a:lnTo>
                  <a:pt x="163068" y="371856"/>
                </a:lnTo>
                <a:lnTo>
                  <a:pt x="160032" y="373380"/>
                </a:lnTo>
                <a:lnTo>
                  <a:pt x="57924" y="373380"/>
                </a:lnTo>
                <a:lnTo>
                  <a:pt x="57924" y="379476"/>
                </a:lnTo>
                <a:lnTo>
                  <a:pt x="71640" y="411480"/>
                </a:lnTo>
                <a:lnTo>
                  <a:pt x="74688" y="409956"/>
                </a:lnTo>
                <a:lnTo>
                  <a:pt x="73164" y="406908"/>
                </a:lnTo>
                <a:lnTo>
                  <a:pt x="73164" y="399288"/>
                </a:lnTo>
                <a:lnTo>
                  <a:pt x="77736" y="394716"/>
                </a:lnTo>
                <a:lnTo>
                  <a:pt x="83832" y="394716"/>
                </a:lnTo>
                <a:lnTo>
                  <a:pt x="92976" y="393192"/>
                </a:lnTo>
                <a:lnTo>
                  <a:pt x="155460" y="393192"/>
                </a:lnTo>
                <a:lnTo>
                  <a:pt x="160032" y="394716"/>
                </a:lnTo>
                <a:lnTo>
                  <a:pt x="163068" y="394716"/>
                </a:lnTo>
                <a:lnTo>
                  <a:pt x="167652" y="399288"/>
                </a:lnTo>
                <a:lnTo>
                  <a:pt x="169176" y="402336"/>
                </a:lnTo>
                <a:lnTo>
                  <a:pt x="169176" y="409956"/>
                </a:lnTo>
                <a:lnTo>
                  <a:pt x="172224" y="409956"/>
                </a:lnTo>
                <a:lnTo>
                  <a:pt x="172224" y="393192"/>
                </a:lnTo>
                <a:lnTo>
                  <a:pt x="172224" y="356616"/>
                </a:lnTo>
                <a:close/>
              </a:path>
              <a:path extrusionOk="0" h="539750" w="226060">
                <a:moveTo>
                  <a:pt x="175260" y="292608"/>
                </a:moveTo>
                <a:lnTo>
                  <a:pt x="155956" y="257632"/>
                </a:lnTo>
                <a:lnTo>
                  <a:pt x="132588" y="248412"/>
                </a:lnTo>
                <a:lnTo>
                  <a:pt x="129540" y="251460"/>
                </a:lnTo>
                <a:lnTo>
                  <a:pt x="140208" y="254508"/>
                </a:lnTo>
                <a:lnTo>
                  <a:pt x="146304" y="259080"/>
                </a:lnTo>
                <a:lnTo>
                  <a:pt x="150876" y="265176"/>
                </a:lnTo>
                <a:lnTo>
                  <a:pt x="153885" y="269684"/>
                </a:lnTo>
                <a:lnTo>
                  <a:pt x="154686" y="272796"/>
                </a:lnTo>
                <a:lnTo>
                  <a:pt x="155448" y="275844"/>
                </a:lnTo>
                <a:lnTo>
                  <a:pt x="155397" y="284022"/>
                </a:lnTo>
                <a:lnTo>
                  <a:pt x="134048" y="316026"/>
                </a:lnTo>
                <a:lnTo>
                  <a:pt x="102108" y="323088"/>
                </a:lnTo>
                <a:lnTo>
                  <a:pt x="102108" y="272796"/>
                </a:lnTo>
                <a:lnTo>
                  <a:pt x="102108" y="248412"/>
                </a:lnTo>
                <a:lnTo>
                  <a:pt x="94488" y="249072"/>
                </a:lnTo>
                <a:lnTo>
                  <a:pt x="94488" y="272796"/>
                </a:lnTo>
                <a:lnTo>
                  <a:pt x="94488" y="323088"/>
                </a:lnTo>
                <a:lnTo>
                  <a:pt x="65532" y="303276"/>
                </a:lnTo>
                <a:lnTo>
                  <a:pt x="65532" y="292608"/>
                </a:lnTo>
                <a:lnTo>
                  <a:pt x="67056" y="288036"/>
                </a:lnTo>
                <a:lnTo>
                  <a:pt x="70104" y="283464"/>
                </a:lnTo>
                <a:lnTo>
                  <a:pt x="71628" y="280416"/>
                </a:lnTo>
                <a:lnTo>
                  <a:pt x="76200" y="277368"/>
                </a:lnTo>
                <a:lnTo>
                  <a:pt x="80772" y="275844"/>
                </a:lnTo>
                <a:lnTo>
                  <a:pt x="82296" y="274320"/>
                </a:lnTo>
                <a:lnTo>
                  <a:pt x="88392" y="272796"/>
                </a:lnTo>
                <a:lnTo>
                  <a:pt x="94488" y="272796"/>
                </a:lnTo>
                <a:lnTo>
                  <a:pt x="94488" y="249072"/>
                </a:lnTo>
                <a:lnTo>
                  <a:pt x="61150" y="274129"/>
                </a:lnTo>
                <a:lnTo>
                  <a:pt x="61099" y="274320"/>
                </a:lnTo>
                <a:lnTo>
                  <a:pt x="58750" y="282257"/>
                </a:lnTo>
                <a:lnTo>
                  <a:pt x="58635" y="283464"/>
                </a:lnTo>
                <a:lnTo>
                  <a:pt x="58585" y="284022"/>
                </a:lnTo>
                <a:lnTo>
                  <a:pt x="57912" y="291084"/>
                </a:lnTo>
                <a:lnTo>
                  <a:pt x="74676" y="326136"/>
                </a:lnTo>
                <a:lnTo>
                  <a:pt x="118872" y="341376"/>
                </a:lnTo>
                <a:lnTo>
                  <a:pt x="131216" y="340499"/>
                </a:lnTo>
                <a:lnTo>
                  <a:pt x="130975" y="340499"/>
                </a:lnTo>
                <a:lnTo>
                  <a:pt x="141732" y="337947"/>
                </a:lnTo>
                <a:lnTo>
                  <a:pt x="171640" y="311848"/>
                </a:lnTo>
                <a:lnTo>
                  <a:pt x="174383" y="302590"/>
                </a:lnTo>
                <a:lnTo>
                  <a:pt x="175260" y="292608"/>
                </a:lnTo>
                <a:close/>
              </a:path>
              <a:path extrusionOk="0" h="539750" w="226060">
                <a:moveTo>
                  <a:pt x="175272" y="80772"/>
                </a:moveTo>
                <a:lnTo>
                  <a:pt x="161556" y="50292"/>
                </a:lnTo>
                <a:lnTo>
                  <a:pt x="158508" y="51816"/>
                </a:lnTo>
                <a:lnTo>
                  <a:pt x="161556" y="57912"/>
                </a:lnTo>
                <a:lnTo>
                  <a:pt x="161556" y="60960"/>
                </a:lnTo>
                <a:lnTo>
                  <a:pt x="158508" y="64008"/>
                </a:lnTo>
                <a:lnTo>
                  <a:pt x="155460" y="65532"/>
                </a:lnTo>
                <a:lnTo>
                  <a:pt x="152412" y="65532"/>
                </a:lnTo>
                <a:lnTo>
                  <a:pt x="149364" y="67056"/>
                </a:lnTo>
                <a:lnTo>
                  <a:pt x="12" y="67056"/>
                </a:lnTo>
                <a:lnTo>
                  <a:pt x="12" y="71628"/>
                </a:lnTo>
                <a:lnTo>
                  <a:pt x="13728" y="103632"/>
                </a:lnTo>
                <a:lnTo>
                  <a:pt x="16776" y="102108"/>
                </a:lnTo>
                <a:lnTo>
                  <a:pt x="15252" y="99060"/>
                </a:lnTo>
                <a:lnTo>
                  <a:pt x="15252" y="91440"/>
                </a:lnTo>
                <a:lnTo>
                  <a:pt x="18300" y="88392"/>
                </a:lnTo>
                <a:lnTo>
                  <a:pt x="22872" y="88392"/>
                </a:lnTo>
                <a:lnTo>
                  <a:pt x="25920" y="86868"/>
                </a:lnTo>
                <a:lnTo>
                  <a:pt x="68592" y="86868"/>
                </a:lnTo>
                <a:lnTo>
                  <a:pt x="63703" y="91757"/>
                </a:lnTo>
                <a:lnTo>
                  <a:pt x="60401" y="97345"/>
                </a:lnTo>
                <a:lnTo>
                  <a:pt x="60337" y="97536"/>
                </a:lnTo>
                <a:lnTo>
                  <a:pt x="58508" y="103809"/>
                </a:lnTo>
                <a:lnTo>
                  <a:pt x="57924" y="111252"/>
                </a:lnTo>
                <a:lnTo>
                  <a:pt x="59296" y="122110"/>
                </a:lnTo>
                <a:lnTo>
                  <a:pt x="88061" y="154711"/>
                </a:lnTo>
                <a:lnTo>
                  <a:pt x="121932" y="163068"/>
                </a:lnTo>
                <a:lnTo>
                  <a:pt x="133337" y="162191"/>
                </a:lnTo>
                <a:lnTo>
                  <a:pt x="133121" y="162191"/>
                </a:lnTo>
                <a:lnTo>
                  <a:pt x="143268" y="159639"/>
                </a:lnTo>
                <a:lnTo>
                  <a:pt x="174383" y="127495"/>
                </a:lnTo>
                <a:lnTo>
                  <a:pt x="175272" y="112776"/>
                </a:lnTo>
                <a:lnTo>
                  <a:pt x="173748" y="106680"/>
                </a:lnTo>
                <a:lnTo>
                  <a:pt x="172224" y="102108"/>
                </a:lnTo>
                <a:lnTo>
                  <a:pt x="169176" y="97536"/>
                </a:lnTo>
                <a:lnTo>
                  <a:pt x="164604" y="91440"/>
                </a:lnTo>
                <a:lnTo>
                  <a:pt x="160032" y="88696"/>
                </a:lnTo>
                <a:lnTo>
                  <a:pt x="160032" y="100584"/>
                </a:lnTo>
                <a:lnTo>
                  <a:pt x="160032" y="106680"/>
                </a:lnTo>
                <a:lnTo>
                  <a:pt x="131838" y="137731"/>
                </a:lnTo>
                <a:lnTo>
                  <a:pt x="111264" y="140208"/>
                </a:lnTo>
                <a:lnTo>
                  <a:pt x="100406" y="139623"/>
                </a:lnTo>
                <a:lnTo>
                  <a:pt x="65544" y="118872"/>
                </a:lnTo>
                <a:lnTo>
                  <a:pt x="65544" y="108204"/>
                </a:lnTo>
                <a:lnTo>
                  <a:pt x="79260" y="91440"/>
                </a:lnTo>
                <a:lnTo>
                  <a:pt x="83832" y="88392"/>
                </a:lnTo>
                <a:lnTo>
                  <a:pt x="88404" y="86868"/>
                </a:lnTo>
                <a:lnTo>
                  <a:pt x="149364" y="86868"/>
                </a:lnTo>
                <a:lnTo>
                  <a:pt x="156984" y="92964"/>
                </a:lnTo>
                <a:lnTo>
                  <a:pt x="160032" y="100584"/>
                </a:lnTo>
                <a:lnTo>
                  <a:pt x="160032" y="88696"/>
                </a:lnTo>
                <a:lnTo>
                  <a:pt x="156984" y="86868"/>
                </a:lnTo>
                <a:lnTo>
                  <a:pt x="175272" y="86868"/>
                </a:lnTo>
                <a:lnTo>
                  <a:pt x="175272" y="80772"/>
                </a:lnTo>
                <a:close/>
              </a:path>
              <a:path extrusionOk="0" h="539750" w="226060">
                <a:moveTo>
                  <a:pt x="211848" y="36576"/>
                </a:moveTo>
                <a:lnTo>
                  <a:pt x="195084" y="9144"/>
                </a:lnTo>
                <a:lnTo>
                  <a:pt x="188976" y="3048"/>
                </a:lnTo>
                <a:lnTo>
                  <a:pt x="181356" y="0"/>
                </a:lnTo>
                <a:lnTo>
                  <a:pt x="166116" y="0"/>
                </a:lnTo>
                <a:lnTo>
                  <a:pt x="160020" y="1524"/>
                </a:lnTo>
                <a:lnTo>
                  <a:pt x="150876" y="10668"/>
                </a:lnTo>
                <a:lnTo>
                  <a:pt x="147828" y="15240"/>
                </a:lnTo>
                <a:lnTo>
                  <a:pt x="147828" y="24384"/>
                </a:lnTo>
                <a:lnTo>
                  <a:pt x="149352" y="28956"/>
                </a:lnTo>
                <a:lnTo>
                  <a:pt x="155448" y="35052"/>
                </a:lnTo>
                <a:lnTo>
                  <a:pt x="158496" y="36576"/>
                </a:lnTo>
                <a:lnTo>
                  <a:pt x="166116" y="36576"/>
                </a:lnTo>
                <a:lnTo>
                  <a:pt x="172212" y="15240"/>
                </a:lnTo>
                <a:lnTo>
                  <a:pt x="172212" y="12192"/>
                </a:lnTo>
                <a:lnTo>
                  <a:pt x="173736" y="10668"/>
                </a:lnTo>
                <a:lnTo>
                  <a:pt x="182880" y="10668"/>
                </a:lnTo>
                <a:lnTo>
                  <a:pt x="207276" y="36576"/>
                </a:lnTo>
                <a:lnTo>
                  <a:pt x="211848" y="36576"/>
                </a:lnTo>
                <a:close/>
              </a:path>
              <a:path extrusionOk="0" h="539750" w="226060">
                <a:moveTo>
                  <a:pt x="225552" y="512064"/>
                </a:moveTo>
                <a:lnTo>
                  <a:pt x="193548" y="481584"/>
                </a:lnTo>
                <a:lnTo>
                  <a:pt x="82296" y="437388"/>
                </a:lnTo>
                <a:lnTo>
                  <a:pt x="73152" y="432816"/>
                </a:lnTo>
                <a:lnTo>
                  <a:pt x="71628" y="432816"/>
                </a:lnTo>
                <a:lnTo>
                  <a:pt x="68580" y="431292"/>
                </a:lnTo>
                <a:lnTo>
                  <a:pt x="67056" y="429768"/>
                </a:lnTo>
                <a:lnTo>
                  <a:pt x="67056" y="426720"/>
                </a:lnTo>
                <a:lnTo>
                  <a:pt x="64008" y="423672"/>
                </a:lnTo>
                <a:lnTo>
                  <a:pt x="64008" y="420624"/>
                </a:lnTo>
                <a:lnTo>
                  <a:pt x="60960" y="420624"/>
                </a:lnTo>
                <a:lnTo>
                  <a:pt x="60960" y="454152"/>
                </a:lnTo>
                <a:lnTo>
                  <a:pt x="64008" y="454152"/>
                </a:lnTo>
                <a:lnTo>
                  <a:pt x="64008" y="448056"/>
                </a:lnTo>
                <a:lnTo>
                  <a:pt x="65532" y="446532"/>
                </a:lnTo>
                <a:lnTo>
                  <a:pt x="65532" y="445008"/>
                </a:lnTo>
                <a:lnTo>
                  <a:pt x="67056" y="445008"/>
                </a:lnTo>
                <a:lnTo>
                  <a:pt x="67056" y="443484"/>
                </a:lnTo>
                <a:lnTo>
                  <a:pt x="77724" y="443484"/>
                </a:lnTo>
                <a:lnTo>
                  <a:pt x="82296" y="445008"/>
                </a:lnTo>
                <a:lnTo>
                  <a:pt x="143256" y="469392"/>
                </a:lnTo>
                <a:lnTo>
                  <a:pt x="80772" y="499872"/>
                </a:lnTo>
                <a:lnTo>
                  <a:pt x="76200" y="501396"/>
                </a:lnTo>
                <a:lnTo>
                  <a:pt x="70104" y="501396"/>
                </a:lnTo>
                <a:lnTo>
                  <a:pt x="65532" y="496824"/>
                </a:lnTo>
                <a:lnTo>
                  <a:pt x="64008" y="493776"/>
                </a:lnTo>
                <a:lnTo>
                  <a:pt x="64008" y="487680"/>
                </a:lnTo>
                <a:lnTo>
                  <a:pt x="60960" y="487680"/>
                </a:lnTo>
                <a:lnTo>
                  <a:pt x="60960" y="539496"/>
                </a:lnTo>
                <a:lnTo>
                  <a:pt x="64008" y="539496"/>
                </a:lnTo>
                <a:lnTo>
                  <a:pt x="65532" y="534924"/>
                </a:lnTo>
                <a:lnTo>
                  <a:pt x="67056" y="531876"/>
                </a:lnTo>
                <a:lnTo>
                  <a:pt x="68580" y="530352"/>
                </a:lnTo>
                <a:lnTo>
                  <a:pt x="68580" y="528828"/>
                </a:lnTo>
                <a:lnTo>
                  <a:pt x="74676" y="525780"/>
                </a:lnTo>
                <a:lnTo>
                  <a:pt x="77724" y="522732"/>
                </a:lnTo>
                <a:lnTo>
                  <a:pt x="82296" y="521208"/>
                </a:lnTo>
                <a:lnTo>
                  <a:pt x="83820" y="519684"/>
                </a:lnTo>
                <a:lnTo>
                  <a:pt x="167640" y="480060"/>
                </a:lnTo>
                <a:lnTo>
                  <a:pt x="195072" y="490728"/>
                </a:lnTo>
                <a:lnTo>
                  <a:pt x="199644" y="493776"/>
                </a:lnTo>
                <a:lnTo>
                  <a:pt x="202692" y="496824"/>
                </a:lnTo>
                <a:lnTo>
                  <a:pt x="204216" y="499872"/>
                </a:lnTo>
                <a:lnTo>
                  <a:pt x="205740" y="501396"/>
                </a:lnTo>
                <a:lnTo>
                  <a:pt x="205740" y="507492"/>
                </a:lnTo>
                <a:lnTo>
                  <a:pt x="204216" y="510540"/>
                </a:lnTo>
                <a:lnTo>
                  <a:pt x="201168" y="519684"/>
                </a:lnTo>
                <a:lnTo>
                  <a:pt x="201168" y="525780"/>
                </a:lnTo>
                <a:lnTo>
                  <a:pt x="204216" y="531876"/>
                </a:lnTo>
                <a:lnTo>
                  <a:pt x="207264" y="533400"/>
                </a:lnTo>
                <a:lnTo>
                  <a:pt x="208788" y="534924"/>
                </a:lnTo>
                <a:lnTo>
                  <a:pt x="216408" y="534924"/>
                </a:lnTo>
                <a:lnTo>
                  <a:pt x="219456" y="533400"/>
                </a:lnTo>
                <a:lnTo>
                  <a:pt x="222504" y="530352"/>
                </a:lnTo>
                <a:lnTo>
                  <a:pt x="224028" y="527304"/>
                </a:lnTo>
                <a:lnTo>
                  <a:pt x="225552" y="522732"/>
                </a:lnTo>
                <a:lnTo>
                  <a:pt x="225552" y="5120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2" name="Google Shape;6052;p92"/>
          <p:cNvSpPr/>
          <p:nvPr/>
        </p:nvSpPr>
        <p:spPr>
          <a:xfrm>
            <a:off x="4491215" y="7801356"/>
            <a:ext cx="175895" cy="645160"/>
          </a:xfrm>
          <a:custGeom>
            <a:rect b="b" l="l" r="r" t="t"/>
            <a:pathLst>
              <a:path extrusionOk="0" h="645159" w="175895">
                <a:moveTo>
                  <a:pt x="24396" y="522732"/>
                </a:moveTo>
                <a:lnTo>
                  <a:pt x="21348" y="516636"/>
                </a:lnTo>
                <a:lnTo>
                  <a:pt x="15252" y="513588"/>
                </a:lnTo>
                <a:lnTo>
                  <a:pt x="9156" y="513588"/>
                </a:lnTo>
                <a:lnTo>
                  <a:pt x="6108" y="515112"/>
                </a:lnTo>
                <a:lnTo>
                  <a:pt x="1524" y="519684"/>
                </a:lnTo>
                <a:lnTo>
                  <a:pt x="0" y="522732"/>
                </a:lnTo>
                <a:lnTo>
                  <a:pt x="0" y="528828"/>
                </a:lnTo>
                <a:lnTo>
                  <a:pt x="1524" y="531876"/>
                </a:lnTo>
                <a:lnTo>
                  <a:pt x="4584" y="533400"/>
                </a:lnTo>
                <a:lnTo>
                  <a:pt x="6108" y="536448"/>
                </a:lnTo>
                <a:lnTo>
                  <a:pt x="9156" y="537972"/>
                </a:lnTo>
                <a:lnTo>
                  <a:pt x="15252" y="537972"/>
                </a:lnTo>
                <a:lnTo>
                  <a:pt x="18300" y="536448"/>
                </a:lnTo>
                <a:lnTo>
                  <a:pt x="22872" y="531876"/>
                </a:lnTo>
                <a:lnTo>
                  <a:pt x="24396" y="528828"/>
                </a:lnTo>
                <a:lnTo>
                  <a:pt x="24396" y="522732"/>
                </a:lnTo>
                <a:close/>
              </a:path>
              <a:path extrusionOk="0" h="645159" w="175895">
                <a:moveTo>
                  <a:pt x="24396" y="385572"/>
                </a:moveTo>
                <a:lnTo>
                  <a:pt x="22872" y="382524"/>
                </a:lnTo>
                <a:lnTo>
                  <a:pt x="18300" y="377952"/>
                </a:lnTo>
                <a:lnTo>
                  <a:pt x="15252" y="376428"/>
                </a:lnTo>
                <a:lnTo>
                  <a:pt x="9156" y="376428"/>
                </a:lnTo>
                <a:lnTo>
                  <a:pt x="6108" y="377952"/>
                </a:lnTo>
                <a:lnTo>
                  <a:pt x="4584" y="381000"/>
                </a:lnTo>
                <a:lnTo>
                  <a:pt x="1524" y="382524"/>
                </a:lnTo>
                <a:lnTo>
                  <a:pt x="0" y="385572"/>
                </a:lnTo>
                <a:lnTo>
                  <a:pt x="0" y="393192"/>
                </a:lnTo>
                <a:lnTo>
                  <a:pt x="1524" y="396240"/>
                </a:lnTo>
                <a:lnTo>
                  <a:pt x="4584" y="397764"/>
                </a:lnTo>
                <a:lnTo>
                  <a:pt x="6108" y="400812"/>
                </a:lnTo>
                <a:lnTo>
                  <a:pt x="18300" y="400812"/>
                </a:lnTo>
                <a:lnTo>
                  <a:pt x="22872" y="396240"/>
                </a:lnTo>
                <a:lnTo>
                  <a:pt x="24396" y="393192"/>
                </a:lnTo>
                <a:lnTo>
                  <a:pt x="24396" y="385572"/>
                </a:lnTo>
                <a:close/>
              </a:path>
              <a:path extrusionOk="0" h="645159" w="175895">
                <a:moveTo>
                  <a:pt x="172212" y="428244"/>
                </a:moveTo>
                <a:lnTo>
                  <a:pt x="169164" y="428244"/>
                </a:lnTo>
                <a:lnTo>
                  <a:pt x="169164" y="437388"/>
                </a:lnTo>
                <a:lnTo>
                  <a:pt x="167640" y="440436"/>
                </a:lnTo>
                <a:lnTo>
                  <a:pt x="164592" y="443484"/>
                </a:lnTo>
                <a:lnTo>
                  <a:pt x="163068" y="443484"/>
                </a:lnTo>
                <a:lnTo>
                  <a:pt x="160020" y="445008"/>
                </a:lnTo>
                <a:lnTo>
                  <a:pt x="0" y="445008"/>
                </a:lnTo>
                <a:lnTo>
                  <a:pt x="0" y="451104"/>
                </a:lnTo>
                <a:lnTo>
                  <a:pt x="13716" y="481584"/>
                </a:lnTo>
                <a:lnTo>
                  <a:pt x="16764" y="480060"/>
                </a:lnTo>
                <a:lnTo>
                  <a:pt x="15240" y="477012"/>
                </a:lnTo>
                <a:lnTo>
                  <a:pt x="15240" y="469392"/>
                </a:lnTo>
                <a:lnTo>
                  <a:pt x="16764" y="467868"/>
                </a:lnTo>
                <a:lnTo>
                  <a:pt x="18288" y="467868"/>
                </a:lnTo>
                <a:lnTo>
                  <a:pt x="19812" y="466344"/>
                </a:lnTo>
                <a:lnTo>
                  <a:pt x="22860" y="466344"/>
                </a:lnTo>
                <a:lnTo>
                  <a:pt x="25908" y="464820"/>
                </a:lnTo>
                <a:lnTo>
                  <a:pt x="155448" y="464820"/>
                </a:lnTo>
                <a:lnTo>
                  <a:pt x="160020" y="466344"/>
                </a:lnTo>
                <a:lnTo>
                  <a:pt x="163068" y="466344"/>
                </a:lnTo>
                <a:lnTo>
                  <a:pt x="167640" y="470916"/>
                </a:lnTo>
                <a:lnTo>
                  <a:pt x="169164" y="473964"/>
                </a:lnTo>
                <a:lnTo>
                  <a:pt x="169164" y="481584"/>
                </a:lnTo>
                <a:lnTo>
                  <a:pt x="172212" y="481584"/>
                </a:lnTo>
                <a:lnTo>
                  <a:pt x="172212" y="428244"/>
                </a:lnTo>
                <a:close/>
              </a:path>
              <a:path extrusionOk="0" h="645159" w="175895">
                <a:moveTo>
                  <a:pt x="172224" y="498348"/>
                </a:moveTo>
                <a:lnTo>
                  <a:pt x="169176" y="498348"/>
                </a:lnTo>
                <a:lnTo>
                  <a:pt x="169176" y="507492"/>
                </a:lnTo>
                <a:lnTo>
                  <a:pt x="163068" y="513588"/>
                </a:lnTo>
                <a:lnTo>
                  <a:pt x="160032" y="513588"/>
                </a:lnTo>
                <a:lnTo>
                  <a:pt x="155460" y="515112"/>
                </a:lnTo>
                <a:lnTo>
                  <a:pt x="57924" y="515112"/>
                </a:lnTo>
                <a:lnTo>
                  <a:pt x="57924" y="519684"/>
                </a:lnTo>
                <a:lnTo>
                  <a:pt x="71640" y="553212"/>
                </a:lnTo>
                <a:lnTo>
                  <a:pt x="74688" y="551688"/>
                </a:lnTo>
                <a:lnTo>
                  <a:pt x="73164" y="548640"/>
                </a:lnTo>
                <a:lnTo>
                  <a:pt x="73164" y="539496"/>
                </a:lnTo>
                <a:lnTo>
                  <a:pt x="76212" y="536448"/>
                </a:lnTo>
                <a:lnTo>
                  <a:pt x="77736" y="536448"/>
                </a:lnTo>
                <a:lnTo>
                  <a:pt x="80784" y="534924"/>
                </a:lnTo>
                <a:lnTo>
                  <a:pt x="160032" y="534924"/>
                </a:lnTo>
                <a:lnTo>
                  <a:pt x="163068" y="536448"/>
                </a:lnTo>
                <a:lnTo>
                  <a:pt x="169176" y="542544"/>
                </a:lnTo>
                <a:lnTo>
                  <a:pt x="169176" y="551688"/>
                </a:lnTo>
                <a:lnTo>
                  <a:pt x="172224" y="551688"/>
                </a:lnTo>
                <a:lnTo>
                  <a:pt x="172224" y="534924"/>
                </a:lnTo>
                <a:lnTo>
                  <a:pt x="172224" y="498348"/>
                </a:lnTo>
                <a:close/>
              </a:path>
              <a:path extrusionOk="0" h="645159" w="175895">
                <a:moveTo>
                  <a:pt x="172224" y="361188"/>
                </a:moveTo>
                <a:lnTo>
                  <a:pt x="169176" y="361188"/>
                </a:lnTo>
                <a:lnTo>
                  <a:pt x="169176" y="370332"/>
                </a:lnTo>
                <a:lnTo>
                  <a:pt x="167652" y="373380"/>
                </a:lnTo>
                <a:lnTo>
                  <a:pt x="164592" y="376428"/>
                </a:lnTo>
                <a:lnTo>
                  <a:pt x="163068" y="376428"/>
                </a:lnTo>
                <a:lnTo>
                  <a:pt x="160032" y="377952"/>
                </a:lnTo>
                <a:lnTo>
                  <a:pt x="57924" y="377952"/>
                </a:lnTo>
                <a:lnTo>
                  <a:pt x="57924" y="384048"/>
                </a:lnTo>
                <a:lnTo>
                  <a:pt x="71640" y="416052"/>
                </a:lnTo>
                <a:lnTo>
                  <a:pt x="74688" y="414528"/>
                </a:lnTo>
                <a:lnTo>
                  <a:pt x="73164" y="411480"/>
                </a:lnTo>
                <a:lnTo>
                  <a:pt x="73164" y="403860"/>
                </a:lnTo>
                <a:lnTo>
                  <a:pt x="76212" y="400812"/>
                </a:lnTo>
                <a:lnTo>
                  <a:pt x="77736" y="400812"/>
                </a:lnTo>
                <a:lnTo>
                  <a:pt x="80784" y="399288"/>
                </a:lnTo>
                <a:lnTo>
                  <a:pt x="83832" y="399288"/>
                </a:lnTo>
                <a:lnTo>
                  <a:pt x="92976" y="397764"/>
                </a:lnTo>
                <a:lnTo>
                  <a:pt x="155460" y="397764"/>
                </a:lnTo>
                <a:lnTo>
                  <a:pt x="160032" y="399288"/>
                </a:lnTo>
                <a:lnTo>
                  <a:pt x="163068" y="399288"/>
                </a:lnTo>
                <a:lnTo>
                  <a:pt x="167652" y="403860"/>
                </a:lnTo>
                <a:lnTo>
                  <a:pt x="169176" y="406908"/>
                </a:lnTo>
                <a:lnTo>
                  <a:pt x="169176" y="414528"/>
                </a:lnTo>
                <a:lnTo>
                  <a:pt x="172224" y="414528"/>
                </a:lnTo>
                <a:lnTo>
                  <a:pt x="172224" y="397764"/>
                </a:lnTo>
                <a:lnTo>
                  <a:pt x="172224" y="361188"/>
                </a:lnTo>
                <a:close/>
              </a:path>
              <a:path extrusionOk="0" h="645159" w="175895">
                <a:moveTo>
                  <a:pt x="172224" y="0"/>
                </a:moveTo>
                <a:lnTo>
                  <a:pt x="169176" y="0"/>
                </a:lnTo>
                <a:lnTo>
                  <a:pt x="169176" y="9144"/>
                </a:lnTo>
                <a:lnTo>
                  <a:pt x="167652" y="10668"/>
                </a:lnTo>
                <a:lnTo>
                  <a:pt x="166128" y="13716"/>
                </a:lnTo>
                <a:lnTo>
                  <a:pt x="164604" y="15240"/>
                </a:lnTo>
                <a:lnTo>
                  <a:pt x="163080" y="15240"/>
                </a:lnTo>
                <a:lnTo>
                  <a:pt x="160032" y="16764"/>
                </a:lnTo>
                <a:lnTo>
                  <a:pt x="89928" y="16764"/>
                </a:lnTo>
                <a:lnTo>
                  <a:pt x="82308" y="18288"/>
                </a:lnTo>
                <a:lnTo>
                  <a:pt x="77736" y="19812"/>
                </a:lnTo>
                <a:lnTo>
                  <a:pt x="65544" y="25908"/>
                </a:lnTo>
                <a:lnTo>
                  <a:pt x="59448" y="35052"/>
                </a:lnTo>
                <a:lnTo>
                  <a:pt x="57924" y="39624"/>
                </a:lnTo>
                <a:lnTo>
                  <a:pt x="57924" y="45720"/>
                </a:lnTo>
                <a:lnTo>
                  <a:pt x="59372" y="55105"/>
                </a:lnTo>
                <a:lnTo>
                  <a:pt x="63830" y="64770"/>
                </a:lnTo>
                <a:lnTo>
                  <a:pt x="71424" y="74447"/>
                </a:lnTo>
                <a:lnTo>
                  <a:pt x="82308" y="83820"/>
                </a:lnTo>
                <a:lnTo>
                  <a:pt x="57924" y="83820"/>
                </a:lnTo>
                <a:lnTo>
                  <a:pt x="57924" y="89916"/>
                </a:lnTo>
                <a:lnTo>
                  <a:pt x="71640" y="121920"/>
                </a:lnTo>
                <a:lnTo>
                  <a:pt x="74688" y="120396"/>
                </a:lnTo>
                <a:lnTo>
                  <a:pt x="73164" y="117348"/>
                </a:lnTo>
                <a:lnTo>
                  <a:pt x="73164" y="108204"/>
                </a:lnTo>
                <a:lnTo>
                  <a:pt x="74688" y="108204"/>
                </a:lnTo>
                <a:lnTo>
                  <a:pt x="77736" y="105156"/>
                </a:lnTo>
                <a:lnTo>
                  <a:pt x="80784" y="105156"/>
                </a:lnTo>
                <a:lnTo>
                  <a:pt x="83832" y="103632"/>
                </a:lnTo>
                <a:lnTo>
                  <a:pt x="156984" y="103632"/>
                </a:lnTo>
                <a:lnTo>
                  <a:pt x="161556" y="105156"/>
                </a:lnTo>
                <a:lnTo>
                  <a:pt x="167652" y="108204"/>
                </a:lnTo>
                <a:lnTo>
                  <a:pt x="169176" y="112776"/>
                </a:lnTo>
                <a:lnTo>
                  <a:pt x="169176" y="120396"/>
                </a:lnTo>
                <a:lnTo>
                  <a:pt x="172224" y="120396"/>
                </a:lnTo>
                <a:lnTo>
                  <a:pt x="172224" y="67056"/>
                </a:lnTo>
                <a:lnTo>
                  <a:pt x="169176" y="67056"/>
                </a:lnTo>
                <a:lnTo>
                  <a:pt x="169176" y="76200"/>
                </a:lnTo>
                <a:lnTo>
                  <a:pt x="167652" y="79248"/>
                </a:lnTo>
                <a:lnTo>
                  <a:pt x="164604" y="82296"/>
                </a:lnTo>
                <a:lnTo>
                  <a:pt x="163080" y="82296"/>
                </a:lnTo>
                <a:lnTo>
                  <a:pt x="160032" y="83820"/>
                </a:lnTo>
                <a:lnTo>
                  <a:pt x="89928" y="83820"/>
                </a:lnTo>
                <a:lnTo>
                  <a:pt x="82804" y="76733"/>
                </a:lnTo>
                <a:lnTo>
                  <a:pt x="77546" y="69342"/>
                </a:lnTo>
                <a:lnTo>
                  <a:pt x="74282" y="61963"/>
                </a:lnTo>
                <a:lnTo>
                  <a:pt x="73164" y="54864"/>
                </a:lnTo>
                <a:lnTo>
                  <a:pt x="73164" y="48768"/>
                </a:lnTo>
                <a:lnTo>
                  <a:pt x="76212" y="44196"/>
                </a:lnTo>
                <a:lnTo>
                  <a:pt x="85356" y="38100"/>
                </a:lnTo>
                <a:lnTo>
                  <a:pt x="92976" y="36576"/>
                </a:lnTo>
                <a:lnTo>
                  <a:pt x="158508" y="36576"/>
                </a:lnTo>
                <a:lnTo>
                  <a:pt x="160032" y="38100"/>
                </a:lnTo>
                <a:lnTo>
                  <a:pt x="163080" y="38100"/>
                </a:lnTo>
                <a:lnTo>
                  <a:pt x="166128" y="39624"/>
                </a:lnTo>
                <a:lnTo>
                  <a:pt x="169176" y="42672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0"/>
                </a:lnTo>
                <a:close/>
              </a:path>
              <a:path extrusionOk="0" h="645159" w="175895">
                <a:moveTo>
                  <a:pt x="175260" y="298704"/>
                </a:moveTo>
                <a:lnTo>
                  <a:pt x="158051" y="264350"/>
                </a:lnTo>
                <a:lnTo>
                  <a:pt x="129540" y="252984"/>
                </a:lnTo>
                <a:lnTo>
                  <a:pt x="128016" y="256032"/>
                </a:lnTo>
                <a:lnTo>
                  <a:pt x="138684" y="260604"/>
                </a:lnTo>
                <a:lnTo>
                  <a:pt x="144780" y="265176"/>
                </a:lnTo>
                <a:lnTo>
                  <a:pt x="149352" y="268224"/>
                </a:lnTo>
                <a:lnTo>
                  <a:pt x="153924" y="275844"/>
                </a:lnTo>
                <a:lnTo>
                  <a:pt x="155448" y="281940"/>
                </a:lnTo>
                <a:lnTo>
                  <a:pt x="155448" y="289560"/>
                </a:lnTo>
                <a:lnTo>
                  <a:pt x="132829" y="320992"/>
                </a:lnTo>
                <a:lnTo>
                  <a:pt x="106680" y="326136"/>
                </a:lnTo>
                <a:lnTo>
                  <a:pt x="96964" y="325564"/>
                </a:lnTo>
                <a:lnTo>
                  <a:pt x="65532" y="304800"/>
                </a:lnTo>
                <a:lnTo>
                  <a:pt x="65532" y="292608"/>
                </a:lnTo>
                <a:lnTo>
                  <a:pt x="67056" y="289560"/>
                </a:lnTo>
                <a:lnTo>
                  <a:pt x="70104" y="286512"/>
                </a:lnTo>
                <a:lnTo>
                  <a:pt x="71628" y="283464"/>
                </a:lnTo>
                <a:lnTo>
                  <a:pt x="76200" y="281940"/>
                </a:lnTo>
                <a:lnTo>
                  <a:pt x="80772" y="281940"/>
                </a:lnTo>
                <a:lnTo>
                  <a:pt x="85344" y="280416"/>
                </a:lnTo>
                <a:lnTo>
                  <a:pt x="88392" y="280416"/>
                </a:lnTo>
                <a:lnTo>
                  <a:pt x="89916" y="277368"/>
                </a:lnTo>
                <a:lnTo>
                  <a:pt x="92964" y="275844"/>
                </a:lnTo>
                <a:lnTo>
                  <a:pt x="94488" y="272796"/>
                </a:lnTo>
                <a:lnTo>
                  <a:pt x="94488" y="262128"/>
                </a:lnTo>
                <a:lnTo>
                  <a:pt x="91440" y="260604"/>
                </a:lnTo>
                <a:lnTo>
                  <a:pt x="88392" y="257556"/>
                </a:lnTo>
                <a:lnTo>
                  <a:pt x="79248" y="257556"/>
                </a:lnTo>
                <a:lnTo>
                  <a:pt x="73152" y="260604"/>
                </a:lnTo>
                <a:lnTo>
                  <a:pt x="63055" y="273354"/>
                </a:lnTo>
                <a:lnTo>
                  <a:pt x="60198" y="279463"/>
                </a:lnTo>
                <a:lnTo>
                  <a:pt x="58483" y="286448"/>
                </a:lnTo>
                <a:lnTo>
                  <a:pt x="57912" y="294132"/>
                </a:lnTo>
                <a:lnTo>
                  <a:pt x="59042" y="304139"/>
                </a:lnTo>
                <a:lnTo>
                  <a:pt x="83273" y="337591"/>
                </a:lnTo>
                <a:lnTo>
                  <a:pt x="117348" y="345948"/>
                </a:lnTo>
                <a:lnTo>
                  <a:pt x="130238" y="345097"/>
                </a:lnTo>
                <a:lnTo>
                  <a:pt x="166903" y="325069"/>
                </a:lnTo>
                <a:lnTo>
                  <a:pt x="174383" y="308444"/>
                </a:lnTo>
                <a:lnTo>
                  <a:pt x="175260" y="298704"/>
                </a:lnTo>
                <a:close/>
              </a:path>
              <a:path extrusionOk="0" h="645159" w="175895">
                <a:moveTo>
                  <a:pt x="175260" y="184404"/>
                </a:moveTo>
                <a:lnTo>
                  <a:pt x="167640" y="156972"/>
                </a:lnTo>
                <a:lnTo>
                  <a:pt x="167640" y="172212"/>
                </a:lnTo>
                <a:lnTo>
                  <a:pt x="167640" y="179832"/>
                </a:lnTo>
                <a:lnTo>
                  <a:pt x="141427" y="208216"/>
                </a:lnTo>
                <a:lnTo>
                  <a:pt x="108204" y="213360"/>
                </a:lnTo>
                <a:lnTo>
                  <a:pt x="89916" y="213360"/>
                </a:lnTo>
                <a:lnTo>
                  <a:pt x="83820" y="210312"/>
                </a:lnTo>
                <a:lnTo>
                  <a:pt x="76200" y="207264"/>
                </a:lnTo>
                <a:lnTo>
                  <a:pt x="71628" y="204216"/>
                </a:lnTo>
                <a:lnTo>
                  <a:pt x="70104" y="199644"/>
                </a:lnTo>
                <a:lnTo>
                  <a:pt x="67056" y="195072"/>
                </a:lnTo>
                <a:lnTo>
                  <a:pt x="65532" y="192024"/>
                </a:lnTo>
                <a:lnTo>
                  <a:pt x="65532" y="178308"/>
                </a:lnTo>
                <a:lnTo>
                  <a:pt x="70104" y="170688"/>
                </a:lnTo>
                <a:lnTo>
                  <a:pt x="77724" y="166116"/>
                </a:lnTo>
                <a:lnTo>
                  <a:pt x="85813" y="160782"/>
                </a:lnTo>
                <a:lnTo>
                  <a:pt x="87071" y="160020"/>
                </a:lnTo>
                <a:lnTo>
                  <a:pt x="97917" y="155829"/>
                </a:lnTo>
                <a:lnTo>
                  <a:pt x="110731" y="153263"/>
                </a:lnTo>
                <a:lnTo>
                  <a:pt x="124968" y="152400"/>
                </a:lnTo>
                <a:lnTo>
                  <a:pt x="135788" y="152958"/>
                </a:lnTo>
                <a:lnTo>
                  <a:pt x="167640" y="172212"/>
                </a:lnTo>
                <a:lnTo>
                  <a:pt x="167640" y="156972"/>
                </a:lnTo>
                <a:lnTo>
                  <a:pt x="137020" y="134048"/>
                </a:lnTo>
                <a:lnTo>
                  <a:pt x="114300" y="129540"/>
                </a:lnTo>
                <a:lnTo>
                  <a:pt x="104305" y="130403"/>
                </a:lnTo>
                <a:lnTo>
                  <a:pt x="68846" y="151599"/>
                </a:lnTo>
                <a:lnTo>
                  <a:pt x="58978" y="172212"/>
                </a:lnTo>
                <a:lnTo>
                  <a:pt x="57912" y="182880"/>
                </a:lnTo>
                <a:lnTo>
                  <a:pt x="58039" y="184404"/>
                </a:lnTo>
                <a:lnTo>
                  <a:pt x="58470" y="189738"/>
                </a:lnTo>
                <a:lnTo>
                  <a:pt x="60007" y="196596"/>
                </a:lnTo>
                <a:lnTo>
                  <a:pt x="88392" y="230124"/>
                </a:lnTo>
                <a:lnTo>
                  <a:pt x="117348" y="236220"/>
                </a:lnTo>
                <a:lnTo>
                  <a:pt x="128231" y="235610"/>
                </a:lnTo>
                <a:lnTo>
                  <a:pt x="164338" y="216344"/>
                </a:lnTo>
                <a:lnTo>
                  <a:pt x="166319" y="213360"/>
                </a:lnTo>
                <a:lnTo>
                  <a:pt x="170497" y="207073"/>
                </a:lnTo>
                <a:lnTo>
                  <a:pt x="174104" y="196392"/>
                </a:lnTo>
                <a:lnTo>
                  <a:pt x="175260" y="184404"/>
                </a:lnTo>
                <a:close/>
              </a:path>
              <a:path extrusionOk="0" h="645159" w="175895">
                <a:moveTo>
                  <a:pt x="175272" y="608076"/>
                </a:moveTo>
                <a:lnTo>
                  <a:pt x="174701" y="600608"/>
                </a:lnTo>
                <a:lnTo>
                  <a:pt x="172986" y="593979"/>
                </a:lnTo>
                <a:lnTo>
                  <a:pt x="170281" y="588264"/>
                </a:lnTo>
                <a:lnTo>
                  <a:pt x="170129" y="587933"/>
                </a:lnTo>
                <a:lnTo>
                  <a:pt x="141744" y="569976"/>
                </a:lnTo>
                <a:lnTo>
                  <a:pt x="132905" y="571436"/>
                </a:lnTo>
                <a:lnTo>
                  <a:pt x="102120" y="611124"/>
                </a:lnTo>
                <a:lnTo>
                  <a:pt x="99072" y="618744"/>
                </a:lnTo>
                <a:lnTo>
                  <a:pt x="94500" y="624840"/>
                </a:lnTo>
                <a:lnTo>
                  <a:pt x="85356" y="629412"/>
                </a:lnTo>
                <a:lnTo>
                  <a:pt x="76212" y="629412"/>
                </a:lnTo>
                <a:lnTo>
                  <a:pt x="73164" y="627888"/>
                </a:lnTo>
                <a:lnTo>
                  <a:pt x="67068" y="621792"/>
                </a:lnTo>
                <a:lnTo>
                  <a:pt x="65544" y="617220"/>
                </a:lnTo>
                <a:lnTo>
                  <a:pt x="65544" y="605028"/>
                </a:lnTo>
                <a:lnTo>
                  <a:pt x="96024" y="582168"/>
                </a:lnTo>
                <a:lnTo>
                  <a:pt x="96024" y="579120"/>
                </a:lnTo>
                <a:lnTo>
                  <a:pt x="57924" y="579120"/>
                </a:lnTo>
                <a:lnTo>
                  <a:pt x="57924" y="582168"/>
                </a:lnTo>
                <a:lnTo>
                  <a:pt x="60972" y="583692"/>
                </a:lnTo>
                <a:lnTo>
                  <a:pt x="62496" y="585216"/>
                </a:lnTo>
                <a:lnTo>
                  <a:pt x="62496" y="591312"/>
                </a:lnTo>
                <a:lnTo>
                  <a:pt x="60972" y="595884"/>
                </a:lnTo>
                <a:lnTo>
                  <a:pt x="57924" y="608076"/>
                </a:lnTo>
                <a:lnTo>
                  <a:pt x="57924" y="611124"/>
                </a:lnTo>
                <a:lnTo>
                  <a:pt x="58496" y="618578"/>
                </a:lnTo>
                <a:lnTo>
                  <a:pt x="80784" y="644652"/>
                </a:lnTo>
                <a:lnTo>
                  <a:pt x="96024" y="644652"/>
                </a:lnTo>
                <a:lnTo>
                  <a:pt x="102120" y="643128"/>
                </a:lnTo>
                <a:lnTo>
                  <a:pt x="106692" y="638556"/>
                </a:lnTo>
                <a:lnTo>
                  <a:pt x="110134" y="635419"/>
                </a:lnTo>
                <a:lnTo>
                  <a:pt x="113741" y="630555"/>
                </a:lnTo>
                <a:lnTo>
                  <a:pt x="114414" y="629412"/>
                </a:lnTo>
                <a:lnTo>
                  <a:pt x="117614" y="623989"/>
                </a:lnTo>
                <a:lnTo>
                  <a:pt x="140220" y="589788"/>
                </a:lnTo>
                <a:lnTo>
                  <a:pt x="144792" y="588264"/>
                </a:lnTo>
                <a:lnTo>
                  <a:pt x="155460" y="588264"/>
                </a:lnTo>
                <a:lnTo>
                  <a:pt x="160032" y="589788"/>
                </a:lnTo>
                <a:lnTo>
                  <a:pt x="163080" y="594360"/>
                </a:lnTo>
                <a:lnTo>
                  <a:pt x="166128" y="597408"/>
                </a:lnTo>
                <a:lnTo>
                  <a:pt x="167652" y="601980"/>
                </a:lnTo>
                <a:lnTo>
                  <a:pt x="167652" y="615696"/>
                </a:lnTo>
                <a:lnTo>
                  <a:pt x="137172" y="641604"/>
                </a:lnTo>
                <a:lnTo>
                  <a:pt x="137172" y="644652"/>
                </a:lnTo>
                <a:lnTo>
                  <a:pt x="175272" y="644652"/>
                </a:lnTo>
                <a:lnTo>
                  <a:pt x="175272" y="641604"/>
                </a:lnTo>
                <a:lnTo>
                  <a:pt x="172224" y="640080"/>
                </a:lnTo>
                <a:lnTo>
                  <a:pt x="170700" y="638556"/>
                </a:lnTo>
                <a:lnTo>
                  <a:pt x="170789" y="635419"/>
                </a:lnTo>
                <a:lnTo>
                  <a:pt x="172224" y="633984"/>
                </a:lnTo>
                <a:lnTo>
                  <a:pt x="172351" y="630555"/>
                </a:lnTo>
                <a:lnTo>
                  <a:pt x="175272" y="621792"/>
                </a:lnTo>
                <a:lnTo>
                  <a:pt x="175272" y="6080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053" name="Google Shape;6053;p92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4491228" y="6755892"/>
            <a:ext cx="225551" cy="972311"/>
          </a:xfrm>
          <a:prstGeom prst="rect">
            <a:avLst/>
          </a:prstGeom>
          <a:noFill/>
          <a:ln>
            <a:noFill/>
          </a:ln>
        </p:spPr>
      </p:pic>
      <p:pic>
        <p:nvPicPr>
          <p:cNvPr id="6054" name="Google Shape;6054;p92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4799076" y="9526523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6055" name="Google Shape;6055;p92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4788408" y="8391143"/>
            <a:ext cx="225551" cy="1039368"/>
          </a:xfrm>
          <a:prstGeom prst="rect">
            <a:avLst/>
          </a:prstGeom>
          <a:noFill/>
          <a:ln>
            <a:noFill/>
          </a:ln>
        </p:spPr>
      </p:pic>
      <p:sp>
        <p:nvSpPr>
          <p:cNvPr id="6056" name="Google Shape;6056;p92"/>
          <p:cNvSpPr/>
          <p:nvPr/>
        </p:nvSpPr>
        <p:spPr>
          <a:xfrm>
            <a:off x="5192267" y="9130283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7" name="Google Shape;6057;p92"/>
          <p:cNvSpPr/>
          <p:nvPr/>
        </p:nvSpPr>
        <p:spPr>
          <a:xfrm>
            <a:off x="5084064" y="8487156"/>
            <a:ext cx="175260" cy="576580"/>
          </a:xfrm>
          <a:custGeom>
            <a:rect b="b" l="l" r="r" t="t"/>
            <a:pathLst>
              <a:path extrusionOk="0" h="576579" w="175260">
                <a:moveTo>
                  <a:pt x="172212" y="509016"/>
                </a:moveTo>
                <a:lnTo>
                  <a:pt x="169164" y="509016"/>
                </a:lnTo>
                <a:lnTo>
                  <a:pt x="169164" y="524256"/>
                </a:lnTo>
                <a:lnTo>
                  <a:pt x="167640" y="528828"/>
                </a:lnTo>
                <a:lnTo>
                  <a:pt x="164592" y="531876"/>
                </a:lnTo>
                <a:lnTo>
                  <a:pt x="161544" y="533400"/>
                </a:lnTo>
                <a:lnTo>
                  <a:pt x="153924" y="534924"/>
                </a:lnTo>
                <a:lnTo>
                  <a:pt x="68580" y="534924"/>
                </a:lnTo>
                <a:lnTo>
                  <a:pt x="68580" y="505968"/>
                </a:lnTo>
                <a:lnTo>
                  <a:pt x="60960" y="505968"/>
                </a:lnTo>
                <a:lnTo>
                  <a:pt x="60960" y="534924"/>
                </a:lnTo>
                <a:lnTo>
                  <a:pt x="41021" y="534911"/>
                </a:lnTo>
                <a:lnTo>
                  <a:pt x="7620" y="522732"/>
                </a:lnTo>
                <a:lnTo>
                  <a:pt x="7620" y="515112"/>
                </a:lnTo>
                <a:lnTo>
                  <a:pt x="9144" y="512064"/>
                </a:lnTo>
                <a:lnTo>
                  <a:pt x="10668" y="510540"/>
                </a:lnTo>
                <a:lnTo>
                  <a:pt x="12192" y="507492"/>
                </a:lnTo>
                <a:lnTo>
                  <a:pt x="15240" y="504444"/>
                </a:lnTo>
                <a:lnTo>
                  <a:pt x="24384" y="498348"/>
                </a:lnTo>
                <a:lnTo>
                  <a:pt x="27432" y="496824"/>
                </a:lnTo>
                <a:lnTo>
                  <a:pt x="28956" y="493776"/>
                </a:lnTo>
                <a:lnTo>
                  <a:pt x="30480" y="492252"/>
                </a:lnTo>
                <a:lnTo>
                  <a:pt x="30480" y="483108"/>
                </a:lnTo>
                <a:lnTo>
                  <a:pt x="27432" y="481584"/>
                </a:lnTo>
                <a:lnTo>
                  <a:pt x="25908" y="480060"/>
                </a:lnTo>
                <a:lnTo>
                  <a:pt x="22860" y="478536"/>
                </a:lnTo>
                <a:lnTo>
                  <a:pt x="16764" y="478536"/>
                </a:lnTo>
                <a:lnTo>
                  <a:pt x="12192" y="481584"/>
                </a:lnTo>
                <a:lnTo>
                  <a:pt x="9144" y="486156"/>
                </a:lnTo>
                <a:lnTo>
                  <a:pt x="3048" y="492252"/>
                </a:lnTo>
                <a:lnTo>
                  <a:pt x="0" y="499872"/>
                </a:lnTo>
                <a:lnTo>
                  <a:pt x="0" y="509016"/>
                </a:lnTo>
                <a:lnTo>
                  <a:pt x="18288" y="545592"/>
                </a:lnTo>
                <a:lnTo>
                  <a:pt x="54864" y="554736"/>
                </a:lnTo>
                <a:lnTo>
                  <a:pt x="60960" y="554736"/>
                </a:lnTo>
                <a:lnTo>
                  <a:pt x="60960" y="576072"/>
                </a:lnTo>
                <a:lnTo>
                  <a:pt x="68580" y="576072"/>
                </a:lnTo>
                <a:lnTo>
                  <a:pt x="68580" y="554736"/>
                </a:lnTo>
                <a:lnTo>
                  <a:pt x="156972" y="554736"/>
                </a:lnTo>
                <a:lnTo>
                  <a:pt x="166116" y="559308"/>
                </a:lnTo>
                <a:lnTo>
                  <a:pt x="169164" y="565404"/>
                </a:lnTo>
                <a:lnTo>
                  <a:pt x="169164" y="576072"/>
                </a:lnTo>
                <a:lnTo>
                  <a:pt x="172212" y="576072"/>
                </a:lnTo>
                <a:lnTo>
                  <a:pt x="172212" y="509016"/>
                </a:lnTo>
                <a:close/>
              </a:path>
              <a:path extrusionOk="0" h="576579" w="175260">
                <a:moveTo>
                  <a:pt x="172212" y="128016"/>
                </a:moveTo>
                <a:lnTo>
                  <a:pt x="169164" y="128016"/>
                </a:lnTo>
                <a:lnTo>
                  <a:pt x="169164" y="137160"/>
                </a:lnTo>
                <a:lnTo>
                  <a:pt x="166116" y="140208"/>
                </a:lnTo>
                <a:lnTo>
                  <a:pt x="164592" y="143256"/>
                </a:lnTo>
                <a:lnTo>
                  <a:pt x="161544" y="146304"/>
                </a:lnTo>
                <a:lnTo>
                  <a:pt x="158496" y="147828"/>
                </a:lnTo>
                <a:lnTo>
                  <a:pt x="92964" y="147828"/>
                </a:lnTo>
                <a:lnTo>
                  <a:pt x="85344" y="144780"/>
                </a:lnTo>
                <a:lnTo>
                  <a:pt x="74676" y="134112"/>
                </a:lnTo>
                <a:lnTo>
                  <a:pt x="74676" y="129540"/>
                </a:lnTo>
                <a:lnTo>
                  <a:pt x="76200" y="128016"/>
                </a:lnTo>
                <a:lnTo>
                  <a:pt x="79248" y="123444"/>
                </a:lnTo>
                <a:lnTo>
                  <a:pt x="82296" y="120396"/>
                </a:lnTo>
                <a:lnTo>
                  <a:pt x="82296" y="109728"/>
                </a:lnTo>
                <a:lnTo>
                  <a:pt x="77724" y="105156"/>
                </a:lnTo>
                <a:lnTo>
                  <a:pt x="74676" y="103632"/>
                </a:lnTo>
                <a:lnTo>
                  <a:pt x="68580" y="103632"/>
                </a:lnTo>
                <a:lnTo>
                  <a:pt x="65532" y="105156"/>
                </a:lnTo>
                <a:lnTo>
                  <a:pt x="59436" y="111252"/>
                </a:lnTo>
                <a:lnTo>
                  <a:pt x="57912" y="115824"/>
                </a:lnTo>
                <a:lnTo>
                  <a:pt x="57912" y="120396"/>
                </a:lnTo>
                <a:lnTo>
                  <a:pt x="59575" y="127254"/>
                </a:lnTo>
                <a:lnTo>
                  <a:pt x="64389" y="134112"/>
                </a:lnTo>
                <a:lnTo>
                  <a:pt x="72047" y="140970"/>
                </a:lnTo>
                <a:lnTo>
                  <a:pt x="82296" y="147828"/>
                </a:lnTo>
                <a:lnTo>
                  <a:pt x="57912" y="147828"/>
                </a:lnTo>
                <a:lnTo>
                  <a:pt x="57912" y="153924"/>
                </a:lnTo>
                <a:lnTo>
                  <a:pt x="71628" y="185928"/>
                </a:lnTo>
                <a:lnTo>
                  <a:pt x="74676" y="185928"/>
                </a:lnTo>
                <a:lnTo>
                  <a:pt x="74676" y="182880"/>
                </a:lnTo>
                <a:lnTo>
                  <a:pt x="73152" y="179832"/>
                </a:lnTo>
                <a:lnTo>
                  <a:pt x="73152" y="175260"/>
                </a:lnTo>
                <a:lnTo>
                  <a:pt x="74676" y="173736"/>
                </a:lnTo>
                <a:lnTo>
                  <a:pt x="74676" y="172212"/>
                </a:lnTo>
                <a:lnTo>
                  <a:pt x="77724" y="169164"/>
                </a:lnTo>
                <a:lnTo>
                  <a:pt x="83820" y="169164"/>
                </a:lnTo>
                <a:lnTo>
                  <a:pt x="91440" y="167640"/>
                </a:lnTo>
                <a:lnTo>
                  <a:pt x="155448" y="167640"/>
                </a:lnTo>
                <a:lnTo>
                  <a:pt x="158496" y="169164"/>
                </a:lnTo>
                <a:lnTo>
                  <a:pt x="163068" y="169164"/>
                </a:lnTo>
                <a:lnTo>
                  <a:pt x="166116" y="170688"/>
                </a:lnTo>
                <a:lnTo>
                  <a:pt x="167640" y="173736"/>
                </a:lnTo>
                <a:lnTo>
                  <a:pt x="169164" y="175260"/>
                </a:lnTo>
                <a:lnTo>
                  <a:pt x="169164" y="184404"/>
                </a:lnTo>
                <a:lnTo>
                  <a:pt x="172212" y="184404"/>
                </a:lnTo>
                <a:lnTo>
                  <a:pt x="172212" y="128016"/>
                </a:lnTo>
                <a:close/>
              </a:path>
              <a:path extrusionOk="0" h="576579" w="175260">
                <a:moveTo>
                  <a:pt x="175247" y="413004"/>
                </a:moveTo>
                <a:lnTo>
                  <a:pt x="161531" y="379476"/>
                </a:lnTo>
                <a:lnTo>
                  <a:pt x="158483" y="381000"/>
                </a:lnTo>
                <a:lnTo>
                  <a:pt x="160007" y="385572"/>
                </a:lnTo>
                <a:lnTo>
                  <a:pt x="161531" y="387096"/>
                </a:lnTo>
                <a:lnTo>
                  <a:pt x="161531" y="391668"/>
                </a:lnTo>
                <a:lnTo>
                  <a:pt x="160007" y="393192"/>
                </a:lnTo>
                <a:lnTo>
                  <a:pt x="160007" y="394716"/>
                </a:lnTo>
                <a:lnTo>
                  <a:pt x="158483" y="396240"/>
                </a:lnTo>
                <a:lnTo>
                  <a:pt x="155435" y="396240"/>
                </a:lnTo>
                <a:lnTo>
                  <a:pt x="152387" y="397764"/>
                </a:lnTo>
                <a:lnTo>
                  <a:pt x="60947" y="397764"/>
                </a:lnTo>
                <a:lnTo>
                  <a:pt x="60947" y="434340"/>
                </a:lnTo>
                <a:lnTo>
                  <a:pt x="63995" y="434340"/>
                </a:lnTo>
                <a:lnTo>
                  <a:pt x="63995" y="428244"/>
                </a:lnTo>
                <a:lnTo>
                  <a:pt x="65519" y="423672"/>
                </a:lnTo>
                <a:lnTo>
                  <a:pt x="68567" y="422148"/>
                </a:lnTo>
                <a:lnTo>
                  <a:pt x="71615" y="419100"/>
                </a:lnTo>
                <a:lnTo>
                  <a:pt x="76187" y="417576"/>
                </a:lnTo>
                <a:lnTo>
                  <a:pt x="144767" y="417576"/>
                </a:lnTo>
                <a:lnTo>
                  <a:pt x="150863" y="423672"/>
                </a:lnTo>
                <a:lnTo>
                  <a:pt x="155435" y="429768"/>
                </a:lnTo>
                <a:lnTo>
                  <a:pt x="156959" y="434340"/>
                </a:lnTo>
                <a:lnTo>
                  <a:pt x="160007" y="438912"/>
                </a:lnTo>
                <a:lnTo>
                  <a:pt x="160007" y="451104"/>
                </a:lnTo>
                <a:lnTo>
                  <a:pt x="158483" y="455676"/>
                </a:lnTo>
                <a:lnTo>
                  <a:pt x="155435" y="460248"/>
                </a:lnTo>
                <a:lnTo>
                  <a:pt x="152387" y="463296"/>
                </a:lnTo>
                <a:lnTo>
                  <a:pt x="146291" y="464820"/>
                </a:lnTo>
                <a:lnTo>
                  <a:pt x="60947" y="464820"/>
                </a:lnTo>
                <a:lnTo>
                  <a:pt x="60947" y="502920"/>
                </a:lnTo>
                <a:lnTo>
                  <a:pt x="63995" y="502920"/>
                </a:lnTo>
                <a:lnTo>
                  <a:pt x="63995" y="498348"/>
                </a:lnTo>
                <a:lnTo>
                  <a:pt x="65519" y="493776"/>
                </a:lnTo>
                <a:lnTo>
                  <a:pt x="65519" y="492252"/>
                </a:lnTo>
                <a:lnTo>
                  <a:pt x="67043" y="489204"/>
                </a:lnTo>
                <a:lnTo>
                  <a:pt x="68567" y="487680"/>
                </a:lnTo>
                <a:lnTo>
                  <a:pt x="71615" y="486156"/>
                </a:lnTo>
                <a:lnTo>
                  <a:pt x="73139" y="486156"/>
                </a:lnTo>
                <a:lnTo>
                  <a:pt x="77711" y="484632"/>
                </a:lnTo>
                <a:lnTo>
                  <a:pt x="150863" y="484632"/>
                </a:lnTo>
                <a:lnTo>
                  <a:pt x="156959" y="483108"/>
                </a:lnTo>
                <a:lnTo>
                  <a:pt x="166103" y="477012"/>
                </a:lnTo>
                <a:lnTo>
                  <a:pt x="170675" y="472440"/>
                </a:lnTo>
                <a:lnTo>
                  <a:pt x="173723" y="467868"/>
                </a:lnTo>
                <a:lnTo>
                  <a:pt x="175247" y="463296"/>
                </a:lnTo>
                <a:lnTo>
                  <a:pt x="175247" y="451104"/>
                </a:lnTo>
                <a:lnTo>
                  <a:pt x="152387" y="417576"/>
                </a:lnTo>
                <a:lnTo>
                  <a:pt x="175247" y="417576"/>
                </a:lnTo>
                <a:lnTo>
                  <a:pt x="175247" y="413004"/>
                </a:lnTo>
                <a:close/>
              </a:path>
              <a:path extrusionOk="0" h="576579" w="175260">
                <a:moveTo>
                  <a:pt x="175247" y="219456"/>
                </a:moveTo>
                <a:lnTo>
                  <a:pt x="161531" y="187452"/>
                </a:lnTo>
                <a:lnTo>
                  <a:pt x="158483" y="188976"/>
                </a:lnTo>
                <a:lnTo>
                  <a:pt x="161531" y="195072"/>
                </a:lnTo>
                <a:lnTo>
                  <a:pt x="161531" y="198120"/>
                </a:lnTo>
                <a:lnTo>
                  <a:pt x="160007" y="199644"/>
                </a:lnTo>
                <a:lnTo>
                  <a:pt x="160007" y="201168"/>
                </a:lnTo>
                <a:lnTo>
                  <a:pt x="158483" y="202692"/>
                </a:lnTo>
                <a:lnTo>
                  <a:pt x="155435" y="204216"/>
                </a:lnTo>
                <a:lnTo>
                  <a:pt x="152387" y="204216"/>
                </a:lnTo>
                <a:lnTo>
                  <a:pt x="150863" y="205740"/>
                </a:lnTo>
                <a:lnTo>
                  <a:pt x="60947" y="205740"/>
                </a:lnTo>
                <a:lnTo>
                  <a:pt x="60947" y="242316"/>
                </a:lnTo>
                <a:lnTo>
                  <a:pt x="63995" y="242316"/>
                </a:lnTo>
                <a:lnTo>
                  <a:pt x="63995" y="234696"/>
                </a:lnTo>
                <a:lnTo>
                  <a:pt x="65519" y="230124"/>
                </a:lnTo>
                <a:lnTo>
                  <a:pt x="68567" y="228600"/>
                </a:lnTo>
                <a:lnTo>
                  <a:pt x="71615" y="225552"/>
                </a:lnTo>
                <a:lnTo>
                  <a:pt x="144767" y="225552"/>
                </a:lnTo>
                <a:lnTo>
                  <a:pt x="155435" y="236220"/>
                </a:lnTo>
                <a:lnTo>
                  <a:pt x="156959" y="240792"/>
                </a:lnTo>
                <a:lnTo>
                  <a:pt x="160007" y="245364"/>
                </a:lnTo>
                <a:lnTo>
                  <a:pt x="160007" y="259080"/>
                </a:lnTo>
                <a:lnTo>
                  <a:pt x="158483" y="263652"/>
                </a:lnTo>
                <a:lnTo>
                  <a:pt x="152387" y="269748"/>
                </a:lnTo>
                <a:lnTo>
                  <a:pt x="146291" y="272796"/>
                </a:lnTo>
                <a:lnTo>
                  <a:pt x="60947" y="272796"/>
                </a:lnTo>
                <a:lnTo>
                  <a:pt x="60947" y="310896"/>
                </a:lnTo>
                <a:lnTo>
                  <a:pt x="63995" y="310896"/>
                </a:lnTo>
                <a:lnTo>
                  <a:pt x="63995" y="304800"/>
                </a:lnTo>
                <a:lnTo>
                  <a:pt x="65519" y="300228"/>
                </a:lnTo>
                <a:lnTo>
                  <a:pt x="65519" y="298704"/>
                </a:lnTo>
                <a:lnTo>
                  <a:pt x="68567" y="295656"/>
                </a:lnTo>
                <a:lnTo>
                  <a:pt x="71615" y="294132"/>
                </a:lnTo>
                <a:lnTo>
                  <a:pt x="73139" y="292608"/>
                </a:lnTo>
                <a:lnTo>
                  <a:pt x="143243" y="292608"/>
                </a:lnTo>
                <a:lnTo>
                  <a:pt x="150863" y="291084"/>
                </a:lnTo>
                <a:lnTo>
                  <a:pt x="175247" y="269748"/>
                </a:lnTo>
                <a:lnTo>
                  <a:pt x="175247" y="257556"/>
                </a:lnTo>
                <a:lnTo>
                  <a:pt x="173723" y="252984"/>
                </a:lnTo>
                <a:lnTo>
                  <a:pt x="172199" y="246888"/>
                </a:lnTo>
                <a:lnTo>
                  <a:pt x="169329" y="242912"/>
                </a:lnTo>
                <a:lnTo>
                  <a:pt x="165150" y="237934"/>
                </a:lnTo>
                <a:lnTo>
                  <a:pt x="159562" y="232105"/>
                </a:lnTo>
                <a:lnTo>
                  <a:pt x="152387" y="225552"/>
                </a:lnTo>
                <a:lnTo>
                  <a:pt x="175247" y="225552"/>
                </a:lnTo>
                <a:lnTo>
                  <a:pt x="175247" y="219456"/>
                </a:lnTo>
                <a:close/>
              </a:path>
              <a:path extrusionOk="0" h="576579" w="175260">
                <a:moveTo>
                  <a:pt x="175247" y="45720"/>
                </a:moveTo>
                <a:lnTo>
                  <a:pt x="155943" y="9867"/>
                </a:lnTo>
                <a:lnTo>
                  <a:pt x="132575" y="0"/>
                </a:lnTo>
                <a:lnTo>
                  <a:pt x="129527" y="3048"/>
                </a:lnTo>
                <a:lnTo>
                  <a:pt x="140195" y="7620"/>
                </a:lnTo>
                <a:lnTo>
                  <a:pt x="146291" y="10668"/>
                </a:lnTo>
                <a:lnTo>
                  <a:pt x="150863" y="16764"/>
                </a:lnTo>
                <a:lnTo>
                  <a:pt x="153911" y="21336"/>
                </a:lnTo>
                <a:lnTo>
                  <a:pt x="153962" y="21513"/>
                </a:lnTo>
                <a:lnTo>
                  <a:pt x="155435" y="27432"/>
                </a:lnTo>
                <a:lnTo>
                  <a:pt x="155435" y="35052"/>
                </a:lnTo>
                <a:lnTo>
                  <a:pt x="134035" y="68897"/>
                </a:lnTo>
                <a:lnTo>
                  <a:pt x="102095" y="74676"/>
                </a:lnTo>
                <a:lnTo>
                  <a:pt x="102095" y="24384"/>
                </a:lnTo>
                <a:lnTo>
                  <a:pt x="102095" y="0"/>
                </a:lnTo>
                <a:lnTo>
                  <a:pt x="94475" y="711"/>
                </a:lnTo>
                <a:lnTo>
                  <a:pt x="94475" y="24384"/>
                </a:lnTo>
                <a:lnTo>
                  <a:pt x="94475" y="74676"/>
                </a:lnTo>
                <a:lnTo>
                  <a:pt x="85331" y="74676"/>
                </a:lnTo>
                <a:lnTo>
                  <a:pt x="79235" y="71628"/>
                </a:lnTo>
                <a:lnTo>
                  <a:pt x="68567" y="60960"/>
                </a:lnTo>
                <a:lnTo>
                  <a:pt x="66662" y="57137"/>
                </a:lnTo>
                <a:lnTo>
                  <a:pt x="65519" y="54825"/>
                </a:lnTo>
                <a:lnTo>
                  <a:pt x="65519" y="44196"/>
                </a:lnTo>
                <a:lnTo>
                  <a:pt x="67043" y="39624"/>
                </a:lnTo>
                <a:lnTo>
                  <a:pt x="70091" y="36576"/>
                </a:lnTo>
                <a:lnTo>
                  <a:pt x="71615" y="32004"/>
                </a:lnTo>
                <a:lnTo>
                  <a:pt x="76187" y="28956"/>
                </a:lnTo>
                <a:lnTo>
                  <a:pt x="80759" y="27432"/>
                </a:lnTo>
                <a:lnTo>
                  <a:pt x="83807" y="25908"/>
                </a:lnTo>
                <a:lnTo>
                  <a:pt x="88379" y="25908"/>
                </a:lnTo>
                <a:lnTo>
                  <a:pt x="94475" y="24384"/>
                </a:lnTo>
                <a:lnTo>
                  <a:pt x="94475" y="711"/>
                </a:lnTo>
                <a:lnTo>
                  <a:pt x="93027" y="838"/>
                </a:lnTo>
                <a:lnTo>
                  <a:pt x="61137" y="25717"/>
                </a:lnTo>
                <a:lnTo>
                  <a:pt x="61087" y="25908"/>
                </a:lnTo>
                <a:lnTo>
                  <a:pt x="58737" y="33845"/>
                </a:lnTo>
                <a:lnTo>
                  <a:pt x="58623" y="35052"/>
                </a:lnTo>
                <a:lnTo>
                  <a:pt x="57899" y="42672"/>
                </a:lnTo>
                <a:lnTo>
                  <a:pt x="59029" y="53327"/>
                </a:lnTo>
                <a:lnTo>
                  <a:pt x="83286" y="85255"/>
                </a:lnTo>
                <a:lnTo>
                  <a:pt x="118859" y="92964"/>
                </a:lnTo>
                <a:lnTo>
                  <a:pt x="130860" y="92113"/>
                </a:lnTo>
                <a:lnTo>
                  <a:pt x="166890" y="71869"/>
                </a:lnTo>
                <a:lnTo>
                  <a:pt x="174371" y="54825"/>
                </a:lnTo>
                <a:lnTo>
                  <a:pt x="175247" y="45720"/>
                </a:lnTo>
                <a:close/>
              </a:path>
              <a:path extrusionOk="0" h="576579" w="175260">
                <a:moveTo>
                  <a:pt x="175260" y="332232"/>
                </a:moveTo>
                <a:lnTo>
                  <a:pt x="173736" y="326136"/>
                </a:lnTo>
                <a:lnTo>
                  <a:pt x="169164" y="321564"/>
                </a:lnTo>
                <a:lnTo>
                  <a:pt x="166116" y="315468"/>
                </a:lnTo>
                <a:lnTo>
                  <a:pt x="160020" y="310896"/>
                </a:lnTo>
                <a:lnTo>
                  <a:pt x="150876" y="309372"/>
                </a:lnTo>
                <a:lnTo>
                  <a:pt x="150876" y="315468"/>
                </a:lnTo>
                <a:lnTo>
                  <a:pt x="153924" y="315468"/>
                </a:lnTo>
                <a:lnTo>
                  <a:pt x="158496" y="320040"/>
                </a:lnTo>
                <a:lnTo>
                  <a:pt x="160020" y="323088"/>
                </a:lnTo>
                <a:lnTo>
                  <a:pt x="160020" y="333756"/>
                </a:lnTo>
                <a:lnTo>
                  <a:pt x="156972" y="336804"/>
                </a:lnTo>
                <a:lnTo>
                  <a:pt x="153924" y="338328"/>
                </a:lnTo>
                <a:lnTo>
                  <a:pt x="149352" y="339852"/>
                </a:lnTo>
                <a:lnTo>
                  <a:pt x="68580" y="339852"/>
                </a:lnTo>
                <a:lnTo>
                  <a:pt x="68580" y="313944"/>
                </a:lnTo>
                <a:lnTo>
                  <a:pt x="60960" y="313944"/>
                </a:lnTo>
                <a:lnTo>
                  <a:pt x="60960" y="339852"/>
                </a:lnTo>
                <a:lnTo>
                  <a:pt x="24384" y="339852"/>
                </a:lnTo>
                <a:lnTo>
                  <a:pt x="24384" y="342900"/>
                </a:lnTo>
                <a:lnTo>
                  <a:pt x="33528" y="345948"/>
                </a:lnTo>
                <a:lnTo>
                  <a:pt x="38100" y="348996"/>
                </a:lnTo>
                <a:lnTo>
                  <a:pt x="47244" y="353568"/>
                </a:lnTo>
                <a:lnTo>
                  <a:pt x="53340" y="358140"/>
                </a:lnTo>
                <a:lnTo>
                  <a:pt x="56388" y="362712"/>
                </a:lnTo>
                <a:lnTo>
                  <a:pt x="60960" y="367284"/>
                </a:lnTo>
                <a:lnTo>
                  <a:pt x="64008" y="373380"/>
                </a:lnTo>
                <a:lnTo>
                  <a:pt x="65532" y="377952"/>
                </a:lnTo>
                <a:lnTo>
                  <a:pt x="68580" y="377952"/>
                </a:lnTo>
                <a:lnTo>
                  <a:pt x="68580" y="359664"/>
                </a:lnTo>
                <a:lnTo>
                  <a:pt x="153924" y="359664"/>
                </a:lnTo>
                <a:lnTo>
                  <a:pt x="160020" y="358140"/>
                </a:lnTo>
                <a:lnTo>
                  <a:pt x="163068" y="356616"/>
                </a:lnTo>
                <a:lnTo>
                  <a:pt x="167640" y="355092"/>
                </a:lnTo>
                <a:lnTo>
                  <a:pt x="170688" y="352044"/>
                </a:lnTo>
                <a:lnTo>
                  <a:pt x="172212" y="348996"/>
                </a:lnTo>
                <a:lnTo>
                  <a:pt x="175260" y="344424"/>
                </a:lnTo>
                <a:lnTo>
                  <a:pt x="175260" y="3322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8" name="Google Shape;6058;p92"/>
          <p:cNvGrpSpPr/>
          <p:nvPr/>
        </p:nvGrpSpPr>
        <p:grpSpPr>
          <a:xfrm>
            <a:off x="5108447" y="7880603"/>
            <a:ext cx="187580" cy="533399"/>
            <a:chOff x="5108447" y="7880603"/>
            <a:chExt cx="187580" cy="533399"/>
          </a:xfrm>
        </p:grpSpPr>
        <p:pic>
          <p:nvPicPr>
            <p:cNvPr id="6059" name="Google Shape;6059;p92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5141975" y="8199119"/>
              <a:ext cx="117348" cy="2148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060" name="Google Shape;6060;p92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5108447" y="7938515"/>
              <a:ext cx="150876" cy="2377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061" name="Google Shape;6061;p92"/>
            <p:cNvSpPr/>
            <p:nvPr/>
          </p:nvSpPr>
          <p:spPr>
            <a:xfrm>
              <a:off x="5231892" y="7880603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18288" y="36576"/>
                  </a:moveTo>
                  <a:lnTo>
                    <a:pt x="10668" y="36576"/>
                  </a:lnTo>
                  <a:lnTo>
                    <a:pt x="7620" y="35052"/>
                  </a:lnTo>
                  <a:lnTo>
                    <a:pt x="4572" y="30480"/>
                  </a:lnTo>
                  <a:lnTo>
                    <a:pt x="1524" y="27432"/>
                  </a:lnTo>
                  <a:lnTo>
                    <a:pt x="0" y="24384"/>
                  </a:lnTo>
                  <a:lnTo>
                    <a:pt x="0" y="15240"/>
                  </a:lnTo>
                  <a:lnTo>
                    <a:pt x="3048" y="9144"/>
                  </a:lnTo>
                  <a:lnTo>
                    <a:pt x="7620" y="6096"/>
                  </a:lnTo>
                  <a:lnTo>
                    <a:pt x="12192" y="1524"/>
                  </a:lnTo>
                  <a:lnTo>
                    <a:pt x="18288" y="0"/>
                  </a:lnTo>
                  <a:lnTo>
                    <a:pt x="33528" y="0"/>
                  </a:lnTo>
                  <a:lnTo>
                    <a:pt x="41148" y="1524"/>
                  </a:lnTo>
                  <a:lnTo>
                    <a:pt x="48768" y="7620"/>
                  </a:lnTo>
                  <a:lnTo>
                    <a:pt x="51436" y="10668"/>
                  </a:lnTo>
                  <a:lnTo>
                    <a:pt x="25908" y="10668"/>
                  </a:lnTo>
                  <a:lnTo>
                    <a:pt x="24384" y="12192"/>
                  </a:lnTo>
                  <a:lnTo>
                    <a:pt x="24384" y="13716"/>
                  </a:lnTo>
                  <a:lnTo>
                    <a:pt x="25908" y="15240"/>
                  </a:lnTo>
                  <a:lnTo>
                    <a:pt x="27432" y="18288"/>
                  </a:lnTo>
                  <a:lnTo>
                    <a:pt x="27432" y="30480"/>
                  </a:lnTo>
                  <a:lnTo>
                    <a:pt x="24384" y="32004"/>
                  </a:lnTo>
                  <a:lnTo>
                    <a:pt x="22860" y="35052"/>
                  </a:lnTo>
                  <a:lnTo>
                    <a:pt x="18288" y="36576"/>
                  </a:lnTo>
                  <a:close/>
                </a:path>
                <a:path extrusionOk="0" h="36829" w="64135">
                  <a:moveTo>
                    <a:pt x="64008" y="36576"/>
                  </a:moveTo>
                  <a:lnTo>
                    <a:pt x="59436" y="36576"/>
                  </a:lnTo>
                  <a:lnTo>
                    <a:pt x="56388" y="27432"/>
                  </a:lnTo>
                  <a:lnTo>
                    <a:pt x="51816" y="21336"/>
                  </a:lnTo>
                  <a:lnTo>
                    <a:pt x="47244" y="16764"/>
                  </a:lnTo>
                  <a:lnTo>
                    <a:pt x="41148" y="12192"/>
                  </a:lnTo>
                  <a:lnTo>
                    <a:pt x="35052" y="10668"/>
                  </a:lnTo>
                  <a:lnTo>
                    <a:pt x="51436" y="10668"/>
                  </a:lnTo>
                  <a:lnTo>
                    <a:pt x="53292" y="12787"/>
                  </a:lnTo>
                  <a:lnTo>
                    <a:pt x="57531" y="19240"/>
                  </a:lnTo>
                  <a:lnTo>
                    <a:pt x="61198" y="27122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062" name="Google Shape;6062;p92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5084064" y="7435595"/>
            <a:ext cx="175260" cy="37185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63" name="Google Shape;6063;p92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5391911" y="9526523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6064" name="Google Shape;6064;p92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5381243" y="7796783"/>
            <a:ext cx="175260" cy="1650491"/>
          </a:xfrm>
          <a:prstGeom prst="rect">
            <a:avLst/>
          </a:prstGeom>
          <a:noFill/>
          <a:ln>
            <a:noFill/>
          </a:ln>
        </p:spPr>
      </p:pic>
      <p:sp>
        <p:nvSpPr>
          <p:cNvPr id="6065" name="Google Shape;6065;p92"/>
          <p:cNvSpPr/>
          <p:nvPr/>
        </p:nvSpPr>
        <p:spPr>
          <a:xfrm>
            <a:off x="5785103" y="9130283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6" name="Google Shape;6066;p92"/>
          <p:cNvSpPr/>
          <p:nvPr/>
        </p:nvSpPr>
        <p:spPr>
          <a:xfrm>
            <a:off x="5684507" y="8528304"/>
            <a:ext cx="204470" cy="548640"/>
          </a:xfrm>
          <a:custGeom>
            <a:rect b="b" l="l" r="r" t="t"/>
            <a:pathLst>
              <a:path extrusionOk="0" h="548640" w="204470">
                <a:moveTo>
                  <a:pt x="164592" y="68580"/>
                </a:moveTo>
                <a:lnTo>
                  <a:pt x="123444" y="54864"/>
                </a:lnTo>
                <a:lnTo>
                  <a:pt x="123444" y="59436"/>
                </a:lnTo>
                <a:lnTo>
                  <a:pt x="137922" y="67627"/>
                </a:lnTo>
                <a:lnTo>
                  <a:pt x="143598" y="71234"/>
                </a:lnTo>
                <a:lnTo>
                  <a:pt x="147828" y="74676"/>
                </a:lnTo>
                <a:lnTo>
                  <a:pt x="152400" y="79248"/>
                </a:lnTo>
                <a:lnTo>
                  <a:pt x="153924" y="82296"/>
                </a:lnTo>
                <a:lnTo>
                  <a:pt x="156972" y="91440"/>
                </a:lnTo>
                <a:lnTo>
                  <a:pt x="156972" y="143256"/>
                </a:lnTo>
                <a:lnTo>
                  <a:pt x="152400" y="147828"/>
                </a:lnTo>
                <a:lnTo>
                  <a:pt x="82296" y="147828"/>
                </a:lnTo>
                <a:lnTo>
                  <a:pt x="82296" y="106680"/>
                </a:lnTo>
                <a:lnTo>
                  <a:pt x="83820" y="100584"/>
                </a:lnTo>
                <a:lnTo>
                  <a:pt x="88392" y="91440"/>
                </a:lnTo>
                <a:lnTo>
                  <a:pt x="91440" y="89916"/>
                </a:lnTo>
                <a:lnTo>
                  <a:pt x="92964" y="89916"/>
                </a:lnTo>
                <a:lnTo>
                  <a:pt x="105156" y="86868"/>
                </a:lnTo>
                <a:lnTo>
                  <a:pt x="105156" y="83820"/>
                </a:lnTo>
                <a:lnTo>
                  <a:pt x="51816" y="83820"/>
                </a:lnTo>
                <a:lnTo>
                  <a:pt x="51816" y="86868"/>
                </a:lnTo>
                <a:lnTo>
                  <a:pt x="60960" y="88392"/>
                </a:lnTo>
                <a:lnTo>
                  <a:pt x="67056" y="89916"/>
                </a:lnTo>
                <a:lnTo>
                  <a:pt x="74676" y="97536"/>
                </a:lnTo>
                <a:lnTo>
                  <a:pt x="74676" y="147828"/>
                </a:lnTo>
                <a:lnTo>
                  <a:pt x="7620" y="147828"/>
                </a:lnTo>
                <a:lnTo>
                  <a:pt x="7620" y="103632"/>
                </a:lnTo>
                <a:lnTo>
                  <a:pt x="7620" y="96012"/>
                </a:lnTo>
                <a:lnTo>
                  <a:pt x="9144" y="89916"/>
                </a:lnTo>
                <a:lnTo>
                  <a:pt x="10668" y="86868"/>
                </a:lnTo>
                <a:lnTo>
                  <a:pt x="12192" y="82296"/>
                </a:lnTo>
                <a:lnTo>
                  <a:pt x="15240" y="79248"/>
                </a:lnTo>
                <a:lnTo>
                  <a:pt x="27432" y="73152"/>
                </a:lnTo>
                <a:lnTo>
                  <a:pt x="36576" y="71628"/>
                </a:lnTo>
                <a:lnTo>
                  <a:pt x="36576" y="67056"/>
                </a:lnTo>
                <a:lnTo>
                  <a:pt x="0" y="68580"/>
                </a:lnTo>
                <a:lnTo>
                  <a:pt x="0" y="193548"/>
                </a:lnTo>
                <a:lnTo>
                  <a:pt x="3048" y="193548"/>
                </a:lnTo>
                <a:lnTo>
                  <a:pt x="3048" y="181356"/>
                </a:lnTo>
                <a:lnTo>
                  <a:pt x="6096" y="176784"/>
                </a:lnTo>
                <a:lnTo>
                  <a:pt x="9144" y="173736"/>
                </a:lnTo>
                <a:lnTo>
                  <a:pt x="12192" y="172212"/>
                </a:lnTo>
                <a:lnTo>
                  <a:pt x="18288" y="170688"/>
                </a:lnTo>
                <a:lnTo>
                  <a:pt x="144780" y="170688"/>
                </a:lnTo>
                <a:lnTo>
                  <a:pt x="150876" y="172212"/>
                </a:lnTo>
                <a:lnTo>
                  <a:pt x="152400" y="172212"/>
                </a:lnTo>
                <a:lnTo>
                  <a:pt x="158496" y="175260"/>
                </a:lnTo>
                <a:lnTo>
                  <a:pt x="160020" y="176784"/>
                </a:lnTo>
                <a:lnTo>
                  <a:pt x="161544" y="181356"/>
                </a:lnTo>
                <a:lnTo>
                  <a:pt x="161544" y="193548"/>
                </a:lnTo>
                <a:lnTo>
                  <a:pt x="164592" y="193548"/>
                </a:lnTo>
                <a:lnTo>
                  <a:pt x="164592" y="68580"/>
                </a:lnTo>
                <a:close/>
              </a:path>
              <a:path extrusionOk="0" h="548640" w="204470">
                <a:moveTo>
                  <a:pt x="164604" y="198120"/>
                </a:moveTo>
                <a:lnTo>
                  <a:pt x="161556" y="198120"/>
                </a:lnTo>
                <a:lnTo>
                  <a:pt x="161556" y="205740"/>
                </a:lnTo>
                <a:lnTo>
                  <a:pt x="158508" y="213360"/>
                </a:lnTo>
                <a:lnTo>
                  <a:pt x="131076" y="239268"/>
                </a:lnTo>
                <a:lnTo>
                  <a:pt x="83832" y="272796"/>
                </a:lnTo>
                <a:lnTo>
                  <a:pt x="80987" y="263321"/>
                </a:lnTo>
                <a:lnTo>
                  <a:pt x="80873" y="263080"/>
                </a:lnTo>
                <a:lnTo>
                  <a:pt x="80784" y="262902"/>
                </a:lnTo>
                <a:lnTo>
                  <a:pt x="80784" y="309372"/>
                </a:lnTo>
                <a:lnTo>
                  <a:pt x="80784" y="312420"/>
                </a:lnTo>
                <a:lnTo>
                  <a:pt x="79260" y="313944"/>
                </a:lnTo>
                <a:lnTo>
                  <a:pt x="79260" y="316992"/>
                </a:lnTo>
                <a:lnTo>
                  <a:pt x="12204" y="316992"/>
                </a:lnTo>
                <a:lnTo>
                  <a:pt x="9156" y="309372"/>
                </a:lnTo>
                <a:lnTo>
                  <a:pt x="7632" y="301752"/>
                </a:lnTo>
                <a:lnTo>
                  <a:pt x="7632" y="297180"/>
                </a:lnTo>
                <a:lnTo>
                  <a:pt x="29540" y="263080"/>
                </a:lnTo>
                <a:lnTo>
                  <a:pt x="44208" y="260604"/>
                </a:lnTo>
                <a:lnTo>
                  <a:pt x="51676" y="261442"/>
                </a:lnTo>
                <a:lnTo>
                  <a:pt x="79971" y="298513"/>
                </a:lnTo>
                <a:lnTo>
                  <a:pt x="79984" y="298704"/>
                </a:lnTo>
                <a:lnTo>
                  <a:pt x="80784" y="309372"/>
                </a:lnTo>
                <a:lnTo>
                  <a:pt x="80784" y="262902"/>
                </a:lnTo>
                <a:lnTo>
                  <a:pt x="79705" y="260604"/>
                </a:lnTo>
                <a:lnTo>
                  <a:pt x="49491" y="233743"/>
                </a:lnTo>
                <a:lnTo>
                  <a:pt x="42684" y="233172"/>
                </a:lnTo>
                <a:lnTo>
                  <a:pt x="35864" y="233743"/>
                </a:lnTo>
                <a:lnTo>
                  <a:pt x="4521" y="263842"/>
                </a:lnTo>
                <a:lnTo>
                  <a:pt x="190" y="294132"/>
                </a:lnTo>
                <a:lnTo>
                  <a:pt x="76" y="298704"/>
                </a:lnTo>
                <a:lnTo>
                  <a:pt x="12" y="362712"/>
                </a:lnTo>
                <a:lnTo>
                  <a:pt x="3060" y="362712"/>
                </a:lnTo>
                <a:lnTo>
                  <a:pt x="3060" y="350520"/>
                </a:lnTo>
                <a:lnTo>
                  <a:pt x="6108" y="345948"/>
                </a:lnTo>
                <a:lnTo>
                  <a:pt x="9156" y="342900"/>
                </a:lnTo>
                <a:lnTo>
                  <a:pt x="12204" y="341376"/>
                </a:lnTo>
                <a:lnTo>
                  <a:pt x="18300" y="339852"/>
                </a:lnTo>
                <a:lnTo>
                  <a:pt x="146316" y="339852"/>
                </a:lnTo>
                <a:lnTo>
                  <a:pt x="152412" y="341376"/>
                </a:lnTo>
                <a:lnTo>
                  <a:pt x="155460" y="342900"/>
                </a:lnTo>
                <a:lnTo>
                  <a:pt x="160032" y="345948"/>
                </a:lnTo>
                <a:lnTo>
                  <a:pt x="161556" y="350520"/>
                </a:lnTo>
                <a:lnTo>
                  <a:pt x="161556" y="362712"/>
                </a:lnTo>
                <a:lnTo>
                  <a:pt x="164604" y="362712"/>
                </a:lnTo>
                <a:lnTo>
                  <a:pt x="164604" y="339852"/>
                </a:lnTo>
                <a:lnTo>
                  <a:pt x="164604" y="316992"/>
                </a:lnTo>
                <a:lnTo>
                  <a:pt x="164604" y="294132"/>
                </a:lnTo>
                <a:lnTo>
                  <a:pt x="161556" y="294132"/>
                </a:lnTo>
                <a:lnTo>
                  <a:pt x="161556" y="306324"/>
                </a:lnTo>
                <a:lnTo>
                  <a:pt x="160032" y="310896"/>
                </a:lnTo>
                <a:lnTo>
                  <a:pt x="156984" y="313944"/>
                </a:lnTo>
                <a:lnTo>
                  <a:pt x="153936" y="315468"/>
                </a:lnTo>
                <a:lnTo>
                  <a:pt x="147840" y="316992"/>
                </a:lnTo>
                <a:lnTo>
                  <a:pt x="86880" y="316992"/>
                </a:lnTo>
                <a:lnTo>
                  <a:pt x="88404" y="315468"/>
                </a:lnTo>
                <a:lnTo>
                  <a:pt x="88404" y="303276"/>
                </a:lnTo>
                <a:lnTo>
                  <a:pt x="86880" y="298704"/>
                </a:lnTo>
                <a:lnTo>
                  <a:pt x="122580" y="272796"/>
                </a:lnTo>
                <a:lnTo>
                  <a:pt x="164604" y="242316"/>
                </a:lnTo>
                <a:lnTo>
                  <a:pt x="164604" y="198120"/>
                </a:lnTo>
                <a:close/>
              </a:path>
              <a:path extrusionOk="0" h="548640" w="204470">
                <a:moveTo>
                  <a:pt x="167652" y="391668"/>
                </a:moveTo>
                <a:lnTo>
                  <a:pt x="19824" y="391668"/>
                </a:lnTo>
                <a:lnTo>
                  <a:pt x="13728" y="390144"/>
                </a:lnTo>
                <a:lnTo>
                  <a:pt x="10680" y="388620"/>
                </a:lnTo>
                <a:lnTo>
                  <a:pt x="6108" y="385572"/>
                </a:lnTo>
                <a:lnTo>
                  <a:pt x="3060" y="381000"/>
                </a:lnTo>
                <a:lnTo>
                  <a:pt x="3060" y="368808"/>
                </a:lnTo>
                <a:lnTo>
                  <a:pt x="12" y="368808"/>
                </a:lnTo>
                <a:lnTo>
                  <a:pt x="12" y="425196"/>
                </a:lnTo>
                <a:lnTo>
                  <a:pt x="3060" y="425196"/>
                </a:lnTo>
                <a:lnTo>
                  <a:pt x="3060" y="413004"/>
                </a:lnTo>
                <a:lnTo>
                  <a:pt x="6108" y="408432"/>
                </a:lnTo>
                <a:lnTo>
                  <a:pt x="9156" y="405384"/>
                </a:lnTo>
                <a:lnTo>
                  <a:pt x="12204" y="403860"/>
                </a:lnTo>
                <a:lnTo>
                  <a:pt x="18300" y="402336"/>
                </a:lnTo>
                <a:lnTo>
                  <a:pt x="128028" y="402336"/>
                </a:lnTo>
                <a:lnTo>
                  <a:pt x="12" y="505968"/>
                </a:lnTo>
                <a:lnTo>
                  <a:pt x="12" y="548640"/>
                </a:lnTo>
                <a:lnTo>
                  <a:pt x="4584" y="548640"/>
                </a:lnTo>
                <a:lnTo>
                  <a:pt x="4584" y="544068"/>
                </a:lnTo>
                <a:lnTo>
                  <a:pt x="6108" y="541020"/>
                </a:lnTo>
                <a:lnTo>
                  <a:pt x="6108" y="537972"/>
                </a:lnTo>
                <a:lnTo>
                  <a:pt x="7632" y="533400"/>
                </a:lnTo>
                <a:lnTo>
                  <a:pt x="9156" y="530352"/>
                </a:lnTo>
                <a:lnTo>
                  <a:pt x="12204" y="527304"/>
                </a:lnTo>
                <a:lnTo>
                  <a:pt x="13728" y="524256"/>
                </a:lnTo>
                <a:lnTo>
                  <a:pt x="18300" y="521208"/>
                </a:lnTo>
                <a:lnTo>
                  <a:pt x="22872" y="516636"/>
                </a:lnTo>
                <a:lnTo>
                  <a:pt x="146316" y="516636"/>
                </a:lnTo>
                <a:lnTo>
                  <a:pt x="152412" y="518160"/>
                </a:lnTo>
                <a:lnTo>
                  <a:pt x="155460" y="519684"/>
                </a:lnTo>
                <a:lnTo>
                  <a:pt x="160032" y="522732"/>
                </a:lnTo>
                <a:lnTo>
                  <a:pt x="161556" y="527304"/>
                </a:lnTo>
                <a:lnTo>
                  <a:pt x="161556" y="539496"/>
                </a:lnTo>
                <a:lnTo>
                  <a:pt x="164604" y="539496"/>
                </a:lnTo>
                <a:lnTo>
                  <a:pt x="164604" y="483108"/>
                </a:lnTo>
                <a:lnTo>
                  <a:pt x="161556" y="483108"/>
                </a:lnTo>
                <a:lnTo>
                  <a:pt x="161556" y="495300"/>
                </a:lnTo>
                <a:lnTo>
                  <a:pt x="160032" y="499872"/>
                </a:lnTo>
                <a:lnTo>
                  <a:pt x="156984" y="502920"/>
                </a:lnTo>
                <a:lnTo>
                  <a:pt x="153936" y="504444"/>
                </a:lnTo>
                <a:lnTo>
                  <a:pt x="147840" y="505968"/>
                </a:lnTo>
                <a:lnTo>
                  <a:pt x="36588" y="505968"/>
                </a:lnTo>
                <a:lnTo>
                  <a:pt x="167652" y="396240"/>
                </a:lnTo>
                <a:lnTo>
                  <a:pt x="167652" y="391668"/>
                </a:lnTo>
                <a:close/>
              </a:path>
              <a:path extrusionOk="0" h="548640" w="204470">
                <a:moveTo>
                  <a:pt x="204228" y="36576"/>
                </a:moveTo>
                <a:lnTo>
                  <a:pt x="201409" y="28003"/>
                </a:lnTo>
                <a:lnTo>
                  <a:pt x="197751" y="20574"/>
                </a:lnTo>
                <a:lnTo>
                  <a:pt x="193509" y="14287"/>
                </a:lnTo>
                <a:lnTo>
                  <a:pt x="190322" y="10668"/>
                </a:lnTo>
                <a:lnTo>
                  <a:pt x="188988" y="9144"/>
                </a:lnTo>
                <a:lnTo>
                  <a:pt x="181368" y="3048"/>
                </a:lnTo>
                <a:lnTo>
                  <a:pt x="173748" y="0"/>
                </a:lnTo>
                <a:lnTo>
                  <a:pt x="158508" y="0"/>
                </a:lnTo>
                <a:lnTo>
                  <a:pt x="152412" y="3048"/>
                </a:lnTo>
                <a:lnTo>
                  <a:pt x="147840" y="6096"/>
                </a:lnTo>
                <a:lnTo>
                  <a:pt x="143268" y="10668"/>
                </a:lnTo>
                <a:lnTo>
                  <a:pt x="140220" y="15240"/>
                </a:lnTo>
                <a:lnTo>
                  <a:pt x="140220" y="25908"/>
                </a:lnTo>
                <a:lnTo>
                  <a:pt x="141744" y="28956"/>
                </a:lnTo>
                <a:lnTo>
                  <a:pt x="147840" y="35052"/>
                </a:lnTo>
                <a:lnTo>
                  <a:pt x="150888" y="36576"/>
                </a:lnTo>
                <a:lnTo>
                  <a:pt x="160032" y="36576"/>
                </a:lnTo>
                <a:lnTo>
                  <a:pt x="164604" y="15240"/>
                </a:lnTo>
                <a:lnTo>
                  <a:pt x="164604" y="12192"/>
                </a:lnTo>
                <a:lnTo>
                  <a:pt x="166128" y="12192"/>
                </a:lnTo>
                <a:lnTo>
                  <a:pt x="167652" y="10668"/>
                </a:lnTo>
                <a:lnTo>
                  <a:pt x="175272" y="10668"/>
                </a:lnTo>
                <a:lnTo>
                  <a:pt x="181368" y="13716"/>
                </a:lnTo>
                <a:lnTo>
                  <a:pt x="193560" y="22860"/>
                </a:lnTo>
                <a:lnTo>
                  <a:pt x="196608" y="28956"/>
                </a:lnTo>
                <a:lnTo>
                  <a:pt x="199656" y="36576"/>
                </a:lnTo>
                <a:lnTo>
                  <a:pt x="204228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067" name="Google Shape;6067;p92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5676900" y="7455408"/>
            <a:ext cx="175260" cy="992123"/>
          </a:xfrm>
          <a:prstGeom prst="rect">
            <a:avLst/>
          </a:prstGeom>
          <a:noFill/>
          <a:ln>
            <a:noFill/>
          </a:ln>
        </p:spPr>
      </p:pic>
      <p:pic>
        <p:nvPicPr>
          <p:cNvPr id="6068" name="Google Shape;6068;p92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5676900" y="6993635"/>
            <a:ext cx="175260" cy="391667"/>
          </a:xfrm>
          <a:prstGeom prst="rect">
            <a:avLst/>
          </a:prstGeom>
          <a:noFill/>
          <a:ln>
            <a:noFill/>
          </a:ln>
        </p:spPr>
      </p:pic>
      <p:sp>
        <p:nvSpPr>
          <p:cNvPr id="6069" name="Google Shape;6069;p92"/>
          <p:cNvSpPr/>
          <p:nvPr/>
        </p:nvSpPr>
        <p:spPr>
          <a:xfrm>
            <a:off x="5676887" y="6278880"/>
            <a:ext cx="175895" cy="645160"/>
          </a:xfrm>
          <a:custGeom>
            <a:rect b="b" l="l" r="r" t="t"/>
            <a:pathLst>
              <a:path extrusionOk="0" h="645159" w="175895">
                <a:moveTo>
                  <a:pt x="24384" y="519684"/>
                </a:moveTo>
                <a:lnTo>
                  <a:pt x="19812" y="515112"/>
                </a:lnTo>
                <a:lnTo>
                  <a:pt x="16764" y="513588"/>
                </a:lnTo>
                <a:lnTo>
                  <a:pt x="9144" y="513588"/>
                </a:lnTo>
                <a:lnTo>
                  <a:pt x="6096" y="515112"/>
                </a:lnTo>
                <a:lnTo>
                  <a:pt x="1524" y="519684"/>
                </a:lnTo>
                <a:lnTo>
                  <a:pt x="0" y="522732"/>
                </a:lnTo>
                <a:lnTo>
                  <a:pt x="0" y="528828"/>
                </a:lnTo>
                <a:lnTo>
                  <a:pt x="1524" y="531876"/>
                </a:lnTo>
                <a:lnTo>
                  <a:pt x="4572" y="533400"/>
                </a:lnTo>
                <a:lnTo>
                  <a:pt x="6096" y="536448"/>
                </a:lnTo>
                <a:lnTo>
                  <a:pt x="9144" y="537972"/>
                </a:lnTo>
                <a:lnTo>
                  <a:pt x="16764" y="537972"/>
                </a:lnTo>
                <a:lnTo>
                  <a:pt x="19812" y="536448"/>
                </a:lnTo>
                <a:lnTo>
                  <a:pt x="21336" y="533400"/>
                </a:lnTo>
                <a:lnTo>
                  <a:pt x="24384" y="531876"/>
                </a:lnTo>
                <a:lnTo>
                  <a:pt x="24384" y="519684"/>
                </a:lnTo>
                <a:close/>
              </a:path>
              <a:path extrusionOk="0" h="645159" w="175895">
                <a:moveTo>
                  <a:pt x="24384" y="382524"/>
                </a:moveTo>
                <a:lnTo>
                  <a:pt x="21336" y="381000"/>
                </a:lnTo>
                <a:lnTo>
                  <a:pt x="19812" y="377952"/>
                </a:lnTo>
                <a:lnTo>
                  <a:pt x="16764" y="376428"/>
                </a:lnTo>
                <a:lnTo>
                  <a:pt x="9144" y="376428"/>
                </a:lnTo>
                <a:lnTo>
                  <a:pt x="6096" y="377952"/>
                </a:lnTo>
                <a:lnTo>
                  <a:pt x="4572" y="381000"/>
                </a:lnTo>
                <a:lnTo>
                  <a:pt x="1524" y="382524"/>
                </a:lnTo>
                <a:lnTo>
                  <a:pt x="0" y="385572"/>
                </a:lnTo>
                <a:lnTo>
                  <a:pt x="0" y="393192"/>
                </a:lnTo>
                <a:lnTo>
                  <a:pt x="1524" y="396240"/>
                </a:lnTo>
                <a:lnTo>
                  <a:pt x="4572" y="397764"/>
                </a:lnTo>
                <a:lnTo>
                  <a:pt x="6096" y="400812"/>
                </a:lnTo>
                <a:lnTo>
                  <a:pt x="19812" y="400812"/>
                </a:lnTo>
                <a:lnTo>
                  <a:pt x="21336" y="397764"/>
                </a:lnTo>
                <a:lnTo>
                  <a:pt x="24384" y="394716"/>
                </a:lnTo>
                <a:lnTo>
                  <a:pt x="24384" y="382524"/>
                </a:lnTo>
                <a:close/>
              </a:path>
              <a:path extrusionOk="0" h="645159" w="175895">
                <a:moveTo>
                  <a:pt x="172212" y="498348"/>
                </a:moveTo>
                <a:lnTo>
                  <a:pt x="169164" y="498348"/>
                </a:lnTo>
                <a:lnTo>
                  <a:pt x="169164" y="507492"/>
                </a:lnTo>
                <a:lnTo>
                  <a:pt x="167640" y="509016"/>
                </a:lnTo>
                <a:lnTo>
                  <a:pt x="167640" y="510540"/>
                </a:lnTo>
                <a:lnTo>
                  <a:pt x="164592" y="512064"/>
                </a:lnTo>
                <a:lnTo>
                  <a:pt x="163068" y="513588"/>
                </a:lnTo>
                <a:lnTo>
                  <a:pt x="160020" y="513588"/>
                </a:lnTo>
                <a:lnTo>
                  <a:pt x="155448" y="515112"/>
                </a:lnTo>
                <a:lnTo>
                  <a:pt x="57912" y="515112"/>
                </a:lnTo>
                <a:lnTo>
                  <a:pt x="57912" y="519684"/>
                </a:lnTo>
                <a:lnTo>
                  <a:pt x="71628" y="553212"/>
                </a:lnTo>
                <a:lnTo>
                  <a:pt x="74676" y="551688"/>
                </a:lnTo>
                <a:lnTo>
                  <a:pt x="74676" y="548640"/>
                </a:lnTo>
                <a:lnTo>
                  <a:pt x="73152" y="545592"/>
                </a:lnTo>
                <a:lnTo>
                  <a:pt x="73152" y="541020"/>
                </a:lnTo>
                <a:lnTo>
                  <a:pt x="74676" y="539496"/>
                </a:lnTo>
                <a:lnTo>
                  <a:pt x="74676" y="537972"/>
                </a:lnTo>
                <a:lnTo>
                  <a:pt x="76200" y="536448"/>
                </a:lnTo>
                <a:lnTo>
                  <a:pt x="77724" y="536448"/>
                </a:lnTo>
                <a:lnTo>
                  <a:pt x="80772" y="534924"/>
                </a:lnTo>
                <a:lnTo>
                  <a:pt x="160020" y="534924"/>
                </a:lnTo>
                <a:lnTo>
                  <a:pt x="166116" y="537972"/>
                </a:lnTo>
                <a:lnTo>
                  <a:pt x="167640" y="537972"/>
                </a:lnTo>
                <a:lnTo>
                  <a:pt x="167640" y="541020"/>
                </a:lnTo>
                <a:lnTo>
                  <a:pt x="169164" y="542544"/>
                </a:lnTo>
                <a:lnTo>
                  <a:pt x="169164" y="551688"/>
                </a:lnTo>
                <a:lnTo>
                  <a:pt x="172212" y="551688"/>
                </a:lnTo>
                <a:lnTo>
                  <a:pt x="172212" y="534924"/>
                </a:lnTo>
                <a:lnTo>
                  <a:pt x="172212" y="498348"/>
                </a:lnTo>
                <a:close/>
              </a:path>
              <a:path extrusionOk="0" h="645159" w="175895">
                <a:moveTo>
                  <a:pt x="172212" y="361188"/>
                </a:moveTo>
                <a:lnTo>
                  <a:pt x="169164" y="361188"/>
                </a:lnTo>
                <a:lnTo>
                  <a:pt x="169164" y="370332"/>
                </a:lnTo>
                <a:lnTo>
                  <a:pt x="167640" y="371856"/>
                </a:lnTo>
                <a:lnTo>
                  <a:pt x="167640" y="374904"/>
                </a:lnTo>
                <a:lnTo>
                  <a:pt x="164592" y="376428"/>
                </a:lnTo>
                <a:lnTo>
                  <a:pt x="163068" y="376428"/>
                </a:lnTo>
                <a:lnTo>
                  <a:pt x="160020" y="377952"/>
                </a:lnTo>
                <a:lnTo>
                  <a:pt x="57912" y="377952"/>
                </a:lnTo>
                <a:lnTo>
                  <a:pt x="57912" y="384048"/>
                </a:lnTo>
                <a:lnTo>
                  <a:pt x="71628" y="416052"/>
                </a:lnTo>
                <a:lnTo>
                  <a:pt x="74676" y="414528"/>
                </a:lnTo>
                <a:lnTo>
                  <a:pt x="74676" y="411480"/>
                </a:lnTo>
                <a:lnTo>
                  <a:pt x="73152" y="408432"/>
                </a:lnTo>
                <a:lnTo>
                  <a:pt x="73152" y="405384"/>
                </a:lnTo>
                <a:lnTo>
                  <a:pt x="74676" y="403860"/>
                </a:lnTo>
                <a:lnTo>
                  <a:pt x="74676" y="402336"/>
                </a:lnTo>
                <a:lnTo>
                  <a:pt x="77724" y="399288"/>
                </a:lnTo>
                <a:lnTo>
                  <a:pt x="85344" y="399288"/>
                </a:lnTo>
                <a:lnTo>
                  <a:pt x="92964" y="397764"/>
                </a:lnTo>
                <a:lnTo>
                  <a:pt x="155448" y="397764"/>
                </a:lnTo>
                <a:lnTo>
                  <a:pt x="160020" y="399288"/>
                </a:lnTo>
                <a:lnTo>
                  <a:pt x="163068" y="399288"/>
                </a:lnTo>
                <a:lnTo>
                  <a:pt x="166116" y="400812"/>
                </a:lnTo>
                <a:lnTo>
                  <a:pt x="167640" y="402336"/>
                </a:lnTo>
                <a:lnTo>
                  <a:pt x="167640" y="403860"/>
                </a:lnTo>
                <a:lnTo>
                  <a:pt x="169164" y="406908"/>
                </a:lnTo>
                <a:lnTo>
                  <a:pt x="169164" y="414528"/>
                </a:lnTo>
                <a:lnTo>
                  <a:pt x="172212" y="414528"/>
                </a:lnTo>
                <a:lnTo>
                  <a:pt x="172212" y="397764"/>
                </a:lnTo>
                <a:lnTo>
                  <a:pt x="172212" y="361188"/>
                </a:lnTo>
                <a:close/>
              </a:path>
              <a:path extrusionOk="0" h="645159" w="175895">
                <a:moveTo>
                  <a:pt x="172224" y="431292"/>
                </a:moveTo>
                <a:lnTo>
                  <a:pt x="169176" y="431292"/>
                </a:lnTo>
                <a:lnTo>
                  <a:pt x="169176" y="440436"/>
                </a:lnTo>
                <a:lnTo>
                  <a:pt x="167652" y="441960"/>
                </a:lnTo>
                <a:lnTo>
                  <a:pt x="167652" y="443484"/>
                </a:lnTo>
                <a:lnTo>
                  <a:pt x="164604" y="445008"/>
                </a:lnTo>
                <a:lnTo>
                  <a:pt x="163080" y="446532"/>
                </a:lnTo>
                <a:lnTo>
                  <a:pt x="160020" y="448056"/>
                </a:lnTo>
                <a:lnTo>
                  <a:pt x="12" y="448056"/>
                </a:lnTo>
                <a:lnTo>
                  <a:pt x="12" y="452628"/>
                </a:lnTo>
                <a:lnTo>
                  <a:pt x="13728" y="484632"/>
                </a:lnTo>
                <a:lnTo>
                  <a:pt x="16776" y="483108"/>
                </a:lnTo>
                <a:lnTo>
                  <a:pt x="16776" y="480060"/>
                </a:lnTo>
                <a:lnTo>
                  <a:pt x="15252" y="477012"/>
                </a:lnTo>
                <a:lnTo>
                  <a:pt x="15252" y="473964"/>
                </a:lnTo>
                <a:lnTo>
                  <a:pt x="16776" y="472440"/>
                </a:lnTo>
                <a:lnTo>
                  <a:pt x="16776" y="470916"/>
                </a:lnTo>
                <a:lnTo>
                  <a:pt x="18300" y="469392"/>
                </a:lnTo>
                <a:lnTo>
                  <a:pt x="19824" y="469392"/>
                </a:lnTo>
                <a:lnTo>
                  <a:pt x="22872" y="467868"/>
                </a:lnTo>
                <a:lnTo>
                  <a:pt x="160020" y="467868"/>
                </a:lnTo>
                <a:lnTo>
                  <a:pt x="166128" y="470916"/>
                </a:lnTo>
                <a:lnTo>
                  <a:pt x="167652" y="472440"/>
                </a:lnTo>
                <a:lnTo>
                  <a:pt x="167652" y="473964"/>
                </a:lnTo>
                <a:lnTo>
                  <a:pt x="169176" y="475488"/>
                </a:lnTo>
                <a:lnTo>
                  <a:pt x="169176" y="484632"/>
                </a:lnTo>
                <a:lnTo>
                  <a:pt x="172224" y="484632"/>
                </a:lnTo>
                <a:lnTo>
                  <a:pt x="172224" y="431292"/>
                </a:lnTo>
                <a:close/>
              </a:path>
              <a:path extrusionOk="0" h="645159" w="175895">
                <a:moveTo>
                  <a:pt x="172224" y="0"/>
                </a:moveTo>
                <a:lnTo>
                  <a:pt x="169176" y="0"/>
                </a:lnTo>
                <a:lnTo>
                  <a:pt x="169176" y="9144"/>
                </a:lnTo>
                <a:lnTo>
                  <a:pt x="167652" y="10668"/>
                </a:lnTo>
                <a:lnTo>
                  <a:pt x="167652" y="13716"/>
                </a:lnTo>
                <a:lnTo>
                  <a:pt x="166128" y="15240"/>
                </a:lnTo>
                <a:lnTo>
                  <a:pt x="163080" y="15240"/>
                </a:lnTo>
                <a:lnTo>
                  <a:pt x="160032" y="16764"/>
                </a:lnTo>
                <a:lnTo>
                  <a:pt x="91452" y="16764"/>
                </a:lnTo>
                <a:lnTo>
                  <a:pt x="83832" y="18288"/>
                </a:lnTo>
                <a:lnTo>
                  <a:pt x="77736" y="19812"/>
                </a:lnTo>
                <a:lnTo>
                  <a:pt x="65544" y="25908"/>
                </a:lnTo>
                <a:lnTo>
                  <a:pt x="59448" y="35052"/>
                </a:lnTo>
                <a:lnTo>
                  <a:pt x="57924" y="39624"/>
                </a:lnTo>
                <a:lnTo>
                  <a:pt x="57924" y="45720"/>
                </a:lnTo>
                <a:lnTo>
                  <a:pt x="59588" y="55105"/>
                </a:lnTo>
                <a:lnTo>
                  <a:pt x="64401" y="64770"/>
                </a:lnTo>
                <a:lnTo>
                  <a:pt x="72059" y="74447"/>
                </a:lnTo>
                <a:lnTo>
                  <a:pt x="82308" y="83820"/>
                </a:lnTo>
                <a:lnTo>
                  <a:pt x="57924" y="83820"/>
                </a:lnTo>
                <a:lnTo>
                  <a:pt x="57924" y="89916"/>
                </a:lnTo>
                <a:lnTo>
                  <a:pt x="71640" y="121920"/>
                </a:lnTo>
                <a:lnTo>
                  <a:pt x="74688" y="120396"/>
                </a:lnTo>
                <a:lnTo>
                  <a:pt x="74688" y="117348"/>
                </a:lnTo>
                <a:lnTo>
                  <a:pt x="73164" y="114300"/>
                </a:lnTo>
                <a:lnTo>
                  <a:pt x="73164" y="109728"/>
                </a:lnTo>
                <a:lnTo>
                  <a:pt x="77736" y="105156"/>
                </a:lnTo>
                <a:lnTo>
                  <a:pt x="80784" y="105156"/>
                </a:lnTo>
                <a:lnTo>
                  <a:pt x="83832" y="103632"/>
                </a:lnTo>
                <a:lnTo>
                  <a:pt x="156984" y="103632"/>
                </a:lnTo>
                <a:lnTo>
                  <a:pt x="163080" y="105156"/>
                </a:lnTo>
                <a:lnTo>
                  <a:pt x="169176" y="108204"/>
                </a:lnTo>
                <a:lnTo>
                  <a:pt x="169176" y="120396"/>
                </a:lnTo>
                <a:lnTo>
                  <a:pt x="172224" y="120396"/>
                </a:lnTo>
                <a:lnTo>
                  <a:pt x="172224" y="103632"/>
                </a:lnTo>
                <a:lnTo>
                  <a:pt x="172224" y="67056"/>
                </a:lnTo>
                <a:lnTo>
                  <a:pt x="169176" y="67056"/>
                </a:lnTo>
                <a:lnTo>
                  <a:pt x="169176" y="76200"/>
                </a:lnTo>
                <a:lnTo>
                  <a:pt x="167652" y="79248"/>
                </a:lnTo>
                <a:lnTo>
                  <a:pt x="167652" y="80772"/>
                </a:lnTo>
                <a:lnTo>
                  <a:pt x="164604" y="82296"/>
                </a:lnTo>
                <a:lnTo>
                  <a:pt x="163080" y="82296"/>
                </a:lnTo>
                <a:lnTo>
                  <a:pt x="161556" y="83820"/>
                </a:lnTo>
                <a:lnTo>
                  <a:pt x="89928" y="83820"/>
                </a:lnTo>
                <a:lnTo>
                  <a:pt x="82804" y="76733"/>
                </a:lnTo>
                <a:lnTo>
                  <a:pt x="77546" y="69342"/>
                </a:lnTo>
                <a:lnTo>
                  <a:pt x="74282" y="61963"/>
                </a:lnTo>
                <a:lnTo>
                  <a:pt x="73190" y="55105"/>
                </a:lnTo>
                <a:lnTo>
                  <a:pt x="73164" y="48768"/>
                </a:lnTo>
                <a:lnTo>
                  <a:pt x="76212" y="44196"/>
                </a:lnTo>
                <a:lnTo>
                  <a:pt x="85356" y="38100"/>
                </a:lnTo>
                <a:lnTo>
                  <a:pt x="92976" y="36576"/>
                </a:lnTo>
                <a:lnTo>
                  <a:pt x="158508" y="36576"/>
                </a:lnTo>
                <a:lnTo>
                  <a:pt x="160032" y="38100"/>
                </a:lnTo>
                <a:lnTo>
                  <a:pt x="163080" y="38100"/>
                </a:lnTo>
                <a:lnTo>
                  <a:pt x="166128" y="39624"/>
                </a:lnTo>
                <a:lnTo>
                  <a:pt x="169176" y="42672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36576"/>
                </a:lnTo>
                <a:lnTo>
                  <a:pt x="172224" y="0"/>
                </a:lnTo>
                <a:close/>
              </a:path>
              <a:path extrusionOk="0" h="645159" w="175895">
                <a:moveTo>
                  <a:pt x="175272" y="608076"/>
                </a:moveTo>
                <a:lnTo>
                  <a:pt x="155651" y="573214"/>
                </a:lnTo>
                <a:lnTo>
                  <a:pt x="141744" y="569976"/>
                </a:lnTo>
                <a:lnTo>
                  <a:pt x="132905" y="571436"/>
                </a:lnTo>
                <a:lnTo>
                  <a:pt x="102120" y="611124"/>
                </a:lnTo>
                <a:lnTo>
                  <a:pt x="99072" y="618744"/>
                </a:lnTo>
                <a:lnTo>
                  <a:pt x="96024" y="624840"/>
                </a:lnTo>
                <a:lnTo>
                  <a:pt x="91452" y="626364"/>
                </a:lnTo>
                <a:lnTo>
                  <a:pt x="85356" y="629412"/>
                </a:lnTo>
                <a:lnTo>
                  <a:pt x="76212" y="629412"/>
                </a:lnTo>
                <a:lnTo>
                  <a:pt x="73164" y="627888"/>
                </a:lnTo>
                <a:lnTo>
                  <a:pt x="67068" y="621792"/>
                </a:lnTo>
                <a:lnTo>
                  <a:pt x="65544" y="617220"/>
                </a:lnTo>
                <a:lnTo>
                  <a:pt x="65544" y="603504"/>
                </a:lnTo>
                <a:lnTo>
                  <a:pt x="96024" y="582168"/>
                </a:lnTo>
                <a:lnTo>
                  <a:pt x="96024" y="579120"/>
                </a:lnTo>
                <a:lnTo>
                  <a:pt x="57924" y="579120"/>
                </a:lnTo>
                <a:lnTo>
                  <a:pt x="57924" y="582168"/>
                </a:lnTo>
                <a:lnTo>
                  <a:pt x="60972" y="583692"/>
                </a:lnTo>
                <a:lnTo>
                  <a:pt x="62496" y="583692"/>
                </a:lnTo>
                <a:lnTo>
                  <a:pt x="62496" y="591312"/>
                </a:lnTo>
                <a:lnTo>
                  <a:pt x="60972" y="595884"/>
                </a:lnTo>
                <a:lnTo>
                  <a:pt x="59448" y="601980"/>
                </a:lnTo>
                <a:lnTo>
                  <a:pt x="57924" y="606552"/>
                </a:lnTo>
                <a:lnTo>
                  <a:pt x="57924" y="611124"/>
                </a:lnTo>
                <a:lnTo>
                  <a:pt x="58496" y="618578"/>
                </a:lnTo>
                <a:lnTo>
                  <a:pt x="80784" y="644652"/>
                </a:lnTo>
                <a:lnTo>
                  <a:pt x="97548" y="644652"/>
                </a:lnTo>
                <a:lnTo>
                  <a:pt x="102120" y="643128"/>
                </a:lnTo>
                <a:lnTo>
                  <a:pt x="106692" y="638556"/>
                </a:lnTo>
                <a:lnTo>
                  <a:pt x="110350" y="635419"/>
                </a:lnTo>
                <a:lnTo>
                  <a:pt x="114312" y="630555"/>
                </a:lnTo>
                <a:lnTo>
                  <a:pt x="118262" y="623989"/>
                </a:lnTo>
                <a:lnTo>
                  <a:pt x="121932" y="615696"/>
                </a:lnTo>
                <a:lnTo>
                  <a:pt x="126238" y="608266"/>
                </a:lnTo>
                <a:lnTo>
                  <a:pt x="144792" y="588264"/>
                </a:lnTo>
                <a:lnTo>
                  <a:pt x="155460" y="588264"/>
                </a:lnTo>
                <a:lnTo>
                  <a:pt x="160032" y="589788"/>
                </a:lnTo>
                <a:lnTo>
                  <a:pt x="163080" y="594360"/>
                </a:lnTo>
                <a:lnTo>
                  <a:pt x="166128" y="597408"/>
                </a:lnTo>
                <a:lnTo>
                  <a:pt x="167652" y="601980"/>
                </a:lnTo>
                <a:lnTo>
                  <a:pt x="167652" y="615696"/>
                </a:lnTo>
                <a:lnTo>
                  <a:pt x="137172" y="641604"/>
                </a:lnTo>
                <a:lnTo>
                  <a:pt x="137172" y="644652"/>
                </a:lnTo>
                <a:lnTo>
                  <a:pt x="175272" y="644652"/>
                </a:lnTo>
                <a:lnTo>
                  <a:pt x="175272" y="641604"/>
                </a:lnTo>
                <a:lnTo>
                  <a:pt x="172224" y="640080"/>
                </a:lnTo>
                <a:lnTo>
                  <a:pt x="170700" y="638556"/>
                </a:lnTo>
                <a:lnTo>
                  <a:pt x="170700" y="635508"/>
                </a:lnTo>
                <a:lnTo>
                  <a:pt x="172224" y="633984"/>
                </a:lnTo>
                <a:lnTo>
                  <a:pt x="172224" y="630936"/>
                </a:lnTo>
                <a:lnTo>
                  <a:pt x="175272" y="621792"/>
                </a:lnTo>
                <a:lnTo>
                  <a:pt x="175272" y="608076"/>
                </a:lnTo>
                <a:close/>
              </a:path>
              <a:path extrusionOk="0" h="645159" w="175895">
                <a:moveTo>
                  <a:pt x="175272" y="301752"/>
                </a:moveTo>
                <a:lnTo>
                  <a:pt x="158076" y="266534"/>
                </a:lnTo>
                <a:lnTo>
                  <a:pt x="131076" y="256032"/>
                </a:lnTo>
                <a:lnTo>
                  <a:pt x="128028" y="259080"/>
                </a:lnTo>
                <a:lnTo>
                  <a:pt x="138696" y="262128"/>
                </a:lnTo>
                <a:lnTo>
                  <a:pt x="144792" y="266700"/>
                </a:lnTo>
                <a:lnTo>
                  <a:pt x="149364" y="271272"/>
                </a:lnTo>
                <a:lnTo>
                  <a:pt x="153936" y="277368"/>
                </a:lnTo>
                <a:lnTo>
                  <a:pt x="155460" y="284988"/>
                </a:lnTo>
                <a:lnTo>
                  <a:pt x="155460" y="292608"/>
                </a:lnTo>
                <a:lnTo>
                  <a:pt x="124790" y="326136"/>
                </a:lnTo>
                <a:lnTo>
                  <a:pt x="106692" y="329184"/>
                </a:lnTo>
                <a:lnTo>
                  <a:pt x="96977" y="328383"/>
                </a:lnTo>
                <a:lnTo>
                  <a:pt x="65544" y="307848"/>
                </a:lnTo>
                <a:lnTo>
                  <a:pt x="65544" y="295656"/>
                </a:lnTo>
                <a:lnTo>
                  <a:pt x="85356" y="283464"/>
                </a:lnTo>
                <a:lnTo>
                  <a:pt x="88404" y="281940"/>
                </a:lnTo>
                <a:lnTo>
                  <a:pt x="89928" y="280416"/>
                </a:lnTo>
                <a:lnTo>
                  <a:pt x="92976" y="278892"/>
                </a:lnTo>
                <a:lnTo>
                  <a:pt x="94500" y="275844"/>
                </a:lnTo>
                <a:lnTo>
                  <a:pt x="94500" y="265176"/>
                </a:lnTo>
                <a:lnTo>
                  <a:pt x="92976" y="262128"/>
                </a:lnTo>
                <a:lnTo>
                  <a:pt x="89928" y="260604"/>
                </a:lnTo>
                <a:lnTo>
                  <a:pt x="79260" y="260604"/>
                </a:lnTo>
                <a:lnTo>
                  <a:pt x="57924" y="297180"/>
                </a:lnTo>
                <a:lnTo>
                  <a:pt x="59042" y="307187"/>
                </a:lnTo>
                <a:lnTo>
                  <a:pt x="83489" y="340004"/>
                </a:lnTo>
                <a:lnTo>
                  <a:pt x="117360" y="348996"/>
                </a:lnTo>
                <a:lnTo>
                  <a:pt x="130238" y="347903"/>
                </a:lnTo>
                <a:lnTo>
                  <a:pt x="166903" y="326618"/>
                </a:lnTo>
                <a:lnTo>
                  <a:pt x="174383" y="310616"/>
                </a:lnTo>
                <a:lnTo>
                  <a:pt x="175272" y="301752"/>
                </a:lnTo>
                <a:close/>
              </a:path>
              <a:path extrusionOk="0" h="645159" w="175895">
                <a:moveTo>
                  <a:pt x="175272" y="187452"/>
                </a:moveTo>
                <a:lnTo>
                  <a:pt x="175196" y="185928"/>
                </a:lnTo>
                <a:lnTo>
                  <a:pt x="174929" y="179743"/>
                </a:lnTo>
                <a:lnTo>
                  <a:pt x="173748" y="172593"/>
                </a:lnTo>
                <a:lnTo>
                  <a:pt x="171411" y="166027"/>
                </a:lnTo>
                <a:lnTo>
                  <a:pt x="167652" y="160070"/>
                </a:lnTo>
                <a:lnTo>
                  <a:pt x="167652" y="173736"/>
                </a:lnTo>
                <a:lnTo>
                  <a:pt x="167652" y="181356"/>
                </a:lnTo>
                <a:lnTo>
                  <a:pt x="141427" y="211264"/>
                </a:lnTo>
                <a:lnTo>
                  <a:pt x="108216" y="216408"/>
                </a:lnTo>
                <a:lnTo>
                  <a:pt x="99072" y="216408"/>
                </a:lnTo>
                <a:lnTo>
                  <a:pt x="89928" y="214884"/>
                </a:lnTo>
                <a:lnTo>
                  <a:pt x="83832" y="211836"/>
                </a:lnTo>
                <a:lnTo>
                  <a:pt x="77736" y="210312"/>
                </a:lnTo>
                <a:lnTo>
                  <a:pt x="73164" y="207264"/>
                </a:lnTo>
                <a:lnTo>
                  <a:pt x="67068" y="198120"/>
                </a:lnTo>
                <a:lnTo>
                  <a:pt x="65544" y="193548"/>
                </a:lnTo>
                <a:lnTo>
                  <a:pt x="65544" y="181356"/>
                </a:lnTo>
                <a:lnTo>
                  <a:pt x="98501" y="158686"/>
                </a:lnTo>
                <a:lnTo>
                  <a:pt x="124980" y="155448"/>
                </a:lnTo>
                <a:lnTo>
                  <a:pt x="135788" y="156006"/>
                </a:lnTo>
                <a:lnTo>
                  <a:pt x="167652" y="173736"/>
                </a:lnTo>
                <a:lnTo>
                  <a:pt x="167652" y="160070"/>
                </a:lnTo>
                <a:lnTo>
                  <a:pt x="130314" y="134683"/>
                </a:lnTo>
                <a:lnTo>
                  <a:pt x="115836" y="132588"/>
                </a:lnTo>
                <a:lnTo>
                  <a:pt x="104952" y="133451"/>
                </a:lnTo>
                <a:lnTo>
                  <a:pt x="69494" y="154000"/>
                </a:lnTo>
                <a:lnTo>
                  <a:pt x="57924" y="185928"/>
                </a:lnTo>
                <a:lnTo>
                  <a:pt x="58039" y="187452"/>
                </a:lnTo>
                <a:lnTo>
                  <a:pt x="74688" y="222885"/>
                </a:lnTo>
                <a:lnTo>
                  <a:pt x="110896" y="238721"/>
                </a:lnTo>
                <a:lnTo>
                  <a:pt x="118884" y="239268"/>
                </a:lnTo>
                <a:lnTo>
                  <a:pt x="128879" y="238442"/>
                </a:lnTo>
                <a:lnTo>
                  <a:pt x="164338" y="218744"/>
                </a:lnTo>
                <a:lnTo>
                  <a:pt x="165900" y="216408"/>
                </a:lnTo>
                <a:lnTo>
                  <a:pt x="170510" y="209550"/>
                </a:lnTo>
                <a:lnTo>
                  <a:pt x="174104" y="199224"/>
                </a:lnTo>
                <a:lnTo>
                  <a:pt x="174205" y="198120"/>
                </a:lnTo>
                <a:lnTo>
                  <a:pt x="175272" y="1874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070" name="Google Shape;6070;p92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2459736" y="4971288"/>
            <a:ext cx="128015" cy="12801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71" name="Google Shape;6071;p92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2436875" y="4674108"/>
            <a:ext cx="173736" cy="190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072" name="Google Shape;6072;p92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2432304" y="4373879"/>
            <a:ext cx="175259" cy="220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6073" name="Google Shape;6073;p92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2432303" y="3921251"/>
            <a:ext cx="225552" cy="406908"/>
          </a:xfrm>
          <a:prstGeom prst="rect">
            <a:avLst/>
          </a:prstGeom>
          <a:noFill/>
          <a:ln>
            <a:noFill/>
          </a:ln>
        </p:spPr>
      </p:pic>
      <p:sp>
        <p:nvSpPr>
          <p:cNvPr id="6074" name="Google Shape;6074;p92"/>
          <p:cNvSpPr/>
          <p:nvPr/>
        </p:nvSpPr>
        <p:spPr>
          <a:xfrm>
            <a:off x="2432291" y="3267456"/>
            <a:ext cx="175895" cy="573405"/>
          </a:xfrm>
          <a:custGeom>
            <a:rect b="b" l="l" r="r" t="t"/>
            <a:pathLst>
              <a:path extrusionOk="0" h="573404" w="175894">
                <a:moveTo>
                  <a:pt x="24384" y="256032"/>
                </a:moveTo>
                <a:lnTo>
                  <a:pt x="22860" y="252984"/>
                </a:lnTo>
                <a:lnTo>
                  <a:pt x="18288" y="248412"/>
                </a:lnTo>
                <a:lnTo>
                  <a:pt x="15240" y="246888"/>
                </a:lnTo>
                <a:lnTo>
                  <a:pt x="9144" y="246888"/>
                </a:lnTo>
                <a:lnTo>
                  <a:pt x="6096" y="248412"/>
                </a:lnTo>
                <a:lnTo>
                  <a:pt x="1524" y="252984"/>
                </a:lnTo>
                <a:lnTo>
                  <a:pt x="0" y="256032"/>
                </a:lnTo>
                <a:lnTo>
                  <a:pt x="0" y="263652"/>
                </a:lnTo>
                <a:lnTo>
                  <a:pt x="1524" y="265176"/>
                </a:lnTo>
                <a:lnTo>
                  <a:pt x="3048" y="268224"/>
                </a:lnTo>
                <a:lnTo>
                  <a:pt x="6096" y="271272"/>
                </a:lnTo>
                <a:lnTo>
                  <a:pt x="18288" y="271272"/>
                </a:lnTo>
                <a:lnTo>
                  <a:pt x="21336" y="268224"/>
                </a:lnTo>
                <a:lnTo>
                  <a:pt x="22860" y="265176"/>
                </a:lnTo>
                <a:lnTo>
                  <a:pt x="24384" y="263652"/>
                </a:lnTo>
                <a:lnTo>
                  <a:pt x="24384" y="256032"/>
                </a:lnTo>
                <a:close/>
              </a:path>
              <a:path extrusionOk="0" h="573404" w="175894">
                <a:moveTo>
                  <a:pt x="172212" y="231648"/>
                </a:moveTo>
                <a:lnTo>
                  <a:pt x="169164" y="231648"/>
                </a:lnTo>
                <a:lnTo>
                  <a:pt x="169164" y="240792"/>
                </a:lnTo>
                <a:lnTo>
                  <a:pt x="167640" y="242316"/>
                </a:lnTo>
                <a:lnTo>
                  <a:pt x="166116" y="245364"/>
                </a:lnTo>
                <a:lnTo>
                  <a:pt x="164592" y="246888"/>
                </a:lnTo>
                <a:lnTo>
                  <a:pt x="161544" y="246888"/>
                </a:lnTo>
                <a:lnTo>
                  <a:pt x="160020" y="248412"/>
                </a:lnTo>
                <a:lnTo>
                  <a:pt x="57912" y="248412"/>
                </a:lnTo>
                <a:lnTo>
                  <a:pt x="57912" y="254508"/>
                </a:lnTo>
                <a:lnTo>
                  <a:pt x="71628" y="286512"/>
                </a:lnTo>
                <a:lnTo>
                  <a:pt x="74676" y="284988"/>
                </a:lnTo>
                <a:lnTo>
                  <a:pt x="73152" y="281940"/>
                </a:lnTo>
                <a:lnTo>
                  <a:pt x="73152" y="274320"/>
                </a:lnTo>
                <a:lnTo>
                  <a:pt x="77724" y="269748"/>
                </a:lnTo>
                <a:lnTo>
                  <a:pt x="83820" y="269748"/>
                </a:lnTo>
                <a:lnTo>
                  <a:pt x="92964" y="268224"/>
                </a:lnTo>
                <a:lnTo>
                  <a:pt x="155448" y="268224"/>
                </a:lnTo>
                <a:lnTo>
                  <a:pt x="160020" y="269748"/>
                </a:lnTo>
                <a:lnTo>
                  <a:pt x="163068" y="269748"/>
                </a:lnTo>
                <a:lnTo>
                  <a:pt x="167640" y="274320"/>
                </a:lnTo>
                <a:lnTo>
                  <a:pt x="169164" y="277368"/>
                </a:lnTo>
                <a:lnTo>
                  <a:pt x="169164" y="284988"/>
                </a:lnTo>
                <a:lnTo>
                  <a:pt x="172212" y="284988"/>
                </a:lnTo>
                <a:lnTo>
                  <a:pt x="172212" y="268224"/>
                </a:lnTo>
                <a:lnTo>
                  <a:pt x="172212" y="231648"/>
                </a:lnTo>
                <a:close/>
              </a:path>
              <a:path extrusionOk="0" h="573404" w="175894">
                <a:moveTo>
                  <a:pt x="175260" y="495300"/>
                </a:moveTo>
                <a:lnTo>
                  <a:pt x="174117" y="489572"/>
                </a:lnTo>
                <a:lnTo>
                  <a:pt x="170688" y="483679"/>
                </a:lnTo>
                <a:lnTo>
                  <a:pt x="164973" y="477520"/>
                </a:lnTo>
                <a:lnTo>
                  <a:pt x="156972" y="470916"/>
                </a:lnTo>
                <a:lnTo>
                  <a:pt x="150876" y="470916"/>
                </a:lnTo>
                <a:lnTo>
                  <a:pt x="160020" y="480060"/>
                </a:lnTo>
                <a:lnTo>
                  <a:pt x="160020" y="486156"/>
                </a:lnTo>
                <a:lnTo>
                  <a:pt x="158496" y="486156"/>
                </a:lnTo>
                <a:lnTo>
                  <a:pt x="158496" y="487680"/>
                </a:lnTo>
                <a:lnTo>
                  <a:pt x="153924" y="487680"/>
                </a:lnTo>
                <a:lnTo>
                  <a:pt x="152400" y="489204"/>
                </a:lnTo>
                <a:lnTo>
                  <a:pt x="77724" y="489204"/>
                </a:lnTo>
                <a:lnTo>
                  <a:pt x="74676" y="490728"/>
                </a:lnTo>
                <a:lnTo>
                  <a:pt x="65532" y="496824"/>
                </a:lnTo>
                <a:lnTo>
                  <a:pt x="62484" y="501396"/>
                </a:lnTo>
                <a:lnTo>
                  <a:pt x="60490" y="507161"/>
                </a:lnTo>
                <a:lnTo>
                  <a:pt x="60413" y="507492"/>
                </a:lnTo>
                <a:lnTo>
                  <a:pt x="59055" y="513207"/>
                </a:lnTo>
                <a:lnTo>
                  <a:pt x="59016" y="513588"/>
                </a:lnTo>
                <a:lnTo>
                  <a:pt x="58204" y="519836"/>
                </a:lnTo>
                <a:lnTo>
                  <a:pt x="58115" y="530352"/>
                </a:lnTo>
                <a:lnTo>
                  <a:pt x="58483" y="536143"/>
                </a:lnTo>
                <a:lnTo>
                  <a:pt x="58559" y="536448"/>
                </a:lnTo>
                <a:lnTo>
                  <a:pt x="60198" y="544258"/>
                </a:lnTo>
                <a:lnTo>
                  <a:pt x="63055" y="551522"/>
                </a:lnTo>
                <a:lnTo>
                  <a:pt x="63169" y="551688"/>
                </a:lnTo>
                <a:lnTo>
                  <a:pt x="67056" y="557784"/>
                </a:lnTo>
                <a:lnTo>
                  <a:pt x="73152" y="563880"/>
                </a:lnTo>
                <a:lnTo>
                  <a:pt x="79248" y="568452"/>
                </a:lnTo>
                <a:lnTo>
                  <a:pt x="89916" y="568452"/>
                </a:lnTo>
                <a:lnTo>
                  <a:pt x="92964" y="566928"/>
                </a:lnTo>
                <a:lnTo>
                  <a:pt x="96012" y="563880"/>
                </a:lnTo>
                <a:lnTo>
                  <a:pt x="97536" y="560832"/>
                </a:lnTo>
                <a:lnTo>
                  <a:pt x="97536" y="554736"/>
                </a:lnTo>
                <a:lnTo>
                  <a:pt x="94488" y="551688"/>
                </a:lnTo>
                <a:lnTo>
                  <a:pt x="94411" y="551522"/>
                </a:lnTo>
                <a:lnTo>
                  <a:pt x="92964" y="548640"/>
                </a:lnTo>
                <a:lnTo>
                  <a:pt x="76200" y="548640"/>
                </a:lnTo>
                <a:lnTo>
                  <a:pt x="73152" y="547116"/>
                </a:lnTo>
                <a:lnTo>
                  <a:pt x="67056" y="541020"/>
                </a:lnTo>
                <a:lnTo>
                  <a:pt x="65532" y="536448"/>
                </a:lnTo>
                <a:lnTo>
                  <a:pt x="65532" y="524256"/>
                </a:lnTo>
                <a:lnTo>
                  <a:pt x="67056" y="518160"/>
                </a:lnTo>
                <a:lnTo>
                  <a:pt x="71628" y="513588"/>
                </a:lnTo>
                <a:lnTo>
                  <a:pt x="76200" y="510540"/>
                </a:lnTo>
                <a:lnTo>
                  <a:pt x="83820" y="509016"/>
                </a:lnTo>
                <a:lnTo>
                  <a:pt x="99060" y="509016"/>
                </a:lnTo>
                <a:lnTo>
                  <a:pt x="104495" y="522757"/>
                </a:lnTo>
                <a:lnTo>
                  <a:pt x="109347" y="534352"/>
                </a:lnTo>
                <a:lnTo>
                  <a:pt x="132588" y="568452"/>
                </a:lnTo>
                <a:lnTo>
                  <a:pt x="137160" y="571500"/>
                </a:lnTo>
                <a:lnTo>
                  <a:pt x="141732" y="573024"/>
                </a:lnTo>
                <a:lnTo>
                  <a:pt x="155448" y="573024"/>
                </a:lnTo>
                <a:lnTo>
                  <a:pt x="161544" y="569976"/>
                </a:lnTo>
                <a:lnTo>
                  <a:pt x="167640" y="565404"/>
                </a:lnTo>
                <a:lnTo>
                  <a:pt x="172212" y="559308"/>
                </a:lnTo>
                <a:lnTo>
                  <a:pt x="175260" y="553212"/>
                </a:lnTo>
                <a:lnTo>
                  <a:pt x="175260" y="539496"/>
                </a:lnTo>
                <a:lnTo>
                  <a:pt x="172212" y="530352"/>
                </a:lnTo>
                <a:lnTo>
                  <a:pt x="170459" y="527456"/>
                </a:lnTo>
                <a:lnTo>
                  <a:pt x="170345" y="527304"/>
                </a:lnTo>
                <a:lnTo>
                  <a:pt x="167259" y="523113"/>
                </a:lnTo>
                <a:lnTo>
                  <a:pt x="162356" y="517067"/>
                </a:lnTo>
                <a:lnTo>
                  <a:pt x="160020" y="514350"/>
                </a:lnTo>
                <a:lnTo>
                  <a:pt x="160020" y="539496"/>
                </a:lnTo>
                <a:lnTo>
                  <a:pt x="158546" y="543953"/>
                </a:lnTo>
                <a:lnTo>
                  <a:pt x="158686" y="543953"/>
                </a:lnTo>
                <a:lnTo>
                  <a:pt x="153924" y="547116"/>
                </a:lnTo>
                <a:lnTo>
                  <a:pt x="150876" y="551688"/>
                </a:lnTo>
                <a:lnTo>
                  <a:pt x="146304" y="553212"/>
                </a:lnTo>
                <a:lnTo>
                  <a:pt x="135636" y="553212"/>
                </a:lnTo>
                <a:lnTo>
                  <a:pt x="131064" y="551688"/>
                </a:lnTo>
                <a:lnTo>
                  <a:pt x="128016" y="548640"/>
                </a:lnTo>
                <a:lnTo>
                  <a:pt x="123444" y="545592"/>
                </a:lnTo>
                <a:lnTo>
                  <a:pt x="120396" y="541020"/>
                </a:lnTo>
                <a:lnTo>
                  <a:pt x="117348" y="533400"/>
                </a:lnTo>
                <a:lnTo>
                  <a:pt x="115049" y="530021"/>
                </a:lnTo>
                <a:lnTo>
                  <a:pt x="112585" y="524637"/>
                </a:lnTo>
                <a:lnTo>
                  <a:pt x="109855" y="517550"/>
                </a:lnTo>
                <a:lnTo>
                  <a:pt x="106680" y="509016"/>
                </a:lnTo>
                <a:lnTo>
                  <a:pt x="147828" y="509016"/>
                </a:lnTo>
                <a:lnTo>
                  <a:pt x="153593" y="516496"/>
                </a:lnTo>
                <a:lnTo>
                  <a:pt x="157353" y="523113"/>
                </a:lnTo>
                <a:lnTo>
                  <a:pt x="159410" y="529170"/>
                </a:lnTo>
                <a:lnTo>
                  <a:pt x="159499" y="530021"/>
                </a:lnTo>
                <a:lnTo>
                  <a:pt x="159537" y="530352"/>
                </a:lnTo>
                <a:lnTo>
                  <a:pt x="159969" y="534352"/>
                </a:lnTo>
                <a:lnTo>
                  <a:pt x="160020" y="539496"/>
                </a:lnTo>
                <a:lnTo>
                  <a:pt x="160020" y="514350"/>
                </a:lnTo>
                <a:lnTo>
                  <a:pt x="155448" y="509016"/>
                </a:lnTo>
                <a:lnTo>
                  <a:pt x="163068" y="509016"/>
                </a:lnTo>
                <a:lnTo>
                  <a:pt x="167640" y="507492"/>
                </a:lnTo>
                <a:lnTo>
                  <a:pt x="170688" y="504444"/>
                </a:lnTo>
                <a:lnTo>
                  <a:pt x="173736" y="502920"/>
                </a:lnTo>
                <a:lnTo>
                  <a:pt x="175260" y="499872"/>
                </a:lnTo>
                <a:lnTo>
                  <a:pt x="175260" y="495300"/>
                </a:lnTo>
                <a:close/>
              </a:path>
              <a:path extrusionOk="0" h="573404" w="175894">
                <a:moveTo>
                  <a:pt x="175260" y="417576"/>
                </a:moveTo>
                <a:lnTo>
                  <a:pt x="158051" y="382333"/>
                </a:lnTo>
                <a:lnTo>
                  <a:pt x="129540" y="370332"/>
                </a:lnTo>
                <a:lnTo>
                  <a:pt x="128016" y="373380"/>
                </a:lnTo>
                <a:lnTo>
                  <a:pt x="138684" y="377952"/>
                </a:lnTo>
                <a:lnTo>
                  <a:pt x="144780" y="382524"/>
                </a:lnTo>
                <a:lnTo>
                  <a:pt x="147828" y="387096"/>
                </a:lnTo>
                <a:lnTo>
                  <a:pt x="153924" y="393192"/>
                </a:lnTo>
                <a:lnTo>
                  <a:pt x="155448" y="400812"/>
                </a:lnTo>
                <a:lnTo>
                  <a:pt x="155448" y="408432"/>
                </a:lnTo>
                <a:lnTo>
                  <a:pt x="154571" y="416128"/>
                </a:lnTo>
                <a:lnTo>
                  <a:pt x="124396" y="441198"/>
                </a:lnTo>
                <a:lnTo>
                  <a:pt x="105156" y="443484"/>
                </a:lnTo>
                <a:lnTo>
                  <a:pt x="96329" y="442912"/>
                </a:lnTo>
                <a:lnTo>
                  <a:pt x="65532" y="423672"/>
                </a:lnTo>
                <a:lnTo>
                  <a:pt x="65532" y="409956"/>
                </a:lnTo>
                <a:lnTo>
                  <a:pt x="67056" y="406908"/>
                </a:lnTo>
                <a:lnTo>
                  <a:pt x="70104" y="403860"/>
                </a:lnTo>
                <a:lnTo>
                  <a:pt x="71628" y="400812"/>
                </a:lnTo>
                <a:lnTo>
                  <a:pt x="76200" y="399288"/>
                </a:lnTo>
                <a:lnTo>
                  <a:pt x="85344" y="399288"/>
                </a:lnTo>
                <a:lnTo>
                  <a:pt x="88392" y="397764"/>
                </a:lnTo>
                <a:lnTo>
                  <a:pt x="89916" y="396240"/>
                </a:lnTo>
                <a:lnTo>
                  <a:pt x="92964" y="394716"/>
                </a:lnTo>
                <a:lnTo>
                  <a:pt x="94488" y="391668"/>
                </a:lnTo>
                <a:lnTo>
                  <a:pt x="94488" y="379476"/>
                </a:lnTo>
                <a:lnTo>
                  <a:pt x="91440" y="377952"/>
                </a:lnTo>
                <a:lnTo>
                  <a:pt x="89916" y="376428"/>
                </a:lnTo>
                <a:lnTo>
                  <a:pt x="86868" y="374904"/>
                </a:lnTo>
                <a:lnTo>
                  <a:pt x="77724" y="374904"/>
                </a:lnTo>
                <a:lnTo>
                  <a:pt x="57912" y="411480"/>
                </a:lnTo>
                <a:lnTo>
                  <a:pt x="59042" y="422338"/>
                </a:lnTo>
                <a:lnTo>
                  <a:pt x="83273" y="454939"/>
                </a:lnTo>
                <a:lnTo>
                  <a:pt x="117348" y="463296"/>
                </a:lnTo>
                <a:lnTo>
                  <a:pt x="129590" y="462445"/>
                </a:lnTo>
                <a:lnTo>
                  <a:pt x="166903" y="442442"/>
                </a:lnTo>
                <a:lnTo>
                  <a:pt x="174383" y="426440"/>
                </a:lnTo>
                <a:lnTo>
                  <a:pt x="175260" y="417576"/>
                </a:lnTo>
                <a:close/>
              </a:path>
              <a:path extrusionOk="0" h="573404" w="175894">
                <a:moveTo>
                  <a:pt x="175260" y="161544"/>
                </a:moveTo>
                <a:lnTo>
                  <a:pt x="80772" y="124968"/>
                </a:lnTo>
                <a:lnTo>
                  <a:pt x="74676" y="121920"/>
                </a:lnTo>
                <a:lnTo>
                  <a:pt x="70104" y="120396"/>
                </a:lnTo>
                <a:lnTo>
                  <a:pt x="65532" y="115824"/>
                </a:lnTo>
                <a:lnTo>
                  <a:pt x="64008" y="112776"/>
                </a:lnTo>
                <a:lnTo>
                  <a:pt x="64008" y="108204"/>
                </a:lnTo>
                <a:lnTo>
                  <a:pt x="60960" y="108204"/>
                </a:lnTo>
                <a:lnTo>
                  <a:pt x="60960" y="143256"/>
                </a:lnTo>
                <a:lnTo>
                  <a:pt x="64008" y="143256"/>
                </a:lnTo>
                <a:lnTo>
                  <a:pt x="64008" y="135636"/>
                </a:lnTo>
                <a:lnTo>
                  <a:pt x="65532" y="135636"/>
                </a:lnTo>
                <a:lnTo>
                  <a:pt x="65532" y="132588"/>
                </a:lnTo>
                <a:lnTo>
                  <a:pt x="67056" y="131064"/>
                </a:lnTo>
                <a:lnTo>
                  <a:pt x="76200" y="131064"/>
                </a:lnTo>
                <a:lnTo>
                  <a:pt x="80772" y="134112"/>
                </a:lnTo>
                <a:lnTo>
                  <a:pt x="143256" y="158496"/>
                </a:lnTo>
                <a:lnTo>
                  <a:pt x="82296" y="184404"/>
                </a:lnTo>
                <a:lnTo>
                  <a:pt x="79248" y="185928"/>
                </a:lnTo>
                <a:lnTo>
                  <a:pt x="68580" y="185928"/>
                </a:lnTo>
                <a:lnTo>
                  <a:pt x="65532" y="182880"/>
                </a:lnTo>
                <a:lnTo>
                  <a:pt x="64008" y="179832"/>
                </a:lnTo>
                <a:lnTo>
                  <a:pt x="64008" y="173736"/>
                </a:lnTo>
                <a:lnTo>
                  <a:pt x="60960" y="173736"/>
                </a:lnTo>
                <a:lnTo>
                  <a:pt x="60960" y="225552"/>
                </a:lnTo>
                <a:lnTo>
                  <a:pt x="64008" y="225552"/>
                </a:lnTo>
                <a:lnTo>
                  <a:pt x="65532" y="220980"/>
                </a:lnTo>
                <a:lnTo>
                  <a:pt x="65532" y="219456"/>
                </a:lnTo>
                <a:lnTo>
                  <a:pt x="67056" y="217932"/>
                </a:lnTo>
                <a:lnTo>
                  <a:pt x="68580" y="214884"/>
                </a:lnTo>
                <a:lnTo>
                  <a:pt x="73152" y="210312"/>
                </a:lnTo>
                <a:lnTo>
                  <a:pt x="77724" y="207264"/>
                </a:lnTo>
                <a:lnTo>
                  <a:pt x="82296" y="205740"/>
                </a:lnTo>
                <a:lnTo>
                  <a:pt x="175260" y="167640"/>
                </a:lnTo>
                <a:lnTo>
                  <a:pt x="175260" y="161544"/>
                </a:lnTo>
                <a:close/>
              </a:path>
              <a:path extrusionOk="0" h="573404" w="175894">
                <a:moveTo>
                  <a:pt x="175260" y="44196"/>
                </a:moveTo>
                <a:lnTo>
                  <a:pt x="155956" y="8572"/>
                </a:lnTo>
                <a:lnTo>
                  <a:pt x="132588" y="0"/>
                </a:lnTo>
                <a:lnTo>
                  <a:pt x="129540" y="3048"/>
                </a:lnTo>
                <a:lnTo>
                  <a:pt x="140208" y="6096"/>
                </a:lnTo>
                <a:lnTo>
                  <a:pt x="146304" y="10668"/>
                </a:lnTo>
                <a:lnTo>
                  <a:pt x="150876" y="15240"/>
                </a:lnTo>
                <a:lnTo>
                  <a:pt x="153924" y="21336"/>
                </a:lnTo>
                <a:lnTo>
                  <a:pt x="155448" y="27432"/>
                </a:lnTo>
                <a:lnTo>
                  <a:pt x="155397" y="35585"/>
                </a:lnTo>
                <a:lnTo>
                  <a:pt x="134048" y="67614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469"/>
                </a:lnTo>
                <a:lnTo>
                  <a:pt x="94488" y="24384"/>
                </a:lnTo>
                <a:lnTo>
                  <a:pt x="94488" y="74676"/>
                </a:lnTo>
                <a:lnTo>
                  <a:pt x="65532" y="53340"/>
                </a:lnTo>
                <a:lnTo>
                  <a:pt x="65532" y="42672"/>
                </a:lnTo>
                <a:lnTo>
                  <a:pt x="67056" y="39624"/>
                </a:lnTo>
                <a:lnTo>
                  <a:pt x="70104" y="35052"/>
                </a:lnTo>
                <a:lnTo>
                  <a:pt x="71628" y="32004"/>
                </a:lnTo>
                <a:lnTo>
                  <a:pt x="76200" y="28956"/>
                </a:lnTo>
                <a:lnTo>
                  <a:pt x="79248" y="25908"/>
                </a:lnTo>
                <a:lnTo>
                  <a:pt x="82296" y="24384"/>
                </a:lnTo>
                <a:lnTo>
                  <a:pt x="94488" y="24384"/>
                </a:lnTo>
                <a:lnTo>
                  <a:pt x="94488" y="469"/>
                </a:lnTo>
                <a:lnTo>
                  <a:pt x="92392" y="596"/>
                </a:lnTo>
                <a:lnTo>
                  <a:pt x="61150" y="24765"/>
                </a:lnTo>
                <a:lnTo>
                  <a:pt x="57912" y="41148"/>
                </a:lnTo>
                <a:lnTo>
                  <a:pt x="59042" y="52006"/>
                </a:lnTo>
                <a:lnTo>
                  <a:pt x="82664" y="83972"/>
                </a:lnTo>
                <a:lnTo>
                  <a:pt x="118872" y="92964"/>
                </a:lnTo>
                <a:lnTo>
                  <a:pt x="130873" y="92087"/>
                </a:lnTo>
                <a:lnTo>
                  <a:pt x="166903" y="70561"/>
                </a:lnTo>
                <a:lnTo>
                  <a:pt x="174434" y="53340"/>
                </a:lnTo>
                <a:lnTo>
                  <a:pt x="174561" y="52006"/>
                </a:lnTo>
                <a:lnTo>
                  <a:pt x="175260" y="44196"/>
                </a:lnTo>
                <a:close/>
              </a:path>
              <a:path extrusionOk="0" h="573404" w="175894">
                <a:moveTo>
                  <a:pt x="175272" y="318516"/>
                </a:moveTo>
                <a:lnTo>
                  <a:pt x="173748" y="312420"/>
                </a:lnTo>
                <a:lnTo>
                  <a:pt x="169176" y="307848"/>
                </a:lnTo>
                <a:lnTo>
                  <a:pt x="164604" y="301752"/>
                </a:lnTo>
                <a:lnTo>
                  <a:pt x="158508" y="298704"/>
                </a:lnTo>
                <a:lnTo>
                  <a:pt x="150888" y="295656"/>
                </a:lnTo>
                <a:lnTo>
                  <a:pt x="150888" y="301752"/>
                </a:lnTo>
                <a:lnTo>
                  <a:pt x="156984" y="304800"/>
                </a:lnTo>
                <a:lnTo>
                  <a:pt x="158508" y="307848"/>
                </a:lnTo>
                <a:lnTo>
                  <a:pt x="160032" y="309372"/>
                </a:lnTo>
                <a:lnTo>
                  <a:pt x="160032" y="318516"/>
                </a:lnTo>
                <a:lnTo>
                  <a:pt x="158508" y="321564"/>
                </a:lnTo>
                <a:lnTo>
                  <a:pt x="156984" y="323088"/>
                </a:lnTo>
                <a:lnTo>
                  <a:pt x="153936" y="324612"/>
                </a:lnTo>
                <a:lnTo>
                  <a:pt x="149364" y="326136"/>
                </a:lnTo>
                <a:lnTo>
                  <a:pt x="68592" y="326136"/>
                </a:lnTo>
                <a:lnTo>
                  <a:pt x="68592" y="300228"/>
                </a:lnTo>
                <a:lnTo>
                  <a:pt x="60972" y="300228"/>
                </a:lnTo>
                <a:lnTo>
                  <a:pt x="60972" y="326136"/>
                </a:lnTo>
                <a:lnTo>
                  <a:pt x="24396" y="326136"/>
                </a:lnTo>
                <a:lnTo>
                  <a:pt x="24396" y="329184"/>
                </a:lnTo>
                <a:lnTo>
                  <a:pt x="32016" y="332232"/>
                </a:lnTo>
                <a:lnTo>
                  <a:pt x="41160" y="336804"/>
                </a:lnTo>
                <a:lnTo>
                  <a:pt x="47256" y="341376"/>
                </a:lnTo>
                <a:lnTo>
                  <a:pt x="51828" y="344424"/>
                </a:lnTo>
                <a:lnTo>
                  <a:pt x="56400" y="350520"/>
                </a:lnTo>
                <a:lnTo>
                  <a:pt x="60972" y="355092"/>
                </a:lnTo>
                <a:lnTo>
                  <a:pt x="64020" y="359664"/>
                </a:lnTo>
                <a:lnTo>
                  <a:pt x="65544" y="364236"/>
                </a:lnTo>
                <a:lnTo>
                  <a:pt x="68592" y="364236"/>
                </a:lnTo>
                <a:lnTo>
                  <a:pt x="68592" y="345948"/>
                </a:lnTo>
                <a:lnTo>
                  <a:pt x="153936" y="345948"/>
                </a:lnTo>
                <a:lnTo>
                  <a:pt x="160032" y="344424"/>
                </a:lnTo>
                <a:lnTo>
                  <a:pt x="163080" y="342900"/>
                </a:lnTo>
                <a:lnTo>
                  <a:pt x="167652" y="341376"/>
                </a:lnTo>
                <a:lnTo>
                  <a:pt x="170700" y="338328"/>
                </a:lnTo>
                <a:lnTo>
                  <a:pt x="173748" y="332232"/>
                </a:lnTo>
                <a:lnTo>
                  <a:pt x="175272" y="327660"/>
                </a:lnTo>
                <a:lnTo>
                  <a:pt x="175272" y="3185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075" name="Google Shape;6075;p92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2432304" y="2749295"/>
            <a:ext cx="175259" cy="441960"/>
          </a:xfrm>
          <a:prstGeom prst="rect">
            <a:avLst/>
          </a:prstGeom>
          <a:noFill/>
          <a:ln>
            <a:noFill/>
          </a:ln>
        </p:spPr>
      </p:pic>
      <p:pic>
        <p:nvPicPr>
          <p:cNvPr id="6076" name="Google Shape;6076;p92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2432304" y="2174748"/>
            <a:ext cx="225551" cy="501395"/>
          </a:xfrm>
          <a:prstGeom prst="rect">
            <a:avLst/>
          </a:prstGeom>
          <a:noFill/>
          <a:ln>
            <a:noFill/>
          </a:ln>
        </p:spPr>
      </p:pic>
      <p:sp>
        <p:nvSpPr>
          <p:cNvPr id="6077" name="Google Shape;6077;p92"/>
          <p:cNvSpPr/>
          <p:nvPr/>
        </p:nvSpPr>
        <p:spPr>
          <a:xfrm>
            <a:off x="2836164" y="4619244"/>
            <a:ext cx="10795" cy="129539"/>
          </a:xfrm>
          <a:custGeom>
            <a:rect b="b" l="l" r="r" t="t"/>
            <a:pathLst>
              <a:path extrusionOk="0" h="129539" w="10794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8" name="Google Shape;6078;p92"/>
          <p:cNvSpPr/>
          <p:nvPr/>
        </p:nvSpPr>
        <p:spPr>
          <a:xfrm>
            <a:off x="2729471" y="3904488"/>
            <a:ext cx="175895" cy="645160"/>
          </a:xfrm>
          <a:custGeom>
            <a:rect b="b" l="l" r="r" t="t"/>
            <a:pathLst>
              <a:path extrusionOk="0" h="645160" w="175894">
                <a:moveTo>
                  <a:pt x="24396" y="524256"/>
                </a:moveTo>
                <a:lnTo>
                  <a:pt x="22872" y="521208"/>
                </a:lnTo>
                <a:lnTo>
                  <a:pt x="18300" y="516636"/>
                </a:lnTo>
                <a:lnTo>
                  <a:pt x="15252" y="515112"/>
                </a:lnTo>
                <a:lnTo>
                  <a:pt x="7632" y="515112"/>
                </a:lnTo>
                <a:lnTo>
                  <a:pt x="6108" y="516636"/>
                </a:lnTo>
                <a:lnTo>
                  <a:pt x="3060" y="518160"/>
                </a:lnTo>
                <a:lnTo>
                  <a:pt x="12" y="521208"/>
                </a:lnTo>
                <a:lnTo>
                  <a:pt x="12" y="533400"/>
                </a:lnTo>
                <a:lnTo>
                  <a:pt x="3060" y="536448"/>
                </a:lnTo>
                <a:lnTo>
                  <a:pt x="6108" y="537972"/>
                </a:lnTo>
                <a:lnTo>
                  <a:pt x="7632" y="539496"/>
                </a:lnTo>
                <a:lnTo>
                  <a:pt x="15252" y="539496"/>
                </a:lnTo>
                <a:lnTo>
                  <a:pt x="18300" y="537972"/>
                </a:lnTo>
                <a:lnTo>
                  <a:pt x="22872" y="533400"/>
                </a:lnTo>
                <a:lnTo>
                  <a:pt x="24396" y="530352"/>
                </a:lnTo>
                <a:lnTo>
                  <a:pt x="24396" y="524256"/>
                </a:lnTo>
                <a:close/>
              </a:path>
              <a:path extrusionOk="0" h="645160" w="175894">
                <a:moveTo>
                  <a:pt x="24396" y="385572"/>
                </a:moveTo>
                <a:lnTo>
                  <a:pt x="22872" y="382524"/>
                </a:lnTo>
                <a:lnTo>
                  <a:pt x="18300" y="377952"/>
                </a:lnTo>
                <a:lnTo>
                  <a:pt x="15252" y="376428"/>
                </a:lnTo>
                <a:lnTo>
                  <a:pt x="7632" y="376428"/>
                </a:lnTo>
                <a:lnTo>
                  <a:pt x="6108" y="377952"/>
                </a:lnTo>
                <a:lnTo>
                  <a:pt x="3060" y="379476"/>
                </a:lnTo>
                <a:lnTo>
                  <a:pt x="12" y="382524"/>
                </a:lnTo>
                <a:lnTo>
                  <a:pt x="12" y="394716"/>
                </a:lnTo>
                <a:lnTo>
                  <a:pt x="3060" y="397764"/>
                </a:lnTo>
                <a:lnTo>
                  <a:pt x="6108" y="399288"/>
                </a:lnTo>
                <a:lnTo>
                  <a:pt x="7632" y="400812"/>
                </a:lnTo>
                <a:lnTo>
                  <a:pt x="15252" y="400812"/>
                </a:lnTo>
                <a:lnTo>
                  <a:pt x="18300" y="399288"/>
                </a:lnTo>
                <a:lnTo>
                  <a:pt x="22872" y="394716"/>
                </a:lnTo>
                <a:lnTo>
                  <a:pt x="24396" y="391668"/>
                </a:lnTo>
                <a:lnTo>
                  <a:pt x="24396" y="385572"/>
                </a:lnTo>
                <a:close/>
              </a:path>
              <a:path extrusionOk="0" h="645160" w="175894">
                <a:moveTo>
                  <a:pt x="172212" y="429768"/>
                </a:moveTo>
                <a:lnTo>
                  <a:pt x="169164" y="429768"/>
                </a:lnTo>
                <a:lnTo>
                  <a:pt x="169164" y="435864"/>
                </a:lnTo>
                <a:lnTo>
                  <a:pt x="167640" y="438912"/>
                </a:lnTo>
                <a:lnTo>
                  <a:pt x="167640" y="441960"/>
                </a:lnTo>
                <a:lnTo>
                  <a:pt x="164592" y="445008"/>
                </a:lnTo>
                <a:lnTo>
                  <a:pt x="161544" y="446532"/>
                </a:lnTo>
                <a:lnTo>
                  <a:pt x="0" y="446532"/>
                </a:lnTo>
                <a:lnTo>
                  <a:pt x="0" y="452628"/>
                </a:lnTo>
                <a:lnTo>
                  <a:pt x="13716" y="483108"/>
                </a:lnTo>
                <a:lnTo>
                  <a:pt x="16764" y="481584"/>
                </a:lnTo>
                <a:lnTo>
                  <a:pt x="15240" y="478536"/>
                </a:lnTo>
                <a:lnTo>
                  <a:pt x="13716" y="477012"/>
                </a:lnTo>
                <a:lnTo>
                  <a:pt x="13716" y="472440"/>
                </a:lnTo>
                <a:lnTo>
                  <a:pt x="16764" y="469392"/>
                </a:lnTo>
                <a:lnTo>
                  <a:pt x="19812" y="467868"/>
                </a:lnTo>
                <a:lnTo>
                  <a:pt x="25908" y="467868"/>
                </a:lnTo>
                <a:lnTo>
                  <a:pt x="33528" y="466344"/>
                </a:lnTo>
                <a:lnTo>
                  <a:pt x="153924" y="466344"/>
                </a:lnTo>
                <a:lnTo>
                  <a:pt x="158496" y="467868"/>
                </a:lnTo>
                <a:lnTo>
                  <a:pt x="161544" y="469392"/>
                </a:lnTo>
                <a:lnTo>
                  <a:pt x="164592" y="469392"/>
                </a:lnTo>
                <a:lnTo>
                  <a:pt x="167640" y="472440"/>
                </a:lnTo>
                <a:lnTo>
                  <a:pt x="167640" y="475488"/>
                </a:lnTo>
                <a:lnTo>
                  <a:pt x="169164" y="478536"/>
                </a:lnTo>
                <a:lnTo>
                  <a:pt x="169164" y="483108"/>
                </a:lnTo>
                <a:lnTo>
                  <a:pt x="172212" y="483108"/>
                </a:lnTo>
                <a:lnTo>
                  <a:pt x="172212" y="429768"/>
                </a:lnTo>
                <a:close/>
              </a:path>
              <a:path extrusionOk="0" h="645160" w="175894">
                <a:moveTo>
                  <a:pt x="172224" y="499872"/>
                </a:moveTo>
                <a:lnTo>
                  <a:pt x="169176" y="499872"/>
                </a:lnTo>
                <a:lnTo>
                  <a:pt x="169176" y="504444"/>
                </a:lnTo>
                <a:lnTo>
                  <a:pt x="167652" y="509016"/>
                </a:lnTo>
                <a:lnTo>
                  <a:pt x="167652" y="510540"/>
                </a:lnTo>
                <a:lnTo>
                  <a:pt x="164604" y="513588"/>
                </a:lnTo>
                <a:lnTo>
                  <a:pt x="161556" y="515112"/>
                </a:lnTo>
                <a:lnTo>
                  <a:pt x="160032" y="516636"/>
                </a:lnTo>
                <a:lnTo>
                  <a:pt x="57924" y="516636"/>
                </a:lnTo>
                <a:lnTo>
                  <a:pt x="57924" y="521208"/>
                </a:lnTo>
                <a:lnTo>
                  <a:pt x="71640" y="554736"/>
                </a:lnTo>
                <a:lnTo>
                  <a:pt x="74688" y="553212"/>
                </a:lnTo>
                <a:lnTo>
                  <a:pt x="73164" y="550164"/>
                </a:lnTo>
                <a:lnTo>
                  <a:pt x="73164" y="541020"/>
                </a:lnTo>
                <a:lnTo>
                  <a:pt x="76212" y="537972"/>
                </a:lnTo>
                <a:lnTo>
                  <a:pt x="79260" y="537972"/>
                </a:lnTo>
                <a:lnTo>
                  <a:pt x="83299" y="537095"/>
                </a:lnTo>
                <a:lnTo>
                  <a:pt x="88785" y="536638"/>
                </a:lnTo>
                <a:lnTo>
                  <a:pt x="97002" y="536448"/>
                </a:lnTo>
                <a:lnTo>
                  <a:pt x="158508" y="536448"/>
                </a:lnTo>
                <a:lnTo>
                  <a:pt x="164604" y="539496"/>
                </a:lnTo>
                <a:lnTo>
                  <a:pt x="167652" y="542544"/>
                </a:lnTo>
                <a:lnTo>
                  <a:pt x="167652" y="544068"/>
                </a:lnTo>
                <a:lnTo>
                  <a:pt x="169176" y="547116"/>
                </a:lnTo>
                <a:lnTo>
                  <a:pt x="169176" y="553212"/>
                </a:lnTo>
                <a:lnTo>
                  <a:pt x="172224" y="553212"/>
                </a:lnTo>
                <a:lnTo>
                  <a:pt x="172224" y="536448"/>
                </a:lnTo>
                <a:lnTo>
                  <a:pt x="172224" y="499872"/>
                </a:lnTo>
                <a:close/>
              </a:path>
              <a:path extrusionOk="0" h="645160" w="175894">
                <a:moveTo>
                  <a:pt x="172224" y="361188"/>
                </a:moveTo>
                <a:lnTo>
                  <a:pt x="169176" y="361188"/>
                </a:lnTo>
                <a:lnTo>
                  <a:pt x="169176" y="365760"/>
                </a:lnTo>
                <a:lnTo>
                  <a:pt x="167652" y="370332"/>
                </a:lnTo>
                <a:lnTo>
                  <a:pt x="167652" y="371856"/>
                </a:lnTo>
                <a:lnTo>
                  <a:pt x="164604" y="374904"/>
                </a:lnTo>
                <a:lnTo>
                  <a:pt x="161556" y="376428"/>
                </a:lnTo>
                <a:lnTo>
                  <a:pt x="160032" y="377952"/>
                </a:lnTo>
                <a:lnTo>
                  <a:pt x="57924" y="377952"/>
                </a:lnTo>
                <a:lnTo>
                  <a:pt x="57924" y="382524"/>
                </a:lnTo>
                <a:lnTo>
                  <a:pt x="71640" y="416052"/>
                </a:lnTo>
                <a:lnTo>
                  <a:pt x="74688" y="414528"/>
                </a:lnTo>
                <a:lnTo>
                  <a:pt x="73164" y="411480"/>
                </a:lnTo>
                <a:lnTo>
                  <a:pt x="73164" y="402336"/>
                </a:lnTo>
                <a:lnTo>
                  <a:pt x="76212" y="399288"/>
                </a:lnTo>
                <a:lnTo>
                  <a:pt x="79260" y="399288"/>
                </a:lnTo>
                <a:lnTo>
                  <a:pt x="83299" y="398411"/>
                </a:lnTo>
                <a:lnTo>
                  <a:pt x="88785" y="397954"/>
                </a:lnTo>
                <a:lnTo>
                  <a:pt x="97002" y="397764"/>
                </a:lnTo>
                <a:lnTo>
                  <a:pt x="158508" y="397764"/>
                </a:lnTo>
                <a:lnTo>
                  <a:pt x="164604" y="400812"/>
                </a:lnTo>
                <a:lnTo>
                  <a:pt x="167652" y="403860"/>
                </a:lnTo>
                <a:lnTo>
                  <a:pt x="167652" y="405384"/>
                </a:lnTo>
                <a:lnTo>
                  <a:pt x="169176" y="408432"/>
                </a:lnTo>
                <a:lnTo>
                  <a:pt x="169176" y="414528"/>
                </a:lnTo>
                <a:lnTo>
                  <a:pt x="172224" y="414528"/>
                </a:lnTo>
                <a:lnTo>
                  <a:pt x="172224" y="397764"/>
                </a:lnTo>
                <a:lnTo>
                  <a:pt x="172224" y="361188"/>
                </a:lnTo>
                <a:close/>
              </a:path>
              <a:path extrusionOk="0" h="645160" w="175894">
                <a:moveTo>
                  <a:pt x="172224" y="0"/>
                </a:moveTo>
                <a:lnTo>
                  <a:pt x="169176" y="0"/>
                </a:lnTo>
                <a:lnTo>
                  <a:pt x="169176" y="4572"/>
                </a:lnTo>
                <a:lnTo>
                  <a:pt x="167652" y="9144"/>
                </a:lnTo>
                <a:lnTo>
                  <a:pt x="167652" y="10668"/>
                </a:lnTo>
                <a:lnTo>
                  <a:pt x="164604" y="13716"/>
                </a:lnTo>
                <a:lnTo>
                  <a:pt x="161556" y="15240"/>
                </a:lnTo>
                <a:lnTo>
                  <a:pt x="160032" y="15240"/>
                </a:lnTo>
                <a:lnTo>
                  <a:pt x="153936" y="16764"/>
                </a:lnTo>
                <a:lnTo>
                  <a:pt x="82308" y="16764"/>
                </a:lnTo>
                <a:lnTo>
                  <a:pt x="77736" y="19812"/>
                </a:lnTo>
                <a:lnTo>
                  <a:pt x="70116" y="21336"/>
                </a:lnTo>
                <a:lnTo>
                  <a:pt x="65544" y="25908"/>
                </a:lnTo>
                <a:lnTo>
                  <a:pt x="62496" y="30480"/>
                </a:lnTo>
                <a:lnTo>
                  <a:pt x="59448" y="33528"/>
                </a:lnTo>
                <a:lnTo>
                  <a:pt x="57924" y="39624"/>
                </a:lnTo>
                <a:lnTo>
                  <a:pt x="57924" y="45720"/>
                </a:lnTo>
                <a:lnTo>
                  <a:pt x="59347" y="54889"/>
                </a:lnTo>
                <a:lnTo>
                  <a:pt x="63639" y="64198"/>
                </a:lnTo>
                <a:lnTo>
                  <a:pt x="70777" y="73799"/>
                </a:lnTo>
                <a:lnTo>
                  <a:pt x="80784" y="83820"/>
                </a:lnTo>
                <a:lnTo>
                  <a:pt x="57924" y="83820"/>
                </a:lnTo>
                <a:lnTo>
                  <a:pt x="57924" y="88392"/>
                </a:lnTo>
                <a:lnTo>
                  <a:pt x="71640" y="121920"/>
                </a:lnTo>
                <a:lnTo>
                  <a:pt x="74688" y="120396"/>
                </a:lnTo>
                <a:lnTo>
                  <a:pt x="73164" y="117348"/>
                </a:lnTo>
                <a:lnTo>
                  <a:pt x="73164" y="108204"/>
                </a:lnTo>
                <a:lnTo>
                  <a:pt x="74688" y="106680"/>
                </a:lnTo>
                <a:lnTo>
                  <a:pt x="74688" y="105156"/>
                </a:lnTo>
                <a:lnTo>
                  <a:pt x="77736" y="105156"/>
                </a:lnTo>
                <a:lnTo>
                  <a:pt x="79260" y="103632"/>
                </a:lnTo>
                <a:lnTo>
                  <a:pt x="161556" y="103632"/>
                </a:lnTo>
                <a:lnTo>
                  <a:pt x="164604" y="106680"/>
                </a:lnTo>
                <a:lnTo>
                  <a:pt x="167652" y="108204"/>
                </a:lnTo>
                <a:lnTo>
                  <a:pt x="169176" y="112776"/>
                </a:lnTo>
                <a:lnTo>
                  <a:pt x="169176" y="120396"/>
                </a:lnTo>
                <a:lnTo>
                  <a:pt x="172224" y="120396"/>
                </a:lnTo>
                <a:lnTo>
                  <a:pt x="172224" y="103632"/>
                </a:lnTo>
                <a:lnTo>
                  <a:pt x="172224" y="67056"/>
                </a:lnTo>
                <a:lnTo>
                  <a:pt x="169176" y="67056"/>
                </a:lnTo>
                <a:lnTo>
                  <a:pt x="169176" y="71628"/>
                </a:lnTo>
                <a:lnTo>
                  <a:pt x="167690" y="76060"/>
                </a:lnTo>
                <a:lnTo>
                  <a:pt x="167652" y="77724"/>
                </a:lnTo>
                <a:lnTo>
                  <a:pt x="164604" y="80772"/>
                </a:lnTo>
                <a:lnTo>
                  <a:pt x="161556" y="82296"/>
                </a:lnTo>
                <a:lnTo>
                  <a:pt x="160032" y="83820"/>
                </a:lnTo>
                <a:lnTo>
                  <a:pt x="88404" y="83820"/>
                </a:lnTo>
                <a:lnTo>
                  <a:pt x="81521" y="76060"/>
                </a:lnTo>
                <a:lnTo>
                  <a:pt x="76784" y="68580"/>
                </a:lnTo>
                <a:lnTo>
                  <a:pt x="74041" y="61112"/>
                </a:lnTo>
                <a:lnTo>
                  <a:pt x="73164" y="53340"/>
                </a:lnTo>
                <a:lnTo>
                  <a:pt x="73164" y="47244"/>
                </a:lnTo>
                <a:lnTo>
                  <a:pt x="74688" y="42672"/>
                </a:lnTo>
                <a:lnTo>
                  <a:pt x="79260" y="39624"/>
                </a:lnTo>
                <a:lnTo>
                  <a:pt x="83832" y="38100"/>
                </a:lnTo>
                <a:lnTo>
                  <a:pt x="91452" y="36576"/>
                </a:lnTo>
                <a:lnTo>
                  <a:pt x="158508" y="36576"/>
                </a:lnTo>
                <a:lnTo>
                  <a:pt x="161556" y="38100"/>
                </a:lnTo>
                <a:lnTo>
                  <a:pt x="164604" y="38100"/>
                </a:lnTo>
                <a:lnTo>
                  <a:pt x="166128" y="41148"/>
                </a:lnTo>
                <a:lnTo>
                  <a:pt x="167652" y="42672"/>
                </a:lnTo>
                <a:lnTo>
                  <a:pt x="169176" y="45720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36576"/>
                </a:lnTo>
                <a:lnTo>
                  <a:pt x="172224" y="0"/>
                </a:lnTo>
                <a:close/>
              </a:path>
              <a:path extrusionOk="0" h="645160" w="175894">
                <a:moveTo>
                  <a:pt x="175260" y="185928"/>
                </a:moveTo>
                <a:lnTo>
                  <a:pt x="174713" y="179070"/>
                </a:lnTo>
                <a:lnTo>
                  <a:pt x="173164" y="172212"/>
                </a:lnTo>
                <a:lnTo>
                  <a:pt x="170764" y="165354"/>
                </a:lnTo>
                <a:lnTo>
                  <a:pt x="167640" y="158496"/>
                </a:lnTo>
                <a:lnTo>
                  <a:pt x="167640" y="173736"/>
                </a:lnTo>
                <a:lnTo>
                  <a:pt x="167640" y="181356"/>
                </a:lnTo>
                <a:lnTo>
                  <a:pt x="139903" y="210629"/>
                </a:lnTo>
                <a:lnTo>
                  <a:pt x="106680" y="216408"/>
                </a:lnTo>
                <a:lnTo>
                  <a:pt x="97536" y="216408"/>
                </a:lnTo>
                <a:lnTo>
                  <a:pt x="66992" y="197916"/>
                </a:lnTo>
                <a:lnTo>
                  <a:pt x="65532" y="193548"/>
                </a:lnTo>
                <a:lnTo>
                  <a:pt x="65532" y="179832"/>
                </a:lnTo>
                <a:lnTo>
                  <a:pt x="68580" y="173736"/>
                </a:lnTo>
                <a:lnTo>
                  <a:pt x="109423" y="156070"/>
                </a:lnTo>
                <a:lnTo>
                  <a:pt x="123444" y="155448"/>
                </a:lnTo>
                <a:lnTo>
                  <a:pt x="134899" y="155790"/>
                </a:lnTo>
                <a:lnTo>
                  <a:pt x="144208" y="156972"/>
                </a:lnTo>
                <a:lnTo>
                  <a:pt x="151523" y="159308"/>
                </a:lnTo>
                <a:lnTo>
                  <a:pt x="156972" y="163068"/>
                </a:lnTo>
                <a:lnTo>
                  <a:pt x="164592" y="167640"/>
                </a:lnTo>
                <a:lnTo>
                  <a:pt x="167640" y="173736"/>
                </a:lnTo>
                <a:lnTo>
                  <a:pt x="167640" y="158496"/>
                </a:lnTo>
                <a:lnTo>
                  <a:pt x="136804" y="135813"/>
                </a:lnTo>
                <a:lnTo>
                  <a:pt x="114300" y="132588"/>
                </a:lnTo>
                <a:lnTo>
                  <a:pt x="104063" y="133210"/>
                </a:lnTo>
                <a:lnTo>
                  <a:pt x="68199" y="153352"/>
                </a:lnTo>
                <a:lnTo>
                  <a:pt x="57912" y="185928"/>
                </a:lnTo>
                <a:lnTo>
                  <a:pt x="58229" y="192557"/>
                </a:lnTo>
                <a:lnTo>
                  <a:pt x="79654" y="227063"/>
                </a:lnTo>
                <a:lnTo>
                  <a:pt x="117348" y="239268"/>
                </a:lnTo>
                <a:lnTo>
                  <a:pt x="127381" y="238417"/>
                </a:lnTo>
                <a:lnTo>
                  <a:pt x="163690" y="217868"/>
                </a:lnTo>
                <a:lnTo>
                  <a:pt x="164668" y="216408"/>
                </a:lnTo>
                <a:lnTo>
                  <a:pt x="169926" y="208597"/>
                </a:lnTo>
                <a:lnTo>
                  <a:pt x="173888" y="197916"/>
                </a:lnTo>
                <a:lnTo>
                  <a:pt x="175260" y="185928"/>
                </a:lnTo>
                <a:close/>
              </a:path>
              <a:path extrusionOk="0" h="645160" w="175894">
                <a:moveTo>
                  <a:pt x="175272" y="606552"/>
                </a:moveTo>
                <a:lnTo>
                  <a:pt x="174701" y="599719"/>
                </a:lnTo>
                <a:lnTo>
                  <a:pt x="172986" y="593026"/>
                </a:lnTo>
                <a:lnTo>
                  <a:pt x="172897" y="592836"/>
                </a:lnTo>
                <a:lnTo>
                  <a:pt x="170853" y="588264"/>
                </a:lnTo>
                <a:lnTo>
                  <a:pt x="141744" y="569976"/>
                </a:lnTo>
                <a:lnTo>
                  <a:pt x="132029" y="571436"/>
                </a:lnTo>
                <a:lnTo>
                  <a:pt x="100596" y="611124"/>
                </a:lnTo>
                <a:lnTo>
                  <a:pt x="97548" y="618744"/>
                </a:lnTo>
                <a:lnTo>
                  <a:pt x="94500" y="623316"/>
                </a:lnTo>
                <a:lnTo>
                  <a:pt x="91452" y="626364"/>
                </a:lnTo>
                <a:lnTo>
                  <a:pt x="86880" y="627888"/>
                </a:lnTo>
                <a:lnTo>
                  <a:pt x="83832" y="629412"/>
                </a:lnTo>
                <a:lnTo>
                  <a:pt x="76212" y="629412"/>
                </a:lnTo>
                <a:lnTo>
                  <a:pt x="73164" y="627888"/>
                </a:lnTo>
                <a:lnTo>
                  <a:pt x="70116" y="623316"/>
                </a:lnTo>
                <a:lnTo>
                  <a:pt x="67068" y="620268"/>
                </a:lnTo>
                <a:lnTo>
                  <a:pt x="65544" y="615696"/>
                </a:lnTo>
                <a:lnTo>
                  <a:pt x="65544" y="603504"/>
                </a:lnTo>
                <a:lnTo>
                  <a:pt x="96024" y="582168"/>
                </a:lnTo>
                <a:lnTo>
                  <a:pt x="96024" y="579120"/>
                </a:lnTo>
                <a:lnTo>
                  <a:pt x="57924" y="579120"/>
                </a:lnTo>
                <a:lnTo>
                  <a:pt x="57924" y="582168"/>
                </a:lnTo>
                <a:lnTo>
                  <a:pt x="59448" y="582168"/>
                </a:lnTo>
                <a:lnTo>
                  <a:pt x="62496" y="585216"/>
                </a:lnTo>
                <a:lnTo>
                  <a:pt x="62496" y="588264"/>
                </a:lnTo>
                <a:lnTo>
                  <a:pt x="60972" y="591312"/>
                </a:lnTo>
                <a:lnTo>
                  <a:pt x="60972" y="595884"/>
                </a:lnTo>
                <a:lnTo>
                  <a:pt x="57924" y="601980"/>
                </a:lnTo>
                <a:lnTo>
                  <a:pt x="57924" y="611124"/>
                </a:lnTo>
                <a:lnTo>
                  <a:pt x="79260" y="644652"/>
                </a:lnTo>
                <a:lnTo>
                  <a:pt x="96024" y="644652"/>
                </a:lnTo>
                <a:lnTo>
                  <a:pt x="120408" y="615696"/>
                </a:lnTo>
                <a:lnTo>
                  <a:pt x="124714" y="607415"/>
                </a:lnTo>
                <a:lnTo>
                  <a:pt x="128600" y="600837"/>
                </a:lnTo>
                <a:lnTo>
                  <a:pt x="131127" y="597408"/>
                </a:lnTo>
                <a:lnTo>
                  <a:pt x="132295" y="595884"/>
                </a:lnTo>
                <a:lnTo>
                  <a:pt x="135648" y="592836"/>
                </a:lnTo>
                <a:lnTo>
                  <a:pt x="138811" y="589673"/>
                </a:lnTo>
                <a:lnTo>
                  <a:pt x="139166" y="589673"/>
                </a:lnTo>
                <a:lnTo>
                  <a:pt x="144792" y="588264"/>
                </a:lnTo>
                <a:lnTo>
                  <a:pt x="153936" y="588264"/>
                </a:lnTo>
                <a:lnTo>
                  <a:pt x="158140" y="589673"/>
                </a:lnTo>
                <a:lnTo>
                  <a:pt x="158381" y="589673"/>
                </a:lnTo>
                <a:lnTo>
                  <a:pt x="161556" y="592836"/>
                </a:lnTo>
                <a:lnTo>
                  <a:pt x="166128" y="595884"/>
                </a:lnTo>
                <a:lnTo>
                  <a:pt x="167652" y="600456"/>
                </a:lnTo>
                <a:lnTo>
                  <a:pt x="167652" y="614172"/>
                </a:lnTo>
                <a:lnTo>
                  <a:pt x="137172" y="641604"/>
                </a:lnTo>
                <a:lnTo>
                  <a:pt x="137172" y="644652"/>
                </a:lnTo>
                <a:lnTo>
                  <a:pt x="175272" y="644652"/>
                </a:lnTo>
                <a:lnTo>
                  <a:pt x="175272" y="641604"/>
                </a:lnTo>
                <a:lnTo>
                  <a:pt x="172224" y="640080"/>
                </a:lnTo>
                <a:lnTo>
                  <a:pt x="170700" y="638556"/>
                </a:lnTo>
                <a:lnTo>
                  <a:pt x="170700" y="630936"/>
                </a:lnTo>
                <a:lnTo>
                  <a:pt x="173748" y="621792"/>
                </a:lnTo>
                <a:lnTo>
                  <a:pt x="175272" y="614172"/>
                </a:lnTo>
                <a:lnTo>
                  <a:pt x="175272" y="606552"/>
                </a:lnTo>
                <a:close/>
              </a:path>
              <a:path extrusionOk="0" h="645160" w="175894">
                <a:moveTo>
                  <a:pt x="175272" y="300228"/>
                </a:moveTo>
                <a:lnTo>
                  <a:pt x="156768" y="266509"/>
                </a:lnTo>
                <a:lnTo>
                  <a:pt x="129552" y="254508"/>
                </a:lnTo>
                <a:lnTo>
                  <a:pt x="128028" y="257556"/>
                </a:lnTo>
                <a:lnTo>
                  <a:pt x="137172" y="262128"/>
                </a:lnTo>
                <a:lnTo>
                  <a:pt x="144792" y="266700"/>
                </a:lnTo>
                <a:lnTo>
                  <a:pt x="147840" y="271272"/>
                </a:lnTo>
                <a:lnTo>
                  <a:pt x="152412" y="277368"/>
                </a:lnTo>
                <a:lnTo>
                  <a:pt x="155460" y="283464"/>
                </a:lnTo>
                <a:lnTo>
                  <a:pt x="155460" y="292608"/>
                </a:lnTo>
                <a:lnTo>
                  <a:pt x="154355" y="300304"/>
                </a:lnTo>
                <a:lnTo>
                  <a:pt x="123837" y="325374"/>
                </a:lnTo>
                <a:lnTo>
                  <a:pt x="105168" y="327660"/>
                </a:lnTo>
                <a:lnTo>
                  <a:pt x="95681" y="327088"/>
                </a:lnTo>
                <a:lnTo>
                  <a:pt x="65544" y="307848"/>
                </a:lnTo>
                <a:lnTo>
                  <a:pt x="65544" y="291084"/>
                </a:lnTo>
                <a:lnTo>
                  <a:pt x="71640" y="284988"/>
                </a:lnTo>
                <a:lnTo>
                  <a:pt x="74688" y="283464"/>
                </a:lnTo>
                <a:lnTo>
                  <a:pt x="83832" y="283464"/>
                </a:lnTo>
                <a:lnTo>
                  <a:pt x="88404" y="281940"/>
                </a:lnTo>
                <a:lnTo>
                  <a:pt x="86880" y="259080"/>
                </a:lnTo>
                <a:lnTo>
                  <a:pt x="77736" y="259080"/>
                </a:lnTo>
                <a:lnTo>
                  <a:pt x="57924" y="295656"/>
                </a:lnTo>
                <a:lnTo>
                  <a:pt x="58801" y="305663"/>
                </a:lnTo>
                <a:lnTo>
                  <a:pt x="82613" y="339115"/>
                </a:lnTo>
                <a:lnTo>
                  <a:pt x="115836" y="347472"/>
                </a:lnTo>
                <a:lnTo>
                  <a:pt x="128714" y="346621"/>
                </a:lnTo>
                <a:lnTo>
                  <a:pt x="165620" y="326593"/>
                </a:lnTo>
                <a:lnTo>
                  <a:pt x="174142" y="309968"/>
                </a:lnTo>
                <a:lnTo>
                  <a:pt x="175272" y="3002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079" name="Google Shape;6079;p92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2729483" y="2863595"/>
            <a:ext cx="225551" cy="972311"/>
          </a:xfrm>
          <a:prstGeom prst="rect">
            <a:avLst/>
          </a:prstGeom>
          <a:noFill/>
          <a:ln>
            <a:noFill/>
          </a:ln>
        </p:spPr>
      </p:pic>
      <p:pic>
        <p:nvPicPr>
          <p:cNvPr id="6080" name="Google Shape;6080;p92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035807" y="4953000"/>
            <a:ext cx="143256" cy="143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81" name="Google Shape;6081;p92"/>
          <p:cNvGrpSpPr/>
          <p:nvPr/>
        </p:nvGrpSpPr>
        <p:grpSpPr>
          <a:xfrm>
            <a:off x="3032760" y="4238244"/>
            <a:ext cx="167640" cy="630936"/>
            <a:chOff x="3032760" y="4238244"/>
            <a:chExt cx="167640" cy="630936"/>
          </a:xfrm>
        </p:grpSpPr>
        <p:pic>
          <p:nvPicPr>
            <p:cNvPr id="6082" name="Google Shape;6082;p92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032760" y="4744212"/>
              <a:ext cx="164592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083" name="Google Shape;6083;p92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083052" y="4238244"/>
              <a:ext cx="117348" cy="48615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084" name="Google Shape;6084;p92"/>
          <p:cNvGrpSpPr/>
          <p:nvPr/>
        </p:nvGrpSpPr>
        <p:grpSpPr>
          <a:xfrm>
            <a:off x="3025139" y="3486911"/>
            <a:ext cx="225552" cy="679704"/>
            <a:chOff x="3025139" y="3486911"/>
            <a:chExt cx="225552" cy="679704"/>
          </a:xfrm>
        </p:grpSpPr>
        <p:pic>
          <p:nvPicPr>
            <p:cNvPr id="6085" name="Google Shape;6085;p92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083051" y="3720083"/>
              <a:ext cx="167640" cy="446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086" name="Google Shape;6086;p92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025139" y="3486911"/>
              <a:ext cx="225552" cy="21183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087" name="Google Shape;6087;p92"/>
          <p:cNvSpPr/>
          <p:nvPr/>
        </p:nvSpPr>
        <p:spPr>
          <a:xfrm>
            <a:off x="3025127" y="2898648"/>
            <a:ext cx="175895" cy="515620"/>
          </a:xfrm>
          <a:custGeom>
            <a:rect b="b" l="l" r="r" t="t"/>
            <a:pathLst>
              <a:path extrusionOk="0" h="515620" w="175894">
                <a:moveTo>
                  <a:pt x="24384" y="227076"/>
                </a:moveTo>
                <a:lnTo>
                  <a:pt x="21336" y="220980"/>
                </a:lnTo>
                <a:lnTo>
                  <a:pt x="15240" y="217932"/>
                </a:lnTo>
                <a:lnTo>
                  <a:pt x="9144" y="217932"/>
                </a:lnTo>
                <a:lnTo>
                  <a:pt x="6096" y="219456"/>
                </a:lnTo>
                <a:lnTo>
                  <a:pt x="1524" y="224028"/>
                </a:lnTo>
                <a:lnTo>
                  <a:pt x="0" y="227076"/>
                </a:lnTo>
                <a:lnTo>
                  <a:pt x="0" y="233172"/>
                </a:lnTo>
                <a:lnTo>
                  <a:pt x="1524" y="236220"/>
                </a:lnTo>
                <a:lnTo>
                  <a:pt x="6096" y="240792"/>
                </a:lnTo>
                <a:lnTo>
                  <a:pt x="9144" y="242316"/>
                </a:lnTo>
                <a:lnTo>
                  <a:pt x="15240" y="242316"/>
                </a:lnTo>
                <a:lnTo>
                  <a:pt x="21336" y="239268"/>
                </a:lnTo>
                <a:lnTo>
                  <a:pt x="24384" y="233172"/>
                </a:lnTo>
                <a:lnTo>
                  <a:pt x="24384" y="227076"/>
                </a:lnTo>
                <a:close/>
              </a:path>
              <a:path extrusionOk="0" h="515620" w="175894">
                <a:moveTo>
                  <a:pt x="172212" y="393192"/>
                </a:moveTo>
                <a:lnTo>
                  <a:pt x="169164" y="393192"/>
                </a:lnTo>
                <a:lnTo>
                  <a:pt x="169164" y="402336"/>
                </a:lnTo>
                <a:lnTo>
                  <a:pt x="167640" y="403860"/>
                </a:lnTo>
                <a:lnTo>
                  <a:pt x="166116" y="406908"/>
                </a:lnTo>
                <a:lnTo>
                  <a:pt x="164592" y="406908"/>
                </a:lnTo>
                <a:lnTo>
                  <a:pt x="163068" y="408432"/>
                </a:lnTo>
                <a:lnTo>
                  <a:pt x="160020" y="409956"/>
                </a:lnTo>
                <a:lnTo>
                  <a:pt x="89916" y="409956"/>
                </a:lnTo>
                <a:lnTo>
                  <a:pt x="82296" y="411480"/>
                </a:lnTo>
                <a:lnTo>
                  <a:pt x="57912" y="432816"/>
                </a:lnTo>
                <a:lnTo>
                  <a:pt x="57912" y="438912"/>
                </a:lnTo>
                <a:lnTo>
                  <a:pt x="59372" y="448081"/>
                </a:lnTo>
                <a:lnTo>
                  <a:pt x="63817" y="457390"/>
                </a:lnTo>
                <a:lnTo>
                  <a:pt x="71424" y="466991"/>
                </a:lnTo>
                <a:lnTo>
                  <a:pt x="82296" y="477012"/>
                </a:lnTo>
                <a:lnTo>
                  <a:pt x="57912" y="477012"/>
                </a:lnTo>
                <a:lnTo>
                  <a:pt x="57912" y="481584"/>
                </a:lnTo>
                <a:lnTo>
                  <a:pt x="71628" y="515112"/>
                </a:lnTo>
                <a:lnTo>
                  <a:pt x="74676" y="513588"/>
                </a:lnTo>
                <a:lnTo>
                  <a:pt x="73152" y="510540"/>
                </a:lnTo>
                <a:lnTo>
                  <a:pt x="73152" y="501396"/>
                </a:lnTo>
                <a:lnTo>
                  <a:pt x="74676" y="499872"/>
                </a:lnTo>
                <a:lnTo>
                  <a:pt x="76200" y="499872"/>
                </a:lnTo>
                <a:lnTo>
                  <a:pt x="77724" y="498348"/>
                </a:lnTo>
                <a:lnTo>
                  <a:pt x="80772" y="498348"/>
                </a:lnTo>
                <a:lnTo>
                  <a:pt x="83820" y="496824"/>
                </a:lnTo>
                <a:lnTo>
                  <a:pt x="156972" y="496824"/>
                </a:lnTo>
                <a:lnTo>
                  <a:pt x="161544" y="498348"/>
                </a:lnTo>
                <a:lnTo>
                  <a:pt x="167640" y="501396"/>
                </a:lnTo>
                <a:lnTo>
                  <a:pt x="169164" y="505968"/>
                </a:lnTo>
                <a:lnTo>
                  <a:pt x="169164" y="513588"/>
                </a:lnTo>
                <a:lnTo>
                  <a:pt x="172212" y="513588"/>
                </a:lnTo>
                <a:lnTo>
                  <a:pt x="172212" y="460248"/>
                </a:lnTo>
                <a:lnTo>
                  <a:pt x="169164" y="460248"/>
                </a:lnTo>
                <a:lnTo>
                  <a:pt x="169164" y="469392"/>
                </a:lnTo>
                <a:lnTo>
                  <a:pt x="167640" y="470916"/>
                </a:lnTo>
                <a:lnTo>
                  <a:pt x="166116" y="473964"/>
                </a:lnTo>
                <a:lnTo>
                  <a:pt x="164592" y="475488"/>
                </a:lnTo>
                <a:lnTo>
                  <a:pt x="163068" y="475488"/>
                </a:lnTo>
                <a:lnTo>
                  <a:pt x="160020" y="477012"/>
                </a:lnTo>
                <a:lnTo>
                  <a:pt x="88392" y="477012"/>
                </a:lnTo>
                <a:lnTo>
                  <a:pt x="82156" y="469925"/>
                </a:lnTo>
                <a:lnTo>
                  <a:pt x="77343" y="462534"/>
                </a:lnTo>
                <a:lnTo>
                  <a:pt x="74256" y="455155"/>
                </a:lnTo>
                <a:lnTo>
                  <a:pt x="73152" y="448056"/>
                </a:lnTo>
                <a:lnTo>
                  <a:pt x="73152" y="441960"/>
                </a:lnTo>
                <a:lnTo>
                  <a:pt x="76200" y="437388"/>
                </a:lnTo>
                <a:lnTo>
                  <a:pt x="85344" y="431292"/>
                </a:lnTo>
                <a:lnTo>
                  <a:pt x="92964" y="429768"/>
                </a:lnTo>
                <a:lnTo>
                  <a:pt x="160020" y="429768"/>
                </a:lnTo>
                <a:lnTo>
                  <a:pt x="166116" y="432816"/>
                </a:lnTo>
                <a:lnTo>
                  <a:pt x="169164" y="435864"/>
                </a:lnTo>
                <a:lnTo>
                  <a:pt x="169164" y="446532"/>
                </a:lnTo>
                <a:lnTo>
                  <a:pt x="172212" y="446532"/>
                </a:lnTo>
                <a:lnTo>
                  <a:pt x="172212" y="393192"/>
                </a:lnTo>
                <a:close/>
              </a:path>
              <a:path extrusionOk="0" h="515620" w="175894">
                <a:moveTo>
                  <a:pt x="172212" y="202692"/>
                </a:moveTo>
                <a:lnTo>
                  <a:pt x="169164" y="202692"/>
                </a:lnTo>
                <a:lnTo>
                  <a:pt x="169164" y="211836"/>
                </a:lnTo>
                <a:lnTo>
                  <a:pt x="163068" y="217932"/>
                </a:lnTo>
                <a:lnTo>
                  <a:pt x="160020" y="219456"/>
                </a:lnTo>
                <a:lnTo>
                  <a:pt x="57912" y="219456"/>
                </a:lnTo>
                <a:lnTo>
                  <a:pt x="57912" y="224028"/>
                </a:lnTo>
                <a:lnTo>
                  <a:pt x="71628" y="257556"/>
                </a:lnTo>
                <a:lnTo>
                  <a:pt x="74676" y="256032"/>
                </a:lnTo>
                <a:lnTo>
                  <a:pt x="73152" y="252984"/>
                </a:lnTo>
                <a:lnTo>
                  <a:pt x="73152" y="243840"/>
                </a:lnTo>
                <a:lnTo>
                  <a:pt x="74676" y="242316"/>
                </a:lnTo>
                <a:lnTo>
                  <a:pt x="76200" y="242316"/>
                </a:lnTo>
                <a:lnTo>
                  <a:pt x="77724" y="240792"/>
                </a:lnTo>
                <a:lnTo>
                  <a:pt x="80772" y="240792"/>
                </a:lnTo>
                <a:lnTo>
                  <a:pt x="83820" y="239268"/>
                </a:lnTo>
                <a:lnTo>
                  <a:pt x="160020" y="239268"/>
                </a:lnTo>
                <a:lnTo>
                  <a:pt x="163068" y="240792"/>
                </a:lnTo>
                <a:lnTo>
                  <a:pt x="169164" y="246888"/>
                </a:lnTo>
                <a:lnTo>
                  <a:pt x="169164" y="256032"/>
                </a:lnTo>
                <a:lnTo>
                  <a:pt x="172212" y="256032"/>
                </a:lnTo>
                <a:lnTo>
                  <a:pt x="172212" y="239268"/>
                </a:lnTo>
                <a:lnTo>
                  <a:pt x="172212" y="202692"/>
                </a:lnTo>
                <a:close/>
              </a:path>
              <a:path extrusionOk="0" h="515620" w="175894">
                <a:moveTo>
                  <a:pt x="175260" y="149352"/>
                </a:moveTo>
                <a:lnTo>
                  <a:pt x="155638" y="114490"/>
                </a:lnTo>
                <a:lnTo>
                  <a:pt x="141732" y="111252"/>
                </a:lnTo>
                <a:lnTo>
                  <a:pt x="132880" y="112928"/>
                </a:lnTo>
                <a:lnTo>
                  <a:pt x="124587" y="117729"/>
                </a:lnTo>
                <a:lnTo>
                  <a:pt x="116878" y="125399"/>
                </a:lnTo>
                <a:lnTo>
                  <a:pt x="109728" y="135636"/>
                </a:lnTo>
                <a:lnTo>
                  <a:pt x="102108" y="153924"/>
                </a:lnTo>
                <a:lnTo>
                  <a:pt x="97536" y="161544"/>
                </a:lnTo>
                <a:lnTo>
                  <a:pt x="94488" y="166116"/>
                </a:lnTo>
                <a:lnTo>
                  <a:pt x="88392" y="169164"/>
                </a:lnTo>
                <a:lnTo>
                  <a:pt x="83820" y="170688"/>
                </a:lnTo>
                <a:lnTo>
                  <a:pt x="76200" y="170688"/>
                </a:lnTo>
                <a:lnTo>
                  <a:pt x="73152" y="169164"/>
                </a:lnTo>
                <a:lnTo>
                  <a:pt x="67056" y="163068"/>
                </a:lnTo>
                <a:lnTo>
                  <a:pt x="65532" y="158496"/>
                </a:lnTo>
                <a:lnTo>
                  <a:pt x="65532" y="146304"/>
                </a:lnTo>
                <a:lnTo>
                  <a:pt x="96012" y="123444"/>
                </a:lnTo>
                <a:lnTo>
                  <a:pt x="96012" y="120396"/>
                </a:lnTo>
                <a:lnTo>
                  <a:pt x="57912" y="120396"/>
                </a:lnTo>
                <a:lnTo>
                  <a:pt x="57912" y="123444"/>
                </a:lnTo>
                <a:lnTo>
                  <a:pt x="59436" y="124968"/>
                </a:lnTo>
                <a:lnTo>
                  <a:pt x="60960" y="124968"/>
                </a:lnTo>
                <a:lnTo>
                  <a:pt x="62484" y="126492"/>
                </a:lnTo>
                <a:lnTo>
                  <a:pt x="62484" y="132588"/>
                </a:lnTo>
                <a:lnTo>
                  <a:pt x="60960" y="137160"/>
                </a:lnTo>
                <a:lnTo>
                  <a:pt x="57912" y="149352"/>
                </a:lnTo>
                <a:lnTo>
                  <a:pt x="58039" y="153924"/>
                </a:lnTo>
                <a:lnTo>
                  <a:pt x="58153" y="155448"/>
                </a:lnTo>
                <a:lnTo>
                  <a:pt x="58267" y="156972"/>
                </a:lnTo>
                <a:lnTo>
                  <a:pt x="58381" y="158496"/>
                </a:lnTo>
                <a:lnTo>
                  <a:pt x="58483" y="159854"/>
                </a:lnTo>
                <a:lnTo>
                  <a:pt x="60198" y="166306"/>
                </a:lnTo>
                <a:lnTo>
                  <a:pt x="80772" y="185928"/>
                </a:lnTo>
                <a:lnTo>
                  <a:pt x="96012" y="185928"/>
                </a:lnTo>
                <a:lnTo>
                  <a:pt x="102108" y="184404"/>
                </a:lnTo>
                <a:lnTo>
                  <a:pt x="106680" y="179832"/>
                </a:lnTo>
                <a:lnTo>
                  <a:pt x="110134" y="176695"/>
                </a:lnTo>
                <a:lnTo>
                  <a:pt x="113728" y="171831"/>
                </a:lnTo>
                <a:lnTo>
                  <a:pt x="114414" y="170688"/>
                </a:lnTo>
                <a:lnTo>
                  <a:pt x="117614" y="165265"/>
                </a:lnTo>
                <a:lnTo>
                  <a:pt x="121920" y="156972"/>
                </a:lnTo>
                <a:lnTo>
                  <a:pt x="128016" y="146304"/>
                </a:lnTo>
                <a:lnTo>
                  <a:pt x="132588" y="138684"/>
                </a:lnTo>
                <a:lnTo>
                  <a:pt x="140208" y="131064"/>
                </a:lnTo>
                <a:lnTo>
                  <a:pt x="144780" y="129540"/>
                </a:lnTo>
                <a:lnTo>
                  <a:pt x="155448" y="129540"/>
                </a:lnTo>
                <a:lnTo>
                  <a:pt x="160020" y="131064"/>
                </a:lnTo>
                <a:lnTo>
                  <a:pt x="163068" y="135636"/>
                </a:lnTo>
                <a:lnTo>
                  <a:pt x="166116" y="138684"/>
                </a:lnTo>
                <a:lnTo>
                  <a:pt x="167640" y="143256"/>
                </a:lnTo>
                <a:lnTo>
                  <a:pt x="167640" y="156972"/>
                </a:lnTo>
                <a:lnTo>
                  <a:pt x="137160" y="182880"/>
                </a:lnTo>
                <a:lnTo>
                  <a:pt x="137160" y="185928"/>
                </a:lnTo>
                <a:lnTo>
                  <a:pt x="175260" y="185928"/>
                </a:lnTo>
                <a:lnTo>
                  <a:pt x="175260" y="182880"/>
                </a:lnTo>
                <a:lnTo>
                  <a:pt x="172212" y="182880"/>
                </a:lnTo>
                <a:lnTo>
                  <a:pt x="170688" y="181356"/>
                </a:lnTo>
                <a:lnTo>
                  <a:pt x="170688" y="175260"/>
                </a:lnTo>
                <a:lnTo>
                  <a:pt x="172212" y="172212"/>
                </a:lnTo>
                <a:lnTo>
                  <a:pt x="172275" y="171831"/>
                </a:lnTo>
                <a:lnTo>
                  <a:pt x="173736" y="163068"/>
                </a:lnTo>
                <a:lnTo>
                  <a:pt x="175260" y="155448"/>
                </a:lnTo>
                <a:lnTo>
                  <a:pt x="175260" y="149352"/>
                </a:lnTo>
                <a:close/>
              </a:path>
              <a:path extrusionOk="0" h="515620" w="175894">
                <a:moveTo>
                  <a:pt x="175272" y="327660"/>
                </a:moveTo>
                <a:lnTo>
                  <a:pt x="175158" y="326136"/>
                </a:lnTo>
                <a:lnTo>
                  <a:pt x="174713" y="319951"/>
                </a:lnTo>
                <a:lnTo>
                  <a:pt x="173139" y="312712"/>
                </a:lnTo>
                <a:lnTo>
                  <a:pt x="170764" y="306235"/>
                </a:lnTo>
                <a:lnTo>
                  <a:pt x="167652" y="300266"/>
                </a:lnTo>
                <a:lnTo>
                  <a:pt x="167652" y="315468"/>
                </a:lnTo>
                <a:lnTo>
                  <a:pt x="167652" y="323088"/>
                </a:lnTo>
                <a:lnTo>
                  <a:pt x="141427" y="351472"/>
                </a:lnTo>
                <a:lnTo>
                  <a:pt x="108216" y="356616"/>
                </a:lnTo>
                <a:lnTo>
                  <a:pt x="97548" y="356616"/>
                </a:lnTo>
                <a:lnTo>
                  <a:pt x="70116" y="342900"/>
                </a:lnTo>
                <a:lnTo>
                  <a:pt x="67068" y="338328"/>
                </a:lnTo>
                <a:lnTo>
                  <a:pt x="65544" y="333756"/>
                </a:lnTo>
                <a:lnTo>
                  <a:pt x="65646" y="329907"/>
                </a:lnTo>
                <a:lnTo>
                  <a:pt x="66370" y="324142"/>
                </a:lnTo>
                <a:lnTo>
                  <a:pt x="97929" y="298894"/>
                </a:lnTo>
                <a:lnTo>
                  <a:pt x="124980" y="295656"/>
                </a:lnTo>
                <a:lnTo>
                  <a:pt x="135572" y="296214"/>
                </a:lnTo>
                <a:lnTo>
                  <a:pt x="167652" y="315468"/>
                </a:lnTo>
                <a:lnTo>
                  <a:pt x="167652" y="300266"/>
                </a:lnTo>
                <a:lnTo>
                  <a:pt x="164744" y="295656"/>
                </a:lnTo>
                <a:lnTo>
                  <a:pt x="163652" y="293928"/>
                </a:lnTo>
                <a:lnTo>
                  <a:pt x="129552" y="274891"/>
                </a:lnTo>
                <a:lnTo>
                  <a:pt x="114312" y="272796"/>
                </a:lnTo>
                <a:lnTo>
                  <a:pt x="104305" y="273659"/>
                </a:lnTo>
                <a:lnTo>
                  <a:pt x="68846" y="294208"/>
                </a:lnTo>
                <a:lnTo>
                  <a:pt x="57924" y="326136"/>
                </a:lnTo>
                <a:lnTo>
                  <a:pt x="58039" y="327660"/>
                </a:lnTo>
                <a:lnTo>
                  <a:pt x="74498" y="363664"/>
                </a:lnTo>
                <a:lnTo>
                  <a:pt x="110236" y="379145"/>
                </a:lnTo>
                <a:lnTo>
                  <a:pt x="117360" y="379476"/>
                </a:lnTo>
                <a:lnTo>
                  <a:pt x="128231" y="378866"/>
                </a:lnTo>
                <a:lnTo>
                  <a:pt x="164338" y="359600"/>
                </a:lnTo>
                <a:lnTo>
                  <a:pt x="166319" y="356616"/>
                </a:lnTo>
                <a:lnTo>
                  <a:pt x="170510" y="350329"/>
                </a:lnTo>
                <a:lnTo>
                  <a:pt x="174104" y="339648"/>
                </a:lnTo>
                <a:lnTo>
                  <a:pt x="175272" y="327660"/>
                </a:lnTo>
                <a:close/>
              </a:path>
              <a:path extrusionOk="0" h="515620" w="175894">
                <a:moveTo>
                  <a:pt x="175272" y="44196"/>
                </a:moveTo>
                <a:lnTo>
                  <a:pt x="155956" y="8572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6764"/>
                </a:lnTo>
                <a:lnTo>
                  <a:pt x="153936" y="21336"/>
                </a:lnTo>
                <a:lnTo>
                  <a:pt x="155460" y="27432"/>
                </a:lnTo>
                <a:lnTo>
                  <a:pt x="155397" y="35585"/>
                </a:lnTo>
                <a:lnTo>
                  <a:pt x="134048" y="67614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495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4864"/>
                </a:lnTo>
                <a:lnTo>
                  <a:pt x="65544" y="44196"/>
                </a:lnTo>
                <a:lnTo>
                  <a:pt x="67068" y="39624"/>
                </a:lnTo>
                <a:lnTo>
                  <a:pt x="70116" y="35052"/>
                </a:lnTo>
                <a:lnTo>
                  <a:pt x="71640" y="32004"/>
                </a:lnTo>
                <a:lnTo>
                  <a:pt x="80784" y="25908"/>
                </a:lnTo>
                <a:lnTo>
                  <a:pt x="82308" y="25908"/>
                </a:lnTo>
                <a:lnTo>
                  <a:pt x="88404" y="24384"/>
                </a:lnTo>
                <a:lnTo>
                  <a:pt x="94500" y="24384"/>
                </a:lnTo>
                <a:lnTo>
                  <a:pt x="94500" y="495"/>
                </a:lnTo>
                <a:lnTo>
                  <a:pt x="92405" y="622"/>
                </a:lnTo>
                <a:lnTo>
                  <a:pt x="61163" y="25146"/>
                </a:lnTo>
                <a:lnTo>
                  <a:pt x="57924" y="42672"/>
                </a:lnTo>
                <a:lnTo>
                  <a:pt x="59042" y="52654"/>
                </a:lnTo>
                <a:lnTo>
                  <a:pt x="83299" y="84607"/>
                </a:lnTo>
                <a:lnTo>
                  <a:pt x="118884" y="92964"/>
                </a:lnTo>
                <a:lnTo>
                  <a:pt x="131216" y="92087"/>
                </a:lnTo>
                <a:lnTo>
                  <a:pt x="130975" y="92087"/>
                </a:lnTo>
                <a:lnTo>
                  <a:pt x="141744" y="89535"/>
                </a:lnTo>
                <a:lnTo>
                  <a:pt x="151460" y="85255"/>
                </a:lnTo>
                <a:lnTo>
                  <a:pt x="160032" y="79248"/>
                </a:lnTo>
                <a:lnTo>
                  <a:pt x="163931" y="74676"/>
                </a:lnTo>
                <a:lnTo>
                  <a:pt x="166903" y="71208"/>
                </a:lnTo>
                <a:lnTo>
                  <a:pt x="171653" y="62865"/>
                </a:lnTo>
                <a:lnTo>
                  <a:pt x="171767" y="62484"/>
                </a:lnTo>
                <a:lnTo>
                  <a:pt x="174383" y="53962"/>
                </a:lnTo>
                <a:lnTo>
                  <a:pt x="174498" y="52654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088" name="Google Shape;6088;p92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3025139" y="2049779"/>
            <a:ext cx="225552" cy="781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6089" name="Google Shape;6089;p92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322320" y="3547872"/>
            <a:ext cx="225552" cy="12009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90" name="Google Shape;6090;p92"/>
          <p:cNvGrpSpPr/>
          <p:nvPr/>
        </p:nvGrpSpPr>
        <p:grpSpPr>
          <a:xfrm>
            <a:off x="3346703" y="3038855"/>
            <a:ext cx="187452" cy="438911"/>
            <a:chOff x="3346703" y="3038855"/>
            <a:chExt cx="187452" cy="438911"/>
          </a:xfrm>
        </p:grpSpPr>
        <p:pic>
          <p:nvPicPr>
            <p:cNvPr id="6091" name="Google Shape;6091;p92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3380231" y="3259835"/>
              <a:ext cx="117348" cy="2179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092" name="Google Shape;6092;p92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3346703" y="3038855"/>
              <a:ext cx="187452" cy="19964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093" name="Google Shape;6093;p92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3322320" y="2008632"/>
            <a:ext cx="225552" cy="95859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94" name="Google Shape;6094;p92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3628644" y="4953000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6095" name="Google Shape;6095;p92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3617976" y="3886200"/>
            <a:ext cx="225551" cy="976883"/>
          </a:xfrm>
          <a:prstGeom prst="rect">
            <a:avLst/>
          </a:prstGeom>
          <a:noFill/>
          <a:ln>
            <a:noFill/>
          </a:ln>
        </p:spPr>
      </p:pic>
      <p:pic>
        <p:nvPicPr>
          <p:cNvPr id="6096" name="Google Shape;6096;p92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3617976" y="2836163"/>
            <a:ext cx="225552" cy="979932"/>
          </a:xfrm>
          <a:prstGeom prst="rect">
            <a:avLst/>
          </a:prstGeom>
          <a:noFill/>
          <a:ln>
            <a:noFill/>
          </a:ln>
        </p:spPr>
      </p:pic>
      <p:pic>
        <p:nvPicPr>
          <p:cNvPr id="6097" name="Google Shape;6097;p92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3915155" y="3547872"/>
            <a:ext cx="225552" cy="12009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98" name="Google Shape;6098;p92"/>
          <p:cNvGrpSpPr/>
          <p:nvPr/>
        </p:nvGrpSpPr>
        <p:grpSpPr>
          <a:xfrm>
            <a:off x="3939540" y="2942844"/>
            <a:ext cx="187578" cy="534923"/>
            <a:chOff x="3939540" y="2942844"/>
            <a:chExt cx="187578" cy="534923"/>
          </a:xfrm>
        </p:grpSpPr>
        <p:pic>
          <p:nvPicPr>
            <p:cNvPr id="6099" name="Google Shape;6099;p92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3973068" y="3259836"/>
              <a:ext cx="117348" cy="2179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00" name="Google Shape;6100;p92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3939540" y="3000756"/>
              <a:ext cx="150875" cy="2377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101" name="Google Shape;6101;p92"/>
            <p:cNvSpPr/>
            <p:nvPr/>
          </p:nvSpPr>
          <p:spPr>
            <a:xfrm>
              <a:off x="4062983" y="2942844"/>
              <a:ext cx="64135" cy="36830"/>
            </a:xfrm>
            <a:custGeom>
              <a:rect b="b" l="l" r="r" t="t"/>
              <a:pathLst>
                <a:path extrusionOk="0" h="36830" w="64135">
                  <a:moveTo>
                    <a:pt x="64008" y="36576"/>
                  </a:moveTo>
                  <a:lnTo>
                    <a:pt x="57912" y="36576"/>
                  </a:lnTo>
                  <a:lnTo>
                    <a:pt x="56388" y="27432"/>
                  </a:lnTo>
                  <a:lnTo>
                    <a:pt x="51816" y="21336"/>
                  </a:lnTo>
                  <a:lnTo>
                    <a:pt x="45720" y="16764"/>
                  </a:lnTo>
                  <a:lnTo>
                    <a:pt x="41148" y="12192"/>
                  </a:lnTo>
                  <a:lnTo>
                    <a:pt x="35052" y="10668"/>
                  </a:lnTo>
                  <a:lnTo>
                    <a:pt x="24384" y="10668"/>
                  </a:lnTo>
                  <a:lnTo>
                    <a:pt x="24384" y="15240"/>
                  </a:lnTo>
                  <a:lnTo>
                    <a:pt x="25908" y="18288"/>
                  </a:lnTo>
                  <a:lnTo>
                    <a:pt x="27432" y="19812"/>
                  </a:lnTo>
                  <a:lnTo>
                    <a:pt x="27432" y="27432"/>
                  </a:lnTo>
                  <a:lnTo>
                    <a:pt x="25908" y="30480"/>
                  </a:lnTo>
                  <a:lnTo>
                    <a:pt x="21336" y="35052"/>
                  </a:lnTo>
                  <a:lnTo>
                    <a:pt x="18288" y="36576"/>
                  </a:lnTo>
                  <a:lnTo>
                    <a:pt x="10668" y="36576"/>
                  </a:lnTo>
                  <a:lnTo>
                    <a:pt x="6096" y="35052"/>
                  </a:lnTo>
                  <a:lnTo>
                    <a:pt x="4572" y="32004"/>
                  </a:lnTo>
                  <a:lnTo>
                    <a:pt x="1524" y="28956"/>
                  </a:lnTo>
                  <a:lnTo>
                    <a:pt x="0" y="24384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10668" y="1524"/>
                  </a:lnTo>
                  <a:lnTo>
                    <a:pt x="16764" y="0"/>
                  </a:lnTo>
                  <a:lnTo>
                    <a:pt x="32004" y="0"/>
                  </a:lnTo>
                  <a:lnTo>
                    <a:pt x="60531" y="27146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102" name="Google Shape;6102;p92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3915155" y="1961388"/>
            <a:ext cx="175260" cy="89916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03" name="Google Shape;6103;p92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221479" y="4953000"/>
            <a:ext cx="143256" cy="143256"/>
          </a:xfrm>
          <a:prstGeom prst="rect">
            <a:avLst/>
          </a:prstGeom>
          <a:noFill/>
          <a:ln>
            <a:noFill/>
          </a:ln>
        </p:spPr>
      </p:pic>
      <p:sp>
        <p:nvSpPr>
          <p:cNvPr id="6104" name="Google Shape;6104;p92"/>
          <p:cNvSpPr/>
          <p:nvPr/>
        </p:nvSpPr>
        <p:spPr>
          <a:xfrm>
            <a:off x="4210799" y="4287012"/>
            <a:ext cx="175895" cy="585470"/>
          </a:xfrm>
          <a:custGeom>
            <a:rect b="b" l="l" r="r" t="t"/>
            <a:pathLst>
              <a:path extrusionOk="0" h="585470" w="175895">
                <a:moveTo>
                  <a:pt x="172224" y="112776"/>
                </a:moveTo>
                <a:lnTo>
                  <a:pt x="169176" y="112776"/>
                </a:lnTo>
                <a:lnTo>
                  <a:pt x="169176" y="126492"/>
                </a:lnTo>
                <a:lnTo>
                  <a:pt x="166128" y="129540"/>
                </a:lnTo>
                <a:lnTo>
                  <a:pt x="164604" y="132588"/>
                </a:lnTo>
                <a:lnTo>
                  <a:pt x="163080" y="134112"/>
                </a:lnTo>
                <a:lnTo>
                  <a:pt x="161556" y="134112"/>
                </a:lnTo>
                <a:lnTo>
                  <a:pt x="158508" y="135636"/>
                </a:lnTo>
                <a:lnTo>
                  <a:pt x="22872" y="135636"/>
                </a:lnTo>
                <a:lnTo>
                  <a:pt x="19824" y="134112"/>
                </a:lnTo>
                <a:lnTo>
                  <a:pt x="18300" y="134112"/>
                </a:lnTo>
                <a:lnTo>
                  <a:pt x="15252" y="132588"/>
                </a:lnTo>
                <a:lnTo>
                  <a:pt x="10680" y="123444"/>
                </a:lnTo>
                <a:lnTo>
                  <a:pt x="10680" y="112776"/>
                </a:lnTo>
                <a:lnTo>
                  <a:pt x="7632" y="112776"/>
                </a:lnTo>
                <a:lnTo>
                  <a:pt x="7632" y="181356"/>
                </a:lnTo>
                <a:lnTo>
                  <a:pt x="10680" y="181356"/>
                </a:lnTo>
                <a:lnTo>
                  <a:pt x="10680" y="172212"/>
                </a:lnTo>
                <a:lnTo>
                  <a:pt x="15252" y="163068"/>
                </a:lnTo>
                <a:lnTo>
                  <a:pt x="18300" y="161544"/>
                </a:lnTo>
                <a:lnTo>
                  <a:pt x="19824" y="160020"/>
                </a:lnTo>
                <a:lnTo>
                  <a:pt x="22872" y="160020"/>
                </a:lnTo>
                <a:lnTo>
                  <a:pt x="28968" y="158496"/>
                </a:lnTo>
                <a:lnTo>
                  <a:pt x="85356" y="158496"/>
                </a:lnTo>
                <a:lnTo>
                  <a:pt x="85356" y="236220"/>
                </a:lnTo>
                <a:lnTo>
                  <a:pt x="36588" y="236220"/>
                </a:lnTo>
                <a:lnTo>
                  <a:pt x="22872" y="236220"/>
                </a:lnTo>
                <a:lnTo>
                  <a:pt x="19824" y="234696"/>
                </a:lnTo>
                <a:lnTo>
                  <a:pt x="18300" y="234696"/>
                </a:lnTo>
                <a:lnTo>
                  <a:pt x="15252" y="233172"/>
                </a:lnTo>
                <a:lnTo>
                  <a:pt x="10680" y="224028"/>
                </a:lnTo>
                <a:lnTo>
                  <a:pt x="10680" y="213360"/>
                </a:lnTo>
                <a:lnTo>
                  <a:pt x="7632" y="213360"/>
                </a:lnTo>
                <a:lnTo>
                  <a:pt x="7632" y="281940"/>
                </a:lnTo>
                <a:lnTo>
                  <a:pt x="10680" y="281940"/>
                </a:lnTo>
                <a:lnTo>
                  <a:pt x="10680" y="272796"/>
                </a:lnTo>
                <a:lnTo>
                  <a:pt x="15252" y="263652"/>
                </a:lnTo>
                <a:lnTo>
                  <a:pt x="18300" y="262128"/>
                </a:lnTo>
                <a:lnTo>
                  <a:pt x="19824" y="260604"/>
                </a:lnTo>
                <a:lnTo>
                  <a:pt x="22872" y="260604"/>
                </a:lnTo>
                <a:lnTo>
                  <a:pt x="28968" y="259080"/>
                </a:lnTo>
                <a:lnTo>
                  <a:pt x="153936" y="259080"/>
                </a:lnTo>
                <a:lnTo>
                  <a:pt x="161556" y="260604"/>
                </a:lnTo>
                <a:lnTo>
                  <a:pt x="163080" y="262128"/>
                </a:lnTo>
                <a:lnTo>
                  <a:pt x="167652" y="265176"/>
                </a:lnTo>
                <a:lnTo>
                  <a:pt x="169176" y="269748"/>
                </a:lnTo>
                <a:lnTo>
                  <a:pt x="169176" y="281940"/>
                </a:lnTo>
                <a:lnTo>
                  <a:pt x="172224" y="281940"/>
                </a:lnTo>
                <a:lnTo>
                  <a:pt x="172224" y="213360"/>
                </a:lnTo>
                <a:lnTo>
                  <a:pt x="169176" y="213360"/>
                </a:lnTo>
                <a:lnTo>
                  <a:pt x="169176" y="227076"/>
                </a:lnTo>
                <a:lnTo>
                  <a:pt x="166128" y="230124"/>
                </a:lnTo>
                <a:lnTo>
                  <a:pt x="164604" y="233172"/>
                </a:lnTo>
                <a:lnTo>
                  <a:pt x="163080" y="234696"/>
                </a:lnTo>
                <a:lnTo>
                  <a:pt x="161556" y="234696"/>
                </a:lnTo>
                <a:lnTo>
                  <a:pt x="158508" y="236220"/>
                </a:lnTo>
                <a:lnTo>
                  <a:pt x="92976" y="236220"/>
                </a:lnTo>
                <a:lnTo>
                  <a:pt x="92976" y="158496"/>
                </a:lnTo>
                <a:lnTo>
                  <a:pt x="153936" y="158496"/>
                </a:lnTo>
                <a:lnTo>
                  <a:pt x="161556" y="160020"/>
                </a:lnTo>
                <a:lnTo>
                  <a:pt x="163080" y="161544"/>
                </a:lnTo>
                <a:lnTo>
                  <a:pt x="167652" y="164592"/>
                </a:lnTo>
                <a:lnTo>
                  <a:pt x="169176" y="169164"/>
                </a:lnTo>
                <a:lnTo>
                  <a:pt x="169176" y="181356"/>
                </a:lnTo>
                <a:lnTo>
                  <a:pt x="172224" y="181356"/>
                </a:lnTo>
                <a:lnTo>
                  <a:pt x="172224" y="112776"/>
                </a:lnTo>
                <a:close/>
              </a:path>
              <a:path extrusionOk="0" h="585470" w="175895">
                <a:moveTo>
                  <a:pt x="172224" y="0"/>
                </a:moveTo>
                <a:lnTo>
                  <a:pt x="138696" y="0"/>
                </a:lnTo>
                <a:lnTo>
                  <a:pt x="138696" y="3048"/>
                </a:lnTo>
                <a:lnTo>
                  <a:pt x="147840" y="3048"/>
                </a:lnTo>
                <a:lnTo>
                  <a:pt x="152412" y="4572"/>
                </a:lnTo>
                <a:lnTo>
                  <a:pt x="158508" y="7620"/>
                </a:lnTo>
                <a:lnTo>
                  <a:pt x="161556" y="10668"/>
                </a:lnTo>
                <a:lnTo>
                  <a:pt x="163080" y="13716"/>
                </a:lnTo>
                <a:lnTo>
                  <a:pt x="164604" y="18288"/>
                </a:lnTo>
                <a:lnTo>
                  <a:pt x="164604" y="73152"/>
                </a:lnTo>
                <a:lnTo>
                  <a:pt x="65544" y="0"/>
                </a:lnTo>
                <a:lnTo>
                  <a:pt x="60972" y="0"/>
                </a:lnTo>
                <a:lnTo>
                  <a:pt x="60972" y="91440"/>
                </a:lnTo>
                <a:lnTo>
                  <a:pt x="91452" y="91440"/>
                </a:lnTo>
                <a:lnTo>
                  <a:pt x="91452" y="88392"/>
                </a:lnTo>
                <a:lnTo>
                  <a:pt x="85356" y="88392"/>
                </a:lnTo>
                <a:lnTo>
                  <a:pt x="80784" y="86868"/>
                </a:lnTo>
                <a:lnTo>
                  <a:pt x="76212" y="83820"/>
                </a:lnTo>
                <a:lnTo>
                  <a:pt x="73164" y="82296"/>
                </a:lnTo>
                <a:lnTo>
                  <a:pt x="71640" y="80772"/>
                </a:lnTo>
                <a:lnTo>
                  <a:pt x="70116" y="77724"/>
                </a:lnTo>
                <a:lnTo>
                  <a:pt x="70116" y="76200"/>
                </a:lnTo>
                <a:lnTo>
                  <a:pt x="68592" y="70104"/>
                </a:lnTo>
                <a:lnTo>
                  <a:pt x="68592" y="27432"/>
                </a:lnTo>
                <a:lnTo>
                  <a:pt x="169176" y="100584"/>
                </a:lnTo>
                <a:lnTo>
                  <a:pt x="172224" y="100584"/>
                </a:lnTo>
                <a:lnTo>
                  <a:pt x="172224" y="0"/>
                </a:lnTo>
                <a:close/>
              </a:path>
              <a:path extrusionOk="0" h="585470" w="175895">
                <a:moveTo>
                  <a:pt x="175272" y="429768"/>
                </a:moveTo>
                <a:lnTo>
                  <a:pt x="42684" y="382524"/>
                </a:lnTo>
                <a:lnTo>
                  <a:pt x="32016" y="379476"/>
                </a:lnTo>
                <a:lnTo>
                  <a:pt x="24396" y="376428"/>
                </a:lnTo>
                <a:lnTo>
                  <a:pt x="22872" y="374904"/>
                </a:lnTo>
                <a:lnTo>
                  <a:pt x="18300" y="373380"/>
                </a:lnTo>
                <a:lnTo>
                  <a:pt x="15252" y="370332"/>
                </a:lnTo>
                <a:lnTo>
                  <a:pt x="10680" y="361188"/>
                </a:lnTo>
                <a:lnTo>
                  <a:pt x="10680" y="356616"/>
                </a:lnTo>
                <a:lnTo>
                  <a:pt x="7632" y="356616"/>
                </a:lnTo>
                <a:lnTo>
                  <a:pt x="7632" y="406908"/>
                </a:lnTo>
                <a:lnTo>
                  <a:pt x="10680" y="406908"/>
                </a:lnTo>
                <a:lnTo>
                  <a:pt x="10680" y="402336"/>
                </a:lnTo>
                <a:lnTo>
                  <a:pt x="12204" y="397764"/>
                </a:lnTo>
                <a:lnTo>
                  <a:pt x="13728" y="394716"/>
                </a:lnTo>
                <a:lnTo>
                  <a:pt x="13728" y="393192"/>
                </a:lnTo>
                <a:lnTo>
                  <a:pt x="18300" y="388620"/>
                </a:lnTo>
                <a:lnTo>
                  <a:pt x="25920" y="388620"/>
                </a:lnTo>
                <a:lnTo>
                  <a:pt x="33540" y="390144"/>
                </a:lnTo>
                <a:lnTo>
                  <a:pt x="44208" y="393192"/>
                </a:lnTo>
                <a:lnTo>
                  <a:pt x="134124" y="426720"/>
                </a:lnTo>
                <a:lnTo>
                  <a:pt x="45732" y="457200"/>
                </a:lnTo>
                <a:lnTo>
                  <a:pt x="35064" y="461772"/>
                </a:lnTo>
                <a:lnTo>
                  <a:pt x="27444" y="463296"/>
                </a:lnTo>
                <a:lnTo>
                  <a:pt x="19824" y="463296"/>
                </a:lnTo>
                <a:lnTo>
                  <a:pt x="13728" y="460248"/>
                </a:lnTo>
                <a:lnTo>
                  <a:pt x="10680" y="454152"/>
                </a:lnTo>
                <a:lnTo>
                  <a:pt x="10680" y="445008"/>
                </a:lnTo>
                <a:lnTo>
                  <a:pt x="7632" y="445008"/>
                </a:lnTo>
                <a:lnTo>
                  <a:pt x="7632" y="509016"/>
                </a:lnTo>
                <a:lnTo>
                  <a:pt x="10680" y="509016"/>
                </a:lnTo>
                <a:lnTo>
                  <a:pt x="10680" y="505968"/>
                </a:lnTo>
                <a:lnTo>
                  <a:pt x="12204" y="502920"/>
                </a:lnTo>
                <a:lnTo>
                  <a:pt x="12204" y="499872"/>
                </a:lnTo>
                <a:lnTo>
                  <a:pt x="13728" y="498348"/>
                </a:lnTo>
                <a:lnTo>
                  <a:pt x="15252" y="495300"/>
                </a:lnTo>
                <a:lnTo>
                  <a:pt x="16776" y="493776"/>
                </a:lnTo>
                <a:lnTo>
                  <a:pt x="18300" y="493776"/>
                </a:lnTo>
                <a:lnTo>
                  <a:pt x="19824" y="492252"/>
                </a:lnTo>
                <a:lnTo>
                  <a:pt x="22872" y="490728"/>
                </a:lnTo>
                <a:lnTo>
                  <a:pt x="27444" y="487680"/>
                </a:lnTo>
                <a:lnTo>
                  <a:pt x="30492" y="486156"/>
                </a:lnTo>
                <a:lnTo>
                  <a:pt x="42684" y="483108"/>
                </a:lnTo>
                <a:lnTo>
                  <a:pt x="56400" y="477012"/>
                </a:lnTo>
                <a:lnTo>
                  <a:pt x="135648" y="502920"/>
                </a:lnTo>
                <a:lnTo>
                  <a:pt x="42684" y="534924"/>
                </a:lnTo>
                <a:lnTo>
                  <a:pt x="32016" y="539496"/>
                </a:lnTo>
                <a:lnTo>
                  <a:pt x="24396" y="541020"/>
                </a:lnTo>
                <a:lnTo>
                  <a:pt x="18300" y="541020"/>
                </a:lnTo>
                <a:lnTo>
                  <a:pt x="12204" y="534924"/>
                </a:lnTo>
                <a:lnTo>
                  <a:pt x="10680" y="531876"/>
                </a:lnTo>
                <a:lnTo>
                  <a:pt x="10680" y="524256"/>
                </a:lnTo>
                <a:lnTo>
                  <a:pt x="7632" y="524256"/>
                </a:lnTo>
                <a:lnTo>
                  <a:pt x="7632" y="585216"/>
                </a:lnTo>
                <a:lnTo>
                  <a:pt x="10680" y="585216"/>
                </a:lnTo>
                <a:lnTo>
                  <a:pt x="10680" y="580644"/>
                </a:lnTo>
                <a:lnTo>
                  <a:pt x="12204" y="576072"/>
                </a:lnTo>
                <a:lnTo>
                  <a:pt x="13728" y="573024"/>
                </a:lnTo>
                <a:lnTo>
                  <a:pt x="18300" y="568452"/>
                </a:lnTo>
                <a:lnTo>
                  <a:pt x="21348" y="566928"/>
                </a:lnTo>
                <a:lnTo>
                  <a:pt x="22872" y="566928"/>
                </a:lnTo>
                <a:lnTo>
                  <a:pt x="28968" y="563880"/>
                </a:lnTo>
                <a:lnTo>
                  <a:pt x="41160" y="560832"/>
                </a:lnTo>
                <a:lnTo>
                  <a:pt x="175272" y="512064"/>
                </a:lnTo>
                <a:lnTo>
                  <a:pt x="175272" y="504444"/>
                </a:lnTo>
                <a:lnTo>
                  <a:pt x="73164" y="472440"/>
                </a:lnTo>
                <a:lnTo>
                  <a:pt x="175272" y="435864"/>
                </a:lnTo>
                <a:lnTo>
                  <a:pt x="175272" y="429768"/>
                </a:lnTo>
                <a:close/>
              </a:path>
              <a:path extrusionOk="0" h="585470" w="175895">
                <a:moveTo>
                  <a:pt x="175272" y="342900"/>
                </a:moveTo>
                <a:lnTo>
                  <a:pt x="0" y="283464"/>
                </a:lnTo>
                <a:lnTo>
                  <a:pt x="0" y="292608"/>
                </a:lnTo>
                <a:lnTo>
                  <a:pt x="175272" y="352044"/>
                </a:lnTo>
                <a:lnTo>
                  <a:pt x="175272" y="3429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5" name="Google Shape;6105;p92"/>
          <p:cNvSpPr/>
          <p:nvPr/>
        </p:nvSpPr>
        <p:spPr>
          <a:xfrm>
            <a:off x="4614672" y="4619244"/>
            <a:ext cx="10795" cy="129539"/>
          </a:xfrm>
          <a:custGeom>
            <a:rect b="b" l="l" r="r" t="t"/>
            <a:pathLst>
              <a:path extrusionOk="0" h="129539" w="10795">
                <a:moveTo>
                  <a:pt x="10667" y="129540"/>
                </a:moveTo>
                <a:lnTo>
                  <a:pt x="0" y="129540"/>
                </a:lnTo>
                <a:lnTo>
                  <a:pt x="0" y="0"/>
                </a:lnTo>
                <a:lnTo>
                  <a:pt x="10667" y="0"/>
                </a:lnTo>
                <a:lnTo>
                  <a:pt x="10667" y="1295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6" name="Google Shape;6106;p92"/>
          <p:cNvGrpSpPr/>
          <p:nvPr/>
        </p:nvGrpSpPr>
        <p:grpSpPr>
          <a:xfrm>
            <a:off x="4507991" y="3878580"/>
            <a:ext cx="225667" cy="682752"/>
            <a:chOff x="4507991" y="3878580"/>
            <a:chExt cx="225667" cy="682752"/>
          </a:xfrm>
        </p:grpSpPr>
        <p:pic>
          <p:nvPicPr>
            <p:cNvPr id="6107" name="Google Shape;6107;p92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4507991" y="4447032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108" name="Google Shape;6108;p92"/>
            <p:cNvSpPr/>
            <p:nvPr/>
          </p:nvSpPr>
          <p:spPr>
            <a:xfrm>
              <a:off x="4532363" y="3878580"/>
              <a:ext cx="201295" cy="548640"/>
            </a:xfrm>
            <a:custGeom>
              <a:rect b="b" l="l" r="r" t="t"/>
              <a:pathLst>
                <a:path extrusionOk="0" h="548639" w="201295">
                  <a:moveTo>
                    <a:pt x="147828" y="144780"/>
                  </a:moveTo>
                  <a:lnTo>
                    <a:pt x="144780" y="144780"/>
                  </a:lnTo>
                  <a:lnTo>
                    <a:pt x="144780" y="149352"/>
                  </a:lnTo>
                  <a:lnTo>
                    <a:pt x="140208" y="158496"/>
                  </a:lnTo>
                  <a:lnTo>
                    <a:pt x="138684" y="160020"/>
                  </a:lnTo>
                  <a:lnTo>
                    <a:pt x="129540" y="164592"/>
                  </a:lnTo>
                  <a:lnTo>
                    <a:pt x="68580" y="164592"/>
                  </a:lnTo>
                  <a:lnTo>
                    <a:pt x="60960" y="160020"/>
                  </a:lnTo>
                  <a:lnTo>
                    <a:pt x="53340" y="152400"/>
                  </a:lnTo>
                  <a:lnTo>
                    <a:pt x="50292" y="150876"/>
                  </a:lnTo>
                  <a:lnTo>
                    <a:pt x="50292" y="144780"/>
                  </a:lnTo>
                  <a:lnTo>
                    <a:pt x="51816" y="143256"/>
                  </a:lnTo>
                  <a:lnTo>
                    <a:pt x="53340" y="138684"/>
                  </a:lnTo>
                  <a:lnTo>
                    <a:pt x="56388" y="135636"/>
                  </a:lnTo>
                  <a:lnTo>
                    <a:pt x="57912" y="132588"/>
                  </a:lnTo>
                  <a:lnTo>
                    <a:pt x="57912" y="126492"/>
                  </a:lnTo>
                  <a:lnTo>
                    <a:pt x="56388" y="124968"/>
                  </a:lnTo>
                  <a:lnTo>
                    <a:pt x="54864" y="121920"/>
                  </a:lnTo>
                  <a:lnTo>
                    <a:pt x="51816" y="120396"/>
                  </a:lnTo>
                  <a:lnTo>
                    <a:pt x="42672" y="120396"/>
                  </a:lnTo>
                  <a:lnTo>
                    <a:pt x="39624" y="121920"/>
                  </a:lnTo>
                  <a:lnTo>
                    <a:pt x="35052" y="126492"/>
                  </a:lnTo>
                  <a:lnTo>
                    <a:pt x="33528" y="131064"/>
                  </a:lnTo>
                  <a:lnTo>
                    <a:pt x="33528" y="135636"/>
                  </a:lnTo>
                  <a:lnTo>
                    <a:pt x="34988" y="142519"/>
                  </a:lnTo>
                  <a:lnTo>
                    <a:pt x="39433" y="149542"/>
                  </a:lnTo>
                  <a:lnTo>
                    <a:pt x="47040" y="156857"/>
                  </a:lnTo>
                  <a:lnTo>
                    <a:pt x="57912" y="164592"/>
                  </a:lnTo>
                  <a:lnTo>
                    <a:pt x="33528" y="164592"/>
                  </a:lnTo>
                  <a:lnTo>
                    <a:pt x="33528" y="169164"/>
                  </a:lnTo>
                  <a:lnTo>
                    <a:pt x="47244" y="202692"/>
                  </a:lnTo>
                  <a:lnTo>
                    <a:pt x="50292" y="201168"/>
                  </a:lnTo>
                  <a:lnTo>
                    <a:pt x="48768" y="198120"/>
                  </a:lnTo>
                  <a:lnTo>
                    <a:pt x="48768" y="188976"/>
                  </a:lnTo>
                  <a:lnTo>
                    <a:pt x="53340" y="184404"/>
                  </a:lnTo>
                  <a:lnTo>
                    <a:pt x="138684" y="184404"/>
                  </a:lnTo>
                  <a:lnTo>
                    <a:pt x="140208" y="185928"/>
                  </a:lnTo>
                  <a:lnTo>
                    <a:pt x="141732" y="188976"/>
                  </a:lnTo>
                  <a:lnTo>
                    <a:pt x="143256" y="190500"/>
                  </a:lnTo>
                  <a:lnTo>
                    <a:pt x="144780" y="195072"/>
                  </a:lnTo>
                  <a:lnTo>
                    <a:pt x="144780" y="201168"/>
                  </a:lnTo>
                  <a:lnTo>
                    <a:pt x="147828" y="201168"/>
                  </a:lnTo>
                  <a:lnTo>
                    <a:pt x="147828" y="144780"/>
                  </a:lnTo>
                  <a:close/>
                </a:path>
                <a:path extrusionOk="0" h="548639" w="201295">
                  <a:moveTo>
                    <a:pt x="150876" y="403860"/>
                  </a:moveTo>
                  <a:lnTo>
                    <a:pt x="149352" y="397764"/>
                  </a:lnTo>
                  <a:lnTo>
                    <a:pt x="140208" y="388620"/>
                  </a:lnTo>
                  <a:lnTo>
                    <a:pt x="134112" y="384048"/>
                  </a:lnTo>
                  <a:lnTo>
                    <a:pt x="126492" y="381000"/>
                  </a:lnTo>
                  <a:lnTo>
                    <a:pt x="126492" y="387096"/>
                  </a:lnTo>
                  <a:lnTo>
                    <a:pt x="129540" y="388620"/>
                  </a:lnTo>
                  <a:lnTo>
                    <a:pt x="131064" y="390144"/>
                  </a:lnTo>
                  <a:lnTo>
                    <a:pt x="132588" y="393192"/>
                  </a:lnTo>
                  <a:lnTo>
                    <a:pt x="134112" y="394716"/>
                  </a:lnTo>
                  <a:lnTo>
                    <a:pt x="135636" y="397764"/>
                  </a:lnTo>
                  <a:lnTo>
                    <a:pt x="135636" y="403860"/>
                  </a:lnTo>
                  <a:lnTo>
                    <a:pt x="134112" y="406908"/>
                  </a:lnTo>
                  <a:lnTo>
                    <a:pt x="131064" y="408432"/>
                  </a:lnTo>
                  <a:lnTo>
                    <a:pt x="129540" y="409956"/>
                  </a:lnTo>
                  <a:lnTo>
                    <a:pt x="124968" y="411480"/>
                  </a:lnTo>
                  <a:lnTo>
                    <a:pt x="44196" y="411480"/>
                  </a:lnTo>
                  <a:lnTo>
                    <a:pt x="44196" y="385572"/>
                  </a:lnTo>
                  <a:lnTo>
                    <a:pt x="36576" y="385572"/>
                  </a:lnTo>
                  <a:lnTo>
                    <a:pt x="36576" y="411480"/>
                  </a:lnTo>
                  <a:lnTo>
                    <a:pt x="0" y="411480"/>
                  </a:lnTo>
                  <a:lnTo>
                    <a:pt x="0" y="414528"/>
                  </a:lnTo>
                  <a:lnTo>
                    <a:pt x="36576" y="440436"/>
                  </a:lnTo>
                  <a:lnTo>
                    <a:pt x="38100" y="445008"/>
                  </a:lnTo>
                  <a:lnTo>
                    <a:pt x="41148" y="449580"/>
                  </a:lnTo>
                  <a:lnTo>
                    <a:pt x="44196" y="449580"/>
                  </a:lnTo>
                  <a:lnTo>
                    <a:pt x="44196" y="431292"/>
                  </a:lnTo>
                  <a:lnTo>
                    <a:pt x="128016" y="431292"/>
                  </a:lnTo>
                  <a:lnTo>
                    <a:pt x="150876" y="413004"/>
                  </a:lnTo>
                  <a:lnTo>
                    <a:pt x="150876" y="403860"/>
                  </a:lnTo>
                  <a:close/>
                </a:path>
                <a:path extrusionOk="0" h="548639" w="201295">
                  <a:moveTo>
                    <a:pt x="150876" y="335280"/>
                  </a:moveTo>
                  <a:lnTo>
                    <a:pt x="149352" y="329184"/>
                  </a:lnTo>
                  <a:lnTo>
                    <a:pt x="144780" y="324612"/>
                  </a:lnTo>
                  <a:lnTo>
                    <a:pt x="140208" y="318516"/>
                  </a:lnTo>
                  <a:lnTo>
                    <a:pt x="134112" y="313944"/>
                  </a:lnTo>
                  <a:lnTo>
                    <a:pt x="126492" y="312420"/>
                  </a:lnTo>
                  <a:lnTo>
                    <a:pt x="126492" y="318516"/>
                  </a:lnTo>
                  <a:lnTo>
                    <a:pt x="129540" y="318516"/>
                  </a:lnTo>
                  <a:lnTo>
                    <a:pt x="131064" y="321564"/>
                  </a:lnTo>
                  <a:lnTo>
                    <a:pt x="132588" y="323088"/>
                  </a:lnTo>
                  <a:lnTo>
                    <a:pt x="135636" y="329184"/>
                  </a:lnTo>
                  <a:lnTo>
                    <a:pt x="135636" y="333756"/>
                  </a:lnTo>
                  <a:lnTo>
                    <a:pt x="134112" y="336804"/>
                  </a:lnTo>
                  <a:lnTo>
                    <a:pt x="129540" y="341376"/>
                  </a:lnTo>
                  <a:lnTo>
                    <a:pt x="124968" y="342900"/>
                  </a:lnTo>
                  <a:lnTo>
                    <a:pt x="44196" y="342900"/>
                  </a:lnTo>
                  <a:lnTo>
                    <a:pt x="44196" y="316992"/>
                  </a:lnTo>
                  <a:lnTo>
                    <a:pt x="36576" y="316992"/>
                  </a:lnTo>
                  <a:lnTo>
                    <a:pt x="36576" y="342900"/>
                  </a:lnTo>
                  <a:lnTo>
                    <a:pt x="0" y="342900"/>
                  </a:lnTo>
                  <a:lnTo>
                    <a:pt x="0" y="345948"/>
                  </a:lnTo>
                  <a:lnTo>
                    <a:pt x="7620" y="348996"/>
                  </a:lnTo>
                  <a:lnTo>
                    <a:pt x="22860" y="356616"/>
                  </a:lnTo>
                  <a:lnTo>
                    <a:pt x="36576" y="370332"/>
                  </a:lnTo>
                  <a:lnTo>
                    <a:pt x="38100" y="374904"/>
                  </a:lnTo>
                  <a:lnTo>
                    <a:pt x="41148" y="381000"/>
                  </a:lnTo>
                  <a:lnTo>
                    <a:pt x="44196" y="381000"/>
                  </a:lnTo>
                  <a:lnTo>
                    <a:pt x="44196" y="362712"/>
                  </a:lnTo>
                  <a:lnTo>
                    <a:pt x="128016" y="362712"/>
                  </a:lnTo>
                  <a:lnTo>
                    <a:pt x="149352" y="347472"/>
                  </a:lnTo>
                  <a:lnTo>
                    <a:pt x="150876" y="344424"/>
                  </a:lnTo>
                  <a:lnTo>
                    <a:pt x="150876" y="335280"/>
                  </a:lnTo>
                  <a:close/>
                </a:path>
                <a:path extrusionOk="0" h="548639" w="201295">
                  <a:moveTo>
                    <a:pt x="150888" y="472440"/>
                  </a:moveTo>
                  <a:lnTo>
                    <a:pt x="132600" y="446532"/>
                  </a:lnTo>
                  <a:lnTo>
                    <a:pt x="126504" y="446532"/>
                  </a:lnTo>
                  <a:lnTo>
                    <a:pt x="131076" y="452628"/>
                  </a:lnTo>
                  <a:lnTo>
                    <a:pt x="134124" y="455676"/>
                  </a:lnTo>
                  <a:lnTo>
                    <a:pt x="134124" y="457200"/>
                  </a:lnTo>
                  <a:lnTo>
                    <a:pt x="135648" y="457200"/>
                  </a:lnTo>
                  <a:lnTo>
                    <a:pt x="135648" y="461772"/>
                  </a:lnTo>
                  <a:lnTo>
                    <a:pt x="132600" y="464820"/>
                  </a:lnTo>
                  <a:lnTo>
                    <a:pt x="60972" y="464820"/>
                  </a:lnTo>
                  <a:lnTo>
                    <a:pt x="53352" y="466344"/>
                  </a:lnTo>
                  <a:lnTo>
                    <a:pt x="50304" y="467868"/>
                  </a:lnTo>
                  <a:lnTo>
                    <a:pt x="45732" y="469392"/>
                  </a:lnTo>
                  <a:lnTo>
                    <a:pt x="41160" y="473964"/>
                  </a:lnTo>
                  <a:lnTo>
                    <a:pt x="38112" y="478536"/>
                  </a:lnTo>
                  <a:lnTo>
                    <a:pt x="35064" y="484632"/>
                  </a:lnTo>
                  <a:lnTo>
                    <a:pt x="33540" y="493776"/>
                  </a:lnTo>
                  <a:lnTo>
                    <a:pt x="33616" y="504355"/>
                  </a:lnTo>
                  <a:lnTo>
                    <a:pt x="33680" y="505421"/>
                  </a:lnTo>
                  <a:lnTo>
                    <a:pt x="33807" y="507492"/>
                  </a:lnTo>
                  <a:lnTo>
                    <a:pt x="34112" y="512622"/>
                  </a:lnTo>
                  <a:lnTo>
                    <a:pt x="54876" y="544068"/>
                  </a:lnTo>
                  <a:lnTo>
                    <a:pt x="68592" y="544068"/>
                  </a:lnTo>
                  <a:lnTo>
                    <a:pt x="70116" y="542544"/>
                  </a:lnTo>
                  <a:lnTo>
                    <a:pt x="71640" y="539496"/>
                  </a:lnTo>
                  <a:lnTo>
                    <a:pt x="73164" y="537972"/>
                  </a:lnTo>
                  <a:lnTo>
                    <a:pt x="73164" y="531876"/>
                  </a:lnTo>
                  <a:lnTo>
                    <a:pt x="71640" y="528828"/>
                  </a:lnTo>
                  <a:lnTo>
                    <a:pt x="68592" y="525780"/>
                  </a:lnTo>
                  <a:lnTo>
                    <a:pt x="65544" y="524256"/>
                  </a:lnTo>
                  <a:lnTo>
                    <a:pt x="60972" y="524256"/>
                  </a:lnTo>
                  <a:lnTo>
                    <a:pt x="54876" y="525780"/>
                  </a:lnTo>
                  <a:lnTo>
                    <a:pt x="51828" y="525780"/>
                  </a:lnTo>
                  <a:lnTo>
                    <a:pt x="47256" y="524256"/>
                  </a:lnTo>
                  <a:lnTo>
                    <a:pt x="45732" y="519684"/>
                  </a:lnTo>
                  <a:lnTo>
                    <a:pt x="42684" y="516636"/>
                  </a:lnTo>
                  <a:lnTo>
                    <a:pt x="41160" y="512064"/>
                  </a:lnTo>
                  <a:lnTo>
                    <a:pt x="41287" y="499491"/>
                  </a:lnTo>
                  <a:lnTo>
                    <a:pt x="41351" y="499300"/>
                  </a:lnTo>
                  <a:lnTo>
                    <a:pt x="42684" y="495300"/>
                  </a:lnTo>
                  <a:lnTo>
                    <a:pt x="47256" y="490728"/>
                  </a:lnTo>
                  <a:lnTo>
                    <a:pt x="51828" y="487680"/>
                  </a:lnTo>
                  <a:lnTo>
                    <a:pt x="59448" y="484632"/>
                  </a:lnTo>
                  <a:lnTo>
                    <a:pt x="74688" y="484632"/>
                  </a:lnTo>
                  <a:lnTo>
                    <a:pt x="84404" y="510540"/>
                  </a:lnTo>
                  <a:lnTo>
                    <a:pt x="88607" y="520217"/>
                  </a:lnTo>
                  <a:lnTo>
                    <a:pt x="92976" y="527304"/>
                  </a:lnTo>
                  <a:lnTo>
                    <a:pt x="97548" y="536448"/>
                  </a:lnTo>
                  <a:lnTo>
                    <a:pt x="102120" y="542544"/>
                  </a:lnTo>
                  <a:lnTo>
                    <a:pt x="108216" y="545592"/>
                  </a:lnTo>
                  <a:lnTo>
                    <a:pt x="111264" y="548640"/>
                  </a:lnTo>
                  <a:lnTo>
                    <a:pt x="131076" y="548640"/>
                  </a:lnTo>
                  <a:lnTo>
                    <a:pt x="137172" y="547116"/>
                  </a:lnTo>
                  <a:lnTo>
                    <a:pt x="147840" y="536448"/>
                  </a:lnTo>
                  <a:lnTo>
                    <a:pt x="150888" y="530352"/>
                  </a:lnTo>
                  <a:lnTo>
                    <a:pt x="150888" y="528828"/>
                  </a:lnTo>
                  <a:lnTo>
                    <a:pt x="150888" y="516636"/>
                  </a:lnTo>
                  <a:lnTo>
                    <a:pt x="147840" y="507492"/>
                  </a:lnTo>
                  <a:lnTo>
                    <a:pt x="145859" y="504355"/>
                  </a:lnTo>
                  <a:lnTo>
                    <a:pt x="142316" y="499491"/>
                  </a:lnTo>
                  <a:lnTo>
                    <a:pt x="135648" y="490677"/>
                  </a:lnTo>
                  <a:lnTo>
                    <a:pt x="135648" y="510540"/>
                  </a:lnTo>
                  <a:lnTo>
                    <a:pt x="135648" y="516636"/>
                  </a:lnTo>
                  <a:lnTo>
                    <a:pt x="134124" y="519684"/>
                  </a:lnTo>
                  <a:lnTo>
                    <a:pt x="126504" y="527304"/>
                  </a:lnTo>
                  <a:lnTo>
                    <a:pt x="121932" y="528828"/>
                  </a:lnTo>
                  <a:lnTo>
                    <a:pt x="106692" y="528828"/>
                  </a:lnTo>
                  <a:lnTo>
                    <a:pt x="103644" y="525780"/>
                  </a:lnTo>
                  <a:lnTo>
                    <a:pt x="99072" y="522732"/>
                  </a:lnTo>
                  <a:lnTo>
                    <a:pt x="92976" y="510540"/>
                  </a:lnTo>
                  <a:lnTo>
                    <a:pt x="90665" y="507136"/>
                  </a:lnTo>
                  <a:lnTo>
                    <a:pt x="88214" y="501586"/>
                  </a:lnTo>
                  <a:lnTo>
                    <a:pt x="85382" y="493776"/>
                  </a:lnTo>
                  <a:lnTo>
                    <a:pt x="82308" y="484632"/>
                  </a:lnTo>
                  <a:lnTo>
                    <a:pt x="123456" y="484632"/>
                  </a:lnTo>
                  <a:lnTo>
                    <a:pt x="128574" y="492328"/>
                  </a:lnTo>
                  <a:lnTo>
                    <a:pt x="132410" y="499300"/>
                  </a:lnTo>
                  <a:lnTo>
                    <a:pt x="132473" y="499491"/>
                  </a:lnTo>
                  <a:lnTo>
                    <a:pt x="134810" y="505421"/>
                  </a:lnTo>
                  <a:lnTo>
                    <a:pt x="135648" y="510540"/>
                  </a:lnTo>
                  <a:lnTo>
                    <a:pt x="135648" y="490677"/>
                  </a:lnTo>
                  <a:lnTo>
                    <a:pt x="131076" y="484632"/>
                  </a:lnTo>
                  <a:lnTo>
                    <a:pt x="143268" y="484632"/>
                  </a:lnTo>
                  <a:lnTo>
                    <a:pt x="146316" y="481584"/>
                  </a:lnTo>
                  <a:lnTo>
                    <a:pt x="149364" y="480060"/>
                  </a:lnTo>
                  <a:lnTo>
                    <a:pt x="150888" y="477012"/>
                  </a:lnTo>
                  <a:lnTo>
                    <a:pt x="150888" y="472440"/>
                  </a:lnTo>
                  <a:close/>
                </a:path>
                <a:path extrusionOk="0" h="548639" w="201295">
                  <a:moveTo>
                    <a:pt x="150888" y="256032"/>
                  </a:moveTo>
                  <a:lnTo>
                    <a:pt x="130924" y="220408"/>
                  </a:lnTo>
                  <a:lnTo>
                    <a:pt x="108216" y="211836"/>
                  </a:lnTo>
                  <a:lnTo>
                    <a:pt x="105168" y="214884"/>
                  </a:lnTo>
                  <a:lnTo>
                    <a:pt x="115836" y="217932"/>
                  </a:lnTo>
                  <a:lnTo>
                    <a:pt x="121932" y="222504"/>
                  </a:lnTo>
                  <a:lnTo>
                    <a:pt x="124980" y="227076"/>
                  </a:lnTo>
                  <a:lnTo>
                    <a:pt x="129552" y="233172"/>
                  </a:lnTo>
                  <a:lnTo>
                    <a:pt x="131076" y="239268"/>
                  </a:lnTo>
                  <a:lnTo>
                    <a:pt x="109016" y="279450"/>
                  </a:lnTo>
                  <a:lnTo>
                    <a:pt x="77736" y="286512"/>
                  </a:lnTo>
                  <a:lnTo>
                    <a:pt x="77736" y="236220"/>
                  </a:lnTo>
                  <a:lnTo>
                    <a:pt x="77736" y="211836"/>
                  </a:lnTo>
                  <a:lnTo>
                    <a:pt x="70104" y="212305"/>
                  </a:lnTo>
                  <a:lnTo>
                    <a:pt x="70104" y="236220"/>
                  </a:lnTo>
                  <a:lnTo>
                    <a:pt x="70104" y="286512"/>
                  </a:lnTo>
                  <a:lnTo>
                    <a:pt x="41148" y="265176"/>
                  </a:lnTo>
                  <a:lnTo>
                    <a:pt x="41148" y="254508"/>
                  </a:lnTo>
                  <a:lnTo>
                    <a:pt x="42672" y="251460"/>
                  </a:lnTo>
                  <a:lnTo>
                    <a:pt x="44196" y="246888"/>
                  </a:lnTo>
                  <a:lnTo>
                    <a:pt x="50292" y="240792"/>
                  </a:lnTo>
                  <a:lnTo>
                    <a:pt x="54864" y="237744"/>
                  </a:lnTo>
                  <a:lnTo>
                    <a:pt x="57912" y="236220"/>
                  </a:lnTo>
                  <a:lnTo>
                    <a:pt x="70104" y="236220"/>
                  </a:lnTo>
                  <a:lnTo>
                    <a:pt x="70104" y="212305"/>
                  </a:lnTo>
                  <a:lnTo>
                    <a:pt x="36766" y="236601"/>
                  </a:lnTo>
                  <a:lnTo>
                    <a:pt x="33528" y="252984"/>
                  </a:lnTo>
                  <a:lnTo>
                    <a:pt x="33655" y="254508"/>
                  </a:lnTo>
                  <a:lnTo>
                    <a:pt x="33782" y="256032"/>
                  </a:lnTo>
                  <a:lnTo>
                    <a:pt x="57607" y="295808"/>
                  </a:lnTo>
                  <a:lnTo>
                    <a:pt x="92976" y="304800"/>
                  </a:lnTo>
                  <a:lnTo>
                    <a:pt x="105854" y="303923"/>
                  </a:lnTo>
                  <a:lnTo>
                    <a:pt x="117170" y="301180"/>
                  </a:lnTo>
                  <a:lnTo>
                    <a:pt x="127050" y="296443"/>
                  </a:lnTo>
                  <a:lnTo>
                    <a:pt x="135648" y="289560"/>
                  </a:lnTo>
                  <a:lnTo>
                    <a:pt x="138569" y="286512"/>
                  </a:lnTo>
                  <a:lnTo>
                    <a:pt x="142519" y="282397"/>
                  </a:lnTo>
                  <a:lnTo>
                    <a:pt x="147269" y="274510"/>
                  </a:lnTo>
                  <a:lnTo>
                    <a:pt x="147320" y="274320"/>
                  </a:lnTo>
                  <a:lnTo>
                    <a:pt x="149999" y="265772"/>
                  </a:lnTo>
                  <a:lnTo>
                    <a:pt x="150050" y="265176"/>
                  </a:lnTo>
                  <a:lnTo>
                    <a:pt x="150177" y="263842"/>
                  </a:lnTo>
                  <a:lnTo>
                    <a:pt x="150888" y="256032"/>
                  </a:lnTo>
                  <a:close/>
                </a:path>
                <a:path extrusionOk="0" h="548639" w="201295">
                  <a:moveTo>
                    <a:pt x="201168" y="91440"/>
                  </a:moveTo>
                  <a:lnTo>
                    <a:pt x="167652" y="60960"/>
                  </a:lnTo>
                  <a:lnTo>
                    <a:pt x="163804" y="59436"/>
                  </a:lnTo>
                  <a:lnTo>
                    <a:pt x="71742" y="22860"/>
                  </a:lnTo>
                  <a:lnTo>
                    <a:pt x="56400" y="16764"/>
                  </a:lnTo>
                  <a:lnTo>
                    <a:pt x="51828" y="13716"/>
                  </a:lnTo>
                  <a:lnTo>
                    <a:pt x="48780" y="12192"/>
                  </a:lnTo>
                  <a:lnTo>
                    <a:pt x="47256" y="12192"/>
                  </a:lnTo>
                  <a:lnTo>
                    <a:pt x="44208" y="10668"/>
                  </a:lnTo>
                  <a:lnTo>
                    <a:pt x="42684" y="7620"/>
                  </a:lnTo>
                  <a:lnTo>
                    <a:pt x="41160" y="6096"/>
                  </a:lnTo>
                  <a:lnTo>
                    <a:pt x="41160" y="4572"/>
                  </a:lnTo>
                  <a:lnTo>
                    <a:pt x="39636" y="3048"/>
                  </a:lnTo>
                  <a:lnTo>
                    <a:pt x="39636" y="0"/>
                  </a:lnTo>
                  <a:lnTo>
                    <a:pt x="36576" y="0"/>
                  </a:lnTo>
                  <a:lnTo>
                    <a:pt x="36576" y="33528"/>
                  </a:lnTo>
                  <a:lnTo>
                    <a:pt x="39636" y="33528"/>
                  </a:lnTo>
                  <a:lnTo>
                    <a:pt x="39636" y="27432"/>
                  </a:lnTo>
                  <a:lnTo>
                    <a:pt x="41160" y="25908"/>
                  </a:lnTo>
                  <a:lnTo>
                    <a:pt x="41160" y="24384"/>
                  </a:lnTo>
                  <a:lnTo>
                    <a:pt x="42684" y="22860"/>
                  </a:lnTo>
                  <a:lnTo>
                    <a:pt x="53352" y="22860"/>
                  </a:lnTo>
                  <a:lnTo>
                    <a:pt x="56400" y="24384"/>
                  </a:lnTo>
                  <a:lnTo>
                    <a:pt x="118884" y="48768"/>
                  </a:lnTo>
                  <a:lnTo>
                    <a:pt x="62496" y="76200"/>
                  </a:lnTo>
                  <a:lnTo>
                    <a:pt x="56400" y="79248"/>
                  </a:lnTo>
                  <a:lnTo>
                    <a:pt x="51828" y="80772"/>
                  </a:lnTo>
                  <a:lnTo>
                    <a:pt x="45732" y="80772"/>
                  </a:lnTo>
                  <a:lnTo>
                    <a:pt x="41160" y="76200"/>
                  </a:lnTo>
                  <a:lnTo>
                    <a:pt x="39636" y="73152"/>
                  </a:lnTo>
                  <a:lnTo>
                    <a:pt x="39636" y="67056"/>
                  </a:lnTo>
                  <a:lnTo>
                    <a:pt x="36576" y="67056"/>
                  </a:lnTo>
                  <a:lnTo>
                    <a:pt x="36576" y="118872"/>
                  </a:lnTo>
                  <a:lnTo>
                    <a:pt x="39636" y="118872"/>
                  </a:lnTo>
                  <a:lnTo>
                    <a:pt x="41160" y="114300"/>
                  </a:lnTo>
                  <a:lnTo>
                    <a:pt x="41160" y="111252"/>
                  </a:lnTo>
                  <a:lnTo>
                    <a:pt x="45732" y="106680"/>
                  </a:lnTo>
                  <a:lnTo>
                    <a:pt x="48780" y="105156"/>
                  </a:lnTo>
                  <a:lnTo>
                    <a:pt x="53352" y="102108"/>
                  </a:lnTo>
                  <a:lnTo>
                    <a:pt x="59448" y="99060"/>
                  </a:lnTo>
                  <a:lnTo>
                    <a:pt x="98132" y="80772"/>
                  </a:lnTo>
                  <a:lnTo>
                    <a:pt x="143268" y="59436"/>
                  </a:lnTo>
                  <a:lnTo>
                    <a:pt x="163080" y="67056"/>
                  </a:lnTo>
                  <a:lnTo>
                    <a:pt x="170700" y="70104"/>
                  </a:lnTo>
                  <a:lnTo>
                    <a:pt x="175272" y="73152"/>
                  </a:lnTo>
                  <a:lnTo>
                    <a:pt x="176796" y="76200"/>
                  </a:lnTo>
                  <a:lnTo>
                    <a:pt x="179844" y="77724"/>
                  </a:lnTo>
                  <a:lnTo>
                    <a:pt x="181368" y="80772"/>
                  </a:lnTo>
                  <a:lnTo>
                    <a:pt x="181368" y="86868"/>
                  </a:lnTo>
                  <a:lnTo>
                    <a:pt x="179844" y="89916"/>
                  </a:lnTo>
                  <a:lnTo>
                    <a:pt x="176796" y="99060"/>
                  </a:lnTo>
                  <a:lnTo>
                    <a:pt x="176796" y="105156"/>
                  </a:lnTo>
                  <a:lnTo>
                    <a:pt x="179844" y="111252"/>
                  </a:lnTo>
                  <a:lnTo>
                    <a:pt x="181368" y="112776"/>
                  </a:lnTo>
                  <a:lnTo>
                    <a:pt x="184416" y="114300"/>
                  </a:lnTo>
                  <a:lnTo>
                    <a:pt x="192036" y="114300"/>
                  </a:lnTo>
                  <a:lnTo>
                    <a:pt x="195084" y="112776"/>
                  </a:lnTo>
                  <a:lnTo>
                    <a:pt x="196608" y="109728"/>
                  </a:lnTo>
                  <a:lnTo>
                    <a:pt x="199644" y="106680"/>
                  </a:lnTo>
                  <a:lnTo>
                    <a:pt x="201168" y="102108"/>
                  </a:lnTo>
                  <a:lnTo>
                    <a:pt x="201168" y="914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92"/>
          <p:cNvGrpSpPr/>
          <p:nvPr/>
        </p:nvGrpSpPr>
        <p:grpSpPr>
          <a:xfrm>
            <a:off x="4507991" y="3438144"/>
            <a:ext cx="211963" cy="368807"/>
            <a:chOff x="4507991" y="3438144"/>
            <a:chExt cx="211963" cy="368807"/>
          </a:xfrm>
        </p:grpSpPr>
        <p:pic>
          <p:nvPicPr>
            <p:cNvPr id="6110" name="Google Shape;6110;p92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4507991" y="3496056"/>
              <a:ext cx="175260" cy="3108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111" name="Google Shape;6111;p92"/>
            <p:cNvSpPr/>
            <p:nvPr/>
          </p:nvSpPr>
          <p:spPr>
            <a:xfrm>
              <a:off x="4655819" y="3438144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64008" y="36576"/>
                  </a:moveTo>
                  <a:lnTo>
                    <a:pt x="59436" y="36576"/>
                  </a:lnTo>
                  <a:lnTo>
                    <a:pt x="56388" y="27432"/>
                  </a:lnTo>
                  <a:lnTo>
                    <a:pt x="51816" y="21336"/>
                  </a:lnTo>
                  <a:lnTo>
                    <a:pt x="45720" y="16764"/>
                  </a:lnTo>
                  <a:lnTo>
                    <a:pt x="41148" y="12192"/>
                  </a:lnTo>
                  <a:lnTo>
                    <a:pt x="35052" y="10668"/>
                  </a:lnTo>
                  <a:lnTo>
                    <a:pt x="24384" y="10668"/>
                  </a:lnTo>
                  <a:lnTo>
                    <a:pt x="24384" y="15240"/>
                  </a:lnTo>
                  <a:lnTo>
                    <a:pt x="25908" y="18288"/>
                  </a:lnTo>
                  <a:lnTo>
                    <a:pt x="27432" y="19812"/>
                  </a:lnTo>
                  <a:lnTo>
                    <a:pt x="27432" y="27432"/>
                  </a:lnTo>
                  <a:lnTo>
                    <a:pt x="25908" y="30480"/>
                  </a:lnTo>
                  <a:lnTo>
                    <a:pt x="21336" y="35052"/>
                  </a:lnTo>
                  <a:lnTo>
                    <a:pt x="18288" y="36576"/>
                  </a:lnTo>
                  <a:lnTo>
                    <a:pt x="10668" y="36576"/>
                  </a:lnTo>
                  <a:lnTo>
                    <a:pt x="7620" y="35052"/>
                  </a:lnTo>
                  <a:lnTo>
                    <a:pt x="1524" y="28956"/>
                  </a:lnTo>
                  <a:lnTo>
                    <a:pt x="0" y="24384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10668" y="1524"/>
                  </a:lnTo>
                  <a:lnTo>
                    <a:pt x="16764" y="0"/>
                  </a:lnTo>
                  <a:lnTo>
                    <a:pt x="33528" y="0"/>
                  </a:lnTo>
                  <a:lnTo>
                    <a:pt x="60531" y="27122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2" name="Google Shape;6112;p92"/>
          <p:cNvSpPr/>
          <p:nvPr/>
        </p:nvSpPr>
        <p:spPr>
          <a:xfrm>
            <a:off x="4565891" y="2746248"/>
            <a:ext cx="167640" cy="620395"/>
          </a:xfrm>
          <a:custGeom>
            <a:rect b="b" l="l" r="r" t="t"/>
            <a:pathLst>
              <a:path extrusionOk="0" h="620395" w="167639">
                <a:moveTo>
                  <a:pt x="114300" y="24384"/>
                </a:moveTo>
                <a:lnTo>
                  <a:pt x="111252" y="24384"/>
                </a:lnTo>
                <a:lnTo>
                  <a:pt x="111252" y="28956"/>
                </a:lnTo>
                <a:lnTo>
                  <a:pt x="106680" y="38100"/>
                </a:lnTo>
                <a:lnTo>
                  <a:pt x="105156" y="39624"/>
                </a:lnTo>
                <a:lnTo>
                  <a:pt x="96012" y="44196"/>
                </a:lnTo>
                <a:lnTo>
                  <a:pt x="35052" y="44196"/>
                </a:lnTo>
                <a:lnTo>
                  <a:pt x="27432" y="39624"/>
                </a:lnTo>
                <a:lnTo>
                  <a:pt x="19812" y="32004"/>
                </a:lnTo>
                <a:lnTo>
                  <a:pt x="16764" y="30480"/>
                </a:lnTo>
                <a:lnTo>
                  <a:pt x="16764" y="24384"/>
                </a:lnTo>
                <a:lnTo>
                  <a:pt x="18288" y="22860"/>
                </a:lnTo>
                <a:lnTo>
                  <a:pt x="19812" y="18288"/>
                </a:lnTo>
                <a:lnTo>
                  <a:pt x="22860" y="15240"/>
                </a:lnTo>
                <a:lnTo>
                  <a:pt x="24384" y="12192"/>
                </a:lnTo>
                <a:lnTo>
                  <a:pt x="24384" y="6096"/>
                </a:lnTo>
                <a:lnTo>
                  <a:pt x="22860" y="4572"/>
                </a:lnTo>
                <a:lnTo>
                  <a:pt x="21336" y="1524"/>
                </a:lnTo>
                <a:lnTo>
                  <a:pt x="18288" y="0"/>
                </a:lnTo>
                <a:lnTo>
                  <a:pt x="9144" y="0"/>
                </a:lnTo>
                <a:lnTo>
                  <a:pt x="6096" y="1524"/>
                </a:lnTo>
                <a:lnTo>
                  <a:pt x="1524" y="6096"/>
                </a:lnTo>
                <a:lnTo>
                  <a:pt x="0" y="10668"/>
                </a:lnTo>
                <a:lnTo>
                  <a:pt x="0" y="15240"/>
                </a:lnTo>
                <a:lnTo>
                  <a:pt x="1460" y="22123"/>
                </a:lnTo>
                <a:lnTo>
                  <a:pt x="5905" y="29146"/>
                </a:lnTo>
                <a:lnTo>
                  <a:pt x="13512" y="36461"/>
                </a:lnTo>
                <a:lnTo>
                  <a:pt x="24384" y="44196"/>
                </a:lnTo>
                <a:lnTo>
                  <a:pt x="0" y="44196"/>
                </a:lnTo>
                <a:lnTo>
                  <a:pt x="0" y="48768"/>
                </a:lnTo>
                <a:lnTo>
                  <a:pt x="13716" y="82296"/>
                </a:lnTo>
                <a:lnTo>
                  <a:pt x="16764" y="80772"/>
                </a:lnTo>
                <a:lnTo>
                  <a:pt x="15240" y="77724"/>
                </a:lnTo>
                <a:lnTo>
                  <a:pt x="15240" y="68580"/>
                </a:lnTo>
                <a:lnTo>
                  <a:pt x="19812" y="64008"/>
                </a:lnTo>
                <a:lnTo>
                  <a:pt x="105156" y="64008"/>
                </a:lnTo>
                <a:lnTo>
                  <a:pt x="106680" y="65532"/>
                </a:lnTo>
                <a:lnTo>
                  <a:pt x="108204" y="68580"/>
                </a:lnTo>
                <a:lnTo>
                  <a:pt x="109728" y="70104"/>
                </a:lnTo>
                <a:lnTo>
                  <a:pt x="111252" y="74676"/>
                </a:lnTo>
                <a:lnTo>
                  <a:pt x="111252" y="80772"/>
                </a:lnTo>
                <a:lnTo>
                  <a:pt x="114300" y="80772"/>
                </a:lnTo>
                <a:lnTo>
                  <a:pt x="114300" y="24384"/>
                </a:lnTo>
                <a:close/>
              </a:path>
              <a:path extrusionOk="0" h="620395" w="167639">
                <a:moveTo>
                  <a:pt x="117360" y="434340"/>
                </a:moveTo>
                <a:lnTo>
                  <a:pt x="117246" y="432816"/>
                </a:lnTo>
                <a:lnTo>
                  <a:pt x="116801" y="426605"/>
                </a:lnTo>
                <a:lnTo>
                  <a:pt x="115265" y="419290"/>
                </a:lnTo>
                <a:lnTo>
                  <a:pt x="112852" y="412267"/>
                </a:lnTo>
                <a:lnTo>
                  <a:pt x="109740" y="405384"/>
                </a:lnTo>
                <a:lnTo>
                  <a:pt x="109740" y="420624"/>
                </a:lnTo>
                <a:lnTo>
                  <a:pt x="109740" y="428244"/>
                </a:lnTo>
                <a:lnTo>
                  <a:pt x="82664" y="458152"/>
                </a:lnTo>
                <a:lnTo>
                  <a:pt x="50304" y="463296"/>
                </a:lnTo>
                <a:lnTo>
                  <a:pt x="42824" y="463016"/>
                </a:lnTo>
                <a:lnTo>
                  <a:pt x="36207" y="462153"/>
                </a:lnTo>
                <a:lnTo>
                  <a:pt x="30149" y="460730"/>
                </a:lnTo>
                <a:lnTo>
                  <a:pt x="24396" y="458724"/>
                </a:lnTo>
                <a:lnTo>
                  <a:pt x="18300" y="457200"/>
                </a:lnTo>
                <a:lnTo>
                  <a:pt x="13728" y="452628"/>
                </a:lnTo>
                <a:lnTo>
                  <a:pt x="12204" y="449580"/>
                </a:lnTo>
                <a:lnTo>
                  <a:pt x="9156" y="445008"/>
                </a:lnTo>
                <a:lnTo>
                  <a:pt x="7632" y="440436"/>
                </a:lnTo>
                <a:lnTo>
                  <a:pt x="7721" y="426605"/>
                </a:lnTo>
                <a:lnTo>
                  <a:pt x="12204" y="420624"/>
                </a:lnTo>
                <a:lnTo>
                  <a:pt x="51536" y="403174"/>
                </a:lnTo>
                <a:lnTo>
                  <a:pt x="65544" y="402336"/>
                </a:lnTo>
                <a:lnTo>
                  <a:pt x="77012" y="402678"/>
                </a:lnTo>
                <a:lnTo>
                  <a:pt x="109740" y="420624"/>
                </a:lnTo>
                <a:lnTo>
                  <a:pt x="109740" y="405384"/>
                </a:lnTo>
                <a:lnTo>
                  <a:pt x="107365" y="402336"/>
                </a:lnTo>
                <a:lnTo>
                  <a:pt x="105524" y="399961"/>
                </a:lnTo>
                <a:lnTo>
                  <a:pt x="100025" y="395097"/>
                </a:lnTo>
                <a:lnTo>
                  <a:pt x="64160" y="379818"/>
                </a:lnTo>
                <a:lnTo>
                  <a:pt x="56400" y="379476"/>
                </a:lnTo>
                <a:lnTo>
                  <a:pt x="46393" y="380314"/>
                </a:lnTo>
                <a:lnTo>
                  <a:pt x="10934" y="400240"/>
                </a:lnTo>
                <a:lnTo>
                  <a:pt x="12" y="432816"/>
                </a:lnTo>
                <a:lnTo>
                  <a:pt x="127" y="434340"/>
                </a:lnTo>
                <a:lnTo>
                  <a:pt x="16586" y="469773"/>
                </a:lnTo>
                <a:lnTo>
                  <a:pt x="51676" y="485609"/>
                </a:lnTo>
                <a:lnTo>
                  <a:pt x="59448" y="486156"/>
                </a:lnTo>
                <a:lnTo>
                  <a:pt x="69684" y="485330"/>
                </a:lnTo>
                <a:lnTo>
                  <a:pt x="106426" y="465632"/>
                </a:lnTo>
                <a:lnTo>
                  <a:pt x="107988" y="463296"/>
                </a:lnTo>
                <a:lnTo>
                  <a:pt x="112598" y="456438"/>
                </a:lnTo>
                <a:lnTo>
                  <a:pt x="116192" y="446112"/>
                </a:lnTo>
                <a:lnTo>
                  <a:pt x="116293" y="445008"/>
                </a:lnTo>
                <a:lnTo>
                  <a:pt x="117360" y="434340"/>
                </a:lnTo>
                <a:close/>
              </a:path>
              <a:path extrusionOk="0" h="620395" w="167639">
                <a:moveTo>
                  <a:pt x="117360" y="242316"/>
                </a:moveTo>
                <a:lnTo>
                  <a:pt x="21348" y="208788"/>
                </a:lnTo>
                <a:lnTo>
                  <a:pt x="12204" y="205740"/>
                </a:lnTo>
                <a:lnTo>
                  <a:pt x="7632" y="199644"/>
                </a:lnTo>
                <a:lnTo>
                  <a:pt x="6108" y="193548"/>
                </a:lnTo>
                <a:lnTo>
                  <a:pt x="3060" y="193548"/>
                </a:lnTo>
                <a:lnTo>
                  <a:pt x="3060" y="227076"/>
                </a:lnTo>
                <a:lnTo>
                  <a:pt x="6108" y="227076"/>
                </a:lnTo>
                <a:lnTo>
                  <a:pt x="6108" y="220980"/>
                </a:lnTo>
                <a:lnTo>
                  <a:pt x="7632" y="217932"/>
                </a:lnTo>
                <a:lnTo>
                  <a:pt x="7632" y="214884"/>
                </a:lnTo>
                <a:lnTo>
                  <a:pt x="9156" y="213360"/>
                </a:lnTo>
                <a:lnTo>
                  <a:pt x="15252" y="213360"/>
                </a:lnTo>
                <a:lnTo>
                  <a:pt x="19824" y="214884"/>
                </a:lnTo>
                <a:lnTo>
                  <a:pt x="24396" y="217932"/>
                </a:lnTo>
                <a:lnTo>
                  <a:pt x="85356" y="239268"/>
                </a:lnTo>
                <a:lnTo>
                  <a:pt x="21348" y="268224"/>
                </a:lnTo>
                <a:lnTo>
                  <a:pt x="12204" y="268224"/>
                </a:lnTo>
                <a:lnTo>
                  <a:pt x="9156" y="266700"/>
                </a:lnTo>
                <a:lnTo>
                  <a:pt x="6108" y="260604"/>
                </a:lnTo>
                <a:lnTo>
                  <a:pt x="6108" y="256032"/>
                </a:lnTo>
                <a:lnTo>
                  <a:pt x="3060" y="256032"/>
                </a:lnTo>
                <a:lnTo>
                  <a:pt x="3060" y="306324"/>
                </a:lnTo>
                <a:lnTo>
                  <a:pt x="6108" y="306324"/>
                </a:lnTo>
                <a:lnTo>
                  <a:pt x="6108" y="301752"/>
                </a:lnTo>
                <a:lnTo>
                  <a:pt x="7632" y="298704"/>
                </a:lnTo>
                <a:lnTo>
                  <a:pt x="7632" y="297180"/>
                </a:lnTo>
                <a:lnTo>
                  <a:pt x="13728" y="291084"/>
                </a:lnTo>
                <a:lnTo>
                  <a:pt x="19824" y="289560"/>
                </a:lnTo>
                <a:lnTo>
                  <a:pt x="35064" y="281940"/>
                </a:lnTo>
                <a:lnTo>
                  <a:pt x="86880" y="307848"/>
                </a:lnTo>
                <a:lnTo>
                  <a:pt x="24396" y="332232"/>
                </a:lnTo>
                <a:lnTo>
                  <a:pt x="19824" y="333756"/>
                </a:lnTo>
                <a:lnTo>
                  <a:pt x="9156" y="333756"/>
                </a:lnTo>
                <a:lnTo>
                  <a:pt x="9156" y="332232"/>
                </a:lnTo>
                <a:lnTo>
                  <a:pt x="7632" y="330708"/>
                </a:lnTo>
                <a:lnTo>
                  <a:pt x="6108" y="327660"/>
                </a:lnTo>
                <a:lnTo>
                  <a:pt x="6108" y="323088"/>
                </a:lnTo>
                <a:lnTo>
                  <a:pt x="3060" y="323088"/>
                </a:lnTo>
                <a:lnTo>
                  <a:pt x="3060" y="370332"/>
                </a:lnTo>
                <a:lnTo>
                  <a:pt x="6108" y="370332"/>
                </a:lnTo>
                <a:lnTo>
                  <a:pt x="7632" y="365760"/>
                </a:lnTo>
                <a:lnTo>
                  <a:pt x="10680" y="359664"/>
                </a:lnTo>
                <a:lnTo>
                  <a:pt x="13728" y="358140"/>
                </a:lnTo>
                <a:lnTo>
                  <a:pt x="18300" y="355092"/>
                </a:lnTo>
                <a:lnTo>
                  <a:pt x="24396" y="353568"/>
                </a:lnTo>
                <a:lnTo>
                  <a:pt x="117360" y="316992"/>
                </a:lnTo>
                <a:lnTo>
                  <a:pt x="117360" y="313944"/>
                </a:lnTo>
                <a:lnTo>
                  <a:pt x="44208" y="278892"/>
                </a:lnTo>
                <a:lnTo>
                  <a:pt x="117360" y="248412"/>
                </a:lnTo>
                <a:lnTo>
                  <a:pt x="117360" y="242316"/>
                </a:lnTo>
                <a:close/>
              </a:path>
              <a:path extrusionOk="0" h="620395" w="167639">
                <a:moveTo>
                  <a:pt x="117360" y="134112"/>
                </a:moveTo>
                <a:lnTo>
                  <a:pt x="97396" y="97612"/>
                </a:lnTo>
                <a:lnTo>
                  <a:pt x="74688" y="88392"/>
                </a:lnTo>
                <a:lnTo>
                  <a:pt x="71640" y="91440"/>
                </a:lnTo>
                <a:lnTo>
                  <a:pt x="82308" y="94488"/>
                </a:lnTo>
                <a:lnTo>
                  <a:pt x="88404" y="99060"/>
                </a:lnTo>
                <a:lnTo>
                  <a:pt x="91452" y="105156"/>
                </a:lnTo>
                <a:lnTo>
                  <a:pt x="96024" y="109728"/>
                </a:lnTo>
                <a:lnTo>
                  <a:pt x="96062" y="109905"/>
                </a:lnTo>
                <a:lnTo>
                  <a:pt x="97548" y="115824"/>
                </a:lnTo>
                <a:lnTo>
                  <a:pt x="97548" y="123444"/>
                </a:lnTo>
                <a:lnTo>
                  <a:pt x="75488" y="156641"/>
                </a:lnTo>
                <a:lnTo>
                  <a:pt x="44208" y="163068"/>
                </a:lnTo>
                <a:lnTo>
                  <a:pt x="44208" y="112776"/>
                </a:lnTo>
                <a:lnTo>
                  <a:pt x="44208" y="88392"/>
                </a:lnTo>
                <a:lnTo>
                  <a:pt x="36576" y="89052"/>
                </a:lnTo>
                <a:lnTo>
                  <a:pt x="36576" y="112776"/>
                </a:lnTo>
                <a:lnTo>
                  <a:pt x="36576" y="163068"/>
                </a:lnTo>
                <a:lnTo>
                  <a:pt x="7620" y="143217"/>
                </a:lnTo>
                <a:lnTo>
                  <a:pt x="7620" y="132588"/>
                </a:lnTo>
                <a:lnTo>
                  <a:pt x="10668" y="123444"/>
                </a:lnTo>
                <a:lnTo>
                  <a:pt x="16764" y="117348"/>
                </a:lnTo>
                <a:lnTo>
                  <a:pt x="21336" y="115824"/>
                </a:lnTo>
                <a:lnTo>
                  <a:pt x="24384" y="114300"/>
                </a:lnTo>
                <a:lnTo>
                  <a:pt x="28956" y="112776"/>
                </a:lnTo>
                <a:lnTo>
                  <a:pt x="36576" y="112776"/>
                </a:lnTo>
                <a:lnTo>
                  <a:pt x="36576" y="89052"/>
                </a:lnTo>
                <a:lnTo>
                  <a:pt x="3238" y="114109"/>
                </a:lnTo>
                <a:lnTo>
                  <a:pt x="3187" y="114300"/>
                </a:lnTo>
                <a:lnTo>
                  <a:pt x="838" y="122237"/>
                </a:lnTo>
                <a:lnTo>
                  <a:pt x="723" y="123444"/>
                </a:lnTo>
                <a:lnTo>
                  <a:pt x="0" y="131064"/>
                </a:lnTo>
                <a:lnTo>
                  <a:pt x="889" y="141071"/>
                </a:lnTo>
                <a:lnTo>
                  <a:pt x="24079" y="173647"/>
                </a:lnTo>
                <a:lnTo>
                  <a:pt x="59448" y="181356"/>
                </a:lnTo>
                <a:lnTo>
                  <a:pt x="72326" y="180505"/>
                </a:lnTo>
                <a:lnTo>
                  <a:pt x="83642" y="177927"/>
                </a:lnTo>
                <a:lnTo>
                  <a:pt x="93522" y="173647"/>
                </a:lnTo>
                <a:lnTo>
                  <a:pt x="102120" y="167640"/>
                </a:lnTo>
                <a:lnTo>
                  <a:pt x="106375" y="163068"/>
                </a:lnTo>
                <a:lnTo>
                  <a:pt x="108991" y="160261"/>
                </a:lnTo>
                <a:lnTo>
                  <a:pt x="113741" y="152019"/>
                </a:lnTo>
                <a:lnTo>
                  <a:pt x="116471" y="143217"/>
                </a:lnTo>
                <a:lnTo>
                  <a:pt x="117360" y="134112"/>
                </a:lnTo>
                <a:close/>
              </a:path>
              <a:path extrusionOk="0" h="620395" w="167639">
                <a:moveTo>
                  <a:pt x="167640" y="562356"/>
                </a:moveTo>
                <a:lnTo>
                  <a:pt x="164592" y="562356"/>
                </a:lnTo>
                <a:lnTo>
                  <a:pt x="164592" y="573024"/>
                </a:lnTo>
                <a:lnTo>
                  <a:pt x="163068" y="574548"/>
                </a:lnTo>
                <a:lnTo>
                  <a:pt x="161544" y="577596"/>
                </a:lnTo>
                <a:lnTo>
                  <a:pt x="160020" y="579120"/>
                </a:lnTo>
                <a:lnTo>
                  <a:pt x="158496" y="579120"/>
                </a:lnTo>
                <a:lnTo>
                  <a:pt x="155448" y="580644"/>
                </a:lnTo>
                <a:lnTo>
                  <a:pt x="106680" y="580644"/>
                </a:lnTo>
                <a:lnTo>
                  <a:pt x="111252" y="576072"/>
                </a:lnTo>
                <a:lnTo>
                  <a:pt x="114300" y="569976"/>
                </a:lnTo>
                <a:lnTo>
                  <a:pt x="117348" y="560832"/>
                </a:lnTo>
                <a:lnTo>
                  <a:pt x="117348" y="554736"/>
                </a:lnTo>
                <a:lnTo>
                  <a:pt x="116471" y="545007"/>
                </a:lnTo>
                <a:lnTo>
                  <a:pt x="113728" y="536257"/>
                </a:lnTo>
                <a:lnTo>
                  <a:pt x="109728" y="529615"/>
                </a:lnTo>
                <a:lnTo>
                  <a:pt x="109728" y="545592"/>
                </a:lnTo>
                <a:lnTo>
                  <a:pt x="109728" y="560832"/>
                </a:lnTo>
                <a:lnTo>
                  <a:pt x="108204" y="566928"/>
                </a:lnTo>
                <a:lnTo>
                  <a:pt x="103632" y="571500"/>
                </a:lnTo>
                <a:lnTo>
                  <a:pt x="100584" y="576072"/>
                </a:lnTo>
                <a:lnTo>
                  <a:pt x="96012" y="579120"/>
                </a:lnTo>
                <a:lnTo>
                  <a:pt x="91440" y="579120"/>
                </a:lnTo>
                <a:lnTo>
                  <a:pt x="89916" y="580644"/>
                </a:lnTo>
                <a:lnTo>
                  <a:pt x="32004" y="580644"/>
                </a:lnTo>
                <a:lnTo>
                  <a:pt x="25908" y="574548"/>
                </a:lnTo>
                <a:lnTo>
                  <a:pt x="21336" y="568452"/>
                </a:lnTo>
                <a:lnTo>
                  <a:pt x="21221" y="568223"/>
                </a:lnTo>
                <a:lnTo>
                  <a:pt x="18288" y="562356"/>
                </a:lnTo>
                <a:lnTo>
                  <a:pt x="16764" y="557784"/>
                </a:lnTo>
                <a:lnTo>
                  <a:pt x="16764" y="547116"/>
                </a:lnTo>
                <a:lnTo>
                  <a:pt x="53555" y="525094"/>
                </a:lnTo>
                <a:lnTo>
                  <a:pt x="65532" y="524268"/>
                </a:lnTo>
                <a:lnTo>
                  <a:pt x="76161" y="524852"/>
                </a:lnTo>
                <a:lnTo>
                  <a:pt x="109728" y="545592"/>
                </a:lnTo>
                <a:lnTo>
                  <a:pt x="109728" y="529615"/>
                </a:lnTo>
                <a:lnTo>
                  <a:pt x="68249" y="505574"/>
                </a:lnTo>
                <a:lnTo>
                  <a:pt x="54864" y="504444"/>
                </a:lnTo>
                <a:lnTo>
                  <a:pt x="42862" y="505307"/>
                </a:lnTo>
                <a:lnTo>
                  <a:pt x="7721" y="524167"/>
                </a:lnTo>
                <a:lnTo>
                  <a:pt x="0" y="551688"/>
                </a:lnTo>
                <a:lnTo>
                  <a:pt x="1524" y="557784"/>
                </a:lnTo>
                <a:lnTo>
                  <a:pt x="6096" y="563880"/>
                </a:lnTo>
                <a:lnTo>
                  <a:pt x="9194" y="568223"/>
                </a:lnTo>
                <a:lnTo>
                  <a:pt x="13716" y="572262"/>
                </a:lnTo>
                <a:lnTo>
                  <a:pt x="19392" y="576313"/>
                </a:lnTo>
                <a:lnTo>
                  <a:pt x="25908" y="580644"/>
                </a:lnTo>
                <a:lnTo>
                  <a:pt x="0" y="580644"/>
                </a:lnTo>
                <a:lnTo>
                  <a:pt x="0" y="585216"/>
                </a:lnTo>
                <a:lnTo>
                  <a:pt x="13716" y="618744"/>
                </a:lnTo>
                <a:lnTo>
                  <a:pt x="16764" y="617220"/>
                </a:lnTo>
                <a:lnTo>
                  <a:pt x="15240" y="614172"/>
                </a:lnTo>
                <a:lnTo>
                  <a:pt x="15240" y="606552"/>
                </a:lnTo>
                <a:lnTo>
                  <a:pt x="16764" y="605028"/>
                </a:lnTo>
                <a:lnTo>
                  <a:pt x="16764" y="603504"/>
                </a:lnTo>
                <a:lnTo>
                  <a:pt x="18288" y="601980"/>
                </a:lnTo>
                <a:lnTo>
                  <a:pt x="21336" y="601980"/>
                </a:lnTo>
                <a:lnTo>
                  <a:pt x="22860" y="600456"/>
                </a:lnTo>
                <a:lnTo>
                  <a:pt x="155448" y="600456"/>
                </a:lnTo>
                <a:lnTo>
                  <a:pt x="158496" y="601980"/>
                </a:lnTo>
                <a:lnTo>
                  <a:pt x="160020" y="603504"/>
                </a:lnTo>
                <a:lnTo>
                  <a:pt x="161544" y="603504"/>
                </a:lnTo>
                <a:lnTo>
                  <a:pt x="161544" y="605028"/>
                </a:lnTo>
                <a:lnTo>
                  <a:pt x="163068" y="608076"/>
                </a:lnTo>
                <a:lnTo>
                  <a:pt x="164592" y="612648"/>
                </a:lnTo>
                <a:lnTo>
                  <a:pt x="164592" y="620268"/>
                </a:lnTo>
                <a:lnTo>
                  <a:pt x="167640" y="620268"/>
                </a:lnTo>
                <a:lnTo>
                  <a:pt x="167640" y="600456"/>
                </a:lnTo>
                <a:lnTo>
                  <a:pt x="167640" y="5623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113" name="Google Shape;6113;p92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507991" y="1616963"/>
            <a:ext cx="225552" cy="10576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114" name="Google Shape;6114;p92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6115" name="Google Shape;6115;p92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116" name="Google Shape;6116;p92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117" name="Google Shape;6117;p92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118" name="Google Shape;6118;p92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6119" name="Google Shape;6119;p92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6655307" y="1824227"/>
            <a:ext cx="117348" cy="1615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23" name="Shape 6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4" name="Google Shape;6124;p93"/>
          <p:cNvSpPr/>
          <p:nvPr/>
        </p:nvSpPr>
        <p:spPr>
          <a:xfrm>
            <a:off x="743712" y="6548628"/>
            <a:ext cx="342900" cy="1080770"/>
          </a:xfrm>
          <a:custGeom>
            <a:rect b="b" l="l" r="r" t="t"/>
            <a:pathLst>
              <a:path extrusionOk="0" h="1080770" w="342900">
                <a:moveTo>
                  <a:pt x="335280" y="467868"/>
                </a:moveTo>
                <a:lnTo>
                  <a:pt x="245364" y="440436"/>
                </a:lnTo>
                <a:lnTo>
                  <a:pt x="243840" y="448056"/>
                </a:lnTo>
                <a:lnTo>
                  <a:pt x="257810" y="454012"/>
                </a:lnTo>
                <a:lnTo>
                  <a:pt x="269938" y="460248"/>
                </a:lnTo>
                <a:lnTo>
                  <a:pt x="300799" y="486156"/>
                </a:lnTo>
                <a:lnTo>
                  <a:pt x="313626" y="536092"/>
                </a:lnTo>
                <a:lnTo>
                  <a:pt x="313944" y="553212"/>
                </a:lnTo>
                <a:lnTo>
                  <a:pt x="313918" y="591248"/>
                </a:lnTo>
                <a:lnTo>
                  <a:pt x="313753" y="602170"/>
                </a:lnTo>
                <a:lnTo>
                  <a:pt x="313296" y="609968"/>
                </a:lnTo>
                <a:lnTo>
                  <a:pt x="312420" y="614172"/>
                </a:lnTo>
                <a:lnTo>
                  <a:pt x="309372" y="618744"/>
                </a:lnTo>
                <a:lnTo>
                  <a:pt x="307848" y="621792"/>
                </a:lnTo>
                <a:lnTo>
                  <a:pt x="275844" y="627888"/>
                </a:lnTo>
                <a:lnTo>
                  <a:pt x="70104" y="627888"/>
                </a:lnTo>
                <a:lnTo>
                  <a:pt x="56667" y="627608"/>
                </a:lnTo>
                <a:lnTo>
                  <a:pt x="46101" y="626745"/>
                </a:lnTo>
                <a:lnTo>
                  <a:pt x="38379" y="625322"/>
                </a:lnTo>
                <a:lnTo>
                  <a:pt x="33528" y="623316"/>
                </a:lnTo>
                <a:lnTo>
                  <a:pt x="27419" y="621792"/>
                </a:lnTo>
                <a:lnTo>
                  <a:pt x="15240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40" y="720852"/>
                </a:lnTo>
                <a:lnTo>
                  <a:pt x="15240" y="708660"/>
                </a:lnTo>
                <a:lnTo>
                  <a:pt x="16040" y="699211"/>
                </a:lnTo>
                <a:lnTo>
                  <a:pt x="51193" y="673925"/>
                </a:lnTo>
                <a:lnTo>
                  <a:pt x="65519" y="673608"/>
                </a:lnTo>
                <a:lnTo>
                  <a:pt x="277368" y="673608"/>
                </a:lnTo>
                <a:lnTo>
                  <a:pt x="319938" y="683374"/>
                </a:lnTo>
                <a:lnTo>
                  <a:pt x="327660" y="708660"/>
                </a:lnTo>
                <a:lnTo>
                  <a:pt x="327660" y="720852"/>
                </a:lnTo>
                <a:lnTo>
                  <a:pt x="335280" y="720852"/>
                </a:lnTo>
                <a:lnTo>
                  <a:pt x="335280" y="467868"/>
                </a:lnTo>
                <a:close/>
              </a:path>
              <a:path extrusionOk="0" h="1080770" w="342900">
                <a:moveTo>
                  <a:pt x="335280" y="0"/>
                </a:moveTo>
                <a:lnTo>
                  <a:pt x="327660" y="0"/>
                </a:lnTo>
                <a:lnTo>
                  <a:pt x="327660" y="10668"/>
                </a:lnTo>
                <a:lnTo>
                  <a:pt x="327660" y="19812"/>
                </a:lnTo>
                <a:lnTo>
                  <a:pt x="298704" y="46291"/>
                </a:lnTo>
                <a:lnTo>
                  <a:pt x="277368" y="47244"/>
                </a:lnTo>
                <a:lnTo>
                  <a:pt x="65532" y="47244"/>
                </a:lnTo>
                <a:lnTo>
                  <a:pt x="27432" y="41148"/>
                </a:lnTo>
                <a:lnTo>
                  <a:pt x="15240" y="10668"/>
                </a:lnTo>
                <a:lnTo>
                  <a:pt x="15240" y="0"/>
                </a:lnTo>
                <a:lnTo>
                  <a:pt x="7620" y="0"/>
                </a:lnTo>
                <a:lnTo>
                  <a:pt x="7620" y="140208"/>
                </a:lnTo>
                <a:lnTo>
                  <a:pt x="15240" y="140208"/>
                </a:lnTo>
                <a:lnTo>
                  <a:pt x="15240" y="120396"/>
                </a:lnTo>
                <a:lnTo>
                  <a:pt x="16764" y="112776"/>
                </a:lnTo>
                <a:lnTo>
                  <a:pt x="54076" y="93014"/>
                </a:lnTo>
                <a:lnTo>
                  <a:pt x="277368" y="92964"/>
                </a:lnTo>
                <a:lnTo>
                  <a:pt x="291033" y="93281"/>
                </a:lnTo>
                <a:lnTo>
                  <a:pt x="326821" y="118567"/>
                </a:lnTo>
                <a:lnTo>
                  <a:pt x="327660" y="128016"/>
                </a:lnTo>
                <a:lnTo>
                  <a:pt x="327660" y="140208"/>
                </a:lnTo>
                <a:lnTo>
                  <a:pt x="335280" y="140208"/>
                </a:lnTo>
                <a:lnTo>
                  <a:pt x="335280" y="0"/>
                </a:lnTo>
                <a:close/>
              </a:path>
              <a:path extrusionOk="0" h="1080770" w="342900">
                <a:moveTo>
                  <a:pt x="342887" y="896112"/>
                </a:moveTo>
                <a:lnTo>
                  <a:pt x="63995" y="783336"/>
                </a:lnTo>
                <a:lnTo>
                  <a:pt x="27419" y="760476"/>
                </a:lnTo>
                <a:lnTo>
                  <a:pt x="15227" y="734568"/>
                </a:lnTo>
                <a:lnTo>
                  <a:pt x="7607" y="734568"/>
                </a:lnTo>
                <a:lnTo>
                  <a:pt x="7607" y="835152"/>
                </a:lnTo>
                <a:lnTo>
                  <a:pt x="15227" y="835152"/>
                </a:lnTo>
                <a:lnTo>
                  <a:pt x="15227" y="832104"/>
                </a:lnTo>
                <a:lnTo>
                  <a:pt x="16751" y="832104"/>
                </a:lnTo>
                <a:lnTo>
                  <a:pt x="18186" y="823798"/>
                </a:lnTo>
                <a:lnTo>
                  <a:pt x="20180" y="817054"/>
                </a:lnTo>
                <a:lnTo>
                  <a:pt x="22758" y="811745"/>
                </a:lnTo>
                <a:lnTo>
                  <a:pt x="25895" y="807720"/>
                </a:lnTo>
                <a:lnTo>
                  <a:pt x="28943" y="803148"/>
                </a:lnTo>
                <a:lnTo>
                  <a:pt x="33515" y="800100"/>
                </a:lnTo>
                <a:lnTo>
                  <a:pt x="38087" y="800100"/>
                </a:lnTo>
                <a:lnTo>
                  <a:pt x="44932" y="800938"/>
                </a:lnTo>
                <a:lnTo>
                  <a:pt x="53898" y="803338"/>
                </a:lnTo>
                <a:lnTo>
                  <a:pt x="64884" y="807173"/>
                </a:lnTo>
                <a:lnTo>
                  <a:pt x="266687" y="888492"/>
                </a:lnTo>
                <a:lnTo>
                  <a:pt x="74663" y="972312"/>
                </a:lnTo>
                <a:lnTo>
                  <a:pt x="62953" y="977201"/>
                </a:lnTo>
                <a:lnTo>
                  <a:pt x="52946" y="980503"/>
                </a:lnTo>
                <a:lnTo>
                  <a:pt x="44665" y="982395"/>
                </a:lnTo>
                <a:lnTo>
                  <a:pt x="38087" y="982980"/>
                </a:lnTo>
                <a:lnTo>
                  <a:pt x="31991" y="982980"/>
                </a:lnTo>
                <a:lnTo>
                  <a:pt x="15227" y="946404"/>
                </a:lnTo>
                <a:lnTo>
                  <a:pt x="7607" y="946404"/>
                </a:lnTo>
                <a:lnTo>
                  <a:pt x="7607" y="1080516"/>
                </a:lnTo>
                <a:lnTo>
                  <a:pt x="15227" y="1080516"/>
                </a:lnTo>
                <a:lnTo>
                  <a:pt x="18275" y="1062228"/>
                </a:lnTo>
                <a:lnTo>
                  <a:pt x="21323" y="1056132"/>
                </a:lnTo>
                <a:lnTo>
                  <a:pt x="24371" y="1051560"/>
                </a:lnTo>
                <a:lnTo>
                  <a:pt x="27419" y="1045464"/>
                </a:lnTo>
                <a:lnTo>
                  <a:pt x="33515" y="1042416"/>
                </a:lnTo>
                <a:lnTo>
                  <a:pt x="36944" y="1039850"/>
                </a:lnTo>
                <a:lnTo>
                  <a:pt x="42659" y="1036701"/>
                </a:lnTo>
                <a:lnTo>
                  <a:pt x="50660" y="1032992"/>
                </a:lnTo>
                <a:lnTo>
                  <a:pt x="60947" y="1028700"/>
                </a:lnTo>
                <a:lnTo>
                  <a:pt x="342887" y="906780"/>
                </a:lnTo>
                <a:lnTo>
                  <a:pt x="342887" y="896112"/>
                </a:lnTo>
                <a:close/>
              </a:path>
              <a:path extrusionOk="0" h="1080770" w="342900">
                <a:moveTo>
                  <a:pt x="342900" y="284988"/>
                </a:moveTo>
                <a:lnTo>
                  <a:pt x="336232" y="243649"/>
                </a:lnTo>
                <a:lnTo>
                  <a:pt x="316992" y="210312"/>
                </a:lnTo>
                <a:lnTo>
                  <a:pt x="270700" y="183095"/>
                </a:lnTo>
                <a:lnTo>
                  <a:pt x="252984" y="181356"/>
                </a:lnTo>
                <a:lnTo>
                  <a:pt x="242951" y="181927"/>
                </a:lnTo>
                <a:lnTo>
                  <a:pt x="206895" y="195630"/>
                </a:lnTo>
                <a:lnTo>
                  <a:pt x="176949" y="226390"/>
                </a:lnTo>
                <a:lnTo>
                  <a:pt x="146304" y="278892"/>
                </a:lnTo>
                <a:lnTo>
                  <a:pt x="132029" y="303999"/>
                </a:lnTo>
                <a:lnTo>
                  <a:pt x="107505" y="339331"/>
                </a:lnTo>
                <a:lnTo>
                  <a:pt x="70104" y="359664"/>
                </a:lnTo>
                <a:lnTo>
                  <a:pt x="60972" y="358546"/>
                </a:lnTo>
                <a:lnTo>
                  <a:pt x="28803" y="334327"/>
                </a:lnTo>
                <a:lnTo>
                  <a:pt x="19812" y="301752"/>
                </a:lnTo>
                <a:lnTo>
                  <a:pt x="20612" y="290563"/>
                </a:lnTo>
                <a:lnTo>
                  <a:pt x="36741" y="247840"/>
                </a:lnTo>
                <a:lnTo>
                  <a:pt x="71831" y="220395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1836"/>
                </a:lnTo>
                <a:lnTo>
                  <a:pt x="12192" y="214884"/>
                </a:lnTo>
                <a:lnTo>
                  <a:pt x="15240" y="216408"/>
                </a:lnTo>
                <a:lnTo>
                  <a:pt x="18288" y="222504"/>
                </a:lnTo>
                <a:lnTo>
                  <a:pt x="18288" y="230124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0819"/>
                </a:lnTo>
                <a:lnTo>
                  <a:pt x="3238" y="274891"/>
                </a:lnTo>
                <a:lnTo>
                  <a:pt x="825" y="288683"/>
                </a:lnTo>
                <a:lnTo>
                  <a:pt x="0" y="301752"/>
                </a:lnTo>
                <a:lnTo>
                  <a:pt x="1689" y="321475"/>
                </a:lnTo>
                <a:lnTo>
                  <a:pt x="25908" y="370332"/>
                </a:lnTo>
                <a:lnTo>
                  <a:pt x="70053" y="396049"/>
                </a:lnTo>
                <a:lnTo>
                  <a:pt x="86868" y="397764"/>
                </a:lnTo>
                <a:lnTo>
                  <a:pt x="96888" y="397192"/>
                </a:lnTo>
                <a:lnTo>
                  <a:pt x="132943" y="383501"/>
                </a:lnTo>
                <a:lnTo>
                  <a:pt x="163106" y="352120"/>
                </a:lnTo>
                <a:lnTo>
                  <a:pt x="193548" y="301752"/>
                </a:lnTo>
                <a:lnTo>
                  <a:pt x="204089" y="283184"/>
                </a:lnTo>
                <a:lnTo>
                  <a:pt x="229743" y="244919"/>
                </a:lnTo>
                <a:lnTo>
                  <a:pt x="266166" y="224561"/>
                </a:lnTo>
                <a:lnTo>
                  <a:pt x="272796" y="224028"/>
                </a:lnTo>
                <a:lnTo>
                  <a:pt x="283032" y="225171"/>
                </a:lnTo>
                <a:lnTo>
                  <a:pt x="317766" y="251421"/>
                </a:lnTo>
                <a:lnTo>
                  <a:pt x="326136" y="289560"/>
                </a:lnTo>
                <a:lnTo>
                  <a:pt x="325513" y="302120"/>
                </a:lnTo>
                <a:lnTo>
                  <a:pt x="307911" y="348043"/>
                </a:lnTo>
                <a:lnTo>
                  <a:pt x="274701" y="375526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5572"/>
                </a:lnTo>
                <a:lnTo>
                  <a:pt x="330708" y="384048"/>
                </a:lnTo>
                <a:lnTo>
                  <a:pt x="327660" y="382524"/>
                </a:lnTo>
                <a:lnTo>
                  <a:pt x="324612" y="376428"/>
                </a:lnTo>
                <a:lnTo>
                  <a:pt x="324612" y="371856"/>
                </a:lnTo>
                <a:lnTo>
                  <a:pt x="325158" y="368198"/>
                </a:lnTo>
                <a:lnTo>
                  <a:pt x="326707" y="361950"/>
                </a:lnTo>
                <a:lnTo>
                  <a:pt x="339940" y="316331"/>
                </a:lnTo>
                <a:lnTo>
                  <a:pt x="341376" y="310896"/>
                </a:lnTo>
                <a:lnTo>
                  <a:pt x="342252" y="304927"/>
                </a:lnTo>
                <a:lnTo>
                  <a:pt x="342709" y="298513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5" name="Google Shape;6125;p93"/>
          <p:cNvGrpSpPr/>
          <p:nvPr/>
        </p:nvGrpSpPr>
        <p:grpSpPr>
          <a:xfrm>
            <a:off x="736092" y="5015484"/>
            <a:ext cx="448309" cy="1391539"/>
            <a:chOff x="736092" y="5015484"/>
            <a:chExt cx="448309" cy="1391539"/>
          </a:xfrm>
        </p:grpSpPr>
        <p:sp>
          <p:nvSpPr>
            <p:cNvPr id="6126" name="Google Shape;6126;p93"/>
            <p:cNvSpPr/>
            <p:nvPr/>
          </p:nvSpPr>
          <p:spPr>
            <a:xfrm>
              <a:off x="751331" y="6076188"/>
              <a:ext cx="327660" cy="330835"/>
            </a:xfrm>
            <a:custGeom>
              <a:rect b="b" l="l" r="r" t="t"/>
              <a:pathLst>
                <a:path extrusionOk="0" h="330835" w="327659">
                  <a:moveTo>
                    <a:pt x="7620" y="330708"/>
                  </a:moveTo>
                  <a:lnTo>
                    <a:pt x="0" y="330708"/>
                  </a:lnTo>
                  <a:lnTo>
                    <a:pt x="0" y="196596"/>
                  </a:lnTo>
                  <a:lnTo>
                    <a:pt x="4381" y="131826"/>
                  </a:lnTo>
                  <a:lnTo>
                    <a:pt x="16764" y="85344"/>
                  </a:lnTo>
                  <a:lnTo>
                    <a:pt x="39243" y="50101"/>
                  </a:lnTo>
                  <a:lnTo>
                    <a:pt x="73152" y="22860"/>
                  </a:lnTo>
                  <a:lnTo>
                    <a:pt x="114681" y="5715"/>
                  </a:lnTo>
                  <a:lnTo>
                    <a:pt x="163068" y="0"/>
                  </a:lnTo>
                  <a:lnTo>
                    <a:pt x="195072" y="2571"/>
                  </a:lnTo>
                  <a:lnTo>
                    <a:pt x="224790" y="10287"/>
                  </a:lnTo>
                  <a:lnTo>
                    <a:pt x="252222" y="23145"/>
                  </a:lnTo>
                  <a:lnTo>
                    <a:pt x="277368" y="41148"/>
                  </a:lnTo>
                  <a:lnTo>
                    <a:pt x="288593" y="54864"/>
                  </a:lnTo>
                  <a:lnTo>
                    <a:pt x="164592" y="54864"/>
                  </a:lnTo>
                  <a:lnTo>
                    <a:pt x="132040" y="57150"/>
                  </a:lnTo>
                  <a:lnTo>
                    <a:pt x="77795" y="75438"/>
                  </a:lnTo>
                  <a:lnTo>
                    <a:pt x="39266" y="112014"/>
                  </a:lnTo>
                  <a:lnTo>
                    <a:pt x="19311" y="160020"/>
                  </a:lnTo>
                  <a:lnTo>
                    <a:pt x="16764" y="187452"/>
                  </a:lnTo>
                  <a:lnTo>
                    <a:pt x="17191" y="196596"/>
                  </a:lnTo>
                  <a:lnTo>
                    <a:pt x="17311" y="199167"/>
                  </a:lnTo>
                  <a:lnTo>
                    <a:pt x="18859" y="211455"/>
                  </a:lnTo>
                  <a:lnTo>
                    <a:pt x="21264" y="224313"/>
                  </a:lnTo>
                  <a:lnTo>
                    <a:pt x="24384" y="237744"/>
                  </a:lnTo>
                  <a:lnTo>
                    <a:pt x="327660" y="237744"/>
                  </a:lnTo>
                  <a:lnTo>
                    <a:pt x="327660" y="283464"/>
                  </a:lnTo>
                  <a:lnTo>
                    <a:pt x="57912" y="283464"/>
                  </a:lnTo>
                  <a:lnTo>
                    <a:pt x="44679" y="283749"/>
                  </a:lnTo>
                  <a:lnTo>
                    <a:pt x="43837" y="283749"/>
                  </a:lnTo>
                  <a:lnTo>
                    <a:pt x="8429" y="309705"/>
                  </a:lnTo>
                  <a:lnTo>
                    <a:pt x="7620" y="318516"/>
                  </a:lnTo>
                  <a:lnTo>
                    <a:pt x="7620" y="330708"/>
                  </a:lnTo>
                  <a:close/>
                </a:path>
                <a:path extrusionOk="0" h="330835" w="327659">
                  <a:moveTo>
                    <a:pt x="327660" y="237744"/>
                  </a:moveTo>
                  <a:lnTo>
                    <a:pt x="304800" y="237744"/>
                  </a:lnTo>
                  <a:lnTo>
                    <a:pt x="307681" y="222575"/>
                  </a:lnTo>
                  <a:lnTo>
                    <a:pt x="309562" y="208978"/>
                  </a:lnTo>
                  <a:lnTo>
                    <a:pt x="310586" y="196810"/>
                  </a:lnTo>
                  <a:lnTo>
                    <a:pt x="310852" y="187452"/>
                  </a:lnTo>
                  <a:lnTo>
                    <a:pt x="310896" y="185928"/>
                  </a:lnTo>
                  <a:lnTo>
                    <a:pt x="308468" y="160020"/>
                  </a:lnTo>
                  <a:lnTo>
                    <a:pt x="308348" y="158734"/>
                  </a:lnTo>
                  <a:lnTo>
                    <a:pt x="288393" y="111775"/>
                  </a:lnTo>
                  <a:lnTo>
                    <a:pt x="249888" y="75438"/>
                  </a:lnTo>
                  <a:lnTo>
                    <a:pt x="196262" y="57150"/>
                  </a:lnTo>
                  <a:lnTo>
                    <a:pt x="164592" y="54864"/>
                  </a:lnTo>
                  <a:lnTo>
                    <a:pt x="288593" y="54864"/>
                  </a:lnTo>
                  <a:lnTo>
                    <a:pt x="299370" y="68032"/>
                  </a:lnTo>
                  <a:lnTo>
                    <a:pt x="315087" y="100774"/>
                  </a:lnTo>
                  <a:lnTo>
                    <a:pt x="324516" y="139517"/>
                  </a:lnTo>
                  <a:lnTo>
                    <a:pt x="327660" y="184404"/>
                  </a:lnTo>
                  <a:lnTo>
                    <a:pt x="327660" y="237744"/>
                  </a:lnTo>
                  <a:close/>
                </a:path>
                <a:path extrusionOk="0" h="330835" w="327659">
                  <a:moveTo>
                    <a:pt x="327660" y="330708"/>
                  </a:moveTo>
                  <a:lnTo>
                    <a:pt x="320040" y="330708"/>
                  </a:lnTo>
                  <a:lnTo>
                    <a:pt x="320040" y="318516"/>
                  </a:lnTo>
                  <a:lnTo>
                    <a:pt x="319260" y="309705"/>
                  </a:lnTo>
                  <a:lnTo>
                    <a:pt x="283178" y="283749"/>
                  </a:lnTo>
                  <a:lnTo>
                    <a:pt x="269748" y="283464"/>
                  </a:lnTo>
                  <a:lnTo>
                    <a:pt x="327660" y="283464"/>
                  </a:lnTo>
                  <a:lnTo>
                    <a:pt x="327660" y="3307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127" name="Google Shape;6127;p93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851915" y="584911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28" name="Google Shape;6128;p93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851916" y="5661660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129" name="Google Shape;6129;p93"/>
            <p:cNvSpPr/>
            <p:nvPr/>
          </p:nvSpPr>
          <p:spPr>
            <a:xfrm>
              <a:off x="736092" y="5269992"/>
              <a:ext cx="448309" cy="358140"/>
            </a:xfrm>
            <a:custGeom>
              <a:rect b="b" l="l" r="r" t="t"/>
              <a:pathLst>
                <a:path extrusionOk="0" h="358139" w="448309">
                  <a:moveTo>
                    <a:pt x="48768" y="295656"/>
                  </a:moveTo>
                  <a:lnTo>
                    <a:pt x="47244" y="289560"/>
                  </a:lnTo>
                  <a:lnTo>
                    <a:pt x="41148" y="284988"/>
                  </a:lnTo>
                  <a:lnTo>
                    <a:pt x="36576" y="280416"/>
                  </a:lnTo>
                  <a:lnTo>
                    <a:pt x="30480" y="278892"/>
                  </a:lnTo>
                  <a:lnTo>
                    <a:pt x="18288" y="278892"/>
                  </a:lnTo>
                  <a:lnTo>
                    <a:pt x="12192" y="280416"/>
                  </a:lnTo>
                  <a:lnTo>
                    <a:pt x="3048" y="289560"/>
                  </a:lnTo>
                  <a:lnTo>
                    <a:pt x="0" y="295656"/>
                  </a:lnTo>
                  <a:lnTo>
                    <a:pt x="0" y="309372"/>
                  </a:lnTo>
                  <a:lnTo>
                    <a:pt x="3048" y="315468"/>
                  </a:lnTo>
                  <a:lnTo>
                    <a:pt x="12192" y="324612"/>
                  </a:lnTo>
                  <a:lnTo>
                    <a:pt x="18288" y="326136"/>
                  </a:lnTo>
                  <a:lnTo>
                    <a:pt x="30480" y="326136"/>
                  </a:lnTo>
                  <a:lnTo>
                    <a:pt x="36576" y="324612"/>
                  </a:lnTo>
                  <a:lnTo>
                    <a:pt x="41148" y="320040"/>
                  </a:lnTo>
                  <a:lnTo>
                    <a:pt x="47244" y="315468"/>
                  </a:lnTo>
                  <a:lnTo>
                    <a:pt x="48768" y="309372"/>
                  </a:lnTo>
                  <a:lnTo>
                    <a:pt x="48768" y="295656"/>
                  </a:lnTo>
                  <a:close/>
                </a:path>
                <a:path extrusionOk="0" h="358139" w="448309">
                  <a:moveTo>
                    <a:pt x="342900" y="249936"/>
                  </a:moveTo>
                  <a:lnTo>
                    <a:pt x="335280" y="249936"/>
                  </a:lnTo>
                  <a:lnTo>
                    <a:pt x="335280" y="259080"/>
                  </a:lnTo>
                  <a:lnTo>
                    <a:pt x="333756" y="266700"/>
                  </a:lnTo>
                  <a:lnTo>
                    <a:pt x="302907" y="281927"/>
                  </a:lnTo>
                  <a:lnTo>
                    <a:pt x="115824" y="281927"/>
                  </a:lnTo>
                  <a:lnTo>
                    <a:pt x="115824" y="292608"/>
                  </a:lnTo>
                  <a:lnTo>
                    <a:pt x="143256" y="358140"/>
                  </a:lnTo>
                  <a:lnTo>
                    <a:pt x="150876" y="353568"/>
                  </a:lnTo>
                  <a:lnTo>
                    <a:pt x="149352" y="347472"/>
                  </a:lnTo>
                  <a:lnTo>
                    <a:pt x="147828" y="342900"/>
                  </a:lnTo>
                  <a:lnTo>
                    <a:pt x="147828" y="332232"/>
                  </a:lnTo>
                  <a:lnTo>
                    <a:pt x="192189" y="323113"/>
                  </a:lnTo>
                  <a:lnTo>
                    <a:pt x="301675" y="323113"/>
                  </a:lnTo>
                  <a:lnTo>
                    <a:pt x="310515" y="323469"/>
                  </a:lnTo>
                  <a:lnTo>
                    <a:pt x="317030" y="324383"/>
                  </a:lnTo>
                  <a:lnTo>
                    <a:pt x="321564" y="326136"/>
                  </a:lnTo>
                  <a:lnTo>
                    <a:pt x="326136" y="327660"/>
                  </a:lnTo>
                  <a:lnTo>
                    <a:pt x="330708" y="330708"/>
                  </a:lnTo>
                  <a:lnTo>
                    <a:pt x="332232" y="333756"/>
                  </a:lnTo>
                  <a:lnTo>
                    <a:pt x="333756" y="338328"/>
                  </a:lnTo>
                  <a:lnTo>
                    <a:pt x="335280" y="344424"/>
                  </a:lnTo>
                  <a:lnTo>
                    <a:pt x="335280" y="355092"/>
                  </a:lnTo>
                  <a:lnTo>
                    <a:pt x="342900" y="355092"/>
                  </a:lnTo>
                  <a:lnTo>
                    <a:pt x="342900" y="323113"/>
                  </a:lnTo>
                  <a:lnTo>
                    <a:pt x="342900" y="249936"/>
                  </a:lnTo>
                  <a:close/>
                </a:path>
                <a:path extrusionOk="0" h="358139" w="448309">
                  <a:moveTo>
                    <a:pt x="447941" y="123444"/>
                  </a:moveTo>
                  <a:lnTo>
                    <a:pt x="445998" y="96443"/>
                  </a:lnTo>
                  <a:lnTo>
                    <a:pt x="439674" y="70485"/>
                  </a:lnTo>
                  <a:lnTo>
                    <a:pt x="428764" y="47396"/>
                  </a:lnTo>
                  <a:lnTo>
                    <a:pt x="418846" y="34836"/>
                  </a:lnTo>
                  <a:lnTo>
                    <a:pt x="418846" y="96443"/>
                  </a:lnTo>
                  <a:lnTo>
                    <a:pt x="418833" y="108521"/>
                  </a:lnTo>
                  <a:lnTo>
                    <a:pt x="418211" y="123786"/>
                  </a:lnTo>
                  <a:lnTo>
                    <a:pt x="415480" y="142875"/>
                  </a:lnTo>
                  <a:lnTo>
                    <a:pt x="410756" y="159054"/>
                  </a:lnTo>
                  <a:lnTo>
                    <a:pt x="403872" y="172173"/>
                  </a:lnTo>
                  <a:lnTo>
                    <a:pt x="399288" y="182880"/>
                  </a:lnTo>
                  <a:lnTo>
                    <a:pt x="391858" y="187337"/>
                  </a:lnTo>
                  <a:lnTo>
                    <a:pt x="378879" y="187337"/>
                  </a:lnTo>
                  <a:lnTo>
                    <a:pt x="371856" y="185928"/>
                  </a:lnTo>
                  <a:lnTo>
                    <a:pt x="362648" y="181356"/>
                  </a:lnTo>
                  <a:lnTo>
                    <a:pt x="360045" y="180073"/>
                  </a:lnTo>
                  <a:lnTo>
                    <a:pt x="354330" y="176403"/>
                  </a:lnTo>
                  <a:lnTo>
                    <a:pt x="348615" y="172173"/>
                  </a:lnTo>
                  <a:lnTo>
                    <a:pt x="346748" y="170688"/>
                  </a:lnTo>
                  <a:lnTo>
                    <a:pt x="342900" y="167640"/>
                  </a:lnTo>
                  <a:lnTo>
                    <a:pt x="344932" y="150876"/>
                  </a:lnTo>
                  <a:lnTo>
                    <a:pt x="345059" y="149352"/>
                  </a:lnTo>
                  <a:lnTo>
                    <a:pt x="345173" y="147853"/>
                  </a:lnTo>
                  <a:lnTo>
                    <a:pt x="345236" y="147027"/>
                  </a:lnTo>
                  <a:lnTo>
                    <a:pt x="345313" y="146050"/>
                  </a:lnTo>
                  <a:lnTo>
                    <a:pt x="346519" y="131064"/>
                  </a:lnTo>
                  <a:lnTo>
                    <a:pt x="347827" y="107632"/>
                  </a:lnTo>
                  <a:lnTo>
                    <a:pt x="350151" y="63042"/>
                  </a:lnTo>
                  <a:lnTo>
                    <a:pt x="358140" y="21336"/>
                  </a:lnTo>
                  <a:lnTo>
                    <a:pt x="364236" y="16764"/>
                  </a:lnTo>
                  <a:lnTo>
                    <a:pt x="373380" y="16764"/>
                  </a:lnTo>
                  <a:lnTo>
                    <a:pt x="410730" y="49822"/>
                  </a:lnTo>
                  <a:lnTo>
                    <a:pt x="418287" y="83680"/>
                  </a:lnTo>
                  <a:lnTo>
                    <a:pt x="418846" y="96443"/>
                  </a:lnTo>
                  <a:lnTo>
                    <a:pt x="418846" y="34836"/>
                  </a:lnTo>
                  <a:lnTo>
                    <a:pt x="413004" y="27432"/>
                  </a:lnTo>
                  <a:lnTo>
                    <a:pt x="376135" y="3009"/>
                  </a:lnTo>
                  <a:lnTo>
                    <a:pt x="362712" y="1524"/>
                  </a:lnTo>
                  <a:lnTo>
                    <a:pt x="353847" y="2387"/>
                  </a:lnTo>
                  <a:lnTo>
                    <a:pt x="319468" y="31242"/>
                  </a:lnTo>
                  <a:lnTo>
                    <a:pt x="311670" y="74485"/>
                  </a:lnTo>
                  <a:lnTo>
                    <a:pt x="311416" y="78486"/>
                  </a:lnTo>
                  <a:lnTo>
                    <a:pt x="310502" y="93141"/>
                  </a:lnTo>
                  <a:lnTo>
                    <a:pt x="309473" y="113728"/>
                  </a:lnTo>
                  <a:lnTo>
                    <a:pt x="309346" y="126898"/>
                  </a:lnTo>
                  <a:lnTo>
                    <a:pt x="309232" y="135064"/>
                  </a:lnTo>
                  <a:lnTo>
                    <a:pt x="309181" y="138493"/>
                  </a:lnTo>
                  <a:lnTo>
                    <a:pt x="309092" y="139827"/>
                  </a:lnTo>
                  <a:lnTo>
                    <a:pt x="308724" y="146050"/>
                  </a:lnTo>
                  <a:lnTo>
                    <a:pt x="297180" y="170688"/>
                  </a:lnTo>
                  <a:lnTo>
                    <a:pt x="291071" y="170688"/>
                  </a:lnTo>
                  <a:lnTo>
                    <a:pt x="288023" y="169164"/>
                  </a:lnTo>
                  <a:lnTo>
                    <a:pt x="283451" y="166116"/>
                  </a:lnTo>
                  <a:lnTo>
                    <a:pt x="278879" y="164592"/>
                  </a:lnTo>
                  <a:lnTo>
                    <a:pt x="277736" y="163068"/>
                  </a:lnTo>
                  <a:lnTo>
                    <a:pt x="274307" y="158496"/>
                  </a:lnTo>
                  <a:lnTo>
                    <a:pt x="268211" y="152400"/>
                  </a:lnTo>
                  <a:lnTo>
                    <a:pt x="270217" y="143522"/>
                  </a:lnTo>
                  <a:lnTo>
                    <a:pt x="270332" y="142875"/>
                  </a:lnTo>
                  <a:lnTo>
                    <a:pt x="270433" y="142214"/>
                  </a:lnTo>
                  <a:lnTo>
                    <a:pt x="271640" y="135064"/>
                  </a:lnTo>
                  <a:lnTo>
                    <a:pt x="271703" y="134493"/>
                  </a:lnTo>
                  <a:lnTo>
                    <a:pt x="272503" y="126898"/>
                  </a:lnTo>
                  <a:lnTo>
                    <a:pt x="272630" y="123444"/>
                  </a:lnTo>
                  <a:lnTo>
                    <a:pt x="272783" y="118872"/>
                  </a:lnTo>
                  <a:lnTo>
                    <a:pt x="272681" y="117348"/>
                  </a:lnTo>
                  <a:lnTo>
                    <a:pt x="272567" y="115824"/>
                  </a:lnTo>
                  <a:lnTo>
                    <a:pt x="271386" y="99656"/>
                  </a:lnTo>
                  <a:lnTo>
                    <a:pt x="267258" y="82867"/>
                  </a:lnTo>
                  <a:lnTo>
                    <a:pt x="263563" y="74676"/>
                  </a:lnTo>
                  <a:lnTo>
                    <a:pt x="263474" y="74485"/>
                  </a:lnTo>
                  <a:lnTo>
                    <a:pt x="260591" y="68122"/>
                  </a:lnTo>
                  <a:lnTo>
                    <a:pt x="260591" y="117348"/>
                  </a:lnTo>
                  <a:lnTo>
                    <a:pt x="259715" y="126212"/>
                  </a:lnTo>
                  <a:lnTo>
                    <a:pt x="233921" y="156476"/>
                  </a:lnTo>
                  <a:lnTo>
                    <a:pt x="185915" y="166116"/>
                  </a:lnTo>
                  <a:lnTo>
                    <a:pt x="172161" y="165290"/>
                  </a:lnTo>
                  <a:lnTo>
                    <a:pt x="135724" y="147027"/>
                  </a:lnTo>
                  <a:lnTo>
                    <a:pt x="128003" y="123444"/>
                  </a:lnTo>
                  <a:lnTo>
                    <a:pt x="129133" y="113728"/>
                  </a:lnTo>
                  <a:lnTo>
                    <a:pt x="156197" y="83680"/>
                  </a:lnTo>
                  <a:lnTo>
                    <a:pt x="204203" y="74676"/>
                  </a:lnTo>
                  <a:lnTo>
                    <a:pt x="246875" y="86868"/>
                  </a:lnTo>
                  <a:lnTo>
                    <a:pt x="260591" y="117348"/>
                  </a:lnTo>
                  <a:lnTo>
                    <a:pt x="260591" y="68122"/>
                  </a:lnTo>
                  <a:lnTo>
                    <a:pt x="227063" y="37719"/>
                  </a:lnTo>
                  <a:lnTo>
                    <a:pt x="198107" y="32004"/>
                  </a:lnTo>
                  <a:lnTo>
                    <a:pt x="185204" y="32867"/>
                  </a:lnTo>
                  <a:lnTo>
                    <a:pt x="173723" y="35433"/>
                  </a:lnTo>
                  <a:lnTo>
                    <a:pt x="163398" y="39725"/>
                  </a:lnTo>
                  <a:lnTo>
                    <a:pt x="153911" y="45720"/>
                  </a:lnTo>
                  <a:lnTo>
                    <a:pt x="153911" y="3009"/>
                  </a:lnTo>
                  <a:lnTo>
                    <a:pt x="152387" y="3009"/>
                  </a:lnTo>
                  <a:lnTo>
                    <a:pt x="152387" y="1524"/>
                  </a:lnTo>
                  <a:lnTo>
                    <a:pt x="150863" y="1524"/>
                  </a:lnTo>
                  <a:lnTo>
                    <a:pt x="149339" y="0"/>
                  </a:lnTo>
                  <a:lnTo>
                    <a:pt x="137160" y="0"/>
                  </a:lnTo>
                  <a:lnTo>
                    <a:pt x="135636" y="1524"/>
                  </a:lnTo>
                  <a:lnTo>
                    <a:pt x="134112" y="1524"/>
                  </a:lnTo>
                  <a:lnTo>
                    <a:pt x="134112" y="3009"/>
                  </a:lnTo>
                  <a:lnTo>
                    <a:pt x="132575" y="4572"/>
                  </a:lnTo>
                  <a:lnTo>
                    <a:pt x="132575" y="62484"/>
                  </a:lnTo>
                  <a:lnTo>
                    <a:pt x="125463" y="74485"/>
                  </a:lnTo>
                  <a:lnTo>
                    <a:pt x="125387" y="74676"/>
                  </a:lnTo>
                  <a:lnTo>
                    <a:pt x="120192" y="87630"/>
                  </a:lnTo>
                  <a:lnTo>
                    <a:pt x="116941" y="101917"/>
                  </a:lnTo>
                  <a:lnTo>
                    <a:pt x="116928" y="102108"/>
                  </a:lnTo>
                  <a:lnTo>
                    <a:pt x="115925" y="115824"/>
                  </a:lnTo>
                  <a:lnTo>
                    <a:pt x="129324" y="167932"/>
                  </a:lnTo>
                  <a:lnTo>
                    <a:pt x="165531" y="199263"/>
                  </a:lnTo>
                  <a:lnTo>
                    <a:pt x="196583" y="205740"/>
                  </a:lnTo>
                  <a:lnTo>
                    <a:pt x="206857" y="204939"/>
                  </a:lnTo>
                  <a:lnTo>
                    <a:pt x="243928" y="188785"/>
                  </a:lnTo>
                  <a:lnTo>
                    <a:pt x="263639" y="163068"/>
                  </a:lnTo>
                  <a:lnTo>
                    <a:pt x="273354" y="174498"/>
                  </a:lnTo>
                  <a:lnTo>
                    <a:pt x="303276" y="199644"/>
                  </a:lnTo>
                  <a:lnTo>
                    <a:pt x="309372" y="202692"/>
                  </a:lnTo>
                  <a:lnTo>
                    <a:pt x="320040" y="202692"/>
                  </a:lnTo>
                  <a:lnTo>
                    <a:pt x="324612" y="201168"/>
                  </a:lnTo>
                  <a:lnTo>
                    <a:pt x="336804" y="188976"/>
                  </a:lnTo>
                  <a:lnTo>
                    <a:pt x="336918" y="188785"/>
                  </a:lnTo>
                  <a:lnTo>
                    <a:pt x="341376" y="181356"/>
                  </a:lnTo>
                  <a:lnTo>
                    <a:pt x="351637" y="190500"/>
                  </a:lnTo>
                  <a:lnTo>
                    <a:pt x="364731" y="201930"/>
                  </a:lnTo>
                  <a:lnTo>
                    <a:pt x="367284" y="204216"/>
                  </a:lnTo>
                  <a:lnTo>
                    <a:pt x="399288" y="222504"/>
                  </a:lnTo>
                  <a:lnTo>
                    <a:pt x="402336" y="222504"/>
                  </a:lnTo>
                  <a:lnTo>
                    <a:pt x="428307" y="204076"/>
                  </a:lnTo>
                  <a:lnTo>
                    <a:pt x="437121" y="187337"/>
                  </a:lnTo>
                  <a:lnTo>
                    <a:pt x="443293" y="168592"/>
                  </a:lnTo>
                  <a:lnTo>
                    <a:pt x="443407" y="167932"/>
                  </a:lnTo>
                  <a:lnTo>
                    <a:pt x="443458" y="167640"/>
                  </a:lnTo>
                  <a:lnTo>
                    <a:pt x="446887" y="147853"/>
                  </a:lnTo>
                  <a:lnTo>
                    <a:pt x="446976" y="146050"/>
                  </a:lnTo>
                  <a:lnTo>
                    <a:pt x="447878" y="128384"/>
                  </a:lnTo>
                  <a:lnTo>
                    <a:pt x="447941" y="1234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130" name="Google Shape;6130;p93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851916" y="5015484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131" name="Google Shape;6131;p93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751332" y="3395472"/>
            <a:ext cx="333756" cy="1485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6132" name="Google Shape;6132;p93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272540" y="1514855"/>
            <a:ext cx="4814315" cy="81457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133" name="Google Shape;6133;p93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6134" name="Google Shape;6134;p93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135" name="Google Shape;6135;p93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136" name="Google Shape;6136;p9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137" name="Google Shape;6137;p93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6138" name="Google Shape;6138;p93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6655307" y="1821179"/>
            <a:ext cx="117348" cy="1645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42" name="Shape 6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3" name="Google Shape;6143;p94"/>
          <p:cNvGrpSpPr/>
          <p:nvPr/>
        </p:nvGrpSpPr>
        <p:grpSpPr>
          <a:xfrm>
            <a:off x="1110995" y="6984491"/>
            <a:ext cx="234696" cy="554735"/>
            <a:chOff x="1110995" y="6984491"/>
            <a:chExt cx="234696" cy="554735"/>
          </a:xfrm>
        </p:grpSpPr>
        <p:pic>
          <p:nvPicPr>
            <p:cNvPr id="6144" name="Google Shape;6144;p94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110995" y="7331963"/>
              <a:ext cx="230124" cy="2072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45" name="Google Shape;6145;p9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110995" y="7141463"/>
              <a:ext cx="230124" cy="1661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46" name="Google Shape;6146;p94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178051" y="6984491"/>
              <a:ext cx="167640" cy="1341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147" name="Google Shape;6147;p94"/>
          <p:cNvGrpSpPr/>
          <p:nvPr/>
        </p:nvGrpSpPr>
        <p:grpSpPr>
          <a:xfrm>
            <a:off x="1106424" y="6096000"/>
            <a:ext cx="239268" cy="797052"/>
            <a:chOff x="1106424" y="6096000"/>
            <a:chExt cx="239268" cy="797052"/>
          </a:xfrm>
        </p:grpSpPr>
        <p:pic>
          <p:nvPicPr>
            <p:cNvPr id="6148" name="Google Shape;6148;p94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110995" y="6428232"/>
              <a:ext cx="234695" cy="464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49" name="Google Shape;6149;p94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106424" y="6236207"/>
              <a:ext cx="239268" cy="1630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50" name="Google Shape;6150;p94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110996" y="6096000"/>
              <a:ext cx="230124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151" name="Google Shape;6151;p94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106424" y="5017007"/>
            <a:ext cx="309012" cy="978407"/>
          </a:xfrm>
          <a:prstGeom prst="rect">
            <a:avLst/>
          </a:prstGeom>
          <a:noFill/>
          <a:ln>
            <a:noFill/>
          </a:ln>
        </p:spPr>
      </p:pic>
      <p:pic>
        <p:nvPicPr>
          <p:cNvPr id="6152" name="Google Shape;6152;p94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110996" y="3823716"/>
            <a:ext cx="234696" cy="1085087"/>
          </a:xfrm>
          <a:prstGeom prst="rect">
            <a:avLst/>
          </a:prstGeom>
          <a:noFill/>
          <a:ln>
            <a:noFill/>
          </a:ln>
        </p:spPr>
      </p:pic>
      <p:pic>
        <p:nvPicPr>
          <p:cNvPr id="6153" name="Google Shape;6153;p94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1481327" y="1854707"/>
            <a:ext cx="4555235" cy="66263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154" name="Google Shape;6154;p94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6155" name="Google Shape;6155;p94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156" name="Google Shape;6156;p94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157" name="Google Shape;6157;p94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158" name="Google Shape;6158;p94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6159" name="Google Shape;6159;p94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6655307" y="1824227"/>
            <a:ext cx="117348" cy="1615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3" name="Shape 6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4" name="Google Shape;6164;p95"/>
          <p:cNvGrpSpPr/>
          <p:nvPr/>
        </p:nvGrpSpPr>
        <p:grpSpPr>
          <a:xfrm>
            <a:off x="1008887" y="6984491"/>
            <a:ext cx="234696" cy="554735"/>
            <a:chOff x="1008887" y="6984491"/>
            <a:chExt cx="234696" cy="554735"/>
          </a:xfrm>
        </p:grpSpPr>
        <p:pic>
          <p:nvPicPr>
            <p:cNvPr id="6165" name="Google Shape;6165;p95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008887" y="7331963"/>
              <a:ext cx="230124" cy="2072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66" name="Google Shape;6166;p9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008887" y="7141463"/>
              <a:ext cx="230124" cy="1661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67" name="Google Shape;6167;p95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075943" y="6984491"/>
              <a:ext cx="167640" cy="1341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168" name="Google Shape;6168;p95"/>
          <p:cNvGrpSpPr/>
          <p:nvPr/>
        </p:nvGrpSpPr>
        <p:grpSpPr>
          <a:xfrm>
            <a:off x="1004316" y="6096000"/>
            <a:ext cx="239268" cy="797052"/>
            <a:chOff x="1004316" y="6096000"/>
            <a:chExt cx="239268" cy="797052"/>
          </a:xfrm>
        </p:grpSpPr>
        <p:pic>
          <p:nvPicPr>
            <p:cNvPr id="6169" name="Google Shape;6169;p95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008887" y="6428232"/>
              <a:ext cx="234695" cy="4648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70" name="Google Shape;6170;p95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004316" y="6236207"/>
              <a:ext cx="239268" cy="1630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71" name="Google Shape;6171;p95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008888" y="6096000"/>
              <a:ext cx="230124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172" name="Google Shape;6172;p95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004316" y="5017007"/>
            <a:ext cx="309049" cy="978407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3" name="Google Shape;6173;p9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008888" y="3823716"/>
            <a:ext cx="234696" cy="1085087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4" name="Google Shape;6174;p95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1412748" y="2020824"/>
            <a:ext cx="4657343" cy="72237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175" name="Google Shape;6175;p95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6176" name="Google Shape;6176;p95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177" name="Google Shape;6177;p95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178" name="Google Shape;6178;p95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9" name="Google Shape;6179;p95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0" name="Google Shape;6180;p95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6655307" y="1824227"/>
            <a:ext cx="117348" cy="1615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84" name="Shape 6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5" name="Google Shape;6185;p96"/>
          <p:cNvSpPr/>
          <p:nvPr/>
        </p:nvSpPr>
        <p:spPr>
          <a:xfrm>
            <a:off x="646176" y="5021580"/>
            <a:ext cx="485140" cy="3693160"/>
          </a:xfrm>
          <a:custGeom>
            <a:rect b="b" l="l" r="r" t="t"/>
            <a:pathLst>
              <a:path extrusionOk="0" h="3693159" w="485140">
                <a:moveTo>
                  <a:pt x="82296" y="630936"/>
                </a:moveTo>
                <a:lnTo>
                  <a:pt x="64719" y="596861"/>
                </a:lnTo>
                <a:lnTo>
                  <a:pt x="41148" y="589788"/>
                </a:lnTo>
                <a:lnTo>
                  <a:pt x="33401" y="590626"/>
                </a:lnTo>
                <a:lnTo>
                  <a:pt x="3238" y="615886"/>
                </a:lnTo>
                <a:lnTo>
                  <a:pt x="0" y="630936"/>
                </a:lnTo>
                <a:lnTo>
                  <a:pt x="825" y="639559"/>
                </a:lnTo>
                <a:lnTo>
                  <a:pt x="26098" y="669607"/>
                </a:lnTo>
                <a:lnTo>
                  <a:pt x="41148" y="672084"/>
                </a:lnTo>
                <a:lnTo>
                  <a:pt x="49758" y="671499"/>
                </a:lnTo>
                <a:lnTo>
                  <a:pt x="79819" y="647319"/>
                </a:lnTo>
                <a:lnTo>
                  <a:pt x="82296" y="630936"/>
                </a:lnTo>
                <a:close/>
              </a:path>
              <a:path extrusionOk="0" h="3693159" w="485140">
                <a:moveTo>
                  <a:pt x="368795" y="3505200"/>
                </a:moveTo>
                <a:lnTo>
                  <a:pt x="359651" y="3505200"/>
                </a:lnTo>
                <a:lnTo>
                  <a:pt x="359651" y="3517392"/>
                </a:lnTo>
                <a:lnTo>
                  <a:pt x="359651" y="3526536"/>
                </a:lnTo>
                <a:lnTo>
                  <a:pt x="330504" y="3554539"/>
                </a:lnTo>
                <a:lnTo>
                  <a:pt x="307835" y="3555492"/>
                </a:lnTo>
                <a:lnTo>
                  <a:pt x="68567" y="3555492"/>
                </a:lnTo>
                <a:lnTo>
                  <a:pt x="28943" y="3549396"/>
                </a:lnTo>
                <a:lnTo>
                  <a:pt x="16751" y="3526536"/>
                </a:lnTo>
                <a:lnTo>
                  <a:pt x="16751" y="3505200"/>
                </a:lnTo>
                <a:lnTo>
                  <a:pt x="7607" y="3505200"/>
                </a:lnTo>
                <a:lnTo>
                  <a:pt x="7607" y="3692652"/>
                </a:lnTo>
                <a:lnTo>
                  <a:pt x="16751" y="3692652"/>
                </a:lnTo>
                <a:lnTo>
                  <a:pt x="16751" y="3671316"/>
                </a:lnTo>
                <a:lnTo>
                  <a:pt x="19799" y="3662172"/>
                </a:lnTo>
                <a:lnTo>
                  <a:pt x="22847" y="3656076"/>
                </a:lnTo>
                <a:lnTo>
                  <a:pt x="25895" y="3651504"/>
                </a:lnTo>
                <a:lnTo>
                  <a:pt x="30467" y="3646932"/>
                </a:lnTo>
                <a:lnTo>
                  <a:pt x="35039" y="3645408"/>
                </a:lnTo>
                <a:lnTo>
                  <a:pt x="39636" y="3643655"/>
                </a:lnTo>
                <a:lnTo>
                  <a:pt x="46659" y="3642741"/>
                </a:lnTo>
                <a:lnTo>
                  <a:pt x="56261" y="3642410"/>
                </a:lnTo>
                <a:lnTo>
                  <a:pt x="320370" y="3642410"/>
                </a:lnTo>
                <a:lnTo>
                  <a:pt x="330314" y="3642741"/>
                </a:lnTo>
                <a:lnTo>
                  <a:pt x="337413" y="3643655"/>
                </a:lnTo>
                <a:lnTo>
                  <a:pt x="341363" y="3645408"/>
                </a:lnTo>
                <a:lnTo>
                  <a:pt x="347459" y="3646932"/>
                </a:lnTo>
                <a:lnTo>
                  <a:pt x="352031" y="3651504"/>
                </a:lnTo>
                <a:lnTo>
                  <a:pt x="355079" y="3656076"/>
                </a:lnTo>
                <a:lnTo>
                  <a:pt x="358127" y="3662172"/>
                </a:lnTo>
                <a:lnTo>
                  <a:pt x="359651" y="3669792"/>
                </a:lnTo>
                <a:lnTo>
                  <a:pt x="359651" y="3692652"/>
                </a:lnTo>
                <a:lnTo>
                  <a:pt x="368795" y="3692652"/>
                </a:lnTo>
                <a:lnTo>
                  <a:pt x="368795" y="3505200"/>
                </a:lnTo>
                <a:close/>
              </a:path>
              <a:path extrusionOk="0" h="3693159" w="485140">
                <a:moveTo>
                  <a:pt x="368795" y="2587752"/>
                </a:moveTo>
                <a:lnTo>
                  <a:pt x="359651" y="2587752"/>
                </a:lnTo>
                <a:lnTo>
                  <a:pt x="359105" y="2596286"/>
                </a:lnTo>
                <a:lnTo>
                  <a:pt x="357555" y="2603373"/>
                </a:lnTo>
                <a:lnTo>
                  <a:pt x="316979" y="2618232"/>
                </a:lnTo>
                <a:lnTo>
                  <a:pt x="7607" y="2618232"/>
                </a:lnTo>
                <a:lnTo>
                  <a:pt x="7607" y="2723388"/>
                </a:lnTo>
                <a:lnTo>
                  <a:pt x="16751" y="2723388"/>
                </a:lnTo>
                <a:lnTo>
                  <a:pt x="18275" y="2712720"/>
                </a:lnTo>
                <a:lnTo>
                  <a:pt x="21323" y="2703576"/>
                </a:lnTo>
                <a:lnTo>
                  <a:pt x="30708" y="2697416"/>
                </a:lnTo>
                <a:lnTo>
                  <a:pt x="38087" y="2695003"/>
                </a:lnTo>
                <a:lnTo>
                  <a:pt x="47764" y="2693466"/>
                </a:lnTo>
                <a:lnTo>
                  <a:pt x="59423" y="2692908"/>
                </a:lnTo>
                <a:lnTo>
                  <a:pt x="316979" y="2692908"/>
                </a:lnTo>
                <a:lnTo>
                  <a:pt x="354507" y="2703893"/>
                </a:lnTo>
                <a:lnTo>
                  <a:pt x="359651" y="2723388"/>
                </a:lnTo>
                <a:lnTo>
                  <a:pt x="368795" y="2723388"/>
                </a:lnTo>
                <a:lnTo>
                  <a:pt x="368795" y="2587752"/>
                </a:lnTo>
                <a:close/>
              </a:path>
              <a:path extrusionOk="0" h="3693159" w="485140">
                <a:moveTo>
                  <a:pt x="368808" y="3051048"/>
                </a:moveTo>
                <a:lnTo>
                  <a:pt x="359664" y="3051048"/>
                </a:lnTo>
                <a:lnTo>
                  <a:pt x="358140" y="3061716"/>
                </a:lnTo>
                <a:lnTo>
                  <a:pt x="356616" y="3069336"/>
                </a:lnTo>
                <a:lnTo>
                  <a:pt x="315468" y="3078480"/>
                </a:lnTo>
                <a:lnTo>
                  <a:pt x="213360" y="3078480"/>
                </a:lnTo>
                <a:lnTo>
                  <a:pt x="195084" y="3078797"/>
                </a:lnTo>
                <a:lnTo>
                  <a:pt x="155448" y="3084576"/>
                </a:lnTo>
                <a:lnTo>
                  <a:pt x="119837" y="3114484"/>
                </a:lnTo>
                <a:lnTo>
                  <a:pt x="112776" y="3147060"/>
                </a:lnTo>
                <a:lnTo>
                  <a:pt x="113601" y="3157347"/>
                </a:lnTo>
                <a:lnTo>
                  <a:pt x="130657" y="3197644"/>
                </a:lnTo>
                <a:lnTo>
                  <a:pt x="160020" y="3229356"/>
                </a:lnTo>
                <a:lnTo>
                  <a:pt x="149174" y="3234245"/>
                </a:lnTo>
                <a:lnTo>
                  <a:pt x="119837" y="3262312"/>
                </a:lnTo>
                <a:lnTo>
                  <a:pt x="112776" y="3294888"/>
                </a:lnTo>
                <a:lnTo>
                  <a:pt x="113347" y="3304921"/>
                </a:lnTo>
                <a:lnTo>
                  <a:pt x="128219" y="3342157"/>
                </a:lnTo>
                <a:lnTo>
                  <a:pt x="155448" y="3371088"/>
                </a:lnTo>
                <a:lnTo>
                  <a:pt x="120396" y="3371088"/>
                </a:lnTo>
                <a:lnTo>
                  <a:pt x="120396" y="3473196"/>
                </a:lnTo>
                <a:lnTo>
                  <a:pt x="129540" y="3473196"/>
                </a:lnTo>
                <a:lnTo>
                  <a:pt x="131064" y="3462528"/>
                </a:lnTo>
                <a:lnTo>
                  <a:pt x="134112" y="3454908"/>
                </a:lnTo>
                <a:lnTo>
                  <a:pt x="173736" y="3445764"/>
                </a:lnTo>
                <a:lnTo>
                  <a:pt x="315468" y="3445764"/>
                </a:lnTo>
                <a:lnTo>
                  <a:pt x="356616" y="3454908"/>
                </a:lnTo>
                <a:lnTo>
                  <a:pt x="359664" y="3462528"/>
                </a:lnTo>
                <a:lnTo>
                  <a:pt x="359664" y="3473196"/>
                </a:lnTo>
                <a:lnTo>
                  <a:pt x="368808" y="3473196"/>
                </a:lnTo>
                <a:lnTo>
                  <a:pt x="368808" y="3343656"/>
                </a:lnTo>
                <a:lnTo>
                  <a:pt x="359664" y="3343656"/>
                </a:lnTo>
                <a:lnTo>
                  <a:pt x="359664" y="3354324"/>
                </a:lnTo>
                <a:lnTo>
                  <a:pt x="356616" y="3361944"/>
                </a:lnTo>
                <a:lnTo>
                  <a:pt x="345033" y="3367875"/>
                </a:lnTo>
                <a:lnTo>
                  <a:pt x="337566" y="3369754"/>
                </a:lnTo>
                <a:lnTo>
                  <a:pt x="327799" y="3370783"/>
                </a:lnTo>
                <a:lnTo>
                  <a:pt x="315468" y="3371088"/>
                </a:lnTo>
                <a:lnTo>
                  <a:pt x="182880" y="3371088"/>
                </a:lnTo>
                <a:lnTo>
                  <a:pt x="155448" y="3343656"/>
                </a:lnTo>
                <a:lnTo>
                  <a:pt x="149352" y="3331464"/>
                </a:lnTo>
                <a:lnTo>
                  <a:pt x="149352" y="3319272"/>
                </a:lnTo>
                <a:lnTo>
                  <a:pt x="150876" y="3314700"/>
                </a:lnTo>
                <a:lnTo>
                  <a:pt x="155448" y="3311652"/>
                </a:lnTo>
                <a:lnTo>
                  <a:pt x="158496" y="3307080"/>
                </a:lnTo>
                <a:lnTo>
                  <a:pt x="210312" y="3299460"/>
                </a:lnTo>
                <a:lnTo>
                  <a:pt x="325767" y="3299485"/>
                </a:lnTo>
                <a:lnTo>
                  <a:pt x="359664" y="3317748"/>
                </a:lnTo>
                <a:lnTo>
                  <a:pt x="359664" y="3323844"/>
                </a:lnTo>
                <a:lnTo>
                  <a:pt x="368808" y="3323844"/>
                </a:lnTo>
                <a:lnTo>
                  <a:pt x="368808" y="3197352"/>
                </a:lnTo>
                <a:lnTo>
                  <a:pt x="359664" y="3197352"/>
                </a:lnTo>
                <a:lnTo>
                  <a:pt x="359664" y="3208020"/>
                </a:lnTo>
                <a:lnTo>
                  <a:pt x="356616" y="3215640"/>
                </a:lnTo>
                <a:lnTo>
                  <a:pt x="315468" y="3224784"/>
                </a:lnTo>
                <a:lnTo>
                  <a:pt x="182880" y="3224784"/>
                </a:lnTo>
                <a:lnTo>
                  <a:pt x="175209" y="3219056"/>
                </a:lnTo>
                <a:lnTo>
                  <a:pt x="168402" y="3213163"/>
                </a:lnTo>
                <a:lnTo>
                  <a:pt x="162725" y="3207004"/>
                </a:lnTo>
                <a:lnTo>
                  <a:pt x="158496" y="3200400"/>
                </a:lnTo>
                <a:lnTo>
                  <a:pt x="152400" y="3192780"/>
                </a:lnTo>
                <a:lnTo>
                  <a:pt x="149352" y="3185160"/>
                </a:lnTo>
                <a:lnTo>
                  <a:pt x="149352" y="3172968"/>
                </a:lnTo>
                <a:lnTo>
                  <a:pt x="182689" y="3154108"/>
                </a:lnTo>
                <a:lnTo>
                  <a:pt x="210312" y="3153156"/>
                </a:lnTo>
                <a:lnTo>
                  <a:pt x="315468" y="3153156"/>
                </a:lnTo>
                <a:lnTo>
                  <a:pt x="355092" y="3162300"/>
                </a:lnTo>
                <a:lnTo>
                  <a:pt x="359664" y="3169920"/>
                </a:lnTo>
                <a:lnTo>
                  <a:pt x="359664" y="3180588"/>
                </a:lnTo>
                <a:lnTo>
                  <a:pt x="368808" y="3180588"/>
                </a:lnTo>
                <a:lnTo>
                  <a:pt x="368808" y="3051048"/>
                </a:lnTo>
                <a:close/>
              </a:path>
              <a:path extrusionOk="0" h="3693159" w="485140">
                <a:moveTo>
                  <a:pt x="368808" y="1903476"/>
                </a:moveTo>
                <a:lnTo>
                  <a:pt x="359664" y="1903476"/>
                </a:lnTo>
                <a:lnTo>
                  <a:pt x="358140" y="1914144"/>
                </a:lnTo>
                <a:lnTo>
                  <a:pt x="356616" y="1921764"/>
                </a:lnTo>
                <a:lnTo>
                  <a:pt x="315468" y="1930908"/>
                </a:lnTo>
                <a:lnTo>
                  <a:pt x="213360" y="1930908"/>
                </a:lnTo>
                <a:lnTo>
                  <a:pt x="195084" y="1931225"/>
                </a:lnTo>
                <a:lnTo>
                  <a:pt x="155448" y="1937004"/>
                </a:lnTo>
                <a:lnTo>
                  <a:pt x="119837" y="1966061"/>
                </a:lnTo>
                <a:lnTo>
                  <a:pt x="112776" y="1999488"/>
                </a:lnTo>
                <a:lnTo>
                  <a:pt x="113601" y="2009775"/>
                </a:lnTo>
                <a:lnTo>
                  <a:pt x="130657" y="2050072"/>
                </a:lnTo>
                <a:lnTo>
                  <a:pt x="160020" y="2081784"/>
                </a:lnTo>
                <a:lnTo>
                  <a:pt x="149174" y="2086025"/>
                </a:lnTo>
                <a:lnTo>
                  <a:pt x="119837" y="2114740"/>
                </a:lnTo>
                <a:lnTo>
                  <a:pt x="112776" y="2147316"/>
                </a:lnTo>
                <a:lnTo>
                  <a:pt x="113347" y="2157349"/>
                </a:lnTo>
                <a:lnTo>
                  <a:pt x="128219" y="2193950"/>
                </a:lnTo>
                <a:lnTo>
                  <a:pt x="155448" y="2223516"/>
                </a:lnTo>
                <a:lnTo>
                  <a:pt x="120396" y="2223516"/>
                </a:lnTo>
                <a:lnTo>
                  <a:pt x="120396" y="2325624"/>
                </a:lnTo>
                <a:lnTo>
                  <a:pt x="129540" y="2325624"/>
                </a:lnTo>
                <a:lnTo>
                  <a:pt x="131064" y="2313432"/>
                </a:lnTo>
                <a:lnTo>
                  <a:pt x="134112" y="2307336"/>
                </a:lnTo>
                <a:lnTo>
                  <a:pt x="173736" y="2298192"/>
                </a:lnTo>
                <a:lnTo>
                  <a:pt x="315468" y="2298192"/>
                </a:lnTo>
                <a:lnTo>
                  <a:pt x="356616" y="2307336"/>
                </a:lnTo>
                <a:lnTo>
                  <a:pt x="359664" y="2314956"/>
                </a:lnTo>
                <a:lnTo>
                  <a:pt x="359664" y="2325624"/>
                </a:lnTo>
                <a:lnTo>
                  <a:pt x="368808" y="2325624"/>
                </a:lnTo>
                <a:lnTo>
                  <a:pt x="368808" y="2196084"/>
                </a:lnTo>
                <a:lnTo>
                  <a:pt x="359664" y="2196084"/>
                </a:lnTo>
                <a:lnTo>
                  <a:pt x="359664" y="2206752"/>
                </a:lnTo>
                <a:lnTo>
                  <a:pt x="356616" y="2214372"/>
                </a:lnTo>
                <a:lnTo>
                  <a:pt x="345033" y="2220303"/>
                </a:lnTo>
                <a:lnTo>
                  <a:pt x="337566" y="2222182"/>
                </a:lnTo>
                <a:lnTo>
                  <a:pt x="327799" y="2223211"/>
                </a:lnTo>
                <a:lnTo>
                  <a:pt x="315468" y="2223516"/>
                </a:lnTo>
                <a:lnTo>
                  <a:pt x="182880" y="2223516"/>
                </a:lnTo>
                <a:lnTo>
                  <a:pt x="155448" y="2196084"/>
                </a:lnTo>
                <a:lnTo>
                  <a:pt x="149352" y="2183892"/>
                </a:lnTo>
                <a:lnTo>
                  <a:pt x="149352" y="2171700"/>
                </a:lnTo>
                <a:lnTo>
                  <a:pt x="182689" y="2152078"/>
                </a:lnTo>
                <a:lnTo>
                  <a:pt x="210312" y="2151888"/>
                </a:lnTo>
                <a:lnTo>
                  <a:pt x="325767" y="2151913"/>
                </a:lnTo>
                <a:lnTo>
                  <a:pt x="355092" y="2161032"/>
                </a:lnTo>
                <a:lnTo>
                  <a:pt x="358140" y="2164080"/>
                </a:lnTo>
                <a:lnTo>
                  <a:pt x="359664" y="2170176"/>
                </a:lnTo>
                <a:lnTo>
                  <a:pt x="359664" y="2176272"/>
                </a:lnTo>
                <a:lnTo>
                  <a:pt x="368808" y="2176272"/>
                </a:lnTo>
                <a:lnTo>
                  <a:pt x="368808" y="2049780"/>
                </a:lnTo>
                <a:lnTo>
                  <a:pt x="359664" y="2049780"/>
                </a:lnTo>
                <a:lnTo>
                  <a:pt x="359664" y="2060448"/>
                </a:lnTo>
                <a:lnTo>
                  <a:pt x="356616" y="2068068"/>
                </a:lnTo>
                <a:lnTo>
                  <a:pt x="315468" y="2077212"/>
                </a:lnTo>
                <a:lnTo>
                  <a:pt x="182880" y="2077212"/>
                </a:lnTo>
                <a:lnTo>
                  <a:pt x="175209" y="2070620"/>
                </a:lnTo>
                <a:lnTo>
                  <a:pt x="168402" y="2064448"/>
                </a:lnTo>
                <a:lnTo>
                  <a:pt x="162725" y="2058568"/>
                </a:lnTo>
                <a:lnTo>
                  <a:pt x="158496" y="2052828"/>
                </a:lnTo>
                <a:lnTo>
                  <a:pt x="152400" y="2045208"/>
                </a:lnTo>
                <a:lnTo>
                  <a:pt x="149352" y="2037588"/>
                </a:lnTo>
                <a:lnTo>
                  <a:pt x="149352" y="2023872"/>
                </a:lnTo>
                <a:lnTo>
                  <a:pt x="150876" y="2020824"/>
                </a:lnTo>
                <a:lnTo>
                  <a:pt x="156972" y="2011680"/>
                </a:lnTo>
                <a:lnTo>
                  <a:pt x="161544" y="2010156"/>
                </a:lnTo>
                <a:lnTo>
                  <a:pt x="167640" y="2007108"/>
                </a:lnTo>
                <a:lnTo>
                  <a:pt x="173659" y="2006231"/>
                </a:lnTo>
                <a:lnTo>
                  <a:pt x="182689" y="2005774"/>
                </a:lnTo>
                <a:lnTo>
                  <a:pt x="210312" y="2005584"/>
                </a:lnTo>
                <a:lnTo>
                  <a:pt x="315468" y="2005584"/>
                </a:lnTo>
                <a:lnTo>
                  <a:pt x="355092" y="2014728"/>
                </a:lnTo>
                <a:lnTo>
                  <a:pt x="359664" y="2022348"/>
                </a:lnTo>
                <a:lnTo>
                  <a:pt x="359664" y="2033016"/>
                </a:lnTo>
                <a:lnTo>
                  <a:pt x="368808" y="2033016"/>
                </a:lnTo>
                <a:lnTo>
                  <a:pt x="368808" y="1903476"/>
                </a:lnTo>
                <a:close/>
              </a:path>
              <a:path extrusionOk="0" h="3693159" w="485140">
                <a:moveTo>
                  <a:pt x="368808" y="1359408"/>
                </a:moveTo>
                <a:lnTo>
                  <a:pt x="359664" y="1359408"/>
                </a:lnTo>
                <a:lnTo>
                  <a:pt x="359664" y="1371600"/>
                </a:lnTo>
                <a:lnTo>
                  <a:pt x="356616" y="1379220"/>
                </a:lnTo>
                <a:lnTo>
                  <a:pt x="315468" y="1386840"/>
                </a:lnTo>
                <a:lnTo>
                  <a:pt x="219456" y="1386840"/>
                </a:lnTo>
                <a:lnTo>
                  <a:pt x="199453" y="1387132"/>
                </a:lnTo>
                <a:lnTo>
                  <a:pt x="160020" y="1391412"/>
                </a:lnTo>
                <a:lnTo>
                  <a:pt x="126492" y="1412748"/>
                </a:lnTo>
                <a:lnTo>
                  <a:pt x="112776" y="1453896"/>
                </a:lnTo>
                <a:lnTo>
                  <a:pt x="113576" y="1463929"/>
                </a:lnTo>
                <a:lnTo>
                  <a:pt x="128841" y="1501140"/>
                </a:lnTo>
                <a:lnTo>
                  <a:pt x="153924" y="1528572"/>
                </a:lnTo>
                <a:lnTo>
                  <a:pt x="120396" y="1528572"/>
                </a:lnTo>
                <a:lnTo>
                  <a:pt x="120396" y="1630680"/>
                </a:lnTo>
                <a:lnTo>
                  <a:pt x="129540" y="1630680"/>
                </a:lnTo>
                <a:lnTo>
                  <a:pt x="131064" y="1620012"/>
                </a:lnTo>
                <a:lnTo>
                  <a:pt x="134112" y="1612392"/>
                </a:lnTo>
                <a:lnTo>
                  <a:pt x="173736" y="1603248"/>
                </a:lnTo>
                <a:lnTo>
                  <a:pt x="315468" y="1603248"/>
                </a:lnTo>
                <a:lnTo>
                  <a:pt x="356616" y="1612392"/>
                </a:lnTo>
                <a:lnTo>
                  <a:pt x="359664" y="1620012"/>
                </a:lnTo>
                <a:lnTo>
                  <a:pt x="359664" y="1630680"/>
                </a:lnTo>
                <a:lnTo>
                  <a:pt x="368808" y="1630680"/>
                </a:lnTo>
                <a:lnTo>
                  <a:pt x="368808" y="1504188"/>
                </a:lnTo>
                <a:lnTo>
                  <a:pt x="359664" y="1504188"/>
                </a:lnTo>
                <a:lnTo>
                  <a:pt x="359664" y="1514856"/>
                </a:lnTo>
                <a:lnTo>
                  <a:pt x="356616" y="1520952"/>
                </a:lnTo>
                <a:lnTo>
                  <a:pt x="315468" y="1528572"/>
                </a:lnTo>
                <a:lnTo>
                  <a:pt x="182880" y="1528572"/>
                </a:lnTo>
                <a:lnTo>
                  <a:pt x="168630" y="1518907"/>
                </a:lnTo>
                <a:lnTo>
                  <a:pt x="158115" y="1508379"/>
                </a:lnTo>
                <a:lnTo>
                  <a:pt x="151587" y="1497291"/>
                </a:lnTo>
                <a:lnTo>
                  <a:pt x="149352" y="1485900"/>
                </a:lnTo>
                <a:lnTo>
                  <a:pt x="149352" y="1481328"/>
                </a:lnTo>
                <a:lnTo>
                  <a:pt x="191401" y="1461782"/>
                </a:lnTo>
                <a:lnTo>
                  <a:pt x="205740" y="1461516"/>
                </a:lnTo>
                <a:lnTo>
                  <a:pt x="315468" y="1461516"/>
                </a:lnTo>
                <a:lnTo>
                  <a:pt x="355092" y="1470660"/>
                </a:lnTo>
                <a:lnTo>
                  <a:pt x="359664" y="1476756"/>
                </a:lnTo>
                <a:lnTo>
                  <a:pt x="359664" y="1485900"/>
                </a:lnTo>
                <a:lnTo>
                  <a:pt x="368808" y="1485900"/>
                </a:lnTo>
                <a:lnTo>
                  <a:pt x="368808" y="1359408"/>
                </a:lnTo>
                <a:close/>
              </a:path>
              <a:path extrusionOk="0" h="3693159" w="485140">
                <a:moveTo>
                  <a:pt x="368808" y="563880"/>
                </a:moveTo>
                <a:lnTo>
                  <a:pt x="359664" y="563880"/>
                </a:lnTo>
                <a:lnTo>
                  <a:pt x="359105" y="572414"/>
                </a:lnTo>
                <a:lnTo>
                  <a:pt x="357568" y="579501"/>
                </a:lnTo>
                <a:lnTo>
                  <a:pt x="316992" y="594360"/>
                </a:lnTo>
                <a:lnTo>
                  <a:pt x="120396" y="594360"/>
                </a:lnTo>
                <a:lnTo>
                  <a:pt x="120396" y="699516"/>
                </a:lnTo>
                <a:lnTo>
                  <a:pt x="129540" y="699516"/>
                </a:lnTo>
                <a:lnTo>
                  <a:pt x="130962" y="691857"/>
                </a:lnTo>
                <a:lnTo>
                  <a:pt x="132969" y="685038"/>
                </a:lnTo>
                <a:lnTo>
                  <a:pt x="172212" y="669036"/>
                </a:lnTo>
                <a:lnTo>
                  <a:pt x="316992" y="669036"/>
                </a:lnTo>
                <a:lnTo>
                  <a:pt x="354520" y="680021"/>
                </a:lnTo>
                <a:lnTo>
                  <a:pt x="359664" y="699516"/>
                </a:lnTo>
                <a:lnTo>
                  <a:pt x="368808" y="699516"/>
                </a:lnTo>
                <a:lnTo>
                  <a:pt x="368808" y="669036"/>
                </a:lnTo>
                <a:lnTo>
                  <a:pt x="368808" y="563880"/>
                </a:lnTo>
                <a:close/>
              </a:path>
              <a:path extrusionOk="0" h="3693159" w="485140">
                <a:moveTo>
                  <a:pt x="368808" y="0"/>
                </a:moveTo>
                <a:lnTo>
                  <a:pt x="359664" y="0"/>
                </a:lnTo>
                <a:lnTo>
                  <a:pt x="359664" y="10668"/>
                </a:lnTo>
                <a:lnTo>
                  <a:pt x="356616" y="18288"/>
                </a:lnTo>
                <a:lnTo>
                  <a:pt x="315468" y="27432"/>
                </a:lnTo>
                <a:lnTo>
                  <a:pt x="219456" y="27432"/>
                </a:lnTo>
                <a:lnTo>
                  <a:pt x="199453" y="27724"/>
                </a:lnTo>
                <a:lnTo>
                  <a:pt x="160020" y="32004"/>
                </a:lnTo>
                <a:lnTo>
                  <a:pt x="126492" y="53340"/>
                </a:lnTo>
                <a:lnTo>
                  <a:pt x="112776" y="94488"/>
                </a:lnTo>
                <a:lnTo>
                  <a:pt x="113576" y="103873"/>
                </a:lnTo>
                <a:lnTo>
                  <a:pt x="128841" y="140881"/>
                </a:lnTo>
                <a:lnTo>
                  <a:pt x="153924" y="169164"/>
                </a:lnTo>
                <a:lnTo>
                  <a:pt x="120396" y="169164"/>
                </a:lnTo>
                <a:lnTo>
                  <a:pt x="120396" y="271272"/>
                </a:lnTo>
                <a:lnTo>
                  <a:pt x="129540" y="271272"/>
                </a:lnTo>
                <a:lnTo>
                  <a:pt x="131064" y="260604"/>
                </a:lnTo>
                <a:lnTo>
                  <a:pt x="134112" y="252984"/>
                </a:lnTo>
                <a:lnTo>
                  <a:pt x="173736" y="243840"/>
                </a:lnTo>
                <a:lnTo>
                  <a:pt x="315468" y="243840"/>
                </a:lnTo>
                <a:lnTo>
                  <a:pt x="356616" y="252984"/>
                </a:lnTo>
                <a:lnTo>
                  <a:pt x="359664" y="260604"/>
                </a:lnTo>
                <a:lnTo>
                  <a:pt x="359664" y="271272"/>
                </a:lnTo>
                <a:lnTo>
                  <a:pt x="368808" y="271272"/>
                </a:lnTo>
                <a:lnTo>
                  <a:pt x="368808" y="144780"/>
                </a:lnTo>
                <a:lnTo>
                  <a:pt x="359664" y="144780"/>
                </a:lnTo>
                <a:lnTo>
                  <a:pt x="359664" y="153924"/>
                </a:lnTo>
                <a:lnTo>
                  <a:pt x="356616" y="160020"/>
                </a:lnTo>
                <a:lnTo>
                  <a:pt x="315468" y="169164"/>
                </a:lnTo>
                <a:lnTo>
                  <a:pt x="182880" y="169164"/>
                </a:lnTo>
                <a:lnTo>
                  <a:pt x="168630" y="158838"/>
                </a:lnTo>
                <a:lnTo>
                  <a:pt x="158115" y="148209"/>
                </a:lnTo>
                <a:lnTo>
                  <a:pt x="151587" y="137020"/>
                </a:lnTo>
                <a:lnTo>
                  <a:pt x="149352" y="124968"/>
                </a:lnTo>
                <a:lnTo>
                  <a:pt x="149352" y="120396"/>
                </a:lnTo>
                <a:lnTo>
                  <a:pt x="191401" y="102158"/>
                </a:lnTo>
                <a:lnTo>
                  <a:pt x="315468" y="102108"/>
                </a:lnTo>
                <a:lnTo>
                  <a:pt x="327774" y="102400"/>
                </a:lnTo>
                <a:lnTo>
                  <a:pt x="359664" y="117348"/>
                </a:lnTo>
                <a:lnTo>
                  <a:pt x="359664" y="126492"/>
                </a:lnTo>
                <a:lnTo>
                  <a:pt x="368808" y="126492"/>
                </a:lnTo>
                <a:lnTo>
                  <a:pt x="368808" y="0"/>
                </a:lnTo>
                <a:close/>
              </a:path>
              <a:path extrusionOk="0" h="3693159" w="485140">
                <a:moveTo>
                  <a:pt x="371843" y="1242060"/>
                </a:moveTo>
                <a:lnTo>
                  <a:pt x="368947" y="1219771"/>
                </a:lnTo>
                <a:lnTo>
                  <a:pt x="360032" y="1200912"/>
                </a:lnTo>
                <a:lnTo>
                  <a:pt x="344843" y="1185481"/>
                </a:lnTo>
                <a:lnTo>
                  <a:pt x="323075" y="1173480"/>
                </a:lnTo>
                <a:lnTo>
                  <a:pt x="316979" y="1181100"/>
                </a:lnTo>
                <a:lnTo>
                  <a:pt x="327863" y="1188897"/>
                </a:lnTo>
                <a:lnTo>
                  <a:pt x="335457" y="1196530"/>
                </a:lnTo>
                <a:lnTo>
                  <a:pt x="339915" y="1204468"/>
                </a:lnTo>
                <a:lnTo>
                  <a:pt x="341363" y="1213104"/>
                </a:lnTo>
                <a:lnTo>
                  <a:pt x="341363" y="1217676"/>
                </a:lnTo>
                <a:lnTo>
                  <a:pt x="338315" y="1220724"/>
                </a:lnTo>
                <a:lnTo>
                  <a:pt x="335267" y="1225296"/>
                </a:lnTo>
                <a:lnTo>
                  <a:pt x="300215" y="1229868"/>
                </a:lnTo>
                <a:lnTo>
                  <a:pt x="146291" y="1229868"/>
                </a:lnTo>
                <a:lnTo>
                  <a:pt x="146291" y="1170432"/>
                </a:lnTo>
                <a:lnTo>
                  <a:pt x="120383" y="1170432"/>
                </a:lnTo>
                <a:lnTo>
                  <a:pt x="120383" y="1229868"/>
                </a:lnTo>
                <a:lnTo>
                  <a:pt x="28943" y="1229868"/>
                </a:lnTo>
                <a:lnTo>
                  <a:pt x="28943" y="1239012"/>
                </a:lnTo>
                <a:lnTo>
                  <a:pt x="74383" y="1269022"/>
                </a:lnTo>
                <a:lnTo>
                  <a:pt x="113334" y="1306830"/>
                </a:lnTo>
                <a:lnTo>
                  <a:pt x="137147" y="1338072"/>
                </a:lnTo>
                <a:lnTo>
                  <a:pt x="146291" y="1338072"/>
                </a:lnTo>
                <a:lnTo>
                  <a:pt x="146291" y="1304544"/>
                </a:lnTo>
                <a:lnTo>
                  <a:pt x="298983" y="1304505"/>
                </a:lnTo>
                <a:lnTo>
                  <a:pt x="313550" y="1304163"/>
                </a:lnTo>
                <a:lnTo>
                  <a:pt x="352780" y="1288859"/>
                </a:lnTo>
                <a:lnTo>
                  <a:pt x="371233" y="1253185"/>
                </a:lnTo>
                <a:lnTo>
                  <a:pt x="371843" y="1242060"/>
                </a:lnTo>
                <a:close/>
              </a:path>
              <a:path extrusionOk="0" h="3693159" w="485140">
                <a:moveTo>
                  <a:pt x="371843" y="960120"/>
                </a:moveTo>
                <a:lnTo>
                  <a:pt x="357543" y="921258"/>
                </a:lnTo>
                <a:lnTo>
                  <a:pt x="333743" y="900684"/>
                </a:lnTo>
                <a:lnTo>
                  <a:pt x="329171" y="908304"/>
                </a:lnTo>
                <a:lnTo>
                  <a:pt x="333743" y="912876"/>
                </a:lnTo>
                <a:lnTo>
                  <a:pt x="335267" y="917448"/>
                </a:lnTo>
                <a:lnTo>
                  <a:pt x="335267" y="926592"/>
                </a:lnTo>
                <a:lnTo>
                  <a:pt x="330695" y="931164"/>
                </a:lnTo>
                <a:lnTo>
                  <a:pt x="327647" y="932688"/>
                </a:lnTo>
                <a:lnTo>
                  <a:pt x="327647" y="1039368"/>
                </a:lnTo>
                <a:lnTo>
                  <a:pt x="327583" y="1047254"/>
                </a:lnTo>
                <a:lnTo>
                  <a:pt x="326123" y="1053084"/>
                </a:lnTo>
                <a:lnTo>
                  <a:pt x="315455" y="1063752"/>
                </a:lnTo>
                <a:lnTo>
                  <a:pt x="307835" y="1066800"/>
                </a:lnTo>
                <a:lnTo>
                  <a:pt x="300215" y="1066800"/>
                </a:lnTo>
                <a:lnTo>
                  <a:pt x="260121" y="1047254"/>
                </a:lnTo>
                <a:lnTo>
                  <a:pt x="230111" y="1008888"/>
                </a:lnTo>
                <a:lnTo>
                  <a:pt x="312407" y="1008888"/>
                </a:lnTo>
                <a:lnTo>
                  <a:pt x="319290" y="1016876"/>
                </a:lnTo>
                <a:lnTo>
                  <a:pt x="324027" y="1024699"/>
                </a:lnTo>
                <a:lnTo>
                  <a:pt x="326771" y="1032256"/>
                </a:lnTo>
                <a:lnTo>
                  <a:pt x="327647" y="1039368"/>
                </a:lnTo>
                <a:lnTo>
                  <a:pt x="327647" y="932688"/>
                </a:lnTo>
                <a:lnTo>
                  <a:pt x="324599" y="932688"/>
                </a:lnTo>
                <a:lnTo>
                  <a:pt x="316979" y="934212"/>
                </a:lnTo>
                <a:lnTo>
                  <a:pt x="210299" y="934212"/>
                </a:lnTo>
                <a:lnTo>
                  <a:pt x="167436" y="936142"/>
                </a:lnTo>
                <a:lnTo>
                  <a:pt x="128003" y="964692"/>
                </a:lnTo>
                <a:lnTo>
                  <a:pt x="113868" y="1003274"/>
                </a:lnTo>
                <a:lnTo>
                  <a:pt x="112763" y="1019556"/>
                </a:lnTo>
                <a:lnTo>
                  <a:pt x="112890" y="1022604"/>
                </a:lnTo>
                <a:lnTo>
                  <a:pt x="112979" y="1024699"/>
                </a:lnTo>
                <a:lnTo>
                  <a:pt x="113360" y="1034161"/>
                </a:lnTo>
                <a:lnTo>
                  <a:pt x="113449" y="1034796"/>
                </a:lnTo>
                <a:lnTo>
                  <a:pt x="115239" y="1048321"/>
                </a:lnTo>
                <a:lnTo>
                  <a:pt x="118554" y="1062215"/>
                </a:lnTo>
                <a:lnTo>
                  <a:pt x="134099" y="1100137"/>
                </a:lnTo>
                <a:lnTo>
                  <a:pt x="167627" y="1129665"/>
                </a:lnTo>
                <a:lnTo>
                  <a:pt x="185915" y="1133856"/>
                </a:lnTo>
                <a:lnTo>
                  <a:pt x="192519" y="1133030"/>
                </a:lnTo>
                <a:lnTo>
                  <a:pt x="218871" y="1101953"/>
                </a:lnTo>
                <a:lnTo>
                  <a:pt x="218998" y="1100289"/>
                </a:lnTo>
                <a:lnTo>
                  <a:pt x="219062" y="1099553"/>
                </a:lnTo>
                <a:lnTo>
                  <a:pt x="205727" y="1063752"/>
                </a:lnTo>
                <a:lnTo>
                  <a:pt x="196583" y="1059180"/>
                </a:lnTo>
                <a:lnTo>
                  <a:pt x="181343" y="1059180"/>
                </a:lnTo>
                <a:lnTo>
                  <a:pt x="173786" y="1062215"/>
                </a:lnTo>
                <a:lnTo>
                  <a:pt x="171894" y="1063752"/>
                </a:lnTo>
                <a:lnTo>
                  <a:pt x="164579" y="1069848"/>
                </a:lnTo>
                <a:lnTo>
                  <a:pt x="160007" y="1074420"/>
                </a:lnTo>
                <a:lnTo>
                  <a:pt x="155435" y="1075944"/>
                </a:lnTo>
                <a:lnTo>
                  <a:pt x="146291" y="1075944"/>
                </a:lnTo>
                <a:lnTo>
                  <a:pt x="143243" y="1074420"/>
                </a:lnTo>
                <a:lnTo>
                  <a:pt x="131483" y="1047254"/>
                </a:lnTo>
                <a:lnTo>
                  <a:pt x="131419" y="1046353"/>
                </a:lnTo>
                <a:lnTo>
                  <a:pt x="131051" y="1040892"/>
                </a:lnTo>
                <a:lnTo>
                  <a:pt x="131051" y="1034796"/>
                </a:lnTo>
                <a:lnTo>
                  <a:pt x="137147" y="1022604"/>
                </a:lnTo>
                <a:lnTo>
                  <a:pt x="141719" y="1016508"/>
                </a:lnTo>
                <a:lnTo>
                  <a:pt x="144767" y="1013460"/>
                </a:lnTo>
                <a:lnTo>
                  <a:pt x="150863" y="1011936"/>
                </a:lnTo>
                <a:lnTo>
                  <a:pt x="155727" y="1010183"/>
                </a:lnTo>
                <a:lnTo>
                  <a:pt x="163436" y="1009269"/>
                </a:lnTo>
                <a:lnTo>
                  <a:pt x="175526" y="1008888"/>
                </a:lnTo>
                <a:lnTo>
                  <a:pt x="211823" y="1008888"/>
                </a:lnTo>
                <a:lnTo>
                  <a:pt x="230136" y="1046353"/>
                </a:lnTo>
                <a:lnTo>
                  <a:pt x="246303" y="1076515"/>
                </a:lnTo>
                <a:lnTo>
                  <a:pt x="272783" y="1115568"/>
                </a:lnTo>
                <a:lnTo>
                  <a:pt x="309651" y="1138288"/>
                </a:lnTo>
                <a:lnTo>
                  <a:pt x="323075" y="1139952"/>
                </a:lnTo>
                <a:lnTo>
                  <a:pt x="333705" y="1139075"/>
                </a:lnTo>
                <a:lnTo>
                  <a:pt x="368414" y="1109472"/>
                </a:lnTo>
                <a:lnTo>
                  <a:pt x="371843" y="1089660"/>
                </a:lnTo>
                <a:lnTo>
                  <a:pt x="371729" y="1088834"/>
                </a:lnTo>
                <a:lnTo>
                  <a:pt x="369277" y="1071041"/>
                </a:lnTo>
                <a:lnTo>
                  <a:pt x="367601" y="1066800"/>
                </a:lnTo>
                <a:lnTo>
                  <a:pt x="361556" y="1051560"/>
                </a:lnTo>
                <a:lnTo>
                  <a:pt x="348703" y="1030947"/>
                </a:lnTo>
                <a:lnTo>
                  <a:pt x="330695" y="1008888"/>
                </a:lnTo>
                <a:lnTo>
                  <a:pt x="340410" y="1006944"/>
                </a:lnTo>
                <a:lnTo>
                  <a:pt x="369557" y="979170"/>
                </a:lnTo>
                <a:lnTo>
                  <a:pt x="371271" y="970076"/>
                </a:lnTo>
                <a:lnTo>
                  <a:pt x="371843" y="960120"/>
                </a:lnTo>
                <a:close/>
              </a:path>
              <a:path extrusionOk="0" h="3693159" w="485140">
                <a:moveTo>
                  <a:pt x="371843" y="784860"/>
                </a:moveTo>
                <a:lnTo>
                  <a:pt x="368947" y="762571"/>
                </a:lnTo>
                <a:lnTo>
                  <a:pt x="360032" y="743712"/>
                </a:lnTo>
                <a:lnTo>
                  <a:pt x="344843" y="728281"/>
                </a:lnTo>
                <a:lnTo>
                  <a:pt x="323075" y="716280"/>
                </a:lnTo>
                <a:lnTo>
                  <a:pt x="316979" y="723900"/>
                </a:lnTo>
                <a:lnTo>
                  <a:pt x="327863" y="731901"/>
                </a:lnTo>
                <a:lnTo>
                  <a:pt x="335457" y="739902"/>
                </a:lnTo>
                <a:lnTo>
                  <a:pt x="339915" y="747903"/>
                </a:lnTo>
                <a:lnTo>
                  <a:pt x="341363" y="755904"/>
                </a:lnTo>
                <a:lnTo>
                  <a:pt x="341363" y="760476"/>
                </a:lnTo>
                <a:lnTo>
                  <a:pt x="300215" y="772668"/>
                </a:lnTo>
                <a:lnTo>
                  <a:pt x="146291" y="772668"/>
                </a:lnTo>
                <a:lnTo>
                  <a:pt x="146291" y="713232"/>
                </a:lnTo>
                <a:lnTo>
                  <a:pt x="120383" y="713232"/>
                </a:lnTo>
                <a:lnTo>
                  <a:pt x="120383" y="772668"/>
                </a:lnTo>
                <a:lnTo>
                  <a:pt x="28943" y="772668"/>
                </a:lnTo>
                <a:lnTo>
                  <a:pt x="28943" y="781812"/>
                </a:lnTo>
                <a:lnTo>
                  <a:pt x="74383" y="811822"/>
                </a:lnTo>
                <a:lnTo>
                  <a:pt x="113334" y="849630"/>
                </a:lnTo>
                <a:lnTo>
                  <a:pt x="137147" y="880872"/>
                </a:lnTo>
                <a:lnTo>
                  <a:pt x="146291" y="880872"/>
                </a:lnTo>
                <a:lnTo>
                  <a:pt x="146291" y="847344"/>
                </a:lnTo>
                <a:lnTo>
                  <a:pt x="298983" y="847305"/>
                </a:lnTo>
                <a:lnTo>
                  <a:pt x="313550" y="846963"/>
                </a:lnTo>
                <a:lnTo>
                  <a:pt x="352780" y="831875"/>
                </a:lnTo>
                <a:lnTo>
                  <a:pt x="371233" y="795985"/>
                </a:lnTo>
                <a:lnTo>
                  <a:pt x="371843" y="784860"/>
                </a:lnTo>
                <a:close/>
              </a:path>
              <a:path extrusionOk="0" h="3693159" w="485140">
                <a:moveTo>
                  <a:pt x="376415" y="423672"/>
                </a:moveTo>
                <a:lnTo>
                  <a:pt x="373824" y="396557"/>
                </a:lnTo>
                <a:lnTo>
                  <a:pt x="369735" y="384048"/>
                </a:lnTo>
                <a:lnTo>
                  <a:pt x="365937" y="372427"/>
                </a:lnTo>
                <a:lnTo>
                  <a:pt x="358127" y="360133"/>
                </a:lnTo>
                <a:lnTo>
                  <a:pt x="358127" y="416052"/>
                </a:lnTo>
                <a:lnTo>
                  <a:pt x="358127" y="432816"/>
                </a:lnTo>
                <a:lnTo>
                  <a:pt x="320027" y="458724"/>
                </a:lnTo>
                <a:lnTo>
                  <a:pt x="280390" y="461733"/>
                </a:lnTo>
                <a:lnTo>
                  <a:pt x="240957" y="461733"/>
                </a:lnTo>
                <a:lnTo>
                  <a:pt x="199186" y="460489"/>
                </a:lnTo>
                <a:lnTo>
                  <a:pt x="157721" y="454342"/>
                </a:lnTo>
                <a:lnTo>
                  <a:pt x="131051" y="432816"/>
                </a:lnTo>
                <a:lnTo>
                  <a:pt x="131051" y="416052"/>
                </a:lnTo>
                <a:lnTo>
                  <a:pt x="161531" y="390144"/>
                </a:lnTo>
                <a:lnTo>
                  <a:pt x="203111" y="384581"/>
                </a:lnTo>
                <a:lnTo>
                  <a:pt x="224015" y="384048"/>
                </a:lnTo>
                <a:lnTo>
                  <a:pt x="259473" y="384581"/>
                </a:lnTo>
                <a:lnTo>
                  <a:pt x="310388" y="387908"/>
                </a:lnTo>
                <a:lnTo>
                  <a:pt x="347129" y="399364"/>
                </a:lnTo>
                <a:lnTo>
                  <a:pt x="358127" y="416052"/>
                </a:lnTo>
                <a:lnTo>
                  <a:pt x="358127" y="360133"/>
                </a:lnTo>
                <a:lnTo>
                  <a:pt x="315226" y="321754"/>
                </a:lnTo>
                <a:lnTo>
                  <a:pt x="270738" y="308038"/>
                </a:lnTo>
                <a:lnTo>
                  <a:pt x="245351" y="306324"/>
                </a:lnTo>
                <a:lnTo>
                  <a:pt x="227380" y="307428"/>
                </a:lnTo>
                <a:lnTo>
                  <a:pt x="178295" y="321564"/>
                </a:lnTo>
                <a:lnTo>
                  <a:pt x="139293" y="351142"/>
                </a:lnTo>
                <a:lnTo>
                  <a:pt x="117182" y="392747"/>
                </a:lnTo>
                <a:lnTo>
                  <a:pt x="112763" y="423672"/>
                </a:lnTo>
                <a:lnTo>
                  <a:pt x="115316" y="449656"/>
                </a:lnTo>
                <a:lnTo>
                  <a:pt x="122859" y="472630"/>
                </a:lnTo>
                <a:lnTo>
                  <a:pt x="122986" y="472821"/>
                </a:lnTo>
                <a:lnTo>
                  <a:pt x="135267" y="492467"/>
                </a:lnTo>
                <a:lnTo>
                  <a:pt x="173583" y="522782"/>
                </a:lnTo>
                <a:lnTo>
                  <a:pt x="220548" y="537743"/>
                </a:lnTo>
                <a:lnTo>
                  <a:pt x="246875" y="539496"/>
                </a:lnTo>
                <a:lnTo>
                  <a:pt x="271792" y="537743"/>
                </a:lnTo>
                <a:lnTo>
                  <a:pt x="271564" y="537743"/>
                </a:lnTo>
                <a:lnTo>
                  <a:pt x="294881" y="532447"/>
                </a:lnTo>
                <a:lnTo>
                  <a:pt x="338315" y="510540"/>
                </a:lnTo>
                <a:lnTo>
                  <a:pt x="367080" y="472821"/>
                </a:lnTo>
                <a:lnTo>
                  <a:pt x="370560" y="461391"/>
                </a:lnTo>
                <a:lnTo>
                  <a:pt x="374116" y="449656"/>
                </a:lnTo>
                <a:lnTo>
                  <a:pt x="376415" y="423672"/>
                </a:lnTo>
                <a:close/>
              </a:path>
              <a:path extrusionOk="0" h="3693159" w="485140">
                <a:moveTo>
                  <a:pt x="376428" y="2456688"/>
                </a:moveTo>
                <a:lnTo>
                  <a:pt x="367423" y="2413190"/>
                </a:lnTo>
                <a:lnTo>
                  <a:pt x="336994" y="2376297"/>
                </a:lnTo>
                <a:lnTo>
                  <a:pt x="301752" y="2354580"/>
                </a:lnTo>
                <a:lnTo>
                  <a:pt x="295656" y="2363724"/>
                </a:lnTo>
                <a:lnTo>
                  <a:pt x="307098" y="2371471"/>
                </a:lnTo>
                <a:lnTo>
                  <a:pt x="316420" y="2378773"/>
                </a:lnTo>
                <a:lnTo>
                  <a:pt x="336245" y="2413901"/>
                </a:lnTo>
                <a:lnTo>
                  <a:pt x="336689" y="2420112"/>
                </a:lnTo>
                <a:lnTo>
                  <a:pt x="336588" y="2423972"/>
                </a:lnTo>
                <a:lnTo>
                  <a:pt x="315468" y="2467356"/>
                </a:lnTo>
                <a:lnTo>
                  <a:pt x="280987" y="2486025"/>
                </a:lnTo>
                <a:lnTo>
                  <a:pt x="236220" y="2493264"/>
                </a:lnTo>
                <a:lnTo>
                  <a:pt x="236220" y="2420112"/>
                </a:lnTo>
                <a:lnTo>
                  <a:pt x="236220" y="2354580"/>
                </a:lnTo>
                <a:lnTo>
                  <a:pt x="217932" y="2356434"/>
                </a:lnTo>
                <a:lnTo>
                  <a:pt x="217932" y="2420112"/>
                </a:lnTo>
                <a:lnTo>
                  <a:pt x="217932" y="2494788"/>
                </a:lnTo>
                <a:lnTo>
                  <a:pt x="208788" y="2494788"/>
                </a:lnTo>
                <a:lnTo>
                  <a:pt x="189992" y="2493911"/>
                </a:lnTo>
                <a:lnTo>
                  <a:pt x="144780" y="2479548"/>
                </a:lnTo>
                <a:lnTo>
                  <a:pt x="131064" y="2449068"/>
                </a:lnTo>
                <a:lnTo>
                  <a:pt x="132588" y="2444496"/>
                </a:lnTo>
                <a:lnTo>
                  <a:pt x="137160" y="2439924"/>
                </a:lnTo>
                <a:lnTo>
                  <a:pt x="141160" y="2435644"/>
                </a:lnTo>
                <a:lnTo>
                  <a:pt x="182689" y="2422017"/>
                </a:lnTo>
                <a:lnTo>
                  <a:pt x="217932" y="2420112"/>
                </a:lnTo>
                <a:lnTo>
                  <a:pt x="217932" y="2356434"/>
                </a:lnTo>
                <a:lnTo>
                  <a:pt x="161848" y="2372804"/>
                </a:lnTo>
                <a:lnTo>
                  <a:pt x="130797" y="2399563"/>
                </a:lnTo>
                <a:lnTo>
                  <a:pt x="112776" y="2450592"/>
                </a:lnTo>
                <a:lnTo>
                  <a:pt x="115074" y="2472842"/>
                </a:lnTo>
                <a:lnTo>
                  <a:pt x="133985" y="2512745"/>
                </a:lnTo>
                <a:lnTo>
                  <a:pt x="170637" y="2544724"/>
                </a:lnTo>
                <a:lnTo>
                  <a:pt x="219875" y="2561348"/>
                </a:lnTo>
                <a:lnTo>
                  <a:pt x="249936" y="2563368"/>
                </a:lnTo>
                <a:lnTo>
                  <a:pt x="273951" y="2561945"/>
                </a:lnTo>
                <a:lnTo>
                  <a:pt x="315722" y="2550515"/>
                </a:lnTo>
                <a:lnTo>
                  <a:pt x="352628" y="2524849"/>
                </a:lnTo>
                <a:lnTo>
                  <a:pt x="370154" y="2493264"/>
                </a:lnTo>
                <a:lnTo>
                  <a:pt x="373824" y="2482646"/>
                </a:lnTo>
                <a:lnTo>
                  <a:pt x="376428" y="2456688"/>
                </a:lnTo>
                <a:close/>
              </a:path>
              <a:path extrusionOk="0" h="3693159" w="485140">
                <a:moveTo>
                  <a:pt x="376428" y="1766316"/>
                </a:moveTo>
                <a:lnTo>
                  <a:pt x="367423" y="1722170"/>
                </a:lnTo>
                <a:lnTo>
                  <a:pt x="336994" y="1685925"/>
                </a:lnTo>
                <a:lnTo>
                  <a:pt x="301752" y="1664208"/>
                </a:lnTo>
                <a:lnTo>
                  <a:pt x="295656" y="1673352"/>
                </a:lnTo>
                <a:lnTo>
                  <a:pt x="307098" y="1681099"/>
                </a:lnTo>
                <a:lnTo>
                  <a:pt x="316420" y="1688401"/>
                </a:lnTo>
                <a:lnTo>
                  <a:pt x="336245" y="1723313"/>
                </a:lnTo>
                <a:lnTo>
                  <a:pt x="336689" y="1729740"/>
                </a:lnTo>
                <a:lnTo>
                  <a:pt x="336689" y="1732318"/>
                </a:lnTo>
                <a:lnTo>
                  <a:pt x="315468" y="1775460"/>
                </a:lnTo>
                <a:lnTo>
                  <a:pt x="280987" y="1794891"/>
                </a:lnTo>
                <a:lnTo>
                  <a:pt x="236220" y="1802892"/>
                </a:lnTo>
                <a:lnTo>
                  <a:pt x="236220" y="1729740"/>
                </a:lnTo>
                <a:lnTo>
                  <a:pt x="236220" y="1664208"/>
                </a:lnTo>
                <a:lnTo>
                  <a:pt x="217932" y="1666062"/>
                </a:lnTo>
                <a:lnTo>
                  <a:pt x="217932" y="1729740"/>
                </a:lnTo>
                <a:lnTo>
                  <a:pt x="217932" y="1804416"/>
                </a:lnTo>
                <a:lnTo>
                  <a:pt x="208788" y="1804416"/>
                </a:lnTo>
                <a:lnTo>
                  <a:pt x="189992" y="1803514"/>
                </a:lnTo>
                <a:lnTo>
                  <a:pt x="144780" y="1787652"/>
                </a:lnTo>
                <a:lnTo>
                  <a:pt x="131064" y="1764792"/>
                </a:lnTo>
                <a:lnTo>
                  <a:pt x="131064" y="1758696"/>
                </a:lnTo>
                <a:lnTo>
                  <a:pt x="132588" y="1754124"/>
                </a:lnTo>
                <a:lnTo>
                  <a:pt x="137160" y="1749552"/>
                </a:lnTo>
                <a:lnTo>
                  <a:pt x="141160" y="1745030"/>
                </a:lnTo>
                <a:lnTo>
                  <a:pt x="182689" y="1730883"/>
                </a:lnTo>
                <a:lnTo>
                  <a:pt x="217932" y="1729740"/>
                </a:lnTo>
                <a:lnTo>
                  <a:pt x="217932" y="1666062"/>
                </a:lnTo>
                <a:lnTo>
                  <a:pt x="161848" y="1682432"/>
                </a:lnTo>
                <a:lnTo>
                  <a:pt x="130771" y="1709000"/>
                </a:lnTo>
                <a:lnTo>
                  <a:pt x="112776" y="1760220"/>
                </a:lnTo>
                <a:lnTo>
                  <a:pt x="115074" y="1782254"/>
                </a:lnTo>
                <a:lnTo>
                  <a:pt x="133985" y="1821738"/>
                </a:lnTo>
                <a:lnTo>
                  <a:pt x="170637" y="1854352"/>
                </a:lnTo>
                <a:lnTo>
                  <a:pt x="219875" y="1870976"/>
                </a:lnTo>
                <a:lnTo>
                  <a:pt x="249936" y="1872996"/>
                </a:lnTo>
                <a:lnTo>
                  <a:pt x="273951" y="1871573"/>
                </a:lnTo>
                <a:lnTo>
                  <a:pt x="315722" y="1860143"/>
                </a:lnTo>
                <a:lnTo>
                  <a:pt x="352628" y="1834476"/>
                </a:lnTo>
                <a:lnTo>
                  <a:pt x="370217" y="1802701"/>
                </a:lnTo>
                <a:lnTo>
                  <a:pt x="373824" y="1792274"/>
                </a:lnTo>
                <a:lnTo>
                  <a:pt x="376428" y="1766316"/>
                </a:lnTo>
                <a:close/>
              </a:path>
              <a:path extrusionOk="0" h="3693159" w="485140">
                <a:moveTo>
                  <a:pt x="484632" y="2889491"/>
                </a:moveTo>
                <a:lnTo>
                  <a:pt x="475488" y="2889491"/>
                </a:lnTo>
                <a:lnTo>
                  <a:pt x="475488" y="2910840"/>
                </a:lnTo>
                <a:lnTo>
                  <a:pt x="472440" y="2913888"/>
                </a:lnTo>
                <a:lnTo>
                  <a:pt x="470916" y="2918460"/>
                </a:lnTo>
                <a:lnTo>
                  <a:pt x="467868" y="2921508"/>
                </a:lnTo>
                <a:lnTo>
                  <a:pt x="463296" y="2923032"/>
                </a:lnTo>
                <a:lnTo>
                  <a:pt x="459003" y="2924797"/>
                </a:lnTo>
                <a:lnTo>
                  <a:pt x="453009" y="2925699"/>
                </a:lnTo>
                <a:lnTo>
                  <a:pt x="445287" y="2926042"/>
                </a:lnTo>
                <a:lnTo>
                  <a:pt x="344474" y="2926042"/>
                </a:lnTo>
                <a:lnTo>
                  <a:pt x="351853" y="2919222"/>
                </a:lnTo>
                <a:lnTo>
                  <a:pt x="358140" y="2912364"/>
                </a:lnTo>
                <a:lnTo>
                  <a:pt x="375856" y="2870581"/>
                </a:lnTo>
                <a:lnTo>
                  <a:pt x="375958" y="2868676"/>
                </a:lnTo>
                <a:lnTo>
                  <a:pt x="376047" y="2867025"/>
                </a:lnTo>
                <a:lnTo>
                  <a:pt x="376415" y="2860459"/>
                </a:lnTo>
                <a:lnTo>
                  <a:pt x="376301" y="2858668"/>
                </a:lnTo>
                <a:lnTo>
                  <a:pt x="376224" y="2857500"/>
                </a:lnTo>
                <a:lnTo>
                  <a:pt x="375539" y="2846882"/>
                </a:lnTo>
                <a:lnTo>
                  <a:pt x="361188" y="2808732"/>
                </a:lnTo>
                <a:lnTo>
                  <a:pt x="348996" y="2795625"/>
                </a:lnTo>
                <a:lnTo>
                  <a:pt x="348996" y="2877312"/>
                </a:lnTo>
                <a:lnTo>
                  <a:pt x="346989" y="2890507"/>
                </a:lnTo>
                <a:lnTo>
                  <a:pt x="340995" y="2902839"/>
                </a:lnTo>
                <a:lnTo>
                  <a:pt x="330987" y="2914612"/>
                </a:lnTo>
                <a:lnTo>
                  <a:pt x="317042" y="2926042"/>
                </a:lnTo>
                <a:lnTo>
                  <a:pt x="184302" y="2926042"/>
                </a:lnTo>
                <a:lnTo>
                  <a:pt x="167271" y="2917253"/>
                </a:lnTo>
                <a:lnTo>
                  <a:pt x="154876" y="2906839"/>
                </a:lnTo>
                <a:lnTo>
                  <a:pt x="147320" y="2895015"/>
                </a:lnTo>
                <a:lnTo>
                  <a:pt x="144780" y="2881884"/>
                </a:lnTo>
                <a:lnTo>
                  <a:pt x="145897" y="2874175"/>
                </a:lnTo>
                <a:lnTo>
                  <a:pt x="175564" y="2848216"/>
                </a:lnTo>
                <a:lnTo>
                  <a:pt x="219621" y="2840317"/>
                </a:lnTo>
                <a:lnTo>
                  <a:pt x="249936" y="2839212"/>
                </a:lnTo>
                <a:lnTo>
                  <a:pt x="278460" y="2840075"/>
                </a:lnTo>
                <a:lnTo>
                  <a:pt x="320446" y="2846882"/>
                </a:lnTo>
                <a:lnTo>
                  <a:pt x="348996" y="2877312"/>
                </a:lnTo>
                <a:lnTo>
                  <a:pt x="348996" y="2795625"/>
                </a:lnTo>
                <a:lnTo>
                  <a:pt x="312420" y="2773680"/>
                </a:lnTo>
                <a:lnTo>
                  <a:pt x="262699" y="2762326"/>
                </a:lnTo>
                <a:lnTo>
                  <a:pt x="243840" y="2761488"/>
                </a:lnTo>
                <a:lnTo>
                  <a:pt x="226733" y="2762326"/>
                </a:lnTo>
                <a:lnTo>
                  <a:pt x="178308" y="2773680"/>
                </a:lnTo>
                <a:lnTo>
                  <a:pt x="140157" y="2797264"/>
                </a:lnTo>
                <a:lnTo>
                  <a:pt x="117348" y="2831211"/>
                </a:lnTo>
                <a:lnTo>
                  <a:pt x="112776" y="2857500"/>
                </a:lnTo>
                <a:lnTo>
                  <a:pt x="112864" y="2858668"/>
                </a:lnTo>
                <a:lnTo>
                  <a:pt x="126492" y="2900172"/>
                </a:lnTo>
                <a:lnTo>
                  <a:pt x="153847" y="2926042"/>
                </a:lnTo>
                <a:lnTo>
                  <a:pt x="120396" y="2926042"/>
                </a:lnTo>
                <a:lnTo>
                  <a:pt x="120396" y="3031236"/>
                </a:lnTo>
                <a:lnTo>
                  <a:pt x="129540" y="3031236"/>
                </a:lnTo>
                <a:lnTo>
                  <a:pt x="130962" y="3022930"/>
                </a:lnTo>
                <a:lnTo>
                  <a:pt x="132969" y="3016186"/>
                </a:lnTo>
                <a:lnTo>
                  <a:pt x="172212" y="3000756"/>
                </a:lnTo>
                <a:lnTo>
                  <a:pt x="434340" y="3000756"/>
                </a:lnTo>
                <a:lnTo>
                  <a:pt x="473202" y="3016758"/>
                </a:lnTo>
                <a:lnTo>
                  <a:pt x="475488" y="3031236"/>
                </a:lnTo>
                <a:lnTo>
                  <a:pt x="484632" y="3031236"/>
                </a:lnTo>
                <a:lnTo>
                  <a:pt x="484632" y="3000756"/>
                </a:lnTo>
                <a:lnTo>
                  <a:pt x="484632" y="2889491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6" name="Google Shape;6186;p96"/>
          <p:cNvSpPr/>
          <p:nvPr/>
        </p:nvSpPr>
        <p:spPr>
          <a:xfrm>
            <a:off x="646176" y="2691384"/>
            <a:ext cx="484505" cy="2162810"/>
          </a:xfrm>
          <a:custGeom>
            <a:rect b="b" l="l" r="r" t="t"/>
            <a:pathLst>
              <a:path extrusionOk="0" h="2162810" w="484505">
                <a:moveTo>
                  <a:pt x="82296" y="502920"/>
                </a:moveTo>
                <a:lnTo>
                  <a:pt x="64719" y="468210"/>
                </a:lnTo>
                <a:lnTo>
                  <a:pt x="41148" y="461772"/>
                </a:lnTo>
                <a:lnTo>
                  <a:pt x="33401" y="462394"/>
                </a:lnTo>
                <a:lnTo>
                  <a:pt x="3238" y="486727"/>
                </a:lnTo>
                <a:lnTo>
                  <a:pt x="0" y="502920"/>
                </a:lnTo>
                <a:lnTo>
                  <a:pt x="825" y="510882"/>
                </a:lnTo>
                <a:lnTo>
                  <a:pt x="26098" y="540829"/>
                </a:lnTo>
                <a:lnTo>
                  <a:pt x="41148" y="544068"/>
                </a:lnTo>
                <a:lnTo>
                  <a:pt x="49758" y="543242"/>
                </a:lnTo>
                <a:lnTo>
                  <a:pt x="79819" y="518541"/>
                </a:lnTo>
                <a:lnTo>
                  <a:pt x="82296" y="502920"/>
                </a:lnTo>
                <a:close/>
              </a:path>
              <a:path extrusionOk="0" h="2162810" w="484505">
                <a:moveTo>
                  <a:pt x="368808" y="1636776"/>
                </a:moveTo>
                <a:lnTo>
                  <a:pt x="359664" y="1636776"/>
                </a:lnTo>
                <a:lnTo>
                  <a:pt x="359664" y="1647444"/>
                </a:lnTo>
                <a:lnTo>
                  <a:pt x="358140" y="1653540"/>
                </a:lnTo>
                <a:lnTo>
                  <a:pt x="356616" y="1658112"/>
                </a:lnTo>
                <a:lnTo>
                  <a:pt x="353568" y="1662684"/>
                </a:lnTo>
                <a:lnTo>
                  <a:pt x="350520" y="1665732"/>
                </a:lnTo>
                <a:lnTo>
                  <a:pt x="345948" y="1667256"/>
                </a:lnTo>
                <a:lnTo>
                  <a:pt x="342900" y="1668780"/>
                </a:lnTo>
                <a:lnTo>
                  <a:pt x="310896" y="1668780"/>
                </a:lnTo>
                <a:lnTo>
                  <a:pt x="254508" y="1670304"/>
                </a:lnTo>
                <a:lnTo>
                  <a:pt x="238810" y="1669732"/>
                </a:lnTo>
                <a:lnTo>
                  <a:pt x="196596" y="1661160"/>
                </a:lnTo>
                <a:lnTo>
                  <a:pt x="164592" y="1635252"/>
                </a:lnTo>
                <a:lnTo>
                  <a:pt x="164592" y="1627632"/>
                </a:lnTo>
                <a:lnTo>
                  <a:pt x="166116" y="1626108"/>
                </a:lnTo>
                <a:lnTo>
                  <a:pt x="166116" y="1623060"/>
                </a:lnTo>
                <a:lnTo>
                  <a:pt x="167640" y="1623060"/>
                </a:lnTo>
                <a:lnTo>
                  <a:pt x="170688" y="1618488"/>
                </a:lnTo>
                <a:lnTo>
                  <a:pt x="175260" y="1612392"/>
                </a:lnTo>
                <a:lnTo>
                  <a:pt x="179019" y="1606664"/>
                </a:lnTo>
                <a:lnTo>
                  <a:pt x="181356" y="1600771"/>
                </a:lnTo>
                <a:lnTo>
                  <a:pt x="182537" y="1594612"/>
                </a:lnTo>
                <a:lnTo>
                  <a:pt x="182880" y="1588008"/>
                </a:lnTo>
                <a:lnTo>
                  <a:pt x="182880" y="1580388"/>
                </a:lnTo>
                <a:lnTo>
                  <a:pt x="147828" y="1559052"/>
                </a:lnTo>
                <a:lnTo>
                  <a:pt x="140131" y="1559623"/>
                </a:lnTo>
                <a:lnTo>
                  <a:pt x="112776" y="1581912"/>
                </a:lnTo>
                <a:lnTo>
                  <a:pt x="112776" y="1591056"/>
                </a:lnTo>
                <a:lnTo>
                  <a:pt x="126492" y="1627632"/>
                </a:lnTo>
                <a:lnTo>
                  <a:pt x="159067" y="1658289"/>
                </a:lnTo>
                <a:lnTo>
                  <a:pt x="176784" y="1670304"/>
                </a:lnTo>
                <a:lnTo>
                  <a:pt x="120396" y="1670304"/>
                </a:lnTo>
                <a:lnTo>
                  <a:pt x="120396" y="1770888"/>
                </a:lnTo>
                <a:lnTo>
                  <a:pt x="129540" y="1770888"/>
                </a:lnTo>
                <a:lnTo>
                  <a:pt x="131064" y="1763268"/>
                </a:lnTo>
                <a:lnTo>
                  <a:pt x="132588" y="1757172"/>
                </a:lnTo>
                <a:lnTo>
                  <a:pt x="135636" y="1754124"/>
                </a:lnTo>
                <a:lnTo>
                  <a:pt x="137160" y="1751076"/>
                </a:lnTo>
                <a:lnTo>
                  <a:pt x="141732" y="1748028"/>
                </a:lnTo>
                <a:lnTo>
                  <a:pt x="173736" y="1743456"/>
                </a:lnTo>
                <a:lnTo>
                  <a:pt x="310896" y="1743456"/>
                </a:lnTo>
                <a:lnTo>
                  <a:pt x="352044" y="1749552"/>
                </a:lnTo>
                <a:lnTo>
                  <a:pt x="359664" y="1760220"/>
                </a:lnTo>
                <a:lnTo>
                  <a:pt x="359664" y="1770888"/>
                </a:lnTo>
                <a:lnTo>
                  <a:pt x="368808" y="1770888"/>
                </a:lnTo>
                <a:lnTo>
                  <a:pt x="368808" y="1636776"/>
                </a:lnTo>
                <a:close/>
              </a:path>
              <a:path extrusionOk="0" h="2162810" w="484505">
                <a:moveTo>
                  <a:pt x="368808" y="435864"/>
                </a:moveTo>
                <a:lnTo>
                  <a:pt x="359664" y="435864"/>
                </a:lnTo>
                <a:lnTo>
                  <a:pt x="359105" y="444182"/>
                </a:lnTo>
                <a:lnTo>
                  <a:pt x="357568" y="450913"/>
                </a:lnTo>
                <a:lnTo>
                  <a:pt x="316992" y="466344"/>
                </a:lnTo>
                <a:lnTo>
                  <a:pt x="120396" y="466344"/>
                </a:lnTo>
                <a:lnTo>
                  <a:pt x="120396" y="571500"/>
                </a:lnTo>
                <a:lnTo>
                  <a:pt x="129540" y="571500"/>
                </a:lnTo>
                <a:lnTo>
                  <a:pt x="130975" y="563168"/>
                </a:lnTo>
                <a:lnTo>
                  <a:pt x="132969" y="556450"/>
                </a:lnTo>
                <a:lnTo>
                  <a:pt x="160756" y="541312"/>
                </a:lnTo>
                <a:lnTo>
                  <a:pt x="161429" y="541312"/>
                </a:lnTo>
                <a:lnTo>
                  <a:pt x="172212" y="541020"/>
                </a:lnTo>
                <a:lnTo>
                  <a:pt x="316992" y="541020"/>
                </a:lnTo>
                <a:lnTo>
                  <a:pt x="329298" y="541312"/>
                </a:lnTo>
                <a:lnTo>
                  <a:pt x="357416" y="556450"/>
                </a:lnTo>
                <a:lnTo>
                  <a:pt x="359092" y="563168"/>
                </a:lnTo>
                <a:lnTo>
                  <a:pt x="359664" y="571500"/>
                </a:lnTo>
                <a:lnTo>
                  <a:pt x="368808" y="571500"/>
                </a:lnTo>
                <a:lnTo>
                  <a:pt x="368808" y="541020"/>
                </a:lnTo>
                <a:lnTo>
                  <a:pt x="368808" y="435864"/>
                </a:lnTo>
                <a:close/>
              </a:path>
              <a:path extrusionOk="0" h="2162810" w="484505">
                <a:moveTo>
                  <a:pt x="371843" y="1863852"/>
                </a:moveTo>
                <a:lnTo>
                  <a:pt x="368947" y="1841563"/>
                </a:lnTo>
                <a:lnTo>
                  <a:pt x="360032" y="1822704"/>
                </a:lnTo>
                <a:lnTo>
                  <a:pt x="344843" y="1807273"/>
                </a:lnTo>
                <a:lnTo>
                  <a:pt x="323075" y="1795272"/>
                </a:lnTo>
                <a:lnTo>
                  <a:pt x="316979" y="1802892"/>
                </a:lnTo>
                <a:lnTo>
                  <a:pt x="327863" y="1810893"/>
                </a:lnTo>
                <a:lnTo>
                  <a:pt x="335457" y="1818894"/>
                </a:lnTo>
                <a:lnTo>
                  <a:pt x="339915" y="1826895"/>
                </a:lnTo>
                <a:lnTo>
                  <a:pt x="341363" y="1834896"/>
                </a:lnTo>
                <a:lnTo>
                  <a:pt x="341363" y="1839468"/>
                </a:lnTo>
                <a:lnTo>
                  <a:pt x="338315" y="1842516"/>
                </a:lnTo>
                <a:lnTo>
                  <a:pt x="335267" y="1847088"/>
                </a:lnTo>
                <a:lnTo>
                  <a:pt x="300215" y="1851660"/>
                </a:lnTo>
                <a:lnTo>
                  <a:pt x="146291" y="1851660"/>
                </a:lnTo>
                <a:lnTo>
                  <a:pt x="146291" y="1792224"/>
                </a:lnTo>
                <a:lnTo>
                  <a:pt x="120383" y="1792224"/>
                </a:lnTo>
                <a:lnTo>
                  <a:pt x="120383" y="1851660"/>
                </a:lnTo>
                <a:lnTo>
                  <a:pt x="28943" y="1851660"/>
                </a:lnTo>
                <a:lnTo>
                  <a:pt x="28943" y="1860804"/>
                </a:lnTo>
                <a:lnTo>
                  <a:pt x="74383" y="1890814"/>
                </a:lnTo>
                <a:lnTo>
                  <a:pt x="113334" y="1928622"/>
                </a:lnTo>
                <a:lnTo>
                  <a:pt x="137147" y="1959864"/>
                </a:lnTo>
                <a:lnTo>
                  <a:pt x="146291" y="1959864"/>
                </a:lnTo>
                <a:lnTo>
                  <a:pt x="146291" y="1926336"/>
                </a:lnTo>
                <a:lnTo>
                  <a:pt x="298983" y="1926297"/>
                </a:lnTo>
                <a:lnTo>
                  <a:pt x="313550" y="1925955"/>
                </a:lnTo>
                <a:lnTo>
                  <a:pt x="352780" y="1910651"/>
                </a:lnTo>
                <a:lnTo>
                  <a:pt x="371233" y="1874977"/>
                </a:lnTo>
                <a:lnTo>
                  <a:pt x="371843" y="1863852"/>
                </a:lnTo>
                <a:close/>
              </a:path>
              <a:path extrusionOk="0" h="2162810" w="484505">
                <a:moveTo>
                  <a:pt x="371843" y="1348740"/>
                </a:moveTo>
                <a:lnTo>
                  <a:pt x="357543" y="1308354"/>
                </a:lnTo>
                <a:lnTo>
                  <a:pt x="333743" y="1287780"/>
                </a:lnTo>
                <a:lnTo>
                  <a:pt x="329171" y="1295400"/>
                </a:lnTo>
                <a:lnTo>
                  <a:pt x="333743" y="1299972"/>
                </a:lnTo>
                <a:lnTo>
                  <a:pt x="335267" y="1304544"/>
                </a:lnTo>
                <a:lnTo>
                  <a:pt x="335267" y="1315212"/>
                </a:lnTo>
                <a:lnTo>
                  <a:pt x="330695" y="1319784"/>
                </a:lnTo>
                <a:lnTo>
                  <a:pt x="327647" y="1319784"/>
                </a:lnTo>
                <a:lnTo>
                  <a:pt x="327647" y="1426464"/>
                </a:lnTo>
                <a:lnTo>
                  <a:pt x="327647" y="1435608"/>
                </a:lnTo>
                <a:lnTo>
                  <a:pt x="326123" y="1441704"/>
                </a:lnTo>
                <a:lnTo>
                  <a:pt x="321551" y="1446276"/>
                </a:lnTo>
                <a:lnTo>
                  <a:pt x="315493" y="1450835"/>
                </a:lnTo>
                <a:lnTo>
                  <a:pt x="307835" y="1453896"/>
                </a:lnTo>
                <a:lnTo>
                  <a:pt x="300215" y="1453896"/>
                </a:lnTo>
                <a:lnTo>
                  <a:pt x="260121" y="1434998"/>
                </a:lnTo>
                <a:lnTo>
                  <a:pt x="230111" y="1395984"/>
                </a:lnTo>
                <a:lnTo>
                  <a:pt x="312407" y="1395984"/>
                </a:lnTo>
                <a:lnTo>
                  <a:pt x="319290" y="1404823"/>
                </a:lnTo>
                <a:lnTo>
                  <a:pt x="324027" y="1412938"/>
                </a:lnTo>
                <a:lnTo>
                  <a:pt x="326771" y="1420202"/>
                </a:lnTo>
                <a:lnTo>
                  <a:pt x="327647" y="1426464"/>
                </a:lnTo>
                <a:lnTo>
                  <a:pt x="327647" y="1319784"/>
                </a:lnTo>
                <a:lnTo>
                  <a:pt x="324599" y="1321308"/>
                </a:lnTo>
                <a:lnTo>
                  <a:pt x="210299" y="1321308"/>
                </a:lnTo>
                <a:lnTo>
                  <a:pt x="192582" y="1321600"/>
                </a:lnTo>
                <a:lnTo>
                  <a:pt x="152006" y="1329296"/>
                </a:lnTo>
                <a:lnTo>
                  <a:pt x="121767" y="1362964"/>
                </a:lnTo>
                <a:lnTo>
                  <a:pt x="112763" y="1408176"/>
                </a:lnTo>
                <a:lnTo>
                  <a:pt x="112890" y="1411224"/>
                </a:lnTo>
                <a:lnTo>
                  <a:pt x="112966" y="1412938"/>
                </a:lnTo>
                <a:lnTo>
                  <a:pt x="113080" y="1415796"/>
                </a:lnTo>
                <a:lnTo>
                  <a:pt x="113182" y="1418272"/>
                </a:lnTo>
                <a:lnTo>
                  <a:pt x="113258" y="1420202"/>
                </a:lnTo>
                <a:lnTo>
                  <a:pt x="113360" y="1422781"/>
                </a:lnTo>
                <a:lnTo>
                  <a:pt x="115239" y="1436941"/>
                </a:lnTo>
                <a:lnTo>
                  <a:pt x="115366" y="1437449"/>
                </a:lnTo>
                <a:lnTo>
                  <a:pt x="118554" y="1450835"/>
                </a:lnTo>
                <a:lnTo>
                  <a:pt x="123431" y="1464564"/>
                </a:lnTo>
                <a:lnTo>
                  <a:pt x="149339" y="1505712"/>
                </a:lnTo>
                <a:lnTo>
                  <a:pt x="185915" y="1520952"/>
                </a:lnTo>
                <a:lnTo>
                  <a:pt x="192519" y="1520367"/>
                </a:lnTo>
                <a:lnTo>
                  <a:pt x="218871" y="1489925"/>
                </a:lnTo>
                <a:lnTo>
                  <a:pt x="218986" y="1488262"/>
                </a:lnTo>
                <a:lnTo>
                  <a:pt x="219100" y="1486649"/>
                </a:lnTo>
                <a:lnTo>
                  <a:pt x="204165" y="1450835"/>
                </a:lnTo>
                <a:lnTo>
                  <a:pt x="196583" y="1446276"/>
                </a:lnTo>
                <a:lnTo>
                  <a:pt x="181343" y="1446276"/>
                </a:lnTo>
                <a:lnTo>
                  <a:pt x="173774" y="1450835"/>
                </a:lnTo>
                <a:lnTo>
                  <a:pt x="164579" y="1456944"/>
                </a:lnTo>
                <a:lnTo>
                  <a:pt x="160007" y="1461516"/>
                </a:lnTo>
                <a:lnTo>
                  <a:pt x="155435" y="1464564"/>
                </a:lnTo>
                <a:lnTo>
                  <a:pt x="146291" y="1464564"/>
                </a:lnTo>
                <a:lnTo>
                  <a:pt x="143243" y="1461516"/>
                </a:lnTo>
                <a:lnTo>
                  <a:pt x="140195" y="1456944"/>
                </a:lnTo>
                <a:lnTo>
                  <a:pt x="136194" y="1451597"/>
                </a:lnTo>
                <a:lnTo>
                  <a:pt x="136131" y="1451419"/>
                </a:lnTo>
                <a:lnTo>
                  <a:pt x="133337" y="1444942"/>
                </a:lnTo>
                <a:lnTo>
                  <a:pt x="131622" y="1437449"/>
                </a:lnTo>
                <a:lnTo>
                  <a:pt x="131597" y="1436941"/>
                </a:lnTo>
                <a:lnTo>
                  <a:pt x="131495" y="1435608"/>
                </a:lnTo>
                <a:lnTo>
                  <a:pt x="131457" y="1434998"/>
                </a:lnTo>
                <a:lnTo>
                  <a:pt x="131343" y="1433449"/>
                </a:lnTo>
                <a:lnTo>
                  <a:pt x="131051" y="1429512"/>
                </a:lnTo>
                <a:lnTo>
                  <a:pt x="131051" y="1421892"/>
                </a:lnTo>
                <a:lnTo>
                  <a:pt x="163436" y="1396936"/>
                </a:lnTo>
                <a:lnTo>
                  <a:pt x="187439" y="1395984"/>
                </a:lnTo>
                <a:lnTo>
                  <a:pt x="211823" y="1395984"/>
                </a:lnTo>
                <a:lnTo>
                  <a:pt x="230136" y="1433449"/>
                </a:lnTo>
                <a:lnTo>
                  <a:pt x="246303" y="1463611"/>
                </a:lnTo>
                <a:lnTo>
                  <a:pt x="272783" y="1502664"/>
                </a:lnTo>
                <a:lnTo>
                  <a:pt x="309651" y="1525600"/>
                </a:lnTo>
                <a:lnTo>
                  <a:pt x="323075" y="1527048"/>
                </a:lnTo>
                <a:lnTo>
                  <a:pt x="333705" y="1526197"/>
                </a:lnTo>
                <a:lnTo>
                  <a:pt x="368414" y="1497520"/>
                </a:lnTo>
                <a:lnTo>
                  <a:pt x="371132" y="1486649"/>
                </a:lnTo>
                <a:lnTo>
                  <a:pt x="371843" y="1478280"/>
                </a:lnTo>
                <a:lnTo>
                  <a:pt x="369277" y="1459420"/>
                </a:lnTo>
                <a:lnTo>
                  <a:pt x="367144" y="1453896"/>
                </a:lnTo>
                <a:lnTo>
                  <a:pt x="361556" y="1439418"/>
                </a:lnTo>
                <a:lnTo>
                  <a:pt x="348703" y="1418272"/>
                </a:lnTo>
                <a:lnTo>
                  <a:pt x="330695" y="1395984"/>
                </a:lnTo>
                <a:lnTo>
                  <a:pt x="340410" y="1394269"/>
                </a:lnTo>
                <a:lnTo>
                  <a:pt x="369557" y="1367218"/>
                </a:lnTo>
                <a:lnTo>
                  <a:pt x="371271" y="1358480"/>
                </a:lnTo>
                <a:lnTo>
                  <a:pt x="371843" y="1348740"/>
                </a:lnTo>
                <a:close/>
              </a:path>
              <a:path extrusionOk="0" h="2162810" w="484505">
                <a:moveTo>
                  <a:pt x="371843" y="1173480"/>
                </a:moveTo>
                <a:lnTo>
                  <a:pt x="368947" y="1151191"/>
                </a:lnTo>
                <a:lnTo>
                  <a:pt x="360032" y="1132332"/>
                </a:lnTo>
                <a:lnTo>
                  <a:pt x="344843" y="1116901"/>
                </a:lnTo>
                <a:lnTo>
                  <a:pt x="323075" y="1104900"/>
                </a:lnTo>
                <a:lnTo>
                  <a:pt x="316979" y="1112520"/>
                </a:lnTo>
                <a:lnTo>
                  <a:pt x="327863" y="1119644"/>
                </a:lnTo>
                <a:lnTo>
                  <a:pt x="335457" y="1127188"/>
                </a:lnTo>
                <a:lnTo>
                  <a:pt x="339915" y="1135024"/>
                </a:lnTo>
                <a:lnTo>
                  <a:pt x="341363" y="1143000"/>
                </a:lnTo>
                <a:lnTo>
                  <a:pt x="341363" y="1149096"/>
                </a:lnTo>
                <a:lnTo>
                  <a:pt x="332219" y="1158240"/>
                </a:lnTo>
                <a:lnTo>
                  <a:pt x="327647" y="1158240"/>
                </a:lnTo>
                <a:lnTo>
                  <a:pt x="324015" y="1159370"/>
                </a:lnTo>
                <a:lnTo>
                  <a:pt x="317931" y="1160335"/>
                </a:lnTo>
                <a:lnTo>
                  <a:pt x="309867" y="1161034"/>
                </a:lnTo>
                <a:lnTo>
                  <a:pt x="300215" y="1161288"/>
                </a:lnTo>
                <a:lnTo>
                  <a:pt x="146291" y="1161288"/>
                </a:lnTo>
                <a:lnTo>
                  <a:pt x="146291" y="1101852"/>
                </a:lnTo>
                <a:lnTo>
                  <a:pt x="120383" y="1101852"/>
                </a:lnTo>
                <a:lnTo>
                  <a:pt x="120383" y="1161288"/>
                </a:lnTo>
                <a:lnTo>
                  <a:pt x="28943" y="1161288"/>
                </a:lnTo>
                <a:lnTo>
                  <a:pt x="28943" y="1170432"/>
                </a:lnTo>
                <a:lnTo>
                  <a:pt x="74383" y="1199578"/>
                </a:lnTo>
                <a:lnTo>
                  <a:pt x="113334" y="1237678"/>
                </a:lnTo>
                <a:lnTo>
                  <a:pt x="137147" y="1269492"/>
                </a:lnTo>
                <a:lnTo>
                  <a:pt x="146291" y="1269492"/>
                </a:lnTo>
                <a:lnTo>
                  <a:pt x="146291" y="1235964"/>
                </a:lnTo>
                <a:lnTo>
                  <a:pt x="280403" y="1235964"/>
                </a:lnTo>
                <a:lnTo>
                  <a:pt x="298983" y="1235710"/>
                </a:lnTo>
                <a:lnTo>
                  <a:pt x="338442" y="1230045"/>
                </a:lnTo>
                <a:lnTo>
                  <a:pt x="369176" y="1195006"/>
                </a:lnTo>
                <a:lnTo>
                  <a:pt x="371233" y="1184605"/>
                </a:lnTo>
                <a:lnTo>
                  <a:pt x="371843" y="1173480"/>
                </a:lnTo>
                <a:close/>
              </a:path>
              <a:path extrusionOk="0" h="2162810" w="484505">
                <a:moveTo>
                  <a:pt x="376326" y="966216"/>
                </a:moveTo>
                <a:lnTo>
                  <a:pt x="367423" y="924242"/>
                </a:lnTo>
                <a:lnTo>
                  <a:pt x="336994" y="887349"/>
                </a:lnTo>
                <a:lnTo>
                  <a:pt x="301752" y="865632"/>
                </a:lnTo>
                <a:lnTo>
                  <a:pt x="295656" y="874776"/>
                </a:lnTo>
                <a:lnTo>
                  <a:pt x="307098" y="882523"/>
                </a:lnTo>
                <a:lnTo>
                  <a:pt x="316420" y="889825"/>
                </a:lnTo>
                <a:lnTo>
                  <a:pt x="336245" y="924953"/>
                </a:lnTo>
                <a:lnTo>
                  <a:pt x="336689" y="931164"/>
                </a:lnTo>
                <a:lnTo>
                  <a:pt x="336638" y="934389"/>
                </a:lnTo>
                <a:lnTo>
                  <a:pt x="315468" y="978408"/>
                </a:lnTo>
                <a:lnTo>
                  <a:pt x="280987" y="996505"/>
                </a:lnTo>
                <a:lnTo>
                  <a:pt x="236220" y="1004316"/>
                </a:lnTo>
                <a:lnTo>
                  <a:pt x="236220" y="931164"/>
                </a:lnTo>
                <a:lnTo>
                  <a:pt x="236220" y="865632"/>
                </a:lnTo>
                <a:lnTo>
                  <a:pt x="217932" y="867486"/>
                </a:lnTo>
                <a:lnTo>
                  <a:pt x="217932" y="931164"/>
                </a:lnTo>
                <a:lnTo>
                  <a:pt x="217932" y="1005840"/>
                </a:lnTo>
                <a:lnTo>
                  <a:pt x="208788" y="1005840"/>
                </a:lnTo>
                <a:lnTo>
                  <a:pt x="189992" y="1004963"/>
                </a:lnTo>
                <a:lnTo>
                  <a:pt x="144780" y="990600"/>
                </a:lnTo>
                <a:lnTo>
                  <a:pt x="131064" y="966216"/>
                </a:lnTo>
                <a:lnTo>
                  <a:pt x="131064" y="960120"/>
                </a:lnTo>
                <a:lnTo>
                  <a:pt x="132588" y="955548"/>
                </a:lnTo>
                <a:lnTo>
                  <a:pt x="137160" y="950976"/>
                </a:lnTo>
                <a:lnTo>
                  <a:pt x="141160" y="946696"/>
                </a:lnTo>
                <a:lnTo>
                  <a:pt x="182689" y="932497"/>
                </a:lnTo>
                <a:lnTo>
                  <a:pt x="217932" y="931164"/>
                </a:lnTo>
                <a:lnTo>
                  <a:pt x="217932" y="867486"/>
                </a:lnTo>
                <a:lnTo>
                  <a:pt x="161848" y="883856"/>
                </a:lnTo>
                <a:lnTo>
                  <a:pt x="130797" y="910615"/>
                </a:lnTo>
                <a:lnTo>
                  <a:pt x="112776" y="961644"/>
                </a:lnTo>
                <a:lnTo>
                  <a:pt x="115074" y="983678"/>
                </a:lnTo>
                <a:lnTo>
                  <a:pt x="133985" y="1023162"/>
                </a:lnTo>
                <a:lnTo>
                  <a:pt x="170637" y="1055776"/>
                </a:lnTo>
                <a:lnTo>
                  <a:pt x="219875" y="1072400"/>
                </a:lnTo>
                <a:lnTo>
                  <a:pt x="249936" y="1074420"/>
                </a:lnTo>
                <a:lnTo>
                  <a:pt x="273951" y="1072997"/>
                </a:lnTo>
                <a:lnTo>
                  <a:pt x="315722" y="1061567"/>
                </a:lnTo>
                <a:lnTo>
                  <a:pt x="352628" y="1035900"/>
                </a:lnTo>
                <a:lnTo>
                  <a:pt x="370217" y="1004125"/>
                </a:lnTo>
                <a:lnTo>
                  <a:pt x="373824" y="993698"/>
                </a:lnTo>
                <a:lnTo>
                  <a:pt x="376326" y="968692"/>
                </a:lnTo>
                <a:lnTo>
                  <a:pt x="376326" y="966216"/>
                </a:lnTo>
                <a:close/>
              </a:path>
              <a:path extrusionOk="0" h="2162810" w="484505">
                <a:moveTo>
                  <a:pt x="376415" y="2072640"/>
                </a:moveTo>
                <a:lnTo>
                  <a:pt x="365747" y="2029968"/>
                </a:lnTo>
                <a:lnTo>
                  <a:pt x="335267" y="2001012"/>
                </a:lnTo>
                <a:lnTo>
                  <a:pt x="294119" y="1990344"/>
                </a:lnTo>
                <a:lnTo>
                  <a:pt x="282981" y="1991182"/>
                </a:lnTo>
                <a:lnTo>
                  <a:pt x="243255" y="2010854"/>
                </a:lnTo>
                <a:lnTo>
                  <a:pt x="207251" y="2054352"/>
                </a:lnTo>
                <a:lnTo>
                  <a:pt x="195326" y="2072690"/>
                </a:lnTo>
                <a:lnTo>
                  <a:pt x="184962" y="2086737"/>
                </a:lnTo>
                <a:lnTo>
                  <a:pt x="176606" y="2096795"/>
                </a:lnTo>
                <a:lnTo>
                  <a:pt x="170675" y="2103120"/>
                </a:lnTo>
                <a:lnTo>
                  <a:pt x="166103" y="2106168"/>
                </a:lnTo>
                <a:lnTo>
                  <a:pt x="161531" y="2107692"/>
                </a:lnTo>
                <a:lnTo>
                  <a:pt x="149339" y="2107692"/>
                </a:lnTo>
                <a:lnTo>
                  <a:pt x="143243" y="2106168"/>
                </a:lnTo>
                <a:lnTo>
                  <a:pt x="138671" y="2100072"/>
                </a:lnTo>
                <a:lnTo>
                  <a:pt x="134099" y="2095500"/>
                </a:lnTo>
                <a:lnTo>
                  <a:pt x="131051" y="2089404"/>
                </a:lnTo>
                <a:lnTo>
                  <a:pt x="131051" y="2081784"/>
                </a:lnTo>
                <a:lnTo>
                  <a:pt x="146291" y="2046732"/>
                </a:lnTo>
                <a:lnTo>
                  <a:pt x="181660" y="2021446"/>
                </a:lnTo>
                <a:lnTo>
                  <a:pt x="199631" y="2013204"/>
                </a:lnTo>
                <a:lnTo>
                  <a:pt x="199631" y="2004060"/>
                </a:lnTo>
                <a:lnTo>
                  <a:pt x="114287" y="2008632"/>
                </a:lnTo>
                <a:lnTo>
                  <a:pt x="114287" y="2017776"/>
                </a:lnTo>
                <a:lnTo>
                  <a:pt x="120383" y="2022348"/>
                </a:lnTo>
                <a:lnTo>
                  <a:pt x="124955" y="2026920"/>
                </a:lnTo>
                <a:lnTo>
                  <a:pt x="126479" y="2029968"/>
                </a:lnTo>
                <a:lnTo>
                  <a:pt x="126479" y="2042160"/>
                </a:lnTo>
                <a:lnTo>
                  <a:pt x="123431" y="2046732"/>
                </a:lnTo>
                <a:lnTo>
                  <a:pt x="119202" y="2056142"/>
                </a:lnTo>
                <a:lnTo>
                  <a:pt x="115811" y="2065972"/>
                </a:lnTo>
                <a:lnTo>
                  <a:pt x="113576" y="2076094"/>
                </a:lnTo>
                <a:lnTo>
                  <a:pt x="112763" y="2086356"/>
                </a:lnTo>
                <a:lnTo>
                  <a:pt x="114439" y="2103742"/>
                </a:lnTo>
                <a:lnTo>
                  <a:pt x="137147" y="2142744"/>
                </a:lnTo>
                <a:lnTo>
                  <a:pt x="174663" y="2161400"/>
                </a:lnTo>
                <a:lnTo>
                  <a:pt x="188963" y="2162556"/>
                </a:lnTo>
                <a:lnTo>
                  <a:pt x="202158" y="2161438"/>
                </a:lnTo>
                <a:lnTo>
                  <a:pt x="237731" y="2145792"/>
                </a:lnTo>
                <a:lnTo>
                  <a:pt x="267525" y="2110435"/>
                </a:lnTo>
                <a:lnTo>
                  <a:pt x="280403" y="2090928"/>
                </a:lnTo>
                <a:lnTo>
                  <a:pt x="289864" y="2078380"/>
                </a:lnTo>
                <a:lnTo>
                  <a:pt x="297738" y="2068258"/>
                </a:lnTo>
                <a:lnTo>
                  <a:pt x="304203" y="2060714"/>
                </a:lnTo>
                <a:lnTo>
                  <a:pt x="309359" y="2055876"/>
                </a:lnTo>
                <a:lnTo>
                  <a:pt x="315455" y="2049780"/>
                </a:lnTo>
                <a:lnTo>
                  <a:pt x="323075" y="2046732"/>
                </a:lnTo>
                <a:lnTo>
                  <a:pt x="339839" y="2046732"/>
                </a:lnTo>
                <a:lnTo>
                  <a:pt x="345935" y="2049780"/>
                </a:lnTo>
                <a:lnTo>
                  <a:pt x="350507" y="2055876"/>
                </a:lnTo>
                <a:lnTo>
                  <a:pt x="356603" y="2060448"/>
                </a:lnTo>
                <a:lnTo>
                  <a:pt x="358127" y="2068068"/>
                </a:lnTo>
                <a:lnTo>
                  <a:pt x="358127" y="2077212"/>
                </a:lnTo>
                <a:lnTo>
                  <a:pt x="339839" y="2116836"/>
                </a:lnTo>
                <a:lnTo>
                  <a:pt x="302120" y="2144064"/>
                </a:lnTo>
                <a:lnTo>
                  <a:pt x="284975" y="2150364"/>
                </a:lnTo>
                <a:lnTo>
                  <a:pt x="284975" y="2159508"/>
                </a:lnTo>
                <a:lnTo>
                  <a:pt x="374891" y="2154936"/>
                </a:lnTo>
                <a:lnTo>
                  <a:pt x="374891" y="2145792"/>
                </a:lnTo>
                <a:lnTo>
                  <a:pt x="367271" y="2142744"/>
                </a:lnTo>
                <a:lnTo>
                  <a:pt x="362699" y="2138172"/>
                </a:lnTo>
                <a:lnTo>
                  <a:pt x="362699" y="2129028"/>
                </a:lnTo>
                <a:lnTo>
                  <a:pt x="364223" y="2125980"/>
                </a:lnTo>
                <a:lnTo>
                  <a:pt x="365747" y="2119884"/>
                </a:lnTo>
                <a:lnTo>
                  <a:pt x="370636" y="2105863"/>
                </a:lnTo>
                <a:lnTo>
                  <a:pt x="373938" y="2093404"/>
                </a:lnTo>
                <a:lnTo>
                  <a:pt x="375831" y="2082380"/>
                </a:lnTo>
                <a:lnTo>
                  <a:pt x="376415" y="2072640"/>
                </a:lnTo>
                <a:close/>
              </a:path>
              <a:path extrusionOk="0" h="2162810" w="484505">
                <a:moveTo>
                  <a:pt x="376415" y="80772"/>
                </a:moveTo>
                <a:lnTo>
                  <a:pt x="365747" y="39624"/>
                </a:lnTo>
                <a:lnTo>
                  <a:pt x="335267" y="10668"/>
                </a:lnTo>
                <a:lnTo>
                  <a:pt x="294119" y="0"/>
                </a:lnTo>
                <a:lnTo>
                  <a:pt x="282981" y="622"/>
                </a:lnTo>
                <a:lnTo>
                  <a:pt x="243255" y="19862"/>
                </a:lnTo>
                <a:lnTo>
                  <a:pt x="207251" y="64008"/>
                </a:lnTo>
                <a:lnTo>
                  <a:pt x="195326" y="81470"/>
                </a:lnTo>
                <a:lnTo>
                  <a:pt x="184962" y="95059"/>
                </a:lnTo>
                <a:lnTo>
                  <a:pt x="176606" y="104952"/>
                </a:lnTo>
                <a:lnTo>
                  <a:pt x="170675" y="111252"/>
                </a:lnTo>
                <a:lnTo>
                  <a:pt x="166103" y="115824"/>
                </a:lnTo>
                <a:lnTo>
                  <a:pt x="161531" y="117348"/>
                </a:lnTo>
                <a:lnTo>
                  <a:pt x="149339" y="117348"/>
                </a:lnTo>
                <a:lnTo>
                  <a:pt x="143243" y="114300"/>
                </a:lnTo>
                <a:lnTo>
                  <a:pt x="138671" y="109728"/>
                </a:lnTo>
                <a:lnTo>
                  <a:pt x="134099" y="103632"/>
                </a:lnTo>
                <a:lnTo>
                  <a:pt x="131051" y="97536"/>
                </a:lnTo>
                <a:lnTo>
                  <a:pt x="131051" y="91440"/>
                </a:lnTo>
                <a:lnTo>
                  <a:pt x="146291" y="56388"/>
                </a:lnTo>
                <a:lnTo>
                  <a:pt x="181660" y="30886"/>
                </a:lnTo>
                <a:lnTo>
                  <a:pt x="199631" y="22860"/>
                </a:lnTo>
                <a:lnTo>
                  <a:pt x="199631" y="13716"/>
                </a:lnTo>
                <a:lnTo>
                  <a:pt x="114287" y="18288"/>
                </a:lnTo>
                <a:lnTo>
                  <a:pt x="114287" y="27432"/>
                </a:lnTo>
                <a:lnTo>
                  <a:pt x="120383" y="32004"/>
                </a:lnTo>
                <a:lnTo>
                  <a:pt x="126479" y="38100"/>
                </a:lnTo>
                <a:lnTo>
                  <a:pt x="126479" y="50292"/>
                </a:lnTo>
                <a:lnTo>
                  <a:pt x="123431" y="56388"/>
                </a:lnTo>
                <a:lnTo>
                  <a:pt x="119202" y="65557"/>
                </a:lnTo>
                <a:lnTo>
                  <a:pt x="115811" y="74866"/>
                </a:lnTo>
                <a:lnTo>
                  <a:pt x="113576" y="84467"/>
                </a:lnTo>
                <a:lnTo>
                  <a:pt x="112763" y="94488"/>
                </a:lnTo>
                <a:lnTo>
                  <a:pt x="114439" y="112547"/>
                </a:lnTo>
                <a:lnTo>
                  <a:pt x="137147" y="152400"/>
                </a:lnTo>
                <a:lnTo>
                  <a:pt x="174663" y="170840"/>
                </a:lnTo>
                <a:lnTo>
                  <a:pt x="188963" y="172212"/>
                </a:lnTo>
                <a:lnTo>
                  <a:pt x="202158" y="171069"/>
                </a:lnTo>
                <a:lnTo>
                  <a:pt x="237731" y="153924"/>
                </a:lnTo>
                <a:lnTo>
                  <a:pt x="267525" y="119430"/>
                </a:lnTo>
                <a:lnTo>
                  <a:pt x="280403" y="100584"/>
                </a:lnTo>
                <a:lnTo>
                  <a:pt x="297738" y="77724"/>
                </a:lnTo>
                <a:lnTo>
                  <a:pt x="304203" y="69723"/>
                </a:lnTo>
                <a:lnTo>
                  <a:pt x="309359" y="64008"/>
                </a:lnTo>
                <a:lnTo>
                  <a:pt x="315455" y="59436"/>
                </a:lnTo>
                <a:lnTo>
                  <a:pt x="323075" y="56388"/>
                </a:lnTo>
                <a:lnTo>
                  <a:pt x="339839" y="56388"/>
                </a:lnTo>
                <a:lnTo>
                  <a:pt x="345935" y="59436"/>
                </a:lnTo>
                <a:lnTo>
                  <a:pt x="356603" y="70104"/>
                </a:lnTo>
                <a:lnTo>
                  <a:pt x="358127" y="76200"/>
                </a:lnTo>
                <a:lnTo>
                  <a:pt x="358127" y="85344"/>
                </a:lnTo>
                <a:lnTo>
                  <a:pt x="339839" y="126492"/>
                </a:lnTo>
                <a:lnTo>
                  <a:pt x="302120" y="152857"/>
                </a:lnTo>
                <a:lnTo>
                  <a:pt x="284975" y="160020"/>
                </a:lnTo>
                <a:lnTo>
                  <a:pt x="284975" y="169164"/>
                </a:lnTo>
                <a:lnTo>
                  <a:pt x="374891" y="164592"/>
                </a:lnTo>
                <a:lnTo>
                  <a:pt x="374891" y="155448"/>
                </a:lnTo>
                <a:lnTo>
                  <a:pt x="367271" y="150876"/>
                </a:lnTo>
                <a:lnTo>
                  <a:pt x="362699" y="146304"/>
                </a:lnTo>
                <a:lnTo>
                  <a:pt x="362699" y="138684"/>
                </a:lnTo>
                <a:lnTo>
                  <a:pt x="370636" y="115277"/>
                </a:lnTo>
                <a:lnTo>
                  <a:pt x="373938" y="102298"/>
                </a:lnTo>
                <a:lnTo>
                  <a:pt x="375831" y="90754"/>
                </a:lnTo>
                <a:lnTo>
                  <a:pt x="376415" y="80772"/>
                </a:lnTo>
                <a:close/>
              </a:path>
              <a:path extrusionOk="0" h="2162810" w="484505">
                <a:moveTo>
                  <a:pt x="376428" y="304800"/>
                </a:moveTo>
                <a:lnTo>
                  <a:pt x="376339" y="303276"/>
                </a:lnTo>
                <a:lnTo>
                  <a:pt x="375513" y="288467"/>
                </a:lnTo>
                <a:lnTo>
                  <a:pt x="375437" y="288036"/>
                </a:lnTo>
                <a:lnTo>
                  <a:pt x="359664" y="246888"/>
                </a:lnTo>
                <a:lnTo>
                  <a:pt x="320865" y="213245"/>
                </a:lnTo>
                <a:lnTo>
                  <a:pt x="301752" y="202692"/>
                </a:lnTo>
                <a:lnTo>
                  <a:pt x="295656" y="211836"/>
                </a:lnTo>
                <a:lnTo>
                  <a:pt x="307098" y="218909"/>
                </a:lnTo>
                <a:lnTo>
                  <a:pt x="316420" y="226123"/>
                </a:lnTo>
                <a:lnTo>
                  <a:pt x="336245" y="261772"/>
                </a:lnTo>
                <a:lnTo>
                  <a:pt x="336334" y="263080"/>
                </a:lnTo>
                <a:lnTo>
                  <a:pt x="336689" y="268224"/>
                </a:lnTo>
                <a:lnTo>
                  <a:pt x="336689" y="270802"/>
                </a:lnTo>
                <a:lnTo>
                  <a:pt x="335610" y="282016"/>
                </a:lnTo>
                <a:lnTo>
                  <a:pt x="299440" y="325094"/>
                </a:lnTo>
                <a:lnTo>
                  <a:pt x="281241" y="333260"/>
                </a:lnTo>
                <a:lnTo>
                  <a:pt x="281444" y="333260"/>
                </a:lnTo>
                <a:lnTo>
                  <a:pt x="259956" y="338810"/>
                </a:lnTo>
                <a:lnTo>
                  <a:pt x="236220" y="341376"/>
                </a:lnTo>
                <a:lnTo>
                  <a:pt x="236220" y="268224"/>
                </a:lnTo>
                <a:lnTo>
                  <a:pt x="236220" y="202692"/>
                </a:lnTo>
                <a:lnTo>
                  <a:pt x="217932" y="204406"/>
                </a:lnTo>
                <a:lnTo>
                  <a:pt x="217932" y="268224"/>
                </a:lnTo>
                <a:lnTo>
                  <a:pt x="217932" y="342900"/>
                </a:lnTo>
                <a:lnTo>
                  <a:pt x="208788" y="342900"/>
                </a:lnTo>
                <a:lnTo>
                  <a:pt x="189992" y="341782"/>
                </a:lnTo>
                <a:lnTo>
                  <a:pt x="144780" y="326136"/>
                </a:lnTo>
                <a:lnTo>
                  <a:pt x="131064" y="303276"/>
                </a:lnTo>
                <a:lnTo>
                  <a:pt x="131064" y="297180"/>
                </a:lnTo>
                <a:lnTo>
                  <a:pt x="132588" y="291084"/>
                </a:lnTo>
                <a:lnTo>
                  <a:pt x="137160" y="288036"/>
                </a:lnTo>
                <a:lnTo>
                  <a:pt x="141160" y="282879"/>
                </a:lnTo>
                <a:lnTo>
                  <a:pt x="182689" y="269367"/>
                </a:lnTo>
                <a:lnTo>
                  <a:pt x="217932" y="268224"/>
                </a:lnTo>
                <a:lnTo>
                  <a:pt x="217932" y="204406"/>
                </a:lnTo>
                <a:lnTo>
                  <a:pt x="161848" y="220268"/>
                </a:lnTo>
                <a:lnTo>
                  <a:pt x="130771" y="247484"/>
                </a:lnTo>
                <a:lnTo>
                  <a:pt x="112776" y="298704"/>
                </a:lnTo>
                <a:lnTo>
                  <a:pt x="115074" y="320738"/>
                </a:lnTo>
                <a:lnTo>
                  <a:pt x="133985" y="360222"/>
                </a:lnTo>
                <a:lnTo>
                  <a:pt x="170637" y="392201"/>
                </a:lnTo>
                <a:lnTo>
                  <a:pt x="219875" y="409244"/>
                </a:lnTo>
                <a:lnTo>
                  <a:pt x="249936" y="411480"/>
                </a:lnTo>
                <a:lnTo>
                  <a:pt x="273951" y="410057"/>
                </a:lnTo>
                <a:lnTo>
                  <a:pt x="315722" y="398627"/>
                </a:lnTo>
                <a:lnTo>
                  <a:pt x="352628" y="372313"/>
                </a:lnTo>
                <a:lnTo>
                  <a:pt x="370090" y="341185"/>
                </a:lnTo>
                <a:lnTo>
                  <a:pt x="373824" y="330542"/>
                </a:lnTo>
                <a:lnTo>
                  <a:pt x="376428" y="304800"/>
                </a:lnTo>
                <a:close/>
              </a:path>
              <a:path extrusionOk="0" h="2162810" w="484505">
                <a:moveTo>
                  <a:pt x="484441" y="715899"/>
                </a:moveTo>
                <a:lnTo>
                  <a:pt x="478193" y="661085"/>
                </a:lnTo>
                <a:lnTo>
                  <a:pt x="466331" y="630796"/>
                </a:lnTo>
                <a:lnTo>
                  <a:pt x="466331" y="715899"/>
                </a:lnTo>
                <a:lnTo>
                  <a:pt x="466293" y="717715"/>
                </a:lnTo>
                <a:lnTo>
                  <a:pt x="460552" y="766000"/>
                </a:lnTo>
                <a:lnTo>
                  <a:pt x="431279" y="790956"/>
                </a:lnTo>
                <a:lnTo>
                  <a:pt x="424713" y="790079"/>
                </a:lnTo>
                <a:lnTo>
                  <a:pt x="404228" y="752856"/>
                </a:lnTo>
                <a:lnTo>
                  <a:pt x="404329" y="704405"/>
                </a:lnTo>
                <a:lnTo>
                  <a:pt x="404431" y="701001"/>
                </a:lnTo>
                <a:lnTo>
                  <a:pt x="404520" y="698207"/>
                </a:lnTo>
                <a:lnTo>
                  <a:pt x="404634" y="694397"/>
                </a:lnTo>
                <a:lnTo>
                  <a:pt x="404749" y="690753"/>
                </a:lnTo>
                <a:lnTo>
                  <a:pt x="404799" y="688848"/>
                </a:lnTo>
                <a:lnTo>
                  <a:pt x="404901" y="687324"/>
                </a:lnTo>
                <a:lnTo>
                  <a:pt x="405803" y="672084"/>
                </a:lnTo>
                <a:lnTo>
                  <a:pt x="406895" y="661416"/>
                </a:lnTo>
                <a:lnTo>
                  <a:pt x="407009" y="661085"/>
                </a:lnTo>
                <a:lnTo>
                  <a:pt x="409956" y="652272"/>
                </a:lnTo>
                <a:lnTo>
                  <a:pt x="413004" y="644652"/>
                </a:lnTo>
                <a:lnTo>
                  <a:pt x="420738" y="636917"/>
                </a:lnTo>
                <a:lnTo>
                  <a:pt x="420979" y="636917"/>
                </a:lnTo>
                <a:lnTo>
                  <a:pt x="425183" y="635508"/>
                </a:lnTo>
                <a:lnTo>
                  <a:pt x="429755" y="635508"/>
                </a:lnTo>
                <a:lnTo>
                  <a:pt x="438340" y="636917"/>
                </a:lnTo>
                <a:lnTo>
                  <a:pt x="461200" y="668921"/>
                </a:lnTo>
                <a:lnTo>
                  <a:pt x="466051" y="707237"/>
                </a:lnTo>
                <a:lnTo>
                  <a:pt x="466178" y="711136"/>
                </a:lnTo>
                <a:lnTo>
                  <a:pt x="466331" y="715899"/>
                </a:lnTo>
                <a:lnTo>
                  <a:pt x="466331" y="630796"/>
                </a:lnTo>
                <a:lnTo>
                  <a:pt x="435571" y="600557"/>
                </a:lnTo>
                <a:lnTo>
                  <a:pt x="403847" y="592836"/>
                </a:lnTo>
                <a:lnTo>
                  <a:pt x="386943" y="594817"/>
                </a:lnTo>
                <a:lnTo>
                  <a:pt x="350507" y="623316"/>
                </a:lnTo>
                <a:lnTo>
                  <a:pt x="345325" y="636181"/>
                </a:lnTo>
                <a:lnTo>
                  <a:pt x="341566" y="653034"/>
                </a:lnTo>
                <a:lnTo>
                  <a:pt x="339153" y="674751"/>
                </a:lnTo>
                <a:lnTo>
                  <a:pt x="339051" y="678180"/>
                </a:lnTo>
                <a:lnTo>
                  <a:pt x="338975" y="680466"/>
                </a:lnTo>
                <a:lnTo>
                  <a:pt x="338848" y="684377"/>
                </a:lnTo>
                <a:lnTo>
                  <a:pt x="338734" y="688136"/>
                </a:lnTo>
                <a:lnTo>
                  <a:pt x="338658" y="711136"/>
                </a:lnTo>
                <a:lnTo>
                  <a:pt x="339775" y="744689"/>
                </a:lnTo>
                <a:lnTo>
                  <a:pt x="339852" y="757428"/>
                </a:lnTo>
                <a:lnTo>
                  <a:pt x="336804" y="765048"/>
                </a:lnTo>
                <a:lnTo>
                  <a:pt x="333756" y="769620"/>
                </a:lnTo>
                <a:lnTo>
                  <a:pt x="329171" y="775716"/>
                </a:lnTo>
                <a:lnTo>
                  <a:pt x="324612" y="777240"/>
                </a:lnTo>
                <a:lnTo>
                  <a:pt x="310883" y="777240"/>
                </a:lnTo>
                <a:lnTo>
                  <a:pt x="304800" y="775716"/>
                </a:lnTo>
                <a:lnTo>
                  <a:pt x="300228" y="769620"/>
                </a:lnTo>
                <a:lnTo>
                  <a:pt x="298704" y="768096"/>
                </a:lnTo>
                <a:lnTo>
                  <a:pt x="294132" y="763524"/>
                </a:lnTo>
                <a:lnTo>
                  <a:pt x="293370" y="760476"/>
                </a:lnTo>
                <a:lnTo>
                  <a:pt x="292595" y="757428"/>
                </a:lnTo>
                <a:lnTo>
                  <a:pt x="292493" y="715899"/>
                </a:lnTo>
                <a:lnTo>
                  <a:pt x="281940" y="672084"/>
                </a:lnTo>
                <a:lnTo>
                  <a:pt x="277368" y="663054"/>
                </a:lnTo>
                <a:lnTo>
                  <a:pt x="277368" y="725424"/>
                </a:lnTo>
                <a:lnTo>
                  <a:pt x="276504" y="732243"/>
                </a:lnTo>
                <a:lnTo>
                  <a:pt x="273939" y="738759"/>
                </a:lnTo>
                <a:lnTo>
                  <a:pt x="269659" y="744689"/>
                </a:lnTo>
                <a:lnTo>
                  <a:pt x="263652" y="749808"/>
                </a:lnTo>
                <a:lnTo>
                  <a:pt x="255308" y="754570"/>
                </a:lnTo>
                <a:lnTo>
                  <a:pt x="255524" y="754570"/>
                </a:lnTo>
                <a:lnTo>
                  <a:pt x="243268" y="757999"/>
                </a:lnTo>
                <a:lnTo>
                  <a:pt x="228282" y="759891"/>
                </a:lnTo>
                <a:lnTo>
                  <a:pt x="210312" y="760476"/>
                </a:lnTo>
                <a:lnTo>
                  <a:pt x="188302" y="759891"/>
                </a:lnTo>
                <a:lnTo>
                  <a:pt x="170307" y="757999"/>
                </a:lnTo>
                <a:lnTo>
                  <a:pt x="155790" y="754570"/>
                </a:lnTo>
                <a:lnTo>
                  <a:pt x="156057" y="754570"/>
                </a:lnTo>
                <a:lnTo>
                  <a:pt x="146304" y="749808"/>
                </a:lnTo>
                <a:lnTo>
                  <a:pt x="140055" y="744689"/>
                </a:lnTo>
                <a:lnTo>
                  <a:pt x="135255" y="738568"/>
                </a:lnTo>
                <a:lnTo>
                  <a:pt x="132156" y="731596"/>
                </a:lnTo>
                <a:lnTo>
                  <a:pt x="131064" y="723900"/>
                </a:lnTo>
                <a:lnTo>
                  <a:pt x="131914" y="716457"/>
                </a:lnTo>
                <a:lnTo>
                  <a:pt x="168592" y="690562"/>
                </a:lnTo>
                <a:lnTo>
                  <a:pt x="186309" y="688136"/>
                </a:lnTo>
                <a:lnTo>
                  <a:pt x="186740" y="688136"/>
                </a:lnTo>
                <a:lnTo>
                  <a:pt x="207264" y="687324"/>
                </a:lnTo>
                <a:lnTo>
                  <a:pt x="255054" y="693762"/>
                </a:lnTo>
                <a:lnTo>
                  <a:pt x="277368" y="725424"/>
                </a:lnTo>
                <a:lnTo>
                  <a:pt x="277368" y="663054"/>
                </a:lnTo>
                <a:lnTo>
                  <a:pt x="275882" y="660107"/>
                </a:lnTo>
                <a:lnTo>
                  <a:pt x="268986" y="649414"/>
                </a:lnTo>
                <a:lnTo>
                  <a:pt x="262191" y="641604"/>
                </a:lnTo>
                <a:lnTo>
                  <a:pt x="260934" y="640156"/>
                </a:lnTo>
                <a:lnTo>
                  <a:pt x="218884" y="618324"/>
                </a:lnTo>
                <a:lnTo>
                  <a:pt x="205740" y="617220"/>
                </a:lnTo>
                <a:lnTo>
                  <a:pt x="198640" y="617753"/>
                </a:lnTo>
                <a:lnTo>
                  <a:pt x="158991" y="636181"/>
                </a:lnTo>
                <a:lnTo>
                  <a:pt x="152400" y="641604"/>
                </a:lnTo>
                <a:lnTo>
                  <a:pt x="152400" y="592836"/>
                </a:lnTo>
                <a:lnTo>
                  <a:pt x="123444" y="592836"/>
                </a:lnTo>
                <a:lnTo>
                  <a:pt x="123444" y="678180"/>
                </a:lnTo>
                <a:lnTo>
                  <a:pt x="119202" y="690753"/>
                </a:lnTo>
                <a:lnTo>
                  <a:pt x="113461" y="717715"/>
                </a:lnTo>
                <a:lnTo>
                  <a:pt x="112776" y="728472"/>
                </a:lnTo>
                <a:lnTo>
                  <a:pt x="119634" y="771906"/>
                </a:lnTo>
                <a:lnTo>
                  <a:pt x="140208" y="806196"/>
                </a:lnTo>
                <a:lnTo>
                  <a:pt x="184988" y="833424"/>
                </a:lnTo>
                <a:lnTo>
                  <a:pt x="202692" y="835152"/>
                </a:lnTo>
                <a:lnTo>
                  <a:pt x="216090" y="834275"/>
                </a:lnTo>
                <a:lnTo>
                  <a:pt x="251460" y="819912"/>
                </a:lnTo>
                <a:lnTo>
                  <a:pt x="278460" y="784987"/>
                </a:lnTo>
                <a:lnTo>
                  <a:pt x="284988" y="768096"/>
                </a:lnTo>
                <a:lnTo>
                  <a:pt x="291884" y="782078"/>
                </a:lnTo>
                <a:lnTo>
                  <a:pt x="315468" y="812292"/>
                </a:lnTo>
                <a:lnTo>
                  <a:pt x="350507" y="826008"/>
                </a:lnTo>
                <a:lnTo>
                  <a:pt x="364756" y="823988"/>
                </a:lnTo>
                <a:lnTo>
                  <a:pt x="377571" y="817816"/>
                </a:lnTo>
                <a:lnTo>
                  <a:pt x="388658" y="807364"/>
                </a:lnTo>
                <a:lnTo>
                  <a:pt x="397764" y="792480"/>
                </a:lnTo>
                <a:lnTo>
                  <a:pt x="401447" y="803935"/>
                </a:lnTo>
                <a:lnTo>
                  <a:pt x="428231" y="835152"/>
                </a:lnTo>
                <a:lnTo>
                  <a:pt x="435851" y="835152"/>
                </a:lnTo>
                <a:lnTo>
                  <a:pt x="470535" y="807720"/>
                </a:lnTo>
                <a:lnTo>
                  <a:pt x="476008" y="792480"/>
                </a:lnTo>
                <a:lnTo>
                  <a:pt x="476427" y="790956"/>
                </a:lnTo>
                <a:lnTo>
                  <a:pt x="478536" y="783336"/>
                </a:lnTo>
                <a:lnTo>
                  <a:pt x="481406" y="769315"/>
                </a:lnTo>
                <a:lnTo>
                  <a:pt x="483298" y="754570"/>
                </a:lnTo>
                <a:lnTo>
                  <a:pt x="483400" y="752856"/>
                </a:lnTo>
                <a:lnTo>
                  <a:pt x="483476" y="751713"/>
                </a:lnTo>
                <a:lnTo>
                  <a:pt x="483603" y="749808"/>
                </a:lnTo>
                <a:lnTo>
                  <a:pt x="484301" y="739140"/>
                </a:lnTo>
                <a:lnTo>
                  <a:pt x="484365" y="736282"/>
                </a:lnTo>
                <a:lnTo>
                  <a:pt x="484441" y="71589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187" name="Google Shape;6187;p9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690116" y="9450323"/>
            <a:ext cx="153924" cy="381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8" name="Google Shape;6188;p96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1693163" y="8875776"/>
            <a:ext cx="150876" cy="5059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189" name="Google Shape;6189;p96"/>
          <p:cNvGrpSpPr/>
          <p:nvPr/>
        </p:nvGrpSpPr>
        <p:grpSpPr>
          <a:xfrm>
            <a:off x="1690116" y="8459723"/>
            <a:ext cx="198120" cy="361442"/>
            <a:chOff x="1690116" y="8459723"/>
            <a:chExt cx="198120" cy="361442"/>
          </a:xfrm>
        </p:grpSpPr>
        <p:sp>
          <p:nvSpPr>
            <p:cNvPr id="6190" name="Google Shape;6190;p96"/>
            <p:cNvSpPr/>
            <p:nvPr/>
          </p:nvSpPr>
          <p:spPr>
            <a:xfrm>
              <a:off x="1690116" y="8761475"/>
              <a:ext cx="198120" cy="59690"/>
            </a:xfrm>
            <a:custGeom>
              <a:rect b="b" l="l" r="r" t="t"/>
              <a:pathLst>
                <a:path extrusionOk="0" h="59690" w="198119">
                  <a:moveTo>
                    <a:pt x="19812" y="30480"/>
                  </a:moveTo>
                  <a:lnTo>
                    <a:pt x="10668" y="30480"/>
                  </a:lnTo>
                  <a:lnTo>
                    <a:pt x="7620" y="28956"/>
                  </a:lnTo>
                  <a:lnTo>
                    <a:pt x="1524" y="22860"/>
                  </a:lnTo>
                  <a:lnTo>
                    <a:pt x="0" y="19812"/>
                  </a:lnTo>
                  <a:lnTo>
                    <a:pt x="0" y="10668"/>
                  </a:lnTo>
                  <a:lnTo>
                    <a:pt x="1524" y="7620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9812" y="0"/>
                  </a:lnTo>
                  <a:lnTo>
                    <a:pt x="22860" y="1524"/>
                  </a:lnTo>
                  <a:lnTo>
                    <a:pt x="28956" y="7620"/>
                  </a:lnTo>
                  <a:lnTo>
                    <a:pt x="30480" y="10668"/>
                  </a:lnTo>
                  <a:lnTo>
                    <a:pt x="30480" y="18288"/>
                  </a:lnTo>
                  <a:lnTo>
                    <a:pt x="28956" y="22860"/>
                  </a:lnTo>
                  <a:lnTo>
                    <a:pt x="22860" y="28956"/>
                  </a:lnTo>
                  <a:lnTo>
                    <a:pt x="19812" y="30480"/>
                  </a:lnTo>
                  <a:close/>
                </a:path>
                <a:path extrusionOk="0" h="59690" w="198119">
                  <a:moveTo>
                    <a:pt x="54864" y="42672"/>
                  </a:moveTo>
                  <a:lnTo>
                    <a:pt x="50292" y="42672"/>
                  </a:lnTo>
                  <a:lnTo>
                    <a:pt x="50292" y="0"/>
                  </a:lnTo>
                  <a:lnTo>
                    <a:pt x="170688" y="0"/>
                  </a:lnTo>
                  <a:lnTo>
                    <a:pt x="175260" y="1524"/>
                  </a:lnTo>
                  <a:lnTo>
                    <a:pt x="182879" y="3048"/>
                  </a:lnTo>
                  <a:lnTo>
                    <a:pt x="187452" y="6096"/>
                  </a:lnTo>
                  <a:lnTo>
                    <a:pt x="192024" y="12192"/>
                  </a:lnTo>
                  <a:lnTo>
                    <a:pt x="196596" y="16764"/>
                  </a:lnTo>
                  <a:lnTo>
                    <a:pt x="198120" y="24384"/>
                  </a:lnTo>
                  <a:lnTo>
                    <a:pt x="198120" y="27432"/>
                  </a:lnTo>
                  <a:lnTo>
                    <a:pt x="173736" y="27432"/>
                  </a:lnTo>
                  <a:lnTo>
                    <a:pt x="166115" y="28956"/>
                  </a:lnTo>
                  <a:lnTo>
                    <a:pt x="160020" y="28956"/>
                  </a:lnTo>
                  <a:lnTo>
                    <a:pt x="134112" y="30480"/>
                  </a:lnTo>
                  <a:lnTo>
                    <a:pt x="59436" y="30480"/>
                  </a:lnTo>
                  <a:lnTo>
                    <a:pt x="56388" y="33528"/>
                  </a:lnTo>
                  <a:lnTo>
                    <a:pt x="54864" y="36576"/>
                  </a:lnTo>
                  <a:lnTo>
                    <a:pt x="54864" y="42672"/>
                  </a:lnTo>
                  <a:close/>
                </a:path>
                <a:path extrusionOk="0" h="59690" w="198119">
                  <a:moveTo>
                    <a:pt x="184403" y="59436"/>
                  </a:moveTo>
                  <a:lnTo>
                    <a:pt x="176784" y="59436"/>
                  </a:lnTo>
                  <a:lnTo>
                    <a:pt x="170688" y="56388"/>
                  </a:lnTo>
                  <a:lnTo>
                    <a:pt x="167640" y="50292"/>
                  </a:lnTo>
                  <a:lnTo>
                    <a:pt x="167640" y="45720"/>
                  </a:lnTo>
                  <a:lnTo>
                    <a:pt x="169164" y="42672"/>
                  </a:lnTo>
                  <a:lnTo>
                    <a:pt x="172212" y="39624"/>
                  </a:lnTo>
                  <a:lnTo>
                    <a:pt x="187452" y="39624"/>
                  </a:lnTo>
                  <a:lnTo>
                    <a:pt x="190500" y="36576"/>
                  </a:lnTo>
                  <a:lnTo>
                    <a:pt x="190500" y="30480"/>
                  </a:lnTo>
                  <a:lnTo>
                    <a:pt x="187452" y="27432"/>
                  </a:lnTo>
                  <a:lnTo>
                    <a:pt x="198120" y="27432"/>
                  </a:lnTo>
                  <a:lnTo>
                    <a:pt x="198120" y="42672"/>
                  </a:lnTo>
                  <a:lnTo>
                    <a:pt x="196596" y="48768"/>
                  </a:lnTo>
                  <a:lnTo>
                    <a:pt x="193548" y="53340"/>
                  </a:lnTo>
                  <a:lnTo>
                    <a:pt x="184403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191" name="Google Shape;6191;p96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702308" y="8459723"/>
              <a:ext cx="141731" cy="27279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192" name="Google Shape;6192;p96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702307" y="7959852"/>
            <a:ext cx="141732" cy="434339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3" name="Google Shape;6193;p96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690116" y="5993891"/>
            <a:ext cx="198119" cy="1900427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4" name="Google Shape;6194;p96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693163" y="5612891"/>
            <a:ext cx="150876" cy="310896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5" name="Google Shape;6195;p96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690116" y="5213603"/>
            <a:ext cx="153924" cy="335280"/>
          </a:xfrm>
          <a:prstGeom prst="rect">
            <a:avLst/>
          </a:prstGeom>
          <a:noFill/>
          <a:ln>
            <a:noFill/>
          </a:ln>
        </p:spPr>
      </p:pic>
      <p:sp>
        <p:nvSpPr>
          <p:cNvPr id="6196" name="Google Shape;6196;p96"/>
          <p:cNvSpPr/>
          <p:nvPr/>
        </p:nvSpPr>
        <p:spPr>
          <a:xfrm>
            <a:off x="1690103" y="4451604"/>
            <a:ext cx="198755" cy="692150"/>
          </a:xfrm>
          <a:custGeom>
            <a:rect b="b" l="l" r="r" t="t"/>
            <a:pathLst>
              <a:path extrusionOk="0" h="692150" w="198755">
                <a:moveTo>
                  <a:pt x="30480" y="419100"/>
                </a:moveTo>
                <a:lnTo>
                  <a:pt x="28956" y="416052"/>
                </a:lnTo>
                <a:lnTo>
                  <a:pt x="22860" y="409956"/>
                </a:lnTo>
                <a:lnTo>
                  <a:pt x="19812" y="408432"/>
                </a:lnTo>
                <a:lnTo>
                  <a:pt x="10668" y="408432"/>
                </a:lnTo>
                <a:lnTo>
                  <a:pt x="7620" y="409956"/>
                </a:lnTo>
                <a:lnTo>
                  <a:pt x="4572" y="413004"/>
                </a:lnTo>
                <a:lnTo>
                  <a:pt x="1524" y="414528"/>
                </a:lnTo>
                <a:lnTo>
                  <a:pt x="0" y="419100"/>
                </a:lnTo>
                <a:lnTo>
                  <a:pt x="0" y="426720"/>
                </a:lnTo>
                <a:lnTo>
                  <a:pt x="1524" y="431292"/>
                </a:lnTo>
                <a:lnTo>
                  <a:pt x="7620" y="437388"/>
                </a:lnTo>
                <a:lnTo>
                  <a:pt x="10668" y="438912"/>
                </a:lnTo>
                <a:lnTo>
                  <a:pt x="19812" y="438912"/>
                </a:lnTo>
                <a:lnTo>
                  <a:pt x="22860" y="437388"/>
                </a:lnTo>
                <a:lnTo>
                  <a:pt x="28956" y="431292"/>
                </a:lnTo>
                <a:lnTo>
                  <a:pt x="30480" y="426720"/>
                </a:lnTo>
                <a:lnTo>
                  <a:pt x="30480" y="419100"/>
                </a:lnTo>
                <a:close/>
              </a:path>
              <a:path extrusionOk="0" h="692150" w="198755">
                <a:moveTo>
                  <a:pt x="150876" y="396240"/>
                </a:moveTo>
                <a:lnTo>
                  <a:pt x="146304" y="396240"/>
                </a:lnTo>
                <a:lnTo>
                  <a:pt x="146304" y="400812"/>
                </a:lnTo>
                <a:lnTo>
                  <a:pt x="144780" y="403860"/>
                </a:lnTo>
                <a:lnTo>
                  <a:pt x="141732" y="406908"/>
                </a:lnTo>
                <a:lnTo>
                  <a:pt x="137160" y="408432"/>
                </a:lnTo>
                <a:lnTo>
                  <a:pt x="50292" y="408432"/>
                </a:lnTo>
                <a:lnTo>
                  <a:pt x="50292" y="451104"/>
                </a:lnTo>
                <a:lnTo>
                  <a:pt x="54864" y="451104"/>
                </a:lnTo>
                <a:lnTo>
                  <a:pt x="54864" y="445008"/>
                </a:lnTo>
                <a:lnTo>
                  <a:pt x="56388" y="441960"/>
                </a:lnTo>
                <a:lnTo>
                  <a:pt x="57912" y="440436"/>
                </a:lnTo>
                <a:lnTo>
                  <a:pt x="60960" y="438912"/>
                </a:lnTo>
                <a:lnTo>
                  <a:pt x="141732" y="438912"/>
                </a:lnTo>
                <a:lnTo>
                  <a:pt x="144780" y="441960"/>
                </a:lnTo>
                <a:lnTo>
                  <a:pt x="146304" y="446532"/>
                </a:lnTo>
                <a:lnTo>
                  <a:pt x="146304" y="451104"/>
                </a:lnTo>
                <a:lnTo>
                  <a:pt x="150876" y="451104"/>
                </a:lnTo>
                <a:lnTo>
                  <a:pt x="150876" y="438912"/>
                </a:lnTo>
                <a:lnTo>
                  <a:pt x="150876" y="396240"/>
                </a:lnTo>
                <a:close/>
              </a:path>
              <a:path extrusionOk="0" h="692150" w="198755">
                <a:moveTo>
                  <a:pt x="150876" y="111252"/>
                </a:moveTo>
                <a:lnTo>
                  <a:pt x="146304" y="111252"/>
                </a:lnTo>
                <a:lnTo>
                  <a:pt x="146304" y="115824"/>
                </a:lnTo>
                <a:lnTo>
                  <a:pt x="144780" y="118872"/>
                </a:lnTo>
                <a:lnTo>
                  <a:pt x="141732" y="121920"/>
                </a:lnTo>
                <a:lnTo>
                  <a:pt x="137160" y="123444"/>
                </a:lnTo>
                <a:lnTo>
                  <a:pt x="3048" y="123444"/>
                </a:lnTo>
                <a:lnTo>
                  <a:pt x="3048" y="166116"/>
                </a:lnTo>
                <a:lnTo>
                  <a:pt x="7620" y="166116"/>
                </a:lnTo>
                <a:lnTo>
                  <a:pt x="7620" y="161544"/>
                </a:lnTo>
                <a:lnTo>
                  <a:pt x="10668" y="155448"/>
                </a:lnTo>
                <a:lnTo>
                  <a:pt x="13716" y="153924"/>
                </a:lnTo>
                <a:lnTo>
                  <a:pt x="141732" y="153924"/>
                </a:lnTo>
                <a:lnTo>
                  <a:pt x="143256" y="155448"/>
                </a:lnTo>
                <a:lnTo>
                  <a:pt x="146304" y="161544"/>
                </a:lnTo>
                <a:lnTo>
                  <a:pt x="146304" y="164592"/>
                </a:lnTo>
                <a:lnTo>
                  <a:pt x="146304" y="166116"/>
                </a:lnTo>
                <a:lnTo>
                  <a:pt x="146304" y="169164"/>
                </a:lnTo>
                <a:lnTo>
                  <a:pt x="144780" y="172212"/>
                </a:lnTo>
                <a:lnTo>
                  <a:pt x="141732" y="175260"/>
                </a:lnTo>
                <a:lnTo>
                  <a:pt x="139433" y="177025"/>
                </a:lnTo>
                <a:lnTo>
                  <a:pt x="117348" y="192024"/>
                </a:lnTo>
                <a:lnTo>
                  <a:pt x="82296" y="214884"/>
                </a:lnTo>
                <a:lnTo>
                  <a:pt x="74676" y="205740"/>
                </a:lnTo>
                <a:lnTo>
                  <a:pt x="59436" y="190500"/>
                </a:lnTo>
                <a:lnTo>
                  <a:pt x="56388" y="184404"/>
                </a:lnTo>
                <a:lnTo>
                  <a:pt x="54864" y="179832"/>
                </a:lnTo>
                <a:lnTo>
                  <a:pt x="54864" y="175260"/>
                </a:lnTo>
                <a:lnTo>
                  <a:pt x="50292" y="175260"/>
                </a:lnTo>
                <a:lnTo>
                  <a:pt x="50292" y="220980"/>
                </a:lnTo>
                <a:lnTo>
                  <a:pt x="54864" y="220980"/>
                </a:lnTo>
                <a:lnTo>
                  <a:pt x="54864" y="216408"/>
                </a:lnTo>
                <a:lnTo>
                  <a:pt x="56388" y="213360"/>
                </a:lnTo>
                <a:lnTo>
                  <a:pt x="60960" y="208788"/>
                </a:lnTo>
                <a:lnTo>
                  <a:pt x="64008" y="208788"/>
                </a:lnTo>
                <a:lnTo>
                  <a:pt x="65532" y="210312"/>
                </a:lnTo>
                <a:lnTo>
                  <a:pt x="67056" y="210312"/>
                </a:lnTo>
                <a:lnTo>
                  <a:pt x="70104" y="211836"/>
                </a:lnTo>
                <a:lnTo>
                  <a:pt x="77724" y="219456"/>
                </a:lnTo>
                <a:lnTo>
                  <a:pt x="100584" y="243840"/>
                </a:lnTo>
                <a:lnTo>
                  <a:pt x="3048" y="243840"/>
                </a:lnTo>
                <a:lnTo>
                  <a:pt x="3048" y="284988"/>
                </a:lnTo>
                <a:lnTo>
                  <a:pt x="7620" y="284988"/>
                </a:lnTo>
                <a:lnTo>
                  <a:pt x="7620" y="280416"/>
                </a:lnTo>
                <a:lnTo>
                  <a:pt x="9144" y="277368"/>
                </a:lnTo>
                <a:lnTo>
                  <a:pt x="10668" y="275844"/>
                </a:lnTo>
                <a:lnTo>
                  <a:pt x="13716" y="275844"/>
                </a:lnTo>
                <a:lnTo>
                  <a:pt x="16764" y="274320"/>
                </a:lnTo>
                <a:lnTo>
                  <a:pt x="141732" y="274320"/>
                </a:lnTo>
                <a:lnTo>
                  <a:pt x="144780" y="277368"/>
                </a:lnTo>
                <a:lnTo>
                  <a:pt x="146304" y="280416"/>
                </a:lnTo>
                <a:lnTo>
                  <a:pt x="146304" y="284988"/>
                </a:lnTo>
                <a:lnTo>
                  <a:pt x="150876" y="284988"/>
                </a:lnTo>
                <a:lnTo>
                  <a:pt x="150876" y="233172"/>
                </a:lnTo>
                <a:lnTo>
                  <a:pt x="146304" y="233172"/>
                </a:lnTo>
                <a:lnTo>
                  <a:pt x="146304" y="237744"/>
                </a:lnTo>
                <a:lnTo>
                  <a:pt x="144780" y="240792"/>
                </a:lnTo>
                <a:lnTo>
                  <a:pt x="141732" y="243840"/>
                </a:lnTo>
                <a:lnTo>
                  <a:pt x="111252" y="243840"/>
                </a:lnTo>
                <a:lnTo>
                  <a:pt x="103632" y="237744"/>
                </a:lnTo>
                <a:lnTo>
                  <a:pt x="137160" y="214884"/>
                </a:lnTo>
                <a:lnTo>
                  <a:pt x="140208" y="213360"/>
                </a:lnTo>
                <a:lnTo>
                  <a:pt x="144780" y="213360"/>
                </a:lnTo>
                <a:lnTo>
                  <a:pt x="144780" y="214884"/>
                </a:lnTo>
                <a:lnTo>
                  <a:pt x="146304" y="214884"/>
                </a:lnTo>
                <a:lnTo>
                  <a:pt x="146304" y="219456"/>
                </a:lnTo>
                <a:lnTo>
                  <a:pt x="150876" y="219456"/>
                </a:lnTo>
                <a:lnTo>
                  <a:pt x="150876" y="166116"/>
                </a:lnTo>
                <a:lnTo>
                  <a:pt x="150876" y="164592"/>
                </a:lnTo>
                <a:lnTo>
                  <a:pt x="150876" y="111252"/>
                </a:lnTo>
                <a:close/>
              </a:path>
              <a:path extrusionOk="0" h="692150" w="198755">
                <a:moveTo>
                  <a:pt x="153924" y="332232"/>
                </a:moveTo>
                <a:lnTo>
                  <a:pt x="152400" y="323088"/>
                </a:lnTo>
                <a:lnTo>
                  <a:pt x="147828" y="316992"/>
                </a:lnTo>
                <a:lnTo>
                  <a:pt x="144094" y="311569"/>
                </a:lnTo>
                <a:lnTo>
                  <a:pt x="139636" y="306705"/>
                </a:lnTo>
                <a:lnTo>
                  <a:pt x="134327" y="302425"/>
                </a:lnTo>
                <a:lnTo>
                  <a:pt x="128016" y="298704"/>
                </a:lnTo>
                <a:lnTo>
                  <a:pt x="124968" y="301752"/>
                </a:lnTo>
                <a:lnTo>
                  <a:pt x="135636" y="312420"/>
                </a:lnTo>
                <a:lnTo>
                  <a:pt x="137160" y="316992"/>
                </a:lnTo>
                <a:lnTo>
                  <a:pt x="137160" y="329184"/>
                </a:lnTo>
                <a:lnTo>
                  <a:pt x="135636" y="333756"/>
                </a:lnTo>
                <a:lnTo>
                  <a:pt x="132588" y="336804"/>
                </a:lnTo>
                <a:lnTo>
                  <a:pt x="128016" y="342900"/>
                </a:lnTo>
                <a:lnTo>
                  <a:pt x="85344" y="355092"/>
                </a:lnTo>
                <a:lnTo>
                  <a:pt x="74676" y="355092"/>
                </a:lnTo>
                <a:lnTo>
                  <a:pt x="65532" y="353568"/>
                </a:lnTo>
                <a:lnTo>
                  <a:pt x="60960" y="348996"/>
                </a:lnTo>
                <a:lnTo>
                  <a:pt x="56388" y="345948"/>
                </a:lnTo>
                <a:lnTo>
                  <a:pt x="54864" y="342900"/>
                </a:lnTo>
                <a:lnTo>
                  <a:pt x="54864" y="338328"/>
                </a:lnTo>
                <a:lnTo>
                  <a:pt x="56388" y="335280"/>
                </a:lnTo>
                <a:lnTo>
                  <a:pt x="59436" y="332232"/>
                </a:lnTo>
                <a:lnTo>
                  <a:pt x="62484" y="330708"/>
                </a:lnTo>
                <a:lnTo>
                  <a:pt x="74676" y="330708"/>
                </a:lnTo>
                <a:lnTo>
                  <a:pt x="79248" y="329184"/>
                </a:lnTo>
                <a:lnTo>
                  <a:pt x="77724" y="301752"/>
                </a:lnTo>
                <a:lnTo>
                  <a:pt x="67056" y="301752"/>
                </a:lnTo>
                <a:lnTo>
                  <a:pt x="47244" y="336804"/>
                </a:lnTo>
                <a:lnTo>
                  <a:pt x="48387" y="347662"/>
                </a:lnTo>
                <a:lnTo>
                  <a:pt x="73825" y="378510"/>
                </a:lnTo>
                <a:lnTo>
                  <a:pt x="102108" y="385572"/>
                </a:lnTo>
                <a:lnTo>
                  <a:pt x="112966" y="384746"/>
                </a:lnTo>
                <a:lnTo>
                  <a:pt x="150304" y="358330"/>
                </a:lnTo>
                <a:lnTo>
                  <a:pt x="153924" y="339852"/>
                </a:lnTo>
                <a:lnTo>
                  <a:pt x="153924" y="332232"/>
                </a:lnTo>
                <a:close/>
              </a:path>
              <a:path extrusionOk="0" h="692150" w="198755">
                <a:moveTo>
                  <a:pt x="153936" y="527304"/>
                </a:moveTo>
                <a:lnTo>
                  <a:pt x="137172" y="502920"/>
                </a:lnTo>
                <a:lnTo>
                  <a:pt x="150888" y="502920"/>
                </a:lnTo>
                <a:lnTo>
                  <a:pt x="150888" y="461772"/>
                </a:lnTo>
                <a:lnTo>
                  <a:pt x="146316" y="461772"/>
                </a:lnTo>
                <a:lnTo>
                  <a:pt x="146316" y="466344"/>
                </a:lnTo>
                <a:lnTo>
                  <a:pt x="144792" y="469392"/>
                </a:lnTo>
                <a:lnTo>
                  <a:pt x="143268" y="469392"/>
                </a:lnTo>
                <a:lnTo>
                  <a:pt x="141744" y="470916"/>
                </a:lnTo>
                <a:lnTo>
                  <a:pt x="137172" y="472440"/>
                </a:lnTo>
                <a:lnTo>
                  <a:pt x="50304" y="472440"/>
                </a:lnTo>
                <a:lnTo>
                  <a:pt x="50304" y="513588"/>
                </a:lnTo>
                <a:lnTo>
                  <a:pt x="54876" y="513588"/>
                </a:lnTo>
                <a:lnTo>
                  <a:pt x="54876" y="509016"/>
                </a:lnTo>
                <a:lnTo>
                  <a:pt x="56400" y="505968"/>
                </a:lnTo>
                <a:lnTo>
                  <a:pt x="57924" y="504444"/>
                </a:lnTo>
                <a:lnTo>
                  <a:pt x="60972" y="502920"/>
                </a:lnTo>
                <a:lnTo>
                  <a:pt x="128028" y="502920"/>
                </a:lnTo>
                <a:lnTo>
                  <a:pt x="134124" y="505968"/>
                </a:lnTo>
                <a:lnTo>
                  <a:pt x="137172" y="510540"/>
                </a:lnTo>
                <a:lnTo>
                  <a:pt x="140220" y="512064"/>
                </a:lnTo>
                <a:lnTo>
                  <a:pt x="141744" y="515112"/>
                </a:lnTo>
                <a:lnTo>
                  <a:pt x="141744" y="522732"/>
                </a:lnTo>
                <a:lnTo>
                  <a:pt x="137172" y="527304"/>
                </a:lnTo>
                <a:lnTo>
                  <a:pt x="135648" y="527304"/>
                </a:lnTo>
                <a:lnTo>
                  <a:pt x="132600" y="528828"/>
                </a:lnTo>
                <a:lnTo>
                  <a:pt x="50304" y="528828"/>
                </a:lnTo>
                <a:lnTo>
                  <a:pt x="50304" y="569976"/>
                </a:lnTo>
                <a:lnTo>
                  <a:pt x="54876" y="569976"/>
                </a:lnTo>
                <a:lnTo>
                  <a:pt x="54876" y="565404"/>
                </a:lnTo>
                <a:lnTo>
                  <a:pt x="56400" y="562356"/>
                </a:lnTo>
                <a:lnTo>
                  <a:pt x="57924" y="560832"/>
                </a:lnTo>
                <a:lnTo>
                  <a:pt x="60972" y="559308"/>
                </a:lnTo>
                <a:lnTo>
                  <a:pt x="111264" y="559308"/>
                </a:lnTo>
                <a:lnTo>
                  <a:pt x="119811" y="559054"/>
                </a:lnTo>
                <a:lnTo>
                  <a:pt x="144792" y="551688"/>
                </a:lnTo>
                <a:lnTo>
                  <a:pt x="149364" y="548640"/>
                </a:lnTo>
                <a:lnTo>
                  <a:pt x="152412" y="544068"/>
                </a:lnTo>
                <a:lnTo>
                  <a:pt x="153936" y="537972"/>
                </a:lnTo>
                <a:lnTo>
                  <a:pt x="153936" y="527304"/>
                </a:lnTo>
                <a:close/>
              </a:path>
              <a:path extrusionOk="0" h="692150" w="198755">
                <a:moveTo>
                  <a:pt x="198120" y="74676"/>
                </a:moveTo>
                <a:lnTo>
                  <a:pt x="167119" y="52438"/>
                </a:lnTo>
                <a:lnTo>
                  <a:pt x="80772" y="18288"/>
                </a:lnTo>
                <a:lnTo>
                  <a:pt x="68580" y="13716"/>
                </a:lnTo>
                <a:lnTo>
                  <a:pt x="60960" y="9144"/>
                </a:lnTo>
                <a:lnTo>
                  <a:pt x="54864" y="3048"/>
                </a:lnTo>
                <a:lnTo>
                  <a:pt x="54864" y="0"/>
                </a:lnTo>
                <a:lnTo>
                  <a:pt x="50292" y="0"/>
                </a:lnTo>
                <a:lnTo>
                  <a:pt x="50292" y="33528"/>
                </a:lnTo>
                <a:lnTo>
                  <a:pt x="54864" y="33528"/>
                </a:lnTo>
                <a:lnTo>
                  <a:pt x="54864" y="28956"/>
                </a:lnTo>
                <a:lnTo>
                  <a:pt x="56388" y="25908"/>
                </a:lnTo>
                <a:lnTo>
                  <a:pt x="60960" y="21336"/>
                </a:lnTo>
                <a:lnTo>
                  <a:pt x="67056" y="21336"/>
                </a:lnTo>
                <a:lnTo>
                  <a:pt x="74676" y="24384"/>
                </a:lnTo>
                <a:lnTo>
                  <a:pt x="85344" y="27432"/>
                </a:lnTo>
                <a:lnTo>
                  <a:pt x="114300" y="39624"/>
                </a:lnTo>
                <a:lnTo>
                  <a:pt x="76200" y="56388"/>
                </a:lnTo>
                <a:lnTo>
                  <a:pt x="68580" y="59436"/>
                </a:lnTo>
                <a:lnTo>
                  <a:pt x="64008" y="60960"/>
                </a:lnTo>
                <a:lnTo>
                  <a:pt x="57912" y="60960"/>
                </a:lnTo>
                <a:lnTo>
                  <a:pt x="56388" y="59436"/>
                </a:lnTo>
                <a:lnTo>
                  <a:pt x="56388" y="57912"/>
                </a:lnTo>
                <a:lnTo>
                  <a:pt x="54864" y="54864"/>
                </a:lnTo>
                <a:lnTo>
                  <a:pt x="54864" y="51816"/>
                </a:lnTo>
                <a:lnTo>
                  <a:pt x="50292" y="51816"/>
                </a:lnTo>
                <a:lnTo>
                  <a:pt x="50292" y="106680"/>
                </a:lnTo>
                <a:lnTo>
                  <a:pt x="54864" y="106680"/>
                </a:lnTo>
                <a:lnTo>
                  <a:pt x="57912" y="100584"/>
                </a:lnTo>
                <a:lnTo>
                  <a:pt x="60960" y="99060"/>
                </a:lnTo>
                <a:lnTo>
                  <a:pt x="62484" y="96012"/>
                </a:lnTo>
                <a:lnTo>
                  <a:pt x="70104" y="92964"/>
                </a:lnTo>
                <a:lnTo>
                  <a:pt x="80772" y="86868"/>
                </a:lnTo>
                <a:lnTo>
                  <a:pt x="153924" y="54864"/>
                </a:lnTo>
                <a:lnTo>
                  <a:pt x="163068" y="59436"/>
                </a:lnTo>
                <a:lnTo>
                  <a:pt x="173736" y="62484"/>
                </a:lnTo>
                <a:lnTo>
                  <a:pt x="179832" y="65532"/>
                </a:lnTo>
                <a:lnTo>
                  <a:pt x="185928" y="71628"/>
                </a:lnTo>
                <a:lnTo>
                  <a:pt x="185928" y="76200"/>
                </a:lnTo>
                <a:lnTo>
                  <a:pt x="179832" y="76200"/>
                </a:lnTo>
                <a:lnTo>
                  <a:pt x="176784" y="77724"/>
                </a:lnTo>
                <a:lnTo>
                  <a:pt x="172212" y="77724"/>
                </a:lnTo>
                <a:lnTo>
                  <a:pt x="170688" y="80772"/>
                </a:lnTo>
                <a:lnTo>
                  <a:pt x="169164" y="82296"/>
                </a:lnTo>
                <a:lnTo>
                  <a:pt x="167640" y="85344"/>
                </a:lnTo>
                <a:lnTo>
                  <a:pt x="167640" y="92964"/>
                </a:lnTo>
                <a:lnTo>
                  <a:pt x="169164" y="96012"/>
                </a:lnTo>
                <a:lnTo>
                  <a:pt x="172212" y="99060"/>
                </a:lnTo>
                <a:lnTo>
                  <a:pt x="173736" y="102108"/>
                </a:lnTo>
                <a:lnTo>
                  <a:pt x="185928" y="102108"/>
                </a:lnTo>
                <a:lnTo>
                  <a:pt x="190500" y="100584"/>
                </a:lnTo>
                <a:lnTo>
                  <a:pt x="193548" y="97536"/>
                </a:lnTo>
                <a:lnTo>
                  <a:pt x="196596" y="92964"/>
                </a:lnTo>
                <a:lnTo>
                  <a:pt x="198120" y="88392"/>
                </a:lnTo>
                <a:lnTo>
                  <a:pt x="198120" y="74676"/>
                </a:lnTo>
                <a:close/>
              </a:path>
              <a:path extrusionOk="0" h="692150" w="198755">
                <a:moveTo>
                  <a:pt x="198132" y="582168"/>
                </a:moveTo>
                <a:lnTo>
                  <a:pt x="193560" y="582168"/>
                </a:lnTo>
                <a:lnTo>
                  <a:pt x="193560" y="588264"/>
                </a:lnTo>
                <a:lnTo>
                  <a:pt x="192036" y="591312"/>
                </a:lnTo>
                <a:lnTo>
                  <a:pt x="188988" y="592836"/>
                </a:lnTo>
                <a:lnTo>
                  <a:pt x="187464" y="594360"/>
                </a:lnTo>
                <a:lnTo>
                  <a:pt x="47256" y="594360"/>
                </a:lnTo>
                <a:lnTo>
                  <a:pt x="47256" y="598932"/>
                </a:lnTo>
                <a:lnTo>
                  <a:pt x="57924" y="615696"/>
                </a:lnTo>
                <a:lnTo>
                  <a:pt x="54876" y="618744"/>
                </a:lnTo>
                <a:lnTo>
                  <a:pt x="51828" y="623316"/>
                </a:lnTo>
                <a:lnTo>
                  <a:pt x="47256" y="637032"/>
                </a:lnTo>
                <a:lnTo>
                  <a:pt x="47256" y="643128"/>
                </a:lnTo>
                <a:lnTo>
                  <a:pt x="63830" y="677799"/>
                </a:lnTo>
                <a:lnTo>
                  <a:pt x="105168" y="691896"/>
                </a:lnTo>
                <a:lnTo>
                  <a:pt x="114020" y="691324"/>
                </a:lnTo>
                <a:lnTo>
                  <a:pt x="149555" y="670560"/>
                </a:lnTo>
                <a:lnTo>
                  <a:pt x="152958" y="661416"/>
                </a:lnTo>
                <a:lnTo>
                  <a:pt x="153035" y="660869"/>
                </a:lnTo>
                <a:lnTo>
                  <a:pt x="153136" y="660082"/>
                </a:lnTo>
                <a:lnTo>
                  <a:pt x="153225" y="659320"/>
                </a:lnTo>
                <a:lnTo>
                  <a:pt x="153936" y="653796"/>
                </a:lnTo>
                <a:lnTo>
                  <a:pt x="153936" y="647700"/>
                </a:lnTo>
                <a:lnTo>
                  <a:pt x="152412" y="643128"/>
                </a:lnTo>
                <a:lnTo>
                  <a:pt x="150888" y="637032"/>
                </a:lnTo>
                <a:lnTo>
                  <a:pt x="147840" y="633984"/>
                </a:lnTo>
                <a:lnTo>
                  <a:pt x="144792" y="629412"/>
                </a:lnTo>
                <a:lnTo>
                  <a:pt x="141744" y="626364"/>
                </a:lnTo>
                <a:lnTo>
                  <a:pt x="141744" y="638556"/>
                </a:lnTo>
                <a:lnTo>
                  <a:pt x="141744" y="649224"/>
                </a:lnTo>
                <a:lnTo>
                  <a:pt x="140220" y="652272"/>
                </a:lnTo>
                <a:lnTo>
                  <a:pt x="103644" y="661416"/>
                </a:lnTo>
                <a:lnTo>
                  <a:pt x="89928" y="660869"/>
                </a:lnTo>
                <a:lnTo>
                  <a:pt x="54876" y="646176"/>
                </a:lnTo>
                <a:lnTo>
                  <a:pt x="54876" y="638556"/>
                </a:lnTo>
                <a:lnTo>
                  <a:pt x="56400" y="635508"/>
                </a:lnTo>
                <a:lnTo>
                  <a:pt x="56400" y="633984"/>
                </a:lnTo>
                <a:lnTo>
                  <a:pt x="62496" y="627888"/>
                </a:lnTo>
                <a:lnTo>
                  <a:pt x="67068" y="626364"/>
                </a:lnTo>
                <a:lnTo>
                  <a:pt x="70116" y="626364"/>
                </a:lnTo>
                <a:lnTo>
                  <a:pt x="77736" y="624840"/>
                </a:lnTo>
                <a:lnTo>
                  <a:pt x="131076" y="624840"/>
                </a:lnTo>
                <a:lnTo>
                  <a:pt x="137172" y="630936"/>
                </a:lnTo>
                <a:lnTo>
                  <a:pt x="138696" y="635508"/>
                </a:lnTo>
                <a:lnTo>
                  <a:pt x="141744" y="638556"/>
                </a:lnTo>
                <a:lnTo>
                  <a:pt x="141744" y="626364"/>
                </a:lnTo>
                <a:lnTo>
                  <a:pt x="140220" y="624840"/>
                </a:lnTo>
                <a:lnTo>
                  <a:pt x="187464" y="624840"/>
                </a:lnTo>
                <a:lnTo>
                  <a:pt x="188988" y="626364"/>
                </a:lnTo>
                <a:lnTo>
                  <a:pt x="190512" y="626364"/>
                </a:lnTo>
                <a:lnTo>
                  <a:pt x="192036" y="627888"/>
                </a:lnTo>
                <a:lnTo>
                  <a:pt x="192036" y="630936"/>
                </a:lnTo>
                <a:lnTo>
                  <a:pt x="193560" y="632460"/>
                </a:lnTo>
                <a:lnTo>
                  <a:pt x="193560" y="640080"/>
                </a:lnTo>
                <a:lnTo>
                  <a:pt x="198132" y="640080"/>
                </a:lnTo>
                <a:lnTo>
                  <a:pt x="198132" y="624840"/>
                </a:lnTo>
                <a:lnTo>
                  <a:pt x="198132" y="5821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197" name="Google Shape;6197;p96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693163" y="3595115"/>
            <a:ext cx="150876" cy="79248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8" name="Google Shape;6198;p96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1693163" y="2750820"/>
            <a:ext cx="195072" cy="775715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9" name="Google Shape;6199;p96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1690116" y="2273808"/>
            <a:ext cx="153924" cy="413003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0" name="Google Shape;6200;p96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1737360" y="2106168"/>
            <a:ext cx="106680" cy="97536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1" name="Google Shape;6201;p9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1690116" y="1645920"/>
            <a:ext cx="198120" cy="393191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2" name="Google Shape;6202;p96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1690116" y="1379219"/>
            <a:ext cx="153924" cy="195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3" name="Google Shape;6203;p96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004060" y="9165335"/>
            <a:ext cx="150875" cy="335279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4" name="Google Shape;6204;p96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1956816" y="8718804"/>
            <a:ext cx="153924" cy="377951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5" name="Google Shape;6205;p96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1956816" y="7431023"/>
            <a:ext cx="153924" cy="1213104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6" name="Google Shape;6206;p96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004059" y="7071359"/>
            <a:ext cx="106680" cy="295656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7" name="Google Shape;6207;p96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004059" y="6684264"/>
            <a:ext cx="106680" cy="3200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08" name="Google Shape;6208;p96"/>
          <p:cNvGrpSpPr/>
          <p:nvPr/>
        </p:nvGrpSpPr>
        <p:grpSpPr>
          <a:xfrm>
            <a:off x="1956816" y="6091427"/>
            <a:ext cx="153924" cy="524257"/>
            <a:chOff x="1956816" y="6091427"/>
            <a:chExt cx="153924" cy="524257"/>
          </a:xfrm>
        </p:grpSpPr>
        <p:pic>
          <p:nvPicPr>
            <p:cNvPr id="6209" name="Google Shape;6209;p96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1956816" y="6420612"/>
              <a:ext cx="153924" cy="1950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10" name="Google Shape;6210;p96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1959864" y="6091427"/>
              <a:ext cx="150876" cy="2865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211" name="Google Shape;6211;p96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1956816" y="5154167"/>
            <a:ext cx="197647" cy="8686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12" name="Google Shape;6212;p96"/>
          <p:cNvGrpSpPr/>
          <p:nvPr/>
        </p:nvGrpSpPr>
        <p:grpSpPr>
          <a:xfrm>
            <a:off x="1956816" y="1728216"/>
            <a:ext cx="4817363" cy="7847076"/>
            <a:chOff x="1956816" y="1728216"/>
            <a:chExt cx="4817363" cy="7847076"/>
          </a:xfrm>
        </p:grpSpPr>
        <p:pic>
          <p:nvPicPr>
            <p:cNvPr id="6213" name="Google Shape;6213;p96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1956816" y="4142232"/>
              <a:ext cx="197647" cy="94792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14" name="Google Shape;6214;p96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165604" y="1728216"/>
              <a:ext cx="4608575" cy="78470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18" name="Shape 6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9" name="Google Shape;6219;p97"/>
          <p:cNvSpPr/>
          <p:nvPr/>
        </p:nvSpPr>
        <p:spPr>
          <a:xfrm>
            <a:off x="918959" y="5785104"/>
            <a:ext cx="376555" cy="1134110"/>
          </a:xfrm>
          <a:custGeom>
            <a:rect b="b" l="l" r="r" t="t"/>
            <a:pathLst>
              <a:path extrusionOk="0" h="1134109" w="376555">
                <a:moveTo>
                  <a:pt x="368808" y="376428"/>
                </a:moveTo>
                <a:lnTo>
                  <a:pt x="359664" y="376428"/>
                </a:lnTo>
                <a:lnTo>
                  <a:pt x="359092" y="384771"/>
                </a:lnTo>
                <a:lnTo>
                  <a:pt x="357378" y="391668"/>
                </a:lnTo>
                <a:lnTo>
                  <a:pt x="315379" y="423989"/>
                </a:lnTo>
                <a:lnTo>
                  <a:pt x="245364" y="454710"/>
                </a:lnTo>
                <a:lnTo>
                  <a:pt x="245364" y="547116"/>
                </a:lnTo>
                <a:lnTo>
                  <a:pt x="245364" y="652272"/>
                </a:lnTo>
                <a:lnTo>
                  <a:pt x="126492" y="598932"/>
                </a:lnTo>
                <a:lnTo>
                  <a:pt x="245364" y="547116"/>
                </a:lnTo>
                <a:lnTo>
                  <a:pt x="245364" y="454710"/>
                </a:lnTo>
                <a:lnTo>
                  <a:pt x="0" y="562356"/>
                </a:lnTo>
                <a:lnTo>
                  <a:pt x="0" y="566928"/>
                </a:lnTo>
                <a:lnTo>
                  <a:pt x="307111" y="705091"/>
                </a:lnTo>
                <a:lnTo>
                  <a:pt x="322897" y="712851"/>
                </a:lnTo>
                <a:lnTo>
                  <a:pt x="354139" y="740664"/>
                </a:lnTo>
                <a:lnTo>
                  <a:pt x="359664" y="758952"/>
                </a:lnTo>
                <a:lnTo>
                  <a:pt x="368808" y="758952"/>
                </a:lnTo>
                <a:lnTo>
                  <a:pt x="368808" y="684276"/>
                </a:lnTo>
                <a:lnTo>
                  <a:pt x="368808" y="637032"/>
                </a:lnTo>
                <a:lnTo>
                  <a:pt x="359664" y="637032"/>
                </a:lnTo>
                <a:lnTo>
                  <a:pt x="349567" y="677849"/>
                </a:lnTo>
                <a:lnTo>
                  <a:pt x="330708" y="684276"/>
                </a:lnTo>
                <a:lnTo>
                  <a:pt x="324688" y="683945"/>
                </a:lnTo>
                <a:lnTo>
                  <a:pt x="317944" y="682752"/>
                </a:lnTo>
                <a:lnTo>
                  <a:pt x="310349" y="680427"/>
                </a:lnTo>
                <a:lnTo>
                  <a:pt x="301752" y="676656"/>
                </a:lnTo>
                <a:lnTo>
                  <a:pt x="265176" y="661416"/>
                </a:lnTo>
                <a:lnTo>
                  <a:pt x="265176" y="652272"/>
                </a:lnTo>
                <a:lnTo>
                  <a:pt x="265176" y="547116"/>
                </a:lnTo>
                <a:lnTo>
                  <a:pt x="265176" y="537972"/>
                </a:lnTo>
                <a:lnTo>
                  <a:pt x="310896" y="518160"/>
                </a:lnTo>
                <a:lnTo>
                  <a:pt x="323088" y="513588"/>
                </a:lnTo>
                <a:lnTo>
                  <a:pt x="329184" y="510540"/>
                </a:lnTo>
                <a:lnTo>
                  <a:pt x="330708" y="510540"/>
                </a:lnTo>
                <a:lnTo>
                  <a:pt x="335280" y="509016"/>
                </a:lnTo>
                <a:lnTo>
                  <a:pt x="347472" y="509016"/>
                </a:lnTo>
                <a:lnTo>
                  <a:pt x="359664" y="544068"/>
                </a:lnTo>
                <a:lnTo>
                  <a:pt x="359664" y="551688"/>
                </a:lnTo>
                <a:lnTo>
                  <a:pt x="368808" y="551688"/>
                </a:lnTo>
                <a:lnTo>
                  <a:pt x="368808" y="509016"/>
                </a:lnTo>
                <a:lnTo>
                  <a:pt x="368808" y="376428"/>
                </a:lnTo>
                <a:close/>
              </a:path>
              <a:path extrusionOk="0" h="1134109" w="376555">
                <a:moveTo>
                  <a:pt x="368808" y="227076"/>
                </a:moveTo>
                <a:lnTo>
                  <a:pt x="368769" y="185166"/>
                </a:lnTo>
                <a:lnTo>
                  <a:pt x="362026" y="133184"/>
                </a:lnTo>
                <a:lnTo>
                  <a:pt x="349542" y="96012"/>
                </a:lnTo>
                <a:lnTo>
                  <a:pt x="348996" y="94856"/>
                </a:lnTo>
                <a:lnTo>
                  <a:pt x="348996" y="196596"/>
                </a:lnTo>
                <a:lnTo>
                  <a:pt x="348957" y="205930"/>
                </a:lnTo>
                <a:lnTo>
                  <a:pt x="310896" y="227076"/>
                </a:lnTo>
                <a:lnTo>
                  <a:pt x="27432" y="227076"/>
                </a:lnTo>
                <a:lnTo>
                  <a:pt x="27559" y="222504"/>
                </a:lnTo>
                <a:lnTo>
                  <a:pt x="27686" y="217932"/>
                </a:lnTo>
                <a:lnTo>
                  <a:pt x="28003" y="205930"/>
                </a:lnTo>
                <a:lnTo>
                  <a:pt x="28028" y="205740"/>
                </a:lnTo>
                <a:lnTo>
                  <a:pt x="29718" y="188214"/>
                </a:lnTo>
                <a:lnTo>
                  <a:pt x="43484" y="149923"/>
                </a:lnTo>
                <a:lnTo>
                  <a:pt x="80772" y="117348"/>
                </a:lnTo>
                <a:lnTo>
                  <a:pt x="128968" y="101536"/>
                </a:lnTo>
                <a:lnTo>
                  <a:pt x="192024" y="96012"/>
                </a:lnTo>
                <a:lnTo>
                  <a:pt x="231724" y="98018"/>
                </a:lnTo>
                <a:lnTo>
                  <a:pt x="295109" y="114020"/>
                </a:lnTo>
                <a:lnTo>
                  <a:pt x="332282" y="140881"/>
                </a:lnTo>
                <a:lnTo>
                  <a:pt x="348996" y="196596"/>
                </a:lnTo>
                <a:lnTo>
                  <a:pt x="348996" y="94856"/>
                </a:lnTo>
                <a:lnTo>
                  <a:pt x="322376" y="53898"/>
                </a:lnTo>
                <a:lnTo>
                  <a:pt x="289369" y="25908"/>
                </a:lnTo>
                <a:lnTo>
                  <a:pt x="243420" y="6438"/>
                </a:lnTo>
                <a:lnTo>
                  <a:pt x="188976" y="0"/>
                </a:lnTo>
                <a:lnTo>
                  <a:pt x="162382" y="1460"/>
                </a:lnTo>
                <a:lnTo>
                  <a:pt x="113753" y="13512"/>
                </a:lnTo>
                <a:lnTo>
                  <a:pt x="70916" y="38392"/>
                </a:lnTo>
                <a:lnTo>
                  <a:pt x="37871" y="74968"/>
                </a:lnTo>
                <a:lnTo>
                  <a:pt x="17907" y="118668"/>
                </a:lnTo>
                <a:lnTo>
                  <a:pt x="8763" y="170624"/>
                </a:lnTo>
                <a:lnTo>
                  <a:pt x="8648" y="173926"/>
                </a:lnTo>
                <a:lnTo>
                  <a:pt x="8597" y="175171"/>
                </a:lnTo>
                <a:lnTo>
                  <a:pt x="7620" y="201168"/>
                </a:lnTo>
                <a:lnTo>
                  <a:pt x="7620" y="364236"/>
                </a:lnTo>
                <a:lnTo>
                  <a:pt x="16764" y="364236"/>
                </a:lnTo>
                <a:lnTo>
                  <a:pt x="16764" y="341376"/>
                </a:lnTo>
                <a:lnTo>
                  <a:pt x="18288" y="333756"/>
                </a:lnTo>
                <a:lnTo>
                  <a:pt x="22860" y="327660"/>
                </a:lnTo>
                <a:lnTo>
                  <a:pt x="25908" y="321564"/>
                </a:lnTo>
                <a:lnTo>
                  <a:pt x="30480" y="318516"/>
                </a:lnTo>
                <a:lnTo>
                  <a:pt x="35052" y="316992"/>
                </a:lnTo>
                <a:lnTo>
                  <a:pt x="39649" y="315239"/>
                </a:lnTo>
                <a:lnTo>
                  <a:pt x="46672" y="314325"/>
                </a:lnTo>
                <a:lnTo>
                  <a:pt x="56959" y="313969"/>
                </a:lnTo>
                <a:lnTo>
                  <a:pt x="320382" y="313969"/>
                </a:lnTo>
                <a:lnTo>
                  <a:pt x="358140" y="333756"/>
                </a:lnTo>
                <a:lnTo>
                  <a:pt x="359664" y="341376"/>
                </a:lnTo>
                <a:lnTo>
                  <a:pt x="359664" y="364236"/>
                </a:lnTo>
                <a:lnTo>
                  <a:pt x="368808" y="364236"/>
                </a:lnTo>
                <a:lnTo>
                  <a:pt x="368808" y="313969"/>
                </a:lnTo>
                <a:lnTo>
                  <a:pt x="368808" y="227076"/>
                </a:lnTo>
                <a:close/>
              </a:path>
              <a:path extrusionOk="0" h="1134109" w="376555">
                <a:moveTo>
                  <a:pt x="376440" y="937260"/>
                </a:moveTo>
                <a:lnTo>
                  <a:pt x="373011" y="896302"/>
                </a:lnTo>
                <a:lnTo>
                  <a:pt x="354736" y="845083"/>
                </a:lnTo>
                <a:lnTo>
                  <a:pt x="332498" y="813701"/>
                </a:lnTo>
                <a:lnTo>
                  <a:pt x="318528" y="798576"/>
                </a:lnTo>
                <a:lnTo>
                  <a:pt x="288048" y="798576"/>
                </a:lnTo>
                <a:lnTo>
                  <a:pt x="304901" y="813435"/>
                </a:lnTo>
                <a:lnTo>
                  <a:pt x="318909" y="828294"/>
                </a:lnTo>
                <a:lnTo>
                  <a:pt x="345211" y="872286"/>
                </a:lnTo>
                <a:lnTo>
                  <a:pt x="353580" y="920496"/>
                </a:lnTo>
                <a:lnTo>
                  <a:pt x="352412" y="939977"/>
                </a:lnTo>
                <a:lnTo>
                  <a:pt x="333768" y="987552"/>
                </a:lnTo>
                <a:lnTo>
                  <a:pt x="291973" y="1018209"/>
                </a:lnTo>
                <a:lnTo>
                  <a:pt x="252564" y="1030782"/>
                </a:lnTo>
                <a:lnTo>
                  <a:pt x="208076" y="1037018"/>
                </a:lnTo>
                <a:lnTo>
                  <a:pt x="184416" y="1037844"/>
                </a:lnTo>
                <a:lnTo>
                  <a:pt x="159854" y="1036726"/>
                </a:lnTo>
                <a:lnTo>
                  <a:pt x="114757" y="1028204"/>
                </a:lnTo>
                <a:lnTo>
                  <a:pt x="79324" y="1013371"/>
                </a:lnTo>
                <a:lnTo>
                  <a:pt x="42684" y="979932"/>
                </a:lnTo>
                <a:lnTo>
                  <a:pt x="24244" y="934072"/>
                </a:lnTo>
                <a:lnTo>
                  <a:pt x="22872" y="917448"/>
                </a:lnTo>
                <a:lnTo>
                  <a:pt x="24587" y="897445"/>
                </a:lnTo>
                <a:lnTo>
                  <a:pt x="38303" y="860869"/>
                </a:lnTo>
                <a:lnTo>
                  <a:pt x="64541" y="829703"/>
                </a:lnTo>
                <a:lnTo>
                  <a:pt x="102158" y="808507"/>
                </a:lnTo>
                <a:lnTo>
                  <a:pt x="124980" y="801624"/>
                </a:lnTo>
                <a:lnTo>
                  <a:pt x="124980" y="792480"/>
                </a:lnTo>
                <a:lnTo>
                  <a:pt x="12" y="792480"/>
                </a:lnTo>
                <a:lnTo>
                  <a:pt x="12" y="801624"/>
                </a:lnTo>
                <a:lnTo>
                  <a:pt x="9156" y="803148"/>
                </a:lnTo>
                <a:lnTo>
                  <a:pt x="15252" y="804672"/>
                </a:lnTo>
                <a:lnTo>
                  <a:pt x="18300" y="809244"/>
                </a:lnTo>
                <a:lnTo>
                  <a:pt x="22872" y="813816"/>
                </a:lnTo>
                <a:lnTo>
                  <a:pt x="24396" y="818388"/>
                </a:lnTo>
                <a:lnTo>
                  <a:pt x="24396" y="824484"/>
                </a:lnTo>
                <a:lnTo>
                  <a:pt x="23825" y="829043"/>
                </a:lnTo>
                <a:lnTo>
                  <a:pt x="22110" y="835723"/>
                </a:lnTo>
                <a:lnTo>
                  <a:pt x="19253" y="844423"/>
                </a:lnTo>
                <a:lnTo>
                  <a:pt x="15252" y="854964"/>
                </a:lnTo>
                <a:lnTo>
                  <a:pt x="9004" y="876160"/>
                </a:lnTo>
                <a:lnTo>
                  <a:pt x="4203" y="896493"/>
                </a:lnTo>
                <a:lnTo>
                  <a:pt x="1104" y="916266"/>
                </a:lnTo>
                <a:lnTo>
                  <a:pt x="12" y="935736"/>
                </a:lnTo>
                <a:lnTo>
                  <a:pt x="1701" y="961478"/>
                </a:lnTo>
                <a:lnTo>
                  <a:pt x="14795" y="1010107"/>
                </a:lnTo>
                <a:lnTo>
                  <a:pt x="39890" y="1054989"/>
                </a:lnTo>
                <a:lnTo>
                  <a:pt x="75844" y="1091565"/>
                </a:lnTo>
                <a:lnTo>
                  <a:pt x="120929" y="1118425"/>
                </a:lnTo>
                <a:lnTo>
                  <a:pt x="169976" y="1132141"/>
                </a:lnTo>
                <a:lnTo>
                  <a:pt x="195084" y="1133856"/>
                </a:lnTo>
                <a:lnTo>
                  <a:pt x="219036" y="1132192"/>
                </a:lnTo>
                <a:lnTo>
                  <a:pt x="265798" y="1119720"/>
                </a:lnTo>
                <a:lnTo>
                  <a:pt x="307708" y="1095756"/>
                </a:lnTo>
                <a:lnTo>
                  <a:pt x="340766" y="1061466"/>
                </a:lnTo>
                <a:lnTo>
                  <a:pt x="363575" y="1017422"/>
                </a:lnTo>
                <a:lnTo>
                  <a:pt x="375005" y="965885"/>
                </a:lnTo>
                <a:lnTo>
                  <a:pt x="376440" y="93726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0" name="Google Shape;6220;p97"/>
          <p:cNvSpPr/>
          <p:nvPr/>
        </p:nvSpPr>
        <p:spPr>
          <a:xfrm>
            <a:off x="926579" y="4436364"/>
            <a:ext cx="368935" cy="1179830"/>
          </a:xfrm>
          <a:custGeom>
            <a:rect b="b" l="l" r="r" t="t"/>
            <a:pathLst>
              <a:path extrusionOk="0" h="1179829" w="368934">
                <a:moveTo>
                  <a:pt x="361188" y="923544"/>
                </a:moveTo>
                <a:lnTo>
                  <a:pt x="352044" y="923544"/>
                </a:lnTo>
                <a:lnTo>
                  <a:pt x="352044" y="944880"/>
                </a:lnTo>
                <a:lnTo>
                  <a:pt x="350520" y="954024"/>
                </a:lnTo>
                <a:lnTo>
                  <a:pt x="347472" y="958596"/>
                </a:lnTo>
                <a:lnTo>
                  <a:pt x="344424" y="964692"/>
                </a:lnTo>
                <a:lnTo>
                  <a:pt x="339852" y="969264"/>
                </a:lnTo>
                <a:lnTo>
                  <a:pt x="300228" y="973836"/>
                </a:lnTo>
                <a:lnTo>
                  <a:pt x="21336" y="973836"/>
                </a:lnTo>
                <a:lnTo>
                  <a:pt x="21336" y="946404"/>
                </a:lnTo>
                <a:lnTo>
                  <a:pt x="21628" y="934720"/>
                </a:lnTo>
                <a:lnTo>
                  <a:pt x="36385" y="895159"/>
                </a:lnTo>
                <a:lnTo>
                  <a:pt x="69342" y="873252"/>
                </a:lnTo>
                <a:lnTo>
                  <a:pt x="97536" y="864108"/>
                </a:lnTo>
                <a:lnTo>
                  <a:pt x="97536" y="854964"/>
                </a:lnTo>
                <a:lnTo>
                  <a:pt x="0" y="854964"/>
                </a:lnTo>
                <a:lnTo>
                  <a:pt x="0" y="1179576"/>
                </a:lnTo>
                <a:lnTo>
                  <a:pt x="97536" y="1179576"/>
                </a:lnTo>
                <a:lnTo>
                  <a:pt x="97536" y="1170432"/>
                </a:lnTo>
                <a:lnTo>
                  <a:pt x="79235" y="1166126"/>
                </a:lnTo>
                <a:lnTo>
                  <a:pt x="63055" y="1159954"/>
                </a:lnTo>
                <a:lnTo>
                  <a:pt x="30340" y="1132078"/>
                </a:lnTo>
                <a:lnTo>
                  <a:pt x="21336" y="1088136"/>
                </a:lnTo>
                <a:lnTo>
                  <a:pt x="21336" y="1060704"/>
                </a:lnTo>
                <a:lnTo>
                  <a:pt x="300228" y="1060704"/>
                </a:lnTo>
                <a:lnTo>
                  <a:pt x="312547" y="1060970"/>
                </a:lnTo>
                <a:lnTo>
                  <a:pt x="350520" y="1080516"/>
                </a:lnTo>
                <a:lnTo>
                  <a:pt x="352044" y="1088136"/>
                </a:lnTo>
                <a:lnTo>
                  <a:pt x="352044" y="1110996"/>
                </a:lnTo>
                <a:lnTo>
                  <a:pt x="361188" y="1110996"/>
                </a:lnTo>
                <a:lnTo>
                  <a:pt x="361188" y="923544"/>
                </a:lnTo>
                <a:close/>
              </a:path>
              <a:path extrusionOk="0" h="1179829" w="368934">
                <a:moveTo>
                  <a:pt x="361188" y="195072"/>
                </a:moveTo>
                <a:lnTo>
                  <a:pt x="352044" y="195072"/>
                </a:lnTo>
                <a:lnTo>
                  <a:pt x="351497" y="203606"/>
                </a:lnTo>
                <a:lnTo>
                  <a:pt x="349948" y="210693"/>
                </a:lnTo>
                <a:lnTo>
                  <a:pt x="309372" y="225552"/>
                </a:lnTo>
                <a:lnTo>
                  <a:pt x="0" y="225552"/>
                </a:lnTo>
                <a:lnTo>
                  <a:pt x="0" y="330708"/>
                </a:lnTo>
                <a:lnTo>
                  <a:pt x="9144" y="330708"/>
                </a:lnTo>
                <a:lnTo>
                  <a:pt x="10668" y="320040"/>
                </a:lnTo>
                <a:lnTo>
                  <a:pt x="13716" y="310896"/>
                </a:lnTo>
                <a:lnTo>
                  <a:pt x="23101" y="304736"/>
                </a:lnTo>
                <a:lnTo>
                  <a:pt x="30480" y="302323"/>
                </a:lnTo>
                <a:lnTo>
                  <a:pt x="40157" y="300786"/>
                </a:lnTo>
                <a:lnTo>
                  <a:pt x="51816" y="300228"/>
                </a:lnTo>
                <a:lnTo>
                  <a:pt x="309372" y="300228"/>
                </a:lnTo>
                <a:lnTo>
                  <a:pt x="346900" y="311213"/>
                </a:lnTo>
                <a:lnTo>
                  <a:pt x="352044" y="330708"/>
                </a:lnTo>
                <a:lnTo>
                  <a:pt x="361188" y="330708"/>
                </a:lnTo>
                <a:lnTo>
                  <a:pt x="361188" y="195072"/>
                </a:lnTo>
                <a:close/>
              </a:path>
              <a:path extrusionOk="0" h="1179829" w="368934">
                <a:moveTo>
                  <a:pt x="368820" y="751332"/>
                </a:moveTo>
                <a:lnTo>
                  <a:pt x="366217" y="724217"/>
                </a:lnTo>
                <a:lnTo>
                  <a:pt x="362127" y="711708"/>
                </a:lnTo>
                <a:lnTo>
                  <a:pt x="358343" y="700087"/>
                </a:lnTo>
                <a:lnTo>
                  <a:pt x="350532" y="687806"/>
                </a:lnTo>
                <a:lnTo>
                  <a:pt x="350532" y="743712"/>
                </a:lnTo>
                <a:lnTo>
                  <a:pt x="350532" y="760476"/>
                </a:lnTo>
                <a:lnTo>
                  <a:pt x="321017" y="784694"/>
                </a:lnTo>
                <a:lnTo>
                  <a:pt x="272783" y="789393"/>
                </a:lnTo>
                <a:lnTo>
                  <a:pt x="233349" y="789393"/>
                </a:lnTo>
                <a:lnTo>
                  <a:pt x="191579" y="788149"/>
                </a:lnTo>
                <a:lnTo>
                  <a:pt x="149555" y="782002"/>
                </a:lnTo>
                <a:lnTo>
                  <a:pt x="123456" y="760476"/>
                </a:lnTo>
                <a:lnTo>
                  <a:pt x="123456" y="743712"/>
                </a:lnTo>
                <a:lnTo>
                  <a:pt x="124980" y="737616"/>
                </a:lnTo>
                <a:lnTo>
                  <a:pt x="129552" y="733044"/>
                </a:lnTo>
                <a:lnTo>
                  <a:pt x="133781" y="727887"/>
                </a:lnTo>
                <a:lnTo>
                  <a:pt x="178320" y="713613"/>
                </a:lnTo>
                <a:lnTo>
                  <a:pt x="216420" y="711708"/>
                </a:lnTo>
                <a:lnTo>
                  <a:pt x="251866" y="712241"/>
                </a:lnTo>
                <a:lnTo>
                  <a:pt x="302780" y="715568"/>
                </a:lnTo>
                <a:lnTo>
                  <a:pt x="339305" y="727240"/>
                </a:lnTo>
                <a:lnTo>
                  <a:pt x="350532" y="743712"/>
                </a:lnTo>
                <a:lnTo>
                  <a:pt x="350532" y="687806"/>
                </a:lnTo>
                <a:lnTo>
                  <a:pt x="306971" y="649414"/>
                </a:lnTo>
                <a:lnTo>
                  <a:pt x="262915" y="635698"/>
                </a:lnTo>
                <a:lnTo>
                  <a:pt x="237756" y="633984"/>
                </a:lnTo>
                <a:lnTo>
                  <a:pt x="219773" y="635088"/>
                </a:lnTo>
                <a:lnTo>
                  <a:pt x="170700" y="649224"/>
                </a:lnTo>
                <a:lnTo>
                  <a:pt x="131686" y="678802"/>
                </a:lnTo>
                <a:lnTo>
                  <a:pt x="109575" y="720382"/>
                </a:lnTo>
                <a:lnTo>
                  <a:pt x="105168" y="751332"/>
                </a:lnTo>
                <a:lnTo>
                  <a:pt x="107708" y="777316"/>
                </a:lnTo>
                <a:lnTo>
                  <a:pt x="127660" y="820127"/>
                </a:lnTo>
                <a:lnTo>
                  <a:pt x="165976" y="850442"/>
                </a:lnTo>
                <a:lnTo>
                  <a:pt x="212940" y="865403"/>
                </a:lnTo>
                <a:lnTo>
                  <a:pt x="239280" y="867156"/>
                </a:lnTo>
                <a:lnTo>
                  <a:pt x="264160" y="865403"/>
                </a:lnTo>
                <a:lnTo>
                  <a:pt x="263931" y="865403"/>
                </a:lnTo>
                <a:lnTo>
                  <a:pt x="287096" y="860107"/>
                </a:lnTo>
                <a:lnTo>
                  <a:pt x="329196" y="838200"/>
                </a:lnTo>
                <a:lnTo>
                  <a:pt x="359295" y="800481"/>
                </a:lnTo>
                <a:lnTo>
                  <a:pt x="359346" y="800290"/>
                </a:lnTo>
                <a:lnTo>
                  <a:pt x="362737" y="789393"/>
                </a:lnTo>
                <a:lnTo>
                  <a:pt x="362839" y="789051"/>
                </a:lnTo>
                <a:lnTo>
                  <a:pt x="366483" y="777316"/>
                </a:lnTo>
                <a:lnTo>
                  <a:pt x="368820" y="751332"/>
                </a:lnTo>
                <a:close/>
              </a:path>
              <a:path extrusionOk="0" h="1179829" w="368934">
                <a:moveTo>
                  <a:pt x="368820" y="478536"/>
                </a:moveTo>
                <a:lnTo>
                  <a:pt x="366217" y="451662"/>
                </a:lnTo>
                <a:lnTo>
                  <a:pt x="362470" y="440436"/>
                </a:lnTo>
                <a:lnTo>
                  <a:pt x="358343" y="428053"/>
                </a:lnTo>
                <a:lnTo>
                  <a:pt x="350532" y="416077"/>
                </a:lnTo>
                <a:lnTo>
                  <a:pt x="350532" y="472440"/>
                </a:lnTo>
                <a:lnTo>
                  <a:pt x="350532" y="487680"/>
                </a:lnTo>
                <a:lnTo>
                  <a:pt x="321017" y="512546"/>
                </a:lnTo>
                <a:lnTo>
                  <a:pt x="272783" y="517906"/>
                </a:lnTo>
                <a:lnTo>
                  <a:pt x="259092" y="518160"/>
                </a:lnTo>
                <a:lnTo>
                  <a:pt x="233349" y="517906"/>
                </a:lnTo>
                <a:lnTo>
                  <a:pt x="191579" y="516242"/>
                </a:lnTo>
                <a:lnTo>
                  <a:pt x="149555" y="510730"/>
                </a:lnTo>
                <a:lnTo>
                  <a:pt x="123456" y="478536"/>
                </a:lnTo>
                <a:lnTo>
                  <a:pt x="123456" y="470916"/>
                </a:lnTo>
                <a:lnTo>
                  <a:pt x="124980" y="464820"/>
                </a:lnTo>
                <a:lnTo>
                  <a:pt x="129552" y="460248"/>
                </a:lnTo>
                <a:lnTo>
                  <a:pt x="133781" y="455942"/>
                </a:lnTo>
                <a:lnTo>
                  <a:pt x="178320" y="441579"/>
                </a:lnTo>
                <a:lnTo>
                  <a:pt x="216420" y="440436"/>
                </a:lnTo>
                <a:lnTo>
                  <a:pt x="251866" y="440728"/>
                </a:lnTo>
                <a:lnTo>
                  <a:pt x="302780" y="443014"/>
                </a:lnTo>
                <a:lnTo>
                  <a:pt x="339305" y="455091"/>
                </a:lnTo>
                <a:lnTo>
                  <a:pt x="350532" y="472440"/>
                </a:lnTo>
                <a:lnTo>
                  <a:pt x="350532" y="416077"/>
                </a:lnTo>
                <a:lnTo>
                  <a:pt x="306971" y="378142"/>
                </a:lnTo>
                <a:lnTo>
                  <a:pt x="262915" y="364426"/>
                </a:lnTo>
                <a:lnTo>
                  <a:pt x="237756" y="362712"/>
                </a:lnTo>
                <a:lnTo>
                  <a:pt x="219773" y="363575"/>
                </a:lnTo>
                <a:lnTo>
                  <a:pt x="170700" y="376428"/>
                </a:lnTo>
                <a:lnTo>
                  <a:pt x="131686" y="406222"/>
                </a:lnTo>
                <a:lnTo>
                  <a:pt x="109550" y="449008"/>
                </a:lnTo>
                <a:lnTo>
                  <a:pt x="105168" y="480060"/>
                </a:lnTo>
                <a:lnTo>
                  <a:pt x="107708" y="505828"/>
                </a:lnTo>
                <a:lnTo>
                  <a:pt x="127660" y="548220"/>
                </a:lnTo>
                <a:lnTo>
                  <a:pt x="165976" y="578535"/>
                </a:lnTo>
                <a:lnTo>
                  <a:pt x="212940" y="593915"/>
                </a:lnTo>
                <a:lnTo>
                  <a:pt x="239280" y="595884"/>
                </a:lnTo>
                <a:lnTo>
                  <a:pt x="263829" y="593915"/>
                </a:lnTo>
                <a:lnTo>
                  <a:pt x="308927" y="578535"/>
                </a:lnTo>
                <a:lnTo>
                  <a:pt x="346951" y="548830"/>
                </a:lnTo>
                <a:lnTo>
                  <a:pt x="359410" y="528447"/>
                </a:lnTo>
                <a:lnTo>
                  <a:pt x="362559" y="518160"/>
                </a:lnTo>
                <a:lnTo>
                  <a:pt x="362648" y="517906"/>
                </a:lnTo>
                <a:lnTo>
                  <a:pt x="366483" y="505396"/>
                </a:lnTo>
                <a:lnTo>
                  <a:pt x="368820" y="478536"/>
                </a:lnTo>
                <a:close/>
              </a:path>
              <a:path extrusionOk="0" h="1179829" w="368934">
                <a:moveTo>
                  <a:pt x="368820" y="80772"/>
                </a:moveTo>
                <a:lnTo>
                  <a:pt x="358152" y="39624"/>
                </a:lnTo>
                <a:lnTo>
                  <a:pt x="327672" y="9144"/>
                </a:lnTo>
                <a:lnTo>
                  <a:pt x="286524" y="0"/>
                </a:lnTo>
                <a:lnTo>
                  <a:pt x="275374" y="622"/>
                </a:lnTo>
                <a:lnTo>
                  <a:pt x="235661" y="19646"/>
                </a:lnTo>
                <a:lnTo>
                  <a:pt x="199656" y="64008"/>
                </a:lnTo>
                <a:lnTo>
                  <a:pt x="187058" y="81470"/>
                </a:lnTo>
                <a:lnTo>
                  <a:pt x="176606" y="95059"/>
                </a:lnTo>
                <a:lnTo>
                  <a:pt x="168148" y="104952"/>
                </a:lnTo>
                <a:lnTo>
                  <a:pt x="161556" y="111252"/>
                </a:lnTo>
                <a:lnTo>
                  <a:pt x="152412" y="117348"/>
                </a:lnTo>
                <a:lnTo>
                  <a:pt x="141744" y="117348"/>
                </a:lnTo>
                <a:lnTo>
                  <a:pt x="135648" y="114300"/>
                </a:lnTo>
                <a:lnTo>
                  <a:pt x="131076" y="108204"/>
                </a:lnTo>
                <a:lnTo>
                  <a:pt x="126504" y="103632"/>
                </a:lnTo>
                <a:lnTo>
                  <a:pt x="123456" y="97536"/>
                </a:lnTo>
                <a:lnTo>
                  <a:pt x="123456" y="89916"/>
                </a:lnTo>
                <a:lnTo>
                  <a:pt x="147243" y="47510"/>
                </a:lnTo>
                <a:lnTo>
                  <a:pt x="192036" y="22860"/>
                </a:lnTo>
                <a:lnTo>
                  <a:pt x="192036" y="13716"/>
                </a:lnTo>
                <a:lnTo>
                  <a:pt x="106692" y="18288"/>
                </a:lnTo>
                <a:lnTo>
                  <a:pt x="106692" y="27432"/>
                </a:lnTo>
                <a:lnTo>
                  <a:pt x="112788" y="30480"/>
                </a:lnTo>
                <a:lnTo>
                  <a:pt x="115836" y="33528"/>
                </a:lnTo>
                <a:lnTo>
                  <a:pt x="117360" y="36576"/>
                </a:lnTo>
                <a:lnTo>
                  <a:pt x="118884" y="38100"/>
                </a:lnTo>
                <a:lnTo>
                  <a:pt x="118884" y="47244"/>
                </a:lnTo>
                <a:lnTo>
                  <a:pt x="117360" y="50292"/>
                </a:lnTo>
                <a:lnTo>
                  <a:pt x="115836" y="54864"/>
                </a:lnTo>
                <a:lnTo>
                  <a:pt x="110947" y="64922"/>
                </a:lnTo>
                <a:lnTo>
                  <a:pt x="107645" y="74676"/>
                </a:lnTo>
                <a:lnTo>
                  <a:pt x="105752" y="84442"/>
                </a:lnTo>
                <a:lnTo>
                  <a:pt x="105168" y="94488"/>
                </a:lnTo>
                <a:lnTo>
                  <a:pt x="106616" y="111899"/>
                </a:lnTo>
                <a:lnTo>
                  <a:pt x="129552" y="152400"/>
                </a:lnTo>
                <a:lnTo>
                  <a:pt x="167055" y="170840"/>
                </a:lnTo>
                <a:lnTo>
                  <a:pt x="181368" y="172212"/>
                </a:lnTo>
                <a:lnTo>
                  <a:pt x="194551" y="171069"/>
                </a:lnTo>
                <a:lnTo>
                  <a:pt x="230136" y="153924"/>
                </a:lnTo>
                <a:lnTo>
                  <a:pt x="259702" y="119214"/>
                </a:lnTo>
                <a:lnTo>
                  <a:pt x="282257" y="87160"/>
                </a:lnTo>
                <a:lnTo>
                  <a:pt x="290144" y="76581"/>
                </a:lnTo>
                <a:lnTo>
                  <a:pt x="296595" y="68872"/>
                </a:lnTo>
                <a:lnTo>
                  <a:pt x="301764" y="64008"/>
                </a:lnTo>
                <a:lnTo>
                  <a:pt x="307860" y="57912"/>
                </a:lnTo>
                <a:lnTo>
                  <a:pt x="315480" y="56388"/>
                </a:lnTo>
                <a:lnTo>
                  <a:pt x="330720" y="56388"/>
                </a:lnTo>
                <a:lnTo>
                  <a:pt x="338340" y="57912"/>
                </a:lnTo>
                <a:lnTo>
                  <a:pt x="342912" y="64008"/>
                </a:lnTo>
                <a:lnTo>
                  <a:pt x="349008" y="70104"/>
                </a:lnTo>
                <a:lnTo>
                  <a:pt x="350532" y="76200"/>
                </a:lnTo>
                <a:lnTo>
                  <a:pt x="350532" y="85344"/>
                </a:lnTo>
                <a:lnTo>
                  <a:pt x="332244" y="124968"/>
                </a:lnTo>
                <a:lnTo>
                  <a:pt x="294525" y="152831"/>
                </a:lnTo>
                <a:lnTo>
                  <a:pt x="277380" y="160020"/>
                </a:lnTo>
                <a:lnTo>
                  <a:pt x="277380" y="169164"/>
                </a:lnTo>
                <a:lnTo>
                  <a:pt x="367296" y="164592"/>
                </a:lnTo>
                <a:lnTo>
                  <a:pt x="367296" y="155448"/>
                </a:lnTo>
                <a:lnTo>
                  <a:pt x="359676" y="150876"/>
                </a:lnTo>
                <a:lnTo>
                  <a:pt x="355104" y="146304"/>
                </a:lnTo>
                <a:lnTo>
                  <a:pt x="355104" y="138684"/>
                </a:lnTo>
                <a:lnTo>
                  <a:pt x="363029" y="115277"/>
                </a:lnTo>
                <a:lnTo>
                  <a:pt x="366344" y="102298"/>
                </a:lnTo>
                <a:lnTo>
                  <a:pt x="368223" y="90754"/>
                </a:lnTo>
                <a:lnTo>
                  <a:pt x="368820" y="8077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221" name="Google Shape;6221;p97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002280" y="3819144"/>
            <a:ext cx="2401823" cy="43586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22" name="Google Shape;6222;p97"/>
          <p:cNvGrpSpPr/>
          <p:nvPr/>
        </p:nvGrpSpPr>
        <p:grpSpPr>
          <a:xfrm>
            <a:off x="1840992" y="6254496"/>
            <a:ext cx="223848" cy="1115567"/>
            <a:chOff x="1840992" y="6254496"/>
            <a:chExt cx="223848" cy="1115567"/>
          </a:xfrm>
        </p:grpSpPr>
        <p:pic>
          <p:nvPicPr>
            <p:cNvPr id="6223" name="Google Shape;6223;p97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840992" y="7027164"/>
              <a:ext cx="207263" cy="3428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24" name="Google Shape;6224;p97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894332" y="6807707"/>
              <a:ext cx="170508" cy="1950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25" name="Google Shape;6225;p97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894332" y="6687311"/>
              <a:ext cx="120396" cy="990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26" name="Google Shape;6226;p97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894332" y="6551676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27" name="Google Shape;6227;p97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844040" y="6254496"/>
              <a:ext cx="170688" cy="27127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28" name="Google Shape;6228;p97"/>
          <p:cNvGrpSpPr/>
          <p:nvPr/>
        </p:nvGrpSpPr>
        <p:grpSpPr>
          <a:xfrm>
            <a:off x="1840992" y="4861559"/>
            <a:ext cx="223721" cy="1138427"/>
            <a:chOff x="1840992" y="4861559"/>
            <a:chExt cx="223721" cy="1138427"/>
          </a:xfrm>
        </p:grpSpPr>
        <p:pic>
          <p:nvPicPr>
            <p:cNvPr id="6229" name="Google Shape;6229;p9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840992" y="5663183"/>
              <a:ext cx="223721" cy="3368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30" name="Google Shape;6230;p97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894332" y="5530596"/>
              <a:ext cx="120396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31" name="Google Shape;6231;p97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894332" y="5404103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32" name="Google Shape;6232;p97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894332" y="5276087"/>
              <a:ext cx="120396" cy="105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33" name="Google Shape;6233;p97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863852" y="4861559"/>
              <a:ext cx="150876" cy="39166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34" name="Google Shape;6234;p97"/>
          <p:cNvGrpSpPr/>
          <p:nvPr/>
        </p:nvGrpSpPr>
        <p:grpSpPr>
          <a:xfrm>
            <a:off x="1839467" y="3800855"/>
            <a:ext cx="225551" cy="807721"/>
            <a:chOff x="1839467" y="3800855"/>
            <a:chExt cx="225551" cy="807721"/>
          </a:xfrm>
        </p:grpSpPr>
        <p:pic>
          <p:nvPicPr>
            <p:cNvPr id="6235" name="Google Shape;6235;p97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840991" y="4163568"/>
              <a:ext cx="207263" cy="4450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36" name="Google Shape;6236;p97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839467" y="3800855"/>
              <a:ext cx="225551" cy="3398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37" name="Google Shape;6237;p97"/>
          <p:cNvGrpSpPr/>
          <p:nvPr/>
        </p:nvGrpSpPr>
        <p:grpSpPr>
          <a:xfrm>
            <a:off x="2327148" y="8403336"/>
            <a:ext cx="152400" cy="1207007"/>
            <a:chOff x="2327148" y="8403336"/>
            <a:chExt cx="152400" cy="1207007"/>
          </a:xfrm>
        </p:grpSpPr>
        <p:pic>
          <p:nvPicPr>
            <p:cNvPr id="6238" name="Google Shape;6238;p97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333243" y="9343644"/>
              <a:ext cx="146304" cy="2666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39" name="Google Shape;6239;p97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374391" y="9224771"/>
              <a:ext cx="102108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40" name="Google Shape;6240;p97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328671" y="9102851"/>
              <a:ext cx="150876" cy="1005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41" name="Google Shape;6241;p97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374392" y="8994647"/>
              <a:ext cx="105156" cy="883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42" name="Google Shape;6242;p97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328671" y="8798051"/>
              <a:ext cx="150876" cy="1706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43" name="Google Shape;6243;p97"/>
            <p:cNvSpPr/>
            <p:nvPr/>
          </p:nvSpPr>
          <p:spPr>
            <a:xfrm>
              <a:off x="2412491" y="8715755"/>
              <a:ext cx="20320" cy="55244"/>
            </a:xfrm>
            <a:custGeom>
              <a:rect b="b" l="l" r="r" t="t"/>
              <a:pathLst>
                <a:path extrusionOk="0" h="55245" w="20319">
                  <a:moveTo>
                    <a:pt x="19812" y="54864"/>
                  </a:moveTo>
                  <a:lnTo>
                    <a:pt x="0" y="54864"/>
                  </a:lnTo>
                  <a:lnTo>
                    <a:pt x="0" y="0"/>
                  </a:lnTo>
                  <a:lnTo>
                    <a:pt x="19812" y="0"/>
                  </a:lnTo>
                  <a:lnTo>
                    <a:pt x="19812" y="548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244" name="Google Shape;6244;p97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374391" y="8505443"/>
              <a:ext cx="105156" cy="19049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45" name="Google Shape;6245;p97"/>
            <p:cNvSpPr/>
            <p:nvPr/>
          </p:nvSpPr>
          <p:spPr>
            <a:xfrm>
              <a:off x="2327148" y="8403336"/>
              <a:ext cx="151130" cy="82550"/>
            </a:xfrm>
            <a:custGeom>
              <a:rect b="b" l="l" r="r" t="t"/>
              <a:pathLst>
                <a:path extrusionOk="0" h="82550" w="151130">
                  <a:moveTo>
                    <a:pt x="150876" y="53340"/>
                  </a:moveTo>
                  <a:lnTo>
                    <a:pt x="0" y="53340"/>
                  </a:lnTo>
                  <a:lnTo>
                    <a:pt x="0" y="82296"/>
                  </a:lnTo>
                  <a:lnTo>
                    <a:pt x="150876" y="82296"/>
                  </a:lnTo>
                  <a:lnTo>
                    <a:pt x="150876" y="53340"/>
                  </a:lnTo>
                  <a:close/>
                </a:path>
                <a:path extrusionOk="0" h="82550" w="151130">
                  <a:moveTo>
                    <a:pt x="150876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150876" y="28956"/>
                  </a:lnTo>
                  <a:lnTo>
                    <a:pt x="1508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97"/>
          <p:cNvGrpSpPr/>
          <p:nvPr/>
        </p:nvGrpSpPr>
        <p:grpSpPr>
          <a:xfrm>
            <a:off x="2327148" y="7834883"/>
            <a:ext cx="196596" cy="466344"/>
            <a:chOff x="2327148" y="7834883"/>
            <a:chExt cx="196596" cy="466344"/>
          </a:xfrm>
        </p:grpSpPr>
        <p:pic>
          <p:nvPicPr>
            <p:cNvPr id="6247" name="Google Shape;6247;p97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374392" y="8199119"/>
              <a:ext cx="149352" cy="1021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48" name="Google Shape;6248;p97"/>
            <p:cNvSpPr/>
            <p:nvPr/>
          </p:nvSpPr>
          <p:spPr>
            <a:xfrm>
              <a:off x="2327148" y="8045196"/>
              <a:ext cx="152400" cy="134620"/>
            </a:xfrm>
            <a:custGeom>
              <a:rect b="b" l="l" r="r" t="t"/>
              <a:pathLst>
                <a:path extrusionOk="0" h="134620" w="152400">
                  <a:moveTo>
                    <a:pt x="150876" y="106680"/>
                  </a:moveTo>
                  <a:lnTo>
                    <a:pt x="0" y="106680"/>
                  </a:lnTo>
                  <a:lnTo>
                    <a:pt x="0" y="134112"/>
                  </a:lnTo>
                  <a:lnTo>
                    <a:pt x="150876" y="134112"/>
                  </a:lnTo>
                  <a:lnTo>
                    <a:pt x="150876" y="106680"/>
                  </a:lnTo>
                  <a:close/>
                </a:path>
                <a:path extrusionOk="0" h="134620" w="152400">
                  <a:moveTo>
                    <a:pt x="152400" y="56388"/>
                  </a:moveTo>
                  <a:lnTo>
                    <a:pt x="151269" y="46697"/>
                  </a:lnTo>
                  <a:lnTo>
                    <a:pt x="148018" y="38290"/>
                  </a:lnTo>
                  <a:lnTo>
                    <a:pt x="142748" y="31318"/>
                  </a:lnTo>
                  <a:lnTo>
                    <a:pt x="135636" y="25908"/>
                  </a:lnTo>
                  <a:lnTo>
                    <a:pt x="149352" y="25908"/>
                  </a:lnTo>
                  <a:lnTo>
                    <a:pt x="149352" y="0"/>
                  </a:lnTo>
                  <a:lnTo>
                    <a:pt x="132588" y="0"/>
                  </a:lnTo>
                  <a:lnTo>
                    <a:pt x="132588" y="41148"/>
                  </a:lnTo>
                  <a:lnTo>
                    <a:pt x="132588" y="51816"/>
                  </a:lnTo>
                  <a:lnTo>
                    <a:pt x="131064" y="56388"/>
                  </a:lnTo>
                  <a:lnTo>
                    <a:pt x="126492" y="60960"/>
                  </a:lnTo>
                  <a:lnTo>
                    <a:pt x="123444" y="62484"/>
                  </a:lnTo>
                  <a:lnTo>
                    <a:pt x="111252" y="62484"/>
                  </a:lnTo>
                  <a:lnTo>
                    <a:pt x="105156" y="56388"/>
                  </a:lnTo>
                  <a:lnTo>
                    <a:pt x="103632" y="45720"/>
                  </a:lnTo>
                  <a:lnTo>
                    <a:pt x="103505" y="44196"/>
                  </a:lnTo>
                  <a:lnTo>
                    <a:pt x="102108" y="25908"/>
                  </a:lnTo>
                  <a:lnTo>
                    <a:pt x="115824" y="25908"/>
                  </a:lnTo>
                  <a:lnTo>
                    <a:pt x="121920" y="27432"/>
                  </a:lnTo>
                  <a:lnTo>
                    <a:pt x="126492" y="32004"/>
                  </a:lnTo>
                  <a:lnTo>
                    <a:pt x="131064" y="35052"/>
                  </a:lnTo>
                  <a:lnTo>
                    <a:pt x="132588" y="41148"/>
                  </a:lnTo>
                  <a:lnTo>
                    <a:pt x="132588" y="0"/>
                  </a:lnTo>
                  <a:lnTo>
                    <a:pt x="88392" y="0"/>
                  </a:lnTo>
                  <a:lnTo>
                    <a:pt x="70383" y="2578"/>
                  </a:lnTo>
                  <a:lnTo>
                    <a:pt x="57531" y="10287"/>
                  </a:lnTo>
                  <a:lnTo>
                    <a:pt x="49809" y="23152"/>
                  </a:lnTo>
                  <a:lnTo>
                    <a:pt x="47244" y="41148"/>
                  </a:lnTo>
                  <a:lnTo>
                    <a:pt x="47244" y="53340"/>
                  </a:lnTo>
                  <a:lnTo>
                    <a:pt x="48768" y="59436"/>
                  </a:lnTo>
                  <a:lnTo>
                    <a:pt x="50292" y="67056"/>
                  </a:lnTo>
                  <a:lnTo>
                    <a:pt x="53340" y="73152"/>
                  </a:lnTo>
                  <a:lnTo>
                    <a:pt x="54864" y="77724"/>
                  </a:lnTo>
                  <a:lnTo>
                    <a:pt x="76200" y="77724"/>
                  </a:lnTo>
                  <a:lnTo>
                    <a:pt x="71958" y="69710"/>
                  </a:lnTo>
                  <a:lnTo>
                    <a:pt x="68580" y="61531"/>
                  </a:lnTo>
                  <a:lnTo>
                    <a:pt x="66332" y="53086"/>
                  </a:lnTo>
                  <a:lnTo>
                    <a:pt x="66217" y="51816"/>
                  </a:lnTo>
                  <a:lnTo>
                    <a:pt x="65532" y="44196"/>
                  </a:lnTo>
                  <a:lnTo>
                    <a:pt x="66687" y="36195"/>
                  </a:lnTo>
                  <a:lnTo>
                    <a:pt x="70294" y="30480"/>
                  </a:lnTo>
                  <a:lnTo>
                    <a:pt x="76454" y="27051"/>
                  </a:lnTo>
                  <a:lnTo>
                    <a:pt x="85344" y="25908"/>
                  </a:lnTo>
                  <a:lnTo>
                    <a:pt x="85471" y="27051"/>
                  </a:lnTo>
                  <a:lnTo>
                    <a:pt x="85509" y="27432"/>
                  </a:lnTo>
                  <a:lnTo>
                    <a:pt x="88392" y="53340"/>
                  </a:lnTo>
                  <a:lnTo>
                    <a:pt x="92341" y="68465"/>
                  </a:lnTo>
                  <a:lnTo>
                    <a:pt x="99441" y="79438"/>
                  </a:lnTo>
                  <a:lnTo>
                    <a:pt x="109385" y="86131"/>
                  </a:lnTo>
                  <a:lnTo>
                    <a:pt x="121920" y="88392"/>
                  </a:lnTo>
                  <a:lnTo>
                    <a:pt x="131064" y="88392"/>
                  </a:lnTo>
                  <a:lnTo>
                    <a:pt x="138684" y="85344"/>
                  </a:lnTo>
                  <a:lnTo>
                    <a:pt x="144780" y="79248"/>
                  </a:lnTo>
                  <a:lnTo>
                    <a:pt x="149352" y="73152"/>
                  </a:lnTo>
                  <a:lnTo>
                    <a:pt x="152400" y="65532"/>
                  </a:lnTo>
                  <a:lnTo>
                    <a:pt x="152400" y="62484"/>
                  </a:lnTo>
                  <a:lnTo>
                    <a:pt x="152400" y="563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249" name="Google Shape;6249;p97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374391" y="7834883"/>
              <a:ext cx="105156" cy="1905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50" name="Google Shape;6250;p97"/>
          <p:cNvGrpSpPr/>
          <p:nvPr/>
        </p:nvGrpSpPr>
        <p:grpSpPr>
          <a:xfrm>
            <a:off x="2328672" y="7420355"/>
            <a:ext cx="150876" cy="330708"/>
            <a:chOff x="2328672" y="7420355"/>
            <a:chExt cx="150876" cy="330708"/>
          </a:xfrm>
        </p:grpSpPr>
        <p:pic>
          <p:nvPicPr>
            <p:cNvPr id="6251" name="Google Shape;6251;p97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374392" y="7542276"/>
              <a:ext cx="102108" cy="944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52" name="Google Shape;6252;p97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374392" y="7662671"/>
              <a:ext cx="105156" cy="883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53" name="Google Shape;6253;p97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328672" y="7420355"/>
              <a:ext cx="150876" cy="10210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54" name="Google Shape;6254;p97"/>
          <p:cNvGrpSpPr/>
          <p:nvPr/>
        </p:nvGrpSpPr>
        <p:grpSpPr>
          <a:xfrm>
            <a:off x="2581655" y="9127235"/>
            <a:ext cx="134112" cy="478536"/>
            <a:chOff x="2581655" y="9127235"/>
            <a:chExt cx="134112" cy="478536"/>
          </a:xfrm>
        </p:grpSpPr>
        <p:pic>
          <p:nvPicPr>
            <p:cNvPr id="6255" name="Google Shape;6255;p97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609087" y="9430512"/>
              <a:ext cx="106680" cy="1752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56" name="Google Shape;6256;p97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581655" y="9127235"/>
              <a:ext cx="134112" cy="28346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57" name="Google Shape;6257;p97"/>
          <p:cNvGrpSpPr/>
          <p:nvPr/>
        </p:nvGrpSpPr>
        <p:grpSpPr>
          <a:xfrm>
            <a:off x="2561844" y="8776716"/>
            <a:ext cx="153923" cy="266700"/>
            <a:chOff x="2561844" y="8776716"/>
            <a:chExt cx="153923" cy="266700"/>
          </a:xfrm>
        </p:grpSpPr>
        <p:pic>
          <p:nvPicPr>
            <p:cNvPr id="6258" name="Google Shape;6258;p97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561844" y="8862060"/>
              <a:ext cx="153923" cy="1813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59" name="Google Shape;6259;p97"/>
            <p:cNvSpPr/>
            <p:nvPr/>
          </p:nvSpPr>
          <p:spPr>
            <a:xfrm>
              <a:off x="2610611" y="8776716"/>
              <a:ext cx="102235" cy="62865"/>
            </a:xfrm>
            <a:custGeom>
              <a:rect b="b" l="l" r="r" t="t"/>
              <a:pathLst>
                <a:path extrusionOk="0" h="62865" w="102235">
                  <a:moveTo>
                    <a:pt x="44196" y="35052"/>
                  </a:moveTo>
                  <a:lnTo>
                    <a:pt x="21336" y="35052"/>
                  </a:lnTo>
                  <a:lnTo>
                    <a:pt x="11572" y="30789"/>
                  </a:lnTo>
                  <a:lnTo>
                    <a:pt x="4953" y="24955"/>
                  </a:lnTo>
                  <a:lnTo>
                    <a:pt x="1190" y="17692"/>
                  </a:lnTo>
                  <a:lnTo>
                    <a:pt x="0" y="9144"/>
                  </a:lnTo>
                  <a:lnTo>
                    <a:pt x="0" y="3048"/>
                  </a:lnTo>
                  <a:lnTo>
                    <a:pt x="1524" y="0"/>
                  </a:lnTo>
                  <a:lnTo>
                    <a:pt x="25908" y="0"/>
                  </a:lnTo>
                  <a:lnTo>
                    <a:pt x="24384" y="4572"/>
                  </a:lnTo>
                  <a:lnTo>
                    <a:pt x="22860" y="7620"/>
                  </a:lnTo>
                  <a:lnTo>
                    <a:pt x="22860" y="19812"/>
                  </a:lnTo>
                  <a:lnTo>
                    <a:pt x="25908" y="25908"/>
                  </a:lnTo>
                  <a:lnTo>
                    <a:pt x="30480" y="28956"/>
                  </a:lnTo>
                  <a:lnTo>
                    <a:pt x="36576" y="33528"/>
                  </a:lnTo>
                  <a:lnTo>
                    <a:pt x="44196" y="35052"/>
                  </a:lnTo>
                  <a:close/>
                </a:path>
                <a:path extrusionOk="0" h="62865" w="102235">
                  <a:moveTo>
                    <a:pt x="102108" y="62484"/>
                  </a:moveTo>
                  <a:lnTo>
                    <a:pt x="1524" y="62484"/>
                  </a:lnTo>
                  <a:lnTo>
                    <a:pt x="1524" y="35052"/>
                  </a:lnTo>
                  <a:lnTo>
                    <a:pt x="102108" y="35052"/>
                  </a:lnTo>
                  <a:lnTo>
                    <a:pt x="102108" y="624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97"/>
          <p:cNvGrpSpPr/>
          <p:nvPr/>
        </p:nvGrpSpPr>
        <p:grpSpPr>
          <a:xfrm>
            <a:off x="2563367" y="7790688"/>
            <a:ext cx="152400" cy="903986"/>
            <a:chOff x="2563367" y="7790688"/>
            <a:chExt cx="152400" cy="903986"/>
          </a:xfrm>
        </p:grpSpPr>
        <p:sp>
          <p:nvSpPr>
            <p:cNvPr id="6261" name="Google Shape;6261;p97"/>
            <p:cNvSpPr/>
            <p:nvPr/>
          </p:nvSpPr>
          <p:spPr>
            <a:xfrm>
              <a:off x="2570987" y="8619744"/>
              <a:ext cx="59690" cy="74930"/>
            </a:xfrm>
            <a:custGeom>
              <a:rect b="b" l="l" r="r" t="t"/>
              <a:pathLst>
                <a:path extrusionOk="0" h="74929" w="59689">
                  <a:moveTo>
                    <a:pt x="59436" y="74676"/>
                  </a:moveTo>
                  <a:lnTo>
                    <a:pt x="25908" y="74676"/>
                  </a:lnTo>
                  <a:lnTo>
                    <a:pt x="16764" y="71628"/>
                  </a:lnTo>
                  <a:lnTo>
                    <a:pt x="12192" y="68580"/>
                  </a:lnTo>
                  <a:lnTo>
                    <a:pt x="4572" y="60960"/>
                  </a:lnTo>
                  <a:lnTo>
                    <a:pt x="1524" y="56388"/>
                  </a:lnTo>
                  <a:lnTo>
                    <a:pt x="0" y="51816"/>
                  </a:lnTo>
                  <a:lnTo>
                    <a:pt x="12192" y="45720"/>
                  </a:lnTo>
                  <a:lnTo>
                    <a:pt x="13716" y="51816"/>
                  </a:lnTo>
                  <a:lnTo>
                    <a:pt x="19812" y="57912"/>
                  </a:lnTo>
                  <a:lnTo>
                    <a:pt x="22860" y="59436"/>
                  </a:lnTo>
                  <a:lnTo>
                    <a:pt x="27432" y="60960"/>
                  </a:lnTo>
                  <a:lnTo>
                    <a:pt x="59436" y="60960"/>
                  </a:lnTo>
                  <a:lnTo>
                    <a:pt x="59436" y="74676"/>
                  </a:lnTo>
                  <a:close/>
                </a:path>
                <a:path extrusionOk="0" h="74929" w="59689">
                  <a:moveTo>
                    <a:pt x="59436" y="60960"/>
                  </a:moveTo>
                  <a:lnTo>
                    <a:pt x="32004" y="60960"/>
                  </a:lnTo>
                  <a:lnTo>
                    <a:pt x="32004" y="47244"/>
                  </a:lnTo>
                  <a:lnTo>
                    <a:pt x="59436" y="47244"/>
                  </a:lnTo>
                  <a:lnTo>
                    <a:pt x="59436" y="60960"/>
                  </a:lnTo>
                  <a:close/>
                </a:path>
                <a:path extrusionOk="0" h="74929" w="59689">
                  <a:moveTo>
                    <a:pt x="59436" y="28956"/>
                  </a:moveTo>
                  <a:lnTo>
                    <a:pt x="25908" y="28956"/>
                  </a:lnTo>
                  <a:lnTo>
                    <a:pt x="16764" y="25908"/>
                  </a:lnTo>
                  <a:lnTo>
                    <a:pt x="12192" y="22860"/>
                  </a:lnTo>
                  <a:lnTo>
                    <a:pt x="4572" y="15240"/>
                  </a:lnTo>
                  <a:lnTo>
                    <a:pt x="1524" y="10668"/>
                  </a:lnTo>
                  <a:lnTo>
                    <a:pt x="0" y="6096"/>
                  </a:lnTo>
                  <a:lnTo>
                    <a:pt x="12192" y="0"/>
                  </a:lnTo>
                  <a:lnTo>
                    <a:pt x="13716" y="6096"/>
                  </a:lnTo>
                  <a:lnTo>
                    <a:pt x="19812" y="12192"/>
                  </a:lnTo>
                  <a:lnTo>
                    <a:pt x="22860" y="13716"/>
                  </a:lnTo>
                  <a:lnTo>
                    <a:pt x="27432" y="15240"/>
                  </a:lnTo>
                  <a:lnTo>
                    <a:pt x="59436" y="15240"/>
                  </a:lnTo>
                  <a:lnTo>
                    <a:pt x="59436" y="28956"/>
                  </a:lnTo>
                  <a:close/>
                </a:path>
                <a:path extrusionOk="0" h="74929" w="59689">
                  <a:moveTo>
                    <a:pt x="59436" y="15240"/>
                  </a:moveTo>
                  <a:lnTo>
                    <a:pt x="32004" y="15240"/>
                  </a:lnTo>
                  <a:lnTo>
                    <a:pt x="32004" y="1524"/>
                  </a:lnTo>
                  <a:lnTo>
                    <a:pt x="59436" y="1524"/>
                  </a:lnTo>
                  <a:lnTo>
                    <a:pt x="59436" y="152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262" name="Google Shape;6262;p97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609087" y="8436863"/>
              <a:ext cx="106680" cy="1569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63" name="Google Shape;6263;p97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2609087" y="8316468"/>
              <a:ext cx="103632" cy="944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64" name="Google Shape;6264;p97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2563367" y="8194548"/>
              <a:ext cx="152400" cy="1021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65" name="Google Shape;6265;p97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2609087" y="8065007"/>
              <a:ext cx="106680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66" name="Google Shape;6266;p97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2609087" y="7889748"/>
              <a:ext cx="103631" cy="1554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67" name="Google Shape;6267;p97"/>
            <p:cNvSpPr/>
            <p:nvPr/>
          </p:nvSpPr>
          <p:spPr>
            <a:xfrm>
              <a:off x="2570987" y="7790688"/>
              <a:ext cx="59690" cy="74930"/>
            </a:xfrm>
            <a:custGeom>
              <a:rect b="b" l="l" r="r" t="t"/>
              <a:pathLst>
                <a:path extrusionOk="0" h="74929" w="59689">
                  <a:moveTo>
                    <a:pt x="27432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7432" y="0"/>
                  </a:lnTo>
                  <a:lnTo>
                    <a:pt x="33528" y="1524"/>
                  </a:lnTo>
                  <a:lnTo>
                    <a:pt x="47244" y="6096"/>
                  </a:lnTo>
                  <a:lnTo>
                    <a:pt x="50292" y="10668"/>
                  </a:lnTo>
                  <a:lnTo>
                    <a:pt x="54864" y="13716"/>
                  </a:lnTo>
                  <a:lnTo>
                    <a:pt x="27432" y="13716"/>
                  </a:lnTo>
                  <a:lnTo>
                    <a:pt x="27432" y="27432"/>
                  </a:lnTo>
                  <a:close/>
                </a:path>
                <a:path extrusionOk="0" h="74929" w="59689">
                  <a:moveTo>
                    <a:pt x="47244" y="28956"/>
                  </a:moveTo>
                  <a:lnTo>
                    <a:pt x="45720" y="24384"/>
                  </a:lnTo>
                  <a:lnTo>
                    <a:pt x="42672" y="19812"/>
                  </a:lnTo>
                  <a:lnTo>
                    <a:pt x="39624" y="18288"/>
                  </a:lnTo>
                  <a:lnTo>
                    <a:pt x="36576" y="15240"/>
                  </a:lnTo>
                  <a:lnTo>
                    <a:pt x="33528" y="15240"/>
                  </a:lnTo>
                  <a:lnTo>
                    <a:pt x="27432" y="13716"/>
                  </a:lnTo>
                  <a:lnTo>
                    <a:pt x="54864" y="13716"/>
                  </a:lnTo>
                  <a:lnTo>
                    <a:pt x="57912" y="18288"/>
                  </a:lnTo>
                  <a:lnTo>
                    <a:pt x="59436" y="24384"/>
                  </a:lnTo>
                  <a:lnTo>
                    <a:pt x="47244" y="28956"/>
                  </a:lnTo>
                  <a:close/>
                </a:path>
                <a:path extrusionOk="0" h="74929" w="59689">
                  <a:moveTo>
                    <a:pt x="27432" y="73152"/>
                  </a:moveTo>
                  <a:lnTo>
                    <a:pt x="0" y="73152"/>
                  </a:lnTo>
                  <a:lnTo>
                    <a:pt x="0" y="45720"/>
                  </a:lnTo>
                  <a:lnTo>
                    <a:pt x="27432" y="45720"/>
                  </a:lnTo>
                  <a:lnTo>
                    <a:pt x="33528" y="47244"/>
                  </a:lnTo>
                  <a:lnTo>
                    <a:pt x="47244" y="51816"/>
                  </a:lnTo>
                  <a:lnTo>
                    <a:pt x="50292" y="56388"/>
                  </a:lnTo>
                  <a:lnTo>
                    <a:pt x="54864" y="59436"/>
                  </a:lnTo>
                  <a:lnTo>
                    <a:pt x="27432" y="59436"/>
                  </a:lnTo>
                  <a:lnTo>
                    <a:pt x="27432" y="73152"/>
                  </a:lnTo>
                  <a:close/>
                </a:path>
                <a:path extrusionOk="0" h="74929" w="59689">
                  <a:moveTo>
                    <a:pt x="47244" y="74676"/>
                  </a:moveTo>
                  <a:lnTo>
                    <a:pt x="45720" y="70104"/>
                  </a:lnTo>
                  <a:lnTo>
                    <a:pt x="42672" y="65532"/>
                  </a:lnTo>
                  <a:lnTo>
                    <a:pt x="39624" y="64008"/>
                  </a:lnTo>
                  <a:lnTo>
                    <a:pt x="36576" y="60960"/>
                  </a:lnTo>
                  <a:lnTo>
                    <a:pt x="33528" y="60960"/>
                  </a:lnTo>
                  <a:lnTo>
                    <a:pt x="27432" y="59436"/>
                  </a:lnTo>
                  <a:lnTo>
                    <a:pt x="54864" y="59436"/>
                  </a:lnTo>
                  <a:lnTo>
                    <a:pt x="57912" y="64008"/>
                  </a:lnTo>
                  <a:lnTo>
                    <a:pt x="59436" y="70104"/>
                  </a:lnTo>
                  <a:lnTo>
                    <a:pt x="47244" y="746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8" name="Google Shape;6268;p97"/>
          <p:cNvGrpSpPr/>
          <p:nvPr/>
        </p:nvGrpSpPr>
        <p:grpSpPr>
          <a:xfrm>
            <a:off x="2563367" y="7217664"/>
            <a:ext cx="196181" cy="475995"/>
            <a:chOff x="2563367" y="7217664"/>
            <a:chExt cx="196181" cy="475995"/>
          </a:xfrm>
        </p:grpSpPr>
        <p:sp>
          <p:nvSpPr>
            <p:cNvPr id="6269" name="Google Shape;6269;p97"/>
            <p:cNvSpPr/>
            <p:nvPr/>
          </p:nvSpPr>
          <p:spPr>
            <a:xfrm>
              <a:off x="2563367" y="7665719"/>
              <a:ext cx="151130" cy="27940"/>
            </a:xfrm>
            <a:custGeom>
              <a:rect b="b" l="l" r="r" t="t"/>
              <a:pathLst>
                <a:path extrusionOk="0" h="27940" w="151130">
                  <a:moveTo>
                    <a:pt x="150875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50875" y="0"/>
                  </a:lnTo>
                  <a:lnTo>
                    <a:pt x="150875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270" name="Google Shape;6270;p97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2609087" y="7421880"/>
              <a:ext cx="150461" cy="22402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71" name="Google Shape;6271;p97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2564891" y="7217664"/>
              <a:ext cx="150876" cy="17983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72" name="Google Shape;6272;p97"/>
          <p:cNvGrpSpPr/>
          <p:nvPr/>
        </p:nvGrpSpPr>
        <p:grpSpPr>
          <a:xfrm>
            <a:off x="2188451" y="4381500"/>
            <a:ext cx="152412" cy="1034796"/>
            <a:chOff x="2188451" y="4381500"/>
            <a:chExt cx="152412" cy="1034796"/>
          </a:xfrm>
        </p:grpSpPr>
        <p:pic>
          <p:nvPicPr>
            <p:cNvPr id="6273" name="Google Shape;6273;p97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2196083" y="4969764"/>
              <a:ext cx="144780" cy="4465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74" name="Google Shape;6274;p97"/>
            <p:cNvSpPr/>
            <p:nvPr/>
          </p:nvSpPr>
          <p:spPr>
            <a:xfrm>
              <a:off x="2188451" y="4381500"/>
              <a:ext cx="152400" cy="567055"/>
            </a:xfrm>
            <a:custGeom>
              <a:rect b="b" l="l" r="r" t="t"/>
              <a:pathLst>
                <a:path extrusionOk="0" h="567054" w="152400">
                  <a:moveTo>
                    <a:pt x="149364" y="411480"/>
                  </a:moveTo>
                  <a:lnTo>
                    <a:pt x="86880" y="411480"/>
                  </a:lnTo>
                  <a:lnTo>
                    <a:pt x="68872" y="413512"/>
                  </a:lnTo>
                  <a:lnTo>
                    <a:pt x="56019" y="419671"/>
                  </a:lnTo>
                  <a:lnTo>
                    <a:pt x="48298" y="430136"/>
                  </a:lnTo>
                  <a:lnTo>
                    <a:pt x="45732" y="445008"/>
                  </a:lnTo>
                  <a:lnTo>
                    <a:pt x="46888" y="454964"/>
                  </a:lnTo>
                  <a:lnTo>
                    <a:pt x="50495" y="464058"/>
                  </a:lnTo>
                  <a:lnTo>
                    <a:pt x="56654" y="472020"/>
                  </a:lnTo>
                  <a:lnTo>
                    <a:pt x="65544" y="478536"/>
                  </a:lnTo>
                  <a:lnTo>
                    <a:pt x="56654" y="482854"/>
                  </a:lnTo>
                  <a:lnTo>
                    <a:pt x="50495" y="489013"/>
                  </a:lnTo>
                  <a:lnTo>
                    <a:pt x="46888" y="497192"/>
                  </a:lnTo>
                  <a:lnTo>
                    <a:pt x="45732" y="507492"/>
                  </a:lnTo>
                  <a:lnTo>
                    <a:pt x="46875" y="517207"/>
                  </a:lnTo>
                  <a:lnTo>
                    <a:pt x="50304" y="525780"/>
                  </a:lnTo>
                  <a:lnTo>
                    <a:pt x="56019" y="533209"/>
                  </a:lnTo>
                  <a:lnTo>
                    <a:pt x="64020" y="539496"/>
                  </a:lnTo>
                  <a:lnTo>
                    <a:pt x="48780" y="539496"/>
                  </a:lnTo>
                  <a:lnTo>
                    <a:pt x="48780" y="566928"/>
                  </a:lnTo>
                  <a:lnTo>
                    <a:pt x="149364" y="566928"/>
                  </a:lnTo>
                  <a:lnTo>
                    <a:pt x="149364" y="539496"/>
                  </a:lnTo>
                  <a:lnTo>
                    <a:pt x="85356" y="539496"/>
                  </a:lnTo>
                  <a:lnTo>
                    <a:pt x="79260" y="537972"/>
                  </a:lnTo>
                  <a:lnTo>
                    <a:pt x="73164" y="533400"/>
                  </a:lnTo>
                  <a:lnTo>
                    <a:pt x="68592" y="530352"/>
                  </a:lnTo>
                  <a:lnTo>
                    <a:pt x="67068" y="525780"/>
                  </a:lnTo>
                  <a:lnTo>
                    <a:pt x="67068" y="519684"/>
                  </a:lnTo>
                  <a:lnTo>
                    <a:pt x="68491" y="511924"/>
                  </a:lnTo>
                  <a:lnTo>
                    <a:pt x="72783" y="506730"/>
                  </a:lnTo>
                  <a:lnTo>
                    <a:pt x="79921" y="503834"/>
                  </a:lnTo>
                  <a:lnTo>
                    <a:pt x="89928" y="502920"/>
                  </a:lnTo>
                  <a:lnTo>
                    <a:pt x="149364" y="502920"/>
                  </a:lnTo>
                  <a:lnTo>
                    <a:pt x="149364" y="475488"/>
                  </a:lnTo>
                  <a:lnTo>
                    <a:pt x="85356" y="475488"/>
                  </a:lnTo>
                  <a:lnTo>
                    <a:pt x="79260" y="473964"/>
                  </a:lnTo>
                  <a:lnTo>
                    <a:pt x="74688" y="469392"/>
                  </a:lnTo>
                  <a:lnTo>
                    <a:pt x="70116" y="466344"/>
                  </a:lnTo>
                  <a:lnTo>
                    <a:pt x="67068" y="461772"/>
                  </a:lnTo>
                  <a:lnTo>
                    <a:pt x="67068" y="455676"/>
                  </a:lnTo>
                  <a:lnTo>
                    <a:pt x="68516" y="447675"/>
                  </a:lnTo>
                  <a:lnTo>
                    <a:pt x="72974" y="441960"/>
                  </a:lnTo>
                  <a:lnTo>
                    <a:pt x="80568" y="438531"/>
                  </a:lnTo>
                  <a:lnTo>
                    <a:pt x="91452" y="437388"/>
                  </a:lnTo>
                  <a:lnTo>
                    <a:pt x="149364" y="437388"/>
                  </a:lnTo>
                  <a:lnTo>
                    <a:pt x="149364" y="411480"/>
                  </a:lnTo>
                  <a:close/>
                </a:path>
                <a:path extrusionOk="0" h="567054" w="152400">
                  <a:moveTo>
                    <a:pt x="152400" y="361188"/>
                  </a:moveTo>
                  <a:lnTo>
                    <a:pt x="151257" y="351497"/>
                  </a:lnTo>
                  <a:lnTo>
                    <a:pt x="147828" y="343090"/>
                  </a:lnTo>
                  <a:lnTo>
                    <a:pt x="142113" y="336118"/>
                  </a:lnTo>
                  <a:lnTo>
                    <a:pt x="134112" y="330708"/>
                  </a:lnTo>
                  <a:lnTo>
                    <a:pt x="149352" y="330708"/>
                  </a:lnTo>
                  <a:lnTo>
                    <a:pt x="149352" y="304800"/>
                  </a:lnTo>
                  <a:lnTo>
                    <a:pt x="132588" y="304800"/>
                  </a:lnTo>
                  <a:lnTo>
                    <a:pt x="132588" y="345948"/>
                  </a:lnTo>
                  <a:lnTo>
                    <a:pt x="132588" y="356616"/>
                  </a:lnTo>
                  <a:lnTo>
                    <a:pt x="131064" y="361188"/>
                  </a:lnTo>
                  <a:lnTo>
                    <a:pt x="128016" y="362712"/>
                  </a:lnTo>
                  <a:lnTo>
                    <a:pt x="126492" y="365760"/>
                  </a:lnTo>
                  <a:lnTo>
                    <a:pt x="121920" y="367284"/>
                  </a:lnTo>
                  <a:lnTo>
                    <a:pt x="109728" y="367284"/>
                  </a:lnTo>
                  <a:lnTo>
                    <a:pt x="105156" y="361188"/>
                  </a:lnTo>
                  <a:lnTo>
                    <a:pt x="103632" y="350520"/>
                  </a:lnTo>
                  <a:lnTo>
                    <a:pt x="100584" y="330708"/>
                  </a:lnTo>
                  <a:lnTo>
                    <a:pt x="115824" y="330708"/>
                  </a:lnTo>
                  <a:lnTo>
                    <a:pt x="120396" y="332232"/>
                  </a:lnTo>
                  <a:lnTo>
                    <a:pt x="124968" y="336804"/>
                  </a:lnTo>
                  <a:lnTo>
                    <a:pt x="129540" y="339852"/>
                  </a:lnTo>
                  <a:lnTo>
                    <a:pt x="132588" y="345948"/>
                  </a:lnTo>
                  <a:lnTo>
                    <a:pt x="132588" y="304800"/>
                  </a:lnTo>
                  <a:lnTo>
                    <a:pt x="86868" y="304800"/>
                  </a:lnTo>
                  <a:lnTo>
                    <a:pt x="68872" y="307378"/>
                  </a:lnTo>
                  <a:lnTo>
                    <a:pt x="56007" y="315087"/>
                  </a:lnTo>
                  <a:lnTo>
                    <a:pt x="48298" y="327952"/>
                  </a:lnTo>
                  <a:lnTo>
                    <a:pt x="45720" y="345948"/>
                  </a:lnTo>
                  <a:lnTo>
                    <a:pt x="45720" y="350520"/>
                  </a:lnTo>
                  <a:lnTo>
                    <a:pt x="47244" y="358140"/>
                  </a:lnTo>
                  <a:lnTo>
                    <a:pt x="48768" y="364236"/>
                  </a:lnTo>
                  <a:lnTo>
                    <a:pt x="50292" y="371856"/>
                  </a:lnTo>
                  <a:lnTo>
                    <a:pt x="51816" y="377952"/>
                  </a:lnTo>
                  <a:lnTo>
                    <a:pt x="54864" y="382524"/>
                  </a:lnTo>
                  <a:lnTo>
                    <a:pt x="76200" y="382524"/>
                  </a:lnTo>
                  <a:lnTo>
                    <a:pt x="71323" y="374510"/>
                  </a:lnTo>
                  <a:lnTo>
                    <a:pt x="68008" y="366331"/>
                  </a:lnTo>
                  <a:lnTo>
                    <a:pt x="66128" y="357886"/>
                  </a:lnTo>
                  <a:lnTo>
                    <a:pt x="66052" y="356616"/>
                  </a:lnTo>
                  <a:lnTo>
                    <a:pt x="65532" y="348996"/>
                  </a:lnTo>
                  <a:lnTo>
                    <a:pt x="66675" y="340995"/>
                  </a:lnTo>
                  <a:lnTo>
                    <a:pt x="70104" y="335280"/>
                  </a:lnTo>
                  <a:lnTo>
                    <a:pt x="75819" y="331851"/>
                  </a:lnTo>
                  <a:lnTo>
                    <a:pt x="83820" y="330708"/>
                  </a:lnTo>
                  <a:lnTo>
                    <a:pt x="88392" y="358140"/>
                  </a:lnTo>
                  <a:lnTo>
                    <a:pt x="92138" y="373265"/>
                  </a:lnTo>
                  <a:lnTo>
                    <a:pt x="98869" y="384238"/>
                  </a:lnTo>
                  <a:lnTo>
                    <a:pt x="108762" y="390931"/>
                  </a:lnTo>
                  <a:lnTo>
                    <a:pt x="121920" y="393192"/>
                  </a:lnTo>
                  <a:lnTo>
                    <a:pt x="131064" y="393192"/>
                  </a:lnTo>
                  <a:lnTo>
                    <a:pt x="138684" y="390144"/>
                  </a:lnTo>
                  <a:lnTo>
                    <a:pt x="143256" y="384048"/>
                  </a:lnTo>
                  <a:lnTo>
                    <a:pt x="149352" y="377952"/>
                  </a:lnTo>
                  <a:lnTo>
                    <a:pt x="152400" y="370332"/>
                  </a:lnTo>
                  <a:lnTo>
                    <a:pt x="152400" y="367284"/>
                  </a:lnTo>
                  <a:lnTo>
                    <a:pt x="152400" y="361188"/>
                  </a:lnTo>
                  <a:close/>
                </a:path>
                <a:path extrusionOk="0" h="567054" w="152400">
                  <a:moveTo>
                    <a:pt x="152400" y="233172"/>
                  </a:moveTo>
                  <a:lnTo>
                    <a:pt x="150876" y="227076"/>
                  </a:lnTo>
                  <a:lnTo>
                    <a:pt x="147828" y="222504"/>
                  </a:lnTo>
                  <a:lnTo>
                    <a:pt x="128016" y="222504"/>
                  </a:lnTo>
                  <a:lnTo>
                    <a:pt x="131064" y="228600"/>
                  </a:lnTo>
                  <a:lnTo>
                    <a:pt x="131064" y="240792"/>
                  </a:lnTo>
                  <a:lnTo>
                    <a:pt x="124968" y="245364"/>
                  </a:lnTo>
                  <a:lnTo>
                    <a:pt x="68580" y="245364"/>
                  </a:lnTo>
                  <a:lnTo>
                    <a:pt x="68580" y="222504"/>
                  </a:lnTo>
                  <a:lnTo>
                    <a:pt x="48768" y="222504"/>
                  </a:lnTo>
                  <a:lnTo>
                    <a:pt x="48768" y="245364"/>
                  </a:lnTo>
                  <a:lnTo>
                    <a:pt x="18288" y="245364"/>
                  </a:lnTo>
                  <a:lnTo>
                    <a:pt x="25908" y="271272"/>
                  </a:lnTo>
                  <a:lnTo>
                    <a:pt x="48768" y="271272"/>
                  </a:lnTo>
                  <a:lnTo>
                    <a:pt x="48768" y="288036"/>
                  </a:lnTo>
                  <a:lnTo>
                    <a:pt x="68580" y="288036"/>
                  </a:lnTo>
                  <a:lnTo>
                    <a:pt x="68580" y="271272"/>
                  </a:lnTo>
                  <a:lnTo>
                    <a:pt x="118872" y="271272"/>
                  </a:lnTo>
                  <a:lnTo>
                    <a:pt x="133121" y="269519"/>
                  </a:lnTo>
                  <a:lnTo>
                    <a:pt x="143637" y="264033"/>
                  </a:lnTo>
                  <a:lnTo>
                    <a:pt x="150164" y="254558"/>
                  </a:lnTo>
                  <a:lnTo>
                    <a:pt x="152400" y="240792"/>
                  </a:lnTo>
                  <a:lnTo>
                    <a:pt x="152400" y="233172"/>
                  </a:lnTo>
                  <a:close/>
                </a:path>
                <a:path extrusionOk="0" h="567054" w="152400">
                  <a:moveTo>
                    <a:pt x="152400" y="160020"/>
                  </a:moveTo>
                  <a:lnTo>
                    <a:pt x="151828" y="149377"/>
                  </a:lnTo>
                  <a:lnTo>
                    <a:pt x="150114" y="140017"/>
                  </a:lnTo>
                  <a:lnTo>
                    <a:pt x="147256" y="131521"/>
                  </a:lnTo>
                  <a:lnTo>
                    <a:pt x="143256" y="123444"/>
                  </a:lnTo>
                  <a:lnTo>
                    <a:pt x="123444" y="123444"/>
                  </a:lnTo>
                  <a:lnTo>
                    <a:pt x="127444" y="130568"/>
                  </a:lnTo>
                  <a:lnTo>
                    <a:pt x="130302" y="138112"/>
                  </a:lnTo>
                  <a:lnTo>
                    <a:pt x="132016" y="145948"/>
                  </a:lnTo>
                  <a:lnTo>
                    <a:pt x="132067" y="146494"/>
                  </a:lnTo>
                  <a:lnTo>
                    <a:pt x="132588" y="153924"/>
                  </a:lnTo>
                  <a:lnTo>
                    <a:pt x="130898" y="165950"/>
                  </a:lnTo>
                  <a:lnTo>
                    <a:pt x="130810" y="166116"/>
                  </a:lnTo>
                  <a:lnTo>
                    <a:pt x="125920" y="174688"/>
                  </a:lnTo>
                  <a:lnTo>
                    <a:pt x="117805" y="180289"/>
                  </a:lnTo>
                  <a:lnTo>
                    <a:pt x="106680" y="182880"/>
                  </a:lnTo>
                  <a:lnTo>
                    <a:pt x="106680" y="141732"/>
                  </a:lnTo>
                  <a:lnTo>
                    <a:pt x="106680" y="115824"/>
                  </a:lnTo>
                  <a:lnTo>
                    <a:pt x="94488" y="115824"/>
                  </a:lnTo>
                  <a:lnTo>
                    <a:pt x="88392" y="116306"/>
                  </a:lnTo>
                  <a:lnTo>
                    <a:pt x="88392" y="141732"/>
                  </a:lnTo>
                  <a:lnTo>
                    <a:pt x="88392" y="182880"/>
                  </a:lnTo>
                  <a:lnTo>
                    <a:pt x="82296" y="182880"/>
                  </a:lnTo>
                  <a:lnTo>
                    <a:pt x="76200" y="179832"/>
                  </a:lnTo>
                  <a:lnTo>
                    <a:pt x="67246" y="170878"/>
                  </a:lnTo>
                  <a:lnTo>
                    <a:pt x="67043" y="170649"/>
                  </a:lnTo>
                  <a:lnTo>
                    <a:pt x="65532" y="166116"/>
                  </a:lnTo>
                  <a:lnTo>
                    <a:pt x="65532" y="161544"/>
                  </a:lnTo>
                  <a:lnTo>
                    <a:pt x="66967" y="152666"/>
                  </a:lnTo>
                  <a:lnTo>
                    <a:pt x="71247" y="146494"/>
                  </a:lnTo>
                  <a:lnTo>
                    <a:pt x="78397" y="142900"/>
                  </a:lnTo>
                  <a:lnTo>
                    <a:pt x="88392" y="141732"/>
                  </a:lnTo>
                  <a:lnTo>
                    <a:pt x="88392" y="116306"/>
                  </a:lnTo>
                  <a:lnTo>
                    <a:pt x="53441" y="134302"/>
                  </a:lnTo>
                  <a:lnTo>
                    <a:pt x="45720" y="160020"/>
                  </a:lnTo>
                  <a:lnTo>
                    <a:pt x="45847" y="161544"/>
                  </a:lnTo>
                  <a:lnTo>
                    <a:pt x="69303" y="201955"/>
                  </a:lnTo>
                  <a:lnTo>
                    <a:pt x="100584" y="210312"/>
                  </a:lnTo>
                  <a:lnTo>
                    <a:pt x="112001" y="209435"/>
                  </a:lnTo>
                  <a:lnTo>
                    <a:pt x="111785" y="209435"/>
                  </a:lnTo>
                  <a:lnTo>
                    <a:pt x="121920" y="206883"/>
                  </a:lnTo>
                  <a:lnTo>
                    <a:pt x="131025" y="202603"/>
                  </a:lnTo>
                  <a:lnTo>
                    <a:pt x="138684" y="196596"/>
                  </a:lnTo>
                  <a:lnTo>
                    <a:pt x="144691" y="189166"/>
                  </a:lnTo>
                  <a:lnTo>
                    <a:pt x="147828" y="182880"/>
                  </a:lnTo>
                  <a:lnTo>
                    <a:pt x="148971" y="180594"/>
                  </a:lnTo>
                  <a:lnTo>
                    <a:pt x="149059" y="180289"/>
                  </a:lnTo>
                  <a:lnTo>
                    <a:pt x="149174" y="179832"/>
                  </a:lnTo>
                  <a:lnTo>
                    <a:pt x="151549" y="170878"/>
                  </a:lnTo>
                  <a:lnTo>
                    <a:pt x="151561" y="170649"/>
                  </a:lnTo>
                  <a:lnTo>
                    <a:pt x="152400" y="160020"/>
                  </a:lnTo>
                  <a:close/>
                </a:path>
                <a:path extrusionOk="0" h="567054" w="152400">
                  <a:moveTo>
                    <a:pt x="152400" y="59436"/>
                  </a:moveTo>
                  <a:lnTo>
                    <a:pt x="151257" y="49720"/>
                  </a:lnTo>
                  <a:lnTo>
                    <a:pt x="147828" y="41148"/>
                  </a:lnTo>
                  <a:lnTo>
                    <a:pt x="142113" y="33718"/>
                  </a:lnTo>
                  <a:lnTo>
                    <a:pt x="134112" y="27432"/>
                  </a:lnTo>
                  <a:lnTo>
                    <a:pt x="149352" y="27432"/>
                  </a:lnTo>
                  <a:lnTo>
                    <a:pt x="149352" y="25908"/>
                  </a:lnTo>
                  <a:lnTo>
                    <a:pt x="149352" y="0"/>
                  </a:lnTo>
                  <a:lnTo>
                    <a:pt x="131064" y="0"/>
                  </a:lnTo>
                  <a:lnTo>
                    <a:pt x="131064" y="42672"/>
                  </a:lnTo>
                  <a:lnTo>
                    <a:pt x="131064" y="57912"/>
                  </a:lnTo>
                  <a:lnTo>
                    <a:pt x="128016" y="64008"/>
                  </a:lnTo>
                  <a:lnTo>
                    <a:pt x="123444" y="68580"/>
                  </a:lnTo>
                  <a:lnTo>
                    <a:pt x="117348" y="71628"/>
                  </a:lnTo>
                  <a:lnTo>
                    <a:pt x="109728" y="74676"/>
                  </a:lnTo>
                  <a:lnTo>
                    <a:pt x="100584" y="74676"/>
                  </a:lnTo>
                  <a:lnTo>
                    <a:pt x="67056" y="56388"/>
                  </a:lnTo>
                  <a:lnTo>
                    <a:pt x="67056" y="42672"/>
                  </a:lnTo>
                  <a:lnTo>
                    <a:pt x="68580" y="36576"/>
                  </a:lnTo>
                  <a:lnTo>
                    <a:pt x="73152" y="33528"/>
                  </a:lnTo>
                  <a:lnTo>
                    <a:pt x="79248" y="28956"/>
                  </a:lnTo>
                  <a:lnTo>
                    <a:pt x="83820" y="25908"/>
                  </a:lnTo>
                  <a:lnTo>
                    <a:pt x="109728" y="25908"/>
                  </a:lnTo>
                  <a:lnTo>
                    <a:pt x="117348" y="28956"/>
                  </a:lnTo>
                  <a:lnTo>
                    <a:pt x="121920" y="33528"/>
                  </a:lnTo>
                  <a:lnTo>
                    <a:pt x="128016" y="38100"/>
                  </a:lnTo>
                  <a:lnTo>
                    <a:pt x="128143" y="38290"/>
                  </a:lnTo>
                  <a:lnTo>
                    <a:pt x="131064" y="42672"/>
                  </a:lnTo>
                  <a:lnTo>
                    <a:pt x="131064" y="0"/>
                  </a:lnTo>
                  <a:lnTo>
                    <a:pt x="0" y="0"/>
                  </a:lnTo>
                  <a:lnTo>
                    <a:pt x="0" y="27432"/>
                  </a:lnTo>
                  <a:lnTo>
                    <a:pt x="60960" y="27432"/>
                  </a:lnTo>
                  <a:lnTo>
                    <a:pt x="54089" y="31940"/>
                  </a:lnTo>
                  <a:lnTo>
                    <a:pt x="49339" y="38290"/>
                  </a:lnTo>
                  <a:lnTo>
                    <a:pt x="46609" y="46088"/>
                  </a:lnTo>
                  <a:lnTo>
                    <a:pt x="45720" y="54864"/>
                  </a:lnTo>
                  <a:lnTo>
                    <a:pt x="46824" y="64820"/>
                  </a:lnTo>
                  <a:lnTo>
                    <a:pt x="78486" y="97917"/>
                  </a:lnTo>
                  <a:lnTo>
                    <a:pt x="100584" y="100584"/>
                  </a:lnTo>
                  <a:lnTo>
                    <a:pt x="112801" y="99974"/>
                  </a:lnTo>
                  <a:lnTo>
                    <a:pt x="112458" y="99974"/>
                  </a:lnTo>
                  <a:lnTo>
                    <a:pt x="122491" y="98107"/>
                  </a:lnTo>
                  <a:lnTo>
                    <a:pt x="151549" y="68275"/>
                  </a:lnTo>
                  <a:lnTo>
                    <a:pt x="151663" y="67056"/>
                  </a:lnTo>
                  <a:lnTo>
                    <a:pt x="152400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97"/>
          <p:cNvGrpSpPr/>
          <p:nvPr/>
        </p:nvGrpSpPr>
        <p:grpSpPr>
          <a:xfrm>
            <a:off x="2188463" y="3185159"/>
            <a:ext cx="152400" cy="451104"/>
            <a:chOff x="2188463" y="3185159"/>
            <a:chExt cx="152400" cy="451104"/>
          </a:xfrm>
        </p:grpSpPr>
        <p:pic>
          <p:nvPicPr>
            <p:cNvPr id="6276" name="Google Shape;6276;p97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2206751" y="3331463"/>
              <a:ext cx="134112" cy="3048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77" name="Google Shape;6277;p97"/>
            <p:cNvSpPr/>
            <p:nvPr/>
          </p:nvSpPr>
          <p:spPr>
            <a:xfrm>
              <a:off x="2188463" y="3282696"/>
              <a:ext cx="149860" cy="27940"/>
            </a:xfrm>
            <a:custGeom>
              <a:rect b="b" l="l" r="r" t="t"/>
              <a:pathLst>
                <a:path extrusionOk="0" h="27939" w="149860">
                  <a:moveTo>
                    <a:pt x="149352" y="27431"/>
                  </a:moveTo>
                  <a:lnTo>
                    <a:pt x="0" y="27431"/>
                  </a:lnTo>
                  <a:lnTo>
                    <a:pt x="0" y="0"/>
                  </a:lnTo>
                  <a:lnTo>
                    <a:pt x="149352" y="0"/>
                  </a:lnTo>
                  <a:lnTo>
                    <a:pt x="149352" y="27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278" name="Google Shape;6278;p97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2234183" y="3185159"/>
              <a:ext cx="106679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279" name="Google Shape;6279;p97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2206751" y="2919983"/>
            <a:ext cx="134112" cy="1844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80" name="Google Shape;6280;p97"/>
          <p:cNvGrpSpPr/>
          <p:nvPr/>
        </p:nvGrpSpPr>
        <p:grpSpPr>
          <a:xfrm>
            <a:off x="2234183" y="2432304"/>
            <a:ext cx="106680" cy="400810"/>
            <a:chOff x="2234183" y="2432304"/>
            <a:chExt cx="106680" cy="400810"/>
          </a:xfrm>
        </p:grpSpPr>
        <p:pic>
          <p:nvPicPr>
            <p:cNvPr id="6281" name="Google Shape;6281;p97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2234183" y="2638043"/>
              <a:ext cx="106680" cy="1950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82" name="Google Shape;6282;p97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2234183" y="2432304"/>
              <a:ext cx="106680" cy="18287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83" name="Google Shape;6283;p97"/>
          <p:cNvGrpSpPr/>
          <p:nvPr/>
        </p:nvGrpSpPr>
        <p:grpSpPr>
          <a:xfrm>
            <a:off x="2188464" y="2058924"/>
            <a:ext cx="152399" cy="292607"/>
            <a:chOff x="2188464" y="2058924"/>
            <a:chExt cx="152399" cy="292607"/>
          </a:xfrm>
        </p:grpSpPr>
        <p:pic>
          <p:nvPicPr>
            <p:cNvPr id="6284" name="Google Shape;6284;p97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2188464" y="2173224"/>
              <a:ext cx="152399" cy="17830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85" name="Google Shape;6285;p97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2234183" y="2058924"/>
              <a:ext cx="106680" cy="9296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286" name="Google Shape;6286;p97"/>
          <p:cNvGrpSpPr/>
          <p:nvPr/>
        </p:nvGrpSpPr>
        <p:grpSpPr>
          <a:xfrm>
            <a:off x="2188463" y="1600200"/>
            <a:ext cx="152399" cy="377952"/>
            <a:chOff x="2188463" y="1600200"/>
            <a:chExt cx="152399" cy="377952"/>
          </a:xfrm>
        </p:grpSpPr>
        <p:pic>
          <p:nvPicPr>
            <p:cNvPr id="6287" name="Google Shape;6287;p97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2206751" y="1813560"/>
              <a:ext cx="134111" cy="1645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88" name="Google Shape;6288;p97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2188463" y="1600200"/>
              <a:ext cx="152399" cy="1889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289" name="Google Shape;6289;p97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2423160" y="5224271"/>
            <a:ext cx="153923" cy="1859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90" name="Google Shape;6290;p97"/>
          <p:cNvGrpSpPr/>
          <p:nvPr/>
        </p:nvGrpSpPr>
        <p:grpSpPr>
          <a:xfrm>
            <a:off x="2424671" y="4418076"/>
            <a:ext cx="198120" cy="722376"/>
            <a:chOff x="2424671" y="4418076"/>
            <a:chExt cx="198120" cy="722376"/>
          </a:xfrm>
        </p:grpSpPr>
        <p:pic>
          <p:nvPicPr>
            <p:cNvPr id="6291" name="Google Shape;6291;p97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2471927" y="5039868"/>
              <a:ext cx="149352" cy="1005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92" name="Google Shape;6292;p97"/>
            <p:cNvSpPr/>
            <p:nvPr/>
          </p:nvSpPr>
          <p:spPr>
            <a:xfrm>
              <a:off x="2424671" y="4418076"/>
              <a:ext cx="198120" cy="599440"/>
            </a:xfrm>
            <a:custGeom>
              <a:rect b="b" l="l" r="r" t="t"/>
              <a:pathLst>
                <a:path extrusionOk="0" h="599439" w="198119">
                  <a:moveTo>
                    <a:pt x="30480" y="265176"/>
                  </a:moveTo>
                  <a:lnTo>
                    <a:pt x="28956" y="262128"/>
                  </a:lnTo>
                  <a:lnTo>
                    <a:pt x="25908" y="259080"/>
                  </a:lnTo>
                  <a:lnTo>
                    <a:pt x="24384" y="256032"/>
                  </a:lnTo>
                  <a:lnTo>
                    <a:pt x="19812" y="254508"/>
                  </a:lnTo>
                  <a:lnTo>
                    <a:pt x="12192" y="254508"/>
                  </a:lnTo>
                  <a:lnTo>
                    <a:pt x="9144" y="256032"/>
                  </a:lnTo>
                  <a:lnTo>
                    <a:pt x="3048" y="262128"/>
                  </a:lnTo>
                  <a:lnTo>
                    <a:pt x="1524" y="265176"/>
                  </a:lnTo>
                  <a:lnTo>
                    <a:pt x="1524" y="274320"/>
                  </a:lnTo>
                  <a:lnTo>
                    <a:pt x="3048" y="278892"/>
                  </a:lnTo>
                  <a:lnTo>
                    <a:pt x="9144" y="284988"/>
                  </a:lnTo>
                  <a:lnTo>
                    <a:pt x="12192" y="286512"/>
                  </a:lnTo>
                  <a:lnTo>
                    <a:pt x="19812" y="286512"/>
                  </a:lnTo>
                  <a:lnTo>
                    <a:pt x="24384" y="284988"/>
                  </a:lnTo>
                  <a:lnTo>
                    <a:pt x="25908" y="281940"/>
                  </a:lnTo>
                  <a:lnTo>
                    <a:pt x="28956" y="278892"/>
                  </a:lnTo>
                  <a:lnTo>
                    <a:pt x="30480" y="274320"/>
                  </a:lnTo>
                  <a:lnTo>
                    <a:pt x="30480" y="265176"/>
                  </a:lnTo>
                  <a:close/>
                </a:path>
                <a:path extrusionOk="0" h="599439" w="198119">
                  <a:moveTo>
                    <a:pt x="150876" y="505968"/>
                  </a:moveTo>
                  <a:lnTo>
                    <a:pt x="88392" y="505968"/>
                  </a:lnTo>
                  <a:lnTo>
                    <a:pt x="70396" y="508000"/>
                  </a:lnTo>
                  <a:lnTo>
                    <a:pt x="57531" y="514159"/>
                  </a:lnTo>
                  <a:lnTo>
                    <a:pt x="49822" y="524624"/>
                  </a:lnTo>
                  <a:lnTo>
                    <a:pt x="47244" y="539496"/>
                  </a:lnTo>
                  <a:lnTo>
                    <a:pt x="48387" y="549211"/>
                  </a:lnTo>
                  <a:lnTo>
                    <a:pt x="51816" y="557784"/>
                  </a:lnTo>
                  <a:lnTo>
                    <a:pt x="57531" y="565213"/>
                  </a:lnTo>
                  <a:lnTo>
                    <a:pt x="65532" y="571500"/>
                  </a:lnTo>
                  <a:lnTo>
                    <a:pt x="1524" y="571500"/>
                  </a:lnTo>
                  <a:lnTo>
                    <a:pt x="1524" y="598932"/>
                  </a:lnTo>
                  <a:lnTo>
                    <a:pt x="150876" y="598932"/>
                  </a:lnTo>
                  <a:lnTo>
                    <a:pt x="150876" y="571500"/>
                  </a:lnTo>
                  <a:lnTo>
                    <a:pt x="85344" y="571500"/>
                  </a:lnTo>
                  <a:lnTo>
                    <a:pt x="79248" y="569976"/>
                  </a:lnTo>
                  <a:lnTo>
                    <a:pt x="74676" y="565404"/>
                  </a:lnTo>
                  <a:lnTo>
                    <a:pt x="70104" y="562356"/>
                  </a:lnTo>
                  <a:lnTo>
                    <a:pt x="68580" y="557784"/>
                  </a:lnTo>
                  <a:lnTo>
                    <a:pt x="68580" y="550164"/>
                  </a:lnTo>
                  <a:lnTo>
                    <a:pt x="70040" y="542163"/>
                  </a:lnTo>
                  <a:lnTo>
                    <a:pt x="74485" y="536448"/>
                  </a:lnTo>
                  <a:lnTo>
                    <a:pt x="82092" y="533019"/>
                  </a:lnTo>
                  <a:lnTo>
                    <a:pt x="92964" y="531876"/>
                  </a:lnTo>
                  <a:lnTo>
                    <a:pt x="150876" y="531876"/>
                  </a:lnTo>
                  <a:lnTo>
                    <a:pt x="150876" y="505968"/>
                  </a:lnTo>
                  <a:close/>
                </a:path>
                <a:path extrusionOk="0" h="599439" w="198119">
                  <a:moveTo>
                    <a:pt x="150876" y="257556"/>
                  </a:moveTo>
                  <a:lnTo>
                    <a:pt x="48768" y="257556"/>
                  </a:lnTo>
                  <a:lnTo>
                    <a:pt x="48768" y="283464"/>
                  </a:lnTo>
                  <a:lnTo>
                    <a:pt x="150876" y="283464"/>
                  </a:lnTo>
                  <a:lnTo>
                    <a:pt x="150876" y="257556"/>
                  </a:lnTo>
                  <a:close/>
                </a:path>
                <a:path extrusionOk="0" h="599439" w="198119">
                  <a:moveTo>
                    <a:pt x="150876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150876" y="28956"/>
                  </a:lnTo>
                  <a:lnTo>
                    <a:pt x="150876" y="0"/>
                  </a:lnTo>
                  <a:close/>
                </a:path>
                <a:path extrusionOk="0" h="599439" w="198119">
                  <a:moveTo>
                    <a:pt x="152400" y="347472"/>
                  </a:moveTo>
                  <a:lnTo>
                    <a:pt x="139903" y="310349"/>
                  </a:lnTo>
                  <a:lnTo>
                    <a:pt x="120396" y="303276"/>
                  </a:lnTo>
                  <a:lnTo>
                    <a:pt x="115824" y="303276"/>
                  </a:lnTo>
                  <a:lnTo>
                    <a:pt x="97536" y="316992"/>
                  </a:lnTo>
                  <a:lnTo>
                    <a:pt x="94488" y="321564"/>
                  </a:lnTo>
                  <a:lnTo>
                    <a:pt x="91440" y="329184"/>
                  </a:lnTo>
                  <a:lnTo>
                    <a:pt x="85344" y="347472"/>
                  </a:lnTo>
                  <a:lnTo>
                    <a:pt x="80772" y="350520"/>
                  </a:lnTo>
                  <a:lnTo>
                    <a:pt x="73152" y="350520"/>
                  </a:lnTo>
                  <a:lnTo>
                    <a:pt x="70104" y="348996"/>
                  </a:lnTo>
                  <a:lnTo>
                    <a:pt x="65532" y="339852"/>
                  </a:lnTo>
                  <a:lnTo>
                    <a:pt x="65532" y="335280"/>
                  </a:lnTo>
                  <a:lnTo>
                    <a:pt x="66090" y="327812"/>
                  </a:lnTo>
                  <a:lnTo>
                    <a:pt x="67627" y="321183"/>
                  </a:lnTo>
                  <a:lnTo>
                    <a:pt x="70040" y="315137"/>
                  </a:lnTo>
                  <a:lnTo>
                    <a:pt x="73152" y="309372"/>
                  </a:lnTo>
                  <a:lnTo>
                    <a:pt x="51816" y="309372"/>
                  </a:lnTo>
                  <a:lnTo>
                    <a:pt x="49822" y="315353"/>
                  </a:lnTo>
                  <a:lnTo>
                    <a:pt x="48387" y="321754"/>
                  </a:lnTo>
                  <a:lnTo>
                    <a:pt x="47536" y="328447"/>
                  </a:lnTo>
                  <a:lnTo>
                    <a:pt x="47244" y="335280"/>
                  </a:lnTo>
                  <a:lnTo>
                    <a:pt x="47802" y="344119"/>
                  </a:lnTo>
                  <a:lnTo>
                    <a:pt x="71158" y="377126"/>
                  </a:lnTo>
                  <a:lnTo>
                    <a:pt x="77724" y="377952"/>
                  </a:lnTo>
                  <a:lnTo>
                    <a:pt x="85344" y="377952"/>
                  </a:lnTo>
                  <a:lnTo>
                    <a:pt x="111252" y="344424"/>
                  </a:lnTo>
                  <a:lnTo>
                    <a:pt x="114300" y="333756"/>
                  </a:lnTo>
                  <a:lnTo>
                    <a:pt x="118872" y="329184"/>
                  </a:lnTo>
                  <a:lnTo>
                    <a:pt x="129540" y="329184"/>
                  </a:lnTo>
                  <a:lnTo>
                    <a:pt x="134112" y="335280"/>
                  </a:lnTo>
                  <a:lnTo>
                    <a:pt x="134112" y="347472"/>
                  </a:lnTo>
                  <a:lnTo>
                    <a:pt x="133540" y="355244"/>
                  </a:lnTo>
                  <a:lnTo>
                    <a:pt x="131826" y="362712"/>
                  </a:lnTo>
                  <a:lnTo>
                    <a:pt x="128968" y="370192"/>
                  </a:lnTo>
                  <a:lnTo>
                    <a:pt x="124968" y="377952"/>
                  </a:lnTo>
                  <a:lnTo>
                    <a:pt x="147828" y="377952"/>
                  </a:lnTo>
                  <a:lnTo>
                    <a:pt x="149834" y="371055"/>
                  </a:lnTo>
                  <a:lnTo>
                    <a:pt x="151257" y="363855"/>
                  </a:lnTo>
                  <a:lnTo>
                    <a:pt x="152120" y="356095"/>
                  </a:lnTo>
                  <a:lnTo>
                    <a:pt x="152400" y="347472"/>
                  </a:lnTo>
                  <a:close/>
                </a:path>
                <a:path extrusionOk="0" h="599439" w="198119">
                  <a:moveTo>
                    <a:pt x="152400" y="185928"/>
                  </a:moveTo>
                  <a:lnTo>
                    <a:pt x="152095" y="176453"/>
                  </a:lnTo>
                  <a:lnTo>
                    <a:pt x="151066" y="168402"/>
                  </a:lnTo>
                  <a:lnTo>
                    <a:pt x="149186" y="161505"/>
                  </a:lnTo>
                  <a:lnTo>
                    <a:pt x="146304" y="155448"/>
                  </a:lnTo>
                  <a:lnTo>
                    <a:pt x="123444" y="155448"/>
                  </a:lnTo>
                  <a:lnTo>
                    <a:pt x="127444" y="161188"/>
                  </a:lnTo>
                  <a:lnTo>
                    <a:pt x="130302" y="167068"/>
                  </a:lnTo>
                  <a:lnTo>
                    <a:pt x="132016" y="173240"/>
                  </a:lnTo>
                  <a:lnTo>
                    <a:pt x="132588" y="179832"/>
                  </a:lnTo>
                  <a:lnTo>
                    <a:pt x="132588" y="188976"/>
                  </a:lnTo>
                  <a:lnTo>
                    <a:pt x="129540" y="196596"/>
                  </a:lnTo>
                  <a:lnTo>
                    <a:pt x="123444" y="201168"/>
                  </a:lnTo>
                  <a:lnTo>
                    <a:pt x="117348" y="207264"/>
                  </a:lnTo>
                  <a:lnTo>
                    <a:pt x="109728" y="208788"/>
                  </a:lnTo>
                  <a:lnTo>
                    <a:pt x="100584" y="208788"/>
                  </a:lnTo>
                  <a:lnTo>
                    <a:pt x="68580" y="187452"/>
                  </a:lnTo>
                  <a:lnTo>
                    <a:pt x="68580" y="170688"/>
                  </a:lnTo>
                  <a:lnTo>
                    <a:pt x="70104" y="163068"/>
                  </a:lnTo>
                  <a:lnTo>
                    <a:pt x="74676" y="155448"/>
                  </a:lnTo>
                  <a:lnTo>
                    <a:pt x="51816" y="155448"/>
                  </a:lnTo>
                  <a:lnTo>
                    <a:pt x="49822" y="160578"/>
                  </a:lnTo>
                  <a:lnTo>
                    <a:pt x="48387" y="166687"/>
                  </a:lnTo>
                  <a:lnTo>
                    <a:pt x="47536" y="173672"/>
                  </a:lnTo>
                  <a:lnTo>
                    <a:pt x="47244" y="181356"/>
                  </a:lnTo>
                  <a:lnTo>
                    <a:pt x="48133" y="193344"/>
                  </a:lnTo>
                  <a:lnTo>
                    <a:pt x="70180" y="227863"/>
                  </a:lnTo>
                  <a:lnTo>
                    <a:pt x="102108" y="236220"/>
                  </a:lnTo>
                  <a:lnTo>
                    <a:pt x="112966" y="235369"/>
                  </a:lnTo>
                  <a:lnTo>
                    <a:pt x="148971" y="206502"/>
                  </a:lnTo>
                  <a:lnTo>
                    <a:pt x="151549" y="196786"/>
                  </a:lnTo>
                  <a:lnTo>
                    <a:pt x="152400" y="185928"/>
                  </a:lnTo>
                  <a:close/>
                </a:path>
                <a:path extrusionOk="0" h="599439" w="198119">
                  <a:moveTo>
                    <a:pt x="152412" y="109728"/>
                  </a:moveTo>
                  <a:lnTo>
                    <a:pt x="151282" y="100037"/>
                  </a:lnTo>
                  <a:lnTo>
                    <a:pt x="148031" y="91630"/>
                  </a:lnTo>
                  <a:lnTo>
                    <a:pt x="142760" y="84658"/>
                  </a:lnTo>
                  <a:lnTo>
                    <a:pt x="135648" y="79248"/>
                  </a:lnTo>
                  <a:lnTo>
                    <a:pt x="150888" y="79248"/>
                  </a:lnTo>
                  <a:lnTo>
                    <a:pt x="150888" y="53340"/>
                  </a:lnTo>
                  <a:lnTo>
                    <a:pt x="132600" y="53340"/>
                  </a:lnTo>
                  <a:lnTo>
                    <a:pt x="132600" y="94488"/>
                  </a:lnTo>
                  <a:lnTo>
                    <a:pt x="132600" y="109728"/>
                  </a:lnTo>
                  <a:lnTo>
                    <a:pt x="129552" y="111252"/>
                  </a:lnTo>
                  <a:lnTo>
                    <a:pt x="126504" y="114300"/>
                  </a:lnTo>
                  <a:lnTo>
                    <a:pt x="123456" y="115824"/>
                  </a:lnTo>
                  <a:lnTo>
                    <a:pt x="111264" y="115824"/>
                  </a:lnTo>
                  <a:lnTo>
                    <a:pt x="105168" y="109728"/>
                  </a:lnTo>
                  <a:lnTo>
                    <a:pt x="103644" y="99060"/>
                  </a:lnTo>
                  <a:lnTo>
                    <a:pt x="103517" y="97536"/>
                  </a:lnTo>
                  <a:lnTo>
                    <a:pt x="102120" y="79248"/>
                  </a:lnTo>
                  <a:lnTo>
                    <a:pt x="115836" y="79248"/>
                  </a:lnTo>
                  <a:lnTo>
                    <a:pt x="121932" y="80772"/>
                  </a:lnTo>
                  <a:lnTo>
                    <a:pt x="126504" y="85344"/>
                  </a:lnTo>
                  <a:lnTo>
                    <a:pt x="131076" y="88392"/>
                  </a:lnTo>
                  <a:lnTo>
                    <a:pt x="132600" y="94488"/>
                  </a:lnTo>
                  <a:lnTo>
                    <a:pt x="132600" y="53340"/>
                  </a:lnTo>
                  <a:lnTo>
                    <a:pt x="88404" y="53340"/>
                  </a:lnTo>
                  <a:lnTo>
                    <a:pt x="70396" y="55918"/>
                  </a:lnTo>
                  <a:lnTo>
                    <a:pt x="57543" y="63627"/>
                  </a:lnTo>
                  <a:lnTo>
                    <a:pt x="49822" y="76492"/>
                  </a:lnTo>
                  <a:lnTo>
                    <a:pt x="47256" y="94488"/>
                  </a:lnTo>
                  <a:lnTo>
                    <a:pt x="47256" y="106680"/>
                  </a:lnTo>
                  <a:lnTo>
                    <a:pt x="48780" y="112776"/>
                  </a:lnTo>
                  <a:lnTo>
                    <a:pt x="51828" y="120396"/>
                  </a:lnTo>
                  <a:lnTo>
                    <a:pt x="53352" y="126492"/>
                  </a:lnTo>
                  <a:lnTo>
                    <a:pt x="56400" y="131064"/>
                  </a:lnTo>
                  <a:lnTo>
                    <a:pt x="77736" y="131064"/>
                  </a:lnTo>
                  <a:lnTo>
                    <a:pt x="72605" y="123050"/>
                  </a:lnTo>
                  <a:lnTo>
                    <a:pt x="68783" y="114871"/>
                  </a:lnTo>
                  <a:lnTo>
                    <a:pt x="66370" y="106426"/>
                  </a:lnTo>
                  <a:lnTo>
                    <a:pt x="65544" y="97536"/>
                  </a:lnTo>
                  <a:lnTo>
                    <a:pt x="66700" y="89535"/>
                  </a:lnTo>
                  <a:lnTo>
                    <a:pt x="70307" y="83820"/>
                  </a:lnTo>
                  <a:lnTo>
                    <a:pt x="76466" y="80391"/>
                  </a:lnTo>
                  <a:lnTo>
                    <a:pt x="85356" y="79248"/>
                  </a:lnTo>
                  <a:lnTo>
                    <a:pt x="85483" y="80391"/>
                  </a:lnTo>
                  <a:lnTo>
                    <a:pt x="85521" y="80772"/>
                  </a:lnTo>
                  <a:lnTo>
                    <a:pt x="88404" y="106680"/>
                  </a:lnTo>
                  <a:lnTo>
                    <a:pt x="92354" y="121805"/>
                  </a:lnTo>
                  <a:lnTo>
                    <a:pt x="99453" y="132778"/>
                  </a:lnTo>
                  <a:lnTo>
                    <a:pt x="109397" y="139471"/>
                  </a:lnTo>
                  <a:lnTo>
                    <a:pt x="121932" y="141732"/>
                  </a:lnTo>
                  <a:lnTo>
                    <a:pt x="131076" y="141732"/>
                  </a:lnTo>
                  <a:lnTo>
                    <a:pt x="138696" y="138684"/>
                  </a:lnTo>
                  <a:lnTo>
                    <a:pt x="144792" y="132588"/>
                  </a:lnTo>
                  <a:lnTo>
                    <a:pt x="149364" y="126492"/>
                  </a:lnTo>
                  <a:lnTo>
                    <a:pt x="152412" y="118872"/>
                  </a:lnTo>
                  <a:lnTo>
                    <a:pt x="152412" y="115824"/>
                  </a:lnTo>
                  <a:lnTo>
                    <a:pt x="152412" y="109728"/>
                  </a:lnTo>
                  <a:close/>
                </a:path>
                <a:path extrusionOk="0" h="599439" w="198119">
                  <a:moveTo>
                    <a:pt x="198120" y="473964"/>
                  </a:moveTo>
                  <a:lnTo>
                    <a:pt x="195821" y="460870"/>
                  </a:lnTo>
                  <a:lnTo>
                    <a:pt x="191770" y="454152"/>
                  </a:lnTo>
                  <a:lnTo>
                    <a:pt x="188785" y="449199"/>
                  </a:lnTo>
                  <a:lnTo>
                    <a:pt x="176911" y="439254"/>
                  </a:lnTo>
                  <a:lnTo>
                    <a:pt x="160020" y="431292"/>
                  </a:lnTo>
                  <a:lnTo>
                    <a:pt x="48768" y="388620"/>
                  </a:lnTo>
                  <a:lnTo>
                    <a:pt x="48768" y="416052"/>
                  </a:lnTo>
                  <a:lnTo>
                    <a:pt x="115824" y="437388"/>
                  </a:lnTo>
                  <a:lnTo>
                    <a:pt x="120396" y="438912"/>
                  </a:lnTo>
                  <a:lnTo>
                    <a:pt x="123444" y="440436"/>
                  </a:lnTo>
                  <a:lnTo>
                    <a:pt x="128016" y="440436"/>
                  </a:lnTo>
                  <a:lnTo>
                    <a:pt x="121920" y="441960"/>
                  </a:lnTo>
                  <a:lnTo>
                    <a:pt x="117348" y="443484"/>
                  </a:lnTo>
                  <a:lnTo>
                    <a:pt x="115824" y="443484"/>
                  </a:lnTo>
                  <a:lnTo>
                    <a:pt x="48768" y="464820"/>
                  </a:lnTo>
                  <a:lnTo>
                    <a:pt x="48768" y="493776"/>
                  </a:lnTo>
                  <a:lnTo>
                    <a:pt x="150876" y="454152"/>
                  </a:lnTo>
                  <a:lnTo>
                    <a:pt x="164592" y="460248"/>
                  </a:lnTo>
                  <a:lnTo>
                    <a:pt x="172212" y="463296"/>
                  </a:lnTo>
                  <a:lnTo>
                    <a:pt x="176784" y="469392"/>
                  </a:lnTo>
                  <a:lnTo>
                    <a:pt x="176784" y="481584"/>
                  </a:lnTo>
                  <a:lnTo>
                    <a:pt x="175260" y="486156"/>
                  </a:lnTo>
                  <a:lnTo>
                    <a:pt x="173736" y="489204"/>
                  </a:lnTo>
                  <a:lnTo>
                    <a:pt x="195072" y="489204"/>
                  </a:lnTo>
                  <a:lnTo>
                    <a:pt x="198120" y="480060"/>
                  </a:lnTo>
                  <a:lnTo>
                    <a:pt x="198120" y="4739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97"/>
          <p:cNvGrpSpPr/>
          <p:nvPr/>
        </p:nvGrpSpPr>
        <p:grpSpPr>
          <a:xfrm>
            <a:off x="2426207" y="3099816"/>
            <a:ext cx="150877" cy="475488"/>
            <a:chOff x="2426207" y="3099816"/>
            <a:chExt cx="150877" cy="475488"/>
          </a:xfrm>
        </p:grpSpPr>
        <p:pic>
          <p:nvPicPr>
            <p:cNvPr id="6294" name="Google Shape;6294;p97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2471927" y="3419856"/>
              <a:ext cx="103631" cy="1554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95" name="Google Shape;6295;p97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2471928" y="3311651"/>
              <a:ext cx="105156" cy="883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96" name="Google Shape;6296;p97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2426207" y="3099816"/>
              <a:ext cx="150875" cy="1889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297" name="Google Shape;6297;p97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2188463" y="3371088"/>
            <a:ext cx="626364" cy="1338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6298" name="Google Shape;6298;p97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2471928" y="2823972"/>
            <a:ext cx="105156" cy="2057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99" name="Google Shape;6299;p97"/>
          <p:cNvGrpSpPr/>
          <p:nvPr/>
        </p:nvGrpSpPr>
        <p:grpSpPr>
          <a:xfrm>
            <a:off x="2423147" y="1997963"/>
            <a:ext cx="154305" cy="804800"/>
            <a:chOff x="2423147" y="1997963"/>
            <a:chExt cx="154305" cy="804800"/>
          </a:xfrm>
        </p:grpSpPr>
        <p:sp>
          <p:nvSpPr>
            <p:cNvPr id="6300" name="Google Shape;6300;p97"/>
            <p:cNvSpPr/>
            <p:nvPr/>
          </p:nvSpPr>
          <p:spPr>
            <a:xfrm>
              <a:off x="2423147" y="2113788"/>
              <a:ext cx="154305" cy="688975"/>
            </a:xfrm>
            <a:custGeom>
              <a:rect b="b" l="l" r="r" t="t"/>
              <a:pathLst>
                <a:path extrusionOk="0" h="688975" w="154305">
                  <a:moveTo>
                    <a:pt x="32004" y="594360"/>
                  </a:moveTo>
                  <a:lnTo>
                    <a:pt x="30480" y="591312"/>
                  </a:lnTo>
                  <a:lnTo>
                    <a:pt x="27432" y="588264"/>
                  </a:lnTo>
                  <a:lnTo>
                    <a:pt x="25908" y="585216"/>
                  </a:lnTo>
                  <a:lnTo>
                    <a:pt x="21336" y="583692"/>
                  </a:lnTo>
                  <a:lnTo>
                    <a:pt x="13716" y="583692"/>
                  </a:lnTo>
                  <a:lnTo>
                    <a:pt x="10668" y="585216"/>
                  </a:lnTo>
                  <a:lnTo>
                    <a:pt x="4572" y="591312"/>
                  </a:lnTo>
                  <a:lnTo>
                    <a:pt x="3048" y="594360"/>
                  </a:lnTo>
                  <a:lnTo>
                    <a:pt x="3048" y="603504"/>
                  </a:lnTo>
                  <a:lnTo>
                    <a:pt x="4572" y="606552"/>
                  </a:lnTo>
                  <a:lnTo>
                    <a:pt x="10668" y="612648"/>
                  </a:lnTo>
                  <a:lnTo>
                    <a:pt x="13716" y="614172"/>
                  </a:lnTo>
                  <a:lnTo>
                    <a:pt x="21336" y="614172"/>
                  </a:lnTo>
                  <a:lnTo>
                    <a:pt x="25908" y="612648"/>
                  </a:lnTo>
                  <a:lnTo>
                    <a:pt x="27432" y="609600"/>
                  </a:lnTo>
                  <a:lnTo>
                    <a:pt x="30480" y="606552"/>
                  </a:lnTo>
                  <a:lnTo>
                    <a:pt x="32004" y="603504"/>
                  </a:lnTo>
                  <a:lnTo>
                    <a:pt x="32004" y="594360"/>
                  </a:lnTo>
                  <a:close/>
                </a:path>
                <a:path extrusionOk="0" h="688975" w="154305">
                  <a:moveTo>
                    <a:pt x="32004" y="466344"/>
                  </a:moveTo>
                  <a:lnTo>
                    <a:pt x="30480" y="461772"/>
                  </a:lnTo>
                  <a:lnTo>
                    <a:pt x="25908" y="457200"/>
                  </a:lnTo>
                  <a:lnTo>
                    <a:pt x="21336" y="455676"/>
                  </a:lnTo>
                  <a:lnTo>
                    <a:pt x="13716" y="455676"/>
                  </a:lnTo>
                  <a:lnTo>
                    <a:pt x="10668" y="457200"/>
                  </a:lnTo>
                  <a:lnTo>
                    <a:pt x="7620" y="460248"/>
                  </a:lnTo>
                  <a:lnTo>
                    <a:pt x="4572" y="461772"/>
                  </a:lnTo>
                  <a:lnTo>
                    <a:pt x="3048" y="466344"/>
                  </a:lnTo>
                  <a:lnTo>
                    <a:pt x="3048" y="475488"/>
                  </a:lnTo>
                  <a:lnTo>
                    <a:pt x="4572" y="478536"/>
                  </a:lnTo>
                  <a:lnTo>
                    <a:pt x="10668" y="484632"/>
                  </a:lnTo>
                  <a:lnTo>
                    <a:pt x="13716" y="486156"/>
                  </a:lnTo>
                  <a:lnTo>
                    <a:pt x="21336" y="486156"/>
                  </a:lnTo>
                  <a:lnTo>
                    <a:pt x="25908" y="484632"/>
                  </a:lnTo>
                  <a:lnTo>
                    <a:pt x="27432" y="481584"/>
                  </a:lnTo>
                  <a:lnTo>
                    <a:pt x="30480" y="478536"/>
                  </a:lnTo>
                  <a:lnTo>
                    <a:pt x="32004" y="475488"/>
                  </a:lnTo>
                  <a:lnTo>
                    <a:pt x="32004" y="466344"/>
                  </a:lnTo>
                  <a:close/>
                </a:path>
                <a:path extrusionOk="0" h="688975" w="154305">
                  <a:moveTo>
                    <a:pt x="32004" y="135636"/>
                  </a:moveTo>
                  <a:lnTo>
                    <a:pt x="30480" y="131064"/>
                  </a:lnTo>
                  <a:lnTo>
                    <a:pt x="27432" y="128016"/>
                  </a:lnTo>
                  <a:lnTo>
                    <a:pt x="25908" y="124968"/>
                  </a:lnTo>
                  <a:lnTo>
                    <a:pt x="21336" y="123444"/>
                  </a:lnTo>
                  <a:lnTo>
                    <a:pt x="13716" y="123444"/>
                  </a:lnTo>
                  <a:lnTo>
                    <a:pt x="10668" y="124968"/>
                  </a:lnTo>
                  <a:lnTo>
                    <a:pt x="4572" y="131064"/>
                  </a:lnTo>
                  <a:lnTo>
                    <a:pt x="3048" y="135636"/>
                  </a:lnTo>
                  <a:lnTo>
                    <a:pt x="3048" y="144780"/>
                  </a:lnTo>
                  <a:lnTo>
                    <a:pt x="4572" y="147828"/>
                  </a:lnTo>
                  <a:lnTo>
                    <a:pt x="10668" y="153924"/>
                  </a:lnTo>
                  <a:lnTo>
                    <a:pt x="13716" y="155448"/>
                  </a:lnTo>
                  <a:lnTo>
                    <a:pt x="21336" y="155448"/>
                  </a:lnTo>
                  <a:lnTo>
                    <a:pt x="25908" y="153924"/>
                  </a:lnTo>
                  <a:lnTo>
                    <a:pt x="27432" y="150876"/>
                  </a:lnTo>
                  <a:lnTo>
                    <a:pt x="30480" y="147828"/>
                  </a:lnTo>
                  <a:lnTo>
                    <a:pt x="32004" y="144780"/>
                  </a:lnTo>
                  <a:lnTo>
                    <a:pt x="32004" y="135636"/>
                  </a:lnTo>
                  <a:close/>
                </a:path>
                <a:path extrusionOk="0" h="688975" w="154305">
                  <a:moveTo>
                    <a:pt x="152400" y="661416"/>
                  </a:moveTo>
                  <a:lnTo>
                    <a:pt x="92964" y="661416"/>
                  </a:lnTo>
                  <a:lnTo>
                    <a:pt x="86868" y="659892"/>
                  </a:lnTo>
                  <a:lnTo>
                    <a:pt x="80772" y="656844"/>
                  </a:lnTo>
                  <a:lnTo>
                    <a:pt x="74676" y="652272"/>
                  </a:lnTo>
                  <a:lnTo>
                    <a:pt x="73152" y="646176"/>
                  </a:lnTo>
                  <a:lnTo>
                    <a:pt x="73152" y="630936"/>
                  </a:lnTo>
                  <a:lnTo>
                    <a:pt x="76200" y="626364"/>
                  </a:lnTo>
                  <a:lnTo>
                    <a:pt x="50292" y="626364"/>
                  </a:lnTo>
                  <a:lnTo>
                    <a:pt x="50292" y="629412"/>
                  </a:lnTo>
                  <a:lnTo>
                    <a:pt x="48768" y="630936"/>
                  </a:lnTo>
                  <a:lnTo>
                    <a:pt x="48768" y="635508"/>
                  </a:lnTo>
                  <a:lnTo>
                    <a:pt x="50177" y="644067"/>
                  </a:lnTo>
                  <a:lnTo>
                    <a:pt x="54292" y="651319"/>
                  </a:lnTo>
                  <a:lnTo>
                    <a:pt x="60985" y="657161"/>
                  </a:lnTo>
                  <a:lnTo>
                    <a:pt x="70104" y="661416"/>
                  </a:lnTo>
                  <a:lnTo>
                    <a:pt x="50292" y="661416"/>
                  </a:lnTo>
                  <a:lnTo>
                    <a:pt x="50292" y="688848"/>
                  </a:lnTo>
                  <a:lnTo>
                    <a:pt x="152400" y="688848"/>
                  </a:lnTo>
                  <a:lnTo>
                    <a:pt x="152400" y="661416"/>
                  </a:lnTo>
                  <a:close/>
                </a:path>
                <a:path extrusionOk="0" h="688975" w="154305">
                  <a:moveTo>
                    <a:pt x="152400" y="585216"/>
                  </a:moveTo>
                  <a:lnTo>
                    <a:pt x="50292" y="585216"/>
                  </a:lnTo>
                  <a:lnTo>
                    <a:pt x="50292" y="612648"/>
                  </a:lnTo>
                  <a:lnTo>
                    <a:pt x="152400" y="612648"/>
                  </a:lnTo>
                  <a:lnTo>
                    <a:pt x="152400" y="585216"/>
                  </a:lnTo>
                  <a:close/>
                </a:path>
                <a:path extrusionOk="0" h="688975" w="154305">
                  <a:moveTo>
                    <a:pt x="152400" y="524256"/>
                  </a:moveTo>
                  <a:lnTo>
                    <a:pt x="71628" y="524256"/>
                  </a:lnTo>
                  <a:lnTo>
                    <a:pt x="71628" y="501396"/>
                  </a:lnTo>
                  <a:lnTo>
                    <a:pt x="50292" y="501396"/>
                  </a:lnTo>
                  <a:lnTo>
                    <a:pt x="50292" y="524256"/>
                  </a:lnTo>
                  <a:lnTo>
                    <a:pt x="27432" y="524256"/>
                  </a:lnTo>
                  <a:lnTo>
                    <a:pt x="21336" y="519684"/>
                  </a:lnTo>
                  <a:lnTo>
                    <a:pt x="21336" y="501396"/>
                  </a:lnTo>
                  <a:lnTo>
                    <a:pt x="22860" y="498348"/>
                  </a:lnTo>
                  <a:lnTo>
                    <a:pt x="1524" y="498348"/>
                  </a:lnTo>
                  <a:lnTo>
                    <a:pt x="1524" y="501396"/>
                  </a:lnTo>
                  <a:lnTo>
                    <a:pt x="0" y="505968"/>
                  </a:lnTo>
                  <a:lnTo>
                    <a:pt x="0" y="512064"/>
                  </a:lnTo>
                  <a:lnTo>
                    <a:pt x="22098" y="548640"/>
                  </a:lnTo>
                  <a:lnTo>
                    <a:pt x="38100" y="551688"/>
                  </a:lnTo>
                  <a:lnTo>
                    <a:pt x="50292" y="551688"/>
                  </a:lnTo>
                  <a:lnTo>
                    <a:pt x="50292" y="568452"/>
                  </a:lnTo>
                  <a:lnTo>
                    <a:pt x="71628" y="568452"/>
                  </a:lnTo>
                  <a:lnTo>
                    <a:pt x="71628" y="551688"/>
                  </a:lnTo>
                  <a:lnTo>
                    <a:pt x="152400" y="551688"/>
                  </a:lnTo>
                  <a:lnTo>
                    <a:pt x="152400" y="524256"/>
                  </a:lnTo>
                  <a:close/>
                </a:path>
                <a:path extrusionOk="0" h="688975" w="154305">
                  <a:moveTo>
                    <a:pt x="152400" y="457200"/>
                  </a:moveTo>
                  <a:lnTo>
                    <a:pt x="50292" y="457200"/>
                  </a:lnTo>
                  <a:lnTo>
                    <a:pt x="50292" y="484632"/>
                  </a:lnTo>
                  <a:lnTo>
                    <a:pt x="152400" y="484632"/>
                  </a:lnTo>
                  <a:lnTo>
                    <a:pt x="152400" y="457200"/>
                  </a:lnTo>
                  <a:close/>
                </a:path>
                <a:path extrusionOk="0" h="688975" w="154305">
                  <a:moveTo>
                    <a:pt x="152400" y="126492"/>
                  </a:moveTo>
                  <a:lnTo>
                    <a:pt x="50292" y="126492"/>
                  </a:lnTo>
                  <a:lnTo>
                    <a:pt x="50292" y="152400"/>
                  </a:lnTo>
                  <a:lnTo>
                    <a:pt x="152400" y="152400"/>
                  </a:lnTo>
                  <a:lnTo>
                    <a:pt x="152400" y="126492"/>
                  </a:lnTo>
                  <a:close/>
                </a:path>
                <a:path extrusionOk="0" h="688975" w="154305">
                  <a:moveTo>
                    <a:pt x="153924" y="385572"/>
                  </a:moveTo>
                  <a:lnTo>
                    <a:pt x="153619" y="376986"/>
                  </a:lnTo>
                  <a:lnTo>
                    <a:pt x="152590" y="369379"/>
                  </a:lnTo>
                  <a:lnTo>
                    <a:pt x="150710" y="362648"/>
                  </a:lnTo>
                  <a:lnTo>
                    <a:pt x="147828" y="356616"/>
                  </a:lnTo>
                  <a:lnTo>
                    <a:pt x="124968" y="356616"/>
                  </a:lnTo>
                  <a:lnTo>
                    <a:pt x="131064" y="364236"/>
                  </a:lnTo>
                  <a:lnTo>
                    <a:pt x="134112" y="371856"/>
                  </a:lnTo>
                  <a:lnTo>
                    <a:pt x="134112" y="388620"/>
                  </a:lnTo>
                  <a:lnTo>
                    <a:pt x="131064" y="396240"/>
                  </a:lnTo>
                  <a:lnTo>
                    <a:pt x="124968" y="402336"/>
                  </a:lnTo>
                  <a:lnTo>
                    <a:pt x="118872" y="406908"/>
                  </a:lnTo>
                  <a:lnTo>
                    <a:pt x="111252" y="409956"/>
                  </a:lnTo>
                  <a:lnTo>
                    <a:pt x="102108" y="409956"/>
                  </a:lnTo>
                  <a:lnTo>
                    <a:pt x="94665" y="409384"/>
                  </a:lnTo>
                  <a:lnTo>
                    <a:pt x="88201" y="407670"/>
                  </a:lnTo>
                  <a:lnTo>
                    <a:pt x="82613" y="404812"/>
                  </a:lnTo>
                  <a:lnTo>
                    <a:pt x="77724" y="400812"/>
                  </a:lnTo>
                  <a:lnTo>
                    <a:pt x="71628" y="396240"/>
                  </a:lnTo>
                  <a:lnTo>
                    <a:pt x="70104" y="388620"/>
                  </a:lnTo>
                  <a:lnTo>
                    <a:pt x="70104" y="370332"/>
                  </a:lnTo>
                  <a:lnTo>
                    <a:pt x="71628" y="362712"/>
                  </a:lnTo>
                  <a:lnTo>
                    <a:pt x="76200" y="356616"/>
                  </a:lnTo>
                  <a:lnTo>
                    <a:pt x="53340" y="356616"/>
                  </a:lnTo>
                  <a:lnTo>
                    <a:pt x="50292" y="362712"/>
                  </a:lnTo>
                  <a:lnTo>
                    <a:pt x="48768" y="370332"/>
                  </a:lnTo>
                  <a:lnTo>
                    <a:pt x="48768" y="381000"/>
                  </a:lnTo>
                  <a:lnTo>
                    <a:pt x="64008" y="422148"/>
                  </a:lnTo>
                  <a:lnTo>
                    <a:pt x="103632" y="437388"/>
                  </a:lnTo>
                  <a:lnTo>
                    <a:pt x="114490" y="436511"/>
                  </a:lnTo>
                  <a:lnTo>
                    <a:pt x="146215" y="414718"/>
                  </a:lnTo>
                  <a:lnTo>
                    <a:pt x="153073" y="396430"/>
                  </a:lnTo>
                  <a:lnTo>
                    <a:pt x="153924" y="385572"/>
                  </a:lnTo>
                  <a:close/>
                </a:path>
                <a:path extrusionOk="0" h="688975" w="154305">
                  <a:moveTo>
                    <a:pt x="153924" y="53340"/>
                  </a:moveTo>
                  <a:lnTo>
                    <a:pt x="140208" y="13716"/>
                  </a:lnTo>
                  <a:lnTo>
                    <a:pt x="134112" y="9334"/>
                  </a:lnTo>
                  <a:lnTo>
                    <a:pt x="134112" y="51816"/>
                  </a:lnTo>
                  <a:lnTo>
                    <a:pt x="132118" y="63817"/>
                  </a:lnTo>
                  <a:lnTo>
                    <a:pt x="126111" y="72390"/>
                  </a:lnTo>
                  <a:lnTo>
                    <a:pt x="116116" y="77533"/>
                  </a:lnTo>
                  <a:lnTo>
                    <a:pt x="102108" y="79248"/>
                  </a:lnTo>
                  <a:lnTo>
                    <a:pt x="94665" y="78701"/>
                  </a:lnTo>
                  <a:lnTo>
                    <a:pt x="70104" y="60960"/>
                  </a:lnTo>
                  <a:lnTo>
                    <a:pt x="70104" y="51816"/>
                  </a:lnTo>
                  <a:lnTo>
                    <a:pt x="71869" y="40703"/>
                  </a:lnTo>
                  <a:lnTo>
                    <a:pt x="77343" y="32575"/>
                  </a:lnTo>
                  <a:lnTo>
                    <a:pt x="86829" y="27609"/>
                  </a:lnTo>
                  <a:lnTo>
                    <a:pt x="100584" y="25908"/>
                  </a:lnTo>
                  <a:lnTo>
                    <a:pt x="114833" y="27609"/>
                  </a:lnTo>
                  <a:lnTo>
                    <a:pt x="125349" y="32575"/>
                  </a:lnTo>
                  <a:lnTo>
                    <a:pt x="131876" y="40703"/>
                  </a:lnTo>
                  <a:lnTo>
                    <a:pt x="134112" y="51816"/>
                  </a:lnTo>
                  <a:lnTo>
                    <a:pt x="134112" y="9334"/>
                  </a:lnTo>
                  <a:lnTo>
                    <a:pt x="131876" y="7721"/>
                  </a:lnTo>
                  <a:lnTo>
                    <a:pt x="122682" y="3429"/>
                  </a:lnTo>
                  <a:lnTo>
                    <a:pt x="112356" y="863"/>
                  </a:lnTo>
                  <a:lnTo>
                    <a:pt x="100584" y="0"/>
                  </a:lnTo>
                  <a:lnTo>
                    <a:pt x="88849" y="863"/>
                  </a:lnTo>
                  <a:lnTo>
                    <a:pt x="56489" y="21170"/>
                  </a:lnTo>
                  <a:lnTo>
                    <a:pt x="56375" y="21412"/>
                  </a:lnTo>
                  <a:lnTo>
                    <a:pt x="52197" y="29908"/>
                  </a:lnTo>
                  <a:lnTo>
                    <a:pt x="49631" y="40081"/>
                  </a:lnTo>
                  <a:lnTo>
                    <a:pt x="49542" y="41363"/>
                  </a:lnTo>
                  <a:lnTo>
                    <a:pt x="48768" y="51816"/>
                  </a:lnTo>
                  <a:lnTo>
                    <a:pt x="48882" y="53340"/>
                  </a:lnTo>
                  <a:lnTo>
                    <a:pt x="49631" y="63588"/>
                  </a:lnTo>
                  <a:lnTo>
                    <a:pt x="49695" y="63817"/>
                  </a:lnTo>
                  <a:lnTo>
                    <a:pt x="70827" y="97447"/>
                  </a:lnTo>
                  <a:lnTo>
                    <a:pt x="102108" y="105156"/>
                  </a:lnTo>
                  <a:lnTo>
                    <a:pt x="113207" y="104305"/>
                  </a:lnTo>
                  <a:lnTo>
                    <a:pt x="146215" y="83781"/>
                  </a:lnTo>
                  <a:lnTo>
                    <a:pt x="153136" y="63588"/>
                  </a:lnTo>
                  <a:lnTo>
                    <a:pt x="153924" y="53340"/>
                  </a:lnTo>
                  <a:close/>
                </a:path>
                <a:path extrusionOk="0" h="688975" w="154305">
                  <a:moveTo>
                    <a:pt x="153936" y="312420"/>
                  </a:moveTo>
                  <a:lnTo>
                    <a:pt x="152806" y="302729"/>
                  </a:lnTo>
                  <a:lnTo>
                    <a:pt x="149555" y="294322"/>
                  </a:lnTo>
                  <a:lnTo>
                    <a:pt x="144284" y="287350"/>
                  </a:lnTo>
                  <a:lnTo>
                    <a:pt x="137172" y="281940"/>
                  </a:lnTo>
                  <a:lnTo>
                    <a:pt x="137172" y="280416"/>
                  </a:lnTo>
                  <a:lnTo>
                    <a:pt x="152412" y="280416"/>
                  </a:lnTo>
                  <a:lnTo>
                    <a:pt x="152412" y="256032"/>
                  </a:lnTo>
                  <a:lnTo>
                    <a:pt x="134124" y="256032"/>
                  </a:lnTo>
                  <a:lnTo>
                    <a:pt x="134124" y="297180"/>
                  </a:lnTo>
                  <a:lnTo>
                    <a:pt x="134124" y="310896"/>
                  </a:lnTo>
                  <a:lnTo>
                    <a:pt x="128028" y="316992"/>
                  </a:lnTo>
                  <a:lnTo>
                    <a:pt x="124980" y="318516"/>
                  </a:lnTo>
                  <a:lnTo>
                    <a:pt x="112788" y="318516"/>
                  </a:lnTo>
                  <a:lnTo>
                    <a:pt x="106692" y="312420"/>
                  </a:lnTo>
                  <a:lnTo>
                    <a:pt x="105168" y="301752"/>
                  </a:lnTo>
                  <a:lnTo>
                    <a:pt x="105054" y="300228"/>
                  </a:lnTo>
                  <a:lnTo>
                    <a:pt x="103644" y="280416"/>
                  </a:lnTo>
                  <a:lnTo>
                    <a:pt x="117360" y="280416"/>
                  </a:lnTo>
                  <a:lnTo>
                    <a:pt x="123456" y="283464"/>
                  </a:lnTo>
                  <a:lnTo>
                    <a:pt x="128028" y="286512"/>
                  </a:lnTo>
                  <a:lnTo>
                    <a:pt x="132600" y="291084"/>
                  </a:lnTo>
                  <a:lnTo>
                    <a:pt x="134124" y="297180"/>
                  </a:lnTo>
                  <a:lnTo>
                    <a:pt x="134124" y="256032"/>
                  </a:lnTo>
                  <a:lnTo>
                    <a:pt x="89928" y="256032"/>
                  </a:lnTo>
                  <a:lnTo>
                    <a:pt x="71920" y="258610"/>
                  </a:lnTo>
                  <a:lnTo>
                    <a:pt x="59067" y="266319"/>
                  </a:lnTo>
                  <a:lnTo>
                    <a:pt x="51346" y="279184"/>
                  </a:lnTo>
                  <a:lnTo>
                    <a:pt x="48780" y="297180"/>
                  </a:lnTo>
                  <a:lnTo>
                    <a:pt x="48780" y="309372"/>
                  </a:lnTo>
                  <a:lnTo>
                    <a:pt x="50304" y="315468"/>
                  </a:lnTo>
                  <a:lnTo>
                    <a:pt x="53352" y="323088"/>
                  </a:lnTo>
                  <a:lnTo>
                    <a:pt x="54876" y="329184"/>
                  </a:lnTo>
                  <a:lnTo>
                    <a:pt x="57924" y="333756"/>
                  </a:lnTo>
                  <a:lnTo>
                    <a:pt x="79260" y="333756"/>
                  </a:lnTo>
                  <a:lnTo>
                    <a:pt x="74129" y="325742"/>
                  </a:lnTo>
                  <a:lnTo>
                    <a:pt x="70307" y="317563"/>
                  </a:lnTo>
                  <a:lnTo>
                    <a:pt x="67894" y="309118"/>
                  </a:lnTo>
                  <a:lnTo>
                    <a:pt x="67068" y="300228"/>
                  </a:lnTo>
                  <a:lnTo>
                    <a:pt x="68224" y="291998"/>
                  </a:lnTo>
                  <a:lnTo>
                    <a:pt x="71831" y="285750"/>
                  </a:lnTo>
                  <a:lnTo>
                    <a:pt x="77990" y="281800"/>
                  </a:lnTo>
                  <a:lnTo>
                    <a:pt x="86880" y="280416"/>
                  </a:lnTo>
                  <a:lnTo>
                    <a:pt x="89928" y="309372"/>
                  </a:lnTo>
                  <a:lnTo>
                    <a:pt x="93878" y="324256"/>
                  </a:lnTo>
                  <a:lnTo>
                    <a:pt x="100977" y="334708"/>
                  </a:lnTo>
                  <a:lnTo>
                    <a:pt x="110921" y="340880"/>
                  </a:lnTo>
                  <a:lnTo>
                    <a:pt x="123456" y="342900"/>
                  </a:lnTo>
                  <a:lnTo>
                    <a:pt x="132600" y="342900"/>
                  </a:lnTo>
                  <a:lnTo>
                    <a:pt x="140220" y="341376"/>
                  </a:lnTo>
                  <a:lnTo>
                    <a:pt x="146316" y="335280"/>
                  </a:lnTo>
                  <a:lnTo>
                    <a:pt x="150888" y="329184"/>
                  </a:lnTo>
                  <a:lnTo>
                    <a:pt x="153936" y="321564"/>
                  </a:lnTo>
                  <a:lnTo>
                    <a:pt x="153936" y="318516"/>
                  </a:lnTo>
                  <a:lnTo>
                    <a:pt x="153936" y="312420"/>
                  </a:lnTo>
                  <a:close/>
                </a:path>
                <a:path extrusionOk="0" h="688975" w="154305">
                  <a:moveTo>
                    <a:pt x="153936" y="181356"/>
                  </a:moveTo>
                  <a:lnTo>
                    <a:pt x="152412" y="175260"/>
                  </a:lnTo>
                  <a:lnTo>
                    <a:pt x="150888" y="170688"/>
                  </a:lnTo>
                  <a:lnTo>
                    <a:pt x="131076" y="170688"/>
                  </a:lnTo>
                  <a:lnTo>
                    <a:pt x="134124" y="176784"/>
                  </a:lnTo>
                  <a:lnTo>
                    <a:pt x="134124" y="190500"/>
                  </a:lnTo>
                  <a:lnTo>
                    <a:pt x="128028" y="193548"/>
                  </a:lnTo>
                  <a:lnTo>
                    <a:pt x="71640" y="193548"/>
                  </a:lnTo>
                  <a:lnTo>
                    <a:pt x="71640" y="170688"/>
                  </a:lnTo>
                  <a:lnTo>
                    <a:pt x="50304" y="170688"/>
                  </a:lnTo>
                  <a:lnTo>
                    <a:pt x="50304" y="193548"/>
                  </a:lnTo>
                  <a:lnTo>
                    <a:pt x="21348" y="193548"/>
                  </a:lnTo>
                  <a:lnTo>
                    <a:pt x="28968" y="220980"/>
                  </a:lnTo>
                  <a:lnTo>
                    <a:pt x="50304" y="220980"/>
                  </a:lnTo>
                  <a:lnTo>
                    <a:pt x="50304" y="237744"/>
                  </a:lnTo>
                  <a:lnTo>
                    <a:pt x="71640" y="237744"/>
                  </a:lnTo>
                  <a:lnTo>
                    <a:pt x="71640" y="220980"/>
                  </a:lnTo>
                  <a:lnTo>
                    <a:pt x="121932" y="220980"/>
                  </a:lnTo>
                  <a:lnTo>
                    <a:pt x="135928" y="219011"/>
                  </a:lnTo>
                  <a:lnTo>
                    <a:pt x="145935" y="213169"/>
                  </a:lnTo>
                  <a:lnTo>
                    <a:pt x="151930" y="203631"/>
                  </a:lnTo>
                  <a:lnTo>
                    <a:pt x="153936" y="190500"/>
                  </a:lnTo>
                  <a:lnTo>
                    <a:pt x="153936" y="181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301" name="Google Shape;6301;p97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2471928" y="1997963"/>
              <a:ext cx="103632" cy="929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302" name="Google Shape;6302;p97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2444495" y="1720596"/>
            <a:ext cx="132587" cy="1844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03" name="Google Shape;6303;p97"/>
          <p:cNvGrpSpPr/>
          <p:nvPr/>
        </p:nvGrpSpPr>
        <p:grpSpPr>
          <a:xfrm>
            <a:off x="2709671" y="4800600"/>
            <a:ext cx="105156" cy="609600"/>
            <a:chOff x="2709671" y="4800600"/>
            <a:chExt cx="105156" cy="609600"/>
          </a:xfrm>
        </p:grpSpPr>
        <p:pic>
          <p:nvPicPr>
            <p:cNvPr id="6304" name="Google Shape;6304;p97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2709671" y="5315712"/>
              <a:ext cx="105156" cy="944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05" name="Google Shape;6305;p97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2709671" y="5201412"/>
              <a:ext cx="102108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06" name="Google Shape;6306;p97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2709671" y="4992623"/>
              <a:ext cx="105156" cy="1859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07" name="Google Shape;6307;p97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2709671" y="4800600"/>
              <a:ext cx="105156" cy="16306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08" name="Google Shape;6308;p97"/>
          <p:cNvGrpSpPr/>
          <p:nvPr/>
        </p:nvGrpSpPr>
        <p:grpSpPr>
          <a:xfrm>
            <a:off x="2662427" y="3043427"/>
            <a:ext cx="196596" cy="305054"/>
            <a:chOff x="2662427" y="3043427"/>
            <a:chExt cx="196596" cy="305054"/>
          </a:xfrm>
        </p:grpSpPr>
        <p:sp>
          <p:nvSpPr>
            <p:cNvPr id="6309" name="Google Shape;6309;p97"/>
            <p:cNvSpPr/>
            <p:nvPr/>
          </p:nvSpPr>
          <p:spPr>
            <a:xfrm>
              <a:off x="2662427" y="3319272"/>
              <a:ext cx="151130" cy="29209"/>
            </a:xfrm>
            <a:custGeom>
              <a:rect b="b" l="l" r="r" t="t"/>
              <a:pathLst>
                <a:path extrusionOk="0" h="29210" w="151130">
                  <a:moveTo>
                    <a:pt x="1508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150875" y="0"/>
                  </a:lnTo>
                  <a:lnTo>
                    <a:pt x="1508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310" name="Google Shape;6310;p97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2663951" y="3043427"/>
              <a:ext cx="195072" cy="2529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11" name="Google Shape;6311;p97"/>
          <p:cNvGrpSpPr/>
          <p:nvPr/>
        </p:nvGrpSpPr>
        <p:grpSpPr>
          <a:xfrm>
            <a:off x="5327903" y="9368028"/>
            <a:ext cx="152400" cy="472186"/>
            <a:chOff x="5327903" y="9368028"/>
            <a:chExt cx="152400" cy="472186"/>
          </a:xfrm>
        </p:grpSpPr>
        <p:pic>
          <p:nvPicPr>
            <p:cNvPr id="6312" name="Google Shape;6312;p97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5327903" y="9465564"/>
              <a:ext cx="152399" cy="3746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13" name="Google Shape;6313;p97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5373623" y="9368028"/>
              <a:ext cx="106680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314" name="Google Shape;6314;p97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5346191" y="9101328"/>
            <a:ext cx="134112" cy="1844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15" name="Google Shape;6315;p97"/>
          <p:cNvGrpSpPr/>
          <p:nvPr/>
        </p:nvGrpSpPr>
        <p:grpSpPr>
          <a:xfrm>
            <a:off x="5327903" y="8785859"/>
            <a:ext cx="152400" cy="228600"/>
            <a:chOff x="5327903" y="8785859"/>
            <a:chExt cx="152400" cy="228600"/>
          </a:xfrm>
        </p:grpSpPr>
        <p:pic>
          <p:nvPicPr>
            <p:cNvPr id="6316" name="Google Shape;6316;p97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5327903" y="8912351"/>
              <a:ext cx="152400" cy="1021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17" name="Google Shape;6317;p97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5373623" y="8785859"/>
              <a:ext cx="106680" cy="10515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18" name="Google Shape;6318;p97"/>
          <p:cNvGrpSpPr/>
          <p:nvPr/>
        </p:nvGrpSpPr>
        <p:grpSpPr>
          <a:xfrm>
            <a:off x="5564123" y="9378695"/>
            <a:ext cx="152401" cy="463296"/>
            <a:chOff x="5564123" y="9378695"/>
            <a:chExt cx="152401" cy="463296"/>
          </a:xfrm>
        </p:grpSpPr>
        <p:pic>
          <p:nvPicPr>
            <p:cNvPr id="6319" name="Google Shape;6319;p97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5609844" y="9573767"/>
              <a:ext cx="106680" cy="2682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20" name="Google Shape;6320;p97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5564123" y="9378695"/>
              <a:ext cx="149352" cy="17373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21" name="Google Shape;6321;p97"/>
          <p:cNvGrpSpPr/>
          <p:nvPr/>
        </p:nvGrpSpPr>
        <p:grpSpPr>
          <a:xfrm>
            <a:off x="5564124" y="8895588"/>
            <a:ext cx="152400" cy="403860"/>
            <a:chOff x="5564124" y="8895588"/>
            <a:chExt cx="152400" cy="403860"/>
          </a:xfrm>
        </p:grpSpPr>
        <p:pic>
          <p:nvPicPr>
            <p:cNvPr id="6322" name="Google Shape;6322;p97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5609844" y="9113520"/>
              <a:ext cx="106680" cy="1859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23" name="Google Shape;6323;p97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5609844" y="9009888"/>
              <a:ext cx="106679" cy="807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24" name="Google Shape;6324;p97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5564124" y="8895588"/>
              <a:ext cx="149352" cy="9296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25" name="Google Shape;6325;p97"/>
          <p:cNvGrpSpPr/>
          <p:nvPr/>
        </p:nvGrpSpPr>
        <p:grpSpPr>
          <a:xfrm>
            <a:off x="5609843" y="8621268"/>
            <a:ext cx="106681" cy="184404"/>
            <a:chOff x="5609843" y="8621268"/>
            <a:chExt cx="106681" cy="184404"/>
          </a:xfrm>
        </p:grpSpPr>
        <p:pic>
          <p:nvPicPr>
            <p:cNvPr id="6326" name="Google Shape;6326;p97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5609843" y="8718804"/>
              <a:ext cx="106680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27" name="Google Shape;6327;p97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5609844" y="8621268"/>
              <a:ext cx="106680" cy="746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28" name="Google Shape;6328;p97"/>
          <p:cNvGrpSpPr/>
          <p:nvPr/>
        </p:nvGrpSpPr>
        <p:grpSpPr>
          <a:xfrm>
            <a:off x="5803392" y="9201911"/>
            <a:ext cx="150875" cy="627887"/>
            <a:chOff x="5803392" y="9201911"/>
            <a:chExt cx="150875" cy="627887"/>
          </a:xfrm>
        </p:grpSpPr>
        <p:pic>
          <p:nvPicPr>
            <p:cNvPr id="6329" name="Google Shape;6329;p97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5849111" y="9674351"/>
              <a:ext cx="103632" cy="1554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30" name="Google Shape;6330;p97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5849111" y="9355836"/>
              <a:ext cx="105156" cy="2987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31" name="Google Shape;6331;p97"/>
            <p:cNvPicPr preferRelativeResize="0"/>
            <p:nvPr/>
          </p:nvPicPr>
          <p:blipFill rotWithShape="1">
            <a:blip r:embed="rId75">
              <a:alphaModFix/>
            </a:blip>
            <a:srcRect b="0" l="0" r="0" t="0"/>
            <a:stretch/>
          </p:blipFill>
          <p:spPr>
            <a:xfrm>
              <a:off x="5803392" y="9201911"/>
              <a:ext cx="150875" cy="1295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332" name="Google Shape;6332;p97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5800344" y="8929116"/>
            <a:ext cx="153923" cy="185927"/>
          </a:xfrm>
          <a:prstGeom prst="rect">
            <a:avLst/>
          </a:prstGeom>
          <a:noFill/>
          <a:ln>
            <a:noFill/>
          </a:ln>
        </p:spPr>
      </p:pic>
      <p:pic>
        <p:nvPicPr>
          <p:cNvPr id="6333" name="Google Shape;6333;p97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6038088" y="8921496"/>
            <a:ext cx="390144" cy="9220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34" name="Google Shape;6334;p97"/>
          <p:cNvGrpSpPr/>
          <p:nvPr/>
        </p:nvGrpSpPr>
        <p:grpSpPr>
          <a:xfrm>
            <a:off x="5608319" y="4661915"/>
            <a:ext cx="150876" cy="586739"/>
            <a:chOff x="5608319" y="4661915"/>
            <a:chExt cx="150876" cy="586739"/>
          </a:xfrm>
        </p:grpSpPr>
        <p:pic>
          <p:nvPicPr>
            <p:cNvPr id="6335" name="Google Shape;6335;p97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5612891" y="5140451"/>
              <a:ext cx="146303" cy="10820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336" name="Google Shape;6336;p97"/>
            <p:cNvSpPr/>
            <p:nvPr/>
          </p:nvSpPr>
          <p:spPr>
            <a:xfrm>
              <a:off x="5608319" y="5088636"/>
              <a:ext cx="147955" cy="30480"/>
            </a:xfrm>
            <a:custGeom>
              <a:rect b="b" l="l" r="r" t="t"/>
              <a:pathLst>
                <a:path extrusionOk="0" h="30479" w="147954">
                  <a:moveTo>
                    <a:pt x="18288" y="30480"/>
                  </a:moveTo>
                  <a:lnTo>
                    <a:pt x="9144" y="30480"/>
                  </a:lnTo>
                  <a:lnTo>
                    <a:pt x="6096" y="28956"/>
                  </a:lnTo>
                  <a:lnTo>
                    <a:pt x="1524" y="24384"/>
                  </a:lnTo>
                  <a:lnTo>
                    <a:pt x="0" y="19812"/>
                  </a:lnTo>
                  <a:lnTo>
                    <a:pt x="0" y="10668"/>
                  </a:lnTo>
                  <a:lnTo>
                    <a:pt x="3048" y="4572"/>
                  </a:lnTo>
                  <a:lnTo>
                    <a:pt x="6096" y="1524"/>
                  </a:lnTo>
                  <a:lnTo>
                    <a:pt x="9144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7432" y="7620"/>
                  </a:lnTo>
                  <a:lnTo>
                    <a:pt x="28956" y="10668"/>
                  </a:lnTo>
                  <a:lnTo>
                    <a:pt x="28956" y="19812"/>
                  </a:lnTo>
                  <a:lnTo>
                    <a:pt x="27432" y="22860"/>
                  </a:lnTo>
                  <a:lnTo>
                    <a:pt x="21336" y="28956"/>
                  </a:lnTo>
                  <a:lnTo>
                    <a:pt x="18288" y="30480"/>
                  </a:lnTo>
                  <a:close/>
                </a:path>
                <a:path extrusionOk="0" h="30479" w="147954">
                  <a:moveTo>
                    <a:pt x="147828" y="28956"/>
                  </a:moveTo>
                  <a:lnTo>
                    <a:pt x="47244" y="28956"/>
                  </a:lnTo>
                  <a:lnTo>
                    <a:pt x="47244" y="1524"/>
                  </a:lnTo>
                  <a:lnTo>
                    <a:pt x="147828" y="1524"/>
                  </a:lnTo>
                  <a:lnTo>
                    <a:pt x="147828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337" name="Google Shape;6337;p97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5652515" y="4914899"/>
              <a:ext cx="106679" cy="1493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38" name="Google Shape;6338;p97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5655563" y="4800599"/>
              <a:ext cx="103632" cy="929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39" name="Google Shape;6339;p97"/>
            <p:cNvPicPr preferRelativeResize="0"/>
            <p:nvPr/>
          </p:nvPicPr>
          <p:blipFill rotWithShape="1">
            <a:blip r:embed="rId81">
              <a:alphaModFix/>
            </a:blip>
            <a:srcRect b="0" l="0" r="0" t="0"/>
            <a:stretch/>
          </p:blipFill>
          <p:spPr>
            <a:xfrm>
              <a:off x="5608319" y="4661915"/>
              <a:ext cx="150876" cy="1127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40" name="Google Shape;6340;p97"/>
          <p:cNvGrpSpPr/>
          <p:nvPr/>
        </p:nvGrpSpPr>
        <p:grpSpPr>
          <a:xfrm>
            <a:off x="5652515" y="4264152"/>
            <a:ext cx="106681" cy="313944"/>
            <a:chOff x="5652515" y="4264152"/>
            <a:chExt cx="106681" cy="313944"/>
          </a:xfrm>
        </p:grpSpPr>
        <p:pic>
          <p:nvPicPr>
            <p:cNvPr id="6341" name="Google Shape;6341;p97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5652516" y="4489704"/>
              <a:ext cx="106446" cy="883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2" name="Google Shape;6342;p97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5652515" y="4370832"/>
              <a:ext cx="103632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3" name="Google Shape;6343;p97"/>
            <p:cNvPicPr preferRelativeResize="0"/>
            <p:nvPr/>
          </p:nvPicPr>
          <p:blipFill rotWithShape="1">
            <a:blip r:embed="rId84">
              <a:alphaModFix/>
            </a:blip>
            <a:srcRect b="0" l="0" r="0" t="0"/>
            <a:stretch/>
          </p:blipFill>
          <p:spPr>
            <a:xfrm>
              <a:off x="5652516" y="4264152"/>
              <a:ext cx="106680" cy="8686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44" name="Google Shape;6344;p97"/>
          <p:cNvGrpSpPr/>
          <p:nvPr/>
        </p:nvGrpSpPr>
        <p:grpSpPr>
          <a:xfrm>
            <a:off x="5606796" y="2157983"/>
            <a:ext cx="196595" cy="637032"/>
            <a:chOff x="5606796" y="2157983"/>
            <a:chExt cx="196595" cy="637032"/>
          </a:xfrm>
        </p:grpSpPr>
        <p:pic>
          <p:nvPicPr>
            <p:cNvPr id="6345" name="Google Shape;6345;p97"/>
            <p:cNvPicPr preferRelativeResize="0"/>
            <p:nvPr/>
          </p:nvPicPr>
          <p:blipFill rotWithShape="1">
            <a:blip r:embed="rId85">
              <a:alphaModFix/>
            </a:blip>
            <a:srcRect b="0" l="0" r="0" t="0"/>
            <a:stretch/>
          </p:blipFill>
          <p:spPr>
            <a:xfrm>
              <a:off x="5652515" y="2692907"/>
              <a:ext cx="150876" cy="1021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6" name="Google Shape;6346;p97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5606796" y="2391155"/>
              <a:ext cx="152400" cy="2804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7" name="Google Shape;6347;p97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5608319" y="2157983"/>
              <a:ext cx="150876" cy="20878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48" name="Google Shape;6348;p97"/>
          <p:cNvGrpSpPr/>
          <p:nvPr/>
        </p:nvGrpSpPr>
        <p:grpSpPr>
          <a:xfrm>
            <a:off x="5608319" y="1514855"/>
            <a:ext cx="150876" cy="557784"/>
            <a:chOff x="5608319" y="1514855"/>
            <a:chExt cx="150876" cy="557784"/>
          </a:xfrm>
        </p:grpSpPr>
        <p:pic>
          <p:nvPicPr>
            <p:cNvPr id="6349" name="Google Shape;6349;p97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5608319" y="1943100"/>
              <a:ext cx="150875" cy="1295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0" name="Google Shape;6350;p97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5652515" y="1767840"/>
              <a:ext cx="106679" cy="1508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1" name="Google Shape;6351;p97"/>
            <p:cNvPicPr preferRelativeResize="0"/>
            <p:nvPr/>
          </p:nvPicPr>
          <p:blipFill rotWithShape="1">
            <a:blip r:embed="rId90">
              <a:alphaModFix/>
            </a:blip>
            <a:srcRect b="0" l="0" r="0" t="0"/>
            <a:stretch/>
          </p:blipFill>
          <p:spPr>
            <a:xfrm>
              <a:off x="5655563" y="1653540"/>
              <a:ext cx="103632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2" name="Google Shape;6352;p97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5608319" y="1514855"/>
              <a:ext cx="150876" cy="11277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53" name="Google Shape;6353;p97"/>
          <p:cNvGrpSpPr/>
          <p:nvPr/>
        </p:nvGrpSpPr>
        <p:grpSpPr>
          <a:xfrm>
            <a:off x="5606796" y="1944623"/>
            <a:ext cx="626364" cy="3297936"/>
            <a:chOff x="5606796" y="1944623"/>
            <a:chExt cx="626364" cy="3297936"/>
          </a:xfrm>
        </p:grpSpPr>
        <p:pic>
          <p:nvPicPr>
            <p:cNvPr id="6354" name="Google Shape;6354;p97"/>
            <p:cNvPicPr preferRelativeResize="0"/>
            <p:nvPr/>
          </p:nvPicPr>
          <p:blipFill rotWithShape="1">
            <a:blip r:embed="rId92">
              <a:alphaModFix/>
            </a:blip>
            <a:srcRect b="0" l="0" r="0" t="0"/>
            <a:stretch/>
          </p:blipFill>
          <p:spPr>
            <a:xfrm>
              <a:off x="5844539" y="5033771"/>
              <a:ext cx="150876" cy="2087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5" name="Google Shape;6355;p97"/>
            <p:cNvPicPr preferRelativeResize="0"/>
            <p:nvPr/>
          </p:nvPicPr>
          <p:blipFill rotWithShape="1">
            <a:blip r:embed="rId93">
              <a:alphaModFix/>
            </a:blip>
            <a:srcRect b="0" l="0" r="0" t="0"/>
            <a:stretch/>
          </p:blipFill>
          <p:spPr>
            <a:xfrm>
              <a:off x="5844539" y="4919471"/>
              <a:ext cx="149351" cy="929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6" name="Google Shape;6356;p97"/>
            <p:cNvPicPr preferRelativeResize="0"/>
            <p:nvPr/>
          </p:nvPicPr>
          <p:blipFill rotWithShape="1">
            <a:blip r:embed="rId94">
              <a:alphaModFix/>
            </a:blip>
            <a:srcRect b="0" l="0" r="0" t="0"/>
            <a:stretch/>
          </p:blipFill>
          <p:spPr>
            <a:xfrm>
              <a:off x="5844540" y="4526279"/>
              <a:ext cx="150875" cy="37338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357" name="Google Shape;6357;p97"/>
            <p:cNvSpPr/>
            <p:nvPr/>
          </p:nvSpPr>
          <p:spPr>
            <a:xfrm>
              <a:off x="5890259" y="4443983"/>
              <a:ext cx="104139" cy="62865"/>
            </a:xfrm>
            <a:custGeom>
              <a:rect b="b" l="l" r="r" t="t"/>
              <a:pathLst>
                <a:path extrusionOk="0" h="62864" w="104139">
                  <a:moveTo>
                    <a:pt x="44196" y="35052"/>
                  </a:moveTo>
                  <a:lnTo>
                    <a:pt x="21336" y="35052"/>
                  </a:lnTo>
                  <a:lnTo>
                    <a:pt x="12215" y="30765"/>
                  </a:lnTo>
                  <a:lnTo>
                    <a:pt x="5524" y="24765"/>
                  </a:lnTo>
                  <a:lnTo>
                    <a:pt x="1404" y="17049"/>
                  </a:lnTo>
                  <a:lnTo>
                    <a:pt x="0" y="7620"/>
                  </a:lnTo>
                  <a:lnTo>
                    <a:pt x="0" y="4572"/>
                  </a:lnTo>
                  <a:lnTo>
                    <a:pt x="1524" y="1524"/>
                  </a:lnTo>
                  <a:lnTo>
                    <a:pt x="1524" y="0"/>
                  </a:lnTo>
                  <a:lnTo>
                    <a:pt x="27432" y="0"/>
                  </a:lnTo>
                  <a:lnTo>
                    <a:pt x="24384" y="3048"/>
                  </a:lnTo>
                  <a:lnTo>
                    <a:pt x="24384" y="19812"/>
                  </a:lnTo>
                  <a:lnTo>
                    <a:pt x="25908" y="24384"/>
                  </a:lnTo>
                  <a:lnTo>
                    <a:pt x="38100" y="33528"/>
                  </a:lnTo>
                  <a:lnTo>
                    <a:pt x="44196" y="35052"/>
                  </a:lnTo>
                  <a:close/>
                </a:path>
                <a:path extrusionOk="0" h="62864" w="104139">
                  <a:moveTo>
                    <a:pt x="103632" y="62484"/>
                  </a:moveTo>
                  <a:lnTo>
                    <a:pt x="3048" y="62484"/>
                  </a:lnTo>
                  <a:lnTo>
                    <a:pt x="3048" y="35052"/>
                  </a:lnTo>
                  <a:lnTo>
                    <a:pt x="103632" y="35052"/>
                  </a:lnTo>
                  <a:lnTo>
                    <a:pt x="103632" y="624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358" name="Google Shape;6358;p97"/>
            <p:cNvPicPr preferRelativeResize="0"/>
            <p:nvPr/>
          </p:nvPicPr>
          <p:blipFill rotWithShape="1">
            <a:blip r:embed="rId95">
              <a:alphaModFix/>
            </a:blip>
            <a:srcRect b="0" l="0" r="0" t="0"/>
            <a:stretch/>
          </p:blipFill>
          <p:spPr>
            <a:xfrm>
              <a:off x="5606796" y="2517648"/>
              <a:ext cx="626364" cy="23042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9" name="Google Shape;6359;p97"/>
            <p:cNvPicPr preferRelativeResize="0"/>
            <p:nvPr/>
          </p:nvPicPr>
          <p:blipFill rotWithShape="1">
            <a:blip r:embed="rId96">
              <a:alphaModFix/>
            </a:blip>
            <a:srcRect b="0" l="0" r="0" t="0"/>
            <a:stretch/>
          </p:blipFill>
          <p:spPr>
            <a:xfrm>
              <a:off x="5890259" y="2467355"/>
              <a:ext cx="105156" cy="2026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0" name="Google Shape;6360;p97"/>
            <p:cNvPicPr preferRelativeResize="0"/>
            <p:nvPr/>
          </p:nvPicPr>
          <p:blipFill rotWithShape="1">
            <a:blip r:embed="rId97">
              <a:alphaModFix/>
            </a:blip>
            <a:srcRect b="0" l="0" r="0" t="0"/>
            <a:stretch/>
          </p:blipFill>
          <p:spPr>
            <a:xfrm>
              <a:off x="5890259" y="2275332"/>
              <a:ext cx="103632" cy="1706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1" name="Google Shape;6361;p97"/>
            <p:cNvPicPr preferRelativeResize="0"/>
            <p:nvPr/>
          </p:nvPicPr>
          <p:blipFill rotWithShape="1">
            <a:blip r:embed="rId98">
              <a:alphaModFix/>
            </a:blip>
            <a:srcRect b="0" l="0" r="0" t="0"/>
            <a:stretch/>
          </p:blipFill>
          <p:spPr>
            <a:xfrm>
              <a:off x="5890260" y="2161032"/>
              <a:ext cx="105156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2" name="Google Shape;6362;p97"/>
            <p:cNvPicPr preferRelativeResize="0"/>
            <p:nvPr/>
          </p:nvPicPr>
          <p:blipFill rotWithShape="1">
            <a:blip r:embed="rId99">
              <a:alphaModFix/>
            </a:blip>
            <a:srcRect b="0" l="0" r="0" t="0"/>
            <a:stretch/>
          </p:blipFill>
          <p:spPr>
            <a:xfrm>
              <a:off x="5890259" y="1944623"/>
              <a:ext cx="105156" cy="1950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63" name="Google Shape;6363;p97"/>
          <p:cNvGrpSpPr/>
          <p:nvPr/>
        </p:nvGrpSpPr>
        <p:grpSpPr>
          <a:xfrm>
            <a:off x="5843015" y="1016508"/>
            <a:ext cx="152401" cy="838199"/>
            <a:chOff x="5843015" y="1016508"/>
            <a:chExt cx="152401" cy="838199"/>
          </a:xfrm>
        </p:grpSpPr>
        <p:pic>
          <p:nvPicPr>
            <p:cNvPr id="6364" name="Google Shape;6364;p97"/>
            <p:cNvPicPr preferRelativeResize="0"/>
            <p:nvPr/>
          </p:nvPicPr>
          <p:blipFill rotWithShape="1">
            <a:blip r:embed="rId100">
              <a:alphaModFix/>
            </a:blip>
            <a:srcRect b="0" l="0" r="0" t="0"/>
            <a:stretch/>
          </p:blipFill>
          <p:spPr>
            <a:xfrm>
              <a:off x="5850636" y="1732787"/>
              <a:ext cx="144780" cy="1219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5" name="Google Shape;6365;p97"/>
            <p:cNvPicPr preferRelativeResize="0"/>
            <p:nvPr/>
          </p:nvPicPr>
          <p:blipFill rotWithShape="1">
            <a:blip r:embed="rId101">
              <a:alphaModFix/>
            </a:blip>
            <a:srcRect b="0" l="0" r="0" t="0"/>
            <a:stretch/>
          </p:blipFill>
          <p:spPr>
            <a:xfrm>
              <a:off x="5862827" y="1437132"/>
              <a:ext cx="132588" cy="2758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366" name="Google Shape;6366;p97"/>
            <p:cNvSpPr/>
            <p:nvPr/>
          </p:nvSpPr>
          <p:spPr>
            <a:xfrm>
              <a:off x="5843015" y="1389887"/>
              <a:ext cx="151130" cy="27940"/>
            </a:xfrm>
            <a:custGeom>
              <a:rect b="b" l="l" r="r" t="t"/>
              <a:pathLst>
                <a:path extrusionOk="0" h="27940" w="151129">
                  <a:moveTo>
                    <a:pt x="150876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50876" y="0"/>
                  </a:lnTo>
                  <a:lnTo>
                    <a:pt x="150876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367" name="Google Shape;6367;p97"/>
            <p:cNvPicPr preferRelativeResize="0"/>
            <p:nvPr/>
          </p:nvPicPr>
          <p:blipFill rotWithShape="1">
            <a:blip r:embed="rId102">
              <a:alphaModFix/>
            </a:blip>
            <a:srcRect b="0" l="0" r="0" t="0"/>
            <a:stretch/>
          </p:blipFill>
          <p:spPr>
            <a:xfrm>
              <a:off x="5843015" y="1016508"/>
              <a:ext cx="152400" cy="35204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68" name="Google Shape;6368;p97"/>
          <p:cNvGrpSpPr/>
          <p:nvPr/>
        </p:nvGrpSpPr>
        <p:grpSpPr>
          <a:xfrm>
            <a:off x="6080760" y="4920996"/>
            <a:ext cx="152400" cy="329183"/>
            <a:chOff x="6080760" y="4920996"/>
            <a:chExt cx="152400" cy="329183"/>
          </a:xfrm>
        </p:grpSpPr>
        <p:pic>
          <p:nvPicPr>
            <p:cNvPr id="6369" name="Google Shape;6369;p97"/>
            <p:cNvPicPr preferRelativeResize="0"/>
            <p:nvPr/>
          </p:nvPicPr>
          <p:blipFill rotWithShape="1">
            <a:blip r:embed="rId103">
              <a:alphaModFix/>
            </a:blip>
            <a:srcRect b="0" l="0" r="0" t="0"/>
            <a:stretch/>
          </p:blipFill>
          <p:spPr>
            <a:xfrm>
              <a:off x="6128004" y="5163311"/>
              <a:ext cx="105156" cy="868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0" name="Google Shape;6370;p97"/>
            <p:cNvPicPr preferRelativeResize="0"/>
            <p:nvPr/>
          </p:nvPicPr>
          <p:blipFill rotWithShape="1">
            <a:blip r:embed="rId104">
              <a:alphaModFix/>
            </a:blip>
            <a:srcRect b="0" l="0" r="0" t="0"/>
            <a:stretch/>
          </p:blipFill>
          <p:spPr>
            <a:xfrm>
              <a:off x="6128003" y="5042916"/>
              <a:ext cx="102108" cy="944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1" name="Google Shape;6371;p97"/>
            <p:cNvPicPr preferRelativeResize="0"/>
            <p:nvPr/>
          </p:nvPicPr>
          <p:blipFill rotWithShape="1">
            <a:blip r:embed="rId105">
              <a:alphaModFix/>
            </a:blip>
            <a:srcRect b="0" l="0" r="0" t="0"/>
            <a:stretch/>
          </p:blipFill>
          <p:spPr>
            <a:xfrm>
              <a:off x="6080760" y="4920996"/>
              <a:ext cx="152400" cy="10210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372" name="Google Shape;6372;p97"/>
          <p:cNvPicPr preferRelativeResize="0"/>
          <p:nvPr/>
        </p:nvPicPr>
        <p:blipFill rotWithShape="1">
          <a:blip r:embed="rId106">
            <a:alphaModFix/>
          </a:blip>
          <a:srcRect b="0" l="0" r="0" t="0"/>
          <a:stretch/>
        </p:blipFill>
        <p:spPr>
          <a:xfrm>
            <a:off x="2798064" y="6638544"/>
            <a:ext cx="3630167" cy="230428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73" name="Google Shape;6373;p97"/>
          <p:cNvGrpSpPr/>
          <p:nvPr/>
        </p:nvGrpSpPr>
        <p:grpSpPr>
          <a:xfrm>
            <a:off x="6080760" y="2342388"/>
            <a:ext cx="196595" cy="155955"/>
            <a:chOff x="6080760" y="2342388"/>
            <a:chExt cx="196595" cy="155955"/>
          </a:xfrm>
        </p:grpSpPr>
        <p:sp>
          <p:nvSpPr>
            <p:cNvPr id="6374" name="Google Shape;6374;p97"/>
            <p:cNvSpPr/>
            <p:nvPr/>
          </p:nvSpPr>
          <p:spPr>
            <a:xfrm>
              <a:off x="6080760" y="2470403"/>
              <a:ext cx="151130" cy="27940"/>
            </a:xfrm>
            <a:custGeom>
              <a:rect b="b" l="l" r="r" t="t"/>
              <a:pathLst>
                <a:path extrusionOk="0" h="27939" w="151129">
                  <a:moveTo>
                    <a:pt x="150875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150875" y="0"/>
                  </a:lnTo>
                  <a:lnTo>
                    <a:pt x="150875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375" name="Google Shape;6375;p97"/>
            <p:cNvPicPr preferRelativeResize="0"/>
            <p:nvPr/>
          </p:nvPicPr>
          <p:blipFill rotWithShape="1">
            <a:blip r:embed="rId107">
              <a:alphaModFix/>
            </a:blip>
            <a:srcRect b="0" l="0" r="0" t="0"/>
            <a:stretch/>
          </p:blipFill>
          <p:spPr>
            <a:xfrm>
              <a:off x="6128003" y="2342388"/>
              <a:ext cx="149352" cy="1005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76" name="Google Shape;6376;p97"/>
          <p:cNvGrpSpPr/>
          <p:nvPr/>
        </p:nvGrpSpPr>
        <p:grpSpPr>
          <a:xfrm>
            <a:off x="6128004" y="1932432"/>
            <a:ext cx="150875" cy="329183"/>
            <a:chOff x="6128004" y="1932432"/>
            <a:chExt cx="150875" cy="329183"/>
          </a:xfrm>
        </p:grpSpPr>
        <p:pic>
          <p:nvPicPr>
            <p:cNvPr id="6377" name="Google Shape;6377;p97"/>
            <p:cNvPicPr preferRelativeResize="0"/>
            <p:nvPr/>
          </p:nvPicPr>
          <p:blipFill rotWithShape="1">
            <a:blip r:embed="rId108">
              <a:alphaModFix/>
            </a:blip>
            <a:srcRect b="0" l="0" r="0" t="0"/>
            <a:stretch/>
          </p:blipFill>
          <p:spPr>
            <a:xfrm>
              <a:off x="6128004" y="2045207"/>
              <a:ext cx="150875" cy="2164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8" name="Google Shape;6378;p97"/>
            <p:cNvPicPr preferRelativeResize="0"/>
            <p:nvPr/>
          </p:nvPicPr>
          <p:blipFill rotWithShape="1">
            <a:blip r:embed="rId109">
              <a:alphaModFix/>
            </a:blip>
            <a:srcRect b="0" l="0" r="0" t="0"/>
            <a:stretch/>
          </p:blipFill>
          <p:spPr>
            <a:xfrm>
              <a:off x="6129528" y="1932432"/>
              <a:ext cx="103632" cy="9296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79" name="Google Shape;6379;p97"/>
          <p:cNvGrpSpPr/>
          <p:nvPr/>
        </p:nvGrpSpPr>
        <p:grpSpPr>
          <a:xfrm>
            <a:off x="6099048" y="1545336"/>
            <a:ext cx="179832" cy="292607"/>
            <a:chOff x="6099048" y="1545336"/>
            <a:chExt cx="179832" cy="292607"/>
          </a:xfrm>
        </p:grpSpPr>
        <p:pic>
          <p:nvPicPr>
            <p:cNvPr id="6380" name="Google Shape;6380;p97"/>
            <p:cNvPicPr preferRelativeResize="0"/>
            <p:nvPr/>
          </p:nvPicPr>
          <p:blipFill rotWithShape="1">
            <a:blip r:embed="rId110">
              <a:alphaModFix/>
            </a:blip>
            <a:srcRect b="0" l="0" r="0" t="0"/>
            <a:stretch/>
          </p:blipFill>
          <p:spPr>
            <a:xfrm>
              <a:off x="6128004" y="1737359"/>
              <a:ext cx="150876" cy="1005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1" name="Google Shape;6381;p97"/>
            <p:cNvPicPr preferRelativeResize="0"/>
            <p:nvPr/>
          </p:nvPicPr>
          <p:blipFill rotWithShape="1">
            <a:blip r:embed="rId111">
              <a:alphaModFix/>
            </a:blip>
            <a:srcRect b="0" l="0" r="0" t="0"/>
            <a:stretch/>
          </p:blipFill>
          <p:spPr>
            <a:xfrm>
              <a:off x="6099048" y="1545336"/>
              <a:ext cx="134112" cy="17068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382" name="Google Shape;6382;p97"/>
          <p:cNvPicPr preferRelativeResize="0"/>
          <p:nvPr/>
        </p:nvPicPr>
        <p:blipFill rotWithShape="1">
          <a:blip r:embed="rId112">
            <a:alphaModFix/>
          </a:blip>
          <a:srcRect b="0" l="0" r="0" t="0"/>
          <a:stretch/>
        </p:blipFill>
        <p:spPr>
          <a:xfrm>
            <a:off x="6320028" y="5132832"/>
            <a:ext cx="150875" cy="1127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83" name="Google Shape;6383;p97"/>
          <p:cNvGrpSpPr/>
          <p:nvPr/>
        </p:nvGrpSpPr>
        <p:grpSpPr>
          <a:xfrm>
            <a:off x="6318503" y="4614672"/>
            <a:ext cx="196242" cy="429767"/>
            <a:chOff x="6318503" y="4614672"/>
            <a:chExt cx="196242" cy="429767"/>
          </a:xfrm>
        </p:grpSpPr>
        <p:pic>
          <p:nvPicPr>
            <p:cNvPr id="6384" name="Google Shape;6384;p97"/>
            <p:cNvPicPr preferRelativeResize="0"/>
            <p:nvPr/>
          </p:nvPicPr>
          <p:blipFill rotWithShape="1">
            <a:blip r:embed="rId113">
              <a:alphaModFix/>
            </a:blip>
            <a:srcRect b="0" l="0" r="0" t="0"/>
            <a:stretch/>
          </p:blipFill>
          <p:spPr>
            <a:xfrm>
              <a:off x="6320028" y="4818888"/>
              <a:ext cx="194717" cy="2255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5" name="Google Shape;6385;p97"/>
            <p:cNvPicPr preferRelativeResize="0"/>
            <p:nvPr/>
          </p:nvPicPr>
          <p:blipFill rotWithShape="1">
            <a:blip r:embed="rId114">
              <a:alphaModFix/>
            </a:blip>
            <a:srcRect b="0" l="0" r="0" t="0"/>
            <a:stretch/>
          </p:blipFill>
          <p:spPr>
            <a:xfrm>
              <a:off x="6318503" y="4614672"/>
              <a:ext cx="152400" cy="17678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86" name="Google Shape;6386;p97"/>
          <p:cNvGrpSpPr/>
          <p:nvPr/>
        </p:nvGrpSpPr>
        <p:grpSpPr>
          <a:xfrm>
            <a:off x="6318503" y="4238244"/>
            <a:ext cx="152401" cy="295655"/>
            <a:chOff x="6318503" y="4238244"/>
            <a:chExt cx="152401" cy="295655"/>
          </a:xfrm>
        </p:grpSpPr>
        <p:pic>
          <p:nvPicPr>
            <p:cNvPr id="6387" name="Google Shape;6387;p97"/>
            <p:cNvPicPr preferRelativeResize="0"/>
            <p:nvPr/>
          </p:nvPicPr>
          <p:blipFill rotWithShape="1">
            <a:blip r:embed="rId115">
              <a:alphaModFix/>
            </a:blip>
            <a:srcRect b="0" l="0" r="0" t="0"/>
            <a:stretch/>
          </p:blipFill>
          <p:spPr>
            <a:xfrm>
              <a:off x="6336791" y="4466844"/>
              <a:ext cx="134112" cy="670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8" name="Google Shape;6388;p97"/>
            <p:cNvPicPr preferRelativeResize="0"/>
            <p:nvPr/>
          </p:nvPicPr>
          <p:blipFill rotWithShape="1">
            <a:blip r:embed="rId116">
              <a:alphaModFix/>
            </a:blip>
            <a:srcRect b="0" l="0" r="0" t="0"/>
            <a:stretch/>
          </p:blipFill>
          <p:spPr>
            <a:xfrm>
              <a:off x="6318503" y="4354068"/>
              <a:ext cx="149352" cy="929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9" name="Google Shape;6389;p97"/>
            <p:cNvPicPr preferRelativeResize="0"/>
            <p:nvPr/>
          </p:nvPicPr>
          <p:blipFill rotWithShape="1">
            <a:blip r:embed="rId117">
              <a:alphaModFix/>
            </a:blip>
            <a:srcRect b="0" l="0" r="0" t="0"/>
            <a:stretch/>
          </p:blipFill>
          <p:spPr>
            <a:xfrm>
              <a:off x="6364224" y="4238244"/>
              <a:ext cx="106680" cy="9448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90" name="Google Shape;6390;p97"/>
          <p:cNvGrpSpPr/>
          <p:nvPr/>
        </p:nvGrpSpPr>
        <p:grpSpPr>
          <a:xfrm>
            <a:off x="6316979" y="3796284"/>
            <a:ext cx="153924" cy="362712"/>
            <a:chOff x="6316979" y="3796284"/>
            <a:chExt cx="153924" cy="362712"/>
          </a:xfrm>
        </p:grpSpPr>
        <p:pic>
          <p:nvPicPr>
            <p:cNvPr id="6391" name="Google Shape;6391;p97"/>
            <p:cNvPicPr preferRelativeResize="0"/>
            <p:nvPr/>
          </p:nvPicPr>
          <p:blipFill rotWithShape="1">
            <a:blip r:embed="rId118">
              <a:alphaModFix/>
            </a:blip>
            <a:srcRect b="0" l="0" r="0" t="0"/>
            <a:stretch/>
          </p:blipFill>
          <p:spPr>
            <a:xfrm>
              <a:off x="6316979" y="4047744"/>
              <a:ext cx="150876" cy="1112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92" name="Google Shape;6392;p97"/>
            <p:cNvPicPr preferRelativeResize="0"/>
            <p:nvPr/>
          </p:nvPicPr>
          <p:blipFill rotWithShape="1">
            <a:blip r:embed="rId119">
              <a:alphaModFix/>
            </a:blip>
            <a:srcRect b="0" l="0" r="0" t="0"/>
            <a:stretch/>
          </p:blipFill>
          <p:spPr>
            <a:xfrm>
              <a:off x="6336791" y="3796284"/>
              <a:ext cx="134112" cy="22402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93" name="Google Shape;6393;p97"/>
          <p:cNvGrpSpPr/>
          <p:nvPr/>
        </p:nvGrpSpPr>
        <p:grpSpPr>
          <a:xfrm>
            <a:off x="6320028" y="3253739"/>
            <a:ext cx="150876" cy="461772"/>
            <a:chOff x="6320028" y="3253739"/>
            <a:chExt cx="150876" cy="461772"/>
          </a:xfrm>
        </p:grpSpPr>
        <p:pic>
          <p:nvPicPr>
            <p:cNvPr id="6394" name="Google Shape;6394;p97"/>
            <p:cNvPicPr preferRelativeResize="0"/>
            <p:nvPr/>
          </p:nvPicPr>
          <p:blipFill rotWithShape="1">
            <a:blip r:embed="rId120">
              <a:alphaModFix/>
            </a:blip>
            <a:srcRect b="0" l="0" r="0" t="0"/>
            <a:stretch/>
          </p:blipFill>
          <p:spPr>
            <a:xfrm>
              <a:off x="6320028" y="3601211"/>
              <a:ext cx="150875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95" name="Google Shape;6395;p97"/>
            <p:cNvPicPr preferRelativeResize="0"/>
            <p:nvPr/>
          </p:nvPicPr>
          <p:blipFill rotWithShape="1">
            <a:blip r:embed="rId121">
              <a:alphaModFix/>
            </a:blip>
            <a:srcRect b="0" l="0" r="0" t="0"/>
            <a:stretch/>
          </p:blipFill>
          <p:spPr>
            <a:xfrm>
              <a:off x="6364223" y="3421379"/>
              <a:ext cx="103632" cy="1554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96" name="Google Shape;6396;p97"/>
            <p:cNvPicPr preferRelativeResize="0"/>
            <p:nvPr/>
          </p:nvPicPr>
          <p:blipFill rotWithShape="1">
            <a:blip r:embed="rId122">
              <a:alphaModFix/>
            </a:blip>
            <a:srcRect b="0" l="0" r="0" t="0"/>
            <a:stretch/>
          </p:blipFill>
          <p:spPr>
            <a:xfrm>
              <a:off x="6364224" y="3305555"/>
              <a:ext cx="106680" cy="944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397" name="Google Shape;6397;p97"/>
            <p:cNvSpPr/>
            <p:nvPr/>
          </p:nvSpPr>
          <p:spPr>
            <a:xfrm>
              <a:off x="6326123" y="3253739"/>
              <a:ext cx="143510" cy="32384"/>
            </a:xfrm>
            <a:custGeom>
              <a:rect b="b" l="l" r="r" t="t"/>
              <a:pathLst>
                <a:path extrusionOk="0" h="32385" w="143510">
                  <a:moveTo>
                    <a:pt x="0" y="30480"/>
                  </a:moveTo>
                  <a:lnTo>
                    <a:pt x="0" y="1524"/>
                  </a:lnTo>
                  <a:lnTo>
                    <a:pt x="99060" y="4572"/>
                  </a:lnTo>
                  <a:lnTo>
                    <a:pt x="99060" y="27432"/>
                  </a:lnTo>
                  <a:lnTo>
                    <a:pt x="0" y="30480"/>
                  </a:lnTo>
                  <a:close/>
                </a:path>
                <a:path extrusionOk="0" h="32385" w="143510">
                  <a:moveTo>
                    <a:pt x="132588" y="32004"/>
                  </a:moveTo>
                  <a:lnTo>
                    <a:pt x="124968" y="32004"/>
                  </a:lnTo>
                  <a:lnTo>
                    <a:pt x="121920" y="30480"/>
                  </a:lnTo>
                  <a:lnTo>
                    <a:pt x="115824" y="24384"/>
                  </a:lnTo>
                  <a:lnTo>
                    <a:pt x="114300" y="19812"/>
                  </a:lnTo>
                  <a:lnTo>
                    <a:pt x="114300" y="10668"/>
                  </a:lnTo>
                  <a:lnTo>
                    <a:pt x="115824" y="7620"/>
                  </a:lnTo>
                  <a:lnTo>
                    <a:pt x="121920" y="1524"/>
                  </a:lnTo>
                  <a:lnTo>
                    <a:pt x="124968" y="0"/>
                  </a:lnTo>
                  <a:lnTo>
                    <a:pt x="134112" y="0"/>
                  </a:lnTo>
                  <a:lnTo>
                    <a:pt x="137160" y="1524"/>
                  </a:lnTo>
                  <a:lnTo>
                    <a:pt x="143256" y="7620"/>
                  </a:lnTo>
                  <a:lnTo>
                    <a:pt x="143256" y="24384"/>
                  </a:lnTo>
                  <a:lnTo>
                    <a:pt x="137160" y="30480"/>
                  </a:lnTo>
                  <a:lnTo>
                    <a:pt x="132588" y="320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8" name="Google Shape;6398;p97"/>
          <p:cNvSpPr/>
          <p:nvPr/>
        </p:nvSpPr>
        <p:spPr>
          <a:xfrm>
            <a:off x="5181600" y="5049012"/>
            <a:ext cx="492759" cy="74930"/>
          </a:xfrm>
          <a:custGeom>
            <a:rect b="b" l="l" r="r" t="t"/>
            <a:pathLst>
              <a:path extrusionOk="0" h="74929" w="492760">
                <a:moveTo>
                  <a:pt x="73152" y="74676"/>
                </a:moveTo>
                <a:lnTo>
                  <a:pt x="0" y="38100"/>
                </a:lnTo>
                <a:lnTo>
                  <a:pt x="73152" y="0"/>
                </a:lnTo>
                <a:lnTo>
                  <a:pt x="73152" y="30480"/>
                </a:lnTo>
                <a:lnTo>
                  <a:pt x="62484" y="30480"/>
                </a:lnTo>
                <a:lnTo>
                  <a:pt x="62484" y="44196"/>
                </a:lnTo>
                <a:lnTo>
                  <a:pt x="73152" y="44196"/>
                </a:lnTo>
                <a:lnTo>
                  <a:pt x="73152" y="74676"/>
                </a:lnTo>
                <a:close/>
              </a:path>
              <a:path extrusionOk="0" h="74929" w="492760">
                <a:moveTo>
                  <a:pt x="73152" y="44196"/>
                </a:moveTo>
                <a:lnTo>
                  <a:pt x="62484" y="44196"/>
                </a:lnTo>
                <a:lnTo>
                  <a:pt x="62484" y="30480"/>
                </a:lnTo>
                <a:lnTo>
                  <a:pt x="73152" y="30480"/>
                </a:lnTo>
                <a:lnTo>
                  <a:pt x="73152" y="44196"/>
                </a:lnTo>
                <a:close/>
              </a:path>
              <a:path extrusionOk="0" h="74929" w="492760">
                <a:moveTo>
                  <a:pt x="492252" y="44196"/>
                </a:moveTo>
                <a:lnTo>
                  <a:pt x="73152" y="44196"/>
                </a:lnTo>
                <a:lnTo>
                  <a:pt x="73152" y="30480"/>
                </a:lnTo>
                <a:lnTo>
                  <a:pt x="492252" y="30480"/>
                </a:lnTo>
                <a:lnTo>
                  <a:pt x="49225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9" name="Google Shape;6399;p97"/>
          <p:cNvSpPr/>
          <p:nvPr/>
        </p:nvSpPr>
        <p:spPr>
          <a:xfrm>
            <a:off x="2863596" y="4172711"/>
            <a:ext cx="567055" cy="982980"/>
          </a:xfrm>
          <a:custGeom>
            <a:rect b="b" l="l" r="r" t="t"/>
            <a:pathLst>
              <a:path extrusionOk="0" h="982979" w="567054">
                <a:moveTo>
                  <a:pt x="525649" y="920317"/>
                </a:moveTo>
                <a:lnTo>
                  <a:pt x="0" y="4572"/>
                </a:lnTo>
                <a:lnTo>
                  <a:pt x="12192" y="0"/>
                </a:lnTo>
                <a:lnTo>
                  <a:pt x="534681" y="915486"/>
                </a:lnTo>
                <a:lnTo>
                  <a:pt x="525649" y="920317"/>
                </a:lnTo>
                <a:close/>
              </a:path>
              <a:path extrusionOk="0" h="982979" w="567054">
                <a:moveTo>
                  <a:pt x="564049" y="931164"/>
                </a:moveTo>
                <a:lnTo>
                  <a:pt x="531876" y="931164"/>
                </a:lnTo>
                <a:lnTo>
                  <a:pt x="541020" y="926592"/>
                </a:lnTo>
                <a:lnTo>
                  <a:pt x="534681" y="915486"/>
                </a:lnTo>
                <a:lnTo>
                  <a:pt x="562356" y="900684"/>
                </a:lnTo>
                <a:lnTo>
                  <a:pt x="564049" y="931164"/>
                </a:lnTo>
                <a:close/>
              </a:path>
              <a:path extrusionOk="0" h="982979" w="567054">
                <a:moveTo>
                  <a:pt x="531876" y="931164"/>
                </a:moveTo>
                <a:lnTo>
                  <a:pt x="525649" y="920317"/>
                </a:lnTo>
                <a:lnTo>
                  <a:pt x="534681" y="915486"/>
                </a:lnTo>
                <a:lnTo>
                  <a:pt x="541020" y="926592"/>
                </a:lnTo>
                <a:lnTo>
                  <a:pt x="531876" y="931164"/>
                </a:lnTo>
                <a:close/>
              </a:path>
              <a:path extrusionOk="0" h="982979" w="567054">
                <a:moveTo>
                  <a:pt x="566928" y="982980"/>
                </a:moveTo>
                <a:lnTo>
                  <a:pt x="496824" y="935736"/>
                </a:lnTo>
                <a:lnTo>
                  <a:pt x="525649" y="920317"/>
                </a:lnTo>
                <a:lnTo>
                  <a:pt x="531876" y="931164"/>
                </a:lnTo>
                <a:lnTo>
                  <a:pt x="564049" y="931164"/>
                </a:lnTo>
                <a:lnTo>
                  <a:pt x="566928" y="9829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03" name="Shape 6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4" name="Google Shape;6404;p98"/>
          <p:cNvSpPr/>
          <p:nvPr/>
        </p:nvSpPr>
        <p:spPr>
          <a:xfrm>
            <a:off x="1652016" y="7330440"/>
            <a:ext cx="365760" cy="955040"/>
          </a:xfrm>
          <a:custGeom>
            <a:rect b="b" l="l" r="r" t="t"/>
            <a:pathLst>
              <a:path extrusionOk="0" h="955040" w="365760">
                <a:moveTo>
                  <a:pt x="359651" y="748030"/>
                </a:moveTo>
                <a:lnTo>
                  <a:pt x="316992" y="748030"/>
                </a:lnTo>
                <a:lnTo>
                  <a:pt x="316992" y="908050"/>
                </a:lnTo>
                <a:lnTo>
                  <a:pt x="0" y="908050"/>
                </a:lnTo>
                <a:lnTo>
                  <a:pt x="0" y="955040"/>
                </a:lnTo>
                <a:lnTo>
                  <a:pt x="359651" y="955040"/>
                </a:lnTo>
                <a:lnTo>
                  <a:pt x="359651" y="908050"/>
                </a:lnTo>
                <a:lnTo>
                  <a:pt x="359651" y="748030"/>
                </a:lnTo>
                <a:close/>
              </a:path>
              <a:path extrusionOk="0" h="955040" w="365760">
                <a:moveTo>
                  <a:pt x="359664" y="345948"/>
                </a:moveTo>
                <a:lnTo>
                  <a:pt x="89916" y="245364"/>
                </a:lnTo>
                <a:lnTo>
                  <a:pt x="89916" y="294132"/>
                </a:lnTo>
                <a:lnTo>
                  <a:pt x="295656" y="365760"/>
                </a:lnTo>
                <a:lnTo>
                  <a:pt x="89916" y="438912"/>
                </a:lnTo>
                <a:lnTo>
                  <a:pt x="89916" y="487680"/>
                </a:lnTo>
                <a:lnTo>
                  <a:pt x="359664" y="387096"/>
                </a:lnTo>
                <a:lnTo>
                  <a:pt x="359664" y="345948"/>
                </a:lnTo>
                <a:close/>
              </a:path>
              <a:path extrusionOk="0" h="955040" w="365760">
                <a:moveTo>
                  <a:pt x="365747" y="595884"/>
                </a:moveTo>
                <a:lnTo>
                  <a:pt x="361175" y="553212"/>
                </a:lnTo>
                <a:lnTo>
                  <a:pt x="358127" y="544068"/>
                </a:lnTo>
                <a:lnTo>
                  <a:pt x="356603" y="537972"/>
                </a:lnTo>
                <a:lnTo>
                  <a:pt x="353555" y="531876"/>
                </a:lnTo>
                <a:lnTo>
                  <a:pt x="350507" y="522732"/>
                </a:lnTo>
                <a:lnTo>
                  <a:pt x="347459" y="515112"/>
                </a:lnTo>
                <a:lnTo>
                  <a:pt x="345935" y="509016"/>
                </a:lnTo>
                <a:lnTo>
                  <a:pt x="342861" y="502856"/>
                </a:lnTo>
                <a:lnTo>
                  <a:pt x="294119" y="502856"/>
                </a:lnTo>
                <a:lnTo>
                  <a:pt x="294119" y="505968"/>
                </a:lnTo>
                <a:lnTo>
                  <a:pt x="303263" y="519684"/>
                </a:lnTo>
                <a:lnTo>
                  <a:pt x="307835" y="525780"/>
                </a:lnTo>
                <a:lnTo>
                  <a:pt x="313931" y="541020"/>
                </a:lnTo>
                <a:lnTo>
                  <a:pt x="316865" y="547001"/>
                </a:lnTo>
                <a:lnTo>
                  <a:pt x="319074" y="553402"/>
                </a:lnTo>
                <a:lnTo>
                  <a:pt x="321005" y="560095"/>
                </a:lnTo>
                <a:lnTo>
                  <a:pt x="323075" y="566928"/>
                </a:lnTo>
                <a:lnTo>
                  <a:pt x="324256" y="574459"/>
                </a:lnTo>
                <a:lnTo>
                  <a:pt x="325170" y="581406"/>
                </a:lnTo>
                <a:lnTo>
                  <a:pt x="325869" y="588797"/>
                </a:lnTo>
                <a:lnTo>
                  <a:pt x="326123" y="595884"/>
                </a:lnTo>
                <a:lnTo>
                  <a:pt x="324675" y="616229"/>
                </a:lnTo>
                <a:lnTo>
                  <a:pt x="301739" y="662940"/>
                </a:lnTo>
                <a:lnTo>
                  <a:pt x="251167" y="684377"/>
                </a:lnTo>
                <a:lnTo>
                  <a:pt x="228587" y="685800"/>
                </a:lnTo>
                <a:lnTo>
                  <a:pt x="228587" y="544068"/>
                </a:lnTo>
                <a:lnTo>
                  <a:pt x="228587" y="498348"/>
                </a:lnTo>
                <a:lnTo>
                  <a:pt x="204203" y="498348"/>
                </a:lnTo>
                <a:lnTo>
                  <a:pt x="193535" y="498741"/>
                </a:lnTo>
                <a:lnTo>
                  <a:pt x="193535" y="544068"/>
                </a:lnTo>
                <a:lnTo>
                  <a:pt x="193535" y="685800"/>
                </a:lnTo>
                <a:lnTo>
                  <a:pt x="151625" y="673227"/>
                </a:lnTo>
                <a:lnTo>
                  <a:pt x="124955" y="641604"/>
                </a:lnTo>
                <a:lnTo>
                  <a:pt x="119049" y="616229"/>
                </a:lnTo>
                <a:lnTo>
                  <a:pt x="118859" y="611124"/>
                </a:lnTo>
                <a:lnTo>
                  <a:pt x="119176" y="602297"/>
                </a:lnTo>
                <a:lnTo>
                  <a:pt x="120192" y="594169"/>
                </a:lnTo>
                <a:lnTo>
                  <a:pt x="122085" y="586917"/>
                </a:lnTo>
                <a:lnTo>
                  <a:pt x="124955" y="580644"/>
                </a:lnTo>
                <a:lnTo>
                  <a:pt x="127558" y="574319"/>
                </a:lnTo>
                <a:lnTo>
                  <a:pt x="161531" y="548640"/>
                </a:lnTo>
                <a:lnTo>
                  <a:pt x="184683" y="545007"/>
                </a:lnTo>
                <a:lnTo>
                  <a:pt x="193535" y="544068"/>
                </a:lnTo>
                <a:lnTo>
                  <a:pt x="193535" y="498741"/>
                </a:lnTo>
                <a:lnTo>
                  <a:pt x="188772" y="498906"/>
                </a:lnTo>
                <a:lnTo>
                  <a:pt x="149339" y="505968"/>
                </a:lnTo>
                <a:lnTo>
                  <a:pt x="112763" y="528828"/>
                </a:lnTo>
                <a:lnTo>
                  <a:pt x="89903" y="562356"/>
                </a:lnTo>
                <a:lnTo>
                  <a:pt x="82283" y="606552"/>
                </a:lnTo>
                <a:lnTo>
                  <a:pt x="84836" y="633704"/>
                </a:lnTo>
                <a:lnTo>
                  <a:pt x="84924" y="633984"/>
                </a:lnTo>
                <a:lnTo>
                  <a:pt x="92379" y="657987"/>
                </a:lnTo>
                <a:lnTo>
                  <a:pt x="121907" y="697992"/>
                </a:lnTo>
                <a:lnTo>
                  <a:pt x="167436" y="723328"/>
                </a:lnTo>
                <a:lnTo>
                  <a:pt x="225539" y="731520"/>
                </a:lnTo>
                <a:lnTo>
                  <a:pt x="257594" y="729259"/>
                </a:lnTo>
                <a:lnTo>
                  <a:pt x="285356" y="722566"/>
                </a:lnTo>
                <a:lnTo>
                  <a:pt x="309130" y="711593"/>
                </a:lnTo>
                <a:lnTo>
                  <a:pt x="329171" y="696468"/>
                </a:lnTo>
                <a:lnTo>
                  <a:pt x="337705" y="685800"/>
                </a:lnTo>
                <a:lnTo>
                  <a:pt x="345173" y="676465"/>
                </a:lnTo>
                <a:lnTo>
                  <a:pt x="356603" y="653034"/>
                </a:lnTo>
                <a:lnTo>
                  <a:pt x="363461" y="626173"/>
                </a:lnTo>
                <a:lnTo>
                  <a:pt x="365747" y="595884"/>
                </a:lnTo>
                <a:close/>
              </a:path>
              <a:path extrusionOk="0" h="955040" w="365760">
                <a:moveTo>
                  <a:pt x="365747" y="97536"/>
                </a:moveTo>
                <a:lnTo>
                  <a:pt x="361175" y="54864"/>
                </a:lnTo>
                <a:lnTo>
                  <a:pt x="358127" y="45720"/>
                </a:lnTo>
                <a:lnTo>
                  <a:pt x="356603" y="39624"/>
                </a:lnTo>
                <a:lnTo>
                  <a:pt x="347459" y="16764"/>
                </a:lnTo>
                <a:lnTo>
                  <a:pt x="345935" y="10668"/>
                </a:lnTo>
                <a:lnTo>
                  <a:pt x="342861" y="4508"/>
                </a:lnTo>
                <a:lnTo>
                  <a:pt x="294119" y="4508"/>
                </a:lnTo>
                <a:lnTo>
                  <a:pt x="294119" y="7620"/>
                </a:lnTo>
                <a:lnTo>
                  <a:pt x="297167" y="10668"/>
                </a:lnTo>
                <a:lnTo>
                  <a:pt x="300215" y="15240"/>
                </a:lnTo>
                <a:lnTo>
                  <a:pt x="303263" y="21336"/>
                </a:lnTo>
                <a:lnTo>
                  <a:pt x="307835" y="27432"/>
                </a:lnTo>
                <a:lnTo>
                  <a:pt x="310883" y="33528"/>
                </a:lnTo>
                <a:lnTo>
                  <a:pt x="313931" y="42672"/>
                </a:lnTo>
                <a:lnTo>
                  <a:pt x="316865" y="48653"/>
                </a:lnTo>
                <a:lnTo>
                  <a:pt x="319074" y="55054"/>
                </a:lnTo>
                <a:lnTo>
                  <a:pt x="321005" y="61747"/>
                </a:lnTo>
                <a:lnTo>
                  <a:pt x="323075" y="68580"/>
                </a:lnTo>
                <a:lnTo>
                  <a:pt x="324256" y="76111"/>
                </a:lnTo>
                <a:lnTo>
                  <a:pt x="325170" y="83058"/>
                </a:lnTo>
                <a:lnTo>
                  <a:pt x="325297" y="84391"/>
                </a:lnTo>
                <a:lnTo>
                  <a:pt x="325869" y="90449"/>
                </a:lnTo>
                <a:lnTo>
                  <a:pt x="326123" y="97536"/>
                </a:lnTo>
                <a:lnTo>
                  <a:pt x="324675" y="117881"/>
                </a:lnTo>
                <a:lnTo>
                  <a:pt x="301739" y="164592"/>
                </a:lnTo>
                <a:lnTo>
                  <a:pt x="251167" y="186029"/>
                </a:lnTo>
                <a:lnTo>
                  <a:pt x="228587" y="187452"/>
                </a:lnTo>
                <a:lnTo>
                  <a:pt x="228587" y="45720"/>
                </a:lnTo>
                <a:lnTo>
                  <a:pt x="228587" y="0"/>
                </a:lnTo>
                <a:lnTo>
                  <a:pt x="204203" y="0"/>
                </a:lnTo>
                <a:lnTo>
                  <a:pt x="193535" y="393"/>
                </a:lnTo>
                <a:lnTo>
                  <a:pt x="193535" y="45720"/>
                </a:lnTo>
                <a:lnTo>
                  <a:pt x="193535" y="187452"/>
                </a:lnTo>
                <a:lnTo>
                  <a:pt x="151625" y="174307"/>
                </a:lnTo>
                <a:lnTo>
                  <a:pt x="124955" y="143256"/>
                </a:lnTo>
                <a:lnTo>
                  <a:pt x="121958" y="135636"/>
                </a:lnTo>
                <a:lnTo>
                  <a:pt x="120192" y="128587"/>
                </a:lnTo>
                <a:lnTo>
                  <a:pt x="120103" y="127825"/>
                </a:lnTo>
                <a:lnTo>
                  <a:pt x="119176" y="120764"/>
                </a:lnTo>
                <a:lnTo>
                  <a:pt x="119062" y="117881"/>
                </a:lnTo>
                <a:lnTo>
                  <a:pt x="124955" y="82296"/>
                </a:lnTo>
                <a:lnTo>
                  <a:pt x="127558" y="75971"/>
                </a:lnTo>
                <a:lnTo>
                  <a:pt x="161531" y="50292"/>
                </a:lnTo>
                <a:lnTo>
                  <a:pt x="193535" y="45720"/>
                </a:lnTo>
                <a:lnTo>
                  <a:pt x="193535" y="393"/>
                </a:lnTo>
                <a:lnTo>
                  <a:pt x="149339" y="7620"/>
                </a:lnTo>
                <a:lnTo>
                  <a:pt x="112763" y="30480"/>
                </a:lnTo>
                <a:lnTo>
                  <a:pt x="89903" y="64008"/>
                </a:lnTo>
                <a:lnTo>
                  <a:pt x="82283" y="108204"/>
                </a:lnTo>
                <a:lnTo>
                  <a:pt x="84836" y="135115"/>
                </a:lnTo>
                <a:lnTo>
                  <a:pt x="104787" y="179793"/>
                </a:lnTo>
                <a:lnTo>
                  <a:pt x="143040" y="213893"/>
                </a:lnTo>
                <a:lnTo>
                  <a:pt x="194995" y="231127"/>
                </a:lnTo>
                <a:lnTo>
                  <a:pt x="225539" y="233172"/>
                </a:lnTo>
                <a:lnTo>
                  <a:pt x="257594" y="230911"/>
                </a:lnTo>
                <a:lnTo>
                  <a:pt x="285356" y="224218"/>
                </a:lnTo>
                <a:lnTo>
                  <a:pt x="309130" y="213245"/>
                </a:lnTo>
                <a:lnTo>
                  <a:pt x="329171" y="198120"/>
                </a:lnTo>
                <a:lnTo>
                  <a:pt x="337705" y="187452"/>
                </a:lnTo>
                <a:lnTo>
                  <a:pt x="345173" y="178117"/>
                </a:lnTo>
                <a:lnTo>
                  <a:pt x="345287" y="177914"/>
                </a:lnTo>
                <a:lnTo>
                  <a:pt x="356603" y="154686"/>
                </a:lnTo>
                <a:lnTo>
                  <a:pt x="363461" y="127825"/>
                </a:lnTo>
                <a:lnTo>
                  <a:pt x="365747" y="975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5" name="Google Shape;6405;p98"/>
          <p:cNvSpPr/>
          <p:nvPr/>
        </p:nvSpPr>
        <p:spPr>
          <a:xfrm>
            <a:off x="1636775" y="7235952"/>
            <a:ext cx="376555" cy="47625"/>
          </a:xfrm>
          <a:custGeom>
            <a:rect b="b" l="l" r="r" t="t"/>
            <a:pathLst>
              <a:path extrusionOk="0" h="47625" w="376555">
                <a:moveTo>
                  <a:pt x="376428" y="47244"/>
                </a:moveTo>
                <a:lnTo>
                  <a:pt x="0" y="47244"/>
                </a:lnTo>
                <a:lnTo>
                  <a:pt x="0" y="0"/>
                </a:lnTo>
                <a:lnTo>
                  <a:pt x="376428" y="0"/>
                </a:lnTo>
                <a:lnTo>
                  <a:pt x="376428" y="472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6" name="Google Shape;6406;p98"/>
          <p:cNvSpPr/>
          <p:nvPr/>
        </p:nvSpPr>
        <p:spPr>
          <a:xfrm>
            <a:off x="1734311" y="6990588"/>
            <a:ext cx="283845" cy="196850"/>
          </a:xfrm>
          <a:custGeom>
            <a:rect b="b" l="l" r="r" t="t"/>
            <a:pathLst>
              <a:path extrusionOk="0" h="196850" w="283844">
                <a:moveTo>
                  <a:pt x="260604" y="196596"/>
                </a:moveTo>
                <a:lnTo>
                  <a:pt x="210312" y="196596"/>
                </a:lnTo>
                <a:lnTo>
                  <a:pt x="210312" y="193548"/>
                </a:lnTo>
                <a:lnTo>
                  <a:pt x="213360" y="190500"/>
                </a:lnTo>
                <a:lnTo>
                  <a:pt x="216408" y="185928"/>
                </a:lnTo>
                <a:lnTo>
                  <a:pt x="220980" y="179832"/>
                </a:lnTo>
                <a:lnTo>
                  <a:pt x="224028" y="175260"/>
                </a:lnTo>
                <a:lnTo>
                  <a:pt x="228600" y="167640"/>
                </a:lnTo>
                <a:lnTo>
                  <a:pt x="231648" y="160020"/>
                </a:lnTo>
                <a:lnTo>
                  <a:pt x="234791" y="154043"/>
                </a:lnTo>
                <a:lnTo>
                  <a:pt x="237363" y="147637"/>
                </a:lnTo>
                <a:lnTo>
                  <a:pt x="239363" y="140946"/>
                </a:lnTo>
                <a:lnTo>
                  <a:pt x="240792" y="134112"/>
                </a:lnTo>
                <a:lnTo>
                  <a:pt x="242792" y="127015"/>
                </a:lnTo>
                <a:lnTo>
                  <a:pt x="244221" y="119634"/>
                </a:lnTo>
                <a:lnTo>
                  <a:pt x="245078" y="112252"/>
                </a:lnTo>
                <a:lnTo>
                  <a:pt x="245364" y="105156"/>
                </a:lnTo>
                <a:lnTo>
                  <a:pt x="245364" y="97536"/>
                </a:lnTo>
                <a:lnTo>
                  <a:pt x="242316" y="82296"/>
                </a:lnTo>
                <a:lnTo>
                  <a:pt x="240792" y="73152"/>
                </a:lnTo>
                <a:lnTo>
                  <a:pt x="213360" y="47244"/>
                </a:lnTo>
                <a:lnTo>
                  <a:pt x="205740" y="47244"/>
                </a:lnTo>
                <a:lnTo>
                  <a:pt x="173164" y="67627"/>
                </a:lnTo>
                <a:lnTo>
                  <a:pt x="159067" y="123253"/>
                </a:lnTo>
                <a:lnTo>
                  <a:pt x="157472" y="129659"/>
                </a:lnTo>
                <a:lnTo>
                  <a:pt x="136588" y="173355"/>
                </a:lnTo>
                <a:lnTo>
                  <a:pt x="95440" y="194214"/>
                </a:lnTo>
                <a:lnTo>
                  <a:pt x="82296" y="195072"/>
                </a:lnTo>
                <a:lnTo>
                  <a:pt x="64865" y="193357"/>
                </a:lnTo>
                <a:lnTo>
                  <a:pt x="22860" y="167640"/>
                </a:lnTo>
                <a:lnTo>
                  <a:pt x="1428" y="116205"/>
                </a:lnTo>
                <a:lnTo>
                  <a:pt x="0" y="94488"/>
                </a:lnTo>
                <a:lnTo>
                  <a:pt x="309" y="83058"/>
                </a:lnTo>
                <a:lnTo>
                  <a:pt x="8667" y="37885"/>
                </a:lnTo>
                <a:lnTo>
                  <a:pt x="19812" y="10668"/>
                </a:lnTo>
                <a:lnTo>
                  <a:pt x="68580" y="10668"/>
                </a:lnTo>
                <a:lnTo>
                  <a:pt x="68580" y="13716"/>
                </a:lnTo>
                <a:lnTo>
                  <a:pt x="62007" y="22240"/>
                </a:lnTo>
                <a:lnTo>
                  <a:pt x="56007" y="31623"/>
                </a:lnTo>
                <a:lnTo>
                  <a:pt x="40195" y="73152"/>
                </a:lnTo>
                <a:lnTo>
                  <a:pt x="38100" y="94488"/>
                </a:lnTo>
                <a:lnTo>
                  <a:pt x="38671" y="105370"/>
                </a:lnTo>
                <a:lnTo>
                  <a:pt x="59436" y="144208"/>
                </a:lnTo>
                <a:lnTo>
                  <a:pt x="76200" y="147828"/>
                </a:lnTo>
                <a:lnTo>
                  <a:pt x="84534" y="147256"/>
                </a:lnTo>
                <a:lnTo>
                  <a:pt x="112395" y="119181"/>
                </a:lnTo>
                <a:lnTo>
                  <a:pt x="121777" y="80248"/>
                </a:lnTo>
                <a:lnTo>
                  <a:pt x="125110" y="67579"/>
                </a:lnTo>
                <a:lnTo>
                  <a:pt x="143208" y="23883"/>
                </a:lnTo>
                <a:lnTo>
                  <a:pt x="184737" y="881"/>
                </a:lnTo>
                <a:lnTo>
                  <a:pt x="199644" y="0"/>
                </a:lnTo>
                <a:lnTo>
                  <a:pt x="207645" y="333"/>
                </a:lnTo>
                <a:lnTo>
                  <a:pt x="246507" y="15811"/>
                </a:lnTo>
                <a:lnTo>
                  <a:pt x="273653" y="50577"/>
                </a:lnTo>
                <a:lnTo>
                  <a:pt x="283154" y="93511"/>
                </a:lnTo>
                <a:lnTo>
                  <a:pt x="283464" y="106680"/>
                </a:lnTo>
                <a:lnTo>
                  <a:pt x="282916" y="120110"/>
                </a:lnTo>
                <a:lnTo>
                  <a:pt x="272391" y="168735"/>
                </a:lnTo>
                <a:lnTo>
                  <a:pt x="264914" y="188261"/>
                </a:lnTo>
                <a:lnTo>
                  <a:pt x="260604" y="19659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7" name="Google Shape;6407;p98"/>
          <p:cNvSpPr/>
          <p:nvPr/>
        </p:nvSpPr>
        <p:spPr>
          <a:xfrm>
            <a:off x="1633727" y="6385560"/>
            <a:ext cx="386080" cy="428625"/>
          </a:xfrm>
          <a:custGeom>
            <a:rect b="b" l="l" r="r" t="t"/>
            <a:pathLst>
              <a:path extrusionOk="0" h="428625" w="386080">
                <a:moveTo>
                  <a:pt x="377952" y="91440"/>
                </a:moveTo>
                <a:lnTo>
                  <a:pt x="146304" y="91440"/>
                </a:lnTo>
                <a:lnTo>
                  <a:pt x="146304" y="18288"/>
                </a:lnTo>
                <a:lnTo>
                  <a:pt x="108204" y="18288"/>
                </a:lnTo>
                <a:lnTo>
                  <a:pt x="108204" y="91440"/>
                </a:lnTo>
                <a:lnTo>
                  <a:pt x="99060" y="91440"/>
                </a:lnTo>
                <a:lnTo>
                  <a:pt x="59829" y="84378"/>
                </a:lnTo>
                <a:lnTo>
                  <a:pt x="39624" y="39624"/>
                </a:lnTo>
                <a:lnTo>
                  <a:pt x="39624" y="25908"/>
                </a:lnTo>
                <a:lnTo>
                  <a:pt x="41148" y="19812"/>
                </a:lnTo>
                <a:lnTo>
                  <a:pt x="42672" y="12192"/>
                </a:lnTo>
                <a:lnTo>
                  <a:pt x="44196" y="6096"/>
                </a:lnTo>
                <a:lnTo>
                  <a:pt x="45720" y="1524"/>
                </a:lnTo>
                <a:lnTo>
                  <a:pt x="45720" y="0"/>
                </a:lnTo>
                <a:lnTo>
                  <a:pt x="4572" y="0"/>
                </a:lnTo>
                <a:lnTo>
                  <a:pt x="3048" y="6096"/>
                </a:lnTo>
                <a:lnTo>
                  <a:pt x="3048" y="13716"/>
                </a:lnTo>
                <a:lnTo>
                  <a:pt x="1524" y="21336"/>
                </a:lnTo>
                <a:lnTo>
                  <a:pt x="0" y="30480"/>
                </a:lnTo>
                <a:lnTo>
                  <a:pt x="0" y="45720"/>
                </a:lnTo>
                <a:lnTo>
                  <a:pt x="6667" y="84963"/>
                </a:lnTo>
                <a:lnTo>
                  <a:pt x="39903" y="123659"/>
                </a:lnTo>
                <a:lnTo>
                  <a:pt x="76479" y="135712"/>
                </a:lnTo>
                <a:lnTo>
                  <a:pt x="99060" y="137160"/>
                </a:lnTo>
                <a:lnTo>
                  <a:pt x="108204" y="137160"/>
                </a:lnTo>
                <a:lnTo>
                  <a:pt x="108204" y="167640"/>
                </a:lnTo>
                <a:lnTo>
                  <a:pt x="146304" y="167640"/>
                </a:lnTo>
                <a:lnTo>
                  <a:pt x="146304" y="137160"/>
                </a:lnTo>
                <a:lnTo>
                  <a:pt x="377952" y="137160"/>
                </a:lnTo>
                <a:lnTo>
                  <a:pt x="377952" y="91440"/>
                </a:lnTo>
                <a:close/>
              </a:path>
              <a:path extrusionOk="0" h="428625" w="386080">
                <a:moveTo>
                  <a:pt x="385572" y="307848"/>
                </a:moveTo>
                <a:lnTo>
                  <a:pt x="383286" y="281825"/>
                </a:lnTo>
                <a:lnTo>
                  <a:pt x="376428" y="258508"/>
                </a:lnTo>
                <a:lnTo>
                  <a:pt x="364998" y="237769"/>
                </a:lnTo>
                <a:lnTo>
                  <a:pt x="362305" y="234696"/>
                </a:lnTo>
                <a:lnTo>
                  <a:pt x="348996" y="219456"/>
                </a:lnTo>
                <a:lnTo>
                  <a:pt x="345948" y="217449"/>
                </a:lnTo>
                <a:lnTo>
                  <a:pt x="345948" y="307848"/>
                </a:lnTo>
                <a:lnTo>
                  <a:pt x="344246" y="324116"/>
                </a:lnTo>
                <a:lnTo>
                  <a:pt x="320040" y="361188"/>
                </a:lnTo>
                <a:lnTo>
                  <a:pt x="267525" y="379844"/>
                </a:lnTo>
                <a:lnTo>
                  <a:pt x="243840" y="381000"/>
                </a:lnTo>
                <a:lnTo>
                  <a:pt x="219265" y="379844"/>
                </a:lnTo>
                <a:lnTo>
                  <a:pt x="180403" y="370078"/>
                </a:lnTo>
                <a:lnTo>
                  <a:pt x="146875" y="338518"/>
                </a:lnTo>
                <a:lnTo>
                  <a:pt x="140208" y="307848"/>
                </a:lnTo>
                <a:lnTo>
                  <a:pt x="141897" y="290703"/>
                </a:lnTo>
                <a:lnTo>
                  <a:pt x="166116" y="252984"/>
                </a:lnTo>
                <a:lnTo>
                  <a:pt x="219265" y="235839"/>
                </a:lnTo>
                <a:lnTo>
                  <a:pt x="243840" y="234696"/>
                </a:lnTo>
                <a:lnTo>
                  <a:pt x="267525" y="235839"/>
                </a:lnTo>
                <a:lnTo>
                  <a:pt x="305765" y="244983"/>
                </a:lnTo>
                <a:lnTo>
                  <a:pt x="339280" y="276415"/>
                </a:lnTo>
                <a:lnTo>
                  <a:pt x="345948" y="307848"/>
                </a:lnTo>
                <a:lnTo>
                  <a:pt x="345948" y="217449"/>
                </a:lnTo>
                <a:lnTo>
                  <a:pt x="327850" y="205460"/>
                </a:lnTo>
                <a:lnTo>
                  <a:pt x="303276" y="195453"/>
                </a:lnTo>
                <a:lnTo>
                  <a:pt x="275272" y="189458"/>
                </a:lnTo>
                <a:lnTo>
                  <a:pt x="243840" y="187452"/>
                </a:lnTo>
                <a:lnTo>
                  <a:pt x="211543" y="189458"/>
                </a:lnTo>
                <a:lnTo>
                  <a:pt x="158965" y="205460"/>
                </a:lnTo>
                <a:lnTo>
                  <a:pt x="121793" y="237769"/>
                </a:lnTo>
                <a:lnTo>
                  <a:pt x="102882" y="281825"/>
                </a:lnTo>
                <a:lnTo>
                  <a:pt x="100584" y="307848"/>
                </a:lnTo>
                <a:lnTo>
                  <a:pt x="102882" y="333209"/>
                </a:lnTo>
                <a:lnTo>
                  <a:pt x="121793" y="377075"/>
                </a:lnTo>
                <a:lnTo>
                  <a:pt x="158965" y="409600"/>
                </a:lnTo>
                <a:lnTo>
                  <a:pt x="211543" y="426224"/>
                </a:lnTo>
                <a:lnTo>
                  <a:pt x="243840" y="428244"/>
                </a:lnTo>
                <a:lnTo>
                  <a:pt x="274751" y="426224"/>
                </a:lnTo>
                <a:lnTo>
                  <a:pt x="274497" y="426224"/>
                </a:lnTo>
                <a:lnTo>
                  <a:pt x="301942" y="420243"/>
                </a:lnTo>
                <a:lnTo>
                  <a:pt x="326339" y="410248"/>
                </a:lnTo>
                <a:lnTo>
                  <a:pt x="347472" y="396240"/>
                </a:lnTo>
                <a:lnTo>
                  <a:pt x="362026" y="381000"/>
                </a:lnTo>
                <a:lnTo>
                  <a:pt x="364350" y="378574"/>
                </a:lnTo>
                <a:lnTo>
                  <a:pt x="376237" y="357759"/>
                </a:lnTo>
                <a:lnTo>
                  <a:pt x="383260" y="334098"/>
                </a:lnTo>
                <a:lnTo>
                  <a:pt x="383336" y="333209"/>
                </a:lnTo>
                <a:lnTo>
                  <a:pt x="385572" y="30784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8" name="Google Shape;6408;p98"/>
          <p:cNvSpPr/>
          <p:nvPr/>
        </p:nvSpPr>
        <p:spPr>
          <a:xfrm>
            <a:off x="1652016" y="5082540"/>
            <a:ext cx="462280" cy="1130935"/>
          </a:xfrm>
          <a:custGeom>
            <a:rect b="b" l="l" r="r" t="t"/>
            <a:pathLst>
              <a:path extrusionOk="0" h="1130935" w="462280">
                <a:moveTo>
                  <a:pt x="47244" y="269748"/>
                </a:moveTo>
                <a:lnTo>
                  <a:pt x="0" y="269748"/>
                </a:lnTo>
                <a:lnTo>
                  <a:pt x="0" y="321564"/>
                </a:lnTo>
                <a:lnTo>
                  <a:pt x="47244" y="321564"/>
                </a:lnTo>
                <a:lnTo>
                  <a:pt x="47244" y="269748"/>
                </a:lnTo>
                <a:close/>
              </a:path>
              <a:path extrusionOk="0" h="1130935" w="462280">
                <a:moveTo>
                  <a:pt x="359664" y="1046988"/>
                </a:moveTo>
                <a:lnTo>
                  <a:pt x="359346" y="1026375"/>
                </a:lnTo>
                <a:lnTo>
                  <a:pt x="359257" y="1024775"/>
                </a:lnTo>
                <a:lnTo>
                  <a:pt x="358330" y="1007745"/>
                </a:lnTo>
                <a:lnTo>
                  <a:pt x="350418" y="961644"/>
                </a:lnTo>
                <a:lnTo>
                  <a:pt x="330708" y="920496"/>
                </a:lnTo>
                <a:lnTo>
                  <a:pt x="318516" y="904633"/>
                </a:lnTo>
                <a:lnTo>
                  <a:pt x="318516" y="1046988"/>
                </a:lnTo>
                <a:lnTo>
                  <a:pt x="318516" y="1083564"/>
                </a:lnTo>
                <a:lnTo>
                  <a:pt x="41148" y="1083564"/>
                </a:lnTo>
                <a:lnTo>
                  <a:pt x="41148" y="1046988"/>
                </a:lnTo>
                <a:lnTo>
                  <a:pt x="43713" y="1004125"/>
                </a:lnTo>
                <a:lnTo>
                  <a:pt x="57289" y="961910"/>
                </a:lnTo>
                <a:lnTo>
                  <a:pt x="82486" y="928497"/>
                </a:lnTo>
                <a:lnTo>
                  <a:pt x="123888" y="905357"/>
                </a:lnTo>
                <a:lnTo>
                  <a:pt x="160020" y="898474"/>
                </a:lnTo>
                <a:lnTo>
                  <a:pt x="160401" y="898474"/>
                </a:lnTo>
                <a:lnTo>
                  <a:pt x="179832" y="897636"/>
                </a:lnTo>
                <a:lnTo>
                  <a:pt x="218313" y="900874"/>
                </a:lnTo>
                <a:lnTo>
                  <a:pt x="263055" y="917282"/>
                </a:lnTo>
                <a:lnTo>
                  <a:pt x="294132" y="947928"/>
                </a:lnTo>
                <a:lnTo>
                  <a:pt x="313944" y="990600"/>
                </a:lnTo>
                <a:lnTo>
                  <a:pt x="313969" y="990841"/>
                </a:lnTo>
                <a:lnTo>
                  <a:pt x="315937" y="1003490"/>
                </a:lnTo>
                <a:lnTo>
                  <a:pt x="316001" y="1004125"/>
                </a:lnTo>
                <a:lnTo>
                  <a:pt x="317373" y="1017270"/>
                </a:lnTo>
                <a:lnTo>
                  <a:pt x="318223" y="1031544"/>
                </a:lnTo>
                <a:lnTo>
                  <a:pt x="318516" y="1046988"/>
                </a:lnTo>
                <a:lnTo>
                  <a:pt x="318516" y="904633"/>
                </a:lnTo>
                <a:lnTo>
                  <a:pt x="318389" y="904455"/>
                </a:lnTo>
                <a:lnTo>
                  <a:pt x="311518" y="897636"/>
                </a:lnTo>
                <a:lnTo>
                  <a:pt x="304228" y="890397"/>
                </a:lnTo>
                <a:lnTo>
                  <a:pt x="269748" y="867156"/>
                </a:lnTo>
                <a:lnTo>
                  <a:pt x="227076" y="852106"/>
                </a:lnTo>
                <a:lnTo>
                  <a:pt x="204012" y="848487"/>
                </a:lnTo>
                <a:lnTo>
                  <a:pt x="203669" y="848487"/>
                </a:lnTo>
                <a:lnTo>
                  <a:pt x="179832" y="847344"/>
                </a:lnTo>
                <a:lnTo>
                  <a:pt x="130873" y="851916"/>
                </a:lnTo>
                <a:lnTo>
                  <a:pt x="89916" y="865632"/>
                </a:lnTo>
                <a:lnTo>
                  <a:pt x="55435" y="889063"/>
                </a:lnTo>
                <a:lnTo>
                  <a:pt x="28956" y="920496"/>
                </a:lnTo>
                <a:lnTo>
                  <a:pt x="11595" y="955217"/>
                </a:lnTo>
                <a:lnTo>
                  <a:pt x="2120" y="1003490"/>
                </a:lnTo>
                <a:lnTo>
                  <a:pt x="508" y="1026375"/>
                </a:lnTo>
                <a:lnTo>
                  <a:pt x="381" y="1031544"/>
                </a:lnTo>
                <a:lnTo>
                  <a:pt x="25" y="1046988"/>
                </a:lnTo>
                <a:lnTo>
                  <a:pt x="0" y="1130808"/>
                </a:lnTo>
                <a:lnTo>
                  <a:pt x="359664" y="1130808"/>
                </a:lnTo>
                <a:lnTo>
                  <a:pt x="359664" y="1083564"/>
                </a:lnTo>
                <a:lnTo>
                  <a:pt x="359664" y="1046988"/>
                </a:lnTo>
                <a:close/>
              </a:path>
              <a:path extrusionOk="0" h="1130935" w="462280">
                <a:moveTo>
                  <a:pt x="359664" y="272796"/>
                </a:moveTo>
                <a:lnTo>
                  <a:pt x="89916" y="272796"/>
                </a:lnTo>
                <a:lnTo>
                  <a:pt x="89916" y="318516"/>
                </a:lnTo>
                <a:lnTo>
                  <a:pt x="359664" y="318516"/>
                </a:lnTo>
                <a:lnTo>
                  <a:pt x="359664" y="272796"/>
                </a:lnTo>
                <a:close/>
              </a:path>
              <a:path extrusionOk="0" h="1130935" w="462280">
                <a:moveTo>
                  <a:pt x="365645" y="682752"/>
                </a:moveTo>
                <a:lnTo>
                  <a:pt x="365531" y="665988"/>
                </a:lnTo>
                <a:lnTo>
                  <a:pt x="365112" y="659803"/>
                </a:lnTo>
                <a:lnTo>
                  <a:pt x="364223" y="653796"/>
                </a:lnTo>
                <a:lnTo>
                  <a:pt x="362699" y="647700"/>
                </a:lnTo>
                <a:lnTo>
                  <a:pt x="361175" y="638556"/>
                </a:lnTo>
                <a:lnTo>
                  <a:pt x="358127" y="630936"/>
                </a:lnTo>
                <a:lnTo>
                  <a:pt x="358013" y="630364"/>
                </a:lnTo>
                <a:lnTo>
                  <a:pt x="356603" y="623316"/>
                </a:lnTo>
                <a:lnTo>
                  <a:pt x="353555" y="617220"/>
                </a:lnTo>
                <a:lnTo>
                  <a:pt x="350507" y="609600"/>
                </a:lnTo>
                <a:lnTo>
                  <a:pt x="347459" y="600456"/>
                </a:lnTo>
                <a:lnTo>
                  <a:pt x="345935" y="594360"/>
                </a:lnTo>
                <a:lnTo>
                  <a:pt x="342887" y="589788"/>
                </a:lnTo>
                <a:lnTo>
                  <a:pt x="294119" y="589788"/>
                </a:lnTo>
                <a:lnTo>
                  <a:pt x="294119" y="591312"/>
                </a:lnTo>
                <a:lnTo>
                  <a:pt x="300215" y="600456"/>
                </a:lnTo>
                <a:lnTo>
                  <a:pt x="303263" y="606552"/>
                </a:lnTo>
                <a:lnTo>
                  <a:pt x="307835" y="611124"/>
                </a:lnTo>
                <a:lnTo>
                  <a:pt x="313931" y="626364"/>
                </a:lnTo>
                <a:lnTo>
                  <a:pt x="316865" y="632345"/>
                </a:lnTo>
                <a:lnTo>
                  <a:pt x="319074" y="638746"/>
                </a:lnTo>
                <a:lnTo>
                  <a:pt x="321005" y="645439"/>
                </a:lnTo>
                <a:lnTo>
                  <a:pt x="323075" y="652272"/>
                </a:lnTo>
                <a:lnTo>
                  <a:pt x="324205" y="660044"/>
                </a:lnTo>
                <a:lnTo>
                  <a:pt x="325170" y="667512"/>
                </a:lnTo>
                <a:lnTo>
                  <a:pt x="325869" y="674992"/>
                </a:lnTo>
                <a:lnTo>
                  <a:pt x="326123" y="682752"/>
                </a:lnTo>
                <a:lnTo>
                  <a:pt x="324675" y="702424"/>
                </a:lnTo>
                <a:lnTo>
                  <a:pt x="301739" y="748284"/>
                </a:lnTo>
                <a:lnTo>
                  <a:pt x="251167" y="771004"/>
                </a:lnTo>
                <a:lnTo>
                  <a:pt x="228587" y="772668"/>
                </a:lnTo>
                <a:lnTo>
                  <a:pt x="228587" y="630936"/>
                </a:lnTo>
                <a:lnTo>
                  <a:pt x="228587" y="585216"/>
                </a:lnTo>
                <a:lnTo>
                  <a:pt x="204203" y="585216"/>
                </a:lnTo>
                <a:lnTo>
                  <a:pt x="193535" y="585457"/>
                </a:lnTo>
                <a:lnTo>
                  <a:pt x="193535" y="630936"/>
                </a:lnTo>
                <a:lnTo>
                  <a:pt x="193535" y="772668"/>
                </a:lnTo>
                <a:lnTo>
                  <a:pt x="151561" y="758532"/>
                </a:lnTo>
                <a:lnTo>
                  <a:pt x="124955" y="726948"/>
                </a:lnTo>
                <a:lnTo>
                  <a:pt x="122085" y="720686"/>
                </a:lnTo>
                <a:lnTo>
                  <a:pt x="120192" y="713422"/>
                </a:lnTo>
                <a:lnTo>
                  <a:pt x="119176" y="705307"/>
                </a:lnTo>
                <a:lnTo>
                  <a:pt x="119075" y="702424"/>
                </a:lnTo>
                <a:lnTo>
                  <a:pt x="118859" y="696468"/>
                </a:lnTo>
                <a:lnTo>
                  <a:pt x="118973" y="693420"/>
                </a:lnTo>
                <a:lnTo>
                  <a:pt x="119176" y="687641"/>
                </a:lnTo>
                <a:lnTo>
                  <a:pt x="120192" y="679513"/>
                </a:lnTo>
                <a:lnTo>
                  <a:pt x="122085" y="672261"/>
                </a:lnTo>
                <a:lnTo>
                  <a:pt x="124955" y="665988"/>
                </a:lnTo>
                <a:lnTo>
                  <a:pt x="128003" y="656844"/>
                </a:lnTo>
                <a:lnTo>
                  <a:pt x="132575" y="650748"/>
                </a:lnTo>
                <a:lnTo>
                  <a:pt x="140195" y="646176"/>
                </a:lnTo>
                <a:lnTo>
                  <a:pt x="146291" y="640080"/>
                </a:lnTo>
                <a:lnTo>
                  <a:pt x="184683" y="631202"/>
                </a:lnTo>
                <a:lnTo>
                  <a:pt x="193535" y="630936"/>
                </a:lnTo>
                <a:lnTo>
                  <a:pt x="193535" y="585457"/>
                </a:lnTo>
                <a:lnTo>
                  <a:pt x="149339" y="592836"/>
                </a:lnTo>
                <a:lnTo>
                  <a:pt x="112763" y="614172"/>
                </a:lnTo>
                <a:lnTo>
                  <a:pt x="89903" y="647700"/>
                </a:lnTo>
                <a:lnTo>
                  <a:pt x="82283" y="693420"/>
                </a:lnTo>
                <a:lnTo>
                  <a:pt x="84836" y="719696"/>
                </a:lnTo>
                <a:lnTo>
                  <a:pt x="104787" y="764794"/>
                </a:lnTo>
                <a:lnTo>
                  <a:pt x="143040" y="798461"/>
                </a:lnTo>
                <a:lnTo>
                  <a:pt x="194894" y="816102"/>
                </a:lnTo>
                <a:lnTo>
                  <a:pt x="194678" y="816102"/>
                </a:lnTo>
                <a:lnTo>
                  <a:pt x="225539" y="818388"/>
                </a:lnTo>
                <a:lnTo>
                  <a:pt x="257594" y="816102"/>
                </a:lnTo>
                <a:lnTo>
                  <a:pt x="285356" y="809244"/>
                </a:lnTo>
                <a:lnTo>
                  <a:pt x="329171" y="781812"/>
                </a:lnTo>
                <a:lnTo>
                  <a:pt x="356603" y="738949"/>
                </a:lnTo>
                <a:lnTo>
                  <a:pt x="363461" y="712165"/>
                </a:lnTo>
                <a:lnTo>
                  <a:pt x="365645" y="682752"/>
                </a:lnTo>
                <a:close/>
              </a:path>
              <a:path extrusionOk="0" h="1130935" w="462280">
                <a:moveTo>
                  <a:pt x="365747" y="464820"/>
                </a:moveTo>
                <a:lnTo>
                  <a:pt x="359651" y="417576"/>
                </a:lnTo>
                <a:lnTo>
                  <a:pt x="335368" y="379031"/>
                </a:lnTo>
                <a:lnTo>
                  <a:pt x="297929" y="359473"/>
                </a:lnTo>
                <a:lnTo>
                  <a:pt x="281927" y="358140"/>
                </a:lnTo>
                <a:lnTo>
                  <a:pt x="267030" y="359029"/>
                </a:lnTo>
                <a:lnTo>
                  <a:pt x="225501" y="381381"/>
                </a:lnTo>
                <a:lnTo>
                  <a:pt x="208775" y="419100"/>
                </a:lnTo>
                <a:lnTo>
                  <a:pt x="207403" y="425729"/>
                </a:lnTo>
                <a:lnTo>
                  <a:pt x="204063" y="438391"/>
                </a:lnTo>
                <a:lnTo>
                  <a:pt x="194678" y="477329"/>
                </a:lnTo>
                <a:lnTo>
                  <a:pt x="166827" y="505396"/>
                </a:lnTo>
                <a:lnTo>
                  <a:pt x="158483" y="505968"/>
                </a:lnTo>
                <a:lnTo>
                  <a:pt x="149682" y="504875"/>
                </a:lnTo>
                <a:lnTo>
                  <a:pt x="122669" y="473392"/>
                </a:lnTo>
                <a:lnTo>
                  <a:pt x="120383" y="452628"/>
                </a:lnTo>
                <a:lnTo>
                  <a:pt x="120942" y="441464"/>
                </a:lnTo>
                <a:lnTo>
                  <a:pt x="132867" y="399059"/>
                </a:lnTo>
                <a:lnTo>
                  <a:pt x="150863" y="370332"/>
                </a:lnTo>
                <a:lnTo>
                  <a:pt x="150863" y="368808"/>
                </a:lnTo>
                <a:lnTo>
                  <a:pt x="102095" y="368808"/>
                </a:lnTo>
                <a:lnTo>
                  <a:pt x="97815" y="377126"/>
                </a:lnTo>
                <a:lnTo>
                  <a:pt x="85509" y="418338"/>
                </a:lnTo>
                <a:lnTo>
                  <a:pt x="82283" y="452628"/>
                </a:lnTo>
                <a:lnTo>
                  <a:pt x="83718" y="474345"/>
                </a:lnTo>
                <a:lnTo>
                  <a:pt x="95148" y="510921"/>
                </a:lnTo>
                <a:lnTo>
                  <a:pt x="131432" y="546354"/>
                </a:lnTo>
                <a:lnTo>
                  <a:pt x="164579" y="553212"/>
                </a:lnTo>
                <a:lnTo>
                  <a:pt x="177723" y="552361"/>
                </a:lnTo>
                <a:lnTo>
                  <a:pt x="218871" y="530860"/>
                </a:lnTo>
                <a:lnTo>
                  <a:pt x="239763" y="487807"/>
                </a:lnTo>
                <a:lnTo>
                  <a:pt x="245351" y="458724"/>
                </a:lnTo>
                <a:lnTo>
                  <a:pt x="246875" y="451104"/>
                </a:lnTo>
                <a:lnTo>
                  <a:pt x="263639" y="414528"/>
                </a:lnTo>
                <a:lnTo>
                  <a:pt x="288023" y="405384"/>
                </a:lnTo>
                <a:lnTo>
                  <a:pt x="295643" y="405384"/>
                </a:lnTo>
                <a:lnTo>
                  <a:pt x="324599" y="438912"/>
                </a:lnTo>
                <a:lnTo>
                  <a:pt x="326123" y="448056"/>
                </a:lnTo>
                <a:lnTo>
                  <a:pt x="327647" y="455676"/>
                </a:lnTo>
                <a:lnTo>
                  <a:pt x="327647" y="463296"/>
                </a:lnTo>
                <a:lnTo>
                  <a:pt x="327367" y="470395"/>
                </a:lnTo>
                <a:lnTo>
                  <a:pt x="326504" y="477774"/>
                </a:lnTo>
                <a:lnTo>
                  <a:pt x="325081" y="485165"/>
                </a:lnTo>
                <a:lnTo>
                  <a:pt x="323075" y="492252"/>
                </a:lnTo>
                <a:lnTo>
                  <a:pt x="321652" y="498856"/>
                </a:lnTo>
                <a:lnTo>
                  <a:pt x="319646" y="505015"/>
                </a:lnTo>
                <a:lnTo>
                  <a:pt x="317080" y="510908"/>
                </a:lnTo>
                <a:lnTo>
                  <a:pt x="313931" y="516636"/>
                </a:lnTo>
                <a:lnTo>
                  <a:pt x="310883" y="525780"/>
                </a:lnTo>
                <a:lnTo>
                  <a:pt x="306311" y="533400"/>
                </a:lnTo>
                <a:lnTo>
                  <a:pt x="303263" y="537972"/>
                </a:lnTo>
                <a:lnTo>
                  <a:pt x="298691" y="544068"/>
                </a:lnTo>
                <a:lnTo>
                  <a:pt x="295643" y="548640"/>
                </a:lnTo>
                <a:lnTo>
                  <a:pt x="292595" y="551688"/>
                </a:lnTo>
                <a:lnTo>
                  <a:pt x="292595" y="554736"/>
                </a:lnTo>
                <a:lnTo>
                  <a:pt x="342887" y="554736"/>
                </a:lnTo>
                <a:lnTo>
                  <a:pt x="347205" y="546188"/>
                </a:lnTo>
                <a:lnTo>
                  <a:pt x="361251" y="503402"/>
                </a:lnTo>
                <a:lnTo>
                  <a:pt x="365201" y="478256"/>
                </a:lnTo>
                <a:lnTo>
                  <a:pt x="365747" y="464820"/>
                </a:lnTo>
                <a:close/>
              </a:path>
              <a:path extrusionOk="0" h="1130935" w="462280">
                <a:moveTo>
                  <a:pt x="461772" y="120396"/>
                </a:moveTo>
                <a:lnTo>
                  <a:pt x="459765" y="91541"/>
                </a:lnTo>
                <a:lnTo>
                  <a:pt x="453771" y="66675"/>
                </a:lnTo>
                <a:lnTo>
                  <a:pt x="443712" y="45720"/>
                </a:lnTo>
                <a:lnTo>
                  <a:pt x="429768" y="28956"/>
                </a:lnTo>
                <a:lnTo>
                  <a:pt x="411480" y="16078"/>
                </a:lnTo>
                <a:lnTo>
                  <a:pt x="388620" y="7048"/>
                </a:lnTo>
                <a:lnTo>
                  <a:pt x="361188" y="1739"/>
                </a:lnTo>
                <a:lnTo>
                  <a:pt x="329184" y="0"/>
                </a:lnTo>
                <a:lnTo>
                  <a:pt x="312420" y="0"/>
                </a:lnTo>
                <a:lnTo>
                  <a:pt x="312420" y="114300"/>
                </a:lnTo>
                <a:lnTo>
                  <a:pt x="310984" y="130073"/>
                </a:lnTo>
                <a:lnTo>
                  <a:pt x="289560" y="163068"/>
                </a:lnTo>
                <a:lnTo>
                  <a:pt x="242404" y="177431"/>
                </a:lnTo>
                <a:lnTo>
                  <a:pt x="220980" y="178308"/>
                </a:lnTo>
                <a:lnTo>
                  <a:pt x="198640" y="177152"/>
                </a:lnTo>
                <a:lnTo>
                  <a:pt x="149352" y="158496"/>
                </a:lnTo>
                <a:lnTo>
                  <a:pt x="125133" y="121208"/>
                </a:lnTo>
                <a:lnTo>
                  <a:pt x="123532" y="106045"/>
                </a:lnTo>
                <a:lnTo>
                  <a:pt x="123583" y="101155"/>
                </a:lnTo>
                <a:lnTo>
                  <a:pt x="123698" y="98069"/>
                </a:lnTo>
                <a:lnTo>
                  <a:pt x="123761" y="97345"/>
                </a:lnTo>
                <a:lnTo>
                  <a:pt x="124421" y="90474"/>
                </a:lnTo>
                <a:lnTo>
                  <a:pt x="124523" y="89712"/>
                </a:lnTo>
                <a:lnTo>
                  <a:pt x="125361" y="83299"/>
                </a:lnTo>
                <a:lnTo>
                  <a:pt x="138684" y="45720"/>
                </a:lnTo>
                <a:lnTo>
                  <a:pt x="286512" y="45720"/>
                </a:lnTo>
                <a:lnTo>
                  <a:pt x="292176" y="53111"/>
                </a:lnTo>
                <a:lnTo>
                  <a:pt x="297561" y="61341"/>
                </a:lnTo>
                <a:lnTo>
                  <a:pt x="297662" y="61531"/>
                </a:lnTo>
                <a:lnTo>
                  <a:pt x="302361" y="70154"/>
                </a:lnTo>
                <a:lnTo>
                  <a:pt x="306324" y="79248"/>
                </a:lnTo>
                <a:lnTo>
                  <a:pt x="309194" y="88379"/>
                </a:lnTo>
                <a:lnTo>
                  <a:pt x="311086" y="97345"/>
                </a:lnTo>
                <a:lnTo>
                  <a:pt x="311162" y="98069"/>
                </a:lnTo>
                <a:lnTo>
                  <a:pt x="312102" y="106045"/>
                </a:lnTo>
                <a:lnTo>
                  <a:pt x="312153" y="107378"/>
                </a:lnTo>
                <a:lnTo>
                  <a:pt x="312420" y="114300"/>
                </a:lnTo>
                <a:lnTo>
                  <a:pt x="312420" y="0"/>
                </a:lnTo>
                <a:lnTo>
                  <a:pt x="89916" y="0"/>
                </a:lnTo>
                <a:lnTo>
                  <a:pt x="89916" y="42672"/>
                </a:lnTo>
                <a:lnTo>
                  <a:pt x="102108" y="45720"/>
                </a:lnTo>
                <a:lnTo>
                  <a:pt x="97459" y="53708"/>
                </a:lnTo>
                <a:lnTo>
                  <a:pt x="83439" y="92773"/>
                </a:lnTo>
                <a:lnTo>
                  <a:pt x="82473" y="106045"/>
                </a:lnTo>
                <a:lnTo>
                  <a:pt x="82435" y="107378"/>
                </a:lnTo>
                <a:lnTo>
                  <a:pt x="82296" y="112712"/>
                </a:lnTo>
                <a:lnTo>
                  <a:pt x="82372" y="114300"/>
                </a:lnTo>
                <a:lnTo>
                  <a:pt x="82867" y="123304"/>
                </a:lnTo>
                <a:lnTo>
                  <a:pt x="96583" y="165430"/>
                </a:lnTo>
                <a:lnTo>
                  <a:pt x="128257" y="198120"/>
                </a:lnTo>
                <a:lnTo>
                  <a:pt x="163068" y="216408"/>
                </a:lnTo>
                <a:lnTo>
                  <a:pt x="205930" y="224980"/>
                </a:lnTo>
                <a:lnTo>
                  <a:pt x="222504" y="225552"/>
                </a:lnTo>
                <a:lnTo>
                  <a:pt x="252768" y="223837"/>
                </a:lnTo>
                <a:lnTo>
                  <a:pt x="302437" y="210121"/>
                </a:lnTo>
                <a:lnTo>
                  <a:pt x="336435" y="183261"/>
                </a:lnTo>
                <a:lnTo>
                  <a:pt x="339458" y="178308"/>
                </a:lnTo>
                <a:lnTo>
                  <a:pt x="346900" y="166116"/>
                </a:lnTo>
                <a:lnTo>
                  <a:pt x="353060" y="146685"/>
                </a:lnTo>
                <a:lnTo>
                  <a:pt x="355092" y="124968"/>
                </a:lnTo>
                <a:lnTo>
                  <a:pt x="355015" y="123304"/>
                </a:lnTo>
                <a:lnTo>
                  <a:pt x="354914" y="121208"/>
                </a:lnTo>
                <a:lnTo>
                  <a:pt x="354876" y="120396"/>
                </a:lnTo>
                <a:lnTo>
                  <a:pt x="347472" y="80772"/>
                </a:lnTo>
                <a:lnTo>
                  <a:pt x="324612" y="45720"/>
                </a:lnTo>
                <a:lnTo>
                  <a:pt x="354330" y="45720"/>
                </a:lnTo>
                <a:lnTo>
                  <a:pt x="363093" y="46101"/>
                </a:lnTo>
                <a:lnTo>
                  <a:pt x="370179" y="47015"/>
                </a:lnTo>
                <a:lnTo>
                  <a:pt x="376428" y="48768"/>
                </a:lnTo>
                <a:lnTo>
                  <a:pt x="385572" y="50292"/>
                </a:lnTo>
                <a:lnTo>
                  <a:pt x="414528" y="82296"/>
                </a:lnTo>
                <a:lnTo>
                  <a:pt x="417398" y="89712"/>
                </a:lnTo>
                <a:lnTo>
                  <a:pt x="419277" y="98069"/>
                </a:lnTo>
                <a:lnTo>
                  <a:pt x="420306" y="107378"/>
                </a:lnTo>
                <a:lnTo>
                  <a:pt x="420522" y="114300"/>
                </a:lnTo>
                <a:lnTo>
                  <a:pt x="420624" y="132588"/>
                </a:lnTo>
                <a:lnTo>
                  <a:pt x="416052" y="155448"/>
                </a:lnTo>
                <a:lnTo>
                  <a:pt x="413004" y="163068"/>
                </a:lnTo>
                <a:lnTo>
                  <a:pt x="409956" y="178308"/>
                </a:lnTo>
                <a:lnTo>
                  <a:pt x="406908" y="182880"/>
                </a:lnTo>
                <a:lnTo>
                  <a:pt x="406806" y="183261"/>
                </a:lnTo>
                <a:lnTo>
                  <a:pt x="405384" y="188976"/>
                </a:lnTo>
                <a:lnTo>
                  <a:pt x="403860" y="193548"/>
                </a:lnTo>
                <a:lnTo>
                  <a:pt x="402336" y="196596"/>
                </a:lnTo>
                <a:lnTo>
                  <a:pt x="402336" y="199644"/>
                </a:lnTo>
                <a:lnTo>
                  <a:pt x="449580" y="199644"/>
                </a:lnTo>
                <a:lnTo>
                  <a:pt x="452716" y="190487"/>
                </a:lnTo>
                <a:lnTo>
                  <a:pt x="459841" y="151257"/>
                </a:lnTo>
                <a:lnTo>
                  <a:pt x="461518" y="130073"/>
                </a:lnTo>
                <a:lnTo>
                  <a:pt x="461772" y="12039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9" name="Google Shape;6409;p98"/>
          <p:cNvSpPr/>
          <p:nvPr/>
        </p:nvSpPr>
        <p:spPr>
          <a:xfrm>
            <a:off x="1734311" y="4805172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5829"/>
                </a:lnTo>
                <a:lnTo>
                  <a:pt x="5143" y="115538"/>
                </a:lnTo>
                <a:lnTo>
                  <a:pt x="0" y="83820"/>
                </a:lnTo>
                <a:lnTo>
                  <a:pt x="1690" y="65270"/>
                </a:lnTo>
                <a:lnTo>
                  <a:pt x="25907" y="21336"/>
                </a:lnTo>
                <a:lnTo>
                  <a:pt x="78628" y="1404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05346" y="45910"/>
                </a:lnTo>
                <a:lnTo>
                  <a:pt x="67603" y="51315"/>
                </a:lnTo>
                <a:lnTo>
                  <a:pt x="43814" y="81153"/>
                </a:lnTo>
                <a:lnTo>
                  <a:pt x="42671" y="96012"/>
                </a:lnTo>
                <a:lnTo>
                  <a:pt x="43243" y="104274"/>
                </a:lnTo>
                <a:lnTo>
                  <a:pt x="56697" y="139969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0" name="Google Shape;6410;p98"/>
          <p:cNvSpPr/>
          <p:nvPr/>
        </p:nvSpPr>
        <p:spPr>
          <a:xfrm>
            <a:off x="1636763" y="3265932"/>
            <a:ext cx="382905" cy="1358265"/>
          </a:xfrm>
          <a:custGeom>
            <a:rect b="b" l="l" r="r" t="t"/>
            <a:pathLst>
              <a:path extrusionOk="0" h="1358264" w="382905">
                <a:moveTo>
                  <a:pt x="374904" y="1056132"/>
                </a:moveTo>
                <a:lnTo>
                  <a:pt x="233172" y="1103579"/>
                </a:lnTo>
                <a:lnTo>
                  <a:pt x="233172" y="1152144"/>
                </a:lnTo>
                <a:lnTo>
                  <a:pt x="233172" y="1261872"/>
                </a:lnTo>
                <a:lnTo>
                  <a:pt x="65532" y="1207008"/>
                </a:lnTo>
                <a:lnTo>
                  <a:pt x="233172" y="1152144"/>
                </a:lnTo>
                <a:lnTo>
                  <a:pt x="233172" y="1103579"/>
                </a:lnTo>
                <a:lnTo>
                  <a:pt x="15240" y="1176528"/>
                </a:lnTo>
                <a:lnTo>
                  <a:pt x="15240" y="1235964"/>
                </a:lnTo>
                <a:lnTo>
                  <a:pt x="374904" y="1357884"/>
                </a:lnTo>
                <a:lnTo>
                  <a:pt x="374904" y="1307592"/>
                </a:lnTo>
                <a:lnTo>
                  <a:pt x="274320" y="1275588"/>
                </a:lnTo>
                <a:lnTo>
                  <a:pt x="274320" y="1261872"/>
                </a:lnTo>
                <a:lnTo>
                  <a:pt x="274320" y="1152144"/>
                </a:lnTo>
                <a:lnTo>
                  <a:pt x="274320" y="1138428"/>
                </a:lnTo>
                <a:lnTo>
                  <a:pt x="374904" y="1106424"/>
                </a:lnTo>
                <a:lnTo>
                  <a:pt x="374904" y="1056132"/>
                </a:lnTo>
                <a:close/>
              </a:path>
              <a:path extrusionOk="0" h="1358264" w="382905">
                <a:moveTo>
                  <a:pt x="374904" y="316992"/>
                </a:moveTo>
                <a:lnTo>
                  <a:pt x="184404" y="316992"/>
                </a:lnTo>
                <a:lnTo>
                  <a:pt x="176961" y="308978"/>
                </a:lnTo>
                <a:lnTo>
                  <a:pt x="156908" y="274561"/>
                </a:lnTo>
                <a:lnTo>
                  <a:pt x="152400" y="248412"/>
                </a:lnTo>
                <a:lnTo>
                  <a:pt x="152400" y="230124"/>
                </a:lnTo>
                <a:lnTo>
                  <a:pt x="153924" y="227076"/>
                </a:lnTo>
                <a:lnTo>
                  <a:pt x="153924" y="220980"/>
                </a:lnTo>
                <a:lnTo>
                  <a:pt x="106680" y="220980"/>
                </a:lnTo>
                <a:lnTo>
                  <a:pt x="106680" y="224028"/>
                </a:lnTo>
                <a:lnTo>
                  <a:pt x="105156" y="227076"/>
                </a:lnTo>
                <a:lnTo>
                  <a:pt x="105156" y="239268"/>
                </a:lnTo>
                <a:lnTo>
                  <a:pt x="105727" y="248183"/>
                </a:lnTo>
                <a:lnTo>
                  <a:pt x="119710" y="283997"/>
                </a:lnTo>
                <a:lnTo>
                  <a:pt x="144780" y="316992"/>
                </a:lnTo>
                <a:lnTo>
                  <a:pt x="105156" y="316992"/>
                </a:lnTo>
                <a:lnTo>
                  <a:pt x="105156" y="362712"/>
                </a:lnTo>
                <a:lnTo>
                  <a:pt x="374904" y="362712"/>
                </a:lnTo>
                <a:lnTo>
                  <a:pt x="374904" y="316992"/>
                </a:lnTo>
                <a:close/>
              </a:path>
              <a:path extrusionOk="0" h="1358264" w="382905">
                <a:moveTo>
                  <a:pt x="381000" y="676656"/>
                </a:moveTo>
                <a:lnTo>
                  <a:pt x="374904" y="630936"/>
                </a:lnTo>
                <a:lnTo>
                  <a:pt x="356616" y="597408"/>
                </a:lnTo>
                <a:lnTo>
                  <a:pt x="321183" y="574484"/>
                </a:lnTo>
                <a:lnTo>
                  <a:pt x="297180" y="569976"/>
                </a:lnTo>
                <a:lnTo>
                  <a:pt x="282282" y="570865"/>
                </a:lnTo>
                <a:lnTo>
                  <a:pt x="240753" y="594080"/>
                </a:lnTo>
                <a:lnTo>
                  <a:pt x="224028" y="630936"/>
                </a:lnTo>
                <a:lnTo>
                  <a:pt x="222656" y="637781"/>
                </a:lnTo>
                <a:lnTo>
                  <a:pt x="217932" y="656844"/>
                </a:lnTo>
                <a:lnTo>
                  <a:pt x="216408" y="665988"/>
                </a:lnTo>
                <a:lnTo>
                  <a:pt x="214884" y="672084"/>
                </a:lnTo>
                <a:lnTo>
                  <a:pt x="213360" y="679704"/>
                </a:lnTo>
                <a:lnTo>
                  <a:pt x="188976" y="715518"/>
                </a:lnTo>
                <a:lnTo>
                  <a:pt x="173736" y="717804"/>
                </a:lnTo>
                <a:lnTo>
                  <a:pt x="164934" y="716927"/>
                </a:lnTo>
                <a:lnTo>
                  <a:pt x="137922" y="685228"/>
                </a:lnTo>
                <a:lnTo>
                  <a:pt x="135636" y="664464"/>
                </a:lnTo>
                <a:lnTo>
                  <a:pt x="136194" y="653948"/>
                </a:lnTo>
                <a:lnTo>
                  <a:pt x="148120" y="611555"/>
                </a:lnTo>
                <a:lnTo>
                  <a:pt x="166116" y="583692"/>
                </a:lnTo>
                <a:lnTo>
                  <a:pt x="166116" y="580644"/>
                </a:lnTo>
                <a:lnTo>
                  <a:pt x="117348" y="580644"/>
                </a:lnTo>
                <a:lnTo>
                  <a:pt x="113068" y="588962"/>
                </a:lnTo>
                <a:lnTo>
                  <a:pt x="100761" y="630174"/>
                </a:lnTo>
                <a:lnTo>
                  <a:pt x="97536" y="664464"/>
                </a:lnTo>
                <a:lnTo>
                  <a:pt x="98971" y="686181"/>
                </a:lnTo>
                <a:lnTo>
                  <a:pt x="110401" y="722757"/>
                </a:lnTo>
                <a:lnTo>
                  <a:pt x="146685" y="758190"/>
                </a:lnTo>
                <a:lnTo>
                  <a:pt x="179832" y="765048"/>
                </a:lnTo>
                <a:lnTo>
                  <a:pt x="192976" y="764197"/>
                </a:lnTo>
                <a:lnTo>
                  <a:pt x="234124" y="743331"/>
                </a:lnTo>
                <a:lnTo>
                  <a:pt x="255016" y="699643"/>
                </a:lnTo>
                <a:lnTo>
                  <a:pt x="260604" y="670560"/>
                </a:lnTo>
                <a:lnTo>
                  <a:pt x="262128" y="662940"/>
                </a:lnTo>
                <a:lnTo>
                  <a:pt x="278892" y="626364"/>
                </a:lnTo>
                <a:lnTo>
                  <a:pt x="303276" y="617220"/>
                </a:lnTo>
                <a:lnTo>
                  <a:pt x="310896" y="617220"/>
                </a:lnTo>
                <a:lnTo>
                  <a:pt x="316992" y="618744"/>
                </a:lnTo>
                <a:lnTo>
                  <a:pt x="321564" y="621792"/>
                </a:lnTo>
                <a:lnTo>
                  <a:pt x="326136" y="623316"/>
                </a:lnTo>
                <a:lnTo>
                  <a:pt x="330708" y="627888"/>
                </a:lnTo>
                <a:lnTo>
                  <a:pt x="333756" y="633984"/>
                </a:lnTo>
                <a:lnTo>
                  <a:pt x="336804" y="637032"/>
                </a:lnTo>
                <a:lnTo>
                  <a:pt x="338328" y="643128"/>
                </a:lnTo>
                <a:lnTo>
                  <a:pt x="339852" y="652272"/>
                </a:lnTo>
                <a:lnTo>
                  <a:pt x="342900" y="667512"/>
                </a:lnTo>
                <a:lnTo>
                  <a:pt x="342900" y="675132"/>
                </a:lnTo>
                <a:lnTo>
                  <a:pt x="342620" y="682879"/>
                </a:lnTo>
                <a:lnTo>
                  <a:pt x="341757" y="690181"/>
                </a:lnTo>
                <a:lnTo>
                  <a:pt x="340334" y="697217"/>
                </a:lnTo>
                <a:lnTo>
                  <a:pt x="338328" y="704088"/>
                </a:lnTo>
                <a:lnTo>
                  <a:pt x="336905" y="710933"/>
                </a:lnTo>
                <a:lnTo>
                  <a:pt x="334899" y="717613"/>
                </a:lnTo>
                <a:lnTo>
                  <a:pt x="332333" y="724027"/>
                </a:lnTo>
                <a:lnTo>
                  <a:pt x="329184" y="729996"/>
                </a:lnTo>
                <a:lnTo>
                  <a:pt x="326136" y="737616"/>
                </a:lnTo>
                <a:lnTo>
                  <a:pt x="321564" y="745236"/>
                </a:lnTo>
                <a:lnTo>
                  <a:pt x="318516" y="749808"/>
                </a:lnTo>
                <a:lnTo>
                  <a:pt x="313944" y="755904"/>
                </a:lnTo>
                <a:lnTo>
                  <a:pt x="310896" y="760476"/>
                </a:lnTo>
                <a:lnTo>
                  <a:pt x="307848" y="763524"/>
                </a:lnTo>
                <a:lnTo>
                  <a:pt x="307848" y="766572"/>
                </a:lnTo>
                <a:lnTo>
                  <a:pt x="358140" y="766572"/>
                </a:lnTo>
                <a:lnTo>
                  <a:pt x="362458" y="758240"/>
                </a:lnTo>
                <a:lnTo>
                  <a:pt x="376504" y="715238"/>
                </a:lnTo>
                <a:lnTo>
                  <a:pt x="380453" y="690092"/>
                </a:lnTo>
                <a:lnTo>
                  <a:pt x="381000" y="676656"/>
                </a:lnTo>
                <a:close/>
              </a:path>
              <a:path extrusionOk="0" h="1358264" w="382905">
                <a:moveTo>
                  <a:pt x="381000" y="434340"/>
                </a:moveTo>
                <a:lnTo>
                  <a:pt x="379476" y="426720"/>
                </a:lnTo>
                <a:lnTo>
                  <a:pt x="376999" y="413194"/>
                </a:lnTo>
                <a:lnTo>
                  <a:pt x="375412" y="406793"/>
                </a:lnTo>
                <a:lnTo>
                  <a:pt x="373380" y="400812"/>
                </a:lnTo>
                <a:lnTo>
                  <a:pt x="332232" y="400812"/>
                </a:lnTo>
                <a:lnTo>
                  <a:pt x="332232" y="402336"/>
                </a:lnTo>
                <a:lnTo>
                  <a:pt x="333756" y="405384"/>
                </a:lnTo>
                <a:lnTo>
                  <a:pt x="335280" y="411480"/>
                </a:lnTo>
                <a:lnTo>
                  <a:pt x="338328" y="417576"/>
                </a:lnTo>
                <a:lnTo>
                  <a:pt x="339852" y="425196"/>
                </a:lnTo>
                <a:lnTo>
                  <a:pt x="341376" y="431292"/>
                </a:lnTo>
                <a:lnTo>
                  <a:pt x="341376" y="438912"/>
                </a:lnTo>
                <a:lnTo>
                  <a:pt x="341096" y="446608"/>
                </a:lnTo>
                <a:lnTo>
                  <a:pt x="324612" y="477012"/>
                </a:lnTo>
                <a:lnTo>
                  <a:pt x="318516" y="481584"/>
                </a:lnTo>
                <a:lnTo>
                  <a:pt x="310896" y="483108"/>
                </a:lnTo>
                <a:lnTo>
                  <a:pt x="303276" y="483108"/>
                </a:lnTo>
                <a:lnTo>
                  <a:pt x="296989" y="483349"/>
                </a:lnTo>
                <a:lnTo>
                  <a:pt x="280987" y="484403"/>
                </a:lnTo>
                <a:lnTo>
                  <a:pt x="271272" y="484632"/>
                </a:lnTo>
                <a:lnTo>
                  <a:pt x="143256" y="484632"/>
                </a:lnTo>
                <a:lnTo>
                  <a:pt x="143256" y="400812"/>
                </a:lnTo>
                <a:lnTo>
                  <a:pt x="105156" y="400812"/>
                </a:lnTo>
                <a:lnTo>
                  <a:pt x="105156" y="484632"/>
                </a:lnTo>
                <a:lnTo>
                  <a:pt x="27432" y="484632"/>
                </a:lnTo>
                <a:lnTo>
                  <a:pt x="27432" y="530352"/>
                </a:lnTo>
                <a:lnTo>
                  <a:pt x="105156" y="530352"/>
                </a:lnTo>
                <a:lnTo>
                  <a:pt x="105156" y="560832"/>
                </a:lnTo>
                <a:lnTo>
                  <a:pt x="143256" y="560832"/>
                </a:lnTo>
                <a:lnTo>
                  <a:pt x="143256" y="530352"/>
                </a:lnTo>
                <a:lnTo>
                  <a:pt x="292608" y="530352"/>
                </a:lnTo>
                <a:lnTo>
                  <a:pt x="314020" y="528955"/>
                </a:lnTo>
                <a:lnTo>
                  <a:pt x="359664" y="509016"/>
                </a:lnTo>
                <a:lnTo>
                  <a:pt x="379603" y="468515"/>
                </a:lnTo>
                <a:lnTo>
                  <a:pt x="381000" y="451104"/>
                </a:lnTo>
                <a:lnTo>
                  <a:pt x="381000" y="434340"/>
                </a:lnTo>
                <a:close/>
              </a:path>
              <a:path extrusionOk="0" h="1358264" w="382905">
                <a:moveTo>
                  <a:pt x="382524" y="911352"/>
                </a:moveTo>
                <a:lnTo>
                  <a:pt x="379984" y="888238"/>
                </a:lnTo>
                <a:lnTo>
                  <a:pt x="372427" y="866965"/>
                </a:lnTo>
                <a:lnTo>
                  <a:pt x="360032" y="847712"/>
                </a:lnTo>
                <a:lnTo>
                  <a:pt x="358140" y="845820"/>
                </a:lnTo>
                <a:lnTo>
                  <a:pt x="342900" y="830580"/>
                </a:lnTo>
                <a:lnTo>
                  <a:pt x="341376" y="829614"/>
                </a:lnTo>
                <a:lnTo>
                  <a:pt x="341376" y="920496"/>
                </a:lnTo>
                <a:lnTo>
                  <a:pt x="341350" y="921575"/>
                </a:lnTo>
                <a:lnTo>
                  <a:pt x="333375" y="962787"/>
                </a:lnTo>
                <a:lnTo>
                  <a:pt x="326136" y="978408"/>
                </a:lnTo>
                <a:lnTo>
                  <a:pt x="170688" y="978408"/>
                </a:lnTo>
                <a:lnTo>
                  <a:pt x="149352" y="944880"/>
                </a:lnTo>
                <a:lnTo>
                  <a:pt x="145300" y="935545"/>
                </a:lnTo>
                <a:lnTo>
                  <a:pt x="142494" y="926592"/>
                </a:lnTo>
                <a:lnTo>
                  <a:pt x="140779" y="917448"/>
                </a:lnTo>
                <a:lnTo>
                  <a:pt x="140208" y="908304"/>
                </a:lnTo>
                <a:lnTo>
                  <a:pt x="141884" y="893216"/>
                </a:lnTo>
                <a:lnTo>
                  <a:pt x="164592" y="861060"/>
                </a:lnTo>
                <a:lnTo>
                  <a:pt x="216458" y="846924"/>
                </a:lnTo>
                <a:lnTo>
                  <a:pt x="239268" y="845820"/>
                </a:lnTo>
                <a:lnTo>
                  <a:pt x="263842" y="847204"/>
                </a:lnTo>
                <a:lnTo>
                  <a:pt x="302704" y="857402"/>
                </a:lnTo>
                <a:lnTo>
                  <a:pt x="335470" y="889635"/>
                </a:lnTo>
                <a:lnTo>
                  <a:pt x="341376" y="920496"/>
                </a:lnTo>
                <a:lnTo>
                  <a:pt x="341376" y="829614"/>
                </a:lnTo>
                <a:lnTo>
                  <a:pt x="320878" y="816584"/>
                </a:lnTo>
                <a:lnTo>
                  <a:pt x="295846" y="806577"/>
                </a:lnTo>
                <a:lnTo>
                  <a:pt x="267677" y="800582"/>
                </a:lnTo>
                <a:lnTo>
                  <a:pt x="236220" y="798576"/>
                </a:lnTo>
                <a:lnTo>
                  <a:pt x="205054" y="800290"/>
                </a:lnTo>
                <a:lnTo>
                  <a:pt x="154139" y="814006"/>
                </a:lnTo>
                <a:lnTo>
                  <a:pt x="118110" y="839990"/>
                </a:lnTo>
                <a:lnTo>
                  <a:pt x="99822" y="875944"/>
                </a:lnTo>
                <a:lnTo>
                  <a:pt x="99745" y="876782"/>
                </a:lnTo>
                <a:lnTo>
                  <a:pt x="97536" y="897636"/>
                </a:lnTo>
                <a:lnTo>
                  <a:pt x="108204" y="941832"/>
                </a:lnTo>
                <a:lnTo>
                  <a:pt x="132588" y="978408"/>
                </a:lnTo>
                <a:lnTo>
                  <a:pt x="0" y="978408"/>
                </a:lnTo>
                <a:lnTo>
                  <a:pt x="0" y="1024128"/>
                </a:lnTo>
                <a:lnTo>
                  <a:pt x="374904" y="1024128"/>
                </a:lnTo>
                <a:lnTo>
                  <a:pt x="374904" y="981456"/>
                </a:lnTo>
                <a:lnTo>
                  <a:pt x="362712" y="978408"/>
                </a:lnTo>
                <a:lnTo>
                  <a:pt x="367004" y="971296"/>
                </a:lnTo>
                <a:lnTo>
                  <a:pt x="370713" y="963739"/>
                </a:lnTo>
                <a:lnTo>
                  <a:pt x="373862" y="955916"/>
                </a:lnTo>
                <a:lnTo>
                  <a:pt x="373926" y="955700"/>
                </a:lnTo>
                <a:lnTo>
                  <a:pt x="376428" y="947928"/>
                </a:lnTo>
                <a:lnTo>
                  <a:pt x="379310" y="940295"/>
                </a:lnTo>
                <a:lnTo>
                  <a:pt x="381190" y="931354"/>
                </a:lnTo>
                <a:lnTo>
                  <a:pt x="382219" y="921575"/>
                </a:lnTo>
                <a:lnTo>
                  <a:pt x="382346" y="917448"/>
                </a:lnTo>
                <a:lnTo>
                  <a:pt x="382524" y="911352"/>
                </a:lnTo>
                <a:close/>
              </a:path>
              <a:path extrusionOk="0" h="1358264" w="382905">
                <a:moveTo>
                  <a:pt x="382524" y="134112"/>
                </a:moveTo>
                <a:lnTo>
                  <a:pt x="370332" y="79248"/>
                </a:lnTo>
                <a:lnTo>
                  <a:pt x="348996" y="50292"/>
                </a:lnTo>
                <a:lnTo>
                  <a:pt x="345948" y="45720"/>
                </a:lnTo>
                <a:lnTo>
                  <a:pt x="374904" y="45720"/>
                </a:lnTo>
                <a:lnTo>
                  <a:pt x="374904" y="0"/>
                </a:lnTo>
                <a:lnTo>
                  <a:pt x="339775" y="0"/>
                </a:lnTo>
                <a:lnTo>
                  <a:pt x="339775" y="115824"/>
                </a:lnTo>
                <a:lnTo>
                  <a:pt x="339699" y="119570"/>
                </a:lnTo>
                <a:lnTo>
                  <a:pt x="321335" y="160578"/>
                </a:lnTo>
                <a:lnTo>
                  <a:pt x="292608" y="167640"/>
                </a:lnTo>
                <a:lnTo>
                  <a:pt x="282892" y="167055"/>
                </a:lnTo>
                <a:lnTo>
                  <a:pt x="255333" y="149923"/>
                </a:lnTo>
                <a:lnTo>
                  <a:pt x="251079" y="142875"/>
                </a:lnTo>
                <a:lnTo>
                  <a:pt x="240157" y="108394"/>
                </a:lnTo>
                <a:lnTo>
                  <a:pt x="238887" y="98298"/>
                </a:lnTo>
                <a:lnTo>
                  <a:pt x="238772" y="97155"/>
                </a:lnTo>
                <a:lnTo>
                  <a:pt x="238721" y="96735"/>
                </a:lnTo>
                <a:lnTo>
                  <a:pt x="237604" y="85344"/>
                </a:lnTo>
                <a:lnTo>
                  <a:pt x="236575" y="74612"/>
                </a:lnTo>
                <a:lnTo>
                  <a:pt x="235407" y="63487"/>
                </a:lnTo>
                <a:lnTo>
                  <a:pt x="234251" y="53746"/>
                </a:lnTo>
                <a:lnTo>
                  <a:pt x="233172" y="45720"/>
                </a:lnTo>
                <a:lnTo>
                  <a:pt x="309372" y="45720"/>
                </a:lnTo>
                <a:lnTo>
                  <a:pt x="330708" y="79248"/>
                </a:lnTo>
                <a:lnTo>
                  <a:pt x="339775" y="115824"/>
                </a:lnTo>
                <a:lnTo>
                  <a:pt x="339775" y="0"/>
                </a:lnTo>
                <a:lnTo>
                  <a:pt x="190500" y="0"/>
                </a:lnTo>
                <a:lnTo>
                  <a:pt x="177596" y="558"/>
                </a:lnTo>
                <a:lnTo>
                  <a:pt x="137718" y="11620"/>
                </a:lnTo>
                <a:lnTo>
                  <a:pt x="108064" y="46012"/>
                </a:lnTo>
                <a:lnTo>
                  <a:pt x="98679" y="85915"/>
                </a:lnTo>
                <a:lnTo>
                  <a:pt x="98615" y="86868"/>
                </a:lnTo>
                <a:lnTo>
                  <a:pt x="98552" y="87782"/>
                </a:lnTo>
                <a:lnTo>
                  <a:pt x="97929" y="96735"/>
                </a:lnTo>
                <a:lnTo>
                  <a:pt x="97955" y="124396"/>
                </a:lnTo>
                <a:lnTo>
                  <a:pt x="98666" y="134112"/>
                </a:lnTo>
                <a:lnTo>
                  <a:pt x="106489" y="178879"/>
                </a:lnTo>
                <a:lnTo>
                  <a:pt x="108331" y="187007"/>
                </a:lnTo>
                <a:lnTo>
                  <a:pt x="109728" y="193548"/>
                </a:lnTo>
                <a:lnTo>
                  <a:pt x="155448" y="193548"/>
                </a:lnTo>
                <a:lnTo>
                  <a:pt x="155448" y="192024"/>
                </a:lnTo>
                <a:lnTo>
                  <a:pt x="151168" y="180860"/>
                </a:lnTo>
                <a:lnTo>
                  <a:pt x="147447" y="170116"/>
                </a:lnTo>
                <a:lnTo>
                  <a:pt x="138303" y="128587"/>
                </a:lnTo>
                <a:lnTo>
                  <a:pt x="138188" y="127330"/>
                </a:lnTo>
                <a:lnTo>
                  <a:pt x="138112" y="126492"/>
                </a:lnTo>
                <a:lnTo>
                  <a:pt x="137452" y="119570"/>
                </a:lnTo>
                <a:lnTo>
                  <a:pt x="137464" y="96735"/>
                </a:lnTo>
                <a:lnTo>
                  <a:pt x="137807" y="91973"/>
                </a:lnTo>
                <a:lnTo>
                  <a:pt x="155448" y="54864"/>
                </a:lnTo>
                <a:lnTo>
                  <a:pt x="187452" y="45720"/>
                </a:lnTo>
                <a:lnTo>
                  <a:pt x="196596" y="45720"/>
                </a:lnTo>
                <a:lnTo>
                  <a:pt x="196672" y="46863"/>
                </a:lnTo>
                <a:lnTo>
                  <a:pt x="196773" y="48298"/>
                </a:lnTo>
                <a:lnTo>
                  <a:pt x="197815" y="64008"/>
                </a:lnTo>
                <a:lnTo>
                  <a:pt x="199072" y="80391"/>
                </a:lnTo>
                <a:lnTo>
                  <a:pt x="200723" y="97155"/>
                </a:lnTo>
                <a:lnTo>
                  <a:pt x="200850" y="98094"/>
                </a:lnTo>
                <a:lnTo>
                  <a:pt x="200914" y="98640"/>
                </a:lnTo>
                <a:lnTo>
                  <a:pt x="208407" y="141160"/>
                </a:lnTo>
                <a:lnTo>
                  <a:pt x="223342" y="177863"/>
                </a:lnTo>
                <a:lnTo>
                  <a:pt x="259041" y="209105"/>
                </a:lnTo>
                <a:lnTo>
                  <a:pt x="297180" y="214884"/>
                </a:lnTo>
                <a:lnTo>
                  <a:pt x="305422" y="214579"/>
                </a:lnTo>
                <a:lnTo>
                  <a:pt x="345567" y="200977"/>
                </a:lnTo>
                <a:lnTo>
                  <a:pt x="372719" y="172313"/>
                </a:lnTo>
                <a:lnTo>
                  <a:pt x="379437" y="156972"/>
                </a:lnTo>
                <a:lnTo>
                  <a:pt x="381165" y="150075"/>
                </a:lnTo>
                <a:lnTo>
                  <a:pt x="381266" y="149352"/>
                </a:lnTo>
                <a:lnTo>
                  <a:pt x="382219" y="142100"/>
                </a:lnTo>
                <a:lnTo>
                  <a:pt x="382257" y="141160"/>
                </a:lnTo>
                <a:lnTo>
                  <a:pt x="382358" y="138480"/>
                </a:lnTo>
                <a:lnTo>
                  <a:pt x="382524" y="13411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1" name="Google Shape;6411;p98"/>
          <p:cNvSpPr/>
          <p:nvPr/>
        </p:nvSpPr>
        <p:spPr>
          <a:xfrm>
            <a:off x="1652016" y="2761488"/>
            <a:ext cx="365760" cy="459105"/>
          </a:xfrm>
          <a:custGeom>
            <a:rect b="b" l="l" r="r" t="t"/>
            <a:pathLst>
              <a:path extrusionOk="0" h="459105" w="365760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459105" w="365760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  <a:path extrusionOk="0" h="459105" w="365760">
                <a:moveTo>
                  <a:pt x="365747" y="313944"/>
                </a:moveTo>
                <a:lnTo>
                  <a:pt x="364223" y="307848"/>
                </a:lnTo>
                <a:lnTo>
                  <a:pt x="361175" y="295656"/>
                </a:lnTo>
                <a:lnTo>
                  <a:pt x="358127" y="288036"/>
                </a:lnTo>
                <a:lnTo>
                  <a:pt x="358127" y="281940"/>
                </a:lnTo>
                <a:lnTo>
                  <a:pt x="352031" y="269748"/>
                </a:lnTo>
                <a:lnTo>
                  <a:pt x="348983" y="262128"/>
                </a:lnTo>
                <a:lnTo>
                  <a:pt x="347459" y="257556"/>
                </a:lnTo>
                <a:lnTo>
                  <a:pt x="344411" y="252984"/>
                </a:lnTo>
                <a:lnTo>
                  <a:pt x="294119" y="252984"/>
                </a:lnTo>
                <a:lnTo>
                  <a:pt x="294119" y="254508"/>
                </a:lnTo>
                <a:lnTo>
                  <a:pt x="300697" y="262801"/>
                </a:lnTo>
                <a:lnTo>
                  <a:pt x="306692" y="271653"/>
                </a:lnTo>
                <a:lnTo>
                  <a:pt x="323837" y="311086"/>
                </a:lnTo>
                <a:lnTo>
                  <a:pt x="326123" y="332232"/>
                </a:lnTo>
                <a:lnTo>
                  <a:pt x="324408" y="349643"/>
                </a:lnTo>
                <a:lnTo>
                  <a:pt x="298691" y="390144"/>
                </a:lnTo>
                <a:lnTo>
                  <a:pt x="246837" y="410083"/>
                </a:lnTo>
                <a:lnTo>
                  <a:pt x="224015" y="411480"/>
                </a:lnTo>
                <a:lnTo>
                  <a:pt x="201206" y="410083"/>
                </a:lnTo>
                <a:lnTo>
                  <a:pt x="163588" y="399275"/>
                </a:lnTo>
                <a:lnTo>
                  <a:pt x="128765" y="364617"/>
                </a:lnTo>
                <a:lnTo>
                  <a:pt x="121907" y="332232"/>
                </a:lnTo>
                <a:lnTo>
                  <a:pt x="121907" y="324612"/>
                </a:lnTo>
                <a:lnTo>
                  <a:pt x="123431" y="316992"/>
                </a:lnTo>
                <a:lnTo>
                  <a:pt x="124955" y="307848"/>
                </a:lnTo>
                <a:lnTo>
                  <a:pt x="131051" y="292608"/>
                </a:lnTo>
                <a:lnTo>
                  <a:pt x="134099" y="286512"/>
                </a:lnTo>
                <a:lnTo>
                  <a:pt x="137147" y="278892"/>
                </a:lnTo>
                <a:lnTo>
                  <a:pt x="141719" y="272796"/>
                </a:lnTo>
                <a:lnTo>
                  <a:pt x="144767" y="268224"/>
                </a:lnTo>
                <a:lnTo>
                  <a:pt x="147815" y="262128"/>
                </a:lnTo>
                <a:lnTo>
                  <a:pt x="150863" y="257556"/>
                </a:lnTo>
                <a:lnTo>
                  <a:pt x="153911" y="254508"/>
                </a:lnTo>
                <a:lnTo>
                  <a:pt x="153911" y="252984"/>
                </a:lnTo>
                <a:lnTo>
                  <a:pt x="103619" y="252984"/>
                </a:lnTo>
                <a:lnTo>
                  <a:pt x="88379" y="289560"/>
                </a:lnTo>
                <a:lnTo>
                  <a:pt x="82283" y="332232"/>
                </a:lnTo>
                <a:lnTo>
                  <a:pt x="82854" y="345694"/>
                </a:lnTo>
                <a:lnTo>
                  <a:pt x="91427" y="384048"/>
                </a:lnTo>
                <a:lnTo>
                  <a:pt x="118859" y="423672"/>
                </a:lnTo>
                <a:lnTo>
                  <a:pt x="163055" y="448056"/>
                </a:lnTo>
                <a:lnTo>
                  <a:pt x="207213" y="458139"/>
                </a:lnTo>
                <a:lnTo>
                  <a:pt x="224015" y="458724"/>
                </a:lnTo>
                <a:lnTo>
                  <a:pt x="241719" y="458152"/>
                </a:lnTo>
                <a:lnTo>
                  <a:pt x="286499" y="449580"/>
                </a:lnTo>
                <a:lnTo>
                  <a:pt x="321868" y="431368"/>
                </a:lnTo>
                <a:lnTo>
                  <a:pt x="352348" y="394322"/>
                </a:lnTo>
                <a:lnTo>
                  <a:pt x="365175" y="345668"/>
                </a:lnTo>
                <a:lnTo>
                  <a:pt x="365747" y="332232"/>
                </a:lnTo>
                <a:lnTo>
                  <a:pt x="365747" y="313944"/>
                </a:lnTo>
                <a:close/>
              </a:path>
              <a:path extrusionOk="0" h="459105" w="365760">
                <a:moveTo>
                  <a:pt x="365747" y="114300"/>
                </a:moveTo>
                <a:lnTo>
                  <a:pt x="364223" y="106680"/>
                </a:lnTo>
                <a:lnTo>
                  <a:pt x="361746" y="93154"/>
                </a:lnTo>
                <a:lnTo>
                  <a:pt x="360159" y="86753"/>
                </a:lnTo>
                <a:lnTo>
                  <a:pt x="358127" y="80772"/>
                </a:lnTo>
                <a:lnTo>
                  <a:pt x="316979" y="80772"/>
                </a:lnTo>
                <a:lnTo>
                  <a:pt x="316979" y="82296"/>
                </a:lnTo>
                <a:lnTo>
                  <a:pt x="318503" y="85344"/>
                </a:lnTo>
                <a:lnTo>
                  <a:pt x="320027" y="91440"/>
                </a:lnTo>
                <a:lnTo>
                  <a:pt x="323075" y="97536"/>
                </a:lnTo>
                <a:lnTo>
                  <a:pt x="324599" y="105156"/>
                </a:lnTo>
                <a:lnTo>
                  <a:pt x="326123" y="111252"/>
                </a:lnTo>
                <a:lnTo>
                  <a:pt x="326123" y="118872"/>
                </a:lnTo>
                <a:lnTo>
                  <a:pt x="325843" y="126568"/>
                </a:lnTo>
                <a:lnTo>
                  <a:pt x="309359" y="156972"/>
                </a:lnTo>
                <a:lnTo>
                  <a:pt x="303263" y="161544"/>
                </a:lnTo>
                <a:lnTo>
                  <a:pt x="295643" y="163068"/>
                </a:lnTo>
                <a:lnTo>
                  <a:pt x="288023" y="163068"/>
                </a:lnTo>
                <a:lnTo>
                  <a:pt x="281736" y="163309"/>
                </a:lnTo>
                <a:lnTo>
                  <a:pt x="265734" y="164363"/>
                </a:lnTo>
                <a:lnTo>
                  <a:pt x="256019" y="164592"/>
                </a:lnTo>
                <a:lnTo>
                  <a:pt x="128003" y="164592"/>
                </a:lnTo>
                <a:lnTo>
                  <a:pt x="128003" y="80772"/>
                </a:lnTo>
                <a:lnTo>
                  <a:pt x="89903" y="80772"/>
                </a:lnTo>
                <a:lnTo>
                  <a:pt x="89903" y="164592"/>
                </a:lnTo>
                <a:lnTo>
                  <a:pt x="12179" y="164592"/>
                </a:lnTo>
                <a:lnTo>
                  <a:pt x="12179" y="210312"/>
                </a:lnTo>
                <a:lnTo>
                  <a:pt x="89903" y="210312"/>
                </a:lnTo>
                <a:lnTo>
                  <a:pt x="89903" y="240792"/>
                </a:lnTo>
                <a:lnTo>
                  <a:pt x="128003" y="240792"/>
                </a:lnTo>
                <a:lnTo>
                  <a:pt x="128003" y="210312"/>
                </a:lnTo>
                <a:lnTo>
                  <a:pt x="277355" y="210312"/>
                </a:lnTo>
                <a:lnTo>
                  <a:pt x="298767" y="208915"/>
                </a:lnTo>
                <a:lnTo>
                  <a:pt x="344411" y="188976"/>
                </a:lnTo>
                <a:lnTo>
                  <a:pt x="364350" y="148475"/>
                </a:lnTo>
                <a:lnTo>
                  <a:pt x="365747" y="131064"/>
                </a:lnTo>
                <a:lnTo>
                  <a:pt x="365747" y="11430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2" name="Google Shape;6412;p98"/>
          <p:cNvSpPr/>
          <p:nvPr/>
        </p:nvSpPr>
        <p:spPr>
          <a:xfrm>
            <a:off x="1734311" y="2474975"/>
            <a:ext cx="285115" cy="241300"/>
          </a:xfrm>
          <a:custGeom>
            <a:rect b="b" l="l" r="r" t="t"/>
            <a:pathLst>
              <a:path extrusionOk="0" h="241300" w="285114">
                <a:moveTo>
                  <a:pt x="143256" y="240792"/>
                </a:moveTo>
                <a:lnTo>
                  <a:pt x="82677" y="232600"/>
                </a:lnTo>
                <a:lnTo>
                  <a:pt x="38100" y="207264"/>
                </a:lnTo>
                <a:lnTo>
                  <a:pt x="9334" y="169545"/>
                </a:lnTo>
                <a:lnTo>
                  <a:pt x="0" y="120396"/>
                </a:lnTo>
                <a:lnTo>
                  <a:pt x="2309" y="94392"/>
                </a:lnTo>
                <a:lnTo>
                  <a:pt x="21216" y="50958"/>
                </a:lnTo>
                <a:lnTo>
                  <a:pt x="58388" y="18645"/>
                </a:lnTo>
                <a:lnTo>
                  <a:pt x="110966" y="2024"/>
                </a:lnTo>
                <a:lnTo>
                  <a:pt x="143256" y="0"/>
                </a:lnTo>
                <a:lnTo>
                  <a:pt x="174688" y="2024"/>
                </a:lnTo>
                <a:lnTo>
                  <a:pt x="202692" y="8191"/>
                </a:lnTo>
                <a:lnTo>
                  <a:pt x="227266" y="18645"/>
                </a:lnTo>
                <a:lnTo>
                  <a:pt x="248412" y="33528"/>
                </a:lnTo>
                <a:lnTo>
                  <a:pt x="261003" y="47244"/>
                </a:lnTo>
                <a:lnTo>
                  <a:pt x="143256" y="47244"/>
                </a:lnTo>
                <a:lnTo>
                  <a:pt x="118681" y="48410"/>
                </a:lnTo>
                <a:lnTo>
                  <a:pt x="79819" y="58173"/>
                </a:lnTo>
                <a:lnTo>
                  <a:pt x="46291" y="89725"/>
                </a:lnTo>
                <a:lnTo>
                  <a:pt x="39624" y="120396"/>
                </a:lnTo>
                <a:lnTo>
                  <a:pt x="41314" y="136683"/>
                </a:lnTo>
                <a:lnTo>
                  <a:pt x="65532" y="175260"/>
                </a:lnTo>
                <a:lnTo>
                  <a:pt x="118681" y="192404"/>
                </a:lnTo>
                <a:lnTo>
                  <a:pt x="143256" y="193547"/>
                </a:lnTo>
                <a:lnTo>
                  <a:pt x="261629" y="193547"/>
                </a:lnTo>
                <a:lnTo>
                  <a:pt x="246888" y="208788"/>
                </a:lnTo>
                <a:lnTo>
                  <a:pt x="225766" y="222789"/>
                </a:lnTo>
                <a:lnTo>
                  <a:pt x="201358" y="232791"/>
                </a:lnTo>
                <a:lnTo>
                  <a:pt x="173916" y="238767"/>
                </a:lnTo>
                <a:lnTo>
                  <a:pt x="174171" y="238767"/>
                </a:lnTo>
                <a:lnTo>
                  <a:pt x="143256" y="240792"/>
                </a:lnTo>
                <a:close/>
              </a:path>
              <a:path extrusionOk="0" h="241300" w="285114">
                <a:moveTo>
                  <a:pt x="261629" y="193547"/>
                </a:moveTo>
                <a:lnTo>
                  <a:pt x="143256" y="193547"/>
                </a:lnTo>
                <a:lnTo>
                  <a:pt x="166949" y="192404"/>
                </a:lnTo>
                <a:lnTo>
                  <a:pt x="187642" y="188976"/>
                </a:lnTo>
                <a:lnTo>
                  <a:pt x="230576" y="164115"/>
                </a:lnTo>
                <a:lnTo>
                  <a:pt x="245364" y="120396"/>
                </a:lnTo>
                <a:lnTo>
                  <a:pt x="243673" y="104132"/>
                </a:lnTo>
                <a:lnTo>
                  <a:pt x="219456" y="67056"/>
                </a:lnTo>
                <a:lnTo>
                  <a:pt x="166949" y="48410"/>
                </a:lnTo>
                <a:lnTo>
                  <a:pt x="143256" y="47244"/>
                </a:lnTo>
                <a:lnTo>
                  <a:pt x="261003" y="47244"/>
                </a:lnTo>
                <a:lnTo>
                  <a:pt x="264414" y="50958"/>
                </a:lnTo>
                <a:lnTo>
                  <a:pt x="275844" y="71247"/>
                </a:lnTo>
                <a:lnTo>
                  <a:pt x="282702" y="94392"/>
                </a:lnTo>
                <a:lnTo>
                  <a:pt x="284988" y="120396"/>
                </a:lnTo>
                <a:lnTo>
                  <a:pt x="282753" y="146399"/>
                </a:lnTo>
                <a:lnTo>
                  <a:pt x="282678" y="147280"/>
                </a:lnTo>
                <a:lnTo>
                  <a:pt x="275653" y="170878"/>
                </a:lnTo>
                <a:lnTo>
                  <a:pt x="263771" y="191333"/>
                </a:lnTo>
                <a:lnTo>
                  <a:pt x="261629" y="193547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3" name="Google Shape;6413;p98"/>
          <p:cNvSpPr/>
          <p:nvPr/>
        </p:nvSpPr>
        <p:spPr>
          <a:xfrm>
            <a:off x="1734311" y="2217420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6067"/>
                </a:lnTo>
                <a:lnTo>
                  <a:pt x="5143" y="116204"/>
                </a:lnTo>
                <a:lnTo>
                  <a:pt x="0" y="85344"/>
                </a:lnTo>
                <a:lnTo>
                  <a:pt x="1690" y="66151"/>
                </a:lnTo>
                <a:lnTo>
                  <a:pt x="25907" y="22859"/>
                </a:lnTo>
                <a:lnTo>
                  <a:pt x="78628" y="1428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14323" y="45958"/>
                </a:lnTo>
                <a:lnTo>
                  <a:pt x="96654" y="47005"/>
                </a:lnTo>
                <a:lnTo>
                  <a:pt x="88391" y="47244"/>
                </a:lnTo>
                <a:lnTo>
                  <a:pt x="80700" y="48648"/>
                </a:lnTo>
                <a:lnTo>
                  <a:pt x="47243" y="70104"/>
                </a:lnTo>
                <a:lnTo>
                  <a:pt x="42671" y="97536"/>
                </a:lnTo>
                <a:lnTo>
                  <a:pt x="43243" y="105775"/>
                </a:lnTo>
                <a:lnTo>
                  <a:pt x="62293" y="149161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414" name="Google Shape;6414;p9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601467" y="8805671"/>
            <a:ext cx="102108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415" name="Google Shape;6415;p98"/>
          <p:cNvGrpSpPr/>
          <p:nvPr/>
        </p:nvGrpSpPr>
        <p:grpSpPr>
          <a:xfrm>
            <a:off x="2520696" y="7461503"/>
            <a:ext cx="231648" cy="1118615"/>
            <a:chOff x="2520696" y="7461503"/>
            <a:chExt cx="231648" cy="1118615"/>
          </a:xfrm>
        </p:grpSpPr>
        <p:pic>
          <p:nvPicPr>
            <p:cNvPr id="6416" name="Google Shape;6416;p9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2526792" y="8261603"/>
              <a:ext cx="225552" cy="3185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17" name="Google Shape;6417;p9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581656" y="8104631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18" name="Google Shape;6418;p9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2581656" y="7959851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19" name="Google Shape;6419;p98"/>
            <p:cNvSpPr/>
            <p:nvPr/>
          </p:nvSpPr>
          <p:spPr>
            <a:xfrm>
              <a:off x="2531351" y="7906512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20" name="Google Shape;6420;p98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20696" y="7740395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21" name="Google Shape;6421;p98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81656" y="7571231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22" name="Google Shape;6422;p98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586227" y="7461503"/>
              <a:ext cx="161543" cy="8534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23" name="Google Shape;6423;p98"/>
          <p:cNvGrpSpPr/>
          <p:nvPr/>
        </p:nvGrpSpPr>
        <p:grpSpPr>
          <a:xfrm>
            <a:off x="2531351" y="6626352"/>
            <a:ext cx="219469" cy="734568"/>
            <a:chOff x="2531351" y="6626352"/>
            <a:chExt cx="219469" cy="734568"/>
          </a:xfrm>
        </p:grpSpPr>
        <p:pic>
          <p:nvPicPr>
            <p:cNvPr id="6424" name="Google Shape;6424;p98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581656" y="7219188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25" name="Google Shape;6425;p98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581656" y="7066788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26" name="Google Shape;6426;p98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38984" y="6949440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27" name="Google Shape;6427;p98"/>
            <p:cNvSpPr/>
            <p:nvPr/>
          </p:nvSpPr>
          <p:spPr>
            <a:xfrm>
              <a:off x="2531351" y="6899148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28" name="Google Shape;6428;p98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81656" y="6626352"/>
              <a:ext cx="169164" cy="2331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29" name="Google Shape;6429;p98"/>
          <p:cNvGrpSpPr/>
          <p:nvPr/>
        </p:nvGrpSpPr>
        <p:grpSpPr>
          <a:xfrm>
            <a:off x="2520696" y="5693664"/>
            <a:ext cx="288035" cy="824484"/>
            <a:chOff x="2520696" y="5693664"/>
            <a:chExt cx="288035" cy="824484"/>
          </a:xfrm>
        </p:grpSpPr>
        <p:pic>
          <p:nvPicPr>
            <p:cNvPr id="6430" name="Google Shape;6430;p98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520696" y="6379464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31" name="Google Shape;6431;p98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81656" y="6079235"/>
              <a:ext cx="169164" cy="2727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32" name="Google Shape;6432;p98"/>
            <p:cNvSpPr/>
            <p:nvPr/>
          </p:nvSpPr>
          <p:spPr>
            <a:xfrm>
              <a:off x="2531351" y="602742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33" name="Google Shape;6433;p98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581655" y="5861303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34" name="Google Shape;6434;p98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581656" y="5693664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35" name="Google Shape;6435;p98"/>
          <p:cNvGrpSpPr/>
          <p:nvPr/>
        </p:nvGrpSpPr>
        <p:grpSpPr>
          <a:xfrm>
            <a:off x="2894076" y="8337804"/>
            <a:ext cx="213359" cy="245363"/>
            <a:chOff x="2894076" y="8337804"/>
            <a:chExt cx="213359" cy="245363"/>
          </a:xfrm>
        </p:grpSpPr>
        <p:pic>
          <p:nvPicPr>
            <p:cNvPr id="6436" name="Google Shape;6436;p98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937128" y="8453627"/>
              <a:ext cx="170307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37" name="Google Shape;6437;p98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894076" y="8337804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38" name="Google Shape;6438;p98"/>
          <p:cNvGrpSpPr/>
          <p:nvPr/>
        </p:nvGrpSpPr>
        <p:grpSpPr>
          <a:xfrm>
            <a:off x="2894076" y="7825740"/>
            <a:ext cx="268223" cy="416051"/>
            <a:chOff x="2894076" y="7825740"/>
            <a:chExt cx="268223" cy="416051"/>
          </a:xfrm>
        </p:grpSpPr>
        <p:pic>
          <p:nvPicPr>
            <p:cNvPr id="6439" name="Google Shape;6439;p98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894076" y="7991856"/>
              <a:ext cx="213359" cy="2499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40" name="Google Shape;6440;p98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936747" y="7825740"/>
              <a:ext cx="225552" cy="13716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41" name="Google Shape;6441;p98"/>
          <p:cNvGrpSpPr/>
          <p:nvPr/>
        </p:nvGrpSpPr>
        <p:grpSpPr>
          <a:xfrm>
            <a:off x="2875788" y="7008876"/>
            <a:ext cx="230124" cy="701293"/>
            <a:chOff x="2875788" y="7008876"/>
            <a:chExt cx="230124" cy="701293"/>
          </a:xfrm>
        </p:grpSpPr>
        <p:sp>
          <p:nvSpPr>
            <p:cNvPr id="6442" name="Google Shape;6442;p98"/>
            <p:cNvSpPr/>
            <p:nvPr/>
          </p:nvSpPr>
          <p:spPr>
            <a:xfrm>
              <a:off x="2875788" y="7680960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43" name="Google Shape;6443;p98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936748" y="7211567"/>
              <a:ext cx="169164" cy="44043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44" name="Google Shape;6444;p98"/>
            <p:cNvSpPr/>
            <p:nvPr/>
          </p:nvSpPr>
          <p:spPr>
            <a:xfrm>
              <a:off x="2875788" y="7155179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45" name="Google Shape;6445;p98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936747" y="7008876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46" name="Google Shape;6446;p98"/>
          <p:cNvGrpSpPr/>
          <p:nvPr/>
        </p:nvGrpSpPr>
        <p:grpSpPr>
          <a:xfrm>
            <a:off x="2875788" y="6367272"/>
            <a:ext cx="286511" cy="534923"/>
            <a:chOff x="2875788" y="6367272"/>
            <a:chExt cx="286511" cy="534923"/>
          </a:xfrm>
        </p:grpSpPr>
        <p:pic>
          <p:nvPicPr>
            <p:cNvPr id="6447" name="Google Shape;6447;p98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936747" y="6755891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48" name="Google Shape;6448;p98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936747" y="6598919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49" name="Google Shape;6449;p98"/>
            <p:cNvSpPr/>
            <p:nvPr/>
          </p:nvSpPr>
          <p:spPr>
            <a:xfrm>
              <a:off x="2875788" y="6533387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50" name="Google Shape;6450;p98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941319" y="6367272"/>
              <a:ext cx="220980" cy="1447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451" name="Google Shape;6451;p98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383279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sp>
        <p:nvSpPr>
          <p:cNvPr id="6452" name="Google Shape;6452;p98"/>
          <p:cNvSpPr/>
          <p:nvPr/>
        </p:nvSpPr>
        <p:spPr>
          <a:xfrm>
            <a:off x="3313176" y="8491728"/>
            <a:ext cx="21590" cy="27940"/>
          </a:xfrm>
          <a:custGeom>
            <a:rect b="b" l="l" r="r" t="t"/>
            <a:pathLst>
              <a:path extrusionOk="0" h="27940" w="21589">
                <a:moveTo>
                  <a:pt x="0" y="0"/>
                </a:moveTo>
                <a:lnTo>
                  <a:pt x="21336" y="0"/>
                </a:lnTo>
                <a:lnTo>
                  <a:pt x="21336" y="27939"/>
                </a:lnTo>
                <a:lnTo>
                  <a:pt x="0" y="279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3" name="Google Shape;6453;p98"/>
          <p:cNvGrpSpPr/>
          <p:nvPr/>
        </p:nvGrpSpPr>
        <p:grpSpPr>
          <a:xfrm>
            <a:off x="3313176" y="7251192"/>
            <a:ext cx="277368" cy="1324356"/>
            <a:chOff x="3313176" y="7251192"/>
            <a:chExt cx="277368" cy="1324356"/>
          </a:xfrm>
        </p:grpSpPr>
        <p:sp>
          <p:nvSpPr>
            <p:cNvPr id="6454" name="Google Shape;6454;p98"/>
            <p:cNvSpPr/>
            <p:nvPr/>
          </p:nvSpPr>
          <p:spPr>
            <a:xfrm>
              <a:off x="3313176" y="8491728"/>
              <a:ext cx="216535" cy="83820"/>
            </a:xfrm>
            <a:custGeom>
              <a:rect b="b" l="l" r="r" t="t"/>
              <a:pathLst>
                <a:path extrusionOk="0" h="83820" w="216535">
                  <a:moveTo>
                    <a:pt x="216408" y="0"/>
                  </a:moveTo>
                  <a:lnTo>
                    <a:pt x="195072" y="0"/>
                  </a:lnTo>
                  <a:lnTo>
                    <a:pt x="195072" y="27940"/>
                  </a:lnTo>
                  <a:lnTo>
                    <a:pt x="0" y="27940"/>
                  </a:lnTo>
                  <a:lnTo>
                    <a:pt x="0" y="55880"/>
                  </a:lnTo>
                  <a:lnTo>
                    <a:pt x="0" y="83820"/>
                  </a:lnTo>
                  <a:lnTo>
                    <a:pt x="21336" y="83820"/>
                  </a:lnTo>
                  <a:lnTo>
                    <a:pt x="21336" y="55880"/>
                  </a:lnTo>
                  <a:lnTo>
                    <a:pt x="195072" y="55880"/>
                  </a:lnTo>
                  <a:lnTo>
                    <a:pt x="195072" y="83820"/>
                  </a:lnTo>
                  <a:lnTo>
                    <a:pt x="216408" y="83820"/>
                  </a:lnTo>
                  <a:lnTo>
                    <a:pt x="216408" y="55880"/>
                  </a:lnTo>
                  <a:lnTo>
                    <a:pt x="216408" y="2794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55" name="Google Shape;6455;p98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363467" y="8334755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56" name="Google Shape;6456;p98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363468" y="8183880"/>
              <a:ext cx="169163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57" name="Google Shape;6457;p98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363468" y="7780020"/>
              <a:ext cx="170687" cy="3810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58" name="Google Shape;6458;p98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363567" y="7636764"/>
              <a:ext cx="169008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59" name="Google Shape;6459;p98"/>
            <p:cNvSpPr/>
            <p:nvPr/>
          </p:nvSpPr>
          <p:spPr>
            <a:xfrm>
              <a:off x="3313176" y="758342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60" name="Google Shape;6460;p98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363467" y="7415784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61" name="Google Shape;6461;p98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363468" y="7251192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62" name="Google Shape;6462;p98"/>
          <p:cNvGrpSpPr/>
          <p:nvPr/>
        </p:nvGrpSpPr>
        <p:grpSpPr>
          <a:xfrm>
            <a:off x="3320796" y="6016752"/>
            <a:ext cx="213360" cy="1115567"/>
            <a:chOff x="3320796" y="6016752"/>
            <a:chExt cx="213360" cy="1115567"/>
          </a:xfrm>
        </p:grpSpPr>
        <p:pic>
          <p:nvPicPr>
            <p:cNvPr id="6463" name="Google Shape;6463;p98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363730" y="7002779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64" name="Google Shape;6464;p98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363468" y="6755892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65" name="Google Shape;6465;p98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363468" y="6582155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66" name="Google Shape;6466;p98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368040" y="6425183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67" name="Google Shape;6467;p98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363468" y="6259067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68" name="Google Shape;6468;p98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320796" y="6016752"/>
              <a:ext cx="211836" cy="22250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469" name="Google Shape;6469;p98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302508" y="5652515"/>
            <a:ext cx="231647" cy="2606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470" name="Google Shape;6470;p98"/>
          <p:cNvGrpSpPr/>
          <p:nvPr/>
        </p:nvGrpSpPr>
        <p:grpSpPr>
          <a:xfrm>
            <a:off x="3669791" y="7127747"/>
            <a:ext cx="220980" cy="1455420"/>
            <a:chOff x="3669791" y="7127747"/>
            <a:chExt cx="220980" cy="1455420"/>
          </a:xfrm>
        </p:grpSpPr>
        <p:pic>
          <p:nvPicPr>
            <p:cNvPr id="6471" name="Google Shape;6471;p98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720274" y="8453627"/>
              <a:ext cx="170497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72" name="Google Shape;6472;p98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724655" y="8289035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73" name="Google Shape;6473;p98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677411" y="8016239"/>
              <a:ext cx="213359" cy="2514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74" name="Google Shape;6474;p98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720083" y="7780019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75" name="Google Shape;6475;p98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720300" y="7624571"/>
              <a:ext cx="170471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76" name="Google Shape;6476;p98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677411" y="7504175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77" name="Google Shape;6477;p98"/>
            <p:cNvSpPr/>
            <p:nvPr/>
          </p:nvSpPr>
          <p:spPr>
            <a:xfrm>
              <a:off x="3669791" y="745388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78" name="Google Shape;6478;p98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720083" y="7281671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79" name="Google Shape;6479;p98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3720083" y="7127747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80" name="Google Shape;6480;p98"/>
          <p:cNvGrpSpPr/>
          <p:nvPr/>
        </p:nvGrpSpPr>
        <p:grpSpPr>
          <a:xfrm>
            <a:off x="3659123" y="5981700"/>
            <a:ext cx="286512" cy="1021080"/>
            <a:chOff x="3659123" y="5981700"/>
            <a:chExt cx="286512" cy="1021080"/>
          </a:xfrm>
        </p:grpSpPr>
        <p:pic>
          <p:nvPicPr>
            <p:cNvPr id="6481" name="Google Shape;6481;p98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3720083" y="6702552"/>
              <a:ext cx="225552" cy="3002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82" name="Google Shape;6482;p98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3720083" y="6437376"/>
              <a:ext cx="169164" cy="24536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83" name="Google Shape;6483;p98"/>
            <p:cNvSpPr/>
            <p:nvPr/>
          </p:nvSpPr>
          <p:spPr>
            <a:xfrm>
              <a:off x="3669792" y="6384036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84" name="Google Shape;6484;p98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3660647" y="6207252"/>
              <a:ext cx="230124" cy="1371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485" name="Google Shape;6485;p98"/>
            <p:cNvSpPr/>
            <p:nvPr/>
          </p:nvSpPr>
          <p:spPr>
            <a:xfrm>
              <a:off x="3659123" y="6150864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486" name="Google Shape;6486;p98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720083" y="5981700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87" name="Google Shape;6487;p98"/>
          <p:cNvGrpSpPr/>
          <p:nvPr/>
        </p:nvGrpSpPr>
        <p:grpSpPr>
          <a:xfrm>
            <a:off x="3659123" y="4994147"/>
            <a:ext cx="231648" cy="885443"/>
            <a:chOff x="3659123" y="4994147"/>
            <a:chExt cx="231648" cy="885443"/>
          </a:xfrm>
        </p:grpSpPr>
        <p:pic>
          <p:nvPicPr>
            <p:cNvPr id="6488" name="Google Shape;6488;p98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3659123" y="5644895"/>
              <a:ext cx="231648" cy="23469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89" name="Google Shape;6489;p98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3677411" y="5420867"/>
              <a:ext cx="211836" cy="1859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90" name="Google Shape;6490;p98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3660647" y="5271515"/>
              <a:ext cx="225551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91" name="Google Shape;6491;p98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3720083" y="5103875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92" name="Google Shape;6492;p98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3724655" y="4994147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93" name="Google Shape;6493;p98"/>
          <p:cNvGrpSpPr/>
          <p:nvPr/>
        </p:nvGrpSpPr>
        <p:grpSpPr>
          <a:xfrm>
            <a:off x="4014215" y="7897367"/>
            <a:ext cx="231648" cy="685800"/>
            <a:chOff x="4014215" y="7897367"/>
            <a:chExt cx="231648" cy="685800"/>
          </a:xfrm>
        </p:grpSpPr>
        <p:pic>
          <p:nvPicPr>
            <p:cNvPr id="6494" name="Google Shape;6494;p98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4014215" y="8444483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95" name="Google Shape;6495;p98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4075175" y="8048243"/>
              <a:ext cx="170688" cy="3718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96" name="Google Shape;6496;p98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4075175" y="7897367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497" name="Google Shape;6497;p98"/>
          <p:cNvGrpSpPr/>
          <p:nvPr/>
        </p:nvGrpSpPr>
        <p:grpSpPr>
          <a:xfrm>
            <a:off x="4015739" y="7374635"/>
            <a:ext cx="228600" cy="409956"/>
            <a:chOff x="4015739" y="7374635"/>
            <a:chExt cx="228600" cy="409956"/>
          </a:xfrm>
        </p:grpSpPr>
        <p:pic>
          <p:nvPicPr>
            <p:cNvPr id="6498" name="Google Shape;6498;p98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4015739" y="7542276"/>
              <a:ext cx="228600" cy="2423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99" name="Google Shape;6499;p98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4075175" y="7374635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00" name="Google Shape;6500;p98"/>
          <p:cNvGrpSpPr/>
          <p:nvPr/>
        </p:nvGrpSpPr>
        <p:grpSpPr>
          <a:xfrm>
            <a:off x="4015739" y="6598920"/>
            <a:ext cx="230123" cy="665987"/>
            <a:chOff x="4015739" y="6598920"/>
            <a:chExt cx="230123" cy="665987"/>
          </a:xfrm>
        </p:grpSpPr>
        <p:pic>
          <p:nvPicPr>
            <p:cNvPr id="6501" name="Google Shape;6501;p98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032503" y="6909816"/>
              <a:ext cx="213359" cy="3550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02" name="Google Shape;6502;p98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4075175" y="6757416"/>
              <a:ext cx="169163" cy="1249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03" name="Google Shape;6503;p98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4015739" y="6598920"/>
              <a:ext cx="225551" cy="1341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504" name="Google Shape;6504;p98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2429255" y="1485900"/>
            <a:ext cx="3134867" cy="334670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08" name="Shape 6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9" name="Google Shape;6509;p99"/>
          <p:cNvSpPr/>
          <p:nvPr/>
        </p:nvSpPr>
        <p:spPr>
          <a:xfrm>
            <a:off x="1652016" y="7914132"/>
            <a:ext cx="365760" cy="859790"/>
          </a:xfrm>
          <a:custGeom>
            <a:rect b="b" l="l" r="r" t="t"/>
            <a:pathLst>
              <a:path extrusionOk="0" h="859790" w="365760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859790" w="365760">
                <a:moveTo>
                  <a:pt x="359664" y="812292"/>
                </a:moveTo>
                <a:lnTo>
                  <a:pt x="359346" y="756412"/>
                </a:lnTo>
                <a:lnTo>
                  <a:pt x="353568" y="705612"/>
                </a:lnTo>
                <a:lnTo>
                  <a:pt x="350291" y="690664"/>
                </a:lnTo>
                <a:lnTo>
                  <a:pt x="345567" y="676846"/>
                </a:lnTo>
                <a:lnTo>
                  <a:pt x="345465" y="676656"/>
                </a:lnTo>
                <a:lnTo>
                  <a:pt x="338988" y="662965"/>
                </a:lnTo>
                <a:lnTo>
                  <a:pt x="330708" y="649224"/>
                </a:lnTo>
                <a:lnTo>
                  <a:pt x="318516" y="633984"/>
                </a:lnTo>
                <a:lnTo>
                  <a:pt x="318516" y="775716"/>
                </a:lnTo>
                <a:lnTo>
                  <a:pt x="318516" y="812292"/>
                </a:lnTo>
                <a:lnTo>
                  <a:pt x="41148" y="812292"/>
                </a:lnTo>
                <a:lnTo>
                  <a:pt x="41148" y="775716"/>
                </a:lnTo>
                <a:lnTo>
                  <a:pt x="43713" y="733501"/>
                </a:lnTo>
                <a:lnTo>
                  <a:pt x="43865" y="732663"/>
                </a:lnTo>
                <a:lnTo>
                  <a:pt x="45720" y="722376"/>
                </a:lnTo>
                <a:lnTo>
                  <a:pt x="62484" y="681228"/>
                </a:lnTo>
                <a:lnTo>
                  <a:pt x="94843" y="647801"/>
                </a:lnTo>
                <a:lnTo>
                  <a:pt x="141160" y="629793"/>
                </a:lnTo>
                <a:lnTo>
                  <a:pt x="160020" y="627202"/>
                </a:lnTo>
                <a:lnTo>
                  <a:pt x="160401" y="627202"/>
                </a:lnTo>
                <a:lnTo>
                  <a:pt x="179832" y="626364"/>
                </a:lnTo>
                <a:lnTo>
                  <a:pt x="218313" y="629602"/>
                </a:lnTo>
                <a:lnTo>
                  <a:pt x="263055" y="646010"/>
                </a:lnTo>
                <a:lnTo>
                  <a:pt x="294132" y="676656"/>
                </a:lnTo>
                <a:lnTo>
                  <a:pt x="294246" y="676846"/>
                </a:lnTo>
                <a:lnTo>
                  <a:pt x="300647" y="686993"/>
                </a:lnTo>
                <a:lnTo>
                  <a:pt x="315912" y="732663"/>
                </a:lnTo>
                <a:lnTo>
                  <a:pt x="318516" y="775716"/>
                </a:lnTo>
                <a:lnTo>
                  <a:pt x="318516" y="633984"/>
                </a:lnTo>
                <a:lnTo>
                  <a:pt x="318389" y="633818"/>
                </a:lnTo>
                <a:lnTo>
                  <a:pt x="310908" y="626364"/>
                </a:lnTo>
                <a:lnTo>
                  <a:pt x="304228" y="619696"/>
                </a:lnTo>
                <a:lnTo>
                  <a:pt x="269748" y="595884"/>
                </a:lnTo>
                <a:lnTo>
                  <a:pt x="227076" y="581406"/>
                </a:lnTo>
                <a:lnTo>
                  <a:pt x="179832" y="576072"/>
                </a:lnTo>
                <a:lnTo>
                  <a:pt x="154419" y="577240"/>
                </a:lnTo>
                <a:lnTo>
                  <a:pt x="109321" y="587006"/>
                </a:lnTo>
                <a:lnTo>
                  <a:pt x="71602" y="606158"/>
                </a:lnTo>
                <a:lnTo>
                  <a:pt x="41262" y="632968"/>
                </a:lnTo>
                <a:lnTo>
                  <a:pt x="16573" y="671893"/>
                </a:lnTo>
                <a:lnTo>
                  <a:pt x="4495" y="714044"/>
                </a:lnTo>
                <a:lnTo>
                  <a:pt x="546" y="754151"/>
                </a:lnTo>
                <a:lnTo>
                  <a:pt x="495" y="756412"/>
                </a:lnTo>
                <a:lnTo>
                  <a:pt x="406" y="760285"/>
                </a:lnTo>
                <a:lnTo>
                  <a:pt x="63" y="775716"/>
                </a:lnTo>
                <a:lnTo>
                  <a:pt x="0" y="859536"/>
                </a:lnTo>
                <a:lnTo>
                  <a:pt x="359664" y="859536"/>
                </a:lnTo>
                <a:lnTo>
                  <a:pt x="359664" y="812292"/>
                </a:lnTo>
                <a:close/>
              </a:path>
              <a:path extrusionOk="0" h="859790" w="365760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  <a:path extrusionOk="0" h="859790" w="365760">
                <a:moveTo>
                  <a:pt x="365747" y="411480"/>
                </a:moveTo>
                <a:lnTo>
                  <a:pt x="365074" y="389623"/>
                </a:lnTo>
                <a:lnTo>
                  <a:pt x="364223" y="384048"/>
                </a:lnTo>
                <a:lnTo>
                  <a:pt x="361175" y="368808"/>
                </a:lnTo>
                <a:lnTo>
                  <a:pt x="361048" y="368427"/>
                </a:lnTo>
                <a:lnTo>
                  <a:pt x="360984" y="368223"/>
                </a:lnTo>
                <a:lnTo>
                  <a:pt x="358127" y="359664"/>
                </a:lnTo>
                <a:lnTo>
                  <a:pt x="358089" y="359473"/>
                </a:lnTo>
                <a:lnTo>
                  <a:pt x="356603" y="353568"/>
                </a:lnTo>
                <a:lnTo>
                  <a:pt x="347459" y="330708"/>
                </a:lnTo>
                <a:lnTo>
                  <a:pt x="345935" y="323088"/>
                </a:lnTo>
                <a:lnTo>
                  <a:pt x="342849" y="318452"/>
                </a:lnTo>
                <a:lnTo>
                  <a:pt x="294119" y="318452"/>
                </a:lnTo>
                <a:lnTo>
                  <a:pt x="294119" y="321564"/>
                </a:lnTo>
                <a:lnTo>
                  <a:pt x="297167" y="324612"/>
                </a:lnTo>
                <a:lnTo>
                  <a:pt x="300215" y="329184"/>
                </a:lnTo>
                <a:lnTo>
                  <a:pt x="303263" y="335280"/>
                </a:lnTo>
                <a:lnTo>
                  <a:pt x="307835" y="341376"/>
                </a:lnTo>
                <a:lnTo>
                  <a:pt x="310883" y="347472"/>
                </a:lnTo>
                <a:lnTo>
                  <a:pt x="313931" y="356616"/>
                </a:lnTo>
                <a:lnTo>
                  <a:pt x="316865" y="362381"/>
                </a:lnTo>
                <a:lnTo>
                  <a:pt x="319074" y="368427"/>
                </a:lnTo>
                <a:lnTo>
                  <a:pt x="326123" y="411480"/>
                </a:lnTo>
                <a:lnTo>
                  <a:pt x="324675" y="431800"/>
                </a:lnTo>
                <a:lnTo>
                  <a:pt x="301739" y="477012"/>
                </a:lnTo>
                <a:lnTo>
                  <a:pt x="251167" y="499948"/>
                </a:lnTo>
                <a:lnTo>
                  <a:pt x="228587" y="501396"/>
                </a:lnTo>
                <a:lnTo>
                  <a:pt x="228587" y="359664"/>
                </a:lnTo>
                <a:lnTo>
                  <a:pt x="228587" y="313944"/>
                </a:lnTo>
                <a:lnTo>
                  <a:pt x="204203" y="313944"/>
                </a:lnTo>
                <a:lnTo>
                  <a:pt x="193535" y="314337"/>
                </a:lnTo>
                <a:lnTo>
                  <a:pt x="193535" y="359664"/>
                </a:lnTo>
                <a:lnTo>
                  <a:pt x="193535" y="501396"/>
                </a:lnTo>
                <a:lnTo>
                  <a:pt x="151625" y="488061"/>
                </a:lnTo>
                <a:lnTo>
                  <a:pt x="124955" y="455676"/>
                </a:lnTo>
                <a:lnTo>
                  <a:pt x="122072" y="449389"/>
                </a:lnTo>
                <a:lnTo>
                  <a:pt x="120192" y="442150"/>
                </a:lnTo>
                <a:lnTo>
                  <a:pt x="120154" y="441769"/>
                </a:lnTo>
                <a:lnTo>
                  <a:pt x="119176" y="434035"/>
                </a:lnTo>
                <a:lnTo>
                  <a:pt x="119100" y="431800"/>
                </a:lnTo>
                <a:lnTo>
                  <a:pt x="118859" y="425196"/>
                </a:lnTo>
                <a:lnTo>
                  <a:pt x="118973" y="422148"/>
                </a:lnTo>
                <a:lnTo>
                  <a:pt x="119176" y="416585"/>
                </a:lnTo>
                <a:lnTo>
                  <a:pt x="120192" y="408813"/>
                </a:lnTo>
                <a:lnTo>
                  <a:pt x="122085" y="401624"/>
                </a:lnTo>
                <a:lnTo>
                  <a:pt x="124955" y="394716"/>
                </a:lnTo>
                <a:lnTo>
                  <a:pt x="128003" y="387096"/>
                </a:lnTo>
                <a:lnTo>
                  <a:pt x="161531" y="364236"/>
                </a:lnTo>
                <a:lnTo>
                  <a:pt x="168681" y="362242"/>
                </a:lnTo>
                <a:lnTo>
                  <a:pt x="176390" y="360807"/>
                </a:lnTo>
                <a:lnTo>
                  <a:pt x="184683" y="359956"/>
                </a:lnTo>
                <a:lnTo>
                  <a:pt x="193535" y="359664"/>
                </a:lnTo>
                <a:lnTo>
                  <a:pt x="193535" y="314337"/>
                </a:lnTo>
                <a:lnTo>
                  <a:pt x="149339" y="321564"/>
                </a:lnTo>
                <a:lnTo>
                  <a:pt x="105333" y="351599"/>
                </a:lnTo>
                <a:lnTo>
                  <a:pt x="98945" y="359664"/>
                </a:lnTo>
                <a:lnTo>
                  <a:pt x="93903" y="368223"/>
                </a:lnTo>
                <a:lnTo>
                  <a:pt x="93827" y="368427"/>
                </a:lnTo>
                <a:lnTo>
                  <a:pt x="89903" y="377952"/>
                </a:lnTo>
                <a:lnTo>
                  <a:pt x="86791" y="387654"/>
                </a:lnTo>
                <a:lnTo>
                  <a:pt x="84378" y="398335"/>
                </a:lnTo>
                <a:lnTo>
                  <a:pt x="82842" y="409892"/>
                </a:lnTo>
                <a:lnTo>
                  <a:pt x="82765" y="411480"/>
                </a:lnTo>
                <a:lnTo>
                  <a:pt x="82283" y="422148"/>
                </a:lnTo>
                <a:lnTo>
                  <a:pt x="84836" y="448424"/>
                </a:lnTo>
                <a:lnTo>
                  <a:pt x="104787" y="493522"/>
                </a:lnTo>
                <a:lnTo>
                  <a:pt x="143040" y="527189"/>
                </a:lnTo>
                <a:lnTo>
                  <a:pt x="194995" y="544855"/>
                </a:lnTo>
                <a:lnTo>
                  <a:pt x="225539" y="547116"/>
                </a:lnTo>
                <a:lnTo>
                  <a:pt x="257594" y="544855"/>
                </a:lnTo>
                <a:lnTo>
                  <a:pt x="285356" y="538162"/>
                </a:lnTo>
                <a:lnTo>
                  <a:pt x="309130" y="527189"/>
                </a:lnTo>
                <a:lnTo>
                  <a:pt x="329171" y="512064"/>
                </a:lnTo>
                <a:lnTo>
                  <a:pt x="337705" y="501396"/>
                </a:lnTo>
                <a:lnTo>
                  <a:pt x="345173" y="492061"/>
                </a:lnTo>
                <a:lnTo>
                  <a:pt x="345300" y="491832"/>
                </a:lnTo>
                <a:lnTo>
                  <a:pt x="356603" y="468630"/>
                </a:lnTo>
                <a:lnTo>
                  <a:pt x="356704" y="468249"/>
                </a:lnTo>
                <a:lnTo>
                  <a:pt x="363461" y="441769"/>
                </a:lnTo>
                <a:lnTo>
                  <a:pt x="365747" y="411480"/>
                </a:lnTo>
                <a:close/>
              </a:path>
              <a:path extrusionOk="0" h="859790" w="365760">
                <a:moveTo>
                  <a:pt x="365747" y="198120"/>
                </a:moveTo>
                <a:lnTo>
                  <a:pt x="359651" y="152400"/>
                </a:lnTo>
                <a:lnTo>
                  <a:pt x="341363" y="118872"/>
                </a:lnTo>
                <a:lnTo>
                  <a:pt x="305930" y="96189"/>
                </a:lnTo>
                <a:lnTo>
                  <a:pt x="281927" y="92964"/>
                </a:lnTo>
                <a:lnTo>
                  <a:pt x="267030" y="93827"/>
                </a:lnTo>
                <a:lnTo>
                  <a:pt x="225501" y="115544"/>
                </a:lnTo>
                <a:lnTo>
                  <a:pt x="208775" y="152400"/>
                </a:lnTo>
                <a:lnTo>
                  <a:pt x="207403" y="159258"/>
                </a:lnTo>
                <a:lnTo>
                  <a:pt x="204063" y="172974"/>
                </a:lnTo>
                <a:lnTo>
                  <a:pt x="194678" y="210870"/>
                </a:lnTo>
                <a:lnTo>
                  <a:pt x="166827" y="240220"/>
                </a:lnTo>
                <a:lnTo>
                  <a:pt x="158483" y="240792"/>
                </a:lnTo>
                <a:lnTo>
                  <a:pt x="149682" y="239674"/>
                </a:lnTo>
                <a:lnTo>
                  <a:pt x="122669" y="207454"/>
                </a:lnTo>
                <a:lnTo>
                  <a:pt x="120383" y="187452"/>
                </a:lnTo>
                <a:lnTo>
                  <a:pt x="120942" y="176263"/>
                </a:lnTo>
                <a:lnTo>
                  <a:pt x="132867" y="133235"/>
                </a:lnTo>
                <a:lnTo>
                  <a:pt x="150863" y="105156"/>
                </a:lnTo>
                <a:lnTo>
                  <a:pt x="150863" y="103632"/>
                </a:lnTo>
                <a:lnTo>
                  <a:pt x="102095" y="103632"/>
                </a:lnTo>
                <a:lnTo>
                  <a:pt x="97815" y="111302"/>
                </a:lnTo>
                <a:lnTo>
                  <a:pt x="94094" y="120396"/>
                </a:lnTo>
                <a:lnTo>
                  <a:pt x="90957" y="130644"/>
                </a:lnTo>
                <a:lnTo>
                  <a:pt x="88379" y="141732"/>
                </a:lnTo>
                <a:lnTo>
                  <a:pt x="85509" y="152933"/>
                </a:lnTo>
                <a:lnTo>
                  <a:pt x="83616" y="163830"/>
                </a:lnTo>
                <a:lnTo>
                  <a:pt x="82600" y="174739"/>
                </a:lnTo>
                <a:lnTo>
                  <a:pt x="82283" y="185928"/>
                </a:lnTo>
                <a:lnTo>
                  <a:pt x="83718" y="207645"/>
                </a:lnTo>
                <a:lnTo>
                  <a:pt x="95148" y="244221"/>
                </a:lnTo>
                <a:lnTo>
                  <a:pt x="131432" y="280416"/>
                </a:lnTo>
                <a:lnTo>
                  <a:pt x="164579" y="288036"/>
                </a:lnTo>
                <a:lnTo>
                  <a:pt x="177723" y="286943"/>
                </a:lnTo>
                <a:lnTo>
                  <a:pt x="218871" y="264820"/>
                </a:lnTo>
                <a:lnTo>
                  <a:pt x="237731" y="228600"/>
                </a:lnTo>
                <a:lnTo>
                  <a:pt x="245351" y="192024"/>
                </a:lnTo>
                <a:lnTo>
                  <a:pt x="246875" y="184404"/>
                </a:lnTo>
                <a:lnTo>
                  <a:pt x="263639" y="147828"/>
                </a:lnTo>
                <a:lnTo>
                  <a:pt x="288023" y="140208"/>
                </a:lnTo>
                <a:lnTo>
                  <a:pt x="301739" y="140208"/>
                </a:lnTo>
                <a:lnTo>
                  <a:pt x="315455" y="149352"/>
                </a:lnTo>
                <a:lnTo>
                  <a:pt x="318503" y="155448"/>
                </a:lnTo>
                <a:lnTo>
                  <a:pt x="321551" y="160020"/>
                </a:lnTo>
                <a:lnTo>
                  <a:pt x="323075" y="166116"/>
                </a:lnTo>
                <a:lnTo>
                  <a:pt x="324599" y="173736"/>
                </a:lnTo>
                <a:lnTo>
                  <a:pt x="326123" y="182880"/>
                </a:lnTo>
                <a:lnTo>
                  <a:pt x="327647" y="190500"/>
                </a:lnTo>
                <a:lnTo>
                  <a:pt x="327647" y="196596"/>
                </a:lnTo>
                <a:lnTo>
                  <a:pt x="327367" y="204343"/>
                </a:lnTo>
                <a:lnTo>
                  <a:pt x="326504" y="211645"/>
                </a:lnTo>
                <a:lnTo>
                  <a:pt x="325081" y="218681"/>
                </a:lnTo>
                <a:lnTo>
                  <a:pt x="323075" y="225552"/>
                </a:lnTo>
                <a:lnTo>
                  <a:pt x="321652" y="232397"/>
                </a:lnTo>
                <a:lnTo>
                  <a:pt x="319646" y="239077"/>
                </a:lnTo>
                <a:lnTo>
                  <a:pt x="317080" y="245491"/>
                </a:lnTo>
                <a:lnTo>
                  <a:pt x="313931" y="251460"/>
                </a:lnTo>
                <a:lnTo>
                  <a:pt x="310883" y="260604"/>
                </a:lnTo>
                <a:lnTo>
                  <a:pt x="306311" y="268224"/>
                </a:lnTo>
                <a:lnTo>
                  <a:pt x="303263" y="272796"/>
                </a:lnTo>
                <a:lnTo>
                  <a:pt x="298691" y="277368"/>
                </a:lnTo>
                <a:lnTo>
                  <a:pt x="292595" y="286512"/>
                </a:lnTo>
                <a:lnTo>
                  <a:pt x="292595" y="289560"/>
                </a:lnTo>
                <a:lnTo>
                  <a:pt x="342887" y="289560"/>
                </a:lnTo>
                <a:lnTo>
                  <a:pt x="358127" y="249936"/>
                </a:lnTo>
                <a:lnTo>
                  <a:pt x="365201" y="211582"/>
                </a:lnTo>
                <a:lnTo>
                  <a:pt x="365747" y="19812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0" name="Google Shape;6510;p99"/>
          <p:cNvSpPr/>
          <p:nvPr/>
        </p:nvSpPr>
        <p:spPr>
          <a:xfrm>
            <a:off x="1734311" y="7642859"/>
            <a:ext cx="379730" cy="226060"/>
          </a:xfrm>
          <a:custGeom>
            <a:rect b="b" l="l" r="r" t="t"/>
            <a:pathLst>
              <a:path extrusionOk="0" h="226059" w="379730">
                <a:moveTo>
                  <a:pt x="140208" y="225552"/>
                </a:moveTo>
                <a:lnTo>
                  <a:pt x="93916" y="220408"/>
                </a:lnTo>
                <a:lnTo>
                  <a:pt x="56388" y="205930"/>
                </a:lnTo>
                <a:lnTo>
                  <a:pt x="20574" y="174879"/>
                </a:lnTo>
                <a:lnTo>
                  <a:pt x="2285" y="134683"/>
                </a:lnTo>
                <a:lnTo>
                  <a:pt x="155" y="115824"/>
                </a:lnTo>
                <a:lnTo>
                  <a:pt x="30" y="113371"/>
                </a:lnTo>
                <a:lnTo>
                  <a:pt x="0" y="112776"/>
                </a:lnTo>
                <a:lnTo>
                  <a:pt x="148" y="107584"/>
                </a:lnTo>
                <a:lnTo>
                  <a:pt x="174" y="106680"/>
                </a:lnTo>
                <a:lnTo>
                  <a:pt x="285" y="102774"/>
                </a:lnTo>
                <a:lnTo>
                  <a:pt x="11049" y="61531"/>
                </a:lnTo>
                <a:lnTo>
                  <a:pt x="19811" y="45720"/>
                </a:lnTo>
                <a:lnTo>
                  <a:pt x="7620" y="44196"/>
                </a:lnTo>
                <a:lnTo>
                  <a:pt x="7620" y="0"/>
                </a:lnTo>
                <a:lnTo>
                  <a:pt x="246888" y="0"/>
                </a:lnTo>
                <a:lnTo>
                  <a:pt x="306324" y="7810"/>
                </a:lnTo>
                <a:lnTo>
                  <a:pt x="347472" y="30480"/>
                </a:lnTo>
                <a:lnTo>
                  <a:pt x="360128" y="45720"/>
                </a:lnTo>
                <a:lnTo>
                  <a:pt x="56388" y="45720"/>
                </a:lnTo>
                <a:lnTo>
                  <a:pt x="52339" y="54363"/>
                </a:lnTo>
                <a:lnTo>
                  <a:pt x="42144" y="91130"/>
                </a:lnTo>
                <a:lnTo>
                  <a:pt x="41286" y="101536"/>
                </a:lnTo>
                <a:lnTo>
                  <a:pt x="41238" y="102774"/>
                </a:lnTo>
                <a:lnTo>
                  <a:pt x="55904" y="148185"/>
                </a:lnTo>
                <a:lnTo>
                  <a:pt x="97155" y="173545"/>
                </a:lnTo>
                <a:lnTo>
                  <a:pt x="138684" y="178308"/>
                </a:lnTo>
                <a:lnTo>
                  <a:pt x="257804" y="178308"/>
                </a:lnTo>
                <a:lnTo>
                  <a:pt x="254150" y="184142"/>
                </a:lnTo>
                <a:lnTo>
                  <a:pt x="239268" y="198120"/>
                </a:lnTo>
                <a:lnTo>
                  <a:pt x="220146" y="210121"/>
                </a:lnTo>
                <a:lnTo>
                  <a:pt x="197167" y="218694"/>
                </a:lnTo>
                <a:lnTo>
                  <a:pt x="170473" y="223837"/>
                </a:lnTo>
                <a:lnTo>
                  <a:pt x="140208" y="225552"/>
                </a:lnTo>
                <a:close/>
              </a:path>
              <a:path extrusionOk="0" h="226059" w="379730">
                <a:moveTo>
                  <a:pt x="257804" y="178308"/>
                </a:moveTo>
                <a:lnTo>
                  <a:pt x="138684" y="178308"/>
                </a:lnTo>
                <a:lnTo>
                  <a:pt x="160115" y="177426"/>
                </a:lnTo>
                <a:lnTo>
                  <a:pt x="178689" y="174688"/>
                </a:lnTo>
                <a:lnTo>
                  <a:pt x="217265" y="154828"/>
                </a:lnTo>
                <a:lnTo>
                  <a:pt x="229979" y="117348"/>
                </a:lnTo>
                <a:lnTo>
                  <a:pt x="230020" y="112776"/>
                </a:lnTo>
                <a:lnTo>
                  <a:pt x="229845" y="107584"/>
                </a:lnTo>
                <a:lnTo>
                  <a:pt x="229814" y="106680"/>
                </a:lnTo>
                <a:lnTo>
                  <a:pt x="228918" y="98679"/>
                </a:lnTo>
                <a:lnTo>
                  <a:pt x="228875" y="98298"/>
                </a:lnTo>
                <a:lnTo>
                  <a:pt x="228790" y="97536"/>
                </a:lnTo>
                <a:lnTo>
                  <a:pt x="215265" y="61912"/>
                </a:lnTo>
                <a:lnTo>
                  <a:pt x="204216" y="45720"/>
                </a:lnTo>
                <a:lnTo>
                  <a:pt x="242316" y="45720"/>
                </a:lnTo>
                <a:lnTo>
                  <a:pt x="265176" y="82296"/>
                </a:lnTo>
                <a:lnTo>
                  <a:pt x="272584" y="121419"/>
                </a:lnTo>
                <a:lnTo>
                  <a:pt x="272796" y="126492"/>
                </a:lnTo>
                <a:lnTo>
                  <a:pt x="270805" y="147828"/>
                </a:lnTo>
                <a:lnTo>
                  <a:pt x="270771" y="148185"/>
                </a:lnTo>
                <a:lnTo>
                  <a:pt x="264627" y="167378"/>
                </a:lnTo>
                <a:lnTo>
                  <a:pt x="257804" y="178308"/>
                </a:lnTo>
                <a:close/>
              </a:path>
              <a:path extrusionOk="0" h="226059" w="379730">
                <a:moveTo>
                  <a:pt x="367284" y="199644"/>
                </a:moveTo>
                <a:lnTo>
                  <a:pt x="320040" y="199644"/>
                </a:lnTo>
                <a:lnTo>
                  <a:pt x="320040" y="198120"/>
                </a:lnTo>
                <a:lnTo>
                  <a:pt x="321564" y="195072"/>
                </a:lnTo>
                <a:lnTo>
                  <a:pt x="323093" y="190476"/>
                </a:lnTo>
                <a:lnTo>
                  <a:pt x="324612" y="184404"/>
                </a:lnTo>
                <a:lnTo>
                  <a:pt x="327660" y="178308"/>
                </a:lnTo>
                <a:lnTo>
                  <a:pt x="329184" y="172212"/>
                </a:lnTo>
                <a:lnTo>
                  <a:pt x="330708" y="164592"/>
                </a:lnTo>
                <a:lnTo>
                  <a:pt x="333756" y="155448"/>
                </a:lnTo>
                <a:lnTo>
                  <a:pt x="335208" y="148185"/>
                </a:lnTo>
                <a:lnTo>
                  <a:pt x="335280" y="147828"/>
                </a:lnTo>
                <a:lnTo>
                  <a:pt x="336804" y="141732"/>
                </a:lnTo>
                <a:lnTo>
                  <a:pt x="338213" y="134683"/>
                </a:lnTo>
                <a:lnTo>
                  <a:pt x="335113" y="90344"/>
                </a:lnTo>
                <a:lnTo>
                  <a:pt x="310896" y="54864"/>
                </a:lnTo>
                <a:lnTo>
                  <a:pt x="273129" y="45981"/>
                </a:lnTo>
                <a:lnTo>
                  <a:pt x="265176" y="45720"/>
                </a:lnTo>
                <a:lnTo>
                  <a:pt x="360128" y="45720"/>
                </a:lnTo>
                <a:lnTo>
                  <a:pt x="361473" y="47339"/>
                </a:lnTo>
                <a:lnTo>
                  <a:pt x="371475" y="68199"/>
                </a:lnTo>
                <a:lnTo>
                  <a:pt x="377475" y="93059"/>
                </a:lnTo>
                <a:lnTo>
                  <a:pt x="379441" y="121419"/>
                </a:lnTo>
                <a:lnTo>
                  <a:pt x="379348" y="126492"/>
                </a:lnTo>
                <a:lnTo>
                  <a:pt x="374999" y="171569"/>
                </a:lnTo>
                <a:lnTo>
                  <a:pt x="367341" y="199477"/>
                </a:lnTo>
                <a:lnTo>
                  <a:pt x="367284" y="1996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1" name="Google Shape;6511;p99"/>
          <p:cNvSpPr/>
          <p:nvPr/>
        </p:nvSpPr>
        <p:spPr>
          <a:xfrm>
            <a:off x="1734311" y="7365492"/>
            <a:ext cx="277495" cy="212090"/>
          </a:xfrm>
          <a:custGeom>
            <a:rect b="b" l="l" r="r" t="t"/>
            <a:pathLst>
              <a:path extrusionOk="0" h="212090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6067"/>
                </a:lnTo>
                <a:lnTo>
                  <a:pt x="5143" y="116204"/>
                </a:lnTo>
                <a:lnTo>
                  <a:pt x="0" y="85344"/>
                </a:lnTo>
                <a:lnTo>
                  <a:pt x="1690" y="66151"/>
                </a:lnTo>
                <a:lnTo>
                  <a:pt x="25907" y="22859"/>
                </a:lnTo>
                <a:lnTo>
                  <a:pt x="78628" y="1428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14323" y="45958"/>
                </a:lnTo>
                <a:lnTo>
                  <a:pt x="96654" y="47005"/>
                </a:lnTo>
                <a:lnTo>
                  <a:pt x="88391" y="47244"/>
                </a:lnTo>
                <a:lnTo>
                  <a:pt x="80700" y="48648"/>
                </a:lnTo>
                <a:lnTo>
                  <a:pt x="47243" y="70104"/>
                </a:lnTo>
                <a:lnTo>
                  <a:pt x="42671" y="96012"/>
                </a:lnTo>
                <a:lnTo>
                  <a:pt x="43243" y="104917"/>
                </a:lnTo>
                <a:lnTo>
                  <a:pt x="62293" y="149161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2" name="Google Shape;6512;p99"/>
          <p:cNvSpPr/>
          <p:nvPr/>
        </p:nvSpPr>
        <p:spPr>
          <a:xfrm>
            <a:off x="1652016" y="6836664"/>
            <a:ext cx="360045" cy="307975"/>
          </a:xfrm>
          <a:custGeom>
            <a:rect b="b" l="l" r="r" t="t"/>
            <a:pathLst>
              <a:path extrusionOk="0" h="307975" w="360044">
                <a:moveTo>
                  <a:pt x="359663" y="307848"/>
                </a:moveTo>
                <a:lnTo>
                  <a:pt x="0" y="307848"/>
                </a:lnTo>
                <a:lnTo>
                  <a:pt x="0" y="243840"/>
                </a:lnTo>
                <a:lnTo>
                  <a:pt x="199643" y="153924"/>
                </a:lnTo>
                <a:lnTo>
                  <a:pt x="0" y="67056"/>
                </a:lnTo>
                <a:lnTo>
                  <a:pt x="0" y="0"/>
                </a:lnTo>
                <a:lnTo>
                  <a:pt x="359663" y="0"/>
                </a:lnTo>
                <a:lnTo>
                  <a:pt x="359663" y="47244"/>
                </a:lnTo>
                <a:lnTo>
                  <a:pt x="50292" y="47244"/>
                </a:lnTo>
                <a:lnTo>
                  <a:pt x="260604" y="141732"/>
                </a:lnTo>
                <a:lnTo>
                  <a:pt x="260604" y="170688"/>
                </a:lnTo>
                <a:lnTo>
                  <a:pt x="50292" y="263652"/>
                </a:lnTo>
                <a:lnTo>
                  <a:pt x="359663" y="263652"/>
                </a:lnTo>
                <a:lnTo>
                  <a:pt x="359663" y="30784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3" name="Google Shape;6513;p99"/>
          <p:cNvSpPr/>
          <p:nvPr/>
        </p:nvSpPr>
        <p:spPr>
          <a:xfrm>
            <a:off x="1636763" y="5590032"/>
            <a:ext cx="382905" cy="1198245"/>
          </a:xfrm>
          <a:custGeom>
            <a:rect b="b" l="l" r="r" t="t"/>
            <a:pathLst>
              <a:path extrusionOk="0" h="1198245" w="382905">
                <a:moveTo>
                  <a:pt x="374916" y="541020"/>
                </a:moveTo>
                <a:lnTo>
                  <a:pt x="199656" y="541020"/>
                </a:lnTo>
                <a:lnTo>
                  <a:pt x="176174" y="542455"/>
                </a:lnTo>
                <a:lnTo>
                  <a:pt x="138353" y="553885"/>
                </a:lnTo>
                <a:lnTo>
                  <a:pt x="104216" y="590550"/>
                </a:lnTo>
                <a:lnTo>
                  <a:pt x="97548" y="626364"/>
                </a:lnTo>
                <a:lnTo>
                  <a:pt x="98120" y="636651"/>
                </a:lnTo>
                <a:lnTo>
                  <a:pt x="112712" y="677570"/>
                </a:lnTo>
                <a:lnTo>
                  <a:pt x="135648" y="707136"/>
                </a:lnTo>
                <a:lnTo>
                  <a:pt x="12" y="707136"/>
                </a:lnTo>
                <a:lnTo>
                  <a:pt x="12" y="752856"/>
                </a:lnTo>
                <a:lnTo>
                  <a:pt x="374916" y="752856"/>
                </a:lnTo>
                <a:lnTo>
                  <a:pt x="374916" y="707136"/>
                </a:lnTo>
                <a:lnTo>
                  <a:pt x="173748" y="707136"/>
                </a:lnTo>
                <a:lnTo>
                  <a:pt x="166293" y="698881"/>
                </a:lnTo>
                <a:lnTo>
                  <a:pt x="145364" y="663854"/>
                </a:lnTo>
                <a:lnTo>
                  <a:pt x="140220" y="638556"/>
                </a:lnTo>
                <a:lnTo>
                  <a:pt x="140500" y="629983"/>
                </a:lnTo>
                <a:lnTo>
                  <a:pt x="160032" y="595884"/>
                </a:lnTo>
                <a:lnTo>
                  <a:pt x="194195" y="588035"/>
                </a:lnTo>
                <a:lnTo>
                  <a:pt x="211861" y="586981"/>
                </a:lnTo>
                <a:lnTo>
                  <a:pt x="220992" y="586740"/>
                </a:lnTo>
                <a:lnTo>
                  <a:pt x="374916" y="586740"/>
                </a:lnTo>
                <a:lnTo>
                  <a:pt x="374916" y="541020"/>
                </a:lnTo>
                <a:close/>
              </a:path>
              <a:path extrusionOk="0" h="1198245" w="382905">
                <a:moveTo>
                  <a:pt x="381000" y="1062228"/>
                </a:moveTo>
                <a:lnTo>
                  <a:pt x="376428" y="1019556"/>
                </a:lnTo>
                <a:lnTo>
                  <a:pt x="376301" y="1019175"/>
                </a:lnTo>
                <a:lnTo>
                  <a:pt x="376237" y="1018971"/>
                </a:lnTo>
                <a:lnTo>
                  <a:pt x="373380" y="1010412"/>
                </a:lnTo>
                <a:lnTo>
                  <a:pt x="373341" y="1010221"/>
                </a:lnTo>
                <a:lnTo>
                  <a:pt x="371856" y="1004316"/>
                </a:lnTo>
                <a:lnTo>
                  <a:pt x="362712" y="981456"/>
                </a:lnTo>
                <a:lnTo>
                  <a:pt x="361188" y="973836"/>
                </a:lnTo>
                <a:lnTo>
                  <a:pt x="358101" y="969200"/>
                </a:lnTo>
                <a:lnTo>
                  <a:pt x="309372" y="969200"/>
                </a:lnTo>
                <a:lnTo>
                  <a:pt x="309372" y="972312"/>
                </a:lnTo>
                <a:lnTo>
                  <a:pt x="312420" y="975360"/>
                </a:lnTo>
                <a:lnTo>
                  <a:pt x="315468" y="979932"/>
                </a:lnTo>
                <a:lnTo>
                  <a:pt x="318516" y="986028"/>
                </a:lnTo>
                <a:lnTo>
                  <a:pt x="323088" y="992124"/>
                </a:lnTo>
                <a:lnTo>
                  <a:pt x="326136" y="998220"/>
                </a:lnTo>
                <a:lnTo>
                  <a:pt x="329184" y="1007364"/>
                </a:lnTo>
                <a:lnTo>
                  <a:pt x="332117" y="1013129"/>
                </a:lnTo>
                <a:lnTo>
                  <a:pt x="334327" y="1019175"/>
                </a:lnTo>
                <a:lnTo>
                  <a:pt x="341376" y="1062228"/>
                </a:lnTo>
                <a:lnTo>
                  <a:pt x="339928" y="1081900"/>
                </a:lnTo>
                <a:lnTo>
                  <a:pt x="316992" y="1127760"/>
                </a:lnTo>
                <a:lnTo>
                  <a:pt x="266420" y="1150696"/>
                </a:lnTo>
                <a:lnTo>
                  <a:pt x="243840" y="1152144"/>
                </a:lnTo>
                <a:lnTo>
                  <a:pt x="243840" y="1010412"/>
                </a:lnTo>
                <a:lnTo>
                  <a:pt x="243840" y="964692"/>
                </a:lnTo>
                <a:lnTo>
                  <a:pt x="219456" y="964692"/>
                </a:lnTo>
                <a:lnTo>
                  <a:pt x="208788" y="965085"/>
                </a:lnTo>
                <a:lnTo>
                  <a:pt x="208788" y="1010412"/>
                </a:lnTo>
                <a:lnTo>
                  <a:pt x="208788" y="1152144"/>
                </a:lnTo>
                <a:lnTo>
                  <a:pt x="166878" y="1138618"/>
                </a:lnTo>
                <a:lnTo>
                  <a:pt x="140208" y="1106424"/>
                </a:lnTo>
                <a:lnTo>
                  <a:pt x="137337" y="1100162"/>
                </a:lnTo>
                <a:lnTo>
                  <a:pt x="135445" y="1092898"/>
                </a:lnTo>
                <a:lnTo>
                  <a:pt x="135394" y="1092504"/>
                </a:lnTo>
                <a:lnTo>
                  <a:pt x="134429" y="1084783"/>
                </a:lnTo>
                <a:lnTo>
                  <a:pt x="134327" y="1081900"/>
                </a:lnTo>
                <a:lnTo>
                  <a:pt x="134112" y="1075944"/>
                </a:lnTo>
                <a:lnTo>
                  <a:pt x="134226" y="1072896"/>
                </a:lnTo>
                <a:lnTo>
                  <a:pt x="134429" y="1067333"/>
                </a:lnTo>
                <a:lnTo>
                  <a:pt x="135445" y="1059561"/>
                </a:lnTo>
                <a:lnTo>
                  <a:pt x="137337" y="1052372"/>
                </a:lnTo>
                <a:lnTo>
                  <a:pt x="140208" y="1045464"/>
                </a:lnTo>
                <a:lnTo>
                  <a:pt x="143256" y="1037844"/>
                </a:lnTo>
                <a:lnTo>
                  <a:pt x="147828" y="1030224"/>
                </a:lnTo>
                <a:lnTo>
                  <a:pt x="155448" y="1025652"/>
                </a:lnTo>
                <a:lnTo>
                  <a:pt x="161544" y="1021080"/>
                </a:lnTo>
                <a:lnTo>
                  <a:pt x="169164" y="1016508"/>
                </a:lnTo>
                <a:lnTo>
                  <a:pt x="176784" y="1014984"/>
                </a:lnTo>
                <a:lnTo>
                  <a:pt x="183934" y="1012990"/>
                </a:lnTo>
                <a:lnTo>
                  <a:pt x="191643" y="1011555"/>
                </a:lnTo>
                <a:lnTo>
                  <a:pt x="199936" y="1010704"/>
                </a:lnTo>
                <a:lnTo>
                  <a:pt x="208788" y="1010412"/>
                </a:lnTo>
                <a:lnTo>
                  <a:pt x="208788" y="965085"/>
                </a:lnTo>
                <a:lnTo>
                  <a:pt x="164592" y="972312"/>
                </a:lnTo>
                <a:lnTo>
                  <a:pt x="120586" y="1002347"/>
                </a:lnTo>
                <a:lnTo>
                  <a:pt x="114198" y="1010412"/>
                </a:lnTo>
                <a:lnTo>
                  <a:pt x="109156" y="1018971"/>
                </a:lnTo>
                <a:lnTo>
                  <a:pt x="109080" y="1019175"/>
                </a:lnTo>
                <a:lnTo>
                  <a:pt x="105156" y="1028700"/>
                </a:lnTo>
                <a:lnTo>
                  <a:pt x="102044" y="1038402"/>
                </a:lnTo>
                <a:lnTo>
                  <a:pt x="99631" y="1049083"/>
                </a:lnTo>
                <a:lnTo>
                  <a:pt x="98094" y="1060640"/>
                </a:lnTo>
                <a:lnTo>
                  <a:pt x="98018" y="1062228"/>
                </a:lnTo>
                <a:lnTo>
                  <a:pt x="97536" y="1072896"/>
                </a:lnTo>
                <a:lnTo>
                  <a:pt x="100088" y="1099172"/>
                </a:lnTo>
                <a:lnTo>
                  <a:pt x="120040" y="1144270"/>
                </a:lnTo>
                <a:lnTo>
                  <a:pt x="158292" y="1177937"/>
                </a:lnTo>
                <a:lnTo>
                  <a:pt x="210146" y="1195578"/>
                </a:lnTo>
                <a:lnTo>
                  <a:pt x="209931" y="1195578"/>
                </a:lnTo>
                <a:lnTo>
                  <a:pt x="240792" y="1197864"/>
                </a:lnTo>
                <a:lnTo>
                  <a:pt x="272846" y="1195578"/>
                </a:lnTo>
                <a:lnTo>
                  <a:pt x="300609" y="1188720"/>
                </a:lnTo>
                <a:lnTo>
                  <a:pt x="344424" y="1161288"/>
                </a:lnTo>
                <a:lnTo>
                  <a:pt x="371856" y="1119187"/>
                </a:lnTo>
                <a:lnTo>
                  <a:pt x="378714" y="1092504"/>
                </a:lnTo>
                <a:lnTo>
                  <a:pt x="381000" y="1062228"/>
                </a:lnTo>
                <a:close/>
              </a:path>
              <a:path extrusionOk="0" h="1198245" w="382905">
                <a:moveTo>
                  <a:pt x="381000" y="819912"/>
                </a:moveTo>
                <a:lnTo>
                  <a:pt x="379476" y="810768"/>
                </a:lnTo>
                <a:lnTo>
                  <a:pt x="376999" y="798385"/>
                </a:lnTo>
                <a:lnTo>
                  <a:pt x="375412" y="791705"/>
                </a:lnTo>
                <a:lnTo>
                  <a:pt x="373380" y="784860"/>
                </a:lnTo>
                <a:lnTo>
                  <a:pt x="332232" y="784860"/>
                </a:lnTo>
                <a:lnTo>
                  <a:pt x="332232" y="787908"/>
                </a:lnTo>
                <a:lnTo>
                  <a:pt x="333756" y="790956"/>
                </a:lnTo>
                <a:lnTo>
                  <a:pt x="335280" y="795528"/>
                </a:lnTo>
                <a:lnTo>
                  <a:pt x="338328" y="803148"/>
                </a:lnTo>
                <a:lnTo>
                  <a:pt x="339852" y="809244"/>
                </a:lnTo>
                <a:lnTo>
                  <a:pt x="341376" y="816864"/>
                </a:lnTo>
                <a:lnTo>
                  <a:pt x="341376" y="835152"/>
                </a:lnTo>
                <a:lnTo>
                  <a:pt x="318516" y="865632"/>
                </a:lnTo>
                <a:lnTo>
                  <a:pt x="303276" y="868680"/>
                </a:lnTo>
                <a:lnTo>
                  <a:pt x="143256" y="868680"/>
                </a:lnTo>
                <a:lnTo>
                  <a:pt x="143256" y="784860"/>
                </a:lnTo>
                <a:lnTo>
                  <a:pt x="105156" y="784860"/>
                </a:lnTo>
                <a:lnTo>
                  <a:pt x="105156" y="868680"/>
                </a:lnTo>
                <a:lnTo>
                  <a:pt x="27432" y="868680"/>
                </a:lnTo>
                <a:lnTo>
                  <a:pt x="27432" y="914400"/>
                </a:lnTo>
                <a:lnTo>
                  <a:pt x="105156" y="914400"/>
                </a:lnTo>
                <a:lnTo>
                  <a:pt x="105156" y="944880"/>
                </a:lnTo>
                <a:lnTo>
                  <a:pt x="143256" y="944880"/>
                </a:lnTo>
                <a:lnTo>
                  <a:pt x="143256" y="914400"/>
                </a:lnTo>
                <a:lnTo>
                  <a:pt x="292608" y="914400"/>
                </a:lnTo>
                <a:lnTo>
                  <a:pt x="314020" y="913218"/>
                </a:lnTo>
                <a:lnTo>
                  <a:pt x="359664" y="893064"/>
                </a:lnTo>
                <a:lnTo>
                  <a:pt x="379603" y="853211"/>
                </a:lnTo>
                <a:lnTo>
                  <a:pt x="381000" y="835152"/>
                </a:lnTo>
                <a:lnTo>
                  <a:pt x="381000" y="819912"/>
                </a:lnTo>
                <a:close/>
              </a:path>
              <a:path extrusionOk="0" h="1198245" w="382905">
                <a:moveTo>
                  <a:pt x="382524" y="115824"/>
                </a:moveTo>
                <a:lnTo>
                  <a:pt x="381000" y="108204"/>
                </a:lnTo>
                <a:lnTo>
                  <a:pt x="379476" y="102108"/>
                </a:lnTo>
                <a:lnTo>
                  <a:pt x="377952" y="94488"/>
                </a:lnTo>
                <a:lnTo>
                  <a:pt x="376428" y="88392"/>
                </a:lnTo>
                <a:lnTo>
                  <a:pt x="376313" y="88163"/>
                </a:lnTo>
                <a:lnTo>
                  <a:pt x="373380" y="82296"/>
                </a:lnTo>
                <a:lnTo>
                  <a:pt x="370332" y="74676"/>
                </a:lnTo>
                <a:lnTo>
                  <a:pt x="365671" y="68440"/>
                </a:lnTo>
                <a:lnTo>
                  <a:pt x="362712" y="64008"/>
                </a:lnTo>
                <a:lnTo>
                  <a:pt x="353568" y="51816"/>
                </a:lnTo>
                <a:lnTo>
                  <a:pt x="347472" y="45720"/>
                </a:lnTo>
                <a:lnTo>
                  <a:pt x="374904" y="45720"/>
                </a:lnTo>
                <a:lnTo>
                  <a:pt x="374904" y="0"/>
                </a:lnTo>
                <a:lnTo>
                  <a:pt x="339852" y="0"/>
                </a:lnTo>
                <a:lnTo>
                  <a:pt x="339852" y="114300"/>
                </a:lnTo>
                <a:lnTo>
                  <a:pt x="338404" y="130073"/>
                </a:lnTo>
                <a:lnTo>
                  <a:pt x="315468" y="163068"/>
                </a:lnTo>
                <a:lnTo>
                  <a:pt x="264896" y="177215"/>
                </a:lnTo>
                <a:lnTo>
                  <a:pt x="242316" y="178308"/>
                </a:lnTo>
                <a:lnTo>
                  <a:pt x="218846" y="176936"/>
                </a:lnTo>
                <a:lnTo>
                  <a:pt x="181025" y="166738"/>
                </a:lnTo>
                <a:lnTo>
                  <a:pt x="146875" y="134493"/>
                </a:lnTo>
                <a:lnTo>
                  <a:pt x="140208" y="103632"/>
                </a:lnTo>
                <a:lnTo>
                  <a:pt x="140271" y="102108"/>
                </a:lnTo>
                <a:lnTo>
                  <a:pt x="140474" y="96545"/>
                </a:lnTo>
                <a:lnTo>
                  <a:pt x="141160" y="89154"/>
                </a:lnTo>
                <a:lnTo>
                  <a:pt x="141262" y="88392"/>
                </a:lnTo>
                <a:lnTo>
                  <a:pt x="141300" y="88163"/>
                </a:lnTo>
                <a:lnTo>
                  <a:pt x="142138" y="81775"/>
                </a:lnTo>
                <a:lnTo>
                  <a:pt x="153924" y="45720"/>
                </a:lnTo>
                <a:lnTo>
                  <a:pt x="309372" y="45720"/>
                </a:lnTo>
                <a:lnTo>
                  <a:pt x="332232" y="79248"/>
                </a:lnTo>
                <a:lnTo>
                  <a:pt x="335419" y="88392"/>
                </a:lnTo>
                <a:lnTo>
                  <a:pt x="337756" y="96774"/>
                </a:lnTo>
                <a:lnTo>
                  <a:pt x="339305" y="105397"/>
                </a:lnTo>
                <a:lnTo>
                  <a:pt x="339852" y="114300"/>
                </a:lnTo>
                <a:lnTo>
                  <a:pt x="339852" y="0"/>
                </a:lnTo>
                <a:lnTo>
                  <a:pt x="0" y="0"/>
                </a:lnTo>
                <a:lnTo>
                  <a:pt x="0" y="45720"/>
                </a:lnTo>
                <a:lnTo>
                  <a:pt x="115824" y="45720"/>
                </a:lnTo>
                <a:lnTo>
                  <a:pt x="111556" y="53682"/>
                </a:lnTo>
                <a:lnTo>
                  <a:pt x="98679" y="93154"/>
                </a:lnTo>
                <a:lnTo>
                  <a:pt x="97777" y="115824"/>
                </a:lnTo>
                <a:lnTo>
                  <a:pt x="98132" y="122669"/>
                </a:lnTo>
                <a:lnTo>
                  <a:pt x="113347" y="165430"/>
                </a:lnTo>
                <a:lnTo>
                  <a:pt x="145262" y="198120"/>
                </a:lnTo>
                <a:lnTo>
                  <a:pt x="181356" y="216408"/>
                </a:lnTo>
                <a:lnTo>
                  <a:pt x="224866" y="224980"/>
                </a:lnTo>
                <a:lnTo>
                  <a:pt x="242316" y="225552"/>
                </a:lnTo>
                <a:lnTo>
                  <a:pt x="259613" y="224980"/>
                </a:lnTo>
                <a:lnTo>
                  <a:pt x="259130" y="224980"/>
                </a:lnTo>
                <a:lnTo>
                  <a:pt x="274320" y="223456"/>
                </a:lnTo>
                <a:lnTo>
                  <a:pt x="314883" y="213982"/>
                </a:lnTo>
                <a:lnTo>
                  <a:pt x="354520" y="190982"/>
                </a:lnTo>
                <a:lnTo>
                  <a:pt x="365709" y="178308"/>
                </a:lnTo>
                <a:lnTo>
                  <a:pt x="368236" y="174980"/>
                </a:lnTo>
                <a:lnTo>
                  <a:pt x="381952" y="136118"/>
                </a:lnTo>
                <a:lnTo>
                  <a:pt x="382524" y="124968"/>
                </a:lnTo>
                <a:lnTo>
                  <a:pt x="382524" y="115824"/>
                </a:lnTo>
                <a:close/>
              </a:path>
              <a:path extrusionOk="0" h="1198245" w="382905">
                <a:moveTo>
                  <a:pt x="382536" y="376428"/>
                </a:moveTo>
                <a:lnTo>
                  <a:pt x="380250" y="350405"/>
                </a:lnTo>
                <a:lnTo>
                  <a:pt x="373392" y="327088"/>
                </a:lnTo>
                <a:lnTo>
                  <a:pt x="361962" y="306349"/>
                </a:lnTo>
                <a:lnTo>
                  <a:pt x="359270" y="303276"/>
                </a:lnTo>
                <a:lnTo>
                  <a:pt x="345960" y="288036"/>
                </a:lnTo>
                <a:lnTo>
                  <a:pt x="342912" y="286029"/>
                </a:lnTo>
                <a:lnTo>
                  <a:pt x="342912" y="376428"/>
                </a:lnTo>
                <a:lnTo>
                  <a:pt x="341210" y="392696"/>
                </a:lnTo>
                <a:lnTo>
                  <a:pt x="317004" y="429768"/>
                </a:lnTo>
                <a:lnTo>
                  <a:pt x="264490" y="448424"/>
                </a:lnTo>
                <a:lnTo>
                  <a:pt x="240804" y="449580"/>
                </a:lnTo>
                <a:lnTo>
                  <a:pt x="216230" y="448424"/>
                </a:lnTo>
                <a:lnTo>
                  <a:pt x="177368" y="438658"/>
                </a:lnTo>
                <a:lnTo>
                  <a:pt x="143840" y="407098"/>
                </a:lnTo>
                <a:lnTo>
                  <a:pt x="137172" y="376428"/>
                </a:lnTo>
                <a:lnTo>
                  <a:pt x="138861" y="359498"/>
                </a:lnTo>
                <a:lnTo>
                  <a:pt x="163080" y="321564"/>
                </a:lnTo>
                <a:lnTo>
                  <a:pt x="216230" y="304419"/>
                </a:lnTo>
                <a:lnTo>
                  <a:pt x="240804" y="303276"/>
                </a:lnTo>
                <a:lnTo>
                  <a:pt x="264490" y="304419"/>
                </a:lnTo>
                <a:lnTo>
                  <a:pt x="302729" y="313563"/>
                </a:lnTo>
                <a:lnTo>
                  <a:pt x="336245" y="345567"/>
                </a:lnTo>
                <a:lnTo>
                  <a:pt x="342912" y="376428"/>
                </a:lnTo>
                <a:lnTo>
                  <a:pt x="342912" y="286029"/>
                </a:lnTo>
                <a:lnTo>
                  <a:pt x="324815" y="274040"/>
                </a:lnTo>
                <a:lnTo>
                  <a:pt x="300240" y="264033"/>
                </a:lnTo>
                <a:lnTo>
                  <a:pt x="272237" y="258038"/>
                </a:lnTo>
                <a:lnTo>
                  <a:pt x="240804" y="256032"/>
                </a:lnTo>
                <a:lnTo>
                  <a:pt x="208508" y="258038"/>
                </a:lnTo>
                <a:lnTo>
                  <a:pt x="155930" y="274040"/>
                </a:lnTo>
                <a:lnTo>
                  <a:pt x="118757" y="306349"/>
                </a:lnTo>
                <a:lnTo>
                  <a:pt x="99847" y="350405"/>
                </a:lnTo>
                <a:lnTo>
                  <a:pt x="97548" y="376428"/>
                </a:lnTo>
                <a:lnTo>
                  <a:pt x="99847" y="401789"/>
                </a:lnTo>
                <a:lnTo>
                  <a:pt x="118757" y="445655"/>
                </a:lnTo>
                <a:lnTo>
                  <a:pt x="155930" y="478180"/>
                </a:lnTo>
                <a:lnTo>
                  <a:pt x="208508" y="494804"/>
                </a:lnTo>
                <a:lnTo>
                  <a:pt x="240804" y="496824"/>
                </a:lnTo>
                <a:lnTo>
                  <a:pt x="271716" y="494804"/>
                </a:lnTo>
                <a:lnTo>
                  <a:pt x="271462" y="494804"/>
                </a:lnTo>
                <a:lnTo>
                  <a:pt x="298907" y="488823"/>
                </a:lnTo>
                <a:lnTo>
                  <a:pt x="323303" y="478828"/>
                </a:lnTo>
                <a:lnTo>
                  <a:pt x="344436" y="464820"/>
                </a:lnTo>
                <a:lnTo>
                  <a:pt x="358990" y="449580"/>
                </a:lnTo>
                <a:lnTo>
                  <a:pt x="361315" y="447154"/>
                </a:lnTo>
                <a:lnTo>
                  <a:pt x="373202" y="426339"/>
                </a:lnTo>
                <a:lnTo>
                  <a:pt x="380225" y="402678"/>
                </a:lnTo>
                <a:lnTo>
                  <a:pt x="380301" y="401789"/>
                </a:lnTo>
                <a:lnTo>
                  <a:pt x="382536" y="37642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4" name="Google Shape;6514;p99"/>
          <p:cNvSpPr/>
          <p:nvPr/>
        </p:nvSpPr>
        <p:spPr>
          <a:xfrm>
            <a:off x="1734311" y="5303519"/>
            <a:ext cx="285115" cy="241300"/>
          </a:xfrm>
          <a:custGeom>
            <a:rect b="b" l="l" r="r" t="t"/>
            <a:pathLst>
              <a:path extrusionOk="0" h="241300" w="285114">
                <a:moveTo>
                  <a:pt x="143256" y="240792"/>
                </a:moveTo>
                <a:lnTo>
                  <a:pt x="82677" y="232029"/>
                </a:lnTo>
                <a:lnTo>
                  <a:pt x="38100" y="207264"/>
                </a:lnTo>
                <a:lnTo>
                  <a:pt x="9334" y="168211"/>
                </a:lnTo>
                <a:lnTo>
                  <a:pt x="0" y="118872"/>
                </a:lnTo>
                <a:lnTo>
                  <a:pt x="2309" y="93511"/>
                </a:lnTo>
                <a:lnTo>
                  <a:pt x="21216" y="49649"/>
                </a:lnTo>
                <a:lnTo>
                  <a:pt x="58388" y="18002"/>
                </a:lnTo>
                <a:lnTo>
                  <a:pt x="110966" y="2000"/>
                </a:lnTo>
                <a:lnTo>
                  <a:pt x="143256" y="0"/>
                </a:lnTo>
                <a:lnTo>
                  <a:pt x="174688" y="2000"/>
                </a:lnTo>
                <a:lnTo>
                  <a:pt x="202692" y="8001"/>
                </a:lnTo>
                <a:lnTo>
                  <a:pt x="227266" y="18002"/>
                </a:lnTo>
                <a:lnTo>
                  <a:pt x="248412" y="32004"/>
                </a:lnTo>
                <a:lnTo>
                  <a:pt x="262232" y="47244"/>
                </a:lnTo>
                <a:lnTo>
                  <a:pt x="143256" y="47244"/>
                </a:lnTo>
                <a:lnTo>
                  <a:pt x="118681" y="48387"/>
                </a:lnTo>
                <a:lnTo>
                  <a:pt x="79819" y="57531"/>
                </a:lnTo>
                <a:lnTo>
                  <a:pt x="46291" y="88201"/>
                </a:lnTo>
                <a:lnTo>
                  <a:pt x="39624" y="118872"/>
                </a:lnTo>
                <a:lnTo>
                  <a:pt x="41314" y="136017"/>
                </a:lnTo>
                <a:lnTo>
                  <a:pt x="65532" y="173736"/>
                </a:lnTo>
                <a:lnTo>
                  <a:pt x="118681" y="192166"/>
                </a:lnTo>
                <a:lnTo>
                  <a:pt x="143256" y="193547"/>
                </a:lnTo>
                <a:lnTo>
                  <a:pt x="260154" y="193547"/>
                </a:lnTo>
                <a:lnTo>
                  <a:pt x="246888" y="207264"/>
                </a:lnTo>
                <a:lnTo>
                  <a:pt x="225766" y="222146"/>
                </a:lnTo>
                <a:lnTo>
                  <a:pt x="201358" y="232600"/>
                </a:lnTo>
                <a:lnTo>
                  <a:pt x="173807" y="238767"/>
                </a:lnTo>
                <a:lnTo>
                  <a:pt x="143256" y="240792"/>
                </a:lnTo>
                <a:close/>
              </a:path>
              <a:path extrusionOk="0" h="241300" w="285114">
                <a:moveTo>
                  <a:pt x="260154" y="193547"/>
                </a:moveTo>
                <a:lnTo>
                  <a:pt x="143256" y="193547"/>
                </a:lnTo>
                <a:lnTo>
                  <a:pt x="166949" y="192166"/>
                </a:lnTo>
                <a:lnTo>
                  <a:pt x="187642" y="188214"/>
                </a:lnTo>
                <a:lnTo>
                  <a:pt x="230576" y="163449"/>
                </a:lnTo>
                <a:lnTo>
                  <a:pt x="245364" y="118872"/>
                </a:lnTo>
                <a:lnTo>
                  <a:pt x="243673" y="102608"/>
                </a:lnTo>
                <a:lnTo>
                  <a:pt x="219456" y="65532"/>
                </a:lnTo>
                <a:lnTo>
                  <a:pt x="166949" y="48387"/>
                </a:lnTo>
                <a:lnTo>
                  <a:pt x="143256" y="47244"/>
                </a:lnTo>
                <a:lnTo>
                  <a:pt x="262232" y="47244"/>
                </a:lnTo>
                <a:lnTo>
                  <a:pt x="264414" y="49649"/>
                </a:lnTo>
                <a:lnTo>
                  <a:pt x="275844" y="70294"/>
                </a:lnTo>
                <a:lnTo>
                  <a:pt x="282702" y="93511"/>
                </a:lnTo>
                <a:lnTo>
                  <a:pt x="284988" y="118872"/>
                </a:lnTo>
                <a:lnTo>
                  <a:pt x="282751" y="144899"/>
                </a:lnTo>
                <a:lnTo>
                  <a:pt x="282678" y="145756"/>
                </a:lnTo>
                <a:lnTo>
                  <a:pt x="275653" y="169354"/>
                </a:lnTo>
                <a:lnTo>
                  <a:pt x="263771" y="189809"/>
                </a:lnTo>
                <a:lnTo>
                  <a:pt x="260154" y="193547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5" name="Google Shape;6515;p99"/>
          <p:cNvSpPr/>
          <p:nvPr/>
        </p:nvSpPr>
        <p:spPr>
          <a:xfrm>
            <a:off x="1636775" y="5210555"/>
            <a:ext cx="376555" cy="47625"/>
          </a:xfrm>
          <a:custGeom>
            <a:rect b="b" l="l" r="r" t="t"/>
            <a:pathLst>
              <a:path extrusionOk="0" h="47625" w="376555">
                <a:moveTo>
                  <a:pt x="376428" y="47244"/>
                </a:moveTo>
                <a:lnTo>
                  <a:pt x="0" y="47244"/>
                </a:lnTo>
                <a:lnTo>
                  <a:pt x="0" y="0"/>
                </a:lnTo>
                <a:lnTo>
                  <a:pt x="376428" y="0"/>
                </a:lnTo>
                <a:lnTo>
                  <a:pt x="376428" y="472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6" name="Google Shape;6516;p99"/>
          <p:cNvSpPr/>
          <p:nvPr/>
        </p:nvSpPr>
        <p:spPr>
          <a:xfrm>
            <a:off x="1734312" y="4671060"/>
            <a:ext cx="379730" cy="492759"/>
          </a:xfrm>
          <a:custGeom>
            <a:rect b="b" l="l" r="r" t="t"/>
            <a:pathLst>
              <a:path extrusionOk="0" h="492760" w="379730">
                <a:moveTo>
                  <a:pt x="284988" y="371856"/>
                </a:moveTo>
                <a:lnTo>
                  <a:pt x="282702" y="345859"/>
                </a:lnTo>
                <a:lnTo>
                  <a:pt x="275844" y="322707"/>
                </a:lnTo>
                <a:lnTo>
                  <a:pt x="264414" y="302425"/>
                </a:lnTo>
                <a:lnTo>
                  <a:pt x="260997" y="298704"/>
                </a:lnTo>
                <a:lnTo>
                  <a:pt x="248412" y="284988"/>
                </a:lnTo>
                <a:lnTo>
                  <a:pt x="245364" y="282854"/>
                </a:lnTo>
                <a:lnTo>
                  <a:pt x="245364" y="371856"/>
                </a:lnTo>
                <a:lnTo>
                  <a:pt x="243662" y="388150"/>
                </a:lnTo>
                <a:lnTo>
                  <a:pt x="219456" y="426720"/>
                </a:lnTo>
                <a:lnTo>
                  <a:pt x="166941" y="443865"/>
                </a:lnTo>
                <a:lnTo>
                  <a:pt x="143256" y="445008"/>
                </a:lnTo>
                <a:lnTo>
                  <a:pt x="118681" y="443865"/>
                </a:lnTo>
                <a:lnTo>
                  <a:pt x="79819" y="434721"/>
                </a:lnTo>
                <a:lnTo>
                  <a:pt x="46291" y="402717"/>
                </a:lnTo>
                <a:lnTo>
                  <a:pt x="39624" y="371856"/>
                </a:lnTo>
                <a:lnTo>
                  <a:pt x="41313" y="355600"/>
                </a:lnTo>
                <a:lnTo>
                  <a:pt x="65532" y="318516"/>
                </a:lnTo>
                <a:lnTo>
                  <a:pt x="118681" y="299872"/>
                </a:lnTo>
                <a:lnTo>
                  <a:pt x="143256" y="298704"/>
                </a:lnTo>
                <a:lnTo>
                  <a:pt x="166941" y="299872"/>
                </a:lnTo>
                <a:lnTo>
                  <a:pt x="205181" y="309638"/>
                </a:lnTo>
                <a:lnTo>
                  <a:pt x="238696" y="341185"/>
                </a:lnTo>
                <a:lnTo>
                  <a:pt x="245364" y="371856"/>
                </a:lnTo>
                <a:lnTo>
                  <a:pt x="245364" y="282854"/>
                </a:lnTo>
                <a:lnTo>
                  <a:pt x="227266" y="270116"/>
                </a:lnTo>
                <a:lnTo>
                  <a:pt x="202692" y="259651"/>
                </a:lnTo>
                <a:lnTo>
                  <a:pt x="174688" y="253492"/>
                </a:lnTo>
                <a:lnTo>
                  <a:pt x="143256" y="251460"/>
                </a:lnTo>
                <a:lnTo>
                  <a:pt x="110959" y="253492"/>
                </a:lnTo>
                <a:lnTo>
                  <a:pt x="58381" y="270116"/>
                </a:lnTo>
                <a:lnTo>
                  <a:pt x="21209" y="302425"/>
                </a:lnTo>
                <a:lnTo>
                  <a:pt x="2298" y="345859"/>
                </a:lnTo>
                <a:lnTo>
                  <a:pt x="0" y="371856"/>
                </a:lnTo>
                <a:lnTo>
                  <a:pt x="2298" y="397865"/>
                </a:lnTo>
                <a:lnTo>
                  <a:pt x="21209" y="441299"/>
                </a:lnTo>
                <a:lnTo>
                  <a:pt x="58381" y="473608"/>
                </a:lnTo>
                <a:lnTo>
                  <a:pt x="110959" y="490232"/>
                </a:lnTo>
                <a:lnTo>
                  <a:pt x="143256" y="492252"/>
                </a:lnTo>
                <a:lnTo>
                  <a:pt x="174167" y="490232"/>
                </a:lnTo>
                <a:lnTo>
                  <a:pt x="173913" y="490232"/>
                </a:lnTo>
                <a:lnTo>
                  <a:pt x="201358" y="484251"/>
                </a:lnTo>
                <a:lnTo>
                  <a:pt x="225755" y="474256"/>
                </a:lnTo>
                <a:lnTo>
                  <a:pt x="246888" y="460248"/>
                </a:lnTo>
                <a:lnTo>
                  <a:pt x="261620" y="445008"/>
                </a:lnTo>
                <a:lnTo>
                  <a:pt x="263766" y="442798"/>
                </a:lnTo>
                <a:lnTo>
                  <a:pt x="275653" y="422338"/>
                </a:lnTo>
                <a:lnTo>
                  <a:pt x="282676" y="398741"/>
                </a:lnTo>
                <a:lnTo>
                  <a:pt x="282752" y="397865"/>
                </a:lnTo>
                <a:lnTo>
                  <a:pt x="284988" y="371856"/>
                </a:lnTo>
                <a:close/>
              </a:path>
              <a:path extrusionOk="0" h="492760" w="379730">
                <a:moveTo>
                  <a:pt x="379437" y="121424"/>
                </a:moveTo>
                <a:lnTo>
                  <a:pt x="371475" y="68199"/>
                </a:lnTo>
                <a:lnTo>
                  <a:pt x="347472" y="30480"/>
                </a:lnTo>
                <a:lnTo>
                  <a:pt x="306324" y="7810"/>
                </a:lnTo>
                <a:lnTo>
                  <a:pt x="246888" y="0"/>
                </a:lnTo>
                <a:lnTo>
                  <a:pt x="230009" y="0"/>
                </a:lnTo>
                <a:lnTo>
                  <a:pt x="230009" y="112776"/>
                </a:lnTo>
                <a:lnTo>
                  <a:pt x="229971" y="117348"/>
                </a:lnTo>
                <a:lnTo>
                  <a:pt x="217258" y="154838"/>
                </a:lnTo>
                <a:lnTo>
                  <a:pt x="178689" y="174688"/>
                </a:lnTo>
                <a:lnTo>
                  <a:pt x="138684" y="178308"/>
                </a:lnTo>
                <a:lnTo>
                  <a:pt x="116344" y="177152"/>
                </a:lnTo>
                <a:lnTo>
                  <a:pt x="67056" y="158496"/>
                </a:lnTo>
                <a:lnTo>
                  <a:pt x="42837" y="121424"/>
                </a:lnTo>
                <a:lnTo>
                  <a:pt x="41148" y="105156"/>
                </a:lnTo>
                <a:lnTo>
                  <a:pt x="41236" y="102781"/>
                </a:lnTo>
                <a:lnTo>
                  <a:pt x="41275" y="101536"/>
                </a:lnTo>
                <a:lnTo>
                  <a:pt x="41389" y="98679"/>
                </a:lnTo>
                <a:lnTo>
                  <a:pt x="41478" y="97536"/>
                </a:lnTo>
                <a:lnTo>
                  <a:pt x="42138" y="91135"/>
                </a:lnTo>
                <a:lnTo>
                  <a:pt x="42252" y="90347"/>
                </a:lnTo>
                <a:lnTo>
                  <a:pt x="43091" y="84493"/>
                </a:lnTo>
                <a:lnTo>
                  <a:pt x="56388" y="45720"/>
                </a:lnTo>
                <a:lnTo>
                  <a:pt x="204216" y="45720"/>
                </a:lnTo>
                <a:lnTo>
                  <a:pt x="224028" y="79248"/>
                </a:lnTo>
                <a:lnTo>
                  <a:pt x="228866" y="98298"/>
                </a:lnTo>
                <a:lnTo>
                  <a:pt x="228917" y="98679"/>
                </a:lnTo>
                <a:lnTo>
                  <a:pt x="229806" y="106680"/>
                </a:lnTo>
                <a:lnTo>
                  <a:pt x="229844" y="107594"/>
                </a:lnTo>
                <a:lnTo>
                  <a:pt x="230009" y="112776"/>
                </a:lnTo>
                <a:lnTo>
                  <a:pt x="230009" y="0"/>
                </a:lnTo>
                <a:lnTo>
                  <a:pt x="7620" y="0"/>
                </a:lnTo>
                <a:lnTo>
                  <a:pt x="7620" y="42672"/>
                </a:lnTo>
                <a:lnTo>
                  <a:pt x="19812" y="45720"/>
                </a:lnTo>
                <a:lnTo>
                  <a:pt x="15278" y="53708"/>
                </a:lnTo>
                <a:lnTo>
                  <a:pt x="1143" y="93345"/>
                </a:lnTo>
                <a:lnTo>
                  <a:pt x="0" y="112776"/>
                </a:lnTo>
                <a:lnTo>
                  <a:pt x="25" y="113372"/>
                </a:lnTo>
                <a:lnTo>
                  <a:pt x="152" y="115824"/>
                </a:lnTo>
                <a:lnTo>
                  <a:pt x="228" y="117348"/>
                </a:lnTo>
                <a:lnTo>
                  <a:pt x="9144" y="155448"/>
                </a:lnTo>
                <a:lnTo>
                  <a:pt x="36576" y="192024"/>
                </a:lnTo>
                <a:lnTo>
                  <a:pt x="80772" y="216408"/>
                </a:lnTo>
                <a:lnTo>
                  <a:pt x="123634" y="224980"/>
                </a:lnTo>
                <a:lnTo>
                  <a:pt x="140208" y="225552"/>
                </a:lnTo>
                <a:lnTo>
                  <a:pt x="170472" y="223837"/>
                </a:lnTo>
                <a:lnTo>
                  <a:pt x="220141" y="210121"/>
                </a:lnTo>
                <a:lnTo>
                  <a:pt x="254139" y="184150"/>
                </a:lnTo>
                <a:lnTo>
                  <a:pt x="270764" y="148196"/>
                </a:lnTo>
                <a:lnTo>
                  <a:pt x="272796" y="126492"/>
                </a:lnTo>
                <a:lnTo>
                  <a:pt x="272681" y="123952"/>
                </a:lnTo>
                <a:lnTo>
                  <a:pt x="272580" y="121424"/>
                </a:lnTo>
                <a:lnTo>
                  <a:pt x="265176" y="82296"/>
                </a:lnTo>
                <a:lnTo>
                  <a:pt x="242316" y="45720"/>
                </a:lnTo>
                <a:lnTo>
                  <a:pt x="265176" y="45720"/>
                </a:lnTo>
                <a:lnTo>
                  <a:pt x="303276" y="51816"/>
                </a:lnTo>
                <a:lnTo>
                  <a:pt x="326440" y="69938"/>
                </a:lnTo>
                <a:lnTo>
                  <a:pt x="329628" y="75730"/>
                </a:lnTo>
                <a:lnTo>
                  <a:pt x="338213" y="134683"/>
                </a:lnTo>
                <a:lnTo>
                  <a:pt x="336804" y="141732"/>
                </a:lnTo>
                <a:lnTo>
                  <a:pt x="335280" y="147828"/>
                </a:lnTo>
                <a:lnTo>
                  <a:pt x="335203" y="148196"/>
                </a:lnTo>
                <a:lnTo>
                  <a:pt x="333756" y="155448"/>
                </a:lnTo>
                <a:lnTo>
                  <a:pt x="330708" y="164592"/>
                </a:lnTo>
                <a:lnTo>
                  <a:pt x="329184" y="172212"/>
                </a:lnTo>
                <a:lnTo>
                  <a:pt x="327660" y="178308"/>
                </a:lnTo>
                <a:lnTo>
                  <a:pt x="324612" y="184404"/>
                </a:lnTo>
                <a:lnTo>
                  <a:pt x="323088" y="190487"/>
                </a:lnTo>
                <a:lnTo>
                  <a:pt x="321564" y="195072"/>
                </a:lnTo>
                <a:lnTo>
                  <a:pt x="320040" y="198120"/>
                </a:lnTo>
                <a:lnTo>
                  <a:pt x="320040" y="199644"/>
                </a:lnTo>
                <a:lnTo>
                  <a:pt x="367284" y="199644"/>
                </a:lnTo>
                <a:lnTo>
                  <a:pt x="370420" y="190487"/>
                </a:lnTo>
                <a:lnTo>
                  <a:pt x="377545" y="151282"/>
                </a:lnTo>
                <a:lnTo>
                  <a:pt x="379336" y="126492"/>
                </a:lnTo>
                <a:lnTo>
                  <a:pt x="379437" y="12142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7" name="Google Shape;6517;p99"/>
          <p:cNvSpPr/>
          <p:nvPr/>
        </p:nvSpPr>
        <p:spPr>
          <a:xfrm>
            <a:off x="1652016" y="4052316"/>
            <a:ext cx="365760" cy="551815"/>
          </a:xfrm>
          <a:custGeom>
            <a:rect b="b" l="l" r="r" t="t"/>
            <a:pathLst>
              <a:path extrusionOk="0" h="551814" w="365760">
                <a:moveTo>
                  <a:pt x="47244" y="499872"/>
                </a:moveTo>
                <a:lnTo>
                  <a:pt x="0" y="499872"/>
                </a:lnTo>
                <a:lnTo>
                  <a:pt x="0" y="551688"/>
                </a:lnTo>
                <a:lnTo>
                  <a:pt x="47244" y="551688"/>
                </a:lnTo>
                <a:lnTo>
                  <a:pt x="47244" y="499872"/>
                </a:lnTo>
                <a:close/>
              </a:path>
              <a:path extrusionOk="0" h="551814" w="365760">
                <a:moveTo>
                  <a:pt x="359664" y="502920"/>
                </a:moveTo>
                <a:lnTo>
                  <a:pt x="89916" y="502920"/>
                </a:lnTo>
                <a:lnTo>
                  <a:pt x="89916" y="548640"/>
                </a:lnTo>
                <a:lnTo>
                  <a:pt x="359664" y="548640"/>
                </a:lnTo>
                <a:lnTo>
                  <a:pt x="359664" y="502920"/>
                </a:lnTo>
                <a:close/>
              </a:path>
              <a:path extrusionOk="0" h="551814" w="365760">
                <a:moveTo>
                  <a:pt x="365645" y="324612"/>
                </a:moveTo>
                <a:lnTo>
                  <a:pt x="365531" y="307848"/>
                </a:lnTo>
                <a:lnTo>
                  <a:pt x="365112" y="301663"/>
                </a:lnTo>
                <a:lnTo>
                  <a:pt x="364223" y="295656"/>
                </a:lnTo>
                <a:lnTo>
                  <a:pt x="362699" y="289560"/>
                </a:lnTo>
                <a:lnTo>
                  <a:pt x="361175" y="280416"/>
                </a:lnTo>
                <a:lnTo>
                  <a:pt x="358127" y="272796"/>
                </a:lnTo>
                <a:lnTo>
                  <a:pt x="358013" y="272224"/>
                </a:lnTo>
                <a:lnTo>
                  <a:pt x="356603" y="265176"/>
                </a:lnTo>
                <a:lnTo>
                  <a:pt x="353555" y="259080"/>
                </a:lnTo>
                <a:lnTo>
                  <a:pt x="350507" y="251460"/>
                </a:lnTo>
                <a:lnTo>
                  <a:pt x="347459" y="242316"/>
                </a:lnTo>
                <a:lnTo>
                  <a:pt x="345935" y="236220"/>
                </a:lnTo>
                <a:lnTo>
                  <a:pt x="342887" y="231648"/>
                </a:lnTo>
                <a:lnTo>
                  <a:pt x="294119" y="231648"/>
                </a:lnTo>
                <a:lnTo>
                  <a:pt x="294119" y="233172"/>
                </a:lnTo>
                <a:lnTo>
                  <a:pt x="300215" y="242316"/>
                </a:lnTo>
                <a:lnTo>
                  <a:pt x="303263" y="248412"/>
                </a:lnTo>
                <a:lnTo>
                  <a:pt x="307835" y="252984"/>
                </a:lnTo>
                <a:lnTo>
                  <a:pt x="313931" y="268224"/>
                </a:lnTo>
                <a:lnTo>
                  <a:pt x="316865" y="274205"/>
                </a:lnTo>
                <a:lnTo>
                  <a:pt x="319074" y="280606"/>
                </a:lnTo>
                <a:lnTo>
                  <a:pt x="321005" y="287299"/>
                </a:lnTo>
                <a:lnTo>
                  <a:pt x="323075" y="294132"/>
                </a:lnTo>
                <a:lnTo>
                  <a:pt x="324205" y="301904"/>
                </a:lnTo>
                <a:lnTo>
                  <a:pt x="325170" y="309372"/>
                </a:lnTo>
                <a:lnTo>
                  <a:pt x="325869" y="316852"/>
                </a:lnTo>
                <a:lnTo>
                  <a:pt x="326123" y="324612"/>
                </a:lnTo>
                <a:lnTo>
                  <a:pt x="324675" y="344284"/>
                </a:lnTo>
                <a:lnTo>
                  <a:pt x="301739" y="390144"/>
                </a:lnTo>
                <a:lnTo>
                  <a:pt x="251167" y="412864"/>
                </a:lnTo>
                <a:lnTo>
                  <a:pt x="228587" y="414528"/>
                </a:lnTo>
                <a:lnTo>
                  <a:pt x="228587" y="272796"/>
                </a:lnTo>
                <a:lnTo>
                  <a:pt x="228587" y="227076"/>
                </a:lnTo>
                <a:lnTo>
                  <a:pt x="204203" y="227076"/>
                </a:lnTo>
                <a:lnTo>
                  <a:pt x="193535" y="227317"/>
                </a:lnTo>
                <a:lnTo>
                  <a:pt x="193535" y="272796"/>
                </a:lnTo>
                <a:lnTo>
                  <a:pt x="193535" y="414528"/>
                </a:lnTo>
                <a:lnTo>
                  <a:pt x="151561" y="400392"/>
                </a:lnTo>
                <a:lnTo>
                  <a:pt x="124955" y="368808"/>
                </a:lnTo>
                <a:lnTo>
                  <a:pt x="122085" y="362546"/>
                </a:lnTo>
                <a:lnTo>
                  <a:pt x="120192" y="355282"/>
                </a:lnTo>
                <a:lnTo>
                  <a:pt x="119176" y="347167"/>
                </a:lnTo>
                <a:lnTo>
                  <a:pt x="119075" y="344284"/>
                </a:lnTo>
                <a:lnTo>
                  <a:pt x="118859" y="338328"/>
                </a:lnTo>
                <a:lnTo>
                  <a:pt x="118973" y="335280"/>
                </a:lnTo>
                <a:lnTo>
                  <a:pt x="119176" y="329501"/>
                </a:lnTo>
                <a:lnTo>
                  <a:pt x="120192" y="321373"/>
                </a:lnTo>
                <a:lnTo>
                  <a:pt x="122085" y="314121"/>
                </a:lnTo>
                <a:lnTo>
                  <a:pt x="124955" y="307848"/>
                </a:lnTo>
                <a:lnTo>
                  <a:pt x="127431" y="301663"/>
                </a:lnTo>
                <a:lnTo>
                  <a:pt x="128066" y="300139"/>
                </a:lnTo>
                <a:lnTo>
                  <a:pt x="132575" y="292608"/>
                </a:lnTo>
                <a:lnTo>
                  <a:pt x="140195" y="288036"/>
                </a:lnTo>
                <a:lnTo>
                  <a:pt x="146291" y="281940"/>
                </a:lnTo>
                <a:lnTo>
                  <a:pt x="184683" y="273062"/>
                </a:lnTo>
                <a:lnTo>
                  <a:pt x="193535" y="272796"/>
                </a:lnTo>
                <a:lnTo>
                  <a:pt x="193535" y="227317"/>
                </a:lnTo>
                <a:lnTo>
                  <a:pt x="149339" y="234696"/>
                </a:lnTo>
                <a:lnTo>
                  <a:pt x="112763" y="256032"/>
                </a:lnTo>
                <a:lnTo>
                  <a:pt x="89903" y="289560"/>
                </a:lnTo>
                <a:lnTo>
                  <a:pt x="82283" y="335280"/>
                </a:lnTo>
                <a:lnTo>
                  <a:pt x="84836" y="361556"/>
                </a:lnTo>
                <a:lnTo>
                  <a:pt x="104787" y="406654"/>
                </a:lnTo>
                <a:lnTo>
                  <a:pt x="143040" y="440321"/>
                </a:lnTo>
                <a:lnTo>
                  <a:pt x="194894" y="457962"/>
                </a:lnTo>
                <a:lnTo>
                  <a:pt x="194678" y="457962"/>
                </a:lnTo>
                <a:lnTo>
                  <a:pt x="225539" y="460248"/>
                </a:lnTo>
                <a:lnTo>
                  <a:pt x="257594" y="457962"/>
                </a:lnTo>
                <a:lnTo>
                  <a:pt x="285356" y="451104"/>
                </a:lnTo>
                <a:lnTo>
                  <a:pt x="329171" y="423672"/>
                </a:lnTo>
                <a:lnTo>
                  <a:pt x="356603" y="380809"/>
                </a:lnTo>
                <a:lnTo>
                  <a:pt x="363461" y="354025"/>
                </a:lnTo>
                <a:lnTo>
                  <a:pt x="365645" y="324612"/>
                </a:lnTo>
                <a:close/>
              </a:path>
              <a:path extrusionOk="0" h="551814" w="365760">
                <a:moveTo>
                  <a:pt x="365747" y="106680"/>
                </a:moveTo>
                <a:lnTo>
                  <a:pt x="359651" y="59436"/>
                </a:lnTo>
                <a:lnTo>
                  <a:pt x="335368" y="20891"/>
                </a:lnTo>
                <a:lnTo>
                  <a:pt x="297929" y="1333"/>
                </a:lnTo>
                <a:lnTo>
                  <a:pt x="281927" y="0"/>
                </a:lnTo>
                <a:lnTo>
                  <a:pt x="267030" y="889"/>
                </a:lnTo>
                <a:lnTo>
                  <a:pt x="225501" y="23241"/>
                </a:lnTo>
                <a:lnTo>
                  <a:pt x="208775" y="60960"/>
                </a:lnTo>
                <a:lnTo>
                  <a:pt x="207403" y="67589"/>
                </a:lnTo>
                <a:lnTo>
                  <a:pt x="204063" y="80251"/>
                </a:lnTo>
                <a:lnTo>
                  <a:pt x="194678" y="119189"/>
                </a:lnTo>
                <a:lnTo>
                  <a:pt x="166827" y="147256"/>
                </a:lnTo>
                <a:lnTo>
                  <a:pt x="158483" y="147828"/>
                </a:lnTo>
                <a:lnTo>
                  <a:pt x="149682" y="146951"/>
                </a:lnTo>
                <a:lnTo>
                  <a:pt x="122669" y="115252"/>
                </a:lnTo>
                <a:lnTo>
                  <a:pt x="120383" y="94488"/>
                </a:lnTo>
                <a:lnTo>
                  <a:pt x="120942" y="83972"/>
                </a:lnTo>
                <a:lnTo>
                  <a:pt x="132867" y="40919"/>
                </a:lnTo>
                <a:lnTo>
                  <a:pt x="150863" y="12192"/>
                </a:lnTo>
                <a:lnTo>
                  <a:pt x="150863" y="10668"/>
                </a:lnTo>
                <a:lnTo>
                  <a:pt x="102095" y="10668"/>
                </a:lnTo>
                <a:lnTo>
                  <a:pt x="97815" y="18986"/>
                </a:lnTo>
                <a:lnTo>
                  <a:pt x="85509" y="60198"/>
                </a:lnTo>
                <a:lnTo>
                  <a:pt x="82283" y="94488"/>
                </a:lnTo>
                <a:lnTo>
                  <a:pt x="83718" y="116205"/>
                </a:lnTo>
                <a:lnTo>
                  <a:pt x="95148" y="152781"/>
                </a:lnTo>
                <a:lnTo>
                  <a:pt x="131432" y="188214"/>
                </a:lnTo>
                <a:lnTo>
                  <a:pt x="164579" y="195072"/>
                </a:lnTo>
                <a:lnTo>
                  <a:pt x="177723" y="194221"/>
                </a:lnTo>
                <a:lnTo>
                  <a:pt x="218871" y="172720"/>
                </a:lnTo>
                <a:lnTo>
                  <a:pt x="239763" y="129667"/>
                </a:lnTo>
                <a:lnTo>
                  <a:pt x="245351" y="100584"/>
                </a:lnTo>
                <a:lnTo>
                  <a:pt x="246875" y="92964"/>
                </a:lnTo>
                <a:lnTo>
                  <a:pt x="263639" y="56388"/>
                </a:lnTo>
                <a:lnTo>
                  <a:pt x="288023" y="47244"/>
                </a:lnTo>
                <a:lnTo>
                  <a:pt x="295643" y="47244"/>
                </a:lnTo>
                <a:lnTo>
                  <a:pt x="324599" y="80772"/>
                </a:lnTo>
                <a:lnTo>
                  <a:pt x="326123" y="89916"/>
                </a:lnTo>
                <a:lnTo>
                  <a:pt x="327647" y="97536"/>
                </a:lnTo>
                <a:lnTo>
                  <a:pt x="327647" y="105156"/>
                </a:lnTo>
                <a:lnTo>
                  <a:pt x="327367" y="112255"/>
                </a:lnTo>
                <a:lnTo>
                  <a:pt x="326504" y="119634"/>
                </a:lnTo>
                <a:lnTo>
                  <a:pt x="325081" y="127025"/>
                </a:lnTo>
                <a:lnTo>
                  <a:pt x="323075" y="134112"/>
                </a:lnTo>
                <a:lnTo>
                  <a:pt x="321652" y="140741"/>
                </a:lnTo>
                <a:lnTo>
                  <a:pt x="319646" y="147066"/>
                </a:lnTo>
                <a:lnTo>
                  <a:pt x="317080" y="153403"/>
                </a:lnTo>
                <a:lnTo>
                  <a:pt x="313931" y="160020"/>
                </a:lnTo>
                <a:lnTo>
                  <a:pt x="310883" y="167640"/>
                </a:lnTo>
                <a:lnTo>
                  <a:pt x="306311" y="175260"/>
                </a:lnTo>
                <a:lnTo>
                  <a:pt x="303263" y="179832"/>
                </a:lnTo>
                <a:lnTo>
                  <a:pt x="298691" y="185928"/>
                </a:lnTo>
                <a:lnTo>
                  <a:pt x="295643" y="190500"/>
                </a:lnTo>
                <a:lnTo>
                  <a:pt x="292595" y="193548"/>
                </a:lnTo>
                <a:lnTo>
                  <a:pt x="292595" y="196596"/>
                </a:lnTo>
                <a:lnTo>
                  <a:pt x="342887" y="196596"/>
                </a:lnTo>
                <a:lnTo>
                  <a:pt x="347205" y="188048"/>
                </a:lnTo>
                <a:lnTo>
                  <a:pt x="361251" y="145262"/>
                </a:lnTo>
                <a:lnTo>
                  <a:pt x="365201" y="120116"/>
                </a:lnTo>
                <a:lnTo>
                  <a:pt x="365747" y="10668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8" name="Google Shape;6518;p99"/>
          <p:cNvSpPr/>
          <p:nvPr/>
        </p:nvSpPr>
        <p:spPr>
          <a:xfrm>
            <a:off x="1734663" y="3654552"/>
            <a:ext cx="285115" cy="215265"/>
          </a:xfrm>
          <a:custGeom>
            <a:rect b="b" l="l" r="r" t="t"/>
            <a:pathLst>
              <a:path extrusionOk="0" h="215264" w="285114">
                <a:moveTo>
                  <a:pt x="57560" y="193548"/>
                </a:moveTo>
                <a:lnTo>
                  <a:pt x="11840" y="193548"/>
                </a:lnTo>
                <a:lnTo>
                  <a:pt x="10435" y="186999"/>
                </a:lnTo>
                <a:lnTo>
                  <a:pt x="8602" y="178879"/>
                </a:lnTo>
                <a:lnTo>
                  <a:pt x="914" y="135326"/>
                </a:lnTo>
                <a:lnTo>
                  <a:pt x="0" y="97155"/>
                </a:lnTo>
                <a:lnTo>
                  <a:pt x="660" y="87772"/>
                </a:lnTo>
                <a:lnTo>
                  <a:pt x="724" y="86868"/>
                </a:lnTo>
                <a:lnTo>
                  <a:pt x="791" y="85915"/>
                </a:lnTo>
                <a:lnTo>
                  <a:pt x="10072" y="46243"/>
                </a:lnTo>
                <a:lnTo>
                  <a:pt x="39820" y="11620"/>
                </a:lnTo>
                <a:lnTo>
                  <a:pt x="79706" y="547"/>
                </a:lnTo>
                <a:lnTo>
                  <a:pt x="92612" y="0"/>
                </a:lnTo>
                <a:lnTo>
                  <a:pt x="277016" y="0"/>
                </a:lnTo>
                <a:lnTo>
                  <a:pt x="277016" y="45720"/>
                </a:lnTo>
                <a:lnTo>
                  <a:pt x="89564" y="45720"/>
                </a:lnTo>
                <a:lnTo>
                  <a:pt x="82087" y="46243"/>
                </a:lnTo>
                <a:lnTo>
                  <a:pt x="48416" y="65532"/>
                </a:lnTo>
                <a:lnTo>
                  <a:pt x="40796" y="86868"/>
                </a:lnTo>
                <a:lnTo>
                  <a:pt x="39272" y="94488"/>
                </a:lnTo>
                <a:lnTo>
                  <a:pt x="39325" y="112776"/>
                </a:lnTo>
                <a:lnTo>
                  <a:pt x="39430" y="115824"/>
                </a:lnTo>
                <a:lnTo>
                  <a:pt x="39532" y="118800"/>
                </a:lnTo>
                <a:lnTo>
                  <a:pt x="46416" y="159662"/>
                </a:lnTo>
                <a:lnTo>
                  <a:pt x="57560" y="192024"/>
                </a:lnTo>
                <a:lnTo>
                  <a:pt x="57560" y="193548"/>
                </a:lnTo>
                <a:close/>
              </a:path>
              <a:path extrusionOk="0" h="215264" w="285114">
                <a:moveTo>
                  <a:pt x="199292" y="214884"/>
                </a:moveTo>
                <a:lnTo>
                  <a:pt x="161145" y="209097"/>
                </a:lnTo>
                <a:lnTo>
                  <a:pt x="125450" y="178069"/>
                </a:lnTo>
                <a:lnTo>
                  <a:pt x="110631" y="142113"/>
                </a:lnTo>
                <a:lnTo>
                  <a:pt x="110519" y="141732"/>
                </a:lnTo>
                <a:lnTo>
                  <a:pt x="107376" y="127968"/>
                </a:lnTo>
                <a:lnTo>
                  <a:pt x="104804" y="112776"/>
                </a:lnTo>
                <a:lnTo>
                  <a:pt x="102974" y="98845"/>
                </a:lnTo>
                <a:lnTo>
                  <a:pt x="102874" y="98083"/>
                </a:lnTo>
                <a:lnTo>
                  <a:pt x="102759" y="97155"/>
                </a:lnTo>
                <a:lnTo>
                  <a:pt x="101185" y="80962"/>
                </a:lnTo>
                <a:lnTo>
                  <a:pt x="100014" y="65532"/>
                </a:lnTo>
                <a:lnTo>
                  <a:pt x="99899" y="64008"/>
                </a:lnTo>
                <a:lnTo>
                  <a:pt x="99302" y="54864"/>
                </a:lnTo>
                <a:lnTo>
                  <a:pt x="99229" y="53744"/>
                </a:lnTo>
                <a:lnTo>
                  <a:pt x="99104" y="51816"/>
                </a:lnTo>
                <a:lnTo>
                  <a:pt x="99005" y="50292"/>
                </a:lnTo>
                <a:lnTo>
                  <a:pt x="98959" y="49577"/>
                </a:lnTo>
                <a:lnTo>
                  <a:pt x="98832" y="47625"/>
                </a:lnTo>
                <a:lnTo>
                  <a:pt x="98708" y="45720"/>
                </a:lnTo>
                <a:lnTo>
                  <a:pt x="135284" y="45720"/>
                </a:lnTo>
                <a:lnTo>
                  <a:pt x="136354" y="53744"/>
                </a:lnTo>
                <a:lnTo>
                  <a:pt x="137534" y="63698"/>
                </a:lnTo>
                <a:lnTo>
                  <a:pt x="138686" y="74604"/>
                </a:lnTo>
                <a:lnTo>
                  <a:pt x="140858" y="97155"/>
                </a:lnTo>
                <a:lnTo>
                  <a:pt x="140949" y="98083"/>
                </a:lnTo>
                <a:lnTo>
                  <a:pt x="149429" y="135326"/>
                </a:lnTo>
                <a:lnTo>
                  <a:pt x="176432" y="165163"/>
                </a:lnTo>
                <a:lnTo>
                  <a:pt x="184896" y="167020"/>
                </a:lnTo>
                <a:lnTo>
                  <a:pt x="184616" y="167020"/>
                </a:lnTo>
                <a:lnTo>
                  <a:pt x="194720" y="167640"/>
                </a:lnTo>
                <a:lnTo>
                  <a:pt x="277712" y="167640"/>
                </a:lnTo>
                <a:lnTo>
                  <a:pt x="274826" y="172950"/>
                </a:lnTo>
                <a:lnTo>
                  <a:pt x="247679" y="201549"/>
                </a:lnTo>
                <a:lnTo>
                  <a:pt x="207531" y="214574"/>
                </a:lnTo>
                <a:lnTo>
                  <a:pt x="199292" y="214884"/>
                </a:lnTo>
                <a:close/>
              </a:path>
              <a:path extrusionOk="0" h="215264" w="285114">
                <a:moveTo>
                  <a:pt x="277712" y="167640"/>
                </a:moveTo>
                <a:lnTo>
                  <a:pt x="194720" y="167640"/>
                </a:lnTo>
                <a:lnTo>
                  <a:pt x="206198" y="167020"/>
                </a:lnTo>
                <a:lnTo>
                  <a:pt x="215675" y="164973"/>
                </a:lnTo>
                <a:lnTo>
                  <a:pt x="241131" y="129087"/>
                </a:lnTo>
                <a:lnTo>
                  <a:pt x="241879" y="115824"/>
                </a:lnTo>
                <a:lnTo>
                  <a:pt x="241709" y="112776"/>
                </a:lnTo>
                <a:lnTo>
                  <a:pt x="241624" y="111252"/>
                </a:lnTo>
                <a:lnTo>
                  <a:pt x="241528" y="109537"/>
                </a:lnTo>
                <a:lnTo>
                  <a:pt x="241465" y="108394"/>
                </a:lnTo>
                <a:lnTo>
                  <a:pt x="241393" y="107108"/>
                </a:lnTo>
                <a:lnTo>
                  <a:pt x="239838" y="98083"/>
                </a:lnTo>
                <a:lnTo>
                  <a:pt x="222724" y="61912"/>
                </a:lnTo>
                <a:lnTo>
                  <a:pt x="211484" y="45720"/>
                </a:lnTo>
                <a:lnTo>
                  <a:pt x="248060" y="45720"/>
                </a:lnTo>
                <a:lnTo>
                  <a:pt x="251108" y="50292"/>
                </a:lnTo>
                <a:lnTo>
                  <a:pt x="255680" y="54864"/>
                </a:lnTo>
                <a:lnTo>
                  <a:pt x="269396" y="73152"/>
                </a:lnTo>
                <a:lnTo>
                  <a:pt x="283684" y="115824"/>
                </a:lnTo>
                <a:lnTo>
                  <a:pt x="284636" y="134112"/>
                </a:lnTo>
                <a:lnTo>
                  <a:pt x="284589" y="135326"/>
                </a:lnTo>
                <a:lnTo>
                  <a:pt x="284468" y="138469"/>
                </a:lnTo>
                <a:lnTo>
                  <a:pt x="284342" y="141732"/>
                </a:lnTo>
                <a:lnTo>
                  <a:pt x="278540" y="166116"/>
                </a:lnTo>
                <a:lnTo>
                  <a:pt x="277712" y="16764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9" name="Google Shape;6519;p99"/>
          <p:cNvSpPr/>
          <p:nvPr/>
        </p:nvSpPr>
        <p:spPr>
          <a:xfrm>
            <a:off x="1636763" y="3112008"/>
            <a:ext cx="382905" cy="481965"/>
          </a:xfrm>
          <a:custGeom>
            <a:rect b="b" l="l" r="r" t="t"/>
            <a:pathLst>
              <a:path extrusionOk="0" h="481964" w="382905">
                <a:moveTo>
                  <a:pt x="374916" y="269748"/>
                </a:moveTo>
                <a:lnTo>
                  <a:pt x="199656" y="269748"/>
                </a:lnTo>
                <a:lnTo>
                  <a:pt x="176174" y="271183"/>
                </a:lnTo>
                <a:lnTo>
                  <a:pt x="138353" y="282613"/>
                </a:lnTo>
                <a:lnTo>
                  <a:pt x="104216" y="319087"/>
                </a:lnTo>
                <a:lnTo>
                  <a:pt x="97548" y="353568"/>
                </a:lnTo>
                <a:lnTo>
                  <a:pt x="98120" y="364744"/>
                </a:lnTo>
                <a:lnTo>
                  <a:pt x="112712" y="405650"/>
                </a:lnTo>
                <a:lnTo>
                  <a:pt x="135648" y="435864"/>
                </a:lnTo>
                <a:lnTo>
                  <a:pt x="105168" y="435864"/>
                </a:lnTo>
                <a:lnTo>
                  <a:pt x="105168" y="481584"/>
                </a:lnTo>
                <a:lnTo>
                  <a:pt x="374916" y="481584"/>
                </a:lnTo>
                <a:lnTo>
                  <a:pt x="374916" y="435864"/>
                </a:lnTo>
                <a:lnTo>
                  <a:pt x="173748" y="435864"/>
                </a:lnTo>
                <a:lnTo>
                  <a:pt x="166293" y="427609"/>
                </a:lnTo>
                <a:lnTo>
                  <a:pt x="145364" y="391909"/>
                </a:lnTo>
                <a:lnTo>
                  <a:pt x="140220" y="365760"/>
                </a:lnTo>
                <a:lnTo>
                  <a:pt x="140500" y="358076"/>
                </a:lnTo>
                <a:lnTo>
                  <a:pt x="160032" y="324612"/>
                </a:lnTo>
                <a:lnTo>
                  <a:pt x="165150" y="321716"/>
                </a:lnTo>
                <a:lnTo>
                  <a:pt x="202895" y="315658"/>
                </a:lnTo>
                <a:lnTo>
                  <a:pt x="220992" y="315468"/>
                </a:lnTo>
                <a:lnTo>
                  <a:pt x="374916" y="315468"/>
                </a:lnTo>
                <a:lnTo>
                  <a:pt x="374916" y="269748"/>
                </a:lnTo>
                <a:close/>
              </a:path>
              <a:path extrusionOk="0" h="481964" w="382905">
                <a:moveTo>
                  <a:pt x="382524" y="115824"/>
                </a:moveTo>
                <a:lnTo>
                  <a:pt x="370332" y="74676"/>
                </a:lnTo>
                <a:lnTo>
                  <a:pt x="365760" y="68580"/>
                </a:lnTo>
                <a:lnTo>
                  <a:pt x="362712" y="64008"/>
                </a:lnTo>
                <a:lnTo>
                  <a:pt x="353568" y="51816"/>
                </a:lnTo>
                <a:lnTo>
                  <a:pt x="347472" y="45720"/>
                </a:lnTo>
                <a:lnTo>
                  <a:pt x="374904" y="45720"/>
                </a:lnTo>
                <a:lnTo>
                  <a:pt x="374904" y="0"/>
                </a:lnTo>
                <a:lnTo>
                  <a:pt x="339852" y="0"/>
                </a:lnTo>
                <a:lnTo>
                  <a:pt x="339852" y="114300"/>
                </a:lnTo>
                <a:lnTo>
                  <a:pt x="338404" y="130073"/>
                </a:lnTo>
                <a:lnTo>
                  <a:pt x="315468" y="163068"/>
                </a:lnTo>
                <a:lnTo>
                  <a:pt x="264896" y="177215"/>
                </a:lnTo>
                <a:lnTo>
                  <a:pt x="242316" y="178308"/>
                </a:lnTo>
                <a:lnTo>
                  <a:pt x="218846" y="176936"/>
                </a:lnTo>
                <a:lnTo>
                  <a:pt x="181025" y="166738"/>
                </a:lnTo>
                <a:lnTo>
                  <a:pt x="146875" y="134493"/>
                </a:lnTo>
                <a:lnTo>
                  <a:pt x="140208" y="103632"/>
                </a:lnTo>
                <a:lnTo>
                  <a:pt x="140322" y="100584"/>
                </a:lnTo>
                <a:lnTo>
                  <a:pt x="140474" y="95897"/>
                </a:lnTo>
                <a:lnTo>
                  <a:pt x="141160" y="88582"/>
                </a:lnTo>
                <a:lnTo>
                  <a:pt x="141224" y="88163"/>
                </a:lnTo>
                <a:lnTo>
                  <a:pt x="142138" y="81559"/>
                </a:lnTo>
                <a:lnTo>
                  <a:pt x="153924" y="45720"/>
                </a:lnTo>
                <a:lnTo>
                  <a:pt x="309372" y="45720"/>
                </a:lnTo>
                <a:lnTo>
                  <a:pt x="332232" y="79248"/>
                </a:lnTo>
                <a:lnTo>
                  <a:pt x="339852" y="114300"/>
                </a:lnTo>
                <a:lnTo>
                  <a:pt x="339852" y="0"/>
                </a:lnTo>
                <a:lnTo>
                  <a:pt x="0" y="0"/>
                </a:lnTo>
                <a:lnTo>
                  <a:pt x="0" y="45720"/>
                </a:lnTo>
                <a:lnTo>
                  <a:pt x="115824" y="45720"/>
                </a:lnTo>
                <a:lnTo>
                  <a:pt x="111544" y="53708"/>
                </a:lnTo>
                <a:lnTo>
                  <a:pt x="98679" y="92583"/>
                </a:lnTo>
                <a:lnTo>
                  <a:pt x="97713" y="105397"/>
                </a:lnTo>
                <a:lnTo>
                  <a:pt x="97536" y="111252"/>
                </a:lnTo>
                <a:lnTo>
                  <a:pt x="108204" y="155448"/>
                </a:lnTo>
                <a:lnTo>
                  <a:pt x="135636" y="190500"/>
                </a:lnTo>
                <a:lnTo>
                  <a:pt x="168211" y="211289"/>
                </a:lnTo>
                <a:lnTo>
                  <a:pt x="208978" y="223266"/>
                </a:lnTo>
                <a:lnTo>
                  <a:pt x="242316" y="225552"/>
                </a:lnTo>
                <a:lnTo>
                  <a:pt x="259613" y="224980"/>
                </a:lnTo>
                <a:lnTo>
                  <a:pt x="259130" y="224980"/>
                </a:lnTo>
                <a:lnTo>
                  <a:pt x="274320" y="223456"/>
                </a:lnTo>
                <a:lnTo>
                  <a:pt x="314883" y="213956"/>
                </a:lnTo>
                <a:lnTo>
                  <a:pt x="345948" y="196596"/>
                </a:lnTo>
                <a:lnTo>
                  <a:pt x="354520" y="190334"/>
                </a:lnTo>
                <a:lnTo>
                  <a:pt x="377380" y="156692"/>
                </a:lnTo>
                <a:lnTo>
                  <a:pt x="382524" y="124968"/>
                </a:lnTo>
                <a:lnTo>
                  <a:pt x="382524" y="11582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0" name="Google Shape;6520;p99"/>
          <p:cNvSpPr/>
          <p:nvPr/>
        </p:nvSpPr>
        <p:spPr>
          <a:xfrm>
            <a:off x="1652016" y="2674620"/>
            <a:ext cx="43180" cy="167640"/>
          </a:xfrm>
          <a:custGeom>
            <a:rect b="b" l="l" r="r" t="t"/>
            <a:pathLst>
              <a:path extrusionOk="0" h="167639" w="43180">
                <a:moveTo>
                  <a:pt x="42672" y="0"/>
                </a:moveTo>
                <a:lnTo>
                  <a:pt x="0" y="0"/>
                </a:lnTo>
                <a:lnTo>
                  <a:pt x="0" y="7620"/>
                </a:lnTo>
                <a:lnTo>
                  <a:pt x="0" y="167640"/>
                </a:lnTo>
                <a:lnTo>
                  <a:pt x="42672" y="167640"/>
                </a:lnTo>
                <a:lnTo>
                  <a:pt x="42672" y="7620"/>
                </a:lnTo>
                <a:lnTo>
                  <a:pt x="42672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1" name="Google Shape;6521;p99"/>
          <p:cNvSpPr/>
          <p:nvPr/>
        </p:nvSpPr>
        <p:spPr>
          <a:xfrm>
            <a:off x="1652016" y="2682240"/>
            <a:ext cx="360045" cy="207010"/>
          </a:xfrm>
          <a:custGeom>
            <a:rect b="b" l="l" r="r" t="t"/>
            <a:pathLst>
              <a:path extrusionOk="0" h="207010" w="360044">
                <a:moveTo>
                  <a:pt x="359664" y="160020"/>
                </a:moveTo>
                <a:lnTo>
                  <a:pt x="185928" y="160020"/>
                </a:lnTo>
                <a:lnTo>
                  <a:pt x="185928" y="0"/>
                </a:lnTo>
                <a:lnTo>
                  <a:pt x="143256" y="0"/>
                </a:lnTo>
                <a:lnTo>
                  <a:pt x="143256" y="160020"/>
                </a:lnTo>
                <a:lnTo>
                  <a:pt x="0" y="160020"/>
                </a:lnTo>
                <a:lnTo>
                  <a:pt x="0" y="207010"/>
                </a:lnTo>
                <a:lnTo>
                  <a:pt x="359664" y="207010"/>
                </a:lnTo>
                <a:lnTo>
                  <a:pt x="359664" y="16002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2" name="Google Shape;6522;p99"/>
          <p:cNvSpPr/>
          <p:nvPr/>
        </p:nvSpPr>
        <p:spPr>
          <a:xfrm>
            <a:off x="1636775" y="2584703"/>
            <a:ext cx="376555" cy="47625"/>
          </a:xfrm>
          <a:custGeom>
            <a:rect b="b" l="l" r="r" t="t"/>
            <a:pathLst>
              <a:path extrusionOk="0" h="47625" w="376555">
                <a:moveTo>
                  <a:pt x="376428" y="47244"/>
                </a:moveTo>
                <a:lnTo>
                  <a:pt x="0" y="47244"/>
                </a:lnTo>
                <a:lnTo>
                  <a:pt x="0" y="0"/>
                </a:lnTo>
                <a:lnTo>
                  <a:pt x="376428" y="0"/>
                </a:lnTo>
                <a:lnTo>
                  <a:pt x="376428" y="472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3" name="Google Shape;6523;p99"/>
          <p:cNvSpPr/>
          <p:nvPr/>
        </p:nvSpPr>
        <p:spPr>
          <a:xfrm>
            <a:off x="1734299" y="1706880"/>
            <a:ext cx="285115" cy="830580"/>
          </a:xfrm>
          <a:custGeom>
            <a:rect b="b" l="l" r="r" t="t"/>
            <a:pathLst>
              <a:path extrusionOk="0" h="830580" w="285114">
                <a:moveTo>
                  <a:pt x="277380" y="288036"/>
                </a:moveTo>
                <a:lnTo>
                  <a:pt x="7632" y="219456"/>
                </a:lnTo>
                <a:lnTo>
                  <a:pt x="7632" y="266700"/>
                </a:lnTo>
                <a:lnTo>
                  <a:pt x="216420" y="309372"/>
                </a:lnTo>
                <a:lnTo>
                  <a:pt x="7632" y="374904"/>
                </a:lnTo>
                <a:lnTo>
                  <a:pt x="7632" y="411480"/>
                </a:lnTo>
                <a:lnTo>
                  <a:pt x="216420" y="475488"/>
                </a:lnTo>
                <a:lnTo>
                  <a:pt x="7632" y="522732"/>
                </a:lnTo>
                <a:lnTo>
                  <a:pt x="7632" y="569976"/>
                </a:lnTo>
                <a:lnTo>
                  <a:pt x="277380" y="501396"/>
                </a:lnTo>
                <a:lnTo>
                  <a:pt x="277380" y="460248"/>
                </a:lnTo>
                <a:lnTo>
                  <a:pt x="70116" y="394716"/>
                </a:lnTo>
                <a:lnTo>
                  <a:pt x="277380" y="329184"/>
                </a:lnTo>
                <a:lnTo>
                  <a:pt x="277380" y="288036"/>
                </a:lnTo>
                <a:close/>
              </a:path>
              <a:path extrusionOk="0" h="830580" w="285114">
                <a:moveTo>
                  <a:pt x="283464" y="106680"/>
                </a:moveTo>
                <a:lnTo>
                  <a:pt x="277368" y="60960"/>
                </a:lnTo>
                <a:lnTo>
                  <a:pt x="259080" y="27432"/>
                </a:lnTo>
                <a:lnTo>
                  <a:pt x="223647" y="4508"/>
                </a:lnTo>
                <a:lnTo>
                  <a:pt x="199644" y="0"/>
                </a:lnTo>
                <a:lnTo>
                  <a:pt x="184746" y="1104"/>
                </a:lnTo>
                <a:lnTo>
                  <a:pt x="143217" y="24104"/>
                </a:lnTo>
                <a:lnTo>
                  <a:pt x="126492" y="60960"/>
                </a:lnTo>
                <a:lnTo>
                  <a:pt x="125120" y="67805"/>
                </a:lnTo>
                <a:lnTo>
                  <a:pt x="120396" y="86868"/>
                </a:lnTo>
                <a:lnTo>
                  <a:pt x="108966" y="127063"/>
                </a:lnTo>
                <a:lnTo>
                  <a:pt x="76200" y="147828"/>
                </a:lnTo>
                <a:lnTo>
                  <a:pt x="67398" y="146951"/>
                </a:lnTo>
                <a:lnTo>
                  <a:pt x="40386" y="115252"/>
                </a:lnTo>
                <a:lnTo>
                  <a:pt x="38100" y="94488"/>
                </a:lnTo>
                <a:lnTo>
                  <a:pt x="38658" y="83972"/>
                </a:lnTo>
                <a:lnTo>
                  <a:pt x="50584" y="41579"/>
                </a:lnTo>
                <a:lnTo>
                  <a:pt x="68580" y="13716"/>
                </a:lnTo>
                <a:lnTo>
                  <a:pt x="68580" y="10668"/>
                </a:lnTo>
                <a:lnTo>
                  <a:pt x="19812" y="10668"/>
                </a:lnTo>
                <a:lnTo>
                  <a:pt x="15532" y="18986"/>
                </a:lnTo>
                <a:lnTo>
                  <a:pt x="3225" y="60198"/>
                </a:lnTo>
                <a:lnTo>
                  <a:pt x="0" y="94488"/>
                </a:lnTo>
                <a:lnTo>
                  <a:pt x="1435" y="116205"/>
                </a:lnTo>
                <a:lnTo>
                  <a:pt x="12865" y="152781"/>
                </a:lnTo>
                <a:lnTo>
                  <a:pt x="49149" y="188214"/>
                </a:lnTo>
                <a:lnTo>
                  <a:pt x="82296" y="195072"/>
                </a:lnTo>
                <a:lnTo>
                  <a:pt x="95440" y="194221"/>
                </a:lnTo>
                <a:lnTo>
                  <a:pt x="136588" y="173355"/>
                </a:lnTo>
                <a:lnTo>
                  <a:pt x="157480" y="129667"/>
                </a:lnTo>
                <a:lnTo>
                  <a:pt x="163068" y="100584"/>
                </a:lnTo>
                <a:lnTo>
                  <a:pt x="164592" y="92964"/>
                </a:lnTo>
                <a:lnTo>
                  <a:pt x="181356" y="56388"/>
                </a:lnTo>
                <a:lnTo>
                  <a:pt x="205740" y="47244"/>
                </a:lnTo>
                <a:lnTo>
                  <a:pt x="213360" y="47244"/>
                </a:lnTo>
                <a:lnTo>
                  <a:pt x="219456" y="48768"/>
                </a:lnTo>
                <a:lnTo>
                  <a:pt x="224028" y="51816"/>
                </a:lnTo>
                <a:lnTo>
                  <a:pt x="228600" y="53340"/>
                </a:lnTo>
                <a:lnTo>
                  <a:pt x="233172" y="57912"/>
                </a:lnTo>
                <a:lnTo>
                  <a:pt x="236220" y="64008"/>
                </a:lnTo>
                <a:lnTo>
                  <a:pt x="239268" y="67056"/>
                </a:lnTo>
                <a:lnTo>
                  <a:pt x="240792" y="73152"/>
                </a:lnTo>
                <a:lnTo>
                  <a:pt x="242316" y="82296"/>
                </a:lnTo>
                <a:lnTo>
                  <a:pt x="245364" y="97536"/>
                </a:lnTo>
                <a:lnTo>
                  <a:pt x="245364" y="105156"/>
                </a:lnTo>
                <a:lnTo>
                  <a:pt x="245084" y="112903"/>
                </a:lnTo>
                <a:lnTo>
                  <a:pt x="244221" y="120205"/>
                </a:lnTo>
                <a:lnTo>
                  <a:pt x="242798" y="127241"/>
                </a:lnTo>
                <a:lnTo>
                  <a:pt x="240792" y="134112"/>
                </a:lnTo>
                <a:lnTo>
                  <a:pt x="239369" y="140957"/>
                </a:lnTo>
                <a:lnTo>
                  <a:pt x="237363" y="147637"/>
                </a:lnTo>
                <a:lnTo>
                  <a:pt x="234797" y="154051"/>
                </a:lnTo>
                <a:lnTo>
                  <a:pt x="231648" y="160020"/>
                </a:lnTo>
                <a:lnTo>
                  <a:pt x="228600" y="169164"/>
                </a:lnTo>
                <a:lnTo>
                  <a:pt x="224028" y="175260"/>
                </a:lnTo>
                <a:lnTo>
                  <a:pt x="220980" y="181356"/>
                </a:lnTo>
                <a:lnTo>
                  <a:pt x="216408" y="185928"/>
                </a:lnTo>
                <a:lnTo>
                  <a:pt x="210312" y="195072"/>
                </a:lnTo>
                <a:lnTo>
                  <a:pt x="210312" y="196596"/>
                </a:lnTo>
                <a:lnTo>
                  <a:pt x="260604" y="196596"/>
                </a:lnTo>
                <a:lnTo>
                  <a:pt x="264922" y="188264"/>
                </a:lnTo>
                <a:lnTo>
                  <a:pt x="278968" y="145262"/>
                </a:lnTo>
                <a:lnTo>
                  <a:pt x="282917" y="120116"/>
                </a:lnTo>
                <a:lnTo>
                  <a:pt x="283464" y="106680"/>
                </a:lnTo>
                <a:close/>
              </a:path>
              <a:path extrusionOk="0" h="830580" w="285114">
                <a:moveTo>
                  <a:pt x="285000" y="710184"/>
                </a:moveTo>
                <a:lnTo>
                  <a:pt x="282714" y="684161"/>
                </a:lnTo>
                <a:lnTo>
                  <a:pt x="275856" y="660844"/>
                </a:lnTo>
                <a:lnTo>
                  <a:pt x="264426" y="640105"/>
                </a:lnTo>
                <a:lnTo>
                  <a:pt x="261734" y="637032"/>
                </a:lnTo>
                <a:lnTo>
                  <a:pt x="248424" y="621792"/>
                </a:lnTo>
                <a:lnTo>
                  <a:pt x="245376" y="619785"/>
                </a:lnTo>
                <a:lnTo>
                  <a:pt x="245376" y="710184"/>
                </a:lnTo>
                <a:lnTo>
                  <a:pt x="243674" y="726452"/>
                </a:lnTo>
                <a:lnTo>
                  <a:pt x="219468" y="763524"/>
                </a:lnTo>
                <a:lnTo>
                  <a:pt x="166954" y="782180"/>
                </a:lnTo>
                <a:lnTo>
                  <a:pt x="143268" y="783336"/>
                </a:lnTo>
                <a:lnTo>
                  <a:pt x="118694" y="782180"/>
                </a:lnTo>
                <a:lnTo>
                  <a:pt x="79832" y="772414"/>
                </a:lnTo>
                <a:lnTo>
                  <a:pt x="46304" y="740854"/>
                </a:lnTo>
                <a:lnTo>
                  <a:pt x="39636" y="710184"/>
                </a:lnTo>
                <a:lnTo>
                  <a:pt x="41325" y="693254"/>
                </a:lnTo>
                <a:lnTo>
                  <a:pt x="65544" y="655320"/>
                </a:lnTo>
                <a:lnTo>
                  <a:pt x="118694" y="638175"/>
                </a:lnTo>
                <a:lnTo>
                  <a:pt x="143268" y="637032"/>
                </a:lnTo>
                <a:lnTo>
                  <a:pt x="166954" y="638175"/>
                </a:lnTo>
                <a:lnTo>
                  <a:pt x="205193" y="647319"/>
                </a:lnTo>
                <a:lnTo>
                  <a:pt x="238709" y="678751"/>
                </a:lnTo>
                <a:lnTo>
                  <a:pt x="245376" y="710184"/>
                </a:lnTo>
                <a:lnTo>
                  <a:pt x="245376" y="619785"/>
                </a:lnTo>
                <a:lnTo>
                  <a:pt x="227279" y="607796"/>
                </a:lnTo>
                <a:lnTo>
                  <a:pt x="202704" y="597789"/>
                </a:lnTo>
                <a:lnTo>
                  <a:pt x="174701" y="591794"/>
                </a:lnTo>
                <a:lnTo>
                  <a:pt x="143268" y="589788"/>
                </a:lnTo>
                <a:lnTo>
                  <a:pt x="110972" y="591794"/>
                </a:lnTo>
                <a:lnTo>
                  <a:pt x="58394" y="607796"/>
                </a:lnTo>
                <a:lnTo>
                  <a:pt x="21221" y="640105"/>
                </a:lnTo>
                <a:lnTo>
                  <a:pt x="2311" y="684161"/>
                </a:lnTo>
                <a:lnTo>
                  <a:pt x="12" y="710184"/>
                </a:lnTo>
                <a:lnTo>
                  <a:pt x="2311" y="735545"/>
                </a:lnTo>
                <a:lnTo>
                  <a:pt x="21221" y="779411"/>
                </a:lnTo>
                <a:lnTo>
                  <a:pt x="58394" y="811936"/>
                </a:lnTo>
                <a:lnTo>
                  <a:pt x="110972" y="828560"/>
                </a:lnTo>
                <a:lnTo>
                  <a:pt x="143268" y="830580"/>
                </a:lnTo>
                <a:lnTo>
                  <a:pt x="174180" y="828560"/>
                </a:lnTo>
                <a:lnTo>
                  <a:pt x="173926" y="828560"/>
                </a:lnTo>
                <a:lnTo>
                  <a:pt x="201371" y="822579"/>
                </a:lnTo>
                <a:lnTo>
                  <a:pt x="225767" y="812584"/>
                </a:lnTo>
                <a:lnTo>
                  <a:pt x="246900" y="798576"/>
                </a:lnTo>
                <a:lnTo>
                  <a:pt x="261454" y="783336"/>
                </a:lnTo>
                <a:lnTo>
                  <a:pt x="263779" y="780910"/>
                </a:lnTo>
                <a:lnTo>
                  <a:pt x="275666" y="760095"/>
                </a:lnTo>
                <a:lnTo>
                  <a:pt x="282689" y="736434"/>
                </a:lnTo>
                <a:lnTo>
                  <a:pt x="282765" y="735545"/>
                </a:lnTo>
                <a:lnTo>
                  <a:pt x="285000" y="71018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524" name="Google Shape;6524;p99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601467" y="8805671"/>
            <a:ext cx="102108" cy="102107"/>
          </a:xfrm>
          <a:prstGeom prst="rect">
            <a:avLst/>
          </a:prstGeom>
          <a:noFill/>
          <a:ln>
            <a:noFill/>
          </a:ln>
        </p:spPr>
      </p:pic>
      <p:pic>
        <p:nvPicPr>
          <p:cNvPr id="6525" name="Google Shape;6525;p9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2520695" y="8093964"/>
            <a:ext cx="230124" cy="4734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26" name="Google Shape;6526;p99"/>
          <p:cNvGrpSpPr/>
          <p:nvPr/>
        </p:nvGrpSpPr>
        <p:grpSpPr>
          <a:xfrm>
            <a:off x="2520695" y="7423404"/>
            <a:ext cx="231648" cy="574547"/>
            <a:chOff x="2520695" y="7423404"/>
            <a:chExt cx="231648" cy="574547"/>
          </a:xfrm>
        </p:grpSpPr>
        <p:pic>
          <p:nvPicPr>
            <p:cNvPr id="6527" name="Google Shape;6527;p9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520695" y="7757159"/>
              <a:ext cx="231648" cy="2407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28" name="Google Shape;6528;p9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2586227" y="7642859"/>
              <a:ext cx="161543" cy="853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29" name="Google Shape;6529;p99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22220" y="7487411"/>
              <a:ext cx="225551" cy="1341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30" name="Google Shape;6530;p99"/>
            <p:cNvSpPr/>
            <p:nvPr/>
          </p:nvSpPr>
          <p:spPr>
            <a:xfrm>
              <a:off x="2586215" y="7423404"/>
              <a:ext cx="161925" cy="35560"/>
            </a:xfrm>
            <a:custGeom>
              <a:rect b="b" l="l" r="r" t="t"/>
              <a:pathLst>
                <a:path extrusionOk="0" h="35559" w="161925">
                  <a:moveTo>
                    <a:pt x="41148" y="0"/>
                  </a:moveTo>
                  <a:lnTo>
                    <a:pt x="0" y="0"/>
                  </a:lnTo>
                  <a:lnTo>
                    <a:pt x="0" y="35052"/>
                  </a:lnTo>
                  <a:lnTo>
                    <a:pt x="41148" y="35052"/>
                  </a:lnTo>
                  <a:lnTo>
                    <a:pt x="41148" y="0"/>
                  </a:lnTo>
                  <a:close/>
                </a:path>
                <a:path extrusionOk="0" h="35559" w="161925">
                  <a:moveTo>
                    <a:pt x="161544" y="0"/>
                  </a:moveTo>
                  <a:lnTo>
                    <a:pt x="120396" y="0"/>
                  </a:lnTo>
                  <a:lnTo>
                    <a:pt x="120396" y="35052"/>
                  </a:lnTo>
                  <a:lnTo>
                    <a:pt x="161544" y="35052"/>
                  </a:lnTo>
                  <a:lnTo>
                    <a:pt x="1615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1" name="Google Shape;6531;p99"/>
          <p:cNvSpPr/>
          <p:nvPr/>
        </p:nvSpPr>
        <p:spPr>
          <a:xfrm>
            <a:off x="2531364" y="7144512"/>
            <a:ext cx="26034" cy="101600"/>
          </a:xfrm>
          <a:custGeom>
            <a:rect b="b" l="l" r="r" t="t"/>
            <a:pathLst>
              <a:path extrusionOk="0" h="101600" w="26035">
                <a:moveTo>
                  <a:pt x="25908" y="0"/>
                </a:moveTo>
                <a:lnTo>
                  <a:pt x="0" y="0"/>
                </a:lnTo>
                <a:lnTo>
                  <a:pt x="0" y="5080"/>
                </a:lnTo>
                <a:lnTo>
                  <a:pt x="0" y="101600"/>
                </a:lnTo>
                <a:lnTo>
                  <a:pt x="25908" y="101600"/>
                </a:lnTo>
                <a:lnTo>
                  <a:pt x="25908" y="5080"/>
                </a:lnTo>
                <a:lnTo>
                  <a:pt x="2590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2" name="Google Shape;6532;p99"/>
          <p:cNvGrpSpPr/>
          <p:nvPr/>
        </p:nvGrpSpPr>
        <p:grpSpPr>
          <a:xfrm>
            <a:off x="2520696" y="6861048"/>
            <a:ext cx="231647" cy="414274"/>
            <a:chOff x="2520696" y="6861048"/>
            <a:chExt cx="231647" cy="414274"/>
          </a:xfrm>
        </p:grpSpPr>
        <p:sp>
          <p:nvSpPr>
            <p:cNvPr id="6533" name="Google Shape;6533;p99"/>
            <p:cNvSpPr/>
            <p:nvPr/>
          </p:nvSpPr>
          <p:spPr>
            <a:xfrm>
              <a:off x="2531364" y="7149592"/>
              <a:ext cx="216535" cy="125730"/>
            </a:xfrm>
            <a:custGeom>
              <a:rect b="b" l="l" r="r" t="t"/>
              <a:pathLst>
                <a:path extrusionOk="0" h="125729" w="216535">
                  <a:moveTo>
                    <a:pt x="216408" y="96520"/>
                  </a:moveTo>
                  <a:lnTo>
                    <a:pt x="112776" y="96520"/>
                  </a:lnTo>
                  <a:lnTo>
                    <a:pt x="112776" y="0"/>
                  </a:lnTo>
                  <a:lnTo>
                    <a:pt x="86868" y="0"/>
                  </a:lnTo>
                  <a:lnTo>
                    <a:pt x="86868" y="96520"/>
                  </a:lnTo>
                  <a:lnTo>
                    <a:pt x="0" y="96520"/>
                  </a:lnTo>
                  <a:lnTo>
                    <a:pt x="0" y="125730"/>
                  </a:lnTo>
                  <a:lnTo>
                    <a:pt x="216408" y="125730"/>
                  </a:lnTo>
                  <a:lnTo>
                    <a:pt x="216408" y="965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534" name="Google Shape;6534;p9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86227" y="6995160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35" name="Google Shape;6535;p99"/>
            <p:cNvSpPr/>
            <p:nvPr/>
          </p:nvSpPr>
          <p:spPr>
            <a:xfrm>
              <a:off x="2520696" y="6861048"/>
              <a:ext cx="227329" cy="96520"/>
            </a:xfrm>
            <a:custGeom>
              <a:rect b="b" l="l" r="r" t="t"/>
              <a:pathLst>
                <a:path extrusionOk="0" h="96520" w="227330">
                  <a:moveTo>
                    <a:pt x="227076" y="67056"/>
                  </a:moveTo>
                  <a:lnTo>
                    <a:pt x="0" y="67056"/>
                  </a:lnTo>
                  <a:lnTo>
                    <a:pt x="0" y="96012"/>
                  </a:lnTo>
                  <a:lnTo>
                    <a:pt x="227076" y="96012"/>
                  </a:lnTo>
                  <a:lnTo>
                    <a:pt x="227076" y="67056"/>
                  </a:lnTo>
                  <a:close/>
                </a:path>
                <a:path extrusionOk="0" h="96520" w="227330">
                  <a:moveTo>
                    <a:pt x="227076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27076" y="28956"/>
                  </a:lnTo>
                  <a:lnTo>
                    <a:pt x="2270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99"/>
          <p:cNvGrpSpPr/>
          <p:nvPr/>
        </p:nvGrpSpPr>
        <p:grpSpPr>
          <a:xfrm>
            <a:off x="2538984" y="5821679"/>
            <a:ext cx="213359" cy="918971"/>
            <a:chOff x="2538984" y="5821679"/>
            <a:chExt cx="213359" cy="918971"/>
          </a:xfrm>
        </p:grpSpPr>
        <p:pic>
          <p:nvPicPr>
            <p:cNvPr id="6537" name="Google Shape;6537;p99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581656" y="6615683"/>
              <a:ext cx="169163" cy="1249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38" name="Google Shape;6538;p99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586227" y="6464807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39" name="Google Shape;6539;p99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538984" y="6060948"/>
              <a:ext cx="213359" cy="3749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40" name="Google Shape;6540;p99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81656" y="5821679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41" name="Google Shape;6541;p99"/>
          <p:cNvGrpSpPr/>
          <p:nvPr/>
        </p:nvGrpSpPr>
        <p:grpSpPr>
          <a:xfrm>
            <a:off x="2875788" y="7758683"/>
            <a:ext cx="288035" cy="824484"/>
            <a:chOff x="2875788" y="7758683"/>
            <a:chExt cx="288035" cy="824484"/>
          </a:xfrm>
        </p:grpSpPr>
        <p:pic>
          <p:nvPicPr>
            <p:cNvPr id="6542" name="Google Shape;6542;p99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875788" y="8444483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43" name="Google Shape;6543;p99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936747" y="8144255"/>
              <a:ext cx="169164" cy="2758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44" name="Google Shape;6544;p99"/>
            <p:cNvSpPr/>
            <p:nvPr/>
          </p:nvSpPr>
          <p:spPr>
            <a:xfrm>
              <a:off x="2886443" y="809244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545" name="Google Shape;6545;p9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936747" y="7926324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46" name="Google Shape;6546;p99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936747" y="7758683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47" name="Google Shape;6547;p99"/>
          <p:cNvGrpSpPr/>
          <p:nvPr/>
        </p:nvGrpSpPr>
        <p:grpSpPr>
          <a:xfrm>
            <a:off x="2875775" y="7109460"/>
            <a:ext cx="231660" cy="538353"/>
            <a:chOff x="2875775" y="7109460"/>
            <a:chExt cx="231660" cy="538353"/>
          </a:xfrm>
        </p:grpSpPr>
        <p:sp>
          <p:nvSpPr>
            <p:cNvPr id="6548" name="Google Shape;6548;p99"/>
            <p:cNvSpPr/>
            <p:nvPr/>
          </p:nvSpPr>
          <p:spPr>
            <a:xfrm>
              <a:off x="2875775" y="7508748"/>
              <a:ext cx="227329" cy="139065"/>
            </a:xfrm>
            <a:custGeom>
              <a:rect b="b" l="l" r="r" t="t"/>
              <a:pathLst>
                <a:path extrusionOk="0" h="139065" w="227330">
                  <a:moveTo>
                    <a:pt x="227076" y="92964"/>
                  </a:moveTo>
                  <a:lnTo>
                    <a:pt x="88392" y="92964"/>
                  </a:lnTo>
                  <a:lnTo>
                    <a:pt x="88392" y="48768"/>
                  </a:lnTo>
                  <a:lnTo>
                    <a:pt x="65532" y="48768"/>
                  </a:lnTo>
                  <a:lnTo>
                    <a:pt x="65532" y="92964"/>
                  </a:lnTo>
                  <a:lnTo>
                    <a:pt x="59436" y="92964"/>
                  </a:lnTo>
                  <a:lnTo>
                    <a:pt x="24942" y="68630"/>
                  </a:lnTo>
                  <a:lnTo>
                    <a:pt x="24384" y="60960"/>
                  </a:lnTo>
                  <a:lnTo>
                    <a:pt x="24384" y="53340"/>
                  </a:lnTo>
                  <a:lnTo>
                    <a:pt x="25908" y="48768"/>
                  </a:lnTo>
                  <a:lnTo>
                    <a:pt x="25908" y="41148"/>
                  </a:lnTo>
                  <a:lnTo>
                    <a:pt x="27432" y="39624"/>
                  </a:lnTo>
                  <a:lnTo>
                    <a:pt x="27432" y="38100"/>
                  </a:lnTo>
                  <a:lnTo>
                    <a:pt x="3048" y="38100"/>
                  </a:lnTo>
                  <a:lnTo>
                    <a:pt x="1524" y="41148"/>
                  </a:lnTo>
                  <a:lnTo>
                    <a:pt x="1524" y="45720"/>
                  </a:lnTo>
                  <a:lnTo>
                    <a:pt x="0" y="50292"/>
                  </a:lnTo>
                  <a:lnTo>
                    <a:pt x="0" y="65532"/>
                  </a:lnTo>
                  <a:lnTo>
                    <a:pt x="889" y="77520"/>
                  </a:lnTo>
                  <a:lnTo>
                    <a:pt x="23863" y="112039"/>
                  </a:lnTo>
                  <a:lnTo>
                    <a:pt x="59436" y="120396"/>
                  </a:lnTo>
                  <a:lnTo>
                    <a:pt x="65532" y="120396"/>
                  </a:lnTo>
                  <a:lnTo>
                    <a:pt x="65532" y="138684"/>
                  </a:lnTo>
                  <a:lnTo>
                    <a:pt x="88392" y="138684"/>
                  </a:lnTo>
                  <a:lnTo>
                    <a:pt x="88392" y="120396"/>
                  </a:lnTo>
                  <a:lnTo>
                    <a:pt x="227076" y="120396"/>
                  </a:lnTo>
                  <a:lnTo>
                    <a:pt x="227076" y="92964"/>
                  </a:lnTo>
                  <a:close/>
                </a:path>
                <a:path extrusionOk="0" h="139065" w="227330">
                  <a:moveTo>
                    <a:pt x="227088" y="0"/>
                  </a:moveTo>
                  <a:lnTo>
                    <a:pt x="12" y="0"/>
                  </a:lnTo>
                  <a:lnTo>
                    <a:pt x="12" y="28956"/>
                  </a:lnTo>
                  <a:lnTo>
                    <a:pt x="227088" y="28956"/>
                  </a:lnTo>
                  <a:lnTo>
                    <a:pt x="2270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549" name="Google Shape;6549;p99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936747" y="7109460"/>
              <a:ext cx="170688" cy="3718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550" name="Google Shape;6550;p99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3383279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51" name="Google Shape;6551;p99"/>
          <p:cNvGrpSpPr/>
          <p:nvPr/>
        </p:nvGrpSpPr>
        <p:grpSpPr>
          <a:xfrm>
            <a:off x="3308603" y="7731252"/>
            <a:ext cx="225551" cy="848867"/>
            <a:chOff x="3308603" y="7731252"/>
            <a:chExt cx="225551" cy="848867"/>
          </a:xfrm>
        </p:grpSpPr>
        <p:pic>
          <p:nvPicPr>
            <p:cNvPr id="6552" name="Google Shape;6552;p99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3308603" y="8266176"/>
              <a:ext cx="225551" cy="3139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53" name="Google Shape;6553;p99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3363467" y="8109204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54" name="Google Shape;6554;p99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3320795" y="7840980"/>
              <a:ext cx="211836" cy="2468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55" name="Google Shape;6555;p99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3368039" y="7731252"/>
              <a:ext cx="161543" cy="8534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56" name="Google Shape;6556;p99"/>
          <p:cNvGrpSpPr/>
          <p:nvPr/>
        </p:nvGrpSpPr>
        <p:grpSpPr>
          <a:xfrm>
            <a:off x="3302508" y="7060692"/>
            <a:ext cx="231647" cy="573023"/>
            <a:chOff x="3302508" y="7060692"/>
            <a:chExt cx="231647" cy="573023"/>
          </a:xfrm>
        </p:grpSpPr>
        <p:pic>
          <p:nvPicPr>
            <p:cNvPr id="6557" name="Google Shape;6557;p99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3302508" y="7392923"/>
              <a:ext cx="231647" cy="2407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58" name="Google Shape;6558;p99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3368040" y="7280148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59" name="Google Shape;6559;p99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304032" y="7124700"/>
              <a:ext cx="225551" cy="1341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60" name="Google Shape;6560;p99"/>
            <p:cNvSpPr/>
            <p:nvPr/>
          </p:nvSpPr>
          <p:spPr>
            <a:xfrm>
              <a:off x="3368040" y="7060692"/>
              <a:ext cx="161925" cy="35560"/>
            </a:xfrm>
            <a:custGeom>
              <a:rect b="b" l="l" r="r" t="t"/>
              <a:pathLst>
                <a:path extrusionOk="0" h="35559" w="161925">
                  <a:moveTo>
                    <a:pt x="41148" y="0"/>
                  </a:moveTo>
                  <a:lnTo>
                    <a:pt x="0" y="0"/>
                  </a:lnTo>
                  <a:lnTo>
                    <a:pt x="0" y="35052"/>
                  </a:lnTo>
                  <a:lnTo>
                    <a:pt x="41148" y="35052"/>
                  </a:lnTo>
                  <a:lnTo>
                    <a:pt x="41148" y="0"/>
                  </a:lnTo>
                  <a:close/>
                </a:path>
                <a:path extrusionOk="0" h="35559" w="161925">
                  <a:moveTo>
                    <a:pt x="161544" y="0"/>
                  </a:moveTo>
                  <a:lnTo>
                    <a:pt x="120396" y="0"/>
                  </a:lnTo>
                  <a:lnTo>
                    <a:pt x="120396" y="35052"/>
                  </a:lnTo>
                  <a:lnTo>
                    <a:pt x="161544" y="35052"/>
                  </a:lnTo>
                  <a:lnTo>
                    <a:pt x="1615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1" name="Google Shape;6561;p99"/>
          <p:cNvSpPr/>
          <p:nvPr/>
        </p:nvSpPr>
        <p:spPr>
          <a:xfrm>
            <a:off x="3304032" y="6492240"/>
            <a:ext cx="230504" cy="452755"/>
          </a:xfrm>
          <a:custGeom>
            <a:rect b="b" l="l" r="r" t="t"/>
            <a:pathLst>
              <a:path extrusionOk="0" h="452754" w="230504">
                <a:moveTo>
                  <a:pt x="80772" y="394716"/>
                </a:moveTo>
                <a:lnTo>
                  <a:pt x="0" y="417576"/>
                </a:lnTo>
                <a:lnTo>
                  <a:pt x="0" y="452628"/>
                </a:lnTo>
                <a:lnTo>
                  <a:pt x="80772" y="414528"/>
                </a:lnTo>
                <a:lnTo>
                  <a:pt x="80772" y="394716"/>
                </a:lnTo>
                <a:close/>
              </a:path>
              <a:path extrusionOk="0" h="452754" w="230504">
                <a:moveTo>
                  <a:pt x="80772" y="336804"/>
                </a:moveTo>
                <a:lnTo>
                  <a:pt x="0" y="359664"/>
                </a:lnTo>
                <a:lnTo>
                  <a:pt x="0" y="394716"/>
                </a:lnTo>
                <a:lnTo>
                  <a:pt x="80772" y="356616"/>
                </a:lnTo>
                <a:lnTo>
                  <a:pt x="80772" y="336804"/>
                </a:lnTo>
                <a:close/>
              </a:path>
              <a:path extrusionOk="0" h="452754" w="230504">
                <a:moveTo>
                  <a:pt x="225539" y="156972"/>
                </a:moveTo>
                <a:lnTo>
                  <a:pt x="140195" y="185826"/>
                </a:lnTo>
                <a:lnTo>
                  <a:pt x="140195" y="214884"/>
                </a:lnTo>
                <a:lnTo>
                  <a:pt x="140195" y="280416"/>
                </a:lnTo>
                <a:lnTo>
                  <a:pt x="41135" y="246888"/>
                </a:lnTo>
                <a:lnTo>
                  <a:pt x="140195" y="214884"/>
                </a:lnTo>
                <a:lnTo>
                  <a:pt x="140195" y="185826"/>
                </a:lnTo>
                <a:lnTo>
                  <a:pt x="9131" y="230124"/>
                </a:lnTo>
                <a:lnTo>
                  <a:pt x="9131" y="265176"/>
                </a:lnTo>
                <a:lnTo>
                  <a:pt x="225539" y="338328"/>
                </a:lnTo>
                <a:lnTo>
                  <a:pt x="225539" y="307848"/>
                </a:lnTo>
                <a:lnTo>
                  <a:pt x="164579" y="288036"/>
                </a:lnTo>
                <a:lnTo>
                  <a:pt x="164579" y="280416"/>
                </a:lnTo>
                <a:lnTo>
                  <a:pt x="164579" y="214884"/>
                </a:lnTo>
                <a:lnTo>
                  <a:pt x="164579" y="207264"/>
                </a:lnTo>
                <a:lnTo>
                  <a:pt x="225539" y="187452"/>
                </a:lnTo>
                <a:lnTo>
                  <a:pt x="225539" y="156972"/>
                </a:lnTo>
                <a:close/>
              </a:path>
              <a:path extrusionOk="0" h="452754" w="230504">
                <a:moveTo>
                  <a:pt x="230111" y="76200"/>
                </a:moveTo>
                <a:lnTo>
                  <a:pt x="218490" y="31242"/>
                </a:lnTo>
                <a:lnTo>
                  <a:pt x="188963" y="4572"/>
                </a:lnTo>
                <a:lnTo>
                  <a:pt x="172199" y="0"/>
                </a:lnTo>
                <a:lnTo>
                  <a:pt x="164579" y="0"/>
                </a:lnTo>
                <a:lnTo>
                  <a:pt x="123228" y="16319"/>
                </a:lnTo>
                <a:lnTo>
                  <a:pt x="108191" y="48768"/>
                </a:lnTo>
                <a:lnTo>
                  <a:pt x="105143" y="56388"/>
                </a:lnTo>
                <a:lnTo>
                  <a:pt x="102095" y="74676"/>
                </a:lnTo>
                <a:lnTo>
                  <a:pt x="99047" y="82296"/>
                </a:lnTo>
                <a:lnTo>
                  <a:pt x="97523" y="88392"/>
                </a:lnTo>
                <a:lnTo>
                  <a:pt x="95999" y="97536"/>
                </a:lnTo>
                <a:lnTo>
                  <a:pt x="91427" y="103632"/>
                </a:lnTo>
                <a:lnTo>
                  <a:pt x="85331" y="108204"/>
                </a:lnTo>
                <a:lnTo>
                  <a:pt x="80759" y="112776"/>
                </a:lnTo>
                <a:lnTo>
                  <a:pt x="73139" y="115824"/>
                </a:lnTo>
                <a:lnTo>
                  <a:pt x="63995" y="115824"/>
                </a:lnTo>
                <a:lnTo>
                  <a:pt x="31229" y="89344"/>
                </a:lnTo>
                <a:lnTo>
                  <a:pt x="28943" y="71628"/>
                </a:lnTo>
                <a:lnTo>
                  <a:pt x="29502" y="62750"/>
                </a:lnTo>
                <a:lnTo>
                  <a:pt x="44373" y="23241"/>
                </a:lnTo>
                <a:lnTo>
                  <a:pt x="53327" y="10668"/>
                </a:lnTo>
                <a:lnTo>
                  <a:pt x="53327" y="9144"/>
                </a:lnTo>
                <a:lnTo>
                  <a:pt x="18275" y="9144"/>
                </a:lnTo>
                <a:lnTo>
                  <a:pt x="15113" y="16268"/>
                </a:lnTo>
                <a:lnTo>
                  <a:pt x="5511" y="55816"/>
                </a:lnTo>
                <a:lnTo>
                  <a:pt x="4559" y="73152"/>
                </a:lnTo>
                <a:lnTo>
                  <a:pt x="5702" y="88569"/>
                </a:lnTo>
                <a:lnTo>
                  <a:pt x="22847" y="126492"/>
                </a:lnTo>
                <a:lnTo>
                  <a:pt x="67043" y="146304"/>
                </a:lnTo>
                <a:lnTo>
                  <a:pt x="74663" y="146304"/>
                </a:lnTo>
                <a:lnTo>
                  <a:pt x="111239" y="128016"/>
                </a:lnTo>
                <a:lnTo>
                  <a:pt x="117335" y="115824"/>
                </a:lnTo>
                <a:lnTo>
                  <a:pt x="123431" y="103632"/>
                </a:lnTo>
                <a:lnTo>
                  <a:pt x="124955" y="96012"/>
                </a:lnTo>
                <a:lnTo>
                  <a:pt x="128003" y="88392"/>
                </a:lnTo>
                <a:lnTo>
                  <a:pt x="129527" y="80772"/>
                </a:lnTo>
                <a:lnTo>
                  <a:pt x="131051" y="74676"/>
                </a:lnTo>
                <a:lnTo>
                  <a:pt x="132575" y="70104"/>
                </a:lnTo>
                <a:lnTo>
                  <a:pt x="134099" y="64008"/>
                </a:lnTo>
                <a:lnTo>
                  <a:pt x="160007" y="30480"/>
                </a:lnTo>
                <a:lnTo>
                  <a:pt x="169151" y="30480"/>
                </a:lnTo>
                <a:lnTo>
                  <a:pt x="203250" y="57531"/>
                </a:lnTo>
                <a:lnTo>
                  <a:pt x="205727" y="79248"/>
                </a:lnTo>
                <a:lnTo>
                  <a:pt x="205181" y="87490"/>
                </a:lnTo>
                <a:lnTo>
                  <a:pt x="189153" y="130111"/>
                </a:lnTo>
                <a:lnTo>
                  <a:pt x="176771" y="146304"/>
                </a:lnTo>
                <a:lnTo>
                  <a:pt x="176771" y="147828"/>
                </a:lnTo>
                <a:lnTo>
                  <a:pt x="213347" y="147828"/>
                </a:lnTo>
                <a:lnTo>
                  <a:pt x="216763" y="140716"/>
                </a:lnTo>
                <a:lnTo>
                  <a:pt x="228968" y="97917"/>
                </a:lnTo>
                <a:lnTo>
                  <a:pt x="229831" y="87350"/>
                </a:lnTo>
                <a:lnTo>
                  <a:pt x="230111" y="762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2" name="Google Shape;6562;p99"/>
          <p:cNvSpPr/>
          <p:nvPr/>
        </p:nvSpPr>
        <p:spPr>
          <a:xfrm>
            <a:off x="3313176" y="6390132"/>
            <a:ext cx="21590" cy="27940"/>
          </a:xfrm>
          <a:custGeom>
            <a:rect b="b" l="l" r="r" t="t"/>
            <a:pathLst>
              <a:path extrusionOk="0" h="27939" w="21589">
                <a:moveTo>
                  <a:pt x="0" y="0"/>
                </a:moveTo>
                <a:lnTo>
                  <a:pt x="21336" y="0"/>
                </a:lnTo>
                <a:lnTo>
                  <a:pt x="21336" y="27939"/>
                </a:lnTo>
                <a:lnTo>
                  <a:pt x="0" y="279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3" name="Google Shape;6563;p99"/>
          <p:cNvGrpSpPr/>
          <p:nvPr/>
        </p:nvGrpSpPr>
        <p:grpSpPr>
          <a:xfrm>
            <a:off x="3304032" y="6065519"/>
            <a:ext cx="230123" cy="408433"/>
            <a:chOff x="3304032" y="6065519"/>
            <a:chExt cx="230123" cy="408433"/>
          </a:xfrm>
        </p:grpSpPr>
        <p:sp>
          <p:nvSpPr>
            <p:cNvPr id="6564" name="Google Shape;6564;p99"/>
            <p:cNvSpPr/>
            <p:nvPr/>
          </p:nvSpPr>
          <p:spPr>
            <a:xfrm>
              <a:off x="3313176" y="6390132"/>
              <a:ext cx="216535" cy="83820"/>
            </a:xfrm>
            <a:custGeom>
              <a:rect b="b" l="l" r="r" t="t"/>
              <a:pathLst>
                <a:path extrusionOk="0" h="83820" w="216535">
                  <a:moveTo>
                    <a:pt x="216408" y="0"/>
                  </a:moveTo>
                  <a:lnTo>
                    <a:pt x="195072" y="0"/>
                  </a:lnTo>
                  <a:lnTo>
                    <a:pt x="195072" y="27940"/>
                  </a:lnTo>
                  <a:lnTo>
                    <a:pt x="0" y="27940"/>
                  </a:lnTo>
                  <a:lnTo>
                    <a:pt x="0" y="55880"/>
                  </a:lnTo>
                  <a:lnTo>
                    <a:pt x="0" y="83820"/>
                  </a:lnTo>
                  <a:lnTo>
                    <a:pt x="21336" y="83820"/>
                  </a:lnTo>
                  <a:lnTo>
                    <a:pt x="21336" y="55880"/>
                  </a:lnTo>
                  <a:lnTo>
                    <a:pt x="195072" y="55880"/>
                  </a:lnTo>
                  <a:lnTo>
                    <a:pt x="195072" y="83820"/>
                  </a:lnTo>
                  <a:lnTo>
                    <a:pt x="216408" y="83820"/>
                  </a:lnTo>
                  <a:lnTo>
                    <a:pt x="216408" y="55880"/>
                  </a:lnTo>
                  <a:lnTo>
                    <a:pt x="216408" y="2794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565" name="Google Shape;6565;p99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308604" y="6201155"/>
              <a:ext cx="225551" cy="1645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66" name="Google Shape;6566;p99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304032" y="6065519"/>
              <a:ext cx="80772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67" name="Google Shape;6567;p99"/>
          <p:cNvGrpSpPr/>
          <p:nvPr/>
        </p:nvGrpSpPr>
        <p:grpSpPr>
          <a:xfrm>
            <a:off x="3302508" y="5446776"/>
            <a:ext cx="231647" cy="535305"/>
            <a:chOff x="3302508" y="5446776"/>
            <a:chExt cx="231647" cy="535305"/>
          </a:xfrm>
        </p:grpSpPr>
        <p:sp>
          <p:nvSpPr>
            <p:cNvPr id="6568" name="Google Shape;6568;p99"/>
            <p:cNvSpPr/>
            <p:nvPr/>
          </p:nvSpPr>
          <p:spPr>
            <a:xfrm>
              <a:off x="3302508" y="5843016"/>
              <a:ext cx="228600" cy="139065"/>
            </a:xfrm>
            <a:custGeom>
              <a:rect b="b" l="l" r="r" t="t"/>
              <a:pathLst>
                <a:path extrusionOk="0" h="139064" w="228600">
                  <a:moveTo>
                    <a:pt x="227076" y="92964"/>
                  </a:moveTo>
                  <a:lnTo>
                    <a:pt x="88392" y="92964"/>
                  </a:lnTo>
                  <a:lnTo>
                    <a:pt x="88392" y="48768"/>
                  </a:lnTo>
                  <a:lnTo>
                    <a:pt x="65532" y="48768"/>
                  </a:lnTo>
                  <a:lnTo>
                    <a:pt x="65532" y="92964"/>
                  </a:lnTo>
                  <a:lnTo>
                    <a:pt x="59436" y="92964"/>
                  </a:lnTo>
                  <a:lnTo>
                    <a:pt x="24384" y="73152"/>
                  </a:lnTo>
                  <a:lnTo>
                    <a:pt x="24384" y="54864"/>
                  </a:lnTo>
                  <a:lnTo>
                    <a:pt x="25908" y="50292"/>
                  </a:lnTo>
                  <a:lnTo>
                    <a:pt x="25908" y="45720"/>
                  </a:lnTo>
                  <a:lnTo>
                    <a:pt x="27432" y="42672"/>
                  </a:lnTo>
                  <a:lnTo>
                    <a:pt x="27432" y="38100"/>
                  </a:lnTo>
                  <a:lnTo>
                    <a:pt x="3048" y="38100"/>
                  </a:lnTo>
                  <a:lnTo>
                    <a:pt x="1524" y="42672"/>
                  </a:lnTo>
                  <a:lnTo>
                    <a:pt x="1524" y="51816"/>
                  </a:lnTo>
                  <a:lnTo>
                    <a:pt x="0" y="56388"/>
                  </a:lnTo>
                  <a:lnTo>
                    <a:pt x="0" y="67056"/>
                  </a:lnTo>
                  <a:lnTo>
                    <a:pt x="876" y="79044"/>
                  </a:lnTo>
                  <a:lnTo>
                    <a:pt x="24091" y="112687"/>
                  </a:lnTo>
                  <a:lnTo>
                    <a:pt x="60960" y="120396"/>
                  </a:lnTo>
                  <a:lnTo>
                    <a:pt x="65532" y="120396"/>
                  </a:lnTo>
                  <a:lnTo>
                    <a:pt x="65532" y="138684"/>
                  </a:lnTo>
                  <a:lnTo>
                    <a:pt x="88392" y="138684"/>
                  </a:lnTo>
                  <a:lnTo>
                    <a:pt x="88392" y="120396"/>
                  </a:lnTo>
                  <a:lnTo>
                    <a:pt x="227076" y="120396"/>
                  </a:lnTo>
                  <a:lnTo>
                    <a:pt x="227076" y="92964"/>
                  </a:lnTo>
                  <a:close/>
                </a:path>
                <a:path extrusionOk="0" h="139064" w="228600">
                  <a:moveTo>
                    <a:pt x="228600" y="0"/>
                  </a:moveTo>
                  <a:lnTo>
                    <a:pt x="1524" y="0"/>
                  </a:lnTo>
                  <a:lnTo>
                    <a:pt x="1524" y="28956"/>
                  </a:lnTo>
                  <a:lnTo>
                    <a:pt x="228600" y="28956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569" name="Google Shape;6569;p99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363467" y="5446776"/>
              <a:ext cx="170688" cy="36880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570" name="Google Shape;6570;p99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810000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71" name="Google Shape;6571;p99"/>
          <p:cNvGrpSpPr/>
          <p:nvPr/>
        </p:nvGrpSpPr>
        <p:grpSpPr>
          <a:xfrm>
            <a:off x="3730752" y="7909559"/>
            <a:ext cx="286508" cy="658368"/>
            <a:chOff x="3730752" y="7909559"/>
            <a:chExt cx="286508" cy="658368"/>
          </a:xfrm>
        </p:grpSpPr>
        <p:pic>
          <p:nvPicPr>
            <p:cNvPr id="6572" name="Google Shape;6572;p99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739895" y="8360663"/>
              <a:ext cx="216408" cy="2072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73" name="Google Shape;6573;p99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790188" y="8194547"/>
              <a:ext cx="227072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74" name="Google Shape;6574;p99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730752" y="8026907"/>
              <a:ext cx="225551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75" name="Google Shape;6575;p99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747515" y="7909559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76" name="Google Shape;6576;p99"/>
          <p:cNvGrpSpPr/>
          <p:nvPr/>
        </p:nvGrpSpPr>
        <p:grpSpPr>
          <a:xfrm>
            <a:off x="3729227" y="7242048"/>
            <a:ext cx="231648" cy="573022"/>
            <a:chOff x="3729227" y="7242048"/>
            <a:chExt cx="231648" cy="573022"/>
          </a:xfrm>
        </p:grpSpPr>
        <p:pic>
          <p:nvPicPr>
            <p:cNvPr id="6577" name="Google Shape;6577;p99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729227" y="7572755"/>
              <a:ext cx="231648" cy="2423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78" name="Google Shape;6578;p99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794759" y="7461503"/>
              <a:ext cx="161543" cy="853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79" name="Google Shape;6579;p99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730751" y="7306055"/>
              <a:ext cx="225551" cy="1341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0" name="Google Shape;6580;p99"/>
            <p:cNvSpPr/>
            <p:nvPr/>
          </p:nvSpPr>
          <p:spPr>
            <a:xfrm>
              <a:off x="3794747" y="7242048"/>
              <a:ext cx="161925" cy="35560"/>
            </a:xfrm>
            <a:custGeom>
              <a:rect b="b" l="l" r="r" t="t"/>
              <a:pathLst>
                <a:path extrusionOk="0" h="35559" w="161925">
                  <a:moveTo>
                    <a:pt x="41148" y="0"/>
                  </a:moveTo>
                  <a:lnTo>
                    <a:pt x="0" y="0"/>
                  </a:lnTo>
                  <a:lnTo>
                    <a:pt x="0" y="35052"/>
                  </a:lnTo>
                  <a:lnTo>
                    <a:pt x="41148" y="35052"/>
                  </a:lnTo>
                  <a:lnTo>
                    <a:pt x="41148" y="0"/>
                  </a:lnTo>
                  <a:close/>
                </a:path>
                <a:path extrusionOk="0" h="35559" w="161925">
                  <a:moveTo>
                    <a:pt x="161544" y="0"/>
                  </a:moveTo>
                  <a:lnTo>
                    <a:pt x="120396" y="0"/>
                  </a:lnTo>
                  <a:lnTo>
                    <a:pt x="120396" y="35052"/>
                  </a:lnTo>
                  <a:lnTo>
                    <a:pt x="161544" y="35052"/>
                  </a:lnTo>
                  <a:lnTo>
                    <a:pt x="1615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99"/>
          <p:cNvGrpSpPr/>
          <p:nvPr/>
        </p:nvGrpSpPr>
        <p:grpSpPr>
          <a:xfrm>
            <a:off x="3735311" y="6188964"/>
            <a:ext cx="280670" cy="915924"/>
            <a:chOff x="3735311" y="6188964"/>
            <a:chExt cx="280670" cy="915924"/>
          </a:xfrm>
        </p:grpSpPr>
        <p:sp>
          <p:nvSpPr>
            <p:cNvPr id="6582" name="Google Shape;6582;p99"/>
            <p:cNvSpPr/>
            <p:nvPr/>
          </p:nvSpPr>
          <p:spPr>
            <a:xfrm>
              <a:off x="3735311" y="6426708"/>
              <a:ext cx="280670" cy="678180"/>
            </a:xfrm>
            <a:custGeom>
              <a:rect b="b" l="l" r="r" t="t"/>
              <a:pathLst>
                <a:path extrusionOk="0" h="678179" w="280670">
                  <a:moveTo>
                    <a:pt x="224028" y="313944"/>
                  </a:moveTo>
                  <a:lnTo>
                    <a:pt x="217932" y="280416"/>
                  </a:lnTo>
                  <a:lnTo>
                    <a:pt x="214884" y="272796"/>
                  </a:lnTo>
                  <a:lnTo>
                    <a:pt x="210312" y="268224"/>
                  </a:lnTo>
                  <a:lnTo>
                    <a:pt x="205740" y="262128"/>
                  </a:lnTo>
                  <a:lnTo>
                    <a:pt x="187452" y="252984"/>
                  </a:lnTo>
                  <a:lnTo>
                    <a:pt x="181356" y="251460"/>
                  </a:lnTo>
                  <a:lnTo>
                    <a:pt x="173736" y="251460"/>
                  </a:lnTo>
                  <a:lnTo>
                    <a:pt x="136969" y="272034"/>
                  </a:lnTo>
                  <a:lnTo>
                    <a:pt x="128016" y="298704"/>
                  </a:lnTo>
                  <a:lnTo>
                    <a:pt x="128016" y="303276"/>
                  </a:lnTo>
                  <a:lnTo>
                    <a:pt x="124968" y="312420"/>
                  </a:lnTo>
                  <a:lnTo>
                    <a:pt x="124968" y="316992"/>
                  </a:lnTo>
                  <a:lnTo>
                    <a:pt x="121920" y="324612"/>
                  </a:lnTo>
                  <a:lnTo>
                    <a:pt x="118872" y="330708"/>
                  </a:lnTo>
                  <a:lnTo>
                    <a:pt x="115824" y="335280"/>
                  </a:lnTo>
                  <a:lnTo>
                    <a:pt x="112776" y="338328"/>
                  </a:lnTo>
                  <a:lnTo>
                    <a:pt x="108204" y="339852"/>
                  </a:lnTo>
                  <a:lnTo>
                    <a:pt x="92964" y="339852"/>
                  </a:lnTo>
                  <a:lnTo>
                    <a:pt x="86868" y="336804"/>
                  </a:lnTo>
                  <a:lnTo>
                    <a:pt x="80772" y="324612"/>
                  </a:lnTo>
                  <a:lnTo>
                    <a:pt x="77724" y="316992"/>
                  </a:lnTo>
                  <a:lnTo>
                    <a:pt x="77724" y="307848"/>
                  </a:lnTo>
                  <a:lnTo>
                    <a:pt x="89344" y="270510"/>
                  </a:lnTo>
                  <a:lnTo>
                    <a:pt x="96012" y="259080"/>
                  </a:lnTo>
                  <a:lnTo>
                    <a:pt x="96012" y="257556"/>
                  </a:lnTo>
                  <a:lnTo>
                    <a:pt x="67056" y="257556"/>
                  </a:lnTo>
                  <a:lnTo>
                    <a:pt x="64008" y="263652"/>
                  </a:lnTo>
                  <a:lnTo>
                    <a:pt x="55130" y="300990"/>
                  </a:lnTo>
                  <a:lnTo>
                    <a:pt x="54864" y="307848"/>
                  </a:lnTo>
                  <a:lnTo>
                    <a:pt x="55727" y="320738"/>
                  </a:lnTo>
                  <a:lnTo>
                    <a:pt x="76009" y="358292"/>
                  </a:lnTo>
                  <a:lnTo>
                    <a:pt x="105156" y="367284"/>
                  </a:lnTo>
                  <a:lnTo>
                    <a:pt x="112852" y="366737"/>
                  </a:lnTo>
                  <a:lnTo>
                    <a:pt x="144995" y="340804"/>
                  </a:lnTo>
                  <a:lnTo>
                    <a:pt x="152400" y="316992"/>
                  </a:lnTo>
                  <a:lnTo>
                    <a:pt x="152400" y="310896"/>
                  </a:lnTo>
                  <a:lnTo>
                    <a:pt x="153924" y="306324"/>
                  </a:lnTo>
                  <a:lnTo>
                    <a:pt x="155448" y="303276"/>
                  </a:lnTo>
                  <a:lnTo>
                    <a:pt x="156972" y="294132"/>
                  </a:lnTo>
                  <a:lnTo>
                    <a:pt x="160020" y="288036"/>
                  </a:lnTo>
                  <a:lnTo>
                    <a:pt x="163068" y="284988"/>
                  </a:lnTo>
                  <a:lnTo>
                    <a:pt x="166116" y="280416"/>
                  </a:lnTo>
                  <a:lnTo>
                    <a:pt x="170688" y="278892"/>
                  </a:lnTo>
                  <a:lnTo>
                    <a:pt x="182880" y="278892"/>
                  </a:lnTo>
                  <a:lnTo>
                    <a:pt x="192024" y="283464"/>
                  </a:lnTo>
                  <a:lnTo>
                    <a:pt x="196596" y="288036"/>
                  </a:lnTo>
                  <a:lnTo>
                    <a:pt x="199644" y="294132"/>
                  </a:lnTo>
                  <a:lnTo>
                    <a:pt x="199644" y="300228"/>
                  </a:lnTo>
                  <a:lnTo>
                    <a:pt x="201168" y="304800"/>
                  </a:lnTo>
                  <a:lnTo>
                    <a:pt x="201168" y="324612"/>
                  </a:lnTo>
                  <a:lnTo>
                    <a:pt x="199644" y="330708"/>
                  </a:lnTo>
                  <a:lnTo>
                    <a:pt x="198120" y="335280"/>
                  </a:lnTo>
                  <a:lnTo>
                    <a:pt x="195072" y="341376"/>
                  </a:lnTo>
                  <a:lnTo>
                    <a:pt x="193548" y="345948"/>
                  </a:lnTo>
                  <a:lnTo>
                    <a:pt x="190500" y="350520"/>
                  </a:lnTo>
                  <a:lnTo>
                    <a:pt x="188976" y="355092"/>
                  </a:lnTo>
                  <a:lnTo>
                    <a:pt x="185928" y="358140"/>
                  </a:lnTo>
                  <a:lnTo>
                    <a:pt x="182880" y="364236"/>
                  </a:lnTo>
                  <a:lnTo>
                    <a:pt x="179832" y="365760"/>
                  </a:lnTo>
                  <a:lnTo>
                    <a:pt x="179832" y="367284"/>
                  </a:lnTo>
                  <a:lnTo>
                    <a:pt x="210312" y="367284"/>
                  </a:lnTo>
                  <a:lnTo>
                    <a:pt x="214884" y="361188"/>
                  </a:lnTo>
                  <a:lnTo>
                    <a:pt x="217932" y="353568"/>
                  </a:lnTo>
                  <a:lnTo>
                    <a:pt x="219456" y="344424"/>
                  </a:lnTo>
                  <a:lnTo>
                    <a:pt x="221462" y="337312"/>
                  </a:lnTo>
                  <a:lnTo>
                    <a:pt x="222885" y="329755"/>
                  </a:lnTo>
                  <a:lnTo>
                    <a:pt x="223748" y="321932"/>
                  </a:lnTo>
                  <a:lnTo>
                    <a:pt x="224028" y="313944"/>
                  </a:lnTo>
                  <a:close/>
                </a:path>
                <a:path extrusionOk="0" h="678179" w="280670">
                  <a:moveTo>
                    <a:pt x="224028" y="169164"/>
                  </a:moveTo>
                  <a:lnTo>
                    <a:pt x="222504" y="164592"/>
                  </a:lnTo>
                  <a:lnTo>
                    <a:pt x="222504" y="158496"/>
                  </a:lnTo>
                  <a:lnTo>
                    <a:pt x="219456" y="149352"/>
                  </a:lnTo>
                  <a:lnTo>
                    <a:pt x="195072" y="149352"/>
                  </a:lnTo>
                  <a:lnTo>
                    <a:pt x="195072" y="150876"/>
                  </a:lnTo>
                  <a:lnTo>
                    <a:pt x="196596" y="152400"/>
                  </a:lnTo>
                  <a:lnTo>
                    <a:pt x="196596" y="155448"/>
                  </a:lnTo>
                  <a:lnTo>
                    <a:pt x="198120" y="160020"/>
                  </a:lnTo>
                  <a:lnTo>
                    <a:pt x="199644" y="163068"/>
                  </a:lnTo>
                  <a:lnTo>
                    <a:pt x="199644" y="182880"/>
                  </a:lnTo>
                  <a:lnTo>
                    <a:pt x="181356" y="198120"/>
                  </a:lnTo>
                  <a:lnTo>
                    <a:pt x="173736" y="198120"/>
                  </a:lnTo>
                  <a:lnTo>
                    <a:pt x="167640" y="199644"/>
                  </a:lnTo>
                  <a:lnTo>
                    <a:pt x="82296" y="199644"/>
                  </a:lnTo>
                  <a:lnTo>
                    <a:pt x="82296" y="149352"/>
                  </a:lnTo>
                  <a:lnTo>
                    <a:pt x="59436" y="149352"/>
                  </a:lnTo>
                  <a:lnTo>
                    <a:pt x="59436" y="199644"/>
                  </a:lnTo>
                  <a:lnTo>
                    <a:pt x="12192" y="199644"/>
                  </a:lnTo>
                  <a:lnTo>
                    <a:pt x="12192" y="227076"/>
                  </a:lnTo>
                  <a:lnTo>
                    <a:pt x="59436" y="227076"/>
                  </a:lnTo>
                  <a:lnTo>
                    <a:pt x="59436" y="245364"/>
                  </a:lnTo>
                  <a:lnTo>
                    <a:pt x="82296" y="245364"/>
                  </a:lnTo>
                  <a:lnTo>
                    <a:pt x="82296" y="227076"/>
                  </a:lnTo>
                  <a:lnTo>
                    <a:pt x="172212" y="227076"/>
                  </a:lnTo>
                  <a:lnTo>
                    <a:pt x="184835" y="226225"/>
                  </a:lnTo>
                  <a:lnTo>
                    <a:pt x="221361" y="198691"/>
                  </a:lnTo>
                  <a:lnTo>
                    <a:pt x="224028" y="178308"/>
                  </a:lnTo>
                  <a:lnTo>
                    <a:pt x="224028" y="169164"/>
                  </a:lnTo>
                  <a:close/>
                </a:path>
                <a:path extrusionOk="0" h="678179" w="280670">
                  <a:moveTo>
                    <a:pt x="224028" y="42672"/>
                  </a:moveTo>
                  <a:lnTo>
                    <a:pt x="219456" y="28956"/>
                  </a:lnTo>
                  <a:lnTo>
                    <a:pt x="219456" y="24384"/>
                  </a:lnTo>
                  <a:lnTo>
                    <a:pt x="217932" y="19812"/>
                  </a:lnTo>
                  <a:lnTo>
                    <a:pt x="214884" y="15240"/>
                  </a:lnTo>
                  <a:lnTo>
                    <a:pt x="211836" y="6096"/>
                  </a:lnTo>
                  <a:lnTo>
                    <a:pt x="210312" y="3048"/>
                  </a:lnTo>
                  <a:lnTo>
                    <a:pt x="181356" y="3048"/>
                  </a:lnTo>
                  <a:lnTo>
                    <a:pt x="181356" y="4572"/>
                  </a:lnTo>
                  <a:lnTo>
                    <a:pt x="182880" y="7620"/>
                  </a:lnTo>
                  <a:lnTo>
                    <a:pt x="185928" y="10668"/>
                  </a:lnTo>
                  <a:lnTo>
                    <a:pt x="186029" y="10858"/>
                  </a:lnTo>
                  <a:lnTo>
                    <a:pt x="188976" y="16764"/>
                  </a:lnTo>
                  <a:lnTo>
                    <a:pt x="190500" y="21336"/>
                  </a:lnTo>
                  <a:lnTo>
                    <a:pt x="193548" y="25908"/>
                  </a:lnTo>
                  <a:lnTo>
                    <a:pt x="195072" y="30480"/>
                  </a:lnTo>
                  <a:lnTo>
                    <a:pt x="199644" y="48768"/>
                  </a:lnTo>
                  <a:lnTo>
                    <a:pt x="199644" y="60960"/>
                  </a:lnTo>
                  <a:lnTo>
                    <a:pt x="185928" y="100584"/>
                  </a:lnTo>
                  <a:lnTo>
                    <a:pt x="143256" y="114300"/>
                  </a:lnTo>
                  <a:lnTo>
                    <a:pt x="143256" y="27432"/>
                  </a:lnTo>
                  <a:lnTo>
                    <a:pt x="143256" y="0"/>
                  </a:lnTo>
                  <a:lnTo>
                    <a:pt x="129540" y="0"/>
                  </a:lnTo>
                  <a:lnTo>
                    <a:pt x="121920" y="241"/>
                  </a:lnTo>
                  <a:lnTo>
                    <a:pt x="121920" y="27432"/>
                  </a:lnTo>
                  <a:lnTo>
                    <a:pt x="121920" y="114300"/>
                  </a:lnTo>
                  <a:lnTo>
                    <a:pt x="115824" y="114300"/>
                  </a:lnTo>
                  <a:lnTo>
                    <a:pt x="103632" y="111252"/>
                  </a:lnTo>
                  <a:lnTo>
                    <a:pt x="94488" y="105156"/>
                  </a:lnTo>
                  <a:lnTo>
                    <a:pt x="89916" y="100584"/>
                  </a:lnTo>
                  <a:lnTo>
                    <a:pt x="85344" y="97536"/>
                  </a:lnTo>
                  <a:lnTo>
                    <a:pt x="82270" y="92900"/>
                  </a:lnTo>
                  <a:lnTo>
                    <a:pt x="79248" y="86868"/>
                  </a:lnTo>
                  <a:lnTo>
                    <a:pt x="77724" y="82296"/>
                  </a:lnTo>
                  <a:lnTo>
                    <a:pt x="76200" y="76200"/>
                  </a:lnTo>
                  <a:lnTo>
                    <a:pt x="76200" y="60960"/>
                  </a:lnTo>
                  <a:lnTo>
                    <a:pt x="89916" y="38100"/>
                  </a:lnTo>
                  <a:lnTo>
                    <a:pt x="92964" y="35052"/>
                  </a:lnTo>
                  <a:lnTo>
                    <a:pt x="97536" y="32004"/>
                  </a:lnTo>
                  <a:lnTo>
                    <a:pt x="103632" y="30480"/>
                  </a:lnTo>
                  <a:lnTo>
                    <a:pt x="108204" y="28956"/>
                  </a:lnTo>
                  <a:lnTo>
                    <a:pt x="114300" y="27432"/>
                  </a:lnTo>
                  <a:lnTo>
                    <a:pt x="121920" y="27432"/>
                  </a:lnTo>
                  <a:lnTo>
                    <a:pt x="121920" y="241"/>
                  </a:lnTo>
                  <a:lnTo>
                    <a:pt x="83439" y="10858"/>
                  </a:lnTo>
                  <a:lnTo>
                    <a:pt x="57442" y="45631"/>
                  </a:lnTo>
                  <a:lnTo>
                    <a:pt x="54864" y="67056"/>
                  </a:lnTo>
                  <a:lnTo>
                    <a:pt x="56324" y="82486"/>
                  </a:lnTo>
                  <a:lnTo>
                    <a:pt x="79248" y="121920"/>
                  </a:lnTo>
                  <a:lnTo>
                    <a:pt x="122440" y="140550"/>
                  </a:lnTo>
                  <a:lnTo>
                    <a:pt x="122148" y="140550"/>
                  </a:lnTo>
                  <a:lnTo>
                    <a:pt x="141732" y="141732"/>
                  </a:lnTo>
                  <a:lnTo>
                    <a:pt x="160261" y="140550"/>
                  </a:lnTo>
                  <a:lnTo>
                    <a:pt x="176784" y="136779"/>
                  </a:lnTo>
                  <a:lnTo>
                    <a:pt x="191033" y="130162"/>
                  </a:lnTo>
                  <a:lnTo>
                    <a:pt x="202692" y="120396"/>
                  </a:lnTo>
                  <a:lnTo>
                    <a:pt x="207797" y="114300"/>
                  </a:lnTo>
                  <a:lnTo>
                    <a:pt x="212458" y="108737"/>
                  </a:lnTo>
                  <a:lnTo>
                    <a:pt x="219075" y="94488"/>
                  </a:lnTo>
                  <a:lnTo>
                    <a:pt x="222846" y="77965"/>
                  </a:lnTo>
                  <a:lnTo>
                    <a:pt x="222961" y="76200"/>
                  </a:lnTo>
                  <a:lnTo>
                    <a:pt x="223939" y="60960"/>
                  </a:lnTo>
                  <a:lnTo>
                    <a:pt x="224028" y="42672"/>
                  </a:lnTo>
                  <a:close/>
                </a:path>
                <a:path extrusionOk="0" h="678179" w="280670">
                  <a:moveTo>
                    <a:pt x="225552" y="608076"/>
                  </a:moveTo>
                  <a:lnTo>
                    <a:pt x="218173" y="567956"/>
                  </a:lnTo>
                  <a:lnTo>
                    <a:pt x="185928" y="536448"/>
                  </a:lnTo>
                  <a:lnTo>
                    <a:pt x="160020" y="530352"/>
                  </a:lnTo>
                  <a:lnTo>
                    <a:pt x="150291" y="531164"/>
                  </a:lnTo>
                  <a:lnTo>
                    <a:pt x="114109" y="554926"/>
                  </a:lnTo>
                  <a:lnTo>
                    <a:pt x="102108" y="586740"/>
                  </a:lnTo>
                  <a:lnTo>
                    <a:pt x="99060" y="595884"/>
                  </a:lnTo>
                  <a:lnTo>
                    <a:pt x="97536" y="605028"/>
                  </a:lnTo>
                  <a:lnTo>
                    <a:pt x="96012" y="612648"/>
                  </a:lnTo>
                  <a:lnTo>
                    <a:pt x="92964" y="618744"/>
                  </a:lnTo>
                  <a:lnTo>
                    <a:pt x="91440" y="627888"/>
                  </a:lnTo>
                  <a:lnTo>
                    <a:pt x="86868" y="635508"/>
                  </a:lnTo>
                  <a:lnTo>
                    <a:pt x="82296" y="640080"/>
                  </a:lnTo>
                  <a:lnTo>
                    <a:pt x="76200" y="644652"/>
                  </a:lnTo>
                  <a:lnTo>
                    <a:pt x="68580" y="646176"/>
                  </a:lnTo>
                  <a:lnTo>
                    <a:pt x="59436" y="646176"/>
                  </a:lnTo>
                  <a:lnTo>
                    <a:pt x="26860" y="620268"/>
                  </a:lnTo>
                  <a:lnTo>
                    <a:pt x="24384" y="601980"/>
                  </a:lnTo>
                  <a:lnTo>
                    <a:pt x="24942" y="593750"/>
                  </a:lnTo>
                  <a:lnTo>
                    <a:pt x="39814" y="553783"/>
                  </a:lnTo>
                  <a:lnTo>
                    <a:pt x="48768" y="542544"/>
                  </a:lnTo>
                  <a:lnTo>
                    <a:pt x="48768" y="539496"/>
                  </a:lnTo>
                  <a:lnTo>
                    <a:pt x="15240" y="539496"/>
                  </a:lnTo>
                  <a:lnTo>
                    <a:pt x="11861" y="546620"/>
                  </a:lnTo>
                  <a:lnTo>
                    <a:pt x="8763" y="554164"/>
                  </a:lnTo>
                  <a:lnTo>
                    <a:pt x="6248" y="562000"/>
                  </a:lnTo>
                  <a:lnTo>
                    <a:pt x="4572" y="569976"/>
                  </a:lnTo>
                  <a:lnTo>
                    <a:pt x="2578" y="578243"/>
                  </a:lnTo>
                  <a:lnTo>
                    <a:pt x="1143" y="586930"/>
                  </a:lnTo>
                  <a:lnTo>
                    <a:pt x="292" y="595909"/>
                  </a:lnTo>
                  <a:lnTo>
                    <a:pt x="0" y="605028"/>
                  </a:lnTo>
                  <a:lnTo>
                    <a:pt x="1143" y="620204"/>
                  </a:lnTo>
                  <a:lnTo>
                    <a:pt x="18288" y="656844"/>
                  </a:lnTo>
                  <a:lnTo>
                    <a:pt x="62484" y="676656"/>
                  </a:lnTo>
                  <a:lnTo>
                    <a:pt x="79248" y="676656"/>
                  </a:lnTo>
                  <a:lnTo>
                    <a:pt x="97536" y="667512"/>
                  </a:lnTo>
                  <a:lnTo>
                    <a:pt x="111252" y="653796"/>
                  </a:lnTo>
                  <a:lnTo>
                    <a:pt x="117348" y="641604"/>
                  </a:lnTo>
                  <a:lnTo>
                    <a:pt x="118872" y="633984"/>
                  </a:lnTo>
                  <a:lnTo>
                    <a:pt x="121920" y="627888"/>
                  </a:lnTo>
                  <a:lnTo>
                    <a:pt x="131064" y="588264"/>
                  </a:lnTo>
                  <a:lnTo>
                    <a:pt x="143256" y="568452"/>
                  </a:lnTo>
                  <a:lnTo>
                    <a:pt x="149352" y="563880"/>
                  </a:lnTo>
                  <a:lnTo>
                    <a:pt x="155448" y="560832"/>
                  </a:lnTo>
                  <a:lnTo>
                    <a:pt x="164592" y="560832"/>
                  </a:lnTo>
                  <a:lnTo>
                    <a:pt x="198882" y="589026"/>
                  </a:lnTo>
                  <a:lnTo>
                    <a:pt x="201168" y="609600"/>
                  </a:lnTo>
                  <a:lnTo>
                    <a:pt x="200837" y="617867"/>
                  </a:lnTo>
                  <a:lnTo>
                    <a:pt x="184594" y="661797"/>
                  </a:lnTo>
                  <a:lnTo>
                    <a:pt x="172212" y="676656"/>
                  </a:lnTo>
                  <a:lnTo>
                    <a:pt x="172212" y="678180"/>
                  </a:lnTo>
                  <a:lnTo>
                    <a:pt x="208788" y="678180"/>
                  </a:lnTo>
                  <a:lnTo>
                    <a:pt x="212204" y="671068"/>
                  </a:lnTo>
                  <a:lnTo>
                    <a:pt x="224409" y="629602"/>
                  </a:lnTo>
                  <a:lnTo>
                    <a:pt x="225272" y="619201"/>
                  </a:lnTo>
                  <a:lnTo>
                    <a:pt x="225552" y="608076"/>
                  </a:lnTo>
                  <a:close/>
                </a:path>
                <a:path extrusionOk="0" h="678179" w="280670">
                  <a:moveTo>
                    <a:pt x="280416" y="466344"/>
                  </a:moveTo>
                  <a:lnTo>
                    <a:pt x="59436" y="379476"/>
                  </a:lnTo>
                  <a:lnTo>
                    <a:pt x="59436" y="409956"/>
                  </a:lnTo>
                  <a:lnTo>
                    <a:pt x="176784" y="452628"/>
                  </a:lnTo>
                  <a:lnTo>
                    <a:pt x="59436" y="495300"/>
                  </a:lnTo>
                  <a:lnTo>
                    <a:pt x="59436" y="524256"/>
                  </a:lnTo>
                  <a:lnTo>
                    <a:pt x="211836" y="467868"/>
                  </a:lnTo>
                  <a:lnTo>
                    <a:pt x="280416" y="496824"/>
                  </a:lnTo>
                  <a:lnTo>
                    <a:pt x="280416" y="466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583" name="Google Shape;6583;p99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790187" y="6188964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84" name="Google Shape;6584;p99"/>
          <p:cNvGrpSpPr/>
          <p:nvPr/>
        </p:nvGrpSpPr>
        <p:grpSpPr>
          <a:xfrm>
            <a:off x="3790188" y="5768339"/>
            <a:ext cx="170688" cy="303276"/>
            <a:chOff x="3790188" y="5768339"/>
            <a:chExt cx="170688" cy="303276"/>
          </a:xfrm>
        </p:grpSpPr>
        <p:pic>
          <p:nvPicPr>
            <p:cNvPr id="6585" name="Google Shape;6585;p99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790188" y="5925311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86" name="Google Shape;6586;p99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790188" y="5768339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87" name="Google Shape;6587;p99"/>
          <p:cNvGrpSpPr/>
          <p:nvPr/>
        </p:nvGrpSpPr>
        <p:grpSpPr>
          <a:xfrm>
            <a:off x="3730752" y="5088636"/>
            <a:ext cx="284988" cy="559308"/>
            <a:chOff x="3730752" y="5088636"/>
            <a:chExt cx="284988" cy="559308"/>
          </a:xfrm>
        </p:grpSpPr>
        <p:pic>
          <p:nvPicPr>
            <p:cNvPr id="6588" name="Google Shape;6588;p99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735323" y="5483352"/>
              <a:ext cx="225551" cy="1645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89" name="Google Shape;6589;p99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730752" y="5332476"/>
              <a:ext cx="225551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90" name="Google Shape;6590;p99"/>
            <p:cNvSpPr/>
            <p:nvPr/>
          </p:nvSpPr>
          <p:spPr>
            <a:xfrm>
              <a:off x="3739883" y="526542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591" name="Google Shape;6591;p99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790188" y="5088636"/>
              <a:ext cx="225552" cy="13716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592" name="Google Shape;6592;p99"/>
          <p:cNvSpPr/>
          <p:nvPr/>
        </p:nvSpPr>
        <p:spPr>
          <a:xfrm>
            <a:off x="4087355" y="7825740"/>
            <a:ext cx="285115" cy="749935"/>
          </a:xfrm>
          <a:custGeom>
            <a:rect b="b" l="l" r="r" t="t"/>
            <a:pathLst>
              <a:path extrusionOk="0" h="749934" w="285114">
                <a:moveTo>
                  <a:pt x="230124" y="381000"/>
                </a:moveTo>
                <a:lnTo>
                  <a:pt x="229577" y="370979"/>
                </a:lnTo>
                <a:lnTo>
                  <a:pt x="229539" y="370738"/>
                </a:lnTo>
                <a:lnTo>
                  <a:pt x="228028" y="361378"/>
                </a:lnTo>
                <a:lnTo>
                  <a:pt x="227952" y="361073"/>
                </a:lnTo>
                <a:lnTo>
                  <a:pt x="227838" y="360616"/>
                </a:lnTo>
                <a:lnTo>
                  <a:pt x="207073" y="318693"/>
                </a:lnTo>
                <a:lnTo>
                  <a:pt x="205740" y="317576"/>
                </a:lnTo>
                <a:lnTo>
                  <a:pt x="205740" y="381000"/>
                </a:lnTo>
                <a:lnTo>
                  <a:pt x="204317" y="395859"/>
                </a:lnTo>
                <a:lnTo>
                  <a:pt x="182880" y="429768"/>
                </a:lnTo>
                <a:lnTo>
                  <a:pt x="137020" y="445630"/>
                </a:lnTo>
                <a:lnTo>
                  <a:pt x="117348" y="446532"/>
                </a:lnTo>
                <a:lnTo>
                  <a:pt x="106476" y="446252"/>
                </a:lnTo>
                <a:lnTo>
                  <a:pt x="63055" y="437007"/>
                </a:lnTo>
                <a:lnTo>
                  <a:pt x="33528" y="408432"/>
                </a:lnTo>
                <a:lnTo>
                  <a:pt x="28956" y="381000"/>
                </a:lnTo>
                <a:lnTo>
                  <a:pt x="29248" y="374167"/>
                </a:lnTo>
                <a:lnTo>
                  <a:pt x="30099" y="367474"/>
                </a:lnTo>
                <a:lnTo>
                  <a:pt x="30213" y="366979"/>
                </a:lnTo>
                <a:lnTo>
                  <a:pt x="31534" y="361073"/>
                </a:lnTo>
                <a:lnTo>
                  <a:pt x="56324" y="329692"/>
                </a:lnTo>
                <a:lnTo>
                  <a:pt x="96583" y="316611"/>
                </a:lnTo>
                <a:lnTo>
                  <a:pt x="117348" y="315468"/>
                </a:lnTo>
                <a:lnTo>
                  <a:pt x="137020" y="316611"/>
                </a:lnTo>
                <a:lnTo>
                  <a:pt x="182880" y="333756"/>
                </a:lnTo>
                <a:lnTo>
                  <a:pt x="204317" y="366979"/>
                </a:lnTo>
                <a:lnTo>
                  <a:pt x="205740" y="381000"/>
                </a:lnTo>
                <a:lnTo>
                  <a:pt x="205740" y="317576"/>
                </a:lnTo>
                <a:lnTo>
                  <a:pt x="164592" y="292608"/>
                </a:lnTo>
                <a:lnTo>
                  <a:pt x="117348" y="284988"/>
                </a:lnTo>
                <a:lnTo>
                  <a:pt x="103949" y="285546"/>
                </a:lnTo>
                <a:lnTo>
                  <a:pt x="58610" y="296354"/>
                </a:lnTo>
                <a:lnTo>
                  <a:pt x="26987" y="318452"/>
                </a:lnTo>
                <a:lnTo>
                  <a:pt x="6096" y="360616"/>
                </a:lnTo>
                <a:lnTo>
                  <a:pt x="6007" y="361378"/>
                </a:lnTo>
                <a:lnTo>
                  <a:pt x="4914" y="370738"/>
                </a:lnTo>
                <a:lnTo>
                  <a:pt x="4800" y="374167"/>
                </a:lnTo>
                <a:lnTo>
                  <a:pt x="4572" y="381000"/>
                </a:lnTo>
                <a:lnTo>
                  <a:pt x="4914" y="392125"/>
                </a:lnTo>
                <a:lnTo>
                  <a:pt x="16179" y="429463"/>
                </a:lnTo>
                <a:lnTo>
                  <a:pt x="49339" y="462724"/>
                </a:lnTo>
                <a:lnTo>
                  <a:pt x="91249" y="475678"/>
                </a:lnTo>
                <a:lnTo>
                  <a:pt x="117348" y="477012"/>
                </a:lnTo>
                <a:lnTo>
                  <a:pt x="129882" y="476707"/>
                </a:lnTo>
                <a:lnTo>
                  <a:pt x="174574" y="467182"/>
                </a:lnTo>
                <a:lnTo>
                  <a:pt x="199644" y="451104"/>
                </a:lnTo>
                <a:lnTo>
                  <a:pt x="205092" y="446532"/>
                </a:lnTo>
                <a:lnTo>
                  <a:pt x="225628" y="412724"/>
                </a:lnTo>
                <a:lnTo>
                  <a:pt x="229577" y="392125"/>
                </a:lnTo>
                <a:lnTo>
                  <a:pt x="230124" y="381000"/>
                </a:lnTo>
                <a:close/>
              </a:path>
              <a:path extrusionOk="0" h="749934" w="285114">
                <a:moveTo>
                  <a:pt x="230124" y="161544"/>
                </a:moveTo>
                <a:lnTo>
                  <a:pt x="228600" y="153924"/>
                </a:lnTo>
                <a:lnTo>
                  <a:pt x="228600" y="149352"/>
                </a:lnTo>
                <a:lnTo>
                  <a:pt x="224028" y="131064"/>
                </a:lnTo>
                <a:lnTo>
                  <a:pt x="220980" y="124968"/>
                </a:lnTo>
                <a:lnTo>
                  <a:pt x="217932" y="115824"/>
                </a:lnTo>
                <a:lnTo>
                  <a:pt x="214884" y="111252"/>
                </a:lnTo>
                <a:lnTo>
                  <a:pt x="213360" y="106680"/>
                </a:lnTo>
                <a:lnTo>
                  <a:pt x="210312" y="102108"/>
                </a:lnTo>
                <a:lnTo>
                  <a:pt x="176784" y="102108"/>
                </a:lnTo>
                <a:lnTo>
                  <a:pt x="176784" y="105156"/>
                </a:lnTo>
                <a:lnTo>
                  <a:pt x="181356" y="109728"/>
                </a:lnTo>
                <a:lnTo>
                  <a:pt x="184404" y="114300"/>
                </a:lnTo>
                <a:lnTo>
                  <a:pt x="187452" y="117348"/>
                </a:lnTo>
                <a:lnTo>
                  <a:pt x="190500" y="121920"/>
                </a:lnTo>
                <a:lnTo>
                  <a:pt x="193548" y="128016"/>
                </a:lnTo>
                <a:lnTo>
                  <a:pt x="198120" y="132588"/>
                </a:lnTo>
                <a:lnTo>
                  <a:pt x="199644" y="140208"/>
                </a:lnTo>
                <a:lnTo>
                  <a:pt x="202692" y="146304"/>
                </a:lnTo>
                <a:lnTo>
                  <a:pt x="205740" y="161544"/>
                </a:lnTo>
                <a:lnTo>
                  <a:pt x="205740" y="169164"/>
                </a:lnTo>
                <a:lnTo>
                  <a:pt x="205219" y="176009"/>
                </a:lnTo>
                <a:lnTo>
                  <a:pt x="188290" y="211797"/>
                </a:lnTo>
                <a:lnTo>
                  <a:pt x="155448" y="231648"/>
                </a:lnTo>
                <a:lnTo>
                  <a:pt x="117348" y="236220"/>
                </a:lnTo>
                <a:lnTo>
                  <a:pt x="107111" y="235940"/>
                </a:lnTo>
                <a:lnTo>
                  <a:pt x="63817" y="225933"/>
                </a:lnTo>
                <a:lnTo>
                  <a:pt x="33528" y="195072"/>
                </a:lnTo>
                <a:lnTo>
                  <a:pt x="28956" y="169164"/>
                </a:lnTo>
                <a:lnTo>
                  <a:pt x="28956" y="153924"/>
                </a:lnTo>
                <a:lnTo>
                  <a:pt x="32004" y="147828"/>
                </a:lnTo>
                <a:lnTo>
                  <a:pt x="33528" y="140208"/>
                </a:lnTo>
                <a:lnTo>
                  <a:pt x="36576" y="134112"/>
                </a:lnTo>
                <a:lnTo>
                  <a:pt x="39624" y="129540"/>
                </a:lnTo>
                <a:lnTo>
                  <a:pt x="42672" y="123444"/>
                </a:lnTo>
                <a:lnTo>
                  <a:pt x="48768" y="114300"/>
                </a:lnTo>
                <a:lnTo>
                  <a:pt x="51816" y="111252"/>
                </a:lnTo>
                <a:lnTo>
                  <a:pt x="54864" y="106680"/>
                </a:lnTo>
                <a:lnTo>
                  <a:pt x="57912" y="105156"/>
                </a:lnTo>
                <a:lnTo>
                  <a:pt x="57912" y="102108"/>
                </a:lnTo>
                <a:lnTo>
                  <a:pt x="22860" y="102108"/>
                </a:lnTo>
                <a:lnTo>
                  <a:pt x="19812" y="106680"/>
                </a:lnTo>
                <a:lnTo>
                  <a:pt x="16764" y="112776"/>
                </a:lnTo>
                <a:lnTo>
                  <a:pt x="13716" y="121920"/>
                </a:lnTo>
                <a:lnTo>
                  <a:pt x="10668" y="126492"/>
                </a:lnTo>
                <a:lnTo>
                  <a:pt x="9144" y="131064"/>
                </a:lnTo>
                <a:lnTo>
                  <a:pt x="6096" y="143256"/>
                </a:lnTo>
                <a:lnTo>
                  <a:pt x="6096" y="149352"/>
                </a:lnTo>
                <a:lnTo>
                  <a:pt x="4572" y="155448"/>
                </a:lnTo>
                <a:lnTo>
                  <a:pt x="4572" y="169164"/>
                </a:lnTo>
                <a:lnTo>
                  <a:pt x="4914" y="180289"/>
                </a:lnTo>
                <a:lnTo>
                  <a:pt x="16179" y="217652"/>
                </a:lnTo>
                <a:lnTo>
                  <a:pt x="41821" y="246468"/>
                </a:lnTo>
                <a:lnTo>
                  <a:pt x="80060" y="263486"/>
                </a:lnTo>
                <a:lnTo>
                  <a:pt x="117348" y="266700"/>
                </a:lnTo>
                <a:lnTo>
                  <a:pt x="130759" y="266395"/>
                </a:lnTo>
                <a:lnTo>
                  <a:pt x="176098" y="256628"/>
                </a:lnTo>
                <a:lnTo>
                  <a:pt x="207721" y="233006"/>
                </a:lnTo>
                <a:lnTo>
                  <a:pt x="228028" y="190309"/>
                </a:lnTo>
                <a:lnTo>
                  <a:pt x="230124" y="170688"/>
                </a:lnTo>
                <a:lnTo>
                  <a:pt x="230124" y="161544"/>
                </a:lnTo>
                <a:close/>
              </a:path>
              <a:path extrusionOk="0" h="749934" w="285114">
                <a:moveTo>
                  <a:pt x="230136" y="571500"/>
                </a:moveTo>
                <a:lnTo>
                  <a:pt x="229819" y="561771"/>
                </a:lnTo>
                <a:lnTo>
                  <a:pt x="228803" y="553021"/>
                </a:lnTo>
                <a:lnTo>
                  <a:pt x="226910" y="545147"/>
                </a:lnTo>
                <a:lnTo>
                  <a:pt x="224040" y="537972"/>
                </a:lnTo>
                <a:lnTo>
                  <a:pt x="221462" y="531380"/>
                </a:lnTo>
                <a:lnTo>
                  <a:pt x="188988" y="499872"/>
                </a:lnTo>
                <a:lnTo>
                  <a:pt x="163080" y="493776"/>
                </a:lnTo>
                <a:lnTo>
                  <a:pt x="153974" y="494588"/>
                </a:lnTo>
                <a:lnTo>
                  <a:pt x="117170" y="518350"/>
                </a:lnTo>
                <a:lnTo>
                  <a:pt x="103644" y="559308"/>
                </a:lnTo>
                <a:lnTo>
                  <a:pt x="100596" y="568452"/>
                </a:lnTo>
                <a:lnTo>
                  <a:pt x="79260" y="608076"/>
                </a:lnTo>
                <a:lnTo>
                  <a:pt x="71640" y="609600"/>
                </a:lnTo>
                <a:lnTo>
                  <a:pt x="62496" y="609600"/>
                </a:lnTo>
                <a:lnTo>
                  <a:pt x="31254" y="583692"/>
                </a:lnTo>
                <a:lnTo>
                  <a:pt x="28968" y="565404"/>
                </a:lnTo>
                <a:lnTo>
                  <a:pt x="29273" y="556526"/>
                </a:lnTo>
                <a:lnTo>
                  <a:pt x="43637" y="517207"/>
                </a:lnTo>
                <a:lnTo>
                  <a:pt x="53352" y="505968"/>
                </a:lnTo>
                <a:lnTo>
                  <a:pt x="53352" y="502920"/>
                </a:lnTo>
                <a:lnTo>
                  <a:pt x="18300" y="502920"/>
                </a:lnTo>
                <a:lnTo>
                  <a:pt x="15125" y="510044"/>
                </a:lnTo>
                <a:lnTo>
                  <a:pt x="5537" y="550354"/>
                </a:lnTo>
                <a:lnTo>
                  <a:pt x="4584" y="568452"/>
                </a:lnTo>
                <a:lnTo>
                  <a:pt x="5702" y="583628"/>
                </a:lnTo>
                <a:lnTo>
                  <a:pt x="21348" y="620268"/>
                </a:lnTo>
                <a:lnTo>
                  <a:pt x="67068" y="640080"/>
                </a:lnTo>
                <a:lnTo>
                  <a:pt x="82308" y="640080"/>
                </a:lnTo>
                <a:lnTo>
                  <a:pt x="88404" y="637032"/>
                </a:lnTo>
                <a:lnTo>
                  <a:pt x="96024" y="633984"/>
                </a:lnTo>
                <a:lnTo>
                  <a:pt x="100596" y="630936"/>
                </a:lnTo>
                <a:lnTo>
                  <a:pt x="105168" y="626364"/>
                </a:lnTo>
                <a:lnTo>
                  <a:pt x="111264" y="621792"/>
                </a:lnTo>
                <a:lnTo>
                  <a:pt x="126504" y="582168"/>
                </a:lnTo>
                <a:lnTo>
                  <a:pt x="129552" y="574548"/>
                </a:lnTo>
                <a:lnTo>
                  <a:pt x="129552" y="569976"/>
                </a:lnTo>
                <a:lnTo>
                  <a:pt x="132600" y="557784"/>
                </a:lnTo>
                <a:lnTo>
                  <a:pt x="135648" y="551688"/>
                </a:lnTo>
                <a:lnTo>
                  <a:pt x="137172" y="542544"/>
                </a:lnTo>
                <a:lnTo>
                  <a:pt x="141744" y="534924"/>
                </a:lnTo>
                <a:lnTo>
                  <a:pt x="147840" y="531876"/>
                </a:lnTo>
                <a:lnTo>
                  <a:pt x="152412" y="527304"/>
                </a:lnTo>
                <a:lnTo>
                  <a:pt x="160032" y="524256"/>
                </a:lnTo>
                <a:lnTo>
                  <a:pt x="169176" y="524256"/>
                </a:lnTo>
                <a:lnTo>
                  <a:pt x="202704" y="552450"/>
                </a:lnTo>
                <a:lnTo>
                  <a:pt x="205752" y="573024"/>
                </a:lnTo>
                <a:lnTo>
                  <a:pt x="205193" y="581291"/>
                </a:lnTo>
                <a:lnTo>
                  <a:pt x="188607" y="625221"/>
                </a:lnTo>
                <a:lnTo>
                  <a:pt x="176796" y="640080"/>
                </a:lnTo>
                <a:lnTo>
                  <a:pt x="176796" y="641604"/>
                </a:lnTo>
                <a:lnTo>
                  <a:pt x="213372" y="641604"/>
                </a:lnTo>
                <a:lnTo>
                  <a:pt x="216535" y="634492"/>
                </a:lnTo>
                <a:lnTo>
                  <a:pt x="219278" y="626935"/>
                </a:lnTo>
                <a:lnTo>
                  <a:pt x="224040" y="611124"/>
                </a:lnTo>
                <a:lnTo>
                  <a:pt x="226910" y="602576"/>
                </a:lnTo>
                <a:lnTo>
                  <a:pt x="228803" y="593026"/>
                </a:lnTo>
                <a:lnTo>
                  <a:pt x="229819" y="582625"/>
                </a:lnTo>
                <a:lnTo>
                  <a:pt x="230136" y="571500"/>
                </a:lnTo>
                <a:close/>
              </a:path>
              <a:path extrusionOk="0" h="749934" w="285114">
                <a:moveTo>
                  <a:pt x="284988" y="53340"/>
                </a:moveTo>
                <a:lnTo>
                  <a:pt x="254127" y="30670"/>
                </a:lnTo>
                <a:lnTo>
                  <a:pt x="203250" y="7721"/>
                </a:lnTo>
                <a:lnTo>
                  <a:pt x="163766" y="863"/>
                </a:lnTo>
                <a:lnTo>
                  <a:pt x="141732" y="0"/>
                </a:lnTo>
                <a:lnTo>
                  <a:pt x="120383" y="863"/>
                </a:lnTo>
                <a:lnTo>
                  <a:pt x="81089" y="7721"/>
                </a:lnTo>
                <a:lnTo>
                  <a:pt x="30861" y="30670"/>
                </a:lnTo>
                <a:lnTo>
                  <a:pt x="0" y="53340"/>
                </a:lnTo>
                <a:lnTo>
                  <a:pt x="0" y="86868"/>
                </a:lnTo>
                <a:lnTo>
                  <a:pt x="1524" y="86868"/>
                </a:lnTo>
                <a:lnTo>
                  <a:pt x="6413" y="81153"/>
                </a:lnTo>
                <a:lnTo>
                  <a:pt x="12001" y="75438"/>
                </a:lnTo>
                <a:lnTo>
                  <a:pt x="49060" y="48793"/>
                </a:lnTo>
                <a:lnTo>
                  <a:pt x="86639" y="33058"/>
                </a:lnTo>
                <a:lnTo>
                  <a:pt x="130327" y="26200"/>
                </a:lnTo>
                <a:lnTo>
                  <a:pt x="141732" y="25908"/>
                </a:lnTo>
                <a:lnTo>
                  <a:pt x="154025" y="26200"/>
                </a:lnTo>
                <a:lnTo>
                  <a:pt x="197510" y="33058"/>
                </a:lnTo>
                <a:lnTo>
                  <a:pt x="243078" y="53530"/>
                </a:lnTo>
                <a:lnTo>
                  <a:pt x="283464" y="86868"/>
                </a:lnTo>
                <a:lnTo>
                  <a:pt x="284988" y="86868"/>
                </a:lnTo>
                <a:lnTo>
                  <a:pt x="284988" y="53340"/>
                </a:lnTo>
                <a:close/>
              </a:path>
              <a:path extrusionOk="0" h="749934" w="285114">
                <a:moveTo>
                  <a:pt x="285000" y="662940"/>
                </a:moveTo>
                <a:lnTo>
                  <a:pt x="283476" y="662940"/>
                </a:lnTo>
                <a:lnTo>
                  <a:pt x="271856" y="674370"/>
                </a:lnTo>
                <a:lnTo>
                  <a:pt x="265684" y="680085"/>
                </a:lnTo>
                <a:lnTo>
                  <a:pt x="227088" y="705612"/>
                </a:lnTo>
                <a:lnTo>
                  <a:pt x="187464" y="719328"/>
                </a:lnTo>
                <a:lnTo>
                  <a:pt x="141744" y="723900"/>
                </a:lnTo>
                <a:lnTo>
                  <a:pt x="130327" y="723620"/>
                </a:lnTo>
                <a:lnTo>
                  <a:pt x="86639" y="715899"/>
                </a:lnTo>
                <a:lnTo>
                  <a:pt x="49060" y="700811"/>
                </a:lnTo>
                <a:lnTo>
                  <a:pt x="12585" y="674370"/>
                </a:lnTo>
                <a:lnTo>
                  <a:pt x="1536" y="662940"/>
                </a:lnTo>
                <a:lnTo>
                  <a:pt x="12" y="662940"/>
                </a:lnTo>
                <a:lnTo>
                  <a:pt x="12" y="696468"/>
                </a:lnTo>
                <a:lnTo>
                  <a:pt x="15151" y="708456"/>
                </a:lnTo>
                <a:lnTo>
                  <a:pt x="64020" y="736092"/>
                </a:lnTo>
                <a:lnTo>
                  <a:pt x="120599" y="748957"/>
                </a:lnTo>
                <a:lnTo>
                  <a:pt x="141744" y="749808"/>
                </a:lnTo>
                <a:lnTo>
                  <a:pt x="163766" y="748957"/>
                </a:lnTo>
                <a:lnTo>
                  <a:pt x="203250" y="742099"/>
                </a:lnTo>
                <a:lnTo>
                  <a:pt x="254139" y="719137"/>
                </a:lnTo>
                <a:lnTo>
                  <a:pt x="285000" y="696468"/>
                </a:lnTo>
                <a:lnTo>
                  <a:pt x="285000" y="6629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3" name="Google Shape;6593;p99"/>
          <p:cNvGrpSpPr/>
          <p:nvPr/>
        </p:nvGrpSpPr>
        <p:grpSpPr>
          <a:xfrm>
            <a:off x="4085831" y="7176515"/>
            <a:ext cx="231661" cy="534925"/>
            <a:chOff x="4085831" y="7176515"/>
            <a:chExt cx="231661" cy="534925"/>
          </a:xfrm>
        </p:grpSpPr>
        <p:sp>
          <p:nvSpPr>
            <p:cNvPr id="6594" name="Google Shape;6594;p99"/>
            <p:cNvSpPr/>
            <p:nvPr/>
          </p:nvSpPr>
          <p:spPr>
            <a:xfrm>
              <a:off x="4085831" y="7574280"/>
              <a:ext cx="227329" cy="137160"/>
            </a:xfrm>
            <a:custGeom>
              <a:rect b="b" l="l" r="r" t="t"/>
              <a:pathLst>
                <a:path extrusionOk="0" h="137159" w="227329">
                  <a:moveTo>
                    <a:pt x="227076" y="91440"/>
                  </a:moveTo>
                  <a:lnTo>
                    <a:pt x="88392" y="91440"/>
                  </a:lnTo>
                  <a:lnTo>
                    <a:pt x="88392" y="47244"/>
                  </a:lnTo>
                  <a:lnTo>
                    <a:pt x="65532" y="47244"/>
                  </a:lnTo>
                  <a:lnTo>
                    <a:pt x="65532" y="91440"/>
                  </a:lnTo>
                  <a:lnTo>
                    <a:pt x="59436" y="91440"/>
                  </a:lnTo>
                  <a:lnTo>
                    <a:pt x="24726" y="68630"/>
                  </a:lnTo>
                  <a:lnTo>
                    <a:pt x="24384" y="57912"/>
                  </a:lnTo>
                  <a:lnTo>
                    <a:pt x="24384" y="48768"/>
                  </a:lnTo>
                  <a:lnTo>
                    <a:pt x="25908" y="44196"/>
                  </a:lnTo>
                  <a:lnTo>
                    <a:pt x="25908" y="41148"/>
                  </a:lnTo>
                  <a:lnTo>
                    <a:pt x="27432" y="38100"/>
                  </a:lnTo>
                  <a:lnTo>
                    <a:pt x="27432" y="36576"/>
                  </a:lnTo>
                  <a:lnTo>
                    <a:pt x="1524" y="36576"/>
                  </a:lnTo>
                  <a:lnTo>
                    <a:pt x="1524" y="45720"/>
                  </a:lnTo>
                  <a:lnTo>
                    <a:pt x="0" y="50292"/>
                  </a:lnTo>
                  <a:lnTo>
                    <a:pt x="0" y="65532"/>
                  </a:lnTo>
                  <a:lnTo>
                    <a:pt x="889" y="77520"/>
                  </a:lnTo>
                  <a:lnTo>
                    <a:pt x="23228" y="111163"/>
                  </a:lnTo>
                  <a:lnTo>
                    <a:pt x="59436" y="118872"/>
                  </a:lnTo>
                  <a:lnTo>
                    <a:pt x="65532" y="118872"/>
                  </a:lnTo>
                  <a:lnTo>
                    <a:pt x="65532" y="137160"/>
                  </a:lnTo>
                  <a:lnTo>
                    <a:pt x="88392" y="137160"/>
                  </a:lnTo>
                  <a:lnTo>
                    <a:pt x="88392" y="118872"/>
                  </a:lnTo>
                  <a:lnTo>
                    <a:pt x="227076" y="118872"/>
                  </a:lnTo>
                  <a:lnTo>
                    <a:pt x="227076" y="91440"/>
                  </a:lnTo>
                  <a:close/>
                </a:path>
                <a:path extrusionOk="0" h="137159" w="227329">
                  <a:moveTo>
                    <a:pt x="227076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27076" y="28956"/>
                  </a:lnTo>
                  <a:lnTo>
                    <a:pt x="2270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595" name="Google Shape;6595;p99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4146804" y="7176515"/>
              <a:ext cx="170688" cy="36880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596" name="Google Shape;6596;p99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2513075" y="1449324"/>
            <a:ext cx="3886200" cy="345643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00" name="Shape 6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1" name="Google Shape;6601;p100"/>
          <p:cNvSpPr/>
          <p:nvPr/>
        </p:nvSpPr>
        <p:spPr>
          <a:xfrm>
            <a:off x="894575" y="7452360"/>
            <a:ext cx="43180" cy="167640"/>
          </a:xfrm>
          <a:custGeom>
            <a:rect b="b" l="l" r="r" t="t"/>
            <a:pathLst>
              <a:path extrusionOk="0" h="167640" w="43180">
                <a:moveTo>
                  <a:pt x="42672" y="0"/>
                </a:moveTo>
                <a:lnTo>
                  <a:pt x="0" y="0"/>
                </a:lnTo>
                <a:lnTo>
                  <a:pt x="0" y="7620"/>
                </a:lnTo>
                <a:lnTo>
                  <a:pt x="0" y="167640"/>
                </a:lnTo>
                <a:lnTo>
                  <a:pt x="42672" y="167640"/>
                </a:lnTo>
                <a:lnTo>
                  <a:pt x="42672" y="7620"/>
                </a:lnTo>
                <a:lnTo>
                  <a:pt x="42672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2" name="Google Shape;6602;p100"/>
          <p:cNvSpPr/>
          <p:nvPr/>
        </p:nvSpPr>
        <p:spPr>
          <a:xfrm>
            <a:off x="894575" y="7203948"/>
            <a:ext cx="367665" cy="463550"/>
          </a:xfrm>
          <a:custGeom>
            <a:rect b="b" l="l" r="r" t="t"/>
            <a:pathLst>
              <a:path extrusionOk="0" h="463550" w="367665">
                <a:moveTo>
                  <a:pt x="359664" y="416052"/>
                </a:moveTo>
                <a:lnTo>
                  <a:pt x="185928" y="416052"/>
                </a:lnTo>
                <a:lnTo>
                  <a:pt x="185928" y="256032"/>
                </a:lnTo>
                <a:lnTo>
                  <a:pt x="143256" y="256032"/>
                </a:lnTo>
                <a:lnTo>
                  <a:pt x="143256" y="416052"/>
                </a:lnTo>
                <a:lnTo>
                  <a:pt x="0" y="416052"/>
                </a:lnTo>
                <a:lnTo>
                  <a:pt x="0" y="463042"/>
                </a:lnTo>
                <a:lnTo>
                  <a:pt x="359664" y="463042"/>
                </a:lnTo>
                <a:lnTo>
                  <a:pt x="359664" y="416052"/>
                </a:lnTo>
                <a:close/>
              </a:path>
              <a:path extrusionOk="0" h="463550" w="367665">
                <a:moveTo>
                  <a:pt x="367296" y="128016"/>
                </a:moveTo>
                <a:lnTo>
                  <a:pt x="358152" y="85344"/>
                </a:lnTo>
                <a:lnTo>
                  <a:pt x="329196" y="45720"/>
                </a:lnTo>
                <a:lnTo>
                  <a:pt x="359676" y="45720"/>
                </a:lnTo>
                <a:lnTo>
                  <a:pt x="359676" y="0"/>
                </a:lnTo>
                <a:lnTo>
                  <a:pt x="89928" y="0"/>
                </a:lnTo>
                <a:lnTo>
                  <a:pt x="89928" y="45720"/>
                </a:lnTo>
                <a:lnTo>
                  <a:pt x="291096" y="45720"/>
                </a:lnTo>
                <a:lnTo>
                  <a:pt x="297903" y="53987"/>
                </a:lnTo>
                <a:lnTo>
                  <a:pt x="319481" y="89903"/>
                </a:lnTo>
                <a:lnTo>
                  <a:pt x="324624" y="115824"/>
                </a:lnTo>
                <a:lnTo>
                  <a:pt x="324332" y="124396"/>
                </a:lnTo>
                <a:lnTo>
                  <a:pt x="304812" y="158496"/>
                </a:lnTo>
                <a:lnTo>
                  <a:pt x="263093" y="165925"/>
                </a:lnTo>
                <a:lnTo>
                  <a:pt x="243852" y="166116"/>
                </a:lnTo>
                <a:lnTo>
                  <a:pt x="89928" y="166116"/>
                </a:lnTo>
                <a:lnTo>
                  <a:pt x="89928" y="211836"/>
                </a:lnTo>
                <a:lnTo>
                  <a:pt x="265188" y="211836"/>
                </a:lnTo>
                <a:lnTo>
                  <a:pt x="278333" y="211531"/>
                </a:lnTo>
                <a:lnTo>
                  <a:pt x="320624" y="202031"/>
                </a:lnTo>
                <a:lnTo>
                  <a:pt x="354342" y="174879"/>
                </a:lnTo>
                <a:lnTo>
                  <a:pt x="366979" y="136232"/>
                </a:lnTo>
                <a:lnTo>
                  <a:pt x="367296" y="12801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3" name="Google Shape;6603;p100"/>
          <p:cNvSpPr/>
          <p:nvPr/>
        </p:nvSpPr>
        <p:spPr>
          <a:xfrm>
            <a:off x="877824" y="7089648"/>
            <a:ext cx="376555" cy="47625"/>
          </a:xfrm>
          <a:custGeom>
            <a:rect b="b" l="l" r="r" t="t"/>
            <a:pathLst>
              <a:path extrusionOk="0" h="47625" w="376555">
                <a:moveTo>
                  <a:pt x="376427" y="47244"/>
                </a:moveTo>
                <a:lnTo>
                  <a:pt x="0" y="47244"/>
                </a:lnTo>
                <a:lnTo>
                  <a:pt x="0" y="0"/>
                </a:lnTo>
                <a:lnTo>
                  <a:pt x="376427" y="0"/>
                </a:lnTo>
                <a:lnTo>
                  <a:pt x="376427" y="472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4" name="Google Shape;6604;p100"/>
          <p:cNvSpPr/>
          <p:nvPr/>
        </p:nvSpPr>
        <p:spPr>
          <a:xfrm>
            <a:off x="877824" y="6976871"/>
            <a:ext cx="376555" cy="47625"/>
          </a:xfrm>
          <a:custGeom>
            <a:rect b="b" l="l" r="r" t="t"/>
            <a:pathLst>
              <a:path extrusionOk="0" h="47625" w="376555">
                <a:moveTo>
                  <a:pt x="376427" y="47244"/>
                </a:moveTo>
                <a:lnTo>
                  <a:pt x="0" y="47244"/>
                </a:lnTo>
                <a:lnTo>
                  <a:pt x="0" y="0"/>
                </a:lnTo>
                <a:lnTo>
                  <a:pt x="376427" y="0"/>
                </a:lnTo>
                <a:lnTo>
                  <a:pt x="376427" y="472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5" name="Google Shape;6605;p100"/>
          <p:cNvSpPr/>
          <p:nvPr/>
        </p:nvSpPr>
        <p:spPr>
          <a:xfrm>
            <a:off x="886968" y="6251448"/>
            <a:ext cx="375285" cy="523240"/>
          </a:xfrm>
          <a:custGeom>
            <a:rect b="b" l="l" r="r" t="t"/>
            <a:pathLst>
              <a:path extrusionOk="0" h="523240" w="375284">
                <a:moveTo>
                  <a:pt x="374904" y="361188"/>
                </a:moveTo>
                <a:lnTo>
                  <a:pt x="370446" y="319265"/>
                </a:lnTo>
                <a:lnTo>
                  <a:pt x="355092" y="271272"/>
                </a:lnTo>
                <a:lnTo>
                  <a:pt x="350520" y="263652"/>
                </a:lnTo>
                <a:lnTo>
                  <a:pt x="347472" y="257556"/>
                </a:lnTo>
                <a:lnTo>
                  <a:pt x="344424" y="248412"/>
                </a:lnTo>
                <a:lnTo>
                  <a:pt x="286512" y="248412"/>
                </a:lnTo>
                <a:lnTo>
                  <a:pt x="286512" y="252984"/>
                </a:lnTo>
                <a:lnTo>
                  <a:pt x="289560" y="256032"/>
                </a:lnTo>
                <a:lnTo>
                  <a:pt x="294132" y="262128"/>
                </a:lnTo>
                <a:lnTo>
                  <a:pt x="318897" y="298234"/>
                </a:lnTo>
                <a:lnTo>
                  <a:pt x="332613" y="340995"/>
                </a:lnTo>
                <a:lnTo>
                  <a:pt x="333756" y="361188"/>
                </a:lnTo>
                <a:lnTo>
                  <a:pt x="333184" y="372364"/>
                </a:lnTo>
                <a:lnTo>
                  <a:pt x="319468" y="413842"/>
                </a:lnTo>
                <a:lnTo>
                  <a:pt x="287464" y="446582"/>
                </a:lnTo>
                <a:lnTo>
                  <a:pt x="251460" y="463296"/>
                </a:lnTo>
                <a:lnTo>
                  <a:pt x="206019" y="471868"/>
                </a:lnTo>
                <a:lnTo>
                  <a:pt x="187452" y="472440"/>
                </a:lnTo>
                <a:lnTo>
                  <a:pt x="170611" y="472109"/>
                </a:lnTo>
                <a:lnTo>
                  <a:pt x="124968" y="464820"/>
                </a:lnTo>
                <a:lnTo>
                  <a:pt x="88963" y="447890"/>
                </a:lnTo>
                <a:lnTo>
                  <a:pt x="55448" y="415150"/>
                </a:lnTo>
                <a:lnTo>
                  <a:pt x="41719" y="372389"/>
                </a:lnTo>
                <a:lnTo>
                  <a:pt x="41148" y="361188"/>
                </a:lnTo>
                <a:lnTo>
                  <a:pt x="41427" y="350951"/>
                </a:lnTo>
                <a:lnTo>
                  <a:pt x="51244" y="307848"/>
                </a:lnTo>
                <a:lnTo>
                  <a:pt x="70332" y="274612"/>
                </a:lnTo>
                <a:lnTo>
                  <a:pt x="74676" y="269748"/>
                </a:lnTo>
                <a:lnTo>
                  <a:pt x="79248" y="262128"/>
                </a:lnTo>
                <a:lnTo>
                  <a:pt x="88392" y="252984"/>
                </a:lnTo>
                <a:lnTo>
                  <a:pt x="88392" y="248412"/>
                </a:lnTo>
                <a:lnTo>
                  <a:pt x="30480" y="248412"/>
                </a:lnTo>
                <a:lnTo>
                  <a:pt x="20828" y="267068"/>
                </a:lnTo>
                <a:lnTo>
                  <a:pt x="18288" y="272796"/>
                </a:lnTo>
                <a:lnTo>
                  <a:pt x="13716" y="285559"/>
                </a:lnTo>
                <a:lnTo>
                  <a:pt x="9144" y="297180"/>
                </a:lnTo>
                <a:lnTo>
                  <a:pt x="952" y="343090"/>
                </a:lnTo>
                <a:lnTo>
                  <a:pt x="0" y="361188"/>
                </a:lnTo>
                <a:lnTo>
                  <a:pt x="825" y="378929"/>
                </a:lnTo>
                <a:lnTo>
                  <a:pt x="12192" y="426720"/>
                </a:lnTo>
                <a:lnTo>
                  <a:pt x="38544" y="466801"/>
                </a:lnTo>
                <a:lnTo>
                  <a:pt x="76962" y="497586"/>
                </a:lnTo>
                <a:lnTo>
                  <a:pt x="125933" y="516953"/>
                </a:lnTo>
                <a:lnTo>
                  <a:pt x="165417" y="522147"/>
                </a:lnTo>
                <a:lnTo>
                  <a:pt x="187452" y="522732"/>
                </a:lnTo>
                <a:lnTo>
                  <a:pt x="209715" y="522147"/>
                </a:lnTo>
                <a:lnTo>
                  <a:pt x="250240" y="516953"/>
                </a:lnTo>
                <a:lnTo>
                  <a:pt x="301371" y="497014"/>
                </a:lnTo>
                <a:lnTo>
                  <a:pt x="338493" y="466801"/>
                </a:lnTo>
                <a:lnTo>
                  <a:pt x="362712" y="426720"/>
                </a:lnTo>
                <a:lnTo>
                  <a:pt x="374065" y="378929"/>
                </a:lnTo>
                <a:lnTo>
                  <a:pt x="374904" y="361188"/>
                </a:lnTo>
                <a:close/>
              </a:path>
              <a:path extrusionOk="0" h="523240" w="375284">
                <a:moveTo>
                  <a:pt x="374904" y="128016"/>
                </a:moveTo>
                <a:lnTo>
                  <a:pt x="365760" y="85344"/>
                </a:lnTo>
                <a:lnTo>
                  <a:pt x="336804" y="45720"/>
                </a:lnTo>
                <a:lnTo>
                  <a:pt x="367284" y="45720"/>
                </a:lnTo>
                <a:lnTo>
                  <a:pt x="367284" y="0"/>
                </a:lnTo>
                <a:lnTo>
                  <a:pt x="97536" y="0"/>
                </a:lnTo>
                <a:lnTo>
                  <a:pt x="97536" y="45720"/>
                </a:lnTo>
                <a:lnTo>
                  <a:pt x="298704" y="45720"/>
                </a:lnTo>
                <a:lnTo>
                  <a:pt x="305511" y="53771"/>
                </a:lnTo>
                <a:lnTo>
                  <a:pt x="327088" y="89687"/>
                </a:lnTo>
                <a:lnTo>
                  <a:pt x="332232" y="115824"/>
                </a:lnTo>
                <a:lnTo>
                  <a:pt x="331939" y="123545"/>
                </a:lnTo>
                <a:lnTo>
                  <a:pt x="306654" y="159880"/>
                </a:lnTo>
                <a:lnTo>
                  <a:pt x="251460" y="166116"/>
                </a:lnTo>
                <a:lnTo>
                  <a:pt x="97536" y="166116"/>
                </a:lnTo>
                <a:lnTo>
                  <a:pt x="97536" y="211836"/>
                </a:lnTo>
                <a:lnTo>
                  <a:pt x="272796" y="211836"/>
                </a:lnTo>
                <a:lnTo>
                  <a:pt x="285940" y="211531"/>
                </a:lnTo>
                <a:lnTo>
                  <a:pt x="328231" y="202031"/>
                </a:lnTo>
                <a:lnTo>
                  <a:pt x="361950" y="174879"/>
                </a:lnTo>
                <a:lnTo>
                  <a:pt x="374586" y="136017"/>
                </a:lnTo>
                <a:lnTo>
                  <a:pt x="374904" y="12801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6" name="Google Shape;6606;p100"/>
          <p:cNvSpPr/>
          <p:nvPr/>
        </p:nvSpPr>
        <p:spPr>
          <a:xfrm>
            <a:off x="906780" y="5577840"/>
            <a:ext cx="355600" cy="624840"/>
          </a:xfrm>
          <a:custGeom>
            <a:rect b="b" l="l" r="r" t="t"/>
            <a:pathLst>
              <a:path extrusionOk="0" h="624839" w="355600">
                <a:moveTo>
                  <a:pt x="353555" y="533400"/>
                </a:moveTo>
                <a:lnTo>
                  <a:pt x="347459" y="487680"/>
                </a:lnTo>
                <a:lnTo>
                  <a:pt x="329171" y="454152"/>
                </a:lnTo>
                <a:lnTo>
                  <a:pt x="293738" y="431469"/>
                </a:lnTo>
                <a:lnTo>
                  <a:pt x="269735" y="428244"/>
                </a:lnTo>
                <a:lnTo>
                  <a:pt x="254838" y="429133"/>
                </a:lnTo>
                <a:lnTo>
                  <a:pt x="213309" y="451472"/>
                </a:lnTo>
                <a:lnTo>
                  <a:pt x="196583" y="487680"/>
                </a:lnTo>
                <a:lnTo>
                  <a:pt x="195211" y="494538"/>
                </a:lnTo>
                <a:lnTo>
                  <a:pt x="191871" y="508254"/>
                </a:lnTo>
                <a:lnTo>
                  <a:pt x="182486" y="546150"/>
                </a:lnTo>
                <a:lnTo>
                  <a:pt x="153987" y="575500"/>
                </a:lnTo>
                <a:lnTo>
                  <a:pt x="146291" y="576072"/>
                </a:lnTo>
                <a:lnTo>
                  <a:pt x="137490" y="574979"/>
                </a:lnTo>
                <a:lnTo>
                  <a:pt x="110477" y="543496"/>
                </a:lnTo>
                <a:lnTo>
                  <a:pt x="108191" y="522732"/>
                </a:lnTo>
                <a:lnTo>
                  <a:pt x="108750" y="511568"/>
                </a:lnTo>
                <a:lnTo>
                  <a:pt x="120675" y="469163"/>
                </a:lnTo>
                <a:lnTo>
                  <a:pt x="138671" y="440436"/>
                </a:lnTo>
                <a:lnTo>
                  <a:pt x="138671" y="438912"/>
                </a:lnTo>
                <a:lnTo>
                  <a:pt x="89903" y="438912"/>
                </a:lnTo>
                <a:lnTo>
                  <a:pt x="85623" y="446582"/>
                </a:lnTo>
                <a:lnTo>
                  <a:pt x="81902" y="455676"/>
                </a:lnTo>
                <a:lnTo>
                  <a:pt x="78765" y="465924"/>
                </a:lnTo>
                <a:lnTo>
                  <a:pt x="76187" y="477012"/>
                </a:lnTo>
                <a:lnTo>
                  <a:pt x="73317" y="488429"/>
                </a:lnTo>
                <a:lnTo>
                  <a:pt x="71424" y="499681"/>
                </a:lnTo>
                <a:lnTo>
                  <a:pt x="70408" y="510667"/>
                </a:lnTo>
                <a:lnTo>
                  <a:pt x="70091" y="521208"/>
                </a:lnTo>
                <a:lnTo>
                  <a:pt x="71526" y="542950"/>
                </a:lnTo>
                <a:lnTo>
                  <a:pt x="82956" y="580148"/>
                </a:lnTo>
                <a:lnTo>
                  <a:pt x="119240" y="616458"/>
                </a:lnTo>
                <a:lnTo>
                  <a:pt x="152387" y="623316"/>
                </a:lnTo>
                <a:lnTo>
                  <a:pt x="165531" y="622439"/>
                </a:lnTo>
                <a:lnTo>
                  <a:pt x="206679" y="600100"/>
                </a:lnTo>
                <a:lnTo>
                  <a:pt x="225539" y="563880"/>
                </a:lnTo>
                <a:lnTo>
                  <a:pt x="226923" y="557263"/>
                </a:lnTo>
                <a:lnTo>
                  <a:pt x="230263" y="544601"/>
                </a:lnTo>
                <a:lnTo>
                  <a:pt x="231635" y="537972"/>
                </a:lnTo>
                <a:lnTo>
                  <a:pt x="233159" y="527304"/>
                </a:lnTo>
                <a:lnTo>
                  <a:pt x="234683" y="519684"/>
                </a:lnTo>
                <a:lnTo>
                  <a:pt x="249923" y="483108"/>
                </a:lnTo>
                <a:lnTo>
                  <a:pt x="275831" y="475488"/>
                </a:lnTo>
                <a:lnTo>
                  <a:pt x="289547" y="475488"/>
                </a:lnTo>
                <a:lnTo>
                  <a:pt x="303263" y="484632"/>
                </a:lnTo>
                <a:lnTo>
                  <a:pt x="306311" y="490728"/>
                </a:lnTo>
                <a:lnTo>
                  <a:pt x="309359" y="495300"/>
                </a:lnTo>
                <a:lnTo>
                  <a:pt x="310883" y="501396"/>
                </a:lnTo>
                <a:lnTo>
                  <a:pt x="312407" y="509016"/>
                </a:lnTo>
                <a:lnTo>
                  <a:pt x="313931" y="518160"/>
                </a:lnTo>
                <a:lnTo>
                  <a:pt x="315455" y="525780"/>
                </a:lnTo>
                <a:lnTo>
                  <a:pt x="315455" y="531876"/>
                </a:lnTo>
                <a:lnTo>
                  <a:pt x="315175" y="539623"/>
                </a:lnTo>
                <a:lnTo>
                  <a:pt x="301739" y="586740"/>
                </a:lnTo>
                <a:lnTo>
                  <a:pt x="297167" y="595884"/>
                </a:lnTo>
                <a:lnTo>
                  <a:pt x="294119" y="603504"/>
                </a:lnTo>
                <a:lnTo>
                  <a:pt x="291071" y="608076"/>
                </a:lnTo>
                <a:lnTo>
                  <a:pt x="286499" y="612648"/>
                </a:lnTo>
                <a:lnTo>
                  <a:pt x="280403" y="621792"/>
                </a:lnTo>
                <a:lnTo>
                  <a:pt x="280403" y="624840"/>
                </a:lnTo>
                <a:lnTo>
                  <a:pt x="330695" y="624840"/>
                </a:lnTo>
                <a:lnTo>
                  <a:pt x="345935" y="585216"/>
                </a:lnTo>
                <a:lnTo>
                  <a:pt x="353009" y="546862"/>
                </a:lnTo>
                <a:lnTo>
                  <a:pt x="353555" y="533400"/>
                </a:lnTo>
                <a:close/>
              </a:path>
              <a:path extrusionOk="0" h="624839" w="355600">
                <a:moveTo>
                  <a:pt x="353568" y="295656"/>
                </a:moveTo>
                <a:lnTo>
                  <a:pt x="352044" y="288036"/>
                </a:lnTo>
                <a:lnTo>
                  <a:pt x="352044" y="278892"/>
                </a:lnTo>
                <a:lnTo>
                  <a:pt x="350659" y="272059"/>
                </a:lnTo>
                <a:lnTo>
                  <a:pt x="345948" y="252984"/>
                </a:lnTo>
                <a:lnTo>
                  <a:pt x="304800" y="252984"/>
                </a:lnTo>
                <a:lnTo>
                  <a:pt x="304800" y="256032"/>
                </a:lnTo>
                <a:lnTo>
                  <a:pt x="306324" y="259080"/>
                </a:lnTo>
                <a:lnTo>
                  <a:pt x="307848" y="263652"/>
                </a:lnTo>
                <a:lnTo>
                  <a:pt x="310896" y="269748"/>
                </a:lnTo>
                <a:lnTo>
                  <a:pt x="313944" y="284988"/>
                </a:lnTo>
                <a:lnTo>
                  <a:pt x="313944" y="301752"/>
                </a:lnTo>
                <a:lnTo>
                  <a:pt x="291084" y="333756"/>
                </a:lnTo>
                <a:lnTo>
                  <a:pt x="283464" y="335280"/>
                </a:lnTo>
                <a:lnTo>
                  <a:pt x="275844" y="335280"/>
                </a:lnTo>
                <a:lnTo>
                  <a:pt x="269557" y="336169"/>
                </a:lnTo>
                <a:lnTo>
                  <a:pt x="262128" y="336613"/>
                </a:lnTo>
                <a:lnTo>
                  <a:pt x="243840" y="336804"/>
                </a:lnTo>
                <a:lnTo>
                  <a:pt x="115824" y="336804"/>
                </a:lnTo>
                <a:lnTo>
                  <a:pt x="115824" y="252984"/>
                </a:lnTo>
                <a:lnTo>
                  <a:pt x="77724" y="252984"/>
                </a:lnTo>
                <a:lnTo>
                  <a:pt x="77724" y="336804"/>
                </a:lnTo>
                <a:lnTo>
                  <a:pt x="0" y="336804"/>
                </a:lnTo>
                <a:lnTo>
                  <a:pt x="0" y="382524"/>
                </a:lnTo>
                <a:lnTo>
                  <a:pt x="77724" y="382524"/>
                </a:lnTo>
                <a:lnTo>
                  <a:pt x="77724" y="413004"/>
                </a:lnTo>
                <a:lnTo>
                  <a:pt x="115824" y="413004"/>
                </a:lnTo>
                <a:lnTo>
                  <a:pt x="115824" y="382524"/>
                </a:lnTo>
                <a:lnTo>
                  <a:pt x="265176" y="382524"/>
                </a:lnTo>
                <a:lnTo>
                  <a:pt x="286575" y="381127"/>
                </a:lnTo>
                <a:lnTo>
                  <a:pt x="332232" y="361188"/>
                </a:lnTo>
                <a:lnTo>
                  <a:pt x="352158" y="320687"/>
                </a:lnTo>
                <a:lnTo>
                  <a:pt x="353568" y="303276"/>
                </a:lnTo>
                <a:lnTo>
                  <a:pt x="353568" y="295656"/>
                </a:lnTo>
                <a:close/>
              </a:path>
              <a:path extrusionOk="0" h="624839" w="355600">
                <a:moveTo>
                  <a:pt x="355092" y="120396"/>
                </a:moveTo>
                <a:lnTo>
                  <a:pt x="352806" y="94373"/>
                </a:lnTo>
                <a:lnTo>
                  <a:pt x="345948" y="71056"/>
                </a:lnTo>
                <a:lnTo>
                  <a:pt x="334518" y="50317"/>
                </a:lnTo>
                <a:lnTo>
                  <a:pt x="331825" y="47244"/>
                </a:lnTo>
                <a:lnTo>
                  <a:pt x="318516" y="32004"/>
                </a:lnTo>
                <a:lnTo>
                  <a:pt x="315468" y="29997"/>
                </a:lnTo>
                <a:lnTo>
                  <a:pt x="315468" y="120396"/>
                </a:lnTo>
                <a:lnTo>
                  <a:pt x="313766" y="136664"/>
                </a:lnTo>
                <a:lnTo>
                  <a:pt x="289560" y="173736"/>
                </a:lnTo>
                <a:lnTo>
                  <a:pt x="236829" y="192392"/>
                </a:lnTo>
                <a:lnTo>
                  <a:pt x="213360" y="193548"/>
                </a:lnTo>
                <a:lnTo>
                  <a:pt x="188785" y="192392"/>
                </a:lnTo>
                <a:lnTo>
                  <a:pt x="149923" y="182626"/>
                </a:lnTo>
                <a:lnTo>
                  <a:pt x="116395" y="151066"/>
                </a:lnTo>
                <a:lnTo>
                  <a:pt x="109728" y="120396"/>
                </a:lnTo>
                <a:lnTo>
                  <a:pt x="111417" y="103466"/>
                </a:lnTo>
                <a:lnTo>
                  <a:pt x="135636" y="65532"/>
                </a:lnTo>
                <a:lnTo>
                  <a:pt x="188785" y="48387"/>
                </a:lnTo>
                <a:lnTo>
                  <a:pt x="213360" y="47244"/>
                </a:lnTo>
                <a:lnTo>
                  <a:pt x="237045" y="48387"/>
                </a:lnTo>
                <a:lnTo>
                  <a:pt x="275285" y="57531"/>
                </a:lnTo>
                <a:lnTo>
                  <a:pt x="308800" y="89535"/>
                </a:lnTo>
                <a:lnTo>
                  <a:pt x="315468" y="120396"/>
                </a:lnTo>
                <a:lnTo>
                  <a:pt x="315468" y="29997"/>
                </a:lnTo>
                <a:lnTo>
                  <a:pt x="297370" y="18008"/>
                </a:lnTo>
                <a:lnTo>
                  <a:pt x="272796" y="8001"/>
                </a:lnTo>
                <a:lnTo>
                  <a:pt x="244792" y="2006"/>
                </a:lnTo>
                <a:lnTo>
                  <a:pt x="213360" y="0"/>
                </a:lnTo>
                <a:lnTo>
                  <a:pt x="181038" y="2006"/>
                </a:lnTo>
                <a:lnTo>
                  <a:pt x="127838" y="18008"/>
                </a:lnTo>
                <a:lnTo>
                  <a:pt x="90678" y="50317"/>
                </a:lnTo>
                <a:lnTo>
                  <a:pt x="72390" y="94373"/>
                </a:lnTo>
                <a:lnTo>
                  <a:pt x="70104" y="120396"/>
                </a:lnTo>
                <a:lnTo>
                  <a:pt x="72402" y="146405"/>
                </a:lnTo>
                <a:lnTo>
                  <a:pt x="72478" y="146646"/>
                </a:lnTo>
                <a:lnTo>
                  <a:pt x="79438" y="169545"/>
                </a:lnTo>
                <a:lnTo>
                  <a:pt x="108204" y="207264"/>
                </a:lnTo>
                <a:lnTo>
                  <a:pt x="152781" y="232600"/>
                </a:lnTo>
                <a:lnTo>
                  <a:pt x="213360" y="240792"/>
                </a:lnTo>
                <a:lnTo>
                  <a:pt x="244271" y="238772"/>
                </a:lnTo>
                <a:lnTo>
                  <a:pt x="244017" y="238772"/>
                </a:lnTo>
                <a:lnTo>
                  <a:pt x="271462" y="232791"/>
                </a:lnTo>
                <a:lnTo>
                  <a:pt x="295859" y="222796"/>
                </a:lnTo>
                <a:lnTo>
                  <a:pt x="316992" y="208788"/>
                </a:lnTo>
                <a:lnTo>
                  <a:pt x="331546" y="193548"/>
                </a:lnTo>
                <a:lnTo>
                  <a:pt x="333870" y="191122"/>
                </a:lnTo>
                <a:lnTo>
                  <a:pt x="345757" y="170307"/>
                </a:lnTo>
                <a:lnTo>
                  <a:pt x="352780" y="146646"/>
                </a:lnTo>
                <a:lnTo>
                  <a:pt x="352793" y="146405"/>
                </a:lnTo>
                <a:lnTo>
                  <a:pt x="355092" y="12039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7" name="Google Shape;6607;p100"/>
          <p:cNvSpPr/>
          <p:nvPr/>
        </p:nvSpPr>
        <p:spPr>
          <a:xfrm>
            <a:off x="976883" y="5177028"/>
            <a:ext cx="277495" cy="350520"/>
          </a:xfrm>
          <a:custGeom>
            <a:rect b="b" l="l" r="r" t="t"/>
            <a:pathLst>
              <a:path extrusionOk="0" h="350520" w="277494">
                <a:moveTo>
                  <a:pt x="277368" y="350519"/>
                </a:moveTo>
                <a:lnTo>
                  <a:pt x="7620" y="350519"/>
                </a:lnTo>
                <a:lnTo>
                  <a:pt x="7620" y="304800"/>
                </a:lnTo>
                <a:lnTo>
                  <a:pt x="36576" y="304800"/>
                </a:lnTo>
                <a:lnTo>
                  <a:pt x="28860" y="295679"/>
                </a:lnTo>
                <a:lnTo>
                  <a:pt x="5143" y="260580"/>
                </a:lnTo>
                <a:lnTo>
                  <a:pt x="0" y="231648"/>
                </a:lnTo>
                <a:lnTo>
                  <a:pt x="595" y="219622"/>
                </a:lnTo>
                <a:lnTo>
                  <a:pt x="17216" y="180379"/>
                </a:lnTo>
                <a:lnTo>
                  <a:pt x="45720" y="160019"/>
                </a:lnTo>
                <a:lnTo>
                  <a:pt x="35123" y="150614"/>
                </a:lnTo>
                <a:lnTo>
                  <a:pt x="7072" y="110966"/>
                </a:lnTo>
                <a:lnTo>
                  <a:pt x="0" y="79248"/>
                </a:lnTo>
                <a:lnTo>
                  <a:pt x="309" y="70389"/>
                </a:lnTo>
                <a:lnTo>
                  <a:pt x="12763" y="33909"/>
                </a:lnTo>
                <a:lnTo>
                  <a:pt x="44505" y="8929"/>
                </a:lnTo>
                <a:lnTo>
                  <a:pt x="85915" y="309"/>
                </a:lnTo>
                <a:lnTo>
                  <a:pt x="99060" y="0"/>
                </a:lnTo>
                <a:lnTo>
                  <a:pt x="277368" y="0"/>
                </a:lnTo>
                <a:lnTo>
                  <a:pt x="277368" y="45719"/>
                </a:lnTo>
                <a:lnTo>
                  <a:pt x="120396" y="45719"/>
                </a:lnTo>
                <a:lnTo>
                  <a:pt x="103060" y="45910"/>
                </a:lnTo>
                <a:lnTo>
                  <a:pt x="94892" y="46362"/>
                </a:lnTo>
                <a:lnTo>
                  <a:pt x="86868" y="47244"/>
                </a:lnTo>
                <a:lnTo>
                  <a:pt x="79176" y="47767"/>
                </a:lnTo>
                <a:lnTo>
                  <a:pt x="47244" y="67056"/>
                </a:lnTo>
                <a:lnTo>
                  <a:pt x="44196" y="71628"/>
                </a:lnTo>
                <a:lnTo>
                  <a:pt x="42672" y="80772"/>
                </a:lnTo>
                <a:lnTo>
                  <a:pt x="42672" y="89916"/>
                </a:lnTo>
                <a:lnTo>
                  <a:pt x="56054" y="128397"/>
                </a:lnTo>
                <a:lnTo>
                  <a:pt x="76200" y="152400"/>
                </a:lnTo>
                <a:lnTo>
                  <a:pt x="277368" y="152400"/>
                </a:lnTo>
                <a:lnTo>
                  <a:pt x="277368" y="198119"/>
                </a:lnTo>
                <a:lnTo>
                  <a:pt x="120396" y="198119"/>
                </a:lnTo>
                <a:lnTo>
                  <a:pt x="103060" y="198310"/>
                </a:lnTo>
                <a:lnTo>
                  <a:pt x="94892" y="198762"/>
                </a:lnTo>
                <a:lnTo>
                  <a:pt x="86868" y="199643"/>
                </a:lnTo>
                <a:lnTo>
                  <a:pt x="79176" y="200167"/>
                </a:lnTo>
                <a:lnTo>
                  <a:pt x="47244" y="219456"/>
                </a:lnTo>
                <a:lnTo>
                  <a:pt x="44196" y="224028"/>
                </a:lnTo>
                <a:lnTo>
                  <a:pt x="42672" y="233172"/>
                </a:lnTo>
                <a:lnTo>
                  <a:pt x="42672" y="242316"/>
                </a:lnTo>
                <a:lnTo>
                  <a:pt x="56697" y="280796"/>
                </a:lnTo>
                <a:lnTo>
                  <a:pt x="76200" y="304800"/>
                </a:lnTo>
                <a:lnTo>
                  <a:pt x="277368" y="304800"/>
                </a:lnTo>
                <a:lnTo>
                  <a:pt x="277368" y="35051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8" name="Google Shape;6608;p100"/>
          <p:cNvSpPr/>
          <p:nvPr/>
        </p:nvSpPr>
        <p:spPr>
          <a:xfrm>
            <a:off x="894588" y="4096512"/>
            <a:ext cx="365760" cy="859790"/>
          </a:xfrm>
          <a:custGeom>
            <a:rect b="b" l="l" r="r" t="t"/>
            <a:pathLst>
              <a:path extrusionOk="0" h="859789" w="365759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859789" w="365759">
                <a:moveTo>
                  <a:pt x="359664" y="812292"/>
                </a:moveTo>
                <a:lnTo>
                  <a:pt x="359346" y="756412"/>
                </a:lnTo>
                <a:lnTo>
                  <a:pt x="353568" y="705612"/>
                </a:lnTo>
                <a:lnTo>
                  <a:pt x="350291" y="690664"/>
                </a:lnTo>
                <a:lnTo>
                  <a:pt x="345567" y="676846"/>
                </a:lnTo>
                <a:lnTo>
                  <a:pt x="345465" y="676656"/>
                </a:lnTo>
                <a:lnTo>
                  <a:pt x="338988" y="662965"/>
                </a:lnTo>
                <a:lnTo>
                  <a:pt x="330708" y="649224"/>
                </a:lnTo>
                <a:lnTo>
                  <a:pt x="318516" y="633984"/>
                </a:lnTo>
                <a:lnTo>
                  <a:pt x="318516" y="775716"/>
                </a:lnTo>
                <a:lnTo>
                  <a:pt x="318516" y="812292"/>
                </a:lnTo>
                <a:lnTo>
                  <a:pt x="41148" y="812292"/>
                </a:lnTo>
                <a:lnTo>
                  <a:pt x="41148" y="775716"/>
                </a:lnTo>
                <a:lnTo>
                  <a:pt x="43713" y="733501"/>
                </a:lnTo>
                <a:lnTo>
                  <a:pt x="43865" y="732663"/>
                </a:lnTo>
                <a:lnTo>
                  <a:pt x="45720" y="722376"/>
                </a:lnTo>
                <a:lnTo>
                  <a:pt x="62484" y="681228"/>
                </a:lnTo>
                <a:lnTo>
                  <a:pt x="94195" y="647801"/>
                </a:lnTo>
                <a:lnTo>
                  <a:pt x="141160" y="629793"/>
                </a:lnTo>
                <a:lnTo>
                  <a:pt x="179832" y="626364"/>
                </a:lnTo>
                <a:lnTo>
                  <a:pt x="199567" y="627227"/>
                </a:lnTo>
                <a:lnTo>
                  <a:pt x="249936" y="640080"/>
                </a:lnTo>
                <a:lnTo>
                  <a:pt x="285292" y="664946"/>
                </a:lnTo>
                <a:lnTo>
                  <a:pt x="294246" y="676846"/>
                </a:lnTo>
                <a:lnTo>
                  <a:pt x="300431" y="686993"/>
                </a:lnTo>
                <a:lnTo>
                  <a:pt x="315912" y="732663"/>
                </a:lnTo>
                <a:lnTo>
                  <a:pt x="318516" y="775716"/>
                </a:lnTo>
                <a:lnTo>
                  <a:pt x="318516" y="633984"/>
                </a:lnTo>
                <a:lnTo>
                  <a:pt x="318389" y="633818"/>
                </a:lnTo>
                <a:lnTo>
                  <a:pt x="310908" y="626364"/>
                </a:lnTo>
                <a:lnTo>
                  <a:pt x="304228" y="619696"/>
                </a:lnTo>
                <a:lnTo>
                  <a:pt x="269748" y="595884"/>
                </a:lnTo>
                <a:lnTo>
                  <a:pt x="227076" y="581406"/>
                </a:lnTo>
                <a:lnTo>
                  <a:pt x="179832" y="576072"/>
                </a:lnTo>
                <a:lnTo>
                  <a:pt x="154419" y="577240"/>
                </a:lnTo>
                <a:lnTo>
                  <a:pt x="109321" y="587006"/>
                </a:lnTo>
                <a:lnTo>
                  <a:pt x="71602" y="606158"/>
                </a:lnTo>
                <a:lnTo>
                  <a:pt x="41262" y="632968"/>
                </a:lnTo>
                <a:lnTo>
                  <a:pt x="16573" y="671893"/>
                </a:lnTo>
                <a:lnTo>
                  <a:pt x="4495" y="714044"/>
                </a:lnTo>
                <a:lnTo>
                  <a:pt x="546" y="754151"/>
                </a:lnTo>
                <a:lnTo>
                  <a:pt x="495" y="756412"/>
                </a:lnTo>
                <a:lnTo>
                  <a:pt x="406" y="760285"/>
                </a:lnTo>
                <a:lnTo>
                  <a:pt x="63" y="775716"/>
                </a:lnTo>
                <a:lnTo>
                  <a:pt x="0" y="859536"/>
                </a:lnTo>
                <a:lnTo>
                  <a:pt x="359664" y="859536"/>
                </a:lnTo>
                <a:lnTo>
                  <a:pt x="359664" y="812292"/>
                </a:lnTo>
                <a:close/>
              </a:path>
              <a:path extrusionOk="0" h="859789" w="365759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  <a:path extrusionOk="0" h="859789" w="365759">
                <a:moveTo>
                  <a:pt x="365747" y="198120"/>
                </a:moveTo>
                <a:lnTo>
                  <a:pt x="359651" y="152400"/>
                </a:lnTo>
                <a:lnTo>
                  <a:pt x="341363" y="118872"/>
                </a:lnTo>
                <a:lnTo>
                  <a:pt x="305930" y="96189"/>
                </a:lnTo>
                <a:lnTo>
                  <a:pt x="281927" y="92964"/>
                </a:lnTo>
                <a:lnTo>
                  <a:pt x="267030" y="93853"/>
                </a:lnTo>
                <a:lnTo>
                  <a:pt x="225501" y="116192"/>
                </a:lnTo>
                <a:lnTo>
                  <a:pt x="208775" y="152400"/>
                </a:lnTo>
                <a:lnTo>
                  <a:pt x="207403" y="159258"/>
                </a:lnTo>
                <a:lnTo>
                  <a:pt x="204063" y="172974"/>
                </a:lnTo>
                <a:lnTo>
                  <a:pt x="194678" y="210870"/>
                </a:lnTo>
                <a:lnTo>
                  <a:pt x="166179" y="240220"/>
                </a:lnTo>
                <a:lnTo>
                  <a:pt x="158483" y="240792"/>
                </a:lnTo>
                <a:lnTo>
                  <a:pt x="149682" y="239674"/>
                </a:lnTo>
                <a:lnTo>
                  <a:pt x="122669" y="207454"/>
                </a:lnTo>
                <a:lnTo>
                  <a:pt x="120383" y="187452"/>
                </a:lnTo>
                <a:lnTo>
                  <a:pt x="120942" y="176263"/>
                </a:lnTo>
                <a:lnTo>
                  <a:pt x="132867" y="133235"/>
                </a:lnTo>
                <a:lnTo>
                  <a:pt x="150863" y="105156"/>
                </a:lnTo>
                <a:lnTo>
                  <a:pt x="150863" y="103632"/>
                </a:lnTo>
                <a:lnTo>
                  <a:pt x="102095" y="103632"/>
                </a:lnTo>
                <a:lnTo>
                  <a:pt x="97815" y="111302"/>
                </a:lnTo>
                <a:lnTo>
                  <a:pt x="94094" y="120396"/>
                </a:lnTo>
                <a:lnTo>
                  <a:pt x="90957" y="130644"/>
                </a:lnTo>
                <a:lnTo>
                  <a:pt x="88379" y="141732"/>
                </a:lnTo>
                <a:lnTo>
                  <a:pt x="85509" y="152933"/>
                </a:lnTo>
                <a:lnTo>
                  <a:pt x="83616" y="163830"/>
                </a:lnTo>
                <a:lnTo>
                  <a:pt x="82600" y="174739"/>
                </a:lnTo>
                <a:lnTo>
                  <a:pt x="82283" y="185928"/>
                </a:lnTo>
                <a:lnTo>
                  <a:pt x="83718" y="207645"/>
                </a:lnTo>
                <a:lnTo>
                  <a:pt x="95148" y="244221"/>
                </a:lnTo>
                <a:lnTo>
                  <a:pt x="131432" y="280987"/>
                </a:lnTo>
                <a:lnTo>
                  <a:pt x="164579" y="288036"/>
                </a:lnTo>
                <a:lnTo>
                  <a:pt x="177723" y="286943"/>
                </a:lnTo>
                <a:lnTo>
                  <a:pt x="218871" y="264820"/>
                </a:lnTo>
                <a:lnTo>
                  <a:pt x="237731" y="228600"/>
                </a:lnTo>
                <a:lnTo>
                  <a:pt x="239115" y="221983"/>
                </a:lnTo>
                <a:lnTo>
                  <a:pt x="242455" y="209321"/>
                </a:lnTo>
                <a:lnTo>
                  <a:pt x="243827" y="202692"/>
                </a:lnTo>
                <a:lnTo>
                  <a:pt x="245351" y="192024"/>
                </a:lnTo>
                <a:lnTo>
                  <a:pt x="246875" y="184404"/>
                </a:lnTo>
                <a:lnTo>
                  <a:pt x="262115" y="147828"/>
                </a:lnTo>
                <a:lnTo>
                  <a:pt x="288023" y="140208"/>
                </a:lnTo>
                <a:lnTo>
                  <a:pt x="301739" y="140208"/>
                </a:lnTo>
                <a:lnTo>
                  <a:pt x="315455" y="149352"/>
                </a:lnTo>
                <a:lnTo>
                  <a:pt x="318503" y="155448"/>
                </a:lnTo>
                <a:lnTo>
                  <a:pt x="321551" y="160020"/>
                </a:lnTo>
                <a:lnTo>
                  <a:pt x="323075" y="166116"/>
                </a:lnTo>
                <a:lnTo>
                  <a:pt x="324599" y="173736"/>
                </a:lnTo>
                <a:lnTo>
                  <a:pt x="326123" y="182880"/>
                </a:lnTo>
                <a:lnTo>
                  <a:pt x="327647" y="190500"/>
                </a:lnTo>
                <a:lnTo>
                  <a:pt x="327647" y="196596"/>
                </a:lnTo>
                <a:lnTo>
                  <a:pt x="327367" y="204343"/>
                </a:lnTo>
                <a:lnTo>
                  <a:pt x="313931" y="251460"/>
                </a:lnTo>
                <a:lnTo>
                  <a:pt x="309359" y="260604"/>
                </a:lnTo>
                <a:lnTo>
                  <a:pt x="306311" y="268224"/>
                </a:lnTo>
                <a:lnTo>
                  <a:pt x="303263" y="272796"/>
                </a:lnTo>
                <a:lnTo>
                  <a:pt x="298691" y="277368"/>
                </a:lnTo>
                <a:lnTo>
                  <a:pt x="292595" y="286512"/>
                </a:lnTo>
                <a:lnTo>
                  <a:pt x="292595" y="289560"/>
                </a:lnTo>
                <a:lnTo>
                  <a:pt x="342887" y="289560"/>
                </a:lnTo>
                <a:lnTo>
                  <a:pt x="358127" y="249936"/>
                </a:lnTo>
                <a:lnTo>
                  <a:pt x="365201" y="211582"/>
                </a:lnTo>
                <a:lnTo>
                  <a:pt x="365747" y="198120"/>
                </a:lnTo>
                <a:close/>
              </a:path>
              <a:path extrusionOk="0" h="859789" w="365759">
                <a:moveTo>
                  <a:pt x="365760" y="411480"/>
                </a:moveTo>
                <a:lnTo>
                  <a:pt x="361188" y="368808"/>
                </a:lnTo>
                <a:lnTo>
                  <a:pt x="358140" y="359664"/>
                </a:lnTo>
                <a:lnTo>
                  <a:pt x="358089" y="359473"/>
                </a:lnTo>
                <a:lnTo>
                  <a:pt x="356616" y="353568"/>
                </a:lnTo>
                <a:lnTo>
                  <a:pt x="347472" y="330708"/>
                </a:lnTo>
                <a:lnTo>
                  <a:pt x="344424" y="324612"/>
                </a:lnTo>
                <a:lnTo>
                  <a:pt x="342874" y="318452"/>
                </a:lnTo>
                <a:lnTo>
                  <a:pt x="294132" y="318452"/>
                </a:lnTo>
                <a:lnTo>
                  <a:pt x="294132" y="321564"/>
                </a:lnTo>
                <a:lnTo>
                  <a:pt x="297180" y="324612"/>
                </a:lnTo>
                <a:lnTo>
                  <a:pt x="300228" y="329184"/>
                </a:lnTo>
                <a:lnTo>
                  <a:pt x="306324" y="341376"/>
                </a:lnTo>
                <a:lnTo>
                  <a:pt x="310896" y="347472"/>
                </a:lnTo>
                <a:lnTo>
                  <a:pt x="313944" y="356616"/>
                </a:lnTo>
                <a:lnTo>
                  <a:pt x="325183" y="397002"/>
                </a:lnTo>
                <a:lnTo>
                  <a:pt x="325297" y="398335"/>
                </a:lnTo>
                <a:lnTo>
                  <a:pt x="325869" y="404393"/>
                </a:lnTo>
                <a:lnTo>
                  <a:pt x="319659" y="449389"/>
                </a:lnTo>
                <a:lnTo>
                  <a:pt x="287743" y="487895"/>
                </a:lnTo>
                <a:lnTo>
                  <a:pt x="251167" y="499948"/>
                </a:lnTo>
                <a:lnTo>
                  <a:pt x="228600" y="501396"/>
                </a:lnTo>
                <a:lnTo>
                  <a:pt x="228600" y="359664"/>
                </a:lnTo>
                <a:lnTo>
                  <a:pt x="228600" y="313944"/>
                </a:lnTo>
                <a:lnTo>
                  <a:pt x="204216" y="313944"/>
                </a:lnTo>
                <a:lnTo>
                  <a:pt x="193548" y="314337"/>
                </a:lnTo>
                <a:lnTo>
                  <a:pt x="193548" y="359664"/>
                </a:lnTo>
                <a:lnTo>
                  <a:pt x="193548" y="501396"/>
                </a:lnTo>
                <a:lnTo>
                  <a:pt x="151066" y="488251"/>
                </a:lnTo>
                <a:lnTo>
                  <a:pt x="123444" y="457200"/>
                </a:lnTo>
                <a:lnTo>
                  <a:pt x="118872" y="425196"/>
                </a:lnTo>
                <a:lnTo>
                  <a:pt x="118960" y="422148"/>
                </a:lnTo>
                <a:lnTo>
                  <a:pt x="130683" y="384238"/>
                </a:lnTo>
                <a:lnTo>
                  <a:pt x="168681" y="362242"/>
                </a:lnTo>
                <a:lnTo>
                  <a:pt x="193548" y="359664"/>
                </a:lnTo>
                <a:lnTo>
                  <a:pt x="193548" y="314337"/>
                </a:lnTo>
                <a:lnTo>
                  <a:pt x="149352" y="321564"/>
                </a:lnTo>
                <a:lnTo>
                  <a:pt x="111252" y="344424"/>
                </a:lnTo>
                <a:lnTo>
                  <a:pt x="89916" y="377952"/>
                </a:lnTo>
                <a:lnTo>
                  <a:pt x="82296" y="422148"/>
                </a:lnTo>
                <a:lnTo>
                  <a:pt x="84620" y="448424"/>
                </a:lnTo>
                <a:lnTo>
                  <a:pt x="104152" y="493522"/>
                </a:lnTo>
                <a:lnTo>
                  <a:pt x="143040" y="527189"/>
                </a:lnTo>
                <a:lnTo>
                  <a:pt x="194995" y="544855"/>
                </a:lnTo>
                <a:lnTo>
                  <a:pt x="225552" y="547116"/>
                </a:lnTo>
                <a:lnTo>
                  <a:pt x="257594" y="544855"/>
                </a:lnTo>
                <a:lnTo>
                  <a:pt x="285369" y="538162"/>
                </a:lnTo>
                <a:lnTo>
                  <a:pt x="309130" y="527189"/>
                </a:lnTo>
                <a:lnTo>
                  <a:pt x="329184" y="512064"/>
                </a:lnTo>
                <a:lnTo>
                  <a:pt x="337718" y="501396"/>
                </a:lnTo>
                <a:lnTo>
                  <a:pt x="345186" y="492061"/>
                </a:lnTo>
                <a:lnTo>
                  <a:pt x="345287" y="491858"/>
                </a:lnTo>
                <a:lnTo>
                  <a:pt x="356616" y="468630"/>
                </a:lnTo>
                <a:lnTo>
                  <a:pt x="363474" y="441769"/>
                </a:lnTo>
                <a:lnTo>
                  <a:pt x="365760" y="41148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9" name="Google Shape;6609;p100"/>
          <p:cNvSpPr/>
          <p:nvPr/>
        </p:nvSpPr>
        <p:spPr>
          <a:xfrm>
            <a:off x="976883" y="3825240"/>
            <a:ext cx="379730" cy="226060"/>
          </a:xfrm>
          <a:custGeom>
            <a:rect b="b" l="l" r="r" t="t"/>
            <a:pathLst>
              <a:path extrusionOk="0" h="226060" w="379730">
                <a:moveTo>
                  <a:pt x="140208" y="225552"/>
                </a:moveTo>
                <a:lnTo>
                  <a:pt x="93916" y="220408"/>
                </a:lnTo>
                <a:lnTo>
                  <a:pt x="56388" y="205930"/>
                </a:lnTo>
                <a:lnTo>
                  <a:pt x="20574" y="174879"/>
                </a:lnTo>
                <a:lnTo>
                  <a:pt x="2286" y="134683"/>
                </a:lnTo>
                <a:lnTo>
                  <a:pt x="155" y="115824"/>
                </a:lnTo>
                <a:lnTo>
                  <a:pt x="30" y="113371"/>
                </a:lnTo>
                <a:lnTo>
                  <a:pt x="0" y="112776"/>
                </a:lnTo>
                <a:lnTo>
                  <a:pt x="148" y="107584"/>
                </a:lnTo>
                <a:lnTo>
                  <a:pt x="174" y="106680"/>
                </a:lnTo>
                <a:lnTo>
                  <a:pt x="285" y="102774"/>
                </a:lnTo>
                <a:lnTo>
                  <a:pt x="10287" y="61531"/>
                </a:lnTo>
                <a:lnTo>
                  <a:pt x="18288" y="45720"/>
                </a:lnTo>
                <a:lnTo>
                  <a:pt x="7620" y="44196"/>
                </a:lnTo>
                <a:lnTo>
                  <a:pt x="7620" y="0"/>
                </a:lnTo>
                <a:lnTo>
                  <a:pt x="246888" y="0"/>
                </a:lnTo>
                <a:lnTo>
                  <a:pt x="306324" y="7810"/>
                </a:lnTo>
                <a:lnTo>
                  <a:pt x="347472" y="30480"/>
                </a:lnTo>
                <a:lnTo>
                  <a:pt x="360128" y="45720"/>
                </a:lnTo>
                <a:lnTo>
                  <a:pt x="56388" y="45720"/>
                </a:lnTo>
                <a:lnTo>
                  <a:pt x="52339" y="54363"/>
                </a:lnTo>
                <a:lnTo>
                  <a:pt x="42144" y="91130"/>
                </a:lnTo>
                <a:lnTo>
                  <a:pt x="41148" y="105156"/>
                </a:lnTo>
                <a:lnTo>
                  <a:pt x="42624" y="121419"/>
                </a:lnTo>
                <a:lnTo>
                  <a:pt x="67056" y="158496"/>
                </a:lnTo>
                <a:lnTo>
                  <a:pt x="116347" y="177141"/>
                </a:lnTo>
                <a:lnTo>
                  <a:pt x="138684" y="178308"/>
                </a:lnTo>
                <a:lnTo>
                  <a:pt x="256701" y="178308"/>
                </a:lnTo>
                <a:lnTo>
                  <a:pt x="252864" y="184142"/>
                </a:lnTo>
                <a:lnTo>
                  <a:pt x="237744" y="198120"/>
                </a:lnTo>
                <a:lnTo>
                  <a:pt x="218860" y="210121"/>
                </a:lnTo>
                <a:lnTo>
                  <a:pt x="196405" y="218694"/>
                </a:lnTo>
                <a:lnTo>
                  <a:pt x="170235" y="223837"/>
                </a:lnTo>
                <a:lnTo>
                  <a:pt x="140208" y="225552"/>
                </a:lnTo>
                <a:close/>
              </a:path>
              <a:path extrusionOk="0" h="226060" w="379730">
                <a:moveTo>
                  <a:pt x="256701" y="178308"/>
                </a:moveTo>
                <a:lnTo>
                  <a:pt x="138684" y="178308"/>
                </a:lnTo>
                <a:lnTo>
                  <a:pt x="159900" y="177426"/>
                </a:lnTo>
                <a:lnTo>
                  <a:pt x="178117" y="174688"/>
                </a:lnTo>
                <a:lnTo>
                  <a:pt x="217265" y="154828"/>
                </a:lnTo>
                <a:lnTo>
                  <a:pt x="230124" y="115824"/>
                </a:lnTo>
                <a:lnTo>
                  <a:pt x="229630" y="107584"/>
                </a:lnTo>
                <a:lnTo>
                  <a:pt x="229576" y="106680"/>
                </a:lnTo>
                <a:lnTo>
                  <a:pt x="215074" y="61912"/>
                </a:lnTo>
                <a:lnTo>
                  <a:pt x="204216" y="45720"/>
                </a:lnTo>
                <a:lnTo>
                  <a:pt x="242316" y="45720"/>
                </a:lnTo>
                <a:lnTo>
                  <a:pt x="265176" y="82296"/>
                </a:lnTo>
                <a:lnTo>
                  <a:pt x="272584" y="121419"/>
                </a:lnTo>
                <a:lnTo>
                  <a:pt x="272689" y="123944"/>
                </a:lnTo>
                <a:lnTo>
                  <a:pt x="272796" y="126492"/>
                </a:lnTo>
                <a:lnTo>
                  <a:pt x="270571" y="147828"/>
                </a:lnTo>
                <a:lnTo>
                  <a:pt x="270533" y="148185"/>
                </a:lnTo>
                <a:lnTo>
                  <a:pt x="263867" y="167378"/>
                </a:lnTo>
                <a:lnTo>
                  <a:pt x="256701" y="178308"/>
                </a:lnTo>
                <a:close/>
              </a:path>
              <a:path extrusionOk="0" h="226060" w="379730">
                <a:moveTo>
                  <a:pt x="367284" y="199644"/>
                </a:moveTo>
                <a:lnTo>
                  <a:pt x="320040" y="199644"/>
                </a:lnTo>
                <a:lnTo>
                  <a:pt x="320040" y="198120"/>
                </a:lnTo>
                <a:lnTo>
                  <a:pt x="321564" y="195072"/>
                </a:lnTo>
                <a:lnTo>
                  <a:pt x="323088" y="190500"/>
                </a:lnTo>
                <a:lnTo>
                  <a:pt x="324612" y="184404"/>
                </a:lnTo>
                <a:lnTo>
                  <a:pt x="327660" y="178308"/>
                </a:lnTo>
                <a:lnTo>
                  <a:pt x="329184" y="172212"/>
                </a:lnTo>
                <a:lnTo>
                  <a:pt x="330708" y="164592"/>
                </a:lnTo>
                <a:lnTo>
                  <a:pt x="333756" y="155448"/>
                </a:lnTo>
                <a:lnTo>
                  <a:pt x="335208" y="148185"/>
                </a:lnTo>
                <a:lnTo>
                  <a:pt x="335280" y="147828"/>
                </a:lnTo>
                <a:lnTo>
                  <a:pt x="336804" y="141732"/>
                </a:lnTo>
                <a:lnTo>
                  <a:pt x="338213" y="134683"/>
                </a:lnTo>
                <a:lnTo>
                  <a:pt x="335113" y="90344"/>
                </a:lnTo>
                <a:lnTo>
                  <a:pt x="310896" y="54864"/>
                </a:lnTo>
                <a:lnTo>
                  <a:pt x="273129" y="45981"/>
                </a:lnTo>
                <a:lnTo>
                  <a:pt x="265176" y="45720"/>
                </a:lnTo>
                <a:lnTo>
                  <a:pt x="360128" y="45720"/>
                </a:lnTo>
                <a:lnTo>
                  <a:pt x="361473" y="47339"/>
                </a:lnTo>
                <a:lnTo>
                  <a:pt x="371475" y="68199"/>
                </a:lnTo>
                <a:lnTo>
                  <a:pt x="377475" y="93059"/>
                </a:lnTo>
                <a:lnTo>
                  <a:pt x="379441" y="121419"/>
                </a:lnTo>
                <a:lnTo>
                  <a:pt x="379348" y="126492"/>
                </a:lnTo>
                <a:lnTo>
                  <a:pt x="374356" y="171783"/>
                </a:lnTo>
                <a:lnTo>
                  <a:pt x="372427" y="181737"/>
                </a:lnTo>
                <a:lnTo>
                  <a:pt x="370212" y="191119"/>
                </a:lnTo>
                <a:lnTo>
                  <a:pt x="367341" y="199477"/>
                </a:lnTo>
                <a:lnTo>
                  <a:pt x="367284" y="1996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0" name="Google Shape;6610;p100"/>
          <p:cNvSpPr/>
          <p:nvPr/>
        </p:nvSpPr>
        <p:spPr>
          <a:xfrm>
            <a:off x="976883" y="3547872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8" y="211836"/>
                </a:moveTo>
                <a:lnTo>
                  <a:pt x="7620" y="211836"/>
                </a:lnTo>
                <a:lnTo>
                  <a:pt x="7620" y="166116"/>
                </a:lnTo>
                <a:lnTo>
                  <a:pt x="38100" y="166116"/>
                </a:lnTo>
                <a:lnTo>
                  <a:pt x="29503" y="156067"/>
                </a:lnTo>
                <a:lnTo>
                  <a:pt x="5143" y="116204"/>
                </a:lnTo>
                <a:lnTo>
                  <a:pt x="0" y="85344"/>
                </a:lnTo>
                <a:lnTo>
                  <a:pt x="1690" y="66151"/>
                </a:lnTo>
                <a:lnTo>
                  <a:pt x="25908" y="22859"/>
                </a:lnTo>
                <a:lnTo>
                  <a:pt x="78628" y="1428"/>
                </a:lnTo>
                <a:lnTo>
                  <a:pt x="102108" y="0"/>
                </a:lnTo>
                <a:lnTo>
                  <a:pt x="277368" y="0"/>
                </a:lnTo>
                <a:lnTo>
                  <a:pt x="277368" y="45719"/>
                </a:lnTo>
                <a:lnTo>
                  <a:pt x="123444" y="45719"/>
                </a:lnTo>
                <a:lnTo>
                  <a:pt x="114323" y="45958"/>
                </a:lnTo>
                <a:lnTo>
                  <a:pt x="96654" y="47005"/>
                </a:lnTo>
                <a:lnTo>
                  <a:pt x="88392" y="47244"/>
                </a:lnTo>
                <a:lnTo>
                  <a:pt x="80700" y="48648"/>
                </a:lnTo>
                <a:lnTo>
                  <a:pt x="47244" y="70104"/>
                </a:lnTo>
                <a:lnTo>
                  <a:pt x="42672" y="96012"/>
                </a:lnTo>
                <a:lnTo>
                  <a:pt x="43243" y="104917"/>
                </a:lnTo>
                <a:lnTo>
                  <a:pt x="62103" y="149161"/>
                </a:lnTo>
                <a:lnTo>
                  <a:pt x="74676" y="166116"/>
                </a:lnTo>
                <a:lnTo>
                  <a:pt x="277368" y="166116"/>
                </a:lnTo>
                <a:lnTo>
                  <a:pt x="277368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1" name="Google Shape;6611;p100"/>
          <p:cNvSpPr/>
          <p:nvPr/>
        </p:nvSpPr>
        <p:spPr>
          <a:xfrm>
            <a:off x="894575" y="3112008"/>
            <a:ext cx="43180" cy="167640"/>
          </a:xfrm>
          <a:custGeom>
            <a:rect b="b" l="l" r="r" t="t"/>
            <a:pathLst>
              <a:path extrusionOk="0" h="167639" w="43180">
                <a:moveTo>
                  <a:pt x="42672" y="0"/>
                </a:moveTo>
                <a:lnTo>
                  <a:pt x="0" y="0"/>
                </a:lnTo>
                <a:lnTo>
                  <a:pt x="0" y="7620"/>
                </a:lnTo>
                <a:lnTo>
                  <a:pt x="0" y="167640"/>
                </a:lnTo>
                <a:lnTo>
                  <a:pt x="42672" y="167640"/>
                </a:lnTo>
                <a:lnTo>
                  <a:pt x="42672" y="7620"/>
                </a:lnTo>
                <a:lnTo>
                  <a:pt x="42672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2" name="Google Shape;6612;p100"/>
          <p:cNvSpPr/>
          <p:nvPr/>
        </p:nvSpPr>
        <p:spPr>
          <a:xfrm>
            <a:off x="894575" y="3119628"/>
            <a:ext cx="360045" cy="207010"/>
          </a:xfrm>
          <a:custGeom>
            <a:rect b="b" l="l" r="r" t="t"/>
            <a:pathLst>
              <a:path extrusionOk="0" h="207010" w="360044">
                <a:moveTo>
                  <a:pt x="359664" y="160020"/>
                </a:moveTo>
                <a:lnTo>
                  <a:pt x="185928" y="160020"/>
                </a:lnTo>
                <a:lnTo>
                  <a:pt x="185928" y="0"/>
                </a:lnTo>
                <a:lnTo>
                  <a:pt x="143256" y="0"/>
                </a:lnTo>
                <a:lnTo>
                  <a:pt x="143256" y="160020"/>
                </a:lnTo>
                <a:lnTo>
                  <a:pt x="0" y="160020"/>
                </a:lnTo>
                <a:lnTo>
                  <a:pt x="0" y="207010"/>
                </a:lnTo>
                <a:lnTo>
                  <a:pt x="359664" y="207010"/>
                </a:lnTo>
                <a:lnTo>
                  <a:pt x="359664" y="16002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3" name="Google Shape;6613;p100"/>
          <p:cNvSpPr/>
          <p:nvPr/>
        </p:nvSpPr>
        <p:spPr>
          <a:xfrm>
            <a:off x="877824" y="2363724"/>
            <a:ext cx="384175" cy="706120"/>
          </a:xfrm>
          <a:custGeom>
            <a:rect b="b" l="l" r="r" t="t"/>
            <a:pathLst>
              <a:path extrusionOk="0" h="706119" w="384175">
                <a:moveTo>
                  <a:pt x="376415" y="658368"/>
                </a:moveTo>
                <a:lnTo>
                  <a:pt x="0" y="658368"/>
                </a:lnTo>
                <a:lnTo>
                  <a:pt x="0" y="705612"/>
                </a:lnTo>
                <a:lnTo>
                  <a:pt x="376415" y="705612"/>
                </a:lnTo>
                <a:lnTo>
                  <a:pt x="376415" y="658368"/>
                </a:lnTo>
                <a:close/>
              </a:path>
              <a:path extrusionOk="0" h="706119" w="384175">
                <a:moveTo>
                  <a:pt x="376428" y="68580"/>
                </a:moveTo>
                <a:lnTo>
                  <a:pt x="106680" y="0"/>
                </a:lnTo>
                <a:lnTo>
                  <a:pt x="106680" y="47244"/>
                </a:lnTo>
                <a:lnTo>
                  <a:pt x="315468" y="89916"/>
                </a:lnTo>
                <a:lnTo>
                  <a:pt x="106680" y="155448"/>
                </a:lnTo>
                <a:lnTo>
                  <a:pt x="106680" y="193548"/>
                </a:lnTo>
                <a:lnTo>
                  <a:pt x="315468" y="256032"/>
                </a:lnTo>
                <a:lnTo>
                  <a:pt x="106680" y="303276"/>
                </a:lnTo>
                <a:lnTo>
                  <a:pt x="106680" y="350520"/>
                </a:lnTo>
                <a:lnTo>
                  <a:pt x="376428" y="281940"/>
                </a:lnTo>
                <a:lnTo>
                  <a:pt x="376428" y="240792"/>
                </a:lnTo>
                <a:lnTo>
                  <a:pt x="169164" y="175260"/>
                </a:lnTo>
                <a:lnTo>
                  <a:pt x="376428" y="109728"/>
                </a:lnTo>
                <a:lnTo>
                  <a:pt x="376428" y="68580"/>
                </a:lnTo>
                <a:close/>
              </a:path>
              <a:path extrusionOk="0" h="706119" w="384175">
                <a:moveTo>
                  <a:pt x="384048" y="495300"/>
                </a:moveTo>
                <a:lnTo>
                  <a:pt x="381762" y="469303"/>
                </a:lnTo>
                <a:lnTo>
                  <a:pt x="374904" y="446151"/>
                </a:lnTo>
                <a:lnTo>
                  <a:pt x="363474" y="425869"/>
                </a:lnTo>
                <a:lnTo>
                  <a:pt x="360057" y="422148"/>
                </a:lnTo>
                <a:lnTo>
                  <a:pt x="347472" y="408432"/>
                </a:lnTo>
                <a:lnTo>
                  <a:pt x="344424" y="406387"/>
                </a:lnTo>
                <a:lnTo>
                  <a:pt x="344424" y="495300"/>
                </a:lnTo>
                <a:lnTo>
                  <a:pt x="342722" y="512445"/>
                </a:lnTo>
                <a:lnTo>
                  <a:pt x="318516" y="550164"/>
                </a:lnTo>
                <a:lnTo>
                  <a:pt x="265785" y="567309"/>
                </a:lnTo>
                <a:lnTo>
                  <a:pt x="242316" y="568452"/>
                </a:lnTo>
                <a:lnTo>
                  <a:pt x="217741" y="567309"/>
                </a:lnTo>
                <a:lnTo>
                  <a:pt x="178879" y="558165"/>
                </a:lnTo>
                <a:lnTo>
                  <a:pt x="145351" y="527304"/>
                </a:lnTo>
                <a:lnTo>
                  <a:pt x="138684" y="495300"/>
                </a:lnTo>
                <a:lnTo>
                  <a:pt x="140373" y="479044"/>
                </a:lnTo>
                <a:lnTo>
                  <a:pt x="164592" y="441960"/>
                </a:lnTo>
                <a:lnTo>
                  <a:pt x="217741" y="423532"/>
                </a:lnTo>
                <a:lnTo>
                  <a:pt x="242316" y="422148"/>
                </a:lnTo>
                <a:lnTo>
                  <a:pt x="266001" y="423532"/>
                </a:lnTo>
                <a:lnTo>
                  <a:pt x="304241" y="433730"/>
                </a:lnTo>
                <a:lnTo>
                  <a:pt x="337756" y="464629"/>
                </a:lnTo>
                <a:lnTo>
                  <a:pt x="344424" y="495300"/>
                </a:lnTo>
                <a:lnTo>
                  <a:pt x="344424" y="406387"/>
                </a:lnTo>
                <a:lnTo>
                  <a:pt x="326326" y="394195"/>
                </a:lnTo>
                <a:lnTo>
                  <a:pt x="301752" y="383667"/>
                </a:lnTo>
                <a:lnTo>
                  <a:pt x="273748" y="377151"/>
                </a:lnTo>
                <a:lnTo>
                  <a:pt x="242316" y="374904"/>
                </a:lnTo>
                <a:lnTo>
                  <a:pt x="209994" y="377151"/>
                </a:lnTo>
                <a:lnTo>
                  <a:pt x="156794" y="394195"/>
                </a:lnTo>
                <a:lnTo>
                  <a:pt x="119634" y="425869"/>
                </a:lnTo>
                <a:lnTo>
                  <a:pt x="101346" y="469303"/>
                </a:lnTo>
                <a:lnTo>
                  <a:pt x="99060" y="495300"/>
                </a:lnTo>
                <a:lnTo>
                  <a:pt x="101358" y="521335"/>
                </a:lnTo>
                <a:lnTo>
                  <a:pt x="120269" y="565391"/>
                </a:lnTo>
                <a:lnTo>
                  <a:pt x="157441" y="597700"/>
                </a:lnTo>
                <a:lnTo>
                  <a:pt x="210019" y="613702"/>
                </a:lnTo>
                <a:lnTo>
                  <a:pt x="242316" y="615696"/>
                </a:lnTo>
                <a:lnTo>
                  <a:pt x="272859" y="613702"/>
                </a:lnTo>
                <a:lnTo>
                  <a:pt x="300418" y="607695"/>
                </a:lnTo>
                <a:lnTo>
                  <a:pt x="324815" y="597700"/>
                </a:lnTo>
                <a:lnTo>
                  <a:pt x="345948" y="583692"/>
                </a:lnTo>
                <a:lnTo>
                  <a:pt x="360680" y="568452"/>
                </a:lnTo>
                <a:lnTo>
                  <a:pt x="362826" y="566242"/>
                </a:lnTo>
                <a:lnTo>
                  <a:pt x="374713" y="545782"/>
                </a:lnTo>
                <a:lnTo>
                  <a:pt x="381736" y="522185"/>
                </a:lnTo>
                <a:lnTo>
                  <a:pt x="381800" y="521335"/>
                </a:lnTo>
                <a:lnTo>
                  <a:pt x="384048" y="49530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614" name="Google Shape;6614;p100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592580" y="9621011"/>
            <a:ext cx="102107" cy="1021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615" name="Google Shape;6615;p100"/>
          <p:cNvGrpSpPr/>
          <p:nvPr/>
        </p:nvGrpSpPr>
        <p:grpSpPr>
          <a:xfrm>
            <a:off x="1522463" y="8926067"/>
            <a:ext cx="220992" cy="457455"/>
            <a:chOff x="1522463" y="8926067"/>
            <a:chExt cx="220992" cy="457455"/>
          </a:xfrm>
        </p:grpSpPr>
        <p:sp>
          <p:nvSpPr>
            <p:cNvPr id="6616" name="Google Shape;6616;p100"/>
            <p:cNvSpPr/>
            <p:nvPr/>
          </p:nvSpPr>
          <p:spPr>
            <a:xfrm>
              <a:off x="1522463" y="9224772"/>
              <a:ext cx="216535" cy="158750"/>
            </a:xfrm>
            <a:custGeom>
              <a:rect b="b" l="l" r="r" t="t"/>
              <a:pathLst>
                <a:path extrusionOk="0" h="158750" w="216535">
                  <a:moveTo>
                    <a:pt x="216408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85344" y="29210"/>
                  </a:lnTo>
                  <a:lnTo>
                    <a:pt x="85344" y="129540"/>
                  </a:lnTo>
                  <a:lnTo>
                    <a:pt x="0" y="129540"/>
                  </a:lnTo>
                  <a:lnTo>
                    <a:pt x="0" y="158750"/>
                  </a:lnTo>
                  <a:lnTo>
                    <a:pt x="216408" y="158750"/>
                  </a:lnTo>
                  <a:lnTo>
                    <a:pt x="216408" y="129540"/>
                  </a:lnTo>
                  <a:lnTo>
                    <a:pt x="111252" y="129540"/>
                  </a:lnTo>
                  <a:lnTo>
                    <a:pt x="111252" y="29210"/>
                  </a:lnTo>
                  <a:lnTo>
                    <a:pt x="216408" y="2921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17" name="Google Shape;6617;p10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573029" y="9069323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18" name="Google Shape;6618;p10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1572767" y="8926067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19" name="Google Shape;6619;p100"/>
          <p:cNvGrpSpPr/>
          <p:nvPr/>
        </p:nvGrpSpPr>
        <p:grpSpPr>
          <a:xfrm>
            <a:off x="1513332" y="8410956"/>
            <a:ext cx="228600" cy="409955"/>
            <a:chOff x="1513332" y="8410956"/>
            <a:chExt cx="228600" cy="409955"/>
          </a:xfrm>
        </p:grpSpPr>
        <p:pic>
          <p:nvPicPr>
            <p:cNvPr id="6620" name="Google Shape;6620;p10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513332" y="8578596"/>
              <a:ext cx="228599" cy="2423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21" name="Google Shape;6621;p100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72768" y="8410956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622" name="Google Shape;6622;p100"/>
          <p:cNvSpPr/>
          <p:nvPr/>
        </p:nvSpPr>
        <p:spPr>
          <a:xfrm>
            <a:off x="1513332" y="7761732"/>
            <a:ext cx="230504" cy="528955"/>
          </a:xfrm>
          <a:custGeom>
            <a:rect b="b" l="l" r="r" t="t"/>
            <a:pathLst>
              <a:path extrusionOk="0" h="528954" w="230505">
                <a:moveTo>
                  <a:pt x="228587" y="164592"/>
                </a:moveTo>
                <a:lnTo>
                  <a:pt x="219443" y="124968"/>
                </a:lnTo>
                <a:lnTo>
                  <a:pt x="213347" y="118872"/>
                </a:lnTo>
                <a:lnTo>
                  <a:pt x="208775" y="112776"/>
                </a:lnTo>
                <a:lnTo>
                  <a:pt x="204203" y="109728"/>
                </a:lnTo>
                <a:lnTo>
                  <a:pt x="192011" y="103632"/>
                </a:lnTo>
                <a:lnTo>
                  <a:pt x="185915" y="102108"/>
                </a:lnTo>
                <a:lnTo>
                  <a:pt x="178295" y="102108"/>
                </a:lnTo>
                <a:lnTo>
                  <a:pt x="141338" y="122682"/>
                </a:lnTo>
                <a:lnTo>
                  <a:pt x="134099" y="144780"/>
                </a:lnTo>
                <a:lnTo>
                  <a:pt x="131051" y="153924"/>
                </a:lnTo>
                <a:lnTo>
                  <a:pt x="131051" y="158496"/>
                </a:lnTo>
                <a:lnTo>
                  <a:pt x="128003" y="167640"/>
                </a:lnTo>
                <a:lnTo>
                  <a:pt x="126479" y="175260"/>
                </a:lnTo>
                <a:lnTo>
                  <a:pt x="123431" y="181356"/>
                </a:lnTo>
                <a:lnTo>
                  <a:pt x="120383" y="185928"/>
                </a:lnTo>
                <a:lnTo>
                  <a:pt x="117335" y="188976"/>
                </a:lnTo>
                <a:lnTo>
                  <a:pt x="111239" y="190500"/>
                </a:lnTo>
                <a:lnTo>
                  <a:pt x="97523" y="190500"/>
                </a:lnTo>
                <a:lnTo>
                  <a:pt x="91427" y="187452"/>
                </a:lnTo>
                <a:lnTo>
                  <a:pt x="88379" y="181356"/>
                </a:lnTo>
                <a:lnTo>
                  <a:pt x="83807" y="175260"/>
                </a:lnTo>
                <a:lnTo>
                  <a:pt x="82283" y="167640"/>
                </a:lnTo>
                <a:lnTo>
                  <a:pt x="82283" y="150876"/>
                </a:lnTo>
                <a:lnTo>
                  <a:pt x="100571" y="109728"/>
                </a:lnTo>
                <a:lnTo>
                  <a:pt x="100571" y="108204"/>
                </a:lnTo>
                <a:lnTo>
                  <a:pt x="71615" y="108204"/>
                </a:lnTo>
                <a:lnTo>
                  <a:pt x="68567" y="114300"/>
                </a:lnTo>
                <a:lnTo>
                  <a:pt x="59690" y="151638"/>
                </a:lnTo>
                <a:lnTo>
                  <a:pt x="59423" y="158496"/>
                </a:lnTo>
                <a:lnTo>
                  <a:pt x="60286" y="171411"/>
                </a:lnTo>
                <a:lnTo>
                  <a:pt x="80556" y="209575"/>
                </a:lnTo>
                <a:lnTo>
                  <a:pt x="108191" y="217932"/>
                </a:lnTo>
                <a:lnTo>
                  <a:pt x="115912" y="217601"/>
                </a:lnTo>
                <a:lnTo>
                  <a:pt x="149555" y="191452"/>
                </a:lnTo>
                <a:lnTo>
                  <a:pt x="156959" y="167640"/>
                </a:lnTo>
                <a:lnTo>
                  <a:pt x="156959" y="161544"/>
                </a:lnTo>
                <a:lnTo>
                  <a:pt x="158483" y="158496"/>
                </a:lnTo>
                <a:lnTo>
                  <a:pt x="158483" y="153924"/>
                </a:lnTo>
                <a:lnTo>
                  <a:pt x="161531" y="144780"/>
                </a:lnTo>
                <a:lnTo>
                  <a:pt x="164579" y="138684"/>
                </a:lnTo>
                <a:lnTo>
                  <a:pt x="170675" y="132588"/>
                </a:lnTo>
                <a:lnTo>
                  <a:pt x="175247" y="129540"/>
                </a:lnTo>
                <a:lnTo>
                  <a:pt x="187439" y="129540"/>
                </a:lnTo>
                <a:lnTo>
                  <a:pt x="196583" y="134112"/>
                </a:lnTo>
                <a:lnTo>
                  <a:pt x="198107" y="135636"/>
                </a:lnTo>
                <a:lnTo>
                  <a:pt x="201155" y="140208"/>
                </a:lnTo>
                <a:lnTo>
                  <a:pt x="202679" y="141732"/>
                </a:lnTo>
                <a:lnTo>
                  <a:pt x="202679" y="146304"/>
                </a:lnTo>
                <a:lnTo>
                  <a:pt x="205727" y="155448"/>
                </a:lnTo>
                <a:lnTo>
                  <a:pt x="205727" y="175260"/>
                </a:lnTo>
                <a:lnTo>
                  <a:pt x="202679" y="181356"/>
                </a:lnTo>
                <a:lnTo>
                  <a:pt x="201155" y="187452"/>
                </a:lnTo>
                <a:lnTo>
                  <a:pt x="198107" y="196596"/>
                </a:lnTo>
                <a:lnTo>
                  <a:pt x="195059" y="201168"/>
                </a:lnTo>
                <a:lnTo>
                  <a:pt x="193535" y="205740"/>
                </a:lnTo>
                <a:lnTo>
                  <a:pt x="190487" y="208788"/>
                </a:lnTo>
                <a:lnTo>
                  <a:pt x="188963" y="211836"/>
                </a:lnTo>
                <a:lnTo>
                  <a:pt x="184391" y="216408"/>
                </a:lnTo>
                <a:lnTo>
                  <a:pt x="184391" y="217932"/>
                </a:lnTo>
                <a:lnTo>
                  <a:pt x="214871" y="217932"/>
                </a:lnTo>
                <a:lnTo>
                  <a:pt x="217919" y="211836"/>
                </a:lnTo>
                <a:lnTo>
                  <a:pt x="228307" y="172580"/>
                </a:lnTo>
                <a:lnTo>
                  <a:pt x="228587" y="164592"/>
                </a:lnTo>
                <a:close/>
              </a:path>
              <a:path extrusionOk="0" h="528954" w="230505">
                <a:moveTo>
                  <a:pt x="228600" y="280416"/>
                </a:moveTo>
                <a:lnTo>
                  <a:pt x="227076" y="275844"/>
                </a:lnTo>
                <a:lnTo>
                  <a:pt x="227076" y="272796"/>
                </a:lnTo>
                <a:lnTo>
                  <a:pt x="225552" y="266700"/>
                </a:lnTo>
                <a:lnTo>
                  <a:pt x="222504" y="257556"/>
                </a:lnTo>
                <a:lnTo>
                  <a:pt x="220980" y="254508"/>
                </a:lnTo>
                <a:lnTo>
                  <a:pt x="219456" y="248412"/>
                </a:lnTo>
                <a:lnTo>
                  <a:pt x="219329" y="248056"/>
                </a:lnTo>
                <a:lnTo>
                  <a:pt x="217932" y="243840"/>
                </a:lnTo>
                <a:lnTo>
                  <a:pt x="214884" y="237744"/>
                </a:lnTo>
                <a:lnTo>
                  <a:pt x="185928" y="237744"/>
                </a:lnTo>
                <a:lnTo>
                  <a:pt x="185928" y="239268"/>
                </a:lnTo>
                <a:lnTo>
                  <a:pt x="187452" y="240792"/>
                </a:lnTo>
                <a:lnTo>
                  <a:pt x="188976" y="243840"/>
                </a:lnTo>
                <a:lnTo>
                  <a:pt x="192024" y="246888"/>
                </a:lnTo>
                <a:lnTo>
                  <a:pt x="193548" y="249936"/>
                </a:lnTo>
                <a:lnTo>
                  <a:pt x="195072" y="254508"/>
                </a:lnTo>
                <a:lnTo>
                  <a:pt x="198120" y="260604"/>
                </a:lnTo>
                <a:lnTo>
                  <a:pt x="201168" y="269748"/>
                </a:lnTo>
                <a:lnTo>
                  <a:pt x="204216" y="281940"/>
                </a:lnTo>
                <a:lnTo>
                  <a:pt x="204216" y="294132"/>
                </a:lnTo>
                <a:lnTo>
                  <a:pt x="190500" y="333756"/>
                </a:lnTo>
                <a:lnTo>
                  <a:pt x="147828" y="348996"/>
                </a:lnTo>
                <a:lnTo>
                  <a:pt x="147828" y="262128"/>
                </a:lnTo>
                <a:lnTo>
                  <a:pt x="147828" y="234696"/>
                </a:lnTo>
                <a:lnTo>
                  <a:pt x="132588" y="234696"/>
                </a:lnTo>
                <a:lnTo>
                  <a:pt x="126492" y="234899"/>
                </a:lnTo>
                <a:lnTo>
                  <a:pt x="126492" y="262128"/>
                </a:lnTo>
                <a:lnTo>
                  <a:pt x="126492" y="348996"/>
                </a:lnTo>
                <a:lnTo>
                  <a:pt x="118872" y="347472"/>
                </a:lnTo>
                <a:lnTo>
                  <a:pt x="112776" y="345948"/>
                </a:lnTo>
                <a:lnTo>
                  <a:pt x="108204" y="344424"/>
                </a:lnTo>
                <a:lnTo>
                  <a:pt x="103632" y="341376"/>
                </a:lnTo>
                <a:lnTo>
                  <a:pt x="97536" y="338328"/>
                </a:lnTo>
                <a:lnTo>
                  <a:pt x="80772" y="309372"/>
                </a:lnTo>
                <a:lnTo>
                  <a:pt x="80772" y="294132"/>
                </a:lnTo>
                <a:lnTo>
                  <a:pt x="106680" y="263652"/>
                </a:lnTo>
                <a:lnTo>
                  <a:pt x="112776" y="262128"/>
                </a:lnTo>
                <a:lnTo>
                  <a:pt x="126492" y="262128"/>
                </a:lnTo>
                <a:lnTo>
                  <a:pt x="126492" y="234899"/>
                </a:lnTo>
                <a:lnTo>
                  <a:pt x="88011" y="244792"/>
                </a:lnTo>
                <a:lnTo>
                  <a:pt x="62001" y="278803"/>
                </a:lnTo>
                <a:lnTo>
                  <a:pt x="59436" y="300228"/>
                </a:lnTo>
                <a:lnTo>
                  <a:pt x="60858" y="316522"/>
                </a:lnTo>
                <a:lnTo>
                  <a:pt x="60947" y="316801"/>
                </a:lnTo>
                <a:lnTo>
                  <a:pt x="65151" y="331089"/>
                </a:lnTo>
                <a:lnTo>
                  <a:pt x="95478" y="364223"/>
                </a:lnTo>
                <a:lnTo>
                  <a:pt x="126339" y="375005"/>
                </a:lnTo>
                <a:lnTo>
                  <a:pt x="126123" y="375005"/>
                </a:lnTo>
                <a:lnTo>
                  <a:pt x="144780" y="376428"/>
                </a:lnTo>
                <a:lnTo>
                  <a:pt x="163969" y="375005"/>
                </a:lnTo>
                <a:lnTo>
                  <a:pt x="180594" y="370713"/>
                </a:lnTo>
                <a:lnTo>
                  <a:pt x="194919" y="363575"/>
                </a:lnTo>
                <a:lnTo>
                  <a:pt x="207264" y="353568"/>
                </a:lnTo>
                <a:lnTo>
                  <a:pt x="210832" y="348996"/>
                </a:lnTo>
                <a:lnTo>
                  <a:pt x="216382" y="341909"/>
                </a:lnTo>
                <a:lnTo>
                  <a:pt x="223075" y="327660"/>
                </a:lnTo>
                <a:lnTo>
                  <a:pt x="227190" y="311137"/>
                </a:lnTo>
                <a:lnTo>
                  <a:pt x="228473" y="294132"/>
                </a:lnTo>
                <a:lnTo>
                  <a:pt x="228600" y="280416"/>
                </a:lnTo>
                <a:close/>
              </a:path>
              <a:path extrusionOk="0" h="528954" w="230505">
                <a:moveTo>
                  <a:pt x="228600" y="19812"/>
                </a:moveTo>
                <a:lnTo>
                  <a:pt x="227076" y="15240"/>
                </a:lnTo>
                <a:lnTo>
                  <a:pt x="227076" y="10668"/>
                </a:lnTo>
                <a:lnTo>
                  <a:pt x="225552" y="4572"/>
                </a:lnTo>
                <a:lnTo>
                  <a:pt x="224028" y="0"/>
                </a:lnTo>
                <a:lnTo>
                  <a:pt x="199644" y="0"/>
                </a:lnTo>
                <a:lnTo>
                  <a:pt x="199644" y="1524"/>
                </a:lnTo>
                <a:lnTo>
                  <a:pt x="201168" y="3048"/>
                </a:lnTo>
                <a:lnTo>
                  <a:pt x="201168" y="6096"/>
                </a:lnTo>
                <a:lnTo>
                  <a:pt x="202692" y="10668"/>
                </a:lnTo>
                <a:lnTo>
                  <a:pt x="204216" y="13716"/>
                </a:lnTo>
                <a:lnTo>
                  <a:pt x="204216" y="35052"/>
                </a:lnTo>
                <a:lnTo>
                  <a:pt x="201168" y="38100"/>
                </a:lnTo>
                <a:lnTo>
                  <a:pt x="198120" y="44196"/>
                </a:lnTo>
                <a:lnTo>
                  <a:pt x="193548" y="45720"/>
                </a:lnTo>
                <a:lnTo>
                  <a:pt x="190500" y="48768"/>
                </a:lnTo>
                <a:lnTo>
                  <a:pt x="181356" y="48768"/>
                </a:lnTo>
                <a:lnTo>
                  <a:pt x="178308" y="50292"/>
                </a:lnTo>
                <a:lnTo>
                  <a:pt x="86868" y="50292"/>
                </a:lnTo>
                <a:lnTo>
                  <a:pt x="86868" y="0"/>
                </a:lnTo>
                <a:lnTo>
                  <a:pt x="63995" y="0"/>
                </a:lnTo>
                <a:lnTo>
                  <a:pt x="63995" y="50292"/>
                </a:lnTo>
                <a:lnTo>
                  <a:pt x="16764" y="50292"/>
                </a:lnTo>
                <a:lnTo>
                  <a:pt x="16764" y="77724"/>
                </a:lnTo>
                <a:lnTo>
                  <a:pt x="63995" y="77724"/>
                </a:lnTo>
                <a:lnTo>
                  <a:pt x="63995" y="96012"/>
                </a:lnTo>
                <a:lnTo>
                  <a:pt x="86868" y="96012"/>
                </a:lnTo>
                <a:lnTo>
                  <a:pt x="86868" y="77724"/>
                </a:lnTo>
                <a:lnTo>
                  <a:pt x="176784" y="77724"/>
                </a:lnTo>
                <a:lnTo>
                  <a:pt x="189395" y="76898"/>
                </a:lnTo>
                <a:lnTo>
                  <a:pt x="225361" y="49720"/>
                </a:lnTo>
                <a:lnTo>
                  <a:pt x="228600" y="30480"/>
                </a:lnTo>
                <a:lnTo>
                  <a:pt x="228600" y="19812"/>
                </a:lnTo>
                <a:close/>
              </a:path>
              <a:path extrusionOk="0" h="528954" w="230505">
                <a:moveTo>
                  <a:pt x="230124" y="469392"/>
                </a:moveTo>
                <a:lnTo>
                  <a:pt x="216611" y="422109"/>
                </a:lnTo>
                <a:lnTo>
                  <a:pt x="205740" y="411480"/>
                </a:lnTo>
                <a:lnTo>
                  <a:pt x="205740" y="464820"/>
                </a:lnTo>
                <a:lnTo>
                  <a:pt x="205740" y="478536"/>
                </a:lnTo>
                <a:lnTo>
                  <a:pt x="204216" y="483108"/>
                </a:lnTo>
                <a:lnTo>
                  <a:pt x="202692" y="489204"/>
                </a:lnTo>
                <a:lnTo>
                  <a:pt x="196596" y="501396"/>
                </a:lnTo>
                <a:lnTo>
                  <a:pt x="103632" y="501396"/>
                </a:lnTo>
                <a:lnTo>
                  <a:pt x="94488" y="489204"/>
                </a:lnTo>
                <a:lnTo>
                  <a:pt x="91440" y="481584"/>
                </a:lnTo>
                <a:lnTo>
                  <a:pt x="86868" y="473964"/>
                </a:lnTo>
                <a:lnTo>
                  <a:pt x="86741" y="473202"/>
                </a:lnTo>
                <a:lnTo>
                  <a:pt x="85344" y="464820"/>
                </a:lnTo>
                <a:lnTo>
                  <a:pt x="85344" y="457200"/>
                </a:lnTo>
                <a:lnTo>
                  <a:pt x="108559" y="424243"/>
                </a:lnTo>
                <a:lnTo>
                  <a:pt x="144780" y="419100"/>
                </a:lnTo>
                <a:lnTo>
                  <a:pt x="159639" y="419938"/>
                </a:lnTo>
                <a:lnTo>
                  <a:pt x="197370" y="438467"/>
                </a:lnTo>
                <a:lnTo>
                  <a:pt x="205740" y="464820"/>
                </a:lnTo>
                <a:lnTo>
                  <a:pt x="205740" y="411480"/>
                </a:lnTo>
                <a:lnTo>
                  <a:pt x="193167" y="403250"/>
                </a:lnTo>
                <a:lnTo>
                  <a:pt x="178308" y="397002"/>
                </a:lnTo>
                <a:lnTo>
                  <a:pt x="161163" y="393052"/>
                </a:lnTo>
                <a:lnTo>
                  <a:pt x="141732" y="391668"/>
                </a:lnTo>
                <a:lnTo>
                  <a:pt x="123418" y="392798"/>
                </a:lnTo>
                <a:lnTo>
                  <a:pt x="80772" y="408432"/>
                </a:lnTo>
                <a:lnTo>
                  <a:pt x="59436" y="452628"/>
                </a:lnTo>
                <a:lnTo>
                  <a:pt x="59537" y="455091"/>
                </a:lnTo>
                <a:lnTo>
                  <a:pt x="59639" y="457200"/>
                </a:lnTo>
                <a:lnTo>
                  <a:pt x="59740" y="459486"/>
                </a:lnTo>
                <a:lnTo>
                  <a:pt x="59855" y="460248"/>
                </a:lnTo>
                <a:lnTo>
                  <a:pt x="60769" y="466344"/>
                </a:lnTo>
                <a:lnTo>
                  <a:pt x="62649" y="473202"/>
                </a:lnTo>
                <a:lnTo>
                  <a:pt x="80772" y="501396"/>
                </a:lnTo>
                <a:lnTo>
                  <a:pt x="0" y="501396"/>
                </a:lnTo>
                <a:lnTo>
                  <a:pt x="0" y="528828"/>
                </a:lnTo>
                <a:lnTo>
                  <a:pt x="225552" y="528828"/>
                </a:lnTo>
                <a:lnTo>
                  <a:pt x="225552" y="504444"/>
                </a:lnTo>
                <a:lnTo>
                  <a:pt x="217932" y="501396"/>
                </a:lnTo>
                <a:lnTo>
                  <a:pt x="222504" y="495300"/>
                </a:lnTo>
                <a:lnTo>
                  <a:pt x="225552" y="489204"/>
                </a:lnTo>
                <a:lnTo>
                  <a:pt x="228600" y="477012"/>
                </a:lnTo>
                <a:lnTo>
                  <a:pt x="230124" y="4693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623" name="Google Shape;6623;p100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511807" y="6024372"/>
            <a:ext cx="286512" cy="1623059"/>
          </a:xfrm>
          <a:prstGeom prst="rect">
            <a:avLst/>
          </a:prstGeom>
          <a:noFill/>
          <a:ln>
            <a:noFill/>
          </a:ln>
        </p:spPr>
      </p:pic>
      <p:pic>
        <p:nvPicPr>
          <p:cNvPr id="6624" name="Google Shape;6624;p100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019300" y="9621011"/>
            <a:ext cx="102107" cy="102108"/>
          </a:xfrm>
          <a:prstGeom prst="rect">
            <a:avLst/>
          </a:prstGeom>
          <a:noFill/>
          <a:ln>
            <a:noFill/>
          </a:ln>
        </p:spPr>
      </p:pic>
      <p:sp>
        <p:nvSpPr>
          <p:cNvPr id="6625" name="Google Shape;6625;p100"/>
          <p:cNvSpPr/>
          <p:nvPr/>
        </p:nvSpPr>
        <p:spPr>
          <a:xfrm>
            <a:off x="1949195" y="9307067"/>
            <a:ext cx="21590" cy="27940"/>
          </a:xfrm>
          <a:custGeom>
            <a:rect b="b" l="l" r="r" t="t"/>
            <a:pathLst>
              <a:path extrusionOk="0" h="27940" w="21589">
                <a:moveTo>
                  <a:pt x="0" y="0"/>
                </a:moveTo>
                <a:lnTo>
                  <a:pt x="21335" y="0"/>
                </a:lnTo>
                <a:lnTo>
                  <a:pt x="21335" y="27939"/>
                </a:lnTo>
                <a:lnTo>
                  <a:pt x="0" y="279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6" name="Google Shape;6626;p100"/>
          <p:cNvGrpSpPr/>
          <p:nvPr/>
        </p:nvGrpSpPr>
        <p:grpSpPr>
          <a:xfrm>
            <a:off x="1949183" y="9171431"/>
            <a:ext cx="219468" cy="219457"/>
            <a:chOff x="1949183" y="9171431"/>
            <a:chExt cx="219468" cy="219457"/>
          </a:xfrm>
        </p:grpSpPr>
        <p:sp>
          <p:nvSpPr>
            <p:cNvPr id="6627" name="Google Shape;6627;p100"/>
            <p:cNvSpPr/>
            <p:nvPr/>
          </p:nvSpPr>
          <p:spPr>
            <a:xfrm>
              <a:off x="1949183" y="9307068"/>
              <a:ext cx="216535" cy="83820"/>
            </a:xfrm>
            <a:custGeom>
              <a:rect b="b" l="l" r="r" t="t"/>
              <a:pathLst>
                <a:path extrusionOk="0" h="83820" w="216535">
                  <a:moveTo>
                    <a:pt x="216408" y="0"/>
                  </a:moveTo>
                  <a:lnTo>
                    <a:pt x="195072" y="0"/>
                  </a:lnTo>
                  <a:lnTo>
                    <a:pt x="195072" y="27940"/>
                  </a:lnTo>
                  <a:lnTo>
                    <a:pt x="0" y="27940"/>
                  </a:lnTo>
                  <a:lnTo>
                    <a:pt x="0" y="55880"/>
                  </a:lnTo>
                  <a:lnTo>
                    <a:pt x="0" y="83820"/>
                  </a:lnTo>
                  <a:lnTo>
                    <a:pt x="21336" y="83820"/>
                  </a:lnTo>
                  <a:lnTo>
                    <a:pt x="21336" y="55880"/>
                  </a:lnTo>
                  <a:lnTo>
                    <a:pt x="195072" y="55880"/>
                  </a:lnTo>
                  <a:lnTo>
                    <a:pt x="195072" y="83820"/>
                  </a:lnTo>
                  <a:lnTo>
                    <a:pt x="216408" y="83820"/>
                  </a:lnTo>
                  <a:lnTo>
                    <a:pt x="216408" y="55880"/>
                  </a:lnTo>
                  <a:lnTo>
                    <a:pt x="216408" y="2794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28" name="Google Shape;6628;p100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999487" y="9171431"/>
              <a:ext cx="169164" cy="11582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29" name="Google Shape;6629;p100"/>
          <p:cNvGrpSpPr/>
          <p:nvPr/>
        </p:nvGrpSpPr>
        <p:grpSpPr>
          <a:xfrm>
            <a:off x="1940052" y="8656320"/>
            <a:ext cx="228600" cy="413003"/>
            <a:chOff x="1940052" y="8656320"/>
            <a:chExt cx="228600" cy="413003"/>
          </a:xfrm>
        </p:grpSpPr>
        <p:pic>
          <p:nvPicPr>
            <p:cNvPr id="6630" name="Google Shape;6630;p100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940052" y="8827007"/>
              <a:ext cx="228599" cy="2423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31" name="Google Shape;6631;p100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999488" y="8656320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32" name="Google Shape;6632;p100"/>
          <p:cNvGrpSpPr/>
          <p:nvPr/>
        </p:nvGrpSpPr>
        <p:grpSpPr>
          <a:xfrm>
            <a:off x="1956816" y="7918704"/>
            <a:ext cx="213360" cy="621792"/>
            <a:chOff x="1956816" y="7918704"/>
            <a:chExt cx="213360" cy="621792"/>
          </a:xfrm>
        </p:grpSpPr>
        <p:pic>
          <p:nvPicPr>
            <p:cNvPr id="6633" name="Google Shape;6633;p100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999487" y="8330184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34" name="Google Shape;6634;p100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956816" y="7918704"/>
              <a:ext cx="213360" cy="38404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35" name="Google Shape;6635;p100"/>
          <p:cNvGrpSpPr/>
          <p:nvPr/>
        </p:nvGrpSpPr>
        <p:grpSpPr>
          <a:xfrm>
            <a:off x="1940051" y="7170419"/>
            <a:ext cx="230124" cy="638809"/>
            <a:chOff x="1940051" y="7170419"/>
            <a:chExt cx="230124" cy="638809"/>
          </a:xfrm>
        </p:grpSpPr>
        <p:sp>
          <p:nvSpPr>
            <p:cNvPr id="6636" name="Google Shape;6636;p100"/>
            <p:cNvSpPr/>
            <p:nvPr/>
          </p:nvSpPr>
          <p:spPr>
            <a:xfrm>
              <a:off x="1940051" y="7780019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6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6" y="0"/>
                  </a:lnTo>
                  <a:lnTo>
                    <a:pt x="227076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37" name="Google Shape;6637;p100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999749" y="7620000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38" name="Google Shape;6638;p100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940051" y="7284719"/>
              <a:ext cx="230124" cy="2971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39" name="Google Shape;6639;p100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004059" y="7170419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40" name="Google Shape;6640;p100"/>
          <p:cNvGrpSpPr/>
          <p:nvPr/>
        </p:nvGrpSpPr>
        <p:grpSpPr>
          <a:xfrm>
            <a:off x="1949183" y="5929884"/>
            <a:ext cx="219469" cy="1132332"/>
            <a:chOff x="1949183" y="5929884"/>
            <a:chExt cx="219469" cy="1132332"/>
          </a:xfrm>
        </p:grpSpPr>
        <p:sp>
          <p:nvSpPr>
            <p:cNvPr id="6641" name="Google Shape;6641;p100"/>
            <p:cNvSpPr/>
            <p:nvPr/>
          </p:nvSpPr>
          <p:spPr>
            <a:xfrm>
              <a:off x="1949183" y="7031736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42" name="Google Shape;6642;p100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1999488" y="6864096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43" name="Google Shape;6643;p100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1956816" y="6595872"/>
              <a:ext cx="211836" cy="2468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44" name="Google Shape;6644;p100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1999488" y="6440423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45" name="Google Shape;6645;p100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1999488" y="6295644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646" name="Google Shape;6646;p100"/>
            <p:cNvSpPr/>
            <p:nvPr/>
          </p:nvSpPr>
          <p:spPr>
            <a:xfrm>
              <a:off x="1949183" y="6243828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47" name="Google Shape;6647;p100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1999488" y="5929884"/>
              <a:ext cx="169164" cy="29260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648" name="Google Shape;6648;p100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1673351" y="928116"/>
            <a:ext cx="5193792" cy="456590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52" name="Shape 6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3" name="Google Shape;6653;p101"/>
          <p:cNvSpPr/>
          <p:nvPr/>
        </p:nvSpPr>
        <p:spPr>
          <a:xfrm>
            <a:off x="1636776" y="7496556"/>
            <a:ext cx="382905" cy="1009015"/>
          </a:xfrm>
          <a:custGeom>
            <a:rect b="b" l="l" r="r" t="t"/>
            <a:pathLst>
              <a:path extrusionOk="0" h="1009015" w="382905">
                <a:moveTo>
                  <a:pt x="374904" y="277368"/>
                </a:moveTo>
                <a:lnTo>
                  <a:pt x="199644" y="277368"/>
                </a:lnTo>
                <a:lnTo>
                  <a:pt x="176161" y="278803"/>
                </a:lnTo>
                <a:lnTo>
                  <a:pt x="138341" y="290233"/>
                </a:lnTo>
                <a:lnTo>
                  <a:pt x="104203" y="326898"/>
                </a:lnTo>
                <a:lnTo>
                  <a:pt x="97536" y="362712"/>
                </a:lnTo>
                <a:lnTo>
                  <a:pt x="98107" y="372999"/>
                </a:lnTo>
                <a:lnTo>
                  <a:pt x="112699" y="413918"/>
                </a:lnTo>
                <a:lnTo>
                  <a:pt x="135636" y="443484"/>
                </a:lnTo>
                <a:lnTo>
                  <a:pt x="0" y="443484"/>
                </a:lnTo>
                <a:lnTo>
                  <a:pt x="0" y="489204"/>
                </a:lnTo>
                <a:lnTo>
                  <a:pt x="374904" y="489204"/>
                </a:lnTo>
                <a:lnTo>
                  <a:pt x="374904" y="443484"/>
                </a:lnTo>
                <a:lnTo>
                  <a:pt x="173736" y="443484"/>
                </a:lnTo>
                <a:lnTo>
                  <a:pt x="166281" y="435229"/>
                </a:lnTo>
                <a:lnTo>
                  <a:pt x="145351" y="399554"/>
                </a:lnTo>
                <a:lnTo>
                  <a:pt x="140208" y="374904"/>
                </a:lnTo>
                <a:lnTo>
                  <a:pt x="140487" y="366331"/>
                </a:lnTo>
                <a:lnTo>
                  <a:pt x="160020" y="332232"/>
                </a:lnTo>
                <a:lnTo>
                  <a:pt x="194183" y="324383"/>
                </a:lnTo>
                <a:lnTo>
                  <a:pt x="211848" y="323329"/>
                </a:lnTo>
                <a:lnTo>
                  <a:pt x="220980" y="323088"/>
                </a:lnTo>
                <a:lnTo>
                  <a:pt x="374904" y="323088"/>
                </a:lnTo>
                <a:lnTo>
                  <a:pt x="374904" y="277368"/>
                </a:lnTo>
                <a:close/>
              </a:path>
              <a:path extrusionOk="0" h="1009015" w="382905">
                <a:moveTo>
                  <a:pt x="380885" y="97536"/>
                </a:moveTo>
                <a:lnTo>
                  <a:pt x="376415" y="54864"/>
                </a:lnTo>
                <a:lnTo>
                  <a:pt x="373367" y="45720"/>
                </a:lnTo>
                <a:lnTo>
                  <a:pt x="373278" y="45339"/>
                </a:lnTo>
                <a:lnTo>
                  <a:pt x="371843" y="39624"/>
                </a:lnTo>
                <a:lnTo>
                  <a:pt x="362699" y="16764"/>
                </a:lnTo>
                <a:lnTo>
                  <a:pt x="362661" y="16573"/>
                </a:lnTo>
                <a:lnTo>
                  <a:pt x="361175" y="9144"/>
                </a:lnTo>
                <a:lnTo>
                  <a:pt x="358127" y="4572"/>
                </a:lnTo>
                <a:lnTo>
                  <a:pt x="309359" y="4572"/>
                </a:lnTo>
                <a:lnTo>
                  <a:pt x="309359" y="6096"/>
                </a:lnTo>
                <a:lnTo>
                  <a:pt x="315455" y="15240"/>
                </a:lnTo>
                <a:lnTo>
                  <a:pt x="318503" y="21336"/>
                </a:lnTo>
                <a:lnTo>
                  <a:pt x="323075" y="25908"/>
                </a:lnTo>
                <a:lnTo>
                  <a:pt x="329171" y="41148"/>
                </a:lnTo>
                <a:lnTo>
                  <a:pt x="332105" y="47802"/>
                </a:lnTo>
                <a:lnTo>
                  <a:pt x="341109" y="89801"/>
                </a:lnTo>
                <a:lnTo>
                  <a:pt x="341363" y="97536"/>
                </a:lnTo>
                <a:lnTo>
                  <a:pt x="339915" y="117208"/>
                </a:lnTo>
                <a:lnTo>
                  <a:pt x="316979" y="163068"/>
                </a:lnTo>
                <a:lnTo>
                  <a:pt x="266407" y="186004"/>
                </a:lnTo>
                <a:lnTo>
                  <a:pt x="243827" y="187452"/>
                </a:lnTo>
                <a:lnTo>
                  <a:pt x="243827" y="45720"/>
                </a:lnTo>
                <a:lnTo>
                  <a:pt x="243827" y="0"/>
                </a:lnTo>
                <a:lnTo>
                  <a:pt x="219443" y="0"/>
                </a:lnTo>
                <a:lnTo>
                  <a:pt x="208775" y="241"/>
                </a:lnTo>
                <a:lnTo>
                  <a:pt x="208775" y="45720"/>
                </a:lnTo>
                <a:lnTo>
                  <a:pt x="208775" y="187452"/>
                </a:lnTo>
                <a:lnTo>
                  <a:pt x="166865" y="173926"/>
                </a:lnTo>
                <a:lnTo>
                  <a:pt x="140195" y="141732"/>
                </a:lnTo>
                <a:lnTo>
                  <a:pt x="137325" y="135470"/>
                </a:lnTo>
                <a:lnTo>
                  <a:pt x="135432" y="128206"/>
                </a:lnTo>
                <a:lnTo>
                  <a:pt x="134416" y="120091"/>
                </a:lnTo>
                <a:lnTo>
                  <a:pt x="134315" y="117208"/>
                </a:lnTo>
                <a:lnTo>
                  <a:pt x="134099" y="111252"/>
                </a:lnTo>
                <a:lnTo>
                  <a:pt x="134213" y="108204"/>
                </a:lnTo>
                <a:lnTo>
                  <a:pt x="134416" y="102641"/>
                </a:lnTo>
                <a:lnTo>
                  <a:pt x="135432" y="94869"/>
                </a:lnTo>
                <a:lnTo>
                  <a:pt x="137325" y="87680"/>
                </a:lnTo>
                <a:lnTo>
                  <a:pt x="140195" y="80772"/>
                </a:lnTo>
                <a:lnTo>
                  <a:pt x="143243" y="73152"/>
                </a:lnTo>
                <a:lnTo>
                  <a:pt x="147815" y="65532"/>
                </a:lnTo>
                <a:lnTo>
                  <a:pt x="155435" y="60960"/>
                </a:lnTo>
                <a:lnTo>
                  <a:pt x="161531" y="56388"/>
                </a:lnTo>
                <a:lnTo>
                  <a:pt x="169151" y="51816"/>
                </a:lnTo>
                <a:lnTo>
                  <a:pt x="176771" y="50292"/>
                </a:lnTo>
                <a:lnTo>
                  <a:pt x="183921" y="48298"/>
                </a:lnTo>
                <a:lnTo>
                  <a:pt x="191630" y="46863"/>
                </a:lnTo>
                <a:lnTo>
                  <a:pt x="199923" y="46012"/>
                </a:lnTo>
                <a:lnTo>
                  <a:pt x="208775" y="45720"/>
                </a:lnTo>
                <a:lnTo>
                  <a:pt x="208775" y="241"/>
                </a:lnTo>
                <a:lnTo>
                  <a:pt x="164579" y="7620"/>
                </a:lnTo>
                <a:lnTo>
                  <a:pt x="128003" y="28956"/>
                </a:lnTo>
                <a:lnTo>
                  <a:pt x="105143" y="64008"/>
                </a:lnTo>
                <a:lnTo>
                  <a:pt x="97523" y="108204"/>
                </a:lnTo>
                <a:lnTo>
                  <a:pt x="100076" y="134480"/>
                </a:lnTo>
                <a:lnTo>
                  <a:pt x="120027" y="179578"/>
                </a:lnTo>
                <a:lnTo>
                  <a:pt x="158280" y="213245"/>
                </a:lnTo>
                <a:lnTo>
                  <a:pt x="210134" y="230886"/>
                </a:lnTo>
                <a:lnTo>
                  <a:pt x="209918" y="230886"/>
                </a:lnTo>
                <a:lnTo>
                  <a:pt x="240779" y="233172"/>
                </a:lnTo>
                <a:lnTo>
                  <a:pt x="272834" y="230886"/>
                </a:lnTo>
                <a:lnTo>
                  <a:pt x="300596" y="224028"/>
                </a:lnTo>
                <a:lnTo>
                  <a:pt x="344411" y="196596"/>
                </a:lnTo>
                <a:lnTo>
                  <a:pt x="371843" y="154305"/>
                </a:lnTo>
                <a:lnTo>
                  <a:pt x="378701" y="127165"/>
                </a:lnTo>
                <a:lnTo>
                  <a:pt x="380885" y="97536"/>
                </a:lnTo>
                <a:close/>
              </a:path>
              <a:path extrusionOk="0" h="1009015" w="382905">
                <a:moveTo>
                  <a:pt x="380987" y="592836"/>
                </a:moveTo>
                <a:lnTo>
                  <a:pt x="379463" y="586740"/>
                </a:lnTo>
                <a:lnTo>
                  <a:pt x="377939" y="580644"/>
                </a:lnTo>
                <a:lnTo>
                  <a:pt x="376415" y="573024"/>
                </a:lnTo>
                <a:lnTo>
                  <a:pt x="373367" y="565404"/>
                </a:lnTo>
                <a:lnTo>
                  <a:pt x="373367" y="560832"/>
                </a:lnTo>
                <a:lnTo>
                  <a:pt x="370319" y="554736"/>
                </a:lnTo>
                <a:lnTo>
                  <a:pt x="367271" y="547116"/>
                </a:lnTo>
                <a:lnTo>
                  <a:pt x="364223" y="541020"/>
                </a:lnTo>
                <a:lnTo>
                  <a:pt x="362699" y="534924"/>
                </a:lnTo>
                <a:lnTo>
                  <a:pt x="359651" y="530352"/>
                </a:lnTo>
                <a:lnTo>
                  <a:pt x="309359" y="530352"/>
                </a:lnTo>
                <a:lnTo>
                  <a:pt x="309359" y="533400"/>
                </a:lnTo>
                <a:lnTo>
                  <a:pt x="315937" y="541451"/>
                </a:lnTo>
                <a:lnTo>
                  <a:pt x="321932" y="549783"/>
                </a:lnTo>
                <a:lnTo>
                  <a:pt x="339077" y="589216"/>
                </a:lnTo>
                <a:lnTo>
                  <a:pt x="341363" y="611124"/>
                </a:lnTo>
                <a:lnTo>
                  <a:pt x="339648" y="628535"/>
                </a:lnTo>
                <a:lnTo>
                  <a:pt x="313931" y="669036"/>
                </a:lnTo>
                <a:lnTo>
                  <a:pt x="262077" y="687692"/>
                </a:lnTo>
                <a:lnTo>
                  <a:pt x="239255" y="688848"/>
                </a:lnTo>
                <a:lnTo>
                  <a:pt x="216446" y="687451"/>
                </a:lnTo>
                <a:lnTo>
                  <a:pt x="178828" y="676643"/>
                </a:lnTo>
                <a:lnTo>
                  <a:pt x="144005" y="642747"/>
                </a:lnTo>
                <a:lnTo>
                  <a:pt x="137147" y="611124"/>
                </a:lnTo>
                <a:lnTo>
                  <a:pt x="137147" y="603504"/>
                </a:lnTo>
                <a:lnTo>
                  <a:pt x="149339" y="563880"/>
                </a:lnTo>
                <a:lnTo>
                  <a:pt x="152387" y="556260"/>
                </a:lnTo>
                <a:lnTo>
                  <a:pt x="156959" y="550164"/>
                </a:lnTo>
                <a:lnTo>
                  <a:pt x="166103" y="536448"/>
                </a:lnTo>
                <a:lnTo>
                  <a:pt x="169151" y="533400"/>
                </a:lnTo>
                <a:lnTo>
                  <a:pt x="169151" y="530352"/>
                </a:lnTo>
                <a:lnTo>
                  <a:pt x="118859" y="530352"/>
                </a:lnTo>
                <a:lnTo>
                  <a:pt x="103619" y="566928"/>
                </a:lnTo>
                <a:lnTo>
                  <a:pt x="97523" y="609600"/>
                </a:lnTo>
                <a:lnTo>
                  <a:pt x="98094" y="623277"/>
                </a:lnTo>
                <a:lnTo>
                  <a:pt x="106667" y="661416"/>
                </a:lnTo>
                <a:lnTo>
                  <a:pt x="134099" y="701040"/>
                </a:lnTo>
                <a:lnTo>
                  <a:pt x="166039" y="721829"/>
                </a:lnTo>
                <a:lnTo>
                  <a:pt x="206489" y="733806"/>
                </a:lnTo>
                <a:lnTo>
                  <a:pt x="239255" y="736092"/>
                </a:lnTo>
                <a:lnTo>
                  <a:pt x="256959" y="735520"/>
                </a:lnTo>
                <a:lnTo>
                  <a:pt x="301739" y="726948"/>
                </a:lnTo>
                <a:lnTo>
                  <a:pt x="337108" y="708736"/>
                </a:lnTo>
                <a:lnTo>
                  <a:pt x="367588" y="672541"/>
                </a:lnTo>
                <a:lnTo>
                  <a:pt x="380415" y="623912"/>
                </a:lnTo>
                <a:lnTo>
                  <a:pt x="380987" y="609600"/>
                </a:lnTo>
                <a:lnTo>
                  <a:pt x="380987" y="592836"/>
                </a:lnTo>
                <a:close/>
              </a:path>
              <a:path extrusionOk="0" h="1009015" w="382905">
                <a:moveTo>
                  <a:pt x="382511" y="890016"/>
                </a:moveTo>
                <a:lnTo>
                  <a:pt x="377367" y="846302"/>
                </a:lnTo>
                <a:lnTo>
                  <a:pt x="357301" y="804722"/>
                </a:lnTo>
                <a:lnTo>
                  <a:pt x="325221" y="776033"/>
                </a:lnTo>
                <a:lnTo>
                  <a:pt x="283311" y="763866"/>
                </a:lnTo>
                <a:lnTo>
                  <a:pt x="272783" y="763524"/>
                </a:lnTo>
                <a:lnTo>
                  <a:pt x="256476" y="764438"/>
                </a:lnTo>
                <a:lnTo>
                  <a:pt x="216395" y="780288"/>
                </a:lnTo>
                <a:lnTo>
                  <a:pt x="187896" y="817156"/>
                </a:lnTo>
                <a:lnTo>
                  <a:pt x="172199" y="870204"/>
                </a:lnTo>
                <a:lnTo>
                  <a:pt x="169913" y="881087"/>
                </a:lnTo>
                <a:lnTo>
                  <a:pt x="167627" y="890968"/>
                </a:lnTo>
                <a:lnTo>
                  <a:pt x="154863" y="928116"/>
                </a:lnTo>
                <a:lnTo>
                  <a:pt x="116890" y="954722"/>
                </a:lnTo>
                <a:lnTo>
                  <a:pt x="105143" y="955548"/>
                </a:lnTo>
                <a:lnTo>
                  <a:pt x="93141" y="954151"/>
                </a:lnTo>
                <a:lnTo>
                  <a:pt x="57759" y="923099"/>
                </a:lnTo>
                <a:lnTo>
                  <a:pt x="48755" y="880872"/>
                </a:lnTo>
                <a:lnTo>
                  <a:pt x="49593" y="866279"/>
                </a:lnTo>
                <a:lnTo>
                  <a:pt x="60947" y="824484"/>
                </a:lnTo>
                <a:lnTo>
                  <a:pt x="80670" y="789127"/>
                </a:lnTo>
                <a:lnTo>
                  <a:pt x="88379" y="780288"/>
                </a:lnTo>
                <a:lnTo>
                  <a:pt x="88379" y="777240"/>
                </a:lnTo>
                <a:lnTo>
                  <a:pt x="30467" y="777240"/>
                </a:lnTo>
                <a:lnTo>
                  <a:pt x="25285" y="788936"/>
                </a:lnTo>
                <a:lnTo>
                  <a:pt x="13703" y="826008"/>
                </a:lnTo>
                <a:lnTo>
                  <a:pt x="7924" y="869086"/>
                </a:lnTo>
                <a:lnTo>
                  <a:pt x="7607" y="883920"/>
                </a:lnTo>
                <a:lnTo>
                  <a:pt x="9588" y="909066"/>
                </a:lnTo>
                <a:lnTo>
                  <a:pt x="24968" y="952500"/>
                </a:lnTo>
                <a:lnTo>
                  <a:pt x="53809" y="985913"/>
                </a:lnTo>
                <a:lnTo>
                  <a:pt x="90385" y="1003579"/>
                </a:lnTo>
                <a:lnTo>
                  <a:pt x="111239" y="1005840"/>
                </a:lnTo>
                <a:lnTo>
                  <a:pt x="121246" y="1005293"/>
                </a:lnTo>
                <a:lnTo>
                  <a:pt x="130670" y="1003744"/>
                </a:lnTo>
                <a:lnTo>
                  <a:pt x="139534" y="1001344"/>
                </a:lnTo>
                <a:lnTo>
                  <a:pt x="147815" y="998220"/>
                </a:lnTo>
                <a:lnTo>
                  <a:pt x="156413" y="995387"/>
                </a:lnTo>
                <a:lnTo>
                  <a:pt x="187248" y="969073"/>
                </a:lnTo>
                <a:lnTo>
                  <a:pt x="206235" y="931125"/>
                </a:lnTo>
                <a:lnTo>
                  <a:pt x="216395" y="886968"/>
                </a:lnTo>
                <a:lnTo>
                  <a:pt x="220967" y="872871"/>
                </a:lnTo>
                <a:lnTo>
                  <a:pt x="223253" y="865111"/>
                </a:lnTo>
                <a:lnTo>
                  <a:pt x="225539" y="856488"/>
                </a:lnTo>
                <a:lnTo>
                  <a:pt x="229285" y="845896"/>
                </a:lnTo>
                <a:lnTo>
                  <a:pt x="261162" y="816102"/>
                </a:lnTo>
                <a:lnTo>
                  <a:pt x="280403" y="813816"/>
                </a:lnTo>
                <a:lnTo>
                  <a:pt x="293535" y="814984"/>
                </a:lnTo>
                <a:lnTo>
                  <a:pt x="331724" y="845058"/>
                </a:lnTo>
                <a:lnTo>
                  <a:pt x="341363" y="893064"/>
                </a:lnTo>
                <a:lnTo>
                  <a:pt x="340537" y="907046"/>
                </a:lnTo>
                <a:lnTo>
                  <a:pt x="329171" y="950976"/>
                </a:lnTo>
                <a:lnTo>
                  <a:pt x="304965" y="992339"/>
                </a:lnTo>
                <a:lnTo>
                  <a:pt x="294119" y="1004316"/>
                </a:lnTo>
                <a:lnTo>
                  <a:pt x="294119" y="1008888"/>
                </a:lnTo>
                <a:lnTo>
                  <a:pt x="355079" y="1008888"/>
                </a:lnTo>
                <a:lnTo>
                  <a:pt x="360540" y="996302"/>
                </a:lnTo>
                <a:lnTo>
                  <a:pt x="374891" y="957072"/>
                </a:lnTo>
                <a:lnTo>
                  <a:pt x="381965" y="908862"/>
                </a:lnTo>
                <a:lnTo>
                  <a:pt x="382511" y="89001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4" name="Google Shape;6654;p101"/>
          <p:cNvSpPr/>
          <p:nvPr/>
        </p:nvSpPr>
        <p:spPr>
          <a:xfrm>
            <a:off x="1652016" y="6309360"/>
            <a:ext cx="367030" cy="1138555"/>
          </a:xfrm>
          <a:custGeom>
            <a:rect b="b" l="l" r="r" t="t"/>
            <a:pathLst>
              <a:path extrusionOk="0" h="1138554" w="367030">
                <a:moveTo>
                  <a:pt x="47244" y="249936"/>
                </a:moveTo>
                <a:lnTo>
                  <a:pt x="0" y="249936"/>
                </a:lnTo>
                <a:lnTo>
                  <a:pt x="0" y="301752"/>
                </a:lnTo>
                <a:lnTo>
                  <a:pt x="47244" y="301752"/>
                </a:lnTo>
                <a:lnTo>
                  <a:pt x="47244" y="249936"/>
                </a:lnTo>
                <a:close/>
              </a:path>
              <a:path extrusionOk="0" h="1138554" w="367030">
                <a:moveTo>
                  <a:pt x="359651" y="787908"/>
                </a:moveTo>
                <a:lnTo>
                  <a:pt x="182867" y="787908"/>
                </a:lnTo>
                <a:lnTo>
                  <a:pt x="168846" y="788225"/>
                </a:lnTo>
                <a:lnTo>
                  <a:pt x="127012" y="797483"/>
                </a:lnTo>
                <a:lnTo>
                  <a:pt x="95046" y="822388"/>
                </a:lnTo>
                <a:lnTo>
                  <a:pt x="82283" y="867156"/>
                </a:lnTo>
                <a:lnTo>
                  <a:pt x="83121" y="878332"/>
                </a:lnTo>
                <a:lnTo>
                  <a:pt x="101028" y="919238"/>
                </a:lnTo>
                <a:lnTo>
                  <a:pt x="129527" y="949452"/>
                </a:lnTo>
                <a:lnTo>
                  <a:pt x="117817" y="954595"/>
                </a:lnTo>
                <a:lnTo>
                  <a:pt x="88074" y="986345"/>
                </a:lnTo>
                <a:lnTo>
                  <a:pt x="82283" y="1019556"/>
                </a:lnTo>
                <a:lnTo>
                  <a:pt x="82854" y="1029589"/>
                </a:lnTo>
                <a:lnTo>
                  <a:pt x="97459" y="1066571"/>
                </a:lnTo>
                <a:lnTo>
                  <a:pt x="120383" y="1092708"/>
                </a:lnTo>
                <a:lnTo>
                  <a:pt x="89903" y="1092708"/>
                </a:lnTo>
                <a:lnTo>
                  <a:pt x="89903" y="1138428"/>
                </a:lnTo>
                <a:lnTo>
                  <a:pt x="359651" y="1138428"/>
                </a:lnTo>
                <a:lnTo>
                  <a:pt x="359651" y="1092708"/>
                </a:lnTo>
                <a:lnTo>
                  <a:pt x="158483" y="1092708"/>
                </a:lnTo>
                <a:lnTo>
                  <a:pt x="151041" y="1084948"/>
                </a:lnTo>
                <a:lnTo>
                  <a:pt x="127241" y="1046416"/>
                </a:lnTo>
                <a:lnTo>
                  <a:pt x="124955" y="1031748"/>
                </a:lnTo>
                <a:lnTo>
                  <a:pt x="124955" y="1021080"/>
                </a:lnTo>
                <a:lnTo>
                  <a:pt x="154482" y="990028"/>
                </a:lnTo>
                <a:lnTo>
                  <a:pt x="202679" y="986028"/>
                </a:lnTo>
                <a:lnTo>
                  <a:pt x="359651" y="986028"/>
                </a:lnTo>
                <a:lnTo>
                  <a:pt x="359651" y="940308"/>
                </a:lnTo>
                <a:lnTo>
                  <a:pt x="164579" y="940308"/>
                </a:lnTo>
                <a:lnTo>
                  <a:pt x="161531" y="941832"/>
                </a:lnTo>
                <a:lnTo>
                  <a:pt x="158483" y="941832"/>
                </a:lnTo>
                <a:lnTo>
                  <a:pt x="134099" y="908304"/>
                </a:lnTo>
                <a:lnTo>
                  <a:pt x="124955" y="879348"/>
                </a:lnTo>
                <a:lnTo>
                  <a:pt x="124955" y="868680"/>
                </a:lnTo>
                <a:lnTo>
                  <a:pt x="154482" y="837628"/>
                </a:lnTo>
                <a:lnTo>
                  <a:pt x="202679" y="833628"/>
                </a:lnTo>
                <a:lnTo>
                  <a:pt x="359651" y="833628"/>
                </a:lnTo>
                <a:lnTo>
                  <a:pt x="359651" y="787908"/>
                </a:lnTo>
                <a:close/>
              </a:path>
              <a:path extrusionOk="0" h="1138554" w="367030">
                <a:moveTo>
                  <a:pt x="359664" y="252984"/>
                </a:moveTo>
                <a:lnTo>
                  <a:pt x="89916" y="252984"/>
                </a:lnTo>
                <a:lnTo>
                  <a:pt x="89916" y="298704"/>
                </a:lnTo>
                <a:lnTo>
                  <a:pt x="359664" y="298704"/>
                </a:lnTo>
                <a:lnTo>
                  <a:pt x="359664" y="252984"/>
                </a:lnTo>
                <a:close/>
              </a:path>
              <a:path extrusionOk="0" h="1138554" w="367030">
                <a:moveTo>
                  <a:pt x="365747" y="370332"/>
                </a:moveTo>
                <a:lnTo>
                  <a:pt x="364223" y="362712"/>
                </a:lnTo>
                <a:lnTo>
                  <a:pt x="361746" y="349186"/>
                </a:lnTo>
                <a:lnTo>
                  <a:pt x="360159" y="342785"/>
                </a:lnTo>
                <a:lnTo>
                  <a:pt x="358127" y="336804"/>
                </a:lnTo>
                <a:lnTo>
                  <a:pt x="316979" y="336804"/>
                </a:lnTo>
                <a:lnTo>
                  <a:pt x="316979" y="338328"/>
                </a:lnTo>
                <a:lnTo>
                  <a:pt x="318503" y="341376"/>
                </a:lnTo>
                <a:lnTo>
                  <a:pt x="320027" y="347472"/>
                </a:lnTo>
                <a:lnTo>
                  <a:pt x="323075" y="353568"/>
                </a:lnTo>
                <a:lnTo>
                  <a:pt x="324599" y="361188"/>
                </a:lnTo>
                <a:lnTo>
                  <a:pt x="326123" y="367284"/>
                </a:lnTo>
                <a:lnTo>
                  <a:pt x="326123" y="374904"/>
                </a:lnTo>
                <a:lnTo>
                  <a:pt x="325843" y="382600"/>
                </a:lnTo>
                <a:lnTo>
                  <a:pt x="309359" y="413004"/>
                </a:lnTo>
                <a:lnTo>
                  <a:pt x="303263" y="417576"/>
                </a:lnTo>
                <a:lnTo>
                  <a:pt x="295643" y="419100"/>
                </a:lnTo>
                <a:lnTo>
                  <a:pt x="288023" y="419100"/>
                </a:lnTo>
                <a:lnTo>
                  <a:pt x="281736" y="419341"/>
                </a:lnTo>
                <a:lnTo>
                  <a:pt x="265734" y="420395"/>
                </a:lnTo>
                <a:lnTo>
                  <a:pt x="256019" y="420624"/>
                </a:lnTo>
                <a:lnTo>
                  <a:pt x="128003" y="420624"/>
                </a:lnTo>
                <a:lnTo>
                  <a:pt x="128003" y="336804"/>
                </a:lnTo>
                <a:lnTo>
                  <a:pt x="89903" y="336804"/>
                </a:lnTo>
                <a:lnTo>
                  <a:pt x="89903" y="420624"/>
                </a:lnTo>
                <a:lnTo>
                  <a:pt x="12179" y="420624"/>
                </a:lnTo>
                <a:lnTo>
                  <a:pt x="12179" y="466344"/>
                </a:lnTo>
                <a:lnTo>
                  <a:pt x="89903" y="466344"/>
                </a:lnTo>
                <a:lnTo>
                  <a:pt x="89903" y="496824"/>
                </a:lnTo>
                <a:lnTo>
                  <a:pt x="128003" y="496824"/>
                </a:lnTo>
                <a:lnTo>
                  <a:pt x="128003" y="466344"/>
                </a:lnTo>
                <a:lnTo>
                  <a:pt x="277355" y="466344"/>
                </a:lnTo>
                <a:lnTo>
                  <a:pt x="298767" y="464947"/>
                </a:lnTo>
                <a:lnTo>
                  <a:pt x="344411" y="445008"/>
                </a:lnTo>
                <a:lnTo>
                  <a:pt x="364350" y="404507"/>
                </a:lnTo>
                <a:lnTo>
                  <a:pt x="365747" y="387096"/>
                </a:lnTo>
                <a:lnTo>
                  <a:pt x="365747" y="370332"/>
                </a:lnTo>
                <a:close/>
              </a:path>
              <a:path extrusionOk="0" h="1138554" w="367030">
                <a:moveTo>
                  <a:pt x="365747" y="62484"/>
                </a:moveTo>
                <a:lnTo>
                  <a:pt x="364223" y="56388"/>
                </a:lnTo>
                <a:lnTo>
                  <a:pt x="362699" y="50292"/>
                </a:lnTo>
                <a:lnTo>
                  <a:pt x="361175" y="42672"/>
                </a:lnTo>
                <a:lnTo>
                  <a:pt x="358127" y="35052"/>
                </a:lnTo>
                <a:lnTo>
                  <a:pt x="358127" y="28956"/>
                </a:lnTo>
                <a:lnTo>
                  <a:pt x="348983" y="10668"/>
                </a:lnTo>
                <a:lnTo>
                  <a:pt x="347459" y="4572"/>
                </a:lnTo>
                <a:lnTo>
                  <a:pt x="344411" y="0"/>
                </a:lnTo>
                <a:lnTo>
                  <a:pt x="294119" y="0"/>
                </a:lnTo>
                <a:lnTo>
                  <a:pt x="294119" y="3048"/>
                </a:lnTo>
                <a:lnTo>
                  <a:pt x="300697" y="10464"/>
                </a:lnTo>
                <a:lnTo>
                  <a:pt x="306692" y="18859"/>
                </a:lnTo>
                <a:lnTo>
                  <a:pt x="323837" y="58864"/>
                </a:lnTo>
                <a:lnTo>
                  <a:pt x="326123" y="80772"/>
                </a:lnTo>
                <a:lnTo>
                  <a:pt x="324408" y="97942"/>
                </a:lnTo>
                <a:lnTo>
                  <a:pt x="298691" y="137160"/>
                </a:lnTo>
                <a:lnTo>
                  <a:pt x="246837" y="157099"/>
                </a:lnTo>
                <a:lnTo>
                  <a:pt x="224015" y="158496"/>
                </a:lnTo>
                <a:lnTo>
                  <a:pt x="201206" y="157099"/>
                </a:lnTo>
                <a:lnTo>
                  <a:pt x="163588" y="146291"/>
                </a:lnTo>
                <a:lnTo>
                  <a:pt x="128765" y="112395"/>
                </a:lnTo>
                <a:lnTo>
                  <a:pt x="121907" y="80772"/>
                </a:lnTo>
                <a:lnTo>
                  <a:pt x="121907" y="73152"/>
                </a:lnTo>
                <a:lnTo>
                  <a:pt x="134099" y="33528"/>
                </a:lnTo>
                <a:lnTo>
                  <a:pt x="137147" y="25908"/>
                </a:lnTo>
                <a:lnTo>
                  <a:pt x="141719" y="19812"/>
                </a:lnTo>
                <a:lnTo>
                  <a:pt x="144767" y="15240"/>
                </a:lnTo>
                <a:lnTo>
                  <a:pt x="147815" y="9144"/>
                </a:lnTo>
                <a:lnTo>
                  <a:pt x="153911" y="3048"/>
                </a:lnTo>
                <a:lnTo>
                  <a:pt x="153911" y="0"/>
                </a:lnTo>
                <a:lnTo>
                  <a:pt x="103619" y="0"/>
                </a:lnTo>
                <a:lnTo>
                  <a:pt x="88379" y="36576"/>
                </a:lnTo>
                <a:lnTo>
                  <a:pt x="82283" y="79248"/>
                </a:lnTo>
                <a:lnTo>
                  <a:pt x="82854" y="92710"/>
                </a:lnTo>
                <a:lnTo>
                  <a:pt x="91427" y="131064"/>
                </a:lnTo>
                <a:lnTo>
                  <a:pt x="118859" y="170688"/>
                </a:lnTo>
                <a:lnTo>
                  <a:pt x="163055" y="196596"/>
                </a:lnTo>
                <a:lnTo>
                  <a:pt x="207213" y="205168"/>
                </a:lnTo>
                <a:lnTo>
                  <a:pt x="224015" y="205740"/>
                </a:lnTo>
                <a:lnTo>
                  <a:pt x="241719" y="205168"/>
                </a:lnTo>
                <a:lnTo>
                  <a:pt x="286499" y="196596"/>
                </a:lnTo>
                <a:lnTo>
                  <a:pt x="321868" y="178384"/>
                </a:lnTo>
                <a:lnTo>
                  <a:pt x="352348" y="142189"/>
                </a:lnTo>
                <a:lnTo>
                  <a:pt x="365175" y="92925"/>
                </a:lnTo>
                <a:lnTo>
                  <a:pt x="365747" y="79248"/>
                </a:lnTo>
                <a:lnTo>
                  <a:pt x="365747" y="62484"/>
                </a:lnTo>
                <a:close/>
              </a:path>
              <a:path extrusionOk="0" h="1138554" w="367030">
                <a:moveTo>
                  <a:pt x="366966" y="670280"/>
                </a:moveTo>
                <a:lnTo>
                  <a:pt x="364223" y="630936"/>
                </a:lnTo>
                <a:lnTo>
                  <a:pt x="362585" y="626821"/>
                </a:lnTo>
                <a:lnTo>
                  <a:pt x="359651" y="619315"/>
                </a:lnTo>
                <a:lnTo>
                  <a:pt x="357365" y="613156"/>
                </a:lnTo>
                <a:lnTo>
                  <a:pt x="355079" y="606552"/>
                </a:lnTo>
                <a:lnTo>
                  <a:pt x="352031" y="601980"/>
                </a:lnTo>
                <a:lnTo>
                  <a:pt x="333743" y="577596"/>
                </a:lnTo>
                <a:lnTo>
                  <a:pt x="330695" y="574548"/>
                </a:lnTo>
                <a:lnTo>
                  <a:pt x="359651" y="574548"/>
                </a:lnTo>
                <a:lnTo>
                  <a:pt x="359651" y="528828"/>
                </a:lnTo>
                <a:lnTo>
                  <a:pt x="324510" y="528828"/>
                </a:lnTo>
                <a:lnTo>
                  <a:pt x="324510" y="644461"/>
                </a:lnTo>
                <a:lnTo>
                  <a:pt x="324446" y="648373"/>
                </a:lnTo>
                <a:lnTo>
                  <a:pt x="306082" y="688759"/>
                </a:lnTo>
                <a:lnTo>
                  <a:pt x="277355" y="696468"/>
                </a:lnTo>
                <a:lnTo>
                  <a:pt x="267373" y="695617"/>
                </a:lnTo>
                <a:lnTo>
                  <a:pt x="267563" y="695617"/>
                </a:lnTo>
                <a:lnTo>
                  <a:pt x="259067" y="693229"/>
                </a:lnTo>
                <a:lnTo>
                  <a:pt x="232067" y="663917"/>
                </a:lnTo>
                <a:lnTo>
                  <a:pt x="223583" y="626059"/>
                </a:lnTo>
                <a:lnTo>
                  <a:pt x="223494" y="625208"/>
                </a:lnTo>
                <a:lnTo>
                  <a:pt x="222491" y="615696"/>
                </a:lnTo>
                <a:lnTo>
                  <a:pt x="221170" y="601980"/>
                </a:lnTo>
                <a:lnTo>
                  <a:pt x="220154" y="592315"/>
                </a:lnTo>
                <a:lnTo>
                  <a:pt x="218935" y="582168"/>
                </a:lnTo>
                <a:lnTo>
                  <a:pt x="217919" y="574548"/>
                </a:lnTo>
                <a:lnTo>
                  <a:pt x="294119" y="574548"/>
                </a:lnTo>
                <a:lnTo>
                  <a:pt x="315455" y="606552"/>
                </a:lnTo>
                <a:lnTo>
                  <a:pt x="322376" y="625563"/>
                </a:lnTo>
                <a:lnTo>
                  <a:pt x="322465" y="626059"/>
                </a:lnTo>
                <a:lnTo>
                  <a:pt x="324027" y="635279"/>
                </a:lnTo>
                <a:lnTo>
                  <a:pt x="324129" y="637209"/>
                </a:lnTo>
                <a:lnTo>
                  <a:pt x="324510" y="644461"/>
                </a:lnTo>
                <a:lnTo>
                  <a:pt x="324510" y="528828"/>
                </a:lnTo>
                <a:lnTo>
                  <a:pt x="175247" y="528828"/>
                </a:lnTo>
                <a:lnTo>
                  <a:pt x="162344" y="529386"/>
                </a:lnTo>
                <a:lnTo>
                  <a:pt x="122466" y="540435"/>
                </a:lnTo>
                <a:lnTo>
                  <a:pt x="92760" y="574167"/>
                </a:lnTo>
                <a:lnTo>
                  <a:pt x="83489" y="613156"/>
                </a:lnTo>
                <a:lnTo>
                  <a:pt x="83286" y="615696"/>
                </a:lnTo>
                <a:lnTo>
                  <a:pt x="82638" y="625208"/>
                </a:lnTo>
                <a:lnTo>
                  <a:pt x="82651" y="652589"/>
                </a:lnTo>
                <a:lnTo>
                  <a:pt x="83426" y="662940"/>
                </a:lnTo>
                <a:lnTo>
                  <a:pt x="83553" y="663917"/>
                </a:lnTo>
                <a:lnTo>
                  <a:pt x="84861" y="674370"/>
                </a:lnTo>
                <a:lnTo>
                  <a:pt x="86956" y="686282"/>
                </a:lnTo>
                <a:lnTo>
                  <a:pt x="89128" y="697306"/>
                </a:lnTo>
                <a:lnTo>
                  <a:pt x="91236" y="706945"/>
                </a:lnTo>
                <a:lnTo>
                  <a:pt x="93078" y="715162"/>
                </a:lnTo>
                <a:lnTo>
                  <a:pt x="94475" y="722376"/>
                </a:lnTo>
                <a:lnTo>
                  <a:pt x="140195" y="722376"/>
                </a:lnTo>
                <a:lnTo>
                  <a:pt x="140195" y="719328"/>
                </a:lnTo>
                <a:lnTo>
                  <a:pt x="135915" y="709028"/>
                </a:lnTo>
                <a:lnTo>
                  <a:pt x="132194" y="698563"/>
                </a:lnTo>
                <a:lnTo>
                  <a:pt x="123050" y="657225"/>
                </a:lnTo>
                <a:lnTo>
                  <a:pt x="122872" y="655320"/>
                </a:lnTo>
                <a:lnTo>
                  <a:pt x="122199" y="648373"/>
                </a:lnTo>
                <a:lnTo>
                  <a:pt x="123647" y="613156"/>
                </a:lnTo>
                <a:lnTo>
                  <a:pt x="124955" y="606552"/>
                </a:lnTo>
                <a:lnTo>
                  <a:pt x="152057" y="577126"/>
                </a:lnTo>
                <a:lnTo>
                  <a:pt x="172199" y="574548"/>
                </a:lnTo>
                <a:lnTo>
                  <a:pt x="181343" y="574548"/>
                </a:lnTo>
                <a:lnTo>
                  <a:pt x="181419" y="575691"/>
                </a:lnTo>
                <a:lnTo>
                  <a:pt x="181546" y="577596"/>
                </a:lnTo>
                <a:lnTo>
                  <a:pt x="181648" y="579120"/>
                </a:lnTo>
                <a:lnTo>
                  <a:pt x="182562" y="592836"/>
                </a:lnTo>
                <a:lnTo>
                  <a:pt x="183819" y="609219"/>
                </a:lnTo>
                <a:lnTo>
                  <a:pt x="185381" y="625208"/>
                </a:lnTo>
                <a:lnTo>
                  <a:pt x="185483" y="626059"/>
                </a:lnTo>
                <a:lnTo>
                  <a:pt x="185585" y="626821"/>
                </a:lnTo>
                <a:lnTo>
                  <a:pt x="185623" y="627126"/>
                </a:lnTo>
                <a:lnTo>
                  <a:pt x="187439" y="641604"/>
                </a:lnTo>
                <a:lnTo>
                  <a:pt x="190017" y="656158"/>
                </a:lnTo>
                <a:lnTo>
                  <a:pt x="193154" y="669988"/>
                </a:lnTo>
                <a:lnTo>
                  <a:pt x="193243" y="670280"/>
                </a:lnTo>
                <a:lnTo>
                  <a:pt x="196875" y="682967"/>
                </a:lnTo>
                <a:lnTo>
                  <a:pt x="215442" y="716661"/>
                </a:lnTo>
                <a:lnTo>
                  <a:pt x="255257" y="740473"/>
                </a:lnTo>
                <a:lnTo>
                  <a:pt x="281927" y="743712"/>
                </a:lnTo>
                <a:lnTo>
                  <a:pt x="290169" y="743407"/>
                </a:lnTo>
                <a:lnTo>
                  <a:pt x="330314" y="729615"/>
                </a:lnTo>
                <a:lnTo>
                  <a:pt x="357466" y="700900"/>
                </a:lnTo>
                <a:lnTo>
                  <a:pt x="359664" y="696468"/>
                </a:lnTo>
                <a:lnTo>
                  <a:pt x="361175" y="693420"/>
                </a:lnTo>
                <a:lnTo>
                  <a:pt x="361264" y="693229"/>
                </a:lnTo>
                <a:lnTo>
                  <a:pt x="361340" y="693039"/>
                </a:lnTo>
                <a:lnTo>
                  <a:pt x="364058" y="686282"/>
                </a:lnTo>
                <a:lnTo>
                  <a:pt x="364185" y="685800"/>
                </a:lnTo>
                <a:lnTo>
                  <a:pt x="365937" y="678561"/>
                </a:lnTo>
                <a:lnTo>
                  <a:pt x="365988" y="678256"/>
                </a:lnTo>
                <a:lnTo>
                  <a:pt x="366966" y="67028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5" name="Google Shape;6655;p101"/>
          <p:cNvSpPr/>
          <p:nvPr/>
        </p:nvSpPr>
        <p:spPr>
          <a:xfrm>
            <a:off x="1644383" y="5623560"/>
            <a:ext cx="375285" cy="509270"/>
          </a:xfrm>
          <a:custGeom>
            <a:rect b="b" l="l" r="r" t="t"/>
            <a:pathLst>
              <a:path extrusionOk="0" h="509270" w="375285">
                <a:moveTo>
                  <a:pt x="374599" y="141452"/>
                </a:moveTo>
                <a:lnTo>
                  <a:pt x="371856" y="102108"/>
                </a:lnTo>
                <a:lnTo>
                  <a:pt x="345948" y="54864"/>
                </a:lnTo>
                <a:lnTo>
                  <a:pt x="341376" y="50292"/>
                </a:lnTo>
                <a:lnTo>
                  <a:pt x="338328" y="45720"/>
                </a:lnTo>
                <a:lnTo>
                  <a:pt x="367284" y="45720"/>
                </a:lnTo>
                <a:lnTo>
                  <a:pt x="367284" y="0"/>
                </a:lnTo>
                <a:lnTo>
                  <a:pt x="332143" y="0"/>
                </a:lnTo>
                <a:lnTo>
                  <a:pt x="332143" y="115633"/>
                </a:lnTo>
                <a:lnTo>
                  <a:pt x="332079" y="119545"/>
                </a:lnTo>
                <a:lnTo>
                  <a:pt x="313715" y="160578"/>
                </a:lnTo>
                <a:lnTo>
                  <a:pt x="284988" y="167640"/>
                </a:lnTo>
                <a:lnTo>
                  <a:pt x="275272" y="167030"/>
                </a:lnTo>
                <a:lnTo>
                  <a:pt x="243459" y="142684"/>
                </a:lnTo>
                <a:lnTo>
                  <a:pt x="232537" y="108381"/>
                </a:lnTo>
                <a:lnTo>
                  <a:pt x="231292" y="98640"/>
                </a:lnTo>
                <a:lnTo>
                  <a:pt x="231216" y="97878"/>
                </a:lnTo>
                <a:lnTo>
                  <a:pt x="231101" y="96735"/>
                </a:lnTo>
                <a:lnTo>
                  <a:pt x="231076" y="96393"/>
                </a:lnTo>
                <a:lnTo>
                  <a:pt x="230124" y="86868"/>
                </a:lnTo>
                <a:lnTo>
                  <a:pt x="228803" y="73152"/>
                </a:lnTo>
                <a:lnTo>
                  <a:pt x="227787" y="63487"/>
                </a:lnTo>
                <a:lnTo>
                  <a:pt x="226695" y="54292"/>
                </a:lnTo>
                <a:lnTo>
                  <a:pt x="226568" y="53340"/>
                </a:lnTo>
                <a:lnTo>
                  <a:pt x="225552" y="45720"/>
                </a:lnTo>
                <a:lnTo>
                  <a:pt x="301752" y="45720"/>
                </a:lnTo>
                <a:lnTo>
                  <a:pt x="307454" y="53721"/>
                </a:lnTo>
                <a:lnTo>
                  <a:pt x="327075" y="86868"/>
                </a:lnTo>
                <a:lnTo>
                  <a:pt x="331762" y="108381"/>
                </a:lnTo>
                <a:lnTo>
                  <a:pt x="331800" y="108966"/>
                </a:lnTo>
                <a:lnTo>
                  <a:pt x="331914" y="111252"/>
                </a:lnTo>
                <a:lnTo>
                  <a:pt x="332003" y="112776"/>
                </a:lnTo>
                <a:lnTo>
                  <a:pt x="332143" y="115633"/>
                </a:lnTo>
                <a:lnTo>
                  <a:pt x="332143" y="0"/>
                </a:lnTo>
                <a:lnTo>
                  <a:pt x="182880" y="0"/>
                </a:lnTo>
                <a:lnTo>
                  <a:pt x="138684" y="7620"/>
                </a:lnTo>
                <a:lnTo>
                  <a:pt x="104571" y="37223"/>
                </a:lnTo>
                <a:lnTo>
                  <a:pt x="92494" y="73964"/>
                </a:lnTo>
                <a:lnTo>
                  <a:pt x="90957" y="86868"/>
                </a:lnTo>
                <a:lnTo>
                  <a:pt x="90309" y="96393"/>
                </a:lnTo>
                <a:lnTo>
                  <a:pt x="90284" y="123761"/>
                </a:lnTo>
                <a:lnTo>
                  <a:pt x="91059" y="134112"/>
                </a:lnTo>
                <a:lnTo>
                  <a:pt x="91186" y="135089"/>
                </a:lnTo>
                <a:lnTo>
                  <a:pt x="92494" y="145542"/>
                </a:lnTo>
                <a:lnTo>
                  <a:pt x="94589" y="157454"/>
                </a:lnTo>
                <a:lnTo>
                  <a:pt x="96761" y="168694"/>
                </a:lnTo>
                <a:lnTo>
                  <a:pt x="98996" y="179260"/>
                </a:lnTo>
                <a:lnTo>
                  <a:pt x="100711" y="186982"/>
                </a:lnTo>
                <a:lnTo>
                  <a:pt x="102108" y="193548"/>
                </a:lnTo>
                <a:lnTo>
                  <a:pt x="147828" y="193548"/>
                </a:lnTo>
                <a:lnTo>
                  <a:pt x="147828" y="190500"/>
                </a:lnTo>
                <a:lnTo>
                  <a:pt x="143548" y="180200"/>
                </a:lnTo>
                <a:lnTo>
                  <a:pt x="139827" y="169735"/>
                </a:lnTo>
                <a:lnTo>
                  <a:pt x="130683" y="128397"/>
                </a:lnTo>
                <a:lnTo>
                  <a:pt x="130505" y="126492"/>
                </a:lnTo>
                <a:lnTo>
                  <a:pt x="129832" y="119545"/>
                </a:lnTo>
                <a:lnTo>
                  <a:pt x="132588" y="77724"/>
                </a:lnTo>
                <a:lnTo>
                  <a:pt x="159689" y="48298"/>
                </a:lnTo>
                <a:lnTo>
                  <a:pt x="173101" y="45910"/>
                </a:lnTo>
                <a:lnTo>
                  <a:pt x="174853" y="45910"/>
                </a:lnTo>
                <a:lnTo>
                  <a:pt x="179832" y="45720"/>
                </a:lnTo>
                <a:lnTo>
                  <a:pt x="188976" y="45720"/>
                </a:lnTo>
                <a:lnTo>
                  <a:pt x="189052" y="46863"/>
                </a:lnTo>
                <a:lnTo>
                  <a:pt x="189153" y="48298"/>
                </a:lnTo>
                <a:lnTo>
                  <a:pt x="193052" y="96735"/>
                </a:lnTo>
                <a:lnTo>
                  <a:pt x="200787" y="141160"/>
                </a:lnTo>
                <a:lnTo>
                  <a:pt x="200875" y="141452"/>
                </a:lnTo>
                <a:lnTo>
                  <a:pt x="204508" y="154139"/>
                </a:lnTo>
                <a:lnTo>
                  <a:pt x="223075" y="187833"/>
                </a:lnTo>
                <a:lnTo>
                  <a:pt x="262890" y="212217"/>
                </a:lnTo>
                <a:lnTo>
                  <a:pt x="289560" y="214884"/>
                </a:lnTo>
                <a:lnTo>
                  <a:pt x="297802" y="214579"/>
                </a:lnTo>
                <a:lnTo>
                  <a:pt x="337947" y="200787"/>
                </a:lnTo>
                <a:lnTo>
                  <a:pt x="365099" y="172288"/>
                </a:lnTo>
                <a:lnTo>
                  <a:pt x="373621" y="149428"/>
                </a:lnTo>
                <a:lnTo>
                  <a:pt x="374599" y="141452"/>
                </a:lnTo>
                <a:close/>
              </a:path>
              <a:path extrusionOk="0" h="509270" w="375285">
                <a:moveTo>
                  <a:pt x="374904" y="347472"/>
                </a:moveTo>
                <a:lnTo>
                  <a:pt x="370459" y="305549"/>
                </a:lnTo>
                <a:lnTo>
                  <a:pt x="355092" y="257556"/>
                </a:lnTo>
                <a:lnTo>
                  <a:pt x="350520" y="251460"/>
                </a:lnTo>
                <a:lnTo>
                  <a:pt x="347472" y="243840"/>
                </a:lnTo>
                <a:lnTo>
                  <a:pt x="344424" y="234696"/>
                </a:lnTo>
                <a:lnTo>
                  <a:pt x="286512" y="234696"/>
                </a:lnTo>
                <a:lnTo>
                  <a:pt x="286512" y="239268"/>
                </a:lnTo>
                <a:lnTo>
                  <a:pt x="291084" y="242316"/>
                </a:lnTo>
                <a:lnTo>
                  <a:pt x="294132" y="248412"/>
                </a:lnTo>
                <a:lnTo>
                  <a:pt x="319544" y="284518"/>
                </a:lnTo>
                <a:lnTo>
                  <a:pt x="332613" y="327279"/>
                </a:lnTo>
                <a:lnTo>
                  <a:pt x="333756" y="347472"/>
                </a:lnTo>
                <a:lnTo>
                  <a:pt x="333184" y="358648"/>
                </a:lnTo>
                <a:lnTo>
                  <a:pt x="319468" y="400151"/>
                </a:lnTo>
                <a:lnTo>
                  <a:pt x="287489" y="433539"/>
                </a:lnTo>
                <a:lnTo>
                  <a:pt x="252984" y="451104"/>
                </a:lnTo>
                <a:lnTo>
                  <a:pt x="206057" y="458393"/>
                </a:lnTo>
                <a:lnTo>
                  <a:pt x="187452" y="458724"/>
                </a:lnTo>
                <a:lnTo>
                  <a:pt x="170624" y="458393"/>
                </a:lnTo>
                <a:lnTo>
                  <a:pt x="124968" y="451104"/>
                </a:lnTo>
                <a:lnTo>
                  <a:pt x="88963" y="434174"/>
                </a:lnTo>
                <a:lnTo>
                  <a:pt x="55676" y="401650"/>
                </a:lnTo>
                <a:lnTo>
                  <a:pt x="41719" y="358889"/>
                </a:lnTo>
                <a:lnTo>
                  <a:pt x="41148" y="347472"/>
                </a:lnTo>
                <a:lnTo>
                  <a:pt x="41440" y="337235"/>
                </a:lnTo>
                <a:lnTo>
                  <a:pt x="51244" y="294322"/>
                </a:lnTo>
                <a:lnTo>
                  <a:pt x="70345" y="260921"/>
                </a:lnTo>
                <a:lnTo>
                  <a:pt x="74676" y="256032"/>
                </a:lnTo>
                <a:lnTo>
                  <a:pt x="79248" y="248412"/>
                </a:lnTo>
                <a:lnTo>
                  <a:pt x="85344" y="243840"/>
                </a:lnTo>
                <a:lnTo>
                  <a:pt x="88392" y="239268"/>
                </a:lnTo>
                <a:lnTo>
                  <a:pt x="88392" y="234696"/>
                </a:lnTo>
                <a:lnTo>
                  <a:pt x="30480" y="234696"/>
                </a:lnTo>
                <a:lnTo>
                  <a:pt x="21488" y="253352"/>
                </a:lnTo>
                <a:lnTo>
                  <a:pt x="18288" y="259080"/>
                </a:lnTo>
                <a:lnTo>
                  <a:pt x="13716" y="271843"/>
                </a:lnTo>
                <a:lnTo>
                  <a:pt x="9144" y="283464"/>
                </a:lnTo>
                <a:lnTo>
                  <a:pt x="7124" y="290347"/>
                </a:lnTo>
                <a:lnTo>
                  <a:pt x="952" y="329374"/>
                </a:lnTo>
                <a:lnTo>
                  <a:pt x="0" y="347472"/>
                </a:lnTo>
                <a:lnTo>
                  <a:pt x="838" y="365213"/>
                </a:lnTo>
                <a:lnTo>
                  <a:pt x="12192" y="413004"/>
                </a:lnTo>
                <a:lnTo>
                  <a:pt x="38557" y="453085"/>
                </a:lnTo>
                <a:lnTo>
                  <a:pt x="77533" y="484441"/>
                </a:lnTo>
                <a:lnTo>
                  <a:pt x="125945" y="503237"/>
                </a:lnTo>
                <a:lnTo>
                  <a:pt x="165430" y="508431"/>
                </a:lnTo>
                <a:lnTo>
                  <a:pt x="187452" y="509016"/>
                </a:lnTo>
                <a:lnTo>
                  <a:pt x="209727" y="508431"/>
                </a:lnTo>
                <a:lnTo>
                  <a:pt x="250253" y="503237"/>
                </a:lnTo>
                <a:lnTo>
                  <a:pt x="301371" y="483298"/>
                </a:lnTo>
                <a:lnTo>
                  <a:pt x="338505" y="453085"/>
                </a:lnTo>
                <a:lnTo>
                  <a:pt x="362712" y="413004"/>
                </a:lnTo>
                <a:lnTo>
                  <a:pt x="374078" y="365213"/>
                </a:lnTo>
                <a:lnTo>
                  <a:pt x="374904" y="34747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6" name="Google Shape;6656;p101"/>
          <p:cNvSpPr/>
          <p:nvPr/>
        </p:nvSpPr>
        <p:spPr>
          <a:xfrm>
            <a:off x="1664195" y="4913376"/>
            <a:ext cx="447040" cy="643255"/>
          </a:xfrm>
          <a:custGeom>
            <a:rect b="b" l="l" r="r" t="t"/>
            <a:pathLst>
              <a:path extrusionOk="0" h="643254" w="447039">
                <a:moveTo>
                  <a:pt x="353568" y="275844"/>
                </a:moveTo>
                <a:lnTo>
                  <a:pt x="352044" y="266700"/>
                </a:lnTo>
                <a:lnTo>
                  <a:pt x="349567" y="254317"/>
                </a:lnTo>
                <a:lnTo>
                  <a:pt x="347980" y="247637"/>
                </a:lnTo>
                <a:lnTo>
                  <a:pt x="345948" y="240792"/>
                </a:lnTo>
                <a:lnTo>
                  <a:pt x="304800" y="240792"/>
                </a:lnTo>
                <a:lnTo>
                  <a:pt x="304800" y="243840"/>
                </a:lnTo>
                <a:lnTo>
                  <a:pt x="306324" y="246888"/>
                </a:lnTo>
                <a:lnTo>
                  <a:pt x="307848" y="251460"/>
                </a:lnTo>
                <a:lnTo>
                  <a:pt x="310896" y="259080"/>
                </a:lnTo>
                <a:lnTo>
                  <a:pt x="312420" y="265176"/>
                </a:lnTo>
                <a:lnTo>
                  <a:pt x="313944" y="272796"/>
                </a:lnTo>
                <a:lnTo>
                  <a:pt x="313944" y="291084"/>
                </a:lnTo>
                <a:lnTo>
                  <a:pt x="291084" y="321564"/>
                </a:lnTo>
                <a:lnTo>
                  <a:pt x="275844" y="324612"/>
                </a:lnTo>
                <a:lnTo>
                  <a:pt x="115824" y="324612"/>
                </a:lnTo>
                <a:lnTo>
                  <a:pt x="115824" y="240792"/>
                </a:lnTo>
                <a:lnTo>
                  <a:pt x="77724" y="240792"/>
                </a:lnTo>
                <a:lnTo>
                  <a:pt x="77724" y="324612"/>
                </a:lnTo>
                <a:lnTo>
                  <a:pt x="0" y="324612"/>
                </a:lnTo>
                <a:lnTo>
                  <a:pt x="0" y="370332"/>
                </a:lnTo>
                <a:lnTo>
                  <a:pt x="77724" y="370332"/>
                </a:lnTo>
                <a:lnTo>
                  <a:pt x="77724" y="400812"/>
                </a:lnTo>
                <a:lnTo>
                  <a:pt x="115824" y="400812"/>
                </a:lnTo>
                <a:lnTo>
                  <a:pt x="115824" y="370332"/>
                </a:lnTo>
                <a:lnTo>
                  <a:pt x="265176" y="370332"/>
                </a:lnTo>
                <a:lnTo>
                  <a:pt x="286588" y="369176"/>
                </a:lnTo>
                <a:lnTo>
                  <a:pt x="332232" y="350520"/>
                </a:lnTo>
                <a:lnTo>
                  <a:pt x="352171" y="309168"/>
                </a:lnTo>
                <a:lnTo>
                  <a:pt x="353568" y="291084"/>
                </a:lnTo>
                <a:lnTo>
                  <a:pt x="353568" y="275844"/>
                </a:lnTo>
                <a:close/>
              </a:path>
              <a:path extrusionOk="0" h="643254" w="447039">
                <a:moveTo>
                  <a:pt x="355104" y="128016"/>
                </a:moveTo>
                <a:lnTo>
                  <a:pt x="345960" y="85344"/>
                </a:lnTo>
                <a:lnTo>
                  <a:pt x="318528" y="45720"/>
                </a:lnTo>
                <a:lnTo>
                  <a:pt x="347484" y="45720"/>
                </a:lnTo>
                <a:lnTo>
                  <a:pt x="347484" y="0"/>
                </a:lnTo>
                <a:lnTo>
                  <a:pt x="77736" y="0"/>
                </a:lnTo>
                <a:lnTo>
                  <a:pt x="77736" y="45720"/>
                </a:lnTo>
                <a:lnTo>
                  <a:pt x="278904" y="45720"/>
                </a:lnTo>
                <a:lnTo>
                  <a:pt x="285711" y="53987"/>
                </a:lnTo>
                <a:lnTo>
                  <a:pt x="307289" y="89903"/>
                </a:lnTo>
                <a:lnTo>
                  <a:pt x="312432" y="115824"/>
                </a:lnTo>
                <a:lnTo>
                  <a:pt x="312140" y="124396"/>
                </a:lnTo>
                <a:lnTo>
                  <a:pt x="292620" y="158496"/>
                </a:lnTo>
                <a:lnTo>
                  <a:pt x="277380" y="164592"/>
                </a:lnTo>
                <a:lnTo>
                  <a:pt x="268236" y="164592"/>
                </a:lnTo>
                <a:lnTo>
                  <a:pt x="260159" y="165481"/>
                </a:lnTo>
                <a:lnTo>
                  <a:pt x="251663" y="165925"/>
                </a:lnTo>
                <a:lnTo>
                  <a:pt x="231660" y="166116"/>
                </a:lnTo>
                <a:lnTo>
                  <a:pt x="77736" y="166116"/>
                </a:lnTo>
                <a:lnTo>
                  <a:pt x="77736" y="211836"/>
                </a:lnTo>
                <a:lnTo>
                  <a:pt x="252996" y="211836"/>
                </a:lnTo>
                <a:lnTo>
                  <a:pt x="266141" y="211531"/>
                </a:lnTo>
                <a:lnTo>
                  <a:pt x="308432" y="202031"/>
                </a:lnTo>
                <a:lnTo>
                  <a:pt x="342150" y="175069"/>
                </a:lnTo>
                <a:lnTo>
                  <a:pt x="354787" y="136906"/>
                </a:lnTo>
                <a:lnTo>
                  <a:pt x="355104" y="128016"/>
                </a:lnTo>
                <a:close/>
              </a:path>
              <a:path extrusionOk="0" h="643254" w="447039">
                <a:moveTo>
                  <a:pt x="446532" y="597408"/>
                </a:moveTo>
                <a:lnTo>
                  <a:pt x="335280" y="597408"/>
                </a:lnTo>
                <a:lnTo>
                  <a:pt x="339572" y="589648"/>
                </a:lnTo>
                <a:lnTo>
                  <a:pt x="343281" y="582168"/>
                </a:lnTo>
                <a:lnTo>
                  <a:pt x="353288" y="541007"/>
                </a:lnTo>
                <a:lnTo>
                  <a:pt x="353428" y="536448"/>
                </a:lnTo>
                <a:lnTo>
                  <a:pt x="353568" y="531876"/>
                </a:lnTo>
                <a:lnTo>
                  <a:pt x="351028" y="507873"/>
                </a:lnTo>
                <a:lnTo>
                  <a:pt x="343471" y="486156"/>
                </a:lnTo>
                <a:lnTo>
                  <a:pt x="331076" y="466725"/>
                </a:lnTo>
                <a:lnTo>
                  <a:pt x="329171" y="464820"/>
                </a:lnTo>
                <a:lnTo>
                  <a:pt x="313944" y="449580"/>
                </a:lnTo>
                <a:lnTo>
                  <a:pt x="312407" y="448614"/>
                </a:lnTo>
                <a:lnTo>
                  <a:pt x="312407" y="539305"/>
                </a:lnTo>
                <a:lnTo>
                  <a:pt x="312381" y="541007"/>
                </a:lnTo>
                <a:lnTo>
                  <a:pt x="304990" y="581787"/>
                </a:lnTo>
                <a:lnTo>
                  <a:pt x="297180" y="597408"/>
                </a:lnTo>
                <a:lnTo>
                  <a:pt x="143256" y="597408"/>
                </a:lnTo>
                <a:lnTo>
                  <a:pt x="121920" y="563880"/>
                </a:lnTo>
                <a:lnTo>
                  <a:pt x="117868" y="554545"/>
                </a:lnTo>
                <a:lnTo>
                  <a:pt x="115062" y="545592"/>
                </a:lnTo>
                <a:lnTo>
                  <a:pt x="113347" y="536448"/>
                </a:lnTo>
                <a:lnTo>
                  <a:pt x="112776" y="527304"/>
                </a:lnTo>
                <a:lnTo>
                  <a:pt x="114477" y="512216"/>
                </a:lnTo>
                <a:lnTo>
                  <a:pt x="138684" y="480060"/>
                </a:lnTo>
                <a:lnTo>
                  <a:pt x="188620" y="465924"/>
                </a:lnTo>
                <a:lnTo>
                  <a:pt x="210312" y="464820"/>
                </a:lnTo>
                <a:lnTo>
                  <a:pt x="234010" y="466204"/>
                </a:lnTo>
                <a:lnTo>
                  <a:pt x="272249" y="476402"/>
                </a:lnTo>
                <a:lnTo>
                  <a:pt x="305752" y="508063"/>
                </a:lnTo>
                <a:lnTo>
                  <a:pt x="312407" y="539305"/>
                </a:lnTo>
                <a:lnTo>
                  <a:pt x="312407" y="448614"/>
                </a:lnTo>
                <a:lnTo>
                  <a:pt x="291896" y="435584"/>
                </a:lnTo>
                <a:lnTo>
                  <a:pt x="266700" y="425577"/>
                </a:lnTo>
                <a:lnTo>
                  <a:pt x="238086" y="419582"/>
                </a:lnTo>
                <a:lnTo>
                  <a:pt x="205740" y="417576"/>
                </a:lnTo>
                <a:lnTo>
                  <a:pt x="176339" y="419277"/>
                </a:lnTo>
                <a:lnTo>
                  <a:pt x="126669" y="432371"/>
                </a:lnTo>
                <a:lnTo>
                  <a:pt x="90678" y="458139"/>
                </a:lnTo>
                <a:lnTo>
                  <a:pt x="72390" y="494284"/>
                </a:lnTo>
                <a:lnTo>
                  <a:pt x="70104" y="516636"/>
                </a:lnTo>
                <a:lnTo>
                  <a:pt x="70700" y="528053"/>
                </a:lnTo>
                <a:lnTo>
                  <a:pt x="72580" y="539305"/>
                </a:lnTo>
                <a:lnTo>
                  <a:pt x="72644" y="539496"/>
                </a:lnTo>
                <a:lnTo>
                  <a:pt x="75895" y="550291"/>
                </a:lnTo>
                <a:lnTo>
                  <a:pt x="98996" y="589127"/>
                </a:lnTo>
                <a:lnTo>
                  <a:pt x="106680" y="597408"/>
                </a:lnTo>
                <a:lnTo>
                  <a:pt x="77724" y="597408"/>
                </a:lnTo>
                <a:lnTo>
                  <a:pt x="77724" y="643128"/>
                </a:lnTo>
                <a:lnTo>
                  <a:pt x="446532" y="643128"/>
                </a:lnTo>
                <a:lnTo>
                  <a:pt x="446532" y="59740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7" name="Google Shape;6657;p101"/>
          <p:cNvSpPr/>
          <p:nvPr/>
        </p:nvSpPr>
        <p:spPr>
          <a:xfrm>
            <a:off x="1636763" y="3994404"/>
            <a:ext cx="452755" cy="852169"/>
          </a:xfrm>
          <a:custGeom>
            <a:rect b="b" l="l" r="r" t="t"/>
            <a:pathLst>
              <a:path extrusionOk="0" h="852170" w="452755">
                <a:moveTo>
                  <a:pt x="374904" y="806196"/>
                </a:moveTo>
                <a:lnTo>
                  <a:pt x="184404" y="806196"/>
                </a:lnTo>
                <a:lnTo>
                  <a:pt x="176961" y="798182"/>
                </a:lnTo>
                <a:lnTo>
                  <a:pt x="156908" y="763524"/>
                </a:lnTo>
                <a:lnTo>
                  <a:pt x="152400" y="736092"/>
                </a:lnTo>
                <a:lnTo>
                  <a:pt x="152400" y="719328"/>
                </a:lnTo>
                <a:lnTo>
                  <a:pt x="153924" y="716280"/>
                </a:lnTo>
                <a:lnTo>
                  <a:pt x="153924" y="710184"/>
                </a:lnTo>
                <a:lnTo>
                  <a:pt x="106680" y="710184"/>
                </a:lnTo>
                <a:lnTo>
                  <a:pt x="106680" y="713232"/>
                </a:lnTo>
                <a:lnTo>
                  <a:pt x="105156" y="716280"/>
                </a:lnTo>
                <a:lnTo>
                  <a:pt x="105156" y="728472"/>
                </a:lnTo>
                <a:lnTo>
                  <a:pt x="105727" y="736739"/>
                </a:lnTo>
                <a:lnTo>
                  <a:pt x="119710" y="772985"/>
                </a:lnTo>
                <a:lnTo>
                  <a:pt x="144780" y="806196"/>
                </a:lnTo>
                <a:lnTo>
                  <a:pt x="105156" y="806196"/>
                </a:lnTo>
                <a:lnTo>
                  <a:pt x="105156" y="851916"/>
                </a:lnTo>
                <a:lnTo>
                  <a:pt x="374904" y="851916"/>
                </a:lnTo>
                <a:lnTo>
                  <a:pt x="374904" y="806196"/>
                </a:lnTo>
                <a:close/>
              </a:path>
              <a:path extrusionOk="0" h="852170" w="452755">
                <a:moveTo>
                  <a:pt x="380885" y="559308"/>
                </a:moveTo>
                <a:lnTo>
                  <a:pt x="376428" y="515112"/>
                </a:lnTo>
                <a:lnTo>
                  <a:pt x="373380" y="505968"/>
                </a:lnTo>
                <a:lnTo>
                  <a:pt x="371856" y="499872"/>
                </a:lnTo>
                <a:lnTo>
                  <a:pt x="368808" y="493776"/>
                </a:lnTo>
                <a:lnTo>
                  <a:pt x="365760" y="484632"/>
                </a:lnTo>
                <a:lnTo>
                  <a:pt x="362712" y="477012"/>
                </a:lnTo>
                <a:lnTo>
                  <a:pt x="361188" y="470916"/>
                </a:lnTo>
                <a:lnTo>
                  <a:pt x="358114" y="464756"/>
                </a:lnTo>
                <a:lnTo>
                  <a:pt x="309372" y="464756"/>
                </a:lnTo>
                <a:lnTo>
                  <a:pt x="309372" y="467868"/>
                </a:lnTo>
                <a:lnTo>
                  <a:pt x="318516" y="481584"/>
                </a:lnTo>
                <a:lnTo>
                  <a:pt x="323088" y="487680"/>
                </a:lnTo>
                <a:lnTo>
                  <a:pt x="329184" y="502920"/>
                </a:lnTo>
                <a:lnTo>
                  <a:pt x="332117" y="508901"/>
                </a:lnTo>
                <a:lnTo>
                  <a:pt x="334327" y="515302"/>
                </a:lnTo>
                <a:lnTo>
                  <a:pt x="336257" y="521995"/>
                </a:lnTo>
                <a:lnTo>
                  <a:pt x="338328" y="528828"/>
                </a:lnTo>
                <a:lnTo>
                  <a:pt x="341376" y="559308"/>
                </a:lnTo>
                <a:lnTo>
                  <a:pt x="339928" y="578764"/>
                </a:lnTo>
                <a:lnTo>
                  <a:pt x="316992" y="624840"/>
                </a:lnTo>
                <a:lnTo>
                  <a:pt x="266420" y="646277"/>
                </a:lnTo>
                <a:lnTo>
                  <a:pt x="243840" y="647700"/>
                </a:lnTo>
                <a:lnTo>
                  <a:pt x="243840" y="505968"/>
                </a:lnTo>
                <a:lnTo>
                  <a:pt x="243840" y="460248"/>
                </a:lnTo>
                <a:lnTo>
                  <a:pt x="219456" y="460248"/>
                </a:lnTo>
                <a:lnTo>
                  <a:pt x="208788" y="460641"/>
                </a:lnTo>
                <a:lnTo>
                  <a:pt x="208788" y="505968"/>
                </a:lnTo>
                <a:lnTo>
                  <a:pt x="208788" y="647700"/>
                </a:lnTo>
                <a:lnTo>
                  <a:pt x="166878" y="635127"/>
                </a:lnTo>
                <a:lnTo>
                  <a:pt x="140208" y="603504"/>
                </a:lnTo>
                <a:lnTo>
                  <a:pt x="134327" y="578764"/>
                </a:lnTo>
                <a:lnTo>
                  <a:pt x="134112" y="573024"/>
                </a:lnTo>
                <a:lnTo>
                  <a:pt x="134429" y="564197"/>
                </a:lnTo>
                <a:lnTo>
                  <a:pt x="135445" y="556069"/>
                </a:lnTo>
                <a:lnTo>
                  <a:pt x="137337" y="548817"/>
                </a:lnTo>
                <a:lnTo>
                  <a:pt x="140208" y="542544"/>
                </a:lnTo>
                <a:lnTo>
                  <a:pt x="142811" y="536219"/>
                </a:lnTo>
                <a:lnTo>
                  <a:pt x="176784" y="510540"/>
                </a:lnTo>
                <a:lnTo>
                  <a:pt x="208788" y="505968"/>
                </a:lnTo>
                <a:lnTo>
                  <a:pt x="208788" y="460641"/>
                </a:lnTo>
                <a:lnTo>
                  <a:pt x="164592" y="467868"/>
                </a:lnTo>
                <a:lnTo>
                  <a:pt x="128016" y="490728"/>
                </a:lnTo>
                <a:lnTo>
                  <a:pt x="105156" y="524256"/>
                </a:lnTo>
                <a:lnTo>
                  <a:pt x="97536" y="568452"/>
                </a:lnTo>
                <a:lnTo>
                  <a:pt x="100088" y="595604"/>
                </a:lnTo>
                <a:lnTo>
                  <a:pt x="120040" y="641324"/>
                </a:lnTo>
                <a:lnTo>
                  <a:pt x="158292" y="674776"/>
                </a:lnTo>
                <a:lnTo>
                  <a:pt x="210134" y="691375"/>
                </a:lnTo>
                <a:lnTo>
                  <a:pt x="209892" y="691375"/>
                </a:lnTo>
                <a:lnTo>
                  <a:pt x="240792" y="693420"/>
                </a:lnTo>
                <a:lnTo>
                  <a:pt x="272846" y="691375"/>
                </a:lnTo>
                <a:lnTo>
                  <a:pt x="300609" y="685038"/>
                </a:lnTo>
                <a:lnTo>
                  <a:pt x="324383" y="674141"/>
                </a:lnTo>
                <a:lnTo>
                  <a:pt x="344424" y="658368"/>
                </a:lnTo>
                <a:lnTo>
                  <a:pt x="352958" y="647700"/>
                </a:lnTo>
                <a:lnTo>
                  <a:pt x="360426" y="638365"/>
                </a:lnTo>
                <a:lnTo>
                  <a:pt x="371856" y="614934"/>
                </a:lnTo>
                <a:lnTo>
                  <a:pt x="378714" y="588073"/>
                </a:lnTo>
                <a:lnTo>
                  <a:pt x="380885" y="559308"/>
                </a:lnTo>
                <a:close/>
              </a:path>
              <a:path extrusionOk="0" h="852170" w="452755">
                <a:moveTo>
                  <a:pt x="382524" y="126492"/>
                </a:moveTo>
                <a:lnTo>
                  <a:pt x="377380" y="83629"/>
                </a:lnTo>
                <a:lnTo>
                  <a:pt x="357314" y="41414"/>
                </a:lnTo>
                <a:lnTo>
                  <a:pt x="325234" y="12509"/>
                </a:lnTo>
                <a:lnTo>
                  <a:pt x="283324" y="558"/>
                </a:lnTo>
                <a:lnTo>
                  <a:pt x="272796" y="0"/>
                </a:lnTo>
                <a:lnTo>
                  <a:pt x="256489" y="1130"/>
                </a:lnTo>
                <a:lnTo>
                  <a:pt x="216408" y="16764"/>
                </a:lnTo>
                <a:lnTo>
                  <a:pt x="187909" y="54483"/>
                </a:lnTo>
                <a:lnTo>
                  <a:pt x="174498" y="97345"/>
                </a:lnTo>
                <a:lnTo>
                  <a:pt x="169926" y="118427"/>
                </a:lnTo>
                <a:lnTo>
                  <a:pt x="167640" y="128206"/>
                </a:lnTo>
                <a:lnTo>
                  <a:pt x="154876" y="165163"/>
                </a:lnTo>
                <a:lnTo>
                  <a:pt x="116903" y="191198"/>
                </a:lnTo>
                <a:lnTo>
                  <a:pt x="105156" y="192024"/>
                </a:lnTo>
                <a:lnTo>
                  <a:pt x="93154" y="190627"/>
                </a:lnTo>
                <a:lnTo>
                  <a:pt x="57772" y="159791"/>
                </a:lnTo>
                <a:lnTo>
                  <a:pt x="48768" y="117348"/>
                </a:lnTo>
                <a:lnTo>
                  <a:pt x="49606" y="102755"/>
                </a:lnTo>
                <a:lnTo>
                  <a:pt x="60960" y="60960"/>
                </a:lnTo>
                <a:lnTo>
                  <a:pt x="80683" y="26250"/>
                </a:lnTo>
                <a:lnTo>
                  <a:pt x="88392" y="16764"/>
                </a:lnTo>
                <a:lnTo>
                  <a:pt x="88392" y="13716"/>
                </a:lnTo>
                <a:lnTo>
                  <a:pt x="30480" y="13716"/>
                </a:lnTo>
                <a:lnTo>
                  <a:pt x="25298" y="25438"/>
                </a:lnTo>
                <a:lnTo>
                  <a:pt x="13716" y="64008"/>
                </a:lnTo>
                <a:lnTo>
                  <a:pt x="7937" y="105587"/>
                </a:lnTo>
                <a:lnTo>
                  <a:pt x="7620" y="120396"/>
                </a:lnTo>
                <a:lnTo>
                  <a:pt x="9601" y="145542"/>
                </a:lnTo>
                <a:lnTo>
                  <a:pt x="24980" y="188976"/>
                </a:lnTo>
                <a:lnTo>
                  <a:pt x="53822" y="222389"/>
                </a:lnTo>
                <a:lnTo>
                  <a:pt x="90398" y="240055"/>
                </a:lnTo>
                <a:lnTo>
                  <a:pt x="111252" y="242316"/>
                </a:lnTo>
                <a:lnTo>
                  <a:pt x="121259" y="241795"/>
                </a:lnTo>
                <a:lnTo>
                  <a:pt x="164020" y="228219"/>
                </a:lnTo>
                <a:lnTo>
                  <a:pt x="192011" y="199504"/>
                </a:lnTo>
                <a:lnTo>
                  <a:pt x="208788" y="158496"/>
                </a:lnTo>
                <a:lnTo>
                  <a:pt x="216408" y="124968"/>
                </a:lnTo>
                <a:lnTo>
                  <a:pt x="220980" y="110299"/>
                </a:lnTo>
                <a:lnTo>
                  <a:pt x="233743" y="74295"/>
                </a:lnTo>
                <a:lnTo>
                  <a:pt x="270446" y="50888"/>
                </a:lnTo>
                <a:lnTo>
                  <a:pt x="280416" y="50292"/>
                </a:lnTo>
                <a:lnTo>
                  <a:pt x="293547" y="51460"/>
                </a:lnTo>
                <a:lnTo>
                  <a:pt x="331736" y="81534"/>
                </a:lnTo>
                <a:lnTo>
                  <a:pt x="341376" y="129540"/>
                </a:lnTo>
                <a:lnTo>
                  <a:pt x="340550" y="144170"/>
                </a:lnTo>
                <a:lnTo>
                  <a:pt x="329184" y="187452"/>
                </a:lnTo>
                <a:lnTo>
                  <a:pt x="304977" y="229679"/>
                </a:lnTo>
                <a:lnTo>
                  <a:pt x="294132" y="242316"/>
                </a:lnTo>
                <a:lnTo>
                  <a:pt x="294132" y="245364"/>
                </a:lnTo>
                <a:lnTo>
                  <a:pt x="355092" y="245364"/>
                </a:lnTo>
                <a:lnTo>
                  <a:pt x="360553" y="232778"/>
                </a:lnTo>
                <a:lnTo>
                  <a:pt x="374904" y="193548"/>
                </a:lnTo>
                <a:lnTo>
                  <a:pt x="381977" y="145338"/>
                </a:lnTo>
                <a:lnTo>
                  <a:pt x="382524" y="126492"/>
                </a:lnTo>
                <a:close/>
              </a:path>
              <a:path extrusionOk="0" h="852170" w="452755">
                <a:moveTo>
                  <a:pt x="452640" y="416052"/>
                </a:moveTo>
                <a:lnTo>
                  <a:pt x="0" y="275844"/>
                </a:lnTo>
                <a:lnTo>
                  <a:pt x="0" y="316992"/>
                </a:lnTo>
                <a:lnTo>
                  <a:pt x="452640" y="457200"/>
                </a:lnTo>
                <a:lnTo>
                  <a:pt x="452640" y="41605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8" name="Google Shape;6658;p101"/>
          <p:cNvSpPr/>
          <p:nvPr/>
        </p:nvSpPr>
        <p:spPr>
          <a:xfrm>
            <a:off x="1652016" y="3898392"/>
            <a:ext cx="360045" cy="52069"/>
          </a:xfrm>
          <a:custGeom>
            <a:rect b="b" l="l" r="r" t="t"/>
            <a:pathLst>
              <a:path extrusionOk="0" h="52070" w="360044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52070" w="360044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9" name="Google Shape;6659;p101"/>
          <p:cNvSpPr/>
          <p:nvPr/>
        </p:nvSpPr>
        <p:spPr>
          <a:xfrm>
            <a:off x="1734311" y="3483864"/>
            <a:ext cx="277495" cy="350520"/>
          </a:xfrm>
          <a:custGeom>
            <a:rect b="b" l="l" r="r" t="t"/>
            <a:pathLst>
              <a:path extrusionOk="0" h="350520" w="277494">
                <a:moveTo>
                  <a:pt x="277368" y="350519"/>
                </a:moveTo>
                <a:lnTo>
                  <a:pt x="7620" y="350519"/>
                </a:lnTo>
                <a:lnTo>
                  <a:pt x="7620" y="304800"/>
                </a:lnTo>
                <a:lnTo>
                  <a:pt x="38100" y="304800"/>
                </a:lnTo>
                <a:lnTo>
                  <a:pt x="29503" y="295679"/>
                </a:lnTo>
                <a:lnTo>
                  <a:pt x="5143" y="260580"/>
                </a:lnTo>
                <a:lnTo>
                  <a:pt x="0" y="231648"/>
                </a:lnTo>
                <a:lnTo>
                  <a:pt x="595" y="219622"/>
                </a:lnTo>
                <a:lnTo>
                  <a:pt x="17240" y="180403"/>
                </a:lnTo>
                <a:lnTo>
                  <a:pt x="47244" y="161543"/>
                </a:lnTo>
                <a:lnTo>
                  <a:pt x="36409" y="151256"/>
                </a:lnTo>
                <a:lnTo>
                  <a:pt x="12192" y="120396"/>
                </a:lnTo>
                <a:lnTo>
                  <a:pt x="0" y="79248"/>
                </a:lnTo>
                <a:lnTo>
                  <a:pt x="309" y="70389"/>
                </a:lnTo>
                <a:lnTo>
                  <a:pt x="12763" y="33909"/>
                </a:lnTo>
                <a:lnTo>
                  <a:pt x="44719" y="8929"/>
                </a:lnTo>
                <a:lnTo>
                  <a:pt x="86558" y="309"/>
                </a:lnTo>
                <a:lnTo>
                  <a:pt x="100584" y="0"/>
                </a:lnTo>
                <a:lnTo>
                  <a:pt x="277368" y="0"/>
                </a:lnTo>
                <a:lnTo>
                  <a:pt x="277368" y="45719"/>
                </a:lnTo>
                <a:lnTo>
                  <a:pt x="120396" y="45719"/>
                </a:lnTo>
                <a:lnTo>
                  <a:pt x="103060" y="45910"/>
                </a:lnTo>
                <a:lnTo>
                  <a:pt x="94892" y="46362"/>
                </a:lnTo>
                <a:lnTo>
                  <a:pt x="86868" y="47244"/>
                </a:lnTo>
                <a:lnTo>
                  <a:pt x="79176" y="47767"/>
                </a:lnTo>
                <a:lnTo>
                  <a:pt x="44196" y="73152"/>
                </a:lnTo>
                <a:lnTo>
                  <a:pt x="42672" y="80772"/>
                </a:lnTo>
                <a:lnTo>
                  <a:pt x="42672" y="89916"/>
                </a:lnTo>
                <a:lnTo>
                  <a:pt x="56697" y="128420"/>
                </a:lnTo>
                <a:lnTo>
                  <a:pt x="76200" y="153924"/>
                </a:lnTo>
                <a:lnTo>
                  <a:pt x="79248" y="152400"/>
                </a:lnTo>
                <a:lnTo>
                  <a:pt x="277368" y="152400"/>
                </a:lnTo>
                <a:lnTo>
                  <a:pt x="277368" y="198119"/>
                </a:lnTo>
                <a:lnTo>
                  <a:pt x="120396" y="198119"/>
                </a:lnTo>
                <a:lnTo>
                  <a:pt x="103060" y="198310"/>
                </a:lnTo>
                <a:lnTo>
                  <a:pt x="94892" y="198762"/>
                </a:lnTo>
                <a:lnTo>
                  <a:pt x="86868" y="199643"/>
                </a:lnTo>
                <a:lnTo>
                  <a:pt x="79176" y="200167"/>
                </a:lnTo>
                <a:lnTo>
                  <a:pt x="44196" y="225551"/>
                </a:lnTo>
                <a:lnTo>
                  <a:pt x="42672" y="233172"/>
                </a:lnTo>
                <a:lnTo>
                  <a:pt x="42672" y="242316"/>
                </a:lnTo>
                <a:lnTo>
                  <a:pt x="56697" y="282082"/>
                </a:lnTo>
                <a:lnTo>
                  <a:pt x="76200" y="304800"/>
                </a:lnTo>
                <a:lnTo>
                  <a:pt x="277368" y="304800"/>
                </a:lnTo>
                <a:lnTo>
                  <a:pt x="277368" y="35051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0" name="Google Shape;6660;p101"/>
          <p:cNvSpPr/>
          <p:nvPr/>
        </p:nvSpPr>
        <p:spPr>
          <a:xfrm>
            <a:off x="1741932" y="3211067"/>
            <a:ext cx="277495" cy="212090"/>
          </a:xfrm>
          <a:custGeom>
            <a:rect b="b" l="l" r="r" t="t"/>
            <a:pathLst>
              <a:path extrusionOk="0" h="212089" w="277494">
                <a:moveTo>
                  <a:pt x="175260" y="211836"/>
                </a:moveTo>
                <a:lnTo>
                  <a:pt x="0" y="211836"/>
                </a:lnTo>
                <a:lnTo>
                  <a:pt x="0" y="166116"/>
                </a:lnTo>
                <a:lnTo>
                  <a:pt x="153924" y="166116"/>
                </a:lnTo>
                <a:lnTo>
                  <a:pt x="164568" y="165877"/>
                </a:lnTo>
                <a:lnTo>
                  <a:pt x="182427" y="164830"/>
                </a:lnTo>
                <a:lnTo>
                  <a:pt x="190500" y="164592"/>
                </a:lnTo>
                <a:lnTo>
                  <a:pt x="197096" y="163401"/>
                </a:lnTo>
                <a:lnTo>
                  <a:pt x="230124" y="141732"/>
                </a:lnTo>
                <a:lnTo>
                  <a:pt x="234695" y="114300"/>
                </a:lnTo>
                <a:lnTo>
                  <a:pt x="234124" y="106251"/>
                </a:lnTo>
                <a:lnTo>
                  <a:pt x="220456" y="70365"/>
                </a:lnTo>
                <a:lnTo>
                  <a:pt x="201168" y="45719"/>
                </a:lnTo>
                <a:lnTo>
                  <a:pt x="0" y="45719"/>
                </a:lnTo>
                <a:lnTo>
                  <a:pt x="0" y="0"/>
                </a:lnTo>
                <a:lnTo>
                  <a:pt x="269748" y="0"/>
                </a:lnTo>
                <a:lnTo>
                  <a:pt x="269748" y="45719"/>
                </a:lnTo>
                <a:lnTo>
                  <a:pt x="240792" y="45719"/>
                </a:lnTo>
                <a:lnTo>
                  <a:pt x="249364" y="55983"/>
                </a:lnTo>
                <a:lnTo>
                  <a:pt x="272224" y="94773"/>
                </a:lnTo>
                <a:lnTo>
                  <a:pt x="277368" y="126491"/>
                </a:lnTo>
                <a:lnTo>
                  <a:pt x="277058" y="135374"/>
                </a:lnTo>
                <a:lnTo>
                  <a:pt x="264413" y="174878"/>
                </a:lnTo>
                <a:lnTo>
                  <a:pt x="230695" y="202025"/>
                </a:lnTo>
                <a:lnTo>
                  <a:pt x="188404" y="211312"/>
                </a:lnTo>
                <a:lnTo>
                  <a:pt x="175260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1" name="Google Shape;6661;p101"/>
          <p:cNvSpPr/>
          <p:nvPr/>
        </p:nvSpPr>
        <p:spPr>
          <a:xfrm>
            <a:off x="1636775" y="3096767"/>
            <a:ext cx="376555" cy="47625"/>
          </a:xfrm>
          <a:custGeom>
            <a:rect b="b" l="l" r="r" t="t"/>
            <a:pathLst>
              <a:path extrusionOk="0" h="47625" w="376555">
                <a:moveTo>
                  <a:pt x="376428" y="47243"/>
                </a:moveTo>
                <a:lnTo>
                  <a:pt x="0" y="47243"/>
                </a:lnTo>
                <a:lnTo>
                  <a:pt x="0" y="0"/>
                </a:lnTo>
                <a:lnTo>
                  <a:pt x="376428" y="0"/>
                </a:lnTo>
                <a:lnTo>
                  <a:pt x="376428" y="47243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2" name="Google Shape;6662;p101"/>
          <p:cNvSpPr/>
          <p:nvPr/>
        </p:nvSpPr>
        <p:spPr>
          <a:xfrm>
            <a:off x="1652016" y="2275332"/>
            <a:ext cx="367665" cy="774700"/>
          </a:xfrm>
          <a:custGeom>
            <a:rect b="b" l="l" r="r" t="t"/>
            <a:pathLst>
              <a:path extrusionOk="0" h="774700" w="367664">
                <a:moveTo>
                  <a:pt x="47244" y="280416"/>
                </a:moveTo>
                <a:lnTo>
                  <a:pt x="0" y="280416"/>
                </a:lnTo>
                <a:lnTo>
                  <a:pt x="0" y="332232"/>
                </a:lnTo>
                <a:lnTo>
                  <a:pt x="47244" y="332232"/>
                </a:lnTo>
                <a:lnTo>
                  <a:pt x="47244" y="280416"/>
                </a:lnTo>
                <a:close/>
              </a:path>
              <a:path extrusionOk="0" h="774700" w="367664">
                <a:moveTo>
                  <a:pt x="359664" y="283464"/>
                </a:moveTo>
                <a:lnTo>
                  <a:pt x="89916" y="283464"/>
                </a:lnTo>
                <a:lnTo>
                  <a:pt x="89916" y="329184"/>
                </a:lnTo>
                <a:lnTo>
                  <a:pt x="359664" y="329184"/>
                </a:lnTo>
                <a:lnTo>
                  <a:pt x="359664" y="283464"/>
                </a:lnTo>
                <a:close/>
              </a:path>
              <a:path extrusionOk="0" h="774700" w="367664">
                <a:moveTo>
                  <a:pt x="365747" y="400812"/>
                </a:moveTo>
                <a:lnTo>
                  <a:pt x="364223" y="393192"/>
                </a:lnTo>
                <a:lnTo>
                  <a:pt x="361746" y="379476"/>
                </a:lnTo>
                <a:lnTo>
                  <a:pt x="360159" y="372618"/>
                </a:lnTo>
                <a:lnTo>
                  <a:pt x="358127" y="365760"/>
                </a:lnTo>
                <a:lnTo>
                  <a:pt x="316979" y="365760"/>
                </a:lnTo>
                <a:lnTo>
                  <a:pt x="316979" y="368808"/>
                </a:lnTo>
                <a:lnTo>
                  <a:pt x="318503" y="371856"/>
                </a:lnTo>
                <a:lnTo>
                  <a:pt x="320027" y="377952"/>
                </a:lnTo>
                <a:lnTo>
                  <a:pt x="323075" y="384048"/>
                </a:lnTo>
                <a:lnTo>
                  <a:pt x="324599" y="391668"/>
                </a:lnTo>
                <a:lnTo>
                  <a:pt x="326123" y="397764"/>
                </a:lnTo>
                <a:lnTo>
                  <a:pt x="326123" y="405384"/>
                </a:lnTo>
                <a:lnTo>
                  <a:pt x="325843" y="413080"/>
                </a:lnTo>
                <a:lnTo>
                  <a:pt x="309359" y="443484"/>
                </a:lnTo>
                <a:lnTo>
                  <a:pt x="303263" y="446532"/>
                </a:lnTo>
                <a:lnTo>
                  <a:pt x="295643" y="449580"/>
                </a:lnTo>
                <a:lnTo>
                  <a:pt x="128003" y="449580"/>
                </a:lnTo>
                <a:lnTo>
                  <a:pt x="128003" y="365760"/>
                </a:lnTo>
                <a:lnTo>
                  <a:pt x="89903" y="365760"/>
                </a:lnTo>
                <a:lnTo>
                  <a:pt x="89903" y="449580"/>
                </a:lnTo>
                <a:lnTo>
                  <a:pt x="12179" y="449580"/>
                </a:lnTo>
                <a:lnTo>
                  <a:pt x="12179" y="495300"/>
                </a:lnTo>
                <a:lnTo>
                  <a:pt x="89903" y="495300"/>
                </a:lnTo>
                <a:lnTo>
                  <a:pt x="89903" y="525780"/>
                </a:lnTo>
                <a:lnTo>
                  <a:pt x="128003" y="525780"/>
                </a:lnTo>
                <a:lnTo>
                  <a:pt x="128003" y="495300"/>
                </a:lnTo>
                <a:lnTo>
                  <a:pt x="277355" y="495300"/>
                </a:lnTo>
                <a:lnTo>
                  <a:pt x="298767" y="494144"/>
                </a:lnTo>
                <a:lnTo>
                  <a:pt x="344411" y="475488"/>
                </a:lnTo>
                <a:lnTo>
                  <a:pt x="364350" y="434987"/>
                </a:lnTo>
                <a:lnTo>
                  <a:pt x="365747" y="417576"/>
                </a:lnTo>
                <a:lnTo>
                  <a:pt x="365747" y="400812"/>
                </a:lnTo>
                <a:close/>
              </a:path>
              <a:path extrusionOk="0" h="774700" w="367664">
                <a:moveTo>
                  <a:pt x="366979" y="681990"/>
                </a:moveTo>
                <a:lnTo>
                  <a:pt x="366318" y="674370"/>
                </a:lnTo>
                <a:lnTo>
                  <a:pt x="365353" y="667473"/>
                </a:lnTo>
                <a:lnTo>
                  <a:pt x="364223" y="661416"/>
                </a:lnTo>
                <a:lnTo>
                  <a:pt x="362483" y="657034"/>
                </a:lnTo>
                <a:lnTo>
                  <a:pt x="359651" y="649795"/>
                </a:lnTo>
                <a:lnTo>
                  <a:pt x="357365" y="643636"/>
                </a:lnTo>
                <a:lnTo>
                  <a:pt x="355079" y="637032"/>
                </a:lnTo>
                <a:lnTo>
                  <a:pt x="352031" y="632460"/>
                </a:lnTo>
                <a:lnTo>
                  <a:pt x="333743" y="608076"/>
                </a:lnTo>
                <a:lnTo>
                  <a:pt x="330695" y="605028"/>
                </a:lnTo>
                <a:lnTo>
                  <a:pt x="359651" y="605028"/>
                </a:lnTo>
                <a:lnTo>
                  <a:pt x="359651" y="559308"/>
                </a:lnTo>
                <a:lnTo>
                  <a:pt x="324446" y="559308"/>
                </a:lnTo>
                <a:lnTo>
                  <a:pt x="324446" y="678853"/>
                </a:lnTo>
                <a:lnTo>
                  <a:pt x="323773" y="687705"/>
                </a:lnTo>
                <a:lnTo>
                  <a:pt x="298310" y="723519"/>
                </a:lnTo>
                <a:lnTo>
                  <a:pt x="277355" y="726948"/>
                </a:lnTo>
                <a:lnTo>
                  <a:pt x="267373" y="726097"/>
                </a:lnTo>
                <a:lnTo>
                  <a:pt x="267563" y="726097"/>
                </a:lnTo>
                <a:lnTo>
                  <a:pt x="259067" y="723709"/>
                </a:lnTo>
                <a:lnTo>
                  <a:pt x="232067" y="694397"/>
                </a:lnTo>
                <a:lnTo>
                  <a:pt x="223583" y="656539"/>
                </a:lnTo>
                <a:lnTo>
                  <a:pt x="223494" y="655688"/>
                </a:lnTo>
                <a:lnTo>
                  <a:pt x="222491" y="646176"/>
                </a:lnTo>
                <a:lnTo>
                  <a:pt x="221170" y="632460"/>
                </a:lnTo>
                <a:lnTo>
                  <a:pt x="220154" y="622795"/>
                </a:lnTo>
                <a:lnTo>
                  <a:pt x="218935" y="612648"/>
                </a:lnTo>
                <a:lnTo>
                  <a:pt x="217919" y="605028"/>
                </a:lnTo>
                <a:lnTo>
                  <a:pt x="294119" y="605028"/>
                </a:lnTo>
                <a:lnTo>
                  <a:pt x="315455" y="637032"/>
                </a:lnTo>
                <a:lnTo>
                  <a:pt x="322376" y="656043"/>
                </a:lnTo>
                <a:lnTo>
                  <a:pt x="322465" y="656539"/>
                </a:lnTo>
                <a:lnTo>
                  <a:pt x="322541" y="657034"/>
                </a:lnTo>
                <a:lnTo>
                  <a:pt x="322592" y="657301"/>
                </a:lnTo>
                <a:lnTo>
                  <a:pt x="324027" y="665759"/>
                </a:lnTo>
                <a:lnTo>
                  <a:pt x="324142" y="667702"/>
                </a:lnTo>
                <a:lnTo>
                  <a:pt x="324370" y="672084"/>
                </a:lnTo>
                <a:lnTo>
                  <a:pt x="324446" y="678853"/>
                </a:lnTo>
                <a:lnTo>
                  <a:pt x="324446" y="559308"/>
                </a:lnTo>
                <a:lnTo>
                  <a:pt x="175247" y="559308"/>
                </a:lnTo>
                <a:lnTo>
                  <a:pt x="162344" y="559866"/>
                </a:lnTo>
                <a:lnTo>
                  <a:pt x="122466" y="570915"/>
                </a:lnTo>
                <a:lnTo>
                  <a:pt x="92760" y="604647"/>
                </a:lnTo>
                <a:lnTo>
                  <a:pt x="83489" y="643636"/>
                </a:lnTo>
                <a:lnTo>
                  <a:pt x="83286" y="646176"/>
                </a:lnTo>
                <a:lnTo>
                  <a:pt x="82638" y="655688"/>
                </a:lnTo>
                <a:lnTo>
                  <a:pt x="82613" y="682421"/>
                </a:lnTo>
                <a:lnTo>
                  <a:pt x="83426" y="693420"/>
                </a:lnTo>
                <a:lnTo>
                  <a:pt x="83553" y="694397"/>
                </a:lnTo>
                <a:lnTo>
                  <a:pt x="84861" y="704850"/>
                </a:lnTo>
                <a:lnTo>
                  <a:pt x="86855" y="716280"/>
                </a:lnTo>
                <a:lnTo>
                  <a:pt x="86956" y="716762"/>
                </a:lnTo>
                <a:lnTo>
                  <a:pt x="89128" y="727138"/>
                </a:lnTo>
                <a:lnTo>
                  <a:pt x="91300" y="737146"/>
                </a:lnTo>
                <a:lnTo>
                  <a:pt x="93078" y="745426"/>
                </a:lnTo>
                <a:lnTo>
                  <a:pt x="94475" y="752856"/>
                </a:lnTo>
                <a:lnTo>
                  <a:pt x="140195" y="752856"/>
                </a:lnTo>
                <a:lnTo>
                  <a:pt x="140195" y="749808"/>
                </a:lnTo>
                <a:lnTo>
                  <a:pt x="135915" y="739508"/>
                </a:lnTo>
                <a:lnTo>
                  <a:pt x="132194" y="729043"/>
                </a:lnTo>
                <a:lnTo>
                  <a:pt x="123050" y="687705"/>
                </a:lnTo>
                <a:lnTo>
                  <a:pt x="122872" y="685800"/>
                </a:lnTo>
                <a:lnTo>
                  <a:pt x="122199" y="678853"/>
                </a:lnTo>
                <a:lnTo>
                  <a:pt x="122199" y="655688"/>
                </a:lnTo>
                <a:lnTo>
                  <a:pt x="122555" y="650633"/>
                </a:lnTo>
                <a:lnTo>
                  <a:pt x="122682" y="649795"/>
                </a:lnTo>
                <a:lnTo>
                  <a:pt x="123609" y="643636"/>
                </a:lnTo>
                <a:lnTo>
                  <a:pt x="146291" y="609600"/>
                </a:lnTo>
                <a:lnTo>
                  <a:pt x="172199" y="605028"/>
                </a:lnTo>
                <a:lnTo>
                  <a:pt x="181343" y="605028"/>
                </a:lnTo>
                <a:lnTo>
                  <a:pt x="181419" y="606171"/>
                </a:lnTo>
                <a:lnTo>
                  <a:pt x="181546" y="608076"/>
                </a:lnTo>
                <a:lnTo>
                  <a:pt x="181648" y="609600"/>
                </a:lnTo>
                <a:lnTo>
                  <a:pt x="182562" y="623316"/>
                </a:lnTo>
                <a:lnTo>
                  <a:pt x="183819" y="639699"/>
                </a:lnTo>
                <a:lnTo>
                  <a:pt x="185483" y="656539"/>
                </a:lnTo>
                <a:lnTo>
                  <a:pt x="185585" y="657301"/>
                </a:lnTo>
                <a:lnTo>
                  <a:pt x="187439" y="672084"/>
                </a:lnTo>
                <a:lnTo>
                  <a:pt x="190017" y="686638"/>
                </a:lnTo>
                <a:lnTo>
                  <a:pt x="193154" y="700468"/>
                </a:lnTo>
                <a:lnTo>
                  <a:pt x="193243" y="700760"/>
                </a:lnTo>
                <a:lnTo>
                  <a:pt x="196875" y="713447"/>
                </a:lnTo>
                <a:lnTo>
                  <a:pt x="215442" y="747141"/>
                </a:lnTo>
                <a:lnTo>
                  <a:pt x="255257" y="770953"/>
                </a:lnTo>
                <a:lnTo>
                  <a:pt x="281927" y="774192"/>
                </a:lnTo>
                <a:lnTo>
                  <a:pt x="290169" y="773671"/>
                </a:lnTo>
                <a:lnTo>
                  <a:pt x="330314" y="760095"/>
                </a:lnTo>
                <a:lnTo>
                  <a:pt x="357466" y="731380"/>
                </a:lnTo>
                <a:lnTo>
                  <a:pt x="359664" y="726948"/>
                </a:lnTo>
                <a:lnTo>
                  <a:pt x="361175" y="723900"/>
                </a:lnTo>
                <a:lnTo>
                  <a:pt x="361264" y="723709"/>
                </a:lnTo>
                <a:lnTo>
                  <a:pt x="361340" y="723519"/>
                </a:lnTo>
                <a:lnTo>
                  <a:pt x="364058" y="716762"/>
                </a:lnTo>
                <a:lnTo>
                  <a:pt x="364185" y="716280"/>
                </a:lnTo>
                <a:lnTo>
                  <a:pt x="365937" y="709041"/>
                </a:lnTo>
                <a:lnTo>
                  <a:pt x="365988" y="708736"/>
                </a:lnTo>
                <a:lnTo>
                  <a:pt x="366966" y="700760"/>
                </a:lnTo>
                <a:lnTo>
                  <a:pt x="366979" y="681990"/>
                </a:lnTo>
                <a:close/>
              </a:path>
              <a:path extrusionOk="0" h="774700" w="367664">
                <a:moveTo>
                  <a:pt x="367284" y="120396"/>
                </a:moveTo>
                <a:lnTo>
                  <a:pt x="364998" y="94399"/>
                </a:lnTo>
                <a:lnTo>
                  <a:pt x="358140" y="71247"/>
                </a:lnTo>
                <a:lnTo>
                  <a:pt x="346710" y="50965"/>
                </a:lnTo>
                <a:lnTo>
                  <a:pt x="343293" y="47244"/>
                </a:lnTo>
                <a:lnTo>
                  <a:pt x="330708" y="33528"/>
                </a:lnTo>
                <a:lnTo>
                  <a:pt x="327660" y="31394"/>
                </a:lnTo>
                <a:lnTo>
                  <a:pt x="327660" y="120396"/>
                </a:lnTo>
                <a:lnTo>
                  <a:pt x="325958" y="136690"/>
                </a:lnTo>
                <a:lnTo>
                  <a:pt x="301752" y="175260"/>
                </a:lnTo>
                <a:lnTo>
                  <a:pt x="249237" y="192405"/>
                </a:lnTo>
                <a:lnTo>
                  <a:pt x="225552" y="193548"/>
                </a:lnTo>
                <a:lnTo>
                  <a:pt x="200977" y="192405"/>
                </a:lnTo>
                <a:lnTo>
                  <a:pt x="162115" y="183261"/>
                </a:lnTo>
                <a:lnTo>
                  <a:pt x="128587" y="151257"/>
                </a:lnTo>
                <a:lnTo>
                  <a:pt x="121920" y="120396"/>
                </a:lnTo>
                <a:lnTo>
                  <a:pt x="123609" y="104140"/>
                </a:lnTo>
                <a:lnTo>
                  <a:pt x="147828" y="67056"/>
                </a:lnTo>
                <a:lnTo>
                  <a:pt x="200977" y="48412"/>
                </a:lnTo>
                <a:lnTo>
                  <a:pt x="225552" y="47244"/>
                </a:lnTo>
                <a:lnTo>
                  <a:pt x="249237" y="48412"/>
                </a:lnTo>
                <a:lnTo>
                  <a:pt x="287477" y="58178"/>
                </a:lnTo>
                <a:lnTo>
                  <a:pt x="320992" y="89725"/>
                </a:lnTo>
                <a:lnTo>
                  <a:pt x="327660" y="120396"/>
                </a:lnTo>
                <a:lnTo>
                  <a:pt x="327660" y="31394"/>
                </a:lnTo>
                <a:lnTo>
                  <a:pt x="309562" y="18656"/>
                </a:lnTo>
                <a:lnTo>
                  <a:pt x="284988" y="8191"/>
                </a:lnTo>
                <a:lnTo>
                  <a:pt x="256984" y="2032"/>
                </a:lnTo>
                <a:lnTo>
                  <a:pt x="225552" y="0"/>
                </a:lnTo>
                <a:lnTo>
                  <a:pt x="193255" y="2032"/>
                </a:lnTo>
                <a:lnTo>
                  <a:pt x="140677" y="18656"/>
                </a:lnTo>
                <a:lnTo>
                  <a:pt x="103505" y="50965"/>
                </a:lnTo>
                <a:lnTo>
                  <a:pt x="84594" y="94399"/>
                </a:lnTo>
                <a:lnTo>
                  <a:pt x="82296" y="120396"/>
                </a:lnTo>
                <a:lnTo>
                  <a:pt x="84594" y="146405"/>
                </a:lnTo>
                <a:lnTo>
                  <a:pt x="103505" y="189839"/>
                </a:lnTo>
                <a:lnTo>
                  <a:pt x="140677" y="222148"/>
                </a:lnTo>
                <a:lnTo>
                  <a:pt x="193255" y="238772"/>
                </a:lnTo>
                <a:lnTo>
                  <a:pt x="225552" y="240792"/>
                </a:lnTo>
                <a:lnTo>
                  <a:pt x="256463" y="238772"/>
                </a:lnTo>
                <a:lnTo>
                  <a:pt x="256209" y="238772"/>
                </a:lnTo>
                <a:lnTo>
                  <a:pt x="283654" y="232791"/>
                </a:lnTo>
                <a:lnTo>
                  <a:pt x="308051" y="222796"/>
                </a:lnTo>
                <a:lnTo>
                  <a:pt x="329184" y="208788"/>
                </a:lnTo>
                <a:lnTo>
                  <a:pt x="343916" y="193548"/>
                </a:lnTo>
                <a:lnTo>
                  <a:pt x="346062" y="191338"/>
                </a:lnTo>
                <a:lnTo>
                  <a:pt x="357949" y="170878"/>
                </a:lnTo>
                <a:lnTo>
                  <a:pt x="364972" y="147281"/>
                </a:lnTo>
                <a:lnTo>
                  <a:pt x="365048" y="146405"/>
                </a:lnTo>
                <a:lnTo>
                  <a:pt x="367284" y="12039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3" name="Google Shape;6663;p101"/>
          <p:cNvSpPr/>
          <p:nvPr/>
        </p:nvSpPr>
        <p:spPr>
          <a:xfrm>
            <a:off x="1734311" y="2013204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5852"/>
                </a:lnTo>
                <a:lnTo>
                  <a:pt x="5143" y="116181"/>
                </a:lnTo>
                <a:lnTo>
                  <a:pt x="0" y="83820"/>
                </a:lnTo>
                <a:lnTo>
                  <a:pt x="1690" y="65293"/>
                </a:lnTo>
                <a:lnTo>
                  <a:pt x="25907" y="22859"/>
                </a:lnTo>
                <a:lnTo>
                  <a:pt x="78628" y="1428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05346" y="45910"/>
                </a:lnTo>
                <a:lnTo>
                  <a:pt x="67603" y="51958"/>
                </a:lnTo>
                <a:lnTo>
                  <a:pt x="62483" y="54864"/>
                </a:lnTo>
                <a:lnTo>
                  <a:pt x="56387" y="57912"/>
                </a:lnTo>
                <a:lnTo>
                  <a:pt x="42671" y="96012"/>
                </a:lnTo>
                <a:lnTo>
                  <a:pt x="43243" y="104917"/>
                </a:lnTo>
                <a:lnTo>
                  <a:pt x="62293" y="148590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664" name="Google Shape;6664;p10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601467" y="8805671"/>
            <a:ext cx="102108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665" name="Google Shape;6665;p101"/>
          <p:cNvGrpSpPr/>
          <p:nvPr/>
        </p:nvGrpSpPr>
        <p:grpSpPr>
          <a:xfrm>
            <a:off x="2526792" y="7770876"/>
            <a:ext cx="226060" cy="809244"/>
            <a:chOff x="2526792" y="7770876"/>
            <a:chExt cx="226060" cy="809244"/>
          </a:xfrm>
        </p:grpSpPr>
        <p:sp>
          <p:nvSpPr>
            <p:cNvPr id="6666" name="Google Shape;6666;p101"/>
            <p:cNvSpPr/>
            <p:nvPr/>
          </p:nvSpPr>
          <p:spPr>
            <a:xfrm>
              <a:off x="2526792" y="8366760"/>
              <a:ext cx="226060" cy="213360"/>
            </a:xfrm>
            <a:custGeom>
              <a:rect b="b" l="l" r="r" t="t"/>
              <a:pathLst>
                <a:path extrusionOk="0" h="213359" w="226060">
                  <a:moveTo>
                    <a:pt x="33515" y="0"/>
                  </a:moveTo>
                  <a:lnTo>
                    <a:pt x="4559" y="0"/>
                  </a:lnTo>
                  <a:lnTo>
                    <a:pt x="4559" y="30480"/>
                  </a:lnTo>
                  <a:lnTo>
                    <a:pt x="33515" y="30480"/>
                  </a:lnTo>
                  <a:lnTo>
                    <a:pt x="33515" y="0"/>
                  </a:lnTo>
                  <a:close/>
                </a:path>
                <a:path extrusionOk="0" h="213359" w="226060">
                  <a:moveTo>
                    <a:pt x="220967" y="1524"/>
                  </a:moveTo>
                  <a:lnTo>
                    <a:pt x="59423" y="1524"/>
                  </a:lnTo>
                  <a:lnTo>
                    <a:pt x="59423" y="28956"/>
                  </a:lnTo>
                  <a:lnTo>
                    <a:pt x="220967" y="28956"/>
                  </a:lnTo>
                  <a:lnTo>
                    <a:pt x="220967" y="1524"/>
                  </a:lnTo>
                  <a:close/>
                </a:path>
                <a:path extrusionOk="0" h="213359" w="226060">
                  <a:moveTo>
                    <a:pt x="225552" y="108204"/>
                  </a:moveTo>
                  <a:lnTo>
                    <a:pt x="224028" y="100584"/>
                  </a:lnTo>
                  <a:lnTo>
                    <a:pt x="222504" y="96012"/>
                  </a:lnTo>
                  <a:lnTo>
                    <a:pt x="222504" y="89916"/>
                  </a:lnTo>
                  <a:lnTo>
                    <a:pt x="220980" y="83820"/>
                  </a:lnTo>
                  <a:lnTo>
                    <a:pt x="217932" y="77724"/>
                  </a:lnTo>
                  <a:lnTo>
                    <a:pt x="216408" y="71628"/>
                  </a:lnTo>
                  <a:lnTo>
                    <a:pt x="214884" y="67056"/>
                  </a:lnTo>
                  <a:lnTo>
                    <a:pt x="211836" y="62484"/>
                  </a:lnTo>
                  <a:lnTo>
                    <a:pt x="208788" y="53340"/>
                  </a:lnTo>
                  <a:lnTo>
                    <a:pt x="205740" y="48768"/>
                  </a:lnTo>
                  <a:lnTo>
                    <a:pt x="172212" y="48768"/>
                  </a:lnTo>
                  <a:lnTo>
                    <a:pt x="172212" y="51816"/>
                  </a:lnTo>
                  <a:lnTo>
                    <a:pt x="176784" y="56388"/>
                  </a:lnTo>
                  <a:lnTo>
                    <a:pt x="179832" y="60960"/>
                  </a:lnTo>
                  <a:lnTo>
                    <a:pt x="182880" y="64008"/>
                  </a:lnTo>
                  <a:lnTo>
                    <a:pt x="185928" y="68580"/>
                  </a:lnTo>
                  <a:lnTo>
                    <a:pt x="188976" y="74676"/>
                  </a:lnTo>
                  <a:lnTo>
                    <a:pt x="192024" y="79248"/>
                  </a:lnTo>
                  <a:lnTo>
                    <a:pt x="195072" y="86868"/>
                  </a:lnTo>
                  <a:lnTo>
                    <a:pt x="196596" y="92964"/>
                  </a:lnTo>
                  <a:lnTo>
                    <a:pt x="199644" y="100584"/>
                  </a:lnTo>
                  <a:lnTo>
                    <a:pt x="201168" y="108204"/>
                  </a:lnTo>
                  <a:lnTo>
                    <a:pt x="201168" y="115824"/>
                  </a:lnTo>
                  <a:lnTo>
                    <a:pt x="188404" y="153543"/>
                  </a:lnTo>
                  <a:lnTo>
                    <a:pt x="150876" y="178308"/>
                  </a:lnTo>
                  <a:lnTo>
                    <a:pt x="112776" y="182880"/>
                  </a:lnTo>
                  <a:lnTo>
                    <a:pt x="102527" y="182600"/>
                  </a:lnTo>
                  <a:lnTo>
                    <a:pt x="58483" y="172593"/>
                  </a:lnTo>
                  <a:lnTo>
                    <a:pt x="28956" y="141732"/>
                  </a:lnTo>
                  <a:lnTo>
                    <a:pt x="24384" y="115824"/>
                  </a:lnTo>
                  <a:lnTo>
                    <a:pt x="24384" y="100584"/>
                  </a:lnTo>
                  <a:lnTo>
                    <a:pt x="25908" y="94488"/>
                  </a:lnTo>
                  <a:lnTo>
                    <a:pt x="28956" y="86868"/>
                  </a:lnTo>
                  <a:lnTo>
                    <a:pt x="30480" y="80772"/>
                  </a:lnTo>
                  <a:lnTo>
                    <a:pt x="33528" y="76200"/>
                  </a:lnTo>
                  <a:lnTo>
                    <a:pt x="38100" y="70104"/>
                  </a:lnTo>
                  <a:lnTo>
                    <a:pt x="44196" y="60960"/>
                  </a:lnTo>
                  <a:lnTo>
                    <a:pt x="53340" y="51816"/>
                  </a:lnTo>
                  <a:lnTo>
                    <a:pt x="53340" y="48768"/>
                  </a:lnTo>
                  <a:lnTo>
                    <a:pt x="18288" y="48768"/>
                  </a:lnTo>
                  <a:lnTo>
                    <a:pt x="15240" y="53340"/>
                  </a:lnTo>
                  <a:lnTo>
                    <a:pt x="12192" y="59436"/>
                  </a:lnTo>
                  <a:lnTo>
                    <a:pt x="10668" y="64008"/>
                  </a:lnTo>
                  <a:lnTo>
                    <a:pt x="7620" y="68580"/>
                  </a:lnTo>
                  <a:lnTo>
                    <a:pt x="4572" y="77724"/>
                  </a:lnTo>
                  <a:lnTo>
                    <a:pt x="1524" y="89916"/>
                  </a:lnTo>
                  <a:lnTo>
                    <a:pt x="1524" y="96012"/>
                  </a:lnTo>
                  <a:lnTo>
                    <a:pt x="0" y="102108"/>
                  </a:lnTo>
                  <a:lnTo>
                    <a:pt x="0" y="115824"/>
                  </a:lnTo>
                  <a:lnTo>
                    <a:pt x="330" y="126949"/>
                  </a:lnTo>
                  <a:lnTo>
                    <a:pt x="11595" y="164312"/>
                  </a:lnTo>
                  <a:lnTo>
                    <a:pt x="37211" y="193128"/>
                  </a:lnTo>
                  <a:lnTo>
                    <a:pt x="74841" y="210146"/>
                  </a:lnTo>
                  <a:lnTo>
                    <a:pt x="112776" y="213360"/>
                  </a:lnTo>
                  <a:lnTo>
                    <a:pt x="125958" y="213055"/>
                  </a:lnTo>
                  <a:lnTo>
                    <a:pt x="171513" y="203288"/>
                  </a:lnTo>
                  <a:lnTo>
                    <a:pt x="203136" y="179666"/>
                  </a:lnTo>
                  <a:lnTo>
                    <a:pt x="223456" y="136969"/>
                  </a:lnTo>
                  <a:lnTo>
                    <a:pt x="225552" y="117348"/>
                  </a:lnTo>
                  <a:lnTo>
                    <a:pt x="225552" y="108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67" name="Google Shape;6667;p10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2581656" y="8107679"/>
              <a:ext cx="169163" cy="2194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68" name="Google Shape;6668;p10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586227" y="7955280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669" name="Google Shape;6669;p101"/>
            <p:cNvSpPr/>
            <p:nvPr/>
          </p:nvSpPr>
          <p:spPr>
            <a:xfrm>
              <a:off x="2531351" y="788822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70" name="Google Shape;6670;p10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2538984" y="7770876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71" name="Google Shape;6671;p101"/>
          <p:cNvGrpSpPr/>
          <p:nvPr/>
        </p:nvGrpSpPr>
        <p:grpSpPr>
          <a:xfrm>
            <a:off x="2520696" y="6891528"/>
            <a:ext cx="231648" cy="780288"/>
            <a:chOff x="2520696" y="6891528"/>
            <a:chExt cx="231648" cy="780288"/>
          </a:xfrm>
        </p:grpSpPr>
        <p:pic>
          <p:nvPicPr>
            <p:cNvPr id="6672" name="Google Shape;6672;p101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20696" y="7533132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73" name="Google Shape;6673;p101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81697" y="7275575"/>
              <a:ext cx="170646" cy="2179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74" name="Google Shape;6674;p101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586227" y="7039355"/>
              <a:ext cx="161543" cy="2118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75" name="Google Shape;6675;p101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581656" y="6891528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76" name="Google Shape;6676;p101"/>
          <p:cNvGrpSpPr/>
          <p:nvPr/>
        </p:nvGrpSpPr>
        <p:grpSpPr>
          <a:xfrm>
            <a:off x="2538984" y="6524243"/>
            <a:ext cx="213359" cy="249936"/>
            <a:chOff x="2538984" y="6524243"/>
            <a:chExt cx="213359" cy="249936"/>
          </a:xfrm>
        </p:grpSpPr>
        <p:pic>
          <p:nvPicPr>
            <p:cNvPr id="6677" name="Google Shape;6677;p101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581872" y="6644639"/>
              <a:ext cx="170471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78" name="Google Shape;6678;p101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38984" y="6524243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79" name="Google Shape;6679;p101"/>
          <p:cNvGrpSpPr/>
          <p:nvPr/>
        </p:nvGrpSpPr>
        <p:grpSpPr>
          <a:xfrm>
            <a:off x="2531351" y="5175503"/>
            <a:ext cx="269759" cy="1252729"/>
            <a:chOff x="2531351" y="5175503"/>
            <a:chExt cx="269759" cy="1252729"/>
          </a:xfrm>
        </p:grpSpPr>
        <p:pic>
          <p:nvPicPr>
            <p:cNvPr id="6680" name="Google Shape;6680;p101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38984" y="6092952"/>
              <a:ext cx="213359" cy="3352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81" name="Google Shape;6681;p101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581656" y="5928360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82" name="Google Shape;6682;p101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81656" y="5783580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683" name="Google Shape;6683;p101"/>
            <p:cNvSpPr/>
            <p:nvPr/>
          </p:nvSpPr>
          <p:spPr>
            <a:xfrm>
              <a:off x="2531351" y="5727192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84" name="Google Shape;6684;p101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538984" y="5323332"/>
              <a:ext cx="213359" cy="3733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85" name="Google Shape;6685;p101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586227" y="5175503"/>
              <a:ext cx="214883" cy="12192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86" name="Google Shape;6686;p101"/>
          <p:cNvGrpSpPr/>
          <p:nvPr/>
        </p:nvGrpSpPr>
        <p:grpSpPr>
          <a:xfrm>
            <a:off x="2894076" y="7943088"/>
            <a:ext cx="269747" cy="640080"/>
            <a:chOff x="2894076" y="7943088"/>
            <a:chExt cx="269747" cy="640080"/>
          </a:xfrm>
        </p:grpSpPr>
        <p:pic>
          <p:nvPicPr>
            <p:cNvPr id="6687" name="Google Shape;6687;p101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936747" y="8444484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88" name="Google Shape;6688;p101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937128" y="8290560"/>
              <a:ext cx="170307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89" name="Google Shape;6689;p101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894076" y="7943088"/>
              <a:ext cx="262127" cy="3246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90" name="Google Shape;6690;p101"/>
          <p:cNvGrpSpPr/>
          <p:nvPr/>
        </p:nvGrpSpPr>
        <p:grpSpPr>
          <a:xfrm>
            <a:off x="2875788" y="7368540"/>
            <a:ext cx="231648" cy="458724"/>
            <a:chOff x="2875788" y="7368540"/>
            <a:chExt cx="231648" cy="458724"/>
          </a:xfrm>
        </p:grpSpPr>
        <p:pic>
          <p:nvPicPr>
            <p:cNvPr id="6691" name="Google Shape;6691;p101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937128" y="7697724"/>
              <a:ext cx="170307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92" name="Google Shape;6692;p101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936747" y="7533132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93" name="Google Shape;6693;p101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875788" y="7368540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94" name="Google Shape;6694;p101"/>
          <p:cNvGrpSpPr/>
          <p:nvPr/>
        </p:nvGrpSpPr>
        <p:grpSpPr>
          <a:xfrm>
            <a:off x="2875788" y="6573011"/>
            <a:ext cx="231647" cy="664464"/>
            <a:chOff x="2875788" y="6573011"/>
            <a:chExt cx="231647" cy="664464"/>
          </a:xfrm>
        </p:grpSpPr>
        <p:pic>
          <p:nvPicPr>
            <p:cNvPr id="6695" name="Google Shape;6695;p101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877311" y="7100315"/>
              <a:ext cx="230124" cy="1371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696" name="Google Shape;6696;p101"/>
            <p:cNvSpPr/>
            <p:nvPr/>
          </p:nvSpPr>
          <p:spPr>
            <a:xfrm>
              <a:off x="2875788" y="7045452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697" name="Google Shape;6697;p101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936747" y="6729984"/>
              <a:ext cx="170688" cy="2880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98" name="Google Shape;6698;p101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877311" y="6573011"/>
              <a:ext cx="225551" cy="1341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99" name="Google Shape;6699;p101"/>
          <p:cNvGrpSpPr/>
          <p:nvPr/>
        </p:nvGrpSpPr>
        <p:grpSpPr>
          <a:xfrm>
            <a:off x="2875788" y="5913120"/>
            <a:ext cx="230124" cy="554989"/>
            <a:chOff x="2875788" y="5913120"/>
            <a:chExt cx="230124" cy="554989"/>
          </a:xfrm>
        </p:grpSpPr>
        <p:sp>
          <p:nvSpPr>
            <p:cNvPr id="6700" name="Google Shape;6700;p101"/>
            <p:cNvSpPr/>
            <p:nvPr/>
          </p:nvSpPr>
          <p:spPr>
            <a:xfrm>
              <a:off x="2875788" y="6438900"/>
              <a:ext cx="227329" cy="29209"/>
            </a:xfrm>
            <a:custGeom>
              <a:rect b="b" l="l" r="r" t="t"/>
              <a:pathLst>
                <a:path extrusionOk="0" h="29210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01" name="Google Shape;6701;p101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936748" y="5969508"/>
              <a:ext cx="169164" cy="4404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02" name="Google Shape;6702;p101"/>
            <p:cNvSpPr/>
            <p:nvPr/>
          </p:nvSpPr>
          <p:spPr>
            <a:xfrm>
              <a:off x="2875788" y="5913120"/>
              <a:ext cx="227329" cy="29209"/>
            </a:xfrm>
            <a:custGeom>
              <a:rect b="b" l="l" r="r" t="t"/>
              <a:pathLst>
                <a:path extrusionOk="0" h="29210" w="227330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703" name="Google Shape;6703;p101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383279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04" name="Google Shape;6704;p101"/>
          <p:cNvGrpSpPr/>
          <p:nvPr/>
        </p:nvGrpSpPr>
        <p:grpSpPr>
          <a:xfrm>
            <a:off x="3304032" y="7775447"/>
            <a:ext cx="230123" cy="792480"/>
            <a:chOff x="3304032" y="7775447"/>
            <a:chExt cx="230123" cy="792480"/>
          </a:xfrm>
        </p:grpSpPr>
        <p:pic>
          <p:nvPicPr>
            <p:cNvPr id="6705" name="Google Shape;6705;p101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313175" y="8420099"/>
              <a:ext cx="216408" cy="14782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06" name="Google Shape;6706;p101"/>
            <p:cNvSpPr/>
            <p:nvPr/>
          </p:nvSpPr>
          <p:spPr>
            <a:xfrm>
              <a:off x="3304032" y="8366760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07" name="Google Shape;6707;p101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363467" y="8054339"/>
              <a:ext cx="170688" cy="2849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08" name="Google Shape;6708;p101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304032" y="7775447"/>
              <a:ext cx="228599" cy="25450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09" name="Google Shape;6709;p101"/>
          <p:cNvGrpSpPr/>
          <p:nvPr/>
        </p:nvGrpSpPr>
        <p:grpSpPr>
          <a:xfrm>
            <a:off x="3363467" y="7235952"/>
            <a:ext cx="170688" cy="432816"/>
            <a:chOff x="3363467" y="7235952"/>
            <a:chExt cx="170688" cy="432816"/>
          </a:xfrm>
        </p:grpSpPr>
        <p:pic>
          <p:nvPicPr>
            <p:cNvPr id="6710" name="Google Shape;6710;p101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363468" y="7403592"/>
              <a:ext cx="170687" cy="2651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11" name="Google Shape;6711;p101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363467" y="7235952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712" name="Google Shape;6712;p101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304032" y="6809231"/>
            <a:ext cx="230124" cy="2956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13" name="Google Shape;6713;p101"/>
          <p:cNvGrpSpPr/>
          <p:nvPr/>
        </p:nvGrpSpPr>
        <p:grpSpPr>
          <a:xfrm>
            <a:off x="3304032" y="5324855"/>
            <a:ext cx="284988" cy="1368552"/>
            <a:chOff x="3304032" y="5324855"/>
            <a:chExt cx="284988" cy="1368552"/>
          </a:xfrm>
        </p:grpSpPr>
        <p:pic>
          <p:nvPicPr>
            <p:cNvPr id="6714" name="Google Shape;6714;p101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363468" y="6320027"/>
              <a:ext cx="169164" cy="3733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15" name="Google Shape;6715;p101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368040" y="6167627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16" name="Google Shape;6716;p101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363467" y="5916167"/>
              <a:ext cx="169164" cy="2133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17" name="Google Shape;6717;p101"/>
            <p:cNvSpPr/>
            <p:nvPr/>
          </p:nvSpPr>
          <p:spPr>
            <a:xfrm>
              <a:off x="3313176" y="586130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18" name="Google Shape;6718;p101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363468" y="5547359"/>
              <a:ext cx="169164" cy="2926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19" name="Google Shape;6719;p101"/>
            <p:cNvSpPr/>
            <p:nvPr/>
          </p:nvSpPr>
          <p:spPr>
            <a:xfrm>
              <a:off x="3304032" y="5490971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20" name="Google Shape;6720;p101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368040" y="5324855"/>
              <a:ext cx="220980" cy="14477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21" name="Google Shape;6721;p101"/>
          <p:cNvGrpSpPr/>
          <p:nvPr/>
        </p:nvGrpSpPr>
        <p:grpSpPr>
          <a:xfrm>
            <a:off x="3659123" y="7766303"/>
            <a:ext cx="286512" cy="804672"/>
            <a:chOff x="3659123" y="7766303"/>
            <a:chExt cx="286512" cy="804672"/>
          </a:xfrm>
        </p:grpSpPr>
        <p:pic>
          <p:nvPicPr>
            <p:cNvPr id="6722" name="Google Shape;6722;p101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720083" y="8433815"/>
              <a:ext cx="225552" cy="1371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23" name="Google Shape;6723;p101"/>
            <p:cNvSpPr/>
            <p:nvPr/>
          </p:nvSpPr>
          <p:spPr>
            <a:xfrm>
              <a:off x="3659123" y="8380475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24" name="Google Shape;6724;p101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720300" y="8223503"/>
              <a:ext cx="170471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25" name="Google Shape;6725;p101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659123" y="7766303"/>
              <a:ext cx="231648" cy="4282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26" name="Google Shape;6726;p101"/>
          <p:cNvGrpSpPr/>
          <p:nvPr/>
        </p:nvGrpSpPr>
        <p:grpSpPr>
          <a:xfrm>
            <a:off x="3659123" y="6906767"/>
            <a:ext cx="231648" cy="729997"/>
            <a:chOff x="3659123" y="6906767"/>
            <a:chExt cx="231648" cy="729997"/>
          </a:xfrm>
        </p:grpSpPr>
        <p:sp>
          <p:nvSpPr>
            <p:cNvPr id="6727" name="Google Shape;6727;p101"/>
            <p:cNvSpPr/>
            <p:nvPr/>
          </p:nvSpPr>
          <p:spPr>
            <a:xfrm>
              <a:off x="3669792" y="760628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28" name="Google Shape;6728;p101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720083" y="7438644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29" name="Google Shape;6729;p101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720083" y="7293863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30" name="Google Shape;6730;p101"/>
            <p:cNvSpPr/>
            <p:nvPr/>
          </p:nvSpPr>
          <p:spPr>
            <a:xfrm>
              <a:off x="3669792" y="7237476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31" name="Google Shape;6731;p101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659123" y="7072883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32" name="Google Shape;6732;p101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720083" y="6906767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33" name="Google Shape;6733;p101"/>
          <p:cNvGrpSpPr/>
          <p:nvPr/>
        </p:nvGrpSpPr>
        <p:grpSpPr>
          <a:xfrm>
            <a:off x="3720083" y="6330696"/>
            <a:ext cx="170688" cy="470916"/>
            <a:chOff x="3720083" y="6330696"/>
            <a:chExt cx="170688" cy="470916"/>
          </a:xfrm>
        </p:grpSpPr>
        <p:pic>
          <p:nvPicPr>
            <p:cNvPr id="6734" name="Google Shape;6734;p101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720083" y="6655308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35" name="Google Shape;6735;p101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3720083" y="6498336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36" name="Google Shape;6736;p101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3720083" y="6330696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37" name="Google Shape;6737;p101"/>
          <p:cNvGrpSpPr/>
          <p:nvPr/>
        </p:nvGrpSpPr>
        <p:grpSpPr>
          <a:xfrm>
            <a:off x="3660647" y="5224271"/>
            <a:ext cx="230124" cy="1002792"/>
            <a:chOff x="3660647" y="5224271"/>
            <a:chExt cx="230124" cy="1002792"/>
          </a:xfrm>
        </p:grpSpPr>
        <p:pic>
          <p:nvPicPr>
            <p:cNvPr id="6738" name="Google Shape;6738;p101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3720300" y="6097523"/>
              <a:ext cx="170471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39" name="Google Shape;6739;p101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3720083" y="5929883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40" name="Google Shape;6740;p101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677411" y="5652515"/>
              <a:ext cx="213359" cy="2514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41" name="Google Shape;6741;p101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3660647" y="5501639"/>
              <a:ext cx="225551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42" name="Google Shape;6742;p101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3720083" y="5333999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43" name="Google Shape;6743;p101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3724656" y="5224271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744" name="Google Shape;6744;p101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4166616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45" name="Google Shape;6745;p101"/>
          <p:cNvGrpSpPr/>
          <p:nvPr/>
        </p:nvGrpSpPr>
        <p:grpSpPr>
          <a:xfrm>
            <a:off x="4085831" y="7850123"/>
            <a:ext cx="286525" cy="719328"/>
            <a:chOff x="4085831" y="7850123"/>
            <a:chExt cx="286525" cy="719328"/>
          </a:xfrm>
        </p:grpSpPr>
        <p:pic>
          <p:nvPicPr>
            <p:cNvPr id="6746" name="Google Shape;6746;p101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4096512" y="8414004"/>
              <a:ext cx="220979" cy="1554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47" name="Google Shape;6747;p101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4096512" y="8250936"/>
              <a:ext cx="219455" cy="14325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48" name="Google Shape;6748;p101"/>
            <p:cNvSpPr/>
            <p:nvPr/>
          </p:nvSpPr>
          <p:spPr>
            <a:xfrm>
              <a:off x="4085831" y="8113776"/>
              <a:ext cx="227329" cy="97790"/>
            </a:xfrm>
            <a:custGeom>
              <a:rect b="b" l="l" r="r" t="t"/>
              <a:pathLst>
                <a:path extrusionOk="0" h="97790" w="227329">
                  <a:moveTo>
                    <a:pt x="39624" y="0"/>
                  </a:moveTo>
                  <a:lnTo>
                    <a:pt x="10668" y="0"/>
                  </a:lnTo>
                  <a:lnTo>
                    <a:pt x="10668" y="30480"/>
                  </a:lnTo>
                  <a:lnTo>
                    <a:pt x="39624" y="30480"/>
                  </a:lnTo>
                  <a:lnTo>
                    <a:pt x="39624" y="0"/>
                  </a:lnTo>
                  <a:close/>
                </a:path>
                <a:path extrusionOk="0" h="97790" w="227329">
                  <a:moveTo>
                    <a:pt x="227076" y="68580"/>
                  </a:moveTo>
                  <a:lnTo>
                    <a:pt x="0" y="68580"/>
                  </a:lnTo>
                  <a:lnTo>
                    <a:pt x="0" y="97536"/>
                  </a:lnTo>
                  <a:lnTo>
                    <a:pt x="227076" y="97536"/>
                  </a:lnTo>
                  <a:lnTo>
                    <a:pt x="227076" y="68580"/>
                  </a:lnTo>
                  <a:close/>
                </a:path>
                <a:path extrusionOk="0" h="97790" w="227329">
                  <a:moveTo>
                    <a:pt x="227076" y="1524"/>
                  </a:moveTo>
                  <a:lnTo>
                    <a:pt x="65532" y="1524"/>
                  </a:lnTo>
                  <a:lnTo>
                    <a:pt x="65532" y="28956"/>
                  </a:lnTo>
                  <a:lnTo>
                    <a:pt x="227076" y="28956"/>
                  </a:lnTo>
                  <a:lnTo>
                    <a:pt x="227076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49" name="Google Shape;6749;p101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4104132" y="7850123"/>
              <a:ext cx="268224" cy="2407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50" name="Google Shape;6750;p101"/>
          <p:cNvGrpSpPr/>
          <p:nvPr/>
        </p:nvGrpSpPr>
        <p:grpSpPr>
          <a:xfrm>
            <a:off x="4085844" y="5384292"/>
            <a:ext cx="286512" cy="1027176"/>
            <a:chOff x="4085844" y="5384292"/>
            <a:chExt cx="286512" cy="1027176"/>
          </a:xfrm>
        </p:grpSpPr>
        <p:pic>
          <p:nvPicPr>
            <p:cNvPr id="6751" name="Google Shape;6751;p101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4146804" y="6274308"/>
              <a:ext cx="225552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52" name="Google Shape;6752;p101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4085844" y="5855207"/>
              <a:ext cx="231648" cy="3931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53" name="Google Shape;6753;p101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4151376" y="5687568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54" name="Google Shape;6754;p101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146804" y="5384292"/>
              <a:ext cx="169164" cy="27736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755" name="Google Shape;6755;p101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4146803" y="6527292"/>
            <a:ext cx="518160" cy="12100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56" name="Google Shape;6756;p101"/>
          <p:cNvGrpSpPr/>
          <p:nvPr/>
        </p:nvGrpSpPr>
        <p:grpSpPr>
          <a:xfrm>
            <a:off x="4434840" y="7676388"/>
            <a:ext cx="228600" cy="894588"/>
            <a:chOff x="4434840" y="7676388"/>
            <a:chExt cx="228600" cy="894588"/>
          </a:xfrm>
        </p:grpSpPr>
        <p:pic>
          <p:nvPicPr>
            <p:cNvPr id="6757" name="Google Shape;6757;p101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4494276" y="8442960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58" name="Google Shape;6758;p101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4451604" y="8171688"/>
              <a:ext cx="211836" cy="24536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59" name="Google Shape;6759;p101"/>
            <p:cNvSpPr/>
            <p:nvPr/>
          </p:nvSpPr>
          <p:spPr>
            <a:xfrm>
              <a:off x="4434840" y="8052816"/>
              <a:ext cx="227329" cy="99060"/>
            </a:xfrm>
            <a:custGeom>
              <a:rect b="b" l="l" r="r" t="t"/>
              <a:pathLst>
                <a:path extrusionOk="0" h="99059" w="227329">
                  <a:moveTo>
                    <a:pt x="38100" y="0"/>
                  </a:moveTo>
                  <a:lnTo>
                    <a:pt x="9144" y="0"/>
                  </a:lnTo>
                  <a:lnTo>
                    <a:pt x="9144" y="30480"/>
                  </a:lnTo>
                  <a:lnTo>
                    <a:pt x="38100" y="30480"/>
                  </a:lnTo>
                  <a:lnTo>
                    <a:pt x="38100" y="0"/>
                  </a:lnTo>
                  <a:close/>
                </a:path>
                <a:path extrusionOk="0" h="99059" w="227329">
                  <a:moveTo>
                    <a:pt x="225552" y="1524"/>
                  </a:moveTo>
                  <a:lnTo>
                    <a:pt x="64008" y="1524"/>
                  </a:lnTo>
                  <a:lnTo>
                    <a:pt x="64008" y="28956"/>
                  </a:lnTo>
                  <a:lnTo>
                    <a:pt x="225552" y="28956"/>
                  </a:lnTo>
                  <a:lnTo>
                    <a:pt x="225552" y="1524"/>
                  </a:lnTo>
                  <a:close/>
                </a:path>
                <a:path extrusionOk="0" h="99059" w="227329">
                  <a:moveTo>
                    <a:pt x="227076" y="70104"/>
                  </a:moveTo>
                  <a:lnTo>
                    <a:pt x="0" y="70104"/>
                  </a:lnTo>
                  <a:lnTo>
                    <a:pt x="0" y="99060"/>
                  </a:lnTo>
                  <a:lnTo>
                    <a:pt x="227076" y="99060"/>
                  </a:lnTo>
                  <a:lnTo>
                    <a:pt x="227076" y="70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60" name="Google Shape;6760;p101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4451604" y="7676388"/>
              <a:ext cx="211836" cy="3474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61" name="Google Shape;6761;p101"/>
          <p:cNvGrpSpPr/>
          <p:nvPr/>
        </p:nvGrpSpPr>
        <p:grpSpPr>
          <a:xfrm>
            <a:off x="4434840" y="6140196"/>
            <a:ext cx="230123" cy="353820"/>
            <a:chOff x="4434840" y="6140196"/>
            <a:chExt cx="230123" cy="353820"/>
          </a:xfrm>
        </p:grpSpPr>
        <p:sp>
          <p:nvSpPr>
            <p:cNvPr id="6762" name="Google Shape;6762;p101"/>
            <p:cNvSpPr/>
            <p:nvPr/>
          </p:nvSpPr>
          <p:spPr>
            <a:xfrm>
              <a:off x="4434840" y="6464807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63" name="Google Shape;6763;p101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4494610" y="6307835"/>
              <a:ext cx="170353" cy="1295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64" name="Google Shape;6764;p101"/>
            <p:cNvSpPr/>
            <p:nvPr/>
          </p:nvSpPr>
          <p:spPr>
            <a:xfrm>
              <a:off x="4443984" y="6140196"/>
              <a:ext cx="219710" cy="144780"/>
            </a:xfrm>
            <a:custGeom>
              <a:rect b="b" l="l" r="r" t="t"/>
              <a:pathLst>
                <a:path extrusionOk="0" h="144779" w="219710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144779" w="219710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  <a:path extrusionOk="0" h="144779" w="219710">
                  <a:moveTo>
                    <a:pt x="219456" y="64008"/>
                  </a:moveTo>
                  <a:lnTo>
                    <a:pt x="217932" y="57912"/>
                  </a:lnTo>
                  <a:lnTo>
                    <a:pt x="214884" y="48768"/>
                  </a:lnTo>
                  <a:lnTo>
                    <a:pt x="190500" y="48768"/>
                  </a:lnTo>
                  <a:lnTo>
                    <a:pt x="190500" y="50292"/>
                  </a:lnTo>
                  <a:lnTo>
                    <a:pt x="192024" y="51816"/>
                  </a:lnTo>
                  <a:lnTo>
                    <a:pt x="192024" y="54864"/>
                  </a:lnTo>
                  <a:lnTo>
                    <a:pt x="193548" y="59436"/>
                  </a:lnTo>
                  <a:lnTo>
                    <a:pt x="195072" y="62484"/>
                  </a:lnTo>
                  <a:lnTo>
                    <a:pt x="195072" y="83820"/>
                  </a:lnTo>
                  <a:lnTo>
                    <a:pt x="192024" y="89916"/>
                  </a:lnTo>
                  <a:lnTo>
                    <a:pt x="188976" y="92964"/>
                  </a:lnTo>
                  <a:lnTo>
                    <a:pt x="185928" y="94488"/>
                  </a:lnTo>
                  <a:lnTo>
                    <a:pt x="181356" y="96012"/>
                  </a:lnTo>
                  <a:lnTo>
                    <a:pt x="178308" y="97536"/>
                  </a:lnTo>
                  <a:lnTo>
                    <a:pt x="173736" y="97536"/>
                  </a:lnTo>
                  <a:lnTo>
                    <a:pt x="169164" y="99060"/>
                  </a:lnTo>
                  <a:lnTo>
                    <a:pt x="77724" y="99060"/>
                  </a:lnTo>
                  <a:lnTo>
                    <a:pt x="77724" y="48768"/>
                  </a:lnTo>
                  <a:lnTo>
                    <a:pt x="54864" y="48768"/>
                  </a:lnTo>
                  <a:lnTo>
                    <a:pt x="54864" y="99060"/>
                  </a:lnTo>
                  <a:lnTo>
                    <a:pt x="7620" y="99060"/>
                  </a:lnTo>
                  <a:lnTo>
                    <a:pt x="7620" y="126492"/>
                  </a:lnTo>
                  <a:lnTo>
                    <a:pt x="54864" y="126492"/>
                  </a:lnTo>
                  <a:lnTo>
                    <a:pt x="54864" y="144780"/>
                  </a:lnTo>
                  <a:lnTo>
                    <a:pt x="77724" y="144780"/>
                  </a:lnTo>
                  <a:lnTo>
                    <a:pt x="77724" y="126492"/>
                  </a:lnTo>
                  <a:lnTo>
                    <a:pt x="167640" y="126492"/>
                  </a:lnTo>
                  <a:lnTo>
                    <a:pt x="207264" y="112776"/>
                  </a:lnTo>
                  <a:lnTo>
                    <a:pt x="219456" y="79248"/>
                  </a:lnTo>
                  <a:lnTo>
                    <a:pt x="219456" y="640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101"/>
          <p:cNvGrpSpPr/>
          <p:nvPr/>
        </p:nvGrpSpPr>
        <p:grpSpPr>
          <a:xfrm>
            <a:off x="4494276" y="5811011"/>
            <a:ext cx="170688" cy="303276"/>
            <a:chOff x="4494276" y="5811011"/>
            <a:chExt cx="170688" cy="303276"/>
          </a:xfrm>
        </p:grpSpPr>
        <p:pic>
          <p:nvPicPr>
            <p:cNvPr id="6766" name="Google Shape;6766;p101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4494276" y="5811011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67" name="Google Shape;6767;p101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4494276" y="5967983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68" name="Google Shape;6768;p101"/>
          <p:cNvGrpSpPr/>
          <p:nvPr/>
        </p:nvGrpSpPr>
        <p:grpSpPr>
          <a:xfrm>
            <a:off x="4434840" y="5084063"/>
            <a:ext cx="230123" cy="615696"/>
            <a:chOff x="4434840" y="5084063"/>
            <a:chExt cx="230123" cy="615696"/>
          </a:xfrm>
        </p:grpSpPr>
        <p:pic>
          <p:nvPicPr>
            <p:cNvPr id="6769" name="Google Shape;6769;p101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4451604" y="5288280"/>
              <a:ext cx="213359" cy="4114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70" name="Google Shape;6770;p101"/>
            <p:cNvSpPr/>
            <p:nvPr/>
          </p:nvSpPr>
          <p:spPr>
            <a:xfrm>
              <a:off x="4434840" y="5231892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71" name="Google Shape;6771;p101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4494377" y="5084063"/>
              <a:ext cx="169006" cy="1158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772" name="Google Shape;6772;p101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3006851" y="1485900"/>
            <a:ext cx="3224783" cy="341985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76" name="Shape 6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7" name="Google Shape;6777;p102"/>
          <p:cNvSpPr/>
          <p:nvPr/>
        </p:nvSpPr>
        <p:spPr>
          <a:xfrm>
            <a:off x="1652016" y="4527804"/>
            <a:ext cx="459105" cy="1416050"/>
          </a:xfrm>
          <a:custGeom>
            <a:rect b="b" l="l" r="r" t="t"/>
            <a:pathLst>
              <a:path extrusionOk="0" h="1416050" w="459105">
                <a:moveTo>
                  <a:pt x="359651" y="1208786"/>
                </a:moveTo>
                <a:lnTo>
                  <a:pt x="316992" y="1208786"/>
                </a:lnTo>
                <a:lnTo>
                  <a:pt x="316992" y="1368806"/>
                </a:lnTo>
                <a:lnTo>
                  <a:pt x="0" y="1368806"/>
                </a:lnTo>
                <a:lnTo>
                  <a:pt x="0" y="1415796"/>
                </a:lnTo>
                <a:lnTo>
                  <a:pt x="359651" y="1415796"/>
                </a:lnTo>
                <a:lnTo>
                  <a:pt x="359651" y="1368806"/>
                </a:lnTo>
                <a:lnTo>
                  <a:pt x="359651" y="1208786"/>
                </a:lnTo>
                <a:close/>
              </a:path>
              <a:path extrusionOk="0" h="1416050" w="459105">
                <a:moveTo>
                  <a:pt x="365747" y="35052"/>
                </a:moveTo>
                <a:lnTo>
                  <a:pt x="358127" y="0"/>
                </a:lnTo>
                <a:lnTo>
                  <a:pt x="316979" y="0"/>
                </a:lnTo>
                <a:lnTo>
                  <a:pt x="316979" y="3048"/>
                </a:lnTo>
                <a:lnTo>
                  <a:pt x="318503" y="6096"/>
                </a:lnTo>
                <a:lnTo>
                  <a:pt x="320027" y="10668"/>
                </a:lnTo>
                <a:lnTo>
                  <a:pt x="323075" y="18288"/>
                </a:lnTo>
                <a:lnTo>
                  <a:pt x="324599" y="24384"/>
                </a:lnTo>
                <a:lnTo>
                  <a:pt x="326123" y="32004"/>
                </a:lnTo>
                <a:lnTo>
                  <a:pt x="326123" y="50292"/>
                </a:lnTo>
                <a:lnTo>
                  <a:pt x="303263" y="80772"/>
                </a:lnTo>
                <a:lnTo>
                  <a:pt x="295643" y="82296"/>
                </a:lnTo>
                <a:lnTo>
                  <a:pt x="288023" y="82296"/>
                </a:lnTo>
                <a:lnTo>
                  <a:pt x="281736" y="83185"/>
                </a:lnTo>
                <a:lnTo>
                  <a:pt x="274307" y="83629"/>
                </a:lnTo>
                <a:lnTo>
                  <a:pt x="256019" y="83820"/>
                </a:lnTo>
                <a:lnTo>
                  <a:pt x="128003" y="83820"/>
                </a:lnTo>
                <a:lnTo>
                  <a:pt x="128003" y="0"/>
                </a:lnTo>
                <a:lnTo>
                  <a:pt x="89903" y="0"/>
                </a:lnTo>
                <a:lnTo>
                  <a:pt x="89903" y="83820"/>
                </a:lnTo>
                <a:lnTo>
                  <a:pt x="12179" y="83820"/>
                </a:lnTo>
                <a:lnTo>
                  <a:pt x="12179" y="129540"/>
                </a:lnTo>
                <a:lnTo>
                  <a:pt x="89903" y="129540"/>
                </a:lnTo>
                <a:lnTo>
                  <a:pt x="89903" y="160020"/>
                </a:lnTo>
                <a:lnTo>
                  <a:pt x="128003" y="160020"/>
                </a:lnTo>
                <a:lnTo>
                  <a:pt x="128003" y="129540"/>
                </a:lnTo>
                <a:lnTo>
                  <a:pt x="277355" y="129540"/>
                </a:lnTo>
                <a:lnTo>
                  <a:pt x="298767" y="128143"/>
                </a:lnTo>
                <a:lnTo>
                  <a:pt x="344411" y="108204"/>
                </a:lnTo>
                <a:lnTo>
                  <a:pt x="364350" y="67703"/>
                </a:lnTo>
                <a:lnTo>
                  <a:pt x="365747" y="50292"/>
                </a:lnTo>
                <a:lnTo>
                  <a:pt x="365747" y="35052"/>
                </a:lnTo>
                <a:close/>
              </a:path>
              <a:path extrusionOk="0" h="1416050" w="459105">
                <a:moveTo>
                  <a:pt x="367271" y="1110996"/>
                </a:moveTo>
                <a:lnTo>
                  <a:pt x="355079" y="1056132"/>
                </a:lnTo>
                <a:lnTo>
                  <a:pt x="333743" y="1027176"/>
                </a:lnTo>
                <a:lnTo>
                  <a:pt x="330695" y="1022604"/>
                </a:lnTo>
                <a:lnTo>
                  <a:pt x="359651" y="1022604"/>
                </a:lnTo>
                <a:lnTo>
                  <a:pt x="359651" y="976884"/>
                </a:lnTo>
                <a:lnTo>
                  <a:pt x="324523" y="976884"/>
                </a:lnTo>
                <a:lnTo>
                  <a:pt x="324523" y="1092708"/>
                </a:lnTo>
                <a:lnTo>
                  <a:pt x="324446" y="1096454"/>
                </a:lnTo>
                <a:lnTo>
                  <a:pt x="306082" y="1138097"/>
                </a:lnTo>
                <a:lnTo>
                  <a:pt x="277355" y="1144524"/>
                </a:lnTo>
                <a:lnTo>
                  <a:pt x="267258" y="1143914"/>
                </a:lnTo>
                <a:lnTo>
                  <a:pt x="267538" y="1143914"/>
                </a:lnTo>
                <a:lnTo>
                  <a:pt x="259067" y="1142047"/>
                </a:lnTo>
                <a:lnTo>
                  <a:pt x="232067" y="1112215"/>
                </a:lnTo>
                <a:lnTo>
                  <a:pt x="223596" y="1074978"/>
                </a:lnTo>
                <a:lnTo>
                  <a:pt x="223494" y="1074039"/>
                </a:lnTo>
                <a:lnTo>
                  <a:pt x="221322" y="1051496"/>
                </a:lnTo>
                <a:lnTo>
                  <a:pt x="220179" y="1040587"/>
                </a:lnTo>
                <a:lnTo>
                  <a:pt x="218998" y="1030630"/>
                </a:lnTo>
                <a:lnTo>
                  <a:pt x="217919" y="1022604"/>
                </a:lnTo>
                <a:lnTo>
                  <a:pt x="294119" y="1022604"/>
                </a:lnTo>
                <a:lnTo>
                  <a:pt x="315455" y="1056132"/>
                </a:lnTo>
                <a:lnTo>
                  <a:pt x="324167" y="1086421"/>
                </a:lnTo>
                <a:lnTo>
                  <a:pt x="324269" y="1088136"/>
                </a:lnTo>
                <a:lnTo>
                  <a:pt x="324345" y="1089660"/>
                </a:lnTo>
                <a:lnTo>
                  <a:pt x="324523" y="1092708"/>
                </a:lnTo>
                <a:lnTo>
                  <a:pt x="324523" y="976884"/>
                </a:lnTo>
                <a:lnTo>
                  <a:pt x="175247" y="976884"/>
                </a:lnTo>
                <a:lnTo>
                  <a:pt x="162344" y="977442"/>
                </a:lnTo>
                <a:lnTo>
                  <a:pt x="122466" y="988504"/>
                </a:lnTo>
                <a:lnTo>
                  <a:pt x="92798" y="1022921"/>
                </a:lnTo>
                <a:lnTo>
                  <a:pt x="83426" y="1062799"/>
                </a:lnTo>
                <a:lnTo>
                  <a:pt x="83362" y="1063752"/>
                </a:lnTo>
                <a:lnTo>
                  <a:pt x="83299" y="1064666"/>
                </a:lnTo>
                <a:lnTo>
                  <a:pt x="82638" y="1074039"/>
                </a:lnTo>
                <a:lnTo>
                  <a:pt x="82702" y="1101280"/>
                </a:lnTo>
                <a:lnTo>
                  <a:pt x="83426" y="1111186"/>
                </a:lnTo>
                <a:lnTo>
                  <a:pt x="83553" y="1112215"/>
                </a:lnTo>
                <a:lnTo>
                  <a:pt x="84861" y="1123073"/>
                </a:lnTo>
                <a:lnTo>
                  <a:pt x="86855" y="1135380"/>
                </a:lnTo>
                <a:lnTo>
                  <a:pt x="89128" y="1146225"/>
                </a:lnTo>
                <a:lnTo>
                  <a:pt x="91236" y="1155763"/>
                </a:lnTo>
                <a:lnTo>
                  <a:pt x="93078" y="1163891"/>
                </a:lnTo>
                <a:lnTo>
                  <a:pt x="94475" y="1170432"/>
                </a:lnTo>
                <a:lnTo>
                  <a:pt x="140195" y="1170432"/>
                </a:lnTo>
                <a:lnTo>
                  <a:pt x="140195" y="1168908"/>
                </a:lnTo>
                <a:lnTo>
                  <a:pt x="135915" y="1157744"/>
                </a:lnTo>
                <a:lnTo>
                  <a:pt x="132194" y="1147000"/>
                </a:lnTo>
                <a:lnTo>
                  <a:pt x="123050" y="1105471"/>
                </a:lnTo>
                <a:lnTo>
                  <a:pt x="122999" y="1104861"/>
                </a:lnTo>
                <a:lnTo>
                  <a:pt x="122199" y="1096454"/>
                </a:lnTo>
                <a:lnTo>
                  <a:pt x="124955" y="1054608"/>
                </a:lnTo>
                <a:lnTo>
                  <a:pt x="152057" y="1025829"/>
                </a:lnTo>
                <a:lnTo>
                  <a:pt x="172199" y="1022604"/>
                </a:lnTo>
                <a:lnTo>
                  <a:pt x="181343" y="1022604"/>
                </a:lnTo>
                <a:lnTo>
                  <a:pt x="181432" y="1023937"/>
                </a:lnTo>
                <a:lnTo>
                  <a:pt x="181559" y="1025829"/>
                </a:lnTo>
                <a:lnTo>
                  <a:pt x="181648" y="1027176"/>
                </a:lnTo>
                <a:lnTo>
                  <a:pt x="182537" y="1040892"/>
                </a:lnTo>
                <a:lnTo>
                  <a:pt x="183819" y="1057846"/>
                </a:lnTo>
                <a:lnTo>
                  <a:pt x="185394" y="1074039"/>
                </a:lnTo>
                <a:lnTo>
                  <a:pt x="185521" y="1074978"/>
                </a:lnTo>
                <a:lnTo>
                  <a:pt x="185610" y="1075740"/>
                </a:lnTo>
                <a:lnTo>
                  <a:pt x="187439" y="1089660"/>
                </a:lnTo>
                <a:lnTo>
                  <a:pt x="190017" y="1104861"/>
                </a:lnTo>
                <a:lnTo>
                  <a:pt x="193154" y="1118616"/>
                </a:lnTo>
                <a:lnTo>
                  <a:pt x="193268" y="1118997"/>
                </a:lnTo>
                <a:lnTo>
                  <a:pt x="196875" y="1131239"/>
                </a:lnTo>
                <a:lnTo>
                  <a:pt x="215442" y="1164907"/>
                </a:lnTo>
                <a:lnTo>
                  <a:pt x="255257" y="1189291"/>
                </a:lnTo>
                <a:lnTo>
                  <a:pt x="281927" y="1191768"/>
                </a:lnTo>
                <a:lnTo>
                  <a:pt x="290169" y="1191463"/>
                </a:lnTo>
                <a:lnTo>
                  <a:pt x="330314" y="1177861"/>
                </a:lnTo>
                <a:lnTo>
                  <a:pt x="357466" y="1149845"/>
                </a:lnTo>
                <a:lnTo>
                  <a:pt x="366979" y="1118616"/>
                </a:lnTo>
                <a:lnTo>
                  <a:pt x="367106" y="1115364"/>
                </a:lnTo>
                <a:lnTo>
                  <a:pt x="367233" y="1112215"/>
                </a:lnTo>
                <a:lnTo>
                  <a:pt x="367271" y="1110996"/>
                </a:lnTo>
                <a:close/>
              </a:path>
              <a:path extrusionOk="0" h="1416050" w="459105">
                <a:moveTo>
                  <a:pt x="367284" y="573024"/>
                </a:moveTo>
                <a:lnTo>
                  <a:pt x="364998" y="547027"/>
                </a:lnTo>
                <a:lnTo>
                  <a:pt x="358140" y="523875"/>
                </a:lnTo>
                <a:lnTo>
                  <a:pt x="346710" y="503593"/>
                </a:lnTo>
                <a:lnTo>
                  <a:pt x="343293" y="499872"/>
                </a:lnTo>
                <a:lnTo>
                  <a:pt x="330708" y="486156"/>
                </a:lnTo>
                <a:lnTo>
                  <a:pt x="327660" y="484022"/>
                </a:lnTo>
                <a:lnTo>
                  <a:pt x="327660" y="573024"/>
                </a:lnTo>
                <a:lnTo>
                  <a:pt x="325958" y="589965"/>
                </a:lnTo>
                <a:lnTo>
                  <a:pt x="301752" y="627888"/>
                </a:lnTo>
                <a:lnTo>
                  <a:pt x="249237" y="645033"/>
                </a:lnTo>
                <a:lnTo>
                  <a:pt x="225552" y="646176"/>
                </a:lnTo>
                <a:lnTo>
                  <a:pt x="200977" y="645033"/>
                </a:lnTo>
                <a:lnTo>
                  <a:pt x="162115" y="635889"/>
                </a:lnTo>
                <a:lnTo>
                  <a:pt x="128587" y="604456"/>
                </a:lnTo>
                <a:lnTo>
                  <a:pt x="121920" y="573024"/>
                </a:lnTo>
                <a:lnTo>
                  <a:pt x="123609" y="556768"/>
                </a:lnTo>
                <a:lnTo>
                  <a:pt x="147828" y="519684"/>
                </a:lnTo>
                <a:lnTo>
                  <a:pt x="200977" y="501040"/>
                </a:lnTo>
                <a:lnTo>
                  <a:pt x="225552" y="499872"/>
                </a:lnTo>
                <a:lnTo>
                  <a:pt x="249237" y="501040"/>
                </a:lnTo>
                <a:lnTo>
                  <a:pt x="287477" y="510806"/>
                </a:lnTo>
                <a:lnTo>
                  <a:pt x="320992" y="542353"/>
                </a:lnTo>
                <a:lnTo>
                  <a:pt x="327660" y="573024"/>
                </a:lnTo>
                <a:lnTo>
                  <a:pt x="327660" y="484022"/>
                </a:lnTo>
                <a:lnTo>
                  <a:pt x="309562" y="471284"/>
                </a:lnTo>
                <a:lnTo>
                  <a:pt x="284988" y="460819"/>
                </a:lnTo>
                <a:lnTo>
                  <a:pt x="256984" y="454660"/>
                </a:lnTo>
                <a:lnTo>
                  <a:pt x="225552" y="452628"/>
                </a:lnTo>
                <a:lnTo>
                  <a:pt x="193255" y="454660"/>
                </a:lnTo>
                <a:lnTo>
                  <a:pt x="140677" y="471284"/>
                </a:lnTo>
                <a:lnTo>
                  <a:pt x="103505" y="503593"/>
                </a:lnTo>
                <a:lnTo>
                  <a:pt x="84594" y="547027"/>
                </a:lnTo>
                <a:lnTo>
                  <a:pt x="82296" y="573024"/>
                </a:lnTo>
                <a:lnTo>
                  <a:pt x="84594" y="599033"/>
                </a:lnTo>
                <a:lnTo>
                  <a:pt x="103505" y="642467"/>
                </a:lnTo>
                <a:lnTo>
                  <a:pt x="140677" y="674776"/>
                </a:lnTo>
                <a:lnTo>
                  <a:pt x="193255" y="691400"/>
                </a:lnTo>
                <a:lnTo>
                  <a:pt x="225552" y="693420"/>
                </a:lnTo>
                <a:lnTo>
                  <a:pt x="256463" y="691400"/>
                </a:lnTo>
                <a:lnTo>
                  <a:pt x="256209" y="691400"/>
                </a:lnTo>
                <a:lnTo>
                  <a:pt x="283654" y="685419"/>
                </a:lnTo>
                <a:lnTo>
                  <a:pt x="308051" y="675424"/>
                </a:lnTo>
                <a:lnTo>
                  <a:pt x="329184" y="661416"/>
                </a:lnTo>
                <a:lnTo>
                  <a:pt x="343916" y="646176"/>
                </a:lnTo>
                <a:lnTo>
                  <a:pt x="346062" y="643966"/>
                </a:lnTo>
                <a:lnTo>
                  <a:pt x="357949" y="623506"/>
                </a:lnTo>
                <a:lnTo>
                  <a:pt x="364972" y="599909"/>
                </a:lnTo>
                <a:lnTo>
                  <a:pt x="365048" y="599033"/>
                </a:lnTo>
                <a:lnTo>
                  <a:pt x="367284" y="573024"/>
                </a:lnTo>
                <a:close/>
              </a:path>
              <a:path extrusionOk="0" h="1416050" w="459105">
                <a:moveTo>
                  <a:pt x="367284" y="326136"/>
                </a:moveTo>
                <a:lnTo>
                  <a:pt x="358140" y="283464"/>
                </a:lnTo>
                <a:lnTo>
                  <a:pt x="330708" y="243840"/>
                </a:lnTo>
                <a:lnTo>
                  <a:pt x="359664" y="243840"/>
                </a:lnTo>
                <a:lnTo>
                  <a:pt x="359664" y="198120"/>
                </a:lnTo>
                <a:lnTo>
                  <a:pt x="89916" y="198120"/>
                </a:lnTo>
                <a:lnTo>
                  <a:pt x="89916" y="243840"/>
                </a:lnTo>
                <a:lnTo>
                  <a:pt x="291084" y="243840"/>
                </a:lnTo>
                <a:lnTo>
                  <a:pt x="297891" y="252107"/>
                </a:lnTo>
                <a:lnTo>
                  <a:pt x="319468" y="288023"/>
                </a:lnTo>
                <a:lnTo>
                  <a:pt x="324612" y="313944"/>
                </a:lnTo>
                <a:lnTo>
                  <a:pt x="324319" y="322516"/>
                </a:lnTo>
                <a:lnTo>
                  <a:pt x="304800" y="356616"/>
                </a:lnTo>
                <a:lnTo>
                  <a:pt x="289560" y="362712"/>
                </a:lnTo>
                <a:lnTo>
                  <a:pt x="280416" y="362712"/>
                </a:lnTo>
                <a:lnTo>
                  <a:pt x="272338" y="363601"/>
                </a:lnTo>
                <a:lnTo>
                  <a:pt x="263842" y="364045"/>
                </a:lnTo>
                <a:lnTo>
                  <a:pt x="243840" y="364236"/>
                </a:lnTo>
                <a:lnTo>
                  <a:pt x="89916" y="364236"/>
                </a:lnTo>
                <a:lnTo>
                  <a:pt x="89916" y="409956"/>
                </a:lnTo>
                <a:lnTo>
                  <a:pt x="265176" y="409956"/>
                </a:lnTo>
                <a:lnTo>
                  <a:pt x="278320" y="409651"/>
                </a:lnTo>
                <a:lnTo>
                  <a:pt x="320611" y="400151"/>
                </a:lnTo>
                <a:lnTo>
                  <a:pt x="354330" y="373189"/>
                </a:lnTo>
                <a:lnTo>
                  <a:pt x="366966" y="335026"/>
                </a:lnTo>
                <a:lnTo>
                  <a:pt x="367284" y="326136"/>
                </a:lnTo>
                <a:close/>
              </a:path>
              <a:path extrusionOk="0" h="1416050" w="459105">
                <a:moveTo>
                  <a:pt x="458724" y="850392"/>
                </a:moveTo>
                <a:lnTo>
                  <a:pt x="89916" y="705612"/>
                </a:lnTo>
                <a:lnTo>
                  <a:pt x="89916" y="754380"/>
                </a:lnTo>
                <a:lnTo>
                  <a:pt x="286512" y="826008"/>
                </a:lnTo>
                <a:lnTo>
                  <a:pt x="89916" y="899160"/>
                </a:lnTo>
                <a:lnTo>
                  <a:pt x="89916" y="947928"/>
                </a:lnTo>
                <a:lnTo>
                  <a:pt x="344424" y="851916"/>
                </a:lnTo>
                <a:lnTo>
                  <a:pt x="458724" y="900684"/>
                </a:lnTo>
                <a:lnTo>
                  <a:pt x="458724" y="85039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778" name="Google Shape;6778;p10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587751" y="9076944"/>
            <a:ext cx="92964" cy="929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79" name="Google Shape;6779;p102"/>
          <p:cNvGrpSpPr/>
          <p:nvPr/>
        </p:nvGrpSpPr>
        <p:grpSpPr>
          <a:xfrm>
            <a:off x="2525267" y="8237220"/>
            <a:ext cx="201168" cy="594360"/>
            <a:chOff x="2525267" y="8237220"/>
            <a:chExt cx="201168" cy="594360"/>
          </a:xfrm>
        </p:grpSpPr>
        <p:pic>
          <p:nvPicPr>
            <p:cNvPr id="6780" name="Google Shape;6780;p102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2525267" y="8676132"/>
              <a:ext cx="196596" cy="1554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81" name="Google Shape;6781;p102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569463" y="8450580"/>
              <a:ext cx="156972" cy="1981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82" name="Google Shape;6782;p102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2574035" y="8237220"/>
              <a:ext cx="147827" cy="1920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83" name="Google Shape;6783;p102"/>
          <p:cNvGrpSpPr/>
          <p:nvPr/>
        </p:nvGrpSpPr>
        <p:grpSpPr>
          <a:xfrm>
            <a:off x="2569463" y="7871459"/>
            <a:ext cx="156972" cy="268224"/>
            <a:chOff x="2569463" y="7871459"/>
            <a:chExt cx="156972" cy="268224"/>
          </a:xfrm>
        </p:grpSpPr>
        <p:pic>
          <p:nvPicPr>
            <p:cNvPr id="6784" name="Google Shape;6784;p102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69654" y="8022335"/>
              <a:ext cx="156781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85" name="Google Shape;6785;p10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69463" y="7871459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786" name="Google Shape;6786;p102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569463" y="7478267"/>
            <a:ext cx="207264" cy="123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6787" name="Google Shape;6787;p102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514600" y="7720583"/>
            <a:ext cx="211836" cy="1249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88" name="Google Shape;6788;p102"/>
          <p:cNvGrpSpPr/>
          <p:nvPr/>
        </p:nvGrpSpPr>
        <p:grpSpPr>
          <a:xfrm>
            <a:off x="2514600" y="7004304"/>
            <a:ext cx="211835" cy="449706"/>
            <a:chOff x="2514600" y="7004304"/>
            <a:chExt cx="211835" cy="449706"/>
          </a:xfrm>
        </p:grpSpPr>
        <p:sp>
          <p:nvSpPr>
            <p:cNvPr id="6789" name="Google Shape;6789;p102"/>
            <p:cNvSpPr/>
            <p:nvPr/>
          </p:nvSpPr>
          <p:spPr>
            <a:xfrm>
              <a:off x="2514600" y="7427976"/>
              <a:ext cx="207645" cy="26034"/>
            </a:xfrm>
            <a:custGeom>
              <a:rect b="b" l="l" r="r" t="t"/>
              <a:pathLst>
                <a:path extrusionOk="0" h="26034" w="207644">
                  <a:moveTo>
                    <a:pt x="207264" y="25907"/>
                  </a:moveTo>
                  <a:lnTo>
                    <a:pt x="0" y="25907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90" name="Google Shape;6790;p102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569654" y="7283196"/>
              <a:ext cx="156781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91" name="Google Shape;6791;p102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69464" y="7004304"/>
              <a:ext cx="155448" cy="2529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792" name="Google Shape;6792;p102"/>
          <p:cNvGrpSpPr/>
          <p:nvPr/>
        </p:nvGrpSpPr>
        <p:grpSpPr>
          <a:xfrm>
            <a:off x="2523731" y="5678423"/>
            <a:ext cx="202704" cy="1231391"/>
            <a:chOff x="2523731" y="5678423"/>
            <a:chExt cx="202704" cy="1231391"/>
          </a:xfrm>
        </p:grpSpPr>
        <p:pic>
          <p:nvPicPr>
            <p:cNvPr id="6793" name="Google Shape;6793;p102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31364" y="6821423"/>
              <a:ext cx="193548" cy="883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94" name="Google Shape;6794;p102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569654" y="6603491"/>
              <a:ext cx="156781" cy="1981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95" name="Google Shape;6795;p10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69463" y="6452616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96" name="Google Shape;6796;p102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69464" y="6318504"/>
              <a:ext cx="155448" cy="1066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797" name="Google Shape;6797;p102"/>
            <p:cNvSpPr/>
            <p:nvPr/>
          </p:nvSpPr>
          <p:spPr>
            <a:xfrm>
              <a:off x="2523731" y="6266688"/>
              <a:ext cx="198120" cy="29209"/>
            </a:xfrm>
            <a:custGeom>
              <a:rect b="b" l="l" r="r" t="t"/>
              <a:pathLst>
                <a:path extrusionOk="0" h="29210" w="198119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119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798" name="Google Shape;6798;p102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531364" y="5897879"/>
              <a:ext cx="195071" cy="3429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99" name="Google Shape;6799;p102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569464" y="5678423"/>
              <a:ext cx="155448" cy="19507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00" name="Google Shape;6800;p102"/>
          <p:cNvGrpSpPr/>
          <p:nvPr/>
        </p:nvGrpSpPr>
        <p:grpSpPr>
          <a:xfrm>
            <a:off x="2514600" y="5262371"/>
            <a:ext cx="211835" cy="318516"/>
            <a:chOff x="2514600" y="5262371"/>
            <a:chExt cx="211835" cy="318516"/>
          </a:xfrm>
        </p:grpSpPr>
        <p:pic>
          <p:nvPicPr>
            <p:cNvPr id="6801" name="Google Shape;6801;p102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514600" y="5364479"/>
              <a:ext cx="211835" cy="2164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02" name="Google Shape;6802;p102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574035" y="5262371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03" name="Google Shape;6803;p102"/>
          <p:cNvGrpSpPr/>
          <p:nvPr/>
        </p:nvGrpSpPr>
        <p:grpSpPr>
          <a:xfrm>
            <a:off x="2514600" y="4920996"/>
            <a:ext cx="211835" cy="242315"/>
            <a:chOff x="2514600" y="4920996"/>
            <a:chExt cx="211835" cy="242315"/>
          </a:xfrm>
        </p:grpSpPr>
        <p:pic>
          <p:nvPicPr>
            <p:cNvPr id="6804" name="Google Shape;6804;p102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569463" y="5045963"/>
              <a:ext cx="156972" cy="1173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05" name="Google Shape;6805;p102"/>
            <p:cNvSpPr/>
            <p:nvPr/>
          </p:nvSpPr>
          <p:spPr>
            <a:xfrm>
              <a:off x="2514600" y="4920996"/>
              <a:ext cx="207645" cy="91440"/>
            </a:xfrm>
            <a:custGeom>
              <a:rect b="b" l="l" r="r" t="t"/>
              <a:pathLst>
                <a:path extrusionOk="0" h="91439" w="207644">
                  <a:moveTo>
                    <a:pt x="207264" y="65532"/>
                  </a:moveTo>
                  <a:lnTo>
                    <a:pt x="0" y="65532"/>
                  </a:lnTo>
                  <a:lnTo>
                    <a:pt x="0" y="91440"/>
                  </a:lnTo>
                  <a:lnTo>
                    <a:pt x="207264" y="91440"/>
                  </a:lnTo>
                  <a:lnTo>
                    <a:pt x="207264" y="65532"/>
                  </a:lnTo>
                  <a:close/>
                </a:path>
                <a:path extrusionOk="0" h="91439" w="207644">
                  <a:moveTo>
                    <a:pt x="207264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07264" y="25908"/>
                  </a:lnTo>
                  <a:lnTo>
                    <a:pt x="2072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6" name="Google Shape;6806;p102"/>
          <p:cNvGrpSpPr/>
          <p:nvPr/>
        </p:nvGrpSpPr>
        <p:grpSpPr>
          <a:xfrm>
            <a:off x="2840735" y="7979664"/>
            <a:ext cx="211836" cy="865632"/>
            <a:chOff x="2840735" y="7979664"/>
            <a:chExt cx="211836" cy="865632"/>
          </a:xfrm>
        </p:grpSpPr>
        <p:pic>
          <p:nvPicPr>
            <p:cNvPr id="6807" name="Google Shape;6807;p102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840735" y="8720328"/>
              <a:ext cx="211836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08" name="Google Shape;6808;p102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895600" y="8383523"/>
              <a:ext cx="155448" cy="3124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09" name="Google Shape;6809;p102"/>
            <p:cNvSpPr/>
            <p:nvPr/>
          </p:nvSpPr>
          <p:spPr>
            <a:xfrm>
              <a:off x="2849880" y="8380475"/>
              <a:ext cx="26034" cy="29209"/>
            </a:xfrm>
            <a:custGeom>
              <a:rect b="b" l="l" r="r" t="t"/>
              <a:pathLst>
                <a:path extrusionOk="0" h="29209" w="26035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10" name="Google Shape;6810;p102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895600" y="7979664"/>
              <a:ext cx="155448" cy="37642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11" name="Google Shape;6811;p102"/>
          <p:cNvGrpSpPr/>
          <p:nvPr/>
        </p:nvGrpSpPr>
        <p:grpSpPr>
          <a:xfrm>
            <a:off x="2849880" y="7690103"/>
            <a:ext cx="198120" cy="180086"/>
            <a:chOff x="2849880" y="7690103"/>
            <a:chExt cx="198120" cy="180086"/>
          </a:xfrm>
        </p:grpSpPr>
        <p:sp>
          <p:nvSpPr>
            <p:cNvPr id="6812" name="Google Shape;6812;p102"/>
            <p:cNvSpPr/>
            <p:nvPr/>
          </p:nvSpPr>
          <p:spPr>
            <a:xfrm>
              <a:off x="2849880" y="7840980"/>
              <a:ext cx="198120" cy="29209"/>
            </a:xfrm>
            <a:custGeom>
              <a:rect b="b" l="l" r="r" t="t"/>
              <a:pathLst>
                <a:path extrusionOk="0" h="29209" w="198119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19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13" name="Google Shape;6813;p102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895600" y="7690103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14" name="Google Shape;6814;p102"/>
          <p:cNvGrpSpPr/>
          <p:nvPr/>
        </p:nvGrpSpPr>
        <p:grpSpPr>
          <a:xfrm>
            <a:off x="2842260" y="6403848"/>
            <a:ext cx="210311" cy="1175004"/>
            <a:chOff x="2842260" y="6403848"/>
            <a:chExt cx="210311" cy="1175004"/>
          </a:xfrm>
        </p:grpSpPr>
        <p:pic>
          <p:nvPicPr>
            <p:cNvPr id="6815" name="Google Shape;6815;p102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895599" y="7345680"/>
              <a:ext cx="155448" cy="2331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16" name="Google Shape;6816;p102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842260" y="7206996"/>
              <a:ext cx="205739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17" name="Google Shape;6817;p102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895599" y="7053072"/>
              <a:ext cx="15544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18" name="Google Shape;6818;p102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895599" y="6838187"/>
              <a:ext cx="152400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19" name="Google Shape;6819;p102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895599" y="6694931"/>
              <a:ext cx="156972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20" name="Google Shape;6820;p102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849880" y="6541007"/>
              <a:ext cx="201167" cy="132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21" name="Google Shape;6821;p102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2895599" y="6403848"/>
              <a:ext cx="155448" cy="1127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822" name="Google Shape;6822;p10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305555" y="9076944"/>
            <a:ext cx="92963" cy="92963"/>
          </a:xfrm>
          <a:prstGeom prst="rect">
            <a:avLst/>
          </a:prstGeom>
          <a:noFill/>
          <a:ln>
            <a:noFill/>
          </a:ln>
        </p:spPr>
      </p:pic>
      <p:pic>
        <p:nvPicPr>
          <p:cNvPr id="6823" name="Google Shape;6823;p102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243072" y="7633715"/>
            <a:ext cx="252961" cy="11978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24" name="Google Shape;6824;p102"/>
          <p:cNvGrpSpPr/>
          <p:nvPr/>
        </p:nvGrpSpPr>
        <p:grpSpPr>
          <a:xfrm>
            <a:off x="3241548" y="6307835"/>
            <a:ext cx="202692" cy="1231392"/>
            <a:chOff x="3241548" y="6307835"/>
            <a:chExt cx="202692" cy="1231392"/>
          </a:xfrm>
        </p:grpSpPr>
        <p:pic>
          <p:nvPicPr>
            <p:cNvPr id="6825" name="Google Shape;6825;p102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249168" y="7232903"/>
              <a:ext cx="195071" cy="3063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26" name="Google Shape;6826;p102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287268" y="7082027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27" name="Google Shape;6827;p102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287267" y="6947916"/>
              <a:ext cx="155448" cy="1066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28" name="Google Shape;6828;p102"/>
            <p:cNvSpPr/>
            <p:nvPr/>
          </p:nvSpPr>
          <p:spPr>
            <a:xfrm>
              <a:off x="3241548" y="6896100"/>
              <a:ext cx="198120" cy="29209"/>
            </a:xfrm>
            <a:custGeom>
              <a:rect b="b" l="l" r="r" t="t"/>
              <a:pathLst>
                <a:path extrusionOk="0" h="29209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29" name="Google Shape;6829;p102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249168" y="6527291"/>
              <a:ext cx="195072" cy="3428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30" name="Google Shape;6830;p102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287267" y="6307835"/>
              <a:ext cx="155448" cy="19507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831" name="Google Shape;6831;p102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249167" y="5984747"/>
            <a:ext cx="195072" cy="2270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32" name="Google Shape;6832;p102"/>
          <p:cNvGrpSpPr/>
          <p:nvPr/>
        </p:nvGrpSpPr>
        <p:grpSpPr>
          <a:xfrm>
            <a:off x="3567671" y="7802880"/>
            <a:ext cx="201180" cy="1031748"/>
            <a:chOff x="3567671" y="7802880"/>
            <a:chExt cx="201180" cy="1031748"/>
          </a:xfrm>
        </p:grpSpPr>
        <p:pic>
          <p:nvPicPr>
            <p:cNvPr id="6833" name="Google Shape;6833;p102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613403" y="8642604"/>
              <a:ext cx="152400" cy="1920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34" name="Google Shape;6834;p102"/>
            <p:cNvSpPr/>
            <p:nvPr/>
          </p:nvSpPr>
          <p:spPr>
            <a:xfrm>
              <a:off x="3567671" y="8578596"/>
              <a:ext cx="198120" cy="29209"/>
            </a:xfrm>
            <a:custGeom>
              <a:rect b="b" l="l" r="r" t="t"/>
              <a:pathLst>
                <a:path extrusionOk="0" h="29209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35" name="Google Shape;6835;p102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613403" y="8427720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36" name="Google Shape;6836;p102"/>
            <p:cNvSpPr/>
            <p:nvPr/>
          </p:nvSpPr>
          <p:spPr>
            <a:xfrm>
              <a:off x="3567671" y="8363712"/>
              <a:ext cx="198120" cy="29209"/>
            </a:xfrm>
            <a:custGeom>
              <a:rect b="b" l="l" r="r" t="t"/>
              <a:pathLst>
                <a:path extrusionOk="0" h="29209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37" name="Google Shape;6837;p102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613403" y="8136636"/>
              <a:ext cx="152400" cy="1920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38" name="Google Shape;6838;p102"/>
            <p:cNvSpPr/>
            <p:nvPr/>
          </p:nvSpPr>
          <p:spPr>
            <a:xfrm>
              <a:off x="3567671" y="8074152"/>
              <a:ext cx="198120" cy="29209"/>
            </a:xfrm>
            <a:custGeom>
              <a:rect b="b" l="l" r="r" t="t"/>
              <a:pathLst>
                <a:path extrusionOk="0" h="29209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39" name="Google Shape;6839;p102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613403" y="7802880"/>
              <a:ext cx="155448" cy="24841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840" name="Google Shape;6840;p102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567683" y="6234683"/>
            <a:ext cx="202692" cy="14584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41" name="Google Shape;6841;p102"/>
          <p:cNvGrpSpPr/>
          <p:nvPr/>
        </p:nvGrpSpPr>
        <p:grpSpPr>
          <a:xfrm>
            <a:off x="3558540" y="5416296"/>
            <a:ext cx="263652" cy="713357"/>
            <a:chOff x="3558540" y="5416296"/>
            <a:chExt cx="263652" cy="713357"/>
          </a:xfrm>
        </p:grpSpPr>
        <p:sp>
          <p:nvSpPr>
            <p:cNvPr id="6842" name="Google Shape;6842;p102"/>
            <p:cNvSpPr/>
            <p:nvPr/>
          </p:nvSpPr>
          <p:spPr>
            <a:xfrm>
              <a:off x="3558540" y="6103619"/>
              <a:ext cx="207645" cy="26034"/>
            </a:xfrm>
            <a:custGeom>
              <a:rect b="b" l="l" r="r" t="t"/>
              <a:pathLst>
                <a:path extrusionOk="0" h="26035" w="207645">
                  <a:moveTo>
                    <a:pt x="207263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207263" y="0"/>
                  </a:lnTo>
                  <a:lnTo>
                    <a:pt x="207263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43" name="Google Shape;6843;p102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613403" y="5949696"/>
              <a:ext cx="15544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44" name="Google Shape;6844;p102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613404" y="5806439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45" name="Google Shape;6845;p102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613404" y="5660135"/>
              <a:ext cx="208788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46" name="Google Shape;6846;p102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560064" y="5416296"/>
              <a:ext cx="208787" cy="2209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847" name="Google Shape;6847;p102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4023359" y="9076944"/>
            <a:ext cx="92963" cy="929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48" name="Google Shape;6848;p102"/>
          <p:cNvGrpSpPr/>
          <p:nvPr/>
        </p:nvGrpSpPr>
        <p:grpSpPr>
          <a:xfrm>
            <a:off x="3956303" y="7882128"/>
            <a:ext cx="205740" cy="960119"/>
            <a:chOff x="3956303" y="7882128"/>
            <a:chExt cx="205740" cy="960119"/>
          </a:xfrm>
        </p:grpSpPr>
        <p:pic>
          <p:nvPicPr>
            <p:cNvPr id="6849" name="Google Shape;6849;p102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3956303" y="8549639"/>
              <a:ext cx="205740" cy="2926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50" name="Google Shape;6850;p102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4005071" y="8409432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51" name="Google Shape;6851;p102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4005071" y="8257032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52" name="Google Shape;6852;p102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966972" y="7882128"/>
              <a:ext cx="193548" cy="34899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53" name="Google Shape;6853;p102"/>
          <p:cNvGrpSpPr/>
          <p:nvPr/>
        </p:nvGrpSpPr>
        <p:grpSpPr>
          <a:xfrm>
            <a:off x="3950208" y="7542276"/>
            <a:ext cx="211835" cy="240792"/>
            <a:chOff x="3950208" y="7542276"/>
            <a:chExt cx="211835" cy="240792"/>
          </a:xfrm>
        </p:grpSpPr>
        <p:pic>
          <p:nvPicPr>
            <p:cNvPr id="6854" name="Google Shape;6854;p102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005262" y="7665720"/>
              <a:ext cx="156781" cy="1173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55" name="Google Shape;6855;p102"/>
            <p:cNvSpPr/>
            <p:nvPr/>
          </p:nvSpPr>
          <p:spPr>
            <a:xfrm>
              <a:off x="3950208" y="7542276"/>
              <a:ext cx="207645" cy="90170"/>
            </a:xfrm>
            <a:custGeom>
              <a:rect b="b" l="l" r="r" t="t"/>
              <a:pathLst>
                <a:path extrusionOk="0" h="90170" w="207645">
                  <a:moveTo>
                    <a:pt x="207264" y="64008"/>
                  </a:moveTo>
                  <a:lnTo>
                    <a:pt x="0" y="64008"/>
                  </a:lnTo>
                  <a:lnTo>
                    <a:pt x="0" y="89916"/>
                  </a:lnTo>
                  <a:lnTo>
                    <a:pt x="207264" y="89916"/>
                  </a:lnTo>
                  <a:lnTo>
                    <a:pt x="207264" y="64008"/>
                  </a:lnTo>
                  <a:close/>
                </a:path>
                <a:path extrusionOk="0" h="90170" w="207645">
                  <a:moveTo>
                    <a:pt x="207264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07264" y="25908"/>
                  </a:lnTo>
                  <a:lnTo>
                    <a:pt x="2072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102"/>
          <p:cNvGrpSpPr/>
          <p:nvPr/>
        </p:nvGrpSpPr>
        <p:grpSpPr>
          <a:xfrm>
            <a:off x="3950208" y="6568440"/>
            <a:ext cx="211836" cy="865632"/>
            <a:chOff x="3950208" y="6568440"/>
            <a:chExt cx="211836" cy="865632"/>
          </a:xfrm>
        </p:grpSpPr>
        <p:pic>
          <p:nvPicPr>
            <p:cNvPr id="6857" name="Google Shape;6857;p102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3950208" y="7309104"/>
              <a:ext cx="211836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58" name="Google Shape;6858;p102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4005072" y="7014972"/>
              <a:ext cx="155448" cy="26974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59" name="Google Shape;6859;p102"/>
            <p:cNvSpPr/>
            <p:nvPr/>
          </p:nvSpPr>
          <p:spPr>
            <a:xfrm>
              <a:off x="3959339" y="6967728"/>
              <a:ext cx="198120" cy="29209"/>
            </a:xfrm>
            <a:custGeom>
              <a:rect b="b" l="l" r="r" t="t"/>
              <a:pathLst>
                <a:path extrusionOk="0" h="29209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60" name="Google Shape;6860;p102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4005072" y="6568440"/>
              <a:ext cx="155448" cy="37642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61" name="Google Shape;6861;p102"/>
          <p:cNvGrpSpPr/>
          <p:nvPr/>
        </p:nvGrpSpPr>
        <p:grpSpPr>
          <a:xfrm>
            <a:off x="3951732" y="5986271"/>
            <a:ext cx="208788" cy="484632"/>
            <a:chOff x="3951732" y="5986271"/>
            <a:chExt cx="208788" cy="484632"/>
          </a:xfrm>
        </p:grpSpPr>
        <p:pic>
          <p:nvPicPr>
            <p:cNvPr id="6862" name="Google Shape;6862;p102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4009644" y="6278879"/>
              <a:ext cx="147827" cy="1920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63" name="Google Shape;6863;p102"/>
            <p:cNvSpPr/>
            <p:nvPr/>
          </p:nvSpPr>
          <p:spPr>
            <a:xfrm>
              <a:off x="3959339" y="6227064"/>
              <a:ext cx="198120" cy="29209"/>
            </a:xfrm>
            <a:custGeom>
              <a:rect b="b" l="l" r="r" t="t"/>
              <a:pathLst>
                <a:path extrusionOk="0" h="29210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64" name="Google Shape;6864;p102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3951732" y="5986271"/>
              <a:ext cx="208788" cy="22098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65" name="Google Shape;6865;p102"/>
          <p:cNvGrpSpPr/>
          <p:nvPr/>
        </p:nvGrpSpPr>
        <p:grpSpPr>
          <a:xfrm>
            <a:off x="3959351" y="5052060"/>
            <a:ext cx="254508" cy="813815"/>
            <a:chOff x="3959351" y="5052060"/>
            <a:chExt cx="254508" cy="813815"/>
          </a:xfrm>
        </p:grpSpPr>
        <p:pic>
          <p:nvPicPr>
            <p:cNvPr id="6866" name="Google Shape;6866;p102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4005071" y="5646419"/>
              <a:ext cx="156972" cy="2194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67" name="Google Shape;6867;p102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4009643" y="5506212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68" name="Google Shape;6868;p102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3959351" y="5352288"/>
              <a:ext cx="201168" cy="1325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69" name="Google Shape;6869;p102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4005071" y="5201412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70" name="Google Shape;6870;p102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005071" y="5052060"/>
              <a:ext cx="208788" cy="12496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71" name="Google Shape;6871;p102"/>
          <p:cNvGrpSpPr/>
          <p:nvPr/>
        </p:nvGrpSpPr>
        <p:grpSpPr>
          <a:xfrm>
            <a:off x="4276344" y="8157971"/>
            <a:ext cx="262128" cy="676782"/>
            <a:chOff x="4276344" y="8157971"/>
            <a:chExt cx="262128" cy="676782"/>
          </a:xfrm>
        </p:grpSpPr>
        <p:sp>
          <p:nvSpPr>
            <p:cNvPr id="6872" name="Google Shape;6872;p102"/>
            <p:cNvSpPr/>
            <p:nvPr/>
          </p:nvSpPr>
          <p:spPr>
            <a:xfrm>
              <a:off x="4276344" y="8808719"/>
              <a:ext cx="207645" cy="26034"/>
            </a:xfrm>
            <a:custGeom>
              <a:rect b="b" l="l" r="r" t="t"/>
              <a:pathLst>
                <a:path extrusionOk="0" h="26034" w="207645">
                  <a:moveTo>
                    <a:pt x="207264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73" name="Google Shape;6873;p102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4331208" y="8380476"/>
              <a:ext cx="207264" cy="4023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74" name="Google Shape;6874;p102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4331208" y="8157971"/>
              <a:ext cx="155448" cy="19507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875" name="Google Shape;6875;p102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4739640" y="9076944"/>
            <a:ext cx="92963" cy="929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76" name="Google Shape;6876;p102"/>
          <p:cNvGrpSpPr/>
          <p:nvPr/>
        </p:nvGrpSpPr>
        <p:grpSpPr>
          <a:xfrm>
            <a:off x="4668011" y="7908035"/>
            <a:ext cx="210313" cy="923544"/>
            <a:chOff x="4668011" y="7908035"/>
            <a:chExt cx="210313" cy="923544"/>
          </a:xfrm>
        </p:grpSpPr>
        <p:pic>
          <p:nvPicPr>
            <p:cNvPr id="6877" name="Google Shape;6877;p102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4677156" y="8324088"/>
              <a:ext cx="201168" cy="50749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78" name="Google Shape;6878;p102"/>
            <p:cNvSpPr/>
            <p:nvPr/>
          </p:nvSpPr>
          <p:spPr>
            <a:xfrm>
              <a:off x="4675632" y="8272272"/>
              <a:ext cx="198120" cy="29209"/>
            </a:xfrm>
            <a:custGeom>
              <a:rect b="b" l="l" r="r" t="t"/>
              <a:pathLst>
                <a:path extrusionOk="0" h="29209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79" name="Google Shape;6879;p102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4668012" y="8113775"/>
              <a:ext cx="210312" cy="1234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80" name="Google Shape;6880;p102"/>
            <p:cNvSpPr/>
            <p:nvPr/>
          </p:nvSpPr>
          <p:spPr>
            <a:xfrm>
              <a:off x="4668011" y="8061960"/>
              <a:ext cx="207645" cy="26034"/>
            </a:xfrm>
            <a:custGeom>
              <a:rect b="b" l="l" r="r" t="t"/>
              <a:pathLst>
                <a:path extrusionOk="0" h="26034" w="207645">
                  <a:moveTo>
                    <a:pt x="207264" y="25907"/>
                  </a:moveTo>
                  <a:lnTo>
                    <a:pt x="0" y="25907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81" name="Google Shape;6881;p102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4721352" y="7908035"/>
              <a:ext cx="155448" cy="12801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882" name="Google Shape;6882;p102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4683252" y="7583423"/>
            <a:ext cx="195072" cy="228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83" name="Google Shape;6883;p102"/>
          <p:cNvGrpSpPr/>
          <p:nvPr/>
        </p:nvGrpSpPr>
        <p:grpSpPr>
          <a:xfrm>
            <a:off x="4668011" y="6874764"/>
            <a:ext cx="260605" cy="597408"/>
            <a:chOff x="4668011" y="6874764"/>
            <a:chExt cx="260605" cy="597408"/>
          </a:xfrm>
        </p:grpSpPr>
        <p:pic>
          <p:nvPicPr>
            <p:cNvPr id="6884" name="Google Shape;6884;p102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4721352" y="7348728"/>
              <a:ext cx="207264" cy="1234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85" name="Google Shape;6885;p102"/>
            <p:cNvSpPr/>
            <p:nvPr/>
          </p:nvSpPr>
          <p:spPr>
            <a:xfrm>
              <a:off x="4668011" y="7296912"/>
              <a:ext cx="207645" cy="26034"/>
            </a:xfrm>
            <a:custGeom>
              <a:rect b="b" l="l" r="r" t="t"/>
              <a:pathLst>
                <a:path extrusionOk="0" h="26034" w="207645">
                  <a:moveTo>
                    <a:pt x="207264" y="25907"/>
                  </a:moveTo>
                  <a:lnTo>
                    <a:pt x="0" y="25907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86" name="Google Shape;6886;p102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4721352" y="7153656"/>
              <a:ext cx="156972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87" name="Google Shape;6887;p102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4721352" y="6874764"/>
              <a:ext cx="155448" cy="25298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88" name="Google Shape;6888;p102"/>
          <p:cNvGrpSpPr/>
          <p:nvPr/>
        </p:nvGrpSpPr>
        <p:grpSpPr>
          <a:xfrm>
            <a:off x="4668011" y="6047232"/>
            <a:ext cx="210313" cy="716280"/>
            <a:chOff x="4668011" y="6047232"/>
            <a:chExt cx="210313" cy="716280"/>
          </a:xfrm>
        </p:grpSpPr>
        <p:pic>
          <p:nvPicPr>
            <p:cNvPr id="6889" name="Google Shape;6889;p102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4668012" y="6640068"/>
              <a:ext cx="210312" cy="1234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90" name="Google Shape;6890;p102"/>
            <p:cNvSpPr/>
            <p:nvPr/>
          </p:nvSpPr>
          <p:spPr>
            <a:xfrm>
              <a:off x="4668011" y="6589776"/>
              <a:ext cx="207645" cy="26034"/>
            </a:xfrm>
            <a:custGeom>
              <a:rect b="b" l="l" r="r" t="t"/>
              <a:pathLst>
                <a:path extrusionOk="0" h="26034" w="207645">
                  <a:moveTo>
                    <a:pt x="207264" y="25907"/>
                  </a:moveTo>
                  <a:lnTo>
                    <a:pt x="0" y="25907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91" name="Google Shape;6891;p102"/>
            <p:cNvPicPr preferRelativeResize="0"/>
            <p:nvPr/>
          </p:nvPicPr>
          <p:blipFill rotWithShape="1">
            <a:blip r:embed="rId75">
              <a:alphaModFix/>
            </a:blip>
            <a:srcRect b="0" l="0" r="0" t="0"/>
            <a:stretch/>
          </p:blipFill>
          <p:spPr>
            <a:xfrm>
              <a:off x="4721352" y="6303264"/>
              <a:ext cx="156972" cy="2590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92" name="Google Shape;6892;p102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4668012" y="6047232"/>
              <a:ext cx="208787" cy="23317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93" name="Google Shape;6893;p102"/>
          <p:cNvGrpSpPr/>
          <p:nvPr/>
        </p:nvGrpSpPr>
        <p:grpSpPr>
          <a:xfrm>
            <a:off x="4668011" y="5253228"/>
            <a:ext cx="208787" cy="696468"/>
            <a:chOff x="4668011" y="5253228"/>
            <a:chExt cx="208787" cy="696468"/>
          </a:xfrm>
        </p:grpSpPr>
        <p:pic>
          <p:nvPicPr>
            <p:cNvPr id="6894" name="Google Shape;6894;p102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4725923" y="5757672"/>
              <a:ext cx="147827" cy="1920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95" name="Google Shape;6895;p102"/>
            <p:cNvSpPr/>
            <p:nvPr/>
          </p:nvSpPr>
          <p:spPr>
            <a:xfrm>
              <a:off x="4675632" y="5708904"/>
              <a:ext cx="198120" cy="29209"/>
            </a:xfrm>
            <a:custGeom>
              <a:rect b="b" l="l" r="r" t="t"/>
              <a:pathLst>
                <a:path extrusionOk="0" h="29210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96" name="Google Shape;6896;p102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4668011" y="5468112"/>
              <a:ext cx="208787" cy="22097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97" name="Google Shape;6897;p102"/>
            <p:cNvSpPr/>
            <p:nvPr/>
          </p:nvSpPr>
          <p:spPr>
            <a:xfrm>
              <a:off x="4675632" y="5404104"/>
              <a:ext cx="198120" cy="29209"/>
            </a:xfrm>
            <a:custGeom>
              <a:rect b="b" l="l" r="r" t="t"/>
              <a:pathLst>
                <a:path extrusionOk="0" h="29210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898" name="Google Shape;6898;p102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4721351" y="5253228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899" name="Google Shape;6899;p102"/>
          <p:cNvGrpSpPr/>
          <p:nvPr/>
        </p:nvGrpSpPr>
        <p:grpSpPr>
          <a:xfrm>
            <a:off x="4994148" y="8225028"/>
            <a:ext cx="210311" cy="620266"/>
            <a:chOff x="4994148" y="8225028"/>
            <a:chExt cx="210311" cy="620266"/>
          </a:xfrm>
        </p:grpSpPr>
        <p:pic>
          <p:nvPicPr>
            <p:cNvPr id="6900" name="Google Shape;6900;p102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4994148" y="8482583"/>
              <a:ext cx="210311" cy="3627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01" name="Google Shape;6901;p102"/>
            <p:cNvPicPr preferRelativeResize="0"/>
            <p:nvPr/>
          </p:nvPicPr>
          <p:blipFill rotWithShape="1">
            <a:blip r:embed="rId81">
              <a:alphaModFix/>
            </a:blip>
            <a:srcRect b="0" l="0" r="0" t="0"/>
            <a:stretch/>
          </p:blipFill>
          <p:spPr>
            <a:xfrm>
              <a:off x="5047487" y="8328660"/>
              <a:ext cx="15544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02" name="Google Shape;6902;p102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5052059" y="8225028"/>
              <a:ext cx="147828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03" name="Google Shape;6903;p102"/>
          <p:cNvGrpSpPr/>
          <p:nvPr/>
        </p:nvGrpSpPr>
        <p:grpSpPr>
          <a:xfrm>
            <a:off x="4994147" y="7402067"/>
            <a:ext cx="210312" cy="716280"/>
            <a:chOff x="4994147" y="7402067"/>
            <a:chExt cx="210312" cy="716280"/>
          </a:xfrm>
        </p:grpSpPr>
        <p:pic>
          <p:nvPicPr>
            <p:cNvPr id="6904" name="Google Shape;6904;p102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4994147" y="7994903"/>
              <a:ext cx="210312" cy="1234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05" name="Google Shape;6905;p102"/>
            <p:cNvSpPr/>
            <p:nvPr/>
          </p:nvSpPr>
          <p:spPr>
            <a:xfrm>
              <a:off x="4994148" y="7943087"/>
              <a:ext cx="207645" cy="26034"/>
            </a:xfrm>
            <a:custGeom>
              <a:rect b="b" l="l" r="r" t="t"/>
              <a:pathLst>
                <a:path extrusionOk="0" h="26034" w="207645">
                  <a:moveTo>
                    <a:pt x="207264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06" name="Google Shape;6906;p102"/>
            <p:cNvPicPr preferRelativeResize="0"/>
            <p:nvPr/>
          </p:nvPicPr>
          <p:blipFill rotWithShape="1">
            <a:blip r:embed="rId84">
              <a:alphaModFix/>
            </a:blip>
            <a:srcRect b="0" l="0" r="0" t="0"/>
            <a:stretch/>
          </p:blipFill>
          <p:spPr>
            <a:xfrm>
              <a:off x="5047487" y="7658099"/>
              <a:ext cx="156972" cy="2590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07" name="Google Shape;6907;p102"/>
            <p:cNvPicPr preferRelativeResize="0"/>
            <p:nvPr/>
          </p:nvPicPr>
          <p:blipFill rotWithShape="1">
            <a:blip r:embed="rId85">
              <a:alphaModFix/>
            </a:blip>
            <a:srcRect b="0" l="0" r="0" t="0"/>
            <a:stretch/>
          </p:blipFill>
          <p:spPr>
            <a:xfrm>
              <a:off x="4994148" y="7402067"/>
              <a:ext cx="208787" cy="23317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908" name="Google Shape;6908;p102"/>
          <p:cNvSpPr/>
          <p:nvPr/>
        </p:nvSpPr>
        <p:spPr>
          <a:xfrm>
            <a:off x="5472684" y="8606028"/>
            <a:ext cx="21590" cy="135890"/>
          </a:xfrm>
          <a:custGeom>
            <a:rect b="b" l="l" r="r" t="t"/>
            <a:pathLst>
              <a:path extrusionOk="0" h="135890" w="21589">
                <a:moveTo>
                  <a:pt x="213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21335" y="0"/>
                </a:lnTo>
                <a:lnTo>
                  <a:pt x="21335" y="1356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909" name="Google Shape;6909;p102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5375147" y="7534655"/>
            <a:ext cx="187451" cy="1051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10" name="Google Shape;6910;p102"/>
          <p:cNvGrpSpPr/>
          <p:nvPr/>
        </p:nvGrpSpPr>
        <p:grpSpPr>
          <a:xfrm>
            <a:off x="5375147" y="6071615"/>
            <a:ext cx="190501" cy="496823"/>
            <a:chOff x="5375147" y="6071615"/>
            <a:chExt cx="190501" cy="496823"/>
          </a:xfrm>
        </p:grpSpPr>
        <p:pic>
          <p:nvPicPr>
            <p:cNvPr id="6911" name="Google Shape;6911;p102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5425439" y="6472427"/>
              <a:ext cx="140208" cy="960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12" name="Google Shape;6912;p102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5375147" y="6344411"/>
              <a:ext cx="187451" cy="1051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13" name="Google Shape;6913;p102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5425440" y="6202680"/>
              <a:ext cx="140208" cy="1188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14" name="Google Shape;6914;p102"/>
            <p:cNvPicPr preferRelativeResize="0"/>
            <p:nvPr/>
          </p:nvPicPr>
          <p:blipFill rotWithShape="1">
            <a:blip r:embed="rId90">
              <a:alphaModFix/>
            </a:blip>
            <a:srcRect b="0" l="0" r="0" t="0"/>
            <a:stretch/>
          </p:blipFill>
          <p:spPr>
            <a:xfrm>
              <a:off x="5428487" y="6071615"/>
              <a:ext cx="137160" cy="1051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915" name="Google Shape;6915;p102"/>
          <p:cNvPicPr preferRelativeResize="0"/>
          <p:nvPr/>
        </p:nvPicPr>
        <p:blipFill rotWithShape="1">
          <a:blip r:embed="rId91">
            <a:alphaModFix/>
          </a:blip>
          <a:srcRect b="0" l="0" r="0" t="0"/>
          <a:stretch/>
        </p:blipFill>
        <p:spPr>
          <a:xfrm>
            <a:off x="5375147" y="6632447"/>
            <a:ext cx="486156" cy="18135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16" name="Google Shape;6916;p102"/>
          <p:cNvGrpSpPr/>
          <p:nvPr/>
        </p:nvGrpSpPr>
        <p:grpSpPr>
          <a:xfrm>
            <a:off x="5373623" y="5878067"/>
            <a:ext cx="192024" cy="163449"/>
            <a:chOff x="5373623" y="5878067"/>
            <a:chExt cx="192024" cy="163449"/>
          </a:xfrm>
        </p:grpSpPr>
        <p:sp>
          <p:nvSpPr>
            <p:cNvPr id="6917" name="Google Shape;6917;p102"/>
            <p:cNvSpPr/>
            <p:nvPr/>
          </p:nvSpPr>
          <p:spPr>
            <a:xfrm>
              <a:off x="5373623" y="6016751"/>
              <a:ext cx="189230" cy="24765"/>
            </a:xfrm>
            <a:custGeom>
              <a:rect b="b" l="l" r="r" t="t"/>
              <a:pathLst>
                <a:path extrusionOk="0" h="24764" w="189229">
                  <a:moveTo>
                    <a:pt x="188976" y="24383"/>
                  </a:moveTo>
                  <a:lnTo>
                    <a:pt x="0" y="24383"/>
                  </a:lnTo>
                  <a:lnTo>
                    <a:pt x="0" y="0"/>
                  </a:lnTo>
                  <a:lnTo>
                    <a:pt x="188976" y="0"/>
                  </a:lnTo>
                  <a:lnTo>
                    <a:pt x="188976" y="24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18" name="Google Shape;6918;p102"/>
            <p:cNvPicPr preferRelativeResize="0"/>
            <p:nvPr/>
          </p:nvPicPr>
          <p:blipFill rotWithShape="1">
            <a:blip r:embed="rId92">
              <a:alphaModFix/>
            </a:blip>
            <a:srcRect b="0" l="0" r="0" t="0"/>
            <a:stretch/>
          </p:blipFill>
          <p:spPr>
            <a:xfrm>
              <a:off x="5373623" y="5878067"/>
              <a:ext cx="192024" cy="1143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19" name="Google Shape;6919;p102"/>
          <p:cNvGrpSpPr/>
          <p:nvPr/>
        </p:nvGrpSpPr>
        <p:grpSpPr>
          <a:xfrm>
            <a:off x="5670803" y="5551932"/>
            <a:ext cx="237744" cy="984503"/>
            <a:chOff x="5670803" y="5551932"/>
            <a:chExt cx="237744" cy="984503"/>
          </a:xfrm>
        </p:grpSpPr>
        <p:pic>
          <p:nvPicPr>
            <p:cNvPr id="6920" name="Google Shape;6920;p102"/>
            <p:cNvPicPr preferRelativeResize="0"/>
            <p:nvPr/>
          </p:nvPicPr>
          <p:blipFill rotWithShape="1">
            <a:blip r:embed="rId93">
              <a:alphaModFix/>
            </a:blip>
            <a:srcRect b="0" l="0" r="0" t="0"/>
            <a:stretch/>
          </p:blipFill>
          <p:spPr>
            <a:xfrm>
              <a:off x="5670803" y="6431280"/>
              <a:ext cx="187451" cy="10515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21" name="Google Shape;6921;p102"/>
            <p:cNvSpPr/>
            <p:nvPr/>
          </p:nvSpPr>
          <p:spPr>
            <a:xfrm>
              <a:off x="5678424" y="6373368"/>
              <a:ext cx="180340" cy="26034"/>
            </a:xfrm>
            <a:custGeom>
              <a:rect b="b" l="l" r="r" t="t"/>
              <a:pathLst>
                <a:path extrusionOk="0" h="26035" w="180339">
                  <a:moveTo>
                    <a:pt x="22860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2860" y="25908"/>
                  </a:lnTo>
                  <a:lnTo>
                    <a:pt x="22860" y="0"/>
                  </a:lnTo>
                  <a:close/>
                </a:path>
                <a:path extrusionOk="0" h="26035" w="180339">
                  <a:moveTo>
                    <a:pt x="179832" y="1524"/>
                  </a:moveTo>
                  <a:lnTo>
                    <a:pt x="45720" y="1524"/>
                  </a:lnTo>
                  <a:lnTo>
                    <a:pt x="45720" y="24384"/>
                  </a:lnTo>
                  <a:lnTo>
                    <a:pt x="179832" y="24384"/>
                  </a:lnTo>
                  <a:lnTo>
                    <a:pt x="179832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22" name="Google Shape;6922;p102"/>
            <p:cNvPicPr preferRelativeResize="0"/>
            <p:nvPr/>
          </p:nvPicPr>
          <p:blipFill rotWithShape="1">
            <a:blip r:embed="rId94">
              <a:alphaModFix/>
            </a:blip>
            <a:srcRect b="0" l="0" r="0" t="0"/>
            <a:stretch/>
          </p:blipFill>
          <p:spPr>
            <a:xfrm>
              <a:off x="5721095" y="6236208"/>
              <a:ext cx="140208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23" name="Google Shape;6923;p102"/>
            <p:cNvPicPr preferRelativeResize="0"/>
            <p:nvPr/>
          </p:nvPicPr>
          <p:blipFill rotWithShape="1">
            <a:blip r:embed="rId95">
              <a:alphaModFix/>
            </a:blip>
            <a:srcRect b="0" l="0" r="0" t="0"/>
            <a:stretch/>
          </p:blipFill>
          <p:spPr>
            <a:xfrm>
              <a:off x="5721096" y="6028944"/>
              <a:ext cx="140208" cy="1828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24" name="Google Shape;6924;p102"/>
            <p:cNvPicPr preferRelativeResize="0"/>
            <p:nvPr/>
          </p:nvPicPr>
          <p:blipFill rotWithShape="1">
            <a:blip r:embed="rId96">
              <a:alphaModFix/>
            </a:blip>
            <a:srcRect b="0" l="0" r="0" t="0"/>
            <a:stretch/>
          </p:blipFill>
          <p:spPr>
            <a:xfrm>
              <a:off x="5721095" y="5815584"/>
              <a:ext cx="140208" cy="1813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25" name="Google Shape;6925;p102"/>
            <p:cNvPicPr preferRelativeResize="0"/>
            <p:nvPr/>
          </p:nvPicPr>
          <p:blipFill rotWithShape="1">
            <a:blip r:embed="rId97">
              <a:alphaModFix/>
            </a:blip>
            <a:srcRect b="0" l="0" r="0" t="0"/>
            <a:stretch/>
          </p:blipFill>
          <p:spPr>
            <a:xfrm>
              <a:off x="5670803" y="5551932"/>
              <a:ext cx="237744" cy="24231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926" name="Google Shape;6926;p102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3043427" y="1336548"/>
            <a:ext cx="3038856" cy="364693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30" name="Shape 6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1" name="Google Shape;6931;p103"/>
          <p:cNvSpPr/>
          <p:nvPr/>
        </p:nvSpPr>
        <p:spPr>
          <a:xfrm>
            <a:off x="1652016" y="7443216"/>
            <a:ext cx="365760" cy="859790"/>
          </a:xfrm>
          <a:custGeom>
            <a:rect b="b" l="l" r="r" t="t"/>
            <a:pathLst>
              <a:path extrusionOk="0" h="859790" w="365760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859790" w="365760">
                <a:moveTo>
                  <a:pt x="359664" y="812292"/>
                </a:moveTo>
                <a:lnTo>
                  <a:pt x="359346" y="756412"/>
                </a:lnTo>
                <a:lnTo>
                  <a:pt x="353568" y="705612"/>
                </a:lnTo>
                <a:lnTo>
                  <a:pt x="350291" y="690664"/>
                </a:lnTo>
                <a:lnTo>
                  <a:pt x="345567" y="676846"/>
                </a:lnTo>
                <a:lnTo>
                  <a:pt x="345465" y="676656"/>
                </a:lnTo>
                <a:lnTo>
                  <a:pt x="338988" y="662965"/>
                </a:lnTo>
                <a:lnTo>
                  <a:pt x="330708" y="649224"/>
                </a:lnTo>
                <a:lnTo>
                  <a:pt x="318516" y="633984"/>
                </a:lnTo>
                <a:lnTo>
                  <a:pt x="318516" y="775716"/>
                </a:lnTo>
                <a:lnTo>
                  <a:pt x="318516" y="812292"/>
                </a:lnTo>
                <a:lnTo>
                  <a:pt x="41148" y="812292"/>
                </a:lnTo>
                <a:lnTo>
                  <a:pt x="41148" y="775716"/>
                </a:lnTo>
                <a:lnTo>
                  <a:pt x="43713" y="733501"/>
                </a:lnTo>
                <a:lnTo>
                  <a:pt x="43903" y="732472"/>
                </a:lnTo>
                <a:lnTo>
                  <a:pt x="45720" y="722376"/>
                </a:lnTo>
                <a:lnTo>
                  <a:pt x="62484" y="681228"/>
                </a:lnTo>
                <a:lnTo>
                  <a:pt x="94843" y="647801"/>
                </a:lnTo>
                <a:lnTo>
                  <a:pt x="141160" y="629793"/>
                </a:lnTo>
                <a:lnTo>
                  <a:pt x="160020" y="627202"/>
                </a:lnTo>
                <a:lnTo>
                  <a:pt x="160401" y="627202"/>
                </a:lnTo>
                <a:lnTo>
                  <a:pt x="179832" y="626364"/>
                </a:lnTo>
                <a:lnTo>
                  <a:pt x="218313" y="629602"/>
                </a:lnTo>
                <a:lnTo>
                  <a:pt x="263055" y="646010"/>
                </a:lnTo>
                <a:lnTo>
                  <a:pt x="294132" y="676656"/>
                </a:lnTo>
                <a:lnTo>
                  <a:pt x="313944" y="720852"/>
                </a:lnTo>
                <a:lnTo>
                  <a:pt x="318223" y="760285"/>
                </a:lnTo>
                <a:lnTo>
                  <a:pt x="318516" y="775716"/>
                </a:lnTo>
                <a:lnTo>
                  <a:pt x="318516" y="633984"/>
                </a:lnTo>
                <a:lnTo>
                  <a:pt x="318389" y="633818"/>
                </a:lnTo>
                <a:lnTo>
                  <a:pt x="310908" y="626364"/>
                </a:lnTo>
                <a:lnTo>
                  <a:pt x="304228" y="619696"/>
                </a:lnTo>
                <a:lnTo>
                  <a:pt x="269748" y="595884"/>
                </a:lnTo>
                <a:lnTo>
                  <a:pt x="227076" y="580834"/>
                </a:lnTo>
                <a:lnTo>
                  <a:pt x="179832" y="576072"/>
                </a:lnTo>
                <a:lnTo>
                  <a:pt x="154419" y="577240"/>
                </a:lnTo>
                <a:lnTo>
                  <a:pt x="109321" y="587006"/>
                </a:lnTo>
                <a:lnTo>
                  <a:pt x="71602" y="606158"/>
                </a:lnTo>
                <a:lnTo>
                  <a:pt x="41262" y="632968"/>
                </a:lnTo>
                <a:lnTo>
                  <a:pt x="16573" y="671322"/>
                </a:lnTo>
                <a:lnTo>
                  <a:pt x="4495" y="714019"/>
                </a:lnTo>
                <a:lnTo>
                  <a:pt x="546" y="753503"/>
                </a:lnTo>
                <a:lnTo>
                  <a:pt x="381" y="760285"/>
                </a:lnTo>
                <a:lnTo>
                  <a:pt x="25" y="775716"/>
                </a:lnTo>
                <a:lnTo>
                  <a:pt x="0" y="859536"/>
                </a:lnTo>
                <a:lnTo>
                  <a:pt x="359664" y="859536"/>
                </a:lnTo>
                <a:lnTo>
                  <a:pt x="359664" y="812292"/>
                </a:lnTo>
                <a:close/>
              </a:path>
              <a:path extrusionOk="0" h="859790" w="365760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  <a:path extrusionOk="0" h="859790" w="365760">
                <a:moveTo>
                  <a:pt x="365645" y="411480"/>
                </a:moveTo>
                <a:lnTo>
                  <a:pt x="361175" y="368808"/>
                </a:lnTo>
                <a:lnTo>
                  <a:pt x="358127" y="359664"/>
                </a:lnTo>
                <a:lnTo>
                  <a:pt x="358038" y="359283"/>
                </a:lnTo>
                <a:lnTo>
                  <a:pt x="356603" y="353568"/>
                </a:lnTo>
                <a:lnTo>
                  <a:pt x="347459" y="330708"/>
                </a:lnTo>
                <a:lnTo>
                  <a:pt x="347421" y="330517"/>
                </a:lnTo>
                <a:lnTo>
                  <a:pt x="345935" y="323088"/>
                </a:lnTo>
                <a:lnTo>
                  <a:pt x="342887" y="318516"/>
                </a:lnTo>
                <a:lnTo>
                  <a:pt x="294119" y="318516"/>
                </a:lnTo>
                <a:lnTo>
                  <a:pt x="294119" y="321564"/>
                </a:lnTo>
                <a:lnTo>
                  <a:pt x="297167" y="324612"/>
                </a:lnTo>
                <a:lnTo>
                  <a:pt x="300215" y="329184"/>
                </a:lnTo>
                <a:lnTo>
                  <a:pt x="303263" y="335280"/>
                </a:lnTo>
                <a:lnTo>
                  <a:pt x="307835" y="339852"/>
                </a:lnTo>
                <a:lnTo>
                  <a:pt x="313931" y="355092"/>
                </a:lnTo>
                <a:lnTo>
                  <a:pt x="325170" y="396430"/>
                </a:lnTo>
                <a:lnTo>
                  <a:pt x="326123" y="411480"/>
                </a:lnTo>
                <a:lnTo>
                  <a:pt x="324675" y="431152"/>
                </a:lnTo>
                <a:lnTo>
                  <a:pt x="301739" y="477012"/>
                </a:lnTo>
                <a:lnTo>
                  <a:pt x="251167" y="499948"/>
                </a:lnTo>
                <a:lnTo>
                  <a:pt x="228587" y="501396"/>
                </a:lnTo>
                <a:lnTo>
                  <a:pt x="228587" y="359664"/>
                </a:lnTo>
                <a:lnTo>
                  <a:pt x="228587" y="313944"/>
                </a:lnTo>
                <a:lnTo>
                  <a:pt x="204203" y="313944"/>
                </a:lnTo>
                <a:lnTo>
                  <a:pt x="193535" y="314185"/>
                </a:lnTo>
                <a:lnTo>
                  <a:pt x="193535" y="359664"/>
                </a:lnTo>
                <a:lnTo>
                  <a:pt x="193535" y="501396"/>
                </a:lnTo>
                <a:lnTo>
                  <a:pt x="151625" y="487870"/>
                </a:lnTo>
                <a:lnTo>
                  <a:pt x="124955" y="455676"/>
                </a:lnTo>
                <a:lnTo>
                  <a:pt x="122085" y="449414"/>
                </a:lnTo>
                <a:lnTo>
                  <a:pt x="120192" y="442150"/>
                </a:lnTo>
                <a:lnTo>
                  <a:pt x="119176" y="434035"/>
                </a:lnTo>
                <a:lnTo>
                  <a:pt x="119075" y="431152"/>
                </a:lnTo>
                <a:lnTo>
                  <a:pt x="118859" y="425196"/>
                </a:lnTo>
                <a:lnTo>
                  <a:pt x="118973" y="422148"/>
                </a:lnTo>
                <a:lnTo>
                  <a:pt x="119176" y="416585"/>
                </a:lnTo>
                <a:lnTo>
                  <a:pt x="120192" y="408813"/>
                </a:lnTo>
                <a:lnTo>
                  <a:pt x="122085" y="401624"/>
                </a:lnTo>
                <a:lnTo>
                  <a:pt x="124955" y="394716"/>
                </a:lnTo>
                <a:lnTo>
                  <a:pt x="128003" y="387096"/>
                </a:lnTo>
                <a:lnTo>
                  <a:pt x="132575" y="379476"/>
                </a:lnTo>
                <a:lnTo>
                  <a:pt x="140195" y="374904"/>
                </a:lnTo>
                <a:lnTo>
                  <a:pt x="146291" y="370332"/>
                </a:lnTo>
                <a:lnTo>
                  <a:pt x="153911" y="365760"/>
                </a:lnTo>
                <a:lnTo>
                  <a:pt x="161531" y="364236"/>
                </a:lnTo>
                <a:lnTo>
                  <a:pt x="168681" y="362242"/>
                </a:lnTo>
                <a:lnTo>
                  <a:pt x="176390" y="360807"/>
                </a:lnTo>
                <a:lnTo>
                  <a:pt x="184683" y="359956"/>
                </a:lnTo>
                <a:lnTo>
                  <a:pt x="193535" y="359664"/>
                </a:lnTo>
                <a:lnTo>
                  <a:pt x="193535" y="314185"/>
                </a:lnTo>
                <a:lnTo>
                  <a:pt x="149339" y="321564"/>
                </a:lnTo>
                <a:lnTo>
                  <a:pt x="112763" y="342900"/>
                </a:lnTo>
                <a:lnTo>
                  <a:pt x="89903" y="377952"/>
                </a:lnTo>
                <a:lnTo>
                  <a:pt x="82283" y="422148"/>
                </a:lnTo>
                <a:lnTo>
                  <a:pt x="84836" y="448424"/>
                </a:lnTo>
                <a:lnTo>
                  <a:pt x="104787" y="493522"/>
                </a:lnTo>
                <a:lnTo>
                  <a:pt x="143040" y="527189"/>
                </a:lnTo>
                <a:lnTo>
                  <a:pt x="194894" y="544830"/>
                </a:lnTo>
                <a:lnTo>
                  <a:pt x="194678" y="544830"/>
                </a:lnTo>
                <a:lnTo>
                  <a:pt x="225539" y="547116"/>
                </a:lnTo>
                <a:lnTo>
                  <a:pt x="257594" y="544830"/>
                </a:lnTo>
                <a:lnTo>
                  <a:pt x="285356" y="537972"/>
                </a:lnTo>
                <a:lnTo>
                  <a:pt x="329171" y="510540"/>
                </a:lnTo>
                <a:lnTo>
                  <a:pt x="356603" y="468249"/>
                </a:lnTo>
                <a:lnTo>
                  <a:pt x="363461" y="441109"/>
                </a:lnTo>
                <a:lnTo>
                  <a:pt x="365645" y="411480"/>
                </a:lnTo>
                <a:close/>
              </a:path>
              <a:path extrusionOk="0" h="859790" w="365760">
                <a:moveTo>
                  <a:pt x="365747" y="198120"/>
                </a:moveTo>
                <a:lnTo>
                  <a:pt x="359651" y="152400"/>
                </a:lnTo>
                <a:lnTo>
                  <a:pt x="341363" y="118872"/>
                </a:lnTo>
                <a:lnTo>
                  <a:pt x="305930" y="95948"/>
                </a:lnTo>
                <a:lnTo>
                  <a:pt x="281927" y="91440"/>
                </a:lnTo>
                <a:lnTo>
                  <a:pt x="267030" y="92544"/>
                </a:lnTo>
                <a:lnTo>
                  <a:pt x="225501" y="115544"/>
                </a:lnTo>
                <a:lnTo>
                  <a:pt x="208775" y="152400"/>
                </a:lnTo>
                <a:lnTo>
                  <a:pt x="207403" y="159245"/>
                </a:lnTo>
                <a:lnTo>
                  <a:pt x="202679" y="178308"/>
                </a:lnTo>
                <a:lnTo>
                  <a:pt x="191249" y="218503"/>
                </a:lnTo>
                <a:lnTo>
                  <a:pt x="158483" y="239268"/>
                </a:lnTo>
                <a:lnTo>
                  <a:pt x="149682" y="238391"/>
                </a:lnTo>
                <a:lnTo>
                  <a:pt x="122669" y="206692"/>
                </a:lnTo>
                <a:lnTo>
                  <a:pt x="120383" y="185928"/>
                </a:lnTo>
                <a:lnTo>
                  <a:pt x="120942" y="175628"/>
                </a:lnTo>
                <a:lnTo>
                  <a:pt x="132867" y="133019"/>
                </a:lnTo>
                <a:lnTo>
                  <a:pt x="150863" y="105156"/>
                </a:lnTo>
                <a:lnTo>
                  <a:pt x="150863" y="102108"/>
                </a:lnTo>
                <a:lnTo>
                  <a:pt x="102095" y="102108"/>
                </a:lnTo>
                <a:lnTo>
                  <a:pt x="97815" y="110426"/>
                </a:lnTo>
                <a:lnTo>
                  <a:pt x="85509" y="151638"/>
                </a:lnTo>
                <a:lnTo>
                  <a:pt x="82283" y="185928"/>
                </a:lnTo>
                <a:lnTo>
                  <a:pt x="83718" y="207645"/>
                </a:lnTo>
                <a:lnTo>
                  <a:pt x="95148" y="244221"/>
                </a:lnTo>
                <a:lnTo>
                  <a:pt x="131432" y="279654"/>
                </a:lnTo>
                <a:lnTo>
                  <a:pt x="164579" y="286512"/>
                </a:lnTo>
                <a:lnTo>
                  <a:pt x="177723" y="285661"/>
                </a:lnTo>
                <a:lnTo>
                  <a:pt x="218871" y="264795"/>
                </a:lnTo>
                <a:lnTo>
                  <a:pt x="239763" y="221322"/>
                </a:lnTo>
                <a:lnTo>
                  <a:pt x="245351" y="192024"/>
                </a:lnTo>
                <a:lnTo>
                  <a:pt x="246875" y="184404"/>
                </a:lnTo>
                <a:lnTo>
                  <a:pt x="263639" y="147828"/>
                </a:lnTo>
                <a:lnTo>
                  <a:pt x="288023" y="138684"/>
                </a:lnTo>
                <a:lnTo>
                  <a:pt x="295643" y="138684"/>
                </a:lnTo>
                <a:lnTo>
                  <a:pt x="301739" y="140208"/>
                </a:lnTo>
                <a:lnTo>
                  <a:pt x="306311" y="143256"/>
                </a:lnTo>
                <a:lnTo>
                  <a:pt x="310883" y="144780"/>
                </a:lnTo>
                <a:lnTo>
                  <a:pt x="315455" y="149352"/>
                </a:lnTo>
                <a:lnTo>
                  <a:pt x="318503" y="155448"/>
                </a:lnTo>
                <a:lnTo>
                  <a:pt x="321551" y="158496"/>
                </a:lnTo>
                <a:lnTo>
                  <a:pt x="327647" y="188976"/>
                </a:lnTo>
                <a:lnTo>
                  <a:pt x="327647" y="196596"/>
                </a:lnTo>
                <a:lnTo>
                  <a:pt x="327367" y="204343"/>
                </a:lnTo>
                <a:lnTo>
                  <a:pt x="326504" y="211645"/>
                </a:lnTo>
                <a:lnTo>
                  <a:pt x="325081" y="218681"/>
                </a:lnTo>
                <a:lnTo>
                  <a:pt x="323075" y="225552"/>
                </a:lnTo>
                <a:lnTo>
                  <a:pt x="321652" y="232397"/>
                </a:lnTo>
                <a:lnTo>
                  <a:pt x="319646" y="239077"/>
                </a:lnTo>
                <a:lnTo>
                  <a:pt x="317080" y="245491"/>
                </a:lnTo>
                <a:lnTo>
                  <a:pt x="313931" y="251460"/>
                </a:lnTo>
                <a:lnTo>
                  <a:pt x="310883" y="260604"/>
                </a:lnTo>
                <a:lnTo>
                  <a:pt x="306311" y="266700"/>
                </a:lnTo>
                <a:lnTo>
                  <a:pt x="303263" y="272796"/>
                </a:lnTo>
                <a:lnTo>
                  <a:pt x="298691" y="277368"/>
                </a:lnTo>
                <a:lnTo>
                  <a:pt x="292595" y="286512"/>
                </a:lnTo>
                <a:lnTo>
                  <a:pt x="292595" y="288036"/>
                </a:lnTo>
                <a:lnTo>
                  <a:pt x="342887" y="288036"/>
                </a:lnTo>
                <a:lnTo>
                  <a:pt x="347205" y="280377"/>
                </a:lnTo>
                <a:lnTo>
                  <a:pt x="361251" y="237350"/>
                </a:lnTo>
                <a:lnTo>
                  <a:pt x="365201" y="211582"/>
                </a:lnTo>
                <a:lnTo>
                  <a:pt x="365747" y="19812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2" name="Google Shape;6932;p103"/>
          <p:cNvSpPr/>
          <p:nvPr/>
        </p:nvSpPr>
        <p:spPr>
          <a:xfrm>
            <a:off x="1734313" y="7171944"/>
            <a:ext cx="379730" cy="226060"/>
          </a:xfrm>
          <a:custGeom>
            <a:rect b="b" l="l" r="r" t="t"/>
            <a:pathLst>
              <a:path extrusionOk="0" h="226059" w="379730">
                <a:moveTo>
                  <a:pt x="140206" y="225552"/>
                </a:moveTo>
                <a:lnTo>
                  <a:pt x="93915" y="220408"/>
                </a:lnTo>
                <a:lnTo>
                  <a:pt x="56386" y="205168"/>
                </a:lnTo>
                <a:lnTo>
                  <a:pt x="20572" y="174688"/>
                </a:lnTo>
                <a:lnTo>
                  <a:pt x="2284" y="134683"/>
                </a:lnTo>
                <a:lnTo>
                  <a:pt x="0" y="112728"/>
                </a:lnTo>
                <a:lnTo>
                  <a:pt x="153" y="107370"/>
                </a:lnTo>
                <a:lnTo>
                  <a:pt x="172" y="106680"/>
                </a:lnTo>
                <a:lnTo>
                  <a:pt x="7380" y="68437"/>
                </a:lnTo>
                <a:lnTo>
                  <a:pt x="19810" y="45720"/>
                </a:lnTo>
                <a:lnTo>
                  <a:pt x="7618" y="42672"/>
                </a:lnTo>
                <a:lnTo>
                  <a:pt x="7618" y="0"/>
                </a:lnTo>
                <a:lnTo>
                  <a:pt x="246886" y="0"/>
                </a:lnTo>
                <a:lnTo>
                  <a:pt x="306322" y="7810"/>
                </a:lnTo>
                <a:lnTo>
                  <a:pt x="347470" y="30480"/>
                </a:lnTo>
                <a:lnTo>
                  <a:pt x="360145" y="45720"/>
                </a:lnTo>
                <a:lnTo>
                  <a:pt x="56386" y="45720"/>
                </a:lnTo>
                <a:lnTo>
                  <a:pt x="52447" y="53482"/>
                </a:lnTo>
                <a:lnTo>
                  <a:pt x="42118" y="91106"/>
                </a:lnTo>
                <a:lnTo>
                  <a:pt x="41291" y="101346"/>
                </a:lnTo>
                <a:lnTo>
                  <a:pt x="41237" y="102774"/>
                </a:lnTo>
                <a:lnTo>
                  <a:pt x="41146" y="105156"/>
                </a:lnTo>
                <a:lnTo>
                  <a:pt x="42730" y="120396"/>
                </a:lnTo>
                <a:lnTo>
                  <a:pt x="42837" y="121419"/>
                </a:lnTo>
                <a:lnTo>
                  <a:pt x="67054" y="158496"/>
                </a:lnTo>
                <a:lnTo>
                  <a:pt x="116346" y="177141"/>
                </a:lnTo>
                <a:lnTo>
                  <a:pt x="138682" y="178308"/>
                </a:lnTo>
                <a:lnTo>
                  <a:pt x="257169" y="178308"/>
                </a:lnTo>
                <a:lnTo>
                  <a:pt x="254251" y="183094"/>
                </a:lnTo>
                <a:lnTo>
                  <a:pt x="220145" y="210121"/>
                </a:lnTo>
                <a:lnTo>
                  <a:pt x="170472" y="223837"/>
                </a:lnTo>
                <a:lnTo>
                  <a:pt x="140206" y="225552"/>
                </a:lnTo>
                <a:close/>
              </a:path>
              <a:path extrusionOk="0" h="226059" w="379730">
                <a:moveTo>
                  <a:pt x="257169" y="178308"/>
                </a:moveTo>
                <a:lnTo>
                  <a:pt x="138682" y="178308"/>
                </a:lnTo>
                <a:lnTo>
                  <a:pt x="160113" y="177426"/>
                </a:lnTo>
                <a:lnTo>
                  <a:pt x="178687" y="174688"/>
                </a:lnTo>
                <a:lnTo>
                  <a:pt x="217263" y="154828"/>
                </a:lnTo>
                <a:lnTo>
                  <a:pt x="229978" y="117348"/>
                </a:lnTo>
                <a:lnTo>
                  <a:pt x="230017" y="112728"/>
                </a:lnTo>
                <a:lnTo>
                  <a:pt x="229836" y="107370"/>
                </a:lnTo>
                <a:lnTo>
                  <a:pt x="229813" y="106680"/>
                </a:lnTo>
                <a:lnTo>
                  <a:pt x="228871" y="98274"/>
                </a:lnTo>
                <a:lnTo>
                  <a:pt x="228789" y="97536"/>
                </a:lnTo>
                <a:lnTo>
                  <a:pt x="215263" y="61912"/>
                </a:lnTo>
                <a:lnTo>
                  <a:pt x="204214" y="45720"/>
                </a:lnTo>
                <a:lnTo>
                  <a:pt x="242314" y="45720"/>
                </a:lnTo>
                <a:lnTo>
                  <a:pt x="265174" y="82296"/>
                </a:lnTo>
                <a:lnTo>
                  <a:pt x="272590" y="120396"/>
                </a:lnTo>
                <a:lnTo>
                  <a:pt x="272635" y="121419"/>
                </a:lnTo>
                <a:lnTo>
                  <a:pt x="272748" y="123944"/>
                </a:lnTo>
                <a:lnTo>
                  <a:pt x="272794" y="124968"/>
                </a:lnTo>
                <a:lnTo>
                  <a:pt x="270770" y="146685"/>
                </a:lnTo>
                <a:lnTo>
                  <a:pt x="264603" y="166116"/>
                </a:lnTo>
                <a:lnTo>
                  <a:pt x="257169" y="178308"/>
                </a:lnTo>
                <a:close/>
              </a:path>
              <a:path extrusionOk="0" h="226059" w="379730">
                <a:moveTo>
                  <a:pt x="367282" y="199644"/>
                </a:moveTo>
                <a:lnTo>
                  <a:pt x="320038" y="199644"/>
                </a:lnTo>
                <a:lnTo>
                  <a:pt x="320038" y="196596"/>
                </a:lnTo>
                <a:lnTo>
                  <a:pt x="323092" y="190476"/>
                </a:lnTo>
                <a:lnTo>
                  <a:pt x="324610" y="184404"/>
                </a:lnTo>
                <a:lnTo>
                  <a:pt x="327658" y="178308"/>
                </a:lnTo>
                <a:lnTo>
                  <a:pt x="330706" y="163068"/>
                </a:lnTo>
                <a:lnTo>
                  <a:pt x="333754" y="155448"/>
                </a:lnTo>
                <a:lnTo>
                  <a:pt x="336802" y="140208"/>
                </a:lnTo>
                <a:lnTo>
                  <a:pt x="338183" y="134683"/>
                </a:lnTo>
                <a:lnTo>
                  <a:pt x="338183" y="112728"/>
                </a:lnTo>
                <a:lnTo>
                  <a:pt x="326325" y="69723"/>
                </a:lnTo>
                <a:lnTo>
                  <a:pt x="294130" y="48768"/>
                </a:lnTo>
                <a:lnTo>
                  <a:pt x="287891" y="47648"/>
                </a:lnTo>
                <a:lnTo>
                  <a:pt x="280795" y="46672"/>
                </a:lnTo>
                <a:lnTo>
                  <a:pt x="273128" y="45981"/>
                </a:lnTo>
                <a:lnTo>
                  <a:pt x="265174" y="45720"/>
                </a:lnTo>
                <a:lnTo>
                  <a:pt x="360145" y="45720"/>
                </a:lnTo>
                <a:lnTo>
                  <a:pt x="361472" y="47315"/>
                </a:lnTo>
                <a:lnTo>
                  <a:pt x="371473" y="68008"/>
                </a:lnTo>
                <a:lnTo>
                  <a:pt x="377474" y="92416"/>
                </a:lnTo>
                <a:lnTo>
                  <a:pt x="379474" y="120396"/>
                </a:lnTo>
                <a:lnTo>
                  <a:pt x="379212" y="130683"/>
                </a:lnTo>
                <a:lnTo>
                  <a:pt x="378573" y="140208"/>
                </a:lnTo>
                <a:lnTo>
                  <a:pt x="378522" y="140970"/>
                </a:lnTo>
                <a:lnTo>
                  <a:pt x="372997" y="181165"/>
                </a:lnTo>
                <a:lnTo>
                  <a:pt x="370425" y="190476"/>
                </a:lnTo>
                <a:lnTo>
                  <a:pt x="367282" y="1996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3" name="Google Shape;6933;p103"/>
          <p:cNvSpPr/>
          <p:nvPr/>
        </p:nvSpPr>
        <p:spPr>
          <a:xfrm>
            <a:off x="1734311" y="6894576"/>
            <a:ext cx="277495" cy="212090"/>
          </a:xfrm>
          <a:custGeom>
            <a:rect b="b" l="l" r="r" t="t"/>
            <a:pathLst>
              <a:path extrusionOk="0" h="212090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5852"/>
                </a:lnTo>
                <a:lnTo>
                  <a:pt x="5143" y="116181"/>
                </a:lnTo>
                <a:lnTo>
                  <a:pt x="0" y="83820"/>
                </a:lnTo>
                <a:lnTo>
                  <a:pt x="1690" y="65293"/>
                </a:lnTo>
                <a:lnTo>
                  <a:pt x="25907" y="22859"/>
                </a:lnTo>
                <a:lnTo>
                  <a:pt x="78628" y="1428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05346" y="45910"/>
                </a:lnTo>
                <a:lnTo>
                  <a:pt x="67603" y="51958"/>
                </a:lnTo>
                <a:lnTo>
                  <a:pt x="62483" y="54864"/>
                </a:lnTo>
                <a:lnTo>
                  <a:pt x="56387" y="57912"/>
                </a:lnTo>
                <a:lnTo>
                  <a:pt x="42671" y="96012"/>
                </a:lnTo>
                <a:lnTo>
                  <a:pt x="43243" y="104917"/>
                </a:lnTo>
                <a:lnTo>
                  <a:pt x="62293" y="148590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4" name="Google Shape;6934;p103"/>
          <p:cNvSpPr/>
          <p:nvPr/>
        </p:nvSpPr>
        <p:spPr>
          <a:xfrm>
            <a:off x="1652003" y="6161532"/>
            <a:ext cx="367665" cy="512445"/>
          </a:xfrm>
          <a:custGeom>
            <a:rect b="b" l="l" r="r" t="t"/>
            <a:pathLst>
              <a:path extrusionOk="0" h="512445" w="367664">
                <a:moveTo>
                  <a:pt x="359676" y="234696"/>
                </a:moveTo>
                <a:lnTo>
                  <a:pt x="202704" y="362712"/>
                </a:lnTo>
                <a:lnTo>
                  <a:pt x="195859" y="346430"/>
                </a:lnTo>
                <a:lnTo>
                  <a:pt x="190881" y="338328"/>
                </a:lnTo>
                <a:lnTo>
                  <a:pt x="186893" y="331851"/>
                </a:lnTo>
                <a:lnTo>
                  <a:pt x="175907" y="318998"/>
                </a:lnTo>
                <a:lnTo>
                  <a:pt x="175272" y="318452"/>
                </a:lnTo>
                <a:lnTo>
                  <a:pt x="175272" y="464820"/>
                </a:lnTo>
                <a:lnTo>
                  <a:pt x="41160" y="464820"/>
                </a:lnTo>
                <a:lnTo>
                  <a:pt x="41262" y="413677"/>
                </a:lnTo>
                <a:lnTo>
                  <a:pt x="41363" y="409956"/>
                </a:lnTo>
                <a:lnTo>
                  <a:pt x="41414" y="407847"/>
                </a:lnTo>
                <a:lnTo>
                  <a:pt x="48780" y="367284"/>
                </a:lnTo>
                <a:lnTo>
                  <a:pt x="53352" y="361188"/>
                </a:lnTo>
                <a:lnTo>
                  <a:pt x="57302" y="355790"/>
                </a:lnTo>
                <a:lnTo>
                  <a:pt x="93205" y="338594"/>
                </a:lnTo>
                <a:lnTo>
                  <a:pt x="94056" y="338594"/>
                </a:lnTo>
                <a:lnTo>
                  <a:pt x="100596" y="338328"/>
                </a:lnTo>
                <a:lnTo>
                  <a:pt x="108712" y="338594"/>
                </a:lnTo>
                <a:lnTo>
                  <a:pt x="109220" y="338594"/>
                </a:lnTo>
                <a:lnTo>
                  <a:pt x="117741" y="339471"/>
                </a:lnTo>
                <a:lnTo>
                  <a:pt x="156984" y="358140"/>
                </a:lnTo>
                <a:lnTo>
                  <a:pt x="173342" y="395389"/>
                </a:lnTo>
                <a:lnTo>
                  <a:pt x="175272" y="464820"/>
                </a:lnTo>
                <a:lnTo>
                  <a:pt x="175272" y="318452"/>
                </a:lnTo>
                <a:lnTo>
                  <a:pt x="133743" y="292798"/>
                </a:lnTo>
                <a:lnTo>
                  <a:pt x="97548" y="288036"/>
                </a:lnTo>
                <a:lnTo>
                  <a:pt x="84162" y="288632"/>
                </a:lnTo>
                <a:lnTo>
                  <a:pt x="41465" y="304977"/>
                </a:lnTo>
                <a:lnTo>
                  <a:pt x="13766" y="338594"/>
                </a:lnTo>
                <a:lnTo>
                  <a:pt x="1930" y="379691"/>
                </a:lnTo>
                <a:lnTo>
                  <a:pt x="0" y="512064"/>
                </a:lnTo>
                <a:lnTo>
                  <a:pt x="359676" y="512064"/>
                </a:lnTo>
                <a:lnTo>
                  <a:pt x="359676" y="464820"/>
                </a:lnTo>
                <a:lnTo>
                  <a:pt x="216420" y="464820"/>
                </a:lnTo>
                <a:lnTo>
                  <a:pt x="216420" y="409956"/>
                </a:lnTo>
                <a:lnTo>
                  <a:pt x="276428" y="362712"/>
                </a:lnTo>
                <a:lnTo>
                  <a:pt x="359676" y="297180"/>
                </a:lnTo>
                <a:lnTo>
                  <a:pt x="359676" y="234696"/>
                </a:lnTo>
                <a:close/>
              </a:path>
              <a:path extrusionOk="0" h="512445" w="367664">
                <a:moveTo>
                  <a:pt x="367296" y="128016"/>
                </a:moveTo>
                <a:lnTo>
                  <a:pt x="358152" y="85344"/>
                </a:lnTo>
                <a:lnTo>
                  <a:pt x="330720" y="45720"/>
                </a:lnTo>
                <a:lnTo>
                  <a:pt x="359676" y="45720"/>
                </a:lnTo>
                <a:lnTo>
                  <a:pt x="359676" y="0"/>
                </a:lnTo>
                <a:lnTo>
                  <a:pt x="89928" y="0"/>
                </a:lnTo>
                <a:lnTo>
                  <a:pt x="89928" y="45720"/>
                </a:lnTo>
                <a:lnTo>
                  <a:pt x="291096" y="45720"/>
                </a:lnTo>
                <a:lnTo>
                  <a:pt x="297903" y="53987"/>
                </a:lnTo>
                <a:lnTo>
                  <a:pt x="319481" y="89903"/>
                </a:lnTo>
                <a:lnTo>
                  <a:pt x="324624" y="115824"/>
                </a:lnTo>
                <a:lnTo>
                  <a:pt x="324332" y="124396"/>
                </a:lnTo>
                <a:lnTo>
                  <a:pt x="304812" y="158496"/>
                </a:lnTo>
                <a:lnTo>
                  <a:pt x="289572" y="164592"/>
                </a:lnTo>
                <a:lnTo>
                  <a:pt x="280428" y="164592"/>
                </a:lnTo>
                <a:lnTo>
                  <a:pt x="272351" y="165481"/>
                </a:lnTo>
                <a:lnTo>
                  <a:pt x="263855" y="165925"/>
                </a:lnTo>
                <a:lnTo>
                  <a:pt x="243852" y="166116"/>
                </a:lnTo>
                <a:lnTo>
                  <a:pt x="89928" y="166116"/>
                </a:lnTo>
                <a:lnTo>
                  <a:pt x="89928" y="211836"/>
                </a:lnTo>
                <a:lnTo>
                  <a:pt x="265188" y="211836"/>
                </a:lnTo>
                <a:lnTo>
                  <a:pt x="278333" y="211531"/>
                </a:lnTo>
                <a:lnTo>
                  <a:pt x="320624" y="202031"/>
                </a:lnTo>
                <a:lnTo>
                  <a:pt x="354342" y="175069"/>
                </a:lnTo>
                <a:lnTo>
                  <a:pt x="366979" y="136258"/>
                </a:lnTo>
                <a:lnTo>
                  <a:pt x="367296" y="12801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5" name="Google Shape;6935;p103"/>
          <p:cNvSpPr/>
          <p:nvPr/>
        </p:nvSpPr>
        <p:spPr>
          <a:xfrm>
            <a:off x="1636775" y="6047232"/>
            <a:ext cx="376555" cy="47625"/>
          </a:xfrm>
          <a:custGeom>
            <a:rect b="b" l="l" r="r" t="t"/>
            <a:pathLst>
              <a:path extrusionOk="0" h="47625" w="376555">
                <a:moveTo>
                  <a:pt x="376428" y="47244"/>
                </a:moveTo>
                <a:lnTo>
                  <a:pt x="0" y="47244"/>
                </a:lnTo>
                <a:lnTo>
                  <a:pt x="0" y="0"/>
                </a:lnTo>
                <a:lnTo>
                  <a:pt x="376428" y="0"/>
                </a:lnTo>
                <a:lnTo>
                  <a:pt x="376428" y="472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6" name="Google Shape;6936;p103"/>
          <p:cNvSpPr/>
          <p:nvPr/>
        </p:nvSpPr>
        <p:spPr>
          <a:xfrm>
            <a:off x="1734311" y="5766815"/>
            <a:ext cx="283845" cy="233679"/>
          </a:xfrm>
          <a:custGeom>
            <a:rect b="b" l="l" r="r" t="t"/>
            <a:pathLst>
              <a:path extrusionOk="0" h="233679" w="283844">
                <a:moveTo>
                  <a:pt x="143256" y="233172"/>
                </a:moveTo>
                <a:lnTo>
                  <a:pt x="112345" y="231124"/>
                </a:lnTo>
                <a:lnTo>
                  <a:pt x="112598" y="231124"/>
                </a:lnTo>
                <a:lnTo>
                  <a:pt x="85153" y="224980"/>
                </a:lnTo>
                <a:lnTo>
                  <a:pt x="39623" y="199644"/>
                </a:lnTo>
                <a:lnTo>
                  <a:pt x="10096" y="159639"/>
                </a:lnTo>
                <a:lnTo>
                  <a:pt x="0" y="108204"/>
                </a:lnTo>
                <a:lnTo>
                  <a:pt x="415" y="99060"/>
                </a:lnTo>
                <a:lnTo>
                  <a:pt x="11557" y="55054"/>
                </a:lnTo>
                <a:lnTo>
                  <a:pt x="38123" y="23907"/>
                </a:lnTo>
                <a:lnTo>
                  <a:pt x="79057" y="4500"/>
                </a:lnTo>
                <a:lnTo>
                  <a:pt x="121920" y="0"/>
                </a:lnTo>
                <a:lnTo>
                  <a:pt x="146304" y="0"/>
                </a:lnTo>
                <a:lnTo>
                  <a:pt x="146304" y="45720"/>
                </a:lnTo>
                <a:lnTo>
                  <a:pt x="111252" y="45720"/>
                </a:lnTo>
                <a:lnTo>
                  <a:pt x="102393" y="46648"/>
                </a:lnTo>
                <a:lnTo>
                  <a:pt x="64008" y="56388"/>
                </a:lnTo>
                <a:lnTo>
                  <a:pt x="42671" y="82296"/>
                </a:lnTo>
                <a:lnTo>
                  <a:pt x="39790" y="88558"/>
                </a:lnTo>
                <a:lnTo>
                  <a:pt x="37909" y="95821"/>
                </a:lnTo>
                <a:lnTo>
                  <a:pt x="36885" y="103941"/>
                </a:lnTo>
                <a:lnTo>
                  <a:pt x="36576" y="112776"/>
                </a:lnTo>
                <a:lnTo>
                  <a:pt x="36782" y="118514"/>
                </a:lnTo>
                <a:lnTo>
                  <a:pt x="52744" y="160401"/>
                </a:lnTo>
                <a:lnTo>
                  <a:pt x="87891" y="183594"/>
                </a:lnTo>
                <a:lnTo>
                  <a:pt x="111252" y="187452"/>
                </a:lnTo>
                <a:lnTo>
                  <a:pt x="255422" y="187452"/>
                </a:lnTo>
                <a:lnTo>
                  <a:pt x="246888" y="198120"/>
                </a:lnTo>
                <a:lnTo>
                  <a:pt x="226837" y="213883"/>
                </a:lnTo>
                <a:lnTo>
                  <a:pt x="203073" y="224790"/>
                </a:lnTo>
                <a:lnTo>
                  <a:pt x="175307" y="231124"/>
                </a:lnTo>
                <a:lnTo>
                  <a:pt x="143256" y="233172"/>
                </a:lnTo>
                <a:close/>
              </a:path>
              <a:path extrusionOk="0" h="233679" w="283844">
                <a:moveTo>
                  <a:pt x="255422" y="187452"/>
                </a:moveTo>
                <a:lnTo>
                  <a:pt x="146304" y="187452"/>
                </a:lnTo>
                <a:lnTo>
                  <a:pt x="168878" y="186023"/>
                </a:lnTo>
                <a:lnTo>
                  <a:pt x="188595" y="181737"/>
                </a:lnTo>
                <a:lnTo>
                  <a:pt x="230338" y="151137"/>
                </a:lnTo>
                <a:lnTo>
                  <a:pt x="243840" y="99060"/>
                </a:lnTo>
                <a:lnTo>
                  <a:pt x="243578" y="91082"/>
                </a:lnTo>
                <a:lnTo>
                  <a:pt x="242887" y="83248"/>
                </a:lnTo>
                <a:lnTo>
                  <a:pt x="241963" y="76104"/>
                </a:lnTo>
                <a:lnTo>
                  <a:pt x="240792" y="68580"/>
                </a:lnTo>
                <a:lnTo>
                  <a:pt x="238720" y="61745"/>
                </a:lnTo>
                <a:lnTo>
                  <a:pt x="236791" y="55054"/>
                </a:lnTo>
                <a:lnTo>
                  <a:pt x="234576" y="48648"/>
                </a:lnTo>
                <a:lnTo>
                  <a:pt x="231648" y="42672"/>
                </a:lnTo>
                <a:lnTo>
                  <a:pt x="225552" y="27432"/>
                </a:lnTo>
                <a:lnTo>
                  <a:pt x="220980" y="21336"/>
                </a:lnTo>
                <a:lnTo>
                  <a:pt x="211836" y="7620"/>
                </a:lnTo>
                <a:lnTo>
                  <a:pt x="211836" y="4500"/>
                </a:lnTo>
                <a:lnTo>
                  <a:pt x="260568" y="4500"/>
                </a:lnTo>
                <a:lnTo>
                  <a:pt x="263652" y="10668"/>
                </a:lnTo>
                <a:lnTo>
                  <a:pt x="265176" y="16764"/>
                </a:lnTo>
                <a:lnTo>
                  <a:pt x="268224" y="24384"/>
                </a:lnTo>
                <a:lnTo>
                  <a:pt x="271272" y="33528"/>
                </a:lnTo>
                <a:lnTo>
                  <a:pt x="274320" y="39624"/>
                </a:lnTo>
                <a:lnTo>
                  <a:pt x="275844" y="45720"/>
                </a:lnTo>
                <a:lnTo>
                  <a:pt x="278892" y="54864"/>
                </a:lnTo>
                <a:lnTo>
                  <a:pt x="281940" y="70104"/>
                </a:lnTo>
                <a:lnTo>
                  <a:pt x="282761" y="75699"/>
                </a:lnTo>
                <a:lnTo>
                  <a:pt x="282821" y="76104"/>
                </a:lnTo>
                <a:lnTo>
                  <a:pt x="283247" y="82296"/>
                </a:lnTo>
                <a:lnTo>
                  <a:pt x="283348" y="99060"/>
                </a:lnTo>
                <a:lnTo>
                  <a:pt x="281178" y="127825"/>
                </a:lnTo>
                <a:lnTo>
                  <a:pt x="274320" y="154686"/>
                </a:lnTo>
                <a:lnTo>
                  <a:pt x="262890" y="178117"/>
                </a:lnTo>
                <a:lnTo>
                  <a:pt x="255422" y="187452"/>
                </a:lnTo>
                <a:close/>
              </a:path>
              <a:path extrusionOk="0" h="233679" w="283844">
                <a:moveTo>
                  <a:pt x="146304" y="187452"/>
                </a:moveTo>
                <a:lnTo>
                  <a:pt x="111252" y="187452"/>
                </a:lnTo>
                <a:lnTo>
                  <a:pt x="111252" y="45720"/>
                </a:lnTo>
                <a:lnTo>
                  <a:pt x="146304" y="45720"/>
                </a:lnTo>
                <a:lnTo>
                  <a:pt x="146304" y="18745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7" name="Google Shape;6937;p103"/>
          <p:cNvSpPr/>
          <p:nvPr/>
        </p:nvSpPr>
        <p:spPr>
          <a:xfrm>
            <a:off x="1636776" y="4213860"/>
            <a:ext cx="382905" cy="1374775"/>
          </a:xfrm>
          <a:custGeom>
            <a:rect b="b" l="l" r="r" t="t"/>
            <a:pathLst>
              <a:path extrusionOk="0" h="1374775" w="382905">
                <a:moveTo>
                  <a:pt x="62484" y="0"/>
                </a:moveTo>
                <a:lnTo>
                  <a:pt x="15240" y="0"/>
                </a:lnTo>
                <a:lnTo>
                  <a:pt x="15240" y="51816"/>
                </a:lnTo>
                <a:lnTo>
                  <a:pt x="62484" y="51816"/>
                </a:lnTo>
                <a:lnTo>
                  <a:pt x="62484" y="0"/>
                </a:lnTo>
                <a:close/>
              </a:path>
              <a:path extrusionOk="0" h="1374775" w="382905">
                <a:moveTo>
                  <a:pt x="374904" y="848868"/>
                </a:moveTo>
                <a:lnTo>
                  <a:pt x="199644" y="848868"/>
                </a:lnTo>
                <a:lnTo>
                  <a:pt x="176161" y="850303"/>
                </a:lnTo>
                <a:lnTo>
                  <a:pt x="138341" y="861733"/>
                </a:lnTo>
                <a:lnTo>
                  <a:pt x="104203" y="898398"/>
                </a:lnTo>
                <a:lnTo>
                  <a:pt x="97536" y="934212"/>
                </a:lnTo>
                <a:lnTo>
                  <a:pt x="98107" y="944499"/>
                </a:lnTo>
                <a:lnTo>
                  <a:pt x="112699" y="985418"/>
                </a:lnTo>
                <a:lnTo>
                  <a:pt x="135636" y="1014984"/>
                </a:lnTo>
                <a:lnTo>
                  <a:pt x="0" y="1014984"/>
                </a:lnTo>
                <a:lnTo>
                  <a:pt x="0" y="1060704"/>
                </a:lnTo>
                <a:lnTo>
                  <a:pt x="374904" y="1060704"/>
                </a:lnTo>
                <a:lnTo>
                  <a:pt x="374904" y="1014984"/>
                </a:lnTo>
                <a:lnTo>
                  <a:pt x="173736" y="1014984"/>
                </a:lnTo>
                <a:lnTo>
                  <a:pt x="166281" y="1006729"/>
                </a:lnTo>
                <a:lnTo>
                  <a:pt x="145351" y="971029"/>
                </a:lnTo>
                <a:lnTo>
                  <a:pt x="140208" y="944880"/>
                </a:lnTo>
                <a:lnTo>
                  <a:pt x="140487" y="937196"/>
                </a:lnTo>
                <a:lnTo>
                  <a:pt x="160020" y="903732"/>
                </a:lnTo>
                <a:lnTo>
                  <a:pt x="194183" y="895883"/>
                </a:lnTo>
                <a:lnTo>
                  <a:pt x="211848" y="894829"/>
                </a:lnTo>
                <a:lnTo>
                  <a:pt x="220980" y="894588"/>
                </a:lnTo>
                <a:lnTo>
                  <a:pt x="374904" y="894588"/>
                </a:lnTo>
                <a:lnTo>
                  <a:pt x="374904" y="848868"/>
                </a:lnTo>
                <a:close/>
              </a:path>
              <a:path extrusionOk="0" h="1374775" w="382905">
                <a:moveTo>
                  <a:pt x="374904" y="73152"/>
                </a:moveTo>
                <a:lnTo>
                  <a:pt x="217932" y="198120"/>
                </a:lnTo>
                <a:lnTo>
                  <a:pt x="105156" y="88392"/>
                </a:lnTo>
                <a:lnTo>
                  <a:pt x="105156" y="146304"/>
                </a:lnTo>
                <a:lnTo>
                  <a:pt x="217932" y="249936"/>
                </a:lnTo>
                <a:lnTo>
                  <a:pt x="0" y="249936"/>
                </a:lnTo>
                <a:lnTo>
                  <a:pt x="0" y="295656"/>
                </a:lnTo>
                <a:lnTo>
                  <a:pt x="374904" y="295656"/>
                </a:lnTo>
                <a:lnTo>
                  <a:pt x="374904" y="249936"/>
                </a:lnTo>
                <a:lnTo>
                  <a:pt x="262128" y="249936"/>
                </a:lnTo>
                <a:lnTo>
                  <a:pt x="243840" y="231648"/>
                </a:lnTo>
                <a:lnTo>
                  <a:pt x="374904" y="131064"/>
                </a:lnTo>
                <a:lnTo>
                  <a:pt x="374904" y="73152"/>
                </a:lnTo>
                <a:close/>
              </a:path>
              <a:path extrusionOk="0" h="1374775" w="382905">
                <a:moveTo>
                  <a:pt x="374904" y="3048"/>
                </a:moveTo>
                <a:lnTo>
                  <a:pt x="105156" y="3048"/>
                </a:lnTo>
                <a:lnTo>
                  <a:pt x="105156" y="48768"/>
                </a:lnTo>
                <a:lnTo>
                  <a:pt x="374904" y="48768"/>
                </a:lnTo>
                <a:lnTo>
                  <a:pt x="374904" y="3048"/>
                </a:lnTo>
                <a:close/>
              </a:path>
              <a:path extrusionOk="0" h="1374775" w="382905">
                <a:moveTo>
                  <a:pt x="380885" y="669036"/>
                </a:moveTo>
                <a:lnTo>
                  <a:pt x="376415" y="626364"/>
                </a:lnTo>
                <a:lnTo>
                  <a:pt x="373367" y="617220"/>
                </a:lnTo>
                <a:lnTo>
                  <a:pt x="373278" y="616839"/>
                </a:lnTo>
                <a:lnTo>
                  <a:pt x="371843" y="611124"/>
                </a:lnTo>
                <a:lnTo>
                  <a:pt x="362699" y="588264"/>
                </a:lnTo>
                <a:lnTo>
                  <a:pt x="362661" y="588073"/>
                </a:lnTo>
                <a:lnTo>
                  <a:pt x="361175" y="580644"/>
                </a:lnTo>
                <a:lnTo>
                  <a:pt x="358127" y="576072"/>
                </a:lnTo>
                <a:lnTo>
                  <a:pt x="309359" y="576072"/>
                </a:lnTo>
                <a:lnTo>
                  <a:pt x="309359" y="577596"/>
                </a:lnTo>
                <a:lnTo>
                  <a:pt x="315455" y="586740"/>
                </a:lnTo>
                <a:lnTo>
                  <a:pt x="318503" y="592836"/>
                </a:lnTo>
                <a:lnTo>
                  <a:pt x="323075" y="597408"/>
                </a:lnTo>
                <a:lnTo>
                  <a:pt x="329171" y="612648"/>
                </a:lnTo>
                <a:lnTo>
                  <a:pt x="332105" y="619302"/>
                </a:lnTo>
                <a:lnTo>
                  <a:pt x="341109" y="661301"/>
                </a:lnTo>
                <a:lnTo>
                  <a:pt x="341363" y="669036"/>
                </a:lnTo>
                <a:lnTo>
                  <a:pt x="339915" y="688708"/>
                </a:lnTo>
                <a:lnTo>
                  <a:pt x="316979" y="734568"/>
                </a:lnTo>
                <a:lnTo>
                  <a:pt x="266407" y="757504"/>
                </a:lnTo>
                <a:lnTo>
                  <a:pt x="243827" y="758952"/>
                </a:lnTo>
                <a:lnTo>
                  <a:pt x="243827" y="617220"/>
                </a:lnTo>
                <a:lnTo>
                  <a:pt x="243827" y="571500"/>
                </a:lnTo>
                <a:lnTo>
                  <a:pt x="219443" y="571500"/>
                </a:lnTo>
                <a:lnTo>
                  <a:pt x="208775" y="571741"/>
                </a:lnTo>
                <a:lnTo>
                  <a:pt x="208775" y="617220"/>
                </a:lnTo>
                <a:lnTo>
                  <a:pt x="208775" y="758952"/>
                </a:lnTo>
                <a:lnTo>
                  <a:pt x="166865" y="745426"/>
                </a:lnTo>
                <a:lnTo>
                  <a:pt x="140195" y="713232"/>
                </a:lnTo>
                <a:lnTo>
                  <a:pt x="137325" y="706970"/>
                </a:lnTo>
                <a:lnTo>
                  <a:pt x="135432" y="699706"/>
                </a:lnTo>
                <a:lnTo>
                  <a:pt x="134416" y="691591"/>
                </a:lnTo>
                <a:lnTo>
                  <a:pt x="134315" y="688708"/>
                </a:lnTo>
                <a:lnTo>
                  <a:pt x="134099" y="682752"/>
                </a:lnTo>
                <a:lnTo>
                  <a:pt x="134213" y="679704"/>
                </a:lnTo>
                <a:lnTo>
                  <a:pt x="134416" y="673925"/>
                </a:lnTo>
                <a:lnTo>
                  <a:pt x="135432" y="665797"/>
                </a:lnTo>
                <a:lnTo>
                  <a:pt x="137325" y="658545"/>
                </a:lnTo>
                <a:lnTo>
                  <a:pt x="140195" y="652272"/>
                </a:lnTo>
                <a:lnTo>
                  <a:pt x="143243" y="644652"/>
                </a:lnTo>
                <a:lnTo>
                  <a:pt x="147815" y="637032"/>
                </a:lnTo>
                <a:lnTo>
                  <a:pt x="155435" y="632460"/>
                </a:lnTo>
                <a:lnTo>
                  <a:pt x="161531" y="627888"/>
                </a:lnTo>
                <a:lnTo>
                  <a:pt x="169151" y="623316"/>
                </a:lnTo>
                <a:lnTo>
                  <a:pt x="176771" y="621792"/>
                </a:lnTo>
                <a:lnTo>
                  <a:pt x="183921" y="619798"/>
                </a:lnTo>
                <a:lnTo>
                  <a:pt x="191630" y="618363"/>
                </a:lnTo>
                <a:lnTo>
                  <a:pt x="199923" y="617512"/>
                </a:lnTo>
                <a:lnTo>
                  <a:pt x="208775" y="617220"/>
                </a:lnTo>
                <a:lnTo>
                  <a:pt x="208775" y="571741"/>
                </a:lnTo>
                <a:lnTo>
                  <a:pt x="164579" y="579120"/>
                </a:lnTo>
                <a:lnTo>
                  <a:pt x="128003" y="600456"/>
                </a:lnTo>
                <a:lnTo>
                  <a:pt x="105143" y="635508"/>
                </a:lnTo>
                <a:lnTo>
                  <a:pt x="97523" y="679704"/>
                </a:lnTo>
                <a:lnTo>
                  <a:pt x="100076" y="705980"/>
                </a:lnTo>
                <a:lnTo>
                  <a:pt x="120027" y="751078"/>
                </a:lnTo>
                <a:lnTo>
                  <a:pt x="158280" y="784745"/>
                </a:lnTo>
                <a:lnTo>
                  <a:pt x="210134" y="802386"/>
                </a:lnTo>
                <a:lnTo>
                  <a:pt x="209918" y="802386"/>
                </a:lnTo>
                <a:lnTo>
                  <a:pt x="240779" y="804672"/>
                </a:lnTo>
                <a:lnTo>
                  <a:pt x="272834" y="802386"/>
                </a:lnTo>
                <a:lnTo>
                  <a:pt x="300596" y="795528"/>
                </a:lnTo>
                <a:lnTo>
                  <a:pt x="344411" y="768096"/>
                </a:lnTo>
                <a:lnTo>
                  <a:pt x="371843" y="725805"/>
                </a:lnTo>
                <a:lnTo>
                  <a:pt x="378701" y="698665"/>
                </a:lnTo>
                <a:lnTo>
                  <a:pt x="380885" y="669036"/>
                </a:lnTo>
                <a:close/>
              </a:path>
              <a:path extrusionOk="0" h="1374775" w="382905">
                <a:moveTo>
                  <a:pt x="380987" y="399288"/>
                </a:moveTo>
                <a:lnTo>
                  <a:pt x="379463" y="393192"/>
                </a:lnTo>
                <a:lnTo>
                  <a:pt x="377939" y="387096"/>
                </a:lnTo>
                <a:lnTo>
                  <a:pt x="376415" y="379476"/>
                </a:lnTo>
                <a:lnTo>
                  <a:pt x="373367" y="371856"/>
                </a:lnTo>
                <a:lnTo>
                  <a:pt x="373367" y="367284"/>
                </a:lnTo>
                <a:lnTo>
                  <a:pt x="370319" y="361188"/>
                </a:lnTo>
                <a:lnTo>
                  <a:pt x="367271" y="353568"/>
                </a:lnTo>
                <a:lnTo>
                  <a:pt x="364223" y="347472"/>
                </a:lnTo>
                <a:lnTo>
                  <a:pt x="362699" y="341376"/>
                </a:lnTo>
                <a:lnTo>
                  <a:pt x="359651" y="336804"/>
                </a:lnTo>
                <a:lnTo>
                  <a:pt x="309359" y="336804"/>
                </a:lnTo>
                <a:lnTo>
                  <a:pt x="309359" y="339852"/>
                </a:lnTo>
                <a:lnTo>
                  <a:pt x="315937" y="347903"/>
                </a:lnTo>
                <a:lnTo>
                  <a:pt x="321932" y="356235"/>
                </a:lnTo>
                <a:lnTo>
                  <a:pt x="339077" y="395668"/>
                </a:lnTo>
                <a:lnTo>
                  <a:pt x="341363" y="417576"/>
                </a:lnTo>
                <a:lnTo>
                  <a:pt x="339648" y="434746"/>
                </a:lnTo>
                <a:lnTo>
                  <a:pt x="313931" y="473964"/>
                </a:lnTo>
                <a:lnTo>
                  <a:pt x="262077" y="494118"/>
                </a:lnTo>
                <a:lnTo>
                  <a:pt x="239255" y="495300"/>
                </a:lnTo>
                <a:lnTo>
                  <a:pt x="216446" y="493903"/>
                </a:lnTo>
                <a:lnTo>
                  <a:pt x="178828" y="483095"/>
                </a:lnTo>
                <a:lnTo>
                  <a:pt x="144005" y="449199"/>
                </a:lnTo>
                <a:lnTo>
                  <a:pt x="137147" y="417576"/>
                </a:lnTo>
                <a:lnTo>
                  <a:pt x="137147" y="409956"/>
                </a:lnTo>
                <a:lnTo>
                  <a:pt x="149339" y="370332"/>
                </a:lnTo>
                <a:lnTo>
                  <a:pt x="152387" y="362712"/>
                </a:lnTo>
                <a:lnTo>
                  <a:pt x="156959" y="356616"/>
                </a:lnTo>
                <a:lnTo>
                  <a:pt x="166103" y="342900"/>
                </a:lnTo>
                <a:lnTo>
                  <a:pt x="169151" y="339852"/>
                </a:lnTo>
                <a:lnTo>
                  <a:pt x="169151" y="336804"/>
                </a:lnTo>
                <a:lnTo>
                  <a:pt x="118859" y="336804"/>
                </a:lnTo>
                <a:lnTo>
                  <a:pt x="103619" y="373380"/>
                </a:lnTo>
                <a:lnTo>
                  <a:pt x="97523" y="416052"/>
                </a:lnTo>
                <a:lnTo>
                  <a:pt x="98094" y="429729"/>
                </a:lnTo>
                <a:lnTo>
                  <a:pt x="106667" y="467868"/>
                </a:lnTo>
                <a:lnTo>
                  <a:pt x="134099" y="507492"/>
                </a:lnTo>
                <a:lnTo>
                  <a:pt x="166039" y="528281"/>
                </a:lnTo>
                <a:lnTo>
                  <a:pt x="206489" y="540258"/>
                </a:lnTo>
                <a:lnTo>
                  <a:pt x="239255" y="542544"/>
                </a:lnTo>
                <a:lnTo>
                  <a:pt x="256959" y="541972"/>
                </a:lnTo>
                <a:lnTo>
                  <a:pt x="301739" y="533400"/>
                </a:lnTo>
                <a:lnTo>
                  <a:pt x="337108" y="515188"/>
                </a:lnTo>
                <a:lnTo>
                  <a:pt x="367588" y="478993"/>
                </a:lnTo>
                <a:lnTo>
                  <a:pt x="380415" y="430364"/>
                </a:lnTo>
                <a:lnTo>
                  <a:pt x="380987" y="416052"/>
                </a:lnTo>
                <a:lnTo>
                  <a:pt x="380987" y="399288"/>
                </a:lnTo>
                <a:close/>
              </a:path>
              <a:path extrusionOk="0" h="1374775" w="382905">
                <a:moveTo>
                  <a:pt x="382511" y="1213104"/>
                </a:moveTo>
                <a:lnTo>
                  <a:pt x="378066" y="1171181"/>
                </a:lnTo>
                <a:lnTo>
                  <a:pt x="362699" y="1123188"/>
                </a:lnTo>
                <a:lnTo>
                  <a:pt x="358127" y="1117092"/>
                </a:lnTo>
                <a:lnTo>
                  <a:pt x="355079" y="1109472"/>
                </a:lnTo>
                <a:lnTo>
                  <a:pt x="352031" y="1100328"/>
                </a:lnTo>
                <a:lnTo>
                  <a:pt x="294119" y="1100328"/>
                </a:lnTo>
                <a:lnTo>
                  <a:pt x="294119" y="1104900"/>
                </a:lnTo>
                <a:lnTo>
                  <a:pt x="298691" y="1107948"/>
                </a:lnTo>
                <a:lnTo>
                  <a:pt x="301739" y="1114044"/>
                </a:lnTo>
                <a:lnTo>
                  <a:pt x="327152" y="1150150"/>
                </a:lnTo>
                <a:lnTo>
                  <a:pt x="340220" y="1192911"/>
                </a:lnTo>
                <a:lnTo>
                  <a:pt x="341363" y="1213104"/>
                </a:lnTo>
                <a:lnTo>
                  <a:pt x="340791" y="1224280"/>
                </a:lnTo>
                <a:lnTo>
                  <a:pt x="327075" y="1265783"/>
                </a:lnTo>
                <a:lnTo>
                  <a:pt x="295097" y="1299171"/>
                </a:lnTo>
                <a:lnTo>
                  <a:pt x="260591" y="1316736"/>
                </a:lnTo>
                <a:lnTo>
                  <a:pt x="213664" y="1324025"/>
                </a:lnTo>
                <a:lnTo>
                  <a:pt x="195059" y="1324356"/>
                </a:lnTo>
                <a:lnTo>
                  <a:pt x="178231" y="1324025"/>
                </a:lnTo>
                <a:lnTo>
                  <a:pt x="132575" y="1316736"/>
                </a:lnTo>
                <a:lnTo>
                  <a:pt x="96570" y="1299806"/>
                </a:lnTo>
                <a:lnTo>
                  <a:pt x="63284" y="1267282"/>
                </a:lnTo>
                <a:lnTo>
                  <a:pt x="49326" y="1224521"/>
                </a:lnTo>
                <a:lnTo>
                  <a:pt x="48755" y="1213104"/>
                </a:lnTo>
                <a:lnTo>
                  <a:pt x="49047" y="1202867"/>
                </a:lnTo>
                <a:lnTo>
                  <a:pt x="58851" y="1159954"/>
                </a:lnTo>
                <a:lnTo>
                  <a:pt x="77952" y="1126553"/>
                </a:lnTo>
                <a:lnTo>
                  <a:pt x="82283" y="1121664"/>
                </a:lnTo>
                <a:lnTo>
                  <a:pt x="86855" y="1114044"/>
                </a:lnTo>
                <a:lnTo>
                  <a:pt x="92951" y="1109472"/>
                </a:lnTo>
                <a:lnTo>
                  <a:pt x="95999" y="1104900"/>
                </a:lnTo>
                <a:lnTo>
                  <a:pt x="95999" y="1100328"/>
                </a:lnTo>
                <a:lnTo>
                  <a:pt x="38087" y="1100328"/>
                </a:lnTo>
                <a:lnTo>
                  <a:pt x="29095" y="1118984"/>
                </a:lnTo>
                <a:lnTo>
                  <a:pt x="25895" y="1124712"/>
                </a:lnTo>
                <a:lnTo>
                  <a:pt x="21323" y="1137475"/>
                </a:lnTo>
                <a:lnTo>
                  <a:pt x="16751" y="1149096"/>
                </a:lnTo>
                <a:lnTo>
                  <a:pt x="14732" y="1155979"/>
                </a:lnTo>
                <a:lnTo>
                  <a:pt x="8559" y="1195006"/>
                </a:lnTo>
                <a:lnTo>
                  <a:pt x="7607" y="1213104"/>
                </a:lnTo>
                <a:lnTo>
                  <a:pt x="8445" y="1230845"/>
                </a:lnTo>
                <a:lnTo>
                  <a:pt x="19799" y="1278636"/>
                </a:lnTo>
                <a:lnTo>
                  <a:pt x="46164" y="1318717"/>
                </a:lnTo>
                <a:lnTo>
                  <a:pt x="85140" y="1350073"/>
                </a:lnTo>
                <a:lnTo>
                  <a:pt x="133553" y="1368869"/>
                </a:lnTo>
                <a:lnTo>
                  <a:pt x="173037" y="1374063"/>
                </a:lnTo>
                <a:lnTo>
                  <a:pt x="195059" y="1374648"/>
                </a:lnTo>
                <a:lnTo>
                  <a:pt x="217335" y="1374063"/>
                </a:lnTo>
                <a:lnTo>
                  <a:pt x="257860" y="1368869"/>
                </a:lnTo>
                <a:lnTo>
                  <a:pt x="308978" y="1348930"/>
                </a:lnTo>
                <a:lnTo>
                  <a:pt x="346113" y="1318717"/>
                </a:lnTo>
                <a:lnTo>
                  <a:pt x="370319" y="1278636"/>
                </a:lnTo>
                <a:lnTo>
                  <a:pt x="381685" y="1230845"/>
                </a:lnTo>
                <a:lnTo>
                  <a:pt x="382511" y="121310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8" name="Google Shape;6938;p103"/>
          <p:cNvSpPr/>
          <p:nvPr/>
        </p:nvSpPr>
        <p:spPr>
          <a:xfrm>
            <a:off x="1734311" y="3938015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5829"/>
                </a:lnTo>
                <a:lnTo>
                  <a:pt x="5143" y="115538"/>
                </a:lnTo>
                <a:lnTo>
                  <a:pt x="0" y="83820"/>
                </a:lnTo>
                <a:lnTo>
                  <a:pt x="1690" y="65270"/>
                </a:lnTo>
                <a:lnTo>
                  <a:pt x="25907" y="21336"/>
                </a:lnTo>
                <a:lnTo>
                  <a:pt x="78628" y="1190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05346" y="45910"/>
                </a:lnTo>
                <a:lnTo>
                  <a:pt x="67603" y="51315"/>
                </a:lnTo>
                <a:lnTo>
                  <a:pt x="42957" y="87653"/>
                </a:lnTo>
                <a:lnTo>
                  <a:pt x="42671" y="96012"/>
                </a:lnTo>
                <a:lnTo>
                  <a:pt x="43243" y="104274"/>
                </a:lnTo>
                <a:lnTo>
                  <a:pt x="62293" y="148018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9" name="Google Shape;6939;p103"/>
          <p:cNvSpPr/>
          <p:nvPr/>
        </p:nvSpPr>
        <p:spPr>
          <a:xfrm>
            <a:off x="1734313" y="3666744"/>
            <a:ext cx="379730" cy="226060"/>
          </a:xfrm>
          <a:custGeom>
            <a:rect b="b" l="l" r="r" t="t"/>
            <a:pathLst>
              <a:path extrusionOk="0" h="226060" w="379730">
                <a:moveTo>
                  <a:pt x="140206" y="225552"/>
                </a:moveTo>
                <a:lnTo>
                  <a:pt x="93915" y="220408"/>
                </a:lnTo>
                <a:lnTo>
                  <a:pt x="56386" y="205168"/>
                </a:lnTo>
                <a:lnTo>
                  <a:pt x="20572" y="174688"/>
                </a:lnTo>
                <a:lnTo>
                  <a:pt x="2284" y="134683"/>
                </a:lnTo>
                <a:lnTo>
                  <a:pt x="0" y="112728"/>
                </a:lnTo>
                <a:lnTo>
                  <a:pt x="146" y="107584"/>
                </a:lnTo>
                <a:lnTo>
                  <a:pt x="172" y="106680"/>
                </a:lnTo>
                <a:lnTo>
                  <a:pt x="284" y="102774"/>
                </a:lnTo>
                <a:lnTo>
                  <a:pt x="11047" y="61531"/>
                </a:lnTo>
                <a:lnTo>
                  <a:pt x="19810" y="45720"/>
                </a:lnTo>
                <a:lnTo>
                  <a:pt x="7618" y="42672"/>
                </a:lnTo>
                <a:lnTo>
                  <a:pt x="7618" y="0"/>
                </a:lnTo>
                <a:lnTo>
                  <a:pt x="246886" y="0"/>
                </a:lnTo>
                <a:lnTo>
                  <a:pt x="306322" y="7810"/>
                </a:lnTo>
                <a:lnTo>
                  <a:pt x="347470" y="30480"/>
                </a:lnTo>
                <a:lnTo>
                  <a:pt x="360127" y="45720"/>
                </a:lnTo>
                <a:lnTo>
                  <a:pt x="56386" y="45720"/>
                </a:lnTo>
                <a:lnTo>
                  <a:pt x="52338" y="53697"/>
                </a:lnTo>
                <a:lnTo>
                  <a:pt x="42219" y="90344"/>
                </a:lnTo>
                <a:lnTo>
                  <a:pt x="42099" y="91249"/>
                </a:lnTo>
                <a:lnTo>
                  <a:pt x="41481" y="97536"/>
                </a:lnTo>
                <a:lnTo>
                  <a:pt x="41393" y="98679"/>
                </a:lnTo>
                <a:lnTo>
                  <a:pt x="41291" y="101346"/>
                </a:lnTo>
                <a:lnTo>
                  <a:pt x="41237" y="102774"/>
                </a:lnTo>
                <a:lnTo>
                  <a:pt x="55934" y="148232"/>
                </a:lnTo>
                <a:lnTo>
                  <a:pt x="97153" y="173545"/>
                </a:lnTo>
                <a:lnTo>
                  <a:pt x="138682" y="178308"/>
                </a:lnTo>
                <a:lnTo>
                  <a:pt x="257367" y="178308"/>
                </a:lnTo>
                <a:lnTo>
                  <a:pt x="254149" y="183475"/>
                </a:lnTo>
                <a:lnTo>
                  <a:pt x="239266" y="198120"/>
                </a:lnTo>
                <a:lnTo>
                  <a:pt x="220145" y="210121"/>
                </a:lnTo>
                <a:lnTo>
                  <a:pt x="197166" y="218694"/>
                </a:lnTo>
                <a:lnTo>
                  <a:pt x="170472" y="223837"/>
                </a:lnTo>
                <a:lnTo>
                  <a:pt x="140206" y="225552"/>
                </a:lnTo>
                <a:close/>
              </a:path>
              <a:path extrusionOk="0" h="226060" w="379730">
                <a:moveTo>
                  <a:pt x="257367" y="178308"/>
                </a:moveTo>
                <a:lnTo>
                  <a:pt x="138682" y="178308"/>
                </a:lnTo>
                <a:lnTo>
                  <a:pt x="160113" y="177426"/>
                </a:lnTo>
                <a:lnTo>
                  <a:pt x="178687" y="174688"/>
                </a:lnTo>
                <a:lnTo>
                  <a:pt x="217263" y="154828"/>
                </a:lnTo>
                <a:lnTo>
                  <a:pt x="229978" y="117348"/>
                </a:lnTo>
                <a:lnTo>
                  <a:pt x="230017" y="112728"/>
                </a:lnTo>
                <a:lnTo>
                  <a:pt x="229843" y="107584"/>
                </a:lnTo>
                <a:lnTo>
                  <a:pt x="229813" y="106680"/>
                </a:lnTo>
                <a:lnTo>
                  <a:pt x="228917" y="98679"/>
                </a:lnTo>
                <a:lnTo>
                  <a:pt x="228871" y="98274"/>
                </a:lnTo>
                <a:lnTo>
                  <a:pt x="228789" y="97536"/>
                </a:lnTo>
                <a:lnTo>
                  <a:pt x="215263" y="61912"/>
                </a:lnTo>
                <a:lnTo>
                  <a:pt x="204214" y="45720"/>
                </a:lnTo>
                <a:lnTo>
                  <a:pt x="242314" y="45720"/>
                </a:lnTo>
                <a:lnTo>
                  <a:pt x="265174" y="82296"/>
                </a:lnTo>
                <a:lnTo>
                  <a:pt x="272635" y="121419"/>
                </a:lnTo>
                <a:lnTo>
                  <a:pt x="272748" y="123944"/>
                </a:lnTo>
                <a:lnTo>
                  <a:pt x="272794" y="124968"/>
                </a:lnTo>
                <a:lnTo>
                  <a:pt x="270770" y="147327"/>
                </a:lnTo>
                <a:lnTo>
                  <a:pt x="264603" y="166687"/>
                </a:lnTo>
                <a:lnTo>
                  <a:pt x="257367" y="178308"/>
                </a:lnTo>
                <a:close/>
              </a:path>
              <a:path extrusionOk="0" h="226060" w="379730">
                <a:moveTo>
                  <a:pt x="367282" y="199644"/>
                </a:moveTo>
                <a:lnTo>
                  <a:pt x="320038" y="199644"/>
                </a:lnTo>
                <a:lnTo>
                  <a:pt x="320038" y="198120"/>
                </a:lnTo>
                <a:lnTo>
                  <a:pt x="321562" y="195072"/>
                </a:lnTo>
                <a:lnTo>
                  <a:pt x="323092" y="190476"/>
                </a:lnTo>
                <a:lnTo>
                  <a:pt x="324610" y="184404"/>
                </a:lnTo>
                <a:lnTo>
                  <a:pt x="327658" y="178308"/>
                </a:lnTo>
                <a:lnTo>
                  <a:pt x="329182" y="172212"/>
                </a:lnTo>
                <a:lnTo>
                  <a:pt x="330706" y="164592"/>
                </a:lnTo>
                <a:lnTo>
                  <a:pt x="333754" y="155448"/>
                </a:lnTo>
                <a:lnTo>
                  <a:pt x="336802" y="140208"/>
                </a:lnTo>
                <a:lnTo>
                  <a:pt x="338183" y="134683"/>
                </a:lnTo>
                <a:lnTo>
                  <a:pt x="338180" y="112728"/>
                </a:lnTo>
                <a:lnTo>
                  <a:pt x="338017" y="107584"/>
                </a:lnTo>
                <a:lnTo>
                  <a:pt x="326325" y="69723"/>
                </a:lnTo>
                <a:lnTo>
                  <a:pt x="294130" y="48768"/>
                </a:lnTo>
                <a:lnTo>
                  <a:pt x="265174" y="45720"/>
                </a:lnTo>
                <a:lnTo>
                  <a:pt x="360127" y="45720"/>
                </a:lnTo>
                <a:lnTo>
                  <a:pt x="361472" y="47339"/>
                </a:lnTo>
                <a:lnTo>
                  <a:pt x="371473" y="68199"/>
                </a:lnTo>
                <a:lnTo>
                  <a:pt x="377474" y="93059"/>
                </a:lnTo>
                <a:lnTo>
                  <a:pt x="379439" y="121419"/>
                </a:lnTo>
                <a:lnTo>
                  <a:pt x="379389" y="124968"/>
                </a:lnTo>
                <a:lnTo>
                  <a:pt x="374997" y="171569"/>
                </a:lnTo>
                <a:lnTo>
                  <a:pt x="370425" y="190476"/>
                </a:lnTo>
                <a:lnTo>
                  <a:pt x="367282" y="1996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0" name="Google Shape;6940;p103"/>
          <p:cNvSpPr/>
          <p:nvPr/>
        </p:nvSpPr>
        <p:spPr>
          <a:xfrm>
            <a:off x="1636776" y="3311652"/>
            <a:ext cx="474345" cy="144780"/>
          </a:xfrm>
          <a:custGeom>
            <a:rect b="b" l="l" r="r" t="t"/>
            <a:pathLst>
              <a:path extrusionOk="0" h="144779" w="474344">
                <a:moveTo>
                  <a:pt x="237743" y="144779"/>
                </a:moveTo>
                <a:lnTo>
                  <a:pt x="167639" y="138302"/>
                </a:lnTo>
                <a:lnTo>
                  <a:pt x="106679" y="120396"/>
                </a:lnTo>
                <a:lnTo>
                  <a:pt x="51625" y="92202"/>
                </a:lnTo>
                <a:lnTo>
                  <a:pt x="0" y="54864"/>
                </a:lnTo>
                <a:lnTo>
                  <a:pt x="0" y="0"/>
                </a:lnTo>
                <a:lnTo>
                  <a:pt x="3048" y="0"/>
                </a:lnTo>
                <a:lnTo>
                  <a:pt x="11596" y="9144"/>
                </a:lnTo>
                <a:lnTo>
                  <a:pt x="21145" y="18288"/>
                </a:lnTo>
                <a:lnTo>
                  <a:pt x="54649" y="45434"/>
                </a:lnTo>
                <a:lnTo>
                  <a:pt x="111394" y="76033"/>
                </a:lnTo>
                <a:lnTo>
                  <a:pt x="161543" y="92964"/>
                </a:lnTo>
                <a:lnTo>
                  <a:pt x="217693" y="101536"/>
                </a:lnTo>
                <a:lnTo>
                  <a:pt x="237743" y="102108"/>
                </a:lnTo>
                <a:lnTo>
                  <a:pt x="257770" y="101536"/>
                </a:lnTo>
                <a:lnTo>
                  <a:pt x="312420" y="92964"/>
                </a:lnTo>
                <a:lnTo>
                  <a:pt x="361926" y="76033"/>
                </a:lnTo>
                <a:lnTo>
                  <a:pt x="405764" y="53720"/>
                </a:lnTo>
                <a:lnTo>
                  <a:pt x="442412" y="27432"/>
                </a:lnTo>
                <a:lnTo>
                  <a:pt x="470915" y="0"/>
                </a:lnTo>
                <a:lnTo>
                  <a:pt x="473963" y="0"/>
                </a:lnTo>
                <a:lnTo>
                  <a:pt x="473963" y="54864"/>
                </a:lnTo>
                <a:lnTo>
                  <a:pt x="448532" y="74318"/>
                </a:lnTo>
                <a:lnTo>
                  <a:pt x="395954" y="106941"/>
                </a:lnTo>
                <a:lnTo>
                  <a:pt x="339971" y="130635"/>
                </a:lnTo>
                <a:lnTo>
                  <a:pt x="274296" y="143113"/>
                </a:lnTo>
                <a:lnTo>
                  <a:pt x="237743" y="14477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1" name="Google Shape;6941;p103"/>
          <p:cNvSpPr/>
          <p:nvPr/>
        </p:nvSpPr>
        <p:spPr>
          <a:xfrm>
            <a:off x="1652016" y="2974847"/>
            <a:ext cx="360045" cy="283845"/>
          </a:xfrm>
          <a:custGeom>
            <a:rect b="b" l="l" r="r" t="t"/>
            <a:pathLst>
              <a:path extrusionOk="0" h="283845" w="360044">
                <a:moveTo>
                  <a:pt x="359664" y="283464"/>
                </a:moveTo>
                <a:lnTo>
                  <a:pt x="0" y="283464"/>
                </a:lnTo>
                <a:lnTo>
                  <a:pt x="34" y="199644"/>
                </a:lnTo>
                <a:lnTo>
                  <a:pt x="393" y="183975"/>
                </a:lnTo>
                <a:lnTo>
                  <a:pt x="511" y="178808"/>
                </a:lnTo>
                <a:lnTo>
                  <a:pt x="4500" y="137302"/>
                </a:lnTo>
                <a:lnTo>
                  <a:pt x="16573" y="94488"/>
                </a:lnTo>
                <a:lnTo>
                  <a:pt x="41267" y="55364"/>
                </a:lnTo>
                <a:lnTo>
                  <a:pt x="71604" y="28551"/>
                </a:lnTo>
                <a:lnTo>
                  <a:pt x="109323" y="10287"/>
                </a:lnTo>
                <a:lnTo>
                  <a:pt x="154424" y="1143"/>
                </a:lnTo>
                <a:lnTo>
                  <a:pt x="179832" y="0"/>
                </a:lnTo>
                <a:lnTo>
                  <a:pt x="203671" y="1143"/>
                </a:lnTo>
                <a:lnTo>
                  <a:pt x="204016" y="1143"/>
                </a:lnTo>
                <a:lnTo>
                  <a:pt x="248840" y="10929"/>
                </a:lnTo>
                <a:lnTo>
                  <a:pt x="288059" y="30075"/>
                </a:lnTo>
                <a:lnTo>
                  <a:pt x="311909" y="50292"/>
                </a:lnTo>
                <a:lnTo>
                  <a:pt x="179832" y="50292"/>
                </a:lnTo>
                <a:lnTo>
                  <a:pt x="159853" y="51149"/>
                </a:lnTo>
                <a:lnTo>
                  <a:pt x="108204" y="64008"/>
                </a:lnTo>
                <a:lnTo>
                  <a:pt x="71556" y="91011"/>
                </a:lnTo>
                <a:lnTo>
                  <a:pt x="49196" y="134493"/>
                </a:lnTo>
                <a:lnTo>
                  <a:pt x="43901" y="155495"/>
                </a:lnTo>
                <a:lnTo>
                  <a:pt x="43845" y="155829"/>
                </a:lnTo>
                <a:lnTo>
                  <a:pt x="43719" y="156567"/>
                </a:lnTo>
                <a:lnTo>
                  <a:pt x="42312" y="169164"/>
                </a:lnTo>
                <a:lnTo>
                  <a:pt x="41433" y="183570"/>
                </a:lnTo>
                <a:lnTo>
                  <a:pt x="41148" y="199644"/>
                </a:lnTo>
                <a:lnTo>
                  <a:pt x="41148" y="236219"/>
                </a:lnTo>
                <a:lnTo>
                  <a:pt x="359664" y="236219"/>
                </a:lnTo>
                <a:lnTo>
                  <a:pt x="359664" y="283464"/>
                </a:lnTo>
                <a:close/>
              </a:path>
              <a:path extrusionOk="0" h="283845" w="360044">
                <a:moveTo>
                  <a:pt x="359664" y="236219"/>
                </a:moveTo>
                <a:lnTo>
                  <a:pt x="318516" y="236219"/>
                </a:lnTo>
                <a:lnTo>
                  <a:pt x="318516" y="199644"/>
                </a:lnTo>
                <a:lnTo>
                  <a:pt x="318230" y="183975"/>
                </a:lnTo>
                <a:lnTo>
                  <a:pt x="313944" y="143256"/>
                </a:lnTo>
                <a:lnTo>
                  <a:pt x="294132" y="99060"/>
                </a:lnTo>
                <a:lnTo>
                  <a:pt x="263056" y="69056"/>
                </a:lnTo>
                <a:lnTo>
                  <a:pt x="218313" y="52959"/>
                </a:lnTo>
                <a:lnTo>
                  <a:pt x="179832" y="50292"/>
                </a:lnTo>
                <a:lnTo>
                  <a:pt x="311909" y="50292"/>
                </a:lnTo>
                <a:lnTo>
                  <a:pt x="338994" y="86868"/>
                </a:lnTo>
                <a:lnTo>
                  <a:pt x="353568" y="128016"/>
                </a:lnTo>
                <a:lnTo>
                  <a:pt x="359268" y="177212"/>
                </a:lnTo>
                <a:lnTo>
                  <a:pt x="359664" y="199644"/>
                </a:lnTo>
                <a:lnTo>
                  <a:pt x="359664" y="23621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2" name="Google Shape;6942;p103"/>
          <p:cNvSpPr/>
          <p:nvPr/>
        </p:nvSpPr>
        <p:spPr>
          <a:xfrm>
            <a:off x="1636763" y="2193036"/>
            <a:ext cx="474345" cy="728980"/>
          </a:xfrm>
          <a:custGeom>
            <a:rect b="b" l="l" r="r" t="t"/>
            <a:pathLst>
              <a:path extrusionOk="0" h="728980" w="474344">
                <a:moveTo>
                  <a:pt x="374916" y="451104"/>
                </a:moveTo>
                <a:lnTo>
                  <a:pt x="217944" y="579120"/>
                </a:lnTo>
                <a:lnTo>
                  <a:pt x="211061" y="562762"/>
                </a:lnTo>
                <a:lnTo>
                  <a:pt x="206121" y="554736"/>
                </a:lnTo>
                <a:lnTo>
                  <a:pt x="202133" y="548259"/>
                </a:lnTo>
                <a:lnTo>
                  <a:pt x="191147" y="535406"/>
                </a:lnTo>
                <a:lnTo>
                  <a:pt x="190512" y="534860"/>
                </a:lnTo>
                <a:lnTo>
                  <a:pt x="190512" y="681228"/>
                </a:lnTo>
                <a:lnTo>
                  <a:pt x="56400" y="681228"/>
                </a:lnTo>
                <a:lnTo>
                  <a:pt x="56502" y="630085"/>
                </a:lnTo>
                <a:lnTo>
                  <a:pt x="56616" y="626364"/>
                </a:lnTo>
                <a:lnTo>
                  <a:pt x="56654" y="624890"/>
                </a:lnTo>
                <a:lnTo>
                  <a:pt x="64020" y="583692"/>
                </a:lnTo>
                <a:lnTo>
                  <a:pt x="68592" y="577596"/>
                </a:lnTo>
                <a:lnTo>
                  <a:pt x="72542" y="572198"/>
                </a:lnTo>
                <a:lnTo>
                  <a:pt x="108445" y="555002"/>
                </a:lnTo>
                <a:lnTo>
                  <a:pt x="109296" y="555002"/>
                </a:lnTo>
                <a:lnTo>
                  <a:pt x="115836" y="554736"/>
                </a:lnTo>
                <a:lnTo>
                  <a:pt x="123952" y="555002"/>
                </a:lnTo>
                <a:lnTo>
                  <a:pt x="124460" y="555002"/>
                </a:lnTo>
                <a:lnTo>
                  <a:pt x="132981" y="555879"/>
                </a:lnTo>
                <a:lnTo>
                  <a:pt x="172224" y="574548"/>
                </a:lnTo>
                <a:lnTo>
                  <a:pt x="188582" y="611797"/>
                </a:lnTo>
                <a:lnTo>
                  <a:pt x="190512" y="681228"/>
                </a:lnTo>
                <a:lnTo>
                  <a:pt x="190512" y="534860"/>
                </a:lnTo>
                <a:lnTo>
                  <a:pt x="148983" y="509778"/>
                </a:lnTo>
                <a:lnTo>
                  <a:pt x="112788" y="504444"/>
                </a:lnTo>
                <a:lnTo>
                  <a:pt x="99402" y="505256"/>
                </a:lnTo>
                <a:lnTo>
                  <a:pt x="56705" y="521385"/>
                </a:lnTo>
                <a:lnTo>
                  <a:pt x="29006" y="555002"/>
                </a:lnTo>
                <a:lnTo>
                  <a:pt x="17170" y="596099"/>
                </a:lnTo>
                <a:lnTo>
                  <a:pt x="15240" y="728472"/>
                </a:lnTo>
                <a:lnTo>
                  <a:pt x="374916" y="728472"/>
                </a:lnTo>
                <a:lnTo>
                  <a:pt x="374916" y="681228"/>
                </a:lnTo>
                <a:lnTo>
                  <a:pt x="231660" y="681228"/>
                </a:lnTo>
                <a:lnTo>
                  <a:pt x="231660" y="626364"/>
                </a:lnTo>
                <a:lnTo>
                  <a:pt x="291668" y="579120"/>
                </a:lnTo>
                <a:lnTo>
                  <a:pt x="374916" y="513588"/>
                </a:lnTo>
                <a:lnTo>
                  <a:pt x="374916" y="451104"/>
                </a:lnTo>
                <a:close/>
              </a:path>
              <a:path extrusionOk="0" h="728980" w="474344">
                <a:moveTo>
                  <a:pt x="382524" y="281940"/>
                </a:moveTo>
                <a:lnTo>
                  <a:pt x="378079" y="240017"/>
                </a:lnTo>
                <a:lnTo>
                  <a:pt x="362712" y="192024"/>
                </a:lnTo>
                <a:lnTo>
                  <a:pt x="358140" y="185928"/>
                </a:lnTo>
                <a:lnTo>
                  <a:pt x="355092" y="178308"/>
                </a:lnTo>
                <a:lnTo>
                  <a:pt x="352044" y="169164"/>
                </a:lnTo>
                <a:lnTo>
                  <a:pt x="294132" y="169164"/>
                </a:lnTo>
                <a:lnTo>
                  <a:pt x="294132" y="173736"/>
                </a:lnTo>
                <a:lnTo>
                  <a:pt x="298704" y="176784"/>
                </a:lnTo>
                <a:lnTo>
                  <a:pt x="301752" y="182880"/>
                </a:lnTo>
                <a:lnTo>
                  <a:pt x="327164" y="218986"/>
                </a:lnTo>
                <a:lnTo>
                  <a:pt x="340233" y="261747"/>
                </a:lnTo>
                <a:lnTo>
                  <a:pt x="341376" y="281940"/>
                </a:lnTo>
                <a:lnTo>
                  <a:pt x="340804" y="293116"/>
                </a:lnTo>
                <a:lnTo>
                  <a:pt x="327088" y="334594"/>
                </a:lnTo>
                <a:lnTo>
                  <a:pt x="295109" y="367360"/>
                </a:lnTo>
                <a:lnTo>
                  <a:pt x="260604" y="385572"/>
                </a:lnTo>
                <a:lnTo>
                  <a:pt x="213677" y="392645"/>
                </a:lnTo>
                <a:lnTo>
                  <a:pt x="195072" y="393192"/>
                </a:lnTo>
                <a:lnTo>
                  <a:pt x="178244" y="392861"/>
                </a:lnTo>
                <a:lnTo>
                  <a:pt x="132588" y="385572"/>
                </a:lnTo>
                <a:lnTo>
                  <a:pt x="96583" y="368642"/>
                </a:lnTo>
                <a:lnTo>
                  <a:pt x="63296" y="335902"/>
                </a:lnTo>
                <a:lnTo>
                  <a:pt x="49339" y="293357"/>
                </a:lnTo>
                <a:lnTo>
                  <a:pt x="48768" y="281940"/>
                </a:lnTo>
                <a:lnTo>
                  <a:pt x="49060" y="271703"/>
                </a:lnTo>
                <a:lnTo>
                  <a:pt x="58864" y="228790"/>
                </a:lnTo>
                <a:lnTo>
                  <a:pt x="77965" y="195389"/>
                </a:lnTo>
                <a:lnTo>
                  <a:pt x="82296" y="190500"/>
                </a:lnTo>
                <a:lnTo>
                  <a:pt x="86868" y="182880"/>
                </a:lnTo>
                <a:lnTo>
                  <a:pt x="92964" y="178308"/>
                </a:lnTo>
                <a:lnTo>
                  <a:pt x="96012" y="173736"/>
                </a:lnTo>
                <a:lnTo>
                  <a:pt x="96012" y="169164"/>
                </a:lnTo>
                <a:lnTo>
                  <a:pt x="38100" y="169164"/>
                </a:lnTo>
                <a:lnTo>
                  <a:pt x="29108" y="187820"/>
                </a:lnTo>
                <a:lnTo>
                  <a:pt x="25908" y="193548"/>
                </a:lnTo>
                <a:lnTo>
                  <a:pt x="21336" y="206311"/>
                </a:lnTo>
                <a:lnTo>
                  <a:pt x="16764" y="217932"/>
                </a:lnTo>
                <a:lnTo>
                  <a:pt x="14744" y="224815"/>
                </a:lnTo>
                <a:lnTo>
                  <a:pt x="8572" y="263842"/>
                </a:lnTo>
                <a:lnTo>
                  <a:pt x="7620" y="281940"/>
                </a:lnTo>
                <a:lnTo>
                  <a:pt x="8458" y="299681"/>
                </a:lnTo>
                <a:lnTo>
                  <a:pt x="19812" y="347472"/>
                </a:lnTo>
                <a:lnTo>
                  <a:pt x="46177" y="387553"/>
                </a:lnTo>
                <a:lnTo>
                  <a:pt x="85153" y="418338"/>
                </a:lnTo>
                <a:lnTo>
                  <a:pt x="133565" y="437705"/>
                </a:lnTo>
                <a:lnTo>
                  <a:pt x="173050" y="442899"/>
                </a:lnTo>
                <a:lnTo>
                  <a:pt x="195072" y="443484"/>
                </a:lnTo>
                <a:lnTo>
                  <a:pt x="217347" y="442899"/>
                </a:lnTo>
                <a:lnTo>
                  <a:pt x="257873" y="437705"/>
                </a:lnTo>
                <a:lnTo>
                  <a:pt x="308991" y="417766"/>
                </a:lnTo>
                <a:lnTo>
                  <a:pt x="346125" y="387553"/>
                </a:lnTo>
                <a:lnTo>
                  <a:pt x="370332" y="347472"/>
                </a:lnTo>
                <a:lnTo>
                  <a:pt x="381698" y="299681"/>
                </a:lnTo>
                <a:lnTo>
                  <a:pt x="382524" y="281940"/>
                </a:lnTo>
                <a:close/>
              </a:path>
              <a:path extrusionOk="0" h="728980" w="474344">
                <a:moveTo>
                  <a:pt x="473964" y="89916"/>
                </a:moveTo>
                <a:lnTo>
                  <a:pt x="422338" y="52006"/>
                </a:lnTo>
                <a:lnTo>
                  <a:pt x="367284" y="24384"/>
                </a:lnTo>
                <a:lnTo>
                  <a:pt x="307086" y="5905"/>
                </a:lnTo>
                <a:lnTo>
                  <a:pt x="237744" y="0"/>
                </a:lnTo>
                <a:lnTo>
                  <a:pt x="201193" y="1460"/>
                </a:lnTo>
                <a:lnTo>
                  <a:pt x="135521" y="13512"/>
                </a:lnTo>
                <a:lnTo>
                  <a:pt x="78663" y="37198"/>
                </a:lnTo>
                <a:lnTo>
                  <a:pt x="25463" y="70256"/>
                </a:lnTo>
                <a:lnTo>
                  <a:pt x="0" y="89916"/>
                </a:lnTo>
                <a:lnTo>
                  <a:pt x="0" y="144780"/>
                </a:lnTo>
                <a:lnTo>
                  <a:pt x="3048" y="144780"/>
                </a:lnTo>
                <a:lnTo>
                  <a:pt x="11607" y="135636"/>
                </a:lnTo>
                <a:lnTo>
                  <a:pt x="21145" y="126492"/>
                </a:lnTo>
                <a:lnTo>
                  <a:pt x="55295" y="99326"/>
                </a:lnTo>
                <a:lnTo>
                  <a:pt x="96012" y="74676"/>
                </a:lnTo>
                <a:lnTo>
                  <a:pt x="144449" y="56680"/>
                </a:lnTo>
                <a:lnTo>
                  <a:pt x="198501" y="44958"/>
                </a:lnTo>
                <a:lnTo>
                  <a:pt x="237744" y="42672"/>
                </a:lnTo>
                <a:lnTo>
                  <a:pt x="257136" y="43243"/>
                </a:lnTo>
                <a:lnTo>
                  <a:pt x="312420" y="51816"/>
                </a:lnTo>
                <a:lnTo>
                  <a:pt x="361937" y="68110"/>
                </a:lnTo>
                <a:lnTo>
                  <a:pt x="405193" y="89725"/>
                </a:lnTo>
                <a:lnTo>
                  <a:pt x="442417" y="117348"/>
                </a:lnTo>
                <a:lnTo>
                  <a:pt x="470916" y="144780"/>
                </a:lnTo>
                <a:lnTo>
                  <a:pt x="473964" y="144780"/>
                </a:lnTo>
                <a:lnTo>
                  <a:pt x="473964" y="8991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943" name="Google Shape;6943;p10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601467" y="8993123"/>
            <a:ext cx="102108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44" name="Google Shape;6944;p103"/>
          <p:cNvGrpSpPr/>
          <p:nvPr/>
        </p:nvGrpSpPr>
        <p:grpSpPr>
          <a:xfrm>
            <a:off x="2522219" y="8322564"/>
            <a:ext cx="230124" cy="432562"/>
            <a:chOff x="2522219" y="8322564"/>
            <a:chExt cx="230124" cy="432562"/>
          </a:xfrm>
        </p:grpSpPr>
        <p:pic>
          <p:nvPicPr>
            <p:cNvPr id="6945" name="Google Shape;6945;p103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2531364" y="8500872"/>
              <a:ext cx="220979" cy="254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46" name="Google Shape;6946;p103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522219" y="8322564"/>
              <a:ext cx="230124" cy="13716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47" name="Google Shape;6947;p103"/>
          <p:cNvGrpSpPr/>
          <p:nvPr/>
        </p:nvGrpSpPr>
        <p:grpSpPr>
          <a:xfrm>
            <a:off x="2522220" y="7921752"/>
            <a:ext cx="230123" cy="283463"/>
            <a:chOff x="2522220" y="7921752"/>
            <a:chExt cx="230123" cy="283463"/>
          </a:xfrm>
        </p:grpSpPr>
        <p:pic>
          <p:nvPicPr>
            <p:cNvPr id="6948" name="Google Shape;6948;p10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2522220" y="8077199"/>
              <a:ext cx="225551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49" name="Google Shape;6949;p103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81846" y="7921752"/>
              <a:ext cx="170497" cy="1295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950" name="Google Shape;6950;p103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586227" y="7574280"/>
            <a:ext cx="161543" cy="85343"/>
          </a:xfrm>
          <a:prstGeom prst="rect">
            <a:avLst/>
          </a:prstGeom>
          <a:noFill/>
          <a:ln>
            <a:noFill/>
          </a:ln>
        </p:spPr>
      </p:pic>
      <p:pic>
        <p:nvPicPr>
          <p:cNvPr id="6951" name="Google Shape;6951;p10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581655" y="7775447"/>
            <a:ext cx="169164" cy="1158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52" name="Google Shape;6952;p103"/>
          <p:cNvGrpSpPr/>
          <p:nvPr/>
        </p:nvGrpSpPr>
        <p:grpSpPr>
          <a:xfrm>
            <a:off x="2520696" y="7054595"/>
            <a:ext cx="231647" cy="495301"/>
            <a:chOff x="2520696" y="7054595"/>
            <a:chExt cx="231647" cy="495301"/>
          </a:xfrm>
        </p:grpSpPr>
        <p:pic>
          <p:nvPicPr>
            <p:cNvPr id="6953" name="Google Shape;6953;p103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586227" y="7421880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54" name="Google Shape;6954;p103"/>
            <p:cNvSpPr/>
            <p:nvPr/>
          </p:nvSpPr>
          <p:spPr>
            <a:xfrm>
              <a:off x="2520696" y="7356347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55" name="Google Shape;6955;p103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581656" y="7054595"/>
              <a:ext cx="169164" cy="27279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56" name="Google Shape;6956;p103"/>
          <p:cNvGrpSpPr/>
          <p:nvPr/>
        </p:nvGrpSpPr>
        <p:grpSpPr>
          <a:xfrm>
            <a:off x="2520695" y="6598919"/>
            <a:ext cx="231648" cy="352044"/>
            <a:chOff x="2520695" y="6598919"/>
            <a:chExt cx="231648" cy="352044"/>
          </a:xfrm>
        </p:grpSpPr>
        <p:pic>
          <p:nvPicPr>
            <p:cNvPr id="6957" name="Google Shape;6957;p103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20695" y="6710171"/>
              <a:ext cx="231648" cy="2407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58" name="Google Shape;6958;p103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86227" y="6598919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59" name="Google Shape;6959;p103"/>
          <p:cNvGrpSpPr/>
          <p:nvPr/>
        </p:nvGrpSpPr>
        <p:grpSpPr>
          <a:xfrm>
            <a:off x="2520696" y="4867655"/>
            <a:ext cx="286511" cy="1618488"/>
            <a:chOff x="2520696" y="4867655"/>
            <a:chExt cx="286511" cy="1618488"/>
          </a:xfrm>
        </p:grpSpPr>
        <p:pic>
          <p:nvPicPr>
            <p:cNvPr id="6960" name="Google Shape;6960;p103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581656" y="6249924"/>
              <a:ext cx="169164" cy="23621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61" name="Google Shape;6961;p103"/>
            <p:cNvSpPr/>
            <p:nvPr/>
          </p:nvSpPr>
          <p:spPr>
            <a:xfrm>
              <a:off x="2520696" y="6196583"/>
              <a:ext cx="227329" cy="29209"/>
            </a:xfrm>
            <a:custGeom>
              <a:rect b="b" l="l" r="r" t="t"/>
              <a:pathLst>
                <a:path extrusionOk="0" h="29210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62" name="Google Shape;6962;p103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81846" y="6039611"/>
              <a:ext cx="170497" cy="1295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63" name="Google Shape;6963;p103"/>
            <p:cNvSpPr/>
            <p:nvPr/>
          </p:nvSpPr>
          <p:spPr>
            <a:xfrm>
              <a:off x="2531351" y="5871972"/>
              <a:ext cx="219710" cy="144780"/>
            </a:xfrm>
            <a:custGeom>
              <a:rect b="b" l="l" r="r" t="t"/>
              <a:pathLst>
                <a:path extrusionOk="0" h="144779" w="219710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144779" w="219710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  <a:path extrusionOk="0" h="144779" w="219710">
                  <a:moveTo>
                    <a:pt x="219468" y="74676"/>
                  </a:moveTo>
                  <a:lnTo>
                    <a:pt x="217944" y="68580"/>
                  </a:lnTo>
                  <a:lnTo>
                    <a:pt x="217944" y="64008"/>
                  </a:lnTo>
                  <a:lnTo>
                    <a:pt x="216420" y="57912"/>
                  </a:lnTo>
                  <a:lnTo>
                    <a:pt x="213372" y="48768"/>
                  </a:lnTo>
                  <a:lnTo>
                    <a:pt x="190512" y="48768"/>
                  </a:lnTo>
                  <a:lnTo>
                    <a:pt x="190512" y="51816"/>
                  </a:lnTo>
                  <a:lnTo>
                    <a:pt x="192036" y="54864"/>
                  </a:lnTo>
                  <a:lnTo>
                    <a:pt x="192036" y="59436"/>
                  </a:lnTo>
                  <a:lnTo>
                    <a:pt x="193560" y="62484"/>
                  </a:lnTo>
                  <a:lnTo>
                    <a:pt x="195084" y="67056"/>
                  </a:lnTo>
                  <a:lnTo>
                    <a:pt x="195084" y="77724"/>
                  </a:lnTo>
                  <a:lnTo>
                    <a:pt x="179844" y="96012"/>
                  </a:lnTo>
                  <a:lnTo>
                    <a:pt x="176796" y="97536"/>
                  </a:lnTo>
                  <a:lnTo>
                    <a:pt x="172224" y="97536"/>
                  </a:lnTo>
                  <a:lnTo>
                    <a:pt x="167652" y="99060"/>
                  </a:lnTo>
                  <a:lnTo>
                    <a:pt x="77736" y="99060"/>
                  </a:lnTo>
                  <a:lnTo>
                    <a:pt x="77736" y="48768"/>
                  </a:lnTo>
                  <a:lnTo>
                    <a:pt x="54876" y="48768"/>
                  </a:lnTo>
                  <a:lnTo>
                    <a:pt x="54876" y="99060"/>
                  </a:lnTo>
                  <a:lnTo>
                    <a:pt x="7632" y="99060"/>
                  </a:lnTo>
                  <a:lnTo>
                    <a:pt x="7632" y="126492"/>
                  </a:lnTo>
                  <a:lnTo>
                    <a:pt x="54876" y="126492"/>
                  </a:lnTo>
                  <a:lnTo>
                    <a:pt x="54876" y="144780"/>
                  </a:lnTo>
                  <a:lnTo>
                    <a:pt x="77736" y="144780"/>
                  </a:lnTo>
                  <a:lnTo>
                    <a:pt x="77736" y="126492"/>
                  </a:lnTo>
                  <a:lnTo>
                    <a:pt x="166128" y="126492"/>
                  </a:lnTo>
                  <a:lnTo>
                    <a:pt x="205752" y="112776"/>
                  </a:lnTo>
                  <a:lnTo>
                    <a:pt x="219468" y="79248"/>
                  </a:lnTo>
                  <a:lnTo>
                    <a:pt x="219468" y="746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64" name="Google Shape;6964;p103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581655" y="5699759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65" name="Google Shape;6965;p103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581656" y="5542787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66" name="Google Shape;6966;p103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581656" y="5398008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67" name="Google Shape;6967;p103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522220" y="5245607"/>
              <a:ext cx="225551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68" name="Google Shape;6968;p103"/>
            <p:cNvSpPr/>
            <p:nvPr/>
          </p:nvSpPr>
          <p:spPr>
            <a:xfrm>
              <a:off x="2531351" y="5178552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69" name="Google Shape;6969;p103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581655" y="4867655"/>
              <a:ext cx="225552" cy="2712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70" name="Google Shape;6970;p103"/>
          <p:cNvGrpSpPr/>
          <p:nvPr/>
        </p:nvGrpSpPr>
        <p:grpSpPr>
          <a:xfrm>
            <a:off x="2522207" y="3677411"/>
            <a:ext cx="230504" cy="1077595"/>
            <a:chOff x="2522207" y="3677411"/>
            <a:chExt cx="230504" cy="1077595"/>
          </a:xfrm>
        </p:grpSpPr>
        <p:sp>
          <p:nvSpPr>
            <p:cNvPr id="6971" name="Google Shape;6971;p103"/>
            <p:cNvSpPr/>
            <p:nvPr/>
          </p:nvSpPr>
          <p:spPr>
            <a:xfrm>
              <a:off x="2522207" y="3829812"/>
              <a:ext cx="230504" cy="925194"/>
            </a:xfrm>
            <a:custGeom>
              <a:rect b="b" l="l" r="r" t="t"/>
              <a:pathLst>
                <a:path extrusionOk="0" h="925195" w="230505">
                  <a:moveTo>
                    <a:pt x="225552" y="347472"/>
                  </a:moveTo>
                  <a:lnTo>
                    <a:pt x="64008" y="306324"/>
                  </a:lnTo>
                  <a:lnTo>
                    <a:pt x="64008" y="335280"/>
                  </a:lnTo>
                  <a:lnTo>
                    <a:pt x="188976" y="361188"/>
                  </a:lnTo>
                  <a:lnTo>
                    <a:pt x="64008" y="400812"/>
                  </a:lnTo>
                  <a:lnTo>
                    <a:pt x="64008" y="423672"/>
                  </a:lnTo>
                  <a:lnTo>
                    <a:pt x="188976" y="461772"/>
                  </a:lnTo>
                  <a:lnTo>
                    <a:pt x="64008" y="490728"/>
                  </a:lnTo>
                  <a:lnTo>
                    <a:pt x="64008" y="518160"/>
                  </a:lnTo>
                  <a:lnTo>
                    <a:pt x="225552" y="477012"/>
                  </a:lnTo>
                  <a:lnTo>
                    <a:pt x="225552" y="452628"/>
                  </a:lnTo>
                  <a:lnTo>
                    <a:pt x="100584" y="413004"/>
                  </a:lnTo>
                  <a:lnTo>
                    <a:pt x="225552" y="373380"/>
                  </a:lnTo>
                  <a:lnTo>
                    <a:pt x="225552" y="347472"/>
                  </a:lnTo>
                  <a:close/>
                </a:path>
                <a:path extrusionOk="0" h="925195" w="230505">
                  <a:moveTo>
                    <a:pt x="228612" y="681228"/>
                  </a:moveTo>
                  <a:lnTo>
                    <a:pt x="227088" y="675132"/>
                  </a:lnTo>
                  <a:lnTo>
                    <a:pt x="227088" y="672084"/>
                  </a:lnTo>
                  <a:lnTo>
                    <a:pt x="225564" y="667512"/>
                  </a:lnTo>
                  <a:lnTo>
                    <a:pt x="225564" y="662940"/>
                  </a:lnTo>
                  <a:lnTo>
                    <a:pt x="224040" y="656844"/>
                  </a:lnTo>
                  <a:lnTo>
                    <a:pt x="222516" y="653796"/>
                  </a:lnTo>
                  <a:lnTo>
                    <a:pt x="219468" y="644652"/>
                  </a:lnTo>
                  <a:lnTo>
                    <a:pt x="214896" y="635508"/>
                  </a:lnTo>
                  <a:lnTo>
                    <a:pt x="214896" y="632460"/>
                  </a:lnTo>
                  <a:lnTo>
                    <a:pt x="185940" y="632460"/>
                  </a:lnTo>
                  <a:lnTo>
                    <a:pt x="185940" y="633984"/>
                  </a:lnTo>
                  <a:lnTo>
                    <a:pt x="187464" y="635508"/>
                  </a:lnTo>
                  <a:lnTo>
                    <a:pt x="190512" y="641604"/>
                  </a:lnTo>
                  <a:lnTo>
                    <a:pt x="192036" y="646176"/>
                  </a:lnTo>
                  <a:lnTo>
                    <a:pt x="195084" y="649224"/>
                  </a:lnTo>
                  <a:lnTo>
                    <a:pt x="196608" y="655320"/>
                  </a:lnTo>
                  <a:lnTo>
                    <a:pt x="199656" y="664464"/>
                  </a:lnTo>
                  <a:lnTo>
                    <a:pt x="204228" y="682752"/>
                  </a:lnTo>
                  <a:lnTo>
                    <a:pt x="204228" y="688848"/>
                  </a:lnTo>
                  <a:lnTo>
                    <a:pt x="188988" y="728472"/>
                  </a:lnTo>
                  <a:lnTo>
                    <a:pt x="147840" y="743712"/>
                  </a:lnTo>
                  <a:lnTo>
                    <a:pt x="147840" y="656844"/>
                  </a:lnTo>
                  <a:lnTo>
                    <a:pt x="147840" y="629412"/>
                  </a:lnTo>
                  <a:lnTo>
                    <a:pt x="132600" y="629412"/>
                  </a:lnTo>
                  <a:lnTo>
                    <a:pt x="126504" y="629602"/>
                  </a:lnTo>
                  <a:lnTo>
                    <a:pt x="126504" y="656844"/>
                  </a:lnTo>
                  <a:lnTo>
                    <a:pt x="126504" y="743712"/>
                  </a:lnTo>
                  <a:lnTo>
                    <a:pt x="118884" y="742188"/>
                  </a:lnTo>
                  <a:lnTo>
                    <a:pt x="106692" y="739140"/>
                  </a:lnTo>
                  <a:lnTo>
                    <a:pt x="102120" y="737616"/>
                  </a:lnTo>
                  <a:lnTo>
                    <a:pt x="97548" y="733044"/>
                  </a:lnTo>
                  <a:lnTo>
                    <a:pt x="92976" y="729996"/>
                  </a:lnTo>
                  <a:lnTo>
                    <a:pt x="88404" y="725424"/>
                  </a:lnTo>
                  <a:lnTo>
                    <a:pt x="85331" y="720788"/>
                  </a:lnTo>
                  <a:lnTo>
                    <a:pt x="83832" y="716280"/>
                  </a:lnTo>
                  <a:lnTo>
                    <a:pt x="80784" y="710184"/>
                  </a:lnTo>
                  <a:lnTo>
                    <a:pt x="80784" y="682752"/>
                  </a:lnTo>
                  <a:lnTo>
                    <a:pt x="83832" y="678180"/>
                  </a:lnTo>
                  <a:lnTo>
                    <a:pt x="84848" y="675132"/>
                  </a:lnTo>
                  <a:lnTo>
                    <a:pt x="85420" y="673519"/>
                  </a:lnTo>
                  <a:lnTo>
                    <a:pt x="88404" y="669036"/>
                  </a:lnTo>
                  <a:lnTo>
                    <a:pt x="92976" y="665988"/>
                  </a:lnTo>
                  <a:lnTo>
                    <a:pt x="96024" y="662940"/>
                  </a:lnTo>
                  <a:lnTo>
                    <a:pt x="100596" y="659892"/>
                  </a:lnTo>
                  <a:lnTo>
                    <a:pt x="106692" y="658368"/>
                  </a:lnTo>
                  <a:lnTo>
                    <a:pt x="111264" y="656844"/>
                  </a:lnTo>
                  <a:lnTo>
                    <a:pt x="126504" y="656844"/>
                  </a:lnTo>
                  <a:lnTo>
                    <a:pt x="126504" y="629602"/>
                  </a:lnTo>
                  <a:lnTo>
                    <a:pt x="86499" y="639699"/>
                  </a:lnTo>
                  <a:lnTo>
                    <a:pt x="76212" y="647700"/>
                  </a:lnTo>
                  <a:lnTo>
                    <a:pt x="70116" y="652272"/>
                  </a:lnTo>
                  <a:lnTo>
                    <a:pt x="59702" y="682752"/>
                  </a:lnTo>
                  <a:lnTo>
                    <a:pt x="59486" y="687235"/>
                  </a:lnTo>
                  <a:lnTo>
                    <a:pt x="59448" y="694944"/>
                  </a:lnTo>
                  <a:lnTo>
                    <a:pt x="60871" y="711238"/>
                  </a:lnTo>
                  <a:lnTo>
                    <a:pt x="60960" y="711517"/>
                  </a:lnTo>
                  <a:lnTo>
                    <a:pt x="65163" y="725805"/>
                  </a:lnTo>
                  <a:lnTo>
                    <a:pt x="94856" y="758939"/>
                  </a:lnTo>
                  <a:lnTo>
                    <a:pt x="126136" y="769721"/>
                  </a:lnTo>
                  <a:lnTo>
                    <a:pt x="125920" y="769721"/>
                  </a:lnTo>
                  <a:lnTo>
                    <a:pt x="144792" y="771144"/>
                  </a:lnTo>
                  <a:lnTo>
                    <a:pt x="163309" y="769721"/>
                  </a:lnTo>
                  <a:lnTo>
                    <a:pt x="179844" y="765429"/>
                  </a:lnTo>
                  <a:lnTo>
                    <a:pt x="194081" y="758291"/>
                  </a:lnTo>
                  <a:lnTo>
                    <a:pt x="205752" y="748284"/>
                  </a:lnTo>
                  <a:lnTo>
                    <a:pt x="209740" y="743712"/>
                  </a:lnTo>
                  <a:lnTo>
                    <a:pt x="215747" y="736841"/>
                  </a:lnTo>
                  <a:lnTo>
                    <a:pt x="222897" y="722947"/>
                  </a:lnTo>
                  <a:lnTo>
                    <a:pt x="227177" y="706501"/>
                  </a:lnTo>
                  <a:lnTo>
                    <a:pt x="228498" y="688848"/>
                  </a:lnTo>
                  <a:lnTo>
                    <a:pt x="228612" y="681228"/>
                  </a:lnTo>
                  <a:close/>
                </a:path>
                <a:path extrusionOk="0" h="925195" w="230505">
                  <a:moveTo>
                    <a:pt x="228612" y="550164"/>
                  </a:moveTo>
                  <a:lnTo>
                    <a:pt x="227088" y="545592"/>
                  </a:lnTo>
                  <a:lnTo>
                    <a:pt x="227088" y="541020"/>
                  </a:lnTo>
                  <a:lnTo>
                    <a:pt x="225564" y="534924"/>
                  </a:lnTo>
                  <a:lnTo>
                    <a:pt x="224040" y="530352"/>
                  </a:lnTo>
                  <a:lnTo>
                    <a:pt x="222516" y="524256"/>
                  </a:lnTo>
                  <a:lnTo>
                    <a:pt x="199656" y="524256"/>
                  </a:lnTo>
                  <a:lnTo>
                    <a:pt x="199656" y="528828"/>
                  </a:lnTo>
                  <a:lnTo>
                    <a:pt x="201180" y="531876"/>
                  </a:lnTo>
                  <a:lnTo>
                    <a:pt x="201180" y="534924"/>
                  </a:lnTo>
                  <a:lnTo>
                    <a:pt x="204228" y="544068"/>
                  </a:lnTo>
                  <a:lnTo>
                    <a:pt x="204228" y="554736"/>
                  </a:lnTo>
                  <a:lnTo>
                    <a:pt x="188988" y="573024"/>
                  </a:lnTo>
                  <a:lnTo>
                    <a:pt x="185940" y="574548"/>
                  </a:lnTo>
                  <a:lnTo>
                    <a:pt x="86880" y="574548"/>
                  </a:lnTo>
                  <a:lnTo>
                    <a:pt x="86880" y="524256"/>
                  </a:lnTo>
                  <a:lnTo>
                    <a:pt x="64020" y="524256"/>
                  </a:lnTo>
                  <a:lnTo>
                    <a:pt x="64020" y="574548"/>
                  </a:lnTo>
                  <a:lnTo>
                    <a:pt x="16776" y="574548"/>
                  </a:lnTo>
                  <a:lnTo>
                    <a:pt x="16776" y="601980"/>
                  </a:lnTo>
                  <a:lnTo>
                    <a:pt x="64020" y="601980"/>
                  </a:lnTo>
                  <a:lnTo>
                    <a:pt x="64020" y="620268"/>
                  </a:lnTo>
                  <a:lnTo>
                    <a:pt x="86880" y="620268"/>
                  </a:lnTo>
                  <a:lnTo>
                    <a:pt x="86880" y="601980"/>
                  </a:lnTo>
                  <a:lnTo>
                    <a:pt x="175272" y="601980"/>
                  </a:lnTo>
                  <a:lnTo>
                    <a:pt x="188099" y="601370"/>
                  </a:lnTo>
                  <a:lnTo>
                    <a:pt x="225183" y="575119"/>
                  </a:lnTo>
                  <a:lnTo>
                    <a:pt x="228612" y="554736"/>
                  </a:lnTo>
                  <a:lnTo>
                    <a:pt x="228612" y="550164"/>
                  </a:lnTo>
                  <a:close/>
                </a:path>
                <a:path extrusionOk="0" h="925195" w="230505">
                  <a:moveTo>
                    <a:pt x="228612" y="207264"/>
                  </a:moveTo>
                  <a:lnTo>
                    <a:pt x="227088" y="201168"/>
                  </a:lnTo>
                  <a:lnTo>
                    <a:pt x="227088" y="196596"/>
                  </a:lnTo>
                  <a:lnTo>
                    <a:pt x="225564" y="192024"/>
                  </a:lnTo>
                  <a:lnTo>
                    <a:pt x="225564" y="187452"/>
                  </a:lnTo>
                  <a:lnTo>
                    <a:pt x="219468" y="169164"/>
                  </a:lnTo>
                  <a:lnTo>
                    <a:pt x="216420" y="164592"/>
                  </a:lnTo>
                  <a:lnTo>
                    <a:pt x="214896" y="160020"/>
                  </a:lnTo>
                  <a:lnTo>
                    <a:pt x="214896" y="156972"/>
                  </a:lnTo>
                  <a:lnTo>
                    <a:pt x="185940" y="156972"/>
                  </a:lnTo>
                  <a:lnTo>
                    <a:pt x="185940" y="158496"/>
                  </a:lnTo>
                  <a:lnTo>
                    <a:pt x="192036" y="170688"/>
                  </a:lnTo>
                  <a:lnTo>
                    <a:pt x="195084" y="175260"/>
                  </a:lnTo>
                  <a:lnTo>
                    <a:pt x="198132" y="184404"/>
                  </a:lnTo>
                  <a:lnTo>
                    <a:pt x="204228" y="208788"/>
                  </a:lnTo>
                  <a:lnTo>
                    <a:pt x="204228" y="214884"/>
                  </a:lnTo>
                  <a:lnTo>
                    <a:pt x="188988" y="254508"/>
                  </a:lnTo>
                  <a:lnTo>
                    <a:pt x="147840" y="268224"/>
                  </a:lnTo>
                  <a:lnTo>
                    <a:pt x="147840" y="181356"/>
                  </a:lnTo>
                  <a:lnTo>
                    <a:pt x="147840" y="153924"/>
                  </a:lnTo>
                  <a:lnTo>
                    <a:pt x="132600" y="153924"/>
                  </a:lnTo>
                  <a:lnTo>
                    <a:pt x="126504" y="154114"/>
                  </a:lnTo>
                  <a:lnTo>
                    <a:pt x="126504" y="181356"/>
                  </a:lnTo>
                  <a:lnTo>
                    <a:pt x="126504" y="268224"/>
                  </a:lnTo>
                  <a:lnTo>
                    <a:pt x="118884" y="268224"/>
                  </a:lnTo>
                  <a:lnTo>
                    <a:pt x="106692" y="265176"/>
                  </a:lnTo>
                  <a:lnTo>
                    <a:pt x="97548" y="259080"/>
                  </a:lnTo>
                  <a:lnTo>
                    <a:pt x="92976" y="254508"/>
                  </a:lnTo>
                  <a:lnTo>
                    <a:pt x="88404" y="251460"/>
                  </a:lnTo>
                  <a:lnTo>
                    <a:pt x="86372" y="248412"/>
                  </a:lnTo>
                  <a:lnTo>
                    <a:pt x="85331" y="246824"/>
                  </a:lnTo>
                  <a:lnTo>
                    <a:pt x="83832" y="240792"/>
                  </a:lnTo>
                  <a:lnTo>
                    <a:pt x="80911" y="236410"/>
                  </a:lnTo>
                  <a:lnTo>
                    <a:pt x="80784" y="208788"/>
                  </a:lnTo>
                  <a:lnTo>
                    <a:pt x="83832" y="204216"/>
                  </a:lnTo>
                  <a:lnTo>
                    <a:pt x="85356" y="198120"/>
                  </a:lnTo>
                  <a:lnTo>
                    <a:pt x="88404" y="195072"/>
                  </a:lnTo>
                  <a:lnTo>
                    <a:pt x="92976" y="192024"/>
                  </a:lnTo>
                  <a:lnTo>
                    <a:pt x="96024" y="188976"/>
                  </a:lnTo>
                  <a:lnTo>
                    <a:pt x="100596" y="185928"/>
                  </a:lnTo>
                  <a:lnTo>
                    <a:pt x="106692" y="184404"/>
                  </a:lnTo>
                  <a:lnTo>
                    <a:pt x="111264" y="182880"/>
                  </a:lnTo>
                  <a:lnTo>
                    <a:pt x="118884" y="181356"/>
                  </a:lnTo>
                  <a:lnTo>
                    <a:pt x="126504" y="181356"/>
                  </a:lnTo>
                  <a:lnTo>
                    <a:pt x="126504" y="154114"/>
                  </a:lnTo>
                  <a:lnTo>
                    <a:pt x="86499" y="164211"/>
                  </a:lnTo>
                  <a:lnTo>
                    <a:pt x="60731" y="199555"/>
                  </a:lnTo>
                  <a:lnTo>
                    <a:pt x="59702" y="208788"/>
                  </a:lnTo>
                  <a:lnTo>
                    <a:pt x="59486" y="213271"/>
                  </a:lnTo>
                  <a:lnTo>
                    <a:pt x="72301" y="263842"/>
                  </a:lnTo>
                  <a:lnTo>
                    <a:pt x="109550" y="290893"/>
                  </a:lnTo>
                  <a:lnTo>
                    <a:pt x="126123" y="294474"/>
                  </a:lnTo>
                  <a:lnTo>
                    <a:pt x="125857" y="294474"/>
                  </a:lnTo>
                  <a:lnTo>
                    <a:pt x="144792" y="295656"/>
                  </a:lnTo>
                  <a:lnTo>
                    <a:pt x="163309" y="294474"/>
                  </a:lnTo>
                  <a:lnTo>
                    <a:pt x="179844" y="290703"/>
                  </a:lnTo>
                  <a:lnTo>
                    <a:pt x="194081" y="284086"/>
                  </a:lnTo>
                  <a:lnTo>
                    <a:pt x="205752" y="274320"/>
                  </a:lnTo>
                  <a:lnTo>
                    <a:pt x="210972" y="268224"/>
                  </a:lnTo>
                  <a:lnTo>
                    <a:pt x="215747" y="262661"/>
                  </a:lnTo>
                  <a:lnTo>
                    <a:pt x="222897" y="248412"/>
                  </a:lnTo>
                  <a:lnTo>
                    <a:pt x="227177" y="231889"/>
                  </a:lnTo>
                  <a:lnTo>
                    <a:pt x="228485" y="214884"/>
                  </a:lnTo>
                  <a:lnTo>
                    <a:pt x="228612" y="207264"/>
                  </a:lnTo>
                  <a:close/>
                </a:path>
                <a:path extrusionOk="0" h="925195" w="230505">
                  <a:moveTo>
                    <a:pt x="228612" y="53340"/>
                  </a:moveTo>
                  <a:lnTo>
                    <a:pt x="227088" y="47244"/>
                  </a:lnTo>
                  <a:lnTo>
                    <a:pt x="227088" y="42672"/>
                  </a:lnTo>
                  <a:lnTo>
                    <a:pt x="225564" y="38100"/>
                  </a:lnTo>
                  <a:lnTo>
                    <a:pt x="225564" y="33528"/>
                  </a:lnTo>
                  <a:lnTo>
                    <a:pt x="219468" y="15240"/>
                  </a:lnTo>
                  <a:lnTo>
                    <a:pt x="216420" y="10668"/>
                  </a:lnTo>
                  <a:lnTo>
                    <a:pt x="214896" y="6096"/>
                  </a:lnTo>
                  <a:lnTo>
                    <a:pt x="214896" y="3048"/>
                  </a:lnTo>
                  <a:lnTo>
                    <a:pt x="185940" y="3048"/>
                  </a:lnTo>
                  <a:lnTo>
                    <a:pt x="185940" y="4572"/>
                  </a:lnTo>
                  <a:lnTo>
                    <a:pt x="192036" y="16764"/>
                  </a:lnTo>
                  <a:lnTo>
                    <a:pt x="195084" y="21336"/>
                  </a:lnTo>
                  <a:lnTo>
                    <a:pt x="198132" y="30480"/>
                  </a:lnTo>
                  <a:lnTo>
                    <a:pt x="201180" y="42672"/>
                  </a:lnTo>
                  <a:lnTo>
                    <a:pt x="202704" y="47244"/>
                  </a:lnTo>
                  <a:lnTo>
                    <a:pt x="204228" y="53340"/>
                  </a:lnTo>
                  <a:lnTo>
                    <a:pt x="204228" y="59436"/>
                  </a:lnTo>
                  <a:lnTo>
                    <a:pt x="203123" y="72085"/>
                  </a:lnTo>
                  <a:lnTo>
                    <a:pt x="181267" y="106591"/>
                  </a:lnTo>
                  <a:lnTo>
                    <a:pt x="147840" y="114300"/>
                  </a:lnTo>
                  <a:lnTo>
                    <a:pt x="147840" y="27432"/>
                  </a:lnTo>
                  <a:lnTo>
                    <a:pt x="147840" y="0"/>
                  </a:lnTo>
                  <a:lnTo>
                    <a:pt x="132600" y="0"/>
                  </a:lnTo>
                  <a:lnTo>
                    <a:pt x="126504" y="190"/>
                  </a:lnTo>
                  <a:lnTo>
                    <a:pt x="126504" y="27432"/>
                  </a:lnTo>
                  <a:lnTo>
                    <a:pt x="126504" y="114300"/>
                  </a:lnTo>
                  <a:lnTo>
                    <a:pt x="118884" y="114300"/>
                  </a:lnTo>
                  <a:lnTo>
                    <a:pt x="112788" y="112776"/>
                  </a:lnTo>
                  <a:lnTo>
                    <a:pt x="106692" y="109728"/>
                  </a:lnTo>
                  <a:lnTo>
                    <a:pt x="101752" y="108089"/>
                  </a:lnTo>
                  <a:lnTo>
                    <a:pt x="101930" y="108089"/>
                  </a:lnTo>
                  <a:lnTo>
                    <a:pt x="97548" y="105156"/>
                  </a:lnTo>
                  <a:lnTo>
                    <a:pt x="92976" y="100584"/>
                  </a:lnTo>
                  <a:lnTo>
                    <a:pt x="88404" y="97536"/>
                  </a:lnTo>
                  <a:lnTo>
                    <a:pt x="85356" y="91440"/>
                  </a:lnTo>
                  <a:lnTo>
                    <a:pt x="83832" y="86868"/>
                  </a:lnTo>
                  <a:lnTo>
                    <a:pt x="80784" y="82296"/>
                  </a:lnTo>
                  <a:lnTo>
                    <a:pt x="80784" y="54864"/>
                  </a:lnTo>
                  <a:lnTo>
                    <a:pt x="83832" y="48768"/>
                  </a:lnTo>
                  <a:lnTo>
                    <a:pt x="85356" y="44196"/>
                  </a:lnTo>
                  <a:lnTo>
                    <a:pt x="88404" y="39624"/>
                  </a:lnTo>
                  <a:lnTo>
                    <a:pt x="92976" y="36576"/>
                  </a:lnTo>
                  <a:lnTo>
                    <a:pt x="96024" y="33528"/>
                  </a:lnTo>
                  <a:lnTo>
                    <a:pt x="100596" y="32004"/>
                  </a:lnTo>
                  <a:lnTo>
                    <a:pt x="106692" y="30480"/>
                  </a:lnTo>
                  <a:lnTo>
                    <a:pt x="111264" y="28956"/>
                  </a:lnTo>
                  <a:lnTo>
                    <a:pt x="118884" y="27432"/>
                  </a:lnTo>
                  <a:lnTo>
                    <a:pt x="126504" y="27432"/>
                  </a:lnTo>
                  <a:lnTo>
                    <a:pt x="126504" y="190"/>
                  </a:lnTo>
                  <a:lnTo>
                    <a:pt x="86499" y="10287"/>
                  </a:lnTo>
                  <a:lnTo>
                    <a:pt x="60731" y="45605"/>
                  </a:lnTo>
                  <a:lnTo>
                    <a:pt x="59448" y="65532"/>
                  </a:lnTo>
                  <a:lnTo>
                    <a:pt x="60871" y="81826"/>
                  </a:lnTo>
                  <a:lnTo>
                    <a:pt x="82308" y="120396"/>
                  </a:lnTo>
                  <a:lnTo>
                    <a:pt x="126238" y="140550"/>
                  </a:lnTo>
                  <a:lnTo>
                    <a:pt x="144792" y="141732"/>
                  </a:lnTo>
                  <a:lnTo>
                    <a:pt x="163309" y="140335"/>
                  </a:lnTo>
                  <a:lnTo>
                    <a:pt x="179844" y="136207"/>
                  </a:lnTo>
                  <a:lnTo>
                    <a:pt x="194081" y="129527"/>
                  </a:lnTo>
                  <a:lnTo>
                    <a:pt x="205752" y="120396"/>
                  </a:lnTo>
                  <a:lnTo>
                    <a:pt x="210693" y="114300"/>
                  </a:lnTo>
                  <a:lnTo>
                    <a:pt x="215747" y="108089"/>
                  </a:lnTo>
                  <a:lnTo>
                    <a:pt x="222897" y="93916"/>
                  </a:lnTo>
                  <a:lnTo>
                    <a:pt x="227177" y="77749"/>
                  </a:lnTo>
                  <a:lnTo>
                    <a:pt x="228612" y="59436"/>
                  </a:lnTo>
                  <a:lnTo>
                    <a:pt x="228612" y="53340"/>
                  </a:lnTo>
                  <a:close/>
                </a:path>
                <a:path extrusionOk="0" h="925195" w="230505">
                  <a:moveTo>
                    <a:pt x="230124" y="864108"/>
                  </a:moveTo>
                  <a:lnTo>
                    <a:pt x="215988" y="817041"/>
                  </a:lnTo>
                  <a:lnTo>
                    <a:pt x="205740" y="806196"/>
                  </a:lnTo>
                  <a:lnTo>
                    <a:pt x="205740" y="861060"/>
                  </a:lnTo>
                  <a:lnTo>
                    <a:pt x="205740" y="867156"/>
                  </a:lnTo>
                  <a:lnTo>
                    <a:pt x="204216" y="873252"/>
                  </a:lnTo>
                  <a:lnTo>
                    <a:pt x="202692" y="877824"/>
                  </a:lnTo>
                  <a:lnTo>
                    <a:pt x="199644" y="890016"/>
                  </a:lnTo>
                  <a:lnTo>
                    <a:pt x="195072" y="897636"/>
                  </a:lnTo>
                  <a:lnTo>
                    <a:pt x="103632" y="897636"/>
                  </a:lnTo>
                  <a:lnTo>
                    <a:pt x="97536" y="890016"/>
                  </a:lnTo>
                  <a:lnTo>
                    <a:pt x="92964" y="883920"/>
                  </a:lnTo>
                  <a:lnTo>
                    <a:pt x="86868" y="868680"/>
                  </a:lnTo>
                  <a:lnTo>
                    <a:pt x="85344" y="861060"/>
                  </a:lnTo>
                  <a:lnTo>
                    <a:pt x="85344" y="853440"/>
                  </a:lnTo>
                  <a:lnTo>
                    <a:pt x="107899" y="819848"/>
                  </a:lnTo>
                  <a:lnTo>
                    <a:pt x="143256" y="815340"/>
                  </a:lnTo>
                  <a:lnTo>
                    <a:pt x="156425" y="815898"/>
                  </a:lnTo>
                  <a:lnTo>
                    <a:pt x="157695" y="815898"/>
                  </a:lnTo>
                  <a:lnTo>
                    <a:pt x="196748" y="833843"/>
                  </a:lnTo>
                  <a:lnTo>
                    <a:pt x="205740" y="861060"/>
                  </a:lnTo>
                  <a:lnTo>
                    <a:pt x="205740" y="806196"/>
                  </a:lnTo>
                  <a:lnTo>
                    <a:pt x="192316" y="798195"/>
                  </a:lnTo>
                  <a:lnTo>
                    <a:pt x="177165" y="792480"/>
                  </a:lnTo>
                  <a:lnTo>
                    <a:pt x="160312" y="789051"/>
                  </a:lnTo>
                  <a:lnTo>
                    <a:pt x="141732" y="787908"/>
                  </a:lnTo>
                  <a:lnTo>
                    <a:pt x="123431" y="788797"/>
                  </a:lnTo>
                  <a:lnTo>
                    <a:pt x="80772" y="803148"/>
                  </a:lnTo>
                  <a:lnTo>
                    <a:pt x="60528" y="835342"/>
                  </a:lnTo>
                  <a:lnTo>
                    <a:pt x="59436" y="847344"/>
                  </a:lnTo>
                  <a:lnTo>
                    <a:pt x="59753" y="854202"/>
                  </a:lnTo>
                  <a:lnTo>
                    <a:pt x="59867" y="854964"/>
                  </a:lnTo>
                  <a:lnTo>
                    <a:pt x="60769" y="861060"/>
                  </a:lnTo>
                  <a:lnTo>
                    <a:pt x="80772" y="897636"/>
                  </a:lnTo>
                  <a:lnTo>
                    <a:pt x="0" y="897636"/>
                  </a:lnTo>
                  <a:lnTo>
                    <a:pt x="0" y="925068"/>
                  </a:lnTo>
                  <a:lnTo>
                    <a:pt x="225552" y="925068"/>
                  </a:lnTo>
                  <a:lnTo>
                    <a:pt x="225552" y="899160"/>
                  </a:lnTo>
                  <a:lnTo>
                    <a:pt x="217932" y="897636"/>
                  </a:lnTo>
                  <a:lnTo>
                    <a:pt x="220980" y="891540"/>
                  </a:lnTo>
                  <a:lnTo>
                    <a:pt x="224028" y="883920"/>
                  </a:lnTo>
                  <a:lnTo>
                    <a:pt x="225552" y="877824"/>
                  </a:lnTo>
                  <a:lnTo>
                    <a:pt x="228600" y="871728"/>
                  </a:lnTo>
                  <a:lnTo>
                    <a:pt x="230124" y="864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72" name="Google Shape;6972;p103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581656" y="3677411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73" name="Google Shape;6973;p103"/>
          <p:cNvGrpSpPr/>
          <p:nvPr/>
        </p:nvGrpSpPr>
        <p:grpSpPr>
          <a:xfrm>
            <a:off x="2520696" y="2403348"/>
            <a:ext cx="288035" cy="1141475"/>
            <a:chOff x="2520696" y="2403348"/>
            <a:chExt cx="288035" cy="1141475"/>
          </a:xfrm>
        </p:grpSpPr>
        <p:pic>
          <p:nvPicPr>
            <p:cNvPr id="6974" name="Google Shape;6974;p103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581655" y="3244596"/>
              <a:ext cx="225552" cy="3002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75" name="Google Shape;6975;p103"/>
            <p:cNvSpPr/>
            <p:nvPr/>
          </p:nvSpPr>
          <p:spPr>
            <a:xfrm>
              <a:off x="2520696" y="3189732"/>
              <a:ext cx="227329" cy="29209"/>
            </a:xfrm>
            <a:custGeom>
              <a:rect b="b" l="l" r="r" t="t"/>
              <a:pathLst>
                <a:path extrusionOk="0" h="29210" w="227330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76" name="Google Shape;6976;p103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581655" y="2875788"/>
              <a:ext cx="227076" cy="2926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77" name="Google Shape;6977;p103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581655" y="2705099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78" name="Google Shape;6978;p103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581656" y="2548127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79" name="Google Shape;6979;p103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581656" y="2403348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80" name="Google Shape;6980;p103"/>
          <p:cNvGrpSpPr/>
          <p:nvPr/>
        </p:nvGrpSpPr>
        <p:grpSpPr>
          <a:xfrm>
            <a:off x="2531351" y="2093975"/>
            <a:ext cx="216535" cy="198121"/>
            <a:chOff x="2531351" y="2093975"/>
            <a:chExt cx="216535" cy="198121"/>
          </a:xfrm>
        </p:grpSpPr>
        <p:sp>
          <p:nvSpPr>
            <p:cNvPr id="6981" name="Google Shape;6981;p103"/>
            <p:cNvSpPr/>
            <p:nvPr/>
          </p:nvSpPr>
          <p:spPr>
            <a:xfrm>
              <a:off x="2531351" y="2261616"/>
              <a:ext cx="216535" cy="30480"/>
            </a:xfrm>
            <a:custGeom>
              <a:rect b="b" l="l" r="r" t="t"/>
              <a:pathLst>
                <a:path extrusionOk="0" h="30480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80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82" name="Google Shape;6982;p103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581656" y="2093975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83" name="Google Shape;6983;p103"/>
          <p:cNvGrpSpPr/>
          <p:nvPr/>
        </p:nvGrpSpPr>
        <p:grpSpPr>
          <a:xfrm>
            <a:off x="2875788" y="7982711"/>
            <a:ext cx="286510" cy="775969"/>
            <a:chOff x="2875788" y="7982711"/>
            <a:chExt cx="286510" cy="775969"/>
          </a:xfrm>
        </p:grpSpPr>
        <p:sp>
          <p:nvSpPr>
            <p:cNvPr id="6984" name="Google Shape;6984;p103"/>
            <p:cNvSpPr/>
            <p:nvPr/>
          </p:nvSpPr>
          <p:spPr>
            <a:xfrm>
              <a:off x="2875788" y="8729471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85" name="Google Shape;6985;p103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936747" y="8257032"/>
              <a:ext cx="225551" cy="4450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86" name="Google Shape;6986;p103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941319" y="8100060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87" name="Google Shape;6987;p103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894076" y="7982711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988" name="Google Shape;6988;p103"/>
          <p:cNvSpPr/>
          <p:nvPr/>
        </p:nvSpPr>
        <p:spPr>
          <a:xfrm>
            <a:off x="3380232" y="8531352"/>
            <a:ext cx="21590" cy="135890"/>
          </a:xfrm>
          <a:custGeom>
            <a:rect b="b" l="l" r="r" t="t"/>
            <a:pathLst>
              <a:path extrusionOk="0" h="135890" w="21589">
                <a:moveTo>
                  <a:pt x="213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21335" y="0"/>
                </a:lnTo>
                <a:lnTo>
                  <a:pt x="21335" y="1356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9" name="Google Shape;6989;p103"/>
          <p:cNvGrpSpPr/>
          <p:nvPr/>
        </p:nvGrpSpPr>
        <p:grpSpPr>
          <a:xfrm>
            <a:off x="3279647" y="7438644"/>
            <a:ext cx="239267" cy="929639"/>
            <a:chOff x="3279647" y="7438644"/>
            <a:chExt cx="239267" cy="929639"/>
          </a:xfrm>
        </p:grpSpPr>
        <p:pic>
          <p:nvPicPr>
            <p:cNvPr id="6990" name="Google Shape;6990;p103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288791" y="7985760"/>
              <a:ext cx="230123" cy="38252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91" name="Google Shape;6991;p103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334511" y="7848600"/>
              <a:ext cx="137160" cy="1051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92" name="Google Shape;6992;p103"/>
            <p:cNvSpPr/>
            <p:nvPr/>
          </p:nvSpPr>
          <p:spPr>
            <a:xfrm>
              <a:off x="3288779" y="7792212"/>
              <a:ext cx="180340" cy="26034"/>
            </a:xfrm>
            <a:custGeom>
              <a:rect b="b" l="l" r="r" t="t"/>
              <a:pathLst>
                <a:path extrusionOk="0" h="26034" w="180339">
                  <a:moveTo>
                    <a:pt x="22860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2860" y="25908"/>
                  </a:lnTo>
                  <a:lnTo>
                    <a:pt x="22860" y="0"/>
                  </a:lnTo>
                  <a:close/>
                </a:path>
                <a:path extrusionOk="0" h="26034" w="180339">
                  <a:moveTo>
                    <a:pt x="179832" y="1524"/>
                  </a:moveTo>
                  <a:lnTo>
                    <a:pt x="45720" y="1524"/>
                  </a:lnTo>
                  <a:lnTo>
                    <a:pt x="45720" y="24384"/>
                  </a:lnTo>
                  <a:lnTo>
                    <a:pt x="179832" y="24384"/>
                  </a:lnTo>
                  <a:lnTo>
                    <a:pt x="179832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6993" name="Google Shape;6993;p103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279647" y="7438644"/>
              <a:ext cx="192024" cy="32308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94" name="Google Shape;6994;p103"/>
          <p:cNvGrpSpPr/>
          <p:nvPr/>
        </p:nvGrpSpPr>
        <p:grpSpPr>
          <a:xfrm>
            <a:off x="3279648" y="7053071"/>
            <a:ext cx="192023" cy="294132"/>
            <a:chOff x="3279648" y="7053071"/>
            <a:chExt cx="192023" cy="294132"/>
          </a:xfrm>
        </p:grpSpPr>
        <p:pic>
          <p:nvPicPr>
            <p:cNvPr id="6995" name="Google Shape;6995;p103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279648" y="7146036"/>
              <a:ext cx="192023" cy="2011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96" name="Google Shape;6996;p103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334512" y="7053071"/>
              <a:ext cx="134112" cy="7010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97" name="Google Shape;6997;p103"/>
          <p:cNvGrpSpPr/>
          <p:nvPr/>
        </p:nvGrpSpPr>
        <p:grpSpPr>
          <a:xfrm>
            <a:off x="3279648" y="5091684"/>
            <a:ext cx="239267" cy="1862327"/>
            <a:chOff x="3279648" y="5091684"/>
            <a:chExt cx="239267" cy="1862327"/>
          </a:xfrm>
        </p:grpSpPr>
        <p:pic>
          <p:nvPicPr>
            <p:cNvPr id="6998" name="Google Shape;6998;p103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279648" y="5472683"/>
              <a:ext cx="192023" cy="148132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999" name="Google Shape;6999;p103"/>
            <p:cNvSpPr/>
            <p:nvPr/>
          </p:nvSpPr>
          <p:spPr>
            <a:xfrm>
              <a:off x="3281172" y="5311140"/>
              <a:ext cx="189230" cy="140335"/>
            </a:xfrm>
            <a:custGeom>
              <a:rect b="b" l="l" r="r" t="t"/>
              <a:pathLst>
                <a:path extrusionOk="0" h="140335" w="189229">
                  <a:moveTo>
                    <a:pt x="30467" y="114300"/>
                  </a:moveTo>
                  <a:lnTo>
                    <a:pt x="7607" y="114300"/>
                  </a:lnTo>
                  <a:lnTo>
                    <a:pt x="7607" y="140208"/>
                  </a:lnTo>
                  <a:lnTo>
                    <a:pt x="30467" y="140208"/>
                  </a:lnTo>
                  <a:lnTo>
                    <a:pt x="30467" y="114300"/>
                  </a:lnTo>
                  <a:close/>
                </a:path>
                <a:path extrusionOk="0" h="140335" w="189229">
                  <a:moveTo>
                    <a:pt x="30467" y="0"/>
                  </a:moveTo>
                  <a:lnTo>
                    <a:pt x="7607" y="0"/>
                  </a:lnTo>
                  <a:lnTo>
                    <a:pt x="7607" y="25908"/>
                  </a:lnTo>
                  <a:lnTo>
                    <a:pt x="30467" y="25908"/>
                  </a:lnTo>
                  <a:lnTo>
                    <a:pt x="30467" y="0"/>
                  </a:lnTo>
                  <a:close/>
                </a:path>
                <a:path extrusionOk="0" h="140335" w="189229">
                  <a:moveTo>
                    <a:pt x="187439" y="115824"/>
                  </a:moveTo>
                  <a:lnTo>
                    <a:pt x="53327" y="115824"/>
                  </a:lnTo>
                  <a:lnTo>
                    <a:pt x="53327" y="138684"/>
                  </a:lnTo>
                  <a:lnTo>
                    <a:pt x="187439" y="138684"/>
                  </a:lnTo>
                  <a:lnTo>
                    <a:pt x="187439" y="115824"/>
                  </a:lnTo>
                  <a:close/>
                </a:path>
                <a:path extrusionOk="0" h="140335" w="189229">
                  <a:moveTo>
                    <a:pt x="187439" y="1524"/>
                  </a:moveTo>
                  <a:lnTo>
                    <a:pt x="53327" y="1524"/>
                  </a:lnTo>
                  <a:lnTo>
                    <a:pt x="53327" y="24384"/>
                  </a:lnTo>
                  <a:lnTo>
                    <a:pt x="187439" y="24384"/>
                  </a:lnTo>
                  <a:lnTo>
                    <a:pt x="187439" y="1524"/>
                  </a:lnTo>
                  <a:close/>
                </a:path>
                <a:path extrusionOk="0" h="140335" w="189229">
                  <a:moveTo>
                    <a:pt x="188976" y="57912"/>
                  </a:moveTo>
                  <a:lnTo>
                    <a:pt x="0" y="57912"/>
                  </a:lnTo>
                  <a:lnTo>
                    <a:pt x="0" y="82296"/>
                  </a:lnTo>
                  <a:lnTo>
                    <a:pt x="188976" y="82296"/>
                  </a:lnTo>
                  <a:lnTo>
                    <a:pt x="188976" y="579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00" name="Google Shape;7000;p103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296412" y="5091684"/>
              <a:ext cx="222503" cy="19964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001" name="Google Shape;7001;p10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739895" y="8993123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02" name="Google Shape;7002;p103"/>
          <p:cNvGrpSpPr/>
          <p:nvPr/>
        </p:nvGrpSpPr>
        <p:grpSpPr>
          <a:xfrm>
            <a:off x="3665220" y="8217407"/>
            <a:ext cx="225552" cy="537971"/>
            <a:chOff x="3665220" y="8217407"/>
            <a:chExt cx="225552" cy="537971"/>
          </a:xfrm>
        </p:grpSpPr>
        <p:pic>
          <p:nvPicPr>
            <p:cNvPr id="7003" name="Google Shape;7003;p103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669792" y="8584691"/>
              <a:ext cx="216408" cy="1706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04" name="Google Shape;7004;p103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665220" y="8217407"/>
              <a:ext cx="225552" cy="33680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005" name="Google Shape;7005;p103"/>
          <p:cNvGrpSpPr/>
          <p:nvPr/>
        </p:nvGrpSpPr>
        <p:grpSpPr>
          <a:xfrm>
            <a:off x="3660647" y="7123176"/>
            <a:ext cx="228601" cy="993646"/>
            <a:chOff x="3660647" y="7123176"/>
            <a:chExt cx="228601" cy="993646"/>
          </a:xfrm>
        </p:grpSpPr>
        <p:pic>
          <p:nvPicPr>
            <p:cNvPr id="7006" name="Google Shape;7006;p103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720084" y="7991855"/>
              <a:ext cx="169163" cy="1249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07" name="Google Shape;7007;p103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660647" y="7837931"/>
              <a:ext cx="225551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08" name="Google Shape;7008;p103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720084" y="7531608"/>
              <a:ext cx="169164" cy="2834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09" name="Google Shape;7009;p103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660647" y="7234427"/>
              <a:ext cx="228600" cy="2743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10" name="Google Shape;7010;p103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724656" y="7123176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011" name="Google Shape;7011;p103"/>
          <p:cNvGrpSpPr/>
          <p:nvPr/>
        </p:nvGrpSpPr>
        <p:grpSpPr>
          <a:xfrm>
            <a:off x="3659123" y="6361176"/>
            <a:ext cx="231648" cy="644904"/>
            <a:chOff x="3659123" y="6361176"/>
            <a:chExt cx="231648" cy="644904"/>
          </a:xfrm>
        </p:grpSpPr>
        <p:sp>
          <p:nvSpPr>
            <p:cNvPr id="7012" name="Google Shape;7012;p103"/>
            <p:cNvSpPr/>
            <p:nvPr/>
          </p:nvSpPr>
          <p:spPr>
            <a:xfrm>
              <a:off x="3659123" y="6976871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13" name="Google Shape;7013;p103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720083" y="6641591"/>
              <a:ext cx="170688" cy="3063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14" name="Google Shape;7014;p103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660647" y="6361176"/>
              <a:ext cx="228600" cy="25450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015" name="Google Shape;7015;p103"/>
          <p:cNvGrpSpPr/>
          <p:nvPr/>
        </p:nvGrpSpPr>
        <p:grpSpPr>
          <a:xfrm>
            <a:off x="3659123" y="5905500"/>
            <a:ext cx="231647" cy="355091"/>
            <a:chOff x="3659123" y="5905500"/>
            <a:chExt cx="231647" cy="355091"/>
          </a:xfrm>
        </p:grpSpPr>
        <p:pic>
          <p:nvPicPr>
            <p:cNvPr id="7016" name="Google Shape;7016;p103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659123" y="6016752"/>
              <a:ext cx="231647" cy="2438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17" name="Google Shape;7017;p103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3724655" y="5905500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018" name="Google Shape;7018;p103"/>
          <p:cNvGrpSpPr/>
          <p:nvPr/>
        </p:nvGrpSpPr>
        <p:grpSpPr>
          <a:xfrm>
            <a:off x="3720083" y="5050535"/>
            <a:ext cx="170688" cy="752857"/>
            <a:chOff x="3720083" y="5050535"/>
            <a:chExt cx="170688" cy="752857"/>
          </a:xfrm>
        </p:grpSpPr>
        <p:pic>
          <p:nvPicPr>
            <p:cNvPr id="7019" name="Google Shape;7019;p103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3720083" y="5661660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20" name="Google Shape;7020;p103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3724655" y="5551932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21" name="Google Shape;7021;p103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3720083" y="5289804"/>
              <a:ext cx="170688" cy="2407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22" name="Google Shape;7022;p103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720083" y="5050535"/>
              <a:ext cx="169164" cy="21336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23" name="Google Shape;7023;p103"/>
          <p:cNvSpPr/>
          <p:nvPr/>
        </p:nvSpPr>
        <p:spPr>
          <a:xfrm>
            <a:off x="4162044" y="8531352"/>
            <a:ext cx="21590" cy="135890"/>
          </a:xfrm>
          <a:custGeom>
            <a:rect b="b" l="l" r="r" t="t"/>
            <a:pathLst>
              <a:path extrusionOk="0" h="135890" w="21589">
                <a:moveTo>
                  <a:pt x="21336" y="135635"/>
                </a:moveTo>
                <a:lnTo>
                  <a:pt x="0" y="135635"/>
                </a:lnTo>
                <a:lnTo>
                  <a:pt x="0" y="0"/>
                </a:lnTo>
                <a:lnTo>
                  <a:pt x="21336" y="0"/>
                </a:lnTo>
                <a:lnTo>
                  <a:pt x="21336" y="1356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4" name="Google Shape;7024;p103"/>
          <p:cNvGrpSpPr/>
          <p:nvPr/>
        </p:nvGrpSpPr>
        <p:grpSpPr>
          <a:xfrm>
            <a:off x="4062984" y="7807452"/>
            <a:ext cx="192024" cy="576070"/>
            <a:chOff x="4062984" y="7807452"/>
            <a:chExt cx="192024" cy="576070"/>
          </a:xfrm>
        </p:grpSpPr>
        <p:pic>
          <p:nvPicPr>
            <p:cNvPr id="7025" name="Google Shape;7025;p103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117848" y="8206739"/>
              <a:ext cx="134112" cy="1767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26" name="Google Shape;7026;p103"/>
            <p:cNvSpPr/>
            <p:nvPr/>
          </p:nvSpPr>
          <p:spPr>
            <a:xfrm>
              <a:off x="4072128" y="8162544"/>
              <a:ext cx="180340" cy="26034"/>
            </a:xfrm>
            <a:custGeom>
              <a:rect b="b" l="l" r="r" t="t"/>
              <a:pathLst>
                <a:path extrusionOk="0" h="26034" w="180339">
                  <a:moveTo>
                    <a:pt x="22860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2860" y="25908"/>
                  </a:lnTo>
                  <a:lnTo>
                    <a:pt x="22860" y="0"/>
                  </a:lnTo>
                  <a:close/>
                </a:path>
                <a:path extrusionOk="0" h="26034" w="180339">
                  <a:moveTo>
                    <a:pt x="179832" y="1524"/>
                  </a:moveTo>
                  <a:lnTo>
                    <a:pt x="45720" y="1524"/>
                  </a:lnTo>
                  <a:lnTo>
                    <a:pt x="45720" y="24384"/>
                  </a:lnTo>
                  <a:lnTo>
                    <a:pt x="179832" y="24384"/>
                  </a:lnTo>
                  <a:lnTo>
                    <a:pt x="179832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27" name="Google Shape;7027;p103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062984" y="7807452"/>
              <a:ext cx="192024" cy="33223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28" name="Google Shape;7028;p103"/>
          <p:cNvSpPr/>
          <p:nvPr/>
        </p:nvSpPr>
        <p:spPr>
          <a:xfrm>
            <a:off x="4518659" y="8531352"/>
            <a:ext cx="21590" cy="135890"/>
          </a:xfrm>
          <a:custGeom>
            <a:rect b="b" l="l" r="r" t="t"/>
            <a:pathLst>
              <a:path extrusionOk="0" h="135890" w="21589">
                <a:moveTo>
                  <a:pt x="21336" y="135635"/>
                </a:moveTo>
                <a:lnTo>
                  <a:pt x="0" y="135635"/>
                </a:lnTo>
                <a:lnTo>
                  <a:pt x="0" y="0"/>
                </a:lnTo>
                <a:lnTo>
                  <a:pt x="21336" y="0"/>
                </a:lnTo>
                <a:lnTo>
                  <a:pt x="21336" y="1356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9" name="Google Shape;7029;p103"/>
          <p:cNvGrpSpPr/>
          <p:nvPr/>
        </p:nvGrpSpPr>
        <p:grpSpPr>
          <a:xfrm>
            <a:off x="4469891" y="7775447"/>
            <a:ext cx="187452" cy="601981"/>
            <a:chOff x="4469891" y="7775447"/>
            <a:chExt cx="187452" cy="601981"/>
          </a:xfrm>
        </p:grpSpPr>
        <p:pic>
          <p:nvPicPr>
            <p:cNvPr id="7030" name="Google Shape;7030;p103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4469891" y="8281416"/>
              <a:ext cx="140208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31" name="Google Shape;7031;p103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4469891" y="8025383"/>
              <a:ext cx="187452" cy="23317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32" name="Google Shape;7032;p103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4469891" y="7775447"/>
              <a:ext cx="140208" cy="2270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33" name="Google Shape;7033;p103"/>
          <p:cNvSpPr/>
          <p:nvPr/>
        </p:nvSpPr>
        <p:spPr>
          <a:xfrm>
            <a:off x="4873752" y="8531352"/>
            <a:ext cx="21590" cy="135890"/>
          </a:xfrm>
          <a:custGeom>
            <a:rect b="b" l="l" r="r" t="t"/>
            <a:pathLst>
              <a:path extrusionOk="0" h="135890" w="21589">
                <a:moveTo>
                  <a:pt x="213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21335" y="0"/>
                </a:lnTo>
                <a:lnTo>
                  <a:pt x="21335" y="1356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4" name="Google Shape;7034;p103"/>
          <p:cNvGrpSpPr/>
          <p:nvPr/>
        </p:nvGrpSpPr>
        <p:grpSpPr>
          <a:xfrm>
            <a:off x="4774691" y="7356347"/>
            <a:ext cx="192025" cy="1022604"/>
            <a:chOff x="4774691" y="7356347"/>
            <a:chExt cx="192025" cy="1022604"/>
          </a:xfrm>
        </p:grpSpPr>
        <p:pic>
          <p:nvPicPr>
            <p:cNvPr id="7035" name="Google Shape;7035;p103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4826507" y="8136635"/>
              <a:ext cx="137159" cy="105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36" name="Google Shape;7036;p103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4826508" y="8264651"/>
              <a:ext cx="140208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37" name="Google Shape;7037;p103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4826508" y="8010144"/>
              <a:ext cx="140208" cy="10210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38" name="Google Shape;7038;p103"/>
            <p:cNvSpPr/>
            <p:nvPr/>
          </p:nvSpPr>
          <p:spPr>
            <a:xfrm>
              <a:off x="4774691" y="7965947"/>
              <a:ext cx="189230" cy="24765"/>
            </a:xfrm>
            <a:custGeom>
              <a:rect b="b" l="l" r="r" t="t"/>
              <a:pathLst>
                <a:path extrusionOk="0" h="24765" w="189229">
                  <a:moveTo>
                    <a:pt x="188975" y="24383"/>
                  </a:moveTo>
                  <a:lnTo>
                    <a:pt x="0" y="24383"/>
                  </a:lnTo>
                  <a:lnTo>
                    <a:pt x="0" y="0"/>
                  </a:lnTo>
                  <a:lnTo>
                    <a:pt x="188975" y="0"/>
                  </a:lnTo>
                  <a:lnTo>
                    <a:pt x="188975" y="24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39" name="Google Shape;7039;p103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4826507" y="7709915"/>
              <a:ext cx="140208" cy="2316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40" name="Google Shape;7040;p103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4829555" y="7581899"/>
              <a:ext cx="137160" cy="105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41" name="Google Shape;7041;p103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826508" y="7356347"/>
              <a:ext cx="140208" cy="19202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42" name="Google Shape;7042;p103"/>
          <p:cNvSpPr/>
          <p:nvPr/>
        </p:nvSpPr>
        <p:spPr>
          <a:xfrm>
            <a:off x="5230367" y="8531352"/>
            <a:ext cx="21590" cy="135890"/>
          </a:xfrm>
          <a:custGeom>
            <a:rect b="b" l="l" r="r" t="t"/>
            <a:pathLst>
              <a:path extrusionOk="0" h="135890" w="21589">
                <a:moveTo>
                  <a:pt x="21335" y="135635"/>
                </a:moveTo>
                <a:lnTo>
                  <a:pt x="0" y="135635"/>
                </a:lnTo>
                <a:lnTo>
                  <a:pt x="0" y="0"/>
                </a:lnTo>
                <a:lnTo>
                  <a:pt x="21335" y="0"/>
                </a:lnTo>
                <a:lnTo>
                  <a:pt x="21335" y="1356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3" name="Google Shape;7043;p103"/>
          <p:cNvGrpSpPr/>
          <p:nvPr/>
        </p:nvGrpSpPr>
        <p:grpSpPr>
          <a:xfrm>
            <a:off x="5131295" y="7597140"/>
            <a:ext cx="237756" cy="781812"/>
            <a:chOff x="5131295" y="7597140"/>
            <a:chExt cx="237756" cy="781812"/>
          </a:xfrm>
        </p:grpSpPr>
        <p:pic>
          <p:nvPicPr>
            <p:cNvPr id="7044" name="Google Shape;7044;p103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5181599" y="8010144"/>
              <a:ext cx="140208" cy="3688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45" name="Google Shape;7045;p103"/>
            <p:cNvSpPr/>
            <p:nvPr/>
          </p:nvSpPr>
          <p:spPr>
            <a:xfrm>
              <a:off x="5131295" y="7874508"/>
              <a:ext cx="189230" cy="113030"/>
            </a:xfrm>
            <a:custGeom>
              <a:rect b="b" l="l" r="r" t="t"/>
              <a:pathLst>
                <a:path extrusionOk="0" h="113029" w="189229">
                  <a:moveTo>
                    <a:pt x="187452" y="89916"/>
                  </a:moveTo>
                  <a:lnTo>
                    <a:pt x="92964" y="89916"/>
                  </a:lnTo>
                  <a:lnTo>
                    <a:pt x="86868" y="83820"/>
                  </a:lnTo>
                  <a:lnTo>
                    <a:pt x="83820" y="79248"/>
                  </a:lnTo>
                  <a:lnTo>
                    <a:pt x="77724" y="67056"/>
                  </a:lnTo>
                  <a:lnTo>
                    <a:pt x="76200" y="60960"/>
                  </a:lnTo>
                  <a:lnTo>
                    <a:pt x="76200" y="47244"/>
                  </a:lnTo>
                  <a:lnTo>
                    <a:pt x="77724" y="44196"/>
                  </a:lnTo>
                  <a:lnTo>
                    <a:pt x="77724" y="42672"/>
                  </a:lnTo>
                  <a:lnTo>
                    <a:pt x="54864" y="42672"/>
                  </a:lnTo>
                  <a:lnTo>
                    <a:pt x="53340" y="44196"/>
                  </a:lnTo>
                  <a:lnTo>
                    <a:pt x="53340" y="56388"/>
                  </a:lnTo>
                  <a:lnTo>
                    <a:pt x="54864" y="62484"/>
                  </a:lnTo>
                  <a:lnTo>
                    <a:pt x="73152" y="89916"/>
                  </a:lnTo>
                  <a:lnTo>
                    <a:pt x="53340" y="89916"/>
                  </a:lnTo>
                  <a:lnTo>
                    <a:pt x="53340" y="112776"/>
                  </a:lnTo>
                  <a:lnTo>
                    <a:pt x="187452" y="112776"/>
                  </a:lnTo>
                  <a:lnTo>
                    <a:pt x="187452" y="89916"/>
                  </a:lnTo>
                  <a:close/>
                </a:path>
                <a:path extrusionOk="0" h="113029" w="189229">
                  <a:moveTo>
                    <a:pt x="188976" y="0"/>
                  </a:moveTo>
                  <a:lnTo>
                    <a:pt x="0" y="0"/>
                  </a:lnTo>
                  <a:lnTo>
                    <a:pt x="0" y="24384"/>
                  </a:lnTo>
                  <a:lnTo>
                    <a:pt x="188976" y="24384"/>
                  </a:lnTo>
                  <a:lnTo>
                    <a:pt x="1889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46" name="Google Shape;7046;p103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5181599" y="7743444"/>
              <a:ext cx="14020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47" name="Google Shape;7047;p103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5181599" y="7597140"/>
              <a:ext cx="187452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048" name="Google Shape;7048;p103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5590032" y="8993123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49" name="Google Shape;7049;p103"/>
          <p:cNvGrpSpPr/>
          <p:nvPr/>
        </p:nvGrpSpPr>
        <p:grpSpPr>
          <a:xfrm>
            <a:off x="5509260" y="7527035"/>
            <a:ext cx="231647" cy="1251204"/>
            <a:chOff x="5509260" y="7527035"/>
            <a:chExt cx="231647" cy="1251204"/>
          </a:xfrm>
        </p:grpSpPr>
        <p:pic>
          <p:nvPicPr>
            <p:cNvPr id="7050" name="Google Shape;7050;p103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5519928" y="8552688"/>
              <a:ext cx="216408" cy="2255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51" name="Google Shape;7051;p103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5570219" y="8378951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52" name="Google Shape;7052;p103"/>
            <p:cNvSpPr/>
            <p:nvPr/>
          </p:nvSpPr>
          <p:spPr>
            <a:xfrm>
              <a:off x="5509260" y="8322564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53" name="Google Shape;7053;p103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5570436" y="8165591"/>
              <a:ext cx="170471" cy="1295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54" name="Google Shape;7054;p103"/>
            <p:cNvSpPr/>
            <p:nvPr/>
          </p:nvSpPr>
          <p:spPr>
            <a:xfrm>
              <a:off x="5519928" y="8001000"/>
              <a:ext cx="219710" cy="144780"/>
            </a:xfrm>
            <a:custGeom>
              <a:rect b="b" l="l" r="r" t="t"/>
              <a:pathLst>
                <a:path extrusionOk="0" h="144779" w="219710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144779" w="219710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  <a:path extrusionOk="0" h="144779" w="219710">
                  <a:moveTo>
                    <a:pt x="219456" y="73152"/>
                  </a:moveTo>
                  <a:lnTo>
                    <a:pt x="217932" y="68580"/>
                  </a:lnTo>
                  <a:lnTo>
                    <a:pt x="217932" y="64008"/>
                  </a:lnTo>
                  <a:lnTo>
                    <a:pt x="216408" y="57912"/>
                  </a:lnTo>
                  <a:lnTo>
                    <a:pt x="216408" y="53340"/>
                  </a:lnTo>
                  <a:lnTo>
                    <a:pt x="214884" y="48768"/>
                  </a:lnTo>
                  <a:lnTo>
                    <a:pt x="190500" y="48768"/>
                  </a:lnTo>
                  <a:lnTo>
                    <a:pt x="190500" y="51816"/>
                  </a:lnTo>
                  <a:lnTo>
                    <a:pt x="192024" y="54864"/>
                  </a:lnTo>
                  <a:lnTo>
                    <a:pt x="192024" y="59436"/>
                  </a:lnTo>
                  <a:lnTo>
                    <a:pt x="193548" y="62484"/>
                  </a:lnTo>
                  <a:lnTo>
                    <a:pt x="195072" y="67056"/>
                  </a:lnTo>
                  <a:lnTo>
                    <a:pt x="195072" y="77724"/>
                  </a:lnTo>
                  <a:lnTo>
                    <a:pt x="179832" y="96012"/>
                  </a:lnTo>
                  <a:lnTo>
                    <a:pt x="176784" y="97536"/>
                  </a:lnTo>
                  <a:lnTo>
                    <a:pt x="167640" y="97536"/>
                  </a:lnTo>
                  <a:lnTo>
                    <a:pt x="161544" y="99060"/>
                  </a:lnTo>
                  <a:lnTo>
                    <a:pt x="77724" y="99060"/>
                  </a:lnTo>
                  <a:lnTo>
                    <a:pt x="77724" y="48768"/>
                  </a:lnTo>
                  <a:lnTo>
                    <a:pt x="54864" y="48768"/>
                  </a:lnTo>
                  <a:lnTo>
                    <a:pt x="54864" y="99060"/>
                  </a:lnTo>
                  <a:lnTo>
                    <a:pt x="7620" y="99060"/>
                  </a:lnTo>
                  <a:lnTo>
                    <a:pt x="7620" y="126492"/>
                  </a:lnTo>
                  <a:lnTo>
                    <a:pt x="54864" y="126492"/>
                  </a:lnTo>
                  <a:lnTo>
                    <a:pt x="54864" y="144780"/>
                  </a:lnTo>
                  <a:lnTo>
                    <a:pt x="77724" y="144780"/>
                  </a:lnTo>
                  <a:lnTo>
                    <a:pt x="77724" y="126492"/>
                  </a:lnTo>
                  <a:lnTo>
                    <a:pt x="166116" y="126492"/>
                  </a:lnTo>
                  <a:lnTo>
                    <a:pt x="205740" y="112776"/>
                  </a:lnTo>
                  <a:lnTo>
                    <a:pt x="219456" y="77724"/>
                  </a:lnTo>
                  <a:lnTo>
                    <a:pt x="219456" y="73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55" name="Google Shape;7055;p103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5570219" y="7825740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56" name="Google Shape;7056;p103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5570220" y="7671816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57" name="Google Shape;7057;p103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5570220" y="7527035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058" name="Google Shape;7058;p103"/>
          <p:cNvGrpSpPr/>
          <p:nvPr/>
        </p:nvGrpSpPr>
        <p:grpSpPr>
          <a:xfrm>
            <a:off x="5509259" y="6480047"/>
            <a:ext cx="288036" cy="946785"/>
            <a:chOff x="5509259" y="6480047"/>
            <a:chExt cx="288036" cy="946785"/>
          </a:xfrm>
        </p:grpSpPr>
        <p:sp>
          <p:nvSpPr>
            <p:cNvPr id="7059" name="Google Shape;7059;p103"/>
            <p:cNvSpPr/>
            <p:nvPr/>
          </p:nvSpPr>
          <p:spPr>
            <a:xfrm>
              <a:off x="5509259" y="7325867"/>
              <a:ext cx="227329" cy="100965"/>
            </a:xfrm>
            <a:custGeom>
              <a:rect b="b" l="l" r="r" t="t"/>
              <a:pathLst>
                <a:path extrusionOk="0" h="100965" w="227329">
                  <a:moveTo>
                    <a:pt x="88392" y="100584"/>
                  </a:moveTo>
                  <a:lnTo>
                    <a:pt x="65532" y="100584"/>
                  </a:lnTo>
                  <a:lnTo>
                    <a:pt x="65532" y="82296"/>
                  </a:lnTo>
                  <a:lnTo>
                    <a:pt x="59436" y="82296"/>
                  </a:lnTo>
                  <a:lnTo>
                    <a:pt x="15240" y="68580"/>
                  </a:lnTo>
                  <a:lnTo>
                    <a:pt x="0" y="27432"/>
                  </a:lnTo>
                  <a:lnTo>
                    <a:pt x="0" y="7620"/>
                  </a:lnTo>
                  <a:lnTo>
                    <a:pt x="1524" y="3048"/>
                  </a:lnTo>
                  <a:lnTo>
                    <a:pt x="1524" y="0"/>
                  </a:lnTo>
                  <a:lnTo>
                    <a:pt x="27432" y="0"/>
                  </a:lnTo>
                  <a:lnTo>
                    <a:pt x="27432" y="1524"/>
                  </a:lnTo>
                  <a:lnTo>
                    <a:pt x="25908" y="3048"/>
                  </a:lnTo>
                  <a:lnTo>
                    <a:pt x="25908" y="6096"/>
                  </a:lnTo>
                  <a:lnTo>
                    <a:pt x="24384" y="10668"/>
                  </a:lnTo>
                  <a:lnTo>
                    <a:pt x="24384" y="19812"/>
                  </a:lnTo>
                  <a:lnTo>
                    <a:pt x="50006" y="54316"/>
                  </a:lnTo>
                  <a:lnTo>
                    <a:pt x="59436" y="54864"/>
                  </a:lnTo>
                  <a:lnTo>
                    <a:pt x="65532" y="54864"/>
                  </a:lnTo>
                  <a:lnTo>
                    <a:pt x="65532" y="10668"/>
                  </a:lnTo>
                  <a:lnTo>
                    <a:pt x="88392" y="10668"/>
                  </a:lnTo>
                  <a:lnTo>
                    <a:pt x="88392" y="54864"/>
                  </a:lnTo>
                  <a:lnTo>
                    <a:pt x="227076" y="54864"/>
                  </a:lnTo>
                  <a:lnTo>
                    <a:pt x="227076" y="82296"/>
                  </a:lnTo>
                  <a:lnTo>
                    <a:pt x="88392" y="82296"/>
                  </a:lnTo>
                  <a:lnTo>
                    <a:pt x="88392" y="1005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60" name="Google Shape;7060;p103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5509260" y="6480047"/>
              <a:ext cx="288035" cy="8366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061" name="Google Shape;7061;p103"/>
          <p:cNvGrpSpPr/>
          <p:nvPr/>
        </p:nvGrpSpPr>
        <p:grpSpPr>
          <a:xfrm>
            <a:off x="5509259" y="6012179"/>
            <a:ext cx="231647" cy="355092"/>
            <a:chOff x="5509259" y="6012179"/>
            <a:chExt cx="231647" cy="355092"/>
          </a:xfrm>
        </p:grpSpPr>
        <p:pic>
          <p:nvPicPr>
            <p:cNvPr id="7062" name="Google Shape;7062;p103"/>
            <p:cNvPicPr preferRelativeResize="0"/>
            <p:nvPr/>
          </p:nvPicPr>
          <p:blipFill rotWithShape="1">
            <a:blip r:embed="rId75">
              <a:alphaModFix/>
            </a:blip>
            <a:srcRect b="0" l="0" r="0" t="0"/>
            <a:stretch/>
          </p:blipFill>
          <p:spPr>
            <a:xfrm>
              <a:off x="5509259" y="6126480"/>
              <a:ext cx="231647" cy="2407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63" name="Google Shape;7063;p103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5574792" y="6012179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064" name="Google Shape;7064;p103"/>
          <p:cNvGrpSpPr/>
          <p:nvPr/>
        </p:nvGrpSpPr>
        <p:grpSpPr>
          <a:xfrm>
            <a:off x="5509260" y="5335523"/>
            <a:ext cx="231647" cy="567181"/>
            <a:chOff x="5509260" y="5335523"/>
            <a:chExt cx="231647" cy="567181"/>
          </a:xfrm>
        </p:grpSpPr>
        <p:sp>
          <p:nvSpPr>
            <p:cNvPr id="7065" name="Google Shape;7065;p103"/>
            <p:cNvSpPr/>
            <p:nvPr/>
          </p:nvSpPr>
          <p:spPr>
            <a:xfrm>
              <a:off x="5509260" y="5873495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066" name="Google Shape;7066;p103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5570410" y="5716523"/>
              <a:ext cx="170497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67" name="Google Shape;7067;p103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5527548" y="5448299"/>
              <a:ext cx="211836" cy="2453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68" name="Google Shape;7068;p103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5574792" y="5335523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069" name="Google Shape;7069;p103"/>
          <p:cNvGrpSpPr/>
          <p:nvPr/>
        </p:nvGrpSpPr>
        <p:grpSpPr>
          <a:xfrm>
            <a:off x="5509259" y="4608576"/>
            <a:ext cx="286512" cy="629411"/>
            <a:chOff x="5509259" y="4608576"/>
            <a:chExt cx="286512" cy="629411"/>
          </a:xfrm>
        </p:grpSpPr>
        <p:pic>
          <p:nvPicPr>
            <p:cNvPr id="7070" name="Google Shape;7070;p103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5509259" y="5099304"/>
              <a:ext cx="227076" cy="1386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71" name="Google Shape;7071;p103"/>
            <p:cNvPicPr preferRelativeResize="0"/>
            <p:nvPr/>
          </p:nvPicPr>
          <p:blipFill rotWithShape="1">
            <a:blip r:embed="rId81">
              <a:alphaModFix/>
            </a:blip>
            <a:srcRect b="0" l="0" r="0" t="0"/>
            <a:stretch/>
          </p:blipFill>
          <p:spPr>
            <a:xfrm>
              <a:off x="5574791" y="4933188"/>
              <a:ext cx="161544" cy="1447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72" name="Google Shape;7072;p103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5574792" y="4783835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73" name="Google Shape;7073;p103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5570219" y="4608576"/>
              <a:ext cx="225552" cy="13716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074" name="Google Shape;7074;p103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3070860" y="2060448"/>
            <a:ext cx="2782355" cy="20047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78" name="Shape 7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9" name="Google Shape;7079;p104"/>
          <p:cNvSpPr/>
          <p:nvPr/>
        </p:nvSpPr>
        <p:spPr>
          <a:xfrm>
            <a:off x="1652016" y="7322820"/>
            <a:ext cx="459105" cy="1416050"/>
          </a:xfrm>
          <a:custGeom>
            <a:rect b="b" l="l" r="r" t="t"/>
            <a:pathLst>
              <a:path extrusionOk="0" h="1416050" w="459105">
                <a:moveTo>
                  <a:pt x="359651" y="1209040"/>
                </a:moveTo>
                <a:lnTo>
                  <a:pt x="316992" y="1209040"/>
                </a:lnTo>
                <a:lnTo>
                  <a:pt x="316992" y="1369060"/>
                </a:lnTo>
                <a:lnTo>
                  <a:pt x="0" y="1369060"/>
                </a:lnTo>
                <a:lnTo>
                  <a:pt x="0" y="1416050"/>
                </a:lnTo>
                <a:lnTo>
                  <a:pt x="359651" y="1416050"/>
                </a:lnTo>
                <a:lnTo>
                  <a:pt x="359651" y="1369060"/>
                </a:lnTo>
                <a:lnTo>
                  <a:pt x="359651" y="1209040"/>
                </a:lnTo>
                <a:close/>
              </a:path>
              <a:path extrusionOk="0" h="1416050" w="459105">
                <a:moveTo>
                  <a:pt x="365747" y="33528"/>
                </a:moveTo>
                <a:lnTo>
                  <a:pt x="364223" y="25908"/>
                </a:lnTo>
                <a:lnTo>
                  <a:pt x="361746" y="12382"/>
                </a:lnTo>
                <a:lnTo>
                  <a:pt x="360159" y="5981"/>
                </a:lnTo>
                <a:lnTo>
                  <a:pt x="358127" y="0"/>
                </a:lnTo>
                <a:lnTo>
                  <a:pt x="316979" y="0"/>
                </a:lnTo>
                <a:lnTo>
                  <a:pt x="316979" y="1524"/>
                </a:lnTo>
                <a:lnTo>
                  <a:pt x="318503" y="4572"/>
                </a:lnTo>
                <a:lnTo>
                  <a:pt x="320027" y="10668"/>
                </a:lnTo>
                <a:lnTo>
                  <a:pt x="323075" y="16764"/>
                </a:lnTo>
                <a:lnTo>
                  <a:pt x="324599" y="24384"/>
                </a:lnTo>
                <a:lnTo>
                  <a:pt x="326123" y="30480"/>
                </a:lnTo>
                <a:lnTo>
                  <a:pt x="326123" y="38100"/>
                </a:lnTo>
                <a:lnTo>
                  <a:pt x="325843" y="45796"/>
                </a:lnTo>
                <a:lnTo>
                  <a:pt x="309359" y="76200"/>
                </a:lnTo>
                <a:lnTo>
                  <a:pt x="303263" y="80772"/>
                </a:lnTo>
                <a:lnTo>
                  <a:pt x="295643" y="82296"/>
                </a:lnTo>
                <a:lnTo>
                  <a:pt x="288023" y="82296"/>
                </a:lnTo>
                <a:lnTo>
                  <a:pt x="281736" y="82537"/>
                </a:lnTo>
                <a:lnTo>
                  <a:pt x="265734" y="83591"/>
                </a:lnTo>
                <a:lnTo>
                  <a:pt x="256019" y="83820"/>
                </a:lnTo>
                <a:lnTo>
                  <a:pt x="128003" y="83820"/>
                </a:lnTo>
                <a:lnTo>
                  <a:pt x="128003" y="0"/>
                </a:lnTo>
                <a:lnTo>
                  <a:pt x="89903" y="0"/>
                </a:lnTo>
                <a:lnTo>
                  <a:pt x="89903" y="83820"/>
                </a:lnTo>
                <a:lnTo>
                  <a:pt x="12179" y="83820"/>
                </a:lnTo>
                <a:lnTo>
                  <a:pt x="12179" y="129540"/>
                </a:lnTo>
                <a:lnTo>
                  <a:pt x="89903" y="129540"/>
                </a:lnTo>
                <a:lnTo>
                  <a:pt x="89903" y="160020"/>
                </a:lnTo>
                <a:lnTo>
                  <a:pt x="128003" y="160020"/>
                </a:lnTo>
                <a:lnTo>
                  <a:pt x="128003" y="129540"/>
                </a:lnTo>
                <a:lnTo>
                  <a:pt x="277355" y="129540"/>
                </a:lnTo>
                <a:lnTo>
                  <a:pt x="298767" y="128143"/>
                </a:lnTo>
                <a:lnTo>
                  <a:pt x="344411" y="108204"/>
                </a:lnTo>
                <a:lnTo>
                  <a:pt x="364350" y="67703"/>
                </a:lnTo>
                <a:lnTo>
                  <a:pt x="365747" y="50292"/>
                </a:lnTo>
                <a:lnTo>
                  <a:pt x="365747" y="33528"/>
                </a:lnTo>
                <a:close/>
              </a:path>
              <a:path extrusionOk="0" h="1416050" w="459105">
                <a:moveTo>
                  <a:pt x="366966" y="1118336"/>
                </a:moveTo>
                <a:lnTo>
                  <a:pt x="364223" y="1078992"/>
                </a:lnTo>
                <a:lnTo>
                  <a:pt x="333743" y="1025652"/>
                </a:lnTo>
                <a:lnTo>
                  <a:pt x="330695" y="1022604"/>
                </a:lnTo>
                <a:lnTo>
                  <a:pt x="359651" y="1022604"/>
                </a:lnTo>
                <a:lnTo>
                  <a:pt x="359651" y="976884"/>
                </a:lnTo>
                <a:lnTo>
                  <a:pt x="324510" y="976884"/>
                </a:lnTo>
                <a:lnTo>
                  <a:pt x="324510" y="1092517"/>
                </a:lnTo>
                <a:lnTo>
                  <a:pt x="324446" y="1096429"/>
                </a:lnTo>
                <a:lnTo>
                  <a:pt x="306082" y="1137462"/>
                </a:lnTo>
                <a:lnTo>
                  <a:pt x="277355" y="1144524"/>
                </a:lnTo>
                <a:lnTo>
                  <a:pt x="267639" y="1143698"/>
                </a:lnTo>
                <a:lnTo>
                  <a:pt x="235826" y="1119568"/>
                </a:lnTo>
                <a:lnTo>
                  <a:pt x="223647" y="1074762"/>
                </a:lnTo>
                <a:lnTo>
                  <a:pt x="223532" y="1073619"/>
                </a:lnTo>
                <a:lnTo>
                  <a:pt x="223494" y="1073277"/>
                </a:lnTo>
                <a:lnTo>
                  <a:pt x="222491" y="1063752"/>
                </a:lnTo>
                <a:lnTo>
                  <a:pt x="221170" y="1050036"/>
                </a:lnTo>
                <a:lnTo>
                  <a:pt x="220154" y="1040371"/>
                </a:lnTo>
                <a:lnTo>
                  <a:pt x="219062" y="1031176"/>
                </a:lnTo>
                <a:lnTo>
                  <a:pt x="218935" y="1030224"/>
                </a:lnTo>
                <a:lnTo>
                  <a:pt x="217919" y="1022604"/>
                </a:lnTo>
                <a:lnTo>
                  <a:pt x="294119" y="1022604"/>
                </a:lnTo>
                <a:lnTo>
                  <a:pt x="299821" y="1030605"/>
                </a:lnTo>
                <a:lnTo>
                  <a:pt x="319443" y="1063752"/>
                </a:lnTo>
                <a:lnTo>
                  <a:pt x="324510" y="1092517"/>
                </a:lnTo>
                <a:lnTo>
                  <a:pt x="324510" y="976884"/>
                </a:lnTo>
                <a:lnTo>
                  <a:pt x="175247" y="976884"/>
                </a:lnTo>
                <a:lnTo>
                  <a:pt x="162344" y="977442"/>
                </a:lnTo>
                <a:lnTo>
                  <a:pt x="122466" y="988491"/>
                </a:lnTo>
                <a:lnTo>
                  <a:pt x="92760" y="1022794"/>
                </a:lnTo>
                <a:lnTo>
                  <a:pt x="83426" y="1062228"/>
                </a:lnTo>
                <a:lnTo>
                  <a:pt x="83324" y="1063752"/>
                </a:lnTo>
                <a:lnTo>
                  <a:pt x="82677" y="1073277"/>
                </a:lnTo>
                <a:lnTo>
                  <a:pt x="82651" y="1100645"/>
                </a:lnTo>
                <a:lnTo>
                  <a:pt x="83426" y="1110996"/>
                </a:lnTo>
                <a:lnTo>
                  <a:pt x="83553" y="1111973"/>
                </a:lnTo>
                <a:lnTo>
                  <a:pt x="84861" y="1122426"/>
                </a:lnTo>
                <a:lnTo>
                  <a:pt x="86956" y="1134338"/>
                </a:lnTo>
                <a:lnTo>
                  <a:pt x="89128" y="1145578"/>
                </a:lnTo>
                <a:lnTo>
                  <a:pt x="91236" y="1155573"/>
                </a:lnTo>
                <a:lnTo>
                  <a:pt x="93078" y="1163866"/>
                </a:lnTo>
                <a:lnTo>
                  <a:pt x="94475" y="1170432"/>
                </a:lnTo>
                <a:lnTo>
                  <a:pt x="140195" y="1170432"/>
                </a:lnTo>
                <a:lnTo>
                  <a:pt x="140195" y="1167384"/>
                </a:lnTo>
                <a:lnTo>
                  <a:pt x="135915" y="1157084"/>
                </a:lnTo>
                <a:lnTo>
                  <a:pt x="132194" y="1146619"/>
                </a:lnTo>
                <a:lnTo>
                  <a:pt x="123050" y="1105281"/>
                </a:lnTo>
                <a:lnTo>
                  <a:pt x="122872" y="1103376"/>
                </a:lnTo>
                <a:lnTo>
                  <a:pt x="122199" y="1096429"/>
                </a:lnTo>
                <a:lnTo>
                  <a:pt x="124955" y="1054608"/>
                </a:lnTo>
                <a:lnTo>
                  <a:pt x="152057" y="1025182"/>
                </a:lnTo>
                <a:lnTo>
                  <a:pt x="165468" y="1022794"/>
                </a:lnTo>
                <a:lnTo>
                  <a:pt x="167220" y="1022794"/>
                </a:lnTo>
                <a:lnTo>
                  <a:pt x="172199" y="1022604"/>
                </a:lnTo>
                <a:lnTo>
                  <a:pt x="181343" y="1022604"/>
                </a:lnTo>
                <a:lnTo>
                  <a:pt x="181419" y="1023747"/>
                </a:lnTo>
                <a:lnTo>
                  <a:pt x="181546" y="1025652"/>
                </a:lnTo>
                <a:lnTo>
                  <a:pt x="181648" y="1027176"/>
                </a:lnTo>
                <a:lnTo>
                  <a:pt x="182562" y="1040892"/>
                </a:lnTo>
                <a:lnTo>
                  <a:pt x="183819" y="1057275"/>
                </a:lnTo>
                <a:lnTo>
                  <a:pt x="190017" y="1104214"/>
                </a:lnTo>
                <a:lnTo>
                  <a:pt x="193243" y="1118336"/>
                </a:lnTo>
                <a:lnTo>
                  <a:pt x="196875" y="1131023"/>
                </a:lnTo>
                <a:lnTo>
                  <a:pt x="215442" y="1164717"/>
                </a:lnTo>
                <a:lnTo>
                  <a:pt x="255257" y="1188529"/>
                </a:lnTo>
                <a:lnTo>
                  <a:pt x="281927" y="1191768"/>
                </a:lnTo>
                <a:lnTo>
                  <a:pt x="290169" y="1191463"/>
                </a:lnTo>
                <a:lnTo>
                  <a:pt x="330314" y="1177671"/>
                </a:lnTo>
                <a:lnTo>
                  <a:pt x="357466" y="1148956"/>
                </a:lnTo>
                <a:lnTo>
                  <a:pt x="359664" y="1144524"/>
                </a:lnTo>
                <a:lnTo>
                  <a:pt x="361175" y="1141476"/>
                </a:lnTo>
                <a:lnTo>
                  <a:pt x="365988" y="1126312"/>
                </a:lnTo>
                <a:lnTo>
                  <a:pt x="366966" y="1118336"/>
                </a:lnTo>
                <a:close/>
              </a:path>
              <a:path extrusionOk="0" h="1416050" w="459105">
                <a:moveTo>
                  <a:pt x="367284" y="573024"/>
                </a:moveTo>
                <a:lnTo>
                  <a:pt x="364998" y="547001"/>
                </a:lnTo>
                <a:lnTo>
                  <a:pt x="358140" y="523684"/>
                </a:lnTo>
                <a:lnTo>
                  <a:pt x="346710" y="502945"/>
                </a:lnTo>
                <a:lnTo>
                  <a:pt x="344017" y="499872"/>
                </a:lnTo>
                <a:lnTo>
                  <a:pt x="330708" y="484632"/>
                </a:lnTo>
                <a:lnTo>
                  <a:pt x="327660" y="482625"/>
                </a:lnTo>
                <a:lnTo>
                  <a:pt x="327660" y="573024"/>
                </a:lnTo>
                <a:lnTo>
                  <a:pt x="325958" y="589292"/>
                </a:lnTo>
                <a:lnTo>
                  <a:pt x="301752" y="626364"/>
                </a:lnTo>
                <a:lnTo>
                  <a:pt x="249237" y="645020"/>
                </a:lnTo>
                <a:lnTo>
                  <a:pt x="225552" y="646176"/>
                </a:lnTo>
                <a:lnTo>
                  <a:pt x="200977" y="645020"/>
                </a:lnTo>
                <a:lnTo>
                  <a:pt x="162115" y="635254"/>
                </a:lnTo>
                <a:lnTo>
                  <a:pt x="128587" y="603694"/>
                </a:lnTo>
                <a:lnTo>
                  <a:pt x="121920" y="573024"/>
                </a:lnTo>
                <a:lnTo>
                  <a:pt x="123609" y="556094"/>
                </a:lnTo>
                <a:lnTo>
                  <a:pt x="147828" y="518160"/>
                </a:lnTo>
                <a:lnTo>
                  <a:pt x="200977" y="501015"/>
                </a:lnTo>
                <a:lnTo>
                  <a:pt x="225552" y="499872"/>
                </a:lnTo>
                <a:lnTo>
                  <a:pt x="249237" y="501015"/>
                </a:lnTo>
                <a:lnTo>
                  <a:pt x="287477" y="510159"/>
                </a:lnTo>
                <a:lnTo>
                  <a:pt x="320992" y="541591"/>
                </a:lnTo>
                <a:lnTo>
                  <a:pt x="327660" y="573024"/>
                </a:lnTo>
                <a:lnTo>
                  <a:pt x="327660" y="482625"/>
                </a:lnTo>
                <a:lnTo>
                  <a:pt x="309562" y="470636"/>
                </a:lnTo>
                <a:lnTo>
                  <a:pt x="284988" y="460629"/>
                </a:lnTo>
                <a:lnTo>
                  <a:pt x="256984" y="454634"/>
                </a:lnTo>
                <a:lnTo>
                  <a:pt x="225552" y="452628"/>
                </a:lnTo>
                <a:lnTo>
                  <a:pt x="193255" y="454634"/>
                </a:lnTo>
                <a:lnTo>
                  <a:pt x="140677" y="470636"/>
                </a:lnTo>
                <a:lnTo>
                  <a:pt x="103505" y="502945"/>
                </a:lnTo>
                <a:lnTo>
                  <a:pt x="84594" y="547001"/>
                </a:lnTo>
                <a:lnTo>
                  <a:pt x="82296" y="573024"/>
                </a:lnTo>
                <a:lnTo>
                  <a:pt x="84594" y="598385"/>
                </a:lnTo>
                <a:lnTo>
                  <a:pt x="103505" y="642251"/>
                </a:lnTo>
                <a:lnTo>
                  <a:pt x="140677" y="674776"/>
                </a:lnTo>
                <a:lnTo>
                  <a:pt x="193255" y="691400"/>
                </a:lnTo>
                <a:lnTo>
                  <a:pt x="225552" y="693420"/>
                </a:lnTo>
                <a:lnTo>
                  <a:pt x="256463" y="691400"/>
                </a:lnTo>
                <a:lnTo>
                  <a:pt x="256209" y="691400"/>
                </a:lnTo>
                <a:lnTo>
                  <a:pt x="283654" y="685419"/>
                </a:lnTo>
                <a:lnTo>
                  <a:pt x="308051" y="675424"/>
                </a:lnTo>
                <a:lnTo>
                  <a:pt x="329184" y="661416"/>
                </a:lnTo>
                <a:lnTo>
                  <a:pt x="343738" y="646176"/>
                </a:lnTo>
                <a:lnTo>
                  <a:pt x="346062" y="643750"/>
                </a:lnTo>
                <a:lnTo>
                  <a:pt x="357949" y="622935"/>
                </a:lnTo>
                <a:lnTo>
                  <a:pt x="364972" y="599274"/>
                </a:lnTo>
                <a:lnTo>
                  <a:pt x="365048" y="598385"/>
                </a:lnTo>
                <a:lnTo>
                  <a:pt x="367284" y="573024"/>
                </a:lnTo>
                <a:close/>
              </a:path>
              <a:path extrusionOk="0" h="1416050" w="459105">
                <a:moveTo>
                  <a:pt x="367284" y="324612"/>
                </a:moveTo>
                <a:lnTo>
                  <a:pt x="358140" y="283464"/>
                </a:lnTo>
                <a:lnTo>
                  <a:pt x="330708" y="243840"/>
                </a:lnTo>
                <a:lnTo>
                  <a:pt x="359664" y="243840"/>
                </a:lnTo>
                <a:lnTo>
                  <a:pt x="359664" y="198120"/>
                </a:lnTo>
                <a:lnTo>
                  <a:pt x="89916" y="198120"/>
                </a:lnTo>
                <a:lnTo>
                  <a:pt x="89916" y="243840"/>
                </a:lnTo>
                <a:lnTo>
                  <a:pt x="291084" y="243840"/>
                </a:lnTo>
                <a:lnTo>
                  <a:pt x="297891" y="251866"/>
                </a:lnTo>
                <a:lnTo>
                  <a:pt x="319468" y="287159"/>
                </a:lnTo>
                <a:lnTo>
                  <a:pt x="324612" y="313944"/>
                </a:lnTo>
                <a:lnTo>
                  <a:pt x="324319" y="321640"/>
                </a:lnTo>
                <a:lnTo>
                  <a:pt x="299059" y="358000"/>
                </a:lnTo>
                <a:lnTo>
                  <a:pt x="243840" y="364236"/>
                </a:lnTo>
                <a:lnTo>
                  <a:pt x="89916" y="364236"/>
                </a:lnTo>
                <a:lnTo>
                  <a:pt x="89916" y="409956"/>
                </a:lnTo>
                <a:lnTo>
                  <a:pt x="265176" y="409956"/>
                </a:lnTo>
                <a:lnTo>
                  <a:pt x="278320" y="409651"/>
                </a:lnTo>
                <a:lnTo>
                  <a:pt x="320611" y="400151"/>
                </a:lnTo>
                <a:lnTo>
                  <a:pt x="354330" y="372999"/>
                </a:lnTo>
                <a:lnTo>
                  <a:pt x="366966" y="333502"/>
                </a:lnTo>
                <a:lnTo>
                  <a:pt x="367284" y="324612"/>
                </a:lnTo>
                <a:close/>
              </a:path>
              <a:path extrusionOk="0" h="1416050" w="459105">
                <a:moveTo>
                  <a:pt x="458724" y="848868"/>
                </a:moveTo>
                <a:lnTo>
                  <a:pt x="89916" y="705612"/>
                </a:lnTo>
                <a:lnTo>
                  <a:pt x="89916" y="754380"/>
                </a:lnTo>
                <a:lnTo>
                  <a:pt x="286512" y="826008"/>
                </a:lnTo>
                <a:lnTo>
                  <a:pt x="89916" y="897636"/>
                </a:lnTo>
                <a:lnTo>
                  <a:pt x="89916" y="947928"/>
                </a:lnTo>
                <a:lnTo>
                  <a:pt x="344424" y="850392"/>
                </a:lnTo>
                <a:lnTo>
                  <a:pt x="458724" y="899160"/>
                </a:lnTo>
                <a:lnTo>
                  <a:pt x="458724" y="84886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0" name="Google Shape;7080;p104"/>
          <p:cNvSpPr/>
          <p:nvPr/>
        </p:nvSpPr>
        <p:spPr>
          <a:xfrm>
            <a:off x="1652016" y="6681216"/>
            <a:ext cx="367665" cy="448309"/>
          </a:xfrm>
          <a:custGeom>
            <a:rect b="b" l="l" r="r" t="t"/>
            <a:pathLst>
              <a:path extrusionOk="0" h="448309" w="367664">
                <a:moveTo>
                  <a:pt x="359664" y="400812"/>
                </a:moveTo>
                <a:lnTo>
                  <a:pt x="225552" y="400812"/>
                </a:lnTo>
                <a:lnTo>
                  <a:pt x="225501" y="358140"/>
                </a:lnTo>
                <a:lnTo>
                  <a:pt x="225399" y="354787"/>
                </a:lnTo>
                <a:lnTo>
                  <a:pt x="220408" y="309092"/>
                </a:lnTo>
                <a:lnTo>
                  <a:pt x="204978" y="272605"/>
                </a:lnTo>
                <a:lnTo>
                  <a:pt x="204000" y="271272"/>
                </a:lnTo>
                <a:lnTo>
                  <a:pt x="197548" y="262445"/>
                </a:lnTo>
                <a:lnTo>
                  <a:pt x="188976" y="252984"/>
                </a:lnTo>
                <a:lnTo>
                  <a:pt x="184404" y="248881"/>
                </a:lnTo>
                <a:lnTo>
                  <a:pt x="184404" y="368808"/>
                </a:lnTo>
                <a:lnTo>
                  <a:pt x="184404" y="400812"/>
                </a:lnTo>
                <a:lnTo>
                  <a:pt x="41148" y="400812"/>
                </a:lnTo>
                <a:lnTo>
                  <a:pt x="41173" y="359664"/>
                </a:lnTo>
                <a:lnTo>
                  <a:pt x="41300" y="354787"/>
                </a:lnTo>
                <a:lnTo>
                  <a:pt x="41402" y="350316"/>
                </a:lnTo>
                <a:lnTo>
                  <a:pt x="48387" y="309562"/>
                </a:lnTo>
                <a:lnTo>
                  <a:pt x="77724" y="277368"/>
                </a:lnTo>
                <a:lnTo>
                  <a:pt x="101053" y="271564"/>
                </a:lnTo>
                <a:lnTo>
                  <a:pt x="101549" y="271564"/>
                </a:lnTo>
                <a:lnTo>
                  <a:pt x="109728" y="271272"/>
                </a:lnTo>
                <a:lnTo>
                  <a:pt x="151638" y="282321"/>
                </a:lnTo>
                <a:lnTo>
                  <a:pt x="176987" y="312737"/>
                </a:lnTo>
                <a:lnTo>
                  <a:pt x="183286" y="342709"/>
                </a:lnTo>
                <a:lnTo>
                  <a:pt x="184111" y="354787"/>
                </a:lnTo>
                <a:lnTo>
                  <a:pt x="184213" y="359664"/>
                </a:lnTo>
                <a:lnTo>
                  <a:pt x="184238" y="361188"/>
                </a:lnTo>
                <a:lnTo>
                  <a:pt x="184404" y="368808"/>
                </a:lnTo>
                <a:lnTo>
                  <a:pt x="184404" y="248881"/>
                </a:lnTo>
                <a:lnTo>
                  <a:pt x="180682" y="245541"/>
                </a:lnTo>
                <a:lnTo>
                  <a:pt x="141846" y="225488"/>
                </a:lnTo>
                <a:lnTo>
                  <a:pt x="108204" y="220980"/>
                </a:lnTo>
                <a:lnTo>
                  <a:pt x="95059" y="221538"/>
                </a:lnTo>
                <a:lnTo>
                  <a:pt x="94246" y="221538"/>
                </a:lnTo>
                <a:lnTo>
                  <a:pt x="47282" y="237934"/>
                </a:lnTo>
                <a:lnTo>
                  <a:pt x="17449" y="272846"/>
                </a:lnTo>
                <a:lnTo>
                  <a:pt x="3213" y="315277"/>
                </a:lnTo>
                <a:lnTo>
                  <a:pt x="63" y="354787"/>
                </a:lnTo>
                <a:lnTo>
                  <a:pt x="0" y="448056"/>
                </a:lnTo>
                <a:lnTo>
                  <a:pt x="359664" y="448056"/>
                </a:lnTo>
                <a:lnTo>
                  <a:pt x="359664" y="400812"/>
                </a:lnTo>
                <a:close/>
              </a:path>
              <a:path extrusionOk="0" h="448309" w="367664">
                <a:moveTo>
                  <a:pt x="367233" y="133807"/>
                </a:moveTo>
                <a:lnTo>
                  <a:pt x="355079" y="77724"/>
                </a:lnTo>
                <a:lnTo>
                  <a:pt x="330695" y="45720"/>
                </a:lnTo>
                <a:lnTo>
                  <a:pt x="359651" y="45720"/>
                </a:lnTo>
                <a:lnTo>
                  <a:pt x="359651" y="0"/>
                </a:lnTo>
                <a:lnTo>
                  <a:pt x="324523" y="0"/>
                </a:lnTo>
                <a:lnTo>
                  <a:pt x="324523" y="114300"/>
                </a:lnTo>
                <a:lnTo>
                  <a:pt x="324497" y="117284"/>
                </a:lnTo>
                <a:lnTo>
                  <a:pt x="324383" y="118897"/>
                </a:lnTo>
                <a:lnTo>
                  <a:pt x="323773" y="127571"/>
                </a:lnTo>
                <a:lnTo>
                  <a:pt x="323710" y="127825"/>
                </a:lnTo>
                <a:lnTo>
                  <a:pt x="298310" y="164211"/>
                </a:lnTo>
                <a:lnTo>
                  <a:pt x="277355" y="167640"/>
                </a:lnTo>
                <a:lnTo>
                  <a:pt x="267373" y="166789"/>
                </a:lnTo>
                <a:lnTo>
                  <a:pt x="267563" y="166789"/>
                </a:lnTo>
                <a:lnTo>
                  <a:pt x="259067" y="164401"/>
                </a:lnTo>
                <a:lnTo>
                  <a:pt x="232067" y="133807"/>
                </a:lnTo>
                <a:lnTo>
                  <a:pt x="223596" y="96570"/>
                </a:lnTo>
                <a:lnTo>
                  <a:pt x="223494" y="95631"/>
                </a:lnTo>
                <a:lnTo>
                  <a:pt x="221297" y="73088"/>
                </a:lnTo>
                <a:lnTo>
                  <a:pt x="220116" y="62484"/>
                </a:lnTo>
                <a:lnTo>
                  <a:pt x="218909" y="52870"/>
                </a:lnTo>
                <a:lnTo>
                  <a:pt x="217919" y="45720"/>
                </a:lnTo>
                <a:lnTo>
                  <a:pt x="294119" y="45720"/>
                </a:lnTo>
                <a:lnTo>
                  <a:pt x="315455" y="77724"/>
                </a:lnTo>
                <a:lnTo>
                  <a:pt x="322478" y="96570"/>
                </a:lnTo>
                <a:lnTo>
                  <a:pt x="324027" y="105587"/>
                </a:lnTo>
                <a:lnTo>
                  <a:pt x="324104" y="106870"/>
                </a:lnTo>
                <a:lnTo>
                  <a:pt x="324167" y="108013"/>
                </a:lnTo>
                <a:lnTo>
                  <a:pt x="324269" y="109728"/>
                </a:lnTo>
                <a:lnTo>
                  <a:pt x="324345" y="111252"/>
                </a:lnTo>
                <a:lnTo>
                  <a:pt x="324523" y="114300"/>
                </a:lnTo>
                <a:lnTo>
                  <a:pt x="324523" y="0"/>
                </a:lnTo>
                <a:lnTo>
                  <a:pt x="175247" y="0"/>
                </a:lnTo>
                <a:lnTo>
                  <a:pt x="162344" y="317"/>
                </a:lnTo>
                <a:lnTo>
                  <a:pt x="122466" y="10744"/>
                </a:lnTo>
                <a:lnTo>
                  <a:pt x="92760" y="44577"/>
                </a:lnTo>
                <a:lnTo>
                  <a:pt x="86804" y="62826"/>
                </a:lnTo>
                <a:lnTo>
                  <a:pt x="86715" y="63246"/>
                </a:lnTo>
                <a:lnTo>
                  <a:pt x="84861" y="73088"/>
                </a:lnTo>
                <a:lnTo>
                  <a:pt x="84797" y="73583"/>
                </a:lnTo>
                <a:lnTo>
                  <a:pt x="83426" y="84391"/>
                </a:lnTo>
                <a:lnTo>
                  <a:pt x="83362" y="85344"/>
                </a:lnTo>
                <a:lnTo>
                  <a:pt x="83299" y="86258"/>
                </a:lnTo>
                <a:lnTo>
                  <a:pt x="82638" y="95631"/>
                </a:lnTo>
                <a:lnTo>
                  <a:pt x="82677" y="122872"/>
                </a:lnTo>
                <a:lnTo>
                  <a:pt x="83375" y="132588"/>
                </a:lnTo>
                <a:lnTo>
                  <a:pt x="91363" y="178117"/>
                </a:lnTo>
                <a:lnTo>
                  <a:pt x="93078" y="186118"/>
                </a:lnTo>
                <a:lnTo>
                  <a:pt x="94475" y="193548"/>
                </a:lnTo>
                <a:lnTo>
                  <a:pt x="140195" y="193548"/>
                </a:lnTo>
                <a:lnTo>
                  <a:pt x="140195" y="190500"/>
                </a:lnTo>
                <a:lnTo>
                  <a:pt x="135915" y="179336"/>
                </a:lnTo>
                <a:lnTo>
                  <a:pt x="132194" y="168592"/>
                </a:lnTo>
                <a:lnTo>
                  <a:pt x="123037" y="127571"/>
                </a:lnTo>
                <a:lnTo>
                  <a:pt x="122199" y="118897"/>
                </a:lnTo>
                <a:lnTo>
                  <a:pt x="122250" y="95631"/>
                </a:lnTo>
                <a:lnTo>
                  <a:pt x="135623" y="57912"/>
                </a:lnTo>
                <a:lnTo>
                  <a:pt x="172199" y="45720"/>
                </a:lnTo>
                <a:lnTo>
                  <a:pt x="181343" y="45720"/>
                </a:lnTo>
                <a:lnTo>
                  <a:pt x="181432" y="46863"/>
                </a:lnTo>
                <a:lnTo>
                  <a:pt x="181521" y="48298"/>
                </a:lnTo>
                <a:lnTo>
                  <a:pt x="182613" y="64008"/>
                </a:lnTo>
                <a:lnTo>
                  <a:pt x="183819" y="79629"/>
                </a:lnTo>
                <a:lnTo>
                  <a:pt x="185394" y="95631"/>
                </a:lnTo>
                <a:lnTo>
                  <a:pt x="185508" y="96570"/>
                </a:lnTo>
                <a:lnTo>
                  <a:pt x="185610" y="97332"/>
                </a:lnTo>
                <a:lnTo>
                  <a:pt x="185661" y="97726"/>
                </a:lnTo>
                <a:lnTo>
                  <a:pt x="187439" y="111252"/>
                </a:lnTo>
                <a:lnTo>
                  <a:pt x="190017" y="126453"/>
                </a:lnTo>
                <a:lnTo>
                  <a:pt x="193154" y="140208"/>
                </a:lnTo>
                <a:lnTo>
                  <a:pt x="193268" y="140589"/>
                </a:lnTo>
                <a:lnTo>
                  <a:pt x="196875" y="152831"/>
                </a:lnTo>
                <a:lnTo>
                  <a:pt x="215442" y="187071"/>
                </a:lnTo>
                <a:lnTo>
                  <a:pt x="255257" y="211645"/>
                </a:lnTo>
                <a:lnTo>
                  <a:pt x="281927" y="214884"/>
                </a:lnTo>
                <a:lnTo>
                  <a:pt x="290169" y="214337"/>
                </a:lnTo>
                <a:lnTo>
                  <a:pt x="330314" y="200025"/>
                </a:lnTo>
                <a:lnTo>
                  <a:pt x="357466" y="171437"/>
                </a:lnTo>
                <a:lnTo>
                  <a:pt x="361315" y="164211"/>
                </a:lnTo>
                <a:lnTo>
                  <a:pt x="364058" y="156591"/>
                </a:lnTo>
                <a:lnTo>
                  <a:pt x="365937" y="148590"/>
                </a:lnTo>
                <a:lnTo>
                  <a:pt x="366039" y="147828"/>
                </a:lnTo>
                <a:lnTo>
                  <a:pt x="366966" y="140589"/>
                </a:lnTo>
                <a:lnTo>
                  <a:pt x="367080" y="137617"/>
                </a:lnTo>
                <a:lnTo>
                  <a:pt x="367233" y="133807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1" name="Google Shape;7081;p104"/>
          <p:cNvSpPr/>
          <p:nvPr/>
        </p:nvSpPr>
        <p:spPr>
          <a:xfrm>
            <a:off x="1734642" y="6251448"/>
            <a:ext cx="285115" cy="363220"/>
          </a:xfrm>
          <a:custGeom>
            <a:rect b="b" l="l" r="r" t="t"/>
            <a:pathLst>
              <a:path extrusionOk="0" h="363220" w="285114">
                <a:moveTo>
                  <a:pt x="277025" y="316992"/>
                </a:moveTo>
                <a:lnTo>
                  <a:pt x="86525" y="316992"/>
                </a:lnTo>
                <a:lnTo>
                  <a:pt x="79082" y="308978"/>
                </a:lnTo>
                <a:lnTo>
                  <a:pt x="59029" y="274320"/>
                </a:lnTo>
                <a:lnTo>
                  <a:pt x="54521" y="246888"/>
                </a:lnTo>
                <a:lnTo>
                  <a:pt x="54521" y="230124"/>
                </a:lnTo>
                <a:lnTo>
                  <a:pt x="56045" y="227076"/>
                </a:lnTo>
                <a:lnTo>
                  <a:pt x="56045" y="220980"/>
                </a:lnTo>
                <a:lnTo>
                  <a:pt x="8801" y="220980"/>
                </a:lnTo>
                <a:lnTo>
                  <a:pt x="8801" y="224028"/>
                </a:lnTo>
                <a:lnTo>
                  <a:pt x="7277" y="225552"/>
                </a:lnTo>
                <a:lnTo>
                  <a:pt x="7277" y="239268"/>
                </a:lnTo>
                <a:lnTo>
                  <a:pt x="7848" y="247535"/>
                </a:lnTo>
                <a:lnTo>
                  <a:pt x="21831" y="283781"/>
                </a:lnTo>
                <a:lnTo>
                  <a:pt x="46901" y="316992"/>
                </a:lnTo>
                <a:lnTo>
                  <a:pt x="7277" y="316992"/>
                </a:lnTo>
                <a:lnTo>
                  <a:pt x="7277" y="362712"/>
                </a:lnTo>
                <a:lnTo>
                  <a:pt x="277025" y="362712"/>
                </a:lnTo>
                <a:lnTo>
                  <a:pt x="277025" y="316992"/>
                </a:lnTo>
                <a:close/>
              </a:path>
              <a:path extrusionOk="0" h="363220" w="285114">
                <a:moveTo>
                  <a:pt x="284607" y="133807"/>
                </a:moveTo>
                <a:lnTo>
                  <a:pt x="279247" y="96202"/>
                </a:lnTo>
                <a:lnTo>
                  <a:pt x="277025" y="90487"/>
                </a:lnTo>
                <a:lnTo>
                  <a:pt x="274739" y="84328"/>
                </a:lnTo>
                <a:lnTo>
                  <a:pt x="272453" y="77724"/>
                </a:lnTo>
                <a:lnTo>
                  <a:pt x="269405" y="71628"/>
                </a:lnTo>
                <a:lnTo>
                  <a:pt x="264833" y="67056"/>
                </a:lnTo>
                <a:lnTo>
                  <a:pt x="260261" y="59436"/>
                </a:lnTo>
                <a:lnTo>
                  <a:pt x="255689" y="53340"/>
                </a:lnTo>
                <a:lnTo>
                  <a:pt x="248069" y="45720"/>
                </a:lnTo>
                <a:lnTo>
                  <a:pt x="277025" y="45720"/>
                </a:lnTo>
                <a:lnTo>
                  <a:pt x="277025" y="0"/>
                </a:lnTo>
                <a:lnTo>
                  <a:pt x="241909" y="0"/>
                </a:lnTo>
                <a:lnTo>
                  <a:pt x="241909" y="114490"/>
                </a:lnTo>
                <a:lnTo>
                  <a:pt x="241884" y="117284"/>
                </a:lnTo>
                <a:lnTo>
                  <a:pt x="229781" y="153924"/>
                </a:lnTo>
                <a:lnTo>
                  <a:pt x="194729" y="167640"/>
                </a:lnTo>
                <a:lnTo>
                  <a:pt x="184746" y="166789"/>
                </a:lnTo>
                <a:lnTo>
                  <a:pt x="184937" y="166789"/>
                </a:lnTo>
                <a:lnTo>
                  <a:pt x="176441" y="164401"/>
                </a:lnTo>
                <a:lnTo>
                  <a:pt x="149440" y="133807"/>
                </a:lnTo>
                <a:lnTo>
                  <a:pt x="142290" y="107518"/>
                </a:lnTo>
                <a:lnTo>
                  <a:pt x="141084" y="97726"/>
                </a:lnTo>
                <a:lnTo>
                  <a:pt x="140970" y="96583"/>
                </a:lnTo>
                <a:lnTo>
                  <a:pt x="140893" y="95872"/>
                </a:lnTo>
                <a:lnTo>
                  <a:pt x="139763" y="84328"/>
                </a:lnTo>
                <a:lnTo>
                  <a:pt x="138671" y="73723"/>
                </a:lnTo>
                <a:lnTo>
                  <a:pt x="137464" y="62826"/>
                </a:lnTo>
                <a:lnTo>
                  <a:pt x="136258" y="52870"/>
                </a:lnTo>
                <a:lnTo>
                  <a:pt x="135293" y="45720"/>
                </a:lnTo>
                <a:lnTo>
                  <a:pt x="211493" y="45720"/>
                </a:lnTo>
                <a:lnTo>
                  <a:pt x="232829" y="77724"/>
                </a:lnTo>
                <a:lnTo>
                  <a:pt x="241528" y="108013"/>
                </a:lnTo>
                <a:lnTo>
                  <a:pt x="241630" y="109728"/>
                </a:lnTo>
                <a:lnTo>
                  <a:pt x="241719" y="111252"/>
                </a:lnTo>
                <a:lnTo>
                  <a:pt x="241909" y="114490"/>
                </a:lnTo>
                <a:lnTo>
                  <a:pt x="241909" y="0"/>
                </a:lnTo>
                <a:lnTo>
                  <a:pt x="92621" y="0"/>
                </a:lnTo>
                <a:lnTo>
                  <a:pt x="79717" y="342"/>
                </a:lnTo>
                <a:lnTo>
                  <a:pt x="39839" y="11607"/>
                </a:lnTo>
                <a:lnTo>
                  <a:pt x="10134" y="45339"/>
                </a:lnTo>
                <a:lnTo>
                  <a:pt x="2171" y="74231"/>
                </a:lnTo>
                <a:lnTo>
                  <a:pt x="838" y="84328"/>
                </a:lnTo>
                <a:lnTo>
                  <a:pt x="749" y="85344"/>
                </a:lnTo>
                <a:lnTo>
                  <a:pt x="647" y="86893"/>
                </a:lnTo>
                <a:lnTo>
                  <a:pt x="0" y="95872"/>
                </a:lnTo>
                <a:lnTo>
                  <a:pt x="2235" y="145529"/>
                </a:lnTo>
                <a:lnTo>
                  <a:pt x="8737" y="178117"/>
                </a:lnTo>
                <a:lnTo>
                  <a:pt x="10452" y="186118"/>
                </a:lnTo>
                <a:lnTo>
                  <a:pt x="11849" y="193548"/>
                </a:lnTo>
                <a:lnTo>
                  <a:pt x="57569" y="193548"/>
                </a:lnTo>
                <a:lnTo>
                  <a:pt x="57569" y="190500"/>
                </a:lnTo>
                <a:lnTo>
                  <a:pt x="53289" y="179984"/>
                </a:lnTo>
                <a:lnTo>
                  <a:pt x="49568" y="169164"/>
                </a:lnTo>
                <a:lnTo>
                  <a:pt x="40424" y="128397"/>
                </a:lnTo>
                <a:lnTo>
                  <a:pt x="40373" y="127787"/>
                </a:lnTo>
                <a:lnTo>
                  <a:pt x="40259" y="126669"/>
                </a:lnTo>
                <a:lnTo>
                  <a:pt x="39573" y="119545"/>
                </a:lnTo>
                <a:lnTo>
                  <a:pt x="39611" y="95872"/>
                </a:lnTo>
                <a:lnTo>
                  <a:pt x="39928" y="91325"/>
                </a:lnTo>
                <a:lnTo>
                  <a:pt x="40055" y="90487"/>
                </a:lnTo>
                <a:lnTo>
                  <a:pt x="40982" y="84328"/>
                </a:lnTo>
                <a:lnTo>
                  <a:pt x="63665" y="50292"/>
                </a:lnTo>
                <a:lnTo>
                  <a:pt x="89573" y="45720"/>
                </a:lnTo>
                <a:lnTo>
                  <a:pt x="98717" y="45720"/>
                </a:lnTo>
                <a:lnTo>
                  <a:pt x="98806" y="46863"/>
                </a:lnTo>
                <a:lnTo>
                  <a:pt x="98894" y="48298"/>
                </a:lnTo>
                <a:lnTo>
                  <a:pt x="99987" y="64008"/>
                </a:lnTo>
                <a:lnTo>
                  <a:pt x="101193" y="79629"/>
                </a:lnTo>
                <a:lnTo>
                  <a:pt x="102793" y="95872"/>
                </a:lnTo>
                <a:lnTo>
                  <a:pt x="102895" y="96583"/>
                </a:lnTo>
                <a:lnTo>
                  <a:pt x="102984" y="97332"/>
                </a:lnTo>
                <a:lnTo>
                  <a:pt x="110528" y="140779"/>
                </a:lnTo>
                <a:lnTo>
                  <a:pt x="125463" y="177190"/>
                </a:lnTo>
                <a:lnTo>
                  <a:pt x="161163" y="207822"/>
                </a:lnTo>
                <a:lnTo>
                  <a:pt x="199301" y="214884"/>
                </a:lnTo>
                <a:lnTo>
                  <a:pt x="207543" y="214337"/>
                </a:lnTo>
                <a:lnTo>
                  <a:pt x="216065" y="212788"/>
                </a:lnTo>
                <a:lnTo>
                  <a:pt x="224599" y="210388"/>
                </a:lnTo>
                <a:lnTo>
                  <a:pt x="232829" y="207264"/>
                </a:lnTo>
                <a:lnTo>
                  <a:pt x="240550" y="204431"/>
                </a:lnTo>
                <a:lnTo>
                  <a:pt x="270548" y="178117"/>
                </a:lnTo>
                <a:lnTo>
                  <a:pt x="278688" y="164211"/>
                </a:lnTo>
                <a:lnTo>
                  <a:pt x="281432" y="156591"/>
                </a:lnTo>
                <a:lnTo>
                  <a:pt x="283311" y="148590"/>
                </a:lnTo>
                <a:lnTo>
                  <a:pt x="283413" y="147828"/>
                </a:lnTo>
                <a:lnTo>
                  <a:pt x="283502" y="147116"/>
                </a:lnTo>
                <a:lnTo>
                  <a:pt x="284340" y="140589"/>
                </a:lnTo>
                <a:lnTo>
                  <a:pt x="284454" y="137833"/>
                </a:lnTo>
                <a:lnTo>
                  <a:pt x="284607" y="133807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2" name="Google Shape;7082;p104"/>
          <p:cNvSpPr/>
          <p:nvPr/>
        </p:nvSpPr>
        <p:spPr>
          <a:xfrm>
            <a:off x="1652016" y="5637276"/>
            <a:ext cx="365760" cy="565785"/>
          </a:xfrm>
          <a:custGeom>
            <a:rect b="b" l="l" r="r" t="t"/>
            <a:pathLst>
              <a:path extrusionOk="0" h="565785" w="365760">
                <a:moveTo>
                  <a:pt x="47244" y="281940"/>
                </a:moveTo>
                <a:lnTo>
                  <a:pt x="0" y="281940"/>
                </a:lnTo>
                <a:lnTo>
                  <a:pt x="0" y="333756"/>
                </a:lnTo>
                <a:lnTo>
                  <a:pt x="47244" y="333756"/>
                </a:lnTo>
                <a:lnTo>
                  <a:pt x="47244" y="281940"/>
                </a:lnTo>
                <a:close/>
              </a:path>
              <a:path extrusionOk="0" h="565785" w="365760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565785" w="365760">
                <a:moveTo>
                  <a:pt x="359664" y="284988"/>
                </a:moveTo>
                <a:lnTo>
                  <a:pt x="89916" y="284988"/>
                </a:lnTo>
                <a:lnTo>
                  <a:pt x="89916" y="330708"/>
                </a:lnTo>
                <a:lnTo>
                  <a:pt x="359664" y="330708"/>
                </a:lnTo>
                <a:lnTo>
                  <a:pt x="359664" y="284988"/>
                </a:lnTo>
                <a:close/>
              </a:path>
              <a:path extrusionOk="0" h="565785" w="365760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  <a:path extrusionOk="0" h="565785" w="365760">
                <a:moveTo>
                  <a:pt x="365747" y="475488"/>
                </a:moveTo>
                <a:lnTo>
                  <a:pt x="359651" y="429768"/>
                </a:lnTo>
                <a:lnTo>
                  <a:pt x="341363" y="396240"/>
                </a:lnTo>
                <a:lnTo>
                  <a:pt x="305930" y="373316"/>
                </a:lnTo>
                <a:lnTo>
                  <a:pt x="281927" y="368808"/>
                </a:lnTo>
                <a:lnTo>
                  <a:pt x="267030" y="369697"/>
                </a:lnTo>
                <a:lnTo>
                  <a:pt x="225501" y="392912"/>
                </a:lnTo>
                <a:lnTo>
                  <a:pt x="208775" y="429768"/>
                </a:lnTo>
                <a:lnTo>
                  <a:pt x="207403" y="436613"/>
                </a:lnTo>
                <a:lnTo>
                  <a:pt x="202679" y="455676"/>
                </a:lnTo>
                <a:lnTo>
                  <a:pt x="201155" y="464820"/>
                </a:lnTo>
                <a:lnTo>
                  <a:pt x="199631" y="470916"/>
                </a:lnTo>
                <a:lnTo>
                  <a:pt x="198107" y="478536"/>
                </a:lnTo>
                <a:lnTo>
                  <a:pt x="173723" y="514350"/>
                </a:lnTo>
                <a:lnTo>
                  <a:pt x="158483" y="516636"/>
                </a:lnTo>
                <a:lnTo>
                  <a:pt x="149682" y="515759"/>
                </a:lnTo>
                <a:lnTo>
                  <a:pt x="122669" y="484060"/>
                </a:lnTo>
                <a:lnTo>
                  <a:pt x="120383" y="463296"/>
                </a:lnTo>
                <a:lnTo>
                  <a:pt x="120942" y="452780"/>
                </a:lnTo>
                <a:lnTo>
                  <a:pt x="132867" y="410387"/>
                </a:lnTo>
                <a:lnTo>
                  <a:pt x="150863" y="382524"/>
                </a:lnTo>
                <a:lnTo>
                  <a:pt x="150863" y="379476"/>
                </a:lnTo>
                <a:lnTo>
                  <a:pt x="102095" y="379476"/>
                </a:lnTo>
                <a:lnTo>
                  <a:pt x="97815" y="387794"/>
                </a:lnTo>
                <a:lnTo>
                  <a:pt x="85509" y="429006"/>
                </a:lnTo>
                <a:lnTo>
                  <a:pt x="82283" y="463296"/>
                </a:lnTo>
                <a:lnTo>
                  <a:pt x="83718" y="485013"/>
                </a:lnTo>
                <a:lnTo>
                  <a:pt x="95148" y="521589"/>
                </a:lnTo>
                <a:lnTo>
                  <a:pt x="131432" y="557022"/>
                </a:lnTo>
                <a:lnTo>
                  <a:pt x="164579" y="563880"/>
                </a:lnTo>
                <a:lnTo>
                  <a:pt x="177723" y="563029"/>
                </a:lnTo>
                <a:lnTo>
                  <a:pt x="218871" y="542163"/>
                </a:lnTo>
                <a:lnTo>
                  <a:pt x="239763" y="498475"/>
                </a:lnTo>
                <a:lnTo>
                  <a:pt x="245351" y="469392"/>
                </a:lnTo>
                <a:lnTo>
                  <a:pt x="246875" y="461772"/>
                </a:lnTo>
                <a:lnTo>
                  <a:pt x="263639" y="425196"/>
                </a:lnTo>
                <a:lnTo>
                  <a:pt x="288023" y="416052"/>
                </a:lnTo>
                <a:lnTo>
                  <a:pt x="295643" y="416052"/>
                </a:lnTo>
                <a:lnTo>
                  <a:pt x="301739" y="417576"/>
                </a:lnTo>
                <a:lnTo>
                  <a:pt x="306311" y="420624"/>
                </a:lnTo>
                <a:lnTo>
                  <a:pt x="310883" y="422148"/>
                </a:lnTo>
                <a:lnTo>
                  <a:pt x="315455" y="426720"/>
                </a:lnTo>
                <a:lnTo>
                  <a:pt x="318503" y="432816"/>
                </a:lnTo>
                <a:lnTo>
                  <a:pt x="321551" y="435864"/>
                </a:lnTo>
                <a:lnTo>
                  <a:pt x="323075" y="441960"/>
                </a:lnTo>
                <a:lnTo>
                  <a:pt x="324599" y="451104"/>
                </a:lnTo>
                <a:lnTo>
                  <a:pt x="327647" y="466344"/>
                </a:lnTo>
                <a:lnTo>
                  <a:pt x="327647" y="473964"/>
                </a:lnTo>
                <a:lnTo>
                  <a:pt x="327367" y="481711"/>
                </a:lnTo>
                <a:lnTo>
                  <a:pt x="326504" y="489013"/>
                </a:lnTo>
                <a:lnTo>
                  <a:pt x="325081" y="496049"/>
                </a:lnTo>
                <a:lnTo>
                  <a:pt x="323075" y="502920"/>
                </a:lnTo>
                <a:lnTo>
                  <a:pt x="321652" y="509765"/>
                </a:lnTo>
                <a:lnTo>
                  <a:pt x="319646" y="516445"/>
                </a:lnTo>
                <a:lnTo>
                  <a:pt x="317080" y="522859"/>
                </a:lnTo>
                <a:lnTo>
                  <a:pt x="313931" y="528828"/>
                </a:lnTo>
                <a:lnTo>
                  <a:pt x="310883" y="536448"/>
                </a:lnTo>
                <a:lnTo>
                  <a:pt x="306311" y="544068"/>
                </a:lnTo>
                <a:lnTo>
                  <a:pt x="303263" y="548640"/>
                </a:lnTo>
                <a:lnTo>
                  <a:pt x="298691" y="554736"/>
                </a:lnTo>
                <a:lnTo>
                  <a:pt x="295643" y="559308"/>
                </a:lnTo>
                <a:lnTo>
                  <a:pt x="292595" y="562356"/>
                </a:lnTo>
                <a:lnTo>
                  <a:pt x="292595" y="565404"/>
                </a:lnTo>
                <a:lnTo>
                  <a:pt x="342887" y="565404"/>
                </a:lnTo>
                <a:lnTo>
                  <a:pt x="347205" y="557072"/>
                </a:lnTo>
                <a:lnTo>
                  <a:pt x="361251" y="514070"/>
                </a:lnTo>
                <a:lnTo>
                  <a:pt x="365201" y="488924"/>
                </a:lnTo>
                <a:lnTo>
                  <a:pt x="365747" y="475488"/>
                </a:lnTo>
                <a:close/>
              </a:path>
              <a:path extrusionOk="0" h="565785" w="365760">
                <a:moveTo>
                  <a:pt x="365747" y="115824"/>
                </a:moveTo>
                <a:lnTo>
                  <a:pt x="364223" y="106680"/>
                </a:lnTo>
                <a:lnTo>
                  <a:pt x="361746" y="93154"/>
                </a:lnTo>
                <a:lnTo>
                  <a:pt x="360159" y="86753"/>
                </a:lnTo>
                <a:lnTo>
                  <a:pt x="358127" y="80772"/>
                </a:lnTo>
                <a:lnTo>
                  <a:pt x="316979" y="80772"/>
                </a:lnTo>
                <a:lnTo>
                  <a:pt x="316979" y="83820"/>
                </a:lnTo>
                <a:lnTo>
                  <a:pt x="318503" y="86868"/>
                </a:lnTo>
                <a:lnTo>
                  <a:pt x="320027" y="91440"/>
                </a:lnTo>
                <a:lnTo>
                  <a:pt x="323075" y="97536"/>
                </a:lnTo>
                <a:lnTo>
                  <a:pt x="326123" y="112776"/>
                </a:lnTo>
                <a:lnTo>
                  <a:pt x="326123" y="129540"/>
                </a:lnTo>
                <a:lnTo>
                  <a:pt x="303263" y="161544"/>
                </a:lnTo>
                <a:lnTo>
                  <a:pt x="295643" y="163068"/>
                </a:lnTo>
                <a:lnTo>
                  <a:pt x="288023" y="163068"/>
                </a:lnTo>
                <a:lnTo>
                  <a:pt x="281736" y="163957"/>
                </a:lnTo>
                <a:lnTo>
                  <a:pt x="274307" y="164401"/>
                </a:lnTo>
                <a:lnTo>
                  <a:pt x="256019" y="164592"/>
                </a:lnTo>
                <a:lnTo>
                  <a:pt x="128003" y="164592"/>
                </a:lnTo>
                <a:lnTo>
                  <a:pt x="128003" y="80772"/>
                </a:lnTo>
                <a:lnTo>
                  <a:pt x="89903" y="80772"/>
                </a:lnTo>
                <a:lnTo>
                  <a:pt x="89903" y="164592"/>
                </a:lnTo>
                <a:lnTo>
                  <a:pt x="12179" y="164592"/>
                </a:lnTo>
                <a:lnTo>
                  <a:pt x="12179" y="210312"/>
                </a:lnTo>
                <a:lnTo>
                  <a:pt x="89903" y="210312"/>
                </a:lnTo>
                <a:lnTo>
                  <a:pt x="89903" y="240792"/>
                </a:lnTo>
                <a:lnTo>
                  <a:pt x="128003" y="240792"/>
                </a:lnTo>
                <a:lnTo>
                  <a:pt x="128003" y="210312"/>
                </a:lnTo>
                <a:lnTo>
                  <a:pt x="277355" y="210312"/>
                </a:lnTo>
                <a:lnTo>
                  <a:pt x="298767" y="208915"/>
                </a:lnTo>
                <a:lnTo>
                  <a:pt x="344411" y="188976"/>
                </a:lnTo>
                <a:lnTo>
                  <a:pt x="364350" y="148475"/>
                </a:lnTo>
                <a:lnTo>
                  <a:pt x="365747" y="131064"/>
                </a:lnTo>
                <a:lnTo>
                  <a:pt x="365747" y="11582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3" name="Google Shape;7083;p104"/>
          <p:cNvSpPr/>
          <p:nvPr/>
        </p:nvSpPr>
        <p:spPr>
          <a:xfrm>
            <a:off x="1734311" y="5385815"/>
            <a:ext cx="283845" cy="205740"/>
          </a:xfrm>
          <a:custGeom>
            <a:rect b="b" l="l" r="r" t="t"/>
            <a:pathLst>
              <a:path extrusionOk="0" h="205739" w="283844">
                <a:moveTo>
                  <a:pt x="141732" y="205739"/>
                </a:moveTo>
                <a:lnTo>
                  <a:pt x="94154" y="200596"/>
                </a:lnTo>
                <a:lnTo>
                  <a:pt x="56959" y="185356"/>
                </a:lnTo>
                <a:lnTo>
                  <a:pt x="21717" y="153161"/>
                </a:lnTo>
                <a:lnTo>
                  <a:pt x="2285" y="107060"/>
                </a:lnTo>
                <a:lnTo>
                  <a:pt x="0" y="80771"/>
                </a:lnTo>
                <a:lnTo>
                  <a:pt x="309" y="69603"/>
                </a:lnTo>
                <a:lnTo>
                  <a:pt x="9548" y="27860"/>
                </a:lnTo>
                <a:lnTo>
                  <a:pt x="21335" y="0"/>
                </a:lnTo>
                <a:lnTo>
                  <a:pt x="71628" y="0"/>
                </a:lnTo>
                <a:lnTo>
                  <a:pt x="71628" y="3047"/>
                </a:lnTo>
                <a:lnTo>
                  <a:pt x="68580" y="6095"/>
                </a:lnTo>
                <a:lnTo>
                  <a:pt x="62483" y="15239"/>
                </a:lnTo>
                <a:lnTo>
                  <a:pt x="59435" y="21335"/>
                </a:lnTo>
                <a:lnTo>
                  <a:pt x="54864" y="27431"/>
                </a:lnTo>
                <a:lnTo>
                  <a:pt x="51816" y="33527"/>
                </a:lnTo>
                <a:lnTo>
                  <a:pt x="48768" y="41147"/>
                </a:lnTo>
                <a:lnTo>
                  <a:pt x="45720" y="47243"/>
                </a:lnTo>
                <a:lnTo>
                  <a:pt x="42671" y="56387"/>
                </a:lnTo>
                <a:lnTo>
                  <a:pt x="41147" y="65531"/>
                </a:lnTo>
                <a:lnTo>
                  <a:pt x="39623" y="73151"/>
                </a:lnTo>
                <a:lnTo>
                  <a:pt x="39623" y="80771"/>
                </a:lnTo>
                <a:lnTo>
                  <a:pt x="55054" y="125991"/>
                </a:lnTo>
                <a:lnTo>
                  <a:pt x="98679" y="153542"/>
                </a:lnTo>
                <a:lnTo>
                  <a:pt x="141732" y="158495"/>
                </a:lnTo>
                <a:lnTo>
                  <a:pt x="164544" y="157329"/>
                </a:lnTo>
                <a:lnTo>
                  <a:pt x="202168" y="147566"/>
                </a:lnTo>
                <a:lnTo>
                  <a:pt x="236982" y="113728"/>
                </a:lnTo>
                <a:lnTo>
                  <a:pt x="243840" y="80771"/>
                </a:lnTo>
                <a:lnTo>
                  <a:pt x="243268" y="69603"/>
                </a:lnTo>
                <a:lnTo>
                  <a:pt x="229838" y="28979"/>
                </a:lnTo>
                <a:lnTo>
                  <a:pt x="211836" y="3047"/>
                </a:lnTo>
                <a:lnTo>
                  <a:pt x="211836" y="0"/>
                </a:lnTo>
                <a:lnTo>
                  <a:pt x="262128" y="0"/>
                </a:lnTo>
                <a:lnTo>
                  <a:pt x="265176" y="4571"/>
                </a:lnTo>
                <a:lnTo>
                  <a:pt x="266700" y="10667"/>
                </a:lnTo>
                <a:lnTo>
                  <a:pt x="269748" y="18287"/>
                </a:lnTo>
                <a:lnTo>
                  <a:pt x="275844" y="30479"/>
                </a:lnTo>
                <a:lnTo>
                  <a:pt x="275844" y="36575"/>
                </a:lnTo>
                <a:lnTo>
                  <a:pt x="278892" y="44195"/>
                </a:lnTo>
                <a:lnTo>
                  <a:pt x="281940" y="56387"/>
                </a:lnTo>
                <a:lnTo>
                  <a:pt x="283464" y="62483"/>
                </a:lnTo>
                <a:lnTo>
                  <a:pt x="283464" y="80771"/>
                </a:lnTo>
                <a:lnTo>
                  <a:pt x="278320" y="119348"/>
                </a:lnTo>
                <a:lnTo>
                  <a:pt x="256960" y="162139"/>
                </a:lnTo>
                <a:lnTo>
                  <a:pt x="217336" y="191690"/>
                </a:lnTo>
                <a:lnTo>
                  <a:pt x="175831" y="203453"/>
                </a:lnTo>
                <a:lnTo>
                  <a:pt x="159424" y="205168"/>
                </a:lnTo>
                <a:lnTo>
                  <a:pt x="141732" y="20573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4" name="Google Shape;7084;p104"/>
          <p:cNvSpPr/>
          <p:nvPr/>
        </p:nvSpPr>
        <p:spPr>
          <a:xfrm>
            <a:off x="1652016" y="4963667"/>
            <a:ext cx="43180" cy="12700"/>
          </a:xfrm>
          <a:custGeom>
            <a:rect b="b" l="l" r="r" t="t"/>
            <a:pathLst>
              <a:path extrusionOk="0" h="12700" w="43180">
                <a:moveTo>
                  <a:pt x="0" y="0"/>
                </a:moveTo>
                <a:lnTo>
                  <a:pt x="42671" y="0"/>
                </a:lnTo>
                <a:lnTo>
                  <a:pt x="42671" y="12700"/>
                </a:lnTo>
                <a:lnTo>
                  <a:pt x="0" y="12700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5" name="Google Shape;7085;p104"/>
          <p:cNvSpPr/>
          <p:nvPr/>
        </p:nvSpPr>
        <p:spPr>
          <a:xfrm>
            <a:off x="1969007" y="4963667"/>
            <a:ext cx="43180" cy="12700"/>
          </a:xfrm>
          <a:custGeom>
            <a:rect b="b" l="l" r="r" t="t"/>
            <a:pathLst>
              <a:path extrusionOk="0" h="12700" w="43180">
                <a:moveTo>
                  <a:pt x="0" y="0"/>
                </a:moveTo>
                <a:lnTo>
                  <a:pt x="42672" y="0"/>
                </a:lnTo>
                <a:lnTo>
                  <a:pt x="42672" y="12700"/>
                </a:lnTo>
                <a:lnTo>
                  <a:pt x="0" y="12700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6" name="Google Shape;7086;p104"/>
          <p:cNvSpPr/>
          <p:nvPr/>
        </p:nvSpPr>
        <p:spPr>
          <a:xfrm>
            <a:off x="1652016" y="4976367"/>
            <a:ext cx="43180" cy="165100"/>
          </a:xfrm>
          <a:custGeom>
            <a:rect b="b" l="l" r="r" t="t"/>
            <a:pathLst>
              <a:path extrusionOk="0" h="165100" w="43180">
                <a:moveTo>
                  <a:pt x="0" y="0"/>
                </a:moveTo>
                <a:lnTo>
                  <a:pt x="42671" y="0"/>
                </a:lnTo>
                <a:lnTo>
                  <a:pt x="42671" y="165100"/>
                </a:lnTo>
                <a:lnTo>
                  <a:pt x="0" y="165100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7" name="Google Shape;7087;p104"/>
          <p:cNvSpPr/>
          <p:nvPr/>
        </p:nvSpPr>
        <p:spPr>
          <a:xfrm>
            <a:off x="1793748" y="4976367"/>
            <a:ext cx="43180" cy="165100"/>
          </a:xfrm>
          <a:custGeom>
            <a:rect b="b" l="l" r="r" t="t"/>
            <a:pathLst>
              <a:path extrusionOk="0" h="165100" w="43180">
                <a:moveTo>
                  <a:pt x="0" y="0"/>
                </a:moveTo>
                <a:lnTo>
                  <a:pt x="42671" y="0"/>
                </a:lnTo>
                <a:lnTo>
                  <a:pt x="42671" y="165100"/>
                </a:lnTo>
                <a:lnTo>
                  <a:pt x="0" y="165100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8" name="Google Shape;7088;p104"/>
          <p:cNvSpPr/>
          <p:nvPr/>
        </p:nvSpPr>
        <p:spPr>
          <a:xfrm>
            <a:off x="1652003" y="4143756"/>
            <a:ext cx="367665" cy="1046480"/>
          </a:xfrm>
          <a:custGeom>
            <a:rect b="b" l="l" r="r" t="t"/>
            <a:pathLst>
              <a:path extrusionOk="0" h="1046479" w="367664">
                <a:moveTo>
                  <a:pt x="359664" y="832612"/>
                </a:moveTo>
                <a:lnTo>
                  <a:pt x="316992" y="832612"/>
                </a:lnTo>
                <a:lnTo>
                  <a:pt x="316992" y="997712"/>
                </a:lnTo>
                <a:lnTo>
                  <a:pt x="0" y="997712"/>
                </a:lnTo>
                <a:lnTo>
                  <a:pt x="0" y="1045972"/>
                </a:lnTo>
                <a:lnTo>
                  <a:pt x="359664" y="1045972"/>
                </a:lnTo>
                <a:lnTo>
                  <a:pt x="359664" y="997712"/>
                </a:lnTo>
                <a:lnTo>
                  <a:pt x="359664" y="832612"/>
                </a:lnTo>
                <a:close/>
              </a:path>
              <a:path extrusionOk="0" h="1046479" w="367664">
                <a:moveTo>
                  <a:pt x="359664" y="316992"/>
                </a:moveTo>
                <a:lnTo>
                  <a:pt x="169164" y="316992"/>
                </a:lnTo>
                <a:lnTo>
                  <a:pt x="161721" y="308762"/>
                </a:lnTo>
                <a:lnTo>
                  <a:pt x="141668" y="274320"/>
                </a:lnTo>
                <a:lnTo>
                  <a:pt x="137160" y="246888"/>
                </a:lnTo>
                <a:lnTo>
                  <a:pt x="137160" y="230124"/>
                </a:lnTo>
                <a:lnTo>
                  <a:pt x="138684" y="225552"/>
                </a:lnTo>
                <a:lnTo>
                  <a:pt x="138684" y="220980"/>
                </a:lnTo>
                <a:lnTo>
                  <a:pt x="91440" y="220980"/>
                </a:lnTo>
                <a:lnTo>
                  <a:pt x="91440" y="224028"/>
                </a:lnTo>
                <a:lnTo>
                  <a:pt x="89916" y="225552"/>
                </a:lnTo>
                <a:lnTo>
                  <a:pt x="89916" y="239268"/>
                </a:lnTo>
                <a:lnTo>
                  <a:pt x="90487" y="247535"/>
                </a:lnTo>
                <a:lnTo>
                  <a:pt x="104470" y="283781"/>
                </a:lnTo>
                <a:lnTo>
                  <a:pt x="129540" y="316992"/>
                </a:lnTo>
                <a:lnTo>
                  <a:pt x="89916" y="316992"/>
                </a:lnTo>
                <a:lnTo>
                  <a:pt x="89916" y="362712"/>
                </a:lnTo>
                <a:lnTo>
                  <a:pt x="359664" y="362712"/>
                </a:lnTo>
                <a:lnTo>
                  <a:pt x="359664" y="316992"/>
                </a:lnTo>
                <a:close/>
              </a:path>
              <a:path extrusionOk="0" h="1046479" w="367664">
                <a:moveTo>
                  <a:pt x="359676" y="565404"/>
                </a:moveTo>
                <a:lnTo>
                  <a:pt x="224040" y="656844"/>
                </a:lnTo>
                <a:lnTo>
                  <a:pt x="89928" y="565404"/>
                </a:lnTo>
                <a:lnTo>
                  <a:pt x="89928" y="615696"/>
                </a:lnTo>
                <a:lnTo>
                  <a:pt x="190512" y="681228"/>
                </a:lnTo>
                <a:lnTo>
                  <a:pt x="89928" y="746760"/>
                </a:lnTo>
                <a:lnTo>
                  <a:pt x="89928" y="803148"/>
                </a:lnTo>
                <a:lnTo>
                  <a:pt x="227088" y="710184"/>
                </a:lnTo>
                <a:lnTo>
                  <a:pt x="359676" y="803148"/>
                </a:lnTo>
                <a:lnTo>
                  <a:pt x="359676" y="751332"/>
                </a:lnTo>
                <a:lnTo>
                  <a:pt x="259092" y="684276"/>
                </a:lnTo>
                <a:lnTo>
                  <a:pt x="359676" y="620268"/>
                </a:lnTo>
                <a:lnTo>
                  <a:pt x="359676" y="565404"/>
                </a:lnTo>
                <a:close/>
              </a:path>
              <a:path extrusionOk="0" h="1046479" w="367664">
                <a:moveTo>
                  <a:pt x="365760" y="429768"/>
                </a:moveTo>
                <a:lnTo>
                  <a:pt x="364236" y="420624"/>
                </a:lnTo>
                <a:lnTo>
                  <a:pt x="361759" y="407098"/>
                </a:lnTo>
                <a:lnTo>
                  <a:pt x="360172" y="400697"/>
                </a:lnTo>
                <a:lnTo>
                  <a:pt x="358140" y="394716"/>
                </a:lnTo>
                <a:lnTo>
                  <a:pt x="316992" y="394716"/>
                </a:lnTo>
                <a:lnTo>
                  <a:pt x="316992" y="396240"/>
                </a:lnTo>
                <a:lnTo>
                  <a:pt x="318516" y="399288"/>
                </a:lnTo>
                <a:lnTo>
                  <a:pt x="320040" y="405384"/>
                </a:lnTo>
                <a:lnTo>
                  <a:pt x="323088" y="411480"/>
                </a:lnTo>
                <a:lnTo>
                  <a:pt x="324612" y="419100"/>
                </a:lnTo>
                <a:lnTo>
                  <a:pt x="326136" y="425196"/>
                </a:lnTo>
                <a:lnTo>
                  <a:pt x="326136" y="432816"/>
                </a:lnTo>
                <a:lnTo>
                  <a:pt x="325856" y="440512"/>
                </a:lnTo>
                <a:lnTo>
                  <a:pt x="309372" y="470916"/>
                </a:lnTo>
                <a:lnTo>
                  <a:pt x="303276" y="475488"/>
                </a:lnTo>
                <a:lnTo>
                  <a:pt x="295656" y="477012"/>
                </a:lnTo>
                <a:lnTo>
                  <a:pt x="288036" y="477012"/>
                </a:lnTo>
                <a:lnTo>
                  <a:pt x="281749" y="477253"/>
                </a:lnTo>
                <a:lnTo>
                  <a:pt x="265747" y="478307"/>
                </a:lnTo>
                <a:lnTo>
                  <a:pt x="256032" y="478536"/>
                </a:lnTo>
                <a:lnTo>
                  <a:pt x="128016" y="478536"/>
                </a:lnTo>
                <a:lnTo>
                  <a:pt x="128016" y="394716"/>
                </a:lnTo>
                <a:lnTo>
                  <a:pt x="89916" y="394716"/>
                </a:lnTo>
                <a:lnTo>
                  <a:pt x="89916" y="478536"/>
                </a:lnTo>
                <a:lnTo>
                  <a:pt x="12192" y="478536"/>
                </a:lnTo>
                <a:lnTo>
                  <a:pt x="12192" y="524256"/>
                </a:lnTo>
                <a:lnTo>
                  <a:pt x="89916" y="524256"/>
                </a:lnTo>
                <a:lnTo>
                  <a:pt x="89916" y="554736"/>
                </a:lnTo>
                <a:lnTo>
                  <a:pt x="128016" y="554736"/>
                </a:lnTo>
                <a:lnTo>
                  <a:pt x="128016" y="524256"/>
                </a:lnTo>
                <a:lnTo>
                  <a:pt x="277368" y="524256"/>
                </a:lnTo>
                <a:lnTo>
                  <a:pt x="298780" y="522859"/>
                </a:lnTo>
                <a:lnTo>
                  <a:pt x="344424" y="502920"/>
                </a:lnTo>
                <a:lnTo>
                  <a:pt x="364363" y="462419"/>
                </a:lnTo>
                <a:lnTo>
                  <a:pt x="365760" y="445008"/>
                </a:lnTo>
                <a:lnTo>
                  <a:pt x="365760" y="429768"/>
                </a:lnTo>
                <a:close/>
              </a:path>
              <a:path extrusionOk="0" h="1046479" w="367664">
                <a:moveTo>
                  <a:pt x="367245" y="133807"/>
                </a:moveTo>
                <a:lnTo>
                  <a:pt x="355092" y="77724"/>
                </a:lnTo>
                <a:lnTo>
                  <a:pt x="330708" y="45720"/>
                </a:lnTo>
                <a:lnTo>
                  <a:pt x="359664" y="45720"/>
                </a:lnTo>
                <a:lnTo>
                  <a:pt x="359664" y="0"/>
                </a:lnTo>
                <a:lnTo>
                  <a:pt x="324535" y="0"/>
                </a:lnTo>
                <a:lnTo>
                  <a:pt x="324535" y="114300"/>
                </a:lnTo>
                <a:lnTo>
                  <a:pt x="324510" y="117284"/>
                </a:lnTo>
                <a:lnTo>
                  <a:pt x="324396" y="118897"/>
                </a:lnTo>
                <a:lnTo>
                  <a:pt x="323786" y="127571"/>
                </a:lnTo>
                <a:lnTo>
                  <a:pt x="323723" y="127825"/>
                </a:lnTo>
                <a:lnTo>
                  <a:pt x="298323" y="164211"/>
                </a:lnTo>
                <a:lnTo>
                  <a:pt x="277368" y="167640"/>
                </a:lnTo>
                <a:lnTo>
                  <a:pt x="267385" y="166789"/>
                </a:lnTo>
                <a:lnTo>
                  <a:pt x="267576" y="166789"/>
                </a:lnTo>
                <a:lnTo>
                  <a:pt x="259080" y="164401"/>
                </a:lnTo>
                <a:lnTo>
                  <a:pt x="232079" y="133807"/>
                </a:lnTo>
                <a:lnTo>
                  <a:pt x="223608" y="96570"/>
                </a:lnTo>
                <a:lnTo>
                  <a:pt x="223507" y="95631"/>
                </a:lnTo>
                <a:lnTo>
                  <a:pt x="218897" y="52870"/>
                </a:lnTo>
                <a:lnTo>
                  <a:pt x="217932" y="45720"/>
                </a:lnTo>
                <a:lnTo>
                  <a:pt x="294132" y="45720"/>
                </a:lnTo>
                <a:lnTo>
                  <a:pt x="315468" y="77724"/>
                </a:lnTo>
                <a:lnTo>
                  <a:pt x="322491" y="96570"/>
                </a:lnTo>
                <a:lnTo>
                  <a:pt x="324040" y="105587"/>
                </a:lnTo>
                <a:lnTo>
                  <a:pt x="324116" y="106870"/>
                </a:lnTo>
                <a:lnTo>
                  <a:pt x="324180" y="108013"/>
                </a:lnTo>
                <a:lnTo>
                  <a:pt x="324281" y="109728"/>
                </a:lnTo>
                <a:lnTo>
                  <a:pt x="324358" y="111252"/>
                </a:lnTo>
                <a:lnTo>
                  <a:pt x="324535" y="114300"/>
                </a:lnTo>
                <a:lnTo>
                  <a:pt x="324535" y="0"/>
                </a:lnTo>
                <a:lnTo>
                  <a:pt x="175260" y="0"/>
                </a:lnTo>
                <a:lnTo>
                  <a:pt x="162356" y="317"/>
                </a:lnTo>
                <a:lnTo>
                  <a:pt x="122478" y="10744"/>
                </a:lnTo>
                <a:lnTo>
                  <a:pt x="92773" y="45148"/>
                </a:lnTo>
                <a:lnTo>
                  <a:pt x="86817" y="62826"/>
                </a:lnTo>
                <a:lnTo>
                  <a:pt x="84874" y="73088"/>
                </a:lnTo>
                <a:lnTo>
                  <a:pt x="83439" y="84391"/>
                </a:lnTo>
                <a:lnTo>
                  <a:pt x="83375" y="85344"/>
                </a:lnTo>
                <a:lnTo>
                  <a:pt x="83312" y="86258"/>
                </a:lnTo>
                <a:lnTo>
                  <a:pt x="82651" y="95631"/>
                </a:lnTo>
                <a:lnTo>
                  <a:pt x="82689" y="122872"/>
                </a:lnTo>
                <a:lnTo>
                  <a:pt x="83388" y="132588"/>
                </a:lnTo>
                <a:lnTo>
                  <a:pt x="91376" y="178117"/>
                </a:lnTo>
                <a:lnTo>
                  <a:pt x="93091" y="186118"/>
                </a:lnTo>
                <a:lnTo>
                  <a:pt x="94488" y="193548"/>
                </a:lnTo>
                <a:lnTo>
                  <a:pt x="140208" y="193548"/>
                </a:lnTo>
                <a:lnTo>
                  <a:pt x="140208" y="190500"/>
                </a:lnTo>
                <a:lnTo>
                  <a:pt x="135928" y="179984"/>
                </a:lnTo>
                <a:lnTo>
                  <a:pt x="132207" y="169164"/>
                </a:lnTo>
                <a:lnTo>
                  <a:pt x="123050" y="127571"/>
                </a:lnTo>
                <a:lnTo>
                  <a:pt x="122212" y="118897"/>
                </a:lnTo>
                <a:lnTo>
                  <a:pt x="122262" y="95631"/>
                </a:lnTo>
                <a:lnTo>
                  <a:pt x="135636" y="57912"/>
                </a:lnTo>
                <a:lnTo>
                  <a:pt x="172212" y="45720"/>
                </a:lnTo>
                <a:lnTo>
                  <a:pt x="181356" y="45720"/>
                </a:lnTo>
                <a:lnTo>
                  <a:pt x="181444" y="46863"/>
                </a:lnTo>
                <a:lnTo>
                  <a:pt x="181533" y="48298"/>
                </a:lnTo>
                <a:lnTo>
                  <a:pt x="182626" y="64008"/>
                </a:lnTo>
                <a:lnTo>
                  <a:pt x="183832" y="79629"/>
                </a:lnTo>
                <a:lnTo>
                  <a:pt x="185407" y="95631"/>
                </a:lnTo>
                <a:lnTo>
                  <a:pt x="185521" y="96570"/>
                </a:lnTo>
                <a:lnTo>
                  <a:pt x="185623" y="97332"/>
                </a:lnTo>
                <a:lnTo>
                  <a:pt x="185674" y="97726"/>
                </a:lnTo>
                <a:lnTo>
                  <a:pt x="187452" y="111252"/>
                </a:lnTo>
                <a:lnTo>
                  <a:pt x="190030" y="126453"/>
                </a:lnTo>
                <a:lnTo>
                  <a:pt x="193167" y="140208"/>
                </a:lnTo>
                <a:lnTo>
                  <a:pt x="193281" y="140589"/>
                </a:lnTo>
                <a:lnTo>
                  <a:pt x="196888" y="152831"/>
                </a:lnTo>
                <a:lnTo>
                  <a:pt x="215455" y="187642"/>
                </a:lnTo>
                <a:lnTo>
                  <a:pt x="255270" y="211645"/>
                </a:lnTo>
                <a:lnTo>
                  <a:pt x="281940" y="214884"/>
                </a:lnTo>
                <a:lnTo>
                  <a:pt x="290182" y="214337"/>
                </a:lnTo>
                <a:lnTo>
                  <a:pt x="330327" y="200025"/>
                </a:lnTo>
                <a:lnTo>
                  <a:pt x="357479" y="171437"/>
                </a:lnTo>
                <a:lnTo>
                  <a:pt x="361327" y="164211"/>
                </a:lnTo>
                <a:lnTo>
                  <a:pt x="364070" y="156591"/>
                </a:lnTo>
                <a:lnTo>
                  <a:pt x="365950" y="148590"/>
                </a:lnTo>
                <a:lnTo>
                  <a:pt x="366052" y="147828"/>
                </a:lnTo>
                <a:lnTo>
                  <a:pt x="366979" y="140589"/>
                </a:lnTo>
                <a:lnTo>
                  <a:pt x="367093" y="137617"/>
                </a:lnTo>
                <a:lnTo>
                  <a:pt x="367245" y="133807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9" name="Google Shape;7089;p104"/>
          <p:cNvSpPr/>
          <p:nvPr/>
        </p:nvSpPr>
        <p:spPr>
          <a:xfrm>
            <a:off x="1652016" y="3352800"/>
            <a:ext cx="367665" cy="744220"/>
          </a:xfrm>
          <a:custGeom>
            <a:rect b="b" l="l" r="r" t="t"/>
            <a:pathLst>
              <a:path extrusionOk="0" h="744220" w="367664">
                <a:moveTo>
                  <a:pt x="47244" y="280416"/>
                </a:moveTo>
                <a:lnTo>
                  <a:pt x="0" y="280416"/>
                </a:lnTo>
                <a:lnTo>
                  <a:pt x="0" y="332232"/>
                </a:lnTo>
                <a:lnTo>
                  <a:pt x="47244" y="332232"/>
                </a:lnTo>
                <a:lnTo>
                  <a:pt x="47244" y="280416"/>
                </a:lnTo>
                <a:close/>
              </a:path>
              <a:path extrusionOk="0" h="744220" w="367664">
                <a:moveTo>
                  <a:pt x="359664" y="283464"/>
                </a:moveTo>
                <a:lnTo>
                  <a:pt x="89916" y="283464"/>
                </a:lnTo>
                <a:lnTo>
                  <a:pt x="89916" y="329184"/>
                </a:lnTo>
                <a:lnTo>
                  <a:pt x="359664" y="329184"/>
                </a:lnTo>
                <a:lnTo>
                  <a:pt x="359664" y="283464"/>
                </a:lnTo>
                <a:close/>
              </a:path>
              <a:path extrusionOk="0" h="744220" w="367664">
                <a:moveTo>
                  <a:pt x="365747" y="600456"/>
                </a:moveTo>
                <a:lnTo>
                  <a:pt x="364223" y="594360"/>
                </a:lnTo>
                <a:lnTo>
                  <a:pt x="362699" y="588264"/>
                </a:lnTo>
                <a:lnTo>
                  <a:pt x="361175" y="580644"/>
                </a:lnTo>
                <a:lnTo>
                  <a:pt x="358127" y="573024"/>
                </a:lnTo>
                <a:lnTo>
                  <a:pt x="358127" y="566928"/>
                </a:lnTo>
                <a:lnTo>
                  <a:pt x="348983" y="548640"/>
                </a:lnTo>
                <a:lnTo>
                  <a:pt x="347459" y="542544"/>
                </a:lnTo>
                <a:lnTo>
                  <a:pt x="344411" y="537972"/>
                </a:lnTo>
                <a:lnTo>
                  <a:pt x="294119" y="537972"/>
                </a:lnTo>
                <a:lnTo>
                  <a:pt x="294119" y="541020"/>
                </a:lnTo>
                <a:lnTo>
                  <a:pt x="300697" y="548436"/>
                </a:lnTo>
                <a:lnTo>
                  <a:pt x="306692" y="556831"/>
                </a:lnTo>
                <a:lnTo>
                  <a:pt x="323837" y="596836"/>
                </a:lnTo>
                <a:lnTo>
                  <a:pt x="326123" y="618744"/>
                </a:lnTo>
                <a:lnTo>
                  <a:pt x="324408" y="635914"/>
                </a:lnTo>
                <a:lnTo>
                  <a:pt x="298691" y="675132"/>
                </a:lnTo>
                <a:lnTo>
                  <a:pt x="246837" y="695071"/>
                </a:lnTo>
                <a:lnTo>
                  <a:pt x="224015" y="696468"/>
                </a:lnTo>
                <a:lnTo>
                  <a:pt x="201206" y="695071"/>
                </a:lnTo>
                <a:lnTo>
                  <a:pt x="163588" y="684263"/>
                </a:lnTo>
                <a:lnTo>
                  <a:pt x="128765" y="650367"/>
                </a:lnTo>
                <a:lnTo>
                  <a:pt x="121907" y="618744"/>
                </a:lnTo>
                <a:lnTo>
                  <a:pt x="121907" y="611124"/>
                </a:lnTo>
                <a:lnTo>
                  <a:pt x="134099" y="571500"/>
                </a:lnTo>
                <a:lnTo>
                  <a:pt x="137147" y="563880"/>
                </a:lnTo>
                <a:lnTo>
                  <a:pt x="141719" y="557784"/>
                </a:lnTo>
                <a:lnTo>
                  <a:pt x="144767" y="553212"/>
                </a:lnTo>
                <a:lnTo>
                  <a:pt x="147815" y="547116"/>
                </a:lnTo>
                <a:lnTo>
                  <a:pt x="153911" y="541020"/>
                </a:lnTo>
                <a:lnTo>
                  <a:pt x="153911" y="537972"/>
                </a:lnTo>
                <a:lnTo>
                  <a:pt x="103619" y="537972"/>
                </a:lnTo>
                <a:lnTo>
                  <a:pt x="88379" y="574548"/>
                </a:lnTo>
                <a:lnTo>
                  <a:pt x="82283" y="617220"/>
                </a:lnTo>
                <a:lnTo>
                  <a:pt x="82854" y="630682"/>
                </a:lnTo>
                <a:lnTo>
                  <a:pt x="91427" y="669036"/>
                </a:lnTo>
                <a:lnTo>
                  <a:pt x="118859" y="708660"/>
                </a:lnTo>
                <a:lnTo>
                  <a:pt x="163055" y="734568"/>
                </a:lnTo>
                <a:lnTo>
                  <a:pt x="207213" y="743140"/>
                </a:lnTo>
                <a:lnTo>
                  <a:pt x="224015" y="743712"/>
                </a:lnTo>
                <a:lnTo>
                  <a:pt x="241719" y="743140"/>
                </a:lnTo>
                <a:lnTo>
                  <a:pt x="286499" y="734568"/>
                </a:lnTo>
                <a:lnTo>
                  <a:pt x="321868" y="716356"/>
                </a:lnTo>
                <a:lnTo>
                  <a:pt x="352348" y="680161"/>
                </a:lnTo>
                <a:lnTo>
                  <a:pt x="365175" y="630897"/>
                </a:lnTo>
                <a:lnTo>
                  <a:pt x="365747" y="617220"/>
                </a:lnTo>
                <a:lnTo>
                  <a:pt x="365747" y="600456"/>
                </a:lnTo>
                <a:close/>
              </a:path>
              <a:path extrusionOk="0" h="744220" w="367664">
                <a:moveTo>
                  <a:pt x="365747" y="400812"/>
                </a:moveTo>
                <a:lnTo>
                  <a:pt x="358127" y="365760"/>
                </a:lnTo>
                <a:lnTo>
                  <a:pt x="316979" y="365760"/>
                </a:lnTo>
                <a:lnTo>
                  <a:pt x="316979" y="368808"/>
                </a:lnTo>
                <a:lnTo>
                  <a:pt x="318503" y="371856"/>
                </a:lnTo>
                <a:lnTo>
                  <a:pt x="320027" y="376428"/>
                </a:lnTo>
                <a:lnTo>
                  <a:pt x="323075" y="384048"/>
                </a:lnTo>
                <a:lnTo>
                  <a:pt x="324599" y="390144"/>
                </a:lnTo>
                <a:lnTo>
                  <a:pt x="326123" y="397764"/>
                </a:lnTo>
                <a:lnTo>
                  <a:pt x="326123" y="416052"/>
                </a:lnTo>
                <a:lnTo>
                  <a:pt x="303263" y="446532"/>
                </a:lnTo>
                <a:lnTo>
                  <a:pt x="295643" y="448056"/>
                </a:lnTo>
                <a:lnTo>
                  <a:pt x="288023" y="448056"/>
                </a:lnTo>
                <a:lnTo>
                  <a:pt x="281736" y="448945"/>
                </a:lnTo>
                <a:lnTo>
                  <a:pt x="274307" y="449389"/>
                </a:lnTo>
                <a:lnTo>
                  <a:pt x="256019" y="449580"/>
                </a:lnTo>
                <a:lnTo>
                  <a:pt x="128003" y="449580"/>
                </a:lnTo>
                <a:lnTo>
                  <a:pt x="128003" y="365760"/>
                </a:lnTo>
                <a:lnTo>
                  <a:pt x="89903" y="365760"/>
                </a:lnTo>
                <a:lnTo>
                  <a:pt x="89903" y="449580"/>
                </a:lnTo>
                <a:lnTo>
                  <a:pt x="12179" y="449580"/>
                </a:lnTo>
                <a:lnTo>
                  <a:pt x="12179" y="495300"/>
                </a:lnTo>
                <a:lnTo>
                  <a:pt x="89903" y="495300"/>
                </a:lnTo>
                <a:lnTo>
                  <a:pt x="89903" y="525780"/>
                </a:lnTo>
                <a:lnTo>
                  <a:pt x="128003" y="525780"/>
                </a:lnTo>
                <a:lnTo>
                  <a:pt x="128003" y="495300"/>
                </a:lnTo>
                <a:lnTo>
                  <a:pt x="277355" y="495300"/>
                </a:lnTo>
                <a:lnTo>
                  <a:pt x="298767" y="493903"/>
                </a:lnTo>
                <a:lnTo>
                  <a:pt x="344411" y="473964"/>
                </a:lnTo>
                <a:lnTo>
                  <a:pt x="364350" y="433463"/>
                </a:lnTo>
                <a:lnTo>
                  <a:pt x="365747" y="416052"/>
                </a:lnTo>
                <a:lnTo>
                  <a:pt x="365747" y="400812"/>
                </a:lnTo>
                <a:close/>
              </a:path>
              <a:path extrusionOk="0" h="744220" w="367664">
                <a:moveTo>
                  <a:pt x="367284" y="118872"/>
                </a:moveTo>
                <a:lnTo>
                  <a:pt x="358140" y="70294"/>
                </a:lnTo>
                <a:lnTo>
                  <a:pt x="330708" y="32004"/>
                </a:lnTo>
                <a:lnTo>
                  <a:pt x="327660" y="29997"/>
                </a:lnTo>
                <a:lnTo>
                  <a:pt x="327660" y="118872"/>
                </a:lnTo>
                <a:lnTo>
                  <a:pt x="325958" y="136017"/>
                </a:lnTo>
                <a:lnTo>
                  <a:pt x="301752" y="173736"/>
                </a:lnTo>
                <a:lnTo>
                  <a:pt x="249237" y="192176"/>
                </a:lnTo>
                <a:lnTo>
                  <a:pt x="225552" y="193548"/>
                </a:lnTo>
                <a:lnTo>
                  <a:pt x="200977" y="192176"/>
                </a:lnTo>
                <a:lnTo>
                  <a:pt x="162115" y="181978"/>
                </a:lnTo>
                <a:lnTo>
                  <a:pt x="128587" y="150876"/>
                </a:lnTo>
                <a:lnTo>
                  <a:pt x="121920" y="118872"/>
                </a:lnTo>
                <a:lnTo>
                  <a:pt x="123609" y="102616"/>
                </a:lnTo>
                <a:lnTo>
                  <a:pt x="147828" y="65532"/>
                </a:lnTo>
                <a:lnTo>
                  <a:pt x="200977" y="48387"/>
                </a:lnTo>
                <a:lnTo>
                  <a:pt x="225552" y="47244"/>
                </a:lnTo>
                <a:lnTo>
                  <a:pt x="249237" y="48387"/>
                </a:lnTo>
                <a:lnTo>
                  <a:pt x="287477" y="57531"/>
                </a:lnTo>
                <a:lnTo>
                  <a:pt x="320992" y="88201"/>
                </a:lnTo>
                <a:lnTo>
                  <a:pt x="327660" y="118872"/>
                </a:lnTo>
                <a:lnTo>
                  <a:pt x="327660" y="29997"/>
                </a:lnTo>
                <a:lnTo>
                  <a:pt x="309562" y="18008"/>
                </a:lnTo>
                <a:lnTo>
                  <a:pt x="284988" y="8001"/>
                </a:lnTo>
                <a:lnTo>
                  <a:pt x="256984" y="2006"/>
                </a:lnTo>
                <a:lnTo>
                  <a:pt x="225552" y="0"/>
                </a:lnTo>
                <a:lnTo>
                  <a:pt x="193255" y="2006"/>
                </a:lnTo>
                <a:lnTo>
                  <a:pt x="140677" y="18008"/>
                </a:lnTo>
                <a:lnTo>
                  <a:pt x="103505" y="49657"/>
                </a:lnTo>
                <a:lnTo>
                  <a:pt x="84594" y="93522"/>
                </a:lnTo>
                <a:lnTo>
                  <a:pt x="82296" y="118872"/>
                </a:lnTo>
                <a:lnTo>
                  <a:pt x="84594" y="144907"/>
                </a:lnTo>
                <a:lnTo>
                  <a:pt x="103505" y="188963"/>
                </a:lnTo>
                <a:lnTo>
                  <a:pt x="140677" y="221513"/>
                </a:lnTo>
                <a:lnTo>
                  <a:pt x="193255" y="238556"/>
                </a:lnTo>
                <a:lnTo>
                  <a:pt x="225552" y="240792"/>
                </a:lnTo>
                <a:lnTo>
                  <a:pt x="256095" y="238556"/>
                </a:lnTo>
                <a:lnTo>
                  <a:pt x="283654" y="232029"/>
                </a:lnTo>
                <a:lnTo>
                  <a:pt x="308051" y="221513"/>
                </a:lnTo>
                <a:lnTo>
                  <a:pt x="329184" y="207264"/>
                </a:lnTo>
                <a:lnTo>
                  <a:pt x="342442" y="193548"/>
                </a:lnTo>
                <a:lnTo>
                  <a:pt x="346062" y="189814"/>
                </a:lnTo>
                <a:lnTo>
                  <a:pt x="357949" y="169354"/>
                </a:lnTo>
                <a:lnTo>
                  <a:pt x="364972" y="145757"/>
                </a:lnTo>
                <a:lnTo>
                  <a:pt x="365036" y="144907"/>
                </a:lnTo>
                <a:lnTo>
                  <a:pt x="367284" y="11887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0" name="Google Shape;7090;p104"/>
          <p:cNvSpPr/>
          <p:nvPr/>
        </p:nvSpPr>
        <p:spPr>
          <a:xfrm>
            <a:off x="1734311" y="3089148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6710"/>
                </a:lnTo>
                <a:lnTo>
                  <a:pt x="5143" y="116847"/>
                </a:lnTo>
                <a:lnTo>
                  <a:pt x="0" y="85344"/>
                </a:lnTo>
                <a:lnTo>
                  <a:pt x="1690" y="66151"/>
                </a:lnTo>
                <a:lnTo>
                  <a:pt x="25907" y="22859"/>
                </a:lnTo>
                <a:lnTo>
                  <a:pt x="78628" y="1428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14323" y="45981"/>
                </a:lnTo>
                <a:lnTo>
                  <a:pt x="105346" y="46672"/>
                </a:lnTo>
                <a:lnTo>
                  <a:pt x="96654" y="47648"/>
                </a:lnTo>
                <a:lnTo>
                  <a:pt x="88391" y="48768"/>
                </a:lnTo>
                <a:lnTo>
                  <a:pt x="80700" y="49291"/>
                </a:lnTo>
                <a:lnTo>
                  <a:pt x="47243" y="70104"/>
                </a:lnTo>
                <a:lnTo>
                  <a:pt x="42671" y="97536"/>
                </a:lnTo>
                <a:lnTo>
                  <a:pt x="43243" y="105775"/>
                </a:lnTo>
                <a:lnTo>
                  <a:pt x="62293" y="149161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1" name="Google Shape;7091;p104"/>
          <p:cNvSpPr/>
          <p:nvPr/>
        </p:nvSpPr>
        <p:spPr>
          <a:xfrm>
            <a:off x="1636776" y="2735580"/>
            <a:ext cx="474345" cy="144780"/>
          </a:xfrm>
          <a:custGeom>
            <a:rect b="b" l="l" r="r" t="t"/>
            <a:pathLst>
              <a:path extrusionOk="0" h="144780" w="474344">
                <a:moveTo>
                  <a:pt x="237743" y="144779"/>
                </a:moveTo>
                <a:lnTo>
                  <a:pt x="167639" y="138302"/>
                </a:lnTo>
                <a:lnTo>
                  <a:pt x="106679" y="120396"/>
                </a:lnTo>
                <a:lnTo>
                  <a:pt x="51625" y="92202"/>
                </a:lnTo>
                <a:lnTo>
                  <a:pt x="0" y="54864"/>
                </a:lnTo>
                <a:lnTo>
                  <a:pt x="0" y="0"/>
                </a:lnTo>
                <a:lnTo>
                  <a:pt x="3048" y="0"/>
                </a:lnTo>
                <a:lnTo>
                  <a:pt x="11596" y="9144"/>
                </a:lnTo>
                <a:lnTo>
                  <a:pt x="21145" y="18288"/>
                </a:lnTo>
                <a:lnTo>
                  <a:pt x="54649" y="45434"/>
                </a:lnTo>
                <a:lnTo>
                  <a:pt x="111394" y="76033"/>
                </a:lnTo>
                <a:lnTo>
                  <a:pt x="161543" y="92964"/>
                </a:lnTo>
                <a:lnTo>
                  <a:pt x="217693" y="101536"/>
                </a:lnTo>
                <a:lnTo>
                  <a:pt x="237743" y="102108"/>
                </a:lnTo>
                <a:lnTo>
                  <a:pt x="257770" y="101536"/>
                </a:lnTo>
                <a:lnTo>
                  <a:pt x="312420" y="92964"/>
                </a:lnTo>
                <a:lnTo>
                  <a:pt x="361926" y="76033"/>
                </a:lnTo>
                <a:lnTo>
                  <a:pt x="405764" y="53720"/>
                </a:lnTo>
                <a:lnTo>
                  <a:pt x="442412" y="27432"/>
                </a:lnTo>
                <a:lnTo>
                  <a:pt x="470915" y="0"/>
                </a:lnTo>
                <a:lnTo>
                  <a:pt x="473963" y="0"/>
                </a:lnTo>
                <a:lnTo>
                  <a:pt x="473963" y="54864"/>
                </a:lnTo>
                <a:lnTo>
                  <a:pt x="448532" y="74318"/>
                </a:lnTo>
                <a:lnTo>
                  <a:pt x="395954" y="106941"/>
                </a:lnTo>
                <a:lnTo>
                  <a:pt x="339971" y="130635"/>
                </a:lnTo>
                <a:lnTo>
                  <a:pt x="274296" y="143113"/>
                </a:lnTo>
                <a:lnTo>
                  <a:pt x="237743" y="14477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2" name="Google Shape;7092;p104"/>
          <p:cNvSpPr/>
          <p:nvPr/>
        </p:nvSpPr>
        <p:spPr>
          <a:xfrm>
            <a:off x="1652016" y="2206752"/>
            <a:ext cx="360045" cy="474345"/>
          </a:xfrm>
          <a:custGeom>
            <a:rect b="b" l="l" r="r" t="t"/>
            <a:pathLst>
              <a:path extrusionOk="0" h="474344" w="360044">
                <a:moveTo>
                  <a:pt x="359651" y="267208"/>
                </a:moveTo>
                <a:lnTo>
                  <a:pt x="316992" y="267208"/>
                </a:lnTo>
                <a:lnTo>
                  <a:pt x="316992" y="427228"/>
                </a:lnTo>
                <a:lnTo>
                  <a:pt x="0" y="427228"/>
                </a:lnTo>
                <a:lnTo>
                  <a:pt x="0" y="474218"/>
                </a:lnTo>
                <a:lnTo>
                  <a:pt x="359651" y="474218"/>
                </a:lnTo>
                <a:lnTo>
                  <a:pt x="359651" y="427228"/>
                </a:lnTo>
                <a:lnTo>
                  <a:pt x="359651" y="267208"/>
                </a:lnTo>
                <a:close/>
              </a:path>
              <a:path extrusionOk="0" h="474344" w="360044">
                <a:moveTo>
                  <a:pt x="359664" y="179832"/>
                </a:moveTo>
                <a:lnTo>
                  <a:pt x="225552" y="179832"/>
                </a:lnTo>
                <a:lnTo>
                  <a:pt x="225450" y="137160"/>
                </a:lnTo>
                <a:lnTo>
                  <a:pt x="225348" y="133807"/>
                </a:lnTo>
                <a:lnTo>
                  <a:pt x="225234" y="129997"/>
                </a:lnTo>
                <a:lnTo>
                  <a:pt x="224980" y="121640"/>
                </a:lnTo>
                <a:lnTo>
                  <a:pt x="224942" y="121348"/>
                </a:lnTo>
                <a:lnTo>
                  <a:pt x="224828" y="120205"/>
                </a:lnTo>
                <a:lnTo>
                  <a:pt x="216408" y="76200"/>
                </a:lnTo>
                <a:lnTo>
                  <a:pt x="203517" y="50292"/>
                </a:lnTo>
                <a:lnTo>
                  <a:pt x="197548" y="41706"/>
                </a:lnTo>
                <a:lnTo>
                  <a:pt x="188976" y="32004"/>
                </a:lnTo>
                <a:lnTo>
                  <a:pt x="184404" y="28384"/>
                </a:lnTo>
                <a:lnTo>
                  <a:pt x="184404" y="147828"/>
                </a:lnTo>
                <a:lnTo>
                  <a:pt x="184404" y="179832"/>
                </a:lnTo>
                <a:lnTo>
                  <a:pt x="41148" y="179832"/>
                </a:lnTo>
                <a:lnTo>
                  <a:pt x="41224" y="137160"/>
                </a:lnTo>
                <a:lnTo>
                  <a:pt x="45859" y="95923"/>
                </a:lnTo>
                <a:lnTo>
                  <a:pt x="71145" y="60985"/>
                </a:lnTo>
                <a:lnTo>
                  <a:pt x="100990" y="50825"/>
                </a:lnTo>
                <a:lnTo>
                  <a:pt x="101244" y="50825"/>
                </a:lnTo>
                <a:lnTo>
                  <a:pt x="109728" y="50292"/>
                </a:lnTo>
                <a:lnTo>
                  <a:pt x="151638" y="62293"/>
                </a:lnTo>
                <a:lnTo>
                  <a:pt x="176987" y="91998"/>
                </a:lnTo>
                <a:lnTo>
                  <a:pt x="183273" y="121640"/>
                </a:lnTo>
                <a:lnTo>
                  <a:pt x="184111" y="133807"/>
                </a:lnTo>
                <a:lnTo>
                  <a:pt x="184175" y="137160"/>
                </a:lnTo>
                <a:lnTo>
                  <a:pt x="184238" y="140208"/>
                </a:lnTo>
                <a:lnTo>
                  <a:pt x="184404" y="147828"/>
                </a:lnTo>
                <a:lnTo>
                  <a:pt x="184404" y="28384"/>
                </a:lnTo>
                <a:lnTo>
                  <a:pt x="141846" y="5143"/>
                </a:lnTo>
                <a:lnTo>
                  <a:pt x="108204" y="0"/>
                </a:lnTo>
                <a:lnTo>
                  <a:pt x="93916" y="838"/>
                </a:lnTo>
                <a:lnTo>
                  <a:pt x="47282" y="18478"/>
                </a:lnTo>
                <a:lnTo>
                  <a:pt x="17449" y="52755"/>
                </a:lnTo>
                <a:lnTo>
                  <a:pt x="6096" y="83820"/>
                </a:lnTo>
                <a:lnTo>
                  <a:pt x="3213" y="94945"/>
                </a:lnTo>
                <a:lnTo>
                  <a:pt x="1333" y="107632"/>
                </a:lnTo>
                <a:lnTo>
                  <a:pt x="317" y="121640"/>
                </a:lnTo>
                <a:lnTo>
                  <a:pt x="63" y="133807"/>
                </a:lnTo>
                <a:lnTo>
                  <a:pt x="0" y="227076"/>
                </a:lnTo>
                <a:lnTo>
                  <a:pt x="359664" y="227076"/>
                </a:lnTo>
                <a:lnTo>
                  <a:pt x="359664" y="179832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104"/>
          <p:cNvSpPr/>
          <p:nvPr/>
        </p:nvSpPr>
        <p:spPr>
          <a:xfrm>
            <a:off x="1652016" y="1937004"/>
            <a:ext cx="43180" cy="12700"/>
          </a:xfrm>
          <a:custGeom>
            <a:rect b="b" l="l" r="r" t="t"/>
            <a:pathLst>
              <a:path extrusionOk="0" h="12700" w="43180">
                <a:moveTo>
                  <a:pt x="0" y="0"/>
                </a:moveTo>
                <a:lnTo>
                  <a:pt x="42671" y="0"/>
                </a:lnTo>
                <a:lnTo>
                  <a:pt x="42671" y="12700"/>
                </a:lnTo>
                <a:lnTo>
                  <a:pt x="0" y="12700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4" name="Google Shape;7094;p104"/>
          <p:cNvSpPr/>
          <p:nvPr/>
        </p:nvSpPr>
        <p:spPr>
          <a:xfrm>
            <a:off x="1969007" y="1937004"/>
            <a:ext cx="43180" cy="12700"/>
          </a:xfrm>
          <a:custGeom>
            <a:rect b="b" l="l" r="r" t="t"/>
            <a:pathLst>
              <a:path extrusionOk="0" h="12700" w="43180">
                <a:moveTo>
                  <a:pt x="0" y="0"/>
                </a:moveTo>
                <a:lnTo>
                  <a:pt x="42672" y="0"/>
                </a:lnTo>
                <a:lnTo>
                  <a:pt x="42672" y="12700"/>
                </a:lnTo>
                <a:lnTo>
                  <a:pt x="0" y="12700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5" name="Google Shape;7095;p104"/>
          <p:cNvSpPr/>
          <p:nvPr/>
        </p:nvSpPr>
        <p:spPr>
          <a:xfrm>
            <a:off x="1652016" y="1949704"/>
            <a:ext cx="43180" cy="165100"/>
          </a:xfrm>
          <a:custGeom>
            <a:rect b="b" l="l" r="r" t="t"/>
            <a:pathLst>
              <a:path extrusionOk="0" h="165100" w="43180">
                <a:moveTo>
                  <a:pt x="0" y="0"/>
                </a:moveTo>
                <a:lnTo>
                  <a:pt x="42671" y="0"/>
                </a:lnTo>
                <a:lnTo>
                  <a:pt x="42671" y="165100"/>
                </a:lnTo>
                <a:lnTo>
                  <a:pt x="0" y="165100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6" name="Google Shape;7096;p104"/>
          <p:cNvSpPr/>
          <p:nvPr/>
        </p:nvSpPr>
        <p:spPr>
          <a:xfrm>
            <a:off x="1793748" y="1949704"/>
            <a:ext cx="43180" cy="165100"/>
          </a:xfrm>
          <a:custGeom>
            <a:rect b="b" l="l" r="r" t="t"/>
            <a:pathLst>
              <a:path extrusionOk="0" h="165100" w="43180">
                <a:moveTo>
                  <a:pt x="0" y="0"/>
                </a:moveTo>
                <a:lnTo>
                  <a:pt x="42671" y="0"/>
                </a:lnTo>
                <a:lnTo>
                  <a:pt x="42671" y="165100"/>
                </a:lnTo>
                <a:lnTo>
                  <a:pt x="0" y="165100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7" name="Google Shape;7097;p104"/>
          <p:cNvSpPr/>
          <p:nvPr/>
        </p:nvSpPr>
        <p:spPr>
          <a:xfrm>
            <a:off x="1652003" y="1949704"/>
            <a:ext cx="360045" cy="213360"/>
          </a:xfrm>
          <a:custGeom>
            <a:rect b="b" l="l" r="r" t="t"/>
            <a:pathLst>
              <a:path extrusionOk="0" h="213360" w="360044">
                <a:moveTo>
                  <a:pt x="359664" y="0"/>
                </a:moveTo>
                <a:lnTo>
                  <a:pt x="316992" y="0"/>
                </a:lnTo>
                <a:lnTo>
                  <a:pt x="316992" y="165100"/>
                </a:lnTo>
                <a:lnTo>
                  <a:pt x="0" y="165100"/>
                </a:lnTo>
                <a:lnTo>
                  <a:pt x="0" y="213360"/>
                </a:lnTo>
                <a:lnTo>
                  <a:pt x="359664" y="213360"/>
                </a:lnTo>
                <a:lnTo>
                  <a:pt x="359664" y="165100"/>
                </a:lnTo>
                <a:lnTo>
                  <a:pt x="359664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8" name="Google Shape;7098;p104"/>
          <p:cNvSpPr/>
          <p:nvPr/>
        </p:nvSpPr>
        <p:spPr>
          <a:xfrm>
            <a:off x="1636775" y="1755648"/>
            <a:ext cx="474345" cy="144780"/>
          </a:xfrm>
          <a:custGeom>
            <a:rect b="b" l="l" r="r" t="t"/>
            <a:pathLst>
              <a:path extrusionOk="0" h="144780" w="474344">
                <a:moveTo>
                  <a:pt x="473964" y="144779"/>
                </a:moveTo>
                <a:lnTo>
                  <a:pt x="470916" y="144779"/>
                </a:lnTo>
                <a:lnTo>
                  <a:pt x="462367" y="135397"/>
                </a:lnTo>
                <a:lnTo>
                  <a:pt x="452818" y="125729"/>
                </a:lnTo>
                <a:lnTo>
                  <a:pt x="418457" y="97821"/>
                </a:lnTo>
                <a:lnTo>
                  <a:pt x="377952" y="74675"/>
                </a:lnTo>
                <a:lnTo>
                  <a:pt x="329303" y="55173"/>
                </a:lnTo>
                <a:lnTo>
                  <a:pt x="276225" y="44767"/>
                </a:lnTo>
                <a:lnTo>
                  <a:pt x="237744" y="42671"/>
                </a:lnTo>
                <a:lnTo>
                  <a:pt x="217693" y="43243"/>
                </a:lnTo>
                <a:lnTo>
                  <a:pt x="161544" y="51815"/>
                </a:lnTo>
                <a:lnTo>
                  <a:pt x="111394" y="67889"/>
                </a:lnTo>
                <a:lnTo>
                  <a:pt x="68199" y="90296"/>
                </a:lnTo>
                <a:lnTo>
                  <a:pt x="31551" y="117347"/>
                </a:lnTo>
                <a:lnTo>
                  <a:pt x="3048" y="144779"/>
                </a:lnTo>
                <a:lnTo>
                  <a:pt x="0" y="144779"/>
                </a:lnTo>
                <a:lnTo>
                  <a:pt x="0" y="89915"/>
                </a:lnTo>
                <a:lnTo>
                  <a:pt x="25455" y="69580"/>
                </a:lnTo>
                <a:lnTo>
                  <a:pt x="78652" y="36337"/>
                </a:lnTo>
                <a:lnTo>
                  <a:pt x="135516" y="12858"/>
                </a:lnTo>
                <a:lnTo>
                  <a:pt x="201191" y="1428"/>
                </a:lnTo>
                <a:lnTo>
                  <a:pt x="237744" y="0"/>
                </a:lnTo>
                <a:lnTo>
                  <a:pt x="273415" y="1428"/>
                </a:lnTo>
                <a:lnTo>
                  <a:pt x="338470" y="12858"/>
                </a:lnTo>
                <a:lnTo>
                  <a:pt x="395311" y="36337"/>
                </a:lnTo>
                <a:lnTo>
                  <a:pt x="448508" y="69580"/>
                </a:lnTo>
                <a:lnTo>
                  <a:pt x="473964" y="89915"/>
                </a:lnTo>
                <a:lnTo>
                  <a:pt x="473964" y="14477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099" name="Google Shape;7099;p10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628388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sp>
        <p:nvSpPr>
          <p:cNvPr id="7100" name="Google Shape;7100;p104"/>
          <p:cNvSpPr/>
          <p:nvPr/>
        </p:nvSpPr>
        <p:spPr>
          <a:xfrm>
            <a:off x="4558284" y="8432292"/>
            <a:ext cx="26034" cy="7620"/>
          </a:xfrm>
          <a:custGeom>
            <a:rect b="b" l="l" r="r" t="t"/>
            <a:pathLst>
              <a:path extrusionOk="0" h="7620" w="26035">
                <a:moveTo>
                  <a:pt x="0" y="0"/>
                </a:moveTo>
                <a:lnTo>
                  <a:pt x="25907" y="0"/>
                </a:lnTo>
                <a:lnTo>
                  <a:pt x="25907" y="7620"/>
                </a:lnTo>
                <a:lnTo>
                  <a:pt x="0" y="76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1" name="Google Shape;7101;p104"/>
          <p:cNvSpPr/>
          <p:nvPr/>
        </p:nvSpPr>
        <p:spPr>
          <a:xfrm>
            <a:off x="4748784" y="8432292"/>
            <a:ext cx="26034" cy="7620"/>
          </a:xfrm>
          <a:custGeom>
            <a:rect b="b" l="l" r="r" t="t"/>
            <a:pathLst>
              <a:path extrusionOk="0" h="7620" w="26035">
                <a:moveTo>
                  <a:pt x="0" y="0"/>
                </a:moveTo>
                <a:lnTo>
                  <a:pt x="25908" y="0"/>
                </a:lnTo>
                <a:lnTo>
                  <a:pt x="25908" y="7620"/>
                </a:lnTo>
                <a:lnTo>
                  <a:pt x="0" y="76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2" name="Google Shape;7102;p104"/>
          <p:cNvSpPr/>
          <p:nvPr/>
        </p:nvSpPr>
        <p:spPr>
          <a:xfrm>
            <a:off x="4558284" y="8439911"/>
            <a:ext cx="26034" cy="99060"/>
          </a:xfrm>
          <a:custGeom>
            <a:rect b="b" l="l" r="r" t="t"/>
            <a:pathLst>
              <a:path extrusionOk="0" h="99059" w="26035">
                <a:moveTo>
                  <a:pt x="0" y="0"/>
                </a:moveTo>
                <a:lnTo>
                  <a:pt x="25907" y="0"/>
                </a:lnTo>
                <a:lnTo>
                  <a:pt x="25907" y="99059"/>
                </a:lnTo>
                <a:lnTo>
                  <a:pt x="0" y="9905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3" name="Google Shape;7103;p104"/>
          <p:cNvSpPr/>
          <p:nvPr/>
        </p:nvSpPr>
        <p:spPr>
          <a:xfrm>
            <a:off x="4643627" y="8439911"/>
            <a:ext cx="26034" cy="99060"/>
          </a:xfrm>
          <a:custGeom>
            <a:rect b="b" l="l" r="r" t="t"/>
            <a:pathLst>
              <a:path extrusionOk="0" h="99059" w="26035">
                <a:moveTo>
                  <a:pt x="0" y="0"/>
                </a:moveTo>
                <a:lnTo>
                  <a:pt x="25907" y="0"/>
                </a:lnTo>
                <a:lnTo>
                  <a:pt x="25907" y="99059"/>
                </a:lnTo>
                <a:lnTo>
                  <a:pt x="0" y="9905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4" name="Google Shape;7104;p104"/>
          <p:cNvGrpSpPr/>
          <p:nvPr/>
        </p:nvGrpSpPr>
        <p:grpSpPr>
          <a:xfrm>
            <a:off x="4558284" y="7339583"/>
            <a:ext cx="220980" cy="1228599"/>
            <a:chOff x="4558284" y="7339583"/>
            <a:chExt cx="220980" cy="1228599"/>
          </a:xfrm>
        </p:grpSpPr>
        <p:sp>
          <p:nvSpPr>
            <p:cNvPr id="7105" name="Google Shape;7105;p104"/>
            <p:cNvSpPr/>
            <p:nvPr/>
          </p:nvSpPr>
          <p:spPr>
            <a:xfrm>
              <a:off x="4558284" y="8439912"/>
              <a:ext cx="216535" cy="128270"/>
            </a:xfrm>
            <a:custGeom>
              <a:rect b="b" l="l" r="r" t="t"/>
              <a:pathLst>
                <a:path extrusionOk="0" h="128270" w="216535">
                  <a:moveTo>
                    <a:pt x="216395" y="0"/>
                  </a:moveTo>
                  <a:lnTo>
                    <a:pt x="190487" y="0"/>
                  </a:lnTo>
                  <a:lnTo>
                    <a:pt x="190487" y="99060"/>
                  </a:lnTo>
                  <a:lnTo>
                    <a:pt x="0" y="99060"/>
                  </a:lnTo>
                  <a:lnTo>
                    <a:pt x="0" y="128270"/>
                  </a:lnTo>
                  <a:lnTo>
                    <a:pt x="216395" y="128270"/>
                  </a:lnTo>
                  <a:lnTo>
                    <a:pt x="216395" y="99060"/>
                  </a:lnTo>
                  <a:lnTo>
                    <a:pt x="21639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06" name="Google Shape;7106;p10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4558284" y="8147304"/>
              <a:ext cx="219455" cy="2651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07" name="Google Shape;7107;p104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4608576" y="7897367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08" name="Google Shape;7108;p104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4608576" y="7740395"/>
              <a:ext cx="170688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09" name="Google Shape;7109;p104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4565904" y="7339583"/>
              <a:ext cx="211836" cy="3779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110" name="Google Shape;7110;p104"/>
          <p:cNvGrpSpPr/>
          <p:nvPr/>
        </p:nvGrpSpPr>
        <p:grpSpPr>
          <a:xfrm>
            <a:off x="4558284" y="5718047"/>
            <a:ext cx="275844" cy="1514856"/>
            <a:chOff x="4558284" y="5718047"/>
            <a:chExt cx="275844" cy="1514856"/>
          </a:xfrm>
        </p:grpSpPr>
        <p:pic>
          <p:nvPicPr>
            <p:cNvPr id="7111" name="Google Shape;7111;p104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4608576" y="6967727"/>
              <a:ext cx="170687" cy="2651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12" name="Google Shape;7112;p104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4608576" y="6647688"/>
              <a:ext cx="225552" cy="2804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13" name="Google Shape;7113;p104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4608576" y="6496812"/>
              <a:ext cx="169163" cy="1249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14" name="Google Shape;7114;p104"/>
            <p:cNvSpPr/>
            <p:nvPr/>
          </p:nvSpPr>
          <p:spPr>
            <a:xfrm>
              <a:off x="4558284" y="6444996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15" name="Google Shape;7115;p104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4565904" y="6187439"/>
              <a:ext cx="213359" cy="2316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16" name="Google Shape;7116;p104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4608576" y="6022848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17" name="Google Shape;7117;p104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4608576" y="5718047"/>
              <a:ext cx="169164" cy="2788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118" name="Google Shape;7118;p104"/>
          <p:cNvGrpSpPr/>
          <p:nvPr/>
        </p:nvGrpSpPr>
        <p:grpSpPr>
          <a:xfrm>
            <a:off x="4549140" y="4517135"/>
            <a:ext cx="230504" cy="1076199"/>
            <a:chOff x="4549140" y="4517135"/>
            <a:chExt cx="230504" cy="1076199"/>
          </a:xfrm>
        </p:grpSpPr>
        <p:sp>
          <p:nvSpPr>
            <p:cNvPr id="7119" name="Google Shape;7119;p104"/>
            <p:cNvSpPr/>
            <p:nvPr/>
          </p:nvSpPr>
          <p:spPr>
            <a:xfrm>
              <a:off x="4549140" y="4672584"/>
              <a:ext cx="230504" cy="920750"/>
            </a:xfrm>
            <a:custGeom>
              <a:rect b="b" l="l" r="r" t="t"/>
              <a:pathLst>
                <a:path extrusionOk="0" h="920750" w="230504">
                  <a:moveTo>
                    <a:pt x="225552" y="347472"/>
                  </a:moveTo>
                  <a:lnTo>
                    <a:pt x="64008" y="306324"/>
                  </a:lnTo>
                  <a:lnTo>
                    <a:pt x="64008" y="333756"/>
                  </a:lnTo>
                  <a:lnTo>
                    <a:pt x="188976" y="359664"/>
                  </a:lnTo>
                  <a:lnTo>
                    <a:pt x="64008" y="399288"/>
                  </a:lnTo>
                  <a:lnTo>
                    <a:pt x="64008" y="422148"/>
                  </a:lnTo>
                  <a:lnTo>
                    <a:pt x="188976" y="460248"/>
                  </a:lnTo>
                  <a:lnTo>
                    <a:pt x="64008" y="489204"/>
                  </a:lnTo>
                  <a:lnTo>
                    <a:pt x="64008" y="518160"/>
                  </a:lnTo>
                  <a:lnTo>
                    <a:pt x="225552" y="477012"/>
                  </a:lnTo>
                  <a:lnTo>
                    <a:pt x="225552" y="451104"/>
                  </a:lnTo>
                  <a:lnTo>
                    <a:pt x="100584" y="411480"/>
                  </a:lnTo>
                  <a:lnTo>
                    <a:pt x="225552" y="371856"/>
                  </a:lnTo>
                  <a:lnTo>
                    <a:pt x="225552" y="347472"/>
                  </a:lnTo>
                  <a:close/>
                </a:path>
                <a:path extrusionOk="0" h="920750" w="230504">
                  <a:moveTo>
                    <a:pt x="228600" y="675132"/>
                  </a:moveTo>
                  <a:lnTo>
                    <a:pt x="227076" y="670560"/>
                  </a:lnTo>
                  <a:lnTo>
                    <a:pt x="227076" y="665988"/>
                  </a:lnTo>
                  <a:lnTo>
                    <a:pt x="225552" y="661416"/>
                  </a:lnTo>
                  <a:lnTo>
                    <a:pt x="224028" y="655320"/>
                  </a:lnTo>
                  <a:lnTo>
                    <a:pt x="224028" y="652272"/>
                  </a:lnTo>
                  <a:lnTo>
                    <a:pt x="222504" y="647700"/>
                  </a:lnTo>
                  <a:lnTo>
                    <a:pt x="219456" y="643128"/>
                  </a:lnTo>
                  <a:lnTo>
                    <a:pt x="216408" y="633984"/>
                  </a:lnTo>
                  <a:lnTo>
                    <a:pt x="214884" y="630936"/>
                  </a:lnTo>
                  <a:lnTo>
                    <a:pt x="185928" y="630936"/>
                  </a:lnTo>
                  <a:lnTo>
                    <a:pt x="185928" y="632460"/>
                  </a:lnTo>
                  <a:lnTo>
                    <a:pt x="187452" y="635508"/>
                  </a:lnTo>
                  <a:lnTo>
                    <a:pt x="190500" y="638556"/>
                  </a:lnTo>
                  <a:lnTo>
                    <a:pt x="193548" y="644652"/>
                  </a:lnTo>
                  <a:lnTo>
                    <a:pt x="195072" y="649224"/>
                  </a:lnTo>
                  <a:lnTo>
                    <a:pt x="198120" y="653796"/>
                  </a:lnTo>
                  <a:lnTo>
                    <a:pt x="199644" y="658368"/>
                  </a:lnTo>
                  <a:lnTo>
                    <a:pt x="202692" y="670560"/>
                  </a:lnTo>
                  <a:lnTo>
                    <a:pt x="204216" y="675132"/>
                  </a:lnTo>
                  <a:lnTo>
                    <a:pt x="204101" y="688848"/>
                  </a:lnTo>
                  <a:lnTo>
                    <a:pt x="190500" y="728472"/>
                  </a:lnTo>
                  <a:lnTo>
                    <a:pt x="147828" y="742188"/>
                  </a:lnTo>
                  <a:lnTo>
                    <a:pt x="147828" y="655320"/>
                  </a:lnTo>
                  <a:lnTo>
                    <a:pt x="147828" y="627888"/>
                  </a:lnTo>
                  <a:lnTo>
                    <a:pt x="132588" y="627888"/>
                  </a:lnTo>
                  <a:lnTo>
                    <a:pt x="126492" y="628091"/>
                  </a:lnTo>
                  <a:lnTo>
                    <a:pt x="126492" y="655320"/>
                  </a:lnTo>
                  <a:lnTo>
                    <a:pt x="126492" y="742188"/>
                  </a:lnTo>
                  <a:lnTo>
                    <a:pt x="120396" y="742188"/>
                  </a:lnTo>
                  <a:lnTo>
                    <a:pt x="114300" y="740664"/>
                  </a:lnTo>
                  <a:lnTo>
                    <a:pt x="108204" y="737616"/>
                  </a:lnTo>
                  <a:lnTo>
                    <a:pt x="103263" y="735977"/>
                  </a:lnTo>
                  <a:lnTo>
                    <a:pt x="103441" y="735977"/>
                  </a:lnTo>
                  <a:lnTo>
                    <a:pt x="99060" y="733044"/>
                  </a:lnTo>
                  <a:lnTo>
                    <a:pt x="89916" y="723900"/>
                  </a:lnTo>
                  <a:lnTo>
                    <a:pt x="83820" y="714756"/>
                  </a:lnTo>
                  <a:lnTo>
                    <a:pt x="82296" y="710184"/>
                  </a:lnTo>
                  <a:lnTo>
                    <a:pt x="82169" y="709714"/>
                  </a:lnTo>
                  <a:lnTo>
                    <a:pt x="80772" y="704088"/>
                  </a:lnTo>
                  <a:lnTo>
                    <a:pt x="80772" y="688848"/>
                  </a:lnTo>
                  <a:lnTo>
                    <a:pt x="83820" y="676656"/>
                  </a:lnTo>
                  <a:lnTo>
                    <a:pt x="89916" y="667512"/>
                  </a:lnTo>
                  <a:lnTo>
                    <a:pt x="94488" y="664464"/>
                  </a:lnTo>
                  <a:lnTo>
                    <a:pt x="97536" y="661416"/>
                  </a:lnTo>
                  <a:lnTo>
                    <a:pt x="102108" y="659892"/>
                  </a:lnTo>
                  <a:lnTo>
                    <a:pt x="108204" y="658368"/>
                  </a:lnTo>
                  <a:lnTo>
                    <a:pt x="112776" y="656844"/>
                  </a:lnTo>
                  <a:lnTo>
                    <a:pt x="118872" y="655320"/>
                  </a:lnTo>
                  <a:lnTo>
                    <a:pt x="126492" y="655320"/>
                  </a:lnTo>
                  <a:lnTo>
                    <a:pt x="126492" y="628091"/>
                  </a:lnTo>
                  <a:lnTo>
                    <a:pt x="88011" y="638175"/>
                  </a:lnTo>
                  <a:lnTo>
                    <a:pt x="62001" y="673493"/>
                  </a:lnTo>
                  <a:lnTo>
                    <a:pt x="59626" y="688848"/>
                  </a:lnTo>
                  <a:lnTo>
                    <a:pt x="59436" y="693420"/>
                  </a:lnTo>
                  <a:lnTo>
                    <a:pt x="72288" y="737146"/>
                  </a:lnTo>
                  <a:lnTo>
                    <a:pt x="110299" y="764095"/>
                  </a:lnTo>
                  <a:lnTo>
                    <a:pt x="146304" y="769620"/>
                  </a:lnTo>
                  <a:lnTo>
                    <a:pt x="164604" y="768223"/>
                  </a:lnTo>
                  <a:lnTo>
                    <a:pt x="180784" y="764095"/>
                  </a:lnTo>
                  <a:lnTo>
                    <a:pt x="194945" y="757415"/>
                  </a:lnTo>
                  <a:lnTo>
                    <a:pt x="207264" y="748284"/>
                  </a:lnTo>
                  <a:lnTo>
                    <a:pt x="211772" y="742188"/>
                  </a:lnTo>
                  <a:lnTo>
                    <a:pt x="216382" y="735977"/>
                  </a:lnTo>
                  <a:lnTo>
                    <a:pt x="223075" y="721804"/>
                  </a:lnTo>
                  <a:lnTo>
                    <a:pt x="227190" y="705637"/>
                  </a:lnTo>
                  <a:lnTo>
                    <a:pt x="227304" y="704088"/>
                  </a:lnTo>
                  <a:lnTo>
                    <a:pt x="228473" y="688848"/>
                  </a:lnTo>
                  <a:lnTo>
                    <a:pt x="228600" y="675132"/>
                  </a:lnTo>
                  <a:close/>
                </a:path>
                <a:path extrusionOk="0" h="920750" w="230504">
                  <a:moveTo>
                    <a:pt x="228600" y="545592"/>
                  </a:moveTo>
                  <a:lnTo>
                    <a:pt x="227076" y="539496"/>
                  </a:lnTo>
                  <a:lnTo>
                    <a:pt x="227076" y="534924"/>
                  </a:lnTo>
                  <a:lnTo>
                    <a:pt x="225552" y="528828"/>
                  </a:lnTo>
                  <a:lnTo>
                    <a:pt x="224028" y="524256"/>
                  </a:lnTo>
                  <a:lnTo>
                    <a:pt x="199644" y="524256"/>
                  </a:lnTo>
                  <a:lnTo>
                    <a:pt x="199644" y="525780"/>
                  </a:lnTo>
                  <a:lnTo>
                    <a:pt x="201168" y="527304"/>
                  </a:lnTo>
                  <a:lnTo>
                    <a:pt x="201168" y="530352"/>
                  </a:lnTo>
                  <a:lnTo>
                    <a:pt x="204216" y="539496"/>
                  </a:lnTo>
                  <a:lnTo>
                    <a:pt x="204216" y="559308"/>
                  </a:lnTo>
                  <a:lnTo>
                    <a:pt x="202692" y="562356"/>
                  </a:lnTo>
                  <a:lnTo>
                    <a:pt x="199644" y="566928"/>
                  </a:lnTo>
                  <a:lnTo>
                    <a:pt x="198120" y="568452"/>
                  </a:lnTo>
                  <a:lnTo>
                    <a:pt x="195072" y="569976"/>
                  </a:lnTo>
                  <a:lnTo>
                    <a:pt x="190500" y="573024"/>
                  </a:lnTo>
                  <a:lnTo>
                    <a:pt x="185928" y="573024"/>
                  </a:lnTo>
                  <a:lnTo>
                    <a:pt x="182880" y="574548"/>
                  </a:lnTo>
                  <a:lnTo>
                    <a:pt x="86868" y="574548"/>
                  </a:lnTo>
                  <a:lnTo>
                    <a:pt x="86868" y="524256"/>
                  </a:lnTo>
                  <a:lnTo>
                    <a:pt x="64008" y="524256"/>
                  </a:lnTo>
                  <a:lnTo>
                    <a:pt x="64008" y="574548"/>
                  </a:lnTo>
                  <a:lnTo>
                    <a:pt x="16764" y="574548"/>
                  </a:lnTo>
                  <a:lnTo>
                    <a:pt x="16764" y="601980"/>
                  </a:lnTo>
                  <a:lnTo>
                    <a:pt x="64008" y="601980"/>
                  </a:lnTo>
                  <a:lnTo>
                    <a:pt x="64008" y="620268"/>
                  </a:lnTo>
                  <a:lnTo>
                    <a:pt x="86868" y="620268"/>
                  </a:lnTo>
                  <a:lnTo>
                    <a:pt x="86868" y="601980"/>
                  </a:lnTo>
                  <a:lnTo>
                    <a:pt x="176784" y="601980"/>
                  </a:lnTo>
                  <a:lnTo>
                    <a:pt x="216408" y="589788"/>
                  </a:lnTo>
                  <a:lnTo>
                    <a:pt x="228600" y="554736"/>
                  </a:lnTo>
                  <a:lnTo>
                    <a:pt x="228600" y="545592"/>
                  </a:lnTo>
                  <a:close/>
                </a:path>
                <a:path extrusionOk="0" h="920750" w="230504">
                  <a:moveTo>
                    <a:pt x="228600" y="201168"/>
                  </a:moveTo>
                  <a:lnTo>
                    <a:pt x="227076" y="196596"/>
                  </a:lnTo>
                  <a:lnTo>
                    <a:pt x="227076" y="192024"/>
                  </a:lnTo>
                  <a:lnTo>
                    <a:pt x="225552" y="187452"/>
                  </a:lnTo>
                  <a:lnTo>
                    <a:pt x="224028" y="181356"/>
                  </a:lnTo>
                  <a:lnTo>
                    <a:pt x="224028" y="178308"/>
                  </a:lnTo>
                  <a:lnTo>
                    <a:pt x="222504" y="173736"/>
                  </a:lnTo>
                  <a:lnTo>
                    <a:pt x="219456" y="169164"/>
                  </a:lnTo>
                  <a:lnTo>
                    <a:pt x="216408" y="160020"/>
                  </a:lnTo>
                  <a:lnTo>
                    <a:pt x="214884" y="156972"/>
                  </a:lnTo>
                  <a:lnTo>
                    <a:pt x="185928" y="156972"/>
                  </a:lnTo>
                  <a:lnTo>
                    <a:pt x="185928" y="158496"/>
                  </a:lnTo>
                  <a:lnTo>
                    <a:pt x="190500" y="163068"/>
                  </a:lnTo>
                  <a:lnTo>
                    <a:pt x="192024" y="166116"/>
                  </a:lnTo>
                  <a:lnTo>
                    <a:pt x="195072" y="175260"/>
                  </a:lnTo>
                  <a:lnTo>
                    <a:pt x="198120" y="179832"/>
                  </a:lnTo>
                  <a:lnTo>
                    <a:pt x="201168" y="188976"/>
                  </a:lnTo>
                  <a:lnTo>
                    <a:pt x="204216" y="201168"/>
                  </a:lnTo>
                  <a:lnTo>
                    <a:pt x="204101" y="214884"/>
                  </a:lnTo>
                  <a:lnTo>
                    <a:pt x="203352" y="225348"/>
                  </a:lnTo>
                  <a:lnTo>
                    <a:pt x="181902" y="259867"/>
                  </a:lnTo>
                  <a:lnTo>
                    <a:pt x="147828" y="268224"/>
                  </a:lnTo>
                  <a:lnTo>
                    <a:pt x="147828" y="181356"/>
                  </a:lnTo>
                  <a:lnTo>
                    <a:pt x="147828" y="153924"/>
                  </a:lnTo>
                  <a:lnTo>
                    <a:pt x="132588" y="153924"/>
                  </a:lnTo>
                  <a:lnTo>
                    <a:pt x="126492" y="154127"/>
                  </a:lnTo>
                  <a:lnTo>
                    <a:pt x="126492" y="181356"/>
                  </a:lnTo>
                  <a:lnTo>
                    <a:pt x="126492" y="268224"/>
                  </a:lnTo>
                  <a:lnTo>
                    <a:pt x="120396" y="266700"/>
                  </a:lnTo>
                  <a:lnTo>
                    <a:pt x="114300" y="266700"/>
                  </a:lnTo>
                  <a:lnTo>
                    <a:pt x="108204" y="263652"/>
                  </a:lnTo>
                  <a:lnTo>
                    <a:pt x="103263" y="262013"/>
                  </a:lnTo>
                  <a:lnTo>
                    <a:pt x="103441" y="262013"/>
                  </a:lnTo>
                  <a:lnTo>
                    <a:pt x="99060" y="259080"/>
                  </a:lnTo>
                  <a:lnTo>
                    <a:pt x="89916" y="249936"/>
                  </a:lnTo>
                  <a:lnTo>
                    <a:pt x="83820" y="240792"/>
                  </a:lnTo>
                  <a:lnTo>
                    <a:pt x="80772" y="228600"/>
                  </a:lnTo>
                  <a:lnTo>
                    <a:pt x="80772" y="214884"/>
                  </a:lnTo>
                  <a:lnTo>
                    <a:pt x="82296" y="207264"/>
                  </a:lnTo>
                  <a:lnTo>
                    <a:pt x="83820" y="202692"/>
                  </a:lnTo>
                  <a:lnTo>
                    <a:pt x="89916" y="193548"/>
                  </a:lnTo>
                  <a:lnTo>
                    <a:pt x="94488" y="190500"/>
                  </a:lnTo>
                  <a:lnTo>
                    <a:pt x="97536" y="187452"/>
                  </a:lnTo>
                  <a:lnTo>
                    <a:pt x="102108" y="185928"/>
                  </a:lnTo>
                  <a:lnTo>
                    <a:pt x="108204" y="184404"/>
                  </a:lnTo>
                  <a:lnTo>
                    <a:pt x="112776" y="181356"/>
                  </a:lnTo>
                  <a:lnTo>
                    <a:pt x="126492" y="181356"/>
                  </a:lnTo>
                  <a:lnTo>
                    <a:pt x="126492" y="154127"/>
                  </a:lnTo>
                  <a:lnTo>
                    <a:pt x="88011" y="164211"/>
                  </a:lnTo>
                  <a:lnTo>
                    <a:pt x="62001" y="198031"/>
                  </a:lnTo>
                  <a:lnTo>
                    <a:pt x="59436" y="219456"/>
                  </a:lnTo>
                  <a:lnTo>
                    <a:pt x="60858" y="235750"/>
                  </a:lnTo>
                  <a:lnTo>
                    <a:pt x="60947" y="236029"/>
                  </a:lnTo>
                  <a:lnTo>
                    <a:pt x="65151" y="250317"/>
                  </a:lnTo>
                  <a:lnTo>
                    <a:pt x="95504" y="283451"/>
                  </a:lnTo>
                  <a:lnTo>
                    <a:pt x="146304" y="295656"/>
                  </a:lnTo>
                  <a:lnTo>
                    <a:pt x="164604" y="294259"/>
                  </a:lnTo>
                  <a:lnTo>
                    <a:pt x="180784" y="290131"/>
                  </a:lnTo>
                  <a:lnTo>
                    <a:pt x="194945" y="283451"/>
                  </a:lnTo>
                  <a:lnTo>
                    <a:pt x="207264" y="274320"/>
                  </a:lnTo>
                  <a:lnTo>
                    <a:pt x="211772" y="268224"/>
                  </a:lnTo>
                  <a:lnTo>
                    <a:pt x="216382" y="262013"/>
                  </a:lnTo>
                  <a:lnTo>
                    <a:pt x="223075" y="247840"/>
                  </a:lnTo>
                  <a:lnTo>
                    <a:pt x="227190" y="231673"/>
                  </a:lnTo>
                  <a:lnTo>
                    <a:pt x="228473" y="214884"/>
                  </a:lnTo>
                  <a:lnTo>
                    <a:pt x="228600" y="201168"/>
                  </a:lnTo>
                  <a:close/>
                </a:path>
                <a:path extrusionOk="0" h="920750" w="230504">
                  <a:moveTo>
                    <a:pt x="228600" y="45720"/>
                  </a:moveTo>
                  <a:lnTo>
                    <a:pt x="227076" y="42672"/>
                  </a:lnTo>
                  <a:lnTo>
                    <a:pt x="227076" y="38100"/>
                  </a:lnTo>
                  <a:lnTo>
                    <a:pt x="225552" y="33528"/>
                  </a:lnTo>
                  <a:lnTo>
                    <a:pt x="224028" y="27432"/>
                  </a:lnTo>
                  <a:lnTo>
                    <a:pt x="224028" y="24384"/>
                  </a:lnTo>
                  <a:lnTo>
                    <a:pt x="222504" y="19812"/>
                  </a:lnTo>
                  <a:lnTo>
                    <a:pt x="219456" y="15240"/>
                  </a:lnTo>
                  <a:lnTo>
                    <a:pt x="217932" y="9144"/>
                  </a:lnTo>
                  <a:lnTo>
                    <a:pt x="214884" y="3048"/>
                  </a:lnTo>
                  <a:lnTo>
                    <a:pt x="185928" y="3048"/>
                  </a:lnTo>
                  <a:lnTo>
                    <a:pt x="185928" y="4572"/>
                  </a:lnTo>
                  <a:lnTo>
                    <a:pt x="190500" y="9144"/>
                  </a:lnTo>
                  <a:lnTo>
                    <a:pt x="192024" y="12192"/>
                  </a:lnTo>
                  <a:lnTo>
                    <a:pt x="193548" y="16764"/>
                  </a:lnTo>
                  <a:lnTo>
                    <a:pt x="198120" y="25908"/>
                  </a:lnTo>
                  <a:lnTo>
                    <a:pt x="201168" y="35052"/>
                  </a:lnTo>
                  <a:lnTo>
                    <a:pt x="204216" y="47244"/>
                  </a:lnTo>
                  <a:lnTo>
                    <a:pt x="204216" y="59436"/>
                  </a:lnTo>
                  <a:lnTo>
                    <a:pt x="190500" y="99060"/>
                  </a:lnTo>
                  <a:lnTo>
                    <a:pt x="147828" y="114300"/>
                  </a:lnTo>
                  <a:lnTo>
                    <a:pt x="147828" y="27432"/>
                  </a:lnTo>
                  <a:lnTo>
                    <a:pt x="147828" y="0"/>
                  </a:lnTo>
                  <a:lnTo>
                    <a:pt x="132588" y="0"/>
                  </a:lnTo>
                  <a:lnTo>
                    <a:pt x="126492" y="203"/>
                  </a:lnTo>
                  <a:lnTo>
                    <a:pt x="126492" y="27432"/>
                  </a:lnTo>
                  <a:lnTo>
                    <a:pt x="126492" y="114300"/>
                  </a:lnTo>
                  <a:lnTo>
                    <a:pt x="108204" y="109728"/>
                  </a:lnTo>
                  <a:lnTo>
                    <a:pt x="103632" y="108204"/>
                  </a:lnTo>
                  <a:lnTo>
                    <a:pt x="99060" y="103632"/>
                  </a:lnTo>
                  <a:lnTo>
                    <a:pt x="94488" y="100584"/>
                  </a:lnTo>
                  <a:lnTo>
                    <a:pt x="89916" y="96012"/>
                  </a:lnTo>
                  <a:lnTo>
                    <a:pt x="83820" y="86868"/>
                  </a:lnTo>
                  <a:lnTo>
                    <a:pt x="80772" y="74676"/>
                  </a:lnTo>
                  <a:lnTo>
                    <a:pt x="80772" y="59436"/>
                  </a:lnTo>
                  <a:lnTo>
                    <a:pt x="82296" y="53340"/>
                  </a:lnTo>
                  <a:lnTo>
                    <a:pt x="83820" y="48768"/>
                  </a:lnTo>
                  <a:lnTo>
                    <a:pt x="89916" y="39624"/>
                  </a:lnTo>
                  <a:lnTo>
                    <a:pt x="94488" y="36576"/>
                  </a:lnTo>
                  <a:lnTo>
                    <a:pt x="97536" y="33528"/>
                  </a:lnTo>
                  <a:lnTo>
                    <a:pt x="102108" y="30480"/>
                  </a:lnTo>
                  <a:lnTo>
                    <a:pt x="108204" y="28956"/>
                  </a:lnTo>
                  <a:lnTo>
                    <a:pt x="112776" y="27432"/>
                  </a:lnTo>
                  <a:lnTo>
                    <a:pt x="126492" y="27432"/>
                  </a:lnTo>
                  <a:lnTo>
                    <a:pt x="126492" y="203"/>
                  </a:lnTo>
                  <a:lnTo>
                    <a:pt x="88011" y="10287"/>
                  </a:lnTo>
                  <a:lnTo>
                    <a:pt x="77724" y="18288"/>
                  </a:lnTo>
                  <a:lnTo>
                    <a:pt x="71628" y="22860"/>
                  </a:lnTo>
                  <a:lnTo>
                    <a:pt x="59651" y="59436"/>
                  </a:lnTo>
                  <a:lnTo>
                    <a:pt x="59436" y="65532"/>
                  </a:lnTo>
                  <a:lnTo>
                    <a:pt x="60858" y="81826"/>
                  </a:lnTo>
                  <a:lnTo>
                    <a:pt x="60947" y="82105"/>
                  </a:lnTo>
                  <a:lnTo>
                    <a:pt x="65151" y="96393"/>
                  </a:lnTo>
                  <a:lnTo>
                    <a:pt x="95504" y="129527"/>
                  </a:lnTo>
                  <a:lnTo>
                    <a:pt x="126987" y="140309"/>
                  </a:lnTo>
                  <a:lnTo>
                    <a:pt x="126758" y="140309"/>
                  </a:lnTo>
                  <a:lnTo>
                    <a:pt x="146304" y="141732"/>
                  </a:lnTo>
                  <a:lnTo>
                    <a:pt x="164604" y="140309"/>
                  </a:lnTo>
                  <a:lnTo>
                    <a:pt x="180784" y="136017"/>
                  </a:lnTo>
                  <a:lnTo>
                    <a:pt x="194945" y="128879"/>
                  </a:lnTo>
                  <a:lnTo>
                    <a:pt x="207264" y="118872"/>
                  </a:lnTo>
                  <a:lnTo>
                    <a:pt x="210896" y="114300"/>
                  </a:lnTo>
                  <a:lnTo>
                    <a:pt x="216382" y="107429"/>
                  </a:lnTo>
                  <a:lnTo>
                    <a:pt x="223075" y="93535"/>
                  </a:lnTo>
                  <a:lnTo>
                    <a:pt x="227190" y="77089"/>
                  </a:lnTo>
                  <a:lnTo>
                    <a:pt x="228485" y="59436"/>
                  </a:lnTo>
                  <a:lnTo>
                    <a:pt x="228600" y="45720"/>
                  </a:lnTo>
                  <a:close/>
                </a:path>
                <a:path extrusionOk="0" h="920750" w="230504">
                  <a:moveTo>
                    <a:pt x="230124" y="851916"/>
                  </a:moveTo>
                  <a:lnTo>
                    <a:pt x="228663" y="837653"/>
                  </a:lnTo>
                  <a:lnTo>
                    <a:pt x="228587" y="837438"/>
                  </a:lnTo>
                  <a:lnTo>
                    <a:pt x="224218" y="824674"/>
                  </a:lnTo>
                  <a:lnTo>
                    <a:pt x="217195" y="814006"/>
                  </a:lnTo>
                  <a:lnTo>
                    <a:pt x="216535" y="813054"/>
                  </a:lnTo>
                  <a:lnTo>
                    <a:pt x="214045" y="810768"/>
                  </a:lnTo>
                  <a:lnTo>
                    <a:pt x="205740" y="803148"/>
                  </a:lnTo>
                  <a:lnTo>
                    <a:pt x="205740" y="856488"/>
                  </a:lnTo>
                  <a:lnTo>
                    <a:pt x="205740" y="868680"/>
                  </a:lnTo>
                  <a:lnTo>
                    <a:pt x="204216" y="874776"/>
                  </a:lnTo>
                  <a:lnTo>
                    <a:pt x="202692" y="879348"/>
                  </a:lnTo>
                  <a:lnTo>
                    <a:pt x="199644" y="885444"/>
                  </a:lnTo>
                  <a:lnTo>
                    <a:pt x="196596" y="893064"/>
                  </a:lnTo>
                  <a:lnTo>
                    <a:pt x="103632" y="893064"/>
                  </a:lnTo>
                  <a:lnTo>
                    <a:pt x="99060" y="886968"/>
                  </a:lnTo>
                  <a:lnTo>
                    <a:pt x="94488" y="879348"/>
                  </a:lnTo>
                  <a:lnTo>
                    <a:pt x="91440" y="871728"/>
                  </a:lnTo>
                  <a:lnTo>
                    <a:pt x="86868" y="864108"/>
                  </a:lnTo>
                  <a:lnTo>
                    <a:pt x="85344" y="856488"/>
                  </a:lnTo>
                  <a:lnTo>
                    <a:pt x="85344" y="848868"/>
                  </a:lnTo>
                  <a:lnTo>
                    <a:pt x="109194" y="815911"/>
                  </a:lnTo>
                  <a:lnTo>
                    <a:pt x="144780" y="810768"/>
                  </a:lnTo>
                  <a:lnTo>
                    <a:pt x="159639" y="811606"/>
                  </a:lnTo>
                  <a:lnTo>
                    <a:pt x="197370" y="829487"/>
                  </a:lnTo>
                  <a:lnTo>
                    <a:pt x="202184" y="837653"/>
                  </a:lnTo>
                  <a:lnTo>
                    <a:pt x="204851" y="846543"/>
                  </a:lnTo>
                  <a:lnTo>
                    <a:pt x="205740" y="856488"/>
                  </a:lnTo>
                  <a:lnTo>
                    <a:pt x="205740" y="803148"/>
                  </a:lnTo>
                  <a:lnTo>
                    <a:pt x="193167" y="794270"/>
                  </a:lnTo>
                  <a:lnTo>
                    <a:pt x="178308" y="788098"/>
                  </a:lnTo>
                  <a:lnTo>
                    <a:pt x="160934" y="784466"/>
                  </a:lnTo>
                  <a:lnTo>
                    <a:pt x="160362" y="784466"/>
                  </a:lnTo>
                  <a:lnTo>
                    <a:pt x="141732" y="783336"/>
                  </a:lnTo>
                  <a:lnTo>
                    <a:pt x="93726" y="792988"/>
                  </a:lnTo>
                  <a:lnTo>
                    <a:pt x="65151" y="818578"/>
                  </a:lnTo>
                  <a:lnTo>
                    <a:pt x="59436" y="842772"/>
                  </a:lnTo>
                  <a:lnTo>
                    <a:pt x="59956" y="850493"/>
                  </a:lnTo>
                  <a:lnTo>
                    <a:pt x="76454" y="888212"/>
                  </a:lnTo>
                  <a:lnTo>
                    <a:pt x="80772" y="893064"/>
                  </a:lnTo>
                  <a:lnTo>
                    <a:pt x="0" y="893064"/>
                  </a:lnTo>
                  <a:lnTo>
                    <a:pt x="0" y="920496"/>
                  </a:lnTo>
                  <a:lnTo>
                    <a:pt x="225552" y="920496"/>
                  </a:lnTo>
                  <a:lnTo>
                    <a:pt x="225552" y="894588"/>
                  </a:lnTo>
                  <a:lnTo>
                    <a:pt x="217932" y="893064"/>
                  </a:lnTo>
                  <a:lnTo>
                    <a:pt x="222504" y="886968"/>
                  </a:lnTo>
                  <a:lnTo>
                    <a:pt x="225552" y="880872"/>
                  </a:lnTo>
                  <a:lnTo>
                    <a:pt x="228600" y="868680"/>
                  </a:lnTo>
                  <a:lnTo>
                    <a:pt x="230124" y="861060"/>
                  </a:lnTo>
                  <a:lnTo>
                    <a:pt x="230124" y="8519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20" name="Google Shape;7120;p104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4608576" y="4517135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121" name="Google Shape;7121;p104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4565903" y="3115055"/>
            <a:ext cx="213360" cy="12801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22" name="Google Shape;7122;p104"/>
          <p:cNvGrpSpPr/>
          <p:nvPr/>
        </p:nvGrpSpPr>
        <p:grpSpPr>
          <a:xfrm>
            <a:off x="4558284" y="2796539"/>
            <a:ext cx="216535" cy="198121"/>
            <a:chOff x="4558284" y="2796539"/>
            <a:chExt cx="216535" cy="198121"/>
          </a:xfrm>
        </p:grpSpPr>
        <p:sp>
          <p:nvSpPr>
            <p:cNvPr id="7123" name="Google Shape;7123;p104"/>
            <p:cNvSpPr/>
            <p:nvPr/>
          </p:nvSpPr>
          <p:spPr>
            <a:xfrm>
              <a:off x="4558284" y="2964180"/>
              <a:ext cx="216535" cy="30480"/>
            </a:xfrm>
            <a:custGeom>
              <a:rect b="b" l="l" r="r" t="t"/>
              <a:pathLst>
                <a:path extrusionOk="0" h="30480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80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24" name="Google Shape;7124;p104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4608576" y="2796539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125" name="Google Shape;7125;p104"/>
          <p:cNvGrpSpPr/>
          <p:nvPr/>
        </p:nvGrpSpPr>
        <p:grpSpPr>
          <a:xfrm>
            <a:off x="4549139" y="2273807"/>
            <a:ext cx="228600" cy="413005"/>
            <a:chOff x="4549139" y="2273807"/>
            <a:chExt cx="228600" cy="413005"/>
          </a:xfrm>
        </p:grpSpPr>
        <p:pic>
          <p:nvPicPr>
            <p:cNvPr id="7126" name="Google Shape;7126;p104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4565903" y="2590800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27" name="Google Shape;7127;p104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4549139" y="2441448"/>
              <a:ext cx="225551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28" name="Google Shape;7128;p104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4608575" y="2273807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129" name="Google Shape;7129;p104"/>
          <p:cNvGrpSpPr/>
          <p:nvPr/>
        </p:nvGrpSpPr>
        <p:grpSpPr>
          <a:xfrm>
            <a:off x="4869179" y="7798307"/>
            <a:ext cx="284988" cy="774445"/>
            <a:chOff x="4869179" y="7798307"/>
            <a:chExt cx="284988" cy="774445"/>
          </a:xfrm>
        </p:grpSpPr>
        <p:sp>
          <p:nvSpPr>
            <p:cNvPr id="7130" name="Google Shape;7130;p104"/>
            <p:cNvSpPr/>
            <p:nvPr/>
          </p:nvSpPr>
          <p:spPr>
            <a:xfrm>
              <a:off x="4869179" y="8543543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31" name="Google Shape;7131;p104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4928877" y="8386571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32" name="Google Shape;7132;p104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4928616" y="8069579"/>
              <a:ext cx="225551" cy="2971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33" name="Google Shape;7133;p104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4933187" y="7915655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34" name="Google Shape;7134;p104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4885943" y="7798307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135" name="Google Shape;7135;p104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5340095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36" name="Google Shape;7136;p104"/>
          <p:cNvGrpSpPr/>
          <p:nvPr/>
        </p:nvGrpSpPr>
        <p:grpSpPr>
          <a:xfrm>
            <a:off x="5260847" y="7283195"/>
            <a:ext cx="230125" cy="1296923"/>
            <a:chOff x="5260847" y="7283195"/>
            <a:chExt cx="230125" cy="1296923"/>
          </a:xfrm>
        </p:grpSpPr>
        <p:pic>
          <p:nvPicPr>
            <p:cNvPr id="7137" name="Google Shape;7137;p104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5265419" y="8278367"/>
              <a:ext cx="225552" cy="30175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38" name="Google Shape;7138;p104"/>
            <p:cNvSpPr/>
            <p:nvPr/>
          </p:nvSpPr>
          <p:spPr>
            <a:xfrm>
              <a:off x="5260847" y="8209787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39" name="Google Shape;7139;p104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5320283" y="8057387"/>
              <a:ext cx="169163" cy="1249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40" name="Google Shape;7140;p104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5324855" y="7904987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41" name="Google Shape;7141;p104"/>
            <p:cNvSpPr/>
            <p:nvPr/>
          </p:nvSpPr>
          <p:spPr>
            <a:xfrm>
              <a:off x="5260847" y="7839455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42" name="Google Shape;7142;p104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5320284" y="7682483"/>
              <a:ext cx="170688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43" name="Google Shape;7143;p104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5277611" y="7283195"/>
              <a:ext cx="211836" cy="3779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144" name="Google Shape;7144;p104"/>
          <p:cNvGrpSpPr/>
          <p:nvPr/>
        </p:nvGrpSpPr>
        <p:grpSpPr>
          <a:xfrm>
            <a:off x="5269979" y="5884164"/>
            <a:ext cx="220992" cy="1277111"/>
            <a:chOff x="5269979" y="5884164"/>
            <a:chExt cx="220992" cy="1277111"/>
          </a:xfrm>
        </p:grpSpPr>
        <p:pic>
          <p:nvPicPr>
            <p:cNvPr id="7145" name="Google Shape;7145;p104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5320283" y="6797040"/>
              <a:ext cx="169164" cy="3642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46" name="Google Shape;7146;p104"/>
            <p:cNvSpPr/>
            <p:nvPr/>
          </p:nvSpPr>
          <p:spPr>
            <a:xfrm>
              <a:off x="5269979" y="6740652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47" name="Google Shape;7147;p104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5277611" y="6353556"/>
              <a:ext cx="213360" cy="3581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48" name="Google Shape;7148;p104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5320284" y="6188964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49" name="Google Shape;7149;p104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5320283" y="5884164"/>
              <a:ext cx="169164" cy="2788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150" name="Google Shape;7150;p104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5259323" y="5513832"/>
            <a:ext cx="231648" cy="2606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51" name="Google Shape;7151;p104"/>
          <p:cNvGrpSpPr/>
          <p:nvPr/>
        </p:nvGrpSpPr>
        <p:grpSpPr>
          <a:xfrm>
            <a:off x="5269979" y="4759451"/>
            <a:ext cx="219469" cy="670560"/>
            <a:chOff x="5269979" y="4759451"/>
            <a:chExt cx="219469" cy="670560"/>
          </a:xfrm>
        </p:grpSpPr>
        <p:pic>
          <p:nvPicPr>
            <p:cNvPr id="7152" name="Google Shape;7152;p104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5324855" y="5218175"/>
              <a:ext cx="161543" cy="21183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3" name="Google Shape;7153;p104"/>
            <p:cNvSpPr/>
            <p:nvPr/>
          </p:nvSpPr>
          <p:spPr>
            <a:xfrm>
              <a:off x="5269979" y="516636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54" name="Google Shape;7154;p104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5320283" y="4895088"/>
              <a:ext cx="169164" cy="2331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55" name="Google Shape;7155;p104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5320284" y="4759451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156" name="Google Shape;7156;p104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5731763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57" name="Google Shape;7157;p104"/>
          <p:cNvGrpSpPr/>
          <p:nvPr/>
        </p:nvGrpSpPr>
        <p:grpSpPr>
          <a:xfrm>
            <a:off x="5661647" y="7402067"/>
            <a:ext cx="219469" cy="176785"/>
            <a:chOff x="5661647" y="7402067"/>
            <a:chExt cx="219469" cy="176785"/>
          </a:xfrm>
        </p:grpSpPr>
        <p:sp>
          <p:nvSpPr>
            <p:cNvPr id="7158" name="Google Shape;7158;p104"/>
            <p:cNvSpPr/>
            <p:nvPr/>
          </p:nvSpPr>
          <p:spPr>
            <a:xfrm>
              <a:off x="5661647" y="7548372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59" name="Google Shape;7159;p104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5711952" y="7402067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160" name="Google Shape;7160;p104"/>
          <p:cNvGrpSpPr/>
          <p:nvPr/>
        </p:nvGrpSpPr>
        <p:grpSpPr>
          <a:xfrm>
            <a:off x="5652516" y="6551676"/>
            <a:ext cx="228600" cy="743711"/>
            <a:chOff x="5652516" y="6551676"/>
            <a:chExt cx="228600" cy="743711"/>
          </a:xfrm>
        </p:grpSpPr>
        <p:pic>
          <p:nvPicPr>
            <p:cNvPr id="7161" name="Google Shape;7161;p104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5711952" y="7153655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62" name="Google Shape;7162;p104"/>
            <p:cNvSpPr/>
            <p:nvPr/>
          </p:nvSpPr>
          <p:spPr>
            <a:xfrm>
              <a:off x="5661647" y="7100316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63" name="Google Shape;7163;p104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5669280" y="6981443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64" name="Google Shape;7164;p104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5652516" y="6832092"/>
              <a:ext cx="225551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65" name="Google Shape;7165;p104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5711952" y="6664451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66" name="Google Shape;7166;p104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5716524" y="6551676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167" name="Google Shape;7167;p104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5711951" y="6323076"/>
            <a:ext cx="170688" cy="1295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68" name="Google Shape;7168;p104"/>
          <p:cNvGrpSpPr/>
          <p:nvPr/>
        </p:nvGrpSpPr>
        <p:grpSpPr>
          <a:xfrm>
            <a:off x="5650992" y="4896611"/>
            <a:ext cx="231648" cy="1304544"/>
            <a:chOff x="5650992" y="4896611"/>
            <a:chExt cx="231648" cy="1304544"/>
          </a:xfrm>
        </p:grpSpPr>
        <p:pic>
          <p:nvPicPr>
            <p:cNvPr id="7169" name="Google Shape;7169;p104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5711952" y="6085331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70" name="Google Shape;7170;p104"/>
            <p:cNvSpPr/>
            <p:nvPr/>
          </p:nvSpPr>
          <p:spPr>
            <a:xfrm>
              <a:off x="5661647" y="6030468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71" name="Google Shape;7171;p104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5711951" y="5780531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72" name="Google Shape;7172;p104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5716523" y="5612892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73" name="Google Shape;7173;p104"/>
            <p:cNvSpPr/>
            <p:nvPr/>
          </p:nvSpPr>
          <p:spPr>
            <a:xfrm>
              <a:off x="5650992" y="5547360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74" name="Google Shape;7174;p104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5712213" y="5390387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75" name="Google Shape;7175;p104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5669280" y="5273039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76" name="Google Shape;7176;p104"/>
            <p:cNvSpPr/>
            <p:nvPr/>
          </p:nvSpPr>
          <p:spPr>
            <a:xfrm>
              <a:off x="5661647" y="5222748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77" name="Google Shape;7177;p104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5711952" y="5050535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78" name="Google Shape;7178;p104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5711952" y="4896611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179" name="Google Shape;7179;p104"/>
          <p:cNvGrpSpPr/>
          <p:nvPr/>
        </p:nvGrpSpPr>
        <p:grpSpPr>
          <a:xfrm>
            <a:off x="5669280" y="4366259"/>
            <a:ext cx="211836" cy="402335"/>
            <a:chOff x="5669280" y="4366259"/>
            <a:chExt cx="211836" cy="402335"/>
          </a:xfrm>
        </p:grpSpPr>
        <p:pic>
          <p:nvPicPr>
            <p:cNvPr id="7180" name="Google Shape;7180;p104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5711952" y="4640579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81" name="Google Shape;7181;p104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5669280" y="4366259"/>
              <a:ext cx="211836" cy="24841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182" name="Google Shape;7182;p104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5657087" y="7310628"/>
            <a:ext cx="545592" cy="12694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83" name="Google Shape;7183;p104"/>
          <p:cNvGrpSpPr/>
          <p:nvPr/>
        </p:nvGrpSpPr>
        <p:grpSpPr>
          <a:xfrm>
            <a:off x="5650992" y="3998976"/>
            <a:ext cx="230124" cy="347980"/>
            <a:chOff x="5650992" y="3998976"/>
            <a:chExt cx="230124" cy="347980"/>
          </a:xfrm>
        </p:grpSpPr>
        <p:sp>
          <p:nvSpPr>
            <p:cNvPr id="7184" name="Google Shape;7184;p104"/>
            <p:cNvSpPr/>
            <p:nvPr/>
          </p:nvSpPr>
          <p:spPr>
            <a:xfrm>
              <a:off x="5650992" y="4250436"/>
              <a:ext cx="227329" cy="96520"/>
            </a:xfrm>
            <a:custGeom>
              <a:rect b="b" l="l" r="r" t="t"/>
              <a:pathLst>
                <a:path extrusionOk="0" h="96520" w="227329">
                  <a:moveTo>
                    <a:pt x="39611" y="0"/>
                  </a:moveTo>
                  <a:lnTo>
                    <a:pt x="10655" y="0"/>
                  </a:lnTo>
                  <a:lnTo>
                    <a:pt x="10655" y="30480"/>
                  </a:lnTo>
                  <a:lnTo>
                    <a:pt x="39611" y="30480"/>
                  </a:lnTo>
                  <a:lnTo>
                    <a:pt x="39611" y="0"/>
                  </a:lnTo>
                  <a:close/>
                </a:path>
                <a:path extrusionOk="0" h="96520" w="227329">
                  <a:moveTo>
                    <a:pt x="227063" y="67056"/>
                  </a:moveTo>
                  <a:lnTo>
                    <a:pt x="0" y="67056"/>
                  </a:lnTo>
                  <a:lnTo>
                    <a:pt x="0" y="96012"/>
                  </a:lnTo>
                  <a:lnTo>
                    <a:pt x="227063" y="96012"/>
                  </a:lnTo>
                  <a:lnTo>
                    <a:pt x="227063" y="67056"/>
                  </a:lnTo>
                  <a:close/>
                </a:path>
                <a:path extrusionOk="0" h="96520" w="227329">
                  <a:moveTo>
                    <a:pt x="227063" y="1524"/>
                  </a:moveTo>
                  <a:lnTo>
                    <a:pt x="65519" y="1524"/>
                  </a:lnTo>
                  <a:lnTo>
                    <a:pt x="65519" y="28956"/>
                  </a:lnTo>
                  <a:lnTo>
                    <a:pt x="227063" y="28956"/>
                  </a:lnTo>
                  <a:lnTo>
                    <a:pt x="227063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85" name="Google Shape;7185;p104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5669280" y="3998976"/>
              <a:ext cx="211836" cy="22097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186" name="Google Shape;7186;p104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5711952" y="3753611"/>
            <a:ext cx="170688" cy="146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7187" name="Google Shape;7187;p104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5712213" y="3409188"/>
            <a:ext cx="170426" cy="129540"/>
          </a:xfrm>
          <a:prstGeom prst="rect">
            <a:avLst/>
          </a:prstGeom>
          <a:noFill/>
          <a:ln>
            <a:noFill/>
          </a:ln>
        </p:spPr>
      </p:pic>
      <p:pic>
        <p:nvPicPr>
          <p:cNvPr id="7188" name="Google Shape;7188;p104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5716523" y="3639311"/>
            <a:ext cx="161543" cy="853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89" name="Google Shape;7189;p104"/>
          <p:cNvGrpSpPr/>
          <p:nvPr/>
        </p:nvGrpSpPr>
        <p:grpSpPr>
          <a:xfrm>
            <a:off x="5650991" y="2919984"/>
            <a:ext cx="230125" cy="376427"/>
            <a:chOff x="5650991" y="2919984"/>
            <a:chExt cx="230125" cy="376427"/>
          </a:xfrm>
        </p:grpSpPr>
        <p:pic>
          <p:nvPicPr>
            <p:cNvPr id="7190" name="Google Shape;7190;p104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5650991" y="3156203"/>
              <a:ext cx="227075" cy="1402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91" name="Google Shape;7191;p104"/>
            <p:cNvSpPr/>
            <p:nvPr/>
          </p:nvSpPr>
          <p:spPr>
            <a:xfrm>
              <a:off x="5650992" y="3089148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92" name="Google Shape;7192;p104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5711952" y="2919984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193" name="Google Shape;7193;p104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5650991" y="2551175"/>
            <a:ext cx="231648" cy="2606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94" name="Google Shape;7194;p104"/>
          <p:cNvGrpSpPr/>
          <p:nvPr/>
        </p:nvGrpSpPr>
        <p:grpSpPr>
          <a:xfrm>
            <a:off x="5971032" y="6406896"/>
            <a:ext cx="286511" cy="812291"/>
            <a:chOff x="5971032" y="6406896"/>
            <a:chExt cx="286511" cy="812291"/>
          </a:xfrm>
        </p:grpSpPr>
        <p:pic>
          <p:nvPicPr>
            <p:cNvPr id="7195" name="Google Shape;7195;p104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5971032" y="7080503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96" name="Google Shape;7196;p104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6031992" y="6911340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97" name="Google Shape;7197;p104"/>
            <p:cNvSpPr/>
            <p:nvPr/>
          </p:nvSpPr>
          <p:spPr>
            <a:xfrm>
              <a:off x="5971032" y="6856476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198" name="Google Shape;7198;p104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6032254" y="6699504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99" name="Google Shape;7199;p104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6031991" y="6406896"/>
              <a:ext cx="225552" cy="27279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200" name="Google Shape;7200;p104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2356104" y="3677411"/>
            <a:ext cx="2023871" cy="40797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04" name="Shape 7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05" name="Google Shape;7205;p105"/>
          <p:cNvGrpSpPr/>
          <p:nvPr/>
        </p:nvGrpSpPr>
        <p:grpSpPr>
          <a:xfrm>
            <a:off x="1636775" y="6623304"/>
            <a:ext cx="382893" cy="752856"/>
            <a:chOff x="1636775" y="6623304"/>
            <a:chExt cx="382893" cy="752856"/>
          </a:xfrm>
        </p:grpSpPr>
        <p:pic>
          <p:nvPicPr>
            <p:cNvPr id="7206" name="Google Shape;7206;p105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1636775" y="7185660"/>
              <a:ext cx="134112" cy="190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07" name="Google Shape;7207;p105"/>
            <p:cNvSpPr/>
            <p:nvPr/>
          </p:nvSpPr>
          <p:spPr>
            <a:xfrm>
              <a:off x="1644383" y="6623304"/>
              <a:ext cx="375285" cy="562610"/>
            </a:xfrm>
            <a:custGeom>
              <a:rect b="b" l="l" r="r" t="t"/>
              <a:pathLst>
                <a:path extrusionOk="0" h="562609" w="375285">
                  <a:moveTo>
                    <a:pt x="367284" y="260604"/>
                  </a:moveTo>
                  <a:lnTo>
                    <a:pt x="225552" y="308660"/>
                  </a:lnTo>
                  <a:lnTo>
                    <a:pt x="225552" y="356616"/>
                  </a:lnTo>
                  <a:lnTo>
                    <a:pt x="225552" y="466344"/>
                  </a:lnTo>
                  <a:lnTo>
                    <a:pt x="57912" y="411480"/>
                  </a:lnTo>
                  <a:lnTo>
                    <a:pt x="225552" y="356616"/>
                  </a:lnTo>
                  <a:lnTo>
                    <a:pt x="225552" y="308660"/>
                  </a:lnTo>
                  <a:lnTo>
                    <a:pt x="7620" y="382524"/>
                  </a:lnTo>
                  <a:lnTo>
                    <a:pt x="7620" y="441960"/>
                  </a:lnTo>
                  <a:lnTo>
                    <a:pt x="367284" y="562356"/>
                  </a:lnTo>
                  <a:lnTo>
                    <a:pt x="367284" y="513588"/>
                  </a:lnTo>
                  <a:lnTo>
                    <a:pt x="266700" y="480060"/>
                  </a:lnTo>
                  <a:lnTo>
                    <a:pt x="266700" y="466344"/>
                  </a:lnTo>
                  <a:lnTo>
                    <a:pt x="266700" y="356616"/>
                  </a:lnTo>
                  <a:lnTo>
                    <a:pt x="266700" y="344424"/>
                  </a:lnTo>
                  <a:lnTo>
                    <a:pt x="367284" y="310896"/>
                  </a:lnTo>
                  <a:lnTo>
                    <a:pt x="367284" y="260604"/>
                  </a:lnTo>
                  <a:close/>
                </a:path>
                <a:path extrusionOk="0" h="562609" w="375285">
                  <a:moveTo>
                    <a:pt x="374904" y="126492"/>
                  </a:moveTo>
                  <a:lnTo>
                    <a:pt x="369760" y="83629"/>
                  </a:lnTo>
                  <a:lnTo>
                    <a:pt x="349694" y="42062"/>
                  </a:lnTo>
                  <a:lnTo>
                    <a:pt x="317614" y="13385"/>
                  </a:lnTo>
                  <a:lnTo>
                    <a:pt x="275704" y="571"/>
                  </a:lnTo>
                  <a:lnTo>
                    <a:pt x="265176" y="0"/>
                  </a:lnTo>
                  <a:lnTo>
                    <a:pt x="248869" y="1130"/>
                  </a:lnTo>
                  <a:lnTo>
                    <a:pt x="208788" y="16764"/>
                  </a:lnTo>
                  <a:lnTo>
                    <a:pt x="180289" y="54483"/>
                  </a:lnTo>
                  <a:lnTo>
                    <a:pt x="166878" y="97345"/>
                  </a:lnTo>
                  <a:lnTo>
                    <a:pt x="162306" y="119062"/>
                  </a:lnTo>
                  <a:lnTo>
                    <a:pt x="160020" y="128778"/>
                  </a:lnTo>
                  <a:lnTo>
                    <a:pt x="147256" y="165163"/>
                  </a:lnTo>
                  <a:lnTo>
                    <a:pt x="109283" y="191198"/>
                  </a:lnTo>
                  <a:lnTo>
                    <a:pt x="97536" y="192024"/>
                  </a:lnTo>
                  <a:lnTo>
                    <a:pt x="85534" y="190868"/>
                  </a:lnTo>
                  <a:lnTo>
                    <a:pt x="50152" y="161074"/>
                  </a:lnTo>
                  <a:lnTo>
                    <a:pt x="41148" y="117348"/>
                  </a:lnTo>
                  <a:lnTo>
                    <a:pt x="41986" y="102755"/>
                  </a:lnTo>
                  <a:lnTo>
                    <a:pt x="53340" y="60960"/>
                  </a:lnTo>
                  <a:lnTo>
                    <a:pt x="73063" y="26466"/>
                  </a:lnTo>
                  <a:lnTo>
                    <a:pt x="80772" y="16764"/>
                  </a:lnTo>
                  <a:lnTo>
                    <a:pt x="80772" y="13716"/>
                  </a:lnTo>
                  <a:lnTo>
                    <a:pt x="22860" y="13716"/>
                  </a:lnTo>
                  <a:lnTo>
                    <a:pt x="17678" y="25438"/>
                  </a:lnTo>
                  <a:lnTo>
                    <a:pt x="6096" y="64008"/>
                  </a:lnTo>
                  <a:lnTo>
                    <a:pt x="317" y="105803"/>
                  </a:lnTo>
                  <a:lnTo>
                    <a:pt x="0" y="120396"/>
                  </a:lnTo>
                  <a:lnTo>
                    <a:pt x="1981" y="146431"/>
                  </a:lnTo>
                  <a:lnTo>
                    <a:pt x="17360" y="190487"/>
                  </a:lnTo>
                  <a:lnTo>
                    <a:pt x="46202" y="223672"/>
                  </a:lnTo>
                  <a:lnTo>
                    <a:pt x="82778" y="240296"/>
                  </a:lnTo>
                  <a:lnTo>
                    <a:pt x="103632" y="242316"/>
                  </a:lnTo>
                  <a:lnTo>
                    <a:pt x="113639" y="242011"/>
                  </a:lnTo>
                  <a:lnTo>
                    <a:pt x="156400" y="228981"/>
                  </a:lnTo>
                  <a:lnTo>
                    <a:pt x="184391" y="200393"/>
                  </a:lnTo>
                  <a:lnTo>
                    <a:pt x="201168" y="160020"/>
                  </a:lnTo>
                  <a:lnTo>
                    <a:pt x="208788" y="124968"/>
                  </a:lnTo>
                  <a:lnTo>
                    <a:pt x="213360" y="110299"/>
                  </a:lnTo>
                  <a:lnTo>
                    <a:pt x="231444" y="67271"/>
                  </a:lnTo>
                  <a:lnTo>
                    <a:pt x="272796" y="50292"/>
                  </a:lnTo>
                  <a:lnTo>
                    <a:pt x="285927" y="51676"/>
                  </a:lnTo>
                  <a:lnTo>
                    <a:pt x="324116" y="81559"/>
                  </a:lnTo>
                  <a:lnTo>
                    <a:pt x="333756" y="131064"/>
                  </a:lnTo>
                  <a:lnTo>
                    <a:pt x="332930" y="145046"/>
                  </a:lnTo>
                  <a:lnTo>
                    <a:pt x="321564" y="188976"/>
                  </a:lnTo>
                  <a:lnTo>
                    <a:pt x="297357" y="229704"/>
                  </a:lnTo>
                  <a:lnTo>
                    <a:pt x="286512" y="242316"/>
                  </a:lnTo>
                  <a:lnTo>
                    <a:pt x="286512" y="245364"/>
                  </a:lnTo>
                  <a:lnTo>
                    <a:pt x="347472" y="245364"/>
                  </a:lnTo>
                  <a:lnTo>
                    <a:pt x="352933" y="232778"/>
                  </a:lnTo>
                  <a:lnTo>
                    <a:pt x="367284" y="193548"/>
                  </a:lnTo>
                  <a:lnTo>
                    <a:pt x="374357" y="145973"/>
                  </a:lnTo>
                  <a:lnTo>
                    <a:pt x="374904" y="126492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105"/>
          <p:cNvSpPr/>
          <p:nvPr/>
        </p:nvSpPr>
        <p:spPr>
          <a:xfrm>
            <a:off x="1652016" y="6454139"/>
            <a:ext cx="36830" cy="45720"/>
          </a:xfrm>
          <a:custGeom>
            <a:rect b="b" l="l" r="r" t="t"/>
            <a:pathLst>
              <a:path extrusionOk="0" h="45720" w="36830">
                <a:moveTo>
                  <a:pt x="0" y="0"/>
                </a:moveTo>
                <a:lnTo>
                  <a:pt x="36575" y="0"/>
                </a:lnTo>
                <a:lnTo>
                  <a:pt x="36575" y="45719"/>
                </a:lnTo>
                <a:lnTo>
                  <a:pt x="0" y="45719"/>
                </a:lnTo>
                <a:lnTo>
                  <a:pt x="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9" name="Google Shape;7209;p105"/>
          <p:cNvGrpSpPr/>
          <p:nvPr/>
        </p:nvGrpSpPr>
        <p:grpSpPr>
          <a:xfrm>
            <a:off x="1636775" y="5914643"/>
            <a:ext cx="382893" cy="678054"/>
            <a:chOff x="1636775" y="5914643"/>
            <a:chExt cx="382893" cy="678054"/>
          </a:xfrm>
        </p:grpSpPr>
        <p:sp>
          <p:nvSpPr>
            <p:cNvPr id="7210" name="Google Shape;7210;p105"/>
            <p:cNvSpPr/>
            <p:nvPr/>
          </p:nvSpPr>
          <p:spPr>
            <a:xfrm>
              <a:off x="1644383" y="6138672"/>
              <a:ext cx="375285" cy="454025"/>
            </a:xfrm>
            <a:custGeom>
              <a:rect b="b" l="l" r="r" t="t"/>
              <a:pathLst>
                <a:path extrusionOk="0" h="454025" w="375285">
                  <a:moveTo>
                    <a:pt x="367296" y="315468"/>
                  </a:moveTo>
                  <a:lnTo>
                    <a:pt x="330720" y="315468"/>
                  </a:lnTo>
                  <a:lnTo>
                    <a:pt x="330720" y="361188"/>
                  </a:lnTo>
                  <a:lnTo>
                    <a:pt x="7632" y="361188"/>
                  </a:lnTo>
                  <a:lnTo>
                    <a:pt x="7632" y="408178"/>
                  </a:lnTo>
                  <a:lnTo>
                    <a:pt x="7632" y="453898"/>
                  </a:lnTo>
                  <a:lnTo>
                    <a:pt x="44208" y="453898"/>
                  </a:lnTo>
                  <a:lnTo>
                    <a:pt x="44208" y="408178"/>
                  </a:lnTo>
                  <a:lnTo>
                    <a:pt x="330720" y="408178"/>
                  </a:lnTo>
                  <a:lnTo>
                    <a:pt x="330720" y="453898"/>
                  </a:lnTo>
                  <a:lnTo>
                    <a:pt x="367296" y="453898"/>
                  </a:lnTo>
                  <a:lnTo>
                    <a:pt x="367296" y="408178"/>
                  </a:lnTo>
                  <a:lnTo>
                    <a:pt x="367296" y="361188"/>
                  </a:lnTo>
                  <a:lnTo>
                    <a:pt x="367296" y="315468"/>
                  </a:lnTo>
                  <a:close/>
                </a:path>
                <a:path extrusionOk="0" h="454025" w="375285">
                  <a:moveTo>
                    <a:pt x="374904" y="112776"/>
                  </a:moveTo>
                  <a:lnTo>
                    <a:pt x="370459" y="70612"/>
                  </a:lnTo>
                  <a:lnTo>
                    <a:pt x="359664" y="33909"/>
                  </a:lnTo>
                  <a:lnTo>
                    <a:pt x="350520" y="15240"/>
                  </a:lnTo>
                  <a:lnTo>
                    <a:pt x="344424" y="0"/>
                  </a:lnTo>
                  <a:lnTo>
                    <a:pt x="286512" y="0"/>
                  </a:lnTo>
                  <a:lnTo>
                    <a:pt x="286512" y="3048"/>
                  </a:lnTo>
                  <a:lnTo>
                    <a:pt x="291084" y="7620"/>
                  </a:lnTo>
                  <a:lnTo>
                    <a:pt x="294132" y="12192"/>
                  </a:lnTo>
                  <a:lnTo>
                    <a:pt x="319544" y="48298"/>
                  </a:lnTo>
                  <a:lnTo>
                    <a:pt x="332613" y="91630"/>
                  </a:lnTo>
                  <a:lnTo>
                    <a:pt x="333756" y="111252"/>
                  </a:lnTo>
                  <a:lnTo>
                    <a:pt x="333184" y="122669"/>
                  </a:lnTo>
                  <a:lnTo>
                    <a:pt x="319468" y="165214"/>
                  </a:lnTo>
                  <a:lnTo>
                    <a:pt x="287489" y="197954"/>
                  </a:lnTo>
                  <a:lnTo>
                    <a:pt x="252984" y="214884"/>
                  </a:lnTo>
                  <a:lnTo>
                    <a:pt x="206057" y="223456"/>
                  </a:lnTo>
                  <a:lnTo>
                    <a:pt x="187452" y="224028"/>
                  </a:lnTo>
                  <a:lnTo>
                    <a:pt x="170624" y="223456"/>
                  </a:lnTo>
                  <a:lnTo>
                    <a:pt x="124968" y="214884"/>
                  </a:lnTo>
                  <a:lnTo>
                    <a:pt x="88963" y="198818"/>
                  </a:lnTo>
                  <a:lnTo>
                    <a:pt x="55676" y="165455"/>
                  </a:lnTo>
                  <a:lnTo>
                    <a:pt x="41719" y="122669"/>
                  </a:lnTo>
                  <a:lnTo>
                    <a:pt x="41148" y="111252"/>
                  </a:lnTo>
                  <a:lnTo>
                    <a:pt x="41440" y="101257"/>
                  </a:lnTo>
                  <a:lnTo>
                    <a:pt x="51244" y="58864"/>
                  </a:lnTo>
                  <a:lnTo>
                    <a:pt x="70345" y="24917"/>
                  </a:lnTo>
                  <a:lnTo>
                    <a:pt x="74676" y="19812"/>
                  </a:lnTo>
                  <a:lnTo>
                    <a:pt x="79248" y="13716"/>
                  </a:lnTo>
                  <a:lnTo>
                    <a:pt x="85344" y="7620"/>
                  </a:lnTo>
                  <a:lnTo>
                    <a:pt x="88392" y="3048"/>
                  </a:lnTo>
                  <a:lnTo>
                    <a:pt x="88392" y="0"/>
                  </a:lnTo>
                  <a:lnTo>
                    <a:pt x="30480" y="0"/>
                  </a:lnTo>
                  <a:lnTo>
                    <a:pt x="9144" y="47244"/>
                  </a:lnTo>
                  <a:lnTo>
                    <a:pt x="1930" y="85750"/>
                  </a:lnTo>
                  <a:lnTo>
                    <a:pt x="0" y="111252"/>
                  </a:lnTo>
                  <a:lnTo>
                    <a:pt x="838" y="129235"/>
                  </a:lnTo>
                  <a:lnTo>
                    <a:pt x="12192" y="178308"/>
                  </a:lnTo>
                  <a:lnTo>
                    <a:pt x="38557" y="217741"/>
                  </a:lnTo>
                  <a:lnTo>
                    <a:pt x="77533" y="248221"/>
                  </a:lnTo>
                  <a:lnTo>
                    <a:pt x="125945" y="267258"/>
                  </a:lnTo>
                  <a:lnTo>
                    <a:pt x="165430" y="273494"/>
                  </a:lnTo>
                  <a:lnTo>
                    <a:pt x="187452" y="274320"/>
                  </a:lnTo>
                  <a:lnTo>
                    <a:pt x="209727" y="273494"/>
                  </a:lnTo>
                  <a:lnTo>
                    <a:pt x="250253" y="267258"/>
                  </a:lnTo>
                  <a:lnTo>
                    <a:pt x="301371" y="247650"/>
                  </a:lnTo>
                  <a:lnTo>
                    <a:pt x="338505" y="217512"/>
                  </a:lnTo>
                  <a:lnTo>
                    <a:pt x="362712" y="176784"/>
                  </a:lnTo>
                  <a:lnTo>
                    <a:pt x="374078" y="129641"/>
                  </a:lnTo>
                  <a:lnTo>
                    <a:pt x="374904" y="112776"/>
                  </a:lnTo>
                  <a:close/>
                </a:path>
              </a:pathLst>
            </a:custGeom>
            <a:solidFill>
              <a:srgbClr val="00AE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11" name="Google Shape;7211;p10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1636775" y="5914643"/>
              <a:ext cx="134112" cy="1905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212" name="Google Shape;7212;p105"/>
          <p:cNvSpPr/>
          <p:nvPr/>
        </p:nvSpPr>
        <p:spPr>
          <a:xfrm>
            <a:off x="1652016" y="4884420"/>
            <a:ext cx="365760" cy="859790"/>
          </a:xfrm>
          <a:custGeom>
            <a:rect b="b" l="l" r="r" t="t"/>
            <a:pathLst>
              <a:path extrusionOk="0" h="859789" w="365760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859789" w="365760">
                <a:moveTo>
                  <a:pt x="359664" y="777240"/>
                </a:moveTo>
                <a:lnTo>
                  <a:pt x="359346" y="756412"/>
                </a:lnTo>
                <a:lnTo>
                  <a:pt x="359257" y="754811"/>
                </a:lnTo>
                <a:lnTo>
                  <a:pt x="358330" y="737425"/>
                </a:lnTo>
                <a:lnTo>
                  <a:pt x="350418" y="691896"/>
                </a:lnTo>
                <a:lnTo>
                  <a:pt x="330708" y="650748"/>
                </a:lnTo>
                <a:lnTo>
                  <a:pt x="318516" y="634669"/>
                </a:lnTo>
                <a:lnTo>
                  <a:pt x="318516" y="777240"/>
                </a:lnTo>
                <a:lnTo>
                  <a:pt x="318516" y="812292"/>
                </a:lnTo>
                <a:lnTo>
                  <a:pt x="41148" y="812292"/>
                </a:lnTo>
                <a:lnTo>
                  <a:pt x="41148" y="777240"/>
                </a:lnTo>
                <a:lnTo>
                  <a:pt x="41427" y="761174"/>
                </a:lnTo>
                <a:lnTo>
                  <a:pt x="42303" y="746760"/>
                </a:lnTo>
                <a:lnTo>
                  <a:pt x="43713" y="734174"/>
                </a:lnTo>
                <a:lnTo>
                  <a:pt x="43840" y="733425"/>
                </a:lnTo>
                <a:lnTo>
                  <a:pt x="43891" y="733094"/>
                </a:lnTo>
                <a:lnTo>
                  <a:pt x="57289" y="691515"/>
                </a:lnTo>
                <a:lnTo>
                  <a:pt x="82486" y="657796"/>
                </a:lnTo>
                <a:lnTo>
                  <a:pt x="123888" y="634085"/>
                </a:lnTo>
                <a:lnTo>
                  <a:pt x="179832" y="626364"/>
                </a:lnTo>
                <a:lnTo>
                  <a:pt x="199783" y="627227"/>
                </a:lnTo>
                <a:lnTo>
                  <a:pt x="249936" y="640080"/>
                </a:lnTo>
                <a:lnTo>
                  <a:pt x="285292" y="664946"/>
                </a:lnTo>
                <a:lnTo>
                  <a:pt x="306324" y="697611"/>
                </a:lnTo>
                <a:lnTo>
                  <a:pt x="317373" y="746950"/>
                </a:lnTo>
                <a:lnTo>
                  <a:pt x="318516" y="777240"/>
                </a:lnTo>
                <a:lnTo>
                  <a:pt x="318516" y="634669"/>
                </a:lnTo>
                <a:lnTo>
                  <a:pt x="318389" y="634492"/>
                </a:lnTo>
                <a:lnTo>
                  <a:pt x="310400" y="626364"/>
                </a:lnTo>
                <a:lnTo>
                  <a:pt x="304228" y="620077"/>
                </a:lnTo>
                <a:lnTo>
                  <a:pt x="269748" y="597408"/>
                </a:lnTo>
                <a:lnTo>
                  <a:pt x="227076" y="581596"/>
                </a:lnTo>
                <a:lnTo>
                  <a:pt x="204025" y="577456"/>
                </a:lnTo>
                <a:lnTo>
                  <a:pt x="203746" y="577456"/>
                </a:lnTo>
                <a:lnTo>
                  <a:pt x="179832" y="576072"/>
                </a:lnTo>
                <a:lnTo>
                  <a:pt x="130873" y="581406"/>
                </a:lnTo>
                <a:lnTo>
                  <a:pt x="89916" y="595884"/>
                </a:lnTo>
                <a:lnTo>
                  <a:pt x="55435" y="618553"/>
                </a:lnTo>
                <a:lnTo>
                  <a:pt x="28956" y="649224"/>
                </a:lnTo>
                <a:lnTo>
                  <a:pt x="11595" y="685228"/>
                </a:lnTo>
                <a:lnTo>
                  <a:pt x="2133" y="733094"/>
                </a:lnTo>
                <a:lnTo>
                  <a:pt x="508" y="756412"/>
                </a:lnTo>
                <a:lnTo>
                  <a:pt x="381" y="761580"/>
                </a:lnTo>
                <a:lnTo>
                  <a:pt x="25" y="777240"/>
                </a:lnTo>
                <a:lnTo>
                  <a:pt x="0" y="859536"/>
                </a:lnTo>
                <a:lnTo>
                  <a:pt x="359664" y="859536"/>
                </a:lnTo>
                <a:lnTo>
                  <a:pt x="359664" y="812292"/>
                </a:lnTo>
                <a:lnTo>
                  <a:pt x="359664" y="777240"/>
                </a:lnTo>
                <a:close/>
              </a:path>
              <a:path extrusionOk="0" h="859789" w="365760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  <a:path extrusionOk="0" h="859789" w="365760">
                <a:moveTo>
                  <a:pt x="365633" y="417576"/>
                </a:moveTo>
                <a:lnTo>
                  <a:pt x="365531" y="400812"/>
                </a:lnTo>
                <a:lnTo>
                  <a:pt x="365112" y="394627"/>
                </a:lnTo>
                <a:lnTo>
                  <a:pt x="364223" y="388620"/>
                </a:lnTo>
                <a:lnTo>
                  <a:pt x="362699" y="382524"/>
                </a:lnTo>
                <a:lnTo>
                  <a:pt x="361175" y="373380"/>
                </a:lnTo>
                <a:lnTo>
                  <a:pt x="358127" y="364236"/>
                </a:lnTo>
                <a:lnTo>
                  <a:pt x="356603" y="358140"/>
                </a:lnTo>
                <a:lnTo>
                  <a:pt x="353555" y="352044"/>
                </a:lnTo>
                <a:lnTo>
                  <a:pt x="350507" y="342900"/>
                </a:lnTo>
                <a:lnTo>
                  <a:pt x="347459" y="335280"/>
                </a:lnTo>
                <a:lnTo>
                  <a:pt x="345935" y="329184"/>
                </a:lnTo>
                <a:lnTo>
                  <a:pt x="342887" y="323088"/>
                </a:lnTo>
                <a:lnTo>
                  <a:pt x="294119" y="323088"/>
                </a:lnTo>
                <a:lnTo>
                  <a:pt x="294119" y="326136"/>
                </a:lnTo>
                <a:lnTo>
                  <a:pt x="303263" y="339852"/>
                </a:lnTo>
                <a:lnTo>
                  <a:pt x="307835" y="345948"/>
                </a:lnTo>
                <a:lnTo>
                  <a:pt x="313931" y="361188"/>
                </a:lnTo>
                <a:lnTo>
                  <a:pt x="316865" y="367169"/>
                </a:lnTo>
                <a:lnTo>
                  <a:pt x="319074" y="373570"/>
                </a:lnTo>
                <a:lnTo>
                  <a:pt x="321005" y="380263"/>
                </a:lnTo>
                <a:lnTo>
                  <a:pt x="323075" y="387096"/>
                </a:lnTo>
                <a:lnTo>
                  <a:pt x="326123" y="417576"/>
                </a:lnTo>
                <a:lnTo>
                  <a:pt x="324675" y="437032"/>
                </a:lnTo>
                <a:lnTo>
                  <a:pt x="301739" y="483108"/>
                </a:lnTo>
                <a:lnTo>
                  <a:pt x="251167" y="504545"/>
                </a:lnTo>
                <a:lnTo>
                  <a:pt x="228587" y="505968"/>
                </a:lnTo>
                <a:lnTo>
                  <a:pt x="228587" y="364236"/>
                </a:lnTo>
                <a:lnTo>
                  <a:pt x="228587" y="318516"/>
                </a:lnTo>
                <a:lnTo>
                  <a:pt x="204203" y="318516"/>
                </a:lnTo>
                <a:lnTo>
                  <a:pt x="193535" y="318922"/>
                </a:lnTo>
                <a:lnTo>
                  <a:pt x="193535" y="364236"/>
                </a:lnTo>
                <a:lnTo>
                  <a:pt x="193535" y="505968"/>
                </a:lnTo>
                <a:lnTo>
                  <a:pt x="151625" y="493395"/>
                </a:lnTo>
                <a:lnTo>
                  <a:pt x="124955" y="461772"/>
                </a:lnTo>
                <a:lnTo>
                  <a:pt x="119075" y="437032"/>
                </a:lnTo>
                <a:lnTo>
                  <a:pt x="118859" y="431292"/>
                </a:lnTo>
                <a:lnTo>
                  <a:pt x="119176" y="422465"/>
                </a:lnTo>
                <a:lnTo>
                  <a:pt x="120192" y="414337"/>
                </a:lnTo>
                <a:lnTo>
                  <a:pt x="122085" y="407085"/>
                </a:lnTo>
                <a:lnTo>
                  <a:pt x="124955" y="400812"/>
                </a:lnTo>
                <a:lnTo>
                  <a:pt x="128003" y="391668"/>
                </a:lnTo>
                <a:lnTo>
                  <a:pt x="132575" y="385572"/>
                </a:lnTo>
                <a:lnTo>
                  <a:pt x="140195" y="381000"/>
                </a:lnTo>
                <a:lnTo>
                  <a:pt x="146291" y="374904"/>
                </a:lnTo>
                <a:lnTo>
                  <a:pt x="161531" y="368808"/>
                </a:lnTo>
                <a:lnTo>
                  <a:pt x="168681" y="367665"/>
                </a:lnTo>
                <a:lnTo>
                  <a:pt x="176390" y="366522"/>
                </a:lnTo>
                <a:lnTo>
                  <a:pt x="193535" y="364236"/>
                </a:lnTo>
                <a:lnTo>
                  <a:pt x="193535" y="318922"/>
                </a:lnTo>
                <a:lnTo>
                  <a:pt x="149339" y="327660"/>
                </a:lnTo>
                <a:lnTo>
                  <a:pt x="112763" y="348996"/>
                </a:lnTo>
                <a:lnTo>
                  <a:pt x="89903" y="382524"/>
                </a:lnTo>
                <a:lnTo>
                  <a:pt x="82283" y="426720"/>
                </a:lnTo>
                <a:lnTo>
                  <a:pt x="84836" y="453872"/>
                </a:lnTo>
                <a:lnTo>
                  <a:pt x="104787" y="499592"/>
                </a:lnTo>
                <a:lnTo>
                  <a:pt x="143040" y="533044"/>
                </a:lnTo>
                <a:lnTo>
                  <a:pt x="194881" y="549643"/>
                </a:lnTo>
                <a:lnTo>
                  <a:pt x="194640" y="549643"/>
                </a:lnTo>
                <a:lnTo>
                  <a:pt x="225539" y="551688"/>
                </a:lnTo>
                <a:lnTo>
                  <a:pt x="257594" y="549643"/>
                </a:lnTo>
                <a:lnTo>
                  <a:pt x="285356" y="543306"/>
                </a:lnTo>
                <a:lnTo>
                  <a:pt x="309130" y="532409"/>
                </a:lnTo>
                <a:lnTo>
                  <a:pt x="329171" y="516636"/>
                </a:lnTo>
                <a:lnTo>
                  <a:pt x="337705" y="505968"/>
                </a:lnTo>
                <a:lnTo>
                  <a:pt x="345173" y="496633"/>
                </a:lnTo>
                <a:lnTo>
                  <a:pt x="356603" y="473202"/>
                </a:lnTo>
                <a:lnTo>
                  <a:pt x="363461" y="446341"/>
                </a:lnTo>
                <a:lnTo>
                  <a:pt x="365633" y="417576"/>
                </a:lnTo>
                <a:close/>
              </a:path>
              <a:path extrusionOk="0" h="859789" w="365760">
                <a:moveTo>
                  <a:pt x="365747" y="199644"/>
                </a:moveTo>
                <a:lnTo>
                  <a:pt x="359651" y="152400"/>
                </a:lnTo>
                <a:lnTo>
                  <a:pt x="335368" y="113855"/>
                </a:lnTo>
                <a:lnTo>
                  <a:pt x="297929" y="94297"/>
                </a:lnTo>
                <a:lnTo>
                  <a:pt x="281927" y="92964"/>
                </a:lnTo>
                <a:lnTo>
                  <a:pt x="267030" y="93853"/>
                </a:lnTo>
                <a:lnTo>
                  <a:pt x="225501" y="116192"/>
                </a:lnTo>
                <a:lnTo>
                  <a:pt x="208775" y="152400"/>
                </a:lnTo>
                <a:lnTo>
                  <a:pt x="207403" y="159905"/>
                </a:lnTo>
                <a:lnTo>
                  <a:pt x="204063" y="173189"/>
                </a:lnTo>
                <a:lnTo>
                  <a:pt x="194678" y="211505"/>
                </a:lnTo>
                <a:lnTo>
                  <a:pt x="166827" y="240220"/>
                </a:lnTo>
                <a:lnTo>
                  <a:pt x="158483" y="240792"/>
                </a:lnTo>
                <a:lnTo>
                  <a:pt x="149682" y="239699"/>
                </a:lnTo>
                <a:lnTo>
                  <a:pt x="122669" y="208216"/>
                </a:lnTo>
                <a:lnTo>
                  <a:pt x="120383" y="187452"/>
                </a:lnTo>
                <a:lnTo>
                  <a:pt x="120942" y="176288"/>
                </a:lnTo>
                <a:lnTo>
                  <a:pt x="132867" y="133883"/>
                </a:lnTo>
                <a:lnTo>
                  <a:pt x="150863" y="105156"/>
                </a:lnTo>
                <a:lnTo>
                  <a:pt x="150863" y="103632"/>
                </a:lnTo>
                <a:lnTo>
                  <a:pt x="102095" y="103632"/>
                </a:lnTo>
                <a:lnTo>
                  <a:pt x="97815" y="111950"/>
                </a:lnTo>
                <a:lnTo>
                  <a:pt x="85509" y="153162"/>
                </a:lnTo>
                <a:lnTo>
                  <a:pt x="82283" y="187452"/>
                </a:lnTo>
                <a:lnTo>
                  <a:pt x="83718" y="209169"/>
                </a:lnTo>
                <a:lnTo>
                  <a:pt x="95148" y="245745"/>
                </a:lnTo>
                <a:lnTo>
                  <a:pt x="131432" y="281178"/>
                </a:lnTo>
                <a:lnTo>
                  <a:pt x="164579" y="288036"/>
                </a:lnTo>
                <a:lnTo>
                  <a:pt x="177723" y="287185"/>
                </a:lnTo>
                <a:lnTo>
                  <a:pt x="218871" y="265468"/>
                </a:lnTo>
                <a:lnTo>
                  <a:pt x="237731" y="228600"/>
                </a:lnTo>
                <a:lnTo>
                  <a:pt x="245351" y="193548"/>
                </a:lnTo>
                <a:lnTo>
                  <a:pt x="246875" y="185928"/>
                </a:lnTo>
                <a:lnTo>
                  <a:pt x="263639" y="147828"/>
                </a:lnTo>
                <a:lnTo>
                  <a:pt x="288023" y="140208"/>
                </a:lnTo>
                <a:lnTo>
                  <a:pt x="295643" y="140208"/>
                </a:lnTo>
                <a:lnTo>
                  <a:pt x="324599" y="173736"/>
                </a:lnTo>
                <a:lnTo>
                  <a:pt x="326123" y="182880"/>
                </a:lnTo>
                <a:lnTo>
                  <a:pt x="327647" y="190500"/>
                </a:lnTo>
                <a:lnTo>
                  <a:pt x="327647" y="198120"/>
                </a:lnTo>
                <a:lnTo>
                  <a:pt x="327367" y="205219"/>
                </a:lnTo>
                <a:lnTo>
                  <a:pt x="326504" y="212598"/>
                </a:lnTo>
                <a:lnTo>
                  <a:pt x="325081" y="219989"/>
                </a:lnTo>
                <a:lnTo>
                  <a:pt x="323075" y="227076"/>
                </a:lnTo>
                <a:lnTo>
                  <a:pt x="321652" y="233680"/>
                </a:lnTo>
                <a:lnTo>
                  <a:pt x="319646" y="239839"/>
                </a:lnTo>
                <a:lnTo>
                  <a:pt x="317080" y="245732"/>
                </a:lnTo>
                <a:lnTo>
                  <a:pt x="313931" y="251460"/>
                </a:lnTo>
                <a:lnTo>
                  <a:pt x="310883" y="260604"/>
                </a:lnTo>
                <a:lnTo>
                  <a:pt x="306311" y="268224"/>
                </a:lnTo>
                <a:lnTo>
                  <a:pt x="303263" y="272796"/>
                </a:lnTo>
                <a:lnTo>
                  <a:pt x="298691" y="278892"/>
                </a:lnTo>
                <a:lnTo>
                  <a:pt x="295643" y="283464"/>
                </a:lnTo>
                <a:lnTo>
                  <a:pt x="292595" y="286512"/>
                </a:lnTo>
                <a:lnTo>
                  <a:pt x="292595" y="289560"/>
                </a:lnTo>
                <a:lnTo>
                  <a:pt x="342887" y="289560"/>
                </a:lnTo>
                <a:lnTo>
                  <a:pt x="347205" y="281012"/>
                </a:lnTo>
                <a:lnTo>
                  <a:pt x="361251" y="238010"/>
                </a:lnTo>
                <a:lnTo>
                  <a:pt x="365201" y="212432"/>
                </a:lnTo>
                <a:lnTo>
                  <a:pt x="365747" y="1996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3" name="Google Shape;7213;p105"/>
          <p:cNvSpPr/>
          <p:nvPr/>
        </p:nvSpPr>
        <p:spPr>
          <a:xfrm>
            <a:off x="1734467" y="4613148"/>
            <a:ext cx="379730" cy="226060"/>
          </a:xfrm>
          <a:custGeom>
            <a:rect b="b" l="l" r="r" t="t"/>
            <a:pathLst>
              <a:path extrusionOk="0" h="226060" w="379730">
                <a:moveTo>
                  <a:pt x="140052" y="225552"/>
                </a:moveTo>
                <a:lnTo>
                  <a:pt x="93760" y="220408"/>
                </a:lnTo>
                <a:lnTo>
                  <a:pt x="56232" y="205930"/>
                </a:lnTo>
                <a:lnTo>
                  <a:pt x="20418" y="174879"/>
                </a:lnTo>
                <a:lnTo>
                  <a:pt x="9110" y="155686"/>
                </a:lnTo>
                <a:lnTo>
                  <a:pt x="8988" y="155448"/>
                </a:lnTo>
                <a:lnTo>
                  <a:pt x="4987" y="145137"/>
                </a:lnTo>
                <a:lnTo>
                  <a:pt x="2130" y="134683"/>
                </a:lnTo>
                <a:lnTo>
                  <a:pt x="415" y="123944"/>
                </a:lnTo>
                <a:lnTo>
                  <a:pt x="0" y="115824"/>
                </a:lnTo>
                <a:lnTo>
                  <a:pt x="18" y="106680"/>
                </a:lnTo>
                <a:lnTo>
                  <a:pt x="10805" y="61912"/>
                </a:lnTo>
                <a:lnTo>
                  <a:pt x="19656" y="45720"/>
                </a:lnTo>
                <a:lnTo>
                  <a:pt x="7464" y="44196"/>
                </a:lnTo>
                <a:lnTo>
                  <a:pt x="7464" y="0"/>
                </a:lnTo>
                <a:lnTo>
                  <a:pt x="246732" y="0"/>
                </a:lnTo>
                <a:lnTo>
                  <a:pt x="306168" y="7810"/>
                </a:lnTo>
                <a:lnTo>
                  <a:pt x="347316" y="30480"/>
                </a:lnTo>
                <a:lnTo>
                  <a:pt x="359972" y="45720"/>
                </a:lnTo>
                <a:lnTo>
                  <a:pt x="56232" y="45720"/>
                </a:lnTo>
                <a:lnTo>
                  <a:pt x="52183" y="54578"/>
                </a:lnTo>
                <a:lnTo>
                  <a:pt x="42066" y="90582"/>
                </a:lnTo>
                <a:lnTo>
                  <a:pt x="41944" y="91440"/>
                </a:lnTo>
                <a:lnTo>
                  <a:pt x="41330" y="97536"/>
                </a:lnTo>
                <a:lnTo>
                  <a:pt x="41210" y="99441"/>
                </a:lnTo>
                <a:lnTo>
                  <a:pt x="41108" y="102108"/>
                </a:lnTo>
                <a:lnTo>
                  <a:pt x="40992" y="105156"/>
                </a:lnTo>
                <a:lnTo>
                  <a:pt x="55779" y="148875"/>
                </a:lnTo>
                <a:lnTo>
                  <a:pt x="96999" y="173736"/>
                </a:lnTo>
                <a:lnTo>
                  <a:pt x="138528" y="178308"/>
                </a:lnTo>
                <a:lnTo>
                  <a:pt x="257944" y="178308"/>
                </a:lnTo>
                <a:lnTo>
                  <a:pt x="253994" y="184785"/>
                </a:lnTo>
                <a:lnTo>
                  <a:pt x="239112" y="199644"/>
                </a:lnTo>
                <a:lnTo>
                  <a:pt x="219990" y="211407"/>
                </a:lnTo>
                <a:lnTo>
                  <a:pt x="197011" y="219456"/>
                </a:lnTo>
                <a:lnTo>
                  <a:pt x="170317" y="224075"/>
                </a:lnTo>
                <a:lnTo>
                  <a:pt x="140052" y="225552"/>
                </a:lnTo>
                <a:close/>
              </a:path>
              <a:path extrusionOk="0" h="226060" w="379730">
                <a:moveTo>
                  <a:pt x="257944" y="178308"/>
                </a:moveTo>
                <a:lnTo>
                  <a:pt x="138528" y="178308"/>
                </a:lnTo>
                <a:lnTo>
                  <a:pt x="159959" y="177450"/>
                </a:lnTo>
                <a:lnTo>
                  <a:pt x="178533" y="174879"/>
                </a:lnTo>
                <a:lnTo>
                  <a:pt x="217109" y="155686"/>
                </a:lnTo>
                <a:lnTo>
                  <a:pt x="228415" y="131968"/>
                </a:lnTo>
                <a:lnTo>
                  <a:pt x="228539" y="131587"/>
                </a:lnTo>
                <a:lnTo>
                  <a:pt x="229968" y="115824"/>
                </a:lnTo>
                <a:lnTo>
                  <a:pt x="229732" y="108870"/>
                </a:lnTo>
                <a:lnTo>
                  <a:pt x="229658" y="106680"/>
                </a:lnTo>
                <a:lnTo>
                  <a:pt x="215109" y="61912"/>
                </a:lnTo>
                <a:lnTo>
                  <a:pt x="204060" y="45720"/>
                </a:lnTo>
                <a:lnTo>
                  <a:pt x="242160" y="45720"/>
                </a:lnTo>
                <a:lnTo>
                  <a:pt x="265020" y="82296"/>
                </a:lnTo>
                <a:lnTo>
                  <a:pt x="272316" y="118872"/>
                </a:lnTo>
                <a:lnTo>
                  <a:pt x="272425" y="121443"/>
                </a:lnTo>
                <a:lnTo>
                  <a:pt x="272531" y="123944"/>
                </a:lnTo>
                <a:lnTo>
                  <a:pt x="272640" y="126492"/>
                </a:lnTo>
                <a:lnTo>
                  <a:pt x="270651" y="147828"/>
                </a:lnTo>
                <a:lnTo>
                  <a:pt x="270615" y="148209"/>
                </a:lnTo>
                <a:lnTo>
                  <a:pt x="264448" y="167640"/>
                </a:lnTo>
                <a:lnTo>
                  <a:pt x="257944" y="178308"/>
                </a:lnTo>
                <a:close/>
              </a:path>
              <a:path extrusionOk="0" h="226060" w="379730">
                <a:moveTo>
                  <a:pt x="367128" y="199644"/>
                </a:moveTo>
                <a:lnTo>
                  <a:pt x="319884" y="199644"/>
                </a:lnTo>
                <a:lnTo>
                  <a:pt x="319884" y="198120"/>
                </a:lnTo>
                <a:lnTo>
                  <a:pt x="321408" y="195072"/>
                </a:lnTo>
                <a:lnTo>
                  <a:pt x="322932" y="190500"/>
                </a:lnTo>
                <a:lnTo>
                  <a:pt x="324360" y="184785"/>
                </a:lnTo>
                <a:lnTo>
                  <a:pt x="324456" y="184404"/>
                </a:lnTo>
                <a:lnTo>
                  <a:pt x="327504" y="178308"/>
                </a:lnTo>
                <a:lnTo>
                  <a:pt x="329028" y="172212"/>
                </a:lnTo>
                <a:lnTo>
                  <a:pt x="330552" y="164592"/>
                </a:lnTo>
                <a:lnTo>
                  <a:pt x="333520" y="155686"/>
                </a:lnTo>
                <a:lnTo>
                  <a:pt x="333600" y="155448"/>
                </a:lnTo>
                <a:lnTo>
                  <a:pt x="335047" y="148209"/>
                </a:lnTo>
                <a:lnTo>
                  <a:pt x="335124" y="147828"/>
                </a:lnTo>
                <a:lnTo>
                  <a:pt x="336648" y="141732"/>
                </a:lnTo>
                <a:lnTo>
                  <a:pt x="338057" y="134683"/>
                </a:lnTo>
                <a:lnTo>
                  <a:pt x="337983" y="112776"/>
                </a:lnTo>
                <a:lnTo>
                  <a:pt x="337862" y="108870"/>
                </a:lnTo>
                <a:lnTo>
                  <a:pt x="326170" y="69913"/>
                </a:lnTo>
                <a:lnTo>
                  <a:pt x="316836" y="60960"/>
                </a:lnTo>
                <a:lnTo>
                  <a:pt x="310740" y="54864"/>
                </a:lnTo>
                <a:lnTo>
                  <a:pt x="303120" y="51816"/>
                </a:lnTo>
                <a:lnTo>
                  <a:pt x="293976" y="50292"/>
                </a:lnTo>
                <a:lnTo>
                  <a:pt x="287737" y="48291"/>
                </a:lnTo>
                <a:lnTo>
                  <a:pt x="280641" y="46863"/>
                </a:lnTo>
                <a:lnTo>
                  <a:pt x="272973" y="46005"/>
                </a:lnTo>
                <a:lnTo>
                  <a:pt x="265020" y="45720"/>
                </a:lnTo>
                <a:lnTo>
                  <a:pt x="359972" y="45720"/>
                </a:lnTo>
                <a:lnTo>
                  <a:pt x="361317" y="47339"/>
                </a:lnTo>
                <a:lnTo>
                  <a:pt x="371319" y="68199"/>
                </a:lnTo>
                <a:lnTo>
                  <a:pt x="377319" y="93059"/>
                </a:lnTo>
                <a:lnTo>
                  <a:pt x="379287" y="121443"/>
                </a:lnTo>
                <a:lnTo>
                  <a:pt x="379200" y="126492"/>
                </a:lnTo>
                <a:lnTo>
                  <a:pt x="379068" y="131587"/>
                </a:lnTo>
                <a:lnTo>
                  <a:pt x="379058" y="131968"/>
                </a:lnTo>
                <a:lnTo>
                  <a:pt x="374843" y="171783"/>
                </a:lnTo>
                <a:lnTo>
                  <a:pt x="367189" y="199477"/>
                </a:lnTo>
                <a:lnTo>
                  <a:pt x="367128" y="1996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4" name="Google Shape;7214;p105"/>
          <p:cNvSpPr/>
          <p:nvPr/>
        </p:nvSpPr>
        <p:spPr>
          <a:xfrm>
            <a:off x="1734311" y="4335779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6067"/>
                </a:lnTo>
                <a:lnTo>
                  <a:pt x="5143" y="116204"/>
                </a:lnTo>
                <a:lnTo>
                  <a:pt x="0" y="85344"/>
                </a:lnTo>
                <a:lnTo>
                  <a:pt x="1690" y="66151"/>
                </a:lnTo>
                <a:lnTo>
                  <a:pt x="25907" y="22859"/>
                </a:lnTo>
                <a:lnTo>
                  <a:pt x="78628" y="1428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14323" y="45981"/>
                </a:lnTo>
                <a:lnTo>
                  <a:pt x="105346" y="46672"/>
                </a:lnTo>
                <a:lnTo>
                  <a:pt x="96654" y="47648"/>
                </a:lnTo>
                <a:lnTo>
                  <a:pt x="88391" y="48768"/>
                </a:lnTo>
                <a:lnTo>
                  <a:pt x="80700" y="49291"/>
                </a:lnTo>
                <a:lnTo>
                  <a:pt x="47243" y="70104"/>
                </a:lnTo>
                <a:lnTo>
                  <a:pt x="42671" y="97536"/>
                </a:lnTo>
                <a:lnTo>
                  <a:pt x="43243" y="105775"/>
                </a:lnTo>
                <a:lnTo>
                  <a:pt x="62293" y="149161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5" name="Google Shape;7215;p105"/>
          <p:cNvSpPr/>
          <p:nvPr/>
        </p:nvSpPr>
        <p:spPr>
          <a:xfrm>
            <a:off x="1652016" y="3901440"/>
            <a:ext cx="43180" cy="167640"/>
          </a:xfrm>
          <a:custGeom>
            <a:rect b="b" l="l" r="r" t="t"/>
            <a:pathLst>
              <a:path extrusionOk="0" h="167639" w="43180">
                <a:moveTo>
                  <a:pt x="42672" y="0"/>
                </a:moveTo>
                <a:lnTo>
                  <a:pt x="0" y="0"/>
                </a:lnTo>
                <a:lnTo>
                  <a:pt x="0" y="7620"/>
                </a:lnTo>
                <a:lnTo>
                  <a:pt x="0" y="167640"/>
                </a:lnTo>
                <a:lnTo>
                  <a:pt x="42672" y="167640"/>
                </a:lnTo>
                <a:lnTo>
                  <a:pt x="42672" y="7620"/>
                </a:lnTo>
                <a:lnTo>
                  <a:pt x="42672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6" name="Google Shape;7216;p105"/>
          <p:cNvSpPr/>
          <p:nvPr/>
        </p:nvSpPr>
        <p:spPr>
          <a:xfrm>
            <a:off x="1652016" y="3909060"/>
            <a:ext cx="360045" cy="207010"/>
          </a:xfrm>
          <a:custGeom>
            <a:rect b="b" l="l" r="r" t="t"/>
            <a:pathLst>
              <a:path extrusionOk="0" h="207010" w="360044">
                <a:moveTo>
                  <a:pt x="359664" y="160020"/>
                </a:moveTo>
                <a:lnTo>
                  <a:pt x="185928" y="160020"/>
                </a:lnTo>
                <a:lnTo>
                  <a:pt x="185928" y="0"/>
                </a:lnTo>
                <a:lnTo>
                  <a:pt x="143256" y="0"/>
                </a:lnTo>
                <a:lnTo>
                  <a:pt x="143256" y="160020"/>
                </a:lnTo>
                <a:lnTo>
                  <a:pt x="0" y="160020"/>
                </a:lnTo>
                <a:lnTo>
                  <a:pt x="0" y="207010"/>
                </a:lnTo>
                <a:lnTo>
                  <a:pt x="359664" y="207010"/>
                </a:lnTo>
                <a:lnTo>
                  <a:pt x="359664" y="16002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7" name="Google Shape;7217;p105"/>
          <p:cNvSpPr/>
          <p:nvPr/>
        </p:nvSpPr>
        <p:spPr>
          <a:xfrm>
            <a:off x="1636775" y="3816096"/>
            <a:ext cx="376555" cy="47625"/>
          </a:xfrm>
          <a:custGeom>
            <a:rect b="b" l="l" r="r" t="t"/>
            <a:pathLst>
              <a:path extrusionOk="0" h="47625" w="376555">
                <a:moveTo>
                  <a:pt x="376428" y="47243"/>
                </a:moveTo>
                <a:lnTo>
                  <a:pt x="0" y="47243"/>
                </a:lnTo>
                <a:lnTo>
                  <a:pt x="0" y="0"/>
                </a:lnTo>
                <a:lnTo>
                  <a:pt x="376428" y="0"/>
                </a:lnTo>
                <a:lnTo>
                  <a:pt x="376428" y="47243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8" name="Google Shape;7218;p105"/>
          <p:cNvSpPr/>
          <p:nvPr/>
        </p:nvSpPr>
        <p:spPr>
          <a:xfrm>
            <a:off x="1734312" y="3157728"/>
            <a:ext cx="285115" cy="611505"/>
          </a:xfrm>
          <a:custGeom>
            <a:rect b="b" l="l" r="r" t="t"/>
            <a:pathLst>
              <a:path extrusionOk="0" h="611504" w="285114">
                <a:moveTo>
                  <a:pt x="277368" y="67056"/>
                </a:moveTo>
                <a:lnTo>
                  <a:pt x="7620" y="0"/>
                </a:lnTo>
                <a:lnTo>
                  <a:pt x="7620" y="47244"/>
                </a:lnTo>
                <a:lnTo>
                  <a:pt x="216408" y="89916"/>
                </a:lnTo>
                <a:lnTo>
                  <a:pt x="7620" y="155448"/>
                </a:lnTo>
                <a:lnTo>
                  <a:pt x="7620" y="192024"/>
                </a:lnTo>
                <a:lnTo>
                  <a:pt x="216408" y="256032"/>
                </a:lnTo>
                <a:lnTo>
                  <a:pt x="7620" y="303276"/>
                </a:lnTo>
                <a:lnTo>
                  <a:pt x="7620" y="350520"/>
                </a:lnTo>
                <a:lnTo>
                  <a:pt x="277368" y="281940"/>
                </a:lnTo>
                <a:lnTo>
                  <a:pt x="277368" y="239268"/>
                </a:lnTo>
                <a:lnTo>
                  <a:pt x="70104" y="175260"/>
                </a:lnTo>
                <a:lnTo>
                  <a:pt x="277368" y="109728"/>
                </a:lnTo>
                <a:lnTo>
                  <a:pt x="277368" y="67056"/>
                </a:lnTo>
                <a:close/>
              </a:path>
              <a:path extrusionOk="0" h="611504" w="285114">
                <a:moveTo>
                  <a:pt x="284988" y="489204"/>
                </a:moveTo>
                <a:lnTo>
                  <a:pt x="275844" y="440626"/>
                </a:lnTo>
                <a:lnTo>
                  <a:pt x="248412" y="402336"/>
                </a:lnTo>
                <a:lnTo>
                  <a:pt x="245364" y="400329"/>
                </a:lnTo>
                <a:lnTo>
                  <a:pt x="245364" y="489204"/>
                </a:lnTo>
                <a:lnTo>
                  <a:pt x="243662" y="506349"/>
                </a:lnTo>
                <a:lnTo>
                  <a:pt x="219456" y="544068"/>
                </a:lnTo>
                <a:lnTo>
                  <a:pt x="166941" y="562508"/>
                </a:lnTo>
                <a:lnTo>
                  <a:pt x="143256" y="563880"/>
                </a:lnTo>
                <a:lnTo>
                  <a:pt x="118681" y="562508"/>
                </a:lnTo>
                <a:lnTo>
                  <a:pt x="79819" y="552310"/>
                </a:lnTo>
                <a:lnTo>
                  <a:pt x="46291" y="521208"/>
                </a:lnTo>
                <a:lnTo>
                  <a:pt x="39624" y="489204"/>
                </a:lnTo>
                <a:lnTo>
                  <a:pt x="41313" y="472948"/>
                </a:lnTo>
                <a:lnTo>
                  <a:pt x="65532" y="435864"/>
                </a:lnTo>
                <a:lnTo>
                  <a:pt x="118681" y="418719"/>
                </a:lnTo>
                <a:lnTo>
                  <a:pt x="143256" y="417576"/>
                </a:lnTo>
                <a:lnTo>
                  <a:pt x="166941" y="418719"/>
                </a:lnTo>
                <a:lnTo>
                  <a:pt x="205181" y="427863"/>
                </a:lnTo>
                <a:lnTo>
                  <a:pt x="238696" y="458533"/>
                </a:lnTo>
                <a:lnTo>
                  <a:pt x="245364" y="489204"/>
                </a:lnTo>
                <a:lnTo>
                  <a:pt x="245364" y="400329"/>
                </a:lnTo>
                <a:lnTo>
                  <a:pt x="227266" y="388340"/>
                </a:lnTo>
                <a:lnTo>
                  <a:pt x="202692" y="378333"/>
                </a:lnTo>
                <a:lnTo>
                  <a:pt x="174688" y="372338"/>
                </a:lnTo>
                <a:lnTo>
                  <a:pt x="143256" y="370332"/>
                </a:lnTo>
                <a:lnTo>
                  <a:pt x="110959" y="372338"/>
                </a:lnTo>
                <a:lnTo>
                  <a:pt x="58381" y="388340"/>
                </a:lnTo>
                <a:lnTo>
                  <a:pt x="21209" y="419989"/>
                </a:lnTo>
                <a:lnTo>
                  <a:pt x="2298" y="463854"/>
                </a:lnTo>
                <a:lnTo>
                  <a:pt x="0" y="489204"/>
                </a:lnTo>
                <a:lnTo>
                  <a:pt x="2298" y="515239"/>
                </a:lnTo>
                <a:lnTo>
                  <a:pt x="21209" y="559295"/>
                </a:lnTo>
                <a:lnTo>
                  <a:pt x="58381" y="591845"/>
                </a:lnTo>
                <a:lnTo>
                  <a:pt x="110959" y="608888"/>
                </a:lnTo>
                <a:lnTo>
                  <a:pt x="143256" y="611124"/>
                </a:lnTo>
                <a:lnTo>
                  <a:pt x="173799" y="609104"/>
                </a:lnTo>
                <a:lnTo>
                  <a:pt x="201358" y="602932"/>
                </a:lnTo>
                <a:lnTo>
                  <a:pt x="225755" y="592480"/>
                </a:lnTo>
                <a:lnTo>
                  <a:pt x="246888" y="577596"/>
                </a:lnTo>
                <a:lnTo>
                  <a:pt x="260146" y="563880"/>
                </a:lnTo>
                <a:lnTo>
                  <a:pt x="263766" y="560146"/>
                </a:lnTo>
                <a:lnTo>
                  <a:pt x="275653" y="539686"/>
                </a:lnTo>
                <a:lnTo>
                  <a:pt x="282676" y="516089"/>
                </a:lnTo>
                <a:lnTo>
                  <a:pt x="282740" y="515239"/>
                </a:lnTo>
                <a:lnTo>
                  <a:pt x="284988" y="48920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219" name="Google Shape;7219;p105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2601467" y="8805671"/>
            <a:ext cx="102108" cy="1021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220" name="Google Shape;7220;p105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526792" y="7444740"/>
            <a:ext cx="280415" cy="11338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21" name="Google Shape;7221;p105"/>
          <p:cNvGrpSpPr/>
          <p:nvPr/>
        </p:nvGrpSpPr>
        <p:grpSpPr>
          <a:xfrm>
            <a:off x="2538984" y="6559295"/>
            <a:ext cx="213359" cy="781811"/>
            <a:chOff x="2538984" y="6559295"/>
            <a:chExt cx="213359" cy="781811"/>
          </a:xfrm>
        </p:grpSpPr>
        <p:pic>
          <p:nvPicPr>
            <p:cNvPr id="7222" name="Google Shape;7222;p105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38984" y="6952487"/>
              <a:ext cx="213359" cy="3886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23" name="Google Shape;7223;p105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81656" y="6705599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24" name="Google Shape;7224;p105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581656" y="6559295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225" name="Google Shape;7225;p10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538984" y="6205727"/>
            <a:ext cx="213359" cy="2514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26" name="Google Shape;7226;p105"/>
          <p:cNvGrpSpPr/>
          <p:nvPr/>
        </p:nvGrpSpPr>
        <p:grpSpPr>
          <a:xfrm>
            <a:off x="2875788" y="7758683"/>
            <a:ext cx="288035" cy="824484"/>
            <a:chOff x="2875788" y="7758683"/>
            <a:chExt cx="288035" cy="824484"/>
          </a:xfrm>
        </p:grpSpPr>
        <p:pic>
          <p:nvPicPr>
            <p:cNvPr id="7227" name="Google Shape;7227;p105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875788" y="8444483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28" name="Google Shape;7228;p105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936747" y="8144255"/>
              <a:ext cx="169164" cy="2758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29" name="Google Shape;7229;p105"/>
            <p:cNvSpPr/>
            <p:nvPr/>
          </p:nvSpPr>
          <p:spPr>
            <a:xfrm>
              <a:off x="2886443" y="809244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30" name="Google Shape;7230;p105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936747" y="7926324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31" name="Google Shape;7231;p105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936747" y="7758683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32" name="Google Shape;7232;p105"/>
          <p:cNvGrpSpPr/>
          <p:nvPr/>
        </p:nvGrpSpPr>
        <p:grpSpPr>
          <a:xfrm>
            <a:off x="2875788" y="7182611"/>
            <a:ext cx="231648" cy="461772"/>
            <a:chOff x="2875788" y="7182611"/>
            <a:chExt cx="231648" cy="461772"/>
          </a:xfrm>
        </p:grpSpPr>
        <p:pic>
          <p:nvPicPr>
            <p:cNvPr id="7233" name="Google Shape;7233;p105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937128" y="7514843"/>
              <a:ext cx="170307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34" name="Google Shape;7234;p105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936747" y="7345679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35" name="Google Shape;7235;p105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875788" y="7182611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36" name="Google Shape;7236;p105"/>
          <p:cNvGrpSpPr/>
          <p:nvPr/>
        </p:nvGrpSpPr>
        <p:grpSpPr>
          <a:xfrm>
            <a:off x="2875787" y="6358127"/>
            <a:ext cx="286511" cy="710184"/>
            <a:chOff x="2875787" y="6358127"/>
            <a:chExt cx="286511" cy="710184"/>
          </a:xfrm>
        </p:grpSpPr>
        <p:pic>
          <p:nvPicPr>
            <p:cNvPr id="7237" name="Google Shape;7237;p105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936748" y="6778751"/>
              <a:ext cx="169164" cy="2895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38" name="Google Shape;7238;p105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941319" y="6665976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39" name="Google Shape;7239;p105"/>
            <p:cNvSpPr/>
            <p:nvPr/>
          </p:nvSpPr>
          <p:spPr>
            <a:xfrm>
              <a:off x="2886443" y="661568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40" name="Google Shape;7240;p105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875787" y="6358127"/>
              <a:ext cx="286511" cy="2331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241" name="Google Shape;7241;p105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3383279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42" name="Google Shape;7242;p105"/>
          <p:cNvGrpSpPr/>
          <p:nvPr/>
        </p:nvGrpSpPr>
        <p:grpSpPr>
          <a:xfrm>
            <a:off x="3304032" y="7578852"/>
            <a:ext cx="284988" cy="989076"/>
            <a:chOff x="3304032" y="7578852"/>
            <a:chExt cx="284988" cy="989076"/>
          </a:xfrm>
        </p:grpSpPr>
        <p:pic>
          <p:nvPicPr>
            <p:cNvPr id="7243" name="Google Shape;7243;p105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3313176" y="8430768"/>
              <a:ext cx="216408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44" name="Google Shape;7244;p105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3304032" y="7991855"/>
              <a:ext cx="284988" cy="4175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45" name="Google Shape;7245;p105"/>
            <p:cNvSpPr/>
            <p:nvPr/>
          </p:nvSpPr>
          <p:spPr>
            <a:xfrm>
              <a:off x="3313176" y="7935468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46" name="Google Shape;7246;p105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3363468" y="7642860"/>
              <a:ext cx="170687" cy="266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47" name="Google Shape;7247;p105"/>
            <p:cNvSpPr/>
            <p:nvPr/>
          </p:nvSpPr>
          <p:spPr>
            <a:xfrm>
              <a:off x="3304032" y="7578852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105"/>
          <p:cNvGrpSpPr/>
          <p:nvPr/>
        </p:nvGrpSpPr>
        <p:grpSpPr>
          <a:xfrm>
            <a:off x="3302508" y="6630923"/>
            <a:ext cx="288032" cy="821437"/>
            <a:chOff x="3302508" y="6630923"/>
            <a:chExt cx="288032" cy="821437"/>
          </a:xfrm>
        </p:grpSpPr>
        <p:pic>
          <p:nvPicPr>
            <p:cNvPr id="7249" name="Google Shape;7249;p105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302508" y="7313676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50" name="Google Shape;7250;p105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3363468" y="7016496"/>
              <a:ext cx="169164" cy="2727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51" name="Google Shape;7251;p105"/>
            <p:cNvSpPr/>
            <p:nvPr/>
          </p:nvSpPr>
          <p:spPr>
            <a:xfrm>
              <a:off x="3313176" y="6960108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52" name="Google Shape;7252;p105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363468" y="6795516"/>
              <a:ext cx="227072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53" name="Google Shape;7253;p105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363467" y="6630923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54" name="Google Shape;7254;p105"/>
          <p:cNvGrpSpPr/>
          <p:nvPr/>
        </p:nvGrpSpPr>
        <p:grpSpPr>
          <a:xfrm>
            <a:off x="3313176" y="6326124"/>
            <a:ext cx="219455" cy="175260"/>
            <a:chOff x="3313176" y="6326124"/>
            <a:chExt cx="219455" cy="175260"/>
          </a:xfrm>
        </p:grpSpPr>
        <p:sp>
          <p:nvSpPr>
            <p:cNvPr id="7255" name="Google Shape;7255;p105"/>
            <p:cNvSpPr/>
            <p:nvPr/>
          </p:nvSpPr>
          <p:spPr>
            <a:xfrm>
              <a:off x="3313176" y="647090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56" name="Google Shape;7256;p105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363467" y="6326124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57" name="Google Shape;7257;p105"/>
          <p:cNvGrpSpPr/>
          <p:nvPr/>
        </p:nvGrpSpPr>
        <p:grpSpPr>
          <a:xfrm>
            <a:off x="3660647" y="7665720"/>
            <a:ext cx="285116" cy="909954"/>
            <a:chOff x="3660647" y="7665720"/>
            <a:chExt cx="285116" cy="909954"/>
          </a:xfrm>
        </p:grpSpPr>
        <p:sp>
          <p:nvSpPr>
            <p:cNvPr id="7258" name="Google Shape;7258;p105"/>
            <p:cNvSpPr/>
            <p:nvPr/>
          </p:nvSpPr>
          <p:spPr>
            <a:xfrm>
              <a:off x="3660647" y="8488679"/>
              <a:ext cx="285115" cy="86995"/>
            </a:xfrm>
            <a:custGeom>
              <a:rect b="b" l="l" r="r" t="t"/>
              <a:pathLst>
                <a:path extrusionOk="0" h="86995" w="285114">
                  <a:moveTo>
                    <a:pt x="141731" y="86868"/>
                  </a:moveTo>
                  <a:lnTo>
                    <a:pt x="100012" y="83439"/>
                  </a:lnTo>
                  <a:lnTo>
                    <a:pt x="47148" y="65460"/>
                  </a:lnTo>
                  <a:lnTo>
                    <a:pt x="0" y="33528"/>
                  </a:lnTo>
                  <a:lnTo>
                    <a:pt x="0" y="0"/>
                  </a:lnTo>
                  <a:lnTo>
                    <a:pt x="1523" y="0"/>
                  </a:lnTo>
                  <a:lnTo>
                    <a:pt x="6405" y="5715"/>
                  </a:lnTo>
                  <a:lnTo>
                    <a:pt x="12001" y="11430"/>
                  </a:lnTo>
                  <a:lnTo>
                    <a:pt x="49053" y="37861"/>
                  </a:lnTo>
                  <a:lnTo>
                    <a:pt x="96011" y="56387"/>
                  </a:lnTo>
                  <a:lnTo>
                    <a:pt x="141731" y="60960"/>
                  </a:lnTo>
                  <a:lnTo>
                    <a:pt x="154019" y="60674"/>
                  </a:lnTo>
                  <a:lnTo>
                    <a:pt x="197477" y="53816"/>
                  </a:lnTo>
                  <a:lnTo>
                    <a:pt x="234434" y="38076"/>
                  </a:lnTo>
                  <a:lnTo>
                    <a:pt x="271843" y="11430"/>
                  </a:lnTo>
                  <a:lnTo>
                    <a:pt x="283463" y="0"/>
                  </a:lnTo>
                  <a:lnTo>
                    <a:pt x="284987" y="0"/>
                  </a:lnTo>
                  <a:lnTo>
                    <a:pt x="284987" y="33528"/>
                  </a:lnTo>
                  <a:lnTo>
                    <a:pt x="269200" y="45505"/>
                  </a:lnTo>
                  <a:lnTo>
                    <a:pt x="220979" y="73152"/>
                  </a:lnTo>
                  <a:lnTo>
                    <a:pt x="184213" y="83439"/>
                  </a:lnTo>
                  <a:lnTo>
                    <a:pt x="163758" y="86010"/>
                  </a:lnTo>
                  <a:lnTo>
                    <a:pt x="141731" y="868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59" name="Google Shape;7259;p105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720083" y="8196072"/>
              <a:ext cx="169164" cy="2712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60" name="Google Shape;7260;p105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720083" y="7961376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61" name="Google Shape;7261;p105"/>
            <p:cNvSpPr/>
            <p:nvPr/>
          </p:nvSpPr>
          <p:spPr>
            <a:xfrm>
              <a:off x="3660648" y="7665720"/>
              <a:ext cx="285115" cy="257810"/>
            </a:xfrm>
            <a:custGeom>
              <a:rect b="b" l="l" r="r" t="t"/>
              <a:pathLst>
                <a:path extrusionOk="0" h="257809" w="285114">
                  <a:moveTo>
                    <a:pt x="38100" y="227076"/>
                  </a:moveTo>
                  <a:lnTo>
                    <a:pt x="9144" y="227076"/>
                  </a:lnTo>
                  <a:lnTo>
                    <a:pt x="9144" y="257556"/>
                  </a:lnTo>
                  <a:lnTo>
                    <a:pt x="38100" y="257556"/>
                  </a:lnTo>
                  <a:lnTo>
                    <a:pt x="38100" y="227076"/>
                  </a:lnTo>
                  <a:close/>
                </a:path>
                <a:path extrusionOk="0" h="257809" w="285114">
                  <a:moveTo>
                    <a:pt x="143243" y="111252"/>
                  </a:moveTo>
                  <a:lnTo>
                    <a:pt x="115824" y="111252"/>
                  </a:lnTo>
                  <a:lnTo>
                    <a:pt x="115824" y="195072"/>
                  </a:lnTo>
                  <a:lnTo>
                    <a:pt x="143243" y="195072"/>
                  </a:lnTo>
                  <a:lnTo>
                    <a:pt x="143243" y="111252"/>
                  </a:lnTo>
                  <a:close/>
                </a:path>
                <a:path extrusionOk="0" h="257809" w="285114">
                  <a:moveTo>
                    <a:pt x="225552" y="228600"/>
                  </a:moveTo>
                  <a:lnTo>
                    <a:pt x="64008" y="228600"/>
                  </a:lnTo>
                  <a:lnTo>
                    <a:pt x="64008" y="256032"/>
                  </a:lnTo>
                  <a:lnTo>
                    <a:pt x="225552" y="256032"/>
                  </a:lnTo>
                  <a:lnTo>
                    <a:pt x="225552" y="228600"/>
                  </a:lnTo>
                  <a:close/>
                </a:path>
                <a:path extrusionOk="0" h="257809" w="285114">
                  <a:moveTo>
                    <a:pt x="284988" y="53340"/>
                  </a:moveTo>
                  <a:lnTo>
                    <a:pt x="252984" y="30670"/>
                  </a:lnTo>
                  <a:lnTo>
                    <a:pt x="203238" y="7721"/>
                  </a:lnTo>
                  <a:lnTo>
                    <a:pt x="163753" y="863"/>
                  </a:lnTo>
                  <a:lnTo>
                    <a:pt x="141732" y="0"/>
                  </a:lnTo>
                  <a:lnTo>
                    <a:pt x="119697" y="863"/>
                  </a:lnTo>
                  <a:lnTo>
                    <a:pt x="80213" y="7721"/>
                  </a:lnTo>
                  <a:lnTo>
                    <a:pt x="30670" y="30670"/>
                  </a:lnTo>
                  <a:lnTo>
                    <a:pt x="0" y="53340"/>
                  </a:lnTo>
                  <a:lnTo>
                    <a:pt x="0" y="86868"/>
                  </a:lnTo>
                  <a:lnTo>
                    <a:pt x="1524" y="86868"/>
                  </a:lnTo>
                  <a:lnTo>
                    <a:pt x="6375" y="81153"/>
                  </a:lnTo>
                  <a:lnTo>
                    <a:pt x="11811" y="75438"/>
                  </a:lnTo>
                  <a:lnTo>
                    <a:pt x="49022" y="48793"/>
                  </a:lnTo>
                  <a:lnTo>
                    <a:pt x="85979" y="33058"/>
                  </a:lnTo>
                  <a:lnTo>
                    <a:pt x="130302" y="26200"/>
                  </a:lnTo>
                  <a:lnTo>
                    <a:pt x="141732" y="25908"/>
                  </a:lnTo>
                  <a:lnTo>
                    <a:pt x="153797" y="26200"/>
                  </a:lnTo>
                  <a:lnTo>
                    <a:pt x="197472" y="33058"/>
                  </a:lnTo>
                  <a:lnTo>
                    <a:pt x="234403" y="48793"/>
                  </a:lnTo>
                  <a:lnTo>
                    <a:pt x="271653" y="75438"/>
                  </a:lnTo>
                  <a:lnTo>
                    <a:pt x="283464" y="86868"/>
                  </a:lnTo>
                  <a:lnTo>
                    <a:pt x="284988" y="86868"/>
                  </a:lnTo>
                  <a:lnTo>
                    <a:pt x="284988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262" name="Google Shape;7262;p105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659123" y="6167628"/>
            <a:ext cx="231648" cy="1380744"/>
          </a:xfrm>
          <a:prstGeom prst="rect">
            <a:avLst/>
          </a:prstGeom>
          <a:noFill/>
          <a:ln>
            <a:noFill/>
          </a:ln>
        </p:spPr>
      </p:pic>
      <p:pic>
        <p:nvPicPr>
          <p:cNvPr id="7263" name="Google Shape;7263;p105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4166616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64" name="Google Shape;7264;p105"/>
          <p:cNvGrpSpPr/>
          <p:nvPr/>
        </p:nvGrpSpPr>
        <p:grpSpPr>
          <a:xfrm>
            <a:off x="4096511" y="7828788"/>
            <a:ext cx="275845" cy="738632"/>
            <a:chOff x="4096511" y="7828788"/>
            <a:chExt cx="275845" cy="738632"/>
          </a:xfrm>
        </p:grpSpPr>
        <p:pic>
          <p:nvPicPr>
            <p:cNvPr id="7265" name="Google Shape;7265;p105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4096511" y="8127492"/>
              <a:ext cx="220980" cy="4399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66" name="Google Shape;7266;p105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4146804" y="7964424"/>
              <a:ext cx="225552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67" name="Google Shape;7267;p105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4146804" y="7828788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268" name="Google Shape;7268;p105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4104132" y="7481316"/>
            <a:ext cx="213360" cy="2484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69" name="Google Shape;7269;p105"/>
          <p:cNvGrpSpPr/>
          <p:nvPr/>
        </p:nvGrpSpPr>
        <p:grpSpPr>
          <a:xfrm>
            <a:off x="4104132" y="6960107"/>
            <a:ext cx="269748" cy="413004"/>
            <a:chOff x="4104132" y="6960107"/>
            <a:chExt cx="269748" cy="413004"/>
          </a:xfrm>
        </p:grpSpPr>
        <p:pic>
          <p:nvPicPr>
            <p:cNvPr id="7270" name="Google Shape;7270;p105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4146804" y="7234427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71" name="Google Shape;7271;p105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4104132" y="6960107"/>
              <a:ext cx="211836" cy="24993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72" name="Google Shape;7272;p105"/>
          <p:cNvGrpSpPr/>
          <p:nvPr/>
        </p:nvGrpSpPr>
        <p:grpSpPr>
          <a:xfrm>
            <a:off x="4085844" y="6047232"/>
            <a:ext cx="231648" cy="815340"/>
            <a:chOff x="4085844" y="6047232"/>
            <a:chExt cx="231648" cy="815340"/>
          </a:xfrm>
        </p:grpSpPr>
        <p:pic>
          <p:nvPicPr>
            <p:cNvPr id="7273" name="Google Shape;7273;p105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4085844" y="6723888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74" name="Google Shape;7274;p105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4146804" y="6403848"/>
              <a:ext cx="169164" cy="29565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75" name="Google Shape;7275;p105"/>
            <p:cNvSpPr/>
            <p:nvPr/>
          </p:nvSpPr>
          <p:spPr>
            <a:xfrm>
              <a:off x="4096499" y="6353556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76" name="Google Shape;7276;p105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4146804" y="6047232"/>
              <a:ext cx="169164" cy="2788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77" name="Google Shape;7277;p105"/>
          <p:cNvGrpSpPr/>
          <p:nvPr/>
        </p:nvGrpSpPr>
        <p:grpSpPr>
          <a:xfrm>
            <a:off x="4451591" y="7371588"/>
            <a:ext cx="277380" cy="1211580"/>
            <a:chOff x="4451591" y="7371588"/>
            <a:chExt cx="277380" cy="1211580"/>
          </a:xfrm>
        </p:grpSpPr>
        <p:pic>
          <p:nvPicPr>
            <p:cNvPr id="7278" name="Google Shape;7278;p105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4501895" y="8436864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79" name="Google Shape;7279;p105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4501895" y="8115300"/>
              <a:ext cx="225552" cy="2956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80" name="Google Shape;7280;p105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4502157" y="7869936"/>
              <a:ext cx="170426" cy="2179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81" name="Google Shape;7281;p105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4459223" y="7754112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82" name="Google Shape;7282;p105"/>
            <p:cNvSpPr/>
            <p:nvPr/>
          </p:nvSpPr>
          <p:spPr>
            <a:xfrm>
              <a:off x="4451591" y="770382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283" name="Google Shape;7283;p105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4501895" y="7536180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84" name="Google Shape;7284;p105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4501895" y="7371588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85" name="Google Shape;7285;p105"/>
          <p:cNvGrpSpPr/>
          <p:nvPr/>
        </p:nvGrpSpPr>
        <p:grpSpPr>
          <a:xfrm>
            <a:off x="4440935" y="5978651"/>
            <a:ext cx="286512" cy="1283209"/>
            <a:chOff x="4440935" y="5978651"/>
            <a:chExt cx="286512" cy="1283209"/>
          </a:xfrm>
        </p:grpSpPr>
        <p:pic>
          <p:nvPicPr>
            <p:cNvPr id="7286" name="Google Shape;7286;p105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4440935" y="6763512"/>
              <a:ext cx="286511" cy="498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87" name="Google Shape;7287;p105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4506467" y="6598919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88" name="Google Shape;7288;p105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4501895" y="6431279"/>
              <a:ext cx="169164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89" name="Google Shape;7289;p105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4501896" y="6278880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90" name="Google Shape;7290;p105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501895" y="5978651"/>
              <a:ext cx="225552" cy="27432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91" name="Google Shape;7291;p105"/>
          <p:cNvGrpSpPr/>
          <p:nvPr/>
        </p:nvGrpSpPr>
        <p:grpSpPr>
          <a:xfrm>
            <a:off x="4815839" y="7691628"/>
            <a:ext cx="213360" cy="891539"/>
            <a:chOff x="4815839" y="7691628"/>
            <a:chExt cx="213360" cy="891539"/>
          </a:xfrm>
        </p:grpSpPr>
        <p:pic>
          <p:nvPicPr>
            <p:cNvPr id="7292" name="Google Shape;7292;p105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858511" y="8301227"/>
              <a:ext cx="170688" cy="2819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93" name="Google Shape;7293;p105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4863083" y="8189976"/>
              <a:ext cx="161543" cy="853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94" name="Google Shape;7294;p105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4815839" y="7691628"/>
              <a:ext cx="211836" cy="4770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295" name="Google Shape;7295;p105"/>
          <p:cNvGrpSpPr/>
          <p:nvPr/>
        </p:nvGrpSpPr>
        <p:grpSpPr>
          <a:xfrm>
            <a:off x="4858511" y="7156703"/>
            <a:ext cx="170689" cy="434340"/>
            <a:chOff x="4858511" y="7156703"/>
            <a:chExt cx="170689" cy="434340"/>
          </a:xfrm>
        </p:grpSpPr>
        <p:pic>
          <p:nvPicPr>
            <p:cNvPr id="7296" name="Google Shape;7296;p105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4858512" y="7324343"/>
              <a:ext cx="170688" cy="2667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97" name="Google Shape;7297;p105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4858511" y="7156703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298" name="Google Shape;7298;p105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799076" y="6731508"/>
            <a:ext cx="230124" cy="2956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99" name="Google Shape;7299;p105"/>
          <p:cNvGrpSpPr/>
          <p:nvPr/>
        </p:nvGrpSpPr>
        <p:grpSpPr>
          <a:xfrm>
            <a:off x="5154155" y="7446264"/>
            <a:ext cx="286521" cy="1141476"/>
            <a:chOff x="5154155" y="7446264"/>
            <a:chExt cx="286521" cy="1141476"/>
          </a:xfrm>
        </p:grpSpPr>
        <p:pic>
          <p:nvPicPr>
            <p:cNvPr id="7300" name="Google Shape;7300;p105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5170932" y="8232648"/>
              <a:ext cx="213359" cy="3550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01" name="Google Shape;7301;p105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5218176" y="8078723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02" name="Google Shape;7302;p105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5154167" y="7903463"/>
              <a:ext cx="230124" cy="1371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03" name="Google Shape;7303;p105"/>
            <p:cNvSpPr/>
            <p:nvPr/>
          </p:nvSpPr>
          <p:spPr>
            <a:xfrm>
              <a:off x="5154155" y="7776972"/>
              <a:ext cx="227329" cy="99060"/>
            </a:xfrm>
            <a:custGeom>
              <a:rect b="b" l="l" r="r" t="t"/>
              <a:pathLst>
                <a:path extrusionOk="0" h="99059" w="227329">
                  <a:moveTo>
                    <a:pt x="38112" y="0"/>
                  </a:moveTo>
                  <a:lnTo>
                    <a:pt x="9156" y="0"/>
                  </a:lnTo>
                  <a:lnTo>
                    <a:pt x="9156" y="30480"/>
                  </a:lnTo>
                  <a:lnTo>
                    <a:pt x="38112" y="30480"/>
                  </a:lnTo>
                  <a:lnTo>
                    <a:pt x="38112" y="0"/>
                  </a:lnTo>
                  <a:close/>
                </a:path>
                <a:path extrusionOk="0" h="99059" w="227329">
                  <a:moveTo>
                    <a:pt x="225564" y="1524"/>
                  </a:moveTo>
                  <a:lnTo>
                    <a:pt x="64020" y="1524"/>
                  </a:lnTo>
                  <a:lnTo>
                    <a:pt x="64020" y="28956"/>
                  </a:lnTo>
                  <a:lnTo>
                    <a:pt x="225564" y="28956"/>
                  </a:lnTo>
                  <a:lnTo>
                    <a:pt x="225564" y="1524"/>
                  </a:lnTo>
                  <a:close/>
                </a:path>
                <a:path extrusionOk="0" h="99059" w="227329">
                  <a:moveTo>
                    <a:pt x="227088" y="70104"/>
                  </a:moveTo>
                  <a:lnTo>
                    <a:pt x="0" y="70104"/>
                  </a:lnTo>
                  <a:lnTo>
                    <a:pt x="0" y="99060"/>
                  </a:lnTo>
                  <a:lnTo>
                    <a:pt x="227088" y="99060"/>
                  </a:lnTo>
                  <a:lnTo>
                    <a:pt x="227088" y="70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04" name="Google Shape;7304;p105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5213604" y="7610855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05" name="Google Shape;7305;p105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5213604" y="7446264"/>
              <a:ext cx="227072" cy="13868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306" name="Google Shape;7306;p105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2385060" y="1336548"/>
            <a:ext cx="4291584" cy="44698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10" name="Shape 7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1" name="Google Shape;7311;p106"/>
          <p:cNvSpPr/>
          <p:nvPr/>
        </p:nvSpPr>
        <p:spPr>
          <a:xfrm>
            <a:off x="1644383" y="7194804"/>
            <a:ext cx="466725" cy="1127760"/>
          </a:xfrm>
          <a:custGeom>
            <a:rect b="b" l="l" r="r" t="t"/>
            <a:pathLst>
              <a:path extrusionOk="0" h="1127759" w="466725">
                <a:moveTo>
                  <a:pt x="373265" y="99060"/>
                </a:moveTo>
                <a:lnTo>
                  <a:pt x="373164" y="82296"/>
                </a:lnTo>
                <a:lnTo>
                  <a:pt x="372745" y="76111"/>
                </a:lnTo>
                <a:lnTo>
                  <a:pt x="371856" y="70104"/>
                </a:lnTo>
                <a:lnTo>
                  <a:pt x="370332" y="64008"/>
                </a:lnTo>
                <a:lnTo>
                  <a:pt x="368808" y="54864"/>
                </a:lnTo>
                <a:lnTo>
                  <a:pt x="365760" y="45720"/>
                </a:lnTo>
                <a:lnTo>
                  <a:pt x="364236" y="39624"/>
                </a:lnTo>
                <a:lnTo>
                  <a:pt x="361188" y="33528"/>
                </a:lnTo>
                <a:lnTo>
                  <a:pt x="358140" y="24384"/>
                </a:lnTo>
                <a:lnTo>
                  <a:pt x="355092" y="16764"/>
                </a:lnTo>
                <a:lnTo>
                  <a:pt x="353568" y="10668"/>
                </a:lnTo>
                <a:lnTo>
                  <a:pt x="350520" y="4572"/>
                </a:lnTo>
                <a:lnTo>
                  <a:pt x="301752" y="4572"/>
                </a:lnTo>
                <a:lnTo>
                  <a:pt x="301752" y="7620"/>
                </a:lnTo>
                <a:lnTo>
                  <a:pt x="310896" y="21336"/>
                </a:lnTo>
                <a:lnTo>
                  <a:pt x="315468" y="27432"/>
                </a:lnTo>
                <a:lnTo>
                  <a:pt x="321564" y="42672"/>
                </a:lnTo>
                <a:lnTo>
                  <a:pt x="324497" y="48653"/>
                </a:lnTo>
                <a:lnTo>
                  <a:pt x="326707" y="55054"/>
                </a:lnTo>
                <a:lnTo>
                  <a:pt x="328637" y="61747"/>
                </a:lnTo>
                <a:lnTo>
                  <a:pt x="330708" y="68580"/>
                </a:lnTo>
                <a:lnTo>
                  <a:pt x="333756" y="99060"/>
                </a:lnTo>
                <a:lnTo>
                  <a:pt x="332308" y="118516"/>
                </a:lnTo>
                <a:lnTo>
                  <a:pt x="309372" y="164592"/>
                </a:lnTo>
                <a:lnTo>
                  <a:pt x="258800" y="186029"/>
                </a:lnTo>
                <a:lnTo>
                  <a:pt x="236220" y="187452"/>
                </a:lnTo>
                <a:lnTo>
                  <a:pt x="236220" y="45720"/>
                </a:lnTo>
                <a:lnTo>
                  <a:pt x="236220" y="0"/>
                </a:lnTo>
                <a:lnTo>
                  <a:pt x="211836" y="0"/>
                </a:lnTo>
                <a:lnTo>
                  <a:pt x="201168" y="406"/>
                </a:lnTo>
                <a:lnTo>
                  <a:pt x="201168" y="45720"/>
                </a:lnTo>
                <a:lnTo>
                  <a:pt x="201168" y="187452"/>
                </a:lnTo>
                <a:lnTo>
                  <a:pt x="159258" y="174879"/>
                </a:lnTo>
                <a:lnTo>
                  <a:pt x="132588" y="143256"/>
                </a:lnTo>
                <a:lnTo>
                  <a:pt x="126707" y="118516"/>
                </a:lnTo>
                <a:lnTo>
                  <a:pt x="126492" y="112776"/>
                </a:lnTo>
                <a:lnTo>
                  <a:pt x="126809" y="103949"/>
                </a:lnTo>
                <a:lnTo>
                  <a:pt x="127825" y="95821"/>
                </a:lnTo>
                <a:lnTo>
                  <a:pt x="129717" y="88569"/>
                </a:lnTo>
                <a:lnTo>
                  <a:pt x="132588" y="82296"/>
                </a:lnTo>
                <a:lnTo>
                  <a:pt x="135636" y="73152"/>
                </a:lnTo>
                <a:lnTo>
                  <a:pt x="140208" y="67056"/>
                </a:lnTo>
                <a:lnTo>
                  <a:pt x="147828" y="62484"/>
                </a:lnTo>
                <a:lnTo>
                  <a:pt x="153924" y="56388"/>
                </a:lnTo>
                <a:lnTo>
                  <a:pt x="169164" y="50292"/>
                </a:lnTo>
                <a:lnTo>
                  <a:pt x="176314" y="49149"/>
                </a:lnTo>
                <a:lnTo>
                  <a:pt x="184023" y="48006"/>
                </a:lnTo>
                <a:lnTo>
                  <a:pt x="201168" y="45720"/>
                </a:lnTo>
                <a:lnTo>
                  <a:pt x="201168" y="406"/>
                </a:lnTo>
                <a:lnTo>
                  <a:pt x="156972" y="9144"/>
                </a:lnTo>
                <a:lnTo>
                  <a:pt x="120396" y="30480"/>
                </a:lnTo>
                <a:lnTo>
                  <a:pt x="97536" y="64008"/>
                </a:lnTo>
                <a:lnTo>
                  <a:pt x="89916" y="108204"/>
                </a:lnTo>
                <a:lnTo>
                  <a:pt x="92468" y="135356"/>
                </a:lnTo>
                <a:lnTo>
                  <a:pt x="112420" y="181076"/>
                </a:lnTo>
                <a:lnTo>
                  <a:pt x="150672" y="214528"/>
                </a:lnTo>
                <a:lnTo>
                  <a:pt x="202514" y="231127"/>
                </a:lnTo>
                <a:lnTo>
                  <a:pt x="202272" y="231127"/>
                </a:lnTo>
                <a:lnTo>
                  <a:pt x="233172" y="233172"/>
                </a:lnTo>
                <a:lnTo>
                  <a:pt x="265226" y="231127"/>
                </a:lnTo>
                <a:lnTo>
                  <a:pt x="292989" y="224790"/>
                </a:lnTo>
                <a:lnTo>
                  <a:pt x="316763" y="213893"/>
                </a:lnTo>
                <a:lnTo>
                  <a:pt x="336804" y="198120"/>
                </a:lnTo>
                <a:lnTo>
                  <a:pt x="345338" y="187452"/>
                </a:lnTo>
                <a:lnTo>
                  <a:pt x="352806" y="178117"/>
                </a:lnTo>
                <a:lnTo>
                  <a:pt x="364236" y="154686"/>
                </a:lnTo>
                <a:lnTo>
                  <a:pt x="371094" y="127825"/>
                </a:lnTo>
                <a:lnTo>
                  <a:pt x="373265" y="99060"/>
                </a:lnTo>
                <a:close/>
              </a:path>
              <a:path extrusionOk="0" h="1127759" w="466725">
                <a:moveTo>
                  <a:pt x="373380" y="527304"/>
                </a:moveTo>
                <a:lnTo>
                  <a:pt x="367284" y="481584"/>
                </a:lnTo>
                <a:lnTo>
                  <a:pt x="348996" y="448056"/>
                </a:lnTo>
                <a:lnTo>
                  <a:pt x="313563" y="425132"/>
                </a:lnTo>
                <a:lnTo>
                  <a:pt x="289560" y="420624"/>
                </a:lnTo>
                <a:lnTo>
                  <a:pt x="274662" y="421513"/>
                </a:lnTo>
                <a:lnTo>
                  <a:pt x="233133" y="444728"/>
                </a:lnTo>
                <a:lnTo>
                  <a:pt x="216408" y="481584"/>
                </a:lnTo>
                <a:lnTo>
                  <a:pt x="215036" y="488429"/>
                </a:lnTo>
                <a:lnTo>
                  <a:pt x="210312" y="507492"/>
                </a:lnTo>
                <a:lnTo>
                  <a:pt x="198882" y="547687"/>
                </a:lnTo>
                <a:lnTo>
                  <a:pt x="166116" y="568452"/>
                </a:lnTo>
                <a:lnTo>
                  <a:pt x="157314" y="567575"/>
                </a:lnTo>
                <a:lnTo>
                  <a:pt x="130302" y="535876"/>
                </a:lnTo>
                <a:lnTo>
                  <a:pt x="128016" y="515112"/>
                </a:lnTo>
                <a:lnTo>
                  <a:pt x="128574" y="504596"/>
                </a:lnTo>
                <a:lnTo>
                  <a:pt x="140500" y="462203"/>
                </a:lnTo>
                <a:lnTo>
                  <a:pt x="158496" y="434340"/>
                </a:lnTo>
                <a:lnTo>
                  <a:pt x="158496" y="431292"/>
                </a:lnTo>
                <a:lnTo>
                  <a:pt x="109728" y="431292"/>
                </a:lnTo>
                <a:lnTo>
                  <a:pt x="105448" y="439610"/>
                </a:lnTo>
                <a:lnTo>
                  <a:pt x="93141" y="480822"/>
                </a:lnTo>
                <a:lnTo>
                  <a:pt x="89916" y="515112"/>
                </a:lnTo>
                <a:lnTo>
                  <a:pt x="91351" y="536829"/>
                </a:lnTo>
                <a:lnTo>
                  <a:pt x="102781" y="573405"/>
                </a:lnTo>
                <a:lnTo>
                  <a:pt x="139065" y="608838"/>
                </a:lnTo>
                <a:lnTo>
                  <a:pt x="172212" y="615696"/>
                </a:lnTo>
                <a:lnTo>
                  <a:pt x="185356" y="614845"/>
                </a:lnTo>
                <a:lnTo>
                  <a:pt x="226504" y="593979"/>
                </a:lnTo>
                <a:lnTo>
                  <a:pt x="247396" y="550291"/>
                </a:lnTo>
                <a:lnTo>
                  <a:pt x="252984" y="521208"/>
                </a:lnTo>
                <a:lnTo>
                  <a:pt x="254508" y="513588"/>
                </a:lnTo>
                <a:lnTo>
                  <a:pt x="271272" y="477012"/>
                </a:lnTo>
                <a:lnTo>
                  <a:pt x="295656" y="467868"/>
                </a:lnTo>
                <a:lnTo>
                  <a:pt x="303276" y="467868"/>
                </a:lnTo>
                <a:lnTo>
                  <a:pt x="309372" y="469392"/>
                </a:lnTo>
                <a:lnTo>
                  <a:pt x="313944" y="472440"/>
                </a:lnTo>
                <a:lnTo>
                  <a:pt x="318516" y="473964"/>
                </a:lnTo>
                <a:lnTo>
                  <a:pt x="323088" y="478536"/>
                </a:lnTo>
                <a:lnTo>
                  <a:pt x="326136" y="484632"/>
                </a:lnTo>
                <a:lnTo>
                  <a:pt x="329184" y="487680"/>
                </a:lnTo>
                <a:lnTo>
                  <a:pt x="330708" y="493776"/>
                </a:lnTo>
                <a:lnTo>
                  <a:pt x="332232" y="502920"/>
                </a:lnTo>
                <a:lnTo>
                  <a:pt x="335280" y="518160"/>
                </a:lnTo>
                <a:lnTo>
                  <a:pt x="335280" y="525780"/>
                </a:lnTo>
                <a:lnTo>
                  <a:pt x="335000" y="533527"/>
                </a:lnTo>
                <a:lnTo>
                  <a:pt x="334137" y="540829"/>
                </a:lnTo>
                <a:lnTo>
                  <a:pt x="332714" y="547865"/>
                </a:lnTo>
                <a:lnTo>
                  <a:pt x="330708" y="554736"/>
                </a:lnTo>
                <a:lnTo>
                  <a:pt x="329285" y="561581"/>
                </a:lnTo>
                <a:lnTo>
                  <a:pt x="327279" y="568261"/>
                </a:lnTo>
                <a:lnTo>
                  <a:pt x="324713" y="574675"/>
                </a:lnTo>
                <a:lnTo>
                  <a:pt x="321564" y="580644"/>
                </a:lnTo>
                <a:lnTo>
                  <a:pt x="318516" y="588264"/>
                </a:lnTo>
                <a:lnTo>
                  <a:pt x="313944" y="595884"/>
                </a:lnTo>
                <a:lnTo>
                  <a:pt x="310896" y="601980"/>
                </a:lnTo>
                <a:lnTo>
                  <a:pt x="306324" y="606552"/>
                </a:lnTo>
                <a:lnTo>
                  <a:pt x="303276" y="611124"/>
                </a:lnTo>
                <a:lnTo>
                  <a:pt x="300228" y="614172"/>
                </a:lnTo>
                <a:lnTo>
                  <a:pt x="300228" y="617220"/>
                </a:lnTo>
                <a:lnTo>
                  <a:pt x="350520" y="617220"/>
                </a:lnTo>
                <a:lnTo>
                  <a:pt x="354838" y="608888"/>
                </a:lnTo>
                <a:lnTo>
                  <a:pt x="368884" y="565886"/>
                </a:lnTo>
                <a:lnTo>
                  <a:pt x="372833" y="540740"/>
                </a:lnTo>
                <a:lnTo>
                  <a:pt x="373380" y="527304"/>
                </a:lnTo>
                <a:close/>
              </a:path>
              <a:path extrusionOk="0" h="1127759" w="466725">
                <a:moveTo>
                  <a:pt x="373380" y="280416"/>
                </a:moveTo>
                <a:lnTo>
                  <a:pt x="371856" y="271272"/>
                </a:lnTo>
                <a:lnTo>
                  <a:pt x="369379" y="258889"/>
                </a:lnTo>
                <a:lnTo>
                  <a:pt x="367792" y="252209"/>
                </a:lnTo>
                <a:lnTo>
                  <a:pt x="365760" y="245364"/>
                </a:lnTo>
                <a:lnTo>
                  <a:pt x="324612" y="245364"/>
                </a:lnTo>
                <a:lnTo>
                  <a:pt x="324612" y="248412"/>
                </a:lnTo>
                <a:lnTo>
                  <a:pt x="326136" y="251460"/>
                </a:lnTo>
                <a:lnTo>
                  <a:pt x="327660" y="256032"/>
                </a:lnTo>
                <a:lnTo>
                  <a:pt x="330708" y="263652"/>
                </a:lnTo>
                <a:lnTo>
                  <a:pt x="332232" y="269748"/>
                </a:lnTo>
                <a:lnTo>
                  <a:pt x="333756" y="277368"/>
                </a:lnTo>
                <a:lnTo>
                  <a:pt x="333756" y="295656"/>
                </a:lnTo>
                <a:lnTo>
                  <a:pt x="310896" y="326136"/>
                </a:lnTo>
                <a:lnTo>
                  <a:pt x="303276" y="329184"/>
                </a:lnTo>
                <a:lnTo>
                  <a:pt x="135636" y="329184"/>
                </a:lnTo>
                <a:lnTo>
                  <a:pt x="135636" y="245364"/>
                </a:lnTo>
                <a:lnTo>
                  <a:pt x="97536" y="245364"/>
                </a:lnTo>
                <a:lnTo>
                  <a:pt x="97536" y="329184"/>
                </a:lnTo>
                <a:lnTo>
                  <a:pt x="19812" y="329184"/>
                </a:lnTo>
                <a:lnTo>
                  <a:pt x="19812" y="374904"/>
                </a:lnTo>
                <a:lnTo>
                  <a:pt x="97536" y="374904"/>
                </a:lnTo>
                <a:lnTo>
                  <a:pt x="97536" y="405384"/>
                </a:lnTo>
                <a:lnTo>
                  <a:pt x="135636" y="405384"/>
                </a:lnTo>
                <a:lnTo>
                  <a:pt x="135636" y="374904"/>
                </a:lnTo>
                <a:lnTo>
                  <a:pt x="284988" y="374904"/>
                </a:lnTo>
                <a:lnTo>
                  <a:pt x="306400" y="373748"/>
                </a:lnTo>
                <a:lnTo>
                  <a:pt x="352044" y="355092"/>
                </a:lnTo>
                <a:lnTo>
                  <a:pt x="371983" y="313944"/>
                </a:lnTo>
                <a:lnTo>
                  <a:pt x="373380" y="295656"/>
                </a:lnTo>
                <a:lnTo>
                  <a:pt x="373380" y="280416"/>
                </a:lnTo>
                <a:close/>
              </a:path>
              <a:path extrusionOk="0" h="1127759" w="466725">
                <a:moveTo>
                  <a:pt x="374904" y="1008888"/>
                </a:moveTo>
                <a:lnTo>
                  <a:pt x="369760" y="966025"/>
                </a:lnTo>
                <a:lnTo>
                  <a:pt x="349694" y="923810"/>
                </a:lnTo>
                <a:lnTo>
                  <a:pt x="317614" y="895756"/>
                </a:lnTo>
                <a:lnTo>
                  <a:pt x="275704" y="882967"/>
                </a:lnTo>
                <a:lnTo>
                  <a:pt x="265176" y="882396"/>
                </a:lnTo>
                <a:lnTo>
                  <a:pt x="248869" y="883526"/>
                </a:lnTo>
                <a:lnTo>
                  <a:pt x="208788" y="899160"/>
                </a:lnTo>
                <a:lnTo>
                  <a:pt x="180289" y="936879"/>
                </a:lnTo>
                <a:lnTo>
                  <a:pt x="166878" y="979741"/>
                </a:lnTo>
                <a:lnTo>
                  <a:pt x="162306" y="1001458"/>
                </a:lnTo>
                <a:lnTo>
                  <a:pt x="160020" y="1011174"/>
                </a:lnTo>
                <a:lnTo>
                  <a:pt x="147256" y="1047559"/>
                </a:lnTo>
                <a:lnTo>
                  <a:pt x="109283" y="1073594"/>
                </a:lnTo>
                <a:lnTo>
                  <a:pt x="97536" y="1074420"/>
                </a:lnTo>
                <a:lnTo>
                  <a:pt x="85534" y="1073048"/>
                </a:lnTo>
                <a:lnTo>
                  <a:pt x="50152" y="1043470"/>
                </a:lnTo>
                <a:lnTo>
                  <a:pt x="41148" y="999744"/>
                </a:lnTo>
                <a:lnTo>
                  <a:pt x="41986" y="985151"/>
                </a:lnTo>
                <a:lnTo>
                  <a:pt x="53340" y="943356"/>
                </a:lnTo>
                <a:lnTo>
                  <a:pt x="73063" y="908646"/>
                </a:lnTo>
                <a:lnTo>
                  <a:pt x="80772" y="899160"/>
                </a:lnTo>
                <a:lnTo>
                  <a:pt x="80772" y="896112"/>
                </a:lnTo>
                <a:lnTo>
                  <a:pt x="22860" y="896112"/>
                </a:lnTo>
                <a:lnTo>
                  <a:pt x="17678" y="907834"/>
                </a:lnTo>
                <a:lnTo>
                  <a:pt x="6096" y="946404"/>
                </a:lnTo>
                <a:lnTo>
                  <a:pt x="317" y="988199"/>
                </a:lnTo>
                <a:lnTo>
                  <a:pt x="0" y="1002792"/>
                </a:lnTo>
                <a:lnTo>
                  <a:pt x="1981" y="1028827"/>
                </a:lnTo>
                <a:lnTo>
                  <a:pt x="17360" y="1072883"/>
                </a:lnTo>
                <a:lnTo>
                  <a:pt x="46202" y="1106068"/>
                </a:lnTo>
                <a:lnTo>
                  <a:pt x="82778" y="1122692"/>
                </a:lnTo>
                <a:lnTo>
                  <a:pt x="103632" y="1124712"/>
                </a:lnTo>
                <a:lnTo>
                  <a:pt x="113639" y="1124407"/>
                </a:lnTo>
                <a:lnTo>
                  <a:pt x="156400" y="1110805"/>
                </a:lnTo>
                <a:lnTo>
                  <a:pt x="184391" y="1082141"/>
                </a:lnTo>
                <a:lnTo>
                  <a:pt x="201168" y="1042416"/>
                </a:lnTo>
                <a:lnTo>
                  <a:pt x="208788" y="1007364"/>
                </a:lnTo>
                <a:lnTo>
                  <a:pt x="213360" y="992695"/>
                </a:lnTo>
                <a:lnTo>
                  <a:pt x="226123" y="956691"/>
                </a:lnTo>
                <a:lnTo>
                  <a:pt x="262826" y="933284"/>
                </a:lnTo>
                <a:lnTo>
                  <a:pt x="272796" y="932688"/>
                </a:lnTo>
                <a:lnTo>
                  <a:pt x="285927" y="933856"/>
                </a:lnTo>
                <a:lnTo>
                  <a:pt x="324116" y="963955"/>
                </a:lnTo>
                <a:lnTo>
                  <a:pt x="333756" y="1013460"/>
                </a:lnTo>
                <a:lnTo>
                  <a:pt x="332930" y="1027226"/>
                </a:lnTo>
                <a:lnTo>
                  <a:pt x="321564" y="1071372"/>
                </a:lnTo>
                <a:lnTo>
                  <a:pt x="297357" y="1112100"/>
                </a:lnTo>
                <a:lnTo>
                  <a:pt x="286512" y="1124712"/>
                </a:lnTo>
                <a:lnTo>
                  <a:pt x="286512" y="1127760"/>
                </a:lnTo>
                <a:lnTo>
                  <a:pt x="347472" y="1127760"/>
                </a:lnTo>
                <a:lnTo>
                  <a:pt x="352933" y="1115174"/>
                </a:lnTo>
                <a:lnTo>
                  <a:pt x="367284" y="1075944"/>
                </a:lnTo>
                <a:lnTo>
                  <a:pt x="374357" y="1027734"/>
                </a:lnTo>
                <a:lnTo>
                  <a:pt x="374904" y="1008888"/>
                </a:lnTo>
                <a:close/>
              </a:path>
              <a:path extrusionOk="0" h="1127759" w="466725">
                <a:moveTo>
                  <a:pt x="466356" y="780288"/>
                </a:moveTo>
                <a:lnTo>
                  <a:pt x="97548" y="635508"/>
                </a:lnTo>
                <a:lnTo>
                  <a:pt x="97548" y="684276"/>
                </a:lnTo>
                <a:lnTo>
                  <a:pt x="294144" y="755904"/>
                </a:lnTo>
                <a:lnTo>
                  <a:pt x="97548" y="829056"/>
                </a:lnTo>
                <a:lnTo>
                  <a:pt x="97548" y="877824"/>
                </a:lnTo>
                <a:lnTo>
                  <a:pt x="352056" y="781812"/>
                </a:lnTo>
                <a:lnTo>
                  <a:pt x="466356" y="830580"/>
                </a:lnTo>
                <a:lnTo>
                  <a:pt x="466356" y="78028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2" name="Google Shape;7312;p106"/>
          <p:cNvSpPr/>
          <p:nvPr/>
        </p:nvSpPr>
        <p:spPr>
          <a:xfrm>
            <a:off x="1734311" y="6797040"/>
            <a:ext cx="277495" cy="350520"/>
          </a:xfrm>
          <a:custGeom>
            <a:rect b="b" l="l" r="r" t="t"/>
            <a:pathLst>
              <a:path extrusionOk="0" h="350520" w="277494">
                <a:moveTo>
                  <a:pt x="277368" y="350519"/>
                </a:moveTo>
                <a:lnTo>
                  <a:pt x="7620" y="350519"/>
                </a:lnTo>
                <a:lnTo>
                  <a:pt x="7620" y="304800"/>
                </a:lnTo>
                <a:lnTo>
                  <a:pt x="38100" y="304800"/>
                </a:lnTo>
                <a:lnTo>
                  <a:pt x="29503" y="295679"/>
                </a:lnTo>
                <a:lnTo>
                  <a:pt x="5143" y="260556"/>
                </a:lnTo>
                <a:lnTo>
                  <a:pt x="0" y="230124"/>
                </a:lnTo>
                <a:lnTo>
                  <a:pt x="595" y="218979"/>
                </a:lnTo>
                <a:lnTo>
                  <a:pt x="17240" y="180379"/>
                </a:lnTo>
                <a:lnTo>
                  <a:pt x="47244" y="160019"/>
                </a:lnTo>
                <a:lnTo>
                  <a:pt x="36409" y="149971"/>
                </a:lnTo>
                <a:lnTo>
                  <a:pt x="12192" y="120396"/>
                </a:lnTo>
                <a:lnTo>
                  <a:pt x="0" y="77724"/>
                </a:lnTo>
                <a:lnTo>
                  <a:pt x="309" y="69746"/>
                </a:lnTo>
                <a:lnTo>
                  <a:pt x="17454" y="27955"/>
                </a:lnTo>
                <a:lnTo>
                  <a:pt x="53340" y="6096"/>
                </a:lnTo>
                <a:lnTo>
                  <a:pt x="100584" y="0"/>
                </a:lnTo>
                <a:lnTo>
                  <a:pt x="277368" y="0"/>
                </a:lnTo>
                <a:lnTo>
                  <a:pt x="277368" y="45719"/>
                </a:lnTo>
                <a:lnTo>
                  <a:pt x="120396" y="45719"/>
                </a:lnTo>
                <a:lnTo>
                  <a:pt x="103060" y="45910"/>
                </a:lnTo>
                <a:lnTo>
                  <a:pt x="94892" y="46362"/>
                </a:lnTo>
                <a:lnTo>
                  <a:pt x="86868" y="47244"/>
                </a:lnTo>
                <a:lnTo>
                  <a:pt x="79176" y="47767"/>
                </a:lnTo>
                <a:lnTo>
                  <a:pt x="47244" y="67056"/>
                </a:lnTo>
                <a:lnTo>
                  <a:pt x="44196" y="71628"/>
                </a:lnTo>
                <a:lnTo>
                  <a:pt x="42672" y="80772"/>
                </a:lnTo>
                <a:lnTo>
                  <a:pt x="42672" y="89916"/>
                </a:lnTo>
                <a:lnTo>
                  <a:pt x="56697" y="128397"/>
                </a:lnTo>
                <a:lnTo>
                  <a:pt x="76200" y="152400"/>
                </a:lnTo>
                <a:lnTo>
                  <a:pt x="277368" y="152400"/>
                </a:lnTo>
                <a:lnTo>
                  <a:pt x="277368" y="198119"/>
                </a:lnTo>
                <a:lnTo>
                  <a:pt x="120396" y="198119"/>
                </a:lnTo>
                <a:lnTo>
                  <a:pt x="103060" y="198310"/>
                </a:lnTo>
                <a:lnTo>
                  <a:pt x="94892" y="198762"/>
                </a:lnTo>
                <a:lnTo>
                  <a:pt x="86868" y="199643"/>
                </a:lnTo>
                <a:lnTo>
                  <a:pt x="79176" y="200167"/>
                </a:lnTo>
                <a:lnTo>
                  <a:pt x="47244" y="219456"/>
                </a:lnTo>
                <a:lnTo>
                  <a:pt x="44196" y="224028"/>
                </a:lnTo>
                <a:lnTo>
                  <a:pt x="42672" y="233172"/>
                </a:lnTo>
                <a:lnTo>
                  <a:pt x="42672" y="242316"/>
                </a:lnTo>
                <a:lnTo>
                  <a:pt x="56697" y="280796"/>
                </a:lnTo>
                <a:lnTo>
                  <a:pt x="76200" y="304800"/>
                </a:lnTo>
                <a:lnTo>
                  <a:pt x="277368" y="304800"/>
                </a:lnTo>
                <a:lnTo>
                  <a:pt x="277368" y="350519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3" name="Google Shape;7313;p106"/>
          <p:cNvSpPr/>
          <p:nvPr/>
        </p:nvSpPr>
        <p:spPr>
          <a:xfrm>
            <a:off x="1734311" y="6358127"/>
            <a:ext cx="285115" cy="241300"/>
          </a:xfrm>
          <a:custGeom>
            <a:rect b="b" l="l" r="r" t="t"/>
            <a:pathLst>
              <a:path extrusionOk="0" h="241300" w="285114">
                <a:moveTo>
                  <a:pt x="143256" y="240792"/>
                </a:moveTo>
                <a:lnTo>
                  <a:pt x="82677" y="232600"/>
                </a:lnTo>
                <a:lnTo>
                  <a:pt x="38100" y="207264"/>
                </a:lnTo>
                <a:lnTo>
                  <a:pt x="9334" y="169545"/>
                </a:lnTo>
                <a:lnTo>
                  <a:pt x="0" y="120396"/>
                </a:lnTo>
                <a:lnTo>
                  <a:pt x="2309" y="94392"/>
                </a:lnTo>
                <a:lnTo>
                  <a:pt x="21216" y="50958"/>
                </a:lnTo>
                <a:lnTo>
                  <a:pt x="58388" y="18645"/>
                </a:lnTo>
                <a:lnTo>
                  <a:pt x="110966" y="2024"/>
                </a:lnTo>
                <a:lnTo>
                  <a:pt x="143256" y="0"/>
                </a:lnTo>
                <a:lnTo>
                  <a:pt x="174688" y="2024"/>
                </a:lnTo>
                <a:lnTo>
                  <a:pt x="202692" y="8191"/>
                </a:lnTo>
                <a:lnTo>
                  <a:pt x="227266" y="18645"/>
                </a:lnTo>
                <a:lnTo>
                  <a:pt x="248412" y="33528"/>
                </a:lnTo>
                <a:lnTo>
                  <a:pt x="261003" y="47244"/>
                </a:lnTo>
                <a:lnTo>
                  <a:pt x="143256" y="47244"/>
                </a:lnTo>
                <a:lnTo>
                  <a:pt x="118681" y="48410"/>
                </a:lnTo>
                <a:lnTo>
                  <a:pt x="79819" y="58173"/>
                </a:lnTo>
                <a:lnTo>
                  <a:pt x="46291" y="89725"/>
                </a:lnTo>
                <a:lnTo>
                  <a:pt x="39624" y="120396"/>
                </a:lnTo>
                <a:lnTo>
                  <a:pt x="41314" y="137326"/>
                </a:lnTo>
                <a:lnTo>
                  <a:pt x="65532" y="175260"/>
                </a:lnTo>
                <a:lnTo>
                  <a:pt x="118681" y="192404"/>
                </a:lnTo>
                <a:lnTo>
                  <a:pt x="143256" y="193547"/>
                </a:lnTo>
                <a:lnTo>
                  <a:pt x="261629" y="193547"/>
                </a:lnTo>
                <a:lnTo>
                  <a:pt x="246888" y="208788"/>
                </a:lnTo>
                <a:lnTo>
                  <a:pt x="225766" y="222789"/>
                </a:lnTo>
                <a:lnTo>
                  <a:pt x="201358" y="232791"/>
                </a:lnTo>
                <a:lnTo>
                  <a:pt x="173916" y="238767"/>
                </a:lnTo>
                <a:lnTo>
                  <a:pt x="174171" y="238767"/>
                </a:lnTo>
                <a:lnTo>
                  <a:pt x="143256" y="240792"/>
                </a:lnTo>
                <a:close/>
              </a:path>
              <a:path extrusionOk="0" h="241300" w="285114">
                <a:moveTo>
                  <a:pt x="261629" y="193547"/>
                </a:moveTo>
                <a:lnTo>
                  <a:pt x="143256" y="193547"/>
                </a:lnTo>
                <a:lnTo>
                  <a:pt x="166949" y="192404"/>
                </a:lnTo>
                <a:lnTo>
                  <a:pt x="187642" y="188976"/>
                </a:lnTo>
                <a:lnTo>
                  <a:pt x="230576" y="164330"/>
                </a:lnTo>
                <a:lnTo>
                  <a:pt x="245364" y="120396"/>
                </a:lnTo>
                <a:lnTo>
                  <a:pt x="243673" y="104132"/>
                </a:lnTo>
                <a:lnTo>
                  <a:pt x="219456" y="67056"/>
                </a:lnTo>
                <a:lnTo>
                  <a:pt x="166949" y="48410"/>
                </a:lnTo>
                <a:lnTo>
                  <a:pt x="143256" y="47244"/>
                </a:lnTo>
                <a:lnTo>
                  <a:pt x="261003" y="47244"/>
                </a:lnTo>
                <a:lnTo>
                  <a:pt x="264414" y="50958"/>
                </a:lnTo>
                <a:lnTo>
                  <a:pt x="275844" y="71247"/>
                </a:lnTo>
                <a:lnTo>
                  <a:pt x="282702" y="94392"/>
                </a:lnTo>
                <a:lnTo>
                  <a:pt x="284988" y="120396"/>
                </a:lnTo>
                <a:lnTo>
                  <a:pt x="282753" y="146399"/>
                </a:lnTo>
                <a:lnTo>
                  <a:pt x="282678" y="147280"/>
                </a:lnTo>
                <a:lnTo>
                  <a:pt x="275653" y="170878"/>
                </a:lnTo>
                <a:lnTo>
                  <a:pt x="263771" y="191333"/>
                </a:lnTo>
                <a:lnTo>
                  <a:pt x="261629" y="193547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4" name="Google Shape;7314;p106"/>
          <p:cNvSpPr/>
          <p:nvPr/>
        </p:nvSpPr>
        <p:spPr>
          <a:xfrm>
            <a:off x="1734311" y="6100571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6067"/>
                </a:lnTo>
                <a:lnTo>
                  <a:pt x="5143" y="116204"/>
                </a:lnTo>
                <a:lnTo>
                  <a:pt x="0" y="85344"/>
                </a:lnTo>
                <a:lnTo>
                  <a:pt x="1690" y="66151"/>
                </a:lnTo>
                <a:lnTo>
                  <a:pt x="25907" y="22859"/>
                </a:lnTo>
                <a:lnTo>
                  <a:pt x="78628" y="1428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14323" y="45958"/>
                </a:lnTo>
                <a:lnTo>
                  <a:pt x="96654" y="47005"/>
                </a:lnTo>
                <a:lnTo>
                  <a:pt x="88391" y="47244"/>
                </a:lnTo>
                <a:lnTo>
                  <a:pt x="80700" y="48648"/>
                </a:lnTo>
                <a:lnTo>
                  <a:pt x="47243" y="70104"/>
                </a:lnTo>
                <a:lnTo>
                  <a:pt x="42671" y="97536"/>
                </a:lnTo>
                <a:lnTo>
                  <a:pt x="43243" y="105775"/>
                </a:lnTo>
                <a:lnTo>
                  <a:pt x="62293" y="149161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5" name="Google Shape;7315;p106"/>
          <p:cNvSpPr/>
          <p:nvPr/>
        </p:nvSpPr>
        <p:spPr>
          <a:xfrm>
            <a:off x="1636776" y="5370576"/>
            <a:ext cx="382905" cy="525780"/>
          </a:xfrm>
          <a:custGeom>
            <a:rect b="b" l="l" r="r" t="t"/>
            <a:pathLst>
              <a:path extrusionOk="0" h="525779" w="382905">
                <a:moveTo>
                  <a:pt x="374904" y="0"/>
                </a:moveTo>
                <a:lnTo>
                  <a:pt x="199644" y="0"/>
                </a:lnTo>
                <a:lnTo>
                  <a:pt x="176161" y="1435"/>
                </a:lnTo>
                <a:lnTo>
                  <a:pt x="138341" y="12865"/>
                </a:lnTo>
                <a:lnTo>
                  <a:pt x="104203" y="48768"/>
                </a:lnTo>
                <a:lnTo>
                  <a:pt x="97536" y="83820"/>
                </a:lnTo>
                <a:lnTo>
                  <a:pt x="98107" y="94996"/>
                </a:lnTo>
                <a:lnTo>
                  <a:pt x="112699" y="135902"/>
                </a:lnTo>
                <a:lnTo>
                  <a:pt x="135636" y="166116"/>
                </a:lnTo>
                <a:lnTo>
                  <a:pt x="0" y="166116"/>
                </a:lnTo>
                <a:lnTo>
                  <a:pt x="0" y="211836"/>
                </a:lnTo>
                <a:lnTo>
                  <a:pt x="374904" y="211836"/>
                </a:lnTo>
                <a:lnTo>
                  <a:pt x="374904" y="166116"/>
                </a:lnTo>
                <a:lnTo>
                  <a:pt x="173736" y="166116"/>
                </a:lnTo>
                <a:lnTo>
                  <a:pt x="166281" y="157213"/>
                </a:lnTo>
                <a:lnTo>
                  <a:pt x="145351" y="122161"/>
                </a:lnTo>
                <a:lnTo>
                  <a:pt x="140208" y="96012"/>
                </a:lnTo>
                <a:lnTo>
                  <a:pt x="140487" y="88328"/>
                </a:lnTo>
                <a:lnTo>
                  <a:pt x="160020" y="54864"/>
                </a:lnTo>
                <a:lnTo>
                  <a:pt x="165138" y="51968"/>
                </a:lnTo>
                <a:lnTo>
                  <a:pt x="202882" y="45910"/>
                </a:lnTo>
                <a:lnTo>
                  <a:pt x="220980" y="45720"/>
                </a:lnTo>
                <a:lnTo>
                  <a:pt x="374904" y="45720"/>
                </a:lnTo>
                <a:lnTo>
                  <a:pt x="374904" y="0"/>
                </a:lnTo>
                <a:close/>
              </a:path>
              <a:path extrusionOk="0" h="525779" w="382905">
                <a:moveTo>
                  <a:pt x="382511" y="364236"/>
                </a:moveTo>
                <a:lnTo>
                  <a:pt x="378066" y="322313"/>
                </a:lnTo>
                <a:lnTo>
                  <a:pt x="362699" y="274320"/>
                </a:lnTo>
                <a:lnTo>
                  <a:pt x="358127" y="266700"/>
                </a:lnTo>
                <a:lnTo>
                  <a:pt x="352031" y="251460"/>
                </a:lnTo>
                <a:lnTo>
                  <a:pt x="294119" y="251460"/>
                </a:lnTo>
                <a:lnTo>
                  <a:pt x="294119" y="256032"/>
                </a:lnTo>
                <a:lnTo>
                  <a:pt x="298691" y="259080"/>
                </a:lnTo>
                <a:lnTo>
                  <a:pt x="301739" y="263652"/>
                </a:lnTo>
                <a:lnTo>
                  <a:pt x="327152" y="301256"/>
                </a:lnTo>
                <a:lnTo>
                  <a:pt x="340220" y="343852"/>
                </a:lnTo>
                <a:lnTo>
                  <a:pt x="341363" y="364236"/>
                </a:lnTo>
                <a:lnTo>
                  <a:pt x="340791" y="375412"/>
                </a:lnTo>
                <a:lnTo>
                  <a:pt x="327075" y="416890"/>
                </a:lnTo>
                <a:lnTo>
                  <a:pt x="295097" y="449414"/>
                </a:lnTo>
                <a:lnTo>
                  <a:pt x="260591" y="466344"/>
                </a:lnTo>
                <a:lnTo>
                  <a:pt x="213664" y="474916"/>
                </a:lnTo>
                <a:lnTo>
                  <a:pt x="195059" y="475488"/>
                </a:lnTo>
                <a:lnTo>
                  <a:pt x="178231" y="474941"/>
                </a:lnTo>
                <a:lnTo>
                  <a:pt x="132575" y="467868"/>
                </a:lnTo>
                <a:lnTo>
                  <a:pt x="96570" y="450938"/>
                </a:lnTo>
                <a:lnTo>
                  <a:pt x="63284" y="416915"/>
                </a:lnTo>
                <a:lnTo>
                  <a:pt x="49326" y="375412"/>
                </a:lnTo>
                <a:lnTo>
                  <a:pt x="48755" y="364236"/>
                </a:lnTo>
                <a:lnTo>
                  <a:pt x="49047" y="353364"/>
                </a:lnTo>
                <a:lnTo>
                  <a:pt x="58851" y="310324"/>
                </a:lnTo>
                <a:lnTo>
                  <a:pt x="77952" y="277012"/>
                </a:lnTo>
                <a:lnTo>
                  <a:pt x="92951" y="260604"/>
                </a:lnTo>
                <a:lnTo>
                  <a:pt x="95999" y="256032"/>
                </a:lnTo>
                <a:lnTo>
                  <a:pt x="95999" y="251460"/>
                </a:lnTo>
                <a:lnTo>
                  <a:pt x="38087" y="251460"/>
                </a:lnTo>
                <a:lnTo>
                  <a:pt x="34899" y="257416"/>
                </a:lnTo>
                <a:lnTo>
                  <a:pt x="29095" y="269900"/>
                </a:lnTo>
                <a:lnTo>
                  <a:pt x="25895" y="275844"/>
                </a:lnTo>
                <a:lnTo>
                  <a:pt x="13131" y="314134"/>
                </a:lnTo>
                <a:lnTo>
                  <a:pt x="7874" y="355117"/>
                </a:lnTo>
                <a:lnTo>
                  <a:pt x="7607" y="364236"/>
                </a:lnTo>
                <a:lnTo>
                  <a:pt x="8445" y="381977"/>
                </a:lnTo>
                <a:lnTo>
                  <a:pt x="19799" y="429768"/>
                </a:lnTo>
                <a:lnTo>
                  <a:pt x="46164" y="469849"/>
                </a:lnTo>
                <a:lnTo>
                  <a:pt x="85140" y="500634"/>
                </a:lnTo>
                <a:lnTo>
                  <a:pt x="133553" y="520001"/>
                </a:lnTo>
                <a:lnTo>
                  <a:pt x="173037" y="525195"/>
                </a:lnTo>
                <a:lnTo>
                  <a:pt x="195059" y="525780"/>
                </a:lnTo>
                <a:lnTo>
                  <a:pt x="217335" y="525170"/>
                </a:lnTo>
                <a:lnTo>
                  <a:pt x="257860" y="519353"/>
                </a:lnTo>
                <a:lnTo>
                  <a:pt x="308978" y="499681"/>
                </a:lnTo>
                <a:lnTo>
                  <a:pt x="346113" y="469201"/>
                </a:lnTo>
                <a:lnTo>
                  <a:pt x="370319" y="429768"/>
                </a:lnTo>
                <a:lnTo>
                  <a:pt x="381685" y="381977"/>
                </a:lnTo>
                <a:lnTo>
                  <a:pt x="382511" y="3642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6" name="Google Shape;7316;p106"/>
          <p:cNvSpPr/>
          <p:nvPr/>
        </p:nvSpPr>
        <p:spPr>
          <a:xfrm>
            <a:off x="1652016" y="5256276"/>
            <a:ext cx="360045" cy="52069"/>
          </a:xfrm>
          <a:custGeom>
            <a:rect b="b" l="l" r="r" t="t"/>
            <a:pathLst>
              <a:path extrusionOk="0" h="52070" w="360044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52070" w="360044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7" name="Google Shape;7317;p106"/>
          <p:cNvSpPr/>
          <p:nvPr/>
        </p:nvSpPr>
        <p:spPr>
          <a:xfrm>
            <a:off x="1734311" y="4971288"/>
            <a:ext cx="376555" cy="226060"/>
          </a:xfrm>
          <a:custGeom>
            <a:rect b="b" l="l" r="r" t="t"/>
            <a:pathLst>
              <a:path extrusionOk="0" h="226060" w="376555">
                <a:moveTo>
                  <a:pt x="73152" y="179832"/>
                </a:moveTo>
                <a:lnTo>
                  <a:pt x="36576" y="179832"/>
                </a:lnTo>
                <a:lnTo>
                  <a:pt x="28884" y="171545"/>
                </a:lnTo>
                <a:lnTo>
                  <a:pt x="5786" y="132683"/>
                </a:lnTo>
                <a:lnTo>
                  <a:pt x="2589" y="121920"/>
                </a:lnTo>
                <a:lnTo>
                  <a:pt x="2476" y="121539"/>
                </a:lnTo>
                <a:lnTo>
                  <a:pt x="590" y="109728"/>
                </a:lnTo>
                <a:lnTo>
                  <a:pt x="0" y="97536"/>
                </a:lnTo>
                <a:lnTo>
                  <a:pt x="2286" y="75842"/>
                </a:lnTo>
                <a:lnTo>
                  <a:pt x="20574" y="39885"/>
                </a:lnTo>
                <a:lnTo>
                  <a:pt x="56554" y="14787"/>
                </a:lnTo>
                <a:lnTo>
                  <a:pt x="106227" y="1690"/>
                </a:lnTo>
                <a:lnTo>
                  <a:pt x="135636" y="0"/>
                </a:lnTo>
                <a:lnTo>
                  <a:pt x="167973" y="2000"/>
                </a:lnTo>
                <a:lnTo>
                  <a:pt x="196596" y="8001"/>
                </a:lnTo>
                <a:lnTo>
                  <a:pt x="221789" y="18002"/>
                </a:lnTo>
                <a:lnTo>
                  <a:pt x="243840" y="32004"/>
                </a:lnTo>
                <a:lnTo>
                  <a:pt x="259080" y="47244"/>
                </a:lnTo>
                <a:lnTo>
                  <a:pt x="140208" y="47244"/>
                </a:lnTo>
                <a:lnTo>
                  <a:pt x="118514" y="48125"/>
                </a:lnTo>
                <a:lnTo>
                  <a:pt x="68580" y="62484"/>
                </a:lnTo>
                <a:lnTo>
                  <a:pt x="44362" y="94630"/>
                </a:lnTo>
                <a:lnTo>
                  <a:pt x="42672" y="109728"/>
                </a:lnTo>
                <a:lnTo>
                  <a:pt x="43243" y="118872"/>
                </a:lnTo>
                <a:lnTo>
                  <a:pt x="55792" y="155186"/>
                </a:lnTo>
                <a:lnTo>
                  <a:pt x="66603" y="171807"/>
                </a:lnTo>
                <a:lnTo>
                  <a:pt x="73152" y="179832"/>
                </a:lnTo>
                <a:close/>
              </a:path>
              <a:path extrusionOk="0" h="226060" w="376555">
                <a:moveTo>
                  <a:pt x="265176" y="179832"/>
                </a:moveTo>
                <a:lnTo>
                  <a:pt x="227076" y="179832"/>
                </a:lnTo>
                <a:lnTo>
                  <a:pt x="231360" y="171807"/>
                </a:lnTo>
                <a:lnTo>
                  <a:pt x="234886" y="164020"/>
                </a:lnTo>
                <a:lnTo>
                  <a:pt x="242286" y="122777"/>
                </a:lnTo>
                <a:lnTo>
                  <a:pt x="242278" y="121539"/>
                </a:lnTo>
                <a:lnTo>
                  <a:pt x="227528" y="77343"/>
                </a:lnTo>
                <a:lnTo>
                  <a:pt x="184594" y="52006"/>
                </a:lnTo>
                <a:lnTo>
                  <a:pt x="140208" y="47244"/>
                </a:lnTo>
                <a:lnTo>
                  <a:pt x="259080" y="47244"/>
                </a:lnTo>
                <a:lnTo>
                  <a:pt x="260961" y="49125"/>
                </a:lnTo>
                <a:lnTo>
                  <a:pt x="273367" y="68389"/>
                </a:lnTo>
                <a:lnTo>
                  <a:pt x="280916" y="89654"/>
                </a:lnTo>
                <a:lnTo>
                  <a:pt x="283464" y="112776"/>
                </a:lnTo>
                <a:lnTo>
                  <a:pt x="283289" y="118872"/>
                </a:lnTo>
                <a:lnTo>
                  <a:pt x="276320" y="156471"/>
                </a:lnTo>
                <a:lnTo>
                  <a:pt x="269484" y="171807"/>
                </a:lnTo>
                <a:lnTo>
                  <a:pt x="265176" y="179832"/>
                </a:lnTo>
                <a:close/>
              </a:path>
              <a:path extrusionOk="0" h="226060" w="376555">
                <a:moveTo>
                  <a:pt x="376428" y="225551"/>
                </a:moveTo>
                <a:lnTo>
                  <a:pt x="7620" y="225551"/>
                </a:lnTo>
                <a:lnTo>
                  <a:pt x="7620" y="179832"/>
                </a:lnTo>
                <a:lnTo>
                  <a:pt x="376428" y="179832"/>
                </a:lnTo>
                <a:lnTo>
                  <a:pt x="376428" y="225551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8" name="Google Shape;7318;p106"/>
          <p:cNvSpPr/>
          <p:nvPr/>
        </p:nvSpPr>
        <p:spPr>
          <a:xfrm>
            <a:off x="1652016" y="3904488"/>
            <a:ext cx="365760" cy="859790"/>
          </a:xfrm>
          <a:custGeom>
            <a:rect b="b" l="l" r="r" t="t"/>
            <a:pathLst>
              <a:path extrusionOk="0" h="859789" w="365760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859789" w="365760">
                <a:moveTo>
                  <a:pt x="359664" y="812292"/>
                </a:moveTo>
                <a:lnTo>
                  <a:pt x="359638" y="775716"/>
                </a:lnTo>
                <a:lnTo>
                  <a:pt x="359346" y="756412"/>
                </a:lnTo>
                <a:lnTo>
                  <a:pt x="359257" y="754811"/>
                </a:lnTo>
                <a:lnTo>
                  <a:pt x="358330" y="737425"/>
                </a:lnTo>
                <a:lnTo>
                  <a:pt x="350418" y="691896"/>
                </a:lnTo>
                <a:lnTo>
                  <a:pt x="330708" y="650748"/>
                </a:lnTo>
                <a:lnTo>
                  <a:pt x="318516" y="634644"/>
                </a:lnTo>
                <a:lnTo>
                  <a:pt x="318516" y="775716"/>
                </a:lnTo>
                <a:lnTo>
                  <a:pt x="318516" y="812292"/>
                </a:lnTo>
                <a:lnTo>
                  <a:pt x="41148" y="812292"/>
                </a:lnTo>
                <a:lnTo>
                  <a:pt x="41148" y="775716"/>
                </a:lnTo>
                <a:lnTo>
                  <a:pt x="41427" y="760526"/>
                </a:lnTo>
                <a:lnTo>
                  <a:pt x="42303" y="746569"/>
                </a:lnTo>
                <a:lnTo>
                  <a:pt x="43713" y="734148"/>
                </a:lnTo>
                <a:lnTo>
                  <a:pt x="43840" y="733425"/>
                </a:lnTo>
                <a:lnTo>
                  <a:pt x="43891" y="733069"/>
                </a:lnTo>
                <a:lnTo>
                  <a:pt x="57289" y="691515"/>
                </a:lnTo>
                <a:lnTo>
                  <a:pt x="82486" y="657225"/>
                </a:lnTo>
                <a:lnTo>
                  <a:pt x="123888" y="634085"/>
                </a:lnTo>
                <a:lnTo>
                  <a:pt x="179832" y="626364"/>
                </a:lnTo>
                <a:lnTo>
                  <a:pt x="199783" y="627227"/>
                </a:lnTo>
                <a:lnTo>
                  <a:pt x="249936" y="640080"/>
                </a:lnTo>
                <a:lnTo>
                  <a:pt x="285292" y="664946"/>
                </a:lnTo>
                <a:lnTo>
                  <a:pt x="306324" y="697611"/>
                </a:lnTo>
                <a:lnTo>
                  <a:pt x="317373" y="746760"/>
                </a:lnTo>
                <a:lnTo>
                  <a:pt x="318516" y="775716"/>
                </a:lnTo>
                <a:lnTo>
                  <a:pt x="318516" y="634644"/>
                </a:lnTo>
                <a:lnTo>
                  <a:pt x="318389" y="634466"/>
                </a:lnTo>
                <a:lnTo>
                  <a:pt x="310515" y="626364"/>
                </a:lnTo>
                <a:lnTo>
                  <a:pt x="304228" y="619887"/>
                </a:lnTo>
                <a:lnTo>
                  <a:pt x="269748" y="595884"/>
                </a:lnTo>
                <a:lnTo>
                  <a:pt x="227076" y="581406"/>
                </a:lnTo>
                <a:lnTo>
                  <a:pt x="179832" y="576072"/>
                </a:lnTo>
                <a:lnTo>
                  <a:pt x="154419" y="577456"/>
                </a:lnTo>
                <a:lnTo>
                  <a:pt x="109321" y="587654"/>
                </a:lnTo>
                <a:lnTo>
                  <a:pt x="71602" y="606158"/>
                </a:lnTo>
                <a:lnTo>
                  <a:pt x="41262" y="632968"/>
                </a:lnTo>
                <a:lnTo>
                  <a:pt x="16573" y="672084"/>
                </a:lnTo>
                <a:lnTo>
                  <a:pt x="4495" y="714908"/>
                </a:lnTo>
                <a:lnTo>
                  <a:pt x="546" y="754811"/>
                </a:lnTo>
                <a:lnTo>
                  <a:pt x="406" y="760933"/>
                </a:lnTo>
                <a:lnTo>
                  <a:pt x="63" y="775716"/>
                </a:lnTo>
                <a:lnTo>
                  <a:pt x="0" y="859536"/>
                </a:lnTo>
                <a:lnTo>
                  <a:pt x="359664" y="859536"/>
                </a:lnTo>
                <a:lnTo>
                  <a:pt x="359664" y="812292"/>
                </a:lnTo>
                <a:close/>
              </a:path>
              <a:path extrusionOk="0" h="859789" w="365760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  <a:path extrusionOk="0" h="859789" w="365760">
                <a:moveTo>
                  <a:pt x="365747" y="411480"/>
                </a:moveTo>
                <a:lnTo>
                  <a:pt x="361175" y="368808"/>
                </a:lnTo>
                <a:lnTo>
                  <a:pt x="358127" y="359664"/>
                </a:lnTo>
                <a:lnTo>
                  <a:pt x="356603" y="353568"/>
                </a:lnTo>
                <a:lnTo>
                  <a:pt x="347459" y="330708"/>
                </a:lnTo>
                <a:lnTo>
                  <a:pt x="345935" y="324612"/>
                </a:lnTo>
                <a:lnTo>
                  <a:pt x="342861" y="318452"/>
                </a:lnTo>
                <a:lnTo>
                  <a:pt x="294119" y="318452"/>
                </a:lnTo>
                <a:lnTo>
                  <a:pt x="294119" y="321564"/>
                </a:lnTo>
                <a:lnTo>
                  <a:pt x="297167" y="324612"/>
                </a:lnTo>
                <a:lnTo>
                  <a:pt x="300215" y="329184"/>
                </a:lnTo>
                <a:lnTo>
                  <a:pt x="303263" y="335280"/>
                </a:lnTo>
                <a:lnTo>
                  <a:pt x="307835" y="341376"/>
                </a:lnTo>
                <a:lnTo>
                  <a:pt x="310883" y="347472"/>
                </a:lnTo>
                <a:lnTo>
                  <a:pt x="313931" y="356616"/>
                </a:lnTo>
                <a:lnTo>
                  <a:pt x="316865" y="362597"/>
                </a:lnTo>
                <a:lnTo>
                  <a:pt x="319074" y="368998"/>
                </a:lnTo>
                <a:lnTo>
                  <a:pt x="321005" y="375691"/>
                </a:lnTo>
                <a:lnTo>
                  <a:pt x="323075" y="382524"/>
                </a:lnTo>
                <a:lnTo>
                  <a:pt x="324256" y="390055"/>
                </a:lnTo>
                <a:lnTo>
                  <a:pt x="325170" y="397002"/>
                </a:lnTo>
                <a:lnTo>
                  <a:pt x="325297" y="398335"/>
                </a:lnTo>
                <a:lnTo>
                  <a:pt x="325869" y="404393"/>
                </a:lnTo>
                <a:lnTo>
                  <a:pt x="326123" y="411480"/>
                </a:lnTo>
                <a:lnTo>
                  <a:pt x="324675" y="431825"/>
                </a:lnTo>
                <a:lnTo>
                  <a:pt x="301739" y="478536"/>
                </a:lnTo>
                <a:lnTo>
                  <a:pt x="251167" y="499973"/>
                </a:lnTo>
                <a:lnTo>
                  <a:pt x="228587" y="501396"/>
                </a:lnTo>
                <a:lnTo>
                  <a:pt x="228587" y="359664"/>
                </a:lnTo>
                <a:lnTo>
                  <a:pt x="228587" y="313944"/>
                </a:lnTo>
                <a:lnTo>
                  <a:pt x="204203" y="313944"/>
                </a:lnTo>
                <a:lnTo>
                  <a:pt x="193535" y="314337"/>
                </a:lnTo>
                <a:lnTo>
                  <a:pt x="193535" y="359664"/>
                </a:lnTo>
                <a:lnTo>
                  <a:pt x="193535" y="501396"/>
                </a:lnTo>
                <a:lnTo>
                  <a:pt x="151625" y="488251"/>
                </a:lnTo>
                <a:lnTo>
                  <a:pt x="124955" y="457200"/>
                </a:lnTo>
                <a:lnTo>
                  <a:pt x="121958" y="449580"/>
                </a:lnTo>
                <a:lnTo>
                  <a:pt x="120192" y="442531"/>
                </a:lnTo>
                <a:lnTo>
                  <a:pt x="120103" y="441769"/>
                </a:lnTo>
                <a:lnTo>
                  <a:pt x="119176" y="434708"/>
                </a:lnTo>
                <a:lnTo>
                  <a:pt x="119062" y="431825"/>
                </a:lnTo>
                <a:lnTo>
                  <a:pt x="124955" y="396240"/>
                </a:lnTo>
                <a:lnTo>
                  <a:pt x="127558" y="389915"/>
                </a:lnTo>
                <a:lnTo>
                  <a:pt x="161531" y="364236"/>
                </a:lnTo>
                <a:lnTo>
                  <a:pt x="193535" y="359664"/>
                </a:lnTo>
                <a:lnTo>
                  <a:pt x="193535" y="314337"/>
                </a:lnTo>
                <a:lnTo>
                  <a:pt x="149339" y="321564"/>
                </a:lnTo>
                <a:lnTo>
                  <a:pt x="112763" y="344424"/>
                </a:lnTo>
                <a:lnTo>
                  <a:pt x="89903" y="377952"/>
                </a:lnTo>
                <a:lnTo>
                  <a:pt x="82283" y="422148"/>
                </a:lnTo>
                <a:lnTo>
                  <a:pt x="84836" y="449059"/>
                </a:lnTo>
                <a:lnTo>
                  <a:pt x="104787" y="493737"/>
                </a:lnTo>
                <a:lnTo>
                  <a:pt x="143040" y="527837"/>
                </a:lnTo>
                <a:lnTo>
                  <a:pt x="194995" y="545071"/>
                </a:lnTo>
                <a:lnTo>
                  <a:pt x="225539" y="547116"/>
                </a:lnTo>
                <a:lnTo>
                  <a:pt x="257594" y="544855"/>
                </a:lnTo>
                <a:lnTo>
                  <a:pt x="285356" y="538162"/>
                </a:lnTo>
                <a:lnTo>
                  <a:pt x="309130" y="527189"/>
                </a:lnTo>
                <a:lnTo>
                  <a:pt x="329171" y="512064"/>
                </a:lnTo>
                <a:lnTo>
                  <a:pt x="337705" y="501396"/>
                </a:lnTo>
                <a:lnTo>
                  <a:pt x="345173" y="492061"/>
                </a:lnTo>
                <a:lnTo>
                  <a:pt x="345287" y="491858"/>
                </a:lnTo>
                <a:lnTo>
                  <a:pt x="356603" y="468630"/>
                </a:lnTo>
                <a:lnTo>
                  <a:pt x="363461" y="441769"/>
                </a:lnTo>
                <a:lnTo>
                  <a:pt x="365747" y="411480"/>
                </a:lnTo>
                <a:close/>
              </a:path>
              <a:path extrusionOk="0" h="859789" w="365760">
                <a:moveTo>
                  <a:pt x="365747" y="198120"/>
                </a:moveTo>
                <a:lnTo>
                  <a:pt x="359651" y="152400"/>
                </a:lnTo>
                <a:lnTo>
                  <a:pt x="335368" y="113855"/>
                </a:lnTo>
                <a:lnTo>
                  <a:pt x="297929" y="94297"/>
                </a:lnTo>
                <a:lnTo>
                  <a:pt x="281927" y="92964"/>
                </a:lnTo>
                <a:lnTo>
                  <a:pt x="267030" y="93853"/>
                </a:lnTo>
                <a:lnTo>
                  <a:pt x="225501" y="116192"/>
                </a:lnTo>
                <a:lnTo>
                  <a:pt x="208775" y="152400"/>
                </a:lnTo>
                <a:lnTo>
                  <a:pt x="207403" y="159258"/>
                </a:lnTo>
                <a:lnTo>
                  <a:pt x="204063" y="172974"/>
                </a:lnTo>
                <a:lnTo>
                  <a:pt x="194678" y="211505"/>
                </a:lnTo>
                <a:lnTo>
                  <a:pt x="166827" y="240220"/>
                </a:lnTo>
                <a:lnTo>
                  <a:pt x="158483" y="240792"/>
                </a:lnTo>
                <a:lnTo>
                  <a:pt x="149682" y="239699"/>
                </a:lnTo>
                <a:lnTo>
                  <a:pt x="122669" y="208216"/>
                </a:lnTo>
                <a:lnTo>
                  <a:pt x="120383" y="187452"/>
                </a:lnTo>
                <a:lnTo>
                  <a:pt x="120942" y="176288"/>
                </a:lnTo>
                <a:lnTo>
                  <a:pt x="132867" y="133883"/>
                </a:lnTo>
                <a:lnTo>
                  <a:pt x="150863" y="105156"/>
                </a:lnTo>
                <a:lnTo>
                  <a:pt x="150863" y="103632"/>
                </a:lnTo>
                <a:lnTo>
                  <a:pt x="102095" y="103632"/>
                </a:lnTo>
                <a:lnTo>
                  <a:pt x="97815" y="111302"/>
                </a:lnTo>
                <a:lnTo>
                  <a:pt x="94094" y="120396"/>
                </a:lnTo>
                <a:lnTo>
                  <a:pt x="90957" y="130644"/>
                </a:lnTo>
                <a:lnTo>
                  <a:pt x="88379" y="141732"/>
                </a:lnTo>
                <a:lnTo>
                  <a:pt x="85509" y="153149"/>
                </a:lnTo>
                <a:lnTo>
                  <a:pt x="83616" y="164401"/>
                </a:lnTo>
                <a:lnTo>
                  <a:pt x="82600" y="175387"/>
                </a:lnTo>
                <a:lnTo>
                  <a:pt x="82283" y="185928"/>
                </a:lnTo>
                <a:lnTo>
                  <a:pt x="83718" y="208534"/>
                </a:lnTo>
                <a:lnTo>
                  <a:pt x="95148" y="245732"/>
                </a:lnTo>
                <a:lnTo>
                  <a:pt x="131432" y="281178"/>
                </a:lnTo>
                <a:lnTo>
                  <a:pt x="164579" y="288036"/>
                </a:lnTo>
                <a:lnTo>
                  <a:pt x="177723" y="287159"/>
                </a:lnTo>
                <a:lnTo>
                  <a:pt x="218871" y="264820"/>
                </a:lnTo>
                <a:lnTo>
                  <a:pt x="237731" y="228600"/>
                </a:lnTo>
                <a:lnTo>
                  <a:pt x="245351" y="193548"/>
                </a:lnTo>
                <a:lnTo>
                  <a:pt x="246875" y="185928"/>
                </a:lnTo>
                <a:lnTo>
                  <a:pt x="263639" y="147828"/>
                </a:lnTo>
                <a:lnTo>
                  <a:pt x="288023" y="140208"/>
                </a:lnTo>
                <a:lnTo>
                  <a:pt x="295643" y="140208"/>
                </a:lnTo>
                <a:lnTo>
                  <a:pt x="324599" y="173736"/>
                </a:lnTo>
                <a:lnTo>
                  <a:pt x="326123" y="182880"/>
                </a:lnTo>
                <a:lnTo>
                  <a:pt x="327647" y="190500"/>
                </a:lnTo>
                <a:lnTo>
                  <a:pt x="327647" y="198120"/>
                </a:lnTo>
                <a:lnTo>
                  <a:pt x="327367" y="205003"/>
                </a:lnTo>
                <a:lnTo>
                  <a:pt x="326504" y="212026"/>
                </a:lnTo>
                <a:lnTo>
                  <a:pt x="325081" y="219341"/>
                </a:lnTo>
                <a:lnTo>
                  <a:pt x="323075" y="227076"/>
                </a:lnTo>
                <a:lnTo>
                  <a:pt x="321652" y="233680"/>
                </a:lnTo>
                <a:lnTo>
                  <a:pt x="319646" y="239839"/>
                </a:lnTo>
                <a:lnTo>
                  <a:pt x="317080" y="245732"/>
                </a:lnTo>
                <a:lnTo>
                  <a:pt x="313931" y="251460"/>
                </a:lnTo>
                <a:lnTo>
                  <a:pt x="310883" y="260604"/>
                </a:lnTo>
                <a:lnTo>
                  <a:pt x="306311" y="268224"/>
                </a:lnTo>
                <a:lnTo>
                  <a:pt x="303263" y="272796"/>
                </a:lnTo>
                <a:lnTo>
                  <a:pt x="298691" y="278892"/>
                </a:lnTo>
                <a:lnTo>
                  <a:pt x="295643" y="283464"/>
                </a:lnTo>
                <a:lnTo>
                  <a:pt x="292595" y="286512"/>
                </a:lnTo>
                <a:lnTo>
                  <a:pt x="292595" y="289560"/>
                </a:lnTo>
                <a:lnTo>
                  <a:pt x="342887" y="289560"/>
                </a:lnTo>
                <a:lnTo>
                  <a:pt x="347205" y="281012"/>
                </a:lnTo>
                <a:lnTo>
                  <a:pt x="361251" y="237985"/>
                </a:lnTo>
                <a:lnTo>
                  <a:pt x="365201" y="211797"/>
                </a:lnTo>
                <a:lnTo>
                  <a:pt x="365747" y="19812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9" name="Google Shape;7319;p106"/>
          <p:cNvSpPr/>
          <p:nvPr/>
        </p:nvSpPr>
        <p:spPr>
          <a:xfrm>
            <a:off x="1734467" y="3633216"/>
            <a:ext cx="379730" cy="226060"/>
          </a:xfrm>
          <a:custGeom>
            <a:rect b="b" l="l" r="r" t="t"/>
            <a:pathLst>
              <a:path extrusionOk="0" h="226060" w="379730">
                <a:moveTo>
                  <a:pt x="140052" y="225552"/>
                </a:moveTo>
                <a:lnTo>
                  <a:pt x="93760" y="220408"/>
                </a:lnTo>
                <a:lnTo>
                  <a:pt x="56232" y="205930"/>
                </a:lnTo>
                <a:lnTo>
                  <a:pt x="20418" y="174879"/>
                </a:lnTo>
                <a:lnTo>
                  <a:pt x="9110" y="155686"/>
                </a:lnTo>
                <a:lnTo>
                  <a:pt x="8988" y="155448"/>
                </a:lnTo>
                <a:lnTo>
                  <a:pt x="4987" y="145137"/>
                </a:lnTo>
                <a:lnTo>
                  <a:pt x="2130" y="134683"/>
                </a:lnTo>
                <a:lnTo>
                  <a:pt x="415" y="123944"/>
                </a:lnTo>
                <a:lnTo>
                  <a:pt x="0" y="115824"/>
                </a:lnTo>
                <a:lnTo>
                  <a:pt x="18" y="106680"/>
                </a:lnTo>
                <a:lnTo>
                  <a:pt x="10805" y="61912"/>
                </a:lnTo>
                <a:lnTo>
                  <a:pt x="19656" y="45720"/>
                </a:lnTo>
                <a:lnTo>
                  <a:pt x="7464" y="44196"/>
                </a:lnTo>
                <a:lnTo>
                  <a:pt x="7464" y="0"/>
                </a:lnTo>
                <a:lnTo>
                  <a:pt x="246732" y="0"/>
                </a:lnTo>
                <a:lnTo>
                  <a:pt x="306168" y="7810"/>
                </a:lnTo>
                <a:lnTo>
                  <a:pt x="347316" y="30480"/>
                </a:lnTo>
                <a:lnTo>
                  <a:pt x="359972" y="45720"/>
                </a:lnTo>
                <a:lnTo>
                  <a:pt x="56232" y="45720"/>
                </a:lnTo>
                <a:lnTo>
                  <a:pt x="52183" y="54578"/>
                </a:lnTo>
                <a:lnTo>
                  <a:pt x="42066" y="90582"/>
                </a:lnTo>
                <a:lnTo>
                  <a:pt x="41944" y="91440"/>
                </a:lnTo>
                <a:lnTo>
                  <a:pt x="41330" y="97536"/>
                </a:lnTo>
                <a:lnTo>
                  <a:pt x="41210" y="99441"/>
                </a:lnTo>
                <a:lnTo>
                  <a:pt x="41108" y="102108"/>
                </a:lnTo>
                <a:lnTo>
                  <a:pt x="40992" y="105156"/>
                </a:lnTo>
                <a:lnTo>
                  <a:pt x="55779" y="148875"/>
                </a:lnTo>
                <a:lnTo>
                  <a:pt x="96999" y="173736"/>
                </a:lnTo>
                <a:lnTo>
                  <a:pt x="138528" y="178308"/>
                </a:lnTo>
                <a:lnTo>
                  <a:pt x="257944" y="178308"/>
                </a:lnTo>
                <a:lnTo>
                  <a:pt x="253994" y="184785"/>
                </a:lnTo>
                <a:lnTo>
                  <a:pt x="239112" y="199644"/>
                </a:lnTo>
                <a:lnTo>
                  <a:pt x="219990" y="211407"/>
                </a:lnTo>
                <a:lnTo>
                  <a:pt x="197011" y="219456"/>
                </a:lnTo>
                <a:lnTo>
                  <a:pt x="170317" y="224075"/>
                </a:lnTo>
                <a:lnTo>
                  <a:pt x="140052" y="225552"/>
                </a:lnTo>
                <a:close/>
              </a:path>
              <a:path extrusionOk="0" h="226060" w="379730">
                <a:moveTo>
                  <a:pt x="257944" y="178308"/>
                </a:moveTo>
                <a:lnTo>
                  <a:pt x="138528" y="178308"/>
                </a:lnTo>
                <a:lnTo>
                  <a:pt x="159959" y="177450"/>
                </a:lnTo>
                <a:lnTo>
                  <a:pt x="178533" y="174879"/>
                </a:lnTo>
                <a:lnTo>
                  <a:pt x="217109" y="155686"/>
                </a:lnTo>
                <a:lnTo>
                  <a:pt x="229968" y="115824"/>
                </a:lnTo>
                <a:lnTo>
                  <a:pt x="229732" y="108870"/>
                </a:lnTo>
                <a:lnTo>
                  <a:pt x="229658" y="106680"/>
                </a:lnTo>
                <a:lnTo>
                  <a:pt x="215109" y="61912"/>
                </a:lnTo>
                <a:lnTo>
                  <a:pt x="204060" y="45720"/>
                </a:lnTo>
                <a:lnTo>
                  <a:pt x="242160" y="45720"/>
                </a:lnTo>
                <a:lnTo>
                  <a:pt x="265020" y="82296"/>
                </a:lnTo>
                <a:lnTo>
                  <a:pt x="272316" y="118872"/>
                </a:lnTo>
                <a:lnTo>
                  <a:pt x="272425" y="121443"/>
                </a:lnTo>
                <a:lnTo>
                  <a:pt x="272531" y="123944"/>
                </a:lnTo>
                <a:lnTo>
                  <a:pt x="272640" y="126492"/>
                </a:lnTo>
                <a:lnTo>
                  <a:pt x="270651" y="147828"/>
                </a:lnTo>
                <a:lnTo>
                  <a:pt x="270615" y="148209"/>
                </a:lnTo>
                <a:lnTo>
                  <a:pt x="264448" y="167640"/>
                </a:lnTo>
                <a:lnTo>
                  <a:pt x="257944" y="178308"/>
                </a:lnTo>
                <a:close/>
              </a:path>
              <a:path extrusionOk="0" h="226060" w="379730">
                <a:moveTo>
                  <a:pt x="367128" y="199644"/>
                </a:moveTo>
                <a:lnTo>
                  <a:pt x="319884" y="199644"/>
                </a:lnTo>
                <a:lnTo>
                  <a:pt x="319884" y="198120"/>
                </a:lnTo>
                <a:lnTo>
                  <a:pt x="321408" y="195072"/>
                </a:lnTo>
                <a:lnTo>
                  <a:pt x="322932" y="190500"/>
                </a:lnTo>
                <a:lnTo>
                  <a:pt x="324360" y="184785"/>
                </a:lnTo>
                <a:lnTo>
                  <a:pt x="324456" y="184404"/>
                </a:lnTo>
                <a:lnTo>
                  <a:pt x="327504" y="178308"/>
                </a:lnTo>
                <a:lnTo>
                  <a:pt x="329028" y="172212"/>
                </a:lnTo>
                <a:lnTo>
                  <a:pt x="330552" y="164592"/>
                </a:lnTo>
                <a:lnTo>
                  <a:pt x="333520" y="155686"/>
                </a:lnTo>
                <a:lnTo>
                  <a:pt x="333600" y="155448"/>
                </a:lnTo>
                <a:lnTo>
                  <a:pt x="335047" y="148209"/>
                </a:lnTo>
                <a:lnTo>
                  <a:pt x="335124" y="147828"/>
                </a:lnTo>
                <a:lnTo>
                  <a:pt x="336648" y="141732"/>
                </a:lnTo>
                <a:lnTo>
                  <a:pt x="338057" y="134683"/>
                </a:lnTo>
                <a:lnTo>
                  <a:pt x="337983" y="112776"/>
                </a:lnTo>
                <a:lnTo>
                  <a:pt x="337862" y="108870"/>
                </a:lnTo>
                <a:lnTo>
                  <a:pt x="326170" y="69913"/>
                </a:lnTo>
                <a:lnTo>
                  <a:pt x="316836" y="60960"/>
                </a:lnTo>
                <a:lnTo>
                  <a:pt x="311978" y="56911"/>
                </a:lnTo>
                <a:lnTo>
                  <a:pt x="272973" y="45981"/>
                </a:lnTo>
                <a:lnTo>
                  <a:pt x="265020" y="45720"/>
                </a:lnTo>
                <a:lnTo>
                  <a:pt x="359972" y="45720"/>
                </a:lnTo>
                <a:lnTo>
                  <a:pt x="361317" y="47339"/>
                </a:lnTo>
                <a:lnTo>
                  <a:pt x="371319" y="68199"/>
                </a:lnTo>
                <a:lnTo>
                  <a:pt x="377319" y="93059"/>
                </a:lnTo>
                <a:lnTo>
                  <a:pt x="379287" y="121443"/>
                </a:lnTo>
                <a:lnTo>
                  <a:pt x="379192" y="126492"/>
                </a:lnTo>
                <a:lnTo>
                  <a:pt x="374843" y="171783"/>
                </a:lnTo>
                <a:lnTo>
                  <a:pt x="367189" y="199477"/>
                </a:lnTo>
                <a:lnTo>
                  <a:pt x="367128" y="199644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0" name="Google Shape;7320;p106"/>
          <p:cNvSpPr/>
          <p:nvPr/>
        </p:nvSpPr>
        <p:spPr>
          <a:xfrm>
            <a:off x="1734311" y="3355847"/>
            <a:ext cx="277495" cy="212090"/>
          </a:xfrm>
          <a:custGeom>
            <a:rect b="b" l="l" r="r" t="t"/>
            <a:pathLst>
              <a:path extrusionOk="0" h="212089" w="277494">
                <a:moveTo>
                  <a:pt x="277367" y="211836"/>
                </a:moveTo>
                <a:lnTo>
                  <a:pt x="7619" y="211836"/>
                </a:lnTo>
                <a:lnTo>
                  <a:pt x="7619" y="166116"/>
                </a:lnTo>
                <a:lnTo>
                  <a:pt x="38099" y="166116"/>
                </a:lnTo>
                <a:lnTo>
                  <a:pt x="29503" y="156067"/>
                </a:lnTo>
                <a:lnTo>
                  <a:pt x="5143" y="116204"/>
                </a:lnTo>
                <a:lnTo>
                  <a:pt x="0" y="85344"/>
                </a:lnTo>
                <a:lnTo>
                  <a:pt x="1690" y="66151"/>
                </a:lnTo>
                <a:lnTo>
                  <a:pt x="25907" y="22859"/>
                </a:lnTo>
                <a:lnTo>
                  <a:pt x="78628" y="1428"/>
                </a:lnTo>
                <a:lnTo>
                  <a:pt x="102107" y="0"/>
                </a:lnTo>
                <a:lnTo>
                  <a:pt x="277367" y="0"/>
                </a:lnTo>
                <a:lnTo>
                  <a:pt x="277367" y="45719"/>
                </a:lnTo>
                <a:lnTo>
                  <a:pt x="123443" y="45719"/>
                </a:lnTo>
                <a:lnTo>
                  <a:pt x="114323" y="45958"/>
                </a:lnTo>
                <a:lnTo>
                  <a:pt x="96654" y="47005"/>
                </a:lnTo>
                <a:lnTo>
                  <a:pt x="88391" y="47244"/>
                </a:lnTo>
                <a:lnTo>
                  <a:pt x="80700" y="48648"/>
                </a:lnTo>
                <a:lnTo>
                  <a:pt x="47243" y="70104"/>
                </a:lnTo>
                <a:lnTo>
                  <a:pt x="42671" y="97536"/>
                </a:lnTo>
                <a:lnTo>
                  <a:pt x="43243" y="105775"/>
                </a:lnTo>
                <a:lnTo>
                  <a:pt x="62293" y="149161"/>
                </a:lnTo>
                <a:lnTo>
                  <a:pt x="76199" y="166116"/>
                </a:lnTo>
                <a:lnTo>
                  <a:pt x="277367" y="166116"/>
                </a:lnTo>
                <a:lnTo>
                  <a:pt x="277367" y="2118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1" name="Google Shape;7321;p106"/>
          <p:cNvSpPr/>
          <p:nvPr/>
        </p:nvSpPr>
        <p:spPr>
          <a:xfrm>
            <a:off x="1652016" y="2919984"/>
            <a:ext cx="43180" cy="167640"/>
          </a:xfrm>
          <a:custGeom>
            <a:rect b="b" l="l" r="r" t="t"/>
            <a:pathLst>
              <a:path extrusionOk="0" h="167639" w="43180">
                <a:moveTo>
                  <a:pt x="42672" y="0"/>
                </a:moveTo>
                <a:lnTo>
                  <a:pt x="0" y="0"/>
                </a:lnTo>
                <a:lnTo>
                  <a:pt x="0" y="7620"/>
                </a:lnTo>
                <a:lnTo>
                  <a:pt x="0" y="167640"/>
                </a:lnTo>
                <a:lnTo>
                  <a:pt x="42672" y="167640"/>
                </a:lnTo>
                <a:lnTo>
                  <a:pt x="42672" y="7620"/>
                </a:lnTo>
                <a:lnTo>
                  <a:pt x="42672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2" name="Google Shape;7322;p106"/>
          <p:cNvSpPr/>
          <p:nvPr/>
        </p:nvSpPr>
        <p:spPr>
          <a:xfrm>
            <a:off x="1636763" y="2836164"/>
            <a:ext cx="376555" cy="298450"/>
          </a:xfrm>
          <a:custGeom>
            <a:rect b="b" l="l" r="r" t="t"/>
            <a:pathLst>
              <a:path extrusionOk="0" h="298450" w="376555">
                <a:moveTo>
                  <a:pt x="374916" y="251460"/>
                </a:moveTo>
                <a:lnTo>
                  <a:pt x="201180" y="251460"/>
                </a:lnTo>
                <a:lnTo>
                  <a:pt x="201180" y="91440"/>
                </a:lnTo>
                <a:lnTo>
                  <a:pt x="158508" y="91440"/>
                </a:lnTo>
                <a:lnTo>
                  <a:pt x="158508" y="251460"/>
                </a:lnTo>
                <a:lnTo>
                  <a:pt x="15252" y="251460"/>
                </a:lnTo>
                <a:lnTo>
                  <a:pt x="15252" y="298450"/>
                </a:lnTo>
                <a:lnTo>
                  <a:pt x="374916" y="298450"/>
                </a:lnTo>
                <a:lnTo>
                  <a:pt x="374916" y="251460"/>
                </a:lnTo>
                <a:close/>
              </a:path>
              <a:path extrusionOk="0" h="298450" w="376555">
                <a:moveTo>
                  <a:pt x="376440" y="0"/>
                </a:moveTo>
                <a:lnTo>
                  <a:pt x="0" y="0"/>
                </a:lnTo>
                <a:lnTo>
                  <a:pt x="0" y="47244"/>
                </a:lnTo>
                <a:lnTo>
                  <a:pt x="376440" y="47244"/>
                </a:lnTo>
                <a:lnTo>
                  <a:pt x="376440" y="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3" name="Google Shape;7323;p106"/>
          <p:cNvSpPr/>
          <p:nvPr/>
        </p:nvSpPr>
        <p:spPr>
          <a:xfrm>
            <a:off x="1734312" y="2171700"/>
            <a:ext cx="285115" cy="617220"/>
          </a:xfrm>
          <a:custGeom>
            <a:rect b="b" l="l" r="r" t="t"/>
            <a:pathLst>
              <a:path extrusionOk="0" h="617219" w="285114">
                <a:moveTo>
                  <a:pt x="277368" y="68580"/>
                </a:moveTo>
                <a:lnTo>
                  <a:pt x="7620" y="0"/>
                </a:lnTo>
                <a:lnTo>
                  <a:pt x="7620" y="47244"/>
                </a:lnTo>
                <a:lnTo>
                  <a:pt x="216408" y="89916"/>
                </a:lnTo>
                <a:lnTo>
                  <a:pt x="7620" y="155448"/>
                </a:lnTo>
                <a:lnTo>
                  <a:pt x="7620" y="193548"/>
                </a:lnTo>
                <a:lnTo>
                  <a:pt x="216408" y="256032"/>
                </a:lnTo>
                <a:lnTo>
                  <a:pt x="7620" y="303276"/>
                </a:lnTo>
                <a:lnTo>
                  <a:pt x="7620" y="350520"/>
                </a:lnTo>
                <a:lnTo>
                  <a:pt x="277368" y="281940"/>
                </a:lnTo>
                <a:lnTo>
                  <a:pt x="277368" y="240792"/>
                </a:lnTo>
                <a:lnTo>
                  <a:pt x="70104" y="175260"/>
                </a:lnTo>
                <a:lnTo>
                  <a:pt x="277368" y="109728"/>
                </a:lnTo>
                <a:lnTo>
                  <a:pt x="277368" y="68580"/>
                </a:lnTo>
                <a:close/>
              </a:path>
              <a:path extrusionOk="0" h="617219" w="285114">
                <a:moveTo>
                  <a:pt x="284988" y="495300"/>
                </a:moveTo>
                <a:lnTo>
                  <a:pt x="275844" y="446722"/>
                </a:lnTo>
                <a:lnTo>
                  <a:pt x="248412" y="408432"/>
                </a:lnTo>
                <a:lnTo>
                  <a:pt x="245364" y="406425"/>
                </a:lnTo>
                <a:lnTo>
                  <a:pt x="245364" y="495300"/>
                </a:lnTo>
                <a:lnTo>
                  <a:pt x="243662" y="512445"/>
                </a:lnTo>
                <a:lnTo>
                  <a:pt x="219456" y="550164"/>
                </a:lnTo>
                <a:lnTo>
                  <a:pt x="166941" y="568604"/>
                </a:lnTo>
                <a:lnTo>
                  <a:pt x="143256" y="569976"/>
                </a:lnTo>
                <a:lnTo>
                  <a:pt x="118681" y="568604"/>
                </a:lnTo>
                <a:lnTo>
                  <a:pt x="79819" y="558406"/>
                </a:lnTo>
                <a:lnTo>
                  <a:pt x="46291" y="527304"/>
                </a:lnTo>
                <a:lnTo>
                  <a:pt x="39624" y="495300"/>
                </a:lnTo>
                <a:lnTo>
                  <a:pt x="41313" y="479044"/>
                </a:lnTo>
                <a:lnTo>
                  <a:pt x="65532" y="441960"/>
                </a:lnTo>
                <a:lnTo>
                  <a:pt x="118681" y="424815"/>
                </a:lnTo>
                <a:lnTo>
                  <a:pt x="143256" y="423672"/>
                </a:lnTo>
                <a:lnTo>
                  <a:pt x="166941" y="424815"/>
                </a:lnTo>
                <a:lnTo>
                  <a:pt x="205181" y="433959"/>
                </a:lnTo>
                <a:lnTo>
                  <a:pt x="238696" y="464629"/>
                </a:lnTo>
                <a:lnTo>
                  <a:pt x="245364" y="495300"/>
                </a:lnTo>
                <a:lnTo>
                  <a:pt x="245364" y="406425"/>
                </a:lnTo>
                <a:lnTo>
                  <a:pt x="227266" y="394436"/>
                </a:lnTo>
                <a:lnTo>
                  <a:pt x="202692" y="384429"/>
                </a:lnTo>
                <a:lnTo>
                  <a:pt x="174688" y="378434"/>
                </a:lnTo>
                <a:lnTo>
                  <a:pt x="143256" y="376428"/>
                </a:lnTo>
                <a:lnTo>
                  <a:pt x="110959" y="378434"/>
                </a:lnTo>
                <a:lnTo>
                  <a:pt x="58381" y="394436"/>
                </a:lnTo>
                <a:lnTo>
                  <a:pt x="21209" y="426085"/>
                </a:lnTo>
                <a:lnTo>
                  <a:pt x="2298" y="469950"/>
                </a:lnTo>
                <a:lnTo>
                  <a:pt x="0" y="495300"/>
                </a:lnTo>
                <a:lnTo>
                  <a:pt x="2298" y="521335"/>
                </a:lnTo>
                <a:lnTo>
                  <a:pt x="21209" y="565391"/>
                </a:lnTo>
                <a:lnTo>
                  <a:pt x="58381" y="597941"/>
                </a:lnTo>
                <a:lnTo>
                  <a:pt x="110959" y="614984"/>
                </a:lnTo>
                <a:lnTo>
                  <a:pt x="143256" y="617220"/>
                </a:lnTo>
                <a:lnTo>
                  <a:pt x="173799" y="614984"/>
                </a:lnTo>
                <a:lnTo>
                  <a:pt x="201358" y="608457"/>
                </a:lnTo>
                <a:lnTo>
                  <a:pt x="225755" y="597941"/>
                </a:lnTo>
                <a:lnTo>
                  <a:pt x="246888" y="583692"/>
                </a:lnTo>
                <a:lnTo>
                  <a:pt x="260146" y="569976"/>
                </a:lnTo>
                <a:lnTo>
                  <a:pt x="263766" y="566242"/>
                </a:lnTo>
                <a:lnTo>
                  <a:pt x="275653" y="545782"/>
                </a:lnTo>
                <a:lnTo>
                  <a:pt x="282676" y="522185"/>
                </a:lnTo>
                <a:lnTo>
                  <a:pt x="282740" y="521335"/>
                </a:lnTo>
                <a:lnTo>
                  <a:pt x="284988" y="495300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324" name="Google Shape;7324;p10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564892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25" name="Google Shape;7325;p106"/>
          <p:cNvGrpSpPr/>
          <p:nvPr/>
        </p:nvGrpSpPr>
        <p:grpSpPr>
          <a:xfrm>
            <a:off x="2490215" y="8109203"/>
            <a:ext cx="225552" cy="470915"/>
            <a:chOff x="2490215" y="8109203"/>
            <a:chExt cx="225552" cy="470915"/>
          </a:xfrm>
        </p:grpSpPr>
        <p:pic>
          <p:nvPicPr>
            <p:cNvPr id="7326" name="Google Shape;7326;p10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2490215" y="8278367"/>
              <a:ext cx="225552" cy="3017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27" name="Google Shape;7327;p106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545079" y="8109203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328" name="Google Shape;7328;p106"/>
          <p:cNvGrpSpPr/>
          <p:nvPr/>
        </p:nvGrpSpPr>
        <p:grpSpPr>
          <a:xfrm>
            <a:off x="2485643" y="7523988"/>
            <a:ext cx="284988" cy="455676"/>
            <a:chOff x="2485643" y="7523988"/>
            <a:chExt cx="284988" cy="455676"/>
          </a:xfrm>
        </p:grpSpPr>
        <p:pic>
          <p:nvPicPr>
            <p:cNvPr id="7329" name="Google Shape;7329;p106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2485643" y="7842504"/>
              <a:ext cx="230124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30" name="Google Shape;7330;p106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49651" y="7688580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31" name="Google Shape;7331;p106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49651" y="7523988"/>
              <a:ext cx="220980" cy="1447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332" name="Google Shape;7332;p106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485643" y="7324343"/>
            <a:ext cx="80772" cy="115824"/>
          </a:xfrm>
          <a:prstGeom prst="rect">
            <a:avLst/>
          </a:prstGeom>
          <a:noFill/>
          <a:ln>
            <a:noFill/>
          </a:ln>
        </p:spPr>
      </p:pic>
      <p:sp>
        <p:nvSpPr>
          <p:cNvPr id="7333" name="Google Shape;7333;p106"/>
          <p:cNvSpPr/>
          <p:nvPr/>
        </p:nvSpPr>
        <p:spPr>
          <a:xfrm>
            <a:off x="2494788" y="7214616"/>
            <a:ext cx="21590" cy="27940"/>
          </a:xfrm>
          <a:custGeom>
            <a:rect b="b" l="l" r="r" t="t"/>
            <a:pathLst>
              <a:path extrusionOk="0" h="27940" w="21589">
                <a:moveTo>
                  <a:pt x="0" y="0"/>
                </a:moveTo>
                <a:lnTo>
                  <a:pt x="21335" y="0"/>
                </a:lnTo>
                <a:lnTo>
                  <a:pt x="21335" y="27939"/>
                </a:lnTo>
                <a:lnTo>
                  <a:pt x="0" y="279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4" name="Google Shape;7334;p106"/>
          <p:cNvGrpSpPr/>
          <p:nvPr/>
        </p:nvGrpSpPr>
        <p:grpSpPr>
          <a:xfrm>
            <a:off x="2485631" y="5882639"/>
            <a:ext cx="230504" cy="1415797"/>
            <a:chOff x="2485631" y="5882639"/>
            <a:chExt cx="230504" cy="1415797"/>
          </a:xfrm>
        </p:grpSpPr>
        <p:sp>
          <p:nvSpPr>
            <p:cNvPr id="7335" name="Google Shape;7335;p106"/>
            <p:cNvSpPr/>
            <p:nvPr/>
          </p:nvSpPr>
          <p:spPr>
            <a:xfrm>
              <a:off x="2494775" y="7214616"/>
              <a:ext cx="216535" cy="83820"/>
            </a:xfrm>
            <a:custGeom>
              <a:rect b="b" l="l" r="r" t="t"/>
              <a:pathLst>
                <a:path extrusionOk="0" h="83820" w="216535">
                  <a:moveTo>
                    <a:pt x="216408" y="0"/>
                  </a:moveTo>
                  <a:lnTo>
                    <a:pt x="195072" y="0"/>
                  </a:lnTo>
                  <a:lnTo>
                    <a:pt x="195072" y="27940"/>
                  </a:lnTo>
                  <a:lnTo>
                    <a:pt x="0" y="27940"/>
                  </a:lnTo>
                  <a:lnTo>
                    <a:pt x="0" y="55880"/>
                  </a:lnTo>
                  <a:lnTo>
                    <a:pt x="0" y="83820"/>
                  </a:lnTo>
                  <a:lnTo>
                    <a:pt x="21336" y="83820"/>
                  </a:lnTo>
                  <a:lnTo>
                    <a:pt x="21336" y="55880"/>
                  </a:lnTo>
                  <a:lnTo>
                    <a:pt x="195072" y="55880"/>
                  </a:lnTo>
                  <a:lnTo>
                    <a:pt x="195072" y="83820"/>
                  </a:lnTo>
                  <a:lnTo>
                    <a:pt x="216408" y="83820"/>
                  </a:lnTo>
                  <a:lnTo>
                    <a:pt x="216408" y="55880"/>
                  </a:lnTo>
                  <a:lnTo>
                    <a:pt x="216408" y="2794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36" name="Google Shape;7336;p106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545079" y="7054596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37" name="Google Shape;7337;p106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502407" y="6789420"/>
              <a:ext cx="211836" cy="24383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38" name="Google Shape;7338;p106"/>
            <p:cNvSpPr/>
            <p:nvPr/>
          </p:nvSpPr>
          <p:spPr>
            <a:xfrm>
              <a:off x="2485631" y="6105144"/>
              <a:ext cx="230504" cy="657225"/>
            </a:xfrm>
            <a:custGeom>
              <a:rect b="b" l="l" r="r" t="t"/>
              <a:pathLst>
                <a:path extrusionOk="0" h="657225" w="230505">
                  <a:moveTo>
                    <a:pt x="227076" y="627888"/>
                  </a:moveTo>
                  <a:lnTo>
                    <a:pt x="0" y="627888"/>
                  </a:lnTo>
                  <a:lnTo>
                    <a:pt x="0" y="656844"/>
                  </a:lnTo>
                  <a:lnTo>
                    <a:pt x="227076" y="656844"/>
                  </a:lnTo>
                  <a:lnTo>
                    <a:pt x="227076" y="627888"/>
                  </a:lnTo>
                  <a:close/>
                </a:path>
                <a:path extrusionOk="0" h="657225" w="230505">
                  <a:moveTo>
                    <a:pt x="227076" y="559308"/>
                  </a:moveTo>
                  <a:lnTo>
                    <a:pt x="0" y="559308"/>
                  </a:lnTo>
                  <a:lnTo>
                    <a:pt x="0" y="588264"/>
                  </a:lnTo>
                  <a:lnTo>
                    <a:pt x="227076" y="588264"/>
                  </a:lnTo>
                  <a:lnTo>
                    <a:pt x="227076" y="559308"/>
                  </a:lnTo>
                  <a:close/>
                </a:path>
                <a:path extrusionOk="0" h="657225" w="230505">
                  <a:moveTo>
                    <a:pt x="228600" y="437388"/>
                  </a:moveTo>
                  <a:lnTo>
                    <a:pt x="227076" y="432816"/>
                  </a:lnTo>
                  <a:lnTo>
                    <a:pt x="227076" y="428244"/>
                  </a:lnTo>
                  <a:lnTo>
                    <a:pt x="225552" y="423672"/>
                  </a:lnTo>
                  <a:lnTo>
                    <a:pt x="224028" y="417576"/>
                  </a:lnTo>
                  <a:lnTo>
                    <a:pt x="224028" y="414528"/>
                  </a:lnTo>
                  <a:lnTo>
                    <a:pt x="222504" y="409956"/>
                  </a:lnTo>
                  <a:lnTo>
                    <a:pt x="219456" y="405384"/>
                  </a:lnTo>
                  <a:lnTo>
                    <a:pt x="216408" y="396240"/>
                  </a:lnTo>
                  <a:lnTo>
                    <a:pt x="214884" y="393192"/>
                  </a:lnTo>
                  <a:lnTo>
                    <a:pt x="185928" y="393192"/>
                  </a:lnTo>
                  <a:lnTo>
                    <a:pt x="185928" y="394716"/>
                  </a:lnTo>
                  <a:lnTo>
                    <a:pt x="188976" y="400812"/>
                  </a:lnTo>
                  <a:lnTo>
                    <a:pt x="192024" y="403860"/>
                  </a:lnTo>
                  <a:lnTo>
                    <a:pt x="193548" y="406908"/>
                  </a:lnTo>
                  <a:lnTo>
                    <a:pt x="195072" y="411480"/>
                  </a:lnTo>
                  <a:lnTo>
                    <a:pt x="198120" y="416052"/>
                  </a:lnTo>
                  <a:lnTo>
                    <a:pt x="199644" y="420624"/>
                  </a:lnTo>
                  <a:lnTo>
                    <a:pt x="202692" y="432816"/>
                  </a:lnTo>
                  <a:lnTo>
                    <a:pt x="204216" y="437388"/>
                  </a:lnTo>
                  <a:lnTo>
                    <a:pt x="204114" y="451104"/>
                  </a:lnTo>
                  <a:lnTo>
                    <a:pt x="190500" y="490728"/>
                  </a:lnTo>
                  <a:lnTo>
                    <a:pt x="147828" y="504444"/>
                  </a:lnTo>
                  <a:lnTo>
                    <a:pt x="147828" y="417576"/>
                  </a:lnTo>
                  <a:lnTo>
                    <a:pt x="147828" y="390144"/>
                  </a:lnTo>
                  <a:lnTo>
                    <a:pt x="132588" y="390144"/>
                  </a:lnTo>
                  <a:lnTo>
                    <a:pt x="126492" y="390347"/>
                  </a:lnTo>
                  <a:lnTo>
                    <a:pt x="126492" y="417576"/>
                  </a:lnTo>
                  <a:lnTo>
                    <a:pt x="126492" y="504444"/>
                  </a:lnTo>
                  <a:lnTo>
                    <a:pt x="120396" y="504444"/>
                  </a:lnTo>
                  <a:lnTo>
                    <a:pt x="114300" y="502920"/>
                  </a:lnTo>
                  <a:lnTo>
                    <a:pt x="108204" y="499872"/>
                  </a:lnTo>
                  <a:lnTo>
                    <a:pt x="103276" y="498233"/>
                  </a:lnTo>
                  <a:lnTo>
                    <a:pt x="103454" y="498233"/>
                  </a:lnTo>
                  <a:lnTo>
                    <a:pt x="99060" y="495300"/>
                  </a:lnTo>
                  <a:lnTo>
                    <a:pt x="89916" y="486156"/>
                  </a:lnTo>
                  <a:lnTo>
                    <a:pt x="83820" y="477012"/>
                  </a:lnTo>
                  <a:lnTo>
                    <a:pt x="82296" y="472440"/>
                  </a:lnTo>
                  <a:lnTo>
                    <a:pt x="82181" y="471970"/>
                  </a:lnTo>
                  <a:lnTo>
                    <a:pt x="80772" y="466344"/>
                  </a:lnTo>
                  <a:lnTo>
                    <a:pt x="80772" y="451104"/>
                  </a:lnTo>
                  <a:lnTo>
                    <a:pt x="83820" y="438912"/>
                  </a:lnTo>
                  <a:lnTo>
                    <a:pt x="118872" y="417576"/>
                  </a:lnTo>
                  <a:lnTo>
                    <a:pt x="126492" y="417576"/>
                  </a:lnTo>
                  <a:lnTo>
                    <a:pt x="126492" y="390347"/>
                  </a:lnTo>
                  <a:lnTo>
                    <a:pt x="88011" y="400431"/>
                  </a:lnTo>
                  <a:lnTo>
                    <a:pt x="62014" y="435749"/>
                  </a:lnTo>
                  <a:lnTo>
                    <a:pt x="59639" y="451104"/>
                  </a:lnTo>
                  <a:lnTo>
                    <a:pt x="59436" y="455676"/>
                  </a:lnTo>
                  <a:lnTo>
                    <a:pt x="72301" y="499402"/>
                  </a:lnTo>
                  <a:lnTo>
                    <a:pt x="110109" y="526351"/>
                  </a:lnTo>
                  <a:lnTo>
                    <a:pt x="144780" y="531876"/>
                  </a:lnTo>
                  <a:lnTo>
                    <a:pt x="163982" y="530479"/>
                  </a:lnTo>
                  <a:lnTo>
                    <a:pt x="180594" y="526351"/>
                  </a:lnTo>
                  <a:lnTo>
                    <a:pt x="194932" y="519671"/>
                  </a:lnTo>
                  <a:lnTo>
                    <a:pt x="207264" y="510540"/>
                  </a:lnTo>
                  <a:lnTo>
                    <a:pt x="211785" y="504444"/>
                  </a:lnTo>
                  <a:lnTo>
                    <a:pt x="216395" y="498233"/>
                  </a:lnTo>
                  <a:lnTo>
                    <a:pt x="223075" y="484060"/>
                  </a:lnTo>
                  <a:lnTo>
                    <a:pt x="227203" y="467893"/>
                  </a:lnTo>
                  <a:lnTo>
                    <a:pt x="227317" y="466344"/>
                  </a:lnTo>
                  <a:lnTo>
                    <a:pt x="228485" y="451104"/>
                  </a:lnTo>
                  <a:lnTo>
                    <a:pt x="228600" y="437388"/>
                  </a:lnTo>
                  <a:close/>
                </a:path>
                <a:path extrusionOk="0" h="657225" w="230505">
                  <a:moveTo>
                    <a:pt x="228600" y="288036"/>
                  </a:moveTo>
                  <a:lnTo>
                    <a:pt x="227076" y="283464"/>
                  </a:lnTo>
                  <a:lnTo>
                    <a:pt x="227076" y="280416"/>
                  </a:lnTo>
                  <a:lnTo>
                    <a:pt x="224028" y="271272"/>
                  </a:lnTo>
                  <a:lnTo>
                    <a:pt x="224028" y="268224"/>
                  </a:lnTo>
                  <a:lnTo>
                    <a:pt x="222504" y="263652"/>
                  </a:lnTo>
                  <a:lnTo>
                    <a:pt x="220980" y="260604"/>
                  </a:lnTo>
                  <a:lnTo>
                    <a:pt x="219456" y="256032"/>
                  </a:lnTo>
                  <a:lnTo>
                    <a:pt x="216408" y="249936"/>
                  </a:lnTo>
                  <a:lnTo>
                    <a:pt x="185928" y="249936"/>
                  </a:lnTo>
                  <a:lnTo>
                    <a:pt x="185928" y="251460"/>
                  </a:lnTo>
                  <a:lnTo>
                    <a:pt x="192024" y="257556"/>
                  </a:lnTo>
                  <a:lnTo>
                    <a:pt x="196596" y="265176"/>
                  </a:lnTo>
                  <a:lnTo>
                    <a:pt x="204216" y="298704"/>
                  </a:lnTo>
                  <a:lnTo>
                    <a:pt x="203339" y="309562"/>
                  </a:lnTo>
                  <a:lnTo>
                    <a:pt x="180149" y="340410"/>
                  </a:lnTo>
                  <a:lnTo>
                    <a:pt x="144780" y="347472"/>
                  </a:lnTo>
                  <a:lnTo>
                    <a:pt x="130810" y="346621"/>
                  </a:lnTo>
                  <a:lnTo>
                    <a:pt x="93472" y="327215"/>
                  </a:lnTo>
                  <a:lnTo>
                    <a:pt x="83820" y="298704"/>
                  </a:lnTo>
                  <a:lnTo>
                    <a:pt x="83820" y="294132"/>
                  </a:lnTo>
                  <a:lnTo>
                    <a:pt x="85344" y="289560"/>
                  </a:lnTo>
                  <a:lnTo>
                    <a:pt x="85344" y="284988"/>
                  </a:lnTo>
                  <a:lnTo>
                    <a:pt x="86868" y="278892"/>
                  </a:lnTo>
                  <a:lnTo>
                    <a:pt x="88392" y="274320"/>
                  </a:lnTo>
                  <a:lnTo>
                    <a:pt x="91440" y="271272"/>
                  </a:lnTo>
                  <a:lnTo>
                    <a:pt x="94488" y="262128"/>
                  </a:lnTo>
                  <a:lnTo>
                    <a:pt x="97536" y="259080"/>
                  </a:lnTo>
                  <a:lnTo>
                    <a:pt x="100584" y="252984"/>
                  </a:lnTo>
                  <a:lnTo>
                    <a:pt x="102108" y="251460"/>
                  </a:lnTo>
                  <a:lnTo>
                    <a:pt x="102108" y="249936"/>
                  </a:lnTo>
                  <a:lnTo>
                    <a:pt x="71628" y="249936"/>
                  </a:lnTo>
                  <a:lnTo>
                    <a:pt x="68580" y="256032"/>
                  </a:lnTo>
                  <a:lnTo>
                    <a:pt x="65532" y="263652"/>
                  </a:lnTo>
                  <a:lnTo>
                    <a:pt x="64008" y="272796"/>
                  </a:lnTo>
                  <a:lnTo>
                    <a:pt x="62014" y="278777"/>
                  </a:lnTo>
                  <a:lnTo>
                    <a:pt x="60579" y="285178"/>
                  </a:lnTo>
                  <a:lnTo>
                    <a:pt x="59728" y="291871"/>
                  </a:lnTo>
                  <a:lnTo>
                    <a:pt x="59436" y="298704"/>
                  </a:lnTo>
                  <a:lnTo>
                    <a:pt x="59753" y="306692"/>
                  </a:lnTo>
                  <a:lnTo>
                    <a:pt x="76898" y="348475"/>
                  </a:lnTo>
                  <a:lnTo>
                    <a:pt x="115849" y="371690"/>
                  </a:lnTo>
                  <a:lnTo>
                    <a:pt x="144780" y="374904"/>
                  </a:lnTo>
                  <a:lnTo>
                    <a:pt x="154787" y="374599"/>
                  </a:lnTo>
                  <a:lnTo>
                    <a:pt x="196215" y="362331"/>
                  </a:lnTo>
                  <a:lnTo>
                    <a:pt x="224028" y="329184"/>
                  </a:lnTo>
                  <a:lnTo>
                    <a:pt x="228600" y="298704"/>
                  </a:lnTo>
                  <a:lnTo>
                    <a:pt x="228600" y="288036"/>
                  </a:lnTo>
                  <a:close/>
                </a:path>
                <a:path extrusionOk="0" h="657225" w="230505">
                  <a:moveTo>
                    <a:pt x="228600" y="167640"/>
                  </a:moveTo>
                  <a:lnTo>
                    <a:pt x="227076" y="163068"/>
                  </a:lnTo>
                  <a:lnTo>
                    <a:pt x="227076" y="156972"/>
                  </a:lnTo>
                  <a:lnTo>
                    <a:pt x="225552" y="152400"/>
                  </a:lnTo>
                  <a:lnTo>
                    <a:pt x="224028" y="146304"/>
                  </a:lnTo>
                  <a:lnTo>
                    <a:pt x="199644" y="146304"/>
                  </a:lnTo>
                  <a:lnTo>
                    <a:pt x="199644" y="149352"/>
                  </a:lnTo>
                  <a:lnTo>
                    <a:pt x="201168" y="150876"/>
                  </a:lnTo>
                  <a:lnTo>
                    <a:pt x="201168" y="153924"/>
                  </a:lnTo>
                  <a:lnTo>
                    <a:pt x="202692" y="156972"/>
                  </a:lnTo>
                  <a:lnTo>
                    <a:pt x="204216" y="161544"/>
                  </a:lnTo>
                  <a:lnTo>
                    <a:pt x="204216" y="181356"/>
                  </a:lnTo>
                  <a:lnTo>
                    <a:pt x="201168" y="185928"/>
                  </a:lnTo>
                  <a:lnTo>
                    <a:pt x="198120" y="192024"/>
                  </a:lnTo>
                  <a:lnTo>
                    <a:pt x="195072" y="193548"/>
                  </a:lnTo>
                  <a:lnTo>
                    <a:pt x="185928" y="196596"/>
                  </a:lnTo>
                  <a:lnTo>
                    <a:pt x="86868" y="196596"/>
                  </a:lnTo>
                  <a:lnTo>
                    <a:pt x="86868" y="146304"/>
                  </a:lnTo>
                  <a:lnTo>
                    <a:pt x="64008" y="146304"/>
                  </a:lnTo>
                  <a:lnTo>
                    <a:pt x="64008" y="196596"/>
                  </a:lnTo>
                  <a:lnTo>
                    <a:pt x="16764" y="196596"/>
                  </a:lnTo>
                  <a:lnTo>
                    <a:pt x="16764" y="224028"/>
                  </a:lnTo>
                  <a:lnTo>
                    <a:pt x="64008" y="224028"/>
                  </a:lnTo>
                  <a:lnTo>
                    <a:pt x="64008" y="242316"/>
                  </a:lnTo>
                  <a:lnTo>
                    <a:pt x="86868" y="242316"/>
                  </a:lnTo>
                  <a:lnTo>
                    <a:pt x="86868" y="224028"/>
                  </a:lnTo>
                  <a:lnTo>
                    <a:pt x="176784" y="224028"/>
                  </a:lnTo>
                  <a:lnTo>
                    <a:pt x="189407" y="223418"/>
                  </a:lnTo>
                  <a:lnTo>
                    <a:pt x="225361" y="197167"/>
                  </a:lnTo>
                  <a:lnTo>
                    <a:pt x="228600" y="176784"/>
                  </a:lnTo>
                  <a:lnTo>
                    <a:pt x="228600" y="167640"/>
                  </a:lnTo>
                  <a:close/>
                </a:path>
                <a:path extrusionOk="0" h="657225" w="230505">
                  <a:moveTo>
                    <a:pt x="230124" y="77724"/>
                  </a:moveTo>
                  <a:lnTo>
                    <a:pt x="217360" y="40195"/>
                  </a:lnTo>
                  <a:lnTo>
                    <a:pt x="207264" y="27432"/>
                  </a:lnTo>
                  <a:lnTo>
                    <a:pt x="225552" y="27432"/>
                  </a:lnTo>
                  <a:lnTo>
                    <a:pt x="225552" y="0"/>
                  </a:lnTo>
                  <a:lnTo>
                    <a:pt x="64008" y="0"/>
                  </a:lnTo>
                  <a:lnTo>
                    <a:pt x="64008" y="27432"/>
                  </a:lnTo>
                  <a:lnTo>
                    <a:pt x="184404" y="27432"/>
                  </a:lnTo>
                  <a:lnTo>
                    <a:pt x="190500" y="33528"/>
                  </a:lnTo>
                  <a:lnTo>
                    <a:pt x="195072" y="41148"/>
                  </a:lnTo>
                  <a:lnTo>
                    <a:pt x="198120" y="48768"/>
                  </a:lnTo>
                  <a:lnTo>
                    <a:pt x="202692" y="56388"/>
                  </a:lnTo>
                  <a:lnTo>
                    <a:pt x="204216" y="64008"/>
                  </a:lnTo>
                  <a:lnTo>
                    <a:pt x="204216" y="82296"/>
                  </a:lnTo>
                  <a:lnTo>
                    <a:pt x="201168" y="86868"/>
                  </a:lnTo>
                  <a:lnTo>
                    <a:pt x="199644" y="89916"/>
                  </a:lnTo>
                  <a:lnTo>
                    <a:pt x="196596" y="92964"/>
                  </a:lnTo>
                  <a:lnTo>
                    <a:pt x="192024" y="96012"/>
                  </a:lnTo>
                  <a:lnTo>
                    <a:pt x="178308" y="100584"/>
                  </a:lnTo>
                  <a:lnTo>
                    <a:pt x="64008" y="100584"/>
                  </a:lnTo>
                  <a:lnTo>
                    <a:pt x="64008" y="128016"/>
                  </a:lnTo>
                  <a:lnTo>
                    <a:pt x="169164" y="128016"/>
                  </a:lnTo>
                  <a:lnTo>
                    <a:pt x="176885" y="127762"/>
                  </a:lnTo>
                  <a:lnTo>
                    <a:pt x="216408" y="114300"/>
                  </a:lnTo>
                  <a:lnTo>
                    <a:pt x="230124" y="83820"/>
                  </a:lnTo>
                  <a:lnTo>
                    <a:pt x="230124" y="777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39" name="Google Shape;7339;p106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45341" y="5949695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40" name="Google Shape;7340;p106"/>
            <p:cNvSpPr/>
            <p:nvPr/>
          </p:nvSpPr>
          <p:spPr>
            <a:xfrm>
              <a:off x="2485643" y="5882639"/>
              <a:ext cx="227329" cy="29209"/>
            </a:xfrm>
            <a:custGeom>
              <a:rect b="b" l="l" r="r" t="t"/>
              <a:pathLst>
                <a:path extrusionOk="0" h="29210" w="227330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106"/>
          <p:cNvGrpSpPr/>
          <p:nvPr/>
        </p:nvGrpSpPr>
        <p:grpSpPr>
          <a:xfrm>
            <a:off x="2485643" y="4538472"/>
            <a:ext cx="284988" cy="1210056"/>
            <a:chOff x="2485643" y="4538472"/>
            <a:chExt cx="284988" cy="1210056"/>
          </a:xfrm>
        </p:grpSpPr>
        <p:pic>
          <p:nvPicPr>
            <p:cNvPr id="7342" name="Google Shape;7342;p106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494787" y="5611368"/>
              <a:ext cx="216408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43" name="Google Shape;7343;p106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545079" y="5349240"/>
              <a:ext cx="170688" cy="2377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44" name="Google Shape;7344;p106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45079" y="5024628"/>
              <a:ext cx="225552" cy="2956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45" name="Google Shape;7345;p106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485643" y="4538472"/>
              <a:ext cx="284988" cy="46177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346" name="Google Shape;7346;p106"/>
          <p:cNvSpPr/>
          <p:nvPr/>
        </p:nvSpPr>
        <p:spPr>
          <a:xfrm>
            <a:off x="2485644" y="4357115"/>
            <a:ext cx="285115" cy="86995"/>
          </a:xfrm>
          <a:custGeom>
            <a:rect b="b" l="l" r="r" t="t"/>
            <a:pathLst>
              <a:path extrusionOk="0" h="86995" w="285114">
                <a:moveTo>
                  <a:pt x="143255" y="86868"/>
                </a:moveTo>
                <a:lnTo>
                  <a:pt x="100774" y="83439"/>
                </a:lnTo>
                <a:lnTo>
                  <a:pt x="64007" y="73152"/>
                </a:lnTo>
                <a:lnTo>
                  <a:pt x="15144" y="45505"/>
                </a:lnTo>
                <a:lnTo>
                  <a:pt x="0" y="33528"/>
                </a:lnTo>
                <a:lnTo>
                  <a:pt x="0" y="0"/>
                </a:lnTo>
                <a:lnTo>
                  <a:pt x="1523" y="0"/>
                </a:lnTo>
                <a:lnTo>
                  <a:pt x="13144" y="11430"/>
                </a:lnTo>
                <a:lnTo>
                  <a:pt x="19311" y="17145"/>
                </a:lnTo>
                <a:lnTo>
                  <a:pt x="57911" y="42672"/>
                </a:lnTo>
                <a:lnTo>
                  <a:pt x="97535" y="56387"/>
                </a:lnTo>
                <a:lnTo>
                  <a:pt x="143255" y="60960"/>
                </a:lnTo>
                <a:lnTo>
                  <a:pt x="154662" y="60674"/>
                </a:lnTo>
                <a:lnTo>
                  <a:pt x="197715" y="53601"/>
                </a:lnTo>
                <a:lnTo>
                  <a:pt x="235934" y="38076"/>
                </a:lnTo>
                <a:lnTo>
                  <a:pt x="272414" y="11430"/>
                </a:lnTo>
                <a:lnTo>
                  <a:pt x="283463" y="0"/>
                </a:lnTo>
                <a:lnTo>
                  <a:pt x="284987" y="0"/>
                </a:lnTo>
                <a:lnTo>
                  <a:pt x="284987" y="33528"/>
                </a:lnTo>
                <a:lnTo>
                  <a:pt x="269867" y="45505"/>
                </a:lnTo>
                <a:lnTo>
                  <a:pt x="222503" y="73152"/>
                </a:lnTo>
                <a:lnTo>
                  <a:pt x="185737" y="83439"/>
                </a:lnTo>
                <a:lnTo>
                  <a:pt x="165282" y="86010"/>
                </a:lnTo>
                <a:lnTo>
                  <a:pt x="143255" y="868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7" name="Google Shape;7347;p106"/>
          <p:cNvSpPr/>
          <p:nvPr/>
        </p:nvSpPr>
        <p:spPr>
          <a:xfrm>
            <a:off x="2494788" y="4248911"/>
            <a:ext cx="21590" cy="27940"/>
          </a:xfrm>
          <a:custGeom>
            <a:rect b="b" l="l" r="r" t="t"/>
            <a:pathLst>
              <a:path extrusionOk="0" h="27939" w="21589">
                <a:moveTo>
                  <a:pt x="0" y="0"/>
                </a:moveTo>
                <a:lnTo>
                  <a:pt x="21335" y="0"/>
                </a:lnTo>
                <a:lnTo>
                  <a:pt x="21335" y="27939"/>
                </a:lnTo>
                <a:lnTo>
                  <a:pt x="0" y="279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8" name="Google Shape;7348;p106"/>
          <p:cNvGrpSpPr/>
          <p:nvPr/>
        </p:nvGrpSpPr>
        <p:grpSpPr>
          <a:xfrm>
            <a:off x="2485644" y="3971544"/>
            <a:ext cx="285115" cy="361188"/>
            <a:chOff x="2485644" y="3971544"/>
            <a:chExt cx="285115" cy="361188"/>
          </a:xfrm>
        </p:grpSpPr>
        <p:sp>
          <p:nvSpPr>
            <p:cNvPr id="7349" name="Google Shape;7349;p106"/>
            <p:cNvSpPr/>
            <p:nvPr/>
          </p:nvSpPr>
          <p:spPr>
            <a:xfrm>
              <a:off x="2494775" y="4248912"/>
              <a:ext cx="216535" cy="83820"/>
            </a:xfrm>
            <a:custGeom>
              <a:rect b="b" l="l" r="r" t="t"/>
              <a:pathLst>
                <a:path extrusionOk="0" h="83820" w="216535">
                  <a:moveTo>
                    <a:pt x="216408" y="0"/>
                  </a:moveTo>
                  <a:lnTo>
                    <a:pt x="195072" y="0"/>
                  </a:lnTo>
                  <a:lnTo>
                    <a:pt x="195072" y="27940"/>
                  </a:lnTo>
                  <a:lnTo>
                    <a:pt x="0" y="27940"/>
                  </a:lnTo>
                  <a:lnTo>
                    <a:pt x="0" y="55880"/>
                  </a:lnTo>
                  <a:lnTo>
                    <a:pt x="0" y="83820"/>
                  </a:lnTo>
                  <a:lnTo>
                    <a:pt x="21336" y="83820"/>
                  </a:lnTo>
                  <a:lnTo>
                    <a:pt x="21336" y="55880"/>
                  </a:lnTo>
                  <a:lnTo>
                    <a:pt x="195072" y="55880"/>
                  </a:lnTo>
                  <a:lnTo>
                    <a:pt x="195072" y="83820"/>
                  </a:lnTo>
                  <a:lnTo>
                    <a:pt x="216408" y="83820"/>
                  </a:lnTo>
                  <a:lnTo>
                    <a:pt x="216408" y="55880"/>
                  </a:lnTo>
                  <a:lnTo>
                    <a:pt x="216408" y="2794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50" name="Google Shape;7350;p106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494788" y="4075176"/>
              <a:ext cx="216408" cy="1371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51" name="Google Shape;7351;p106"/>
            <p:cNvSpPr/>
            <p:nvPr/>
          </p:nvSpPr>
          <p:spPr>
            <a:xfrm>
              <a:off x="2485644" y="3971544"/>
              <a:ext cx="285115" cy="86995"/>
            </a:xfrm>
            <a:custGeom>
              <a:rect b="b" l="l" r="r" t="t"/>
              <a:pathLst>
                <a:path extrusionOk="0" h="86995" w="285114">
                  <a:moveTo>
                    <a:pt x="284988" y="86868"/>
                  </a:moveTo>
                  <a:lnTo>
                    <a:pt x="283464" y="86868"/>
                  </a:lnTo>
                  <a:lnTo>
                    <a:pt x="278368" y="82034"/>
                  </a:lnTo>
                  <a:lnTo>
                    <a:pt x="272415" y="76771"/>
                  </a:lnTo>
                  <a:lnTo>
                    <a:pt x="235934" y="50315"/>
                  </a:lnTo>
                  <a:lnTo>
                    <a:pt x="197715" y="34575"/>
                  </a:lnTo>
                  <a:lnTo>
                    <a:pt x="154662" y="26431"/>
                  </a:lnTo>
                  <a:lnTo>
                    <a:pt x="143255" y="25908"/>
                  </a:lnTo>
                  <a:lnTo>
                    <a:pt x="130968" y="26431"/>
                  </a:lnTo>
                  <a:lnTo>
                    <a:pt x="87272" y="34575"/>
                  </a:lnTo>
                  <a:lnTo>
                    <a:pt x="49053" y="50315"/>
                  </a:lnTo>
                  <a:lnTo>
                    <a:pt x="6619" y="82034"/>
                  </a:lnTo>
                  <a:lnTo>
                    <a:pt x="1523" y="86868"/>
                  </a:lnTo>
                  <a:lnTo>
                    <a:pt x="0" y="86868"/>
                  </a:lnTo>
                  <a:lnTo>
                    <a:pt x="0" y="54864"/>
                  </a:lnTo>
                  <a:lnTo>
                    <a:pt x="15144" y="42886"/>
                  </a:lnTo>
                  <a:lnTo>
                    <a:pt x="64007" y="15240"/>
                  </a:lnTo>
                  <a:lnTo>
                    <a:pt x="100774" y="4191"/>
                  </a:lnTo>
                  <a:lnTo>
                    <a:pt x="143255" y="0"/>
                  </a:lnTo>
                  <a:lnTo>
                    <a:pt x="164401" y="1095"/>
                  </a:lnTo>
                  <a:lnTo>
                    <a:pt x="203263" y="9001"/>
                  </a:lnTo>
                  <a:lnTo>
                    <a:pt x="254127" y="32194"/>
                  </a:lnTo>
                  <a:lnTo>
                    <a:pt x="284988" y="54864"/>
                  </a:lnTo>
                  <a:lnTo>
                    <a:pt x="284988" y="868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106"/>
          <p:cNvGrpSpPr/>
          <p:nvPr/>
        </p:nvGrpSpPr>
        <p:grpSpPr>
          <a:xfrm>
            <a:off x="2484119" y="3275076"/>
            <a:ext cx="231648" cy="583691"/>
            <a:chOff x="2484119" y="3275076"/>
            <a:chExt cx="231648" cy="583691"/>
          </a:xfrm>
        </p:grpSpPr>
        <p:pic>
          <p:nvPicPr>
            <p:cNvPr id="7353" name="Google Shape;7353;p106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484119" y="3511296"/>
              <a:ext cx="231648" cy="3474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54" name="Google Shape;7354;p106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545080" y="3275076"/>
              <a:ext cx="166116" cy="21031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355" name="Google Shape;7355;p106"/>
          <p:cNvGrpSpPr/>
          <p:nvPr/>
        </p:nvGrpSpPr>
        <p:grpSpPr>
          <a:xfrm>
            <a:off x="2494775" y="2712720"/>
            <a:ext cx="220992" cy="449579"/>
            <a:chOff x="2494775" y="2712720"/>
            <a:chExt cx="220992" cy="449579"/>
          </a:xfrm>
        </p:grpSpPr>
        <p:pic>
          <p:nvPicPr>
            <p:cNvPr id="7356" name="Google Shape;7356;p106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545183" y="2884931"/>
              <a:ext cx="170584" cy="2773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57" name="Google Shape;7357;p106"/>
            <p:cNvSpPr/>
            <p:nvPr/>
          </p:nvSpPr>
          <p:spPr>
            <a:xfrm>
              <a:off x="2494775" y="2712720"/>
              <a:ext cx="216535" cy="132715"/>
            </a:xfrm>
            <a:custGeom>
              <a:rect b="b" l="l" r="r" t="t"/>
              <a:pathLst>
                <a:path extrusionOk="0" h="132714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132714" w="216535">
                  <a:moveTo>
                    <a:pt x="216408" y="105156"/>
                  </a:moveTo>
                  <a:lnTo>
                    <a:pt x="102108" y="105156"/>
                  </a:lnTo>
                  <a:lnTo>
                    <a:pt x="96012" y="97536"/>
                  </a:lnTo>
                  <a:lnTo>
                    <a:pt x="91440" y="91440"/>
                  </a:lnTo>
                  <a:lnTo>
                    <a:pt x="88392" y="83820"/>
                  </a:lnTo>
                  <a:lnTo>
                    <a:pt x="85344" y="77724"/>
                  </a:lnTo>
                  <a:lnTo>
                    <a:pt x="83820" y="70104"/>
                  </a:lnTo>
                  <a:lnTo>
                    <a:pt x="83820" y="51816"/>
                  </a:lnTo>
                  <a:lnTo>
                    <a:pt x="85344" y="50292"/>
                  </a:lnTo>
                  <a:lnTo>
                    <a:pt x="85344" y="47244"/>
                  </a:lnTo>
                  <a:lnTo>
                    <a:pt x="56388" y="47244"/>
                  </a:lnTo>
                  <a:lnTo>
                    <a:pt x="56388" y="48768"/>
                  </a:lnTo>
                  <a:lnTo>
                    <a:pt x="54864" y="50292"/>
                  </a:lnTo>
                  <a:lnTo>
                    <a:pt x="54864" y="64008"/>
                  </a:lnTo>
                  <a:lnTo>
                    <a:pt x="56388" y="71628"/>
                  </a:lnTo>
                  <a:lnTo>
                    <a:pt x="60960" y="79248"/>
                  </a:lnTo>
                  <a:lnTo>
                    <a:pt x="63817" y="85013"/>
                  </a:lnTo>
                  <a:lnTo>
                    <a:pt x="67818" y="91059"/>
                  </a:lnTo>
                  <a:lnTo>
                    <a:pt x="72961" y="97688"/>
                  </a:lnTo>
                  <a:lnTo>
                    <a:pt x="79248" y="105156"/>
                  </a:lnTo>
                  <a:lnTo>
                    <a:pt x="54864" y="105156"/>
                  </a:lnTo>
                  <a:lnTo>
                    <a:pt x="54864" y="132588"/>
                  </a:lnTo>
                  <a:lnTo>
                    <a:pt x="216408" y="132588"/>
                  </a:lnTo>
                  <a:lnTo>
                    <a:pt x="216408" y="105156"/>
                  </a:lnTo>
                  <a:close/>
                </a:path>
                <a:path extrusionOk="0" h="132714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106"/>
          <p:cNvGrpSpPr/>
          <p:nvPr/>
        </p:nvGrpSpPr>
        <p:grpSpPr>
          <a:xfrm>
            <a:off x="2545080" y="2237232"/>
            <a:ext cx="170688" cy="448056"/>
            <a:chOff x="2545080" y="2237232"/>
            <a:chExt cx="170688" cy="448056"/>
          </a:xfrm>
        </p:grpSpPr>
        <p:pic>
          <p:nvPicPr>
            <p:cNvPr id="7359" name="Google Shape;7359;p106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549651" y="2382012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60" name="Google Shape;7360;p106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545080" y="2538984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61" name="Google Shape;7361;p106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545080" y="2237232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362" name="Google Shape;7362;p106"/>
          <p:cNvGrpSpPr/>
          <p:nvPr/>
        </p:nvGrpSpPr>
        <p:grpSpPr>
          <a:xfrm>
            <a:off x="2804160" y="7566659"/>
            <a:ext cx="231648" cy="1022603"/>
            <a:chOff x="2804160" y="7566659"/>
            <a:chExt cx="231648" cy="1022603"/>
          </a:xfrm>
        </p:grpSpPr>
        <p:pic>
          <p:nvPicPr>
            <p:cNvPr id="7363" name="Google Shape;7363;p106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865120" y="8296655"/>
              <a:ext cx="169164" cy="29260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64" name="Google Shape;7364;p106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865120" y="8144255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65" name="Google Shape;7365;p106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804160" y="7979663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66" name="Google Shape;7366;p106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865120" y="7805927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67" name="Google Shape;7367;p106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865119" y="7566659"/>
              <a:ext cx="169164" cy="21336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368" name="Google Shape;7368;p106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276600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69" name="Google Shape;7369;p106"/>
          <p:cNvGrpSpPr/>
          <p:nvPr/>
        </p:nvGrpSpPr>
        <p:grpSpPr>
          <a:xfrm>
            <a:off x="3195815" y="7953756"/>
            <a:ext cx="231775" cy="644652"/>
            <a:chOff x="3195815" y="7953756"/>
            <a:chExt cx="231775" cy="644652"/>
          </a:xfrm>
        </p:grpSpPr>
        <p:pic>
          <p:nvPicPr>
            <p:cNvPr id="7370" name="Google Shape;7370;p106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3197351" y="8482584"/>
              <a:ext cx="80772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71" name="Google Shape;7371;p106"/>
            <p:cNvSpPr/>
            <p:nvPr/>
          </p:nvSpPr>
          <p:spPr>
            <a:xfrm>
              <a:off x="3195815" y="7953756"/>
              <a:ext cx="231775" cy="509270"/>
            </a:xfrm>
            <a:custGeom>
              <a:rect b="b" l="l" r="r" t="t"/>
              <a:pathLst>
                <a:path extrusionOk="0" h="509270" w="231775">
                  <a:moveTo>
                    <a:pt x="227076" y="141732"/>
                  </a:moveTo>
                  <a:lnTo>
                    <a:pt x="88392" y="141732"/>
                  </a:lnTo>
                  <a:lnTo>
                    <a:pt x="88392" y="97536"/>
                  </a:lnTo>
                  <a:lnTo>
                    <a:pt x="65532" y="97536"/>
                  </a:lnTo>
                  <a:lnTo>
                    <a:pt x="65532" y="141732"/>
                  </a:lnTo>
                  <a:lnTo>
                    <a:pt x="59436" y="141732"/>
                  </a:lnTo>
                  <a:lnTo>
                    <a:pt x="24942" y="117398"/>
                  </a:lnTo>
                  <a:lnTo>
                    <a:pt x="24384" y="109728"/>
                  </a:lnTo>
                  <a:lnTo>
                    <a:pt x="24384" y="102108"/>
                  </a:lnTo>
                  <a:lnTo>
                    <a:pt x="25908" y="97536"/>
                  </a:lnTo>
                  <a:lnTo>
                    <a:pt x="25908" y="92964"/>
                  </a:lnTo>
                  <a:lnTo>
                    <a:pt x="27432" y="89916"/>
                  </a:lnTo>
                  <a:lnTo>
                    <a:pt x="27432" y="86868"/>
                  </a:lnTo>
                  <a:lnTo>
                    <a:pt x="3048" y="86868"/>
                  </a:lnTo>
                  <a:lnTo>
                    <a:pt x="1524" y="89916"/>
                  </a:lnTo>
                  <a:lnTo>
                    <a:pt x="1524" y="99060"/>
                  </a:lnTo>
                  <a:lnTo>
                    <a:pt x="0" y="103632"/>
                  </a:lnTo>
                  <a:lnTo>
                    <a:pt x="0" y="114300"/>
                  </a:lnTo>
                  <a:lnTo>
                    <a:pt x="889" y="126288"/>
                  </a:lnTo>
                  <a:lnTo>
                    <a:pt x="24079" y="160172"/>
                  </a:lnTo>
                  <a:lnTo>
                    <a:pt x="59436" y="169164"/>
                  </a:lnTo>
                  <a:lnTo>
                    <a:pt x="65532" y="169164"/>
                  </a:lnTo>
                  <a:lnTo>
                    <a:pt x="65532" y="187452"/>
                  </a:lnTo>
                  <a:lnTo>
                    <a:pt x="88392" y="187452"/>
                  </a:lnTo>
                  <a:lnTo>
                    <a:pt x="88392" y="169164"/>
                  </a:lnTo>
                  <a:lnTo>
                    <a:pt x="227076" y="169164"/>
                  </a:lnTo>
                  <a:lnTo>
                    <a:pt x="227076" y="141732"/>
                  </a:lnTo>
                  <a:close/>
                </a:path>
                <a:path extrusionOk="0" h="509270" w="231775">
                  <a:moveTo>
                    <a:pt x="230124" y="21336"/>
                  </a:moveTo>
                  <a:lnTo>
                    <a:pt x="228600" y="15240"/>
                  </a:lnTo>
                  <a:lnTo>
                    <a:pt x="228600" y="10668"/>
                  </a:lnTo>
                  <a:lnTo>
                    <a:pt x="227076" y="6096"/>
                  </a:lnTo>
                  <a:lnTo>
                    <a:pt x="225552" y="0"/>
                  </a:lnTo>
                  <a:lnTo>
                    <a:pt x="201168" y="0"/>
                  </a:lnTo>
                  <a:lnTo>
                    <a:pt x="201168" y="1524"/>
                  </a:lnTo>
                  <a:lnTo>
                    <a:pt x="202692" y="3048"/>
                  </a:lnTo>
                  <a:lnTo>
                    <a:pt x="202692" y="6096"/>
                  </a:lnTo>
                  <a:lnTo>
                    <a:pt x="205740" y="15240"/>
                  </a:lnTo>
                  <a:lnTo>
                    <a:pt x="205740" y="30480"/>
                  </a:lnTo>
                  <a:lnTo>
                    <a:pt x="204216" y="35052"/>
                  </a:lnTo>
                  <a:lnTo>
                    <a:pt x="202692" y="38100"/>
                  </a:lnTo>
                  <a:lnTo>
                    <a:pt x="201168" y="42672"/>
                  </a:lnTo>
                  <a:lnTo>
                    <a:pt x="199644" y="45720"/>
                  </a:lnTo>
                  <a:lnTo>
                    <a:pt x="195072" y="47244"/>
                  </a:lnTo>
                  <a:lnTo>
                    <a:pt x="192024" y="48768"/>
                  </a:lnTo>
                  <a:lnTo>
                    <a:pt x="187452" y="50292"/>
                  </a:lnTo>
                  <a:lnTo>
                    <a:pt x="88392" y="50292"/>
                  </a:lnTo>
                  <a:lnTo>
                    <a:pt x="88392" y="0"/>
                  </a:lnTo>
                  <a:lnTo>
                    <a:pt x="65532" y="0"/>
                  </a:lnTo>
                  <a:lnTo>
                    <a:pt x="65532" y="50292"/>
                  </a:lnTo>
                  <a:lnTo>
                    <a:pt x="18288" y="50292"/>
                  </a:lnTo>
                  <a:lnTo>
                    <a:pt x="18288" y="77724"/>
                  </a:lnTo>
                  <a:lnTo>
                    <a:pt x="65532" y="77724"/>
                  </a:lnTo>
                  <a:lnTo>
                    <a:pt x="65532" y="96012"/>
                  </a:lnTo>
                  <a:lnTo>
                    <a:pt x="88392" y="96012"/>
                  </a:lnTo>
                  <a:lnTo>
                    <a:pt x="88392" y="77724"/>
                  </a:lnTo>
                  <a:lnTo>
                    <a:pt x="178308" y="77724"/>
                  </a:lnTo>
                  <a:lnTo>
                    <a:pt x="190931" y="76898"/>
                  </a:lnTo>
                  <a:lnTo>
                    <a:pt x="226885" y="50863"/>
                  </a:lnTo>
                  <a:lnTo>
                    <a:pt x="230124" y="30480"/>
                  </a:lnTo>
                  <a:lnTo>
                    <a:pt x="230124" y="21336"/>
                  </a:lnTo>
                  <a:close/>
                </a:path>
                <a:path extrusionOk="0" h="509270" w="231775">
                  <a:moveTo>
                    <a:pt x="231648" y="438912"/>
                  </a:moveTo>
                  <a:lnTo>
                    <a:pt x="223634" y="398792"/>
                  </a:lnTo>
                  <a:lnTo>
                    <a:pt x="190500" y="367284"/>
                  </a:lnTo>
                  <a:lnTo>
                    <a:pt x="182880" y="364236"/>
                  </a:lnTo>
                  <a:lnTo>
                    <a:pt x="173736" y="361188"/>
                  </a:lnTo>
                  <a:lnTo>
                    <a:pt x="166116" y="361188"/>
                  </a:lnTo>
                  <a:lnTo>
                    <a:pt x="124764" y="378167"/>
                  </a:lnTo>
                  <a:lnTo>
                    <a:pt x="109728" y="411480"/>
                  </a:lnTo>
                  <a:lnTo>
                    <a:pt x="106680" y="417576"/>
                  </a:lnTo>
                  <a:lnTo>
                    <a:pt x="103632" y="435864"/>
                  </a:lnTo>
                  <a:lnTo>
                    <a:pt x="100584" y="443484"/>
                  </a:lnTo>
                  <a:lnTo>
                    <a:pt x="99060" y="449580"/>
                  </a:lnTo>
                  <a:lnTo>
                    <a:pt x="97536" y="458724"/>
                  </a:lnTo>
                  <a:lnTo>
                    <a:pt x="92964" y="466344"/>
                  </a:lnTo>
                  <a:lnTo>
                    <a:pt x="86868" y="470916"/>
                  </a:lnTo>
                  <a:lnTo>
                    <a:pt x="82296" y="475488"/>
                  </a:lnTo>
                  <a:lnTo>
                    <a:pt x="74676" y="477012"/>
                  </a:lnTo>
                  <a:lnTo>
                    <a:pt x="65532" y="477012"/>
                  </a:lnTo>
                  <a:lnTo>
                    <a:pt x="32766" y="451104"/>
                  </a:lnTo>
                  <a:lnTo>
                    <a:pt x="30480" y="432816"/>
                  </a:lnTo>
                  <a:lnTo>
                    <a:pt x="31038" y="424586"/>
                  </a:lnTo>
                  <a:lnTo>
                    <a:pt x="45910" y="384619"/>
                  </a:lnTo>
                  <a:lnTo>
                    <a:pt x="54864" y="373380"/>
                  </a:lnTo>
                  <a:lnTo>
                    <a:pt x="54864" y="370332"/>
                  </a:lnTo>
                  <a:lnTo>
                    <a:pt x="19812" y="370332"/>
                  </a:lnTo>
                  <a:lnTo>
                    <a:pt x="16649" y="378104"/>
                  </a:lnTo>
                  <a:lnTo>
                    <a:pt x="7048" y="417766"/>
                  </a:lnTo>
                  <a:lnTo>
                    <a:pt x="6096" y="435864"/>
                  </a:lnTo>
                  <a:lnTo>
                    <a:pt x="7239" y="451040"/>
                  </a:lnTo>
                  <a:lnTo>
                    <a:pt x="24384" y="487680"/>
                  </a:lnTo>
                  <a:lnTo>
                    <a:pt x="68580" y="507492"/>
                  </a:lnTo>
                  <a:lnTo>
                    <a:pt x="83820" y="507492"/>
                  </a:lnTo>
                  <a:lnTo>
                    <a:pt x="91440" y="504444"/>
                  </a:lnTo>
                  <a:lnTo>
                    <a:pt x="103632" y="498348"/>
                  </a:lnTo>
                  <a:lnTo>
                    <a:pt x="117348" y="484632"/>
                  </a:lnTo>
                  <a:lnTo>
                    <a:pt x="118872" y="478536"/>
                  </a:lnTo>
                  <a:lnTo>
                    <a:pt x="124968" y="466344"/>
                  </a:lnTo>
                  <a:lnTo>
                    <a:pt x="126492" y="458724"/>
                  </a:lnTo>
                  <a:lnTo>
                    <a:pt x="129540" y="449580"/>
                  </a:lnTo>
                  <a:lnTo>
                    <a:pt x="137160" y="419100"/>
                  </a:lnTo>
                  <a:lnTo>
                    <a:pt x="140208" y="409956"/>
                  </a:lnTo>
                  <a:lnTo>
                    <a:pt x="143256" y="402336"/>
                  </a:lnTo>
                  <a:lnTo>
                    <a:pt x="149352" y="399288"/>
                  </a:lnTo>
                  <a:lnTo>
                    <a:pt x="155448" y="394716"/>
                  </a:lnTo>
                  <a:lnTo>
                    <a:pt x="161544" y="391668"/>
                  </a:lnTo>
                  <a:lnTo>
                    <a:pt x="170688" y="391668"/>
                  </a:lnTo>
                  <a:lnTo>
                    <a:pt x="204787" y="419862"/>
                  </a:lnTo>
                  <a:lnTo>
                    <a:pt x="207264" y="440436"/>
                  </a:lnTo>
                  <a:lnTo>
                    <a:pt x="206717" y="448703"/>
                  </a:lnTo>
                  <a:lnTo>
                    <a:pt x="190690" y="492633"/>
                  </a:lnTo>
                  <a:lnTo>
                    <a:pt x="178308" y="507492"/>
                  </a:lnTo>
                  <a:lnTo>
                    <a:pt x="178308" y="509016"/>
                  </a:lnTo>
                  <a:lnTo>
                    <a:pt x="214884" y="509016"/>
                  </a:lnTo>
                  <a:lnTo>
                    <a:pt x="218300" y="501904"/>
                  </a:lnTo>
                  <a:lnTo>
                    <a:pt x="230505" y="460438"/>
                  </a:lnTo>
                  <a:lnTo>
                    <a:pt x="231368" y="450037"/>
                  </a:lnTo>
                  <a:lnTo>
                    <a:pt x="231648" y="438912"/>
                  </a:lnTo>
                  <a:close/>
                </a:path>
                <a:path extrusionOk="0" h="509270" w="231775">
                  <a:moveTo>
                    <a:pt x="231660" y="272796"/>
                  </a:moveTo>
                  <a:lnTo>
                    <a:pt x="218795" y="231228"/>
                  </a:lnTo>
                  <a:lnTo>
                    <a:pt x="207276" y="219824"/>
                  </a:lnTo>
                  <a:lnTo>
                    <a:pt x="207276" y="272796"/>
                  </a:lnTo>
                  <a:lnTo>
                    <a:pt x="206387" y="283425"/>
                  </a:lnTo>
                  <a:lnTo>
                    <a:pt x="172605" y="316801"/>
                  </a:lnTo>
                  <a:lnTo>
                    <a:pt x="146316" y="320040"/>
                  </a:lnTo>
                  <a:lnTo>
                    <a:pt x="132308" y="319214"/>
                  </a:lnTo>
                  <a:lnTo>
                    <a:pt x="93713" y="300659"/>
                  </a:lnTo>
                  <a:lnTo>
                    <a:pt x="85356" y="272796"/>
                  </a:lnTo>
                  <a:lnTo>
                    <a:pt x="86233" y="262851"/>
                  </a:lnTo>
                  <a:lnTo>
                    <a:pt x="120027" y="231076"/>
                  </a:lnTo>
                  <a:lnTo>
                    <a:pt x="146316" y="228600"/>
                  </a:lnTo>
                  <a:lnTo>
                    <a:pt x="160312" y="229196"/>
                  </a:lnTo>
                  <a:lnTo>
                    <a:pt x="198907" y="246443"/>
                  </a:lnTo>
                  <a:lnTo>
                    <a:pt x="207276" y="272796"/>
                  </a:lnTo>
                  <a:lnTo>
                    <a:pt x="207276" y="219824"/>
                  </a:lnTo>
                  <a:lnTo>
                    <a:pt x="197104" y="212102"/>
                  </a:lnTo>
                  <a:lnTo>
                    <a:pt x="182702" y="205930"/>
                  </a:lnTo>
                  <a:lnTo>
                    <a:pt x="165722" y="202336"/>
                  </a:lnTo>
                  <a:lnTo>
                    <a:pt x="146316" y="201168"/>
                  </a:lnTo>
                  <a:lnTo>
                    <a:pt x="127114" y="202336"/>
                  </a:lnTo>
                  <a:lnTo>
                    <a:pt x="83832" y="220980"/>
                  </a:lnTo>
                  <a:lnTo>
                    <a:pt x="62395" y="257416"/>
                  </a:lnTo>
                  <a:lnTo>
                    <a:pt x="60972" y="272796"/>
                  </a:lnTo>
                  <a:lnTo>
                    <a:pt x="62395" y="288848"/>
                  </a:lnTo>
                  <a:lnTo>
                    <a:pt x="62471" y="289090"/>
                  </a:lnTo>
                  <a:lnTo>
                    <a:pt x="66687" y="302895"/>
                  </a:lnTo>
                  <a:lnTo>
                    <a:pt x="96164" y="335267"/>
                  </a:lnTo>
                  <a:lnTo>
                    <a:pt x="146316" y="347472"/>
                  </a:lnTo>
                  <a:lnTo>
                    <a:pt x="165176" y="346075"/>
                  </a:lnTo>
                  <a:lnTo>
                    <a:pt x="164960" y="346075"/>
                  </a:lnTo>
                  <a:lnTo>
                    <a:pt x="181559" y="342138"/>
                  </a:lnTo>
                  <a:lnTo>
                    <a:pt x="196240" y="335902"/>
                  </a:lnTo>
                  <a:lnTo>
                    <a:pt x="208800" y="327660"/>
                  </a:lnTo>
                  <a:lnTo>
                    <a:pt x="215633" y="320040"/>
                  </a:lnTo>
                  <a:lnTo>
                    <a:pt x="218795" y="316522"/>
                  </a:lnTo>
                  <a:lnTo>
                    <a:pt x="225945" y="303657"/>
                  </a:lnTo>
                  <a:lnTo>
                    <a:pt x="230225" y="289090"/>
                  </a:lnTo>
                  <a:lnTo>
                    <a:pt x="230251" y="288848"/>
                  </a:lnTo>
                  <a:lnTo>
                    <a:pt x="231660" y="2727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2" name="Google Shape;7372;p106"/>
          <p:cNvSpPr/>
          <p:nvPr/>
        </p:nvSpPr>
        <p:spPr>
          <a:xfrm>
            <a:off x="3206495" y="7763255"/>
            <a:ext cx="21590" cy="27940"/>
          </a:xfrm>
          <a:custGeom>
            <a:rect b="b" l="l" r="r" t="t"/>
            <a:pathLst>
              <a:path extrusionOk="0" h="27940" w="21589">
                <a:moveTo>
                  <a:pt x="0" y="0"/>
                </a:moveTo>
                <a:lnTo>
                  <a:pt x="21336" y="0"/>
                </a:lnTo>
                <a:lnTo>
                  <a:pt x="21336" y="27939"/>
                </a:lnTo>
                <a:lnTo>
                  <a:pt x="0" y="279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3" name="Google Shape;7373;p106"/>
          <p:cNvGrpSpPr/>
          <p:nvPr/>
        </p:nvGrpSpPr>
        <p:grpSpPr>
          <a:xfrm>
            <a:off x="3197351" y="7395972"/>
            <a:ext cx="225921" cy="451104"/>
            <a:chOff x="3197351" y="7395972"/>
            <a:chExt cx="225921" cy="451104"/>
          </a:xfrm>
        </p:grpSpPr>
        <p:sp>
          <p:nvSpPr>
            <p:cNvPr id="7374" name="Google Shape;7374;p106"/>
            <p:cNvSpPr/>
            <p:nvPr/>
          </p:nvSpPr>
          <p:spPr>
            <a:xfrm>
              <a:off x="3206483" y="7763256"/>
              <a:ext cx="216535" cy="83820"/>
            </a:xfrm>
            <a:custGeom>
              <a:rect b="b" l="l" r="r" t="t"/>
              <a:pathLst>
                <a:path extrusionOk="0" h="83820" w="216535">
                  <a:moveTo>
                    <a:pt x="216408" y="0"/>
                  </a:moveTo>
                  <a:lnTo>
                    <a:pt x="195072" y="0"/>
                  </a:lnTo>
                  <a:lnTo>
                    <a:pt x="195072" y="27940"/>
                  </a:lnTo>
                  <a:lnTo>
                    <a:pt x="0" y="27940"/>
                  </a:lnTo>
                  <a:lnTo>
                    <a:pt x="0" y="55880"/>
                  </a:lnTo>
                  <a:lnTo>
                    <a:pt x="0" y="83820"/>
                  </a:lnTo>
                  <a:lnTo>
                    <a:pt x="21336" y="83820"/>
                  </a:lnTo>
                  <a:lnTo>
                    <a:pt x="21336" y="55880"/>
                  </a:lnTo>
                  <a:lnTo>
                    <a:pt x="195072" y="55880"/>
                  </a:lnTo>
                  <a:lnTo>
                    <a:pt x="195072" y="83820"/>
                  </a:lnTo>
                  <a:lnTo>
                    <a:pt x="216408" y="83820"/>
                  </a:lnTo>
                  <a:lnTo>
                    <a:pt x="216408" y="55880"/>
                  </a:lnTo>
                  <a:lnTo>
                    <a:pt x="216408" y="2794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75" name="Google Shape;7375;p106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206496" y="7592568"/>
              <a:ext cx="216408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76" name="Google Shape;7376;p106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197351" y="7456931"/>
              <a:ext cx="80772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77" name="Google Shape;7377;p106"/>
            <p:cNvSpPr/>
            <p:nvPr/>
          </p:nvSpPr>
          <p:spPr>
            <a:xfrm>
              <a:off x="3261347" y="7395972"/>
              <a:ext cx="161925" cy="35560"/>
            </a:xfrm>
            <a:custGeom>
              <a:rect b="b" l="l" r="r" t="t"/>
              <a:pathLst>
                <a:path extrusionOk="0" h="35559" w="161925">
                  <a:moveTo>
                    <a:pt x="41148" y="0"/>
                  </a:moveTo>
                  <a:lnTo>
                    <a:pt x="0" y="0"/>
                  </a:lnTo>
                  <a:lnTo>
                    <a:pt x="0" y="35052"/>
                  </a:lnTo>
                  <a:lnTo>
                    <a:pt x="41148" y="35052"/>
                  </a:lnTo>
                  <a:lnTo>
                    <a:pt x="41148" y="0"/>
                  </a:lnTo>
                  <a:close/>
                </a:path>
                <a:path extrusionOk="0" h="35559" w="161925">
                  <a:moveTo>
                    <a:pt x="161544" y="0"/>
                  </a:moveTo>
                  <a:lnTo>
                    <a:pt x="120396" y="0"/>
                  </a:lnTo>
                  <a:lnTo>
                    <a:pt x="120396" y="35052"/>
                  </a:lnTo>
                  <a:lnTo>
                    <a:pt x="161544" y="35052"/>
                  </a:lnTo>
                  <a:lnTo>
                    <a:pt x="1615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378" name="Google Shape;7378;p106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206495" y="6772909"/>
            <a:ext cx="216408" cy="47675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79" name="Google Shape;7379;p106"/>
          <p:cNvGrpSpPr/>
          <p:nvPr/>
        </p:nvGrpSpPr>
        <p:grpSpPr>
          <a:xfrm>
            <a:off x="3256788" y="6411467"/>
            <a:ext cx="170688" cy="260604"/>
            <a:chOff x="3256788" y="6411467"/>
            <a:chExt cx="170688" cy="260604"/>
          </a:xfrm>
        </p:grpSpPr>
        <p:pic>
          <p:nvPicPr>
            <p:cNvPr id="7380" name="Google Shape;7380;p106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256788" y="6525767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81" name="Google Shape;7381;p106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261359" y="6411467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382" name="Google Shape;7382;p106"/>
          <p:cNvGrpSpPr/>
          <p:nvPr/>
        </p:nvGrpSpPr>
        <p:grpSpPr>
          <a:xfrm>
            <a:off x="3214115" y="5751576"/>
            <a:ext cx="269748" cy="559307"/>
            <a:chOff x="3214115" y="5751576"/>
            <a:chExt cx="269748" cy="559307"/>
          </a:xfrm>
        </p:grpSpPr>
        <p:pic>
          <p:nvPicPr>
            <p:cNvPr id="7383" name="Google Shape;7383;p106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256787" y="6172199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84" name="Google Shape;7384;p106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257050" y="6018275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85" name="Google Shape;7385;p106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214115" y="5751576"/>
              <a:ext cx="211836" cy="24384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386" name="Google Shape;7386;p106"/>
          <p:cNvGrpSpPr/>
          <p:nvPr/>
        </p:nvGrpSpPr>
        <p:grpSpPr>
          <a:xfrm>
            <a:off x="3197351" y="5079492"/>
            <a:ext cx="228600" cy="553465"/>
            <a:chOff x="3197351" y="5079492"/>
            <a:chExt cx="228600" cy="553465"/>
          </a:xfrm>
        </p:grpSpPr>
        <p:sp>
          <p:nvSpPr>
            <p:cNvPr id="7387" name="Google Shape;7387;p106"/>
            <p:cNvSpPr/>
            <p:nvPr/>
          </p:nvSpPr>
          <p:spPr>
            <a:xfrm>
              <a:off x="3197351" y="5603748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88" name="Google Shape;7388;p106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3256787" y="5134356"/>
              <a:ext cx="169164" cy="4419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89" name="Google Shape;7389;p106"/>
            <p:cNvSpPr/>
            <p:nvPr/>
          </p:nvSpPr>
          <p:spPr>
            <a:xfrm>
              <a:off x="3197351" y="5079492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0" name="Google Shape;7390;p106"/>
          <p:cNvGrpSpPr/>
          <p:nvPr/>
        </p:nvGrpSpPr>
        <p:grpSpPr>
          <a:xfrm>
            <a:off x="3195827" y="3561588"/>
            <a:ext cx="286512" cy="1397507"/>
            <a:chOff x="3195827" y="3561588"/>
            <a:chExt cx="286512" cy="1397507"/>
          </a:xfrm>
        </p:grpSpPr>
        <p:pic>
          <p:nvPicPr>
            <p:cNvPr id="7391" name="Google Shape;7391;p106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195827" y="4820411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92" name="Google Shape;7392;p106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256787" y="4379975"/>
              <a:ext cx="169164" cy="4130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93" name="Google Shape;7393;p106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261359" y="4271772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94" name="Google Shape;7394;p106"/>
            <p:cNvSpPr/>
            <p:nvPr/>
          </p:nvSpPr>
          <p:spPr>
            <a:xfrm>
              <a:off x="3206483" y="422148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95" name="Google Shape;7395;p106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3214115" y="3939540"/>
              <a:ext cx="268224" cy="2423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396" name="Google Shape;7396;p106"/>
            <p:cNvSpPr/>
            <p:nvPr/>
          </p:nvSpPr>
          <p:spPr>
            <a:xfrm>
              <a:off x="3206483" y="3889248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397" name="Google Shape;7397;p106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3256787" y="3715511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398" name="Google Shape;7398;p106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256787" y="3561588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399" name="Google Shape;7399;p106"/>
          <p:cNvSpPr/>
          <p:nvPr/>
        </p:nvSpPr>
        <p:spPr>
          <a:xfrm>
            <a:off x="3669791" y="8345423"/>
            <a:ext cx="21590" cy="135890"/>
          </a:xfrm>
          <a:custGeom>
            <a:rect b="b" l="l" r="r" t="t"/>
            <a:pathLst>
              <a:path extrusionOk="0" h="135890" w="21589">
                <a:moveTo>
                  <a:pt x="21335" y="135636"/>
                </a:moveTo>
                <a:lnTo>
                  <a:pt x="0" y="135636"/>
                </a:lnTo>
                <a:lnTo>
                  <a:pt x="0" y="0"/>
                </a:lnTo>
                <a:lnTo>
                  <a:pt x="21335" y="0"/>
                </a:lnTo>
                <a:lnTo>
                  <a:pt x="21335" y="1356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0" name="Google Shape;7400;p106"/>
          <p:cNvGrpSpPr/>
          <p:nvPr/>
        </p:nvGrpSpPr>
        <p:grpSpPr>
          <a:xfrm>
            <a:off x="3572255" y="7056119"/>
            <a:ext cx="237744" cy="1135379"/>
            <a:chOff x="3572255" y="7056119"/>
            <a:chExt cx="237744" cy="1135379"/>
          </a:xfrm>
        </p:grpSpPr>
        <p:pic>
          <p:nvPicPr>
            <p:cNvPr id="7401" name="Google Shape;7401;p106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576827" y="7725155"/>
              <a:ext cx="233172" cy="4663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02" name="Google Shape;7402;p106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572255" y="7600187"/>
              <a:ext cx="187451" cy="105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03" name="Google Shape;7403;p106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622547" y="7350251"/>
              <a:ext cx="140208" cy="2255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04" name="Google Shape;7404;p106"/>
            <p:cNvSpPr/>
            <p:nvPr/>
          </p:nvSpPr>
          <p:spPr>
            <a:xfrm>
              <a:off x="3579876" y="7303008"/>
              <a:ext cx="180340" cy="26034"/>
            </a:xfrm>
            <a:custGeom>
              <a:rect b="b" l="l" r="r" t="t"/>
              <a:pathLst>
                <a:path extrusionOk="0" h="26034" w="180339">
                  <a:moveTo>
                    <a:pt x="22860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2860" y="25908"/>
                  </a:lnTo>
                  <a:lnTo>
                    <a:pt x="22860" y="0"/>
                  </a:lnTo>
                  <a:close/>
                </a:path>
                <a:path extrusionOk="0" h="26034" w="180339">
                  <a:moveTo>
                    <a:pt x="179832" y="1524"/>
                  </a:moveTo>
                  <a:lnTo>
                    <a:pt x="45720" y="1524"/>
                  </a:lnTo>
                  <a:lnTo>
                    <a:pt x="45720" y="24384"/>
                  </a:lnTo>
                  <a:lnTo>
                    <a:pt x="179832" y="24384"/>
                  </a:lnTo>
                  <a:lnTo>
                    <a:pt x="179832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05" name="Google Shape;7405;p106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3622547" y="7056119"/>
              <a:ext cx="140208" cy="22402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406" name="Google Shape;7406;p106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622547" y="6861047"/>
            <a:ext cx="140208" cy="1066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407" name="Google Shape;7407;p106"/>
          <p:cNvGrpSpPr/>
          <p:nvPr/>
        </p:nvGrpSpPr>
        <p:grpSpPr>
          <a:xfrm>
            <a:off x="3570732" y="6583680"/>
            <a:ext cx="192024" cy="243839"/>
            <a:chOff x="3570732" y="6583680"/>
            <a:chExt cx="192024" cy="243839"/>
          </a:xfrm>
        </p:grpSpPr>
        <p:pic>
          <p:nvPicPr>
            <p:cNvPr id="7408" name="Google Shape;7408;p106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3570732" y="6583680"/>
              <a:ext cx="192024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09" name="Google Shape;7409;p106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3622548" y="6722364"/>
              <a:ext cx="137159" cy="10515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410" name="Google Shape;7410;p106"/>
          <p:cNvGrpSpPr/>
          <p:nvPr/>
        </p:nvGrpSpPr>
        <p:grpSpPr>
          <a:xfrm>
            <a:off x="3570732" y="5934455"/>
            <a:ext cx="192024" cy="542545"/>
            <a:chOff x="3570732" y="5934455"/>
            <a:chExt cx="192024" cy="542545"/>
          </a:xfrm>
        </p:grpSpPr>
        <p:pic>
          <p:nvPicPr>
            <p:cNvPr id="7411" name="Google Shape;7411;p106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3579876" y="6364224"/>
              <a:ext cx="179832" cy="1127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12" name="Google Shape;7412;p106"/>
            <p:cNvSpPr/>
            <p:nvPr/>
          </p:nvSpPr>
          <p:spPr>
            <a:xfrm>
              <a:off x="3570732" y="6315455"/>
              <a:ext cx="189230" cy="24765"/>
            </a:xfrm>
            <a:custGeom>
              <a:rect b="b" l="l" r="r" t="t"/>
              <a:pathLst>
                <a:path extrusionOk="0" h="24764" w="189229">
                  <a:moveTo>
                    <a:pt x="188975" y="24383"/>
                  </a:moveTo>
                  <a:lnTo>
                    <a:pt x="0" y="24383"/>
                  </a:lnTo>
                  <a:lnTo>
                    <a:pt x="0" y="0"/>
                  </a:lnTo>
                  <a:lnTo>
                    <a:pt x="188975" y="0"/>
                  </a:lnTo>
                  <a:lnTo>
                    <a:pt x="188975" y="24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13" name="Google Shape;7413;p106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3622548" y="6187439"/>
              <a:ext cx="14020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14" name="Google Shape;7414;p106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3622548" y="5934455"/>
              <a:ext cx="140208" cy="2286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415" name="Google Shape;7415;p106"/>
          <p:cNvGrpSpPr/>
          <p:nvPr/>
        </p:nvGrpSpPr>
        <p:grpSpPr>
          <a:xfrm>
            <a:off x="3570732" y="5458967"/>
            <a:ext cx="192024" cy="384049"/>
            <a:chOff x="3570732" y="5458967"/>
            <a:chExt cx="192024" cy="384049"/>
          </a:xfrm>
        </p:grpSpPr>
        <p:pic>
          <p:nvPicPr>
            <p:cNvPr id="7416" name="Google Shape;7416;p106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3622548" y="5736336"/>
              <a:ext cx="14020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17" name="Google Shape;7417;p106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3622548" y="5597651"/>
              <a:ext cx="137159" cy="1051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18" name="Google Shape;7418;p106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3570732" y="5458967"/>
              <a:ext cx="192024" cy="1143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419" name="Google Shape;7419;p106"/>
          <p:cNvGrpSpPr/>
          <p:nvPr/>
        </p:nvGrpSpPr>
        <p:grpSpPr>
          <a:xfrm>
            <a:off x="3579876" y="4744211"/>
            <a:ext cx="182880" cy="608076"/>
            <a:chOff x="3579876" y="4744211"/>
            <a:chExt cx="182880" cy="608076"/>
          </a:xfrm>
        </p:grpSpPr>
        <p:pic>
          <p:nvPicPr>
            <p:cNvPr id="7420" name="Google Shape;7420;p106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3579876" y="5093207"/>
              <a:ext cx="182879" cy="2590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21" name="Google Shape;7421;p106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3625596" y="4963667"/>
              <a:ext cx="137160" cy="1051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22" name="Google Shape;7422;p106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3587496" y="4744211"/>
              <a:ext cx="175260" cy="19964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423" name="Google Shape;7423;p106"/>
          <p:cNvGrpSpPr/>
          <p:nvPr/>
        </p:nvGrpSpPr>
        <p:grpSpPr>
          <a:xfrm>
            <a:off x="3570732" y="4360164"/>
            <a:ext cx="192023" cy="294131"/>
            <a:chOff x="3570732" y="4360164"/>
            <a:chExt cx="192023" cy="294131"/>
          </a:xfrm>
        </p:grpSpPr>
        <p:pic>
          <p:nvPicPr>
            <p:cNvPr id="7424" name="Google Shape;7424;p106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3570732" y="4456176"/>
              <a:ext cx="192023" cy="1981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25" name="Google Shape;7425;p106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3625596" y="4360164"/>
              <a:ext cx="134112" cy="7010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426" name="Google Shape;7426;p106"/>
          <p:cNvGrpSpPr/>
          <p:nvPr/>
        </p:nvGrpSpPr>
        <p:grpSpPr>
          <a:xfrm>
            <a:off x="3889247" y="7720583"/>
            <a:ext cx="187452" cy="481583"/>
            <a:chOff x="3889247" y="7720583"/>
            <a:chExt cx="187452" cy="481583"/>
          </a:xfrm>
        </p:grpSpPr>
        <p:pic>
          <p:nvPicPr>
            <p:cNvPr id="7427" name="Google Shape;7427;p106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3889247" y="7953755"/>
              <a:ext cx="187452" cy="24841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28" name="Google Shape;7428;p106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3892296" y="7822692"/>
              <a:ext cx="137160" cy="105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29" name="Google Shape;7429;p106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3892296" y="7720583"/>
              <a:ext cx="134112" cy="7010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430" name="Google Shape;7430;p106"/>
          <p:cNvGrpSpPr/>
          <p:nvPr/>
        </p:nvGrpSpPr>
        <p:grpSpPr>
          <a:xfrm>
            <a:off x="3889247" y="6761988"/>
            <a:ext cx="187452" cy="862584"/>
            <a:chOff x="3889247" y="6761988"/>
            <a:chExt cx="187452" cy="862584"/>
          </a:xfrm>
        </p:grpSpPr>
        <p:pic>
          <p:nvPicPr>
            <p:cNvPr id="7431" name="Google Shape;7431;p106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3889247" y="6821424"/>
              <a:ext cx="187452" cy="8031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32" name="Google Shape;7432;p106"/>
            <p:cNvSpPr/>
            <p:nvPr/>
          </p:nvSpPr>
          <p:spPr>
            <a:xfrm>
              <a:off x="3991356" y="6761988"/>
              <a:ext cx="36830" cy="30480"/>
            </a:xfrm>
            <a:custGeom>
              <a:rect b="b" l="l" r="r" t="t"/>
              <a:pathLst>
                <a:path extrusionOk="0" h="30479" w="36829">
                  <a:moveTo>
                    <a:pt x="36575" y="30480"/>
                  </a:moveTo>
                  <a:lnTo>
                    <a:pt x="0" y="30480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304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3" name="Google Shape;7433;p106"/>
          <p:cNvSpPr/>
          <p:nvPr/>
        </p:nvSpPr>
        <p:spPr>
          <a:xfrm>
            <a:off x="4264152" y="8345423"/>
            <a:ext cx="21590" cy="135890"/>
          </a:xfrm>
          <a:custGeom>
            <a:rect b="b" l="l" r="r" t="t"/>
            <a:pathLst>
              <a:path extrusionOk="0" h="135890" w="21589">
                <a:moveTo>
                  <a:pt x="21336" y="135636"/>
                </a:moveTo>
                <a:lnTo>
                  <a:pt x="0" y="135636"/>
                </a:lnTo>
                <a:lnTo>
                  <a:pt x="0" y="0"/>
                </a:lnTo>
                <a:lnTo>
                  <a:pt x="21336" y="0"/>
                </a:lnTo>
                <a:lnTo>
                  <a:pt x="21336" y="1356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4" name="Google Shape;7434;p106"/>
          <p:cNvGrpSpPr/>
          <p:nvPr/>
        </p:nvGrpSpPr>
        <p:grpSpPr>
          <a:xfrm>
            <a:off x="4165091" y="7107936"/>
            <a:ext cx="237745" cy="1074674"/>
            <a:chOff x="4165091" y="7107936"/>
            <a:chExt cx="237745" cy="1074674"/>
          </a:xfrm>
        </p:grpSpPr>
        <p:pic>
          <p:nvPicPr>
            <p:cNvPr id="7435" name="Google Shape;7435;p106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4172711" y="7824216"/>
              <a:ext cx="182880" cy="35839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36" name="Google Shape;7436;p106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4215383" y="7616951"/>
              <a:ext cx="137160" cy="1752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37" name="Google Shape;7437;p106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4215384" y="7472172"/>
              <a:ext cx="187452" cy="1127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38" name="Google Shape;7438;p106"/>
            <p:cNvSpPr/>
            <p:nvPr/>
          </p:nvSpPr>
          <p:spPr>
            <a:xfrm>
              <a:off x="4165091" y="7424928"/>
              <a:ext cx="189230" cy="24765"/>
            </a:xfrm>
            <a:custGeom>
              <a:rect b="b" l="l" r="r" t="t"/>
              <a:pathLst>
                <a:path extrusionOk="0" h="24765" w="189229">
                  <a:moveTo>
                    <a:pt x="188975" y="24383"/>
                  </a:moveTo>
                  <a:lnTo>
                    <a:pt x="0" y="24383"/>
                  </a:lnTo>
                  <a:lnTo>
                    <a:pt x="0" y="0"/>
                  </a:lnTo>
                  <a:lnTo>
                    <a:pt x="188975" y="0"/>
                  </a:lnTo>
                  <a:lnTo>
                    <a:pt x="188975" y="24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39" name="Google Shape;7439;p106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4215383" y="7171944"/>
              <a:ext cx="140208" cy="228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40" name="Google Shape;7440;p106"/>
            <p:cNvSpPr/>
            <p:nvPr/>
          </p:nvSpPr>
          <p:spPr>
            <a:xfrm>
              <a:off x="4218432" y="7107936"/>
              <a:ext cx="134620" cy="29209"/>
            </a:xfrm>
            <a:custGeom>
              <a:rect b="b" l="l" r="r" t="t"/>
              <a:pathLst>
                <a:path extrusionOk="0" h="29209" w="134620">
                  <a:moveTo>
                    <a:pt x="35052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35052" y="28956"/>
                  </a:lnTo>
                  <a:lnTo>
                    <a:pt x="35052" y="0"/>
                  </a:lnTo>
                  <a:close/>
                </a:path>
                <a:path extrusionOk="0" h="29209" w="134620">
                  <a:moveTo>
                    <a:pt x="134112" y="0"/>
                  </a:moveTo>
                  <a:lnTo>
                    <a:pt x="99060" y="0"/>
                  </a:lnTo>
                  <a:lnTo>
                    <a:pt x="99060" y="28956"/>
                  </a:lnTo>
                  <a:lnTo>
                    <a:pt x="134112" y="28956"/>
                  </a:lnTo>
                  <a:lnTo>
                    <a:pt x="1341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1" name="Google Shape;7441;p106"/>
          <p:cNvGrpSpPr/>
          <p:nvPr/>
        </p:nvGrpSpPr>
        <p:grpSpPr>
          <a:xfrm>
            <a:off x="4165091" y="6015228"/>
            <a:ext cx="231648" cy="974089"/>
            <a:chOff x="4165091" y="6015228"/>
            <a:chExt cx="231648" cy="974089"/>
          </a:xfrm>
        </p:grpSpPr>
        <p:pic>
          <p:nvPicPr>
            <p:cNvPr id="7442" name="Google Shape;7442;p106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4165091" y="6662928"/>
              <a:ext cx="190499" cy="32638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43" name="Google Shape;7443;p106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4215383" y="6524244"/>
              <a:ext cx="140208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44" name="Google Shape;7444;p106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4215383" y="6306312"/>
              <a:ext cx="137160" cy="1935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45" name="Google Shape;7445;p106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4180331" y="6015228"/>
              <a:ext cx="216408" cy="26669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446" name="Google Shape;7446;p106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4172711" y="5704331"/>
            <a:ext cx="182879" cy="1280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447" name="Google Shape;7447;p106"/>
          <p:cNvGrpSpPr/>
          <p:nvPr/>
        </p:nvGrpSpPr>
        <p:grpSpPr>
          <a:xfrm>
            <a:off x="4169663" y="5407152"/>
            <a:ext cx="185928" cy="268224"/>
            <a:chOff x="4169663" y="5407152"/>
            <a:chExt cx="185928" cy="268224"/>
          </a:xfrm>
        </p:grpSpPr>
        <p:pic>
          <p:nvPicPr>
            <p:cNvPr id="7448" name="Google Shape;7448;p106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4172711" y="5407152"/>
              <a:ext cx="179832" cy="1203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49" name="Google Shape;7449;p106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4169663" y="5553456"/>
              <a:ext cx="185928" cy="12192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450" name="Google Shape;7450;p106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4587240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451" name="Google Shape;7451;p106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4507991" y="8482584"/>
            <a:ext cx="80772" cy="1158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452" name="Google Shape;7452;p106"/>
          <p:cNvGrpSpPr/>
          <p:nvPr/>
        </p:nvGrpSpPr>
        <p:grpSpPr>
          <a:xfrm>
            <a:off x="4506467" y="7865364"/>
            <a:ext cx="231648" cy="586994"/>
            <a:chOff x="4506467" y="7865364"/>
            <a:chExt cx="231648" cy="586994"/>
          </a:xfrm>
        </p:grpSpPr>
        <p:sp>
          <p:nvSpPr>
            <p:cNvPr id="7453" name="Google Shape;7453;p106"/>
            <p:cNvSpPr/>
            <p:nvPr/>
          </p:nvSpPr>
          <p:spPr>
            <a:xfrm>
              <a:off x="4517123" y="8293608"/>
              <a:ext cx="216535" cy="158750"/>
            </a:xfrm>
            <a:custGeom>
              <a:rect b="b" l="l" r="r" t="t"/>
              <a:pathLst>
                <a:path extrusionOk="0" h="158750" w="216535">
                  <a:moveTo>
                    <a:pt x="216408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85344" y="29210"/>
                  </a:lnTo>
                  <a:lnTo>
                    <a:pt x="85344" y="129540"/>
                  </a:lnTo>
                  <a:lnTo>
                    <a:pt x="0" y="129540"/>
                  </a:lnTo>
                  <a:lnTo>
                    <a:pt x="0" y="158750"/>
                  </a:lnTo>
                  <a:lnTo>
                    <a:pt x="216408" y="158750"/>
                  </a:lnTo>
                  <a:lnTo>
                    <a:pt x="216408" y="129540"/>
                  </a:lnTo>
                  <a:lnTo>
                    <a:pt x="111252" y="129540"/>
                  </a:lnTo>
                  <a:lnTo>
                    <a:pt x="111252" y="29210"/>
                  </a:lnTo>
                  <a:lnTo>
                    <a:pt x="216408" y="2921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54" name="Google Shape;7454;p106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4567689" y="8135111"/>
              <a:ext cx="17042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55" name="Google Shape;7455;p106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4506467" y="7865364"/>
              <a:ext cx="231648" cy="23317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456" name="Google Shape;7456;p106"/>
          <p:cNvSpPr/>
          <p:nvPr/>
        </p:nvSpPr>
        <p:spPr>
          <a:xfrm>
            <a:off x="4517135" y="7656576"/>
            <a:ext cx="21590" cy="27940"/>
          </a:xfrm>
          <a:custGeom>
            <a:rect b="b" l="l" r="r" t="t"/>
            <a:pathLst>
              <a:path extrusionOk="0" h="27940" w="21589">
                <a:moveTo>
                  <a:pt x="0" y="0"/>
                </a:moveTo>
                <a:lnTo>
                  <a:pt x="21336" y="0"/>
                </a:lnTo>
                <a:lnTo>
                  <a:pt x="21336" y="27939"/>
                </a:lnTo>
                <a:lnTo>
                  <a:pt x="0" y="279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7" name="Google Shape;7457;p106"/>
          <p:cNvGrpSpPr/>
          <p:nvPr/>
        </p:nvGrpSpPr>
        <p:grpSpPr>
          <a:xfrm>
            <a:off x="4507991" y="7292340"/>
            <a:ext cx="225934" cy="448056"/>
            <a:chOff x="4507991" y="7292340"/>
            <a:chExt cx="225934" cy="448056"/>
          </a:xfrm>
        </p:grpSpPr>
        <p:sp>
          <p:nvSpPr>
            <p:cNvPr id="7458" name="Google Shape;7458;p106"/>
            <p:cNvSpPr/>
            <p:nvPr/>
          </p:nvSpPr>
          <p:spPr>
            <a:xfrm>
              <a:off x="4517136" y="7656576"/>
              <a:ext cx="216535" cy="83820"/>
            </a:xfrm>
            <a:custGeom>
              <a:rect b="b" l="l" r="r" t="t"/>
              <a:pathLst>
                <a:path extrusionOk="0" h="83820" w="216535">
                  <a:moveTo>
                    <a:pt x="216408" y="0"/>
                  </a:moveTo>
                  <a:lnTo>
                    <a:pt x="195072" y="0"/>
                  </a:lnTo>
                  <a:lnTo>
                    <a:pt x="195072" y="27940"/>
                  </a:lnTo>
                  <a:lnTo>
                    <a:pt x="0" y="27940"/>
                  </a:lnTo>
                  <a:lnTo>
                    <a:pt x="0" y="55880"/>
                  </a:lnTo>
                  <a:lnTo>
                    <a:pt x="0" y="83820"/>
                  </a:lnTo>
                  <a:lnTo>
                    <a:pt x="21336" y="83820"/>
                  </a:lnTo>
                  <a:lnTo>
                    <a:pt x="21336" y="55880"/>
                  </a:lnTo>
                  <a:lnTo>
                    <a:pt x="195072" y="55880"/>
                  </a:lnTo>
                  <a:lnTo>
                    <a:pt x="195072" y="83820"/>
                  </a:lnTo>
                  <a:lnTo>
                    <a:pt x="216408" y="83820"/>
                  </a:lnTo>
                  <a:lnTo>
                    <a:pt x="216408" y="55880"/>
                  </a:lnTo>
                  <a:lnTo>
                    <a:pt x="216408" y="27940"/>
                  </a:lnTo>
                  <a:lnTo>
                    <a:pt x="2164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59" name="Google Shape;7459;p106"/>
            <p:cNvPicPr preferRelativeResize="0"/>
            <p:nvPr/>
          </p:nvPicPr>
          <p:blipFill rotWithShape="1">
            <a:blip r:embed="rId81">
              <a:alphaModFix/>
            </a:blip>
            <a:srcRect b="0" l="0" r="0" t="0"/>
            <a:stretch/>
          </p:blipFill>
          <p:spPr>
            <a:xfrm>
              <a:off x="4517136" y="7485888"/>
              <a:ext cx="216408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60" name="Google Shape;7460;p106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4507991" y="7347204"/>
              <a:ext cx="80772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61" name="Google Shape;7461;p106"/>
            <p:cNvSpPr/>
            <p:nvPr/>
          </p:nvSpPr>
          <p:spPr>
            <a:xfrm>
              <a:off x="4572000" y="7292340"/>
              <a:ext cx="161925" cy="35560"/>
            </a:xfrm>
            <a:custGeom>
              <a:rect b="b" l="l" r="r" t="t"/>
              <a:pathLst>
                <a:path extrusionOk="0" h="35559" w="161925">
                  <a:moveTo>
                    <a:pt x="41148" y="0"/>
                  </a:moveTo>
                  <a:lnTo>
                    <a:pt x="0" y="0"/>
                  </a:lnTo>
                  <a:lnTo>
                    <a:pt x="0" y="35052"/>
                  </a:lnTo>
                  <a:lnTo>
                    <a:pt x="41148" y="35052"/>
                  </a:lnTo>
                  <a:lnTo>
                    <a:pt x="41148" y="0"/>
                  </a:lnTo>
                  <a:close/>
                </a:path>
                <a:path extrusionOk="0" h="35559" w="161925">
                  <a:moveTo>
                    <a:pt x="161531" y="0"/>
                  </a:moveTo>
                  <a:lnTo>
                    <a:pt x="120396" y="0"/>
                  </a:lnTo>
                  <a:lnTo>
                    <a:pt x="120396" y="35052"/>
                  </a:lnTo>
                  <a:lnTo>
                    <a:pt x="161531" y="35052"/>
                  </a:lnTo>
                  <a:lnTo>
                    <a:pt x="1615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106"/>
          <p:cNvGrpSpPr/>
          <p:nvPr/>
        </p:nvGrpSpPr>
        <p:grpSpPr>
          <a:xfrm>
            <a:off x="4506467" y="6155435"/>
            <a:ext cx="288037" cy="987551"/>
            <a:chOff x="4506467" y="6155435"/>
            <a:chExt cx="288037" cy="987551"/>
          </a:xfrm>
        </p:grpSpPr>
        <p:pic>
          <p:nvPicPr>
            <p:cNvPr id="7463" name="Google Shape;7463;p106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4517136" y="6851903"/>
              <a:ext cx="220980" cy="2910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64" name="Google Shape;7464;p106"/>
            <p:cNvSpPr/>
            <p:nvPr/>
          </p:nvSpPr>
          <p:spPr>
            <a:xfrm>
              <a:off x="4506467" y="6798564"/>
              <a:ext cx="227329" cy="29209"/>
            </a:xfrm>
            <a:custGeom>
              <a:rect b="b" l="l" r="r" t="t"/>
              <a:pathLst>
                <a:path extrusionOk="0" h="29209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65" name="Google Shape;7465;p106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4567428" y="6483096"/>
              <a:ext cx="227076" cy="2941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66" name="Google Shape;7466;p106"/>
            <p:cNvPicPr preferRelativeResize="0"/>
            <p:nvPr/>
          </p:nvPicPr>
          <p:blipFill rotWithShape="1">
            <a:blip r:embed="rId84">
              <a:alphaModFix/>
            </a:blip>
            <a:srcRect b="0" l="0" r="0" t="0"/>
            <a:stretch/>
          </p:blipFill>
          <p:spPr>
            <a:xfrm>
              <a:off x="4567428" y="6312407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67" name="Google Shape;7467;p106"/>
            <p:cNvPicPr preferRelativeResize="0"/>
            <p:nvPr/>
          </p:nvPicPr>
          <p:blipFill rotWithShape="1">
            <a:blip r:embed="rId85">
              <a:alphaModFix/>
            </a:blip>
            <a:srcRect b="0" l="0" r="0" t="0"/>
            <a:stretch/>
          </p:blipFill>
          <p:spPr>
            <a:xfrm>
              <a:off x="4567428" y="6155435"/>
              <a:ext cx="166115" cy="12801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468" name="Google Shape;7468;p106"/>
          <p:cNvGrpSpPr/>
          <p:nvPr/>
        </p:nvGrpSpPr>
        <p:grpSpPr>
          <a:xfrm>
            <a:off x="4506467" y="5475732"/>
            <a:ext cx="230124" cy="554989"/>
            <a:chOff x="4506467" y="5475732"/>
            <a:chExt cx="230124" cy="554989"/>
          </a:xfrm>
        </p:grpSpPr>
        <p:sp>
          <p:nvSpPr>
            <p:cNvPr id="7469" name="Google Shape;7469;p106"/>
            <p:cNvSpPr/>
            <p:nvPr/>
          </p:nvSpPr>
          <p:spPr>
            <a:xfrm>
              <a:off x="4506467" y="6001512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70" name="Google Shape;7470;p106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4567427" y="5532120"/>
              <a:ext cx="169164" cy="4404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71" name="Google Shape;7471;p106"/>
            <p:cNvSpPr/>
            <p:nvPr/>
          </p:nvSpPr>
          <p:spPr>
            <a:xfrm>
              <a:off x="4506467" y="5475732"/>
              <a:ext cx="227329" cy="29209"/>
            </a:xfrm>
            <a:custGeom>
              <a:rect b="b" l="l" r="r" t="t"/>
              <a:pathLst>
                <a:path extrusionOk="0" h="29210" w="227329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106"/>
          <p:cNvGrpSpPr/>
          <p:nvPr/>
        </p:nvGrpSpPr>
        <p:grpSpPr>
          <a:xfrm>
            <a:off x="4506467" y="3959352"/>
            <a:ext cx="286512" cy="1397508"/>
            <a:chOff x="4506467" y="3959352"/>
            <a:chExt cx="286512" cy="1397508"/>
          </a:xfrm>
        </p:grpSpPr>
        <p:pic>
          <p:nvPicPr>
            <p:cNvPr id="7473" name="Google Shape;7473;p106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4506467" y="5218176"/>
              <a:ext cx="231648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74" name="Google Shape;7474;p106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4567427" y="4777740"/>
              <a:ext cx="169164" cy="4130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75" name="Google Shape;7475;p106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4572000" y="4668012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76" name="Google Shape;7476;p106"/>
            <p:cNvSpPr/>
            <p:nvPr/>
          </p:nvSpPr>
          <p:spPr>
            <a:xfrm>
              <a:off x="4517123" y="461772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76" y="1524"/>
                  </a:lnTo>
                  <a:lnTo>
                    <a:pt x="54876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77" name="Google Shape;7477;p106"/>
            <p:cNvPicPr preferRelativeResize="0"/>
            <p:nvPr/>
          </p:nvPicPr>
          <p:blipFill rotWithShape="1">
            <a:blip r:embed="rId90">
              <a:alphaModFix/>
            </a:blip>
            <a:srcRect b="0" l="0" r="0" t="0"/>
            <a:stretch/>
          </p:blipFill>
          <p:spPr>
            <a:xfrm>
              <a:off x="4517135" y="4287012"/>
              <a:ext cx="275844" cy="2926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78" name="Google Shape;7478;p106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4567428" y="4113276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79" name="Google Shape;7479;p106"/>
            <p:cNvPicPr preferRelativeResize="0"/>
            <p:nvPr/>
          </p:nvPicPr>
          <p:blipFill rotWithShape="1">
            <a:blip r:embed="rId92">
              <a:alphaModFix/>
            </a:blip>
            <a:srcRect b="0" l="0" r="0" t="0"/>
            <a:stretch/>
          </p:blipFill>
          <p:spPr>
            <a:xfrm>
              <a:off x="4567428" y="3959352"/>
              <a:ext cx="166115" cy="12801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480" name="Google Shape;7480;p106"/>
          <p:cNvSpPr/>
          <p:nvPr/>
        </p:nvSpPr>
        <p:spPr>
          <a:xfrm>
            <a:off x="4980432" y="8345423"/>
            <a:ext cx="21590" cy="135890"/>
          </a:xfrm>
          <a:custGeom>
            <a:rect b="b" l="l" r="r" t="t"/>
            <a:pathLst>
              <a:path extrusionOk="0" h="135890" w="21589">
                <a:moveTo>
                  <a:pt x="21335" y="135636"/>
                </a:moveTo>
                <a:lnTo>
                  <a:pt x="0" y="135636"/>
                </a:lnTo>
                <a:lnTo>
                  <a:pt x="0" y="0"/>
                </a:lnTo>
                <a:lnTo>
                  <a:pt x="21335" y="0"/>
                </a:lnTo>
                <a:lnTo>
                  <a:pt x="21335" y="1356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1" name="Google Shape;7481;p106"/>
          <p:cNvGrpSpPr/>
          <p:nvPr/>
        </p:nvGrpSpPr>
        <p:grpSpPr>
          <a:xfrm>
            <a:off x="4890515" y="7766304"/>
            <a:ext cx="182880" cy="432815"/>
            <a:chOff x="4890515" y="7766304"/>
            <a:chExt cx="182880" cy="432815"/>
          </a:xfrm>
        </p:grpSpPr>
        <p:pic>
          <p:nvPicPr>
            <p:cNvPr id="7482" name="Google Shape;7482;p106"/>
            <p:cNvPicPr preferRelativeResize="0"/>
            <p:nvPr/>
          </p:nvPicPr>
          <p:blipFill rotWithShape="1">
            <a:blip r:embed="rId93">
              <a:alphaModFix/>
            </a:blip>
            <a:srcRect b="0" l="0" r="0" t="0"/>
            <a:stretch/>
          </p:blipFill>
          <p:spPr>
            <a:xfrm>
              <a:off x="4890515" y="8115300"/>
              <a:ext cx="182880" cy="838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83" name="Google Shape;7483;p106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4936235" y="7976616"/>
              <a:ext cx="137160" cy="105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84" name="Google Shape;7484;p106"/>
            <p:cNvPicPr preferRelativeResize="0"/>
            <p:nvPr/>
          </p:nvPicPr>
          <p:blipFill rotWithShape="1">
            <a:blip r:embed="rId94">
              <a:alphaModFix/>
            </a:blip>
            <a:srcRect b="0" l="0" r="0" t="0"/>
            <a:stretch/>
          </p:blipFill>
          <p:spPr>
            <a:xfrm>
              <a:off x="4898135" y="7766304"/>
              <a:ext cx="175260" cy="18440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485" name="Google Shape;7485;p106"/>
          <p:cNvGrpSpPr/>
          <p:nvPr/>
        </p:nvGrpSpPr>
        <p:grpSpPr>
          <a:xfrm>
            <a:off x="4882895" y="7153655"/>
            <a:ext cx="190501" cy="519684"/>
            <a:chOff x="4882895" y="7153655"/>
            <a:chExt cx="190501" cy="519684"/>
          </a:xfrm>
        </p:grpSpPr>
        <p:pic>
          <p:nvPicPr>
            <p:cNvPr id="7486" name="Google Shape;7486;p106"/>
            <p:cNvPicPr preferRelativeResize="0"/>
            <p:nvPr/>
          </p:nvPicPr>
          <p:blipFill rotWithShape="1">
            <a:blip r:embed="rId95">
              <a:alphaModFix/>
            </a:blip>
            <a:srcRect b="0" l="0" r="0" t="0"/>
            <a:stretch/>
          </p:blipFill>
          <p:spPr>
            <a:xfrm>
              <a:off x="4882896" y="7568183"/>
              <a:ext cx="187451" cy="1051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87" name="Google Shape;7487;p106"/>
            <p:cNvPicPr preferRelativeResize="0"/>
            <p:nvPr/>
          </p:nvPicPr>
          <p:blipFill rotWithShape="1">
            <a:blip r:embed="rId96">
              <a:alphaModFix/>
            </a:blip>
            <a:srcRect b="0" l="0" r="0" t="0"/>
            <a:stretch/>
          </p:blipFill>
          <p:spPr>
            <a:xfrm>
              <a:off x="4933188" y="7292339"/>
              <a:ext cx="140208" cy="2514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88" name="Google Shape;7488;p106"/>
            <p:cNvPicPr preferRelativeResize="0"/>
            <p:nvPr/>
          </p:nvPicPr>
          <p:blipFill rotWithShape="1">
            <a:blip r:embed="rId97">
              <a:alphaModFix/>
            </a:blip>
            <a:srcRect b="0" l="0" r="0" t="0"/>
            <a:stretch/>
          </p:blipFill>
          <p:spPr>
            <a:xfrm>
              <a:off x="4882895" y="7153655"/>
              <a:ext cx="187451" cy="11125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489" name="Google Shape;7489;p106"/>
          <p:cNvSpPr/>
          <p:nvPr/>
        </p:nvSpPr>
        <p:spPr>
          <a:xfrm>
            <a:off x="4890503" y="6944868"/>
            <a:ext cx="182880" cy="123825"/>
          </a:xfrm>
          <a:custGeom>
            <a:rect b="b" l="l" r="r" t="t"/>
            <a:pathLst>
              <a:path extrusionOk="0" h="123825" w="182879">
                <a:moveTo>
                  <a:pt x="22860" y="97536"/>
                </a:moveTo>
                <a:lnTo>
                  <a:pt x="0" y="97536"/>
                </a:lnTo>
                <a:lnTo>
                  <a:pt x="0" y="123444"/>
                </a:lnTo>
                <a:lnTo>
                  <a:pt x="22860" y="123444"/>
                </a:lnTo>
                <a:lnTo>
                  <a:pt x="22860" y="97536"/>
                </a:lnTo>
                <a:close/>
              </a:path>
              <a:path extrusionOk="0" h="123825" w="182879">
                <a:moveTo>
                  <a:pt x="179832" y="99060"/>
                </a:moveTo>
                <a:lnTo>
                  <a:pt x="45720" y="99060"/>
                </a:lnTo>
                <a:lnTo>
                  <a:pt x="45720" y="121920"/>
                </a:lnTo>
                <a:lnTo>
                  <a:pt x="179832" y="121920"/>
                </a:lnTo>
                <a:lnTo>
                  <a:pt x="179832" y="99060"/>
                </a:lnTo>
                <a:close/>
              </a:path>
              <a:path extrusionOk="0" h="123825" w="182879">
                <a:moveTo>
                  <a:pt x="182880" y="16764"/>
                </a:moveTo>
                <a:lnTo>
                  <a:pt x="181356" y="12192"/>
                </a:lnTo>
                <a:lnTo>
                  <a:pt x="181356" y="7620"/>
                </a:lnTo>
                <a:lnTo>
                  <a:pt x="179832" y="4572"/>
                </a:lnTo>
                <a:lnTo>
                  <a:pt x="178308" y="0"/>
                </a:lnTo>
                <a:lnTo>
                  <a:pt x="158496" y="0"/>
                </a:lnTo>
                <a:lnTo>
                  <a:pt x="158496" y="3048"/>
                </a:lnTo>
                <a:lnTo>
                  <a:pt x="160020" y="4572"/>
                </a:lnTo>
                <a:lnTo>
                  <a:pt x="161544" y="9144"/>
                </a:lnTo>
                <a:lnTo>
                  <a:pt x="161544" y="12192"/>
                </a:lnTo>
                <a:lnTo>
                  <a:pt x="163068" y="15240"/>
                </a:lnTo>
                <a:lnTo>
                  <a:pt x="163068" y="24384"/>
                </a:lnTo>
                <a:lnTo>
                  <a:pt x="161544" y="28956"/>
                </a:lnTo>
                <a:lnTo>
                  <a:pt x="160020" y="32004"/>
                </a:lnTo>
                <a:lnTo>
                  <a:pt x="160020" y="33528"/>
                </a:lnTo>
                <a:lnTo>
                  <a:pt x="156972" y="36576"/>
                </a:lnTo>
                <a:lnTo>
                  <a:pt x="150876" y="39624"/>
                </a:lnTo>
                <a:lnTo>
                  <a:pt x="147828" y="39624"/>
                </a:lnTo>
                <a:lnTo>
                  <a:pt x="144780" y="41148"/>
                </a:lnTo>
                <a:lnTo>
                  <a:pt x="65532" y="41148"/>
                </a:lnTo>
                <a:lnTo>
                  <a:pt x="65532" y="0"/>
                </a:lnTo>
                <a:lnTo>
                  <a:pt x="45720" y="0"/>
                </a:lnTo>
                <a:lnTo>
                  <a:pt x="45720" y="41148"/>
                </a:lnTo>
                <a:lnTo>
                  <a:pt x="7620" y="41148"/>
                </a:lnTo>
                <a:lnTo>
                  <a:pt x="7620" y="64008"/>
                </a:lnTo>
                <a:lnTo>
                  <a:pt x="45720" y="64008"/>
                </a:lnTo>
                <a:lnTo>
                  <a:pt x="45720" y="79248"/>
                </a:lnTo>
                <a:lnTo>
                  <a:pt x="65532" y="79248"/>
                </a:lnTo>
                <a:lnTo>
                  <a:pt x="65532" y="64008"/>
                </a:lnTo>
                <a:lnTo>
                  <a:pt x="138684" y="64008"/>
                </a:lnTo>
                <a:lnTo>
                  <a:pt x="149288" y="63423"/>
                </a:lnTo>
                <a:lnTo>
                  <a:pt x="180403" y="41148"/>
                </a:lnTo>
                <a:lnTo>
                  <a:pt x="182880" y="24384"/>
                </a:lnTo>
                <a:lnTo>
                  <a:pt x="182880" y="167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0" name="Google Shape;7490;p106"/>
          <p:cNvGrpSpPr/>
          <p:nvPr/>
        </p:nvGrpSpPr>
        <p:grpSpPr>
          <a:xfrm>
            <a:off x="4933188" y="6597396"/>
            <a:ext cx="187452" cy="251459"/>
            <a:chOff x="4933188" y="6597396"/>
            <a:chExt cx="187452" cy="251459"/>
          </a:xfrm>
        </p:grpSpPr>
        <p:pic>
          <p:nvPicPr>
            <p:cNvPr id="7491" name="Google Shape;7491;p106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4936236" y="6743700"/>
              <a:ext cx="137160" cy="1051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492" name="Google Shape;7492;p106"/>
            <p:cNvPicPr preferRelativeResize="0"/>
            <p:nvPr/>
          </p:nvPicPr>
          <p:blipFill rotWithShape="1">
            <a:blip r:embed="rId98">
              <a:alphaModFix/>
            </a:blip>
            <a:srcRect b="0" l="0" r="0" t="0"/>
            <a:stretch/>
          </p:blipFill>
          <p:spPr>
            <a:xfrm>
              <a:off x="4933188" y="6597396"/>
              <a:ext cx="187452" cy="1127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493" name="Google Shape;7493;p106"/>
          <p:cNvSpPr/>
          <p:nvPr/>
        </p:nvSpPr>
        <p:spPr>
          <a:xfrm>
            <a:off x="5306567" y="8345423"/>
            <a:ext cx="21590" cy="135890"/>
          </a:xfrm>
          <a:custGeom>
            <a:rect b="b" l="l" r="r" t="t"/>
            <a:pathLst>
              <a:path extrusionOk="0" h="135890" w="21589">
                <a:moveTo>
                  <a:pt x="21335" y="135636"/>
                </a:moveTo>
                <a:lnTo>
                  <a:pt x="0" y="135636"/>
                </a:lnTo>
                <a:lnTo>
                  <a:pt x="0" y="0"/>
                </a:lnTo>
                <a:lnTo>
                  <a:pt x="21335" y="0"/>
                </a:lnTo>
                <a:lnTo>
                  <a:pt x="21335" y="1356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4" name="Google Shape;7494;p106"/>
          <p:cNvGrpSpPr/>
          <p:nvPr/>
        </p:nvGrpSpPr>
        <p:grpSpPr>
          <a:xfrm>
            <a:off x="5207507" y="7107936"/>
            <a:ext cx="192024" cy="341757"/>
            <a:chOff x="5207507" y="7107936"/>
            <a:chExt cx="192024" cy="341757"/>
          </a:xfrm>
        </p:grpSpPr>
        <p:sp>
          <p:nvSpPr>
            <p:cNvPr id="7495" name="Google Shape;7495;p106"/>
            <p:cNvSpPr/>
            <p:nvPr/>
          </p:nvSpPr>
          <p:spPr>
            <a:xfrm>
              <a:off x="5207507" y="7424928"/>
              <a:ext cx="189230" cy="24765"/>
            </a:xfrm>
            <a:custGeom>
              <a:rect b="b" l="l" r="r" t="t"/>
              <a:pathLst>
                <a:path extrusionOk="0" h="24765" w="189229">
                  <a:moveTo>
                    <a:pt x="188976" y="24383"/>
                  </a:moveTo>
                  <a:lnTo>
                    <a:pt x="0" y="24383"/>
                  </a:lnTo>
                  <a:lnTo>
                    <a:pt x="0" y="0"/>
                  </a:lnTo>
                  <a:lnTo>
                    <a:pt x="188976" y="0"/>
                  </a:lnTo>
                  <a:lnTo>
                    <a:pt x="188976" y="24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496" name="Google Shape;7496;p106"/>
            <p:cNvPicPr preferRelativeResize="0"/>
            <p:nvPr/>
          </p:nvPicPr>
          <p:blipFill rotWithShape="1">
            <a:blip r:embed="rId99">
              <a:alphaModFix/>
            </a:blip>
            <a:srcRect b="0" l="0" r="0" t="0"/>
            <a:stretch/>
          </p:blipFill>
          <p:spPr>
            <a:xfrm>
              <a:off x="5259323" y="7171944"/>
              <a:ext cx="140208" cy="228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97" name="Google Shape;7497;p106"/>
            <p:cNvSpPr/>
            <p:nvPr/>
          </p:nvSpPr>
          <p:spPr>
            <a:xfrm>
              <a:off x="5262359" y="7107936"/>
              <a:ext cx="134620" cy="29209"/>
            </a:xfrm>
            <a:custGeom>
              <a:rect b="b" l="l" r="r" t="t"/>
              <a:pathLst>
                <a:path extrusionOk="0" h="29209" w="134620">
                  <a:moveTo>
                    <a:pt x="35052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35052" y="28956"/>
                  </a:lnTo>
                  <a:lnTo>
                    <a:pt x="35052" y="0"/>
                  </a:lnTo>
                  <a:close/>
                </a:path>
                <a:path extrusionOk="0" h="29209" w="134620">
                  <a:moveTo>
                    <a:pt x="134112" y="0"/>
                  </a:moveTo>
                  <a:lnTo>
                    <a:pt x="99060" y="0"/>
                  </a:lnTo>
                  <a:lnTo>
                    <a:pt x="99060" y="28956"/>
                  </a:lnTo>
                  <a:lnTo>
                    <a:pt x="134112" y="28956"/>
                  </a:lnTo>
                  <a:lnTo>
                    <a:pt x="1341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498" name="Google Shape;7498;p106"/>
          <p:cNvPicPr preferRelativeResize="0"/>
          <p:nvPr/>
        </p:nvPicPr>
        <p:blipFill rotWithShape="1">
          <a:blip r:embed="rId100">
            <a:alphaModFix/>
          </a:blip>
          <a:srcRect b="0" l="0" r="0" t="0"/>
          <a:stretch/>
        </p:blipFill>
        <p:spPr>
          <a:xfrm>
            <a:off x="5216652" y="6569964"/>
            <a:ext cx="182880" cy="435863"/>
          </a:xfrm>
          <a:prstGeom prst="rect">
            <a:avLst/>
          </a:prstGeom>
          <a:noFill/>
          <a:ln>
            <a:noFill/>
          </a:ln>
        </p:spPr>
      </p:pic>
      <p:sp>
        <p:nvSpPr>
          <p:cNvPr id="7499" name="Google Shape;7499;p106"/>
          <p:cNvSpPr/>
          <p:nvPr/>
        </p:nvSpPr>
        <p:spPr>
          <a:xfrm>
            <a:off x="5216652" y="6473952"/>
            <a:ext cx="18415" cy="22860"/>
          </a:xfrm>
          <a:custGeom>
            <a:rect b="b" l="l" r="r" t="t"/>
            <a:pathLst>
              <a:path extrusionOk="0" h="22860" w="18414">
                <a:moveTo>
                  <a:pt x="0" y="0"/>
                </a:moveTo>
                <a:lnTo>
                  <a:pt x="18287" y="0"/>
                </a:lnTo>
                <a:lnTo>
                  <a:pt x="18287" y="22859"/>
                </a:lnTo>
                <a:lnTo>
                  <a:pt x="0" y="2285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0" name="Google Shape;7500;p106"/>
          <p:cNvSpPr/>
          <p:nvPr/>
        </p:nvSpPr>
        <p:spPr>
          <a:xfrm>
            <a:off x="5216652" y="6473952"/>
            <a:ext cx="180340" cy="69850"/>
          </a:xfrm>
          <a:custGeom>
            <a:rect b="b" l="l" r="r" t="t"/>
            <a:pathLst>
              <a:path extrusionOk="0" h="69850" w="180339">
                <a:moveTo>
                  <a:pt x="179832" y="0"/>
                </a:moveTo>
                <a:lnTo>
                  <a:pt x="161544" y="0"/>
                </a:lnTo>
                <a:lnTo>
                  <a:pt x="161544" y="22860"/>
                </a:lnTo>
                <a:lnTo>
                  <a:pt x="0" y="22860"/>
                </a:lnTo>
                <a:lnTo>
                  <a:pt x="0" y="46990"/>
                </a:lnTo>
                <a:lnTo>
                  <a:pt x="0" y="69850"/>
                </a:lnTo>
                <a:lnTo>
                  <a:pt x="18288" y="69850"/>
                </a:lnTo>
                <a:lnTo>
                  <a:pt x="18288" y="46990"/>
                </a:lnTo>
                <a:lnTo>
                  <a:pt x="161544" y="46990"/>
                </a:lnTo>
                <a:lnTo>
                  <a:pt x="161544" y="69850"/>
                </a:lnTo>
                <a:lnTo>
                  <a:pt x="179832" y="69850"/>
                </a:lnTo>
                <a:lnTo>
                  <a:pt x="179832" y="46990"/>
                </a:lnTo>
                <a:lnTo>
                  <a:pt x="179832" y="22860"/>
                </a:lnTo>
                <a:lnTo>
                  <a:pt x="17983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1" name="Google Shape;7501;p106"/>
          <p:cNvGrpSpPr/>
          <p:nvPr/>
        </p:nvGrpSpPr>
        <p:grpSpPr>
          <a:xfrm>
            <a:off x="5207507" y="5285232"/>
            <a:ext cx="239268" cy="1078991"/>
            <a:chOff x="5207507" y="5285232"/>
            <a:chExt cx="239268" cy="1078991"/>
          </a:xfrm>
        </p:grpSpPr>
        <p:pic>
          <p:nvPicPr>
            <p:cNvPr id="7502" name="Google Shape;7502;p106"/>
            <p:cNvPicPr preferRelativeResize="0"/>
            <p:nvPr/>
          </p:nvPicPr>
          <p:blipFill rotWithShape="1">
            <a:blip r:embed="rId101">
              <a:alphaModFix/>
            </a:blip>
            <a:srcRect b="0" l="0" r="0" t="0"/>
            <a:stretch/>
          </p:blipFill>
          <p:spPr>
            <a:xfrm>
              <a:off x="5216652" y="6123432"/>
              <a:ext cx="182879" cy="2407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03" name="Google Shape;7503;p106"/>
            <p:cNvPicPr preferRelativeResize="0"/>
            <p:nvPr/>
          </p:nvPicPr>
          <p:blipFill rotWithShape="1">
            <a:blip r:embed="rId102">
              <a:alphaModFix/>
            </a:blip>
            <a:srcRect b="0" l="0" r="0" t="0"/>
            <a:stretch/>
          </p:blipFill>
          <p:spPr>
            <a:xfrm>
              <a:off x="5259323" y="5996939"/>
              <a:ext cx="140208" cy="1021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04" name="Google Shape;7504;p106"/>
            <p:cNvPicPr preferRelativeResize="0"/>
            <p:nvPr/>
          </p:nvPicPr>
          <p:blipFill rotWithShape="1">
            <a:blip r:embed="rId103">
              <a:alphaModFix/>
            </a:blip>
            <a:srcRect b="0" l="0" r="0" t="0"/>
            <a:stretch/>
          </p:blipFill>
          <p:spPr>
            <a:xfrm>
              <a:off x="5209032" y="5740907"/>
              <a:ext cx="237743" cy="23469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05" name="Google Shape;7505;p106"/>
            <p:cNvSpPr/>
            <p:nvPr/>
          </p:nvSpPr>
          <p:spPr>
            <a:xfrm>
              <a:off x="5207507" y="5692139"/>
              <a:ext cx="189230" cy="24765"/>
            </a:xfrm>
            <a:custGeom>
              <a:rect b="b" l="l" r="r" t="t"/>
              <a:pathLst>
                <a:path extrusionOk="0" h="24764" w="189229">
                  <a:moveTo>
                    <a:pt x="188976" y="24383"/>
                  </a:moveTo>
                  <a:lnTo>
                    <a:pt x="0" y="24383"/>
                  </a:lnTo>
                  <a:lnTo>
                    <a:pt x="0" y="0"/>
                  </a:lnTo>
                  <a:lnTo>
                    <a:pt x="188976" y="0"/>
                  </a:lnTo>
                  <a:lnTo>
                    <a:pt x="188976" y="24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06" name="Google Shape;7506;p106"/>
            <p:cNvPicPr preferRelativeResize="0"/>
            <p:nvPr/>
          </p:nvPicPr>
          <p:blipFill rotWithShape="1">
            <a:blip r:embed="rId104">
              <a:alphaModFix/>
            </a:blip>
            <a:srcRect b="0" l="0" r="0" t="0"/>
            <a:stretch/>
          </p:blipFill>
          <p:spPr>
            <a:xfrm>
              <a:off x="5259323" y="5564123"/>
              <a:ext cx="14020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07" name="Google Shape;7507;p106"/>
            <p:cNvPicPr preferRelativeResize="0"/>
            <p:nvPr/>
          </p:nvPicPr>
          <p:blipFill rotWithShape="1">
            <a:blip r:embed="rId105">
              <a:alphaModFix/>
            </a:blip>
            <a:srcRect b="0" l="0" r="0" t="0"/>
            <a:stretch/>
          </p:blipFill>
          <p:spPr>
            <a:xfrm>
              <a:off x="5259324" y="5423916"/>
              <a:ext cx="137159" cy="1051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08" name="Google Shape;7508;p106"/>
            <p:cNvPicPr preferRelativeResize="0"/>
            <p:nvPr/>
          </p:nvPicPr>
          <p:blipFill rotWithShape="1">
            <a:blip r:embed="rId106">
              <a:alphaModFix/>
            </a:blip>
            <a:srcRect b="0" l="0" r="0" t="0"/>
            <a:stretch/>
          </p:blipFill>
          <p:spPr>
            <a:xfrm>
              <a:off x="5259323" y="5285232"/>
              <a:ext cx="140208" cy="11430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509" name="Google Shape;7509;p106"/>
          <p:cNvPicPr preferRelativeResize="0"/>
          <p:nvPr/>
        </p:nvPicPr>
        <p:blipFill rotWithShape="1">
          <a:blip r:embed="rId107">
            <a:alphaModFix/>
          </a:blip>
          <a:srcRect b="0" l="0" r="0" t="0"/>
          <a:stretch/>
        </p:blipFill>
        <p:spPr>
          <a:xfrm>
            <a:off x="5216652" y="7071359"/>
            <a:ext cx="449580" cy="112318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10" name="Google Shape;7510;p106"/>
          <p:cNvGrpSpPr/>
          <p:nvPr/>
        </p:nvGrpSpPr>
        <p:grpSpPr>
          <a:xfrm>
            <a:off x="5207507" y="4552188"/>
            <a:ext cx="233172" cy="643127"/>
            <a:chOff x="5207507" y="4552188"/>
            <a:chExt cx="233172" cy="643127"/>
          </a:xfrm>
        </p:grpSpPr>
        <p:pic>
          <p:nvPicPr>
            <p:cNvPr id="7511" name="Google Shape;7511;p106"/>
            <p:cNvPicPr preferRelativeResize="0"/>
            <p:nvPr/>
          </p:nvPicPr>
          <p:blipFill rotWithShape="1">
            <a:blip r:embed="rId108">
              <a:alphaModFix/>
            </a:blip>
            <a:srcRect b="0" l="0" r="0" t="0"/>
            <a:stretch/>
          </p:blipFill>
          <p:spPr>
            <a:xfrm>
              <a:off x="5207507" y="5081015"/>
              <a:ext cx="192024" cy="1143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12" name="Google Shape;7512;p106"/>
            <p:cNvSpPr/>
            <p:nvPr/>
          </p:nvSpPr>
          <p:spPr>
            <a:xfrm>
              <a:off x="5216639" y="4677156"/>
              <a:ext cx="182880" cy="372110"/>
            </a:xfrm>
            <a:custGeom>
              <a:rect b="b" l="l" r="r" t="t"/>
              <a:pathLst>
                <a:path extrusionOk="0" h="372110" w="182879">
                  <a:moveTo>
                    <a:pt x="22860" y="259080"/>
                  </a:moveTo>
                  <a:lnTo>
                    <a:pt x="0" y="259080"/>
                  </a:lnTo>
                  <a:lnTo>
                    <a:pt x="0" y="284988"/>
                  </a:lnTo>
                  <a:lnTo>
                    <a:pt x="22860" y="284988"/>
                  </a:lnTo>
                  <a:lnTo>
                    <a:pt x="22860" y="259080"/>
                  </a:lnTo>
                  <a:close/>
                </a:path>
                <a:path extrusionOk="0" h="372110" w="182879">
                  <a:moveTo>
                    <a:pt x="179832" y="348996"/>
                  </a:moveTo>
                  <a:lnTo>
                    <a:pt x="83820" y="348996"/>
                  </a:lnTo>
                  <a:lnTo>
                    <a:pt x="79248" y="344424"/>
                  </a:lnTo>
                  <a:lnTo>
                    <a:pt x="74676" y="338328"/>
                  </a:lnTo>
                  <a:lnTo>
                    <a:pt x="71628" y="332232"/>
                  </a:lnTo>
                  <a:lnTo>
                    <a:pt x="70104" y="327660"/>
                  </a:lnTo>
                  <a:lnTo>
                    <a:pt x="68580" y="321564"/>
                  </a:lnTo>
                  <a:lnTo>
                    <a:pt x="68580" y="304800"/>
                  </a:lnTo>
                  <a:lnTo>
                    <a:pt x="70104" y="303276"/>
                  </a:lnTo>
                  <a:lnTo>
                    <a:pt x="70104" y="301752"/>
                  </a:lnTo>
                  <a:lnTo>
                    <a:pt x="45720" y="301752"/>
                  </a:lnTo>
                  <a:lnTo>
                    <a:pt x="45720" y="316992"/>
                  </a:lnTo>
                  <a:lnTo>
                    <a:pt x="47244" y="323088"/>
                  </a:lnTo>
                  <a:lnTo>
                    <a:pt x="50292" y="327660"/>
                  </a:lnTo>
                  <a:lnTo>
                    <a:pt x="52895" y="332498"/>
                  </a:lnTo>
                  <a:lnTo>
                    <a:pt x="56197" y="337756"/>
                  </a:lnTo>
                  <a:lnTo>
                    <a:pt x="60375" y="343306"/>
                  </a:lnTo>
                  <a:lnTo>
                    <a:pt x="65532" y="348996"/>
                  </a:lnTo>
                  <a:lnTo>
                    <a:pt x="45720" y="348996"/>
                  </a:lnTo>
                  <a:lnTo>
                    <a:pt x="45720" y="371856"/>
                  </a:lnTo>
                  <a:lnTo>
                    <a:pt x="179832" y="371856"/>
                  </a:lnTo>
                  <a:lnTo>
                    <a:pt x="179832" y="348996"/>
                  </a:lnTo>
                  <a:close/>
                </a:path>
                <a:path extrusionOk="0" h="372110" w="182879">
                  <a:moveTo>
                    <a:pt x="179832" y="260604"/>
                  </a:moveTo>
                  <a:lnTo>
                    <a:pt x="45720" y="260604"/>
                  </a:lnTo>
                  <a:lnTo>
                    <a:pt x="45720" y="283464"/>
                  </a:lnTo>
                  <a:lnTo>
                    <a:pt x="179832" y="283464"/>
                  </a:lnTo>
                  <a:lnTo>
                    <a:pt x="179832" y="260604"/>
                  </a:lnTo>
                  <a:close/>
                </a:path>
                <a:path extrusionOk="0" h="372110" w="182879">
                  <a:moveTo>
                    <a:pt x="179832" y="170688"/>
                  </a:moveTo>
                  <a:lnTo>
                    <a:pt x="45720" y="118872"/>
                  </a:lnTo>
                  <a:lnTo>
                    <a:pt x="45720" y="143256"/>
                  </a:lnTo>
                  <a:lnTo>
                    <a:pt x="147828" y="181356"/>
                  </a:lnTo>
                  <a:lnTo>
                    <a:pt x="45720" y="217932"/>
                  </a:lnTo>
                  <a:lnTo>
                    <a:pt x="45720" y="242316"/>
                  </a:lnTo>
                  <a:lnTo>
                    <a:pt x="179832" y="192024"/>
                  </a:lnTo>
                  <a:lnTo>
                    <a:pt x="179832" y="170688"/>
                  </a:lnTo>
                  <a:close/>
                </a:path>
                <a:path extrusionOk="0" h="372110" w="182879">
                  <a:moveTo>
                    <a:pt x="182880" y="38100"/>
                  </a:moveTo>
                  <a:lnTo>
                    <a:pt x="181356" y="35052"/>
                  </a:lnTo>
                  <a:lnTo>
                    <a:pt x="181356" y="30480"/>
                  </a:lnTo>
                  <a:lnTo>
                    <a:pt x="179832" y="27432"/>
                  </a:lnTo>
                  <a:lnTo>
                    <a:pt x="178308" y="22860"/>
                  </a:lnTo>
                  <a:lnTo>
                    <a:pt x="178308" y="19812"/>
                  </a:lnTo>
                  <a:lnTo>
                    <a:pt x="176784" y="16764"/>
                  </a:lnTo>
                  <a:lnTo>
                    <a:pt x="175260" y="12192"/>
                  </a:lnTo>
                  <a:lnTo>
                    <a:pt x="170688" y="3048"/>
                  </a:lnTo>
                  <a:lnTo>
                    <a:pt x="146304" y="3048"/>
                  </a:lnTo>
                  <a:lnTo>
                    <a:pt x="146304" y="4572"/>
                  </a:lnTo>
                  <a:lnTo>
                    <a:pt x="149352" y="7620"/>
                  </a:lnTo>
                  <a:lnTo>
                    <a:pt x="153924" y="16764"/>
                  </a:lnTo>
                  <a:lnTo>
                    <a:pt x="156972" y="21336"/>
                  </a:lnTo>
                  <a:lnTo>
                    <a:pt x="158496" y="24384"/>
                  </a:lnTo>
                  <a:lnTo>
                    <a:pt x="161544" y="33528"/>
                  </a:lnTo>
                  <a:lnTo>
                    <a:pt x="161544" y="38100"/>
                  </a:lnTo>
                  <a:lnTo>
                    <a:pt x="163068" y="42672"/>
                  </a:lnTo>
                  <a:lnTo>
                    <a:pt x="163068" y="47244"/>
                  </a:lnTo>
                  <a:lnTo>
                    <a:pt x="162242" y="56959"/>
                  </a:lnTo>
                  <a:lnTo>
                    <a:pt x="136207" y="88201"/>
                  </a:lnTo>
                  <a:lnTo>
                    <a:pt x="115824" y="91440"/>
                  </a:lnTo>
                  <a:lnTo>
                    <a:pt x="115824" y="22860"/>
                  </a:lnTo>
                  <a:lnTo>
                    <a:pt x="115824" y="0"/>
                  </a:lnTo>
                  <a:lnTo>
                    <a:pt x="103632" y="0"/>
                  </a:lnTo>
                  <a:lnTo>
                    <a:pt x="99060" y="165"/>
                  </a:lnTo>
                  <a:lnTo>
                    <a:pt x="99060" y="22860"/>
                  </a:lnTo>
                  <a:lnTo>
                    <a:pt x="99060" y="91440"/>
                  </a:lnTo>
                  <a:lnTo>
                    <a:pt x="92964" y="91440"/>
                  </a:lnTo>
                  <a:lnTo>
                    <a:pt x="79248" y="86868"/>
                  </a:lnTo>
                  <a:lnTo>
                    <a:pt x="74676" y="83820"/>
                  </a:lnTo>
                  <a:lnTo>
                    <a:pt x="68580" y="77724"/>
                  </a:lnTo>
                  <a:lnTo>
                    <a:pt x="65532" y="73152"/>
                  </a:lnTo>
                  <a:lnTo>
                    <a:pt x="65443" y="72961"/>
                  </a:lnTo>
                  <a:lnTo>
                    <a:pt x="64008" y="70104"/>
                  </a:lnTo>
                  <a:lnTo>
                    <a:pt x="60960" y="65532"/>
                  </a:lnTo>
                  <a:lnTo>
                    <a:pt x="60960" y="44196"/>
                  </a:lnTo>
                  <a:lnTo>
                    <a:pt x="64008" y="39624"/>
                  </a:lnTo>
                  <a:lnTo>
                    <a:pt x="65532" y="36576"/>
                  </a:lnTo>
                  <a:lnTo>
                    <a:pt x="67056" y="32004"/>
                  </a:lnTo>
                  <a:lnTo>
                    <a:pt x="71628" y="30480"/>
                  </a:lnTo>
                  <a:lnTo>
                    <a:pt x="74676" y="27432"/>
                  </a:lnTo>
                  <a:lnTo>
                    <a:pt x="77724" y="25908"/>
                  </a:lnTo>
                  <a:lnTo>
                    <a:pt x="86868" y="22860"/>
                  </a:lnTo>
                  <a:lnTo>
                    <a:pt x="99060" y="22860"/>
                  </a:lnTo>
                  <a:lnTo>
                    <a:pt x="99060" y="165"/>
                  </a:lnTo>
                  <a:lnTo>
                    <a:pt x="51816" y="19812"/>
                  </a:lnTo>
                  <a:lnTo>
                    <a:pt x="42672" y="44196"/>
                  </a:lnTo>
                  <a:lnTo>
                    <a:pt x="42672" y="53340"/>
                  </a:lnTo>
                  <a:lnTo>
                    <a:pt x="43815" y="66255"/>
                  </a:lnTo>
                  <a:lnTo>
                    <a:pt x="47244" y="77724"/>
                  </a:lnTo>
                  <a:lnTo>
                    <a:pt x="52959" y="88061"/>
                  </a:lnTo>
                  <a:lnTo>
                    <a:pt x="53086" y="88201"/>
                  </a:lnTo>
                  <a:lnTo>
                    <a:pt x="60960" y="97536"/>
                  </a:lnTo>
                  <a:lnTo>
                    <a:pt x="71843" y="104660"/>
                  </a:lnTo>
                  <a:lnTo>
                    <a:pt x="84010" y="109918"/>
                  </a:lnTo>
                  <a:lnTo>
                    <a:pt x="97510" y="113157"/>
                  </a:lnTo>
                  <a:lnTo>
                    <a:pt x="97294" y="113157"/>
                  </a:lnTo>
                  <a:lnTo>
                    <a:pt x="112776" y="114300"/>
                  </a:lnTo>
                  <a:lnTo>
                    <a:pt x="128803" y="113157"/>
                  </a:lnTo>
                  <a:lnTo>
                    <a:pt x="142684" y="109728"/>
                  </a:lnTo>
                  <a:lnTo>
                    <a:pt x="178308" y="75628"/>
                  </a:lnTo>
                  <a:lnTo>
                    <a:pt x="182880" y="47244"/>
                  </a:lnTo>
                  <a:lnTo>
                    <a:pt x="182880" y="38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13" name="Google Shape;7513;p106"/>
            <p:cNvPicPr preferRelativeResize="0"/>
            <p:nvPr/>
          </p:nvPicPr>
          <p:blipFill rotWithShape="1">
            <a:blip r:embed="rId109">
              <a:alphaModFix/>
            </a:blip>
            <a:srcRect b="0" l="0" r="0" t="0"/>
            <a:stretch/>
          </p:blipFill>
          <p:spPr>
            <a:xfrm>
              <a:off x="5262371" y="4552188"/>
              <a:ext cx="178308" cy="990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14" name="Google Shape;7514;p106"/>
          <p:cNvGrpSpPr/>
          <p:nvPr/>
        </p:nvGrpSpPr>
        <p:grpSpPr>
          <a:xfrm>
            <a:off x="5483351" y="6342888"/>
            <a:ext cx="179832" cy="621792"/>
            <a:chOff x="5483351" y="6342888"/>
            <a:chExt cx="179832" cy="621792"/>
          </a:xfrm>
        </p:grpSpPr>
        <p:pic>
          <p:nvPicPr>
            <p:cNvPr id="7515" name="Google Shape;7515;p106"/>
            <p:cNvPicPr preferRelativeResize="0"/>
            <p:nvPr/>
          </p:nvPicPr>
          <p:blipFill rotWithShape="1">
            <a:blip r:embed="rId110">
              <a:alphaModFix/>
            </a:blip>
            <a:srcRect b="0" l="0" r="0" t="0"/>
            <a:stretch/>
          </p:blipFill>
          <p:spPr>
            <a:xfrm>
              <a:off x="5483351" y="6822948"/>
              <a:ext cx="179832" cy="1417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16" name="Google Shape;7516;p106"/>
            <p:cNvPicPr preferRelativeResize="0"/>
            <p:nvPr/>
          </p:nvPicPr>
          <p:blipFill rotWithShape="1">
            <a:blip r:embed="rId111">
              <a:alphaModFix/>
            </a:blip>
            <a:srcRect b="0" l="0" r="0" t="0"/>
            <a:stretch/>
          </p:blipFill>
          <p:spPr>
            <a:xfrm>
              <a:off x="5483351" y="6342888"/>
              <a:ext cx="179832" cy="455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517" name="Google Shape;7517;p106"/>
          <p:cNvPicPr preferRelativeResize="0"/>
          <p:nvPr/>
        </p:nvPicPr>
        <p:blipFill rotWithShape="1">
          <a:blip r:embed="rId112">
            <a:alphaModFix/>
          </a:blip>
          <a:srcRect b="0" l="0" r="0" t="0"/>
          <a:stretch/>
        </p:blipFill>
        <p:spPr>
          <a:xfrm>
            <a:off x="5897879" y="8805671"/>
            <a:ext cx="102107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18" name="Google Shape;7518;p106"/>
          <p:cNvGrpSpPr/>
          <p:nvPr/>
        </p:nvGrpSpPr>
        <p:grpSpPr>
          <a:xfrm>
            <a:off x="5817095" y="7982712"/>
            <a:ext cx="231660" cy="608202"/>
            <a:chOff x="5817095" y="7982712"/>
            <a:chExt cx="231660" cy="608202"/>
          </a:xfrm>
        </p:grpSpPr>
        <p:sp>
          <p:nvSpPr>
            <p:cNvPr id="7519" name="Google Shape;7519;p106"/>
            <p:cNvSpPr/>
            <p:nvPr/>
          </p:nvSpPr>
          <p:spPr>
            <a:xfrm>
              <a:off x="5817095" y="8366760"/>
              <a:ext cx="227329" cy="224154"/>
            </a:xfrm>
            <a:custGeom>
              <a:rect b="b" l="l" r="r" t="t"/>
              <a:pathLst>
                <a:path extrusionOk="0" h="224154" w="227329">
                  <a:moveTo>
                    <a:pt x="227076" y="42672"/>
                  </a:moveTo>
                  <a:lnTo>
                    <a:pt x="141732" y="71526"/>
                  </a:lnTo>
                  <a:lnTo>
                    <a:pt x="141732" y="102108"/>
                  </a:lnTo>
                  <a:lnTo>
                    <a:pt x="141732" y="166116"/>
                  </a:lnTo>
                  <a:lnTo>
                    <a:pt x="42672" y="134112"/>
                  </a:lnTo>
                  <a:lnTo>
                    <a:pt x="141732" y="102108"/>
                  </a:lnTo>
                  <a:lnTo>
                    <a:pt x="141732" y="71526"/>
                  </a:lnTo>
                  <a:lnTo>
                    <a:pt x="10668" y="115824"/>
                  </a:lnTo>
                  <a:lnTo>
                    <a:pt x="10668" y="150876"/>
                  </a:lnTo>
                  <a:lnTo>
                    <a:pt x="227076" y="224028"/>
                  </a:lnTo>
                  <a:lnTo>
                    <a:pt x="227076" y="193548"/>
                  </a:lnTo>
                  <a:lnTo>
                    <a:pt x="166116" y="173736"/>
                  </a:lnTo>
                  <a:lnTo>
                    <a:pt x="166116" y="166116"/>
                  </a:lnTo>
                  <a:lnTo>
                    <a:pt x="166116" y="102108"/>
                  </a:lnTo>
                  <a:lnTo>
                    <a:pt x="166116" y="92964"/>
                  </a:lnTo>
                  <a:lnTo>
                    <a:pt x="227076" y="73152"/>
                  </a:lnTo>
                  <a:lnTo>
                    <a:pt x="227076" y="42672"/>
                  </a:lnTo>
                  <a:close/>
                </a:path>
                <a:path extrusionOk="0" h="224154" w="227329">
                  <a:moveTo>
                    <a:pt x="227076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27076" y="28956"/>
                  </a:lnTo>
                  <a:lnTo>
                    <a:pt x="2270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20" name="Google Shape;7520;p106"/>
            <p:cNvPicPr preferRelativeResize="0"/>
            <p:nvPr/>
          </p:nvPicPr>
          <p:blipFill rotWithShape="1">
            <a:blip r:embed="rId113">
              <a:alphaModFix/>
            </a:blip>
            <a:srcRect b="0" l="0" r="0" t="0"/>
            <a:stretch/>
          </p:blipFill>
          <p:spPr>
            <a:xfrm>
              <a:off x="5878067" y="8058911"/>
              <a:ext cx="170688" cy="2773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21" name="Google Shape;7521;p106"/>
            <p:cNvSpPr/>
            <p:nvPr/>
          </p:nvSpPr>
          <p:spPr>
            <a:xfrm>
              <a:off x="5882627" y="7982712"/>
              <a:ext cx="161925" cy="35560"/>
            </a:xfrm>
            <a:custGeom>
              <a:rect b="b" l="l" r="r" t="t"/>
              <a:pathLst>
                <a:path extrusionOk="0" h="35559" w="161925">
                  <a:moveTo>
                    <a:pt x="41148" y="0"/>
                  </a:moveTo>
                  <a:lnTo>
                    <a:pt x="0" y="0"/>
                  </a:lnTo>
                  <a:lnTo>
                    <a:pt x="0" y="35052"/>
                  </a:lnTo>
                  <a:lnTo>
                    <a:pt x="41148" y="35052"/>
                  </a:lnTo>
                  <a:lnTo>
                    <a:pt x="41148" y="0"/>
                  </a:lnTo>
                  <a:close/>
                </a:path>
                <a:path extrusionOk="0" h="35559" w="161925">
                  <a:moveTo>
                    <a:pt x="161544" y="0"/>
                  </a:moveTo>
                  <a:lnTo>
                    <a:pt x="120396" y="0"/>
                  </a:lnTo>
                  <a:lnTo>
                    <a:pt x="120396" y="35052"/>
                  </a:lnTo>
                  <a:lnTo>
                    <a:pt x="161544" y="35052"/>
                  </a:lnTo>
                  <a:lnTo>
                    <a:pt x="1615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522" name="Google Shape;7522;p106"/>
          <p:cNvPicPr preferRelativeResize="0"/>
          <p:nvPr/>
        </p:nvPicPr>
        <p:blipFill rotWithShape="1">
          <a:blip r:embed="rId114">
            <a:alphaModFix/>
          </a:blip>
          <a:srcRect b="0" l="0" r="0" t="0"/>
          <a:stretch/>
        </p:blipFill>
        <p:spPr>
          <a:xfrm>
            <a:off x="5817107" y="6696455"/>
            <a:ext cx="231648" cy="11475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23" name="Google Shape;7523;p106"/>
          <p:cNvGrpSpPr/>
          <p:nvPr/>
        </p:nvGrpSpPr>
        <p:grpSpPr>
          <a:xfrm>
            <a:off x="5817095" y="6178296"/>
            <a:ext cx="230136" cy="402335"/>
            <a:chOff x="5817095" y="6178296"/>
            <a:chExt cx="230136" cy="402335"/>
          </a:xfrm>
        </p:grpSpPr>
        <p:pic>
          <p:nvPicPr>
            <p:cNvPr id="7524" name="Google Shape;7524;p106"/>
            <p:cNvPicPr preferRelativeResize="0"/>
            <p:nvPr/>
          </p:nvPicPr>
          <p:blipFill rotWithShape="1">
            <a:blip r:embed="rId115">
              <a:alphaModFix/>
            </a:blip>
            <a:srcRect b="0" l="0" r="0" t="0"/>
            <a:stretch/>
          </p:blipFill>
          <p:spPr>
            <a:xfrm>
              <a:off x="5878067" y="6303263"/>
              <a:ext cx="169164" cy="2773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25" name="Google Shape;7525;p106"/>
            <p:cNvSpPr/>
            <p:nvPr/>
          </p:nvSpPr>
          <p:spPr>
            <a:xfrm>
              <a:off x="5817095" y="6178296"/>
              <a:ext cx="227329" cy="100965"/>
            </a:xfrm>
            <a:custGeom>
              <a:rect b="b" l="l" r="r" t="t"/>
              <a:pathLst>
                <a:path extrusionOk="0" h="100964" w="227329">
                  <a:moveTo>
                    <a:pt x="227088" y="71628"/>
                  </a:moveTo>
                  <a:lnTo>
                    <a:pt x="0" y="71628"/>
                  </a:lnTo>
                  <a:lnTo>
                    <a:pt x="0" y="100584"/>
                  </a:lnTo>
                  <a:lnTo>
                    <a:pt x="227088" y="100584"/>
                  </a:lnTo>
                  <a:lnTo>
                    <a:pt x="227088" y="71628"/>
                  </a:lnTo>
                  <a:close/>
                </a:path>
                <a:path extrusionOk="0" h="100964" w="227329">
                  <a:moveTo>
                    <a:pt x="22708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27088" y="28956"/>
                  </a:lnTo>
                  <a:lnTo>
                    <a:pt x="2270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106"/>
          <p:cNvGrpSpPr/>
          <p:nvPr/>
        </p:nvGrpSpPr>
        <p:grpSpPr>
          <a:xfrm>
            <a:off x="5817095" y="5047487"/>
            <a:ext cx="231660" cy="996951"/>
            <a:chOff x="5817095" y="5047487"/>
            <a:chExt cx="231660" cy="996951"/>
          </a:xfrm>
        </p:grpSpPr>
        <p:sp>
          <p:nvSpPr>
            <p:cNvPr id="7527" name="Google Shape;7527;p106"/>
            <p:cNvSpPr/>
            <p:nvPr/>
          </p:nvSpPr>
          <p:spPr>
            <a:xfrm>
              <a:off x="5817095" y="5946648"/>
              <a:ext cx="227329" cy="97790"/>
            </a:xfrm>
            <a:custGeom>
              <a:rect b="b" l="l" r="r" t="t"/>
              <a:pathLst>
                <a:path extrusionOk="0" h="97789" w="227329">
                  <a:moveTo>
                    <a:pt x="39624" y="0"/>
                  </a:moveTo>
                  <a:lnTo>
                    <a:pt x="10668" y="0"/>
                  </a:lnTo>
                  <a:lnTo>
                    <a:pt x="10668" y="30480"/>
                  </a:lnTo>
                  <a:lnTo>
                    <a:pt x="39624" y="30480"/>
                  </a:lnTo>
                  <a:lnTo>
                    <a:pt x="39624" y="0"/>
                  </a:lnTo>
                  <a:close/>
                </a:path>
                <a:path extrusionOk="0" h="97789" w="227329">
                  <a:moveTo>
                    <a:pt x="227076" y="1524"/>
                  </a:moveTo>
                  <a:lnTo>
                    <a:pt x="65532" y="1524"/>
                  </a:lnTo>
                  <a:lnTo>
                    <a:pt x="65532" y="28956"/>
                  </a:lnTo>
                  <a:lnTo>
                    <a:pt x="227076" y="28956"/>
                  </a:lnTo>
                  <a:lnTo>
                    <a:pt x="227076" y="1524"/>
                  </a:lnTo>
                  <a:close/>
                </a:path>
                <a:path extrusionOk="0" h="97789" w="227329">
                  <a:moveTo>
                    <a:pt x="227088" y="68580"/>
                  </a:moveTo>
                  <a:lnTo>
                    <a:pt x="0" y="68580"/>
                  </a:lnTo>
                  <a:lnTo>
                    <a:pt x="0" y="97536"/>
                  </a:lnTo>
                  <a:lnTo>
                    <a:pt x="227088" y="97536"/>
                  </a:lnTo>
                  <a:lnTo>
                    <a:pt x="227088" y="68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28" name="Google Shape;7528;p106"/>
            <p:cNvPicPr preferRelativeResize="0"/>
            <p:nvPr/>
          </p:nvPicPr>
          <p:blipFill rotWithShape="1">
            <a:blip r:embed="rId116">
              <a:alphaModFix/>
            </a:blip>
            <a:srcRect b="0" l="0" r="0" t="0"/>
            <a:stretch/>
          </p:blipFill>
          <p:spPr>
            <a:xfrm>
              <a:off x="5818631" y="5772911"/>
              <a:ext cx="230124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29" name="Google Shape;7529;p106"/>
            <p:cNvPicPr preferRelativeResize="0"/>
            <p:nvPr/>
          </p:nvPicPr>
          <p:blipFill rotWithShape="1">
            <a:blip r:embed="rId117">
              <a:alphaModFix/>
            </a:blip>
            <a:srcRect b="0" l="0" r="0" t="0"/>
            <a:stretch/>
          </p:blipFill>
          <p:spPr>
            <a:xfrm>
              <a:off x="5878448" y="5526023"/>
              <a:ext cx="170307" cy="2179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30" name="Google Shape;7530;p106"/>
            <p:cNvPicPr preferRelativeResize="0"/>
            <p:nvPr/>
          </p:nvPicPr>
          <p:blipFill rotWithShape="1">
            <a:blip r:embed="rId118">
              <a:alphaModFix/>
            </a:blip>
            <a:srcRect b="0" l="0" r="0" t="0"/>
            <a:stretch/>
          </p:blipFill>
          <p:spPr>
            <a:xfrm>
              <a:off x="5882639" y="5401055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31" name="Google Shape;7531;p106"/>
            <p:cNvSpPr/>
            <p:nvPr/>
          </p:nvSpPr>
          <p:spPr>
            <a:xfrm>
              <a:off x="5827763" y="535076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32" name="Google Shape;7532;p106"/>
            <p:cNvPicPr preferRelativeResize="0"/>
            <p:nvPr/>
          </p:nvPicPr>
          <p:blipFill rotWithShape="1">
            <a:blip r:embed="rId119">
              <a:alphaModFix/>
            </a:blip>
            <a:srcRect b="0" l="0" r="0" t="0"/>
            <a:stretch/>
          </p:blipFill>
          <p:spPr>
            <a:xfrm>
              <a:off x="5878067" y="5047487"/>
              <a:ext cx="169164" cy="2758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33" name="Google Shape;7533;p106"/>
          <p:cNvGrpSpPr/>
          <p:nvPr/>
        </p:nvGrpSpPr>
        <p:grpSpPr>
          <a:xfrm>
            <a:off x="5817107" y="4594859"/>
            <a:ext cx="231648" cy="352043"/>
            <a:chOff x="5817107" y="4594859"/>
            <a:chExt cx="231648" cy="352043"/>
          </a:xfrm>
        </p:grpSpPr>
        <p:pic>
          <p:nvPicPr>
            <p:cNvPr id="7534" name="Google Shape;7534;p106"/>
            <p:cNvPicPr preferRelativeResize="0"/>
            <p:nvPr/>
          </p:nvPicPr>
          <p:blipFill rotWithShape="1">
            <a:blip r:embed="rId120">
              <a:alphaModFix/>
            </a:blip>
            <a:srcRect b="0" l="0" r="0" t="0"/>
            <a:stretch/>
          </p:blipFill>
          <p:spPr>
            <a:xfrm>
              <a:off x="5817107" y="4706111"/>
              <a:ext cx="231648" cy="2407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35" name="Google Shape;7535;p106"/>
            <p:cNvPicPr preferRelativeResize="0"/>
            <p:nvPr/>
          </p:nvPicPr>
          <p:blipFill rotWithShape="1">
            <a:blip r:embed="rId121">
              <a:alphaModFix/>
            </a:blip>
            <a:srcRect b="0" l="0" r="0" t="0"/>
            <a:stretch/>
          </p:blipFill>
          <p:spPr>
            <a:xfrm>
              <a:off x="5882639" y="4594859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36" name="Google Shape;7536;p106"/>
          <p:cNvGrpSpPr/>
          <p:nvPr/>
        </p:nvGrpSpPr>
        <p:grpSpPr>
          <a:xfrm>
            <a:off x="5823203" y="3874007"/>
            <a:ext cx="225553" cy="629412"/>
            <a:chOff x="5823203" y="3874007"/>
            <a:chExt cx="225553" cy="629412"/>
          </a:xfrm>
        </p:grpSpPr>
        <p:pic>
          <p:nvPicPr>
            <p:cNvPr id="7537" name="Google Shape;7537;p106"/>
            <p:cNvPicPr preferRelativeResize="0"/>
            <p:nvPr/>
          </p:nvPicPr>
          <p:blipFill rotWithShape="1">
            <a:blip r:embed="rId122">
              <a:alphaModFix/>
            </a:blip>
            <a:srcRect b="0" l="0" r="0" t="0"/>
            <a:stretch/>
          </p:blipFill>
          <p:spPr>
            <a:xfrm>
              <a:off x="5823204" y="4062983"/>
              <a:ext cx="225552" cy="4404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38" name="Google Shape;7538;p106"/>
            <p:cNvPicPr preferRelativeResize="0"/>
            <p:nvPr/>
          </p:nvPicPr>
          <p:blipFill rotWithShape="1">
            <a:blip r:embed="rId123">
              <a:alphaModFix/>
            </a:blip>
            <a:srcRect b="0" l="0" r="0" t="0"/>
            <a:stretch/>
          </p:blipFill>
          <p:spPr>
            <a:xfrm>
              <a:off x="5823203" y="3874007"/>
              <a:ext cx="225551" cy="1645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39" name="Google Shape;7539;p106"/>
          <p:cNvGrpSpPr/>
          <p:nvPr/>
        </p:nvGrpSpPr>
        <p:grpSpPr>
          <a:xfrm>
            <a:off x="5817095" y="3238500"/>
            <a:ext cx="231660" cy="535305"/>
            <a:chOff x="5817095" y="3238500"/>
            <a:chExt cx="231660" cy="535305"/>
          </a:xfrm>
        </p:grpSpPr>
        <p:sp>
          <p:nvSpPr>
            <p:cNvPr id="7540" name="Google Shape;7540;p106"/>
            <p:cNvSpPr/>
            <p:nvPr/>
          </p:nvSpPr>
          <p:spPr>
            <a:xfrm>
              <a:off x="5817095" y="3634740"/>
              <a:ext cx="227329" cy="139065"/>
            </a:xfrm>
            <a:custGeom>
              <a:rect b="b" l="l" r="r" t="t"/>
              <a:pathLst>
                <a:path extrusionOk="0" h="139064" w="227329">
                  <a:moveTo>
                    <a:pt x="227076" y="92964"/>
                  </a:moveTo>
                  <a:lnTo>
                    <a:pt x="88392" y="92964"/>
                  </a:lnTo>
                  <a:lnTo>
                    <a:pt x="88392" y="48768"/>
                  </a:lnTo>
                  <a:lnTo>
                    <a:pt x="65532" y="48768"/>
                  </a:lnTo>
                  <a:lnTo>
                    <a:pt x="65532" y="92964"/>
                  </a:lnTo>
                  <a:lnTo>
                    <a:pt x="59436" y="92964"/>
                  </a:lnTo>
                  <a:lnTo>
                    <a:pt x="24942" y="69278"/>
                  </a:lnTo>
                  <a:lnTo>
                    <a:pt x="24384" y="60960"/>
                  </a:lnTo>
                  <a:lnTo>
                    <a:pt x="24384" y="48768"/>
                  </a:lnTo>
                  <a:lnTo>
                    <a:pt x="25908" y="45720"/>
                  </a:lnTo>
                  <a:lnTo>
                    <a:pt x="25908" y="41148"/>
                  </a:lnTo>
                  <a:lnTo>
                    <a:pt x="27432" y="39624"/>
                  </a:lnTo>
                  <a:lnTo>
                    <a:pt x="27432" y="38100"/>
                  </a:lnTo>
                  <a:lnTo>
                    <a:pt x="3048" y="38100"/>
                  </a:lnTo>
                  <a:lnTo>
                    <a:pt x="1524" y="41148"/>
                  </a:lnTo>
                  <a:lnTo>
                    <a:pt x="1524" y="45720"/>
                  </a:lnTo>
                  <a:lnTo>
                    <a:pt x="0" y="50292"/>
                  </a:lnTo>
                  <a:lnTo>
                    <a:pt x="0" y="65532"/>
                  </a:lnTo>
                  <a:lnTo>
                    <a:pt x="889" y="78181"/>
                  </a:lnTo>
                  <a:lnTo>
                    <a:pt x="23863" y="112687"/>
                  </a:lnTo>
                  <a:lnTo>
                    <a:pt x="59436" y="120396"/>
                  </a:lnTo>
                  <a:lnTo>
                    <a:pt x="65532" y="120396"/>
                  </a:lnTo>
                  <a:lnTo>
                    <a:pt x="65532" y="138684"/>
                  </a:lnTo>
                  <a:lnTo>
                    <a:pt x="88392" y="138684"/>
                  </a:lnTo>
                  <a:lnTo>
                    <a:pt x="88392" y="120396"/>
                  </a:lnTo>
                  <a:lnTo>
                    <a:pt x="227076" y="120396"/>
                  </a:lnTo>
                  <a:lnTo>
                    <a:pt x="227076" y="92964"/>
                  </a:lnTo>
                  <a:close/>
                </a:path>
                <a:path extrusionOk="0" h="139064" w="227329">
                  <a:moveTo>
                    <a:pt x="227076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27076" y="28956"/>
                  </a:lnTo>
                  <a:lnTo>
                    <a:pt x="2270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41" name="Google Shape;7541;p106"/>
            <p:cNvPicPr preferRelativeResize="0"/>
            <p:nvPr/>
          </p:nvPicPr>
          <p:blipFill rotWithShape="1">
            <a:blip r:embed="rId124">
              <a:alphaModFix/>
            </a:blip>
            <a:srcRect b="0" l="0" r="0" t="0"/>
            <a:stretch/>
          </p:blipFill>
          <p:spPr>
            <a:xfrm>
              <a:off x="5878067" y="3238500"/>
              <a:ext cx="170688" cy="36880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542" name="Google Shape;7542;p106"/>
          <p:cNvPicPr preferRelativeResize="0"/>
          <p:nvPr/>
        </p:nvPicPr>
        <p:blipFill rotWithShape="1">
          <a:blip r:embed="rId125">
            <a:alphaModFix/>
          </a:blip>
          <a:srcRect b="0" l="0" r="0" t="0"/>
          <a:stretch/>
        </p:blipFill>
        <p:spPr>
          <a:xfrm>
            <a:off x="2880733" y="1538063"/>
            <a:ext cx="2849233" cy="179551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46" name="Shape 7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7" name="Google Shape;7547;p107"/>
          <p:cNvSpPr/>
          <p:nvPr/>
        </p:nvSpPr>
        <p:spPr>
          <a:xfrm>
            <a:off x="1636776" y="6289548"/>
            <a:ext cx="382905" cy="527685"/>
          </a:xfrm>
          <a:custGeom>
            <a:rect b="b" l="l" r="r" t="t"/>
            <a:pathLst>
              <a:path extrusionOk="0" h="527684" w="382905">
                <a:moveTo>
                  <a:pt x="374904" y="0"/>
                </a:moveTo>
                <a:lnTo>
                  <a:pt x="199644" y="0"/>
                </a:lnTo>
                <a:lnTo>
                  <a:pt x="176161" y="1435"/>
                </a:lnTo>
                <a:lnTo>
                  <a:pt x="138341" y="12865"/>
                </a:lnTo>
                <a:lnTo>
                  <a:pt x="104203" y="49530"/>
                </a:lnTo>
                <a:lnTo>
                  <a:pt x="97536" y="85344"/>
                </a:lnTo>
                <a:lnTo>
                  <a:pt x="98107" y="95631"/>
                </a:lnTo>
                <a:lnTo>
                  <a:pt x="112699" y="136550"/>
                </a:lnTo>
                <a:lnTo>
                  <a:pt x="135636" y="166116"/>
                </a:lnTo>
                <a:lnTo>
                  <a:pt x="0" y="166116"/>
                </a:lnTo>
                <a:lnTo>
                  <a:pt x="0" y="211836"/>
                </a:lnTo>
                <a:lnTo>
                  <a:pt x="374904" y="211836"/>
                </a:lnTo>
                <a:lnTo>
                  <a:pt x="374904" y="166116"/>
                </a:lnTo>
                <a:lnTo>
                  <a:pt x="173736" y="166116"/>
                </a:lnTo>
                <a:lnTo>
                  <a:pt x="166281" y="157861"/>
                </a:lnTo>
                <a:lnTo>
                  <a:pt x="145351" y="122834"/>
                </a:lnTo>
                <a:lnTo>
                  <a:pt x="140208" y="97536"/>
                </a:lnTo>
                <a:lnTo>
                  <a:pt x="140487" y="88963"/>
                </a:lnTo>
                <a:lnTo>
                  <a:pt x="160020" y="54864"/>
                </a:lnTo>
                <a:lnTo>
                  <a:pt x="185928" y="48768"/>
                </a:lnTo>
                <a:lnTo>
                  <a:pt x="194183" y="47650"/>
                </a:lnTo>
                <a:lnTo>
                  <a:pt x="202882" y="46672"/>
                </a:lnTo>
                <a:lnTo>
                  <a:pt x="211848" y="45986"/>
                </a:lnTo>
                <a:lnTo>
                  <a:pt x="220980" y="45720"/>
                </a:lnTo>
                <a:lnTo>
                  <a:pt x="374904" y="45720"/>
                </a:lnTo>
                <a:lnTo>
                  <a:pt x="374904" y="0"/>
                </a:lnTo>
                <a:close/>
              </a:path>
              <a:path extrusionOk="0" h="527684" w="382905">
                <a:moveTo>
                  <a:pt x="382511" y="364236"/>
                </a:moveTo>
                <a:lnTo>
                  <a:pt x="378066" y="322948"/>
                </a:lnTo>
                <a:lnTo>
                  <a:pt x="364985" y="280301"/>
                </a:lnTo>
                <a:lnTo>
                  <a:pt x="358127" y="268224"/>
                </a:lnTo>
                <a:lnTo>
                  <a:pt x="352031" y="252984"/>
                </a:lnTo>
                <a:lnTo>
                  <a:pt x="294119" y="252984"/>
                </a:lnTo>
                <a:lnTo>
                  <a:pt x="294119" y="256032"/>
                </a:lnTo>
                <a:lnTo>
                  <a:pt x="298691" y="260604"/>
                </a:lnTo>
                <a:lnTo>
                  <a:pt x="301739" y="265176"/>
                </a:lnTo>
                <a:lnTo>
                  <a:pt x="327152" y="301282"/>
                </a:lnTo>
                <a:lnTo>
                  <a:pt x="340220" y="344614"/>
                </a:lnTo>
                <a:lnTo>
                  <a:pt x="341363" y="364236"/>
                </a:lnTo>
                <a:lnTo>
                  <a:pt x="340791" y="375653"/>
                </a:lnTo>
                <a:lnTo>
                  <a:pt x="327075" y="417563"/>
                </a:lnTo>
                <a:lnTo>
                  <a:pt x="295097" y="450938"/>
                </a:lnTo>
                <a:lnTo>
                  <a:pt x="260591" y="467868"/>
                </a:lnTo>
                <a:lnTo>
                  <a:pt x="213664" y="476440"/>
                </a:lnTo>
                <a:lnTo>
                  <a:pt x="195059" y="477012"/>
                </a:lnTo>
                <a:lnTo>
                  <a:pt x="178231" y="476440"/>
                </a:lnTo>
                <a:lnTo>
                  <a:pt x="132575" y="467868"/>
                </a:lnTo>
                <a:lnTo>
                  <a:pt x="96570" y="451586"/>
                </a:lnTo>
                <a:lnTo>
                  <a:pt x="63284" y="418439"/>
                </a:lnTo>
                <a:lnTo>
                  <a:pt x="49326" y="375653"/>
                </a:lnTo>
                <a:lnTo>
                  <a:pt x="48755" y="364236"/>
                </a:lnTo>
                <a:lnTo>
                  <a:pt x="49047" y="354241"/>
                </a:lnTo>
                <a:lnTo>
                  <a:pt x="58851" y="311277"/>
                </a:lnTo>
                <a:lnTo>
                  <a:pt x="77952" y="277901"/>
                </a:lnTo>
                <a:lnTo>
                  <a:pt x="82283" y="272796"/>
                </a:lnTo>
                <a:lnTo>
                  <a:pt x="86855" y="266700"/>
                </a:lnTo>
                <a:lnTo>
                  <a:pt x="92951" y="260604"/>
                </a:lnTo>
                <a:lnTo>
                  <a:pt x="95999" y="256032"/>
                </a:lnTo>
                <a:lnTo>
                  <a:pt x="95999" y="252984"/>
                </a:lnTo>
                <a:lnTo>
                  <a:pt x="38087" y="252984"/>
                </a:lnTo>
                <a:lnTo>
                  <a:pt x="16751" y="300228"/>
                </a:lnTo>
                <a:lnTo>
                  <a:pt x="9537" y="338734"/>
                </a:lnTo>
                <a:lnTo>
                  <a:pt x="7607" y="364236"/>
                </a:lnTo>
                <a:lnTo>
                  <a:pt x="8445" y="382193"/>
                </a:lnTo>
                <a:lnTo>
                  <a:pt x="19799" y="429768"/>
                </a:lnTo>
                <a:lnTo>
                  <a:pt x="46164" y="470496"/>
                </a:lnTo>
                <a:lnTo>
                  <a:pt x="85140" y="501205"/>
                </a:lnTo>
                <a:lnTo>
                  <a:pt x="133553" y="520242"/>
                </a:lnTo>
                <a:lnTo>
                  <a:pt x="173037" y="526478"/>
                </a:lnTo>
                <a:lnTo>
                  <a:pt x="195059" y="527304"/>
                </a:lnTo>
                <a:lnTo>
                  <a:pt x="217335" y="526478"/>
                </a:lnTo>
                <a:lnTo>
                  <a:pt x="257860" y="520242"/>
                </a:lnTo>
                <a:lnTo>
                  <a:pt x="308978" y="500634"/>
                </a:lnTo>
                <a:lnTo>
                  <a:pt x="346113" y="469849"/>
                </a:lnTo>
                <a:lnTo>
                  <a:pt x="370319" y="429768"/>
                </a:lnTo>
                <a:lnTo>
                  <a:pt x="381685" y="381977"/>
                </a:lnTo>
                <a:lnTo>
                  <a:pt x="382511" y="36423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8" name="Google Shape;7548;p107"/>
          <p:cNvSpPr/>
          <p:nvPr/>
        </p:nvSpPr>
        <p:spPr>
          <a:xfrm>
            <a:off x="1652016" y="6176772"/>
            <a:ext cx="360045" cy="52069"/>
          </a:xfrm>
          <a:custGeom>
            <a:rect b="b" l="l" r="r" t="t"/>
            <a:pathLst>
              <a:path extrusionOk="0" h="52070" w="360044">
                <a:moveTo>
                  <a:pt x="47244" y="0"/>
                </a:moveTo>
                <a:lnTo>
                  <a:pt x="0" y="0"/>
                </a:lnTo>
                <a:lnTo>
                  <a:pt x="0" y="51816"/>
                </a:lnTo>
                <a:lnTo>
                  <a:pt x="47244" y="51816"/>
                </a:lnTo>
                <a:lnTo>
                  <a:pt x="47244" y="0"/>
                </a:lnTo>
                <a:close/>
              </a:path>
              <a:path extrusionOk="0" h="52070" w="360044">
                <a:moveTo>
                  <a:pt x="359664" y="3048"/>
                </a:moveTo>
                <a:lnTo>
                  <a:pt x="89916" y="3048"/>
                </a:lnTo>
                <a:lnTo>
                  <a:pt x="89916" y="48768"/>
                </a:lnTo>
                <a:lnTo>
                  <a:pt x="359664" y="48768"/>
                </a:lnTo>
                <a:lnTo>
                  <a:pt x="359664" y="304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9" name="Google Shape;7549;p107"/>
          <p:cNvSpPr/>
          <p:nvPr/>
        </p:nvSpPr>
        <p:spPr>
          <a:xfrm>
            <a:off x="1734311" y="5885688"/>
            <a:ext cx="376555" cy="226060"/>
          </a:xfrm>
          <a:custGeom>
            <a:rect b="b" l="l" r="r" t="t"/>
            <a:pathLst>
              <a:path extrusionOk="0" h="226060" w="376555">
                <a:moveTo>
                  <a:pt x="73152" y="179832"/>
                </a:moveTo>
                <a:lnTo>
                  <a:pt x="36576" y="179832"/>
                </a:lnTo>
                <a:lnTo>
                  <a:pt x="28884" y="171545"/>
                </a:lnTo>
                <a:lnTo>
                  <a:pt x="5786" y="132707"/>
                </a:lnTo>
                <a:lnTo>
                  <a:pt x="0" y="99060"/>
                </a:lnTo>
                <a:lnTo>
                  <a:pt x="2286" y="76700"/>
                </a:lnTo>
                <a:lnTo>
                  <a:pt x="20574" y="40552"/>
                </a:lnTo>
                <a:lnTo>
                  <a:pt x="56554" y="14787"/>
                </a:lnTo>
                <a:lnTo>
                  <a:pt x="106227" y="1690"/>
                </a:lnTo>
                <a:lnTo>
                  <a:pt x="135636" y="0"/>
                </a:lnTo>
                <a:lnTo>
                  <a:pt x="167973" y="2000"/>
                </a:lnTo>
                <a:lnTo>
                  <a:pt x="196596" y="8001"/>
                </a:lnTo>
                <a:lnTo>
                  <a:pt x="221789" y="18002"/>
                </a:lnTo>
                <a:lnTo>
                  <a:pt x="243840" y="32004"/>
                </a:lnTo>
                <a:lnTo>
                  <a:pt x="259058" y="47244"/>
                </a:lnTo>
                <a:lnTo>
                  <a:pt x="140208" y="47244"/>
                </a:lnTo>
                <a:lnTo>
                  <a:pt x="118514" y="48339"/>
                </a:lnTo>
                <a:lnTo>
                  <a:pt x="68580" y="62484"/>
                </a:lnTo>
                <a:lnTo>
                  <a:pt x="44362" y="94630"/>
                </a:lnTo>
                <a:lnTo>
                  <a:pt x="42672" y="109728"/>
                </a:lnTo>
                <a:lnTo>
                  <a:pt x="43243" y="118872"/>
                </a:lnTo>
                <a:lnTo>
                  <a:pt x="44958" y="128016"/>
                </a:lnTo>
                <a:lnTo>
                  <a:pt x="47755" y="136969"/>
                </a:lnTo>
                <a:lnTo>
                  <a:pt x="47815" y="137160"/>
                </a:lnTo>
                <a:lnTo>
                  <a:pt x="51816" y="146304"/>
                </a:lnTo>
                <a:lnTo>
                  <a:pt x="55792" y="155186"/>
                </a:lnTo>
                <a:lnTo>
                  <a:pt x="60769" y="163639"/>
                </a:lnTo>
                <a:lnTo>
                  <a:pt x="66603" y="171807"/>
                </a:lnTo>
                <a:lnTo>
                  <a:pt x="73152" y="179832"/>
                </a:lnTo>
                <a:close/>
              </a:path>
              <a:path extrusionOk="0" h="226060" w="376555">
                <a:moveTo>
                  <a:pt x="265176" y="179832"/>
                </a:moveTo>
                <a:lnTo>
                  <a:pt x="227076" y="179832"/>
                </a:lnTo>
                <a:lnTo>
                  <a:pt x="231371" y="171807"/>
                </a:lnTo>
                <a:lnTo>
                  <a:pt x="234886" y="164211"/>
                </a:lnTo>
                <a:lnTo>
                  <a:pt x="242265" y="123420"/>
                </a:lnTo>
                <a:lnTo>
                  <a:pt x="242296" y="121729"/>
                </a:lnTo>
                <a:lnTo>
                  <a:pt x="240625" y="104989"/>
                </a:lnTo>
                <a:lnTo>
                  <a:pt x="216407" y="67056"/>
                </a:lnTo>
                <a:lnTo>
                  <a:pt x="163901" y="48625"/>
                </a:lnTo>
                <a:lnTo>
                  <a:pt x="140208" y="47244"/>
                </a:lnTo>
                <a:lnTo>
                  <a:pt x="259058" y="47244"/>
                </a:lnTo>
                <a:lnTo>
                  <a:pt x="260961" y="49149"/>
                </a:lnTo>
                <a:lnTo>
                  <a:pt x="273367" y="68580"/>
                </a:lnTo>
                <a:lnTo>
                  <a:pt x="280916" y="90297"/>
                </a:lnTo>
                <a:lnTo>
                  <a:pt x="283464" y="114300"/>
                </a:lnTo>
                <a:lnTo>
                  <a:pt x="283320" y="118872"/>
                </a:lnTo>
                <a:lnTo>
                  <a:pt x="283225" y="121920"/>
                </a:lnTo>
                <a:lnTo>
                  <a:pt x="283178" y="123420"/>
                </a:lnTo>
                <a:lnTo>
                  <a:pt x="273177" y="164592"/>
                </a:lnTo>
                <a:lnTo>
                  <a:pt x="269462" y="172069"/>
                </a:lnTo>
                <a:lnTo>
                  <a:pt x="265176" y="179832"/>
                </a:lnTo>
                <a:close/>
              </a:path>
              <a:path extrusionOk="0" h="226060" w="376555">
                <a:moveTo>
                  <a:pt x="376428" y="225551"/>
                </a:moveTo>
                <a:lnTo>
                  <a:pt x="7620" y="225551"/>
                </a:lnTo>
                <a:lnTo>
                  <a:pt x="7620" y="179832"/>
                </a:lnTo>
                <a:lnTo>
                  <a:pt x="376428" y="179832"/>
                </a:lnTo>
                <a:lnTo>
                  <a:pt x="376428" y="225551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0" name="Google Shape;7550;p107"/>
          <p:cNvSpPr/>
          <p:nvPr/>
        </p:nvSpPr>
        <p:spPr>
          <a:xfrm>
            <a:off x="1652003" y="4340352"/>
            <a:ext cx="365760" cy="1384300"/>
          </a:xfrm>
          <a:custGeom>
            <a:rect b="b" l="l" r="r" t="t"/>
            <a:pathLst>
              <a:path extrusionOk="0" h="1384300" w="365760">
                <a:moveTo>
                  <a:pt x="359664" y="1082040"/>
                </a:moveTo>
                <a:lnTo>
                  <a:pt x="217932" y="1129487"/>
                </a:lnTo>
                <a:lnTo>
                  <a:pt x="217932" y="1178052"/>
                </a:lnTo>
                <a:lnTo>
                  <a:pt x="217932" y="1287780"/>
                </a:lnTo>
                <a:lnTo>
                  <a:pt x="50292" y="1232916"/>
                </a:lnTo>
                <a:lnTo>
                  <a:pt x="217932" y="1178052"/>
                </a:lnTo>
                <a:lnTo>
                  <a:pt x="217932" y="1129487"/>
                </a:lnTo>
                <a:lnTo>
                  <a:pt x="0" y="1202436"/>
                </a:lnTo>
                <a:lnTo>
                  <a:pt x="0" y="1261872"/>
                </a:lnTo>
                <a:lnTo>
                  <a:pt x="359664" y="1383792"/>
                </a:lnTo>
                <a:lnTo>
                  <a:pt x="359664" y="1333500"/>
                </a:lnTo>
                <a:lnTo>
                  <a:pt x="259080" y="1301496"/>
                </a:lnTo>
                <a:lnTo>
                  <a:pt x="259080" y="1287780"/>
                </a:lnTo>
                <a:lnTo>
                  <a:pt x="259080" y="1178052"/>
                </a:lnTo>
                <a:lnTo>
                  <a:pt x="259080" y="1164336"/>
                </a:lnTo>
                <a:lnTo>
                  <a:pt x="359664" y="1132332"/>
                </a:lnTo>
                <a:lnTo>
                  <a:pt x="359664" y="1082040"/>
                </a:lnTo>
                <a:close/>
              </a:path>
              <a:path extrusionOk="0" h="1384300" w="365760">
                <a:moveTo>
                  <a:pt x="359664" y="0"/>
                </a:moveTo>
                <a:lnTo>
                  <a:pt x="182880" y="0"/>
                </a:lnTo>
                <a:lnTo>
                  <a:pt x="168859" y="292"/>
                </a:lnTo>
                <a:lnTo>
                  <a:pt x="127025" y="8267"/>
                </a:lnTo>
                <a:lnTo>
                  <a:pt x="95059" y="33147"/>
                </a:lnTo>
                <a:lnTo>
                  <a:pt x="82613" y="69748"/>
                </a:lnTo>
                <a:lnTo>
                  <a:pt x="82296" y="77724"/>
                </a:lnTo>
                <a:lnTo>
                  <a:pt x="83134" y="89115"/>
                </a:lnTo>
                <a:lnTo>
                  <a:pt x="101041" y="130454"/>
                </a:lnTo>
                <a:lnTo>
                  <a:pt x="129540" y="160020"/>
                </a:lnTo>
                <a:lnTo>
                  <a:pt x="117830" y="165404"/>
                </a:lnTo>
                <a:lnTo>
                  <a:pt x="88087" y="198412"/>
                </a:lnTo>
                <a:lnTo>
                  <a:pt x="82296" y="230124"/>
                </a:lnTo>
                <a:lnTo>
                  <a:pt x="82867" y="240372"/>
                </a:lnTo>
                <a:lnTo>
                  <a:pt x="97472" y="277368"/>
                </a:lnTo>
                <a:lnTo>
                  <a:pt x="120396" y="304800"/>
                </a:lnTo>
                <a:lnTo>
                  <a:pt x="89916" y="304800"/>
                </a:lnTo>
                <a:lnTo>
                  <a:pt x="89916" y="350520"/>
                </a:lnTo>
                <a:lnTo>
                  <a:pt x="359664" y="350520"/>
                </a:lnTo>
                <a:lnTo>
                  <a:pt x="359664" y="304800"/>
                </a:lnTo>
                <a:lnTo>
                  <a:pt x="158496" y="304800"/>
                </a:lnTo>
                <a:lnTo>
                  <a:pt x="151053" y="296799"/>
                </a:lnTo>
                <a:lnTo>
                  <a:pt x="130111" y="264820"/>
                </a:lnTo>
                <a:lnTo>
                  <a:pt x="124968" y="242316"/>
                </a:lnTo>
                <a:lnTo>
                  <a:pt x="124968" y="231648"/>
                </a:lnTo>
                <a:lnTo>
                  <a:pt x="154495" y="200596"/>
                </a:lnTo>
                <a:lnTo>
                  <a:pt x="169164" y="198120"/>
                </a:lnTo>
                <a:lnTo>
                  <a:pt x="359664" y="198120"/>
                </a:lnTo>
                <a:lnTo>
                  <a:pt x="359664" y="152400"/>
                </a:lnTo>
                <a:lnTo>
                  <a:pt x="158496" y="152400"/>
                </a:lnTo>
                <a:lnTo>
                  <a:pt x="151053" y="144399"/>
                </a:lnTo>
                <a:lnTo>
                  <a:pt x="130111" y="112420"/>
                </a:lnTo>
                <a:lnTo>
                  <a:pt x="124968" y="89916"/>
                </a:lnTo>
                <a:lnTo>
                  <a:pt x="124968" y="79248"/>
                </a:lnTo>
                <a:lnTo>
                  <a:pt x="154495" y="48196"/>
                </a:lnTo>
                <a:lnTo>
                  <a:pt x="169164" y="45720"/>
                </a:lnTo>
                <a:lnTo>
                  <a:pt x="359664" y="45720"/>
                </a:lnTo>
                <a:lnTo>
                  <a:pt x="359664" y="0"/>
                </a:lnTo>
                <a:close/>
              </a:path>
              <a:path extrusionOk="0" h="1384300" w="365760">
                <a:moveTo>
                  <a:pt x="365760" y="978408"/>
                </a:moveTo>
                <a:lnTo>
                  <a:pt x="359664" y="932688"/>
                </a:lnTo>
                <a:lnTo>
                  <a:pt x="341376" y="899160"/>
                </a:lnTo>
                <a:lnTo>
                  <a:pt x="305943" y="876236"/>
                </a:lnTo>
                <a:lnTo>
                  <a:pt x="281940" y="871728"/>
                </a:lnTo>
                <a:lnTo>
                  <a:pt x="267042" y="872832"/>
                </a:lnTo>
                <a:lnTo>
                  <a:pt x="225513" y="895832"/>
                </a:lnTo>
                <a:lnTo>
                  <a:pt x="208788" y="932688"/>
                </a:lnTo>
                <a:lnTo>
                  <a:pt x="207416" y="939533"/>
                </a:lnTo>
                <a:lnTo>
                  <a:pt x="202692" y="958596"/>
                </a:lnTo>
                <a:lnTo>
                  <a:pt x="191262" y="999553"/>
                </a:lnTo>
                <a:lnTo>
                  <a:pt x="158496" y="1019556"/>
                </a:lnTo>
                <a:lnTo>
                  <a:pt x="149694" y="1018679"/>
                </a:lnTo>
                <a:lnTo>
                  <a:pt x="122682" y="987742"/>
                </a:lnTo>
                <a:lnTo>
                  <a:pt x="120396" y="967740"/>
                </a:lnTo>
                <a:lnTo>
                  <a:pt x="120954" y="956551"/>
                </a:lnTo>
                <a:lnTo>
                  <a:pt x="132880" y="913523"/>
                </a:lnTo>
                <a:lnTo>
                  <a:pt x="150876" y="885444"/>
                </a:lnTo>
                <a:lnTo>
                  <a:pt x="150876" y="882396"/>
                </a:lnTo>
                <a:lnTo>
                  <a:pt x="102108" y="882396"/>
                </a:lnTo>
                <a:lnTo>
                  <a:pt x="97828" y="890955"/>
                </a:lnTo>
                <a:lnTo>
                  <a:pt x="94107" y="900493"/>
                </a:lnTo>
                <a:lnTo>
                  <a:pt x="90970" y="910907"/>
                </a:lnTo>
                <a:lnTo>
                  <a:pt x="88392" y="922020"/>
                </a:lnTo>
                <a:lnTo>
                  <a:pt x="85521" y="933221"/>
                </a:lnTo>
                <a:lnTo>
                  <a:pt x="83629" y="944118"/>
                </a:lnTo>
                <a:lnTo>
                  <a:pt x="82613" y="955027"/>
                </a:lnTo>
                <a:lnTo>
                  <a:pt x="82296" y="966216"/>
                </a:lnTo>
                <a:lnTo>
                  <a:pt x="83731" y="987933"/>
                </a:lnTo>
                <a:lnTo>
                  <a:pt x="95161" y="1024509"/>
                </a:lnTo>
                <a:lnTo>
                  <a:pt x="131445" y="1059942"/>
                </a:lnTo>
                <a:lnTo>
                  <a:pt x="164592" y="1066800"/>
                </a:lnTo>
                <a:lnTo>
                  <a:pt x="177736" y="1065949"/>
                </a:lnTo>
                <a:lnTo>
                  <a:pt x="218884" y="1045108"/>
                </a:lnTo>
                <a:lnTo>
                  <a:pt x="237744" y="1008888"/>
                </a:lnTo>
                <a:lnTo>
                  <a:pt x="245364" y="972312"/>
                </a:lnTo>
                <a:lnTo>
                  <a:pt x="246888" y="964692"/>
                </a:lnTo>
                <a:lnTo>
                  <a:pt x="263652" y="928116"/>
                </a:lnTo>
                <a:lnTo>
                  <a:pt x="288036" y="918972"/>
                </a:lnTo>
                <a:lnTo>
                  <a:pt x="295656" y="918972"/>
                </a:lnTo>
                <a:lnTo>
                  <a:pt x="301752" y="920496"/>
                </a:lnTo>
                <a:lnTo>
                  <a:pt x="315468" y="929640"/>
                </a:lnTo>
                <a:lnTo>
                  <a:pt x="318516" y="935736"/>
                </a:lnTo>
                <a:lnTo>
                  <a:pt x="321564" y="940308"/>
                </a:lnTo>
                <a:lnTo>
                  <a:pt x="323088" y="946404"/>
                </a:lnTo>
                <a:lnTo>
                  <a:pt x="326136" y="961644"/>
                </a:lnTo>
                <a:lnTo>
                  <a:pt x="327660" y="970788"/>
                </a:lnTo>
                <a:lnTo>
                  <a:pt x="327660" y="976884"/>
                </a:lnTo>
                <a:lnTo>
                  <a:pt x="327380" y="984631"/>
                </a:lnTo>
                <a:lnTo>
                  <a:pt x="326517" y="991933"/>
                </a:lnTo>
                <a:lnTo>
                  <a:pt x="325094" y="998969"/>
                </a:lnTo>
                <a:lnTo>
                  <a:pt x="323088" y="1005840"/>
                </a:lnTo>
                <a:lnTo>
                  <a:pt x="321665" y="1012685"/>
                </a:lnTo>
                <a:lnTo>
                  <a:pt x="319659" y="1019365"/>
                </a:lnTo>
                <a:lnTo>
                  <a:pt x="317093" y="1025779"/>
                </a:lnTo>
                <a:lnTo>
                  <a:pt x="313944" y="1031748"/>
                </a:lnTo>
                <a:lnTo>
                  <a:pt x="310896" y="1040892"/>
                </a:lnTo>
                <a:lnTo>
                  <a:pt x="306324" y="1046988"/>
                </a:lnTo>
                <a:lnTo>
                  <a:pt x="303276" y="1053084"/>
                </a:lnTo>
                <a:lnTo>
                  <a:pt x="298704" y="1057656"/>
                </a:lnTo>
                <a:lnTo>
                  <a:pt x="292608" y="1066800"/>
                </a:lnTo>
                <a:lnTo>
                  <a:pt x="292608" y="1068324"/>
                </a:lnTo>
                <a:lnTo>
                  <a:pt x="342900" y="1068324"/>
                </a:lnTo>
                <a:lnTo>
                  <a:pt x="347218" y="1060665"/>
                </a:lnTo>
                <a:lnTo>
                  <a:pt x="361264" y="1017638"/>
                </a:lnTo>
                <a:lnTo>
                  <a:pt x="365213" y="991870"/>
                </a:lnTo>
                <a:lnTo>
                  <a:pt x="365760" y="978408"/>
                </a:lnTo>
                <a:close/>
              </a:path>
              <a:path extrusionOk="0" h="1384300" w="365760">
                <a:moveTo>
                  <a:pt x="365760" y="757428"/>
                </a:moveTo>
                <a:lnTo>
                  <a:pt x="359664" y="710184"/>
                </a:lnTo>
                <a:lnTo>
                  <a:pt x="335381" y="671639"/>
                </a:lnTo>
                <a:lnTo>
                  <a:pt x="297942" y="652081"/>
                </a:lnTo>
                <a:lnTo>
                  <a:pt x="281940" y="650748"/>
                </a:lnTo>
                <a:lnTo>
                  <a:pt x="267042" y="651637"/>
                </a:lnTo>
                <a:lnTo>
                  <a:pt x="225513" y="673976"/>
                </a:lnTo>
                <a:lnTo>
                  <a:pt x="208788" y="710184"/>
                </a:lnTo>
                <a:lnTo>
                  <a:pt x="207416" y="717042"/>
                </a:lnTo>
                <a:lnTo>
                  <a:pt x="204076" y="730758"/>
                </a:lnTo>
                <a:lnTo>
                  <a:pt x="194691" y="769289"/>
                </a:lnTo>
                <a:lnTo>
                  <a:pt x="166839" y="798004"/>
                </a:lnTo>
                <a:lnTo>
                  <a:pt x="158496" y="798576"/>
                </a:lnTo>
                <a:lnTo>
                  <a:pt x="149694" y="797483"/>
                </a:lnTo>
                <a:lnTo>
                  <a:pt x="122682" y="766000"/>
                </a:lnTo>
                <a:lnTo>
                  <a:pt x="120396" y="745236"/>
                </a:lnTo>
                <a:lnTo>
                  <a:pt x="120954" y="734072"/>
                </a:lnTo>
                <a:lnTo>
                  <a:pt x="132880" y="691667"/>
                </a:lnTo>
                <a:lnTo>
                  <a:pt x="150876" y="662940"/>
                </a:lnTo>
                <a:lnTo>
                  <a:pt x="150876" y="661416"/>
                </a:lnTo>
                <a:lnTo>
                  <a:pt x="102108" y="661416"/>
                </a:lnTo>
                <a:lnTo>
                  <a:pt x="97828" y="669734"/>
                </a:lnTo>
                <a:lnTo>
                  <a:pt x="85521" y="710946"/>
                </a:lnTo>
                <a:lnTo>
                  <a:pt x="82296" y="745236"/>
                </a:lnTo>
                <a:lnTo>
                  <a:pt x="83731" y="766953"/>
                </a:lnTo>
                <a:lnTo>
                  <a:pt x="95161" y="803529"/>
                </a:lnTo>
                <a:lnTo>
                  <a:pt x="131445" y="838962"/>
                </a:lnTo>
                <a:lnTo>
                  <a:pt x="164592" y="845820"/>
                </a:lnTo>
                <a:lnTo>
                  <a:pt x="177736" y="844943"/>
                </a:lnTo>
                <a:lnTo>
                  <a:pt x="218884" y="822604"/>
                </a:lnTo>
                <a:lnTo>
                  <a:pt x="237744" y="786384"/>
                </a:lnTo>
                <a:lnTo>
                  <a:pt x="245364" y="751332"/>
                </a:lnTo>
                <a:lnTo>
                  <a:pt x="246888" y="743712"/>
                </a:lnTo>
                <a:lnTo>
                  <a:pt x="263652" y="705612"/>
                </a:lnTo>
                <a:lnTo>
                  <a:pt x="288036" y="697992"/>
                </a:lnTo>
                <a:lnTo>
                  <a:pt x="295656" y="697992"/>
                </a:lnTo>
                <a:lnTo>
                  <a:pt x="324612" y="731520"/>
                </a:lnTo>
                <a:lnTo>
                  <a:pt x="326136" y="740664"/>
                </a:lnTo>
                <a:lnTo>
                  <a:pt x="327660" y="748284"/>
                </a:lnTo>
                <a:lnTo>
                  <a:pt x="327660" y="755904"/>
                </a:lnTo>
                <a:lnTo>
                  <a:pt x="327380" y="763003"/>
                </a:lnTo>
                <a:lnTo>
                  <a:pt x="326517" y="770382"/>
                </a:lnTo>
                <a:lnTo>
                  <a:pt x="325094" y="777773"/>
                </a:lnTo>
                <a:lnTo>
                  <a:pt x="323088" y="784860"/>
                </a:lnTo>
                <a:lnTo>
                  <a:pt x="321665" y="791464"/>
                </a:lnTo>
                <a:lnTo>
                  <a:pt x="319659" y="797623"/>
                </a:lnTo>
                <a:lnTo>
                  <a:pt x="317093" y="803516"/>
                </a:lnTo>
                <a:lnTo>
                  <a:pt x="313944" y="809244"/>
                </a:lnTo>
                <a:lnTo>
                  <a:pt x="310896" y="818388"/>
                </a:lnTo>
                <a:lnTo>
                  <a:pt x="306324" y="826008"/>
                </a:lnTo>
                <a:lnTo>
                  <a:pt x="303276" y="830580"/>
                </a:lnTo>
                <a:lnTo>
                  <a:pt x="298704" y="836676"/>
                </a:lnTo>
                <a:lnTo>
                  <a:pt x="295656" y="841248"/>
                </a:lnTo>
                <a:lnTo>
                  <a:pt x="292608" y="844296"/>
                </a:lnTo>
                <a:lnTo>
                  <a:pt x="292608" y="847344"/>
                </a:lnTo>
                <a:lnTo>
                  <a:pt x="342900" y="847344"/>
                </a:lnTo>
                <a:lnTo>
                  <a:pt x="347218" y="838796"/>
                </a:lnTo>
                <a:lnTo>
                  <a:pt x="361264" y="795794"/>
                </a:lnTo>
                <a:lnTo>
                  <a:pt x="365213" y="770216"/>
                </a:lnTo>
                <a:lnTo>
                  <a:pt x="365760" y="757428"/>
                </a:lnTo>
                <a:close/>
              </a:path>
              <a:path extrusionOk="0" h="1384300" w="365760">
                <a:moveTo>
                  <a:pt x="365760" y="490728"/>
                </a:moveTo>
                <a:lnTo>
                  <a:pt x="365086" y="468871"/>
                </a:lnTo>
                <a:lnTo>
                  <a:pt x="364236" y="463296"/>
                </a:lnTo>
                <a:lnTo>
                  <a:pt x="361188" y="448056"/>
                </a:lnTo>
                <a:lnTo>
                  <a:pt x="361061" y="447675"/>
                </a:lnTo>
                <a:lnTo>
                  <a:pt x="360997" y="447471"/>
                </a:lnTo>
                <a:lnTo>
                  <a:pt x="358140" y="438912"/>
                </a:lnTo>
                <a:lnTo>
                  <a:pt x="358101" y="438721"/>
                </a:lnTo>
                <a:lnTo>
                  <a:pt x="356616" y="432816"/>
                </a:lnTo>
                <a:lnTo>
                  <a:pt x="347472" y="409956"/>
                </a:lnTo>
                <a:lnTo>
                  <a:pt x="345948" y="402336"/>
                </a:lnTo>
                <a:lnTo>
                  <a:pt x="342861" y="397700"/>
                </a:lnTo>
                <a:lnTo>
                  <a:pt x="294132" y="397700"/>
                </a:lnTo>
                <a:lnTo>
                  <a:pt x="294132" y="400812"/>
                </a:lnTo>
                <a:lnTo>
                  <a:pt x="297180" y="403860"/>
                </a:lnTo>
                <a:lnTo>
                  <a:pt x="300228" y="408432"/>
                </a:lnTo>
                <a:lnTo>
                  <a:pt x="303276" y="414528"/>
                </a:lnTo>
                <a:lnTo>
                  <a:pt x="307848" y="420624"/>
                </a:lnTo>
                <a:lnTo>
                  <a:pt x="310896" y="426720"/>
                </a:lnTo>
                <a:lnTo>
                  <a:pt x="313944" y="435864"/>
                </a:lnTo>
                <a:lnTo>
                  <a:pt x="316877" y="441629"/>
                </a:lnTo>
                <a:lnTo>
                  <a:pt x="319087" y="447675"/>
                </a:lnTo>
                <a:lnTo>
                  <a:pt x="326136" y="490728"/>
                </a:lnTo>
                <a:lnTo>
                  <a:pt x="324688" y="511048"/>
                </a:lnTo>
                <a:lnTo>
                  <a:pt x="301752" y="556260"/>
                </a:lnTo>
                <a:lnTo>
                  <a:pt x="251180" y="579196"/>
                </a:lnTo>
                <a:lnTo>
                  <a:pt x="228600" y="580644"/>
                </a:lnTo>
                <a:lnTo>
                  <a:pt x="228600" y="438912"/>
                </a:lnTo>
                <a:lnTo>
                  <a:pt x="228600" y="393192"/>
                </a:lnTo>
                <a:lnTo>
                  <a:pt x="204216" y="393192"/>
                </a:lnTo>
                <a:lnTo>
                  <a:pt x="193548" y="393585"/>
                </a:lnTo>
                <a:lnTo>
                  <a:pt x="193548" y="438912"/>
                </a:lnTo>
                <a:lnTo>
                  <a:pt x="193548" y="580644"/>
                </a:lnTo>
                <a:lnTo>
                  <a:pt x="151638" y="567309"/>
                </a:lnTo>
                <a:lnTo>
                  <a:pt x="124968" y="534924"/>
                </a:lnTo>
                <a:lnTo>
                  <a:pt x="122085" y="528637"/>
                </a:lnTo>
                <a:lnTo>
                  <a:pt x="120205" y="521398"/>
                </a:lnTo>
                <a:lnTo>
                  <a:pt x="120167" y="521017"/>
                </a:lnTo>
                <a:lnTo>
                  <a:pt x="119189" y="513283"/>
                </a:lnTo>
                <a:lnTo>
                  <a:pt x="119113" y="511048"/>
                </a:lnTo>
                <a:lnTo>
                  <a:pt x="118872" y="504444"/>
                </a:lnTo>
                <a:lnTo>
                  <a:pt x="118986" y="501396"/>
                </a:lnTo>
                <a:lnTo>
                  <a:pt x="119189" y="495833"/>
                </a:lnTo>
                <a:lnTo>
                  <a:pt x="120205" y="488061"/>
                </a:lnTo>
                <a:lnTo>
                  <a:pt x="122097" y="480872"/>
                </a:lnTo>
                <a:lnTo>
                  <a:pt x="124968" y="473964"/>
                </a:lnTo>
                <a:lnTo>
                  <a:pt x="128016" y="466344"/>
                </a:lnTo>
                <a:lnTo>
                  <a:pt x="161544" y="443484"/>
                </a:lnTo>
                <a:lnTo>
                  <a:pt x="168694" y="441490"/>
                </a:lnTo>
                <a:lnTo>
                  <a:pt x="176403" y="440055"/>
                </a:lnTo>
                <a:lnTo>
                  <a:pt x="184696" y="439204"/>
                </a:lnTo>
                <a:lnTo>
                  <a:pt x="193548" y="438912"/>
                </a:lnTo>
                <a:lnTo>
                  <a:pt x="193548" y="393585"/>
                </a:lnTo>
                <a:lnTo>
                  <a:pt x="149352" y="400812"/>
                </a:lnTo>
                <a:lnTo>
                  <a:pt x="105346" y="430847"/>
                </a:lnTo>
                <a:lnTo>
                  <a:pt x="98958" y="438912"/>
                </a:lnTo>
                <a:lnTo>
                  <a:pt x="93916" y="447471"/>
                </a:lnTo>
                <a:lnTo>
                  <a:pt x="93840" y="447675"/>
                </a:lnTo>
                <a:lnTo>
                  <a:pt x="89916" y="457200"/>
                </a:lnTo>
                <a:lnTo>
                  <a:pt x="86804" y="466902"/>
                </a:lnTo>
                <a:lnTo>
                  <a:pt x="84391" y="477583"/>
                </a:lnTo>
                <a:lnTo>
                  <a:pt x="82854" y="489140"/>
                </a:lnTo>
                <a:lnTo>
                  <a:pt x="82778" y="490728"/>
                </a:lnTo>
                <a:lnTo>
                  <a:pt x="82296" y="501396"/>
                </a:lnTo>
                <a:lnTo>
                  <a:pt x="84848" y="527672"/>
                </a:lnTo>
                <a:lnTo>
                  <a:pt x="104800" y="572770"/>
                </a:lnTo>
                <a:lnTo>
                  <a:pt x="143052" y="606437"/>
                </a:lnTo>
                <a:lnTo>
                  <a:pt x="195008" y="624103"/>
                </a:lnTo>
                <a:lnTo>
                  <a:pt x="225552" y="626364"/>
                </a:lnTo>
                <a:lnTo>
                  <a:pt x="257606" y="624103"/>
                </a:lnTo>
                <a:lnTo>
                  <a:pt x="285369" y="617410"/>
                </a:lnTo>
                <a:lnTo>
                  <a:pt x="309143" y="606437"/>
                </a:lnTo>
                <a:lnTo>
                  <a:pt x="329184" y="591312"/>
                </a:lnTo>
                <a:lnTo>
                  <a:pt x="337718" y="580644"/>
                </a:lnTo>
                <a:lnTo>
                  <a:pt x="345186" y="571309"/>
                </a:lnTo>
                <a:lnTo>
                  <a:pt x="345313" y="571080"/>
                </a:lnTo>
                <a:lnTo>
                  <a:pt x="356616" y="547878"/>
                </a:lnTo>
                <a:lnTo>
                  <a:pt x="356717" y="547497"/>
                </a:lnTo>
                <a:lnTo>
                  <a:pt x="363474" y="521017"/>
                </a:lnTo>
                <a:lnTo>
                  <a:pt x="365760" y="49072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1" name="Google Shape;7551;p107"/>
          <p:cNvSpPr/>
          <p:nvPr/>
        </p:nvSpPr>
        <p:spPr>
          <a:xfrm>
            <a:off x="1636775" y="4049267"/>
            <a:ext cx="382905" cy="226060"/>
          </a:xfrm>
          <a:custGeom>
            <a:rect b="b" l="l" r="r" t="t"/>
            <a:pathLst>
              <a:path extrusionOk="0" h="226060" w="382905">
                <a:moveTo>
                  <a:pt x="170687" y="179832"/>
                </a:moveTo>
                <a:lnTo>
                  <a:pt x="132587" y="179832"/>
                </a:lnTo>
                <a:lnTo>
                  <a:pt x="125777" y="171545"/>
                </a:lnTo>
                <a:lnTo>
                  <a:pt x="103322" y="132921"/>
                </a:lnTo>
                <a:lnTo>
                  <a:pt x="97535" y="99060"/>
                </a:lnTo>
                <a:lnTo>
                  <a:pt x="99734" y="78200"/>
                </a:lnTo>
                <a:lnTo>
                  <a:pt x="99821" y="77366"/>
                </a:lnTo>
                <a:lnTo>
                  <a:pt x="118109" y="41409"/>
                </a:lnTo>
                <a:lnTo>
                  <a:pt x="154138" y="15430"/>
                </a:lnTo>
                <a:lnTo>
                  <a:pt x="205049" y="1714"/>
                </a:lnTo>
                <a:lnTo>
                  <a:pt x="236219" y="0"/>
                </a:lnTo>
                <a:lnTo>
                  <a:pt x="267676" y="2000"/>
                </a:lnTo>
                <a:lnTo>
                  <a:pt x="295846" y="8001"/>
                </a:lnTo>
                <a:lnTo>
                  <a:pt x="320873" y="18002"/>
                </a:lnTo>
                <a:lnTo>
                  <a:pt x="342900" y="32004"/>
                </a:lnTo>
                <a:lnTo>
                  <a:pt x="358140" y="47244"/>
                </a:lnTo>
                <a:lnTo>
                  <a:pt x="239267" y="47244"/>
                </a:lnTo>
                <a:lnTo>
                  <a:pt x="216455" y="48339"/>
                </a:lnTo>
                <a:lnTo>
                  <a:pt x="178831" y="56245"/>
                </a:lnTo>
                <a:lnTo>
                  <a:pt x="146684" y="81534"/>
                </a:lnTo>
                <a:lnTo>
                  <a:pt x="140208" y="109728"/>
                </a:lnTo>
                <a:lnTo>
                  <a:pt x="140779" y="118872"/>
                </a:lnTo>
                <a:lnTo>
                  <a:pt x="154185" y="155400"/>
                </a:lnTo>
                <a:lnTo>
                  <a:pt x="164996" y="172450"/>
                </a:lnTo>
                <a:lnTo>
                  <a:pt x="170687" y="179832"/>
                </a:lnTo>
                <a:close/>
              </a:path>
              <a:path extrusionOk="0" h="226060" w="382905">
                <a:moveTo>
                  <a:pt x="374904" y="225551"/>
                </a:moveTo>
                <a:lnTo>
                  <a:pt x="0" y="225551"/>
                </a:lnTo>
                <a:lnTo>
                  <a:pt x="0" y="179832"/>
                </a:lnTo>
                <a:lnTo>
                  <a:pt x="326136" y="179832"/>
                </a:lnTo>
                <a:lnTo>
                  <a:pt x="330184" y="171878"/>
                </a:lnTo>
                <a:lnTo>
                  <a:pt x="333375" y="164211"/>
                </a:lnTo>
                <a:lnTo>
                  <a:pt x="335915" y="157329"/>
                </a:lnTo>
                <a:lnTo>
                  <a:pt x="338328" y="150876"/>
                </a:lnTo>
                <a:lnTo>
                  <a:pt x="339447" y="143994"/>
                </a:lnTo>
                <a:lnTo>
                  <a:pt x="340397" y="137160"/>
                </a:lnTo>
                <a:lnTo>
                  <a:pt x="341114" y="129659"/>
                </a:lnTo>
                <a:lnTo>
                  <a:pt x="341339" y="122991"/>
                </a:lnTo>
                <a:lnTo>
                  <a:pt x="341376" y="121920"/>
                </a:lnTo>
                <a:lnTo>
                  <a:pt x="327874" y="78200"/>
                </a:lnTo>
                <a:lnTo>
                  <a:pt x="284987" y="52578"/>
                </a:lnTo>
                <a:lnTo>
                  <a:pt x="239267" y="47244"/>
                </a:lnTo>
                <a:lnTo>
                  <a:pt x="358140" y="47244"/>
                </a:lnTo>
                <a:lnTo>
                  <a:pt x="360021" y="49125"/>
                </a:lnTo>
                <a:lnTo>
                  <a:pt x="372427" y="68389"/>
                </a:lnTo>
                <a:lnTo>
                  <a:pt x="379976" y="89654"/>
                </a:lnTo>
                <a:lnTo>
                  <a:pt x="382524" y="112776"/>
                </a:lnTo>
                <a:lnTo>
                  <a:pt x="382339" y="118872"/>
                </a:lnTo>
                <a:lnTo>
                  <a:pt x="382214" y="122991"/>
                </a:lnTo>
                <a:lnTo>
                  <a:pt x="381190" y="132778"/>
                </a:lnTo>
                <a:lnTo>
                  <a:pt x="379309" y="141708"/>
                </a:lnTo>
                <a:lnTo>
                  <a:pt x="376428" y="149352"/>
                </a:lnTo>
                <a:lnTo>
                  <a:pt x="373925" y="157114"/>
                </a:lnTo>
                <a:lnTo>
                  <a:pt x="373856" y="157329"/>
                </a:lnTo>
                <a:lnTo>
                  <a:pt x="370713" y="165163"/>
                </a:lnTo>
                <a:lnTo>
                  <a:pt x="366998" y="172712"/>
                </a:lnTo>
                <a:lnTo>
                  <a:pt x="362712" y="179832"/>
                </a:lnTo>
                <a:lnTo>
                  <a:pt x="374904" y="182880"/>
                </a:lnTo>
                <a:lnTo>
                  <a:pt x="374904" y="225551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2" name="Google Shape;7552;p107"/>
          <p:cNvSpPr/>
          <p:nvPr/>
        </p:nvSpPr>
        <p:spPr>
          <a:xfrm>
            <a:off x="1636763" y="3675888"/>
            <a:ext cx="474345" cy="325120"/>
          </a:xfrm>
          <a:custGeom>
            <a:rect b="b" l="l" r="r" t="t"/>
            <a:pathLst>
              <a:path extrusionOk="0" h="325120" w="474344">
                <a:moveTo>
                  <a:pt x="376440" y="277368"/>
                </a:moveTo>
                <a:lnTo>
                  <a:pt x="0" y="277368"/>
                </a:lnTo>
                <a:lnTo>
                  <a:pt x="0" y="324612"/>
                </a:lnTo>
                <a:lnTo>
                  <a:pt x="376440" y="324612"/>
                </a:lnTo>
                <a:lnTo>
                  <a:pt x="376440" y="277368"/>
                </a:lnTo>
                <a:close/>
              </a:path>
              <a:path extrusionOk="0" h="325120" w="474344">
                <a:moveTo>
                  <a:pt x="473976" y="143256"/>
                </a:moveTo>
                <a:lnTo>
                  <a:pt x="105168" y="0"/>
                </a:lnTo>
                <a:lnTo>
                  <a:pt x="105168" y="48768"/>
                </a:lnTo>
                <a:lnTo>
                  <a:pt x="301764" y="120396"/>
                </a:lnTo>
                <a:lnTo>
                  <a:pt x="105168" y="192024"/>
                </a:lnTo>
                <a:lnTo>
                  <a:pt x="105168" y="242316"/>
                </a:lnTo>
                <a:lnTo>
                  <a:pt x="359676" y="144780"/>
                </a:lnTo>
                <a:lnTo>
                  <a:pt x="473976" y="193548"/>
                </a:lnTo>
                <a:lnTo>
                  <a:pt x="473976" y="143256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553" name="Google Shape;7553;p107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601467" y="8805671"/>
            <a:ext cx="102108" cy="1021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554" name="Google Shape;7554;p107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2531363" y="7391400"/>
            <a:ext cx="277368" cy="11841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55" name="Google Shape;7555;p107"/>
          <p:cNvGrpSpPr/>
          <p:nvPr/>
        </p:nvGrpSpPr>
        <p:grpSpPr>
          <a:xfrm>
            <a:off x="2520696" y="6489192"/>
            <a:ext cx="231647" cy="784860"/>
            <a:chOff x="2520696" y="6489192"/>
            <a:chExt cx="231647" cy="784860"/>
          </a:xfrm>
        </p:grpSpPr>
        <p:pic>
          <p:nvPicPr>
            <p:cNvPr id="7556" name="Google Shape;7556;p107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522219" y="7136892"/>
              <a:ext cx="230124" cy="1371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57" name="Google Shape;7557;p107"/>
            <p:cNvSpPr/>
            <p:nvPr/>
          </p:nvSpPr>
          <p:spPr>
            <a:xfrm>
              <a:off x="2520696" y="7080503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58" name="Google Shape;7558;p107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2581655" y="6766560"/>
              <a:ext cx="170688" cy="2849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59" name="Google Shape;7559;p107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22219" y="6489192"/>
              <a:ext cx="228600" cy="25450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60" name="Google Shape;7560;p107"/>
          <p:cNvGrpSpPr/>
          <p:nvPr/>
        </p:nvGrpSpPr>
        <p:grpSpPr>
          <a:xfrm>
            <a:off x="2520695" y="5800344"/>
            <a:ext cx="231648" cy="585215"/>
            <a:chOff x="2520695" y="5800344"/>
            <a:chExt cx="231648" cy="585215"/>
          </a:xfrm>
        </p:grpSpPr>
        <p:pic>
          <p:nvPicPr>
            <p:cNvPr id="7561" name="Google Shape;7561;p107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20695" y="6036563"/>
              <a:ext cx="231648" cy="3489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62" name="Google Shape;7562;p107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581656" y="5800344"/>
              <a:ext cx="166116" cy="21031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63" name="Google Shape;7563;p107"/>
          <p:cNvGrpSpPr/>
          <p:nvPr/>
        </p:nvGrpSpPr>
        <p:grpSpPr>
          <a:xfrm>
            <a:off x="2531351" y="4593335"/>
            <a:ext cx="275856" cy="1077469"/>
            <a:chOff x="2531351" y="4593335"/>
            <a:chExt cx="275856" cy="1077469"/>
          </a:xfrm>
        </p:grpSpPr>
        <p:pic>
          <p:nvPicPr>
            <p:cNvPr id="7564" name="Google Shape;7564;p107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581655" y="5533644"/>
              <a:ext cx="225552" cy="1371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65" name="Google Shape;7565;p107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581656" y="5119116"/>
              <a:ext cx="169164" cy="38862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66" name="Google Shape;7566;p107"/>
            <p:cNvSpPr/>
            <p:nvPr/>
          </p:nvSpPr>
          <p:spPr>
            <a:xfrm>
              <a:off x="2531351" y="5068824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67" name="Google Shape;7567;p107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81655" y="4895087"/>
              <a:ext cx="170688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68" name="Google Shape;7568;p107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86227" y="4738116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69" name="Google Shape;7569;p107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581755" y="4593335"/>
              <a:ext cx="168783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70" name="Google Shape;7570;p107"/>
          <p:cNvGrpSpPr/>
          <p:nvPr/>
        </p:nvGrpSpPr>
        <p:grpSpPr>
          <a:xfrm>
            <a:off x="2538984" y="3820667"/>
            <a:ext cx="268224" cy="664464"/>
            <a:chOff x="2538984" y="3820667"/>
            <a:chExt cx="268224" cy="664464"/>
          </a:xfrm>
        </p:grpSpPr>
        <p:pic>
          <p:nvPicPr>
            <p:cNvPr id="7571" name="Google Shape;7571;p107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38984" y="4117847"/>
              <a:ext cx="211836" cy="3672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72" name="Google Shape;7572;p107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581656" y="3820667"/>
              <a:ext cx="225552" cy="26974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73" name="Google Shape;7573;p107"/>
          <p:cNvGrpSpPr/>
          <p:nvPr/>
        </p:nvGrpSpPr>
        <p:grpSpPr>
          <a:xfrm>
            <a:off x="2531351" y="3235452"/>
            <a:ext cx="220992" cy="467868"/>
            <a:chOff x="2531351" y="3235452"/>
            <a:chExt cx="220992" cy="467868"/>
          </a:xfrm>
        </p:grpSpPr>
        <p:sp>
          <p:nvSpPr>
            <p:cNvPr id="7574" name="Google Shape;7574;p107"/>
            <p:cNvSpPr/>
            <p:nvPr/>
          </p:nvSpPr>
          <p:spPr>
            <a:xfrm>
              <a:off x="2531351" y="367284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75" name="Google Shape;7575;p107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581656" y="3505200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76" name="Google Shape;7576;p107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538984" y="3235452"/>
              <a:ext cx="213359" cy="24841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77" name="Google Shape;7577;p107"/>
          <p:cNvGrpSpPr/>
          <p:nvPr/>
        </p:nvGrpSpPr>
        <p:grpSpPr>
          <a:xfrm>
            <a:off x="2520695" y="2602992"/>
            <a:ext cx="231648" cy="530351"/>
            <a:chOff x="2520695" y="2602992"/>
            <a:chExt cx="231648" cy="530351"/>
          </a:xfrm>
        </p:grpSpPr>
        <p:pic>
          <p:nvPicPr>
            <p:cNvPr id="7578" name="Google Shape;7578;p107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520695" y="2993135"/>
              <a:ext cx="227076" cy="1402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79" name="Google Shape;7579;p107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581656" y="2827019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80" name="Google Shape;7580;p107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581872" y="2671572"/>
              <a:ext cx="170471" cy="1295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81" name="Google Shape;7581;p107"/>
            <p:cNvSpPr/>
            <p:nvPr/>
          </p:nvSpPr>
          <p:spPr>
            <a:xfrm>
              <a:off x="2520696" y="2602992"/>
              <a:ext cx="227329" cy="29209"/>
            </a:xfrm>
            <a:custGeom>
              <a:rect b="b" l="l" r="r" t="t"/>
              <a:pathLst>
                <a:path extrusionOk="0" h="29210" w="227330">
                  <a:moveTo>
                    <a:pt x="227075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107"/>
          <p:cNvGrpSpPr/>
          <p:nvPr/>
        </p:nvGrpSpPr>
        <p:grpSpPr>
          <a:xfrm>
            <a:off x="2520696" y="1697735"/>
            <a:ext cx="286510" cy="774446"/>
            <a:chOff x="2520696" y="1697735"/>
            <a:chExt cx="286510" cy="774446"/>
          </a:xfrm>
        </p:grpSpPr>
        <p:sp>
          <p:nvSpPr>
            <p:cNvPr id="7583" name="Google Shape;7583;p107"/>
            <p:cNvSpPr/>
            <p:nvPr/>
          </p:nvSpPr>
          <p:spPr>
            <a:xfrm>
              <a:off x="2520696" y="2442972"/>
              <a:ext cx="227329" cy="29209"/>
            </a:xfrm>
            <a:custGeom>
              <a:rect b="b" l="l" r="r" t="t"/>
              <a:pathLst>
                <a:path extrusionOk="0" h="29210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84" name="Google Shape;7584;p107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581655" y="1969007"/>
              <a:ext cx="225551" cy="4465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85" name="Google Shape;7585;p107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586227" y="1815083"/>
              <a:ext cx="166116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86" name="Google Shape;7586;p107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538984" y="1697735"/>
              <a:ext cx="211836" cy="9601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587" name="Google Shape;7587;p107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028187" y="8805671"/>
            <a:ext cx="102108" cy="1021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88" name="Google Shape;7588;p107"/>
          <p:cNvGrpSpPr/>
          <p:nvPr/>
        </p:nvGrpSpPr>
        <p:grpSpPr>
          <a:xfrm>
            <a:off x="2947416" y="7947659"/>
            <a:ext cx="286512" cy="620523"/>
            <a:chOff x="2947416" y="7947659"/>
            <a:chExt cx="286512" cy="620523"/>
          </a:xfrm>
        </p:grpSpPr>
        <p:pic>
          <p:nvPicPr>
            <p:cNvPr id="7589" name="Google Shape;7589;p107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958084" y="8285988"/>
              <a:ext cx="220979" cy="28219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90" name="Google Shape;7590;p107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3012948" y="8164068"/>
              <a:ext cx="161543" cy="8534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91" name="Google Shape;7591;p107"/>
            <p:cNvSpPr/>
            <p:nvPr/>
          </p:nvSpPr>
          <p:spPr>
            <a:xfrm>
              <a:off x="2947416" y="8115300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92" name="Google Shape;7592;p107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3012948" y="7947659"/>
              <a:ext cx="220980" cy="14478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593" name="Google Shape;7593;p107"/>
          <p:cNvGrpSpPr/>
          <p:nvPr/>
        </p:nvGrpSpPr>
        <p:grpSpPr>
          <a:xfrm>
            <a:off x="2947416" y="6160008"/>
            <a:ext cx="288036" cy="1690624"/>
            <a:chOff x="2947416" y="6160008"/>
            <a:chExt cx="288036" cy="1690624"/>
          </a:xfrm>
        </p:grpSpPr>
        <p:sp>
          <p:nvSpPr>
            <p:cNvPr id="7594" name="Google Shape;7594;p107"/>
            <p:cNvSpPr/>
            <p:nvPr/>
          </p:nvSpPr>
          <p:spPr>
            <a:xfrm>
              <a:off x="2947416" y="7708392"/>
              <a:ext cx="227329" cy="142240"/>
            </a:xfrm>
            <a:custGeom>
              <a:rect b="b" l="l" r="r" t="t"/>
              <a:pathLst>
                <a:path extrusionOk="0" h="142240" w="227330">
                  <a:moveTo>
                    <a:pt x="227063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27063" y="28956"/>
                  </a:lnTo>
                  <a:lnTo>
                    <a:pt x="227063" y="0"/>
                  </a:lnTo>
                  <a:close/>
                </a:path>
                <a:path extrusionOk="0" h="142240" w="227330">
                  <a:moveTo>
                    <a:pt x="227076" y="96012"/>
                  </a:moveTo>
                  <a:lnTo>
                    <a:pt x="88392" y="96012"/>
                  </a:lnTo>
                  <a:lnTo>
                    <a:pt x="88392" y="51816"/>
                  </a:lnTo>
                  <a:lnTo>
                    <a:pt x="65532" y="51816"/>
                  </a:lnTo>
                  <a:lnTo>
                    <a:pt x="65532" y="96012"/>
                  </a:lnTo>
                  <a:lnTo>
                    <a:pt x="59436" y="96012"/>
                  </a:lnTo>
                  <a:lnTo>
                    <a:pt x="24714" y="72326"/>
                  </a:lnTo>
                  <a:lnTo>
                    <a:pt x="24384" y="60960"/>
                  </a:lnTo>
                  <a:lnTo>
                    <a:pt x="24384" y="53340"/>
                  </a:lnTo>
                  <a:lnTo>
                    <a:pt x="25908" y="48768"/>
                  </a:lnTo>
                  <a:lnTo>
                    <a:pt x="25908" y="44196"/>
                  </a:lnTo>
                  <a:lnTo>
                    <a:pt x="27432" y="42672"/>
                  </a:lnTo>
                  <a:lnTo>
                    <a:pt x="27432" y="41148"/>
                  </a:lnTo>
                  <a:lnTo>
                    <a:pt x="1524" y="41148"/>
                  </a:lnTo>
                  <a:lnTo>
                    <a:pt x="1524" y="48768"/>
                  </a:lnTo>
                  <a:lnTo>
                    <a:pt x="0" y="54864"/>
                  </a:lnTo>
                  <a:lnTo>
                    <a:pt x="0" y="68580"/>
                  </a:lnTo>
                  <a:lnTo>
                    <a:pt x="876" y="81229"/>
                  </a:lnTo>
                  <a:lnTo>
                    <a:pt x="23215" y="115735"/>
                  </a:lnTo>
                  <a:lnTo>
                    <a:pt x="59436" y="123444"/>
                  </a:lnTo>
                  <a:lnTo>
                    <a:pt x="65532" y="123444"/>
                  </a:lnTo>
                  <a:lnTo>
                    <a:pt x="65532" y="141732"/>
                  </a:lnTo>
                  <a:lnTo>
                    <a:pt x="88392" y="141732"/>
                  </a:lnTo>
                  <a:lnTo>
                    <a:pt x="88392" y="123444"/>
                  </a:lnTo>
                  <a:lnTo>
                    <a:pt x="227076" y="123444"/>
                  </a:lnTo>
                  <a:lnTo>
                    <a:pt x="227076" y="960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95" name="Google Shape;7595;p107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008375" y="7374635"/>
              <a:ext cx="170688" cy="30632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96" name="Google Shape;7596;p107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012948" y="7263383"/>
              <a:ext cx="161543" cy="853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97" name="Google Shape;7597;p107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008375" y="7104888"/>
              <a:ext cx="225552" cy="1371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98" name="Google Shape;7598;p107"/>
            <p:cNvSpPr/>
            <p:nvPr/>
          </p:nvSpPr>
          <p:spPr>
            <a:xfrm>
              <a:off x="2947416" y="7046976"/>
              <a:ext cx="227329" cy="29209"/>
            </a:xfrm>
            <a:custGeom>
              <a:rect b="b" l="l" r="r" t="t"/>
              <a:pathLst>
                <a:path extrusionOk="0" h="29209" w="227330">
                  <a:moveTo>
                    <a:pt x="227075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27075" y="0"/>
                  </a:lnTo>
                  <a:lnTo>
                    <a:pt x="227075" y="289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599" name="Google Shape;7599;p107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008417" y="6890003"/>
              <a:ext cx="170646" cy="1295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00" name="Google Shape;7600;p107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3008375" y="6725412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01" name="Google Shape;7601;p107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008375" y="6559295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602" name="Google Shape;7602;p107"/>
            <p:cNvSpPr/>
            <p:nvPr/>
          </p:nvSpPr>
          <p:spPr>
            <a:xfrm>
              <a:off x="2958084" y="6492240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603" name="Google Shape;7603;p107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008375" y="6324599"/>
              <a:ext cx="166116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04" name="Google Shape;7604;p107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008376" y="6160008"/>
              <a:ext cx="227076" cy="1386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05" name="Google Shape;7605;p107"/>
          <p:cNvGrpSpPr/>
          <p:nvPr/>
        </p:nvGrpSpPr>
        <p:grpSpPr>
          <a:xfrm>
            <a:off x="2958084" y="5862828"/>
            <a:ext cx="219455" cy="176784"/>
            <a:chOff x="2958084" y="5862828"/>
            <a:chExt cx="219455" cy="176784"/>
          </a:xfrm>
        </p:grpSpPr>
        <p:sp>
          <p:nvSpPr>
            <p:cNvPr id="7606" name="Google Shape;7606;p107"/>
            <p:cNvSpPr/>
            <p:nvPr/>
          </p:nvSpPr>
          <p:spPr>
            <a:xfrm>
              <a:off x="2958084" y="6009132"/>
              <a:ext cx="216535" cy="30480"/>
            </a:xfrm>
            <a:custGeom>
              <a:rect b="b" l="l" r="r" t="t"/>
              <a:pathLst>
                <a:path extrusionOk="0" h="30479" w="216535">
                  <a:moveTo>
                    <a:pt x="28956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8956" y="30480"/>
                  </a:lnTo>
                  <a:lnTo>
                    <a:pt x="28956" y="0"/>
                  </a:lnTo>
                  <a:close/>
                </a:path>
                <a:path extrusionOk="0" h="30479" w="216535">
                  <a:moveTo>
                    <a:pt x="216408" y="1524"/>
                  </a:moveTo>
                  <a:lnTo>
                    <a:pt x="54864" y="1524"/>
                  </a:lnTo>
                  <a:lnTo>
                    <a:pt x="54864" y="28956"/>
                  </a:lnTo>
                  <a:lnTo>
                    <a:pt x="216408" y="28956"/>
                  </a:lnTo>
                  <a:lnTo>
                    <a:pt x="216408" y="15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607" name="Google Shape;7607;p107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008375" y="5862828"/>
              <a:ext cx="169164" cy="1158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608" name="Google Shape;7608;p107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2948939" y="5315711"/>
            <a:ext cx="284988" cy="425196"/>
          </a:xfrm>
          <a:prstGeom prst="rect">
            <a:avLst/>
          </a:prstGeom>
          <a:noFill/>
          <a:ln>
            <a:noFill/>
          </a:ln>
        </p:spPr>
      </p:pic>
      <p:pic>
        <p:nvPicPr>
          <p:cNvPr id="7609" name="Google Shape;7609;p107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2930651" y="2153411"/>
            <a:ext cx="3598164" cy="24764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13" name="Shape 7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4" name="Google Shape;7614;p108"/>
          <p:cNvSpPr/>
          <p:nvPr/>
        </p:nvSpPr>
        <p:spPr>
          <a:xfrm>
            <a:off x="1652003" y="5660136"/>
            <a:ext cx="367665" cy="460375"/>
          </a:xfrm>
          <a:custGeom>
            <a:rect b="b" l="l" r="r" t="t"/>
            <a:pathLst>
              <a:path extrusionOk="0" h="460375" w="367664">
                <a:moveTo>
                  <a:pt x="359664" y="292608"/>
                </a:moveTo>
                <a:lnTo>
                  <a:pt x="42672" y="292608"/>
                </a:lnTo>
                <a:lnTo>
                  <a:pt x="42672" y="171958"/>
                </a:lnTo>
                <a:lnTo>
                  <a:pt x="0" y="171958"/>
                </a:lnTo>
                <a:lnTo>
                  <a:pt x="0" y="292608"/>
                </a:lnTo>
                <a:lnTo>
                  <a:pt x="0" y="339598"/>
                </a:lnTo>
                <a:lnTo>
                  <a:pt x="0" y="460248"/>
                </a:lnTo>
                <a:lnTo>
                  <a:pt x="42672" y="460248"/>
                </a:lnTo>
                <a:lnTo>
                  <a:pt x="42672" y="339598"/>
                </a:lnTo>
                <a:lnTo>
                  <a:pt x="359664" y="339598"/>
                </a:lnTo>
                <a:lnTo>
                  <a:pt x="359664" y="292608"/>
                </a:lnTo>
                <a:close/>
              </a:path>
              <a:path extrusionOk="0" h="460375" w="367664">
                <a:moveTo>
                  <a:pt x="367245" y="133807"/>
                </a:moveTo>
                <a:lnTo>
                  <a:pt x="355092" y="77724"/>
                </a:lnTo>
                <a:lnTo>
                  <a:pt x="330708" y="45720"/>
                </a:lnTo>
                <a:lnTo>
                  <a:pt x="359664" y="45720"/>
                </a:lnTo>
                <a:lnTo>
                  <a:pt x="359664" y="0"/>
                </a:lnTo>
                <a:lnTo>
                  <a:pt x="324535" y="0"/>
                </a:lnTo>
                <a:lnTo>
                  <a:pt x="324535" y="114300"/>
                </a:lnTo>
                <a:lnTo>
                  <a:pt x="324510" y="117284"/>
                </a:lnTo>
                <a:lnTo>
                  <a:pt x="324396" y="118897"/>
                </a:lnTo>
                <a:lnTo>
                  <a:pt x="323786" y="127571"/>
                </a:lnTo>
                <a:lnTo>
                  <a:pt x="323723" y="127825"/>
                </a:lnTo>
                <a:lnTo>
                  <a:pt x="298323" y="164211"/>
                </a:lnTo>
                <a:lnTo>
                  <a:pt x="277368" y="167640"/>
                </a:lnTo>
                <a:lnTo>
                  <a:pt x="267385" y="166789"/>
                </a:lnTo>
                <a:lnTo>
                  <a:pt x="267576" y="166789"/>
                </a:lnTo>
                <a:lnTo>
                  <a:pt x="259080" y="164401"/>
                </a:lnTo>
                <a:lnTo>
                  <a:pt x="232079" y="133807"/>
                </a:lnTo>
                <a:lnTo>
                  <a:pt x="223608" y="96570"/>
                </a:lnTo>
                <a:lnTo>
                  <a:pt x="223507" y="95631"/>
                </a:lnTo>
                <a:lnTo>
                  <a:pt x="221310" y="73088"/>
                </a:lnTo>
                <a:lnTo>
                  <a:pt x="220129" y="62484"/>
                </a:lnTo>
                <a:lnTo>
                  <a:pt x="218922" y="52870"/>
                </a:lnTo>
                <a:lnTo>
                  <a:pt x="217932" y="45720"/>
                </a:lnTo>
                <a:lnTo>
                  <a:pt x="294132" y="45720"/>
                </a:lnTo>
                <a:lnTo>
                  <a:pt x="315468" y="77724"/>
                </a:lnTo>
                <a:lnTo>
                  <a:pt x="322491" y="96570"/>
                </a:lnTo>
                <a:lnTo>
                  <a:pt x="324040" y="105587"/>
                </a:lnTo>
                <a:lnTo>
                  <a:pt x="324116" y="106870"/>
                </a:lnTo>
                <a:lnTo>
                  <a:pt x="324180" y="108013"/>
                </a:lnTo>
                <a:lnTo>
                  <a:pt x="324281" y="109728"/>
                </a:lnTo>
                <a:lnTo>
                  <a:pt x="324358" y="111252"/>
                </a:lnTo>
                <a:lnTo>
                  <a:pt x="324535" y="114300"/>
                </a:lnTo>
                <a:lnTo>
                  <a:pt x="324535" y="0"/>
                </a:lnTo>
                <a:lnTo>
                  <a:pt x="175260" y="0"/>
                </a:lnTo>
                <a:lnTo>
                  <a:pt x="162356" y="317"/>
                </a:lnTo>
                <a:lnTo>
                  <a:pt x="122478" y="10744"/>
                </a:lnTo>
                <a:lnTo>
                  <a:pt x="92773" y="44577"/>
                </a:lnTo>
                <a:lnTo>
                  <a:pt x="86817" y="62826"/>
                </a:lnTo>
                <a:lnTo>
                  <a:pt x="86728" y="63246"/>
                </a:lnTo>
                <a:lnTo>
                  <a:pt x="84874" y="73088"/>
                </a:lnTo>
                <a:lnTo>
                  <a:pt x="84810" y="73583"/>
                </a:lnTo>
                <a:lnTo>
                  <a:pt x="83439" y="84391"/>
                </a:lnTo>
                <a:lnTo>
                  <a:pt x="83375" y="85344"/>
                </a:lnTo>
                <a:lnTo>
                  <a:pt x="83312" y="86258"/>
                </a:lnTo>
                <a:lnTo>
                  <a:pt x="82651" y="95631"/>
                </a:lnTo>
                <a:lnTo>
                  <a:pt x="82689" y="122872"/>
                </a:lnTo>
                <a:lnTo>
                  <a:pt x="83388" y="132588"/>
                </a:lnTo>
                <a:lnTo>
                  <a:pt x="91376" y="178117"/>
                </a:lnTo>
                <a:lnTo>
                  <a:pt x="93091" y="186118"/>
                </a:lnTo>
                <a:lnTo>
                  <a:pt x="94488" y="193548"/>
                </a:lnTo>
                <a:lnTo>
                  <a:pt x="140208" y="193548"/>
                </a:lnTo>
                <a:lnTo>
                  <a:pt x="140208" y="190500"/>
                </a:lnTo>
                <a:lnTo>
                  <a:pt x="135928" y="179336"/>
                </a:lnTo>
                <a:lnTo>
                  <a:pt x="132207" y="168592"/>
                </a:lnTo>
                <a:lnTo>
                  <a:pt x="123050" y="127571"/>
                </a:lnTo>
                <a:lnTo>
                  <a:pt x="122212" y="118897"/>
                </a:lnTo>
                <a:lnTo>
                  <a:pt x="122262" y="95631"/>
                </a:lnTo>
                <a:lnTo>
                  <a:pt x="135636" y="57912"/>
                </a:lnTo>
                <a:lnTo>
                  <a:pt x="172212" y="45720"/>
                </a:lnTo>
                <a:lnTo>
                  <a:pt x="181356" y="45720"/>
                </a:lnTo>
                <a:lnTo>
                  <a:pt x="181444" y="46863"/>
                </a:lnTo>
                <a:lnTo>
                  <a:pt x="181533" y="48298"/>
                </a:lnTo>
                <a:lnTo>
                  <a:pt x="182626" y="64008"/>
                </a:lnTo>
                <a:lnTo>
                  <a:pt x="183832" y="79629"/>
                </a:lnTo>
                <a:lnTo>
                  <a:pt x="185407" y="95631"/>
                </a:lnTo>
                <a:lnTo>
                  <a:pt x="185521" y="96570"/>
                </a:lnTo>
                <a:lnTo>
                  <a:pt x="185623" y="97332"/>
                </a:lnTo>
                <a:lnTo>
                  <a:pt x="185674" y="97726"/>
                </a:lnTo>
                <a:lnTo>
                  <a:pt x="187452" y="111252"/>
                </a:lnTo>
                <a:lnTo>
                  <a:pt x="190030" y="126453"/>
                </a:lnTo>
                <a:lnTo>
                  <a:pt x="193167" y="140208"/>
                </a:lnTo>
                <a:lnTo>
                  <a:pt x="193281" y="140589"/>
                </a:lnTo>
                <a:lnTo>
                  <a:pt x="196888" y="152831"/>
                </a:lnTo>
                <a:lnTo>
                  <a:pt x="215455" y="187071"/>
                </a:lnTo>
                <a:lnTo>
                  <a:pt x="255270" y="211645"/>
                </a:lnTo>
                <a:lnTo>
                  <a:pt x="281940" y="214884"/>
                </a:lnTo>
                <a:lnTo>
                  <a:pt x="290182" y="214337"/>
                </a:lnTo>
                <a:lnTo>
                  <a:pt x="330327" y="200025"/>
                </a:lnTo>
                <a:lnTo>
                  <a:pt x="357479" y="171437"/>
                </a:lnTo>
                <a:lnTo>
                  <a:pt x="361327" y="164211"/>
                </a:lnTo>
                <a:lnTo>
                  <a:pt x="364070" y="156591"/>
                </a:lnTo>
                <a:lnTo>
                  <a:pt x="365950" y="148590"/>
                </a:lnTo>
                <a:lnTo>
                  <a:pt x="366052" y="147828"/>
                </a:lnTo>
                <a:lnTo>
                  <a:pt x="366979" y="140589"/>
                </a:lnTo>
                <a:lnTo>
                  <a:pt x="367093" y="137617"/>
                </a:lnTo>
                <a:lnTo>
                  <a:pt x="367245" y="133807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5" name="Google Shape;7615;p108"/>
          <p:cNvSpPr/>
          <p:nvPr/>
        </p:nvSpPr>
        <p:spPr>
          <a:xfrm>
            <a:off x="1664195" y="4386072"/>
            <a:ext cx="447040" cy="1207135"/>
          </a:xfrm>
          <a:custGeom>
            <a:rect b="b" l="l" r="r" t="t"/>
            <a:pathLst>
              <a:path extrusionOk="0" h="1207135" w="447039">
                <a:moveTo>
                  <a:pt x="353466" y="819912"/>
                </a:moveTo>
                <a:lnTo>
                  <a:pt x="348996" y="777240"/>
                </a:lnTo>
                <a:lnTo>
                  <a:pt x="345948" y="768096"/>
                </a:lnTo>
                <a:lnTo>
                  <a:pt x="345859" y="767715"/>
                </a:lnTo>
                <a:lnTo>
                  <a:pt x="344424" y="762000"/>
                </a:lnTo>
                <a:lnTo>
                  <a:pt x="335280" y="739140"/>
                </a:lnTo>
                <a:lnTo>
                  <a:pt x="335241" y="738949"/>
                </a:lnTo>
                <a:lnTo>
                  <a:pt x="333756" y="731520"/>
                </a:lnTo>
                <a:lnTo>
                  <a:pt x="330708" y="726948"/>
                </a:lnTo>
                <a:lnTo>
                  <a:pt x="281940" y="726948"/>
                </a:lnTo>
                <a:lnTo>
                  <a:pt x="281940" y="728472"/>
                </a:lnTo>
                <a:lnTo>
                  <a:pt x="288036" y="737616"/>
                </a:lnTo>
                <a:lnTo>
                  <a:pt x="291084" y="743712"/>
                </a:lnTo>
                <a:lnTo>
                  <a:pt x="295656" y="748284"/>
                </a:lnTo>
                <a:lnTo>
                  <a:pt x="301752" y="763524"/>
                </a:lnTo>
                <a:lnTo>
                  <a:pt x="304685" y="770178"/>
                </a:lnTo>
                <a:lnTo>
                  <a:pt x="313690" y="812177"/>
                </a:lnTo>
                <a:lnTo>
                  <a:pt x="313944" y="819912"/>
                </a:lnTo>
                <a:lnTo>
                  <a:pt x="312496" y="839584"/>
                </a:lnTo>
                <a:lnTo>
                  <a:pt x="289560" y="885444"/>
                </a:lnTo>
                <a:lnTo>
                  <a:pt x="238988" y="908380"/>
                </a:lnTo>
                <a:lnTo>
                  <a:pt x="216408" y="909828"/>
                </a:lnTo>
                <a:lnTo>
                  <a:pt x="216408" y="768096"/>
                </a:lnTo>
                <a:lnTo>
                  <a:pt x="216408" y="722376"/>
                </a:lnTo>
                <a:lnTo>
                  <a:pt x="192024" y="722376"/>
                </a:lnTo>
                <a:lnTo>
                  <a:pt x="181356" y="722617"/>
                </a:lnTo>
                <a:lnTo>
                  <a:pt x="181356" y="768096"/>
                </a:lnTo>
                <a:lnTo>
                  <a:pt x="181356" y="909828"/>
                </a:lnTo>
                <a:lnTo>
                  <a:pt x="139446" y="896302"/>
                </a:lnTo>
                <a:lnTo>
                  <a:pt x="112776" y="864108"/>
                </a:lnTo>
                <a:lnTo>
                  <a:pt x="109905" y="857846"/>
                </a:lnTo>
                <a:lnTo>
                  <a:pt x="108013" y="850582"/>
                </a:lnTo>
                <a:lnTo>
                  <a:pt x="106997" y="842467"/>
                </a:lnTo>
                <a:lnTo>
                  <a:pt x="106895" y="839584"/>
                </a:lnTo>
                <a:lnTo>
                  <a:pt x="106680" y="833628"/>
                </a:lnTo>
                <a:lnTo>
                  <a:pt x="106794" y="830580"/>
                </a:lnTo>
                <a:lnTo>
                  <a:pt x="106997" y="824801"/>
                </a:lnTo>
                <a:lnTo>
                  <a:pt x="108013" y="816673"/>
                </a:lnTo>
                <a:lnTo>
                  <a:pt x="109905" y="809421"/>
                </a:lnTo>
                <a:lnTo>
                  <a:pt x="112776" y="803148"/>
                </a:lnTo>
                <a:lnTo>
                  <a:pt x="115824" y="795528"/>
                </a:lnTo>
                <a:lnTo>
                  <a:pt x="120396" y="787908"/>
                </a:lnTo>
                <a:lnTo>
                  <a:pt x="128016" y="783336"/>
                </a:lnTo>
                <a:lnTo>
                  <a:pt x="134112" y="778764"/>
                </a:lnTo>
                <a:lnTo>
                  <a:pt x="141732" y="774192"/>
                </a:lnTo>
                <a:lnTo>
                  <a:pt x="149352" y="772668"/>
                </a:lnTo>
                <a:lnTo>
                  <a:pt x="156502" y="770674"/>
                </a:lnTo>
                <a:lnTo>
                  <a:pt x="164211" y="769239"/>
                </a:lnTo>
                <a:lnTo>
                  <a:pt x="172504" y="768388"/>
                </a:lnTo>
                <a:lnTo>
                  <a:pt x="181356" y="768096"/>
                </a:lnTo>
                <a:lnTo>
                  <a:pt x="181356" y="722617"/>
                </a:lnTo>
                <a:lnTo>
                  <a:pt x="137160" y="729996"/>
                </a:lnTo>
                <a:lnTo>
                  <a:pt x="100584" y="751332"/>
                </a:lnTo>
                <a:lnTo>
                  <a:pt x="77724" y="786384"/>
                </a:lnTo>
                <a:lnTo>
                  <a:pt x="70104" y="830580"/>
                </a:lnTo>
                <a:lnTo>
                  <a:pt x="72656" y="856856"/>
                </a:lnTo>
                <a:lnTo>
                  <a:pt x="92608" y="901954"/>
                </a:lnTo>
                <a:lnTo>
                  <a:pt x="130860" y="935621"/>
                </a:lnTo>
                <a:lnTo>
                  <a:pt x="182714" y="953262"/>
                </a:lnTo>
                <a:lnTo>
                  <a:pt x="182499" y="953262"/>
                </a:lnTo>
                <a:lnTo>
                  <a:pt x="213360" y="955548"/>
                </a:lnTo>
                <a:lnTo>
                  <a:pt x="245414" y="953262"/>
                </a:lnTo>
                <a:lnTo>
                  <a:pt x="273177" y="946404"/>
                </a:lnTo>
                <a:lnTo>
                  <a:pt x="316992" y="918972"/>
                </a:lnTo>
                <a:lnTo>
                  <a:pt x="344424" y="876681"/>
                </a:lnTo>
                <a:lnTo>
                  <a:pt x="351282" y="849541"/>
                </a:lnTo>
                <a:lnTo>
                  <a:pt x="353466" y="819912"/>
                </a:lnTo>
                <a:close/>
              </a:path>
              <a:path extrusionOk="0" h="1207135" w="447039">
                <a:moveTo>
                  <a:pt x="353568" y="35052"/>
                </a:moveTo>
                <a:lnTo>
                  <a:pt x="352044" y="25908"/>
                </a:lnTo>
                <a:lnTo>
                  <a:pt x="349567" y="12382"/>
                </a:lnTo>
                <a:lnTo>
                  <a:pt x="347980" y="5981"/>
                </a:lnTo>
                <a:lnTo>
                  <a:pt x="345948" y="0"/>
                </a:lnTo>
                <a:lnTo>
                  <a:pt x="304800" y="0"/>
                </a:lnTo>
                <a:lnTo>
                  <a:pt x="304800" y="1524"/>
                </a:lnTo>
                <a:lnTo>
                  <a:pt x="306324" y="4572"/>
                </a:lnTo>
                <a:lnTo>
                  <a:pt x="307848" y="10668"/>
                </a:lnTo>
                <a:lnTo>
                  <a:pt x="310896" y="16764"/>
                </a:lnTo>
                <a:lnTo>
                  <a:pt x="313944" y="32004"/>
                </a:lnTo>
                <a:lnTo>
                  <a:pt x="313944" y="38100"/>
                </a:lnTo>
                <a:lnTo>
                  <a:pt x="303276" y="74676"/>
                </a:lnTo>
                <a:lnTo>
                  <a:pt x="283464" y="82296"/>
                </a:lnTo>
                <a:lnTo>
                  <a:pt x="275844" y="82296"/>
                </a:lnTo>
                <a:lnTo>
                  <a:pt x="269557" y="83185"/>
                </a:lnTo>
                <a:lnTo>
                  <a:pt x="262128" y="83629"/>
                </a:lnTo>
                <a:lnTo>
                  <a:pt x="243840" y="83820"/>
                </a:lnTo>
                <a:lnTo>
                  <a:pt x="115824" y="83820"/>
                </a:lnTo>
                <a:lnTo>
                  <a:pt x="115824" y="0"/>
                </a:lnTo>
                <a:lnTo>
                  <a:pt x="77724" y="0"/>
                </a:lnTo>
                <a:lnTo>
                  <a:pt x="77724" y="83820"/>
                </a:lnTo>
                <a:lnTo>
                  <a:pt x="0" y="83820"/>
                </a:lnTo>
                <a:lnTo>
                  <a:pt x="0" y="129540"/>
                </a:lnTo>
                <a:lnTo>
                  <a:pt x="77724" y="129540"/>
                </a:lnTo>
                <a:lnTo>
                  <a:pt x="77724" y="160020"/>
                </a:lnTo>
                <a:lnTo>
                  <a:pt x="115824" y="160020"/>
                </a:lnTo>
                <a:lnTo>
                  <a:pt x="115824" y="129540"/>
                </a:lnTo>
                <a:lnTo>
                  <a:pt x="265176" y="129540"/>
                </a:lnTo>
                <a:lnTo>
                  <a:pt x="286588" y="128143"/>
                </a:lnTo>
                <a:lnTo>
                  <a:pt x="332232" y="108204"/>
                </a:lnTo>
                <a:lnTo>
                  <a:pt x="352171" y="67703"/>
                </a:lnTo>
                <a:lnTo>
                  <a:pt x="353568" y="50292"/>
                </a:lnTo>
                <a:lnTo>
                  <a:pt x="353568" y="35052"/>
                </a:lnTo>
                <a:close/>
              </a:path>
              <a:path extrusionOk="0" h="1207135" w="447039">
                <a:moveTo>
                  <a:pt x="355104" y="573024"/>
                </a:moveTo>
                <a:lnTo>
                  <a:pt x="352818" y="547027"/>
                </a:lnTo>
                <a:lnTo>
                  <a:pt x="345960" y="523875"/>
                </a:lnTo>
                <a:lnTo>
                  <a:pt x="334530" y="503593"/>
                </a:lnTo>
                <a:lnTo>
                  <a:pt x="331114" y="499872"/>
                </a:lnTo>
                <a:lnTo>
                  <a:pt x="318528" y="486156"/>
                </a:lnTo>
                <a:lnTo>
                  <a:pt x="315480" y="484022"/>
                </a:lnTo>
                <a:lnTo>
                  <a:pt x="315480" y="573024"/>
                </a:lnTo>
                <a:lnTo>
                  <a:pt x="313778" y="589318"/>
                </a:lnTo>
                <a:lnTo>
                  <a:pt x="289572" y="627888"/>
                </a:lnTo>
                <a:lnTo>
                  <a:pt x="237058" y="645033"/>
                </a:lnTo>
                <a:lnTo>
                  <a:pt x="213372" y="646176"/>
                </a:lnTo>
                <a:lnTo>
                  <a:pt x="188798" y="645033"/>
                </a:lnTo>
                <a:lnTo>
                  <a:pt x="149936" y="635889"/>
                </a:lnTo>
                <a:lnTo>
                  <a:pt x="116408" y="603885"/>
                </a:lnTo>
                <a:lnTo>
                  <a:pt x="109740" y="573024"/>
                </a:lnTo>
                <a:lnTo>
                  <a:pt x="111429" y="556742"/>
                </a:lnTo>
                <a:lnTo>
                  <a:pt x="135648" y="518160"/>
                </a:lnTo>
                <a:lnTo>
                  <a:pt x="188798" y="501015"/>
                </a:lnTo>
                <a:lnTo>
                  <a:pt x="213372" y="499872"/>
                </a:lnTo>
                <a:lnTo>
                  <a:pt x="236575" y="501015"/>
                </a:lnTo>
                <a:lnTo>
                  <a:pt x="236918" y="501015"/>
                </a:lnTo>
                <a:lnTo>
                  <a:pt x="275297" y="510806"/>
                </a:lnTo>
                <a:lnTo>
                  <a:pt x="308813" y="542353"/>
                </a:lnTo>
                <a:lnTo>
                  <a:pt x="315480" y="573024"/>
                </a:lnTo>
                <a:lnTo>
                  <a:pt x="315480" y="484022"/>
                </a:lnTo>
                <a:lnTo>
                  <a:pt x="297383" y="471284"/>
                </a:lnTo>
                <a:lnTo>
                  <a:pt x="272808" y="460819"/>
                </a:lnTo>
                <a:lnTo>
                  <a:pt x="244805" y="454660"/>
                </a:lnTo>
                <a:lnTo>
                  <a:pt x="213372" y="452628"/>
                </a:lnTo>
                <a:lnTo>
                  <a:pt x="181076" y="454660"/>
                </a:lnTo>
                <a:lnTo>
                  <a:pt x="128498" y="471284"/>
                </a:lnTo>
                <a:lnTo>
                  <a:pt x="91325" y="503593"/>
                </a:lnTo>
                <a:lnTo>
                  <a:pt x="72415" y="547027"/>
                </a:lnTo>
                <a:lnTo>
                  <a:pt x="70116" y="573024"/>
                </a:lnTo>
                <a:lnTo>
                  <a:pt x="72415" y="599033"/>
                </a:lnTo>
                <a:lnTo>
                  <a:pt x="72491" y="599274"/>
                </a:lnTo>
                <a:lnTo>
                  <a:pt x="79451" y="622173"/>
                </a:lnTo>
                <a:lnTo>
                  <a:pt x="108216" y="659892"/>
                </a:lnTo>
                <a:lnTo>
                  <a:pt x="152793" y="685228"/>
                </a:lnTo>
                <a:lnTo>
                  <a:pt x="213372" y="693420"/>
                </a:lnTo>
                <a:lnTo>
                  <a:pt x="244284" y="691400"/>
                </a:lnTo>
                <a:lnTo>
                  <a:pt x="244030" y="691400"/>
                </a:lnTo>
                <a:lnTo>
                  <a:pt x="271475" y="685419"/>
                </a:lnTo>
                <a:lnTo>
                  <a:pt x="295871" y="675424"/>
                </a:lnTo>
                <a:lnTo>
                  <a:pt x="317004" y="661416"/>
                </a:lnTo>
                <a:lnTo>
                  <a:pt x="331558" y="646176"/>
                </a:lnTo>
                <a:lnTo>
                  <a:pt x="333883" y="643750"/>
                </a:lnTo>
                <a:lnTo>
                  <a:pt x="345770" y="622935"/>
                </a:lnTo>
                <a:lnTo>
                  <a:pt x="352793" y="599274"/>
                </a:lnTo>
                <a:lnTo>
                  <a:pt x="352806" y="599033"/>
                </a:lnTo>
                <a:lnTo>
                  <a:pt x="355104" y="573024"/>
                </a:lnTo>
                <a:close/>
              </a:path>
              <a:path extrusionOk="0" h="1207135" w="447039">
                <a:moveTo>
                  <a:pt x="355104" y="326136"/>
                </a:moveTo>
                <a:lnTo>
                  <a:pt x="345960" y="283464"/>
                </a:lnTo>
                <a:lnTo>
                  <a:pt x="318528" y="243840"/>
                </a:lnTo>
                <a:lnTo>
                  <a:pt x="347484" y="243840"/>
                </a:lnTo>
                <a:lnTo>
                  <a:pt x="347484" y="198120"/>
                </a:lnTo>
                <a:lnTo>
                  <a:pt x="77736" y="198120"/>
                </a:lnTo>
                <a:lnTo>
                  <a:pt x="77736" y="243840"/>
                </a:lnTo>
                <a:lnTo>
                  <a:pt x="278904" y="243840"/>
                </a:lnTo>
                <a:lnTo>
                  <a:pt x="285711" y="251891"/>
                </a:lnTo>
                <a:lnTo>
                  <a:pt x="307289" y="288023"/>
                </a:lnTo>
                <a:lnTo>
                  <a:pt x="312432" y="313944"/>
                </a:lnTo>
                <a:lnTo>
                  <a:pt x="312140" y="322313"/>
                </a:lnTo>
                <a:lnTo>
                  <a:pt x="286880" y="358000"/>
                </a:lnTo>
                <a:lnTo>
                  <a:pt x="231660" y="364236"/>
                </a:lnTo>
                <a:lnTo>
                  <a:pt x="77736" y="364236"/>
                </a:lnTo>
                <a:lnTo>
                  <a:pt x="77736" y="409956"/>
                </a:lnTo>
                <a:lnTo>
                  <a:pt x="252996" y="409956"/>
                </a:lnTo>
                <a:lnTo>
                  <a:pt x="266141" y="409651"/>
                </a:lnTo>
                <a:lnTo>
                  <a:pt x="308432" y="400151"/>
                </a:lnTo>
                <a:lnTo>
                  <a:pt x="342150" y="372999"/>
                </a:lnTo>
                <a:lnTo>
                  <a:pt x="354787" y="334352"/>
                </a:lnTo>
                <a:lnTo>
                  <a:pt x="355104" y="326136"/>
                </a:lnTo>
                <a:close/>
              </a:path>
              <a:path extrusionOk="0" h="1207135" w="447039">
                <a:moveTo>
                  <a:pt x="446532" y="1161288"/>
                </a:moveTo>
                <a:lnTo>
                  <a:pt x="335280" y="1161288"/>
                </a:lnTo>
                <a:lnTo>
                  <a:pt x="339572" y="1153287"/>
                </a:lnTo>
                <a:lnTo>
                  <a:pt x="339686" y="1153058"/>
                </a:lnTo>
                <a:lnTo>
                  <a:pt x="352425" y="1113472"/>
                </a:lnTo>
                <a:lnTo>
                  <a:pt x="353339" y="1102233"/>
                </a:lnTo>
                <a:lnTo>
                  <a:pt x="353415" y="1099693"/>
                </a:lnTo>
                <a:lnTo>
                  <a:pt x="343471" y="1049845"/>
                </a:lnTo>
                <a:lnTo>
                  <a:pt x="329184" y="1028700"/>
                </a:lnTo>
                <a:lnTo>
                  <a:pt x="313944" y="1013460"/>
                </a:lnTo>
                <a:lnTo>
                  <a:pt x="312420" y="1012494"/>
                </a:lnTo>
                <a:lnTo>
                  <a:pt x="312420" y="1101852"/>
                </a:lnTo>
                <a:lnTo>
                  <a:pt x="312343" y="1104214"/>
                </a:lnTo>
                <a:lnTo>
                  <a:pt x="304990" y="1144905"/>
                </a:lnTo>
                <a:lnTo>
                  <a:pt x="297180" y="1161288"/>
                </a:lnTo>
                <a:lnTo>
                  <a:pt x="143256" y="1161288"/>
                </a:lnTo>
                <a:lnTo>
                  <a:pt x="121920" y="1127760"/>
                </a:lnTo>
                <a:lnTo>
                  <a:pt x="112776" y="1089660"/>
                </a:lnTo>
                <a:lnTo>
                  <a:pt x="114477" y="1074788"/>
                </a:lnTo>
                <a:lnTo>
                  <a:pt x="138684" y="1042416"/>
                </a:lnTo>
                <a:lnTo>
                  <a:pt x="188620" y="1029563"/>
                </a:lnTo>
                <a:lnTo>
                  <a:pt x="210312" y="1028700"/>
                </a:lnTo>
                <a:lnTo>
                  <a:pt x="234010" y="1029868"/>
                </a:lnTo>
                <a:lnTo>
                  <a:pt x="272249" y="1039634"/>
                </a:lnTo>
                <a:lnTo>
                  <a:pt x="305714" y="1071118"/>
                </a:lnTo>
                <a:lnTo>
                  <a:pt x="312420" y="1101852"/>
                </a:lnTo>
                <a:lnTo>
                  <a:pt x="312420" y="1012494"/>
                </a:lnTo>
                <a:lnTo>
                  <a:pt x="291896" y="999464"/>
                </a:lnTo>
                <a:lnTo>
                  <a:pt x="266700" y="989457"/>
                </a:lnTo>
                <a:lnTo>
                  <a:pt x="238086" y="983462"/>
                </a:lnTo>
                <a:lnTo>
                  <a:pt x="205740" y="981456"/>
                </a:lnTo>
                <a:lnTo>
                  <a:pt x="176339" y="983157"/>
                </a:lnTo>
                <a:lnTo>
                  <a:pt x="126669" y="996251"/>
                </a:lnTo>
                <a:lnTo>
                  <a:pt x="90678" y="1021346"/>
                </a:lnTo>
                <a:lnTo>
                  <a:pt x="72390" y="1057300"/>
                </a:lnTo>
                <a:lnTo>
                  <a:pt x="70104" y="1078992"/>
                </a:lnTo>
                <a:lnTo>
                  <a:pt x="70700" y="1091044"/>
                </a:lnTo>
                <a:lnTo>
                  <a:pt x="85902" y="1133436"/>
                </a:lnTo>
                <a:lnTo>
                  <a:pt x="106680" y="1161288"/>
                </a:lnTo>
                <a:lnTo>
                  <a:pt x="77724" y="1161288"/>
                </a:lnTo>
                <a:lnTo>
                  <a:pt x="77724" y="1207008"/>
                </a:lnTo>
                <a:lnTo>
                  <a:pt x="446532" y="1207008"/>
                </a:lnTo>
                <a:lnTo>
                  <a:pt x="446532" y="1161288"/>
                </a:lnTo>
                <a:close/>
              </a:path>
            </a:pathLst>
          </a:custGeom>
          <a:solidFill>
            <a:srgbClr val="00AE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616" name="Google Shape;7616;p10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601467" y="8823960"/>
            <a:ext cx="92964" cy="929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17" name="Google Shape;7617;p108"/>
          <p:cNvGrpSpPr/>
          <p:nvPr/>
        </p:nvGrpSpPr>
        <p:grpSpPr>
          <a:xfrm>
            <a:off x="2528316" y="8023859"/>
            <a:ext cx="211836" cy="556259"/>
            <a:chOff x="2528316" y="8023859"/>
            <a:chExt cx="211836" cy="556259"/>
          </a:xfrm>
        </p:grpSpPr>
        <p:pic>
          <p:nvPicPr>
            <p:cNvPr id="7618" name="Google Shape;7618;p108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2538984" y="8438387"/>
              <a:ext cx="201167" cy="1417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19" name="Google Shape;7619;p108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2528316" y="8023859"/>
              <a:ext cx="211836" cy="38709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620" name="Google Shape;7620;p108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545079" y="7690104"/>
            <a:ext cx="195072" cy="2270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21" name="Google Shape;7621;p108"/>
          <p:cNvGrpSpPr/>
          <p:nvPr/>
        </p:nvGrpSpPr>
        <p:grpSpPr>
          <a:xfrm>
            <a:off x="2537447" y="7008876"/>
            <a:ext cx="201180" cy="583691"/>
            <a:chOff x="2537447" y="7008876"/>
            <a:chExt cx="201180" cy="583691"/>
          </a:xfrm>
        </p:grpSpPr>
        <p:pic>
          <p:nvPicPr>
            <p:cNvPr id="7622" name="Google Shape;7622;p108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2587751" y="7400543"/>
              <a:ext cx="147827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23" name="Google Shape;7623;p108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2587751" y="7298435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624" name="Google Shape;7624;p108"/>
            <p:cNvSpPr/>
            <p:nvPr/>
          </p:nvSpPr>
          <p:spPr>
            <a:xfrm>
              <a:off x="2537447" y="7251192"/>
              <a:ext cx="198120" cy="29209"/>
            </a:xfrm>
            <a:custGeom>
              <a:rect b="b" l="l" r="r" t="t"/>
              <a:pathLst>
                <a:path extrusionOk="0" h="29209" w="198119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19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625" name="Google Shape;7625;p108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2545079" y="7008876"/>
              <a:ext cx="193548" cy="22250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26" name="Google Shape;7626;p108"/>
          <p:cNvGrpSpPr/>
          <p:nvPr/>
        </p:nvGrpSpPr>
        <p:grpSpPr>
          <a:xfrm>
            <a:off x="2529839" y="6074664"/>
            <a:ext cx="210313" cy="830580"/>
            <a:chOff x="2529839" y="6074664"/>
            <a:chExt cx="210313" cy="830580"/>
          </a:xfrm>
        </p:grpSpPr>
        <p:pic>
          <p:nvPicPr>
            <p:cNvPr id="7627" name="Google Shape;7627;p108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2534412" y="6777228"/>
              <a:ext cx="205740" cy="1280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628" name="Google Shape;7628;p108"/>
            <p:cNvSpPr/>
            <p:nvPr/>
          </p:nvSpPr>
          <p:spPr>
            <a:xfrm>
              <a:off x="2545067" y="6579108"/>
              <a:ext cx="193675" cy="177165"/>
            </a:xfrm>
            <a:custGeom>
              <a:rect b="b" l="l" r="r" t="t"/>
              <a:pathLst>
                <a:path extrusionOk="0" h="177165" w="193675">
                  <a:moveTo>
                    <a:pt x="117348" y="100584"/>
                  </a:moveTo>
                  <a:lnTo>
                    <a:pt x="91440" y="100584"/>
                  </a:lnTo>
                  <a:lnTo>
                    <a:pt x="91440" y="176784"/>
                  </a:lnTo>
                  <a:lnTo>
                    <a:pt x="117348" y="176784"/>
                  </a:lnTo>
                  <a:lnTo>
                    <a:pt x="117348" y="100584"/>
                  </a:lnTo>
                  <a:close/>
                </a:path>
                <a:path extrusionOk="0" h="177165" w="193675">
                  <a:moveTo>
                    <a:pt x="193548" y="22860"/>
                  </a:moveTo>
                  <a:lnTo>
                    <a:pt x="192024" y="18288"/>
                  </a:lnTo>
                  <a:lnTo>
                    <a:pt x="192024" y="9144"/>
                  </a:lnTo>
                  <a:lnTo>
                    <a:pt x="188976" y="0"/>
                  </a:lnTo>
                  <a:lnTo>
                    <a:pt x="167640" y="0"/>
                  </a:lnTo>
                  <a:lnTo>
                    <a:pt x="167640" y="3048"/>
                  </a:lnTo>
                  <a:lnTo>
                    <a:pt x="169164" y="4572"/>
                  </a:lnTo>
                  <a:lnTo>
                    <a:pt x="170688" y="9144"/>
                  </a:lnTo>
                  <a:lnTo>
                    <a:pt x="170688" y="13716"/>
                  </a:lnTo>
                  <a:lnTo>
                    <a:pt x="172212" y="16764"/>
                  </a:lnTo>
                  <a:lnTo>
                    <a:pt x="172212" y="27432"/>
                  </a:lnTo>
                  <a:lnTo>
                    <a:pt x="170688" y="32004"/>
                  </a:lnTo>
                  <a:lnTo>
                    <a:pt x="169164" y="35052"/>
                  </a:lnTo>
                  <a:lnTo>
                    <a:pt x="167640" y="39624"/>
                  </a:lnTo>
                  <a:lnTo>
                    <a:pt x="166116" y="41148"/>
                  </a:lnTo>
                  <a:lnTo>
                    <a:pt x="163068" y="42672"/>
                  </a:lnTo>
                  <a:lnTo>
                    <a:pt x="158496" y="44196"/>
                  </a:lnTo>
                  <a:lnTo>
                    <a:pt x="155448" y="45720"/>
                  </a:lnTo>
                  <a:lnTo>
                    <a:pt x="147828" y="45720"/>
                  </a:lnTo>
                  <a:lnTo>
                    <a:pt x="141732" y="47244"/>
                  </a:lnTo>
                  <a:lnTo>
                    <a:pt x="64008" y="47244"/>
                  </a:lnTo>
                  <a:lnTo>
                    <a:pt x="64008" y="0"/>
                  </a:lnTo>
                  <a:lnTo>
                    <a:pt x="42672" y="0"/>
                  </a:lnTo>
                  <a:lnTo>
                    <a:pt x="42672" y="47244"/>
                  </a:lnTo>
                  <a:lnTo>
                    <a:pt x="0" y="47244"/>
                  </a:lnTo>
                  <a:lnTo>
                    <a:pt x="0" y="71628"/>
                  </a:lnTo>
                  <a:lnTo>
                    <a:pt x="42672" y="71628"/>
                  </a:lnTo>
                  <a:lnTo>
                    <a:pt x="42672" y="88392"/>
                  </a:lnTo>
                  <a:lnTo>
                    <a:pt x="64008" y="88392"/>
                  </a:lnTo>
                  <a:lnTo>
                    <a:pt x="64008" y="71628"/>
                  </a:lnTo>
                  <a:lnTo>
                    <a:pt x="144780" y="71628"/>
                  </a:lnTo>
                  <a:lnTo>
                    <a:pt x="181356" y="59436"/>
                  </a:lnTo>
                  <a:lnTo>
                    <a:pt x="193548" y="27432"/>
                  </a:lnTo>
                  <a:lnTo>
                    <a:pt x="193548" y="228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629" name="Google Shape;7629;p108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2583370" y="6359651"/>
              <a:ext cx="156781" cy="1996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30" name="Google Shape;7630;p108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2583179" y="6220968"/>
              <a:ext cx="155448" cy="112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31" name="Google Shape;7631;p108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29839" y="6074664"/>
              <a:ext cx="205740" cy="12344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32" name="Google Shape;7632;p108"/>
          <p:cNvGrpSpPr/>
          <p:nvPr/>
        </p:nvGrpSpPr>
        <p:grpSpPr>
          <a:xfrm>
            <a:off x="2545079" y="4867655"/>
            <a:ext cx="245365" cy="1118616"/>
            <a:chOff x="2545079" y="4867655"/>
            <a:chExt cx="245365" cy="1118616"/>
          </a:xfrm>
        </p:grpSpPr>
        <p:pic>
          <p:nvPicPr>
            <p:cNvPr id="7633" name="Google Shape;7633;p108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583179" y="5731763"/>
              <a:ext cx="156972" cy="2545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34" name="Google Shape;7634;p108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583180" y="5512307"/>
              <a:ext cx="152400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35" name="Google Shape;7635;p108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2583180" y="5353812"/>
              <a:ext cx="207264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36" name="Google Shape;7636;p108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2587751" y="5212080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37" name="Google Shape;7637;p108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545079" y="4968239"/>
              <a:ext cx="193548" cy="2225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38" name="Google Shape;7638;p108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587751" y="4867655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39" name="Google Shape;7639;p108"/>
          <p:cNvGrpSpPr/>
          <p:nvPr/>
        </p:nvGrpSpPr>
        <p:grpSpPr>
          <a:xfrm>
            <a:off x="2545079" y="4134611"/>
            <a:ext cx="245364" cy="638556"/>
            <a:chOff x="2545079" y="4134611"/>
            <a:chExt cx="245364" cy="638556"/>
          </a:xfrm>
        </p:grpSpPr>
        <p:pic>
          <p:nvPicPr>
            <p:cNvPr id="7640" name="Google Shape;7640;p108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545079" y="4558284"/>
              <a:ext cx="195072" cy="2148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41" name="Google Shape;7641;p108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583179" y="4134611"/>
              <a:ext cx="207264" cy="39014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42" name="Google Shape;7642;p108"/>
          <p:cNvGrpSpPr/>
          <p:nvPr/>
        </p:nvGrpSpPr>
        <p:grpSpPr>
          <a:xfrm>
            <a:off x="2528316" y="3717035"/>
            <a:ext cx="211835" cy="321564"/>
            <a:chOff x="2528316" y="3717035"/>
            <a:chExt cx="211835" cy="321564"/>
          </a:xfrm>
        </p:grpSpPr>
        <p:pic>
          <p:nvPicPr>
            <p:cNvPr id="7643" name="Google Shape;7643;p108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528316" y="3819144"/>
              <a:ext cx="211835" cy="2194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44" name="Google Shape;7644;p108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587751" y="3717035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45" name="Google Shape;7645;p108"/>
          <p:cNvGrpSpPr/>
          <p:nvPr/>
        </p:nvGrpSpPr>
        <p:grpSpPr>
          <a:xfrm>
            <a:off x="2529839" y="2993136"/>
            <a:ext cx="210312" cy="617220"/>
            <a:chOff x="2529839" y="2993136"/>
            <a:chExt cx="210312" cy="617220"/>
          </a:xfrm>
        </p:grpSpPr>
        <p:pic>
          <p:nvPicPr>
            <p:cNvPr id="7646" name="Google Shape;7646;p108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583180" y="3418332"/>
              <a:ext cx="152400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47" name="Google Shape;7647;p108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583370" y="3275076"/>
              <a:ext cx="156781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48" name="Google Shape;7648;p108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583180" y="3140964"/>
              <a:ext cx="155448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49" name="Google Shape;7649;p108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2529839" y="2993136"/>
              <a:ext cx="205740" cy="12344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50" name="Google Shape;7650;p108"/>
          <p:cNvGrpSpPr/>
          <p:nvPr/>
        </p:nvGrpSpPr>
        <p:grpSpPr>
          <a:xfrm>
            <a:off x="2529839" y="2063495"/>
            <a:ext cx="262106" cy="833629"/>
            <a:chOff x="2529839" y="2063495"/>
            <a:chExt cx="262106" cy="833629"/>
          </a:xfrm>
        </p:grpSpPr>
        <p:pic>
          <p:nvPicPr>
            <p:cNvPr id="7651" name="Google Shape;7651;p108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583180" y="2705100"/>
              <a:ext cx="152400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52" name="Google Shape;7652;p108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583180" y="2561844"/>
              <a:ext cx="156972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53" name="Google Shape;7653;p108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2529839" y="2365247"/>
              <a:ext cx="205740" cy="1600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54" name="Google Shape;7654;p108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583180" y="2214371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55" name="Google Shape;7655;p108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2583180" y="2063495"/>
              <a:ext cx="208765" cy="1249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656" name="Google Shape;7656;p108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2991611" y="8823960"/>
            <a:ext cx="92964" cy="92964"/>
          </a:xfrm>
          <a:prstGeom prst="rect">
            <a:avLst/>
          </a:prstGeom>
          <a:noFill/>
          <a:ln>
            <a:noFill/>
          </a:ln>
        </p:spPr>
      </p:pic>
      <p:sp>
        <p:nvSpPr>
          <p:cNvPr id="7657" name="Google Shape;7657;p108"/>
          <p:cNvSpPr/>
          <p:nvPr/>
        </p:nvSpPr>
        <p:spPr>
          <a:xfrm>
            <a:off x="2929115" y="8459724"/>
            <a:ext cx="22860" cy="92710"/>
          </a:xfrm>
          <a:custGeom>
            <a:rect b="b" l="l" r="r" t="t"/>
            <a:pathLst>
              <a:path extrusionOk="0" h="92709" w="22860">
                <a:moveTo>
                  <a:pt x="22860" y="0"/>
                </a:moveTo>
                <a:lnTo>
                  <a:pt x="0" y="0"/>
                </a:lnTo>
                <a:lnTo>
                  <a:pt x="0" y="5080"/>
                </a:lnTo>
                <a:lnTo>
                  <a:pt x="0" y="92710"/>
                </a:lnTo>
                <a:lnTo>
                  <a:pt x="22860" y="92710"/>
                </a:lnTo>
                <a:lnTo>
                  <a:pt x="22860" y="5080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8" name="Google Shape;7658;p108"/>
          <p:cNvGrpSpPr/>
          <p:nvPr/>
        </p:nvGrpSpPr>
        <p:grpSpPr>
          <a:xfrm>
            <a:off x="2919983" y="8058911"/>
            <a:ext cx="210313" cy="520574"/>
            <a:chOff x="2919983" y="8058911"/>
            <a:chExt cx="210313" cy="520574"/>
          </a:xfrm>
        </p:grpSpPr>
        <p:sp>
          <p:nvSpPr>
            <p:cNvPr id="7659" name="Google Shape;7659;p108"/>
            <p:cNvSpPr/>
            <p:nvPr/>
          </p:nvSpPr>
          <p:spPr>
            <a:xfrm>
              <a:off x="2927604" y="8412480"/>
              <a:ext cx="198120" cy="167005"/>
            </a:xfrm>
            <a:custGeom>
              <a:rect b="b" l="l" r="r" t="t"/>
              <a:pathLst>
                <a:path extrusionOk="0" h="167004" w="198119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167004" w="198119">
                  <a:moveTo>
                    <a:pt x="198107" y="139954"/>
                  </a:moveTo>
                  <a:lnTo>
                    <a:pt x="103619" y="139954"/>
                  </a:lnTo>
                  <a:lnTo>
                    <a:pt x="103619" y="52324"/>
                  </a:lnTo>
                  <a:lnTo>
                    <a:pt x="80759" y="52324"/>
                  </a:lnTo>
                  <a:lnTo>
                    <a:pt x="80759" y="139954"/>
                  </a:lnTo>
                  <a:lnTo>
                    <a:pt x="1511" y="139954"/>
                  </a:lnTo>
                  <a:lnTo>
                    <a:pt x="1511" y="166624"/>
                  </a:lnTo>
                  <a:lnTo>
                    <a:pt x="198107" y="166624"/>
                  </a:lnTo>
                  <a:lnTo>
                    <a:pt x="198107" y="139954"/>
                  </a:lnTo>
                  <a:close/>
                </a:path>
                <a:path extrusionOk="0" h="167004" w="198119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660" name="Google Shape;7660;p108"/>
            <p:cNvPicPr preferRelativeResize="0"/>
            <p:nvPr/>
          </p:nvPicPr>
          <p:blipFill rotWithShape="1">
            <a:blip r:embed="rId33">
              <a:alphaModFix/>
            </a:blip>
            <a:srcRect b="0" l="0" r="0" t="0"/>
            <a:stretch/>
          </p:blipFill>
          <p:spPr>
            <a:xfrm>
              <a:off x="2973323" y="8261603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61" name="Google Shape;7661;p108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2973324" y="8118347"/>
              <a:ext cx="156972" cy="1173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662" name="Google Shape;7662;p108"/>
            <p:cNvSpPr/>
            <p:nvPr/>
          </p:nvSpPr>
          <p:spPr>
            <a:xfrm>
              <a:off x="2919983" y="8058911"/>
              <a:ext cx="207645" cy="26034"/>
            </a:xfrm>
            <a:custGeom>
              <a:rect b="b" l="l" r="r" t="t"/>
              <a:pathLst>
                <a:path extrusionOk="0" h="26034" w="207644">
                  <a:moveTo>
                    <a:pt x="207264" y="25907"/>
                  </a:moveTo>
                  <a:lnTo>
                    <a:pt x="0" y="25907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108"/>
          <p:cNvGrpSpPr/>
          <p:nvPr/>
        </p:nvGrpSpPr>
        <p:grpSpPr>
          <a:xfrm>
            <a:off x="2919983" y="7289291"/>
            <a:ext cx="210313" cy="647699"/>
            <a:chOff x="2919983" y="7289291"/>
            <a:chExt cx="210313" cy="647699"/>
          </a:xfrm>
        </p:grpSpPr>
        <p:pic>
          <p:nvPicPr>
            <p:cNvPr id="7664" name="Google Shape;7664;p108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2973324" y="7601711"/>
              <a:ext cx="155448" cy="3352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65" name="Google Shape;7665;p108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2977896" y="7461503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666" name="Google Shape;7666;p108"/>
            <p:cNvSpPr/>
            <p:nvPr/>
          </p:nvSpPr>
          <p:spPr>
            <a:xfrm>
              <a:off x="2919983" y="7399019"/>
              <a:ext cx="207645" cy="26034"/>
            </a:xfrm>
            <a:custGeom>
              <a:rect b="b" l="l" r="r" t="t"/>
              <a:pathLst>
                <a:path extrusionOk="0" h="26034" w="207644">
                  <a:moveTo>
                    <a:pt x="207264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667" name="Google Shape;7667;p108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2935224" y="7289291"/>
              <a:ext cx="193548" cy="8839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668" name="Google Shape;7668;p108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2918460" y="6961632"/>
            <a:ext cx="211835" cy="2346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69" name="Google Shape;7669;p108"/>
          <p:cNvGrpSpPr/>
          <p:nvPr/>
        </p:nvGrpSpPr>
        <p:grpSpPr>
          <a:xfrm>
            <a:off x="2919983" y="6507480"/>
            <a:ext cx="208789" cy="373378"/>
            <a:chOff x="2919983" y="6507480"/>
            <a:chExt cx="208789" cy="373378"/>
          </a:xfrm>
        </p:grpSpPr>
        <p:pic>
          <p:nvPicPr>
            <p:cNvPr id="7670" name="Google Shape;7670;p108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2919983" y="6658355"/>
              <a:ext cx="208788" cy="2225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71" name="Google Shape;7671;p108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2973324" y="6507480"/>
              <a:ext cx="155448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72" name="Google Shape;7672;p108"/>
          <p:cNvGrpSpPr/>
          <p:nvPr/>
        </p:nvGrpSpPr>
        <p:grpSpPr>
          <a:xfrm>
            <a:off x="2918460" y="5650992"/>
            <a:ext cx="263652" cy="752808"/>
            <a:chOff x="2918460" y="5650992"/>
            <a:chExt cx="263652" cy="752808"/>
          </a:xfrm>
        </p:grpSpPr>
        <p:pic>
          <p:nvPicPr>
            <p:cNvPr id="7673" name="Google Shape;7673;p108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2918460" y="6278880"/>
              <a:ext cx="211836" cy="1249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74" name="Google Shape;7674;p108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2973324" y="6003036"/>
              <a:ext cx="155448" cy="2514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675" name="Google Shape;7675;p108"/>
            <p:cNvSpPr/>
            <p:nvPr/>
          </p:nvSpPr>
          <p:spPr>
            <a:xfrm>
              <a:off x="2927604" y="5954268"/>
              <a:ext cx="198120" cy="29209"/>
            </a:xfrm>
            <a:custGeom>
              <a:rect b="b" l="l" r="r" t="t"/>
              <a:pathLst>
                <a:path extrusionOk="0" h="29210" w="198119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119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676" name="Google Shape;7676;p108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2973324" y="5804915"/>
              <a:ext cx="208788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77" name="Google Shape;7677;p108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2973323" y="5650992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678" name="Google Shape;7678;p108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2973323" y="4652771"/>
            <a:ext cx="207264" cy="8778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79" name="Google Shape;7679;p108"/>
          <p:cNvGrpSpPr/>
          <p:nvPr/>
        </p:nvGrpSpPr>
        <p:grpSpPr>
          <a:xfrm>
            <a:off x="2918460" y="4232147"/>
            <a:ext cx="211835" cy="320040"/>
            <a:chOff x="2918460" y="4232147"/>
            <a:chExt cx="211835" cy="320040"/>
          </a:xfrm>
        </p:grpSpPr>
        <p:pic>
          <p:nvPicPr>
            <p:cNvPr id="7680" name="Google Shape;7680;p108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2918460" y="4334255"/>
              <a:ext cx="211835" cy="2179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81" name="Google Shape;7681;p108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2977895" y="4232147"/>
              <a:ext cx="147828" cy="7772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682" name="Google Shape;7682;p108"/>
          <p:cNvSpPr/>
          <p:nvPr/>
        </p:nvSpPr>
        <p:spPr>
          <a:xfrm>
            <a:off x="2929127" y="4055364"/>
            <a:ext cx="20320" cy="25400"/>
          </a:xfrm>
          <a:custGeom>
            <a:rect b="b" l="l" r="r" t="t"/>
            <a:pathLst>
              <a:path extrusionOk="0" h="25400" w="20319">
                <a:moveTo>
                  <a:pt x="0" y="0"/>
                </a:moveTo>
                <a:lnTo>
                  <a:pt x="19811" y="0"/>
                </a:lnTo>
                <a:lnTo>
                  <a:pt x="19811" y="25400"/>
                </a:lnTo>
                <a:lnTo>
                  <a:pt x="0" y="254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3" name="Google Shape;7683;p108"/>
          <p:cNvGrpSpPr/>
          <p:nvPr/>
        </p:nvGrpSpPr>
        <p:grpSpPr>
          <a:xfrm>
            <a:off x="2924556" y="3765803"/>
            <a:ext cx="205739" cy="367031"/>
            <a:chOff x="2924556" y="3765803"/>
            <a:chExt cx="205739" cy="367031"/>
          </a:xfrm>
        </p:grpSpPr>
        <p:sp>
          <p:nvSpPr>
            <p:cNvPr id="7684" name="Google Shape;7684;p108"/>
            <p:cNvSpPr/>
            <p:nvPr/>
          </p:nvSpPr>
          <p:spPr>
            <a:xfrm>
              <a:off x="2929115" y="4055364"/>
              <a:ext cx="196850" cy="77470"/>
            </a:xfrm>
            <a:custGeom>
              <a:rect b="b" l="l" r="r" t="t"/>
              <a:pathLst>
                <a:path extrusionOk="0" h="77470" w="196850">
                  <a:moveTo>
                    <a:pt x="196596" y="0"/>
                  </a:moveTo>
                  <a:lnTo>
                    <a:pt x="176784" y="0"/>
                  </a:lnTo>
                  <a:lnTo>
                    <a:pt x="176784" y="25400"/>
                  </a:lnTo>
                  <a:lnTo>
                    <a:pt x="0" y="25400"/>
                  </a:lnTo>
                  <a:lnTo>
                    <a:pt x="0" y="52070"/>
                  </a:lnTo>
                  <a:lnTo>
                    <a:pt x="0" y="77470"/>
                  </a:lnTo>
                  <a:lnTo>
                    <a:pt x="19812" y="77470"/>
                  </a:lnTo>
                  <a:lnTo>
                    <a:pt x="19812" y="52070"/>
                  </a:lnTo>
                  <a:lnTo>
                    <a:pt x="176784" y="52070"/>
                  </a:lnTo>
                  <a:lnTo>
                    <a:pt x="176784" y="77470"/>
                  </a:lnTo>
                  <a:lnTo>
                    <a:pt x="196596" y="77470"/>
                  </a:lnTo>
                  <a:lnTo>
                    <a:pt x="196596" y="52070"/>
                  </a:lnTo>
                  <a:lnTo>
                    <a:pt x="196596" y="25400"/>
                  </a:lnTo>
                  <a:lnTo>
                    <a:pt x="1965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685" name="Google Shape;7685;p108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2924556" y="3765803"/>
              <a:ext cx="205739" cy="2682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86" name="Google Shape;7686;p108"/>
          <p:cNvGrpSpPr/>
          <p:nvPr/>
        </p:nvGrpSpPr>
        <p:grpSpPr>
          <a:xfrm>
            <a:off x="2918460" y="2918459"/>
            <a:ext cx="211835" cy="734568"/>
            <a:chOff x="2918460" y="2918459"/>
            <a:chExt cx="211835" cy="734568"/>
          </a:xfrm>
        </p:grpSpPr>
        <p:pic>
          <p:nvPicPr>
            <p:cNvPr id="7687" name="Google Shape;7687;p108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2918460" y="3154679"/>
              <a:ext cx="211835" cy="498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88" name="Google Shape;7688;p108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2973324" y="2918459"/>
              <a:ext cx="155448" cy="21183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89" name="Google Shape;7689;p108"/>
          <p:cNvGrpSpPr/>
          <p:nvPr/>
        </p:nvGrpSpPr>
        <p:grpSpPr>
          <a:xfrm>
            <a:off x="2919983" y="2304288"/>
            <a:ext cx="260605" cy="515111"/>
            <a:chOff x="2919983" y="2304288"/>
            <a:chExt cx="260605" cy="515111"/>
          </a:xfrm>
        </p:grpSpPr>
        <p:pic>
          <p:nvPicPr>
            <p:cNvPr id="7690" name="Google Shape;7690;p108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2919983" y="2596896"/>
              <a:ext cx="208788" cy="2225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91" name="Google Shape;7691;p108"/>
            <p:cNvPicPr preferRelativeResize="0"/>
            <p:nvPr/>
          </p:nvPicPr>
          <p:blipFill rotWithShape="1">
            <a:blip r:embed="rId52">
              <a:alphaModFix/>
            </a:blip>
            <a:srcRect b="0" l="0" r="0" t="0"/>
            <a:stretch/>
          </p:blipFill>
          <p:spPr>
            <a:xfrm>
              <a:off x="2973324" y="2304288"/>
              <a:ext cx="207264" cy="2667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92" name="Google Shape;7692;p108"/>
          <p:cNvGrpSpPr/>
          <p:nvPr/>
        </p:nvGrpSpPr>
        <p:grpSpPr>
          <a:xfrm>
            <a:off x="2973324" y="1837944"/>
            <a:ext cx="156972" cy="367284"/>
            <a:chOff x="2973324" y="1837944"/>
            <a:chExt cx="156972" cy="367284"/>
          </a:xfrm>
        </p:grpSpPr>
        <p:pic>
          <p:nvPicPr>
            <p:cNvPr id="7693" name="Google Shape;7693;p108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2973324" y="2087880"/>
              <a:ext cx="156972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94" name="Google Shape;7694;p108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2973324" y="1837944"/>
              <a:ext cx="155448" cy="2148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95" name="Google Shape;7695;p108"/>
          <p:cNvGrpSpPr/>
          <p:nvPr/>
        </p:nvGrpSpPr>
        <p:grpSpPr>
          <a:xfrm>
            <a:off x="3261359" y="8092440"/>
            <a:ext cx="193548" cy="496824"/>
            <a:chOff x="3261359" y="8092440"/>
            <a:chExt cx="193548" cy="496824"/>
          </a:xfrm>
        </p:grpSpPr>
        <p:pic>
          <p:nvPicPr>
            <p:cNvPr id="7696" name="Google Shape;7696;p108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3299459" y="8340852"/>
              <a:ext cx="155448" cy="24841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97" name="Google Shape;7697;p108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3299459" y="8200644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98" name="Google Shape;7698;p108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3261359" y="8092440"/>
              <a:ext cx="193548" cy="883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699" name="Google Shape;7699;p108"/>
          <p:cNvGrpSpPr/>
          <p:nvPr/>
        </p:nvGrpSpPr>
        <p:grpSpPr>
          <a:xfrm>
            <a:off x="3244595" y="7680959"/>
            <a:ext cx="211836" cy="318516"/>
            <a:chOff x="3244595" y="7680959"/>
            <a:chExt cx="211836" cy="318516"/>
          </a:xfrm>
        </p:grpSpPr>
        <p:pic>
          <p:nvPicPr>
            <p:cNvPr id="7700" name="Google Shape;7700;p108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3244595" y="7783067"/>
              <a:ext cx="211836" cy="2164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01" name="Google Shape;7701;p108"/>
            <p:cNvPicPr preferRelativeResize="0"/>
            <p:nvPr/>
          </p:nvPicPr>
          <p:blipFill rotWithShape="1">
            <a:blip r:embed="rId59">
              <a:alphaModFix/>
            </a:blip>
            <a:srcRect b="0" l="0" r="0" t="0"/>
            <a:stretch/>
          </p:blipFill>
          <p:spPr>
            <a:xfrm>
              <a:off x="3304032" y="7680959"/>
              <a:ext cx="147828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02" name="Google Shape;7702;p108"/>
          <p:cNvGrpSpPr/>
          <p:nvPr/>
        </p:nvGrpSpPr>
        <p:grpSpPr>
          <a:xfrm>
            <a:off x="3244595" y="5882639"/>
            <a:ext cx="263652" cy="1691640"/>
            <a:chOff x="3244595" y="5882639"/>
            <a:chExt cx="263652" cy="1691640"/>
          </a:xfrm>
        </p:grpSpPr>
        <p:pic>
          <p:nvPicPr>
            <p:cNvPr id="7703" name="Google Shape;7703;p108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3299459" y="7382255"/>
              <a:ext cx="152400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04" name="Google Shape;7704;p108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3299622" y="7238999"/>
              <a:ext cx="156809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05" name="Google Shape;7705;p108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3299460" y="7086599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06" name="Google Shape;7706;p108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3304032" y="6937247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07" name="Google Shape;7707;p108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3244595" y="6710172"/>
              <a:ext cx="211836" cy="2042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08" name="Google Shape;7708;p108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3261360" y="6345935"/>
              <a:ext cx="195072" cy="3413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09" name="Google Shape;7709;p108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3304032" y="6231635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0" name="Google Shape;7710;p108"/>
            <p:cNvSpPr/>
            <p:nvPr/>
          </p:nvSpPr>
          <p:spPr>
            <a:xfrm>
              <a:off x="3253740" y="6184392"/>
              <a:ext cx="198120" cy="29209"/>
            </a:xfrm>
            <a:custGeom>
              <a:rect b="b" l="l" r="r" t="t"/>
              <a:pathLst>
                <a:path extrusionOk="0" h="29210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11" name="Google Shape;7711;p108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3299460" y="6033515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12" name="Google Shape;7712;p108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3299459" y="5882639"/>
              <a:ext cx="208788" cy="12496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713" name="Google Shape;7713;p108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3709416" y="8823960"/>
            <a:ext cx="92963" cy="929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14" name="Google Shape;7714;p108"/>
          <p:cNvGrpSpPr/>
          <p:nvPr/>
        </p:nvGrpSpPr>
        <p:grpSpPr>
          <a:xfrm>
            <a:off x="3646932" y="8011667"/>
            <a:ext cx="245364" cy="566927"/>
            <a:chOff x="3646932" y="8011667"/>
            <a:chExt cx="245364" cy="566927"/>
          </a:xfrm>
        </p:grpSpPr>
        <p:pic>
          <p:nvPicPr>
            <p:cNvPr id="7715" name="Google Shape;7715;p108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3646932" y="8436863"/>
              <a:ext cx="196595" cy="1417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16" name="Google Shape;7716;p108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3691128" y="8011667"/>
              <a:ext cx="201168" cy="39776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17" name="Google Shape;7717;p108"/>
          <p:cNvGrpSpPr/>
          <p:nvPr/>
        </p:nvGrpSpPr>
        <p:grpSpPr>
          <a:xfrm>
            <a:off x="3636263" y="6944867"/>
            <a:ext cx="211836" cy="964691"/>
            <a:chOff x="3636263" y="6944867"/>
            <a:chExt cx="211836" cy="964691"/>
          </a:xfrm>
        </p:grpSpPr>
        <p:pic>
          <p:nvPicPr>
            <p:cNvPr id="7718" name="Google Shape;7718;p108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3646931" y="7555991"/>
              <a:ext cx="201168" cy="3535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19" name="Google Shape;7719;p108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3691127" y="7406639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20" name="Google Shape;7720;p108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3636263" y="7050023"/>
              <a:ext cx="210312" cy="3291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21" name="Google Shape;7721;p108"/>
            <p:cNvPicPr preferRelativeResize="0"/>
            <p:nvPr/>
          </p:nvPicPr>
          <p:blipFill rotWithShape="1">
            <a:blip r:embed="rId75">
              <a:alphaModFix/>
            </a:blip>
            <a:srcRect b="0" l="0" r="0" t="0"/>
            <a:stretch/>
          </p:blipFill>
          <p:spPr>
            <a:xfrm>
              <a:off x="3695699" y="6944867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22" name="Google Shape;7722;p108"/>
          <p:cNvGrpSpPr/>
          <p:nvPr/>
        </p:nvGrpSpPr>
        <p:grpSpPr>
          <a:xfrm>
            <a:off x="3637788" y="5801867"/>
            <a:ext cx="262128" cy="1036320"/>
            <a:chOff x="3637788" y="5801867"/>
            <a:chExt cx="262128" cy="1036320"/>
          </a:xfrm>
        </p:grpSpPr>
        <p:pic>
          <p:nvPicPr>
            <p:cNvPr id="7723" name="Google Shape;7723;p108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3691128" y="6566915"/>
              <a:ext cx="207264" cy="2712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24" name="Google Shape;7724;p108"/>
            <p:cNvSpPr/>
            <p:nvPr/>
          </p:nvSpPr>
          <p:spPr>
            <a:xfrm>
              <a:off x="3637788" y="6518147"/>
              <a:ext cx="207645" cy="26034"/>
            </a:xfrm>
            <a:custGeom>
              <a:rect b="b" l="l" r="r" t="t"/>
              <a:pathLst>
                <a:path extrusionOk="0" h="26034" w="207645">
                  <a:moveTo>
                    <a:pt x="207263" y="25907"/>
                  </a:moveTo>
                  <a:lnTo>
                    <a:pt x="0" y="25907"/>
                  </a:lnTo>
                  <a:lnTo>
                    <a:pt x="0" y="0"/>
                  </a:lnTo>
                  <a:lnTo>
                    <a:pt x="207263" y="0"/>
                  </a:lnTo>
                  <a:lnTo>
                    <a:pt x="207263" y="259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25" name="Google Shape;7725;p108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3691128" y="6233159"/>
              <a:ext cx="208788" cy="2636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26" name="Google Shape;7726;p108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3691128" y="6076188"/>
              <a:ext cx="156972" cy="132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27" name="Google Shape;7727;p108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3691127" y="5935979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28" name="Google Shape;7728;p108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3691127" y="5801867"/>
              <a:ext cx="155448" cy="1066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729" name="Google Shape;7729;p108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3653027" y="5477256"/>
            <a:ext cx="195072" cy="2270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30" name="Google Shape;7730;p108"/>
          <p:cNvGrpSpPr/>
          <p:nvPr/>
        </p:nvGrpSpPr>
        <p:grpSpPr>
          <a:xfrm>
            <a:off x="3636263" y="4148327"/>
            <a:ext cx="211836" cy="1231392"/>
            <a:chOff x="3636263" y="4148327"/>
            <a:chExt cx="211836" cy="1231392"/>
          </a:xfrm>
        </p:grpSpPr>
        <p:pic>
          <p:nvPicPr>
            <p:cNvPr id="7731" name="Google Shape;7731;p108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3636263" y="5175503"/>
              <a:ext cx="211836" cy="2042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32" name="Google Shape;7732;p108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3637787" y="5017007"/>
              <a:ext cx="210312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33" name="Google Shape;7733;p108"/>
            <p:cNvPicPr preferRelativeResize="0"/>
            <p:nvPr/>
          </p:nvPicPr>
          <p:blipFill rotWithShape="1">
            <a:blip r:embed="rId84">
              <a:alphaModFix/>
            </a:blip>
            <a:srcRect b="0" l="0" r="0" t="0"/>
            <a:stretch/>
          </p:blipFill>
          <p:spPr>
            <a:xfrm>
              <a:off x="3695699" y="4913376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34" name="Google Shape;7734;p108"/>
            <p:cNvSpPr/>
            <p:nvPr/>
          </p:nvSpPr>
          <p:spPr>
            <a:xfrm>
              <a:off x="3645395" y="4863084"/>
              <a:ext cx="198755" cy="29209"/>
            </a:xfrm>
            <a:custGeom>
              <a:rect b="b" l="l" r="r" t="t"/>
              <a:pathLst>
                <a:path extrusionOk="0" h="29210" w="198754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754">
                  <a:moveTo>
                    <a:pt x="198132" y="3048"/>
                  </a:moveTo>
                  <a:lnTo>
                    <a:pt x="50304" y="3048"/>
                  </a:lnTo>
                  <a:lnTo>
                    <a:pt x="50304" y="27432"/>
                  </a:lnTo>
                  <a:lnTo>
                    <a:pt x="198132" y="27432"/>
                  </a:lnTo>
                  <a:lnTo>
                    <a:pt x="198132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35" name="Google Shape;7735;p108"/>
            <p:cNvPicPr preferRelativeResize="0"/>
            <p:nvPr/>
          </p:nvPicPr>
          <p:blipFill rotWithShape="1">
            <a:blip r:embed="rId85">
              <a:alphaModFix/>
            </a:blip>
            <a:srcRect b="0" l="0" r="0" t="0"/>
            <a:stretch/>
          </p:blipFill>
          <p:spPr>
            <a:xfrm>
              <a:off x="3691127" y="4599431"/>
              <a:ext cx="156971" cy="2423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36" name="Google Shape;7736;p108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3645407" y="4445507"/>
              <a:ext cx="201167" cy="1325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37" name="Google Shape;7737;p108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3691127" y="4288535"/>
              <a:ext cx="156972" cy="132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38" name="Google Shape;7738;p108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3691127" y="4148327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39" name="Google Shape;7739;p108"/>
          <p:cNvGrpSpPr/>
          <p:nvPr/>
        </p:nvGrpSpPr>
        <p:grpSpPr>
          <a:xfrm>
            <a:off x="3691127" y="2970276"/>
            <a:ext cx="207264" cy="1065276"/>
            <a:chOff x="3691127" y="2970276"/>
            <a:chExt cx="207264" cy="1065276"/>
          </a:xfrm>
        </p:grpSpPr>
        <p:pic>
          <p:nvPicPr>
            <p:cNvPr id="7740" name="Google Shape;7740;p108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3691127" y="3777996"/>
              <a:ext cx="156972" cy="2575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41" name="Google Shape;7741;p108"/>
            <p:cNvPicPr preferRelativeResize="0"/>
            <p:nvPr/>
          </p:nvPicPr>
          <p:blipFill rotWithShape="1">
            <a:blip r:embed="rId90">
              <a:alphaModFix/>
            </a:blip>
            <a:srcRect b="0" l="0" r="0" t="0"/>
            <a:stretch/>
          </p:blipFill>
          <p:spPr>
            <a:xfrm>
              <a:off x="3691127" y="3561588"/>
              <a:ext cx="152400" cy="1920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42" name="Google Shape;7742;p108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3691127" y="3270504"/>
              <a:ext cx="207264" cy="25603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43" name="Google Shape;7743;p108"/>
            <p:cNvPicPr preferRelativeResize="0"/>
            <p:nvPr/>
          </p:nvPicPr>
          <p:blipFill rotWithShape="1">
            <a:blip r:embed="rId92">
              <a:alphaModFix/>
            </a:blip>
            <a:srcRect b="0" l="0" r="0" t="0"/>
            <a:stretch/>
          </p:blipFill>
          <p:spPr>
            <a:xfrm>
              <a:off x="3691127" y="2970276"/>
              <a:ext cx="207263" cy="2651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44" name="Google Shape;7744;p108"/>
          <p:cNvGrpSpPr/>
          <p:nvPr/>
        </p:nvGrpSpPr>
        <p:grpSpPr>
          <a:xfrm>
            <a:off x="3645395" y="2560319"/>
            <a:ext cx="202704" cy="318644"/>
            <a:chOff x="3645395" y="2560319"/>
            <a:chExt cx="202704" cy="318644"/>
          </a:xfrm>
        </p:grpSpPr>
        <p:sp>
          <p:nvSpPr>
            <p:cNvPr id="7745" name="Google Shape;7745;p108"/>
            <p:cNvSpPr/>
            <p:nvPr/>
          </p:nvSpPr>
          <p:spPr>
            <a:xfrm>
              <a:off x="3645395" y="2700528"/>
              <a:ext cx="198755" cy="178435"/>
            </a:xfrm>
            <a:custGeom>
              <a:rect b="b" l="l" r="r" t="t"/>
              <a:pathLst>
                <a:path extrusionOk="0" h="178435" w="198754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178435" w="198754">
                  <a:moveTo>
                    <a:pt x="198132" y="100584"/>
                  </a:moveTo>
                  <a:lnTo>
                    <a:pt x="50304" y="45720"/>
                  </a:lnTo>
                  <a:lnTo>
                    <a:pt x="50304" y="71628"/>
                  </a:lnTo>
                  <a:lnTo>
                    <a:pt x="164604" y="111252"/>
                  </a:lnTo>
                  <a:lnTo>
                    <a:pt x="50304" y="152400"/>
                  </a:lnTo>
                  <a:lnTo>
                    <a:pt x="50304" y="178308"/>
                  </a:lnTo>
                  <a:lnTo>
                    <a:pt x="198132" y="123444"/>
                  </a:lnTo>
                  <a:lnTo>
                    <a:pt x="198132" y="100584"/>
                  </a:lnTo>
                  <a:close/>
                </a:path>
                <a:path extrusionOk="0" h="178435" w="198754">
                  <a:moveTo>
                    <a:pt x="198132" y="3048"/>
                  </a:moveTo>
                  <a:lnTo>
                    <a:pt x="50304" y="3048"/>
                  </a:lnTo>
                  <a:lnTo>
                    <a:pt x="50304" y="27432"/>
                  </a:lnTo>
                  <a:lnTo>
                    <a:pt x="198132" y="27432"/>
                  </a:lnTo>
                  <a:lnTo>
                    <a:pt x="198132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46" name="Google Shape;7746;p108"/>
            <p:cNvPicPr preferRelativeResize="0"/>
            <p:nvPr/>
          </p:nvPicPr>
          <p:blipFill rotWithShape="1">
            <a:blip r:embed="rId93">
              <a:alphaModFix/>
            </a:blip>
            <a:srcRect b="0" l="0" r="0" t="0"/>
            <a:stretch/>
          </p:blipFill>
          <p:spPr>
            <a:xfrm>
              <a:off x="3691389" y="2560319"/>
              <a:ext cx="156710" cy="11734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747" name="Google Shape;7747;p108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3636263" y="2138172"/>
            <a:ext cx="262128" cy="31394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48" name="Google Shape;7748;p108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4101084" y="8823960"/>
            <a:ext cx="92963" cy="929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49" name="Google Shape;7749;p108"/>
          <p:cNvGrpSpPr/>
          <p:nvPr/>
        </p:nvGrpSpPr>
        <p:grpSpPr>
          <a:xfrm>
            <a:off x="4029455" y="7871459"/>
            <a:ext cx="210312" cy="728472"/>
            <a:chOff x="4029455" y="7871459"/>
            <a:chExt cx="210312" cy="728472"/>
          </a:xfrm>
        </p:grpSpPr>
        <p:pic>
          <p:nvPicPr>
            <p:cNvPr id="7750" name="Google Shape;7750;p108"/>
            <p:cNvPicPr preferRelativeResize="0"/>
            <p:nvPr/>
          </p:nvPicPr>
          <p:blipFill rotWithShape="1">
            <a:blip r:embed="rId96">
              <a:alphaModFix/>
            </a:blip>
            <a:srcRect b="0" l="0" r="0" t="0"/>
            <a:stretch/>
          </p:blipFill>
          <p:spPr>
            <a:xfrm>
              <a:off x="4038599" y="8319515"/>
              <a:ext cx="201168" cy="2804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51" name="Google Shape;7751;p108"/>
            <p:cNvPicPr preferRelativeResize="0"/>
            <p:nvPr/>
          </p:nvPicPr>
          <p:blipFill rotWithShape="1">
            <a:blip r:embed="rId97">
              <a:alphaModFix/>
            </a:blip>
            <a:srcRect b="0" l="0" r="0" t="0"/>
            <a:stretch/>
          </p:blipFill>
          <p:spPr>
            <a:xfrm>
              <a:off x="4087367" y="8179307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52" name="Google Shape;7752;p108"/>
            <p:cNvPicPr preferRelativeResize="0"/>
            <p:nvPr/>
          </p:nvPicPr>
          <p:blipFill rotWithShape="1">
            <a:blip r:embed="rId98">
              <a:alphaModFix/>
            </a:blip>
            <a:srcRect b="0" l="0" r="0" t="0"/>
            <a:stretch/>
          </p:blipFill>
          <p:spPr>
            <a:xfrm>
              <a:off x="4029455" y="7871459"/>
              <a:ext cx="208787" cy="27889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53" name="Google Shape;7753;p108"/>
          <p:cNvGrpSpPr/>
          <p:nvPr/>
        </p:nvGrpSpPr>
        <p:grpSpPr>
          <a:xfrm>
            <a:off x="4027932" y="7126223"/>
            <a:ext cx="211836" cy="643129"/>
            <a:chOff x="4027932" y="7126223"/>
            <a:chExt cx="211836" cy="643129"/>
          </a:xfrm>
        </p:grpSpPr>
        <p:pic>
          <p:nvPicPr>
            <p:cNvPr id="7754" name="Google Shape;7754;p108"/>
            <p:cNvPicPr preferRelativeResize="0"/>
            <p:nvPr/>
          </p:nvPicPr>
          <p:blipFill rotWithShape="1">
            <a:blip r:embed="rId99">
              <a:alphaModFix/>
            </a:blip>
            <a:srcRect b="0" l="0" r="0" t="0"/>
            <a:stretch/>
          </p:blipFill>
          <p:spPr>
            <a:xfrm>
              <a:off x="4027932" y="7644384"/>
              <a:ext cx="211836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55" name="Google Shape;7755;p108"/>
            <p:cNvPicPr preferRelativeResize="0"/>
            <p:nvPr/>
          </p:nvPicPr>
          <p:blipFill rotWithShape="1">
            <a:blip r:embed="rId100">
              <a:alphaModFix/>
            </a:blip>
            <a:srcRect b="0" l="0" r="0" t="0"/>
            <a:stretch/>
          </p:blipFill>
          <p:spPr>
            <a:xfrm>
              <a:off x="4082796" y="7487412"/>
              <a:ext cx="156972" cy="132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56" name="Google Shape;7756;p108"/>
            <p:cNvPicPr preferRelativeResize="0"/>
            <p:nvPr/>
          </p:nvPicPr>
          <p:blipFill rotWithShape="1">
            <a:blip r:embed="rId101">
              <a:alphaModFix/>
            </a:blip>
            <a:srcRect b="0" l="0" r="0" t="0"/>
            <a:stretch/>
          </p:blipFill>
          <p:spPr>
            <a:xfrm>
              <a:off x="4082795" y="7347203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57" name="Google Shape;7757;p108"/>
            <p:cNvPicPr preferRelativeResize="0"/>
            <p:nvPr/>
          </p:nvPicPr>
          <p:blipFill rotWithShape="1">
            <a:blip r:embed="rId102">
              <a:alphaModFix/>
            </a:blip>
            <a:srcRect b="0" l="0" r="0" t="0"/>
            <a:stretch/>
          </p:blipFill>
          <p:spPr>
            <a:xfrm>
              <a:off x="4082795" y="7193280"/>
              <a:ext cx="155448" cy="1280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58" name="Google Shape;7758;p108"/>
            <p:cNvSpPr/>
            <p:nvPr/>
          </p:nvSpPr>
          <p:spPr>
            <a:xfrm>
              <a:off x="4038599" y="7126223"/>
              <a:ext cx="196850" cy="30480"/>
            </a:xfrm>
            <a:custGeom>
              <a:rect b="b" l="l" r="r" t="t"/>
              <a:pathLst>
                <a:path extrusionOk="0" h="30479" w="196850">
                  <a:moveTo>
                    <a:pt x="0" y="30480"/>
                  </a:moveTo>
                  <a:lnTo>
                    <a:pt x="0" y="0"/>
                  </a:lnTo>
                  <a:lnTo>
                    <a:pt x="141732" y="4572"/>
                  </a:lnTo>
                  <a:lnTo>
                    <a:pt x="141732" y="27432"/>
                  </a:lnTo>
                  <a:lnTo>
                    <a:pt x="0" y="30480"/>
                  </a:lnTo>
                  <a:close/>
                </a:path>
                <a:path extrusionOk="0" h="30479" w="196850">
                  <a:moveTo>
                    <a:pt x="196595" y="28956"/>
                  </a:moveTo>
                  <a:lnTo>
                    <a:pt x="169164" y="28956"/>
                  </a:lnTo>
                  <a:lnTo>
                    <a:pt x="169164" y="1524"/>
                  </a:lnTo>
                  <a:lnTo>
                    <a:pt x="196595" y="1524"/>
                  </a:lnTo>
                  <a:lnTo>
                    <a:pt x="196595" y="289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9" name="Google Shape;7759;p108"/>
          <p:cNvSpPr/>
          <p:nvPr/>
        </p:nvSpPr>
        <p:spPr>
          <a:xfrm>
            <a:off x="4029455" y="6918959"/>
            <a:ext cx="260985" cy="79375"/>
          </a:xfrm>
          <a:custGeom>
            <a:rect b="b" l="l" r="r" t="t"/>
            <a:pathLst>
              <a:path extrusionOk="0" h="79375" w="260985">
                <a:moveTo>
                  <a:pt x="131064" y="79248"/>
                </a:moveTo>
                <a:lnTo>
                  <a:pt x="92202" y="75819"/>
                </a:lnTo>
                <a:lnTo>
                  <a:pt x="43076" y="58983"/>
                </a:lnTo>
                <a:lnTo>
                  <a:pt x="0" y="30480"/>
                </a:lnTo>
                <a:lnTo>
                  <a:pt x="0" y="0"/>
                </a:lnTo>
                <a:lnTo>
                  <a:pt x="1524" y="0"/>
                </a:lnTo>
                <a:lnTo>
                  <a:pt x="6381" y="4810"/>
                </a:lnTo>
                <a:lnTo>
                  <a:pt x="11811" y="9905"/>
                </a:lnTo>
                <a:lnTo>
                  <a:pt x="53340" y="38100"/>
                </a:lnTo>
                <a:lnTo>
                  <a:pt x="98702" y="53816"/>
                </a:lnTo>
                <a:lnTo>
                  <a:pt x="131064" y="56387"/>
                </a:lnTo>
                <a:lnTo>
                  <a:pt x="141565" y="56102"/>
                </a:lnTo>
                <a:lnTo>
                  <a:pt x="181332" y="49244"/>
                </a:lnTo>
                <a:lnTo>
                  <a:pt x="207264" y="38100"/>
                </a:lnTo>
                <a:lnTo>
                  <a:pt x="215241" y="34385"/>
                </a:lnTo>
                <a:lnTo>
                  <a:pt x="248983" y="9906"/>
                </a:lnTo>
                <a:lnTo>
                  <a:pt x="259080" y="0"/>
                </a:lnTo>
                <a:lnTo>
                  <a:pt x="260604" y="0"/>
                </a:lnTo>
                <a:lnTo>
                  <a:pt x="260604" y="30480"/>
                </a:lnTo>
                <a:lnTo>
                  <a:pt x="246626" y="41100"/>
                </a:lnTo>
                <a:lnTo>
                  <a:pt x="202692" y="65532"/>
                </a:lnTo>
                <a:lnTo>
                  <a:pt x="151042" y="78390"/>
                </a:lnTo>
                <a:lnTo>
                  <a:pt x="131064" y="792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0" name="Google Shape;7760;p108"/>
          <p:cNvSpPr/>
          <p:nvPr/>
        </p:nvSpPr>
        <p:spPr>
          <a:xfrm>
            <a:off x="4038600" y="6765035"/>
            <a:ext cx="22860" cy="6350"/>
          </a:xfrm>
          <a:custGeom>
            <a:rect b="b" l="l" r="r" t="t"/>
            <a:pathLst>
              <a:path extrusionOk="0" h="6350" w="22860">
                <a:moveTo>
                  <a:pt x="0" y="0"/>
                </a:moveTo>
                <a:lnTo>
                  <a:pt x="22859" y="0"/>
                </a:lnTo>
                <a:lnTo>
                  <a:pt x="22859" y="6350"/>
                </a:lnTo>
                <a:lnTo>
                  <a:pt x="0" y="635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1" name="Google Shape;7761;p108"/>
          <p:cNvSpPr/>
          <p:nvPr/>
        </p:nvSpPr>
        <p:spPr>
          <a:xfrm>
            <a:off x="4212336" y="6765035"/>
            <a:ext cx="22860" cy="6350"/>
          </a:xfrm>
          <a:custGeom>
            <a:rect b="b" l="l" r="r" t="t"/>
            <a:pathLst>
              <a:path extrusionOk="0" h="6350" w="22860">
                <a:moveTo>
                  <a:pt x="0" y="0"/>
                </a:moveTo>
                <a:lnTo>
                  <a:pt x="22860" y="0"/>
                </a:lnTo>
                <a:lnTo>
                  <a:pt x="22860" y="6350"/>
                </a:lnTo>
                <a:lnTo>
                  <a:pt x="0" y="635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2" name="Google Shape;7762;p108"/>
          <p:cNvSpPr/>
          <p:nvPr/>
        </p:nvSpPr>
        <p:spPr>
          <a:xfrm>
            <a:off x="4038600" y="6771385"/>
            <a:ext cx="22860" cy="91440"/>
          </a:xfrm>
          <a:custGeom>
            <a:rect b="b" l="l" r="r" t="t"/>
            <a:pathLst>
              <a:path extrusionOk="0" h="91440" w="22860">
                <a:moveTo>
                  <a:pt x="0" y="0"/>
                </a:moveTo>
                <a:lnTo>
                  <a:pt x="22859" y="0"/>
                </a:lnTo>
                <a:lnTo>
                  <a:pt x="22859" y="91439"/>
                </a:lnTo>
                <a:lnTo>
                  <a:pt x="0" y="914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3" name="Google Shape;7763;p108"/>
          <p:cNvSpPr/>
          <p:nvPr/>
        </p:nvSpPr>
        <p:spPr>
          <a:xfrm>
            <a:off x="4116324" y="6771385"/>
            <a:ext cx="22860" cy="91440"/>
          </a:xfrm>
          <a:custGeom>
            <a:rect b="b" l="l" r="r" t="t"/>
            <a:pathLst>
              <a:path extrusionOk="0" h="91440" w="22860">
                <a:moveTo>
                  <a:pt x="0" y="0"/>
                </a:moveTo>
                <a:lnTo>
                  <a:pt x="22860" y="0"/>
                </a:lnTo>
                <a:lnTo>
                  <a:pt x="22860" y="91439"/>
                </a:lnTo>
                <a:lnTo>
                  <a:pt x="0" y="914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4" name="Google Shape;7764;p108"/>
          <p:cNvGrpSpPr/>
          <p:nvPr/>
        </p:nvGrpSpPr>
        <p:grpSpPr>
          <a:xfrm>
            <a:off x="4038600" y="6114288"/>
            <a:ext cx="251459" cy="774192"/>
            <a:chOff x="4038600" y="6114288"/>
            <a:chExt cx="251459" cy="774192"/>
          </a:xfrm>
        </p:grpSpPr>
        <p:sp>
          <p:nvSpPr>
            <p:cNvPr id="7765" name="Google Shape;7765;p108"/>
            <p:cNvSpPr/>
            <p:nvPr/>
          </p:nvSpPr>
          <p:spPr>
            <a:xfrm>
              <a:off x="4038600" y="6362700"/>
              <a:ext cx="200025" cy="525780"/>
            </a:xfrm>
            <a:custGeom>
              <a:rect b="b" l="l" r="r" t="t"/>
              <a:pathLst>
                <a:path extrusionOk="0" h="525779" w="200025">
                  <a:moveTo>
                    <a:pt x="196583" y="259080"/>
                  </a:moveTo>
                  <a:lnTo>
                    <a:pt x="121907" y="309372"/>
                  </a:lnTo>
                  <a:lnTo>
                    <a:pt x="48755" y="259080"/>
                  </a:lnTo>
                  <a:lnTo>
                    <a:pt x="48755" y="286512"/>
                  </a:lnTo>
                  <a:lnTo>
                    <a:pt x="103619" y="323088"/>
                  </a:lnTo>
                  <a:lnTo>
                    <a:pt x="48755" y="359664"/>
                  </a:lnTo>
                  <a:lnTo>
                    <a:pt x="48755" y="390144"/>
                  </a:lnTo>
                  <a:lnTo>
                    <a:pt x="123431" y="338328"/>
                  </a:lnTo>
                  <a:lnTo>
                    <a:pt x="196583" y="390144"/>
                  </a:lnTo>
                  <a:lnTo>
                    <a:pt x="196583" y="361188"/>
                  </a:lnTo>
                  <a:lnTo>
                    <a:pt x="141719" y="324612"/>
                  </a:lnTo>
                  <a:lnTo>
                    <a:pt x="196583" y="289560"/>
                  </a:lnTo>
                  <a:lnTo>
                    <a:pt x="196583" y="259080"/>
                  </a:lnTo>
                  <a:close/>
                </a:path>
                <a:path extrusionOk="0" h="525779" w="200025">
                  <a:moveTo>
                    <a:pt x="196596" y="408686"/>
                  </a:moveTo>
                  <a:lnTo>
                    <a:pt x="173736" y="408686"/>
                  </a:lnTo>
                  <a:lnTo>
                    <a:pt x="173736" y="500126"/>
                  </a:lnTo>
                  <a:lnTo>
                    <a:pt x="0" y="500126"/>
                  </a:lnTo>
                  <a:lnTo>
                    <a:pt x="0" y="525526"/>
                  </a:lnTo>
                  <a:lnTo>
                    <a:pt x="196596" y="525526"/>
                  </a:lnTo>
                  <a:lnTo>
                    <a:pt x="196596" y="500126"/>
                  </a:lnTo>
                  <a:lnTo>
                    <a:pt x="196596" y="408686"/>
                  </a:lnTo>
                  <a:close/>
                </a:path>
                <a:path extrusionOk="0" h="525779" w="200025">
                  <a:moveTo>
                    <a:pt x="199631" y="175260"/>
                  </a:moveTo>
                  <a:lnTo>
                    <a:pt x="198107" y="170688"/>
                  </a:lnTo>
                  <a:lnTo>
                    <a:pt x="198107" y="167640"/>
                  </a:lnTo>
                  <a:lnTo>
                    <a:pt x="196583" y="164592"/>
                  </a:lnTo>
                  <a:lnTo>
                    <a:pt x="196583" y="160020"/>
                  </a:lnTo>
                  <a:lnTo>
                    <a:pt x="193535" y="153924"/>
                  </a:lnTo>
                  <a:lnTo>
                    <a:pt x="192011" y="149352"/>
                  </a:lnTo>
                  <a:lnTo>
                    <a:pt x="187439" y="140208"/>
                  </a:lnTo>
                  <a:lnTo>
                    <a:pt x="160007" y="140208"/>
                  </a:lnTo>
                  <a:lnTo>
                    <a:pt x="160007" y="141732"/>
                  </a:lnTo>
                  <a:lnTo>
                    <a:pt x="166103" y="147828"/>
                  </a:lnTo>
                  <a:lnTo>
                    <a:pt x="170675" y="153924"/>
                  </a:lnTo>
                  <a:lnTo>
                    <a:pt x="176771" y="169164"/>
                  </a:lnTo>
                  <a:lnTo>
                    <a:pt x="178295" y="176784"/>
                  </a:lnTo>
                  <a:lnTo>
                    <a:pt x="178295" y="184404"/>
                  </a:lnTo>
                  <a:lnTo>
                    <a:pt x="155346" y="221297"/>
                  </a:lnTo>
                  <a:lnTo>
                    <a:pt x="121907" y="227076"/>
                  </a:lnTo>
                  <a:lnTo>
                    <a:pt x="109054" y="226491"/>
                  </a:lnTo>
                  <a:lnTo>
                    <a:pt x="73888" y="209486"/>
                  </a:lnTo>
                  <a:lnTo>
                    <a:pt x="65519" y="184404"/>
                  </a:lnTo>
                  <a:lnTo>
                    <a:pt x="65519" y="179832"/>
                  </a:lnTo>
                  <a:lnTo>
                    <a:pt x="67043" y="175260"/>
                  </a:lnTo>
                  <a:lnTo>
                    <a:pt x="67043" y="170688"/>
                  </a:lnTo>
                  <a:lnTo>
                    <a:pt x="68567" y="166116"/>
                  </a:lnTo>
                  <a:lnTo>
                    <a:pt x="70091" y="163068"/>
                  </a:lnTo>
                  <a:lnTo>
                    <a:pt x="73139" y="158496"/>
                  </a:lnTo>
                  <a:lnTo>
                    <a:pt x="74663" y="155448"/>
                  </a:lnTo>
                  <a:lnTo>
                    <a:pt x="76187" y="150876"/>
                  </a:lnTo>
                  <a:lnTo>
                    <a:pt x="79235" y="149352"/>
                  </a:lnTo>
                  <a:lnTo>
                    <a:pt x="82283" y="143256"/>
                  </a:lnTo>
                  <a:lnTo>
                    <a:pt x="83807" y="141732"/>
                  </a:lnTo>
                  <a:lnTo>
                    <a:pt x="83807" y="140208"/>
                  </a:lnTo>
                  <a:lnTo>
                    <a:pt x="56375" y="140208"/>
                  </a:lnTo>
                  <a:lnTo>
                    <a:pt x="53327" y="146304"/>
                  </a:lnTo>
                  <a:lnTo>
                    <a:pt x="50279" y="153924"/>
                  </a:lnTo>
                  <a:lnTo>
                    <a:pt x="47231" y="160020"/>
                  </a:lnTo>
                  <a:lnTo>
                    <a:pt x="45707" y="167640"/>
                  </a:lnTo>
                  <a:lnTo>
                    <a:pt x="44183" y="176784"/>
                  </a:lnTo>
                  <a:lnTo>
                    <a:pt x="44183" y="184404"/>
                  </a:lnTo>
                  <a:lnTo>
                    <a:pt x="44500" y="191477"/>
                  </a:lnTo>
                  <a:lnTo>
                    <a:pt x="45516" y="198691"/>
                  </a:lnTo>
                  <a:lnTo>
                    <a:pt x="47409" y="205625"/>
                  </a:lnTo>
                  <a:lnTo>
                    <a:pt x="50279" y="211836"/>
                  </a:lnTo>
                  <a:lnTo>
                    <a:pt x="52857" y="218414"/>
                  </a:lnTo>
                  <a:lnTo>
                    <a:pt x="81788" y="245630"/>
                  </a:lnTo>
                  <a:lnTo>
                    <a:pt x="121907" y="252984"/>
                  </a:lnTo>
                  <a:lnTo>
                    <a:pt x="131673" y="252704"/>
                  </a:lnTo>
                  <a:lnTo>
                    <a:pt x="169722" y="242697"/>
                  </a:lnTo>
                  <a:lnTo>
                    <a:pt x="195059" y="211836"/>
                  </a:lnTo>
                  <a:lnTo>
                    <a:pt x="199631" y="184404"/>
                  </a:lnTo>
                  <a:lnTo>
                    <a:pt x="199631" y="175260"/>
                  </a:lnTo>
                  <a:close/>
                </a:path>
                <a:path extrusionOk="0" h="525779" w="200025">
                  <a:moveTo>
                    <a:pt x="199631" y="42672"/>
                  </a:moveTo>
                  <a:lnTo>
                    <a:pt x="198107" y="39624"/>
                  </a:lnTo>
                  <a:lnTo>
                    <a:pt x="198107" y="35052"/>
                  </a:lnTo>
                  <a:lnTo>
                    <a:pt x="195059" y="25908"/>
                  </a:lnTo>
                  <a:lnTo>
                    <a:pt x="195059" y="22860"/>
                  </a:lnTo>
                  <a:lnTo>
                    <a:pt x="192011" y="13716"/>
                  </a:lnTo>
                  <a:lnTo>
                    <a:pt x="190487" y="10668"/>
                  </a:lnTo>
                  <a:lnTo>
                    <a:pt x="188963" y="6096"/>
                  </a:lnTo>
                  <a:lnTo>
                    <a:pt x="187439" y="3048"/>
                  </a:lnTo>
                  <a:lnTo>
                    <a:pt x="160007" y="3048"/>
                  </a:lnTo>
                  <a:lnTo>
                    <a:pt x="160007" y="4572"/>
                  </a:lnTo>
                  <a:lnTo>
                    <a:pt x="161531" y="7620"/>
                  </a:lnTo>
                  <a:lnTo>
                    <a:pt x="166103" y="12192"/>
                  </a:lnTo>
                  <a:lnTo>
                    <a:pt x="167627" y="15240"/>
                  </a:lnTo>
                  <a:lnTo>
                    <a:pt x="169151" y="19812"/>
                  </a:lnTo>
                  <a:lnTo>
                    <a:pt x="172199" y="24384"/>
                  </a:lnTo>
                  <a:lnTo>
                    <a:pt x="176771" y="38100"/>
                  </a:lnTo>
                  <a:lnTo>
                    <a:pt x="178295" y="44196"/>
                  </a:lnTo>
                  <a:lnTo>
                    <a:pt x="178295" y="54864"/>
                  </a:lnTo>
                  <a:lnTo>
                    <a:pt x="164579" y="91440"/>
                  </a:lnTo>
                  <a:lnTo>
                    <a:pt x="124955" y="103632"/>
                  </a:lnTo>
                  <a:lnTo>
                    <a:pt x="124955" y="24384"/>
                  </a:lnTo>
                  <a:lnTo>
                    <a:pt x="124955" y="0"/>
                  </a:lnTo>
                  <a:lnTo>
                    <a:pt x="111239" y="0"/>
                  </a:lnTo>
                  <a:lnTo>
                    <a:pt x="105143" y="215"/>
                  </a:lnTo>
                  <a:lnTo>
                    <a:pt x="105143" y="24384"/>
                  </a:lnTo>
                  <a:lnTo>
                    <a:pt x="105143" y="103632"/>
                  </a:lnTo>
                  <a:lnTo>
                    <a:pt x="99047" y="103632"/>
                  </a:lnTo>
                  <a:lnTo>
                    <a:pt x="92951" y="102108"/>
                  </a:lnTo>
                  <a:lnTo>
                    <a:pt x="83807" y="99060"/>
                  </a:lnTo>
                  <a:lnTo>
                    <a:pt x="79235" y="96012"/>
                  </a:lnTo>
                  <a:lnTo>
                    <a:pt x="76187" y="91440"/>
                  </a:lnTo>
                  <a:lnTo>
                    <a:pt x="71615" y="88392"/>
                  </a:lnTo>
                  <a:lnTo>
                    <a:pt x="68567" y="83820"/>
                  </a:lnTo>
                  <a:lnTo>
                    <a:pt x="65506" y="74587"/>
                  </a:lnTo>
                  <a:lnTo>
                    <a:pt x="63995" y="68580"/>
                  </a:lnTo>
                  <a:lnTo>
                    <a:pt x="63995" y="54864"/>
                  </a:lnTo>
                  <a:lnTo>
                    <a:pt x="65519" y="48768"/>
                  </a:lnTo>
                  <a:lnTo>
                    <a:pt x="68567" y="39624"/>
                  </a:lnTo>
                  <a:lnTo>
                    <a:pt x="71615" y="36576"/>
                  </a:lnTo>
                  <a:lnTo>
                    <a:pt x="76187" y="33528"/>
                  </a:lnTo>
                  <a:lnTo>
                    <a:pt x="79235" y="30480"/>
                  </a:lnTo>
                  <a:lnTo>
                    <a:pt x="82283" y="28956"/>
                  </a:lnTo>
                  <a:lnTo>
                    <a:pt x="88379" y="27432"/>
                  </a:lnTo>
                  <a:lnTo>
                    <a:pt x="92951" y="25908"/>
                  </a:lnTo>
                  <a:lnTo>
                    <a:pt x="99047" y="24384"/>
                  </a:lnTo>
                  <a:lnTo>
                    <a:pt x="105143" y="24384"/>
                  </a:lnTo>
                  <a:lnTo>
                    <a:pt x="105143" y="215"/>
                  </a:lnTo>
                  <a:lnTo>
                    <a:pt x="60947" y="16764"/>
                  </a:lnTo>
                  <a:lnTo>
                    <a:pt x="48755" y="35052"/>
                  </a:lnTo>
                  <a:lnTo>
                    <a:pt x="45707" y="42672"/>
                  </a:lnTo>
                  <a:lnTo>
                    <a:pt x="44183" y="50292"/>
                  </a:lnTo>
                  <a:lnTo>
                    <a:pt x="44183" y="59436"/>
                  </a:lnTo>
                  <a:lnTo>
                    <a:pt x="56400" y="99733"/>
                  </a:lnTo>
                  <a:lnTo>
                    <a:pt x="90474" y="123444"/>
                  </a:lnTo>
                  <a:lnTo>
                    <a:pt x="123431" y="128016"/>
                  </a:lnTo>
                  <a:lnTo>
                    <a:pt x="140601" y="126873"/>
                  </a:lnTo>
                  <a:lnTo>
                    <a:pt x="155625" y="123444"/>
                  </a:lnTo>
                  <a:lnTo>
                    <a:pt x="168656" y="117729"/>
                  </a:lnTo>
                  <a:lnTo>
                    <a:pt x="179819" y="109728"/>
                  </a:lnTo>
                  <a:lnTo>
                    <a:pt x="184683" y="103632"/>
                  </a:lnTo>
                  <a:lnTo>
                    <a:pt x="188709" y="98590"/>
                  </a:lnTo>
                  <a:lnTo>
                    <a:pt x="194868" y="85725"/>
                  </a:lnTo>
                  <a:lnTo>
                    <a:pt x="198475" y="71158"/>
                  </a:lnTo>
                  <a:lnTo>
                    <a:pt x="199631" y="54864"/>
                  </a:lnTo>
                  <a:lnTo>
                    <a:pt x="199631" y="426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66" name="Google Shape;7766;p108"/>
            <p:cNvPicPr preferRelativeResize="0"/>
            <p:nvPr/>
          </p:nvPicPr>
          <p:blipFill rotWithShape="1">
            <a:blip r:embed="rId103">
              <a:alphaModFix/>
            </a:blip>
            <a:srcRect b="0" l="0" r="0" t="0"/>
            <a:stretch/>
          </p:blipFill>
          <p:spPr>
            <a:xfrm>
              <a:off x="4044695" y="6114288"/>
              <a:ext cx="245364" cy="22250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67" name="Google Shape;7767;p108"/>
          <p:cNvGrpSpPr/>
          <p:nvPr/>
        </p:nvGrpSpPr>
        <p:grpSpPr>
          <a:xfrm>
            <a:off x="4027932" y="5702807"/>
            <a:ext cx="211835" cy="320039"/>
            <a:chOff x="4027932" y="5702807"/>
            <a:chExt cx="211835" cy="320039"/>
          </a:xfrm>
        </p:grpSpPr>
        <p:pic>
          <p:nvPicPr>
            <p:cNvPr id="7768" name="Google Shape;7768;p108"/>
            <p:cNvPicPr preferRelativeResize="0"/>
            <p:nvPr/>
          </p:nvPicPr>
          <p:blipFill rotWithShape="1">
            <a:blip r:embed="rId104">
              <a:alphaModFix/>
            </a:blip>
            <a:srcRect b="0" l="0" r="0" t="0"/>
            <a:stretch/>
          </p:blipFill>
          <p:spPr>
            <a:xfrm>
              <a:off x="4027932" y="5804915"/>
              <a:ext cx="211835" cy="2179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69" name="Google Shape;7769;p108"/>
            <p:cNvPicPr preferRelativeResize="0"/>
            <p:nvPr/>
          </p:nvPicPr>
          <p:blipFill rotWithShape="1">
            <a:blip r:embed="rId105">
              <a:alphaModFix/>
            </a:blip>
            <a:srcRect b="0" l="0" r="0" t="0"/>
            <a:stretch/>
          </p:blipFill>
          <p:spPr>
            <a:xfrm>
              <a:off x="4087367" y="5702807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70" name="Google Shape;7770;p108"/>
          <p:cNvGrpSpPr/>
          <p:nvPr/>
        </p:nvGrpSpPr>
        <p:grpSpPr>
          <a:xfrm>
            <a:off x="4027932" y="3768852"/>
            <a:ext cx="256159" cy="1834896"/>
            <a:chOff x="4027932" y="3768852"/>
            <a:chExt cx="256159" cy="1834896"/>
          </a:xfrm>
        </p:grpSpPr>
        <p:pic>
          <p:nvPicPr>
            <p:cNvPr id="7771" name="Google Shape;7771;p108"/>
            <p:cNvPicPr preferRelativeResize="0"/>
            <p:nvPr/>
          </p:nvPicPr>
          <p:blipFill rotWithShape="1">
            <a:blip r:embed="rId106">
              <a:alphaModFix/>
            </a:blip>
            <a:srcRect b="0" l="0" r="0" t="0"/>
            <a:stretch/>
          </p:blipFill>
          <p:spPr>
            <a:xfrm>
              <a:off x="4027932" y="4194048"/>
              <a:ext cx="211836" cy="1409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72" name="Google Shape;7772;p108"/>
            <p:cNvSpPr/>
            <p:nvPr/>
          </p:nvSpPr>
          <p:spPr>
            <a:xfrm>
              <a:off x="4037063" y="4149852"/>
              <a:ext cx="198120" cy="29209"/>
            </a:xfrm>
            <a:custGeom>
              <a:rect b="b" l="l" r="r" t="t"/>
              <a:pathLst>
                <a:path extrusionOk="0" h="29210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73" name="Google Shape;7773;p108"/>
            <p:cNvPicPr preferRelativeResize="0"/>
            <p:nvPr/>
          </p:nvPicPr>
          <p:blipFill rotWithShape="1">
            <a:blip r:embed="rId107">
              <a:alphaModFix/>
            </a:blip>
            <a:srcRect b="0" l="0" r="0" t="0"/>
            <a:stretch/>
          </p:blipFill>
          <p:spPr>
            <a:xfrm>
              <a:off x="4082796" y="3992880"/>
              <a:ext cx="156972" cy="132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74" name="Google Shape;7774;p108"/>
            <p:cNvPicPr preferRelativeResize="0"/>
            <p:nvPr/>
          </p:nvPicPr>
          <p:blipFill rotWithShape="1">
            <a:blip r:embed="rId108">
              <a:alphaModFix/>
            </a:blip>
            <a:srcRect b="0" l="0" r="0" t="0"/>
            <a:stretch/>
          </p:blipFill>
          <p:spPr>
            <a:xfrm>
              <a:off x="4082795" y="3852672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75" name="Google Shape;7775;p108"/>
            <p:cNvSpPr/>
            <p:nvPr/>
          </p:nvSpPr>
          <p:spPr>
            <a:xfrm>
              <a:off x="4197096" y="3768852"/>
              <a:ext cx="86995" cy="56515"/>
            </a:xfrm>
            <a:custGeom>
              <a:rect b="b" l="l" r="r" t="t"/>
              <a:pathLst>
                <a:path extrusionOk="0" h="56514" w="86995">
                  <a:moveTo>
                    <a:pt x="86867" y="56388"/>
                  </a:moveTo>
                  <a:lnTo>
                    <a:pt x="0" y="33528"/>
                  </a:lnTo>
                  <a:lnTo>
                    <a:pt x="0" y="0"/>
                  </a:lnTo>
                  <a:lnTo>
                    <a:pt x="86867" y="38100"/>
                  </a:lnTo>
                  <a:lnTo>
                    <a:pt x="86867" y="563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776" name="Google Shape;7776;p108"/>
          <p:cNvPicPr preferRelativeResize="0"/>
          <p:nvPr/>
        </p:nvPicPr>
        <p:blipFill rotWithShape="1">
          <a:blip r:embed="rId109">
            <a:alphaModFix/>
          </a:blip>
          <a:srcRect b="0" l="0" r="0" t="0"/>
          <a:stretch/>
        </p:blipFill>
        <p:spPr>
          <a:xfrm>
            <a:off x="4044695" y="3150107"/>
            <a:ext cx="239268" cy="5074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77" name="Google Shape;7777;p108"/>
          <p:cNvGrpSpPr/>
          <p:nvPr/>
        </p:nvGrpSpPr>
        <p:grpSpPr>
          <a:xfrm>
            <a:off x="4044683" y="2314955"/>
            <a:ext cx="195580" cy="732029"/>
            <a:chOff x="4044683" y="2314955"/>
            <a:chExt cx="195580" cy="732029"/>
          </a:xfrm>
        </p:grpSpPr>
        <p:sp>
          <p:nvSpPr>
            <p:cNvPr id="7778" name="Google Shape;7778;p108"/>
            <p:cNvSpPr/>
            <p:nvPr/>
          </p:nvSpPr>
          <p:spPr>
            <a:xfrm>
              <a:off x="4044683" y="2417064"/>
              <a:ext cx="195580" cy="629920"/>
            </a:xfrm>
            <a:custGeom>
              <a:rect b="b" l="l" r="r" t="t"/>
              <a:pathLst>
                <a:path extrusionOk="0" h="629919" w="195579">
                  <a:moveTo>
                    <a:pt x="190500" y="551688"/>
                  </a:moveTo>
                  <a:lnTo>
                    <a:pt x="42672" y="496824"/>
                  </a:lnTo>
                  <a:lnTo>
                    <a:pt x="42672" y="522732"/>
                  </a:lnTo>
                  <a:lnTo>
                    <a:pt x="156972" y="562356"/>
                  </a:lnTo>
                  <a:lnTo>
                    <a:pt x="42672" y="603504"/>
                  </a:lnTo>
                  <a:lnTo>
                    <a:pt x="42672" y="629412"/>
                  </a:lnTo>
                  <a:lnTo>
                    <a:pt x="190500" y="574548"/>
                  </a:lnTo>
                  <a:lnTo>
                    <a:pt x="190500" y="551688"/>
                  </a:lnTo>
                  <a:close/>
                </a:path>
                <a:path extrusionOk="0" h="629919" w="195579">
                  <a:moveTo>
                    <a:pt x="193548" y="405384"/>
                  </a:moveTo>
                  <a:lnTo>
                    <a:pt x="192024" y="400812"/>
                  </a:lnTo>
                  <a:lnTo>
                    <a:pt x="192024" y="397764"/>
                  </a:lnTo>
                  <a:lnTo>
                    <a:pt x="188976" y="388620"/>
                  </a:lnTo>
                  <a:lnTo>
                    <a:pt x="188976" y="384048"/>
                  </a:lnTo>
                  <a:lnTo>
                    <a:pt x="187452" y="381000"/>
                  </a:lnTo>
                  <a:lnTo>
                    <a:pt x="184404" y="371856"/>
                  </a:lnTo>
                  <a:lnTo>
                    <a:pt x="181356" y="365760"/>
                  </a:lnTo>
                  <a:lnTo>
                    <a:pt x="153924" y="365760"/>
                  </a:lnTo>
                  <a:lnTo>
                    <a:pt x="153924" y="367284"/>
                  </a:lnTo>
                  <a:lnTo>
                    <a:pt x="155448" y="368808"/>
                  </a:lnTo>
                  <a:lnTo>
                    <a:pt x="156972" y="371856"/>
                  </a:lnTo>
                  <a:lnTo>
                    <a:pt x="160020" y="374904"/>
                  </a:lnTo>
                  <a:lnTo>
                    <a:pt x="163068" y="381000"/>
                  </a:lnTo>
                  <a:lnTo>
                    <a:pt x="166116" y="385572"/>
                  </a:lnTo>
                  <a:lnTo>
                    <a:pt x="169164" y="394716"/>
                  </a:lnTo>
                  <a:lnTo>
                    <a:pt x="170688" y="400812"/>
                  </a:lnTo>
                  <a:lnTo>
                    <a:pt x="172212" y="405384"/>
                  </a:lnTo>
                  <a:lnTo>
                    <a:pt x="164503" y="446062"/>
                  </a:lnTo>
                  <a:lnTo>
                    <a:pt x="130860" y="465493"/>
                  </a:lnTo>
                  <a:lnTo>
                    <a:pt x="118872" y="466344"/>
                  </a:lnTo>
                  <a:lnTo>
                    <a:pt x="118872" y="387096"/>
                  </a:lnTo>
                  <a:lnTo>
                    <a:pt x="118872" y="362712"/>
                  </a:lnTo>
                  <a:lnTo>
                    <a:pt x="105156" y="362712"/>
                  </a:lnTo>
                  <a:lnTo>
                    <a:pt x="99060" y="362927"/>
                  </a:lnTo>
                  <a:lnTo>
                    <a:pt x="99060" y="387096"/>
                  </a:lnTo>
                  <a:lnTo>
                    <a:pt x="99060" y="466344"/>
                  </a:lnTo>
                  <a:lnTo>
                    <a:pt x="92964" y="464820"/>
                  </a:lnTo>
                  <a:lnTo>
                    <a:pt x="86868" y="464820"/>
                  </a:lnTo>
                  <a:lnTo>
                    <a:pt x="82296" y="461772"/>
                  </a:lnTo>
                  <a:lnTo>
                    <a:pt x="77724" y="460248"/>
                  </a:lnTo>
                  <a:lnTo>
                    <a:pt x="73152" y="457200"/>
                  </a:lnTo>
                  <a:lnTo>
                    <a:pt x="65532" y="449580"/>
                  </a:lnTo>
                  <a:lnTo>
                    <a:pt x="65405" y="449389"/>
                  </a:lnTo>
                  <a:lnTo>
                    <a:pt x="62484" y="445008"/>
                  </a:lnTo>
                  <a:lnTo>
                    <a:pt x="59436" y="435864"/>
                  </a:lnTo>
                  <a:lnTo>
                    <a:pt x="57912" y="429768"/>
                  </a:lnTo>
                  <a:lnTo>
                    <a:pt x="57912" y="417576"/>
                  </a:lnTo>
                  <a:lnTo>
                    <a:pt x="73152" y="393192"/>
                  </a:lnTo>
                  <a:lnTo>
                    <a:pt x="76200" y="390144"/>
                  </a:lnTo>
                  <a:lnTo>
                    <a:pt x="82296" y="388620"/>
                  </a:lnTo>
                  <a:lnTo>
                    <a:pt x="86868" y="387096"/>
                  </a:lnTo>
                  <a:lnTo>
                    <a:pt x="99060" y="387096"/>
                  </a:lnTo>
                  <a:lnTo>
                    <a:pt x="99060" y="362927"/>
                  </a:lnTo>
                  <a:lnTo>
                    <a:pt x="96545" y="363004"/>
                  </a:lnTo>
                  <a:lnTo>
                    <a:pt x="88773" y="363855"/>
                  </a:lnTo>
                  <a:lnTo>
                    <a:pt x="81584" y="365290"/>
                  </a:lnTo>
                  <a:lnTo>
                    <a:pt x="74676" y="367284"/>
                  </a:lnTo>
                  <a:lnTo>
                    <a:pt x="67056" y="368808"/>
                  </a:lnTo>
                  <a:lnTo>
                    <a:pt x="60960" y="373380"/>
                  </a:lnTo>
                  <a:lnTo>
                    <a:pt x="54864" y="379476"/>
                  </a:lnTo>
                  <a:lnTo>
                    <a:pt x="48768" y="384048"/>
                  </a:lnTo>
                  <a:lnTo>
                    <a:pt x="44196" y="390144"/>
                  </a:lnTo>
                  <a:lnTo>
                    <a:pt x="42672" y="397764"/>
                  </a:lnTo>
                  <a:lnTo>
                    <a:pt x="39624" y="403860"/>
                  </a:lnTo>
                  <a:lnTo>
                    <a:pt x="38100" y="413004"/>
                  </a:lnTo>
                  <a:lnTo>
                    <a:pt x="38100" y="422148"/>
                  </a:lnTo>
                  <a:lnTo>
                    <a:pt x="39509" y="436422"/>
                  </a:lnTo>
                  <a:lnTo>
                    <a:pt x="43624" y="449389"/>
                  </a:lnTo>
                  <a:lnTo>
                    <a:pt x="43738" y="449580"/>
                  </a:lnTo>
                  <a:lnTo>
                    <a:pt x="50317" y="460946"/>
                  </a:lnTo>
                  <a:lnTo>
                    <a:pt x="84391" y="485965"/>
                  </a:lnTo>
                  <a:lnTo>
                    <a:pt x="117348" y="490728"/>
                  </a:lnTo>
                  <a:lnTo>
                    <a:pt x="134518" y="489572"/>
                  </a:lnTo>
                  <a:lnTo>
                    <a:pt x="149542" y="485965"/>
                  </a:lnTo>
                  <a:lnTo>
                    <a:pt x="162572" y="479806"/>
                  </a:lnTo>
                  <a:lnTo>
                    <a:pt x="173736" y="470916"/>
                  </a:lnTo>
                  <a:lnTo>
                    <a:pt x="177380" y="466344"/>
                  </a:lnTo>
                  <a:lnTo>
                    <a:pt x="182626" y="459778"/>
                  </a:lnTo>
                  <a:lnTo>
                    <a:pt x="188785" y="446913"/>
                  </a:lnTo>
                  <a:lnTo>
                    <a:pt x="192392" y="432346"/>
                  </a:lnTo>
                  <a:lnTo>
                    <a:pt x="193446" y="417576"/>
                  </a:lnTo>
                  <a:lnTo>
                    <a:pt x="193548" y="405384"/>
                  </a:lnTo>
                  <a:close/>
                </a:path>
                <a:path extrusionOk="0" h="629919" w="195579">
                  <a:moveTo>
                    <a:pt x="193548" y="268224"/>
                  </a:moveTo>
                  <a:lnTo>
                    <a:pt x="192024" y="265176"/>
                  </a:lnTo>
                  <a:lnTo>
                    <a:pt x="192024" y="260604"/>
                  </a:lnTo>
                  <a:lnTo>
                    <a:pt x="190500" y="257556"/>
                  </a:lnTo>
                  <a:lnTo>
                    <a:pt x="190500" y="252984"/>
                  </a:lnTo>
                  <a:lnTo>
                    <a:pt x="185928" y="243840"/>
                  </a:lnTo>
                  <a:lnTo>
                    <a:pt x="184404" y="239268"/>
                  </a:lnTo>
                  <a:lnTo>
                    <a:pt x="181356" y="233172"/>
                  </a:lnTo>
                  <a:lnTo>
                    <a:pt x="153924" y="233172"/>
                  </a:lnTo>
                  <a:lnTo>
                    <a:pt x="153924" y="234696"/>
                  </a:lnTo>
                  <a:lnTo>
                    <a:pt x="160020" y="240792"/>
                  </a:lnTo>
                  <a:lnTo>
                    <a:pt x="164592" y="246888"/>
                  </a:lnTo>
                  <a:lnTo>
                    <a:pt x="170688" y="262128"/>
                  </a:lnTo>
                  <a:lnTo>
                    <a:pt x="172212" y="269748"/>
                  </a:lnTo>
                  <a:lnTo>
                    <a:pt x="172212" y="277368"/>
                  </a:lnTo>
                  <a:lnTo>
                    <a:pt x="149263" y="314261"/>
                  </a:lnTo>
                  <a:lnTo>
                    <a:pt x="115824" y="320040"/>
                  </a:lnTo>
                  <a:lnTo>
                    <a:pt x="102971" y="319455"/>
                  </a:lnTo>
                  <a:lnTo>
                    <a:pt x="67805" y="303085"/>
                  </a:lnTo>
                  <a:lnTo>
                    <a:pt x="59436" y="277368"/>
                  </a:lnTo>
                  <a:lnTo>
                    <a:pt x="59436" y="274320"/>
                  </a:lnTo>
                  <a:lnTo>
                    <a:pt x="60960" y="269748"/>
                  </a:lnTo>
                  <a:lnTo>
                    <a:pt x="60960" y="265176"/>
                  </a:lnTo>
                  <a:lnTo>
                    <a:pt x="62484" y="259080"/>
                  </a:lnTo>
                  <a:lnTo>
                    <a:pt x="64008" y="256032"/>
                  </a:lnTo>
                  <a:lnTo>
                    <a:pt x="67056" y="252984"/>
                  </a:lnTo>
                  <a:lnTo>
                    <a:pt x="68580" y="248412"/>
                  </a:lnTo>
                  <a:lnTo>
                    <a:pt x="70104" y="245364"/>
                  </a:lnTo>
                  <a:lnTo>
                    <a:pt x="73152" y="242316"/>
                  </a:lnTo>
                  <a:lnTo>
                    <a:pt x="74676" y="239268"/>
                  </a:lnTo>
                  <a:lnTo>
                    <a:pt x="76200" y="237744"/>
                  </a:lnTo>
                  <a:lnTo>
                    <a:pt x="77724" y="234696"/>
                  </a:lnTo>
                  <a:lnTo>
                    <a:pt x="77724" y="233172"/>
                  </a:lnTo>
                  <a:lnTo>
                    <a:pt x="50292" y="233172"/>
                  </a:lnTo>
                  <a:lnTo>
                    <a:pt x="47244" y="239268"/>
                  </a:lnTo>
                  <a:lnTo>
                    <a:pt x="41148" y="254508"/>
                  </a:lnTo>
                  <a:lnTo>
                    <a:pt x="38100" y="269748"/>
                  </a:lnTo>
                  <a:lnTo>
                    <a:pt x="38100" y="277368"/>
                  </a:lnTo>
                  <a:lnTo>
                    <a:pt x="51816" y="321564"/>
                  </a:lnTo>
                  <a:lnTo>
                    <a:pt x="89687" y="343382"/>
                  </a:lnTo>
                  <a:lnTo>
                    <a:pt x="115824" y="345948"/>
                  </a:lnTo>
                  <a:lnTo>
                    <a:pt x="125590" y="345668"/>
                  </a:lnTo>
                  <a:lnTo>
                    <a:pt x="163639" y="335661"/>
                  </a:lnTo>
                  <a:lnTo>
                    <a:pt x="188976" y="306324"/>
                  </a:lnTo>
                  <a:lnTo>
                    <a:pt x="193548" y="277368"/>
                  </a:lnTo>
                  <a:lnTo>
                    <a:pt x="193548" y="268224"/>
                  </a:lnTo>
                  <a:close/>
                </a:path>
                <a:path extrusionOk="0" h="629919" w="195579">
                  <a:moveTo>
                    <a:pt x="193548" y="160020"/>
                  </a:moveTo>
                  <a:lnTo>
                    <a:pt x="192024" y="155448"/>
                  </a:lnTo>
                  <a:lnTo>
                    <a:pt x="192024" y="150876"/>
                  </a:lnTo>
                  <a:lnTo>
                    <a:pt x="190500" y="144780"/>
                  </a:lnTo>
                  <a:lnTo>
                    <a:pt x="188976" y="140208"/>
                  </a:lnTo>
                  <a:lnTo>
                    <a:pt x="167640" y="140208"/>
                  </a:lnTo>
                  <a:lnTo>
                    <a:pt x="167640" y="141732"/>
                  </a:lnTo>
                  <a:lnTo>
                    <a:pt x="169164" y="143256"/>
                  </a:lnTo>
                  <a:lnTo>
                    <a:pt x="169164" y="146304"/>
                  </a:lnTo>
                  <a:lnTo>
                    <a:pt x="170688" y="150876"/>
                  </a:lnTo>
                  <a:lnTo>
                    <a:pt x="172212" y="153924"/>
                  </a:lnTo>
                  <a:lnTo>
                    <a:pt x="172212" y="173736"/>
                  </a:lnTo>
                  <a:lnTo>
                    <a:pt x="169164" y="179832"/>
                  </a:lnTo>
                  <a:lnTo>
                    <a:pt x="166116" y="182880"/>
                  </a:lnTo>
                  <a:lnTo>
                    <a:pt x="160020" y="185928"/>
                  </a:lnTo>
                  <a:lnTo>
                    <a:pt x="155448" y="187452"/>
                  </a:lnTo>
                  <a:lnTo>
                    <a:pt x="64008" y="187452"/>
                  </a:lnTo>
                  <a:lnTo>
                    <a:pt x="64008" y="140208"/>
                  </a:lnTo>
                  <a:lnTo>
                    <a:pt x="42672" y="140208"/>
                  </a:lnTo>
                  <a:lnTo>
                    <a:pt x="42672" y="187452"/>
                  </a:lnTo>
                  <a:lnTo>
                    <a:pt x="0" y="187452"/>
                  </a:lnTo>
                  <a:lnTo>
                    <a:pt x="0" y="211836"/>
                  </a:lnTo>
                  <a:lnTo>
                    <a:pt x="42672" y="211836"/>
                  </a:lnTo>
                  <a:lnTo>
                    <a:pt x="42672" y="228600"/>
                  </a:lnTo>
                  <a:lnTo>
                    <a:pt x="64008" y="228600"/>
                  </a:lnTo>
                  <a:lnTo>
                    <a:pt x="64008" y="211836"/>
                  </a:lnTo>
                  <a:lnTo>
                    <a:pt x="146304" y="211836"/>
                  </a:lnTo>
                  <a:lnTo>
                    <a:pt x="157810" y="211251"/>
                  </a:lnTo>
                  <a:lnTo>
                    <a:pt x="191071" y="187452"/>
                  </a:lnTo>
                  <a:lnTo>
                    <a:pt x="193548" y="169164"/>
                  </a:lnTo>
                  <a:lnTo>
                    <a:pt x="193548" y="160020"/>
                  </a:lnTo>
                  <a:close/>
                </a:path>
                <a:path extrusionOk="0" h="629919" w="195579">
                  <a:moveTo>
                    <a:pt x="195084" y="65532"/>
                  </a:moveTo>
                  <a:lnTo>
                    <a:pt x="184150" y="28028"/>
                  </a:lnTo>
                  <a:lnTo>
                    <a:pt x="173748" y="17221"/>
                  </a:lnTo>
                  <a:lnTo>
                    <a:pt x="173748" y="65532"/>
                  </a:lnTo>
                  <a:lnTo>
                    <a:pt x="172885" y="75018"/>
                  </a:lnTo>
                  <a:lnTo>
                    <a:pt x="141554" y="104203"/>
                  </a:lnTo>
                  <a:lnTo>
                    <a:pt x="117360" y="106680"/>
                  </a:lnTo>
                  <a:lnTo>
                    <a:pt x="103593" y="106095"/>
                  </a:lnTo>
                  <a:lnTo>
                    <a:pt x="67157" y="89966"/>
                  </a:lnTo>
                  <a:lnTo>
                    <a:pt x="59448" y="65532"/>
                  </a:lnTo>
                  <a:lnTo>
                    <a:pt x="60299" y="56730"/>
                  </a:lnTo>
                  <a:lnTo>
                    <a:pt x="91833" y="28384"/>
                  </a:lnTo>
                  <a:lnTo>
                    <a:pt x="117360" y="25908"/>
                  </a:lnTo>
                  <a:lnTo>
                    <a:pt x="130454" y="26504"/>
                  </a:lnTo>
                  <a:lnTo>
                    <a:pt x="166027" y="41960"/>
                  </a:lnTo>
                  <a:lnTo>
                    <a:pt x="173748" y="65532"/>
                  </a:lnTo>
                  <a:lnTo>
                    <a:pt x="173748" y="17221"/>
                  </a:lnTo>
                  <a:lnTo>
                    <a:pt x="163855" y="10287"/>
                  </a:lnTo>
                  <a:lnTo>
                    <a:pt x="150317" y="4572"/>
                  </a:lnTo>
                  <a:lnTo>
                    <a:pt x="134759" y="1143"/>
                  </a:lnTo>
                  <a:lnTo>
                    <a:pt x="117360" y="0"/>
                  </a:lnTo>
                  <a:lnTo>
                    <a:pt x="99301" y="1143"/>
                  </a:lnTo>
                  <a:lnTo>
                    <a:pt x="59448" y="18288"/>
                  </a:lnTo>
                  <a:lnTo>
                    <a:pt x="39509" y="51511"/>
                  </a:lnTo>
                  <a:lnTo>
                    <a:pt x="38112" y="65532"/>
                  </a:lnTo>
                  <a:lnTo>
                    <a:pt x="39509" y="79806"/>
                  </a:lnTo>
                  <a:lnTo>
                    <a:pt x="59448" y="114300"/>
                  </a:lnTo>
                  <a:lnTo>
                    <a:pt x="99301" y="131445"/>
                  </a:lnTo>
                  <a:lnTo>
                    <a:pt x="117360" y="132588"/>
                  </a:lnTo>
                  <a:lnTo>
                    <a:pt x="133883" y="131445"/>
                  </a:lnTo>
                  <a:lnTo>
                    <a:pt x="148983" y="128016"/>
                  </a:lnTo>
                  <a:lnTo>
                    <a:pt x="162356" y="122301"/>
                  </a:lnTo>
                  <a:lnTo>
                    <a:pt x="173748" y="114300"/>
                  </a:lnTo>
                  <a:lnTo>
                    <a:pt x="180860" y="106680"/>
                  </a:lnTo>
                  <a:lnTo>
                    <a:pt x="182867" y="104546"/>
                  </a:lnTo>
                  <a:lnTo>
                    <a:pt x="189560" y="93345"/>
                  </a:lnTo>
                  <a:lnTo>
                    <a:pt x="193675" y="80441"/>
                  </a:lnTo>
                  <a:lnTo>
                    <a:pt x="193738" y="79806"/>
                  </a:lnTo>
                  <a:lnTo>
                    <a:pt x="195084" y="655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79" name="Google Shape;7779;p108"/>
            <p:cNvPicPr preferRelativeResize="0"/>
            <p:nvPr/>
          </p:nvPicPr>
          <p:blipFill rotWithShape="1">
            <a:blip r:embed="rId110">
              <a:alphaModFix/>
            </a:blip>
            <a:srcRect b="0" l="0" r="0" t="0"/>
            <a:stretch/>
          </p:blipFill>
          <p:spPr>
            <a:xfrm>
              <a:off x="4087367" y="2314955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80" name="Google Shape;7780;p108"/>
          <p:cNvGrpSpPr/>
          <p:nvPr/>
        </p:nvGrpSpPr>
        <p:grpSpPr>
          <a:xfrm>
            <a:off x="4363211" y="7260335"/>
            <a:ext cx="254509" cy="1330453"/>
            <a:chOff x="4363211" y="7260335"/>
            <a:chExt cx="254509" cy="1330453"/>
          </a:xfrm>
        </p:grpSpPr>
        <p:pic>
          <p:nvPicPr>
            <p:cNvPr id="7781" name="Google Shape;7781;p108"/>
            <p:cNvPicPr preferRelativeResize="0"/>
            <p:nvPr/>
          </p:nvPicPr>
          <p:blipFill rotWithShape="1">
            <a:blip r:embed="rId111">
              <a:alphaModFix/>
            </a:blip>
            <a:srcRect b="0" l="0" r="0" t="0"/>
            <a:stretch/>
          </p:blipFill>
          <p:spPr>
            <a:xfrm>
              <a:off x="4408932" y="8465820"/>
              <a:ext cx="208788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82" name="Google Shape;7782;p108"/>
            <p:cNvPicPr preferRelativeResize="0"/>
            <p:nvPr/>
          </p:nvPicPr>
          <p:blipFill rotWithShape="1">
            <a:blip r:embed="rId112">
              <a:alphaModFix/>
            </a:blip>
            <a:srcRect b="0" l="0" r="0" t="0"/>
            <a:stretch/>
          </p:blipFill>
          <p:spPr>
            <a:xfrm>
              <a:off x="4408932" y="8313420"/>
              <a:ext cx="15544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83" name="Google Shape;7783;p108"/>
            <p:cNvPicPr preferRelativeResize="0"/>
            <p:nvPr/>
          </p:nvPicPr>
          <p:blipFill rotWithShape="1">
            <a:blip r:embed="rId113">
              <a:alphaModFix/>
            </a:blip>
            <a:srcRect b="0" l="0" r="0" t="0"/>
            <a:stretch/>
          </p:blipFill>
          <p:spPr>
            <a:xfrm>
              <a:off x="4408931" y="8171687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84" name="Google Shape;7784;p108"/>
            <p:cNvPicPr preferRelativeResize="0"/>
            <p:nvPr/>
          </p:nvPicPr>
          <p:blipFill rotWithShape="1">
            <a:blip r:embed="rId114">
              <a:alphaModFix/>
            </a:blip>
            <a:srcRect b="0" l="0" r="0" t="0"/>
            <a:stretch/>
          </p:blipFill>
          <p:spPr>
            <a:xfrm>
              <a:off x="4408932" y="8020812"/>
              <a:ext cx="15544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85" name="Google Shape;7785;p108"/>
            <p:cNvPicPr preferRelativeResize="0"/>
            <p:nvPr/>
          </p:nvPicPr>
          <p:blipFill rotWithShape="1">
            <a:blip r:embed="rId115">
              <a:alphaModFix/>
            </a:blip>
            <a:srcRect b="0" l="0" r="0" t="0"/>
            <a:stretch/>
          </p:blipFill>
          <p:spPr>
            <a:xfrm>
              <a:off x="4409094" y="7795260"/>
              <a:ext cx="156809" cy="1996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86" name="Google Shape;7786;p108"/>
            <p:cNvPicPr preferRelativeResize="0"/>
            <p:nvPr/>
          </p:nvPicPr>
          <p:blipFill rotWithShape="1">
            <a:blip r:embed="rId116">
              <a:alphaModFix/>
            </a:blip>
            <a:srcRect b="0" l="0" r="0" t="0"/>
            <a:stretch/>
          </p:blipFill>
          <p:spPr>
            <a:xfrm>
              <a:off x="4363211" y="7641335"/>
              <a:ext cx="201168" cy="132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87" name="Google Shape;7787;p108"/>
            <p:cNvPicPr preferRelativeResize="0"/>
            <p:nvPr/>
          </p:nvPicPr>
          <p:blipFill rotWithShape="1">
            <a:blip r:embed="rId117">
              <a:alphaModFix/>
            </a:blip>
            <a:srcRect b="0" l="0" r="0" t="0"/>
            <a:stretch/>
          </p:blipFill>
          <p:spPr>
            <a:xfrm>
              <a:off x="4408932" y="7484363"/>
              <a:ext cx="156972" cy="132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88" name="Google Shape;7788;p108"/>
            <p:cNvPicPr preferRelativeResize="0"/>
            <p:nvPr/>
          </p:nvPicPr>
          <p:blipFill rotWithShape="1">
            <a:blip r:embed="rId118">
              <a:alphaModFix/>
            </a:blip>
            <a:srcRect b="0" l="0" r="0" t="0"/>
            <a:stretch/>
          </p:blipFill>
          <p:spPr>
            <a:xfrm>
              <a:off x="4408931" y="7344155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89" name="Google Shape;7789;p108"/>
            <p:cNvSpPr/>
            <p:nvPr/>
          </p:nvSpPr>
          <p:spPr>
            <a:xfrm>
              <a:off x="4523232" y="7260335"/>
              <a:ext cx="86995" cy="56515"/>
            </a:xfrm>
            <a:custGeom>
              <a:rect b="b" l="l" r="r" t="t"/>
              <a:pathLst>
                <a:path extrusionOk="0" h="56515" w="86995">
                  <a:moveTo>
                    <a:pt x="86867" y="56387"/>
                  </a:moveTo>
                  <a:lnTo>
                    <a:pt x="0" y="33528"/>
                  </a:lnTo>
                  <a:lnTo>
                    <a:pt x="0" y="0"/>
                  </a:lnTo>
                  <a:lnTo>
                    <a:pt x="86867" y="38100"/>
                  </a:lnTo>
                  <a:lnTo>
                    <a:pt x="86867" y="563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108"/>
          <p:cNvGrpSpPr/>
          <p:nvPr/>
        </p:nvGrpSpPr>
        <p:grpSpPr>
          <a:xfrm>
            <a:off x="4354067" y="6406896"/>
            <a:ext cx="211836" cy="740664"/>
            <a:chOff x="4354067" y="6406896"/>
            <a:chExt cx="211836" cy="740664"/>
          </a:xfrm>
        </p:grpSpPr>
        <p:pic>
          <p:nvPicPr>
            <p:cNvPr id="7791" name="Google Shape;7791;p108"/>
            <p:cNvPicPr preferRelativeResize="0"/>
            <p:nvPr/>
          </p:nvPicPr>
          <p:blipFill rotWithShape="1">
            <a:blip r:embed="rId119">
              <a:alphaModFix/>
            </a:blip>
            <a:srcRect b="0" l="0" r="0" t="0"/>
            <a:stretch/>
          </p:blipFill>
          <p:spPr>
            <a:xfrm>
              <a:off x="4354067" y="7022592"/>
              <a:ext cx="211836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92" name="Google Shape;7792;p108"/>
            <p:cNvPicPr preferRelativeResize="0"/>
            <p:nvPr/>
          </p:nvPicPr>
          <p:blipFill rotWithShape="1">
            <a:blip r:embed="rId120">
              <a:alphaModFix/>
            </a:blip>
            <a:srcRect b="0" l="0" r="0" t="0"/>
            <a:stretch/>
          </p:blipFill>
          <p:spPr>
            <a:xfrm>
              <a:off x="4408932" y="6731508"/>
              <a:ext cx="155448" cy="2667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93" name="Google Shape;7793;p108"/>
            <p:cNvSpPr/>
            <p:nvPr/>
          </p:nvSpPr>
          <p:spPr>
            <a:xfrm>
              <a:off x="4363199" y="6684264"/>
              <a:ext cx="198120" cy="29209"/>
            </a:xfrm>
            <a:custGeom>
              <a:rect b="b" l="l" r="r" t="t"/>
              <a:pathLst>
                <a:path extrusionOk="0" h="29209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94" name="Google Shape;7794;p108"/>
            <p:cNvPicPr preferRelativeResize="0"/>
            <p:nvPr/>
          </p:nvPicPr>
          <p:blipFill rotWithShape="1">
            <a:blip r:embed="rId121">
              <a:alphaModFix/>
            </a:blip>
            <a:srcRect b="0" l="0" r="0" t="0"/>
            <a:stretch/>
          </p:blipFill>
          <p:spPr>
            <a:xfrm>
              <a:off x="4408932" y="6406896"/>
              <a:ext cx="155448" cy="25298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795" name="Google Shape;7795;p108"/>
          <p:cNvGrpSpPr/>
          <p:nvPr/>
        </p:nvGrpSpPr>
        <p:grpSpPr>
          <a:xfrm>
            <a:off x="4355591" y="5337047"/>
            <a:ext cx="262128" cy="957072"/>
            <a:chOff x="4355591" y="5337047"/>
            <a:chExt cx="262128" cy="957072"/>
          </a:xfrm>
        </p:grpSpPr>
        <p:pic>
          <p:nvPicPr>
            <p:cNvPr id="7796" name="Google Shape;7796;p108"/>
            <p:cNvPicPr preferRelativeResize="0"/>
            <p:nvPr/>
          </p:nvPicPr>
          <p:blipFill rotWithShape="1">
            <a:blip r:embed="rId122">
              <a:alphaModFix/>
            </a:blip>
            <a:srcRect b="0" l="0" r="0" t="0"/>
            <a:stretch/>
          </p:blipFill>
          <p:spPr>
            <a:xfrm>
              <a:off x="4355591" y="6170675"/>
              <a:ext cx="210312" cy="1234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97" name="Google Shape;7797;p108"/>
            <p:cNvPicPr preferRelativeResize="0"/>
            <p:nvPr/>
          </p:nvPicPr>
          <p:blipFill rotWithShape="1">
            <a:blip r:embed="rId123">
              <a:alphaModFix/>
            </a:blip>
            <a:srcRect b="0" l="0" r="0" t="0"/>
            <a:stretch/>
          </p:blipFill>
          <p:spPr>
            <a:xfrm>
              <a:off x="4413503" y="6067044"/>
              <a:ext cx="147827" cy="777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98" name="Google Shape;7798;p108"/>
            <p:cNvSpPr/>
            <p:nvPr/>
          </p:nvSpPr>
          <p:spPr>
            <a:xfrm>
              <a:off x="4363199" y="6019800"/>
              <a:ext cx="198120" cy="29209"/>
            </a:xfrm>
            <a:custGeom>
              <a:rect b="b" l="l" r="r" t="t"/>
              <a:pathLst>
                <a:path extrusionOk="0" h="29210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10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799" name="Google Shape;7799;p108"/>
            <p:cNvPicPr preferRelativeResize="0"/>
            <p:nvPr/>
          </p:nvPicPr>
          <p:blipFill rotWithShape="1">
            <a:blip r:embed="rId124">
              <a:alphaModFix/>
            </a:blip>
            <a:srcRect b="0" l="0" r="0" t="0"/>
            <a:stretch/>
          </p:blipFill>
          <p:spPr>
            <a:xfrm>
              <a:off x="4408931" y="5868923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00" name="Google Shape;7800;p108"/>
            <p:cNvPicPr preferRelativeResize="0"/>
            <p:nvPr/>
          </p:nvPicPr>
          <p:blipFill rotWithShape="1">
            <a:blip r:embed="rId125">
              <a:alphaModFix/>
            </a:blip>
            <a:srcRect b="0" l="0" r="0" t="0"/>
            <a:stretch/>
          </p:blipFill>
          <p:spPr>
            <a:xfrm>
              <a:off x="4408931" y="5718047"/>
              <a:ext cx="208788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01" name="Google Shape;7801;p108"/>
            <p:cNvPicPr preferRelativeResize="0"/>
            <p:nvPr/>
          </p:nvPicPr>
          <p:blipFill rotWithShape="1">
            <a:blip r:embed="rId126">
              <a:alphaModFix/>
            </a:blip>
            <a:srcRect b="0" l="0" r="0" t="0"/>
            <a:stretch/>
          </p:blipFill>
          <p:spPr>
            <a:xfrm>
              <a:off x="4413503" y="5567171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02" name="Google Shape;7802;p108"/>
            <p:cNvPicPr preferRelativeResize="0"/>
            <p:nvPr/>
          </p:nvPicPr>
          <p:blipFill rotWithShape="1">
            <a:blip r:embed="rId127">
              <a:alphaModFix/>
            </a:blip>
            <a:srcRect b="0" l="0" r="0" t="0"/>
            <a:stretch/>
          </p:blipFill>
          <p:spPr>
            <a:xfrm>
              <a:off x="4408931" y="5337047"/>
              <a:ext cx="207264" cy="19354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803" name="Google Shape;7803;p108"/>
          <p:cNvGrpSpPr/>
          <p:nvPr/>
        </p:nvGrpSpPr>
        <p:grpSpPr>
          <a:xfrm>
            <a:off x="4355592" y="4645151"/>
            <a:ext cx="208788" cy="583692"/>
            <a:chOff x="4355592" y="4645151"/>
            <a:chExt cx="208788" cy="583692"/>
          </a:xfrm>
        </p:grpSpPr>
        <p:pic>
          <p:nvPicPr>
            <p:cNvPr id="7804" name="Google Shape;7804;p108"/>
            <p:cNvPicPr preferRelativeResize="0"/>
            <p:nvPr/>
          </p:nvPicPr>
          <p:blipFill rotWithShape="1">
            <a:blip r:embed="rId128">
              <a:alphaModFix/>
            </a:blip>
            <a:srcRect b="0" l="0" r="0" t="0"/>
            <a:stretch/>
          </p:blipFill>
          <p:spPr>
            <a:xfrm>
              <a:off x="4408932" y="5122163"/>
              <a:ext cx="1554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05" name="Google Shape;7805;p108"/>
            <p:cNvPicPr preferRelativeResize="0"/>
            <p:nvPr/>
          </p:nvPicPr>
          <p:blipFill rotWithShape="1">
            <a:blip r:embed="rId129">
              <a:alphaModFix/>
            </a:blip>
            <a:srcRect b="0" l="0" r="0" t="0"/>
            <a:stretch/>
          </p:blipFill>
          <p:spPr>
            <a:xfrm>
              <a:off x="4355592" y="4645151"/>
              <a:ext cx="208787" cy="45110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806" name="Google Shape;7806;p108"/>
          <p:cNvGrpSpPr/>
          <p:nvPr/>
        </p:nvGrpSpPr>
        <p:grpSpPr>
          <a:xfrm>
            <a:off x="4355591" y="4064508"/>
            <a:ext cx="254507" cy="469518"/>
            <a:chOff x="4355591" y="4064508"/>
            <a:chExt cx="254507" cy="469518"/>
          </a:xfrm>
        </p:grpSpPr>
        <p:sp>
          <p:nvSpPr>
            <p:cNvPr id="7807" name="Google Shape;7807;p108"/>
            <p:cNvSpPr/>
            <p:nvPr/>
          </p:nvSpPr>
          <p:spPr>
            <a:xfrm>
              <a:off x="4355591" y="4507992"/>
              <a:ext cx="207645" cy="26034"/>
            </a:xfrm>
            <a:custGeom>
              <a:rect b="b" l="l" r="r" t="t"/>
              <a:pathLst>
                <a:path extrusionOk="0" h="26035" w="207645">
                  <a:moveTo>
                    <a:pt x="207264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207264" y="0"/>
                  </a:lnTo>
                  <a:lnTo>
                    <a:pt x="207264" y="259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08" name="Google Shape;7808;p108"/>
            <p:cNvPicPr preferRelativeResize="0"/>
            <p:nvPr/>
          </p:nvPicPr>
          <p:blipFill rotWithShape="1">
            <a:blip r:embed="rId130">
              <a:alphaModFix/>
            </a:blip>
            <a:srcRect b="0" l="0" r="0" t="0"/>
            <a:stretch/>
          </p:blipFill>
          <p:spPr>
            <a:xfrm>
              <a:off x="4370831" y="4064508"/>
              <a:ext cx="239267" cy="4160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809" name="Google Shape;7809;p108"/>
          <p:cNvGrpSpPr/>
          <p:nvPr/>
        </p:nvGrpSpPr>
        <p:grpSpPr>
          <a:xfrm>
            <a:off x="4355579" y="2897124"/>
            <a:ext cx="260616" cy="1046987"/>
            <a:chOff x="4355579" y="2897124"/>
            <a:chExt cx="260616" cy="1046987"/>
          </a:xfrm>
        </p:grpSpPr>
        <p:pic>
          <p:nvPicPr>
            <p:cNvPr id="7810" name="Google Shape;7810;p108"/>
            <p:cNvPicPr preferRelativeResize="0"/>
            <p:nvPr/>
          </p:nvPicPr>
          <p:blipFill rotWithShape="1">
            <a:blip r:embed="rId131">
              <a:alphaModFix/>
            </a:blip>
            <a:srcRect b="0" l="0" r="0" t="0"/>
            <a:stretch/>
          </p:blipFill>
          <p:spPr>
            <a:xfrm>
              <a:off x="4408932" y="3729227"/>
              <a:ext cx="155448" cy="2148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811" name="Google Shape;7811;p108"/>
            <p:cNvSpPr/>
            <p:nvPr/>
          </p:nvSpPr>
          <p:spPr>
            <a:xfrm>
              <a:off x="4355579" y="3614928"/>
              <a:ext cx="207645" cy="91440"/>
            </a:xfrm>
            <a:custGeom>
              <a:rect b="b" l="l" r="r" t="t"/>
              <a:pathLst>
                <a:path extrusionOk="0" h="91439" w="207645">
                  <a:moveTo>
                    <a:pt x="33528" y="0"/>
                  </a:moveTo>
                  <a:lnTo>
                    <a:pt x="7620" y="0"/>
                  </a:lnTo>
                  <a:lnTo>
                    <a:pt x="7620" y="28956"/>
                  </a:lnTo>
                  <a:lnTo>
                    <a:pt x="33528" y="28956"/>
                  </a:lnTo>
                  <a:lnTo>
                    <a:pt x="33528" y="0"/>
                  </a:lnTo>
                  <a:close/>
                </a:path>
                <a:path extrusionOk="0" h="91439" w="207645">
                  <a:moveTo>
                    <a:pt x="205740" y="3048"/>
                  </a:moveTo>
                  <a:lnTo>
                    <a:pt x="57912" y="3048"/>
                  </a:lnTo>
                  <a:lnTo>
                    <a:pt x="57912" y="27432"/>
                  </a:lnTo>
                  <a:lnTo>
                    <a:pt x="205740" y="27432"/>
                  </a:lnTo>
                  <a:lnTo>
                    <a:pt x="205740" y="3048"/>
                  </a:lnTo>
                  <a:close/>
                </a:path>
                <a:path extrusionOk="0" h="91439" w="207645">
                  <a:moveTo>
                    <a:pt x="207276" y="65532"/>
                  </a:moveTo>
                  <a:lnTo>
                    <a:pt x="0" y="65532"/>
                  </a:lnTo>
                  <a:lnTo>
                    <a:pt x="0" y="91440"/>
                  </a:lnTo>
                  <a:lnTo>
                    <a:pt x="207276" y="91440"/>
                  </a:lnTo>
                  <a:lnTo>
                    <a:pt x="207276" y="655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12" name="Google Shape;7812;p108"/>
            <p:cNvPicPr preferRelativeResize="0"/>
            <p:nvPr/>
          </p:nvPicPr>
          <p:blipFill rotWithShape="1">
            <a:blip r:embed="rId132">
              <a:alphaModFix/>
            </a:blip>
            <a:srcRect b="0" l="0" r="0" t="0"/>
            <a:stretch/>
          </p:blipFill>
          <p:spPr>
            <a:xfrm>
              <a:off x="4409194" y="3473195"/>
              <a:ext cx="156710" cy="1173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13" name="Google Shape;7813;p108"/>
            <p:cNvPicPr preferRelativeResize="0"/>
            <p:nvPr/>
          </p:nvPicPr>
          <p:blipFill rotWithShape="1">
            <a:blip r:embed="rId133">
              <a:alphaModFix/>
            </a:blip>
            <a:srcRect b="0" l="0" r="0" t="0"/>
            <a:stretch/>
          </p:blipFill>
          <p:spPr>
            <a:xfrm>
              <a:off x="4355591" y="3313175"/>
              <a:ext cx="210312" cy="1234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814" name="Google Shape;7814;p108"/>
            <p:cNvSpPr/>
            <p:nvPr/>
          </p:nvSpPr>
          <p:spPr>
            <a:xfrm>
              <a:off x="4355579" y="3134868"/>
              <a:ext cx="207645" cy="154305"/>
            </a:xfrm>
            <a:custGeom>
              <a:rect b="b" l="l" r="r" t="t"/>
              <a:pathLst>
                <a:path extrusionOk="0" h="154304" w="207645">
                  <a:moveTo>
                    <a:pt x="33528" y="124968"/>
                  </a:moveTo>
                  <a:lnTo>
                    <a:pt x="7620" y="124968"/>
                  </a:lnTo>
                  <a:lnTo>
                    <a:pt x="7620" y="153924"/>
                  </a:lnTo>
                  <a:lnTo>
                    <a:pt x="33528" y="153924"/>
                  </a:lnTo>
                  <a:lnTo>
                    <a:pt x="33528" y="124968"/>
                  </a:lnTo>
                  <a:close/>
                </a:path>
                <a:path extrusionOk="0" h="154304" w="207645">
                  <a:moveTo>
                    <a:pt x="33528" y="0"/>
                  </a:moveTo>
                  <a:lnTo>
                    <a:pt x="7620" y="0"/>
                  </a:lnTo>
                  <a:lnTo>
                    <a:pt x="7620" y="28956"/>
                  </a:lnTo>
                  <a:lnTo>
                    <a:pt x="33528" y="28956"/>
                  </a:lnTo>
                  <a:lnTo>
                    <a:pt x="33528" y="0"/>
                  </a:lnTo>
                  <a:close/>
                </a:path>
                <a:path extrusionOk="0" h="154304" w="207645">
                  <a:moveTo>
                    <a:pt x="205740" y="128016"/>
                  </a:moveTo>
                  <a:lnTo>
                    <a:pt x="57912" y="128016"/>
                  </a:lnTo>
                  <a:lnTo>
                    <a:pt x="57912" y="152400"/>
                  </a:lnTo>
                  <a:lnTo>
                    <a:pt x="205740" y="152400"/>
                  </a:lnTo>
                  <a:lnTo>
                    <a:pt x="205740" y="128016"/>
                  </a:lnTo>
                  <a:close/>
                </a:path>
                <a:path extrusionOk="0" h="154304" w="207645">
                  <a:moveTo>
                    <a:pt x="205740" y="3048"/>
                  </a:moveTo>
                  <a:lnTo>
                    <a:pt x="57912" y="3048"/>
                  </a:lnTo>
                  <a:lnTo>
                    <a:pt x="57912" y="27432"/>
                  </a:lnTo>
                  <a:lnTo>
                    <a:pt x="205740" y="27432"/>
                  </a:lnTo>
                  <a:lnTo>
                    <a:pt x="205740" y="3048"/>
                  </a:lnTo>
                  <a:close/>
                </a:path>
                <a:path extrusionOk="0" h="154304" w="207645">
                  <a:moveTo>
                    <a:pt x="207276" y="65532"/>
                  </a:moveTo>
                  <a:lnTo>
                    <a:pt x="0" y="65532"/>
                  </a:lnTo>
                  <a:lnTo>
                    <a:pt x="0" y="91440"/>
                  </a:lnTo>
                  <a:lnTo>
                    <a:pt x="207276" y="91440"/>
                  </a:lnTo>
                  <a:lnTo>
                    <a:pt x="207276" y="655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15" name="Google Shape;7815;p108"/>
            <p:cNvPicPr preferRelativeResize="0"/>
            <p:nvPr/>
          </p:nvPicPr>
          <p:blipFill rotWithShape="1">
            <a:blip r:embed="rId134">
              <a:alphaModFix/>
            </a:blip>
            <a:srcRect b="0" l="0" r="0" t="0"/>
            <a:stretch/>
          </p:blipFill>
          <p:spPr>
            <a:xfrm>
              <a:off x="4370832" y="2897124"/>
              <a:ext cx="245363" cy="21793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816" name="Google Shape;7816;p108"/>
          <p:cNvSpPr/>
          <p:nvPr/>
        </p:nvSpPr>
        <p:spPr>
          <a:xfrm>
            <a:off x="4370832" y="2179320"/>
            <a:ext cx="239395" cy="629920"/>
          </a:xfrm>
          <a:custGeom>
            <a:rect b="b" l="l" r="r" t="t"/>
            <a:pathLst>
              <a:path extrusionOk="0" h="629919" w="239395">
                <a:moveTo>
                  <a:pt x="193548" y="560832"/>
                </a:moveTo>
                <a:lnTo>
                  <a:pt x="192024" y="556260"/>
                </a:lnTo>
                <a:lnTo>
                  <a:pt x="192024" y="550164"/>
                </a:lnTo>
                <a:lnTo>
                  <a:pt x="188976" y="541020"/>
                </a:lnTo>
                <a:lnTo>
                  <a:pt x="167640" y="541020"/>
                </a:lnTo>
                <a:lnTo>
                  <a:pt x="167640" y="542544"/>
                </a:lnTo>
                <a:lnTo>
                  <a:pt x="169164" y="544068"/>
                </a:lnTo>
                <a:lnTo>
                  <a:pt x="169164" y="547116"/>
                </a:lnTo>
                <a:lnTo>
                  <a:pt x="170688" y="551688"/>
                </a:lnTo>
                <a:lnTo>
                  <a:pt x="172212" y="554736"/>
                </a:lnTo>
                <a:lnTo>
                  <a:pt x="172212" y="574548"/>
                </a:lnTo>
                <a:lnTo>
                  <a:pt x="169164" y="580644"/>
                </a:lnTo>
                <a:lnTo>
                  <a:pt x="166116" y="583692"/>
                </a:lnTo>
                <a:lnTo>
                  <a:pt x="160020" y="586740"/>
                </a:lnTo>
                <a:lnTo>
                  <a:pt x="155448" y="588264"/>
                </a:lnTo>
                <a:lnTo>
                  <a:pt x="64008" y="588264"/>
                </a:lnTo>
                <a:lnTo>
                  <a:pt x="64008" y="541020"/>
                </a:lnTo>
                <a:lnTo>
                  <a:pt x="42672" y="541020"/>
                </a:lnTo>
                <a:lnTo>
                  <a:pt x="42672" y="588264"/>
                </a:lnTo>
                <a:lnTo>
                  <a:pt x="0" y="588264"/>
                </a:lnTo>
                <a:lnTo>
                  <a:pt x="0" y="612648"/>
                </a:lnTo>
                <a:lnTo>
                  <a:pt x="42672" y="612648"/>
                </a:lnTo>
                <a:lnTo>
                  <a:pt x="42672" y="629412"/>
                </a:lnTo>
                <a:lnTo>
                  <a:pt x="64008" y="629412"/>
                </a:lnTo>
                <a:lnTo>
                  <a:pt x="64008" y="612648"/>
                </a:lnTo>
                <a:lnTo>
                  <a:pt x="146304" y="612648"/>
                </a:lnTo>
                <a:lnTo>
                  <a:pt x="157797" y="612063"/>
                </a:lnTo>
                <a:lnTo>
                  <a:pt x="191071" y="588073"/>
                </a:lnTo>
                <a:lnTo>
                  <a:pt x="193548" y="568452"/>
                </a:lnTo>
                <a:lnTo>
                  <a:pt x="193548" y="560832"/>
                </a:lnTo>
                <a:close/>
              </a:path>
              <a:path extrusionOk="0" h="629919" w="239395">
                <a:moveTo>
                  <a:pt x="193548" y="448056"/>
                </a:moveTo>
                <a:lnTo>
                  <a:pt x="192024" y="443484"/>
                </a:lnTo>
                <a:lnTo>
                  <a:pt x="192024" y="438912"/>
                </a:lnTo>
                <a:lnTo>
                  <a:pt x="190500" y="435864"/>
                </a:lnTo>
                <a:lnTo>
                  <a:pt x="188976" y="429768"/>
                </a:lnTo>
                <a:lnTo>
                  <a:pt x="188976" y="426720"/>
                </a:lnTo>
                <a:lnTo>
                  <a:pt x="187452" y="423672"/>
                </a:lnTo>
                <a:lnTo>
                  <a:pt x="184404" y="414528"/>
                </a:lnTo>
                <a:lnTo>
                  <a:pt x="181356" y="408432"/>
                </a:lnTo>
                <a:lnTo>
                  <a:pt x="153924" y="408432"/>
                </a:lnTo>
                <a:lnTo>
                  <a:pt x="153924" y="409956"/>
                </a:lnTo>
                <a:lnTo>
                  <a:pt x="155448" y="411480"/>
                </a:lnTo>
                <a:lnTo>
                  <a:pt x="156972" y="414528"/>
                </a:lnTo>
                <a:lnTo>
                  <a:pt x="160020" y="417576"/>
                </a:lnTo>
                <a:lnTo>
                  <a:pt x="163068" y="423672"/>
                </a:lnTo>
                <a:lnTo>
                  <a:pt x="166116" y="428244"/>
                </a:lnTo>
                <a:lnTo>
                  <a:pt x="169164" y="437388"/>
                </a:lnTo>
                <a:lnTo>
                  <a:pt x="170688" y="443484"/>
                </a:lnTo>
                <a:lnTo>
                  <a:pt x="172212" y="448056"/>
                </a:lnTo>
                <a:lnTo>
                  <a:pt x="172212" y="458724"/>
                </a:lnTo>
                <a:lnTo>
                  <a:pt x="171348" y="469582"/>
                </a:lnTo>
                <a:lnTo>
                  <a:pt x="141541" y="505587"/>
                </a:lnTo>
                <a:lnTo>
                  <a:pt x="118872" y="509016"/>
                </a:lnTo>
                <a:lnTo>
                  <a:pt x="118872" y="429768"/>
                </a:lnTo>
                <a:lnTo>
                  <a:pt x="118872" y="405384"/>
                </a:lnTo>
                <a:lnTo>
                  <a:pt x="105156" y="405384"/>
                </a:lnTo>
                <a:lnTo>
                  <a:pt x="99060" y="405574"/>
                </a:lnTo>
                <a:lnTo>
                  <a:pt x="99060" y="429768"/>
                </a:lnTo>
                <a:lnTo>
                  <a:pt x="99060" y="509016"/>
                </a:lnTo>
                <a:lnTo>
                  <a:pt x="65405" y="492061"/>
                </a:lnTo>
                <a:lnTo>
                  <a:pt x="62484" y="487680"/>
                </a:lnTo>
                <a:lnTo>
                  <a:pt x="59436" y="478536"/>
                </a:lnTo>
                <a:lnTo>
                  <a:pt x="57912" y="472440"/>
                </a:lnTo>
                <a:lnTo>
                  <a:pt x="57912" y="458724"/>
                </a:lnTo>
                <a:lnTo>
                  <a:pt x="62484" y="445008"/>
                </a:lnTo>
                <a:lnTo>
                  <a:pt x="65532" y="440436"/>
                </a:lnTo>
                <a:lnTo>
                  <a:pt x="70104" y="437388"/>
                </a:lnTo>
                <a:lnTo>
                  <a:pt x="73152" y="435864"/>
                </a:lnTo>
                <a:lnTo>
                  <a:pt x="76200" y="432816"/>
                </a:lnTo>
                <a:lnTo>
                  <a:pt x="82296" y="431292"/>
                </a:lnTo>
                <a:lnTo>
                  <a:pt x="86868" y="429768"/>
                </a:lnTo>
                <a:lnTo>
                  <a:pt x="99060" y="429768"/>
                </a:lnTo>
                <a:lnTo>
                  <a:pt x="99060" y="405574"/>
                </a:lnTo>
                <a:lnTo>
                  <a:pt x="96532" y="405650"/>
                </a:lnTo>
                <a:lnTo>
                  <a:pt x="54864" y="420624"/>
                </a:lnTo>
                <a:lnTo>
                  <a:pt x="42672" y="440436"/>
                </a:lnTo>
                <a:lnTo>
                  <a:pt x="39624" y="446532"/>
                </a:lnTo>
                <a:lnTo>
                  <a:pt x="38100" y="455676"/>
                </a:lnTo>
                <a:lnTo>
                  <a:pt x="38100" y="464820"/>
                </a:lnTo>
                <a:lnTo>
                  <a:pt x="50304" y="503618"/>
                </a:lnTo>
                <a:lnTo>
                  <a:pt x="84391" y="528637"/>
                </a:lnTo>
                <a:lnTo>
                  <a:pt x="117348" y="533400"/>
                </a:lnTo>
                <a:lnTo>
                  <a:pt x="134505" y="532028"/>
                </a:lnTo>
                <a:lnTo>
                  <a:pt x="149542" y="528066"/>
                </a:lnTo>
                <a:lnTo>
                  <a:pt x="162560" y="521830"/>
                </a:lnTo>
                <a:lnTo>
                  <a:pt x="173736" y="513588"/>
                </a:lnTo>
                <a:lnTo>
                  <a:pt x="177368" y="509016"/>
                </a:lnTo>
                <a:lnTo>
                  <a:pt x="182613" y="502450"/>
                </a:lnTo>
                <a:lnTo>
                  <a:pt x="188785" y="489585"/>
                </a:lnTo>
                <a:lnTo>
                  <a:pt x="192379" y="475018"/>
                </a:lnTo>
                <a:lnTo>
                  <a:pt x="193548" y="458724"/>
                </a:lnTo>
                <a:lnTo>
                  <a:pt x="193548" y="448056"/>
                </a:lnTo>
                <a:close/>
              </a:path>
              <a:path extrusionOk="0" h="629919" w="239395">
                <a:moveTo>
                  <a:pt x="193548" y="330708"/>
                </a:moveTo>
                <a:lnTo>
                  <a:pt x="179832" y="298704"/>
                </a:lnTo>
                <a:lnTo>
                  <a:pt x="176784" y="294132"/>
                </a:lnTo>
                <a:lnTo>
                  <a:pt x="170688" y="289560"/>
                </a:lnTo>
                <a:lnTo>
                  <a:pt x="166116" y="288036"/>
                </a:lnTo>
                <a:lnTo>
                  <a:pt x="160020" y="284988"/>
                </a:lnTo>
                <a:lnTo>
                  <a:pt x="153924" y="283464"/>
                </a:lnTo>
                <a:lnTo>
                  <a:pt x="147828" y="283464"/>
                </a:lnTo>
                <a:lnTo>
                  <a:pt x="112776" y="302514"/>
                </a:lnTo>
                <a:lnTo>
                  <a:pt x="108204" y="316992"/>
                </a:lnTo>
                <a:lnTo>
                  <a:pt x="103632" y="330708"/>
                </a:lnTo>
                <a:lnTo>
                  <a:pt x="103632" y="335280"/>
                </a:lnTo>
                <a:lnTo>
                  <a:pt x="102108" y="339852"/>
                </a:lnTo>
                <a:lnTo>
                  <a:pt x="102108" y="342900"/>
                </a:lnTo>
                <a:lnTo>
                  <a:pt x="99060" y="350520"/>
                </a:lnTo>
                <a:lnTo>
                  <a:pt x="97536" y="356616"/>
                </a:lnTo>
                <a:lnTo>
                  <a:pt x="91440" y="362712"/>
                </a:lnTo>
                <a:lnTo>
                  <a:pt x="86868" y="364236"/>
                </a:lnTo>
                <a:lnTo>
                  <a:pt x="73152" y="364236"/>
                </a:lnTo>
                <a:lnTo>
                  <a:pt x="68580" y="361188"/>
                </a:lnTo>
                <a:lnTo>
                  <a:pt x="64008" y="356616"/>
                </a:lnTo>
                <a:lnTo>
                  <a:pt x="60960" y="350520"/>
                </a:lnTo>
                <a:lnTo>
                  <a:pt x="59436" y="342900"/>
                </a:lnTo>
                <a:lnTo>
                  <a:pt x="59436" y="327660"/>
                </a:lnTo>
                <a:lnTo>
                  <a:pt x="60960" y="320040"/>
                </a:lnTo>
                <a:lnTo>
                  <a:pt x="67056" y="304800"/>
                </a:lnTo>
                <a:lnTo>
                  <a:pt x="71628" y="297180"/>
                </a:lnTo>
                <a:lnTo>
                  <a:pt x="76200" y="291084"/>
                </a:lnTo>
                <a:lnTo>
                  <a:pt x="76200" y="289560"/>
                </a:lnTo>
                <a:lnTo>
                  <a:pt x="48768" y="289560"/>
                </a:lnTo>
                <a:lnTo>
                  <a:pt x="42672" y="301752"/>
                </a:lnTo>
                <a:lnTo>
                  <a:pt x="41148" y="310896"/>
                </a:lnTo>
                <a:lnTo>
                  <a:pt x="39624" y="318516"/>
                </a:lnTo>
                <a:lnTo>
                  <a:pt x="38100" y="327660"/>
                </a:lnTo>
                <a:lnTo>
                  <a:pt x="38100" y="335280"/>
                </a:lnTo>
                <a:lnTo>
                  <a:pt x="50292" y="374904"/>
                </a:lnTo>
                <a:lnTo>
                  <a:pt x="83820" y="390144"/>
                </a:lnTo>
                <a:lnTo>
                  <a:pt x="90627" y="389597"/>
                </a:lnTo>
                <a:lnTo>
                  <a:pt x="120840" y="365810"/>
                </a:lnTo>
                <a:lnTo>
                  <a:pt x="126492" y="348996"/>
                </a:lnTo>
                <a:lnTo>
                  <a:pt x="126492" y="342900"/>
                </a:lnTo>
                <a:lnTo>
                  <a:pt x="129540" y="333756"/>
                </a:lnTo>
                <a:lnTo>
                  <a:pt x="129540" y="330708"/>
                </a:lnTo>
                <a:lnTo>
                  <a:pt x="131064" y="323088"/>
                </a:lnTo>
                <a:lnTo>
                  <a:pt x="134112" y="316992"/>
                </a:lnTo>
                <a:lnTo>
                  <a:pt x="140208" y="310896"/>
                </a:lnTo>
                <a:lnTo>
                  <a:pt x="144780" y="309372"/>
                </a:lnTo>
                <a:lnTo>
                  <a:pt x="155448" y="309372"/>
                </a:lnTo>
                <a:lnTo>
                  <a:pt x="158496" y="310896"/>
                </a:lnTo>
                <a:lnTo>
                  <a:pt x="161544" y="310896"/>
                </a:lnTo>
                <a:lnTo>
                  <a:pt x="166116" y="315468"/>
                </a:lnTo>
                <a:lnTo>
                  <a:pt x="167640" y="318516"/>
                </a:lnTo>
                <a:lnTo>
                  <a:pt x="169164" y="320040"/>
                </a:lnTo>
                <a:lnTo>
                  <a:pt x="170688" y="323088"/>
                </a:lnTo>
                <a:lnTo>
                  <a:pt x="170688" y="327660"/>
                </a:lnTo>
                <a:lnTo>
                  <a:pt x="172212" y="332232"/>
                </a:lnTo>
                <a:lnTo>
                  <a:pt x="172212" y="352044"/>
                </a:lnTo>
                <a:lnTo>
                  <a:pt x="169164" y="361188"/>
                </a:lnTo>
                <a:lnTo>
                  <a:pt x="166116" y="365760"/>
                </a:lnTo>
                <a:lnTo>
                  <a:pt x="163068" y="374904"/>
                </a:lnTo>
                <a:lnTo>
                  <a:pt x="160020" y="379476"/>
                </a:lnTo>
                <a:lnTo>
                  <a:pt x="155448" y="384048"/>
                </a:lnTo>
                <a:lnTo>
                  <a:pt x="153924" y="387096"/>
                </a:lnTo>
                <a:lnTo>
                  <a:pt x="152400" y="388620"/>
                </a:lnTo>
                <a:lnTo>
                  <a:pt x="152400" y="390144"/>
                </a:lnTo>
                <a:lnTo>
                  <a:pt x="181356" y="390144"/>
                </a:lnTo>
                <a:lnTo>
                  <a:pt x="187452" y="377952"/>
                </a:lnTo>
                <a:lnTo>
                  <a:pt x="188976" y="368808"/>
                </a:lnTo>
                <a:lnTo>
                  <a:pt x="190969" y="361950"/>
                </a:lnTo>
                <a:lnTo>
                  <a:pt x="192405" y="355092"/>
                </a:lnTo>
                <a:lnTo>
                  <a:pt x="193255" y="348234"/>
                </a:lnTo>
                <a:lnTo>
                  <a:pt x="193548" y="341376"/>
                </a:lnTo>
                <a:lnTo>
                  <a:pt x="193548" y="330708"/>
                </a:lnTo>
                <a:close/>
              </a:path>
              <a:path extrusionOk="0" h="629919" w="239395">
                <a:moveTo>
                  <a:pt x="193548" y="205740"/>
                </a:moveTo>
                <a:lnTo>
                  <a:pt x="192024" y="199644"/>
                </a:lnTo>
                <a:lnTo>
                  <a:pt x="192024" y="195072"/>
                </a:lnTo>
                <a:lnTo>
                  <a:pt x="188976" y="185928"/>
                </a:lnTo>
                <a:lnTo>
                  <a:pt x="167640" y="185928"/>
                </a:lnTo>
                <a:lnTo>
                  <a:pt x="167640" y="187452"/>
                </a:lnTo>
                <a:lnTo>
                  <a:pt x="169164" y="188976"/>
                </a:lnTo>
                <a:lnTo>
                  <a:pt x="169164" y="192024"/>
                </a:lnTo>
                <a:lnTo>
                  <a:pt x="170688" y="196596"/>
                </a:lnTo>
                <a:lnTo>
                  <a:pt x="172212" y="199644"/>
                </a:lnTo>
                <a:lnTo>
                  <a:pt x="172212" y="217932"/>
                </a:lnTo>
                <a:lnTo>
                  <a:pt x="155448" y="233172"/>
                </a:lnTo>
                <a:lnTo>
                  <a:pt x="64008" y="233172"/>
                </a:lnTo>
                <a:lnTo>
                  <a:pt x="64008" y="185928"/>
                </a:lnTo>
                <a:lnTo>
                  <a:pt x="42672" y="185928"/>
                </a:lnTo>
                <a:lnTo>
                  <a:pt x="42672" y="233172"/>
                </a:lnTo>
                <a:lnTo>
                  <a:pt x="0" y="233172"/>
                </a:lnTo>
                <a:lnTo>
                  <a:pt x="0" y="257556"/>
                </a:lnTo>
                <a:lnTo>
                  <a:pt x="42672" y="257556"/>
                </a:lnTo>
                <a:lnTo>
                  <a:pt x="42672" y="274320"/>
                </a:lnTo>
                <a:lnTo>
                  <a:pt x="64008" y="274320"/>
                </a:lnTo>
                <a:lnTo>
                  <a:pt x="64008" y="257556"/>
                </a:lnTo>
                <a:lnTo>
                  <a:pt x="146304" y="257556"/>
                </a:lnTo>
                <a:lnTo>
                  <a:pt x="157797" y="256730"/>
                </a:lnTo>
                <a:lnTo>
                  <a:pt x="191071" y="231648"/>
                </a:lnTo>
                <a:lnTo>
                  <a:pt x="193548" y="213360"/>
                </a:lnTo>
                <a:lnTo>
                  <a:pt x="193548" y="205740"/>
                </a:lnTo>
                <a:close/>
              </a:path>
              <a:path extrusionOk="0" h="629919" w="239395">
                <a:moveTo>
                  <a:pt x="193548" y="120396"/>
                </a:moveTo>
                <a:lnTo>
                  <a:pt x="179832" y="86868"/>
                </a:lnTo>
                <a:lnTo>
                  <a:pt x="176784" y="82296"/>
                </a:lnTo>
                <a:lnTo>
                  <a:pt x="170688" y="77724"/>
                </a:lnTo>
                <a:lnTo>
                  <a:pt x="166116" y="76200"/>
                </a:lnTo>
                <a:lnTo>
                  <a:pt x="160020" y="73152"/>
                </a:lnTo>
                <a:lnTo>
                  <a:pt x="153924" y="71628"/>
                </a:lnTo>
                <a:lnTo>
                  <a:pt x="147828" y="71628"/>
                </a:lnTo>
                <a:lnTo>
                  <a:pt x="112776" y="90678"/>
                </a:lnTo>
                <a:lnTo>
                  <a:pt x="108204" y="105156"/>
                </a:lnTo>
                <a:lnTo>
                  <a:pt x="103632" y="118872"/>
                </a:lnTo>
                <a:lnTo>
                  <a:pt x="103632" y="123444"/>
                </a:lnTo>
                <a:lnTo>
                  <a:pt x="102108" y="128016"/>
                </a:lnTo>
                <a:lnTo>
                  <a:pt x="102108" y="132588"/>
                </a:lnTo>
                <a:lnTo>
                  <a:pt x="99060" y="138684"/>
                </a:lnTo>
                <a:lnTo>
                  <a:pt x="97536" y="144780"/>
                </a:lnTo>
                <a:lnTo>
                  <a:pt x="91440" y="150876"/>
                </a:lnTo>
                <a:lnTo>
                  <a:pt x="86868" y="152400"/>
                </a:lnTo>
                <a:lnTo>
                  <a:pt x="73152" y="152400"/>
                </a:lnTo>
                <a:lnTo>
                  <a:pt x="68580" y="149352"/>
                </a:lnTo>
                <a:lnTo>
                  <a:pt x="64008" y="144780"/>
                </a:lnTo>
                <a:lnTo>
                  <a:pt x="60960" y="138684"/>
                </a:lnTo>
                <a:lnTo>
                  <a:pt x="59436" y="132588"/>
                </a:lnTo>
                <a:lnTo>
                  <a:pt x="59436" y="115824"/>
                </a:lnTo>
                <a:lnTo>
                  <a:pt x="60960" y="108204"/>
                </a:lnTo>
                <a:lnTo>
                  <a:pt x="67056" y="92964"/>
                </a:lnTo>
                <a:lnTo>
                  <a:pt x="71628" y="85344"/>
                </a:lnTo>
                <a:lnTo>
                  <a:pt x="76200" y="79248"/>
                </a:lnTo>
                <a:lnTo>
                  <a:pt x="76200" y="77724"/>
                </a:lnTo>
                <a:lnTo>
                  <a:pt x="48768" y="77724"/>
                </a:lnTo>
                <a:lnTo>
                  <a:pt x="45720" y="83820"/>
                </a:lnTo>
                <a:lnTo>
                  <a:pt x="42672" y="91440"/>
                </a:lnTo>
                <a:lnTo>
                  <a:pt x="39624" y="106680"/>
                </a:lnTo>
                <a:lnTo>
                  <a:pt x="38100" y="115824"/>
                </a:lnTo>
                <a:lnTo>
                  <a:pt x="38100" y="123444"/>
                </a:lnTo>
                <a:lnTo>
                  <a:pt x="50292" y="163068"/>
                </a:lnTo>
                <a:lnTo>
                  <a:pt x="83820" y="178308"/>
                </a:lnTo>
                <a:lnTo>
                  <a:pt x="90627" y="177977"/>
                </a:lnTo>
                <a:lnTo>
                  <a:pt x="120840" y="153974"/>
                </a:lnTo>
                <a:lnTo>
                  <a:pt x="126492" y="137160"/>
                </a:lnTo>
                <a:lnTo>
                  <a:pt x="126492" y="132588"/>
                </a:lnTo>
                <a:lnTo>
                  <a:pt x="128016" y="126492"/>
                </a:lnTo>
                <a:lnTo>
                  <a:pt x="129540" y="123444"/>
                </a:lnTo>
                <a:lnTo>
                  <a:pt x="129540" y="118872"/>
                </a:lnTo>
                <a:lnTo>
                  <a:pt x="131064" y="111252"/>
                </a:lnTo>
                <a:lnTo>
                  <a:pt x="134112" y="105156"/>
                </a:lnTo>
                <a:lnTo>
                  <a:pt x="140208" y="99060"/>
                </a:lnTo>
                <a:lnTo>
                  <a:pt x="144780" y="97536"/>
                </a:lnTo>
                <a:lnTo>
                  <a:pt x="155448" y="97536"/>
                </a:lnTo>
                <a:lnTo>
                  <a:pt x="161544" y="100584"/>
                </a:lnTo>
                <a:lnTo>
                  <a:pt x="163068" y="100584"/>
                </a:lnTo>
                <a:lnTo>
                  <a:pt x="166116" y="103632"/>
                </a:lnTo>
                <a:lnTo>
                  <a:pt x="167640" y="106680"/>
                </a:lnTo>
                <a:lnTo>
                  <a:pt x="169164" y="108204"/>
                </a:lnTo>
                <a:lnTo>
                  <a:pt x="170688" y="112776"/>
                </a:lnTo>
                <a:lnTo>
                  <a:pt x="170688" y="115824"/>
                </a:lnTo>
                <a:lnTo>
                  <a:pt x="172212" y="120396"/>
                </a:lnTo>
                <a:lnTo>
                  <a:pt x="172212" y="140208"/>
                </a:lnTo>
                <a:lnTo>
                  <a:pt x="169164" y="149352"/>
                </a:lnTo>
                <a:lnTo>
                  <a:pt x="166116" y="153924"/>
                </a:lnTo>
                <a:lnTo>
                  <a:pt x="163068" y="163068"/>
                </a:lnTo>
                <a:lnTo>
                  <a:pt x="160020" y="167640"/>
                </a:lnTo>
                <a:lnTo>
                  <a:pt x="158496" y="170688"/>
                </a:lnTo>
                <a:lnTo>
                  <a:pt x="155448" y="172212"/>
                </a:lnTo>
                <a:lnTo>
                  <a:pt x="153924" y="175260"/>
                </a:lnTo>
                <a:lnTo>
                  <a:pt x="152400" y="176784"/>
                </a:lnTo>
                <a:lnTo>
                  <a:pt x="152400" y="178308"/>
                </a:lnTo>
                <a:lnTo>
                  <a:pt x="181356" y="178308"/>
                </a:lnTo>
                <a:lnTo>
                  <a:pt x="184404" y="173736"/>
                </a:lnTo>
                <a:lnTo>
                  <a:pt x="187452" y="166116"/>
                </a:lnTo>
                <a:lnTo>
                  <a:pt x="188976" y="156972"/>
                </a:lnTo>
                <a:lnTo>
                  <a:pt x="190969" y="150977"/>
                </a:lnTo>
                <a:lnTo>
                  <a:pt x="192405" y="144399"/>
                </a:lnTo>
                <a:lnTo>
                  <a:pt x="193255" y="137261"/>
                </a:lnTo>
                <a:lnTo>
                  <a:pt x="193548" y="129540"/>
                </a:lnTo>
                <a:lnTo>
                  <a:pt x="193548" y="120396"/>
                </a:lnTo>
                <a:close/>
              </a:path>
              <a:path extrusionOk="0" h="629919" w="239395">
                <a:moveTo>
                  <a:pt x="239268" y="36576"/>
                </a:moveTo>
                <a:lnTo>
                  <a:pt x="152400" y="0"/>
                </a:lnTo>
                <a:lnTo>
                  <a:pt x="152400" y="33528"/>
                </a:lnTo>
                <a:lnTo>
                  <a:pt x="239268" y="56388"/>
                </a:lnTo>
                <a:lnTo>
                  <a:pt x="239268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17" name="Google Shape;7817;p108"/>
          <p:cNvPicPr preferRelativeResize="0"/>
          <p:nvPr/>
        </p:nvPicPr>
        <p:blipFill rotWithShape="1">
          <a:blip r:embed="rId135">
            <a:alphaModFix/>
          </a:blip>
          <a:srcRect b="0" l="0" r="0" t="0"/>
          <a:stretch/>
        </p:blipFill>
        <p:spPr>
          <a:xfrm>
            <a:off x="4681728" y="8456676"/>
            <a:ext cx="210312" cy="1234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18" name="Google Shape;7818;p108"/>
          <p:cNvGrpSpPr/>
          <p:nvPr/>
        </p:nvGrpSpPr>
        <p:grpSpPr>
          <a:xfrm>
            <a:off x="4689348" y="7851647"/>
            <a:ext cx="202691" cy="579121"/>
            <a:chOff x="4689348" y="7851647"/>
            <a:chExt cx="202691" cy="579121"/>
          </a:xfrm>
        </p:grpSpPr>
        <p:pic>
          <p:nvPicPr>
            <p:cNvPr id="7819" name="Google Shape;7819;p108"/>
            <p:cNvPicPr preferRelativeResize="0"/>
            <p:nvPr/>
          </p:nvPicPr>
          <p:blipFill rotWithShape="1">
            <a:blip r:embed="rId136">
              <a:alphaModFix/>
            </a:blip>
            <a:srcRect b="0" l="0" r="0" t="0"/>
            <a:stretch/>
          </p:blipFill>
          <p:spPr>
            <a:xfrm>
              <a:off x="4739639" y="8202167"/>
              <a:ext cx="147828" cy="777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20" name="Google Shape;7820;p108"/>
            <p:cNvPicPr preferRelativeResize="0"/>
            <p:nvPr/>
          </p:nvPicPr>
          <p:blipFill rotWithShape="1">
            <a:blip r:embed="rId137">
              <a:alphaModFix/>
            </a:blip>
            <a:srcRect b="0" l="0" r="0" t="0"/>
            <a:stretch/>
          </p:blipFill>
          <p:spPr>
            <a:xfrm>
              <a:off x="4739639" y="8314944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21" name="Google Shape;7821;p108"/>
            <p:cNvPicPr preferRelativeResize="0"/>
            <p:nvPr/>
          </p:nvPicPr>
          <p:blipFill rotWithShape="1">
            <a:blip r:embed="rId138">
              <a:alphaModFix/>
            </a:blip>
            <a:srcRect b="0" l="0" r="0" t="0"/>
            <a:stretch/>
          </p:blipFill>
          <p:spPr>
            <a:xfrm>
              <a:off x="4735067" y="8065007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822" name="Google Shape;7822;p108"/>
            <p:cNvSpPr/>
            <p:nvPr/>
          </p:nvSpPr>
          <p:spPr>
            <a:xfrm>
              <a:off x="4689348" y="8002524"/>
              <a:ext cx="198120" cy="29209"/>
            </a:xfrm>
            <a:custGeom>
              <a:rect b="b" l="l" r="r" t="t"/>
              <a:pathLst>
                <a:path extrusionOk="0" h="29209" w="19812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extrusionOk="0" h="29209" w="198120">
                  <a:moveTo>
                    <a:pt x="198120" y="3048"/>
                  </a:moveTo>
                  <a:lnTo>
                    <a:pt x="50292" y="3048"/>
                  </a:lnTo>
                  <a:lnTo>
                    <a:pt x="50292" y="27432"/>
                  </a:lnTo>
                  <a:lnTo>
                    <a:pt x="198120" y="27432"/>
                  </a:lnTo>
                  <a:lnTo>
                    <a:pt x="198120" y="30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23" name="Google Shape;7823;p108"/>
            <p:cNvPicPr preferRelativeResize="0"/>
            <p:nvPr/>
          </p:nvPicPr>
          <p:blipFill rotWithShape="1">
            <a:blip r:embed="rId139">
              <a:alphaModFix/>
            </a:blip>
            <a:srcRect b="0" l="0" r="0" t="0"/>
            <a:stretch/>
          </p:blipFill>
          <p:spPr>
            <a:xfrm>
              <a:off x="4735067" y="7851647"/>
              <a:ext cx="152400" cy="11582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824" name="Google Shape;7824;p108"/>
          <p:cNvSpPr/>
          <p:nvPr/>
        </p:nvSpPr>
        <p:spPr>
          <a:xfrm>
            <a:off x="4860035" y="7638288"/>
            <a:ext cx="27940" cy="27940"/>
          </a:xfrm>
          <a:custGeom>
            <a:rect b="b" l="l" r="r" t="t"/>
            <a:pathLst>
              <a:path extrusionOk="0" h="27940" w="27939">
                <a:moveTo>
                  <a:pt x="27432" y="27432"/>
                </a:moveTo>
                <a:lnTo>
                  <a:pt x="0" y="27432"/>
                </a:lnTo>
                <a:lnTo>
                  <a:pt x="0" y="0"/>
                </a:lnTo>
                <a:lnTo>
                  <a:pt x="27432" y="0"/>
                </a:lnTo>
                <a:lnTo>
                  <a:pt x="27432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5" name="Google Shape;7825;p108"/>
          <p:cNvSpPr/>
          <p:nvPr/>
        </p:nvSpPr>
        <p:spPr>
          <a:xfrm>
            <a:off x="4860035" y="7712964"/>
            <a:ext cx="27940" cy="27940"/>
          </a:xfrm>
          <a:custGeom>
            <a:rect b="b" l="l" r="r" t="t"/>
            <a:pathLst>
              <a:path extrusionOk="0" h="27940" w="27939">
                <a:moveTo>
                  <a:pt x="27432" y="27432"/>
                </a:moveTo>
                <a:lnTo>
                  <a:pt x="0" y="27432"/>
                </a:lnTo>
                <a:lnTo>
                  <a:pt x="0" y="0"/>
                </a:lnTo>
                <a:lnTo>
                  <a:pt x="27432" y="0"/>
                </a:lnTo>
                <a:lnTo>
                  <a:pt x="27432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6" name="Google Shape;7826;p108"/>
          <p:cNvSpPr/>
          <p:nvPr/>
        </p:nvSpPr>
        <p:spPr>
          <a:xfrm>
            <a:off x="4860035" y="7786116"/>
            <a:ext cx="27940" cy="27940"/>
          </a:xfrm>
          <a:custGeom>
            <a:rect b="b" l="l" r="r" t="t"/>
            <a:pathLst>
              <a:path extrusionOk="0" h="27940" w="27939">
                <a:moveTo>
                  <a:pt x="27432" y="27432"/>
                </a:moveTo>
                <a:lnTo>
                  <a:pt x="0" y="27432"/>
                </a:lnTo>
                <a:lnTo>
                  <a:pt x="0" y="0"/>
                </a:lnTo>
                <a:lnTo>
                  <a:pt x="27432" y="0"/>
                </a:lnTo>
                <a:lnTo>
                  <a:pt x="27432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7" name="Google Shape;7827;p108"/>
          <p:cNvSpPr/>
          <p:nvPr/>
        </p:nvSpPr>
        <p:spPr>
          <a:xfrm>
            <a:off x="4681728" y="7523988"/>
            <a:ext cx="260985" cy="79375"/>
          </a:xfrm>
          <a:custGeom>
            <a:rect b="b" l="l" r="r" t="t"/>
            <a:pathLst>
              <a:path extrusionOk="0" h="79375" w="260985">
                <a:moveTo>
                  <a:pt x="260604" y="79248"/>
                </a:moveTo>
                <a:lnTo>
                  <a:pt x="259080" y="79248"/>
                </a:lnTo>
                <a:lnTo>
                  <a:pt x="248983" y="69342"/>
                </a:lnTo>
                <a:lnTo>
                  <a:pt x="243435" y="64246"/>
                </a:lnTo>
                <a:lnTo>
                  <a:pt x="207264" y="41148"/>
                </a:lnTo>
                <a:lnTo>
                  <a:pt x="199001" y="36861"/>
                </a:lnTo>
                <a:lnTo>
                  <a:pt x="161925" y="25431"/>
                </a:lnTo>
                <a:lnTo>
                  <a:pt x="131064" y="22860"/>
                </a:lnTo>
                <a:lnTo>
                  <a:pt x="119919" y="23145"/>
                </a:lnTo>
                <a:lnTo>
                  <a:pt x="79914" y="30003"/>
                </a:lnTo>
                <a:lnTo>
                  <a:pt x="53340" y="41148"/>
                </a:lnTo>
                <a:lnTo>
                  <a:pt x="45386" y="44862"/>
                </a:lnTo>
                <a:lnTo>
                  <a:pt x="37719" y="49149"/>
                </a:lnTo>
                <a:lnTo>
                  <a:pt x="30622" y="54006"/>
                </a:lnTo>
                <a:lnTo>
                  <a:pt x="24384" y="59436"/>
                </a:lnTo>
                <a:lnTo>
                  <a:pt x="17811" y="64246"/>
                </a:lnTo>
                <a:lnTo>
                  <a:pt x="11811" y="69342"/>
                </a:lnTo>
                <a:lnTo>
                  <a:pt x="6381" y="74437"/>
                </a:lnTo>
                <a:lnTo>
                  <a:pt x="1524" y="79248"/>
                </a:lnTo>
                <a:lnTo>
                  <a:pt x="0" y="79248"/>
                </a:lnTo>
                <a:lnTo>
                  <a:pt x="0" y="48768"/>
                </a:lnTo>
                <a:lnTo>
                  <a:pt x="13977" y="37933"/>
                </a:lnTo>
                <a:lnTo>
                  <a:pt x="57912" y="13716"/>
                </a:lnTo>
                <a:lnTo>
                  <a:pt x="111061" y="857"/>
                </a:lnTo>
                <a:lnTo>
                  <a:pt x="131064" y="0"/>
                </a:lnTo>
                <a:lnTo>
                  <a:pt x="150828" y="857"/>
                </a:lnTo>
                <a:lnTo>
                  <a:pt x="202692" y="13716"/>
                </a:lnTo>
                <a:lnTo>
                  <a:pt x="246626" y="37933"/>
                </a:lnTo>
                <a:lnTo>
                  <a:pt x="260604" y="48768"/>
                </a:lnTo>
                <a:lnTo>
                  <a:pt x="260604" y="792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31" name="Shape 7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2" name="Google Shape;7832;p109"/>
          <p:cNvSpPr/>
          <p:nvPr/>
        </p:nvSpPr>
        <p:spPr>
          <a:xfrm>
            <a:off x="816863" y="6830568"/>
            <a:ext cx="342900" cy="1080770"/>
          </a:xfrm>
          <a:custGeom>
            <a:rect b="b" l="l" r="r" t="t"/>
            <a:pathLst>
              <a:path extrusionOk="0" h="1080770" w="342900">
                <a:moveTo>
                  <a:pt x="335280" y="467868"/>
                </a:moveTo>
                <a:lnTo>
                  <a:pt x="245364" y="440436"/>
                </a:lnTo>
                <a:lnTo>
                  <a:pt x="243840" y="448056"/>
                </a:lnTo>
                <a:lnTo>
                  <a:pt x="257810" y="454012"/>
                </a:lnTo>
                <a:lnTo>
                  <a:pt x="269938" y="460248"/>
                </a:lnTo>
                <a:lnTo>
                  <a:pt x="300228" y="486156"/>
                </a:lnTo>
                <a:lnTo>
                  <a:pt x="313626" y="535457"/>
                </a:lnTo>
                <a:lnTo>
                  <a:pt x="313944" y="553212"/>
                </a:lnTo>
                <a:lnTo>
                  <a:pt x="313944" y="577596"/>
                </a:lnTo>
                <a:lnTo>
                  <a:pt x="309372" y="618744"/>
                </a:lnTo>
                <a:lnTo>
                  <a:pt x="303276" y="623316"/>
                </a:lnTo>
                <a:lnTo>
                  <a:pt x="298983" y="625322"/>
                </a:lnTo>
                <a:lnTo>
                  <a:pt x="292989" y="626745"/>
                </a:lnTo>
                <a:lnTo>
                  <a:pt x="285267" y="627608"/>
                </a:lnTo>
                <a:lnTo>
                  <a:pt x="275844" y="627888"/>
                </a:lnTo>
                <a:lnTo>
                  <a:pt x="70104" y="627888"/>
                </a:lnTo>
                <a:lnTo>
                  <a:pt x="27419" y="620268"/>
                </a:lnTo>
                <a:lnTo>
                  <a:pt x="15240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40" y="720852"/>
                </a:lnTo>
                <a:lnTo>
                  <a:pt x="15240" y="707136"/>
                </a:lnTo>
                <a:lnTo>
                  <a:pt x="15824" y="698563"/>
                </a:lnTo>
                <a:lnTo>
                  <a:pt x="51193" y="673925"/>
                </a:lnTo>
                <a:lnTo>
                  <a:pt x="65519" y="673608"/>
                </a:lnTo>
                <a:lnTo>
                  <a:pt x="277368" y="673608"/>
                </a:lnTo>
                <a:lnTo>
                  <a:pt x="319938" y="683348"/>
                </a:lnTo>
                <a:lnTo>
                  <a:pt x="327660" y="707136"/>
                </a:lnTo>
                <a:lnTo>
                  <a:pt x="327660" y="720852"/>
                </a:lnTo>
                <a:lnTo>
                  <a:pt x="335280" y="720852"/>
                </a:lnTo>
                <a:lnTo>
                  <a:pt x="335280" y="467868"/>
                </a:lnTo>
                <a:close/>
              </a:path>
              <a:path extrusionOk="0" h="1080770" w="342900">
                <a:moveTo>
                  <a:pt x="335280" y="0"/>
                </a:moveTo>
                <a:lnTo>
                  <a:pt x="327660" y="0"/>
                </a:lnTo>
                <a:lnTo>
                  <a:pt x="327660" y="10668"/>
                </a:lnTo>
                <a:lnTo>
                  <a:pt x="327660" y="18288"/>
                </a:lnTo>
                <a:lnTo>
                  <a:pt x="298132" y="46291"/>
                </a:lnTo>
                <a:lnTo>
                  <a:pt x="277368" y="47244"/>
                </a:lnTo>
                <a:lnTo>
                  <a:pt x="65532" y="47244"/>
                </a:lnTo>
                <a:lnTo>
                  <a:pt x="27432" y="41148"/>
                </a:lnTo>
                <a:lnTo>
                  <a:pt x="15240" y="10668"/>
                </a:lnTo>
                <a:lnTo>
                  <a:pt x="15240" y="0"/>
                </a:lnTo>
                <a:lnTo>
                  <a:pt x="7620" y="0"/>
                </a:lnTo>
                <a:lnTo>
                  <a:pt x="7620" y="140208"/>
                </a:lnTo>
                <a:lnTo>
                  <a:pt x="15240" y="140208"/>
                </a:lnTo>
                <a:lnTo>
                  <a:pt x="15240" y="120396"/>
                </a:lnTo>
                <a:lnTo>
                  <a:pt x="16764" y="112776"/>
                </a:lnTo>
                <a:lnTo>
                  <a:pt x="53860" y="93014"/>
                </a:lnTo>
                <a:lnTo>
                  <a:pt x="277368" y="92964"/>
                </a:lnTo>
                <a:lnTo>
                  <a:pt x="290817" y="93256"/>
                </a:lnTo>
                <a:lnTo>
                  <a:pt x="326821" y="118325"/>
                </a:lnTo>
                <a:lnTo>
                  <a:pt x="327660" y="128016"/>
                </a:lnTo>
                <a:lnTo>
                  <a:pt x="327660" y="140208"/>
                </a:lnTo>
                <a:lnTo>
                  <a:pt x="335280" y="140208"/>
                </a:lnTo>
                <a:lnTo>
                  <a:pt x="335280" y="0"/>
                </a:lnTo>
                <a:close/>
              </a:path>
              <a:path extrusionOk="0" h="1080770" w="342900">
                <a:moveTo>
                  <a:pt x="342887" y="896112"/>
                </a:moveTo>
                <a:lnTo>
                  <a:pt x="63995" y="783336"/>
                </a:lnTo>
                <a:lnTo>
                  <a:pt x="25895" y="760476"/>
                </a:lnTo>
                <a:lnTo>
                  <a:pt x="15227" y="734568"/>
                </a:lnTo>
                <a:lnTo>
                  <a:pt x="7607" y="734568"/>
                </a:lnTo>
                <a:lnTo>
                  <a:pt x="7607" y="835152"/>
                </a:lnTo>
                <a:lnTo>
                  <a:pt x="15227" y="835152"/>
                </a:lnTo>
                <a:lnTo>
                  <a:pt x="15227" y="830580"/>
                </a:lnTo>
                <a:lnTo>
                  <a:pt x="18275" y="819912"/>
                </a:lnTo>
                <a:lnTo>
                  <a:pt x="21323" y="812292"/>
                </a:lnTo>
                <a:lnTo>
                  <a:pt x="24371" y="807720"/>
                </a:lnTo>
                <a:lnTo>
                  <a:pt x="28943" y="803148"/>
                </a:lnTo>
                <a:lnTo>
                  <a:pt x="33515" y="800100"/>
                </a:lnTo>
                <a:lnTo>
                  <a:pt x="38087" y="800100"/>
                </a:lnTo>
                <a:lnTo>
                  <a:pt x="77711" y="812292"/>
                </a:lnTo>
                <a:lnTo>
                  <a:pt x="266687" y="888492"/>
                </a:lnTo>
                <a:lnTo>
                  <a:pt x="74663" y="972312"/>
                </a:lnTo>
                <a:lnTo>
                  <a:pt x="62928" y="977201"/>
                </a:lnTo>
                <a:lnTo>
                  <a:pt x="52755" y="980503"/>
                </a:lnTo>
                <a:lnTo>
                  <a:pt x="44018" y="982395"/>
                </a:lnTo>
                <a:lnTo>
                  <a:pt x="36563" y="982980"/>
                </a:lnTo>
                <a:lnTo>
                  <a:pt x="30467" y="982980"/>
                </a:lnTo>
                <a:lnTo>
                  <a:pt x="15227" y="946404"/>
                </a:lnTo>
                <a:lnTo>
                  <a:pt x="7607" y="946404"/>
                </a:lnTo>
                <a:lnTo>
                  <a:pt x="7607" y="1080516"/>
                </a:lnTo>
                <a:lnTo>
                  <a:pt x="15227" y="1080516"/>
                </a:lnTo>
                <a:lnTo>
                  <a:pt x="15227" y="1069848"/>
                </a:lnTo>
                <a:lnTo>
                  <a:pt x="18275" y="1062228"/>
                </a:lnTo>
                <a:lnTo>
                  <a:pt x="21323" y="1056132"/>
                </a:lnTo>
                <a:lnTo>
                  <a:pt x="24371" y="1051560"/>
                </a:lnTo>
                <a:lnTo>
                  <a:pt x="27419" y="1045464"/>
                </a:lnTo>
                <a:lnTo>
                  <a:pt x="33515" y="1042416"/>
                </a:lnTo>
                <a:lnTo>
                  <a:pt x="36944" y="1039850"/>
                </a:lnTo>
                <a:lnTo>
                  <a:pt x="42659" y="1036701"/>
                </a:lnTo>
                <a:lnTo>
                  <a:pt x="50660" y="1032992"/>
                </a:lnTo>
                <a:lnTo>
                  <a:pt x="60947" y="1028700"/>
                </a:lnTo>
                <a:lnTo>
                  <a:pt x="342887" y="906780"/>
                </a:lnTo>
                <a:lnTo>
                  <a:pt x="342887" y="896112"/>
                </a:lnTo>
                <a:close/>
              </a:path>
              <a:path extrusionOk="0" h="1080770" w="342900">
                <a:moveTo>
                  <a:pt x="342900" y="284988"/>
                </a:moveTo>
                <a:lnTo>
                  <a:pt x="336042" y="243649"/>
                </a:lnTo>
                <a:lnTo>
                  <a:pt x="315468" y="210312"/>
                </a:lnTo>
                <a:lnTo>
                  <a:pt x="270675" y="183095"/>
                </a:lnTo>
                <a:lnTo>
                  <a:pt x="252984" y="181356"/>
                </a:lnTo>
                <a:lnTo>
                  <a:pt x="242951" y="181927"/>
                </a:lnTo>
                <a:lnTo>
                  <a:pt x="206260" y="195414"/>
                </a:lnTo>
                <a:lnTo>
                  <a:pt x="176949" y="226390"/>
                </a:lnTo>
                <a:lnTo>
                  <a:pt x="146304" y="278892"/>
                </a:lnTo>
                <a:lnTo>
                  <a:pt x="132029" y="303999"/>
                </a:lnTo>
                <a:lnTo>
                  <a:pt x="107505" y="339331"/>
                </a:lnTo>
                <a:lnTo>
                  <a:pt x="70104" y="359664"/>
                </a:lnTo>
                <a:lnTo>
                  <a:pt x="60337" y="358546"/>
                </a:lnTo>
                <a:lnTo>
                  <a:pt x="28168" y="334327"/>
                </a:lnTo>
                <a:lnTo>
                  <a:pt x="19812" y="301752"/>
                </a:lnTo>
                <a:lnTo>
                  <a:pt x="20396" y="290563"/>
                </a:lnTo>
                <a:lnTo>
                  <a:pt x="36741" y="247840"/>
                </a:lnTo>
                <a:lnTo>
                  <a:pt x="71831" y="220395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1836"/>
                </a:lnTo>
                <a:lnTo>
                  <a:pt x="12192" y="213360"/>
                </a:lnTo>
                <a:lnTo>
                  <a:pt x="13716" y="216408"/>
                </a:lnTo>
                <a:lnTo>
                  <a:pt x="16764" y="219456"/>
                </a:lnTo>
                <a:lnTo>
                  <a:pt x="18288" y="222504"/>
                </a:lnTo>
                <a:lnTo>
                  <a:pt x="18288" y="230124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0604"/>
                </a:lnTo>
                <a:lnTo>
                  <a:pt x="3238" y="274320"/>
                </a:lnTo>
                <a:lnTo>
                  <a:pt x="825" y="288036"/>
                </a:lnTo>
                <a:lnTo>
                  <a:pt x="0" y="301752"/>
                </a:lnTo>
                <a:lnTo>
                  <a:pt x="1689" y="321475"/>
                </a:lnTo>
                <a:lnTo>
                  <a:pt x="25908" y="370332"/>
                </a:lnTo>
                <a:lnTo>
                  <a:pt x="69405" y="396049"/>
                </a:lnTo>
                <a:lnTo>
                  <a:pt x="86868" y="397764"/>
                </a:lnTo>
                <a:lnTo>
                  <a:pt x="96862" y="397192"/>
                </a:lnTo>
                <a:lnTo>
                  <a:pt x="140589" y="377190"/>
                </a:lnTo>
                <a:lnTo>
                  <a:pt x="171640" y="338328"/>
                </a:lnTo>
                <a:lnTo>
                  <a:pt x="193548" y="301752"/>
                </a:lnTo>
                <a:lnTo>
                  <a:pt x="204089" y="283184"/>
                </a:lnTo>
                <a:lnTo>
                  <a:pt x="212788" y="268605"/>
                </a:lnTo>
                <a:lnTo>
                  <a:pt x="241173" y="234111"/>
                </a:lnTo>
                <a:lnTo>
                  <a:pt x="263652" y="224028"/>
                </a:lnTo>
                <a:lnTo>
                  <a:pt x="271272" y="224028"/>
                </a:lnTo>
                <a:lnTo>
                  <a:pt x="309372" y="242316"/>
                </a:lnTo>
                <a:lnTo>
                  <a:pt x="326136" y="289560"/>
                </a:lnTo>
                <a:lnTo>
                  <a:pt x="325297" y="302094"/>
                </a:lnTo>
                <a:lnTo>
                  <a:pt x="307670" y="347408"/>
                </a:lnTo>
                <a:lnTo>
                  <a:pt x="274053" y="375526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5572"/>
                </a:lnTo>
                <a:lnTo>
                  <a:pt x="330708" y="384048"/>
                </a:lnTo>
                <a:lnTo>
                  <a:pt x="327660" y="382524"/>
                </a:lnTo>
                <a:lnTo>
                  <a:pt x="324612" y="376428"/>
                </a:lnTo>
                <a:lnTo>
                  <a:pt x="324612" y="371856"/>
                </a:lnTo>
                <a:lnTo>
                  <a:pt x="325158" y="368198"/>
                </a:lnTo>
                <a:lnTo>
                  <a:pt x="326707" y="361950"/>
                </a:lnTo>
                <a:lnTo>
                  <a:pt x="337756" y="322897"/>
                </a:lnTo>
                <a:lnTo>
                  <a:pt x="339293" y="316115"/>
                </a:lnTo>
                <a:lnTo>
                  <a:pt x="339852" y="310896"/>
                </a:lnTo>
                <a:lnTo>
                  <a:pt x="340969" y="304927"/>
                </a:lnTo>
                <a:lnTo>
                  <a:pt x="341947" y="298513"/>
                </a:lnTo>
                <a:lnTo>
                  <a:pt x="342633" y="291833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3" name="Google Shape;7833;p109"/>
          <p:cNvGrpSpPr/>
          <p:nvPr/>
        </p:nvGrpSpPr>
        <p:grpSpPr>
          <a:xfrm>
            <a:off x="809244" y="4294632"/>
            <a:ext cx="348995" cy="2394330"/>
            <a:chOff x="809244" y="4294632"/>
            <a:chExt cx="348995" cy="2394330"/>
          </a:xfrm>
        </p:grpSpPr>
        <p:sp>
          <p:nvSpPr>
            <p:cNvPr id="7834" name="Google Shape;7834;p109"/>
            <p:cNvSpPr/>
            <p:nvPr/>
          </p:nvSpPr>
          <p:spPr>
            <a:xfrm>
              <a:off x="824484" y="6441947"/>
              <a:ext cx="327660" cy="247015"/>
            </a:xfrm>
            <a:custGeom>
              <a:rect b="b" l="l" r="r" t="t"/>
              <a:pathLst>
                <a:path extrusionOk="0" h="247015" w="327659">
                  <a:moveTo>
                    <a:pt x="327659" y="246888"/>
                  </a:moveTo>
                  <a:lnTo>
                    <a:pt x="320039" y="246888"/>
                  </a:lnTo>
                  <a:lnTo>
                    <a:pt x="320039" y="234696"/>
                  </a:lnTo>
                  <a:lnTo>
                    <a:pt x="319206" y="225242"/>
                  </a:lnTo>
                  <a:lnTo>
                    <a:pt x="283202" y="199953"/>
                  </a:lnTo>
                  <a:lnTo>
                    <a:pt x="269747" y="199644"/>
                  </a:lnTo>
                  <a:lnTo>
                    <a:pt x="46243" y="199691"/>
                  </a:lnTo>
                  <a:lnTo>
                    <a:pt x="9143" y="219456"/>
                  </a:lnTo>
                  <a:lnTo>
                    <a:pt x="7619" y="227076"/>
                  </a:lnTo>
                  <a:lnTo>
                    <a:pt x="7619" y="246888"/>
                  </a:lnTo>
                  <a:lnTo>
                    <a:pt x="0" y="246888"/>
                  </a:lnTo>
                  <a:lnTo>
                    <a:pt x="0" y="3048"/>
                  </a:lnTo>
                  <a:lnTo>
                    <a:pt x="71627" y="0"/>
                  </a:lnTo>
                  <a:lnTo>
                    <a:pt x="71627" y="10668"/>
                  </a:lnTo>
                  <a:lnTo>
                    <a:pt x="61031" y="13215"/>
                  </a:lnTo>
                  <a:lnTo>
                    <a:pt x="52006" y="16192"/>
                  </a:lnTo>
                  <a:lnTo>
                    <a:pt x="22859" y="42672"/>
                  </a:lnTo>
                  <a:lnTo>
                    <a:pt x="18287" y="80772"/>
                  </a:lnTo>
                  <a:lnTo>
                    <a:pt x="18287" y="153924"/>
                  </a:lnTo>
                  <a:lnTo>
                    <a:pt x="146303" y="153924"/>
                  </a:lnTo>
                  <a:lnTo>
                    <a:pt x="146303" y="96012"/>
                  </a:lnTo>
                  <a:lnTo>
                    <a:pt x="131421" y="59745"/>
                  </a:lnTo>
                  <a:lnTo>
                    <a:pt x="99059" y="51816"/>
                  </a:lnTo>
                  <a:lnTo>
                    <a:pt x="99059" y="44196"/>
                  </a:lnTo>
                  <a:lnTo>
                    <a:pt x="213359" y="44196"/>
                  </a:lnTo>
                  <a:lnTo>
                    <a:pt x="213359" y="51816"/>
                  </a:lnTo>
                  <a:lnTo>
                    <a:pt x="203906" y="52101"/>
                  </a:lnTo>
                  <a:lnTo>
                    <a:pt x="196024" y="52959"/>
                  </a:lnTo>
                  <a:lnTo>
                    <a:pt x="167258" y="80772"/>
                  </a:lnTo>
                  <a:lnTo>
                    <a:pt x="166115" y="96012"/>
                  </a:lnTo>
                  <a:lnTo>
                    <a:pt x="166115" y="153924"/>
                  </a:lnTo>
                  <a:lnTo>
                    <a:pt x="269747" y="153924"/>
                  </a:lnTo>
                  <a:lnTo>
                    <a:pt x="281201" y="153662"/>
                  </a:lnTo>
                  <a:lnTo>
                    <a:pt x="318516" y="132588"/>
                  </a:lnTo>
                  <a:lnTo>
                    <a:pt x="320039" y="126492"/>
                  </a:lnTo>
                  <a:lnTo>
                    <a:pt x="320039" y="106680"/>
                  </a:lnTo>
                  <a:lnTo>
                    <a:pt x="327659" y="106680"/>
                  </a:lnTo>
                  <a:lnTo>
                    <a:pt x="327659" y="2468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35" name="Google Shape;7835;p109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25067" y="5998464"/>
              <a:ext cx="233172" cy="4038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836" name="Google Shape;7836;p109"/>
            <p:cNvSpPr/>
            <p:nvPr/>
          </p:nvSpPr>
          <p:spPr>
            <a:xfrm>
              <a:off x="858012" y="5698236"/>
              <a:ext cx="297180" cy="279400"/>
            </a:xfrm>
            <a:custGeom>
              <a:rect b="b" l="l" r="r" t="t"/>
              <a:pathLst>
                <a:path extrusionOk="0" h="279400" w="297180">
                  <a:moveTo>
                    <a:pt x="201155" y="0"/>
                  </a:moveTo>
                  <a:lnTo>
                    <a:pt x="163055" y="0"/>
                  </a:lnTo>
                  <a:lnTo>
                    <a:pt x="163055" y="126492"/>
                  </a:lnTo>
                  <a:lnTo>
                    <a:pt x="201155" y="126492"/>
                  </a:lnTo>
                  <a:lnTo>
                    <a:pt x="201155" y="0"/>
                  </a:lnTo>
                  <a:close/>
                </a:path>
                <a:path extrusionOk="0" h="279400" w="297180">
                  <a:moveTo>
                    <a:pt x="297180" y="199644"/>
                  </a:moveTo>
                  <a:lnTo>
                    <a:pt x="277761" y="160197"/>
                  </a:lnTo>
                  <a:lnTo>
                    <a:pt x="248412" y="143256"/>
                  </a:lnTo>
                  <a:lnTo>
                    <a:pt x="248412" y="153924"/>
                  </a:lnTo>
                  <a:lnTo>
                    <a:pt x="254508" y="156972"/>
                  </a:lnTo>
                  <a:lnTo>
                    <a:pt x="259080" y="160020"/>
                  </a:lnTo>
                  <a:lnTo>
                    <a:pt x="263652" y="166116"/>
                  </a:lnTo>
                  <a:lnTo>
                    <a:pt x="266700" y="170688"/>
                  </a:lnTo>
                  <a:lnTo>
                    <a:pt x="268224" y="176784"/>
                  </a:lnTo>
                  <a:lnTo>
                    <a:pt x="268224" y="188976"/>
                  </a:lnTo>
                  <a:lnTo>
                    <a:pt x="231648" y="204216"/>
                  </a:lnTo>
                  <a:lnTo>
                    <a:pt x="88392" y="204216"/>
                  </a:lnTo>
                  <a:lnTo>
                    <a:pt x="88392" y="152400"/>
                  </a:lnTo>
                  <a:lnTo>
                    <a:pt x="73152" y="152400"/>
                  </a:lnTo>
                  <a:lnTo>
                    <a:pt x="73152" y="204216"/>
                  </a:lnTo>
                  <a:lnTo>
                    <a:pt x="0" y="204216"/>
                  </a:lnTo>
                  <a:lnTo>
                    <a:pt x="0" y="210312"/>
                  </a:lnTo>
                  <a:lnTo>
                    <a:pt x="20764" y="219837"/>
                  </a:lnTo>
                  <a:lnTo>
                    <a:pt x="28067" y="223608"/>
                  </a:lnTo>
                  <a:lnTo>
                    <a:pt x="33528" y="227076"/>
                  </a:lnTo>
                  <a:lnTo>
                    <a:pt x="42138" y="232181"/>
                  </a:lnTo>
                  <a:lnTo>
                    <a:pt x="74104" y="265176"/>
                  </a:lnTo>
                  <a:lnTo>
                    <a:pt x="80772" y="278892"/>
                  </a:lnTo>
                  <a:lnTo>
                    <a:pt x="88392" y="278892"/>
                  </a:lnTo>
                  <a:lnTo>
                    <a:pt x="88392" y="243840"/>
                  </a:lnTo>
                  <a:lnTo>
                    <a:pt x="237744" y="243840"/>
                  </a:lnTo>
                  <a:lnTo>
                    <a:pt x="248577" y="243560"/>
                  </a:lnTo>
                  <a:lnTo>
                    <a:pt x="286512" y="230124"/>
                  </a:lnTo>
                  <a:lnTo>
                    <a:pt x="297180" y="207264"/>
                  </a:lnTo>
                  <a:lnTo>
                    <a:pt x="297180" y="1996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37" name="Google Shape;7837;p109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25067" y="5448300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838" name="Google Shape;7838;p109"/>
            <p:cNvSpPr/>
            <p:nvPr/>
          </p:nvSpPr>
          <p:spPr>
            <a:xfrm>
              <a:off x="809244" y="4445508"/>
              <a:ext cx="342900" cy="966469"/>
            </a:xfrm>
            <a:custGeom>
              <a:rect b="b" l="l" r="r" t="t"/>
              <a:pathLst>
                <a:path extrusionOk="0" h="966470" w="342900">
                  <a:moveTo>
                    <a:pt x="48768" y="275844"/>
                  </a:moveTo>
                  <a:lnTo>
                    <a:pt x="45720" y="271272"/>
                  </a:lnTo>
                  <a:lnTo>
                    <a:pt x="41148" y="266700"/>
                  </a:lnTo>
                  <a:lnTo>
                    <a:pt x="36576" y="260604"/>
                  </a:lnTo>
                  <a:lnTo>
                    <a:pt x="30480" y="259080"/>
                  </a:lnTo>
                  <a:lnTo>
                    <a:pt x="16764" y="259080"/>
                  </a:lnTo>
                  <a:lnTo>
                    <a:pt x="12192" y="260604"/>
                  </a:lnTo>
                  <a:lnTo>
                    <a:pt x="7620" y="266700"/>
                  </a:lnTo>
                  <a:lnTo>
                    <a:pt x="1524" y="271272"/>
                  </a:lnTo>
                  <a:lnTo>
                    <a:pt x="0" y="275844"/>
                  </a:lnTo>
                  <a:lnTo>
                    <a:pt x="0" y="289560"/>
                  </a:lnTo>
                  <a:lnTo>
                    <a:pt x="1524" y="295656"/>
                  </a:lnTo>
                  <a:lnTo>
                    <a:pt x="7620" y="300228"/>
                  </a:lnTo>
                  <a:lnTo>
                    <a:pt x="12192" y="304800"/>
                  </a:lnTo>
                  <a:lnTo>
                    <a:pt x="16764" y="307848"/>
                  </a:lnTo>
                  <a:lnTo>
                    <a:pt x="30480" y="307848"/>
                  </a:lnTo>
                  <a:lnTo>
                    <a:pt x="36576" y="304800"/>
                  </a:lnTo>
                  <a:lnTo>
                    <a:pt x="45720" y="295656"/>
                  </a:lnTo>
                  <a:lnTo>
                    <a:pt x="48768" y="289560"/>
                  </a:lnTo>
                  <a:lnTo>
                    <a:pt x="48768" y="275844"/>
                  </a:lnTo>
                  <a:close/>
                </a:path>
                <a:path extrusionOk="0" h="966470" w="342900">
                  <a:moveTo>
                    <a:pt x="249923" y="675132"/>
                  </a:moveTo>
                  <a:lnTo>
                    <a:pt x="211823" y="675132"/>
                  </a:lnTo>
                  <a:lnTo>
                    <a:pt x="211823" y="801624"/>
                  </a:lnTo>
                  <a:lnTo>
                    <a:pt x="249923" y="801624"/>
                  </a:lnTo>
                  <a:lnTo>
                    <a:pt x="249923" y="675132"/>
                  </a:lnTo>
                  <a:close/>
                </a:path>
                <a:path extrusionOk="0" h="966470" w="342900">
                  <a:moveTo>
                    <a:pt x="342900" y="833628"/>
                  </a:moveTo>
                  <a:lnTo>
                    <a:pt x="335267" y="833628"/>
                  </a:lnTo>
                  <a:lnTo>
                    <a:pt x="335267" y="864108"/>
                  </a:lnTo>
                  <a:lnTo>
                    <a:pt x="330708" y="871728"/>
                  </a:lnTo>
                  <a:lnTo>
                    <a:pt x="283464" y="883920"/>
                  </a:lnTo>
                  <a:lnTo>
                    <a:pt x="137160" y="883920"/>
                  </a:lnTo>
                  <a:lnTo>
                    <a:pt x="137160" y="826008"/>
                  </a:lnTo>
                  <a:lnTo>
                    <a:pt x="121920" y="826008"/>
                  </a:lnTo>
                  <a:lnTo>
                    <a:pt x="121920" y="883920"/>
                  </a:lnTo>
                  <a:lnTo>
                    <a:pt x="81407" y="883881"/>
                  </a:lnTo>
                  <a:lnTo>
                    <a:pt x="32004" y="879348"/>
                  </a:lnTo>
                  <a:lnTo>
                    <a:pt x="15240" y="858012"/>
                  </a:lnTo>
                  <a:lnTo>
                    <a:pt x="15240" y="844296"/>
                  </a:lnTo>
                  <a:lnTo>
                    <a:pt x="47244" y="810768"/>
                  </a:lnTo>
                  <a:lnTo>
                    <a:pt x="51816" y="806196"/>
                  </a:lnTo>
                  <a:lnTo>
                    <a:pt x="54864" y="801624"/>
                  </a:lnTo>
                  <a:lnTo>
                    <a:pt x="57912" y="798576"/>
                  </a:lnTo>
                  <a:lnTo>
                    <a:pt x="59436" y="794004"/>
                  </a:lnTo>
                  <a:lnTo>
                    <a:pt x="59436" y="784860"/>
                  </a:lnTo>
                  <a:lnTo>
                    <a:pt x="57912" y="780288"/>
                  </a:lnTo>
                  <a:lnTo>
                    <a:pt x="53340" y="777240"/>
                  </a:lnTo>
                  <a:lnTo>
                    <a:pt x="48768" y="772668"/>
                  </a:lnTo>
                  <a:lnTo>
                    <a:pt x="44196" y="769620"/>
                  </a:lnTo>
                  <a:lnTo>
                    <a:pt x="39624" y="769620"/>
                  </a:lnTo>
                  <a:lnTo>
                    <a:pt x="8356" y="795464"/>
                  </a:lnTo>
                  <a:lnTo>
                    <a:pt x="0" y="832104"/>
                  </a:lnTo>
                  <a:lnTo>
                    <a:pt x="850" y="845299"/>
                  </a:lnTo>
                  <a:lnTo>
                    <a:pt x="21158" y="891451"/>
                  </a:lnTo>
                  <a:lnTo>
                    <a:pt x="63817" y="917765"/>
                  </a:lnTo>
                  <a:lnTo>
                    <a:pt x="106680" y="923544"/>
                  </a:lnTo>
                  <a:lnTo>
                    <a:pt x="121920" y="923544"/>
                  </a:lnTo>
                  <a:lnTo>
                    <a:pt x="121920" y="966216"/>
                  </a:lnTo>
                  <a:lnTo>
                    <a:pt x="137160" y="966216"/>
                  </a:lnTo>
                  <a:lnTo>
                    <a:pt x="137160" y="923544"/>
                  </a:lnTo>
                  <a:lnTo>
                    <a:pt x="283464" y="923544"/>
                  </a:lnTo>
                  <a:lnTo>
                    <a:pt x="321564" y="929640"/>
                  </a:lnTo>
                  <a:lnTo>
                    <a:pt x="335267" y="949452"/>
                  </a:lnTo>
                  <a:lnTo>
                    <a:pt x="335267" y="966216"/>
                  </a:lnTo>
                  <a:lnTo>
                    <a:pt x="342900" y="966216"/>
                  </a:lnTo>
                  <a:lnTo>
                    <a:pt x="342900" y="833628"/>
                  </a:lnTo>
                  <a:close/>
                </a:path>
                <a:path extrusionOk="0" h="966470" w="342900">
                  <a:moveTo>
                    <a:pt x="342900" y="393192"/>
                  </a:moveTo>
                  <a:lnTo>
                    <a:pt x="252984" y="365760"/>
                  </a:lnTo>
                  <a:lnTo>
                    <a:pt x="251460" y="373380"/>
                  </a:lnTo>
                  <a:lnTo>
                    <a:pt x="265430" y="380009"/>
                  </a:lnTo>
                  <a:lnTo>
                    <a:pt x="277558" y="386334"/>
                  </a:lnTo>
                  <a:lnTo>
                    <a:pt x="307848" y="411861"/>
                  </a:lnTo>
                  <a:lnTo>
                    <a:pt x="321246" y="462305"/>
                  </a:lnTo>
                  <a:lnTo>
                    <a:pt x="321564" y="480060"/>
                  </a:lnTo>
                  <a:lnTo>
                    <a:pt x="321564" y="502920"/>
                  </a:lnTo>
                  <a:lnTo>
                    <a:pt x="318516" y="541020"/>
                  </a:lnTo>
                  <a:lnTo>
                    <a:pt x="310896" y="550164"/>
                  </a:lnTo>
                  <a:lnTo>
                    <a:pt x="306603" y="551929"/>
                  </a:lnTo>
                  <a:lnTo>
                    <a:pt x="300609" y="552831"/>
                  </a:lnTo>
                  <a:lnTo>
                    <a:pt x="292887" y="553173"/>
                  </a:lnTo>
                  <a:lnTo>
                    <a:pt x="64287" y="553173"/>
                  </a:lnTo>
                  <a:lnTo>
                    <a:pt x="27432" y="536448"/>
                  </a:lnTo>
                  <a:lnTo>
                    <a:pt x="22860" y="499872"/>
                  </a:lnTo>
                  <a:lnTo>
                    <a:pt x="15227" y="499872"/>
                  </a:lnTo>
                  <a:lnTo>
                    <a:pt x="15227" y="646176"/>
                  </a:lnTo>
                  <a:lnTo>
                    <a:pt x="22860" y="646176"/>
                  </a:lnTo>
                  <a:lnTo>
                    <a:pt x="22860" y="633984"/>
                  </a:lnTo>
                  <a:lnTo>
                    <a:pt x="23444" y="625411"/>
                  </a:lnTo>
                  <a:lnTo>
                    <a:pt x="58813" y="599490"/>
                  </a:lnTo>
                  <a:lnTo>
                    <a:pt x="73139" y="598932"/>
                  </a:lnTo>
                  <a:lnTo>
                    <a:pt x="284988" y="598932"/>
                  </a:lnTo>
                  <a:lnTo>
                    <a:pt x="327558" y="610196"/>
                  </a:lnTo>
                  <a:lnTo>
                    <a:pt x="335280" y="633984"/>
                  </a:lnTo>
                  <a:lnTo>
                    <a:pt x="335280" y="646176"/>
                  </a:lnTo>
                  <a:lnTo>
                    <a:pt x="342900" y="646176"/>
                  </a:lnTo>
                  <a:lnTo>
                    <a:pt x="342900" y="393192"/>
                  </a:lnTo>
                  <a:close/>
                </a:path>
                <a:path extrusionOk="0" h="966470" w="342900">
                  <a:moveTo>
                    <a:pt x="342900" y="230124"/>
                  </a:moveTo>
                  <a:lnTo>
                    <a:pt x="335280" y="230124"/>
                  </a:lnTo>
                  <a:lnTo>
                    <a:pt x="335280" y="240792"/>
                  </a:lnTo>
                  <a:lnTo>
                    <a:pt x="333756" y="246888"/>
                  </a:lnTo>
                  <a:lnTo>
                    <a:pt x="292608" y="263652"/>
                  </a:lnTo>
                  <a:lnTo>
                    <a:pt x="115824" y="263652"/>
                  </a:lnTo>
                  <a:lnTo>
                    <a:pt x="115824" y="274320"/>
                  </a:lnTo>
                  <a:lnTo>
                    <a:pt x="143256" y="338328"/>
                  </a:lnTo>
                  <a:lnTo>
                    <a:pt x="150876" y="335280"/>
                  </a:lnTo>
                  <a:lnTo>
                    <a:pt x="147828" y="329184"/>
                  </a:lnTo>
                  <a:lnTo>
                    <a:pt x="147828" y="312420"/>
                  </a:lnTo>
                  <a:lnTo>
                    <a:pt x="193929" y="303276"/>
                  </a:lnTo>
                  <a:lnTo>
                    <a:pt x="292608" y="303276"/>
                  </a:lnTo>
                  <a:lnTo>
                    <a:pt x="299478" y="303466"/>
                  </a:lnTo>
                  <a:lnTo>
                    <a:pt x="301244" y="303466"/>
                  </a:lnTo>
                  <a:lnTo>
                    <a:pt x="335280" y="326136"/>
                  </a:lnTo>
                  <a:lnTo>
                    <a:pt x="335280" y="336804"/>
                  </a:lnTo>
                  <a:lnTo>
                    <a:pt x="342900" y="336804"/>
                  </a:lnTo>
                  <a:lnTo>
                    <a:pt x="342900" y="303276"/>
                  </a:lnTo>
                  <a:lnTo>
                    <a:pt x="342900" y="230124"/>
                  </a:lnTo>
                  <a:close/>
                </a:path>
                <a:path extrusionOk="0" h="966470" w="342900">
                  <a:moveTo>
                    <a:pt x="342900" y="64008"/>
                  </a:moveTo>
                  <a:lnTo>
                    <a:pt x="335267" y="64008"/>
                  </a:lnTo>
                  <a:lnTo>
                    <a:pt x="335267" y="83820"/>
                  </a:lnTo>
                  <a:lnTo>
                    <a:pt x="334467" y="91274"/>
                  </a:lnTo>
                  <a:lnTo>
                    <a:pt x="298030" y="113995"/>
                  </a:lnTo>
                  <a:lnTo>
                    <a:pt x="283464" y="114300"/>
                  </a:lnTo>
                  <a:lnTo>
                    <a:pt x="137160" y="114300"/>
                  </a:lnTo>
                  <a:lnTo>
                    <a:pt x="137160" y="56388"/>
                  </a:lnTo>
                  <a:lnTo>
                    <a:pt x="121920" y="56388"/>
                  </a:lnTo>
                  <a:lnTo>
                    <a:pt x="121920" y="114300"/>
                  </a:lnTo>
                  <a:lnTo>
                    <a:pt x="105156" y="114300"/>
                  </a:lnTo>
                  <a:lnTo>
                    <a:pt x="62674" y="113347"/>
                  </a:lnTo>
                  <a:lnTo>
                    <a:pt x="21336" y="100584"/>
                  </a:lnTo>
                  <a:lnTo>
                    <a:pt x="15240" y="88392"/>
                  </a:lnTo>
                  <a:lnTo>
                    <a:pt x="15240" y="74676"/>
                  </a:lnTo>
                  <a:lnTo>
                    <a:pt x="16764" y="68580"/>
                  </a:lnTo>
                  <a:lnTo>
                    <a:pt x="22860" y="59436"/>
                  </a:lnTo>
                  <a:lnTo>
                    <a:pt x="28956" y="53340"/>
                  </a:lnTo>
                  <a:lnTo>
                    <a:pt x="47244" y="41148"/>
                  </a:lnTo>
                  <a:lnTo>
                    <a:pt x="51816" y="36576"/>
                  </a:lnTo>
                  <a:lnTo>
                    <a:pt x="44196" y="0"/>
                  </a:lnTo>
                  <a:lnTo>
                    <a:pt x="39624" y="0"/>
                  </a:lnTo>
                  <a:lnTo>
                    <a:pt x="8356" y="25171"/>
                  </a:lnTo>
                  <a:lnTo>
                    <a:pt x="0" y="60960"/>
                  </a:lnTo>
                  <a:lnTo>
                    <a:pt x="850" y="74396"/>
                  </a:lnTo>
                  <a:lnTo>
                    <a:pt x="13716" y="111252"/>
                  </a:lnTo>
                  <a:lnTo>
                    <a:pt x="51816" y="143256"/>
                  </a:lnTo>
                  <a:lnTo>
                    <a:pt x="91249" y="153339"/>
                  </a:lnTo>
                  <a:lnTo>
                    <a:pt x="106680" y="153924"/>
                  </a:lnTo>
                  <a:lnTo>
                    <a:pt x="121920" y="153924"/>
                  </a:lnTo>
                  <a:lnTo>
                    <a:pt x="121920" y="196596"/>
                  </a:lnTo>
                  <a:lnTo>
                    <a:pt x="137160" y="196596"/>
                  </a:lnTo>
                  <a:lnTo>
                    <a:pt x="137160" y="153924"/>
                  </a:lnTo>
                  <a:lnTo>
                    <a:pt x="283464" y="153924"/>
                  </a:lnTo>
                  <a:lnTo>
                    <a:pt x="326136" y="163068"/>
                  </a:lnTo>
                  <a:lnTo>
                    <a:pt x="335267" y="179832"/>
                  </a:lnTo>
                  <a:lnTo>
                    <a:pt x="335267" y="196596"/>
                  </a:lnTo>
                  <a:lnTo>
                    <a:pt x="342900" y="196596"/>
                  </a:lnTo>
                  <a:lnTo>
                    <a:pt x="342900" y="640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39" name="Google Shape;7839;p109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25067" y="429463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840" name="Google Shape;7840;p109"/>
          <p:cNvSpPr/>
          <p:nvPr/>
        </p:nvSpPr>
        <p:spPr>
          <a:xfrm>
            <a:off x="818387" y="3918204"/>
            <a:ext cx="340360" cy="227329"/>
          </a:xfrm>
          <a:custGeom>
            <a:rect b="b" l="l" r="r" t="t"/>
            <a:pathLst>
              <a:path extrusionOk="0" h="227329" w="340359">
                <a:moveTo>
                  <a:pt x="129540" y="38100"/>
                </a:moveTo>
                <a:lnTo>
                  <a:pt x="109728" y="38100"/>
                </a:lnTo>
                <a:lnTo>
                  <a:pt x="109728" y="0"/>
                </a:lnTo>
                <a:lnTo>
                  <a:pt x="129540" y="0"/>
                </a:lnTo>
                <a:lnTo>
                  <a:pt x="129540" y="38100"/>
                </a:lnTo>
                <a:close/>
              </a:path>
              <a:path extrusionOk="0" h="227329" w="340359">
                <a:moveTo>
                  <a:pt x="231648" y="59436"/>
                </a:moveTo>
                <a:lnTo>
                  <a:pt x="211836" y="59436"/>
                </a:lnTo>
                <a:lnTo>
                  <a:pt x="211836" y="0"/>
                </a:lnTo>
                <a:lnTo>
                  <a:pt x="231648" y="0"/>
                </a:lnTo>
                <a:lnTo>
                  <a:pt x="231648" y="59436"/>
                </a:lnTo>
                <a:close/>
              </a:path>
              <a:path extrusionOk="0" h="227329" w="340359">
                <a:moveTo>
                  <a:pt x="129540" y="140208"/>
                </a:moveTo>
                <a:lnTo>
                  <a:pt x="109728" y="140208"/>
                </a:lnTo>
                <a:lnTo>
                  <a:pt x="109728" y="57912"/>
                </a:lnTo>
                <a:lnTo>
                  <a:pt x="0" y="36576"/>
                </a:lnTo>
                <a:lnTo>
                  <a:pt x="0" y="15240"/>
                </a:lnTo>
                <a:lnTo>
                  <a:pt x="109728" y="38100"/>
                </a:lnTo>
                <a:lnTo>
                  <a:pt x="129540" y="38100"/>
                </a:lnTo>
                <a:lnTo>
                  <a:pt x="129540" y="42672"/>
                </a:lnTo>
                <a:lnTo>
                  <a:pt x="211836" y="59436"/>
                </a:lnTo>
                <a:lnTo>
                  <a:pt x="231648" y="59436"/>
                </a:lnTo>
                <a:lnTo>
                  <a:pt x="231648" y="62484"/>
                </a:lnTo>
                <a:lnTo>
                  <a:pt x="129540" y="62484"/>
                </a:lnTo>
                <a:lnTo>
                  <a:pt x="129540" y="140208"/>
                </a:lnTo>
                <a:close/>
              </a:path>
              <a:path extrusionOk="0" h="227329" w="340359">
                <a:moveTo>
                  <a:pt x="231648" y="161544"/>
                </a:moveTo>
                <a:lnTo>
                  <a:pt x="211836" y="161544"/>
                </a:lnTo>
                <a:lnTo>
                  <a:pt x="211836" y="79248"/>
                </a:lnTo>
                <a:lnTo>
                  <a:pt x="129540" y="62484"/>
                </a:lnTo>
                <a:lnTo>
                  <a:pt x="231648" y="62484"/>
                </a:lnTo>
                <a:lnTo>
                  <a:pt x="231648" y="64008"/>
                </a:lnTo>
                <a:lnTo>
                  <a:pt x="332123" y="83820"/>
                </a:lnTo>
                <a:lnTo>
                  <a:pt x="231648" y="83820"/>
                </a:lnTo>
                <a:lnTo>
                  <a:pt x="231648" y="161544"/>
                </a:lnTo>
                <a:close/>
              </a:path>
              <a:path extrusionOk="0" h="227329" w="340359">
                <a:moveTo>
                  <a:pt x="339852" y="106680"/>
                </a:moveTo>
                <a:lnTo>
                  <a:pt x="231648" y="83820"/>
                </a:lnTo>
                <a:lnTo>
                  <a:pt x="332123" y="83820"/>
                </a:lnTo>
                <a:lnTo>
                  <a:pt x="339852" y="85344"/>
                </a:lnTo>
                <a:lnTo>
                  <a:pt x="339852" y="106680"/>
                </a:lnTo>
                <a:close/>
              </a:path>
              <a:path extrusionOk="0" h="227329" w="340359">
                <a:moveTo>
                  <a:pt x="129540" y="227076"/>
                </a:moveTo>
                <a:lnTo>
                  <a:pt x="109728" y="227076"/>
                </a:lnTo>
                <a:lnTo>
                  <a:pt x="109728" y="160020"/>
                </a:lnTo>
                <a:lnTo>
                  <a:pt x="0" y="138684"/>
                </a:lnTo>
                <a:lnTo>
                  <a:pt x="0" y="117348"/>
                </a:lnTo>
                <a:lnTo>
                  <a:pt x="109728" y="140208"/>
                </a:lnTo>
                <a:lnTo>
                  <a:pt x="129540" y="140208"/>
                </a:lnTo>
                <a:lnTo>
                  <a:pt x="129540" y="144780"/>
                </a:lnTo>
                <a:lnTo>
                  <a:pt x="211836" y="161544"/>
                </a:lnTo>
                <a:lnTo>
                  <a:pt x="231648" y="161544"/>
                </a:lnTo>
                <a:lnTo>
                  <a:pt x="231648" y="164592"/>
                </a:lnTo>
                <a:lnTo>
                  <a:pt x="129540" y="164592"/>
                </a:lnTo>
                <a:lnTo>
                  <a:pt x="129540" y="227076"/>
                </a:lnTo>
                <a:close/>
              </a:path>
              <a:path extrusionOk="0" h="227329" w="340359">
                <a:moveTo>
                  <a:pt x="231648" y="227076"/>
                </a:moveTo>
                <a:lnTo>
                  <a:pt x="211836" y="227076"/>
                </a:lnTo>
                <a:lnTo>
                  <a:pt x="211836" y="181356"/>
                </a:lnTo>
                <a:lnTo>
                  <a:pt x="129540" y="164592"/>
                </a:lnTo>
                <a:lnTo>
                  <a:pt x="231648" y="164592"/>
                </a:lnTo>
                <a:lnTo>
                  <a:pt x="231648" y="166116"/>
                </a:lnTo>
                <a:lnTo>
                  <a:pt x="332123" y="185928"/>
                </a:lnTo>
                <a:lnTo>
                  <a:pt x="231648" y="185928"/>
                </a:lnTo>
                <a:lnTo>
                  <a:pt x="231648" y="227076"/>
                </a:lnTo>
                <a:close/>
              </a:path>
              <a:path extrusionOk="0" h="227329" w="340359">
                <a:moveTo>
                  <a:pt x="339852" y="208788"/>
                </a:moveTo>
                <a:lnTo>
                  <a:pt x="231648" y="185928"/>
                </a:lnTo>
                <a:lnTo>
                  <a:pt x="332123" y="185928"/>
                </a:lnTo>
                <a:lnTo>
                  <a:pt x="339852" y="187452"/>
                </a:lnTo>
                <a:lnTo>
                  <a:pt x="339852" y="2087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1" name="Google Shape;7841;p109"/>
          <p:cNvSpPr/>
          <p:nvPr/>
        </p:nvSpPr>
        <p:spPr>
          <a:xfrm>
            <a:off x="818388" y="3721608"/>
            <a:ext cx="334010" cy="128270"/>
          </a:xfrm>
          <a:custGeom>
            <a:rect b="b" l="l" r="r" t="t"/>
            <a:pathLst>
              <a:path extrusionOk="0" h="128270" w="334009">
                <a:moveTo>
                  <a:pt x="38099" y="128016"/>
                </a:moveTo>
                <a:lnTo>
                  <a:pt x="0" y="48768"/>
                </a:lnTo>
                <a:lnTo>
                  <a:pt x="0" y="41148"/>
                </a:lnTo>
                <a:lnTo>
                  <a:pt x="275843" y="41148"/>
                </a:lnTo>
                <a:lnTo>
                  <a:pt x="288393" y="40886"/>
                </a:lnTo>
                <a:lnTo>
                  <a:pt x="323564" y="24431"/>
                </a:lnTo>
                <a:lnTo>
                  <a:pt x="326136" y="0"/>
                </a:lnTo>
                <a:lnTo>
                  <a:pt x="333755" y="0"/>
                </a:lnTo>
                <a:lnTo>
                  <a:pt x="333755" y="121920"/>
                </a:lnTo>
                <a:lnTo>
                  <a:pt x="326136" y="121920"/>
                </a:lnTo>
                <a:lnTo>
                  <a:pt x="325850" y="111371"/>
                </a:lnTo>
                <a:lnTo>
                  <a:pt x="324993" y="102679"/>
                </a:lnTo>
                <a:lnTo>
                  <a:pt x="323564" y="95988"/>
                </a:lnTo>
                <a:lnTo>
                  <a:pt x="321563" y="91440"/>
                </a:lnTo>
                <a:lnTo>
                  <a:pt x="320039" y="86868"/>
                </a:lnTo>
                <a:lnTo>
                  <a:pt x="99059" y="80772"/>
                </a:lnTo>
                <a:lnTo>
                  <a:pt x="69341" y="80962"/>
                </a:lnTo>
                <a:lnTo>
                  <a:pt x="38099" y="94488"/>
                </a:lnTo>
                <a:lnTo>
                  <a:pt x="38099" y="99060"/>
                </a:lnTo>
                <a:lnTo>
                  <a:pt x="38647" y="103941"/>
                </a:lnTo>
                <a:lnTo>
                  <a:pt x="40195" y="109537"/>
                </a:lnTo>
                <a:lnTo>
                  <a:pt x="42600" y="115990"/>
                </a:lnTo>
                <a:lnTo>
                  <a:pt x="45719" y="123444"/>
                </a:lnTo>
                <a:lnTo>
                  <a:pt x="38099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2" name="Google Shape;7842;p109"/>
          <p:cNvSpPr/>
          <p:nvPr/>
        </p:nvSpPr>
        <p:spPr>
          <a:xfrm>
            <a:off x="925067" y="3557015"/>
            <a:ext cx="233679" cy="53340"/>
          </a:xfrm>
          <a:custGeom>
            <a:rect b="b" l="l" r="r" t="t"/>
            <a:pathLst>
              <a:path extrusionOk="0" h="53339" w="233680">
                <a:moveTo>
                  <a:pt x="33528" y="53340"/>
                </a:moveTo>
                <a:lnTo>
                  <a:pt x="19812" y="53340"/>
                </a:lnTo>
                <a:lnTo>
                  <a:pt x="12192" y="51816"/>
                </a:lnTo>
                <a:lnTo>
                  <a:pt x="7620" y="45720"/>
                </a:lnTo>
                <a:lnTo>
                  <a:pt x="3048" y="41148"/>
                </a:lnTo>
                <a:lnTo>
                  <a:pt x="0" y="35052"/>
                </a:lnTo>
                <a:lnTo>
                  <a:pt x="0" y="19812"/>
                </a:lnTo>
                <a:lnTo>
                  <a:pt x="3048" y="13716"/>
                </a:lnTo>
                <a:lnTo>
                  <a:pt x="7620" y="7620"/>
                </a:lnTo>
                <a:lnTo>
                  <a:pt x="12192" y="3048"/>
                </a:lnTo>
                <a:lnTo>
                  <a:pt x="19812" y="0"/>
                </a:lnTo>
                <a:lnTo>
                  <a:pt x="33528" y="0"/>
                </a:lnTo>
                <a:lnTo>
                  <a:pt x="39624" y="3048"/>
                </a:lnTo>
                <a:lnTo>
                  <a:pt x="45720" y="7620"/>
                </a:lnTo>
                <a:lnTo>
                  <a:pt x="50292" y="13716"/>
                </a:lnTo>
                <a:lnTo>
                  <a:pt x="53340" y="19812"/>
                </a:lnTo>
                <a:lnTo>
                  <a:pt x="53340" y="35052"/>
                </a:lnTo>
                <a:lnTo>
                  <a:pt x="50292" y="41148"/>
                </a:lnTo>
                <a:lnTo>
                  <a:pt x="39624" y="51816"/>
                </a:lnTo>
                <a:lnTo>
                  <a:pt x="33528" y="53340"/>
                </a:lnTo>
                <a:close/>
              </a:path>
              <a:path extrusionOk="0" h="53339" w="233680">
                <a:moveTo>
                  <a:pt x="213360" y="53340"/>
                </a:moveTo>
                <a:lnTo>
                  <a:pt x="199644" y="53340"/>
                </a:lnTo>
                <a:lnTo>
                  <a:pt x="193548" y="51816"/>
                </a:lnTo>
                <a:lnTo>
                  <a:pt x="182880" y="41148"/>
                </a:lnTo>
                <a:lnTo>
                  <a:pt x="179832" y="35052"/>
                </a:lnTo>
                <a:lnTo>
                  <a:pt x="179832" y="19812"/>
                </a:lnTo>
                <a:lnTo>
                  <a:pt x="182880" y="13716"/>
                </a:lnTo>
                <a:lnTo>
                  <a:pt x="187451" y="7620"/>
                </a:lnTo>
                <a:lnTo>
                  <a:pt x="193548" y="3048"/>
                </a:lnTo>
                <a:lnTo>
                  <a:pt x="199644" y="0"/>
                </a:lnTo>
                <a:lnTo>
                  <a:pt x="213360" y="0"/>
                </a:lnTo>
                <a:lnTo>
                  <a:pt x="219456" y="3048"/>
                </a:lnTo>
                <a:lnTo>
                  <a:pt x="230124" y="13716"/>
                </a:lnTo>
                <a:lnTo>
                  <a:pt x="233172" y="19812"/>
                </a:lnTo>
                <a:lnTo>
                  <a:pt x="233172" y="35052"/>
                </a:lnTo>
                <a:lnTo>
                  <a:pt x="230124" y="41148"/>
                </a:lnTo>
                <a:lnTo>
                  <a:pt x="219456" y="51816"/>
                </a:lnTo>
                <a:lnTo>
                  <a:pt x="213360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3" name="Google Shape;7843;p109"/>
          <p:cNvGrpSpPr/>
          <p:nvPr/>
        </p:nvGrpSpPr>
        <p:grpSpPr>
          <a:xfrm>
            <a:off x="1409700" y="8267700"/>
            <a:ext cx="342900" cy="448056"/>
            <a:chOff x="1409700" y="8267700"/>
            <a:chExt cx="342900" cy="448056"/>
          </a:xfrm>
        </p:grpSpPr>
        <p:pic>
          <p:nvPicPr>
            <p:cNvPr id="7844" name="Google Shape;7844;p10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409700" y="8526780"/>
              <a:ext cx="123444" cy="1889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845" name="Google Shape;7845;p109"/>
            <p:cNvSpPr/>
            <p:nvPr/>
          </p:nvSpPr>
          <p:spPr>
            <a:xfrm>
              <a:off x="1409700" y="8267700"/>
              <a:ext cx="342900" cy="216535"/>
            </a:xfrm>
            <a:custGeom>
              <a:rect b="b" l="l" r="r" t="t"/>
              <a:pathLst>
                <a:path extrusionOk="0" h="216534" w="342900">
                  <a:moveTo>
                    <a:pt x="86868" y="216407"/>
                  </a:moveTo>
                  <a:lnTo>
                    <a:pt x="39076" y="200977"/>
                  </a:lnTo>
                  <a:lnTo>
                    <a:pt x="6667" y="158114"/>
                  </a:lnTo>
                  <a:lnTo>
                    <a:pt x="0" y="120395"/>
                  </a:lnTo>
                  <a:lnTo>
                    <a:pt x="833" y="107322"/>
                  </a:lnTo>
                  <a:lnTo>
                    <a:pt x="3238" y="93535"/>
                  </a:lnTo>
                  <a:lnTo>
                    <a:pt x="7072" y="79462"/>
                  </a:lnTo>
                  <a:lnTo>
                    <a:pt x="12192" y="65531"/>
                  </a:lnTo>
                  <a:lnTo>
                    <a:pt x="16764" y="56387"/>
                  </a:lnTo>
                  <a:lnTo>
                    <a:pt x="18288" y="50291"/>
                  </a:lnTo>
                  <a:lnTo>
                    <a:pt x="18288" y="41147"/>
                  </a:lnTo>
                  <a:lnTo>
                    <a:pt x="15240" y="35051"/>
                  </a:lnTo>
                  <a:lnTo>
                    <a:pt x="12192" y="33527"/>
                  </a:lnTo>
                  <a:lnTo>
                    <a:pt x="7620" y="30479"/>
                  </a:lnTo>
                  <a:lnTo>
                    <a:pt x="0" y="28955"/>
                  </a:lnTo>
                  <a:lnTo>
                    <a:pt x="0" y="21335"/>
                  </a:lnTo>
                  <a:lnTo>
                    <a:pt x="112775" y="21335"/>
                  </a:lnTo>
                  <a:lnTo>
                    <a:pt x="112775" y="28955"/>
                  </a:lnTo>
                  <a:lnTo>
                    <a:pt x="97607" y="31551"/>
                  </a:lnTo>
                  <a:lnTo>
                    <a:pt x="84010" y="34861"/>
                  </a:lnTo>
                  <a:lnTo>
                    <a:pt x="44005" y="58102"/>
                  </a:lnTo>
                  <a:lnTo>
                    <a:pt x="22288" y="98488"/>
                  </a:lnTo>
                  <a:lnTo>
                    <a:pt x="19812" y="120395"/>
                  </a:lnTo>
                  <a:lnTo>
                    <a:pt x="20693" y="132397"/>
                  </a:lnTo>
                  <a:lnTo>
                    <a:pt x="43314" y="169306"/>
                  </a:lnTo>
                  <a:lnTo>
                    <a:pt x="70104" y="178307"/>
                  </a:lnTo>
                  <a:lnTo>
                    <a:pt x="77819" y="177712"/>
                  </a:lnTo>
                  <a:lnTo>
                    <a:pt x="119062" y="142874"/>
                  </a:lnTo>
                  <a:lnTo>
                    <a:pt x="146304" y="97535"/>
                  </a:lnTo>
                  <a:lnTo>
                    <a:pt x="158043" y="76414"/>
                  </a:lnTo>
                  <a:lnTo>
                    <a:pt x="168211" y="58864"/>
                  </a:lnTo>
                  <a:lnTo>
                    <a:pt x="191309" y="27360"/>
                  </a:lnTo>
                  <a:lnTo>
                    <a:pt x="224051" y="5143"/>
                  </a:lnTo>
                  <a:lnTo>
                    <a:pt x="252983" y="0"/>
                  </a:lnTo>
                  <a:lnTo>
                    <a:pt x="270676" y="1738"/>
                  </a:lnTo>
                  <a:lnTo>
                    <a:pt x="315467" y="28955"/>
                  </a:lnTo>
                  <a:lnTo>
                    <a:pt x="336042" y="62293"/>
                  </a:lnTo>
                  <a:lnTo>
                    <a:pt x="342900" y="103631"/>
                  </a:lnTo>
                  <a:lnTo>
                    <a:pt x="342661" y="110466"/>
                  </a:lnTo>
                  <a:lnTo>
                    <a:pt x="341614" y="123563"/>
                  </a:lnTo>
                  <a:lnTo>
                    <a:pt x="341376" y="129539"/>
                  </a:lnTo>
                  <a:lnTo>
                    <a:pt x="339947" y="134969"/>
                  </a:lnTo>
                  <a:lnTo>
                    <a:pt x="326707" y="180593"/>
                  </a:lnTo>
                  <a:lnTo>
                    <a:pt x="325159" y="186832"/>
                  </a:lnTo>
                  <a:lnTo>
                    <a:pt x="324612" y="190499"/>
                  </a:lnTo>
                  <a:lnTo>
                    <a:pt x="324612" y="195072"/>
                  </a:lnTo>
                  <a:lnTo>
                    <a:pt x="327660" y="201167"/>
                  </a:lnTo>
                  <a:lnTo>
                    <a:pt x="330708" y="202691"/>
                  </a:lnTo>
                  <a:lnTo>
                    <a:pt x="335280" y="204215"/>
                  </a:lnTo>
                  <a:lnTo>
                    <a:pt x="342900" y="205739"/>
                  </a:lnTo>
                  <a:lnTo>
                    <a:pt x="342900" y="213360"/>
                  </a:lnTo>
                  <a:lnTo>
                    <a:pt x="230124" y="213360"/>
                  </a:lnTo>
                  <a:lnTo>
                    <a:pt x="230124" y="205739"/>
                  </a:lnTo>
                  <a:lnTo>
                    <a:pt x="247268" y="202263"/>
                  </a:lnTo>
                  <a:lnTo>
                    <a:pt x="262127" y="198500"/>
                  </a:lnTo>
                  <a:lnTo>
                    <a:pt x="300609" y="175259"/>
                  </a:lnTo>
                  <a:lnTo>
                    <a:pt x="322897" y="133730"/>
                  </a:lnTo>
                  <a:lnTo>
                    <a:pt x="326136" y="108203"/>
                  </a:lnTo>
                  <a:lnTo>
                    <a:pt x="325016" y="93964"/>
                  </a:lnTo>
                  <a:lnTo>
                    <a:pt x="301061" y="52958"/>
                  </a:lnTo>
                  <a:lnTo>
                    <a:pt x="271272" y="42671"/>
                  </a:lnTo>
                  <a:lnTo>
                    <a:pt x="263652" y="42671"/>
                  </a:lnTo>
                  <a:lnTo>
                    <a:pt x="256031" y="45719"/>
                  </a:lnTo>
                  <a:lnTo>
                    <a:pt x="246888" y="48767"/>
                  </a:lnTo>
                  <a:lnTo>
                    <a:pt x="219479" y="76676"/>
                  </a:lnTo>
                  <a:lnTo>
                    <a:pt x="193548" y="120395"/>
                  </a:lnTo>
                  <a:lnTo>
                    <a:pt x="181808" y="140422"/>
                  </a:lnTo>
                  <a:lnTo>
                    <a:pt x="155448" y="181355"/>
                  </a:lnTo>
                  <a:lnTo>
                    <a:pt x="124968" y="207263"/>
                  </a:lnTo>
                  <a:lnTo>
                    <a:pt x="96893" y="215836"/>
                  </a:lnTo>
                  <a:lnTo>
                    <a:pt x="86868" y="21640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846" name="Google Shape;7846;p109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517904" y="8008619"/>
            <a:ext cx="233172" cy="2133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47" name="Google Shape;7847;p109"/>
          <p:cNvGrpSpPr/>
          <p:nvPr/>
        </p:nvGrpSpPr>
        <p:grpSpPr>
          <a:xfrm>
            <a:off x="1402080" y="6775704"/>
            <a:ext cx="348996" cy="1086611"/>
            <a:chOff x="1402080" y="6775704"/>
            <a:chExt cx="348996" cy="1086611"/>
          </a:xfrm>
        </p:grpSpPr>
        <p:sp>
          <p:nvSpPr>
            <p:cNvPr id="7848" name="Google Shape;7848;p109"/>
            <p:cNvSpPr/>
            <p:nvPr/>
          </p:nvSpPr>
          <p:spPr>
            <a:xfrm>
              <a:off x="1517904" y="7488935"/>
              <a:ext cx="227329" cy="373380"/>
            </a:xfrm>
            <a:custGeom>
              <a:rect b="b" l="l" r="r" t="t"/>
              <a:pathLst>
                <a:path extrusionOk="0" h="373379" w="227330">
                  <a:moveTo>
                    <a:pt x="27432" y="373380"/>
                  </a:moveTo>
                  <a:lnTo>
                    <a:pt x="0" y="307848"/>
                  </a:lnTo>
                  <a:lnTo>
                    <a:pt x="0" y="298704"/>
                  </a:lnTo>
                  <a:lnTo>
                    <a:pt x="47244" y="298704"/>
                  </a:lnTo>
                  <a:lnTo>
                    <a:pt x="27813" y="279082"/>
                  </a:lnTo>
                  <a:lnTo>
                    <a:pt x="22383" y="273200"/>
                  </a:lnTo>
                  <a:lnTo>
                    <a:pt x="19812" y="269748"/>
                  </a:lnTo>
                  <a:lnTo>
                    <a:pt x="15501" y="264675"/>
                  </a:lnTo>
                  <a:lnTo>
                    <a:pt x="11620" y="258889"/>
                  </a:lnTo>
                  <a:lnTo>
                    <a:pt x="4572" y="246888"/>
                  </a:lnTo>
                  <a:lnTo>
                    <a:pt x="1524" y="239268"/>
                  </a:lnTo>
                  <a:lnTo>
                    <a:pt x="0" y="230124"/>
                  </a:lnTo>
                  <a:lnTo>
                    <a:pt x="0" y="222504"/>
                  </a:lnTo>
                  <a:lnTo>
                    <a:pt x="18740" y="180284"/>
                  </a:lnTo>
                  <a:lnTo>
                    <a:pt x="47244" y="167640"/>
                  </a:lnTo>
                  <a:lnTo>
                    <a:pt x="33789" y="155614"/>
                  </a:lnTo>
                  <a:lnTo>
                    <a:pt x="9144" y="124968"/>
                  </a:lnTo>
                  <a:lnTo>
                    <a:pt x="0" y="91440"/>
                  </a:lnTo>
                  <a:lnTo>
                    <a:pt x="571" y="82581"/>
                  </a:lnTo>
                  <a:lnTo>
                    <a:pt x="20764" y="47625"/>
                  </a:lnTo>
                  <a:lnTo>
                    <a:pt x="68318" y="33813"/>
                  </a:lnTo>
                  <a:lnTo>
                    <a:pt x="82296" y="33528"/>
                  </a:lnTo>
                  <a:lnTo>
                    <a:pt x="176783" y="33528"/>
                  </a:lnTo>
                  <a:lnTo>
                    <a:pt x="186451" y="33266"/>
                  </a:lnTo>
                  <a:lnTo>
                    <a:pt x="214883" y="21336"/>
                  </a:lnTo>
                  <a:lnTo>
                    <a:pt x="217931" y="16764"/>
                  </a:lnTo>
                  <a:lnTo>
                    <a:pt x="219456" y="9144"/>
                  </a:lnTo>
                  <a:lnTo>
                    <a:pt x="219456" y="0"/>
                  </a:lnTo>
                  <a:lnTo>
                    <a:pt x="227076" y="0"/>
                  </a:lnTo>
                  <a:lnTo>
                    <a:pt x="227076" y="108204"/>
                  </a:lnTo>
                  <a:lnTo>
                    <a:pt x="219456" y="108204"/>
                  </a:lnTo>
                  <a:lnTo>
                    <a:pt x="219456" y="94488"/>
                  </a:lnTo>
                  <a:lnTo>
                    <a:pt x="217931" y="86868"/>
                  </a:lnTo>
                  <a:lnTo>
                    <a:pt x="213359" y="82296"/>
                  </a:lnTo>
                  <a:lnTo>
                    <a:pt x="210311" y="77724"/>
                  </a:lnTo>
                  <a:lnTo>
                    <a:pt x="207264" y="74676"/>
                  </a:lnTo>
                  <a:lnTo>
                    <a:pt x="201168" y="73152"/>
                  </a:lnTo>
                  <a:lnTo>
                    <a:pt x="82296" y="73152"/>
                  </a:lnTo>
                  <a:lnTo>
                    <a:pt x="44195" y="79248"/>
                  </a:lnTo>
                  <a:lnTo>
                    <a:pt x="28956" y="109728"/>
                  </a:lnTo>
                  <a:lnTo>
                    <a:pt x="28956" y="117348"/>
                  </a:lnTo>
                  <a:lnTo>
                    <a:pt x="30480" y="126492"/>
                  </a:lnTo>
                  <a:lnTo>
                    <a:pt x="35052" y="134112"/>
                  </a:lnTo>
                  <a:lnTo>
                    <a:pt x="39076" y="141231"/>
                  </a:lnTo>
                  <a:lnTo>
                    <a:pt x="44386" y="148780"/>
                  </a:lnTo>
                  <a:lnTo>
                    <a:pt x="51125" y="156614"/>
                  </a:lnTo>
                  <a:lnTo>
                    <a:pt x="60960" y="166116"/>
                  </a:lnTo>
                  <a:lnTo>
                    <a:pt x="71628" y="164592"/>
                  </a:lnTo>
                  <a:lnTo>
                    <a:pt x="176783" y="164592"/>
                  </a:lnTo>
                  <a:lnTo>
                    <a:pt x="214883" y="152400"/>
                  </a:lnTo>
                  <a:lnTo>
                    <a:pt x="217931" y="147828"/>
                  </a:lnTo>
                  <a:lnTo>
                    <a:pt x="219456" y="140208"/>
                  </a:lnTo>
                  <a:lnTo>
                    <a:pt x="219456" y="129540"/>
                  </a:lnTo>
                  <a:lnTo>
                    <a:pt x="227076" y="129540"/>
                  </a:lnTo>
                  <a:lnTo>
                    <a:pt x="227076" y="239268"/>
                  </a:lnTo>
                  <a:lnTo>
                    <a:pt x="219456" y="239268"/>
                  </a:lnTo>
                  <a:lnTo>
                    <a:pt x="219456" y="227076"/>
                  </a:lnTo>
                  <a:lnTo>
                    <a:pt x="217931" y="219456"/>
                  </a:lnTo>
                  <a:lnTo>
                    <a:pt x="211836" y="210312"/>
                  </a:lnTo>
                  <a:lnTo>
                    <a:pt x="207264" y="207264"/>
                  </a:lnTo>
                  <a:lnTo>
                    <a:pt x="201168" y="205740"/>
                  </a:lnTo>
                  <a:lnTo>
                    <a:pt x="198119" y="204216"/>
                  </a:lnTo>
                  <a:lnTo>
                    <a:pt x="82296" y="204216"/>
                  </a:lnTo>
                  <a:lnTo>
                    <a:pt x="69699" y="204763"/>
                  </a:lnTo>
                  <a:lnTo>
                    <a:pt x="32575" y="224790"/>
                  </a:lnTo>
                  <a:lnTo>
                    <a:pt x="28956" y="242316"/>
                  </a:lnTo>
                  <a:lnTo>
                    <a:pt x="29265" y="248292"/>
                  </a:lnTo>
                  <a:lnTo>
                    <a:pt x="46672" y="285178"/>
                  </a:lnTo>
                  <a:lnTo>
                    <a:pt x="59436" y="298704"/>
                  </a:lnTo>
                  <a:lnTo>
                    <a:pt x="176783" y="298704"/>
                  </a:lnTo>
                  <a:lnTo>
                    <a:pt x="216407" y="286512"/>
                  </a:lnTo>
                  <a:lnTo>
                    <a:pt x="219456" y="275844"/>
                  </a:lnTo>
                  <a:lnTo>
                    <a:pt x="219456" y="263652"/>
                  </a:lnTo>
                  <a:lnTo>
                    <a:pt x="227076" y="263652"/>
                  </a:lnTo>
                  <a:lnTo>
                    <a:pt x="227076" y="371856"/>
                  </a:lnTo>
                  <a:lnTo>
                    <a:pt x="219456" y="371856"/>
                  </a:lnTo>
                  <a:lnTo>
                    <a:pt x="219456" y="361188"/>
                  </a:lnTo>
                  <a:lnTo>
                    <a:pt x="217931" y="355092"/>
                  </a:lnTo>
                  <a:lnTo>
                    <a:pt x="176783" y="338328"/>
                  </a:lnTo>
                  <a:lnTo>
                    <a:pt x="92964" y="338328"/>
                  </a:lnTo>
                  <a:lnTo>
                    <a:pt x="52887" y="338970"/>
                  </a:lnTo>
                  <a:lnTo>
                    <a:pt x="32004" y="347472"/>
                  </a:lnTo>
                  <a:lnTo>
                    <a:pt x="32004" y="364236"/>
                  </a:lnTo>
                  <a:lnTo>
                    <a:pt x="35052" y="370332"/>
                  </a:lnTo>
                  <a:lnTo>
                    <a:pt x="27432" y="3733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49" name="Google Shape;7849;p109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24000" y="7239000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50" name="Google Shape;7850;p109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17904" y="7031736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851" name="Google Shape;7851;p109"/>
            <p:cNvSpPr/>
            <p:nvPr/>
          </p:nvSpPr>
          <p:spPr>
            <a:xfrm>
              <a:off x="1402080" y="6775704"/>
              <a:ext cx="342900" cy="239395"/>
            </a:xfrm>
            <a:custGeom>
              <a:rect b="b" l="l" r="r" t="t"/>
              <a:pathLst>
                <a:path extrusionOk="0" h="239395" w="342900">
                  <a:moveTo>
                    <a:pt x="27432" y="239267"/>
                  </a:moveTo>
                  <a:lnTo>
                    <a:pt x="0" y="175259"/>
                  </a:lnTo>
                  <a:lnTo>
                    <a:pt x="0" y="164591"/>
                  </a:lnTo>
                  <a:lnTo>
                    <a:pt x="161543" y="164591"/>
                  </a:lnTo>
                  <a:lnTo>
                    <a:pt x="148089" y="151709"/>
                  </a:lnTo>
                  <a:lnTo>
                    <a:pt x="123444" y="121919"/>
                  </a:lnTo>
                  <a:lnTo>
                    <a:pt x="115824" y="89915"/>
                  </a:lnTo>
                  <a:lnTo>
                    <a:pt x="116419" y="81057"/>
                  </a:lnTo>
                  <a:lnTo>
                    <a:pt x="139064" y="46291"/>
                  </a:lnTo>
                  <a:lnTo>
                    <a:pt x="180403" y="34670"/>
                  </a:lnTo>
                  <a:lnTo>
                    <a:pt x="214883" y="33527"/>
                  </a:lnTo>
                  <a:lnTo>
                    <a:pt x="292607" y="33527"/>
                  </a:lnTo>
                  <a:lnTo>
                    <a:pt x="302275" y="33242"/>
                  </a:lnTo>
                  <a:lnTo>
                    <a:pt x="310514" y="32384"/>
                  </a:lnTo>
                  <a:lnTo>
                    <a:pt x="317039" y="30956"/>
                  </a:lnTo>
                  <a:lnTo>
                    <a:pt x="321563" y="28955"/>
                  </a:lnTo>
                  <a:lnTo>
                    <a:pt x="326136" y="27431"/>
                  </a:lnTo>
                  <a:lnTo>
                    <a:pt x="329184" y="25907"/>
                  </a:lnTo>
                  <a:lnTo>
                    <a:pt x="332232" y="21335"/>
                  </a:lnTo>
                  <a:lnTo>
                    <a:pt x="333756" y="16764"/>
                  </a:lnTo>
                  <a:lnTo>
                    <a:pt x="335280" y="10667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3"/>
                  </a:lnTo>
                  <a:lnTo>
                    <a:pt x="335280" y="108203"/>
                  </a:lnTo>
                  <a:lnTo>
                    <a:pt x="335280" y="92963"/>
                  </a:lnTo>
                  <a:lnTo>
                    <a:pt x="333756" y="85343"/>
                  </a:lnTo>
                  <a:lnTo>
                    <a:pt x="330708" y="82295"/>
                  </a:lnTo>
                  <a:lnTo>
                    <a:pt x="327660" y="77723"/>
                  </a:lnTo>
                  <a:lnTo>
                    <a:pt x="323087" y="74675"/>
                  </a:lnTo>
                  <a:lnTo>
                    <a:pt x="315467" y="73151"/>
                  </a:lnTo>
                  <a:lnTo>
                    <a:pt x="198286" y="73199"/>
                  </a:lnTo>
                  <a:lnTo>
                    <a:pt x="184975" y="73532"/>
                  </a:lnTo>
                  <a:lnTo>
                    <a:pt x="150876" y="88391"/>
                  </a:lnTo>
                  <a:lnTo>
                    <a:pt x="146304" y="94487"/>
                  </a:lnTo>
                  <a:lnTo>
                    <a:pt x="144779" y="100583"/>
                  </a:lnTo>
                  <a:lnTo>
                    <a:pt x="144779" y="115823"/>
                  </a:lnTo>
                  <a:lnTo>
                    <a:pt x="146304" y="124967"/>
                  </a:lnTo>
                  <a:lnTo>
                    <a:pt x="150876" y="132587"/>
                  </a:lnTo>
                  <a:lnTo>
                    <a:pt x="154924" y="139731"/>
                  </a:lnTo>
                  <a:lnTo>
                    <a:pt x="160401" y="147446"/>
                  </a:lnTo>
                  <a:lnTo>
                    <a:pt x="167592" y="155733"/>
                  </a:lnTo>
                  <a:lnTo>
                    <a:pt x="176783" y="164591"/>
                  </a:lnTo>
                  <a:lnTo>
                    <a:pt x="292607" y="164591"/>
                  </a:lnTo>
                  <a:lnTo>
                    <a:pt x="330708" y="152399"/>
                  </a:lnTo>
                  <a:lnTo>
                    <a:pt x="333756" y="147827"/>
                  </a:lnTo>
                  <a:lnTo>
                    <a:pt x="335280" y="140207"/>
                  </a:lnTo>
                  <a:lnTo>
                    <a:pt x="335280" y="129539"/>
                  </a:lnTo>
                  <a:lnTo>
                    <a:pt x="342900" y="129539"/>
                  </a:lnTo>
                  <a:lnTo>
                    <a:pt x="342900" y="237743"/>
                  </a:lnTo>
                  <a:lnTo>
                    <a:pt x="335280" y="237743"/>
                  </a:lnTo>
                  <a:lnTo>
                    <a:pt x="335280" y="227075"/>
                  </a:lnTo>
                  <a:lnTo>
                    <a:pt x="333756" y="219455"/>
                  </a:lnTo>
                  <a:lnTo>
                    <a:pt x="330708" y="214883"/>
                  </a:lnTo>
                  <a:lnTo>
                    <a:pt x="329184" y="210311"/>
                  </a:lnTo>
                  <a:lnTo>
                    <a:pt x="326136" y="208787"/>
                  </a:lnTo>
                  <a:lnTo>
                    <a:pt x="321563" y="207263"/>
                  </a:lnTo>
                  <a:lnTo>
                    <a:pt x="317039" y="205501"/>
                  </a:lnTo>
                  <a:lnTo>
                    <a:pt x="310514" y="204596"/>
                  </a:lnTo>
                  <a:lnTo>
                    <a:pt x="302275" y="204263"/>
                  </a:lnTo>
                  <a:lnTo>
                    <a:pt x="92964" y="204215"/>
                  </a:lnTo>
                  <a:lnTo>
                    <a:pt x="61912" y="204406"/>
                  </a:lnTo>
                  <a:lnTo>
                    <a:pt x="30480" y="216407"/>
                  </a:lnTo>
                  <a:lnTo>
                    <a:pt x="30480" y="224027"/>
                  </a:lnTo>
                  <a:lnTo>
                    <a:pt x="32004" y="228599"/>
                  </a:lnTo>
                  <a:lnTo>
                    <a:pt x="35052" y="236219"/>
                  </a:lnTo>
                  <a:lnTo>
                    <a:pt x="27432" y="239267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109"/>
          <p:cNvGrpSpPr/>
          <p:nvPr/>
        </p:nvGrpSpPr>
        <p:grpSpPr>
          <a:xfrm>
            <a:off x="1450848" y="6280403"/>
            <a:ext cx="300228" cy="359918"/>
            <a:chOff x="1450848" y="6280403"/>
            <a:chExt cx="300228" cy="359918"/>
          </a:xfrm>
        </p:grpSpPr>
        <p:sp>
          <p:nvSpPr>
            <p:cNvPr id="7853" name="Google Shape;7853;p109"/>
            <p:cNvSpPr/>
            <p:nvPr/>
          </p:nvSpPr>
          <p:spPr>
            <a:xfrm>
              <a:off x="1450848" y="6504431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9659"/>
                  </a:lnTo>
                  <a:lnTo>
                    <a:pt x="74104" y="123253"/>
                  </a:lnTo>
                  <a:lnTo>
                    <a:pt x="42148" y="8958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10667"/>
                  </a:lnTo>
                  <a:lnTo>
                    <a:pt x="88391" y="10667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8955"/>
                  </a:lnTo>
                  <a:lnTo>
                    <a:pt x="263652" y="22859"/>
                  </a:lnTo>
                  <a:lnTo>
                    <a:pt x="254507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5907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72795" y="96011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54" name="Google Shape;7854;p109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517904" y="6280403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855" name="Google Shape;7855;p109"/>
          <p:cNvGrpSpPr/>
          <p:nvPr/>
        </p:nvGrpSpPr>
        <p:grpSpPr>
          <a:xfrm>
            <a:off x="1402079" y="5542788"/>
            <a:ext cx="423672" cy="580643"/>
            <a:chOff x="1402079" y="5542788"/>
            <a:chExt cx="423672" cy="580643"/>
          </a:xfrm>
        </p:grpSpPr>
        <p:sp>
          <p:nvSpPr>
            <p:cNvPr id="7856" name="Google Shape;7856;p109"/>
            <p:cNvSpPr/>
            <p:nvPr/>
          </p:nvSpPr>
          <p:spPr>
            <a:xfrm>
              <a:off x="1402079" y="5894831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296965" y="34409"/>
                  </a:lnTo>
                  <a:lnTo>
                    <a:pt x="303275" y="33528"/>
                  </a:lnTo>
                  <a:lnTo>
                    <a:pt x="312419" y="30480"/>
                  </a:lnTo>
                  <a:lnTo>
                    <a:pt x="313943" y="27432"/>
                  </a:lnTo>
                  <a:lnTo>
                    <a:pt x="316991" y="25908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9144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77451" y="74676"/>
                  </a:lnTo>
                  <a:lnTo>
                    <a:pt x="61912" y="74866"/>
                  </a:lnTo>
                  <a:lnTo>
                    <a:pt x="52030" y="75318"/>
                  </a:lnTo>
                  <a:lnTo>
                    <a:pt x="46402" y="76104"/>
                  </a:lnTo>
                  <a:lnTo>
                    <a:pt x="46100" y="76104"/>
                  </a:lnTo>
                  <a:lnTo>
                    <a:pt x="39623" y="77724"/>
                  </a:lnTo>
                  <a:lnTo>
                    <a:pt x="36576" y="79248"/>
                  </a:lnTo>
                  <a:lnTo>
                    <a:pt x="32004" y="83820"/>
                  </a:lnTo>
                  <a:lnTo>
                    <a:pt x="30480" y="86868"/>
                  </a:lnTo>
                  <a:lnTo>
                    <a:pt x="30480" y="94488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1551"/>
                  </a:lnTo>
                  <a:lnTo>
                    <a:pt x="155447" y="199644"/>
                  </a:lnTo>
                  <a:lnTo>
                    <a:pt x="125920" y="165544"/>
                  </a:lnTo>
                  <a:lnTo>
                    <a:pt x="116000" y="124968"/>
                  </a:lnTo>
                  <a:lnTo>
                    <a:pt x="115933" y="122110"/>
                  </a:lnTo>
                  <a:lnTo>
                    <a:pt x="116946" y="109728"/>
                  </a:lnTo>
                  <a:lnTo>
                    <a:pt x="116990" y="109180"/>
                  </a:lnTo>
                  <a:lnTo>
                    <a:pt x="120586" y="96202"/>
                  </a:lnTo>
                  <a:lnTo>
                    <a:pt x="126753" y="84653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6104"/>
                  </a:lnTo>
                  <a:lnTo>
                    <a:pt x="172592" y="78105"/>
                  </a:lnTo>
                  <a:lnTo>
                    <a:pt x="137159" y="102108"/>
                  </a:lnTo>
                  <a:lnTo>
                    <a:pt x="131064" y="117348"/>
                  </a:lnTo>
                  <a:lnTo>
                    <a:pt x="131064" y="124968"/>
                  </a:lnTo>
                  <a:lnTo>
                    <a:pt x="149352" y="163068"/>
                  </a:lnTo>
                  <a:lnTo>
                    <a:pt x="199929" y="182999"/>
                  </a:lnTo>
                  <a:lnTo>
                    <a:pt x="222503" y="184404"/>
                  </a:lnTo>
                  <a:lnTo>
                    <a:pt x="333777" y="184404"/>
                  </a:lnTo>
                  <a:lnTo>
                    <a:pt x="331636" y="187761"/>
                  </a:lnTo>
                  <a:lnTo>
                    <a:pt x="318515" y="201168"/>
                  </a:lnTo>
                  <a:lnTo>
                    <a:pt x="302513" y="213169"/>
                  </a:lnTo>
                  <a:lnTo>
                    <a:pt x="284225" y="221742"/>
                  </a:lnTo>
                  <a:lnTo>
                    <a:pt x="263747" y="226861"/>
                  </a:lnTo>
                  <a:lnTo>
                    <a:pt x="263969" y="226861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3777" y="184404"/>
                  </a:moveTo>
                  <a:lnTo>
                    <a:pt x="222503" y="184404"/>
                  </a:lnTo>
                  <a:lnTo>
                    <a:pt x="245959" y="183213"/>
                  </a:lnTo>
                  <a:lnTo>
                    <a:pt x="266128" y="179451"/>
                  </a:lnTo>
                  <a:lnTo>
                    <a:pt x="308300" y="152495"/>
                  </a:lnTo>
                  <a:lnTo>
                    <a:pt x="323088" y="117348"/>
                  </a:lnTo>
                  <a:lnTo>
                    <a:pt x="321723" y="106680"/>
                  </a:lnTo>
                  <a:lnTo>
                    <a:pt x="321659" y="106179"/>
                  </a:lnTo>
                  <a:lnTo>
                    <a:pt x="317372" y="95440"/>
                  </a:lnTo>
                  <a:lnTo>
                    <a:pt x="310229" y="84986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6680"/>
                  </a:lnTo>
                  <a:lnTo>
                    <a:pt x="348996" y="138684"/>
                  </a:lnTo>
                  <a:lnTo>
                    <a:pt x="347019" y="156376"/>
                  </a:lnTo>
                  <a:lnTo>
                    <a:pt x="341185" y="172783"/>
                  </a:lnTo>
                  <a:lnTo>
                    <a:pt x="333777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57" name="Google Shape;7857;p109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517903" y="565861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58" name="Google Shape;7858;p109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697736" y="5542788"/>
              <a:ext cx="128015" cy="731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859" name="Google Shape;7859;p109"/>
          <p:cNvGrpSpPr/>
          <p:nvPr/>
        </p:nvGrpSpPr>
        <p:grpSpPr>
          <a:xfrm>
            <a:off x="1517904" y="4972811"/>
            <a:ext cx="233172" cy="397763"/>
            <a:chOff x="1517904" y="4972811"/>
            <a:chExt cx="233172" cy="397763"/>
          </a:xfrm>
        </p:grpSpPr>
        <p:pic>
          <p:nvPicPr>
            <p:cNvPr id="7860" name="Google Shape;7860;p109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517904" y="5219699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61" name="Google Shape;7861;p109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517904" y="497281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862" name="Google Shape;7862;p109"/>
          <p:cNvGrpSpPr/>
          <p:nvPr/>
        </p:nvGrpSpPr>
        <p:grpSpPr>
          <a:xfrm>
            <a:off x="1402067" y="3941064"/>
            <a:ext cx="349009" cy="874903"/>
            <a:chOff x="1402067" y="3941064"/>
            <a:chExt cx="349009" cy="874903"/>
          </a:xfrm>
        </p:grpSpPr>
        <p:sp>
          <p:nvSpPr>
            <p:cNvPr id="7863" name="Google Shape;7863;p109"/>
            <p:cNvSpPr/>
            <p:nvPr/>
          </p:nvSpPr>
          <p:spPr>
            <a:xfrm>
              <a:off x="1402067" y="4157472"/>
              <a:ext cx="346075" cy="658495"/>
            </a:xfrm>
            <a:custGeom>
              <a:rect b="b" l="l" r="r" t="t"/>
              <a:pathLst>
                <a:path extrusionOk="0" h="658495" w="346075">
                  <a:moveTo>
                    <a:pt x="48780" y="457200"/>
                  </a:moveTo>
                  <a:lnTo>
                    <a:pt x="45732" y="452628"/>
                  </a:lnTo>
                  <a:lnTo>
                    <a:pt x="36588" y="443484"/>
                  </a:lnTo>
                  <a:lnTo>
                    <a:pt x="30492" y="440436"/>
                  </a:lnTo>
                  <a:lnTo>
                    <a:pt x="16776" y="440436"/>
                  </a:lnTo>
                  <a:lnTo>
                    <a:pt x="12204" y="443484"/>
                  </a:lnTo>
                  <a:lnTo>
                    <a:pt x="3048" y="452628"/>
                  </a:lnTo>
                  <a:lnTo>
                    <a:pt x="0" y="457200"/>
                  </a:lnTo>
                  <a:lnTo>
                    <a:pt x="0" y="470916"/>
                  </a:lnTo>
                  <a:lnTo>
                    <a:pt x="3048" y="477012"/>
                  </a:lnTo>
                  <a:lnTo>
                    <a:pt x="12204" y="486156"/>
                  </a:lnTo>
                  <a:lnTo>
                    <a:pt x="16776" y="489204"/>
                  </a:lnTo>
                  <a:lnTo>
                    <a:pt x="30492" y="489204"/>
                  </a:lnTo>
                  <a:lnTo>
                    <a:pt x="36588" y="486156"/>
                  </a:lnTo>
                  <a:lnTo>
                    <a:pt x="45732" y="477012"/>
                  </a:lnTo>
                  <a:lnTo>
                    <a:pt x="48780" y="470916"/>
                  </a:lnTo>
                  <a:lnTo>
                    <a:pt x="48780" y="457200"/>
                  </a:lnTo>
                  <a:close/>
                </a:path>
                <a:path extrusionOk="0" h="658495" w="346075">
                  <a:moveTo>
                    <a:pt x="342900" y="548640"/>
                  </a:moveTo>
                  <a:lnTo>
                    <a:pt x="335280" y="548640"/>
                  </a:lnTo>
                  <a:lnTo>
                    <a:pt x="335280" y="559308"/>
                  </a:lnTo>
                  <a:lnTo>
                    <a:pt x="333756" y="566928"/>
                  </a:lnTo>
                  <a:lnTo>
                    <a:pt x="292608" y="583692"/>
                  </a:lnTo>
                  <a:lnTo>
                    <a:pt x="0" y="583692"/>
                  </a:lnTo>
                  <a:lnTo>
                    <a:pt x="0" y="594360"/>
                  </a:lnTo>
                  <a:lnTo>
                    <a:pt x="27432" y="658368"/>
                  </a:lnTo>
                  <a:lnTo>
                    <a:pt x="35052" y="653796"/>
                  </a:lnTo>
                  <a:lnTo>
                    <a:pt x="32004" y="647700"/>
                  </a:lnTo>
                  <a:lnTo>
                    <a:pt x="30480" y="643128"/>
                  </a:lnTo>
                  <a:lnTo>
                    <a:pt x="30480" y="635508"/>
                  </a:lnTo>
                  <a:lnTo>
                    <a:pt x="33528" y="629412"/>
                  </a:lnTo>
                  <a:lnTo>
                    <a:pt x="36576" y="627888"/>
                  </a:lnTo>
                  <a:lnTo>
                    <a:pt x="39624" y="624840"/>
                  </a:lnTo>
                  <a:lnTo>
                    <a:pt x="45720" y="624840"/>
                  </a:lnTo>
                  <a:lnTo>
                    <a:pt x="52031" y="623963"/>
                  </a:lnTo>
                  <a:lnTo>
                    <a:pt x="61912" y="623506"/>
                  </a:lnTo>
                  <a:lnTo>
                    <a:pt x="92964" y="623316"/>
                  </a:lnTo>
                  <a:lnTo>
                    <a:pt x="302285" y="623366"/>
                  </a:lnTo>
                  <a:lnTo>
                    <a:pt x="310515" y="623697"/>
                  </a:lnTo>
                  <a:lnTo>
                    <a:pt x="317042" y="624611"/>
                  </a:lnTo>
                  <a:lnTo>
                    <a:pt x="321564" y="626364"/>
                  </a:lnTo>
                  <a:lnTo>
                    <a:pt x="326136" y="627888"/>
                  </a:lnTo>
                  <a:lnTo>
                    <a:pt x="329184" y="630936"/>
                  </a:lnTo>
                  <a:lnTo>
                    <a:pt x="332232" y="635508"/>
                  </a:lnTo>
                  <a:lnTo>
                    <a:pt x="333756" y="638556"/>
                  </a:lnTo>
                  <a:lnTo>
                    <a:pt x="335280" y="646176"/>
                  </a:lnTo>
                  <a:lnTo>
                    <a:pt x="335280" y="656844"/>
                  </a:lnTo>
                  <a:lnTo>
                    <a:pt x="342900" y="656844"/>
                  </a:lnTo>
                  <a:lnTo>
                    <a:pt x="342900" y="548640"/>
                  </a:lnTo>
                  <a:close/>
                </a:path>
                <a:path extrusionOk="0" h="658495" w="346075">
                  <a:moveTo>
                    <a:pt x="342900" y="0"/>
                  </a:moveTo>
                  <a:lnTo>
                    <a:pt x="335280" y="0"/>
                  </a:lnTo>
                  <a:lnTo>
                    <a:pt x="335280" y="10668"/>
                  </a:lnTo>
                  <a:lnTo>
                    <a:pt x="333756" y="19812"/>
                  </a:lnTo>
                  <a:lnTo>
                    <a:pt x="292608" y="35052"/>
                  </a:lnTo>
                  <a:lnTo>
                    <a:pt x="0" y="35052"/>
                  </a:lnTo>
                  <a:lnTo>
                    <a:pt x="0" y="45720"/>
                  </a:lnTo>
                  <a:lnTo>
                    <a:pt x="27432" y="109728"/>
                  </a:lnTo>
                  <a:lnTo>
                    <a:pt x="35052" y="106680"/>
                  </a:lnTo>
                  <a:lnTo>
                    <a:pt x="32004" y="100584"/>
                  </a:lnTo>
                  <a:lnTo>
                    <a:pt x="30480" y="94488"/>
                  </a:lnTo>
                  <a:lnTo>
                    <a:pt x="30480" y="86868"/>
                  </a:lnTo>
                  <a:lnTo>
                    <a:pt x="32004" y="83820"/>
                  </a:lnTo>
                  <a:lnTo>
                    <a:pt x="92964" y="74676"/>
                  </a:lnTo>
                  <a:lnTo>
                    <a:pt x="292608" y="74676"/>
                  </a:lnTo>
                  <a:lnTo>
                    <a:pt x="332232" y="86868"/>
                  </a:lnTo>
                  <a:lnTo>
                    <a:pt x="335280" y="97536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658495" w="346075">
                  <a:moveTo>
                    <a:pt x="342912" y="411480"/>
                  </a:moveTo>
                  <a:lnTo>
                    <a:pt x="335292" y="411480"/>
                  </a:lnTo>
                  <a:lnTo>
                    <a:pt x="335292" y="422148"/>
                  </a:lnTo>
                  <a:lnTo>
                    <a:pt x="333768" y="429768"/>
                  </a:lnTo>
                  <a:lnTo>
                    <a:pt x="292620" y="445008"/>
                  </a:lnTo>
                  <a:lnTo>
                    <a:pt x="115836" y="445008"/>
                  </a:lnTo>
                  <a:lnTo>
                    <a:pt x="115836" y="455676"/>
                  </a:lnTo>
                  <a:lnTo>
                    <a:pt x="143268" y="519684"/>
                  </a:lnTo>
                  <a:lnTo>
                    <a:pt x="150888" y="516636"/>
                  </a:lnTo>
                  <a:lnTo>
                    <a:pt x="147840" y="510540"/>
                  </a:lnTo>
                  <a:lnTo>
                    <a:pt x="147840" y="493776"/>
                  </a:lnTo>
                  <a:lnTo>
                    <a:pt x="150888" y="492252"/>
                  </a:lnTo>
                  <a:lnTo>
                    <a:pt x="152412" y="489204"/>
                  </a:lnTo>
                  <a:lnTo>
                    <a:pt x="155460" y="487680"/>
                  </a:lnTo>
                  <a:lnTo>
                    <a:pt x="161556" y="486156"/>
                  </a:lnTo>
                  <a:lnTo>
                    <a:pt x="168719" y="485279"/>
                  </a:lnTo>
                  <a:lnTo>
                    <a:pt x="178879" y="484822"/>
                  </a:lnTo>
                  <a:lnTo>
                    <a:pt x="194094" y="484632"/>
                  </a:lnTo>
                  <a:lnTo>
                    <a:pt x="292620" y="484632"/>
                  </a:lnTo>
                  <a:lnTo>
                    <a:pt x="299643" y="484822"/>
                  </a:lnTo>
                  <a:lnTo>
                    <a:pt x="301434" y="484822"/>
                  </a:lnTo>
                  <a:lnTo>
                    <a:pt x="310527" y="485584"/>
                  </a:lnTo>
                  <a:lnTo>
                    <a:pt x="317042" y="486562"/>
                  </a:lnTo>
                  <a:lnTo>
                    <a:pt x="321564" y="487680"/>
                  </a:lnTo>
                  <a:lnTo>
                    <a:pt x="326136" y="490728"/>
                  </a:lnTo>
                  <a:lnTo>
                    <a:pt x="329184" y="492252"/>
                  </a:lnTo>
                  <a:lnTo>
                    <a:pt x="332244" y="496824"/>
                  </a:lnTo>
                  <a:lnTo>
                    <a:pt x="333768" y="499872"/>
                  </a:lnTo>
                  <a:lnTo>
                    <a:pt x="335292" y="507492"/>
                  </a:lnTo>
                  <a:lnTo>
                    <a:pt x="335292" y="518160"/>
                  </a:lnTo>
                  <a:lnTo>
                    <a:pt x="342912" y="518160"/>
                  </a:lnTo>
                  <a:lnTo>
                    <a:pt x="342912" y="484632"/>
                  </a:lnTo>
                  <a:lnTo>
                    <a:pt x="342912" y="411480"/>
                  </a:lnTo>
                  <a:close/>
                </a:path>
                <a:path extrusionOk="0" h="658495" w="346075">
                  <a:moveTo>
                    <a:pt x="345960" y="316992"/>
                  </a:moveTo>
                  <a:lnTo>
                    <a:pt x="327190" y="276021"/>
                  </a:lnTo>
                  <a:lnTo>
                    <a:pt x="297192" y="259080"/>
                  </a:lnTo>
                  <a:lnTo>
                    <a:pt x="297192" y="269748"/>
                  </a:lnTo>
                  <a:lnTo>
                    <a:pt x="303288" y="272796"/>
                  </a:lnTo>
                  <a:lnTo>
                    <a:pt x="312432" y="281940"/>
                  </a:lnTo>
                  <a:lnTo>
                    <a:pt x="315480" y="286512"/>
                  </a:lnTo>
                  <a:lnTo>
                    <a:pt x="317004" y="292608"/>
                  </a:lnTo>
                  <a:lnTo>
                    <a:pt x="317004" y="304800"/>
                  </a:lnTo>
                  <a:lnTo>
                    <a:pt x="280428" y="320040"/>
                  </a:lnTo>
                  <a:lnTo>
                    <a:pt x="137172" y="320040"/>
                  </a:lnTo>
                  <a:lnTo>
                    <a:pt x="137172" y="268224"/>
                  </a:lnTo>
                  <a:lnTo>
                    <a:pt x="121932" y="268224"/>
                  </a:lnTo>
                  <a:lnTo>
                    <a:pt x="121932" y="320040"/>
                  </a:lnTo>
                  <a:lnTo>
                    <a:pt x="48780" y="320040"/>
                  </a:lnTo>
                  <a:lnTo>
                    <a:pt x="48780" y="326136"/>
                  </a:lnTo>
                  <a:lnTo>
                    <a:pt x="90919" y="348640"/>
                  </a:lnTo>
                  <a:lnTo>
                    <a:pt x="122885" y="381000"/>
                  </a:lnTo>
                  <a:lnTo>
                    <a:pt x="129552" y="394716"/>
                  </a:lnTo>
                  <a:lnTo>
                    <a:pt x="137172" y="394716"/>
                  </a:lnTo>
                  <a:lnTo>
                    <a:pt x="137172" y="359664"/>
                  </a:lnTo>
                  <a:lnTo>
                    <a:pt x="286524" y="359664"/>
                  </a:lnTo>
                  <a:lnTo>
                    <a:pt x="297357" y="359384"/>
                  </a:lnTo>
                  <a:lnTo>
                    <a:pt x="335292" y="345948"/>
                  </a:lnTo>
                  <a:lnTo>
                    <a:pt x="339864" y="338328"/>
                  </a:lnTo>
                  <a:lnTo>
                    <a:pt x="344436" y="332232"/>
                  </a:lnTo>
                  <a:lnTo>
                    <a:pt x="345960" y="324612"/>
                  </a:lnTo>
                  <a:lnTo>
                    <a:pt x="345960" y="316992"/>
                  </a:lnTo>
                  <a:close/>
                </a:path>
                <a:path extrusionOk="0" h="658495" w="346075">
                  <a:moveTo>
                    <a:pt x="345960" y="178308"/>
                  </a:moveTo>
                  <a:lnTo>
                    <a:pt x="327190" y="138645"/>
                  </a:lnTo>
                  <a:lnTo>
                    <a:pt x="297192" y="121920"/>
                  </a:lnTo>
                  <a:lnTo>
                    <a:pt x="297192" y="132588"/>
                  </a:lnTo>
                  <a:lnTo>
                    <a:pt x="303288" y="134112"/>
                  </a:lnTo>
                  <a:lnTo>
                    <a:pt x="312432" y="143256"/>
                  </a:lnTo>
                  <a:lnTo>
                    <a:pt x="315480" y="149352"/>
                  </a:lnTo>
                  <a:lnTo>
                    <a:pt x="317004" y="153924"/>
                  </a:lnTo>
                  <a:lnTo>
                    <a:pt x="317004" y="166116"/>
                  </a:lnTo>
                  <a:lnTo>
                    <a:pt x="280428" y="182880"/>
                  </a:lnTo>
                  <a:lnTo>
                    <a:pt x="137172" y="182880"/>
                  </a:lnTo>
                  <a:lnTo>
                    <a:pt x="137172" y="131064"/>
                  </a:lnTo>
                  <a:lnTo>
                    <a:pt x="121932" y="131064"/>
                  </a:lnTo>
                  <a:lnTo>
                    <a:pt x="121932" y="182880"/>
                  </a:lnTo>
                  <a:lnTo>
                    <a:pt x="48780" y="182880"/>
                  </a:lnTo>
                  <a:lnTo>
                    <a:pt x="48780" y="188976"/>
                  </a:lnTo>
                  <a:lnTo>
                    <a:pt x="90919" y="210197"/>
                  </a:lnTo>
                  <a:lnTo>
                    <a:pt x="118186" y="236982"/>
                  </a:lnTo>
                  <a:lnTo>
                    <a:pt x="129552" y="257556"/>
                  </a:lnTo>
                  <a:lnTo>
                    <a:pt x="137172" y="257556"/>
                  </a:lnTo>
                  <a:lnTo>
                    <a:pt x="137172" y="222504"/>
                  </a:lnTo>
                  <a:lnTo>
                    <a:pt x="286524" y="222504"/>
                  </a:lnTo>
                  <a:lnTo>
                    <a:pt x="297357" y="221983"/>
                  </a:lnTo>
                  <a:lnTo>
                    <a:pt x="335292" y="207264"/>
                  </a:lnTo>
                  <a:lnTo>
                    <a:pt x="345960" y="185928"/>
                  </a:lnTo>
                  <a:lnTo>
                    <a:pt x="345960" y="1783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64" name="Google Shape;7864;p109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517904" y="3941064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865" name="Google Shape;7865;p109"/>
          <p:cNvGrpSpPr/>
          <p:nvPr/>
        </p:nvGrpSpPr>
        <p:grpSpPr>
          <a:xfrm>
            <a:off x="1402067" y="2715768"/>
            <a:ext cx="349009" cy="1087120"/>
            <a:chOff x="1402067" y="2715768"/>
            <a:chExt cx="349009" cy="1087120"/>
          </a:xfrm>
        </p:grpSpPr>
        <p:sp>
          <p:nvSpPr>
            <p:cNvPr id="7866" name="Google Shape;7866;p109"/>
            <p:cNvSpPr/>
            <p:nvPr/>
          </p:nvSpPr>
          <p:spPr>
            <a:xfrm>
              <a:off x="1402067" y="3150108"/>
              <a:ext cx="346075" cy="652780"/>
            </a:xfrm>
            <a:custGeom>
              <a:rect b="b" l="l" r="r" t="t"/>
              <a:pathLst>
                <a:path extrusionOk="0" h="652779" w="346075">
                  <a:moveTo>
                    <a:pt x="48780" y="438912"/>
                  </a:moveTo>
                  <a:lnTo>
                    <a:pt x="45732" y="432816"/>
                  </a:lnTo>
                  <a:lnTo>
                    <a:pt x="36588" y="423672"/>
                  </a:lnTo>
                  <a:lnTo>
                    <a:pt x="30492" y="420624"/>
                  </a:lnTo>
                  <a:lnTo>
                    <a:pt x="16776" y="420624"/>
                  </a:lnTo>
                  <a:lnTo>
                    <a:pt x="12204" y="423672"/>
                  </a:lnTo>
                  <a:lnTo>
                    <a:pt x="3048" y="432816"/>
                  </a:lnTo>
                  <a:lnTo>
                    <a:pt x="0" y="438912"/>
                  </a:lnTo>
                  <a:lnTo>
                    <a:pt x="0" y="452628"/>
                  </a:lnTo>
                  <a:lnTo>
                    <a:pt x="3048" y="457200"/>
                  </a:lnTo>
                  <a:lnTo>
                    <a:pt x="7632" y="463296"/>
                  </a:lnTo>
                  <a:lnTo>
                    <a:pt x="12204" y="467868"/>
                  </a:lnTo>
                  <a:lnTo>
                    <a:pt x="16776" y="469392"/>
                  </a:lnTo>
                  <a:lnTo>
                    <a:pt x="30492" y="469392"/>
                  </a:lnTo>
                  <a:lnTo>
                    <a:pt x="36588" y="467868"/>
                  </a:lnTo>
                  <a:lnTo>
                    <a:pt x="41160" y="463296"/>
                  </a:lnTo>
                  <a:lnTo>
                    <a:pt x="45732" y="457200"/>
                  </a:lnTo>
                  <a:lnTo>
                    <a:pt x="48780" y="452628"/>
                  </a:lnTo>
                  <a:lnTo>
                    <a:pt x="48780" y="438912"/>
                  </a:lnTo>
                  <a:close/>
                </a:path>
                <a:path extrusionOk="0" h="652779" w="346075">
                  <a:moveTo>
                    <a:pt x="342912" y="391668"/>
                  </a:moveTo>
                  <a:lnTo>
                    <a:pt x="335292" y="391668"/>
                  </a:lnTo>
                  <a:lnTo>
                    <a:pt x="335292" y="402336"/>
                  </a:lnTo>
                  <a:lnTo>
                    <a:pt x="333768" y="409956"/>
                  </a:lnTo>
                  <a:lnTo>
                    <a:pt x="332244" y="413004"/>
                  </a:lnTo>
                  <a:lnTo>
                    <a:pt x="329184" y="417576"/>
                  </a:lnTo>
                  <a:lnTo>
                    <a:pt x="326136" y="420624"/>
                  </a:lnTo>
                  <a:lnTo>
                    <a:pt x="321564" y="422148"/>
                  </a:lnTo>
                  <a:lnTo>
                    <a:pt x="317042" y="423913"/>
                  </a:lnTo>
                  <a:lnTo>
                    <a:pt x="310527" y="424815"/>
                  </a:lnTo>
                  <a:lnTo>
                    <a:pt x="302285" y="425157"/>
                  </a:lnTo>
                  <a:lnTo>
                    <a:pt x="115836" y="425157"/>
                  </a:lnTo>
                  <a:lnTo>
                    <a:pt x="115836" y="435864"/>
                  </a:lnTo>
                  <a:lnTo>
                    <a:pt x="143268" y="499872"/>
                  </a:lnTo>
                  <a:lnTo>
                    <a:pt x="150888" y="496824"/>
                  </a:lnTo>
                  <a:lnTo>
                    <a:pt x="147840" y="490728"/>
                  </a:lnTo>
                  <a:lnTo>
                    <a:pt x="147840" y="473964"/>
                  </a:lnTo>
                  <a:lnTo>
                    <a:pt x="150888" y="472440"/>
                  </a:lnTo>
                  <a:lnTo>
                    <a:pt x="152412" y="469392"/>
                  </a:lnTo>
                  <a:lnTo>
                    <a:pt x="155460" y="467868"/>
                  </a:lnTo>
                  <a:lnTo>
                    <a:pt x="161556" y="467868"/>
                  </a:lnTo>
                  <a:lnTo>
                    <a:pt x="168719" y="466750"/>
                  </a:lnTo>
                  <a:lnTo>
                    <a:pt x="178879" y="465772"/>
                  </a:lnTo>
                  <a:lnTo>
                    <a:pt x="192201" y="465086"/>
                  </a:lnTo>
                  <a:lnTo>
                    <a:pt x="208800" y="464820"/>
                  </a:lnTo>
                  <a:lnTo>
                    <a:pt x="292620" y="464820"/>
                  </a:lnTo>
                  <a:lnTo>
                    <a:pt x="332244" y="477012"/>
                  </a:lnTo>
                  <a:lnTo>
                    <a:pt x="335292" y="487680"/>
                  </a:lnTo>
                  <a:lnTo>
                    <a:pt x="335292" y="498348"/>
                  </a:lnTo>
                  <a:lnTo>
                    <a:pt x="342912" y="498348"/>
                  </a:lnTo>
                  <a:lnTo>
                    <a:pt x="342912" y="464820"/>
                  </a:lnTo>
                  <a:lnTo>
                    <a:pt x="342912" y="391668"/>
                  </a:lnTo>
                  <a:close/>
                </a:path>
                <a:path extrusionOk="0" h="652779" w="346075">
                  <a:moveTo>
                    <a:pt x="342912" y="0"/>
                  </a:moveTo>
                  <a:lnTo>
                    <a:pt x="335292" y="0"/>
                  </a:lnTo>
                  <a:lnTo>
                    <a:pt x="335292" y="9144"/>
                  </a:lnTo>
                  <a:lnTo>
                    <a:pt x="333768" y="16764"/>
                  </a:lnTo>
                  <a:lnTo>
                    <a:pt x="330720" y="21336"/>
                  </a:lnTo>
                  <a:lnTo>
                    <a:pt x="329196" y="24384"/>
                  </a:lnTo>
                  <a:lnTo>
                    <a:pt x="326148" y="27432"/>
                  </a:lnTo>
                  <a:lnTo>
                    <a:pt x="321576" y="28956"/>
                  </a:lnTo>
                  <a:lnTo>
                    <a:pt x="317042" y="30962"/>
                  </a:lnTo>
                  <a:lnTo>
                    <a:pt x="310527" y="32385"/>
                  </a:lnTo>
                  <a:lnTo>
                    <a:pt x="302285" y="33248"/>
                  </a:lnTo>
                  <a:lnTo>
                    <a:pt x="292620" y="33528"/>
                  </a:lnTo>
                  <a:lnTo>
                    <a:pt x="198132" y="33528"/>
                  </a:lnTo>
                  <a:lnTo>
                    <a:pt x="184150" y="33820"/>
                  </a:lnTo>
                  <a:lnTo>
                    <a:pt x="144475" y="42087"/>
                  </a:lnTo>
                  <a:lnTo>
                    <a:pt x="118122" y="74104"/>
                  </a:lnTo>
                  <a:lnTo>
                    <a:pt x="115836" y="89916"/>
                  </a:lnTo>
                  <a:lnTo>
                    <a:pt x="116408" y="99047"/>
                  </a:lnTo>
                  <a:lnTo>
                    <a:pt x="138887" y="143827"/>
                  </a:lnTo>
                  <a:lnTo>
                    <a:pt x="163080" y="166116"/>
                  </a:lnTo>
                  <a:lnTo>
                    <a:pt x="152234" y="169214"/>
                  </a:lnTo>
                  <a:lnTo>
                    <a:pt x="122897" y="194221"/>
                  </a:lnTo>
                  <a:lnTo>
                    <a:pt x="115836" y="222504"/>
                  </a:lnTo>
                  <a:lnTo>
                    <a:pt x="115836" y="230124"/>
                  </a:lnTo>
                  <a:lnTo>
                    <a:pt x="138214" y="273202"/>
                  </a:lnTo>
                  <a:lnTo>
                    <a:pt x="163080" y="298704"/>
                  </a:lnTo>
                  <a:lnTo>
                    <a:pt x="115836" y="298704"/>
                  </a:lnTo>
                  <a:lnTo>
                    <a:pt x="115836" y="307848"/>
                  </a:lnTo>
                  <a:lnTo>
                    <a:pt x="143268" y="373380"/>
                  </a:lnTo>
                  <a:lnTo>
                    <a:pt x="150888" y="368808"/>
                  </a:lnTo>
                  <a:lnTo>
                    <a:pt x="147840" y="362712"/>
                  </a:lnTo>
                  <a:lnTo>
                    <a:pt x="147840" y="347472"/>
                  </a:lnTo>
                  <a:lnTo>
                    <a:pt x="208800" y="338328"/>
                  </a:lnTo>
                  <a:lnTo>
                    <a:pt x="302069" y="338378"/>
                  </a:lnTo>
                  <a:lnTo>
                    <a:pt x="335292" y="361188"/>
                  </a:lnTo>
                  <a:lnTo>
                    <a:pt x="335292" y="371856"/>
                  </a:lnTo>
                  <a:lnTo>
                    <a:pt x="342912" y="371856"/>
                  </a:lnTo>
                  <a:lnTo>
                    <a:pt x="342912" y="263652"/>
                  </a:lnTo>
                  <a:lnTo>
                    <a:pt x="335292" y="263652"/>
                  </a:lnTo>
                  <a:lnTo>
                    <a:pt x="335292" y="274320"/>
                  </a:lnTo>
                  <a:lnTo>
                    <a:pt x="333768" y="281940"/>
                  </a:lnTo>
                  <a:lnTo>
                    <a:pt x="292620" y="298704"/>
                  </a:lnTo>
                  <a:lnTo>
                    <a:pt x="175272" y="298704"/>
                  </a:lnTo>
                  <a:lnTo>
                    <a:pt x="150888" y="266700"/>
                  </a:lnTo>
                  <a:lnTo>
                    <a:pt x="144792" y="240792"/>
                  </a:lnTo>
                  <a:lnTo>
                    <a:pt x="145669" y="231990"/>
                  </a:lnTo>
                  <a:lnTo>
                    <a:pt x="175082" y="205740"/>
                  </a:lnTo>
                  <a:lnTo>
                    <a:pt x="198132" y="204216"/>
                  </a:lnTo>
                  <a:lnTo>
                    <a:pt x="317004" y="204216"/>
                  </a:lnTo>
                  <a:lnTo>
                    <a:pt x="335292" y="239268"/>
                  </a:lnTo>
                  <a:lnTo>
                    <a:pt x="342912" y="239268"/>
                  </a:lnTo>
                  <a:lnTo>
                    <a:pt x="342912" y="129540"/>
                  </a:lnTo>
                  <a:lnTo>
                    <a:pt x="335292" y="129540"/>
                  </a:lnTo>
                  <a:lnTo>
                    <a:pt x="335292" y="140208"/>
                  </a:lnTo>
                  <a:lnTo>
                    <a:pt x="333768" y="147828"/>
                  </a:lnTo>
                  <a:lnTo>
                    <a:pt x="330720" y="152400"/>
                  </a:lnTo>
                  <a:lnTo>
                    <a:pt x="329196" y="156972"/>
                  </a:lnTo>
                  <a:lnTo>
                    <a:pt x="326148" y="160020"/>
                  </a:lnTo>
                  <a:lnTo>
                    <a:pt x="317906" y="162674"/>
                  </a:lnTo>
                  <a:lnTo>
                    <a:pt x="311670" y="163639"/>
                  </a:lnTo>
                  <a:lnTo>
                    <a:pt x="303136" y="164338"/>
                  </a:lnTo>
                  <a:lnTo>
                    <a:pt x="292620" y="164592"/>
                  </a:lnTo>
                  <a:lnTo>
                    <a:pt x="187464" y="164592"/>
                  </a:lnTo>
                  <a:lnTo>
                    <a:pt x="176796" y="166116"/>
                  </a:lnTo>
                  <a:lnTo>
                    <a:pt x="150888" y="134112"/>
                  </a:lnTo>
                  <a:lnTo>
                    <a:pt x="144792" y="108204"/>
                  </a:lnTo>
                  <a:lnTo>
                    <a:pt x="145669" y="98755"/>
                  </a:lnTo>
                  <a:lnTo>
                    <a:pt x="175082" y="74485"/>
                  </a:lnTo>
                  <a:lnTo>
                    <a:pt x="198132" y="73152"/>
                  </a:lnTo>
                  <a:lnTo>
                    <a:pt x="317004" y="73152"/>
                  </a:lnTo>
                  <a:lnTo>
                    <a:pt x="323100" y="74676"/>
                  </a:lnTo>
                  <a:lnTo>
                    <a:pt x="329196" y="80772"/>
                  </a:lnTo>
                  <a:lnTo>
                    <a:pt x="333768" y="86868"/>
                  </a:lnTo>
                  <a:lnTo>
                    <a:pt x="335292" y="92964"/>
                  </a:lnTo>
                  <a:lnTo>
                    <a:pt x="335292" y="108204"/>
                  </a:lnTo>
                  <a:lnTo>
                    <a:pt x="342912" y="108204"/>
                  </a:lnTo>
                  <a:lnTo>
                    <a:pt x="342912" y="0"/>
                  </a:lnTo>
                  <a:close/>
                </a:path>
                <a:path extrusionOk="0" h="652779" w="346075">
                  <a:moveTo>
                    <a:pt x="345960" y="573024"/>
                  </a:moveTo>
                  <a:lnTo>
                    <a:pt x="327190" y="533577"/>
                  </a:lnTo>
                  <a:lnTo>
                    <a:pt x="297192" y="516636"/>
                  </a:lnTo>
                  <a:lnTo>
                    <a:pt x="297192" y="527304"/>
                  </a:lnTo>
                  <a:lnTo>
                    <a:pt x="303288" y="530352"/>
                  </a:lnTo>
                  <a:lnTo>
                    <a:pt x="307860" y="533400"/>
                  </a:lnTo>
                  <a:lnTo>
                    <a:pt x="312432" y="539496"/>
                  </a:lnTo>
                  <a:lnTo>
                    <a:pt x="315480" y="544068"/>
                  </a:lnTo>
                  <a:lnTo>
                    <a:pt x="317004" y="550164"/>
                  </a:lnTo>
                  <a:lnTo>
                    <a:pt x="317004" y="560832"/>
                  </a:lnTo>
                  <a:lnTo>
                    <a:pt x="280428" y="577596"/>
                  </a:lnTo>
                  <a:lnTo>
                    <a:pt x="137172" y="577596"/>
                  </a:lnTo>
                  <a:lnTo>
                    <a:pt x="137172" y="525780"/>
                  </a:lnTo>
                  <a:lnTo>
                    <a:pt x="121932" y="525780"/>
                  </a:lnTo>
                  <a:lnTo>
                    <a:pt x="121932" y="577596"/>
                  </a:lnTo>
                  <a:lnTo>
                    <a:pt x="48780" y="577596"/>
                  </a:lnTo>
                  <a:lnTo>
                    <a:pt x="48780" y="583692"/>
                  </a:lnTo>
                  <a:lnTo>
                    <a:pt x="90919" y="604913"/>
                  </a:lnTo>
                  <a:lnTo>
                    <a:pt x="118186" y="631698"/>
                  </a:lnTo>
                  <a:lnTo>
                    <a:pt x="129552" y="652272"/>
                  </a:lnTo>
                  <a:lnTo>
                    <a:pt x="137172" y="652272"/>
                  </a:lnTo>
                  <a:lnTo>
                    <a:pt x="137172" y="617220"/>
                  </a:lnTo>
                  <a:lnTo>
                    <a:pt x="286524" y="617220"/>
                  </a:lnTo>
                  <a:lnTo>
                    <a:pt x="297357" y="616940"/>
                  </a:lnTo>
                  <a:lnTo>
                    <a:pt x="335292" y="603504"/>
                  </a:lnTo>
                  <a:lnTo>
                    <a:pt x="345960" y="580644"/>
                  </a:lnTo>
                  <a:lnTo>
                    <a:pt x="345960" y="57302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867" name="Google Shape;7867;p109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517904" y="2939796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68" name="Google Shape;7868;p109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409699" y="2715768"/>
              <a:ext cx="123444" cy="1889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869" name="Google Shape;7869;p109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4053840" y="7450835"/>
            <a:ext cx="1888236" cy="2194560"/>
          </a:xfrm>
          <a:prstGeom prst="rect">
            <a:avLst/>
          </a:prstGeom>
          <a:noFill/>
          <a:ln>
            <a:noFill/>
          </a:ln>
        </p:spPr>
      </p:pic>
      <p:pic>
        <p:nvPicPr>
          <p:cNvPr id="7870" name="Google Shape;7870;p109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084832" y="9412223"/>
            <a:ext cx="150875" cy="359664"/>
          </a:xfrm>
          <a:prstGeom prst="rect">
            <a:avLst/>
          </a:prstGeom>
          <a:noFill/>
          <a:ln>
            <a:noFill/>
          </a:ln>
        </p:spPr>
      </p:pic>
      <p:pic>
        <p:nvPicPr>
          <p:cNvPr id="7871" name="Google Shape;7871;p109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084832" y="8907780"/>
            <a:ext cx="150876" cy="431291"/>
          </a:xfrm>
          <a:prstGeom prst="rect">
            <a:avLst/>
          </a:prstGeom>
          <a:noFill/>
          <a:ln>
            <a:noFill/>
          </a:ln>
        </p:spPr>
      </p:pic>
      <p:pic>
        <p:nvPicPr>
          <p:cNvPr id="7872" name="Google Shape;7872;p109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129027" y="8741664"/>
            <a:ext cx="106680" cy="97536"/>
          </a:xfrm>
          <a:prstGeom prst="rect">
            <a:avLst/>
          </a:prstGeom>
          <a:noFill/>
          <a:ln>
            <a:noFill/>
          </a:ln>
        </p:spPr>
      </p:pic>
      <p:pic>
        <p:nvPicPr>
          <p:cNvPr id="7873" name="Google Shape;7873;p109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081783" y="8098535"/>
            <a:ext cx="197901" cy="576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7874" name="Google Shape;7874;p109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081783" y="6858000"/>
            <a:ext cx="198120" cy="1171956"/>
          </a:xfrm>
          <a:prstGeom prst="rect">
            <a:avLst/>
          </a:prstGeom>
          <a:noFill/>
          <a:ln>
            <a:noFill/>
          </a:ln>
        </p:spPr>
      </p:pic>
      <p:sp>
        <p:nvSpPr>
          <p:cNvPr id="7875" name="Google Shape;7875;p109"/>
          <p:cNvSpPr/>
          <p:nvPr/>
        </p:nvSpPr>
        <p:spPr>
          <a:xfrm>
            <a:off x="2129027" y="6749796"/>
            <a:ext cx="106680" cy="35560"/>
          </a:xfrm>
          <a:custGeom>
            <a:rect b="b" l="l" r="r" t="t"/>
            <a:pathLst>
              <a:path extrusionOk="0" h="35559" w="106680">
                <a:moveTo>
                  <a:pt x="22860" y="35052"/>
                </a:moveTo>
                <a:lnTo>
                  <a:pt x="12192" y="35052"/>
                </a:lnTo>
                <a:lnTo>
                  <a:pt x="9144" y="33528"/>
                </a:lnTo>
                <a:lnTo>
                  <a:pt x="4572" y="30480"/>
                </a:lnTo>
                <a:lnTo>
                  <a:pt x="1524" y="27432"/>
                </a:lnTo>
                <a:lnTo>
                  <a:pt x="0" y="22860"/>
                </a:lnTo>
                <a:lnTo>
                  <a:pt x="0" y="13716"/>
                </a:lnTo>
                <a:lnTo>
                  <a:pt x="1524" y="9144"/>
                </a:lnTo>
                <a:lnTo>
                  <a:pt x="9144" y="1524"/>
                </a:lnTo>
                <a:lnTo>
                  <a:pt x="12192" y="0"/>
                </a:lnTo>
                <a:lnTo>
                  <a:pt x="22860" y="0"/>
                </a:lnTo>
                <a:lnTo>
                  <a:pt x="25908" y="1524"/>
                </a:lnTo>
                <a:lnTo>
                  <a:pt x="33528" y="9144"/>
                </a:lnTo>
                <a:lnTo>
                  <a:pt x="35052" y="13716"/>
                </a:lnTo>
                <a:lnTo>
                  <a:pt x="35052" y="22860"/>
                </a:lnTo>
                <a:lnTo>
                  <a:pt x="33528" y="27432"/>
                </a:lnTo>
                <a:lnTo>
                  <a:pt x="30480" y="30480"/>
                </a:lnTo>
                <a:lnTo>
                  <a:pt x="25908" y="33528"/>
                </a:lnTo>
                <a:lnTo>
                  <a:pt x="22860" y="35052"/>
                </a:lnTo>
                <a:close/>
              </a:path>
              <a:path extrusionOk="0" h="35559" w="106680">
                <a:moveTo>
                  <a:pt x="94488" y="35052"/>
                </a:moveTo>
                <a:lnTo>
                  <a:pt x="83820" y="35052"/>
                </a:lnTo>
                <a:lnTo>
                  <a:pt x="80772" y="33528"/>
                </a:lnTo>
                <a:lnTo>
                  <a:pt x="76200" y="30480"/>
                </a:lnTo>
                <a:lnTo>
                  <a:pt x="73152" y="27432"/>
                </a:lnTo>
                <a:lnTo>
                  <a:pt x="71628" y="22860"/>
                </a:lnTo>
                <a:lnTo>
                  <a:pt x="71628" y="13716"/>
                </a:lnTo>
                <a:lnTo>
                  <a:pt x="73152" y="9144"/>
                </a:lnTo>
                <a:lnTo>
                  <a:pt x="80772" y="1524"/>
                </a:lnTo>
                <a:lnTo>
                  <a:pt x="83820" y="0"/>
                </a:lnTo>
                <a:lnTo>
                  <a:pt x="94488" y="0"/>
                </a:lnTo>
                <a:lnTo>
                  <a:pt x="97536" y="1524"/>
                </a:lnTo>
                <a:lnTo>
                  <a:pt x="105156" y="9144"/>
                </a:lnTo>
                <a:lnTo>
                  <a:pt x="106680" y="13716"/>
                </a:lnTo>
                <a:lnTo>
                  <a:pt x="106680" y="22860"/>
                </a:lnTo>
                <a:lnTo>
                  <a:pt x="105156" y="27432"/>
                </a:lnTo>
                <a:lnTo>
                  <a:pt x="102108" y="30480"/>
                </a:lnTo>
                <a:lnTo>
                  <a:pt x="97536" y="33528"/>
                </a:lnTo>
                <a:lnTo>
                  <a:pt x="94488" y="350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109"/>
          <p:cNvGrpSpPr/>
          <p:nvPr/>
        </p:nvGrpSpPr>
        <p:grpSpPr>
          <a:xfrm>
            <a:off x="2500871" y="8051292"/>
            <a:ext cx="195580" cy="801622"/>
            <a:chOff x="2500871" y="8051292"/>
            <a:chExt cx="195580" cy="801622"/>
          </a:xfrm>
        </p:grpSpPr>
        <p:pic>
          <p:nvPicPr>
            <p:cNvPr id="7877" name="Google Shape;7877;p109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503931" y="8724899"/>
              <a:ext cx="128016" cy="1280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878" name="Google Shape;7878;p109"/>
            <p:cNvSpPr/>
            <p:nvPr/>
          </p:nvSpPr>
          <p:spPr>
            <a:xfrm>
              <a:off x="2500871" y="8051292"/>
              <a:ext cx="195580" cy="646430"/>
            </a:xfrm>
            <a:custGeom>
              <a:rect b="b" l="l" r="r" t="t"/>
              <a:pathLst>
                <a:path extrusionOk="0" h="646429" w="195580">
                  <a:moveTo>
                    <a:pt x="150876" y="595884"/>
                  </a:moveTo>
                  <a:lnTo>
                    <a:pt x="143256" y="558774"/>
                  </a:lnTo>
                  <a:lnTo>
                    <a:pt x="143256" y="579120"/>
                  </a:lnTo>
                  <a:lnTo>
                    <a:pt x="143256" y="591312"/>
                  </a:lnTo>
                  <a:lnTo>
                    <a:pt x="140208" y="597408"/>
                  </a:lnTo>
                  <a:lnTo>
                    <a:pt x="137160" y="600456"/>
                  </a:lnTo>
                  <a:lnTo>
                    <a:pt x="134112" y="601980"/>
                  </a:lnTo>
                  <a:lnTo>
                    <a:pt x="129540" y="603504"/>
                  </a:lnTo>
                  <a:lnTo>
                    <a:pt x="67056" y="603504"/>
                  </a:lnTo>
                  <a:lnTo>
                    <a:pt x="60960" y="597408"/>
                  </a:lnTo>
                  <a:lnTo>
                    <a:pt x="56388" y="591312"/>
                  </a:lnTo>
                  <a:lnTo>
                    <a:pt x="56388" y="580644"/>
                  </a:lnTo>
                  <a:lnTo>
                    <a:pt x="94488" y="566928"/>
                  </a:lnTo>
                  <a:lnTo>
                    <a:pt x="105943" y="567194"/>
                  </a:lnTo>
                  <a:lnTo>
                    <a:pt x="140208" y="577596"/>
                  </a:lnTo>
                  <a:lnTo>
                    <a:pt x="143256" y="579120"/>
                  </a:lnTo>
                  <a:lnTo>
                    <a:pt x="143256" y="558774"/>
                  </a:lnTo>
                  <a:lnTo>
                    <a:pt x="140804" y="555434"/>
                  </a:lnTo>
                  <a:lnTo>
                    <a:pt x="135826" y="550735"/>
                  </a:lnTo>
                  <a:lnTo>
                    <a:pt x="129997" y="546912"/>
                  </a:lnTo>
                  <a:lnTo>
                    <a:pt x="123444" y="544068"/>
                  </a:lnTo>
                  <a:lnTo>
                    <a:pt x="116573" y="540956"/>
                  </a:lnTo>
                  <a:lnTo>
                    <a:pt x="109537" y="538543"/>
                  </a:lnTo>
                  <a:lnTo>
                    <a:pt x="102235" y="537006"/>
                  </a:lnTo>
                  <a:lnTo>
                    <a:pt x="94488" y="536448"/>
                  </a:lnTo>
                  <a:lnTo>
                    <a:pt x="87020" y="536765"/>
                  </a:lnTo>
                  <a:lnTo>
                    <a:pt x="80391" y="537781"/>
                  </a:lnTo>
                  <a:lnTo>
                    <a:pt x="74345" y="539673"/>
                  </a:lnTo>
                  <a:lnTo>
                    <a:pt x="68580" y="542544"/>
                  </a:lnTo>
                  <a:lnTo>
                    <a:pt x="60960" y="545592"/>
                  </a:lnTo>
                  <a:lnTo>
                    <a:pt x="54864" y="550164"/>
                  </a:lnTo>
                  <a:lnTo>
                    <a:pt x="50292" y="556260"/>
                  </a:lnTo>
                  <a:lnTo>
                    <a:pt x="44196" y="568452"/>
                  </a:lnTo>
                  <a:lnTo>
                    <a:pt x="44196" y="576072"/>
                  </a:lnTo>
                  <a:lnTo>
                    <a:pt x="45059" y="583793"/>
                  </a:lnTo>
                  <a:lnTo>
                    <a:pt x="47625" y="590931"/>
                  </a:lnTo>
                  <a:lnTo>
                    <a:pt x="51854" y="597408"/>
                  </a:lnTo>
                  <a:lnTo>
                    <a:pt x="57912" y="603504"/>
                  </a:lnTo>
                  <a:lnTo>
                    <a:pt x="0" y="603504"/>
                  </a:lnTo>
                  <a:lnTo>
                    <a:pt x="0" y="646176"/>
                  </a:lnTo>
                  <a:lnTo>
                    <a:pt x="4572" y="646176"/>
                  </a:lnTo>
                  <a:lnTo>
                    <a:pt x="4572" y="643128"/>
                  </a:lnTo>
                  <a:lnTo>
                    <a:pt x="6096" y="640080"/>
                  </a:lnTo>
                  <a:lnTo>
                    <a:pt x="6096" y="638556"/>
                  </a:lnTo>
                  <a:lnTo>
                    <a:pt x="9144" y="635508"/>
                  </a:lnTo>
                  <a:lnTo>
                    <a:pt x="10668" y="635508"/>
                  </a:lnTo>
                  <a:lnTo>
                    <a:pt x="12192" y="633984"/>
                  </a:lnTo>
                  <a:lnTo>
                    <a:pt x="150876" y="633984"/>
                  </a:lnTo>
                  <a:lnTo>
                    <a:pt x="150876" y="630936"/>
                  </a:lnTo>
                  <a:lnTo>
                    <a:pt x="140208" y="612648"/>
                  </a:lnTo>
                  <a:lnTo>
                    <a:pt x="144780" y="609600"/>
                  </a:lnTo>
                  <a:lnTo>
                    <a:pt x="147828" y="605028"/>
                  </a:lnTo>
                  <a:lnTo>
                    <a:pt x="150876" y="595884"/>
                  </a:lnTo>
                  <a:close/>
                </a:path>
                <a:path extrusionOk="0" h="646429" w="195580">
                  <a:moveTo>
                    <a:pt x="150876" y="480060"/>
                  </a:moveTo>
                  <a:lnTo>
                    <a:pt x="149352" y="475488"/>
                  </a:lnTo>
                  <a:lnTo>
                    <a:pt x="147828" y="469392"/>
                  </a:lnTo>
                  <a:lnTo>
                    <a:pt x="144780" y="464820"/>
                  </a:lnTo>
                  <a:lnTo>
                    <a:pt x="140208" y="460248"/>
                  </a:lnTo>
                  <a:lnTo>
                    <a:pt x="134112" y="455676"/>
                  </a:lnTo>
                  <a:lnTo>
                    <a:pt x="147828" y="455676"/>
                  </a:lnTo>
                  <a:lnTo>
                    <a:pt x="147828" y="414528"/>
                  </a:lnTo>
                  <a:lnTo>
                    <a:pt x="143256" y="414528"/>
                  </a:lnTo>
                  <a:lnTo>
                    <a:pt x="143256" y="419100"/>
                  </a:lnTo>
                  <a:lnTo>
                    <a:pt x="141732" y="422148"/>
                  </a:lnTo>
                  <a:lnTo>
                    <a:pt x="138684" y="425196"/>
                  </a:lnTo>
                  <a:lnTo>
                    <a:pt x="47244" y="425196"/>
                  </a:lnTo>
                  <a:lnTo>
                    <a:pt x="47244" y="466344"/>
                  </a:lnTo>
                  <a:lnTo>
                    <a:pt x="51816" y="466344"/>
                  </a:lnTo>
                  <a:lnTo>
                    <a:pt x="53340" y="461772"/>
                  </a:lnTo>
                  <a:lnTo>
                    <a:pt x="53340" y="458724"/>
                  </a:lnTo>
                  <a:lnTo>
                    <a:pt x="56388" y="457200"/>
                  </a:lnTo>
                  <a:lnTo>
                    <a:pt x="57912" y="455676"/>
                  </a:lnTo>
                  <a:lnTo>
                    <a:pt x="124968" y="455676"/>
                  </a:lnTo>
                  <a:lnTo>
                    <a:pt x="131064" y="460248"/>
                  </a:lnTo>
                  <a:lnTo>
                    <a:pt x="135636" y="463296"/>
                  </a:lnTo>
                  <a:lnTo>
                    <a:pt x="137160" y="466344"/>
                  </a:lnTo>
                  <a:lnTo>
                    <a:pt x="138684" y="467868"/>
                  </a:lnTo>
                  <a:lnTo>
                    <a:pt x="138684" y="475488"/>
                  </a:lnTo>
                  <a:lnTo>
                    <a:pt x="137160" y="477012"/>
                  </a:lnTo>
                  <a:lnTo>
                    <a:pt x="137160" y="478536"/>
                  </a:lnTo>
                  <a:lnTo>
                    <a:pt x="134112" y="480060"/>
                  </a:lnTo>
                  <a:lnTo>
                    <a:pt x="132588" y="480060"/>
                  </a:lnTo>
                  <a:lnTo>
                    <a:pt x="131064" y="481584"/>
                  </a:lnTo>
                  <a:lnTo>
                    <a:pt x="47244" y="481584"/>
                  </a:lnTo>
                  <a:lnTo>
                    <a:pt x="47244" y="522732"/>
                  </a:lnTo>
                  <a:lnTo>
                    <a:pt x="51816" y="522732"/>
                  </a:lnTo>
                  <a:lnTo>
                    <a:pt x="53340" y="518160"/>
                  </a:lnTo>
                  <a:lnTo>
                    <a:pt x="53340" y="515112"/>
                  </a:lnTo>
                  <a:lnTo>
                    <a:pt x="56388" y="513588"/>
                  </a:lnTo>
                  <a:lnTo>
                    <a:pt x="57912" y="512064"/>
                  </a:lnTo>
                  <a:lnTo>
                    <a:pt x="129540" y="512064"/>
                  </a:lnTo>
                  <a:lnTo>
                    <a:pt x="138684" y="509016"/>
                  </a:lnTo>
                  <a:lnTo>
                    <a:pt x="143256" y="505968"/>
                  </a:lnTo>
                  <a:lnTo>
                    <a:pt x="149352" y="496824"/>
                  </a:lnTo>
                  <a:lnTo>
                    <a:pt x="150876" y="492252"/>
                  </a:lnTo>
                  <a:lnTo>
                    <a:pt x="150876" y="480060"/>
                  </a:lnTo>
                  <a:close/>
                </a:path>
                <a:path extrusionOk="0" h="646429" w="195580">
                  <a:moveTo>
                    <a:pt x="150876" y="330708"/>
                  </a:moveTo>
                  <a:lnTo>
                    <a:pt x="143256" y="288036"/>
                  </a:lnTo>
                  <a:lnTo>
                    <a:pt x="138684" y="288036"/>
                  </a:lnTo>
                  <a:lnTo>
                    <a:pt x="138684" y="295656"/>
                  </a:lnTo>
                  <a:lnTo>
                    <a:pt x="137160" y="297180"/>
                  </a:lnTo>
                  <a:lnTo>
                    <a:pt x="137160" y="298704"/>
                  </a:lnTo>
                  <a:lnTo>
                    <a:pt x="135636" y="300228"/>
                  </a:lnTo>
                  <a:lnTo>
                    <a:pt x="0" y="300228"/>
                  </a:lnTo>
                  <a:lnTo>
                    <a:pt x="0" y="345948"/>
                  </a:lnTo>
                  <a:lnTo>
                    <a:pt x="4572" y="345948"/>
                  </a:lnTo>
                  <a:lnTo>
                    <a:pt x="4572" y="341376"/>
                  </a:lnTo>
                  <a:lnTo>
                    <a:pt x="6096" y="338328"/>
                  </a:lnTo>
                  <a:lnTo>
                    <a:pt x="6096" y="336804"/>
                  </a:lnTo>
                  <a:lnTo>
                    <a:pt x="7620" y="333756"/>
                  </a:lnTo>
                  <a:lnTo>
                    <a:pt x="9144" y="333756"/>
                  </a:lnTo>
                  <a:lnTo>
                    <a:pt x="10668" y="332232"/>
                  </a:lnTo>
                  <a:lnTo>
                    <a:pt x="12192" y="332232"/>
                  </a:lnTo>
                  <a:lnTo>
                    <a:pt x="15240" y="330708"/>
                  </a:lnTo>
                  <a:lnTo>
                    <a:pt x="57912" y="330708"/>
                  </a:lnTo>
                  <a:lnTo>
                    <a:pt x="53340" y="335280"/>
                  </a:lnTo>
                  <a:lnTo>
                    <a:pt x="50292" y="339852"/>
                  </a:lnTo>
                  <a:lnTo>
                    <a:pt x="47244" y="342900"/>
                  </a:lnTo>
                  <a:lnTo>
                    <a:pt x="44196" y="352044"/>
                  </a:lnTo>
                  <a:lnTo>
                    <a:pt x="44196" y="364236"/>
                  </a:lnTo>
                  <a:lnTo>
                    <a:pt x="47244" y="370332"/>
                  </a:lnTo>
                  <a:lnTo>
                    <a:pt x="51816" y="376428"/>
                  </a:lnTo>
                  <a:lnTo>
                    <a:pt x="56388" y="384048"/>
                  </a:lnTo>
                  <a:lnTo>
                    <a:pt x="99060" y="397764"/>
                  </a:lnTo>
                  <a:lnTo>
                    <a:pt x="109042" y="397192"/>
                  </a:lnTo>
                  <a:lnTo>
                    <a:pt x="147066" y="375666"/>
                  </a:lnTo>
                  <a:lnTo>
                    <a:pt x="150012" y="367245"/>
                  </a:lnTo>
                  <a:lnTo>
                    <a:pt x="150050" y="366903"/>
                  </a:lnTo>
                  <a:lnTo>
                    <a:pt x="150152" y="365760"/>
                  </a:lnTo>
                  <a:lnTo>
                    <a:pt x="150876" y="358140"/>
                  </a:lnTo>
                  <a:lnTo>
                    <a:pt x="150876" y="348996"/>
                  </a:lnTo>
                  <a:lnTo>
                    <a:pt x="147828" y="344424"/>
                  </a:lnTo>
                  <a:lnTo>
                    <a:pt x="146304" y="341376"/>
                  </a:lnTo>
                  <a:lnTo>
                    <a:pt x="138684" y="333756"/>
                  </a:lnTo>
                  <a:lnTo>
                    <a:pt x="138684" y="342900"/>
                  </a:lnTo>
                  <a:lnTo>
                    <a:pt x="138684" y="355092"/>
                  </a:lnTo>
                  <a:lnTo>
                    <a:pt x="134112" y="359664"/>
                  </a:lnTo>
                  <a:lnTo>
                    <a:pt x="129540" y="362712"/>
                  </a:lnTo>
                  <a:lnTo>
                    <a:pt x="123444" y="364236"/>
                  </a:lnTo>
                  <a:lnTo>
                    <a:pt x="118046" y="366001"/>
                  </a:lnTo>
                  <a:lnTo>
                    <a:pt x="111061" y="366903"/>
                  </a:lnTo>
                  <a:lnTo>
                    <a:pt x="102666" y="367245"/>
                  </a:lnTo>
                  <a:lnTo>
                    <a:pt x="84277" y="367245"/>
                  </a:lnTo>
                  <a:lnTo>
                    <a:pt x="78295" y="367093"/>
                  </a:lnTo>
                  <a:lnTo>
                    <a:pt x="72186" y="366649"/>
                  </a:lnTo>
                  <a:lnTo>
                    <a:pt x="67056" y="365760"/>
                  </a:lnTo>
                  <a:lnTo>
                    <a:pt x="60960" y="362712"/>
                  </a:lnTo>
                  <a:lnTo>
                    <a:pt x="56388" y="361188"/>
                  </a:lnTo>
                  <a:lnTo>
                    <a:pt x="54864" y="358140"/>
                  </a:lnTo>
                  <a:lnTo>
                    <a:pt x="53340" y="356616"/>
                  </a:lnTo>
                  <a:lnTo>
                    <a:pt x="51816" y="353568"/>
                  </a:lnTo>
                  <a:lnTo>
                    <a:pt x="51816" y="352044"/>
                  </a:lnTo>
                  <a:lnTo>
                    <a:pt x="53225" y="345719"/>
                  </a:lnTo>
                  <a:lnTo>
                    <a:pt x="57340" y="340233"/>
                  </a:lnTo>
                  <a:lnTo>
                    <a:pt x="64135" y="335280"/>
                  </a:lnTo>
                  <a:lnTo>
                    <a:pt x="73152" y="330708"/>
                  </a:lnTo>
                  <a:lnTo>
                    <a:pt x="124968" y="330708"/>
                  </a:lnTo>
                  <a:lnTo>
                    <a:pt x="134112" y="336804"/>
                  </a:lnTo>
                  <a:lnTo>
                    <a:pt x="138684" y="342900"/>
                  </a:lnTo>
                  <a:lnTo>
                    <a:pt x="138684" y="333756"/>
                  </a:lnTo>
                  <a:lnTo>
                    <a:pt x="135636" y="330708"/>
                  </a:lnTo>
                  <a:lnTo>
                    <a:pt x="150876" y="330708"/>
                  </a:lnTo>
                  <a:close/>
                </a:path>
                <a:path extrusionOk="0" h="646429" w="195580">
                  <a:moveTo>
                    <a:pt x="150876" y="28956"/>
                  </a:moveTo>
                  <a:lnTo>
                    <a:pt x="149720" y="19507"/>
                  </a:lnTo>
                  <a:lnTo>
                    <a:pt x="146113" y="11620"/>
                  </a:lnTo>
                  <a:lnTo>
                    <a:pt x="139954" y="5168"/>
                  </a:lnTo>
                  <a:lnTo>
                    <a:pt x="131064" y="0"/>
                  </a:lnTo>
                  <a:lnTo>
                    <a:pt x="128016" y="4572"/>
                  </a:lnTo>
                  <a:lnTo>
                    <a:pt x="135636" y="7620"/>
                  </a:lnTo>
                  <a:lnTo>
                    <a:pt x="138684" y="12192"/>
                  </a:lnTo>
                  <a:lnTo>
                    <a:pt x="138684" y="18288"/>
                  </a:lnTo>
                  <a:lnTo>
                    <a:pt x="137160" y="19812"/>
                  </a:lnTo>
                  <a:lnTo>
                    <a:pt x="137160" y="21336"/>
                  </a:lnTo>
                  <a:lnTo>
                    <a:pt x="135636" y="22860"/>
                  </a:lnTo>
                  <a:lnTo>
                    <a:pt x="57912" y="22860"/>
                  </a:lnTo>
                  <a:lnTo>
                    <a:pt x="57912" y="0"/>
                  </a:lnTo>
                  <a:lnTo>
                    <a:pt x="47244" y="0"/>
                  </a:lnTo>
                  <a:lnTo>
                    <a:pt x="47244" y="22860"/>
                  </a:lnTo>
                  <a:lnTo>
                    <a:pt x="9144" y="22860"/>
                  </a:lnTo>
                  <a:lnTo>
                    <a:pt x="9144" y="27432"/>
                  </a:lnTo>
                  <a:lnTo>
                    <a:pt x="44196" y="54483"/>
                  </a:lnTo>
                  <a:lnTo>
                    <a:pt x="54864" y="67056"/>
                  </a:lnTo>
                  <a:lnTo>
                    <a:pt x="57912" y="67056"/>
                  </a:lnTo>
                  <a:lnTo>
                    <a:pt x="57912" y="53340"/>
                  </a:lnTo>
                  <a:lnTo>
                    <a:pt x="134112" y="53340"/>
                  </a:lnTo>
                  <a:lnTo>
                    <a:pt x="138684" y="51816"/>
                  </a:lnTo>
                  <a:lnTo>
                    <a:pt x="146304" y="44196"/>
                  </a:lnTo>
                  <a:lnTo>
                    <a:pt x="149352" y="39624"/>
                  </a:lnTo>
                  <a:lnTo>
                    <a:pt x="150812" y="35242"/>
                  </a:lnTo>
                  <a:lnTo>
                    <a:pt x="150876" y="28956"/>
                  </a:lnTo>
                  <a:close/>
                </a:path>
                <a:path extrusionOk="0" h="646429" w="195580">
                  <a:moveTo>
                    <a:pt x="150888" y="111252"/>
                  </a:moveTo>
                  <a:lnTo>
                    <a:pt x="118884" y="77724"/>
                  </a:lnTo>
                  <a:lnTo>
                    <a:pt x="115836" y="82296"/>
                  </a:lnTo>
                  <a:lnTo>
                    <a:pt x="121932" y="85344"/>
                  </a:lnTo>
                  <a:lnTo>
                    <a:pt x="132499" y="95923"/>
                  </a:lnTo>
                  <a:lnTo>
                    <a:pt x="111264" y="131064"/>
                  </a:lnTo>
                  <a:lnTo>
                    <a:pt x="92976" y="134112"/>
                  </a:lnTo>
                  <a:lnTo>
                    <a:pt x="92976" y="105156"/>
                  </a:lnTo>
                  <a:lnTo>
                    <a:pt x="92976" y="77724"/>
                  </a:lnTo>
                  <a:lnTo>
                    <a:pt x="85356" y="78778"/>
                  </a:lnTo>
                  <a:lnTo>
                    <a:pt x="85356" y="105156"/>
                  </a:lnTo>
                  <a:lnTo>
                    <a:pt x="85356" y="134112"/>
                  </a:lnTo>
                  <a:lnTo>
                    <a:pt x="71640" y="134112"/>
                  </a:lnTo>
                  <a:lnTo>
                    <a:pt x="64020" y="132588"/>
                  </a:lnTo>
                  <a:lnTo>
                    <a:pt x="57924" y="128016"/>
                  </a:lnTo>
                  <a:lnTo>
                    <a:pt x="53352" y="124968"/>
                  </a:lnTo>
                  <a:lnTo>
                    <a:pt x="51828" y="121920"/>
                  </a:lnTo>
                  <a:lnTo>
                    <a:pt x="51828" y="115824"/>
                  </a:lnTo>
                  <a:lnTo>
                    <a:pt x="54876" y="112776"/>
                  </a:lnTo>
                  <a:lnTo>
                    <a:pt x="56438" y="109639"/>
                  </a:lnTo>
                  <a:lnTo>
                    <a:pt x="56591" y="109639"/>
                  </a:lnTo>
                  <a:lnTo>
                    <a:pt x="59448" y="108204"/>
                  </a:lnTo>
                  <a:lnTo>
                    <a:pt x="64020" y="106680"/>
                  </a:lnTo>
                  <a:lnTo>
                    <a:pt x="67068" y="106680"/>
                  </a:lnTo>
                  <a:lnTo>
                    <a:pt x="74688" y="105156"/>
                  </a:lnTo>
                  <a:lnTo>
                    <a:pt x="85356" y="105156"/>
                  </a:lnTo>
                  <a:lnTo>
                    <a:pt x="85356" y="78778"/>
                  </a:lnTo>
                  <a:lnTo>
                    <a:pt x="82118" y="79209"/>
                  </a:lnTo>
                  <a:lnTo>
                    <a:pt x="72402" y="81534"/>
                  </a:lnTo>
                  <a:lnTo>
                    <a:pt x="45034" y="109639"/>
                  </a:lnTo>
                  <a:lnTo>
                    <a:pt x="44208" y="117348"/>
                  </a:lnTo>
                  <a:lnTo>
                    <a:pt x="45300" y="127088"/>
                  </a:lnTo>
                  <a:lnTo>
                    <a:pt x="76974" y="161163"/>
                  </a:lnTo>
                  <a:lnTo>
                    <a:pt x="99072" y="164592"/>
                  </a:lnTo>
                  <a:lnTo>
                    <a:pt x="109042" y="164020"/>
                  </a:lnTo>
                  <a:lnTo>
                    <a:pt x="147078" y="140779"/>
                  </a:lnTo>
                  <a:lnTo>
                    <a:pt x="149098" y="134112"/>
                  </a:lnTo>
                  <a:lnTo>
                    <a:pt x="149974" y="131241"/>
                  </a:lnTo>
                  <a:lnTo>
                    <a:pt x="149987" y="131064"/>
                  </a:lnTo>
                  <a:lnTo>
                    <a:pt x="150888" y="120396"/>
                  </a:lnTo>
                  <a:lnTo>
                    <a:pt x="150888" y="111252"/>
                  </a:lnTo>
                  <a:close/>
                </a:path>
                <a:path extrusionOk="0" h="646429" w="195580">
                  <a:moveTo>
                    <a:pt x="195084" y="246888"/>
                  </a:moveTo>
                  <a:lnTo>
                    <a:pt x="192506" y="205270"/>
                  </a:lnTo>
                  <a:lnTo>
                    <a:pt x="188226" y="193548"/>
                  </a:lnTo>
                  <a:lnTo>
                    <a:pt x="187350" y="191795"/>
                  </a:lnTo>
                  <a:lnTo>
                    <a:pt x="187350" y="215836"/>
                  </a:lnTo>
                  <a:lnTo>
                    <a:pt x="187248" y="233172"/>
                  </a:lnTo>
                  <a:lnTo>
                    <a:pt x="187172" y="235635"/>
                  </a:lnTo>
                  <a:lnTo>
                    <a:pt x="187096" y="236220"/>
                  </a:lnTo>
                  <a:lnTo>
                    <a:pt x="186321" y="242798"/>
                  </a:lnTo>
                  <a:lnTo>
                    <a:pt x="184886" y="248729"/>
                  </a:lnTo>
                  <a:lnTo>
                    <a:pt x="182892" y="252984"/>
                  </a:lnTo>
                  <a:lnTo>
                    <a:pt x="179844" y="257556"/>
                  </a:lnTo>
                  <a:lnTo>
                    <a:pt x="176796" y="259080"/>
                  </a:lnTo>
                  <a:lnTo>
                    <a:pt x="169176" y="259080"/>
                  </a:lnTo>
                  <a:lnTo>
                    <a:pt x="166128" y="257556"/>
                  </a:lnTo>
                  <a:lnTo>
                    <a:pt x="164604" y="252984"/>
                  </a:lnTo>
                  <a:lnTo>
                    <a:pt x="163080" y="249936"/>
                  </a:lnTo>
                  <a:lnTo>
                    <a:pt x="161556" y="245364"/>
                  </a:lnTo>
                  <a:lnTo>
                    <a:pt x="161632" y="233172"/>
                  </a:lnTo>
                  <a:lnTo>
                    <a:pt x="161759" y="227076"/>
                  </a:lnTo>
                  <a:lnTo>
                    <a:pt x="161861" y="224028"/>
                  </a:lnTo>
                  <a:lnTo>
                    <a:pt x="161950" y="222504"/>
                  </a:lnTo>
                  <a:lnTo>
                    <a:pt x="162013" y="221272"/>
                  </a:lnTo>
                  <a:lnTo>
                    <a:pt x="162115" y="219456"/>
                  </a:lnTo>
                  <a:lnTo>
                    <a:pt x="162204" y="217932"/>
                  </a:lnTo>
                  <a:lnTo>
                    <a:pt x="162318" y="215836"/>
                  </a:lnTo>
                  <a:lnTo>
                    <a:pt x="162839" y="208788"/>
                  </a:lnTo>
                  <a:lnTo>
                    <a:pt x="163080" y="204216"/>
                  </a:lnTo>
                  <a:lnTo>
                    <a:pt x="167652" y="195072"/>
                  </a:lnTo>
                  <a:lnTo>
                    <a:pt x="169176" y="193548"/>
                  </a:lnTo>
                  <a:lnTo>
                    <a:pt x="176796" y="193548"/>
                  </a:lnTo>
                  <a:lnTo>
                    <a:pt x="181368" y="196596"/>
                  </a:lnTo>
                  <a:lnTo>
                    <a:pt x="184416" y="202692"/>
                  </a:lnTo>
                  <a:lnTo>
                    <a:pt x="185940" y="208788"/>
                  </a:lnTo>
                  <a:lnTo>
                    <a:pt x="187350" y="215836"/>
                  </a:lnTo>
                  <a:lnTo>
                    <a:pt x="187350" y="191795"/>
                  </a:lnTo>
                  <a:lnTo>
                    <a:pt x="184416" y="185928"/>
                  </a:lnTo>
                  <a:lnTo>
                    <a:pt x="179844" y="182880"/>
                  </a:lnTo>
                  <a:lnTo>
                    <a:pt x="173748" y="178308"/>
                  </a:lnTo>
                  <a:lnTo>
                    <a:pt x="169176" y="176784"/>
                  </a:lnTo>
                  <a:lnTo>
                    <a:pt x="152412" y="176784"/>
                  </a:lnTo>
                  <a:lnTo>
                    <a:pt x="135864" y="213360"/>
                  </a:lnTo>
                  <a:lnTo>
                    <a:pt x="135775" y="216408"/>
                  </a:lnTo>
                  <a:lnTo>
                    <a:pt x="135686" y="219456"/>
                  </a:lnTo>
                  <a:lnTo>
                    <a:pt x="135648" y="248412"/>
                  </a:lnTo>
                  <a:lnTo>
                    <a:pt x="132600" y="251460"/>
                  </a:lnTo>
                  <a:lnTo>
                    <a:pt x="129552" y="252984"/>
                  </a:lnTo>
                  <a:lnTo>
                    <a:pt x="124980" y="252984"/>
                  </a:lnTo>
                  <a:lnTo>
                    <a:pt x="121932" y="251460"/>
                  </a:lnTo>
                  <a:lnTo>
                    <a:pt x="120408" y="249936"/>
                  </a:lnTo>
                  <a:lnTo>
                    <a:pt x="119646" y="248412"/>
                  </a:lnTo>
                  <a:lnTo>
                    <a:pt x="118884" y="246888"/>
                  </a:lnTo>
                  <a:lnTo>
                    <a:pt x="117360" y="245364"/>
                  </a:lnTo>
                  <a:lnTo>
                    <a:pt x="117360" y="222504"/>
                  </a:lnTo>
                  <a:lnTo>
                    <a:pt x="116217" y="217932"/>
                  </a:lnTo>
                  <a:lnTo>
                    <a:pt x="115836" y="216408"/>
                  </a:lnTo>
                  <a:lnTo>
                    <a:pt x="112788" y="210312"/>
                  </a:lnTo>
                  <a:lnTo>
                    <a:pt x="109740" y="202692"/>
                  </a:lnTo>
                  <a:lnTo>
                    <a:pt x="109740" y="228600"/>
                  </a:lnTo>
                  <a:lnTo>
                    <a:pt x="109740" y="236220"/>
                  </a:lnTo>
                  <a:lnTo>
                    <a:pt x="108216" y="239268"/>
                  </a:lnTo>
                  <a:lnTo>
                    <a:pt x="105168" y="240792"/>
                  </a:lnTo>
                  <a:lnTo>
                    <a:pt x="100596" y="243840"/>
                  </a:lnTo>
                  <a:lnTo>
                    <a:pt x="92976" y="245364"/>
                  </a:lnTo>
                  <a:lnTo>
                    <a:pt x="83832" y="245364"/>
                  </a:lnTo>
                  <a:lnTo>
                    <a:pt x="74637" y="245084"/>
                  </a:lnTo>
                  <a:lnTo>
                    <a:pt x="67449" y="244221"/>
                  </a:lnTo>
                  <a:lnTo>
                    <a:pt x="61963" y="242798"/>
                  </a:lnTo>
                  <a:lnTo>
                    <a:pt x="54876" y="239268"/>
                  </a:lnTo>
                  <a:lnTo>
                    <a:pt x="51828" y="236220"/>
                  </a:lnTo>
                  <a:lnTo>
                    <a:pt x="51828" y="227076"/>
                  </a:lnTo>
                  <a:lnTo>
                    <a:pt x="53352" y="224028"/>
                  </a:lnTo>
                  <a:lnTo>
                    <a:pt x="57924" y="222504"/>
                  </a:lnTo>
                  <a:lnTo>
                    <a:pt x="62496" y="219456"/>
                  </a:lnTo>
                  <a:lnTo>
                    <a:pt x="70116" y="217932"/>
                  </a:lnTo>
                  <a:lnTo>
                    <a:pt x="92976" y="217932"/>
                  </a:lnTo>
                  <a:lnTo>
                    <a:pt x="100596" y="219456"/>
                  </a:lnTo>
                  <a:lnTo>
                    <a:pt x="105168" y="222504"/>
                  </a:lnTo>
                  <a:lnTo>
                    <a:pt x="108216" y="224028"/>
                  </a:lnTo>
                  <a:lnTo>
                    <a:pt x="109740" y="228600"/>
                  </a:lnTo>
                  <a:lnTo>
                    <a:pt x="109740" y="202692"/>
                  </a:lnTo>
                  <a:lnTo>
                    <a:pt x="106692" y="198120"/>
                  </a:lnTo>
                  <a:lnTo>
                    <a:pt x="100596" y="193548"/>
                  </a:lnTo>
                  <a:lnTo>
                    <a:pt x="96024" y="188976"/>
                  </a:lnTo>
                  <a:lnTo>
                    <a:pt x="89928" y="187452"/>
                  </a:lnTo>
                  <a:lnTo>
                    <a:pt x="77736" y="187452"/>
                  </a:lnTo>
                  <a:lnTo>
                    <a:pt x="73164" y="188976"/>
                  </a:lnTo>
                  <a:lnTo>
                    <a:pt x="67068" y="192024"/>
                  </a:lnTo>
                  <a:lnTo>
                    <a:pt x="64020" y="195072"/>
                  </a:lnTo>
                  <a:lnTo>
                    <a:pt x="59448" y="198120"/>
                  </a:lnTo>
                  <a:lnTo>
                    <a:pt x="59448" y="176784"/>
                  </a:lnTo>
                  <a:lnTo>
                    <a:pt x="47256" y="176784"/>
                  </a:lnTo>
                  <a:lnTo>
                    <a:pt x="47256" y="213360"/>
                  </a:lnTo>
                  <a:lnTo>
                    <a:pt x="45732" y="220980"/>
                  </a:lnTo>
                  <a:lnTo>
                    <a:pt x="45656" y="221272"/>
                  </a:lnTo>
                  <a:lnTo>
                    <a:pt x="44208" y="227076"/>
                  </a:lnTo>
                  <a:lnTo>
                    <a:pt x="44208" y="233172"/>
                  </a:lnTo>
                  <a:lnTo>
                    <a:pt x="60845" y="269417"/>
                  </a:lnTo>
                  <a:lnTo>
                    <a:pt x="80784" y="275844"/>
                  </a:lnTo>
                  <a:lnTo>
                    <a:pt x="88404" y="275844"/>
                  </a:lnTo>
                  <a:lnTo>
                    <a:pt x="94500" y="274320"/>
                  </a:lnTo>
                  <a:lnTo>
                    <a:pt x="106692" y="265176"/>
                  </a:lnTo>
                  <a:lnTo>
                    <a:pt x="111264" y="259080"/>
                  </a:lnTo>
                  <a:lnTo>
                    <a:pt x="114312" y="248412"/>
                  </a:lnTo>
                  <a:lnTo>
                    <a:pt x="114414" y="248729"/>
                  </a:lnTo>
                  <a:lnTo>
                    <a:pt x="117360" y="257556"/>
                  </a:lnTo>
                  <a:lnTo>
                    <a:pt x="121932" y="263652"/>
                  </a:lnTo>
                  <a:lnTo>
                    <a:pt x="126504" y="266700"/>
                  </a:lnTo>
                  <a:lnTo>
                    <a:pt x="131076" y="271272"/>
                  </a:lnTo>
                  <a:lnTo>
                    <a:pt x="135648" y="272796"/>
                  </a:lnTo>
                  <a:lnTo>
                    <a:pt x="149364" y="272796"/>
                  </a:lnTo>
                  <a:lnTo>
                    <a:pt x="155460" y="268224"/>
                  </a:lnTo>
                  <a:lnTo>
                    <a:pt x="160032" y="259080"/>
                  </a:lnTo>
                  <a:lnTo>
                    <a:pt x="161556" y="266700"/>
                  </a:lnTo>
                  <a:lnTo>
                    <a:pt x="163080" y="269748"/>
                  </a:lnTo>
                  <a:lnTo>
                    <a:pt x="166128" y="272796"/>
                  </a:lnTo>
                  <a:lnTo>
                    <a:pt x="172224" y="275844"/>
                  </a:lnTo>
                  <a:lnTo>
                    <a:pt x="178320" y="275844"/>
                  </a:lnTo>
                  <a:lnTo>
                    <a:pt x="182892" y="274320"/>
                  </a:lnTo>
                  <a:lnTo>
                    <a:pt x="188988" y="268224"/>
                  </a:lnTo>
                  <a:lnTo>
                    <a:pt x="190512" y="262128"/>
                  </a:lnTo>
                  <a:lnTo>
                    <a:pt x="193560" y="254508"/>
                  </a:lnTo>
                  <a:lnTo>
                    <a:pt x="195084" y="2468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879" name="Google Shape;7879;p109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496311" y="7758684"/>
            <a:ext cx="199644" cy="227075"/>
          </a:xfrm>
          <a:prstGeom prst="rect">
            <a:avLst/>
          </a:prstGeom>
          <a:noFill/>
          <a:ln>
            <a:noFill/>
          </a:ln>
        </p:spPr>
      </p:pic>
      <p:sp>
        <p:nvSpPr>
          <p:cNvPr id="7880" name="Google Shape;7880;p109"/>
          <p:cNvSpPr/>
          <p:nvPr/>
        </p:nvSpPr>
        <p:spPr>
          <a:xfrm>
            <a:off x="2500871" y="7118604"/>
            <a:ext cx="195580" cy="570230"/>
          </a:xfrm>
          <a:custGeom>
            <a:rect b="b" l="l" r="r" t="t"/>
            <a:pathLst>
              <a:path extrusionOk="0" h="570229" w="195580">
                <a:moveTo>
                  <a:pt x="150876" y="96012"/>
                </a:moveTo>
                <a:lnTo>
                  <a:pt x="143256" y="53340"/>
                </a:lnTo>
                <a:lnTo>
                  <a:pt x="138684" y="53340"/>
                </a:lnTo>
                <a:lnTo>
                  <a:pt x="138684" y="60960"/>
                </a:lnTo>
                <a:lnTo>
                  <a:pt x="137160" y="62484"/>
                </a:lnTo>
                <a:lnTo>
                  <a:pt x="137160" y="64008"/>
                </a:lnTo>
                <a:lnTo>
                  <a:pt x="135636" y="65532"/>
                </a:lnTo>
                <a:lnTo>
                  <a:pt x="0" y="65532"/>
                </a:lnTo>
                <a:lnTo>
                  <a:pt x="0" y="111252"/>
                </a:lnTo>
                <a:lnTo>
                  <a:pt x="4572" y="111252"/>
                </a:lnTo>
                <a:lnTo>
                  <a:pt x="4572" y="106680"/>
                </a:lnTo>
                <a:lnTo>
                  <a:pt x="6096" y="103632"/>
                </a:lnTo>
                <a:lnTo>
                  <a:pt x="6096" y="102108"/>
                </a:lnTo>
                <a:lnTo>
                  <a:pt x="7620" y="99060"/>
                </a:lnTo>
                <a:lnTo>
                  <a:pt x="9144" y="99060"/>
                </a:lnTo>
                <a:lnTo>
                  <a:pt x="10668" y="97536"/>
                </a:lnTo>
                <a:lnTo>
                  <a:pt x="12192" y="97536"/>
                </a:lnTo>
                <a:lnTo>
                  <a:pt x="15240" y="96012"/>
                </a:lnTo>
                <a:lnTo>
                  <a:pt x="57912" y="96012"/>
                </a:lnTo>
                <a:lnTo>
                  <a:pt x="53340" y="100584"/>
                </a:lnTo>
                <a:lnTo>
                  <a:pt x="50292" y="105156"/>
                </a:lnTo>
                <a:lnTo>
                  <a:pt x="47244" y="108204"/>
                </a:lnTo>
                <a:lnTo>
                  <a:pt x="45720" y="112776"/>
                </a:lnTo>
                <a:lnTo>
                  <a:pt x="44196" y="115824"/>
                </a:lnTo>
                <a:lnTo>
                  <a:pt x="44196" y="129540"/>
                </a:lnTo>
                <a:lnTo>
                  <a:pt x="47244" y="135636"/>
                </a:lnTo>
                <a:lnTo>
                  <a:pt x="51816" y="141732"/>
                </a:lnTo>
                <a:lnTo>
                  <a:pt x="56388" y="149352"/>
                </a:lnTo>
                <a:lnTo>
                  <a:pt x="99060" y="163068"/>
                </a:lnTo>
                <a:lnTo>
                  <a:pt x="109042" y="162496"/>
                </a:lnTo>
                <a:lnTo>
                  <a:pt x="147066" y="140970"/>
                </a:lnTo>
                <a:lnTo>
                  <a:pt x="150012" y="132549"/>
                </a:lnTo>
                <a:lnTo>
                  <a:pt x="150050" y="132207"/>
                </a:lnTo>
                <a:lnTo>
                  <a:pt x="150152" y="131064"/>
                </a:lnTo>
                <a:lnTo>
                  <a:pt x="150876" y="123444"/>
                </a:lnTo>
                <a:lnTo>
                  <a:pt x="150876" y="114300"/>
                </a:lnTo>
                <a:lnTo>
                  <a:pt x="147828" y="109728"/>
                </a:lnTo>
                <a:lnTo>
                  <a:pt x="146304" y="106680"/>
                </a:lnTo>
                <a:lnTo>
                  <a:pt x="138684" y="99060"/>
                </a:lnTo>
                <a:lnTo>
                  <a:pt x="138684" y="108204"/>
                </a:lnTo>
                <a:lnTo>
                  <a:pt x="138684" y="120396"/>
                </a:lnTo>
                <a:lnTo>
                  <a:pt x="134112" y="124968"/>
                </a:lnTo>
                <a:lnTo>
                  <a:pt x="129540" y="128016"/>
                </a:lnTo>
                <a:lnTo>
                  <a:pt x="123444" y="129540"/>
                </a:lnTo>
                <a:lnTo>
                  <a:pt x="118046" y="131305"/>
                </a:lnTo>
                <a:lnTo>
                  <a:pt x="111061" y="132207"/>
                </a:lnTo>
                <a:lnTo>
                  <a:pt x="102666" y="132549"/>
                </a:lnTo>
                <a:lnTo>
                  <a:pt x="84277" y="132549"/>
                </a:lnTo>
                <a:lnTo>
                  <a:pt x="78295" y="132397"/>
                </a:lnTo>
                <a:lnTo>
                  <a:pt x="72186" y="131953"/>
                </a:lnTo>
                <a:lnTo>
                  <a:pt x="67056" y="131064"/>
                </a:lnTo>
                <a:lnTo>
                  <a:pt x="60960" y="128016"/>
                </a:lnTo>
                <a:lnTo>
                  <a:pt x="56388" y="126492"/>
                </a:lnTo>
                <a:lnTo>
                  <a:pt x="54864" y="123444"/>
                </a:lnTo>
                <a:lnTo>
                  <a:pt x="53340" y="121920"/>
                </a:lnTo>
                <a:lnTo>
                  <a:pt x="51816" y="118872"/>
                </a:lnTo>
                <a:lnTo>
                  <a:pt x="51816" y="117348"/>
                </a:lnTo>
                <a:lnTo>
                  <a:pt x="53225" y="111023"/>
                </a:lnTo>
                <a:lnTo>
                  <a:pt x="57340" y="105537"/>
                </a:lnTo>
                <a:lnTo>
                  <a:pt x="64135" y="100584"/>
                </a:lnTo>
                <a:lnTo>
                  <a:pt x="73152" y="96012"/>
                </a:lnTo>
                <a:lnTo>
                  <a:pt x="124968" y="96012"/>
                </a:lnTo>
                <a:lnTo>
                  <a:pt x="134112" y="102108"/>
                </a:lnTo>
                <a:lnTo>
                  <a:pt x="138684" y="108204"/>
                </a:lnTo>
                <a:lnTo>
                  <a:pt x="138684" y="99060"/>
                </a:lnTo>
                <a:lnTo>
                  <a:pt x="135636" y="96012"/>
                </a:lnTo>
                <a:lnTo>
                  <a:pt x="150876" y="96012"/>
                </a:lnTo>
                <a:close/>
              </a:path>
              <a:path extrusionOk="0" h="570229" w="195580">
                <a:moveTo>
                  <a:pt x="150888" y="527304"/>
                </a:moveTo>
                <a:lnTo>
                  <a:pt x="149364" y="521208"/>
                </a:lnTo>
                <a:lnTo>
                  <a:pt x="148348" y="519684"/>
                </a:lnTo>
                <a:lnTo>
                  <a:pt x="146316" y="516636"/>
                </a:lnTo>
                <a:lnTo>
                  <a:pt x="144792" y="510540"/>
                </a:lnTo>
                <a:lnTo>
                  <a:pt x="140220" y="505968"/>
                </a:lnTo>
                <a:lnTo>
                  <a:pt x="134124" y="502920"/>
                </a:lnTo>
                <a:lnTo>
                  <a:pt x="129552" y="499872"/>
                </a:lnTo>
                <a:lnTo>
                  <a:pt x="123456" y="498348"/>
                </a:lnTo>
                <a:lnTo>
                  <a:pt x="111264" y="498348"/>
                </a:lnTo>
                <a:lnTo>
                  <a:pt x="82308" y="525780"/>
                </a:lnTo>
                <a:lnTo>
                  <a:pt x="77774" y="533831"/>
                </a:lnTo>
                <a:lnTo>
                  <a:pt x="73545" y="539877"/>
                </a:lnTo>
                <a:lnTo>
                  <a:pt x="69875" y="544220"/>
                </a:lnTo>
                <a:lnTo>
                  <a:pt x="67068" y="547116"/>
                </a:lnTo>
                <a:lnTo>
                  <a:pt x="65544" y="548640"/>
                </a:lnTo>
                <a:lnTo>
                  <a:pt x="57924" y="548640"/>
                </a:lnTo>
                <a:lnTo>
                  <a:pt x="53352" y="544068"/>
                </a:lnTo>
                <a:lnTo>
                  <a:pt x="51828" y="541020"/>
                </a:lnTo>
                <a:lnTo>
                  <a:pt x="51828" y="533400"/>
                </a:lnTo>
                <a:lnTo>
                  <a:pt x="79260" y="509016"/>
                </a:lnTo>
                <a:lnTo>
                  <a:pt x="79260" y="504444"/>
                </a:lnTo>
                <a:lnTo>
                  <a:pt x="44208" y="504444"/>
                </a:lnTo>
                <a:lnTo>
                  <a:pt x="44208" y="509016"/>
                </a:lnTo>
                <a:lnTo>
                  <a:pt x="47256" y="510540"/>
                </a:lnTo>
                <a:lnTo>
                  <a:pt x="50304" y="513588"/>
                </a:lnTo>
                <a:lnTo>
                  <a:pt x="50304" y="519684"/>
                </a:lnTo>
                <a:lnTo>
                  <a:pt x="48780" y="521208"/>
                </a:lnTo>
                <a:lnTo>
                  <a:pt x="45732" y="527304"/>
                </a:lnTo>
                <a:lnTo>
                  <a:pt x="44208" y="531876"/>
                </a:lnTo>
                <a:lnTo>
                  <a:pt x="44323" y="539496"/>
                </a:lnTo>
                <a:lnTo>
                  <a:pt x="44450" y="541020"/>
                </a:lnTo>
                <a:lnTo>
                  <a:pt x="44792" y="545426"/>
                </a:lnTo>
                <a:lnTo>
                  <a:pt x="44843" y="545592"/>
                </a:lnTo>
                <a:lnTo>
                  <a:pt x="46685" y="551878"/>
                </a:lnTo>
                <a:lnTo>
                  <a:pt x="49987" y="557479"/>
                </a:lnTo>
                <a:lnTo>
                  <a:pt x="54876" y="562356"/>
                </a:lnTo>
                <a:lnTo>
                  <a:pt x="60972" y="566928"/>
                </a:lnTo>
                <a:lnTo>
                  <a:pt x="67068" y="569976"/>
                </a:lnTo>
                <a:lnTo>
                  <a:pt x="82308" y="569976"/>
                </a:lnTo>
                <a:lnTo>
                  <a:pt x="88404" y="568452"/>
                </a:lnTo>
                <a:lnTo>
                  <a:pt x="94500" y="562356"/>
                </a:lnTo>
                <a:lnTo>
                  <a:pt x="98209" y="559219"/>
                </a:lnTo>
                <a:lnTo>
                  <a:pt x="102501" y="554355"/>
                </a:lnTo>
                <a:lnTo>
                  <a:pt x="106718" y="548640"/>
                </a:lnTo>
                <a:lnTo>
                  <a:pt x="107353" y="547789"/>
                </a:lnTo>
                <a:lnTo>
                  <a:pt x="112788" y="539496"/>
                </a:lnTo>
                <a:lnTo>
                  <a:pt x="117360" y="531876"/>
                </a:lnTo>
                <a:lnTo>
                  <a:pt x="121932" y="525780"/>
                </a:lnTo>
                <a:lnTo>
                  <a:pt x="126504" y="521208"/>
                </a:lnTo>
                <a:lnTo>
                  <a:pt x="129552" y="519684"/>
                </a:lnTo>
                <a:lnTo>
                  <a:pt x="135648" y="519684"/>
                </a:lnTo>
                <a:lnTo>
                  <a:pt x="138696" y="521208"/>
                </a:lnTo>
                <a:lnTo>
                  <a:pt x="140220" y="524256"/>
                </a:lnTo>
                <a:lnTo>
                  <a:pt x="143268" y="525780"/>
                </a:lnTo>
                <a:lnTo>
                  <a:pt x="124980" y="562356"/>
                </a:lnTo>
                <a:lnTo>
                  <a:pt x="115836" y="565404"/>
                </a:lnTo>
                <a:lnTo>
                  <a:pt x="115836" y="569976"/>
                </a:lnTo>
                <a:lnTo>
                  <a:pt x="150888" y="569976"/>
                </a:lnTo>
                <a:lnTo>
                  <a:pt x="150888" y="565404"/>
                </a:lnTo>
                <a:lnTo>
                  <a:pt x="144792" y="562356"/>
                </a:lnTo>
                <a:lnTo>
                  <a:pt x="144881" y="559219"/>
                </a:lnTo>
                <a:lnTo>
                  <a:pt x="146316" y="557784"/>
                </a:lnTo>
                <a:lnTo>
                  <a:pt x="146443" y="554355"/>
                </a:lnTo>
                <a:lnTo>
                  <a:pt x="149364" y="545592"/>
                </a:lnTo>
                <a:lnTo>
                  <a:pt x="149402" y="545426"/>
                </a:lnTo>
                <a:lnTo>
                  <a:pt x="150787" y="539877"/>
                </a:lnTo>
                <a:lnTo>
                  <a:pt x="150888" y="527304"/>
                </a:lnTo>
                <a:close/>
              </a:path>
              <a:path extrusionOk="0" h="570229" w="195580">
                <a:moveTo>
                  <a:pt x="150888" y="307848"/>
                </a:moveTo>
                <a:lnTo>
                  <a:pt x="118884" y="274320"/>
                </a:lnTo>
                <a:lnTo>
                  <a:pt x="115836" y="278892"/>
                </a:lnTo>
                <a:lnTo>
                  <a:pt x="121932" y="281940"/>
                </a:lnTo>
                <a:lnTo>
                  <a:pt x="129552" y="289560"/>
                </a:lnTo>
                <a:lnTo>
                  <a:pt x="132600" y="294132"/>
                </a:lnTo>
                <a:lnTo>
                  <a:pt x="132600" y="309372"/>
                </a:lnTo>
                <a:lnTo>
                  <a:pt x="92976" y="330708"/>
                </a:lnTo>
                <a:lnTo>
                  <a:pt x="92976" y="301752"/>
                </a:lnTo>
                <a:lnTo>
                  <a:pt x="92976" y="274320"/>
                </a:lnTo>
                <a:lnTo>
                  <a:pt x="85356" y="275374"/>
                </a:lnTo>
                <a:lnTo>
                  <a:pt x="85356" y="301752"/>
                </a:lnTo>
                <a:lnTo>
                  <a:pt x="85356" y="330708"/>
                </a:lnTo>
                <a:lnTo>
                  <a:pt x="71640" y="330708"/>
                </a:lnTo>
                <a:lnTo>
                  <a:pt x="64020" y="329184"/>
                </a:lnTo>
                <a:lnTo>
                  <a:pt x="57924" y="324612"/>
                </a:lnTo>
                <a:lnTo>
                  <a:pt x="53352" y="321564"/>
                </a:lnTo>
                <a:lnTo>
                  <a:pt x="51828" y="320040"/>
                </a:lnTo>
                <a:lnTo>
                  <a:pt x="51828" y="312420"/>
                </a:lnTo>
                <a:lnTo>
                  <a:pt x="54876" y="309372"/>
                </a:lnTo>
                <a:lnTo>
                  <a:pt x="56438" y="306235"/>
                </a:lnTo>
                <a:lnTo>
                  <a:pt x="56591" y="306235"/>
                </a:lnTo>
                <a:lnTo>
                  <a:pt x="59448" y="304800"/>
                </a:lnTo>
                <a:lnTo>
                  <a:pt x="64020" y="303276"/>
                </a:lnTo>
                <a:lnTo>
                  <a:pt x="67068" y="303276"/>
                </a:lnTo>
                <a:lnTo>
                  <a:pt x="74688" y="301752"/>
                </a:lnTo>
                <a:lnTo>
                  <a:pt x="85356" y="301752"/>
                </a:lnTo>
                <a:lnTo>
                  <a:pt x="85356" y="275374"/>
                </a:lnTo>
                <a:lnTo>
                  <a:pt x="82118" y="275805"/>
                </a:lnTo>
                <a:lnTo>
                  <a:pt x="72402" y="278130"/>
                </a:lnTo>
                <a:lnTo>
                  <a:pt x="45034" y="306235"/>
                </a:lnTo>
                <a:lnTo>
                  <a:pt x="44208" y="313944"/>
                </a:lnTo>
                <a:lnTo>
                  <a:pt x="45300" y="323684"/>
                </a:lnTo>
                <a:lnTo>
                  <a:pt x="76974" y="357759"/>
                </a:lnTo>
                <a:lnTo>
                  <a:pt x="99072" y="361188"/>
                </a:lnTo>
                <a:lnTo>
                  <a:pt x="109042" y="360616"/>
                </a:lnTo>
                <a:lnTo>
                  <a:pt x="147078" y="337375"/>
                </a:lnTo>
                <a:lnTo>
                  <a:pt x="149098" y="330708"/>
                </a:lnTo>
                <a:lnTo>
                  <a:pt x="149974" y="327837"/>
                </a:lnTo>
                <a:lnTo>
                  <a:pt x="149987" y="327660"/>
                </a:lnTo>
                <a:lnTo>
                  <a:pt x="150888" y="316992"/>
                </a:lnTo>
                <a:lnTo>
                  <a:pt x="150888" y="307848"/>
                </a:lnTo>
                <a:close/>
              </a:path>
              <a:path extrusionOk="0" h="570229" w="195580">
                <a:moveTo>
                  <a:pt x="150888" y="210312"/>
                </a:moveTo>
                <a:lnTo>
                  <a:pt x="118884" y="176784"/>
                </a:lnTo>
                <a:lnTo>
                  <a:pt x="115836" y="179832"/>
                </a:lnTo>
                <a:lnTo>
                  <a:pt x="121932" y="184404"/>
                </a:lnTo>
                <a:lnTo>
                  <a:pt x="132499" y="194983"/>
                </a:lnTo>
                <a:lnTo>
                  <a:pt x="111366" y="230085"/>
                </a:lnTo>
                <a:lnTo>
                  <a:pt x="92976" y="233172"/>
                </a:lnTo>
                <a:lnTo>
                  <a:pt x="92976" y="204216"/>
                </a:lnTo>
                <a:lnTo>
                  <a:pt x="92976" y="176784"/>
                </a:lnTo>
                <a:lnTo>
                  <a:pt x="85356" y="177380"/>
                </a:lnTo>
                <a:lnTo>
                  <a:pt x="85356" y="204216"/>
                </a:lnTo>
                <a:lnTo>
                  <a:pt x="85356" y="233172"/>
                </a:lnTo>
                <a:lnTo>
                  <a:pt x="71640" y="233172"/>
                </a:lnTo>
                <a:lnTo>
                  <a:pt x="64020" y="231648"/>
                </a:lnTo>
                <a:lnTo>
                  <a:pt x="57924" y="227076"/>
                </a:lnTo>
                <a:lnTo>
                  <a:pt x="53352" y="224028"/>
                </a:lnTo>
                <a:lnTo>
                  <a:pt x="51828" y="220980"/>
                </a:lnTo>
                <a:lnTo>
                  <a:pt x="51828" y="214884"/>
                </a:lnTo>
                <a:lnTo>
                  <a:pt x="54876" y="211836"/>
                </a:lnTo>
                <a:lnTo>
                  <a:pt x="56438" y="208699"/>
                </a:lnTo>
                <a:lnTo>
                  <a:pt x="56591" y="208699"/>
                </a:lnTo>
                <a:lnTo>
                  <a:pt x="59448" y="207264"/>
                </a:lnTo>
                <a:lnTo>
                  <a:pt x="64020" y="205740"/>
                </a:lnTo>
                <a:lnTo>
                  <a:pt x="67068" y="204216"/>
                </a:lnTo>
                <a:lnTo>
                  <a:pt x="85356" y="204216"/>
                </a:lnTo>
                <a:lnTo>
                  <a:pt x="85356" y="177380"/>
                </a:lnTo>
                <a:lnTo>
                  <a:pt x="51269" y="194983"/>
                </a:lnTo>
                <a:lnTo>
                  <a:pt x="44208" y="216408"/>
                </a:lnTo>
                <a:lnTo>
                  <a:pt x="45300" y="225513"/>
                </a:lnTo>
                <a:lnTo>
                  <a:pt x="76974" y="260223"/>
                </a:lnTo>
                <a:lnTo>
                  <a:pt x="99072" y="263652"/>
                </a:lnTo>
                <a:lnTo>
                  <a:pt x="109042" y="263080"/>
                </a:lnTo>
                <a:lnTo>
                  <a:pt x="147078" y="239268"/>
                </a:lnTo>
                <a:lnTo>
                  <a:pt x="148996" y="233172"/>
                </a:lnTo>
                <a:lnTo>
                  <a:pt x="149974" y="230085"/>
                </a:lnTo>
                <a:lnTo>
                  <a:pt x="150888" y="219456"/>
                </a:lnTo>
                <a:lnTo>
                  <a:pt x="150888" y="210312"/>
                </a:lnTo>
                <a:close/>
              </a:path>
              <a:path extrusionOk="0" h="570229" w="195580">
                <a:moveTo>
                  <a:pt x="184416" y="35052"/>
                </a:moveTo>
                <a:lnTo>
                  <a:pt x="155079" y="2286"/>
                </a:lnTo>
                <a:lnTo>
                  <a:pt x="140220" y="0"/>
                </a:lnTo>
                <a:lnTo>
                  <a:pt x="131076" y="0"/>
                </a:lnTo>
                <a:lnTo>
                  <a:pt x="124980" y="1524"/>
                </a:lnTo>
                <a:lnTo>
                  <a:pt x="115836" y="10668"/>
                </a:lnTo>
                <a:lnTo>
                  <a:pt x="112788" y="15240"/>
                </a:lnTo>
                <a:lnTo>
                  <a:pt x="112788" y="27432"/>
                </a:lnTo>
                <a:lnTo>
                  <a:pt x="115836" y="30480"/>
                </a:lnTo>
                <a:lnTo>
                  <a:pt x="118884" y="35052"/>
                </a:lnTo>
                <a:lnTo>
                  <a:pt x="121932" y="38100"/>
                </a:lnTo>
                <a:lnTo>
                  <a:pt x="126504" y="39624"/>
                </a:lnTo>
                <a:lnTo>
                  <a:pt x="135648" y="39624"/>
                </a:lnTo>
                <a:lnTo>
                  <a:pt x="140220" y="38100"/>
                </a:lnTo>
                <a:lnTo>
                  <a:pt x="143268" y="35052"/>
                </a:lnTo>
                <a:lnTo>
                  <a:pt x="146316" y="33528"/>
                </a:lnTo>
                <a:lnTo>
                  <a:pt x="147840" y="28956"/>
                </a:lnTo>
                <a:lnTo>
                  <a:pt x="147840" y="21336"/>
                </a:lnTo>
                <a:lnTo>
                  <a:pt x="146316" y="18288"/>
                </a:lnTo>
                <a:lnTo>
                  <a:pt x="146316" y="15240"/>
                </a:lnTo>
                <a:lnTo>
                  <a:pt x="155460" y="15240"/>
                </a:lnTo>
                <a:lnTo>
                  <a:pt x="161556" y="16764"/>
                </a:lnTo>
                <a:lnTo>
                  <a:pt x="166128" y="19812"/>
                </a:lnTo>
                <a:lnTo>
                  <a:pt x="172224" y="22860"/>
                </a:lnTo>
                <a:lnTo>
                  <a:pt x="176796" y="27432"/>
                </a:lnTo>
                <a:lnTo>
                  <a:pt x="179844" y="35052"/>
                </a:lnTo>
                <a:lnTo>
                  <a:pt x="184416" y="35052"/>
                </a:lnTo>
                <a:close/>
              </a:path>
              <a:path extrusionOk="0" h="570229" w="195580">
                <a:moveTo>
                  <a:pt x="195072" y="429768"/>
                </a:moveTo>
                <a:lnTo>
                  <a:pt x="190500" y="429768"/>
                </a:lnTo>
                <a:lnTo>
                  <a:pt x="190500" y="437388"/>
                </a:lnTo>
                <a:lnTo>
                  <a:pt x="188976" y="440436"/>
                </a:lnTo>
                <a:lnTo>
                  <a:pt x="188976" y="441960"/>
                </a:lnTo>
                <a:lnTo>
                  <a:pt x="187452" y="443484"/>
                </a:lnTo>
                <a:lnTo>
                  <a:pt x="185928" y="443484"/>
                </a:lnTo>
                <a:lnTo>
                  <a:pt x="182880" y="445008"/>
                </a:lnTo>
                <a:lnTo>
                  <a:pt x="138684" y="445008"/>
                </a:lnTo>
                <a:lnTo>
                  <a:pt x="146304" y="437388"/>
                </a:lnTo>
                <a:lnTo>
                  <a:pt x="147828" y="432816"/>
                </a:lnTo>
                <a:lnTo>
                  <a:pt x="150876" y="428244"/>
                </a:lnTo>
                <a:lnTo>
                  <a:pt x="150837" y="409765"/>
                </a:lnTo>
                <a:lnTo>
                  <a:pt x="150495" y="408432"/>
                </a:lnTo>
                <a:lnTo>
                  <a:pt x="149352" y="403860"/>
                </a:lnTo>
                <a:lnTo>
                  <a:pt x="144780" y="396240"/>
                </a:lnTo>
                <a:lnTo>
                  <a:pt x="143256" y="394208"/>
                </a:lnTo>
                <a:lnTo>
                  <a:pt x="143256" y="420624"/>
                </a:lnTo>
                <a:lnTo>
                  <a:pt x="143256" y="431292"/>
                </a:lnTo>
                <a:lnTo>
                  <a:pt x="138684" y="438912"/>
                </a:lnTo>
                <a:lnTo>
                  <a:pt x="129540" y="445008"/>
                </a:lnTo>
                <a:lnTo>
                  <a:pt x="73152" y="445008"/>
                </a:lnTo>
                <a:lnTo>
                  <a:pt x="62484" y="440436"/>
                </a:lnTo>
                <a:lnTo>
                  <a:pt x="56388" y="434340"/>
                </a:lnTo>
                <a:lnTo>
                  <a:pt x="56388" y="420624"/>
                </a:lnTo>
                <a:lnTo>
                  <a:pt x="100584" y="408432"/>
                </a:lnTo>
                <a:lnTo>
                  <a:pt x="113157" y="408749"/>
                </a:lnTo>
                <a:lnTo>
                  <a:pt x="123444" y="409765"/>
                </a:lnTo>
                <a:lnTo>
                  <a:pt x="131445" y="411657"/>
                </a:lnTo>
                <a:lnTo>
                  <a:pt x="137160" y="414528"/>
                </a:lnTo>
                <a:lnTo>
                  <a:pt x="141732" y="416052"/>
                </a:lnTo>
                <a:lnTo>
                  <a:pt x="143256" y="420624"/>
                </a:lnTo>
                <a:lnTo>
                  <a:pt x="143256" y="394208"/>
                </a:lnTo>
                <a:lnTo>
                  <a:pt x="105257" y="378244"/>
                </a:lnTo>
                <a:lnTo>
                  <a:pt x="97536" y="377952"/>
                </a:lnTo>
                <a:lnTo>
                  <a:pt x="90703" y="378244"/>
                </a:lnTo>
                <a:lnTo>
                  <a:pt x="47244" y="402336"/>
                </a:lnTo>
                <a:lnTo>
                  <a:pt x="44196" y="423672"/>
                </a:lnTo>
                <a:lnTo>
                  <a:pt x="45720" y="428244"/>
                </a:lnTo>
                <a:lnTo>
                  <a:pt x="50292" y="434340"/>
                </a:lnTo>
                <a:lnTo>
                  <a:pt x="51816" y="437388"/>
                </a:lnTo>
                <a:lnTo>
                  <a:pt x="56388" y="441960"/>
                </a:lnTo>
                <a:lnTo>
                  <a:pt x="60960" y="445008"/>
                </a:lnTo>
                <a:lnTo>
                  <a:pt x="47244" y="445008"/>
                </a:lnTo>
                <a:lnTo>
                  <a:pt x="47244" y="487680"/>
                </a:lnTo>
                <a:lnTo>
                  <a:pt x="51816" y="487680"/>
                </a:lnTo>
                <a:lnTo>
                  <a:pt x="53340" y="483108"/>
                </a:lnTo>
                <a:lnTo>
                  <a:pt x="53340" y="480060"/>
                </a:lnTo>
                <a:lnTo>
                  <a:pt x="56388" y="478536"/>
                </a:lnTo>
                <a:lnTo>
                  <a:pt x="57912" y="475488"/>
                </a:lnTo>
                <a:lnTo>
                  <a:pt x="185928" y="475488"/>
                </a:lnTo>
                <a:lnTo>
                  <a:pt x="187452" y="477012"/>
                </a:lnTo>
                <a:lnTo>
                  <a:pt x="190500" y="483108"/>
                </a:lnTo>
                <a:lnTo>
                  <a:pt x="190500" y="487680"/>
                </a:lnTo>
                <a:lnTo>
                  <a:pt x="195072" y="487680"/>
                </a:lnTo>
                <a:lnTo>
                  <a:pt x="195072" y="475488"/>
                </a:lnTo>
                <a:lnTo>
                  <a:pt x="195072" y="4297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81" name="Google Shape;7881;p109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2545079" y="6589776"/>
            <a:ext cx="140208" cy="457200"/>
          </a:xfrm>
          <a:prstGeom prst="rect">
            <a:avLst/>
          </a:prstGeom>
          <a:noFill/>
          <a:ln>
            <a:noFill/>
          </a:ln>
        </p:spPr>
      </p:pic>
      <p:sp>
        <p:nvSpPr>
          <p:cNvPr id="7882" name="Google Shape;7882;p109"/>
          <p:cNvSpPr/>
          <p:nvPr/>
        </p:nvSpPr>
        <p:spPr>
          <a:xfrm>
            <a:off x="2545067" y="5903976"/>
            <a:ext cx="151130" cy="617220"/>
          </a:xfrm>
          <a:custGeom>
            <a:rect b="b" l="l" r="r" t="t"/>
            <a:pathLst>
              <a:path extrusionOk="0" h="617220" w="151130">
                <a:moveTo>
                  <a:pt x="103632" y="62484"/>
                </a:moveTo>
                <a:lnTo>
                  <a:pt x="99060" y="62484"/>
                </a:lnTo>
                <a:lnTo>
                  <a:pt x="99060" y="70104"/>
                </a:lnTo>
                <a:lnTo>
                  <a:pt x="97536" y="71628"/>
                </a:lnTo>
                <a:lnTo>
                  <a:pt x="97536" y="73152"/>
                </a:lnTo>
                <a:lnTo>
                  <a:pt x="96012" y="73152"/>
                </a:lnTo>
                <a:lnTo>
                  <a:pt x="92964" y="74676"/>
                </a:lnTo>
                <a:lnTo>
                  <a:pt x="39624" y="74676"/>
                </a:lnTo>
                <a:lnTo>
                  <a:pt x="33528" y="71628"/>
                </a:lnTo>
                <a:lnTo>
                  <a:pt x="28956" y="70104"/>
                </a:lnTo>
                <a:lnTo>
                  <a:pt x="25908" y="68580"/>
                </a:lnTo>
                <a:lnTo>
                  <a:pt x="22860" y="64008"/>
                </a:lnTo>
                <a:lnTo>
                  <a:pt x="19812" y="60960"/>
                </a:lnTo>
                <a:lnTo>
                  <a:pt x="19812" y="57912"/>
                </a:lnTo>
                <a:lnTo>
                  <a:pt x="21336" y="57912"/>
                </a:lnTo>
                <a:lnTo>
                  <a:pt x="21336" y="56388"/>
                </a:lnTo>
                <a:lnTo>
                  <a:pt x="22860" y="54864"/>
                </a:lnTo>
                <a:lnTo>
                  <a:pt x="25908" y="53340"/>
                </a:lnTo>
                <a:lnTo>
                  <a:pt x="28956" y="50292"/>
                </a:lnTo>
                <a:lnTo>
                  <a:pt x="30480" y="47244"/>
                </a:lnTo>
                <a:lnTo>
                  <a:pt x="30480" y="41148"/>
                </a:lnTo>
                <a:lnTo>
                  <a:pt x="28956" y="36576"/>
                </a:lnTo>
                <a:lnTo>
                  <a:pt x="27432" y="33528"/>
                </a:lnTo>
                <a:lnTo>
                  <a:pt x="24384" y="30480"/>
                </a:lnTo>
                <a:lnTo>
                  <a:pt x="19812" y="28956"/>
                </a:lnTo>
                <a:lnTo>
                  <a:pt x="10668" y="28956"/>
                </a:lnTo>
                <a:lnTo>
                  <a:pt x="7620" y="30480"/>
                </a:lnTo>
                <a:lnTo>
                  <a:pt x="1524" y="36576"/>
                </a:lnTo>
                <a:lnTo>
                  <a:pt x="0" y="39624"/>
                </a:lnTo>
                <a:lnTo>
                  <a:pt x="0" y="48768"/>
                </a:lnTo>
                <a:lnTo>
                  <a:pt x="1524" y="53340"/>
                </a:lnTo>
                <a:lnTo>
                  <a:pt x="6096" y="57912"/>
                </a:lnTo>
                <a:lnTo>
                  <a:pt x="9194" y="62255"/>
                </a:lnTo>
                <a:lnTo>
                  <a:pt x="13716" y="66294"/>
                </a:lnTo>
                <a:lnTo>
                  <a:pt x="19392" y="70345"/>
                </a:lnTo>
                <a:lnTo>
                  <a:pt x="25908" y="74676"/>
                </a:lnTo>
                <a:lnTo>
                  <a:pt x="3048" y="74676"/>
                </a:lnTo>
                <a:lnTo>
                  <a:pt x="3048" y="117348"/>
                </a:lnTo>
                <a:lnTo>
                  <a:pt x="7620" y="117348"/>
                </a:lnTo>
                <a:lnTo>
                  <a:pt x="9144" y="114300"/>
                </a:lnTo>
                <a:lnTo>
                  <a:pt x="9144" y="111252"/>
                </a:lnTo>
                <a:lnTo>
                  <a:pt x="10668" y="109728"/>
                </a:lnTo>
                <a:lnTo>
                  <a:pt x="10668" y="108204"/>
                </a:lnTo>
                <a:lnTo>
                  <a:pt x="12192" y="108204"/>
                </a:lnTo>
                <a:lnTo>
                  <a:pt x="13716" y="106680"/>
                </a:lnTo>
                <a:lnTo>
                  <a:pt x="15240" y="106680"/>
                </a:lnTo>
                <a:lnTo>
                  <a:pt x="19812" y="105156"/>
                </a:lnTo>
                <a:lnTo>
                  <a:pt x="89916" y="105156"/>
                </a:lnTo>
                <a:lnTo>
                  <a:pt x="94488" y="106680"/>
                </a:lnTo>
                <a:lnTo>
                  <a:pt x="97536" y="109728"/>
                </a:lnTo>
                <a:lnTo>
                  <a:pt x="99060" y="112776"/>
                </a:lnTo>
                <a:lnTo>
                  <a:pt x="99060" y="117348"/>
                </a:lnTo>
                <a:lnTo>
                  <a:pt x="103632" y="117348"/>
                </a:lnTo>
                <a:lnTo>
                  <a:pt x="103632" y="105156"/>
                </a:lnTo>
                <a:lnTo>
                  <a:pt x="103632" y="62484"/>
                </a:lnTo>
                <a:close/>
              </a:path>
              <a:path extrusionOk="0" h="617220" w="151130">
                <a:moveTo>
                  <a:pt x="106680" y="445008"/>
                </a:moveTo>
                <a:lnTo>
                  <a:pt x="105778" y="434149"/>
                </a:lnTo>
                <a:lnTo>
                  <a:pt x="104025" y="428269"/>
                </a:lnTo>
                <a:lnTo>
                  <a:pt x="102870" y="424434"/>
                </a:lnTo>
                <a:lnTo>
                  <a:pt x="99060" y="418134"/>
                </a:lnTo>
                <a:lnTo>
                  <a:pt x="99060" y="438912"/>
                </a:lnTo>
                <a:lnTo>
                  <a:pt x="99060" y="449580"/>
                </a:lnTo>
                <a:lnTo>
                  <a:pt x="96012" y="455676"/>
                </a:lnTo>
                <a:lnTo>
                  <a:pt x="92964" y="458724"/>
                </a:lnTo>
                <a:lnTo>
                  <a:pt x="88392" y="460248"/>
                </a:lnTo>
                <a:lnTo>
                  <a:pt x="83820" y="460248"/>
                </a:lnTo>
                <a:lnTo>
                  <a:pt x="77724" y="461772"/>
                </a:lnTo>
                <a:lnTo>
                  <a:pt x="70104" y="463296"/>
                </a:lnTo>
                <a:lnTo>
                  <a:pt x="62484" y="463296"/>
                </a:lnTo>
                <a:lnTo>
                  <a:pt x="52539" y="463067"/>
                </a:lnTo>
                <a:lnTo>
                  <a:pt x="35483" y="462013"/>
                </a:lnTo>
                <a:lnTo>
                  <a:pt x="28956" y="461772"/>
                </a:lnTo>
                <a:lnTo>
                  <a:pt x="19812" y="460248"/>
                </a:lnTo>
                <a:lnTo>
                  <a:pt x="15240" y="458724"/>
                </a:lnTo>
                <a:lnTo>
                  <a:pt x="9144" y="452628"/>
                </a:lnTo>
                <a:lnTo>
                  <a:pt x="7620" y="449580"/>
                </a:lnTo>
                <a:lnTo>
                  <a:pt x="7620" y="441960"/>
                </a:lnTo>
                <a:lnTo>
                  <a:pt x="9144" y="438912"/>
                </a:lnTo>
                <a:lnTo>
                  <a:pt x="10668" y="437388"/>
                </a:lnTo>
                <a:lnTo>
                  <a:pt x="12192" y="434340"/>
                </a:lnTo>
                <a:lnTo>
                  <a:pt x="37172" y="428269"/>
                </a:lnTo>
                <a:lnTo>
                  <a:pt x="59436" y="428269"/>
                </a:lnTo>
                <a:lnTo>
                  <a:pt x="97536" y="435864"/>
                </a:lnTo>
                <a:lnTo>
                  <a:pt x="99060" y="438912"/>
                </a:lnTo>
                <a:lnTo>
                  <a:pt x="99060" y="418134"/>
                </a:lnTo>
                <a:lnTo>
                  <a:pt x="64198" y="398360"/>
                </a:lnTo>
                <a:lnTo>
                  <a:pt x="53340" y="397764"/>
                </a:lnTo>
                <a:lnTo>
                  <a:pt x="46482" y="398056"/>
                </a:lnTo>
                <a:lnTo>
                  <a:pt x="39624" y="398907"/>
                </a:lnTo>
                <a:lnTo>
                  <a:pt x="33223" y="400240"/>
                </a:lnTo>
                <a:lnTo>
                  <a:pt x="33096" y="400240"/>
                </a:lnTo>
                <a:lnTo>
                  <a:pt x="4508" y="426364"/>
                </a:lnTo>
                <a:lnTo>
                  <a:pt x="0" y="445008"/>
                </a:lnTo>
                <a:lnTo>
                  <a:pt x="1130" y="455853"/>
                </a:lnTo>
                <a:lnTo>
                  <a:pt x="25082" y="486067"/>
                </a:lnTo>
                <a:lnTo>
                  <a:pt x="54864" y="493776"/>
                </a:lnTo>
                <a:lnTo>
                  <a:pt x="64871" y="492925"/>
                </a:lnTo>
                <a:lnTo>
                  <a:pt x="98323" y="473519"/>
                </a:lnTo>
                <a:lnTo>
                  <a:pt x="103733" y="463067"/>
                </a:lnTo>
                <a:lnTo>
                  <a:pt x="105803" y="455853"/>
                </a:lnTo>
                <a:lnTo>
                  <a:pt x="105816" y="455676"/>
                </a:lnTo>
                <a:lnTo>
                  <a:pt x="106680" y="445008"/>
                </a:lnTo>
                <a:close/>
              </a:path>
              <a:path extrusionOk="0" h="617220" w="151130">
                <a:moveTo>
                  <a:pt x="106680" y="277368"/>
                </a:moveTo>
                <a:lnTo>
                  <a:pt x="39319" y="251460"/>
                </a:lnTo>
                <a:lnTo>
                  <a:pt x="27432" y="246888"/>
                </a:lnTo>
                <a:lnTo>
                  <a:pt x="18288" y="243840"/>
                </a:lnTo>
                <a:lnTo>
                  <a:pt x="13716" y="240792"/>
                </a:lnTo>
                <a:lnTo>
                  <a:pt x="9144" y="236220"/>
                </a:lnTo>
                <a:lnTo>
                  <a:pt x="9144" y="234696"/>
                </a:lnTo>
                <a:lnTo>
                  <a:pt x="7620" y="231648"/>
                </a:lnTo>
                <a:lnTo>
                  <a:pt x="3048" y="231648"/>
                </a:lnTo>
                <a:lnTo>
                  <a:pt x="3048" y="262128"/>
                </a:lnTo>
                <a:lnTo>
                  <a:pt x="7620" y="262128"/>
                </a:lnTo>
                <a:lnTo>
                  <a:pt x="9144" y="257556"/>
                </a:lnTo>
                <a:lnTo>
                  <a:pt x="9144" y="254508"/>
                </a:lnTo>
                <a:lnTo>
                  <a:pt x="12192" y="251460"/>
                </a:lnTo>
                <a:lnTo>
                  <a:pt x="18288" y="251460"/>
                </a:lnTo>
                <a:lnTo>
                  <a:pt x="21336" y="252984"/>
                </a:lnTo>
                <a:lnTo>
                  <a:pt x="25908" y="254508"/>
                </a:lnTo>
                <a:lnTo>
                  <a:pt x="62484" y="268224"/>
                </a:lnTo>
                <a:lnTo>
                  <a:pt x="22860" y="281940"/>
                </a:lnTo>
                <a:lnTo>
                  <a:pt x="18288" y="284988"/>
                </a:lnTo>
                <a:lnTo>
                  <a:pt x="10668" y="284988"/>
                </a:lnTo>
                <a:lnTo>
                  <a:pt x="9144" y="283464"/>
                </a:lnTo>
                <a:lnTo>
                  <a:pt x="7620" y="280416"/>
                </a:lnTo>
                <a:lnTo>
                  <a:pt x="7620" y="275844"/>
                </a:lnTo>
                <a:lnTo>
                  <a:pt x="3048" y="275844"/>
                </a:lnTo>
                <a:lnTo>
                  <a:pt x="3048" y="329184"/>
                </a:lnTo>
                <a:lnTo>
                  <a:pt x="7620" y="329184"/>
                </a:lnTo>
                <a:lnTo>
                  <a:pt x="9144" y="326136"/>
                </a:lnTo>
                <a:lnTo>
                  <a:pt x="9144" y="323088"/>
                </a:lnTo>
                <a:lnTo>
                  <a:pt x="12192" y="320040"/>
                </a:lnTo>
                <a:lnTo>
                  <a:pt x="24384" y="313944"/>
                </a:lnTo>
                <a:lnTo>
                  <a:pt x="62484" y="327660"/>
                </a:lnTo>
                <a:lnTo>
                  <a:pt x="22860" y="342900"/>
                </a:lnTo>
                <a:lnTo>
                  <a:pt x="13716" y="345948"/>
                </a:lnTo>
                <a:lnTo>
                  <a:pt x="10668" y="345948"/>
                </a:lnTo>
                <a:lnTo>
                  <a:pt x="9144" y="344424"/>
                </a:lnTo>
                <a:lnTo>
                  <a:pt x="9144" y="342900"/>
                </a:lnTo>
                <a:lnTo>
                  <a:pt x="7620" y="339852"/>
                </a:lnTo>
                <a:lnTo>
                  <a:pt x="7620" y="336804"/>
                </a:lnTo>
                <a:lnTo>
                  <a:pt x="3048" y="336804"/>
                </a:lnTo>
                <a:lnTo>
                  <a:pt x="3048" y="390144"/>
                </a:lnTo>
                <a:lnTo>
                  <a:pt x="7620" y="390144"/>
                </a:lnTo>
                <a:lnTo>
                  <a:pt x="9144" y="385572"/>
                </a:lnTo>
                <a:lnTo>
                  <a:pt x="10668" y="382524"/>
                </a:lnTo>
                <a:lnTo>
                  <a:pt x="13716" y="381000"/>
                </a:lnTo>
                <a:lnTo>
                  <a:pt x="16764" y="377952"/>
                </a:lnTo>
                <a:lnTo>
                  <a:pt x="22860" y="374904"/>
                </a:lnTo>
                <a:lnTo>
                  <a:pt x="98729" y="345948"/>
                </a:lnTo>
                <a:lnTo>
                  <a:pt x="106680" y="342900"/>
                </a:lnTo>
                <a:lnTo>
                  <a:pt x="106680" y="335280"/>
                </a:lnTo>
                <a:lnTo>
                  <a:pt x="45339" y="313944"/>
                </a:lnTo>
                <a:lnTo>
                  <a:pt x="36576" y="310896"/>
                </a:lnTo>
                <a:lnTo>
                  <a:pt x="106680" y="284988"/>
                </a:lnTo>
                <a:lnTo>
                  <a:pt x="106680" y="277368"/>
                </a:lnTo>
                <a:close/>
              </a:path>
              <a:path extrusionOk="0" h="617220" w="151130">
                <a:moveTo>
                  <a:pt x="106692" y="166116"/>
                </a:moveTo>
                <a:lnTo>
                  <a:pt x="74688" y="132588"/>
                </a:lnTo>
                <a:lnTo>
                  <a:pt x="71640" y="137160"/>
                </a:lnTo>
                <a:lnTo>
                  <a:pt x="77736" y="140208"/>
                </a:lnTo>
                <a:lnTo>
                  <a:pt x="88303" y="150787"/>
                </a:lnTo>
                <a:lnTo>
                  <a:pt x="67068" y="185928"/>
                </a:lnTo>
                <a:lnTo>
                  <a:pt x="48780" y="188976"/>
                </a:lnTo>
                <a:lnTo>
                  <a:pt x="48780" y="160020"/>
                </a:lnTo>
                <a:lnTo>
                  <a:pt x="48780" y="132588"/>
                </a:lnTo>
                <a:lnTo>
                  <a:pt x="41160" y="133184"/>
                </a:lnTo>
                <a:lnTo>
                  <a:pt x="41160" y="160020"/>
                </a:lnTo>
                <a:lnTo>
                  <a:pt x="41160" y="188976"/>
                </a:lnTo>
                <a:lnTo>
                  <a:pt x="27444" y="188976"/>
                </a:lnTo>
                <a:lnTo>
                  <a:pt x="19824" y="187452"/>
                </a:lnTo>
                <a:lnTo>
                  <a:pt x="13728" y="182880"/>
                </a:lnTo>
                <a:lnTo>
                  <a:pt x="9156" y="179832"/>
                </a:lnTo>
                <a:lnTo>
                  <a:pt x="7632" y="176784"/>
                </a:lnTo>
                <a:lnTo>
                  <a:pt x="7632" y="170688"/>
                </a:lnTo>
                <a:lnTo>
                  <a:pt x="10680" y="167640"/>
                </a:lnTo>
                <a:lnTo>
                  <a:pt x="12242" y="164503"/>
                </a:lnTo>
                <a:lnTo>
                  <a:pt x="12395" y="164503"/>
                </a:lnTo>
                <a:lnTo>
                  <a:pt x="15252" y="163068"/>
                </a:lnTo>
                <a:lnTo>
                  <a:pt x="19824" y="161544"/>
                </a:lnTo>
                <a:lnTo>
                  <a:pt x="22872" y="161544"/>
                </a:lnTo>
                <a:lnTo>
                  <a:pt x="30492" y="160020"/>
                </a:lnTo>
                <a:lnTo>
                  <a:pt x="41160" y="160020"/>
                </a:lnTo>
                <a:lnTo>
                  <a:pt x="41160" y="133184"/>
                </a:lnTo>
                <a:lnTo>
                  <a:pt x="37922" y="133426"/>
                </a:lnTo>
                <a:lnTo>
                  <a:pt x="28206" y="135826"/>
                </a:lnTo>
                <a:lnTo>
                  <a:pt x="838" y="164503"/>
                </a:lnTo>
                <a:lnTo>
                  <a:pt x="12" y="172212"/>
                </a:lnTo>
                <a:lnTo>
                  <a:pt x="1104" y="181952"/>
                </a:lnTo>
                <a:lnTo>
                  <a:pt x="32778" y="216027"/>
                </a:lnTo>
                <a:lnTo>
                  <a:pt x="54876" y="219456"/>
                </a:lnTo>
                <a:lnTo>
                  <a:pt x="64846" y="218884"/>
                </a:lnTo>
                <a:lnTo>
                  <a:pt x="102882" y="195643"/>
                </a:lnTo>
                <a:lnTo>
                  <a:pt x="104902" y="188976"/>
                </a:lnTo>
                <a:lnTo>
                  <a:pt x="105778" y="186105"/>
                </a:lnTo>
                <a:lnTo>
                  <a:pt x="105791" y="185928"/>
                </a:lnTo>
                <a:lnTo>
                  <a:pt x="106692" y="175260"/>
                </a:lnTo>
                <a:lnTo>
                  <a:pt x="106692" y="166116"/>
                </a:lnTo>
                <a:close/>
              </a:path>
              <a:path extrusionOk="0" h="617220" w="151130">
                <a:moveTo>
                  <a:pt x="140220" y="35052"/>
                </a:moveTo>
                <a:lnTo>
                  <a:pt x="110883" y="2286"/>
                </a:lnTo>
                <a:lnTo>
                  <a:pt x="96024" y="0"/>
                </a:lnTo>
                <a:lnTo>
                  <a:pt x="86880" y="0"/>
                </a:lnTo>
                <a:lnTo>
                  <a:pt x="80784" y="3048"/>
                </a:lnTo>
                <a:lnTo>
                  <a:pt x="76212" y="7620"/>
                </a:lnTo>
                <a:lnTo>
                  <a:pt x="71640" y="10668"/>
                </a:lnTo>
                <a:lnTo>
                  <a:pt x="68592" y="16764"/>
                </a:lnTo>
                <a:lnTo>
                  <a:pt x="68592" y="27368"/>
                </a:lnTo>
                <a:lnTo>
                  <a:pt x="69608" y="28956"/>
                </a:lnTo>
                <a:lnTo>
                  <a:pt x="71640" y="32004"/>
                </a:lnTo>
                <a:lnTo>
                  <a:pt x="77736" y="38100"/>
                </a:lnTo>
                <a:lnTo>
                  <a:pt x="82308" y="39624"/>
                </a:lnTo>
                <a:lnTo>
                  <a:pt x="91452" y="39624"/>
                </a:lnTo>
                <a:lnTo>
                  <a:pt x="96024" y="38100"/>
                </a:lnTo>
                <a:lnTo>
                  <a:pt x="99072" y="36576"/>
                </a:lnTo>
                <a:lnTo>
                  <a:pt x="102120" y="33528"/>
                </a:lnTo>
                <a:lnTo>
                  <a:pt x="103644" y="30480"/>
                </a:lnTo>
                <a:lnTo>
                  <a:pt x="103644" y="21336"/>
                </a:lnTo>
                <a:lnTo>
                  <a:pt x="102120" y="19812"/>
                </a:lnTo>
                <a:lnTo>
                  <a:pt x="102120" y="16764"/>
                </a:lnTo>
                <a:lnTo>
                  <a:pt x="103644" y="16764"/>
                </a:lnTo>
                <a:lnTo>
                  <a:pt x="103644" y="15240"/>
                </a:lnTo>
                <a:lnTo>
                  <a:pt x="111264" y="15240"/>
                </a:lnTo>
                <a:lnTo>
                  <a:pt x="135648" y="35052"/>
                </a:lnTo>
                <a:lnTo>
                  <a:pt x="140220" y="35052"/>
                </a:lnTo>
                <a:close/>
              </a:path>
              <a:path extrusionOk="0" h="617220" w="151130">
                <a:moveTo>
                  <a:pt x="150876" y="559308"/>
                </a:moveTo>
                <a:lnTo>
                  <a:pt x="146304" y="559308"/>
                </a:lnTo>
                <a:lnTo>
                  <a:pt x="146304" y="566928"/>
                </a:lnTo>
                <a:lnTo>
                  <a:pt x="144780" y="568452"/>
                </a:lnTo>
                <a:lnTo>
                  <a:pt x="144780" y="571500"/>
                </a:lnTo>
                <a:lnTo>
                  <a:pt x="143256" y="571500"/>
                </a:lnTo>
                <a:lnTo>
                  <a:pt x="141732" y="573024"/>
                </a:lnTo>
                <a:lnTo>
                  <a:pt x="138684" y="574548"/>
                </a:lnTo>
                <a:lnTo>
                  <a:pt x="94488" y="574548"/>
                </a:lnTo>
                <a:lnTo>
                  <a:pt x="102108" y="566928"/>
                </a:lnTo>
                <a:lnTo>
                  <a:pt x="103632" y="562356"/>
                </a:lnTo>
                <a:lnTo>
                  <a:pt x="106680" y="557784"/>
                </a:lnTo>
                <a:lnTo>
                  <a:pt x="106641" y="539305"/>
                </a:lnTo>
                <a:lnTo>
                  <a:pt x="106299" y="537972"/>
                </a:lnTo>
                <a:lnTo>
                  <a:pt x="105156" y="533400"/>
                </a:lnTo>
                <a:lnTo>
                  <a:pt x="100584" y="525780"/>
                </a:lnTo>
                <a:lnTo>
                  <a:pt x="99060" y="523748"/>
                </a:lnTo>
                <a:lnTo>
                  <a:pt x="99060" y="550164"/>
                </a:lnTo>
                <a:lnTo>
                  <a:pt x="99060" y="560832"/>
                </a:lnTo>
                <a:lnTo>
                  <a:pt x="94488" y="568452"/>
                </a:lnTo>
                <a:lnTo>
                  <a:pt x="85344" y="574548"/>
                </a:lnTo>
                <a:lnTo>
                  <a:pt x="28956" y="574548"/>
                </a:lnTo>
                <a:lnTo>
                  <a:pt x="18288" y="569976"/>
                </a:lnTo>
                <a:lnTo>
                  <a:pt x="12192" y="563880"/>
                </a:lnTo>
                <a:lnTo>
                  <a:pt x="12192" y="550164"/>
                </a:lnTo>
                <a:lnTo>
                  <a:pt x="56388" y="537972"/>
                </a:lnTo>
                <a:lnTo>
                  <a:pt x="68961" y="538289"/>
                </a:lnTo>
                <a:lnTo>
                  <a:pt x="79248" y="539305"/>
                </a:lnTo>
                <a:lnTo>
                  <a:pt x="87249" y="541197"/>
                </a:lnTo>
                <a:lnTo>
                  <a:pt x="92964" y="544068"/>
                </a:lnTo>
                <a:lnTo>
                  <a:pt x="97536" y="545592"/>
                </a:lnTo>
                <a:lnTo>
                  <a:pt x="99060" y="550164"/>
                </a:lnTo>
                <a:lnTo>
                  <a:pt x="99060" y="523748"/>
                </a:lnTo>
                <a:lnTo>
                  <a:pt x="61061" y="507784"/>
                </a:lnTo>
                <a:lnTo>
                  <a:pt x="53340" y="507492"/>
                </a:lnTo>
                <a:lnTo>
                  <a:pt x="46507" y="507784"/>
                </a:lnTo>
                <a:lnTo>
                  <a:pt x="3048" y="531876"/>
                </a:lnTo>
                <a:lnTo>
                  <a:pt x="0" y="551688"/>
                </a:lnTo>
                <a:lnTo>
                  <a:pt x="1524" y="557784"/>
                </a:lnTo>
                <a:lnTo>
                  <a:pt x="6096" y="563880"/>
                </a:lnTo>
                <a:lnTo>
                  <a:pt x="7620" y="566928"/>
                </a:lnTo>
                <a:lnTo>
                  <a:pt x="12192" y="571500"/>
                </a:lnTo>
                <a:lnTo>
                  <a:pt x="16764" y="574548"/>
                </a:lnTo>
                <a:lnTo>
                  <a:pt x="3048" y="574548"/>
                </a:lnTo>
                <a:lnTo>
                  <a:pt x="3048" y="617220"/>
                </a:lnTo>
                <a:lnTo>
                  <a:pt x="7620" y="617220"/>
                </a:lnTo>
                <a:lnTo>
                  <a:pt x="9144" y="612648"/>
                </a:lnTo>
                <a:lnTo>
                  <a:pt x="9144" y="609600"/>
                </a:lnTo>
                <a:lnTo>
                  <a:pt x="13716" y="605028"/>
                </a:lnTo>
                <a:lnTo>
                  <a:pt x="141732" y="605028"/>
                </a:lnTo>
                <a:lnTo>
                  <a:pt x="143256" y="606552"/>
                </a:lnTo>
                <a:lnTo>
                  <a:pt x="146304" y="612648"/>
                </a:lnTo>
                <a:lnTo>
                  <a:pt x="146304" y="617220"/>
                </a:lnTo>
                <a:lnTo>
                  <a:pt x="150876" y="617220"/>
                </a:lnTo>
                <a:lnTo>
                  <a:pt x="150876" y="605028"/>
                </a:lnTo>
                <a:lnTo>
                  <a:pt x="150876" y="5593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83" name="Google Shape;7883;p109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500883" y="4978908"/>
            <a:ext cx="184404" cy="858012"/>
          </a:xfrm>
          <a:prstGeom prst="rect">
            <a:avLst/>
          </a:prstGeom>
          <a:noFill/>
          <a:ln>
            <a:noFill/>
          </a:ln>
        </p:spPr>
      </p:pic>
      <p:pic>
        <p:nvPicPr>
          <p:cNvPr id="7884" name="Google Shape;7884;p109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497835" y="4482084"/>
            <a:ext cx="198120" cy="425196"/>
          </a:xfrm>
          <a:prstGeom prst="rect">
            <a:avLst/>
          </a:prstGeom>
          <a:noFill/>
          <a:ln>
            <a:noFill/>
          </a:ln>
        </p:spPr>
      </p:pic>
      <p:pic>
        <p:nvPicPr>
          <p:cNvPr id="7885" name="Google Shape;7885;p109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122676" y="6531864"/>
            <a:ext cx="198119" cy="1830323"/>
          </a:xfrm>
          <a:prstGeom prst="rect">
            <a:avLst/>
          </a:prstGeom>
          <a:noFill/>
          <a:ln>
            <a:noFill/>
          </a:ln>
        </p:spPr>
      </p:pic>
      <p:sp>
        <p:nvSpPr>
          <p:cNvPr id="7886" name="Google Shape;7886;p109"/>
          <p:cNvSpPr/>
          <p:nvPr/>
        </p:nvSpPr>
        <p:spPr>
          <a:xfrm>
            <a:off x="3125724" y="5818632"/>
            <a:ext cx="184785" cy="647700"/>
          </a:xfrm>
          <a:custGeom>
            <a:rect b="b" l="l" r="r" t="t"/>
            <a:pathLst>
              <a:path extrusionOk="0" h="647700" w="184785">
                <a:moveTo>
                  <a:pt x="147828" y="469392"/>
                </a:moveTo>
                <a:lnTo>
                  <a:pt x="143256" y="469392"/>
                </a:lnTo>
                <a:lnTo>
                  <a:pt x="143256" y="473964"/>
                </a:lnTo>
                <a:lnTo>
                  <a:pt x="140208" y="480060"/>
                </a:lnTo>
                <a:lnTo>
                  <a:pt x="137160" y="481584"/>
                </a:lnTo>
                <a:lnTo>
                  <a:pt x="0" y="481584"/>
                </a:lnTo>
                <a:lnTo>
                  <a:pt x="0" y="524256"/>
                </a:lnTo>
                <a:lnTo>
                  <a:pt x="4572" y="524256"/>
                </a:lnTo>
                <a:lnTo>
                  <a:pt x="4572" y="519684"/>
                </a:lnTo>
                <a:lnTo>
                  <a:pt x="6096" y="516636"/>
                </a:lnTo>
                <a:lnTo>
                  <a:pt x="9144" y="513588"/>
                </a:lnTo>
                <a:lnTo>
                  <a:pt x="13716" y="512064"/>
                </a:lnTo>
                <a:lnTo>
                  <a:pt x="132588" y="512064"/>
                </a:lnTo>
                <a:lnTo>
                  <a:pt x="137160" y="513588"/>
                </a:lnTo>
                <a:lnTo>
                  <a:pt x="138684" y="515112"/>
                </a:lnTo>
                <a:lnTo>
                  <a:pt x="141732" y="516636"/>
                </a:lnTo>
                <a:lnTo>
                  <a:pt x="143256" y="519684"/>
                </a:lnTo>
                <a:lnTo>
                  <a:pt x="143256" y="524256"/>
                </a:lnTo>
                <a:lnTo>
                  <a:pt x="147828" y="524256"/>
                </a:lnTo>
                <a:lnTo>
                  <a:pt x="147828" y="469392"/>
                </a:lnTo>
                <a:close/>
              </a:path>
              <a:path extrusionOk="0" h="647700" w="184785">
                <a:moveTo>
                  <a:pt x="147828" y="129540"/>
                </a:moveTo>
                <a:lnTo>
                  <a:pt x="143256" y="129540"/>
                </a:lnTo>
                <a:lnTo>
                  <a:pt x="143256" y="134112"/>
                </a:lnTo>
                <a:lnTo>
                  <a:pt x="141732" y="137160"/>
                </a:lnTo>
                <a:lnTo>
                  <a:pt x="114300" y="156972"/>
                </a:lnTo>
                <a:lnTo>
                  <a:pt x="79248" y="179832"/>
                </a:lnTo>
                <a:lnTo>
                  <a:pt x="74168" y="173736"/>
                </a:lnTo>
                <a:lnTo>
                  <a:pt x="71628" y="170688"/>
                </a:lnTo>
                <a:lnTo>
                  <a:pt x="56388" y="155448"/>
                </a:lnTo>
                <a:lnTo>
                  <a:pt x="53340" y="149352"/>
                </a:lnTo>
                <a:lnTo>
                  <a:pt x="51816" y="144780"/>
                </a:lnTo>
                <a:lnTo>
                  <a:pt x="51816" y="140208"/>
                </a:lnTo>
                <a:lnTo>
                  <a:pt x="47244" y="140208"/>
                </a:lnTo>
                <a:lnTo>
                  <a:pt x="47244" y="185928"/>
                </a:lnTo>
                <a:lnTo>
                  <a:pt x="51816" y="185928"/>
                </a:lnTo>
                <a:lnTo>
                  <a:pt x="51816" y="181356"/>
                </a:lnTo>
                <a:lnTo>
                  <a:pt x="53340" y="178308"/>
                </a:lnTo>
                <a:lnTo>
                  <a:pt x="54864" y="176784"/>
                </a:lnTo>
                <a:lnTo>
                  <a:pt x="54864" y="175260"/>
                </a:lnTo>
                <a:lnTo>
                  <a:pt x="56388" y="173736"/>
                </a:lnTo>
                <a:lnTo>
                  <a:pt x="60960" y="173736"/>
                </a:lnTo>
                <a:lnTo>
                  <a:pt x="62484" y="175260"/>
                </a:lnTo>
                <a:lnTo>
                  <a:pt x="64008" y="175260"/>
                </a:lnTo>
                <a:lnTo>
                  <a:pt x="65532" y="176784"/>
                </a:lnTo>
                <a:lnTo>
                  <a:pt x="70104" y="179832"/>
                </a:lnTo>
                <a:lnTo>
                  <a:pt x="74676" y="184404"/>
                </a:lnTo>
                <a:lnTo>
                  <a:pt x="97536" y="208788"/>
                </a:lnTo>
                <a:lnTo>
                  <a:pt x="0" y="208788"/>
                </a:lnTo>
                <a:lnTo>
                  <a:pt x="0" y="249936"/>
                </a:lnTo>
                <a:lnTo>
                  <a:pt x="4572" y="249936"/>
                </a:lnTo>
                <a:lnTo>
                  <a:pt x="4572" y="245364"/>
                </a:lnTo>
                <a:lnTo>
                  <a:pt x="6096" y="242316"/>
                </a:lnTo>
                <a:lnTo>
                  <a:pt x="7620" y="240792"/>
                </a:lnTo>
                <a:lnTo>
                  <a:pt x="9144" y="240792"/>
                </a:lnTo>
                <a:lnTo>
                  <a:pt x="13716" y="239268"/>
                </a:lnTo>
                <a:lnTo>
                  <a:pt x="137160" y="239268"/>
                </a:lnTo>
                <a:lnTo>
                  <a:pt x="138684" y="240792"/>
                </a:lnTo>
                <a:lnTo>
                  <a:pt x="141732" y="242316"/>
                </a:lnTo>
                <a:lnTo>
                  <a:pt x="143256" y="245364"/>
                </a:lnTo>
                <a:lnTo>
                  <a:pt x="143256" y="249936"/>
                </a:lnTo>
                <a:lnTo>
                  <a:pt x="147828" y="249936"/>
                </a:lnTo>
                <a:lnTo>
                  <a:pt x="147828" y="239268"/>
                </a:lnTo>
                <a:lnTo>
                  <a:pt x="147828" y="198120"/>
                </a:lnTo>
                <a:lnTo>
                  <a:pt x="143256" y="198120"/>
                </a:lnTo>
                <a:lnTo>
                  <a:pt x="143256" y="202692"/>
                </a:lnTo>
                <a:lnTo>
                  <a:pt x="141732" y="205740"/>
                </a:lnTo>
                <a:lnTo>
                  <a:pt x="140208" y="207264"/>
                </a:lnTo>
                <a:lnTo>
                  <a:pt x="137160" y="208788"/>
                </a:lnTo>
                <a:lnTo>
                  <a:pt x="106680" y="208788"/>
                </a:lnTo>
                <a:lnTo>
                  <a:pt x="100584" y="202692"/>
                </a:lnTo>
                <a:lnTo>
                  <a:pt x="129540" y="182880"/>
                </a:lnTo>
                <a:lnTo>
                  <a:pt x="134112" y="179832"/>
                </a:lnTo>
                <a:lnTo>
                  <a:pt x="137160" y="178308"/>
                </a:lnTo>
                <a:lnTo>
                  <a:pt x="140208" y="178308"/>
                </a:lnTo>
                <a:lnTo>
                  <a:pt x="141732" y="179832"/>
                </a:lnTo>
                <a:lnTo>
                  <a:pt x="143256" y="179832"/>
                </a:lnTo>
                <a:lnTo>
                  <a:pt x="143256" y="184404"/>
                </a:lnTo>
                <a:lnTo>
                  <a:pt x="147828" y="184404"/>
                </a:lnTo>
                <a:lnTo>
                  <a:pt x="147828" y="178308"/>
                </a:lnTo>
                <a:lnTo>
                  <a:pt x="147828" y="129540"/>
                </a:lnTo>
                <a:close/>
              </a:path>
              <a:path extrusionOk="0" h="647700" w="184785">
                <a:moveTo>
                  <a:pt x="150863" y="411480"/>
                </a:moveTo>
                <a:lnTo>
                  <a:pt x="149720" y="399770"/>
                </a:lnTo>
                <a:lnTo>
                  <a:pt x="147472" y="393192"/>
                </a:lnTo>
                <a:lnTo>
                  <a:pt x="146291" y="389763"/>
                </a:lnTo>
                <a:lnTo>
                  <a:pt x="143243" y="385356"/>
                </a:lnTo>
                <a:lnTo>
                  <a:pt x="143243" y="408432"/>
                </a:lnTo>
                <a:lnTo>
                  <a:pt x="143243" y="414528"/>
                </a:lnTo>
                <a:lnTo>
                  <a:pt x="141719" y="419100"/>
                </a:lnTo>
                <a:lnTo>
                  <a:pt x="138671" y="420624"/>
                </a:lnTo>
                <a:lnTo>
                  <a:pt x="137147" y="423672"/>
                </a:lnTo>
                <a:lnTo>
                  <a:pt x="132575" y="426720"/>
                </a:lnTo>
                <a:lnTo>
                  <a:pt x="128003" y="426720"/>
                </a:lnTo>
                <a:lnTo>
                  <a:pt x="120510" y="428231"/>
                </a:lnTo>
                <a:lnTo>
                  <a:pt x="96050" y="428231"/>
                </a:lnTo>
                <a:lnTo>
                  <a:pt x="86855" y="428053"/>
                </a:lnTo>
                <a:lnTo>
                  <a:pt x="78816" y="427609"/>
                </a:lnTo>
                <a:lnTo>
                  <a:pt x="71615" y="426720"/>
                </a:lnTo>
                <a:lnTo>
                  <a:pt x="63995" y="426720"/>
                </a:lnTo>
                <a:lnTo>
                  <a:pt x="57899" y="423672"/>
                </a:lnTo>
                <a:lnTo>
                  <a:pt x="53327" y="419100"/>
                </a:lnTo>
                <a:lnTo>
                  <a:pt x="51803" y="414528"/>
                </a:lnTo>
                <a:lnTo>
                  <a:pt x="51803" y="405384"/>
                </a:lnTo>
                <a:lnTo>
                  <a:pt x="76187" y="393192"/>
                </a:lnTo>
                <a:lnTo>
                  <a:pt x="88379" y="393192"/>
                </a:lnTo>
                <a:lnTo>
                  <a:pt x="129527" y="396240"/>
                </a:lnTo>
                <a:lnTo>
                  <a:pt x="143243" y="408432"/>
                </a:lnTo>
                <a:lnTo>
                  <a:pt x="143243" y="385356"/>
                </a:lnTo>
                <a:lnTo>
                  <a:pt x="107505" y="363550"/>
                </a:lnTo>
                <a:lnTo>
                  <a:pt x="97523" y="362712"/>
                </a:lnTo>
                <a:lnTo>
                  <a:pt x="89814" y="363245"/>
                </a:lnTo>
                <a:lnTo>
                  <a:pt x="54025" y="381673"/>
                </a:lnTo>
                <a:lnTo>
                  <a:pt x="45631" y="395122"/>
                </a:lnTo>
                <a:lnTo>
                  <a:pt x="44183" y="402336"/>
                </a:lnTo>
                <a:lnTo>
                  <a:pt x="44183" y="411480"/>
                </a:lnTo>
                <a:lnTo>
                  <a:pt x="45072" y="422109"/>
                </a:lnTo>
                <a:lnTo>
                  <a:pt x="77330" y="455485"/>
                </a:lnTo>
                <a:lnTo>
                  <a:pt x="97523" y="458724"/>
                </a:lnTo>
                <a:lnTo>
                  <a:pt x="107530" y="458114"/>
                </a:lnTo>
                <a:lnTo>
                  <a:pt x="141224" y="439991"/>
                </a:lnTo>
                <a:lnTo>
                  <a:pt x="147789" y="428053"/>
                </a:lnTo>
                <a:lnTo>
                  <a:pt x="149745" y="422325"/>
                </a:lnTo>
                <a:lnTo>
                  <a:pt x="149771" y="422109"/>
                </a:lnTo>
                <a:lnTo>
                  <a:pt x="150863" y="411480"/>
                </a:lnTo>
                <a:close/>
              </a:path>
              <a:path extrusionOk="0" h="647700" w="184785">
                <a:moveTo>
                  <a:pt x="150863" y="82296"/>
                </a:moveTo>
                <a:lnTo>
                  <a:pt x="149339" y="76200"/>
                </a:lnTo>
                <a:lnTo>
                  <a:pt x="148323" y="74676"/>
                </a:lnTo>
                <a:lnTo>
                  <a:pt x="146291" y="71628"/>
                </a:lnTo>
                <a:lnTo>
                  <a:pt x="123431" y="53340"/>
                </a:lnTo>
                <a:lnTo>
                  <a:pt x="111239" y="53340"/>
                </a:lnTo>
                <a:lnTo>
                  <a:pt x="82283" y="80772"/>
                </a:lnTo>
                <a:lnTo>
                  <a:pt x="77127" y="88823"/>
                </a:lnTo>
                <a:lnTo>
                  <a:pt x="72948" y="94869"/>
                </a:lnTo>
                <a:lnTo>
                  <a:pt x="69646" y="99212"/>
                </a:lnTo>
                <a:lnTo>
                  <a:pt x="67043" y="102108"/>
                </a:lnTo>
                <a:lnTo>
                  <a:pt x="65519" y="103632"/>
                </a:lnTo>
                <a:lnTo>
                  <a:pt x="56375" y="103632"/>
                </a:lnTo>
                <a:lnTo>
                  <a:pt x="54851" y="100584"/>
                </a:lnTo>
                <a:lnTo>
                  <a:pt x="53327" y="99060"/>
                </a:lnTo>
                <a:lnTo>
                  <a:pt x="51803" y="96012"/>
                </a:lnTo>
                <a:lnTo>
                  <a:pt x="51803" y="88392"/>
                </a:lnTo>
                <a:lnTo>
                  <a:pt x="53327" y="83820"/>
                </a:lnTo>
                <a:lnTo>
                  <a:pt x="57899" y="79248"/>
                </a:lnTo>
                <a:lnTo>
                  <a:pt x="61023" y="74942"/>
                </a:lnTo>
                <a:lnTo>
                  <a:pt x="65709" y="71056"/>
                </a:lnTo>
                <a:lnTo>
                  <a:pt x="71831" y="67462"/>
                </a:lnTo>
                <a:lnTo>
                  <a:pt x="79235" y="64008"/>
                </a:lnTo>
                <a:lnTo>
                  <a:pt x="79235" y="59436"/>
                </a:lnTo>
                <a:lnTo>
                  <a:pt x="44183" y="59436"/>
                </a:lnTo>
                <a:lnTo>
                  <a:pt x="44183" y="64008"/>
                </a:lnTo>
                <a:lnTo>
                  <a:pt x="47231" y="67056"/>
                </a:lnTo>
                <a:lnTo>
                  <a:pt x="48755" y="67056"/>
                </a:lnTo>
                <a:lnTo>
                  <a:pt x="48755" y="68580"/>
                </a:lnTo>
                <a:lnTo>
                  <a:pt x="50279" y="70104"/>
                </a:lnTo>
                <a:lnTo>
                  <a:pt x="50279" y="73152"/>
                </a:lnTo>
                <a:lnTo>
                  <a:pt x="48755" y="74676"/>
                </a:lnTo>
                <a:lnTo>
                  <a:pt x="48755" y="76200"/>
                </a:lnTo>
                <a:lnTo>
                  <a:pt x="45707" y="82296"/>
                </a:lnTo>
                <a:lnTo>
                  <a:pt x="44183" y="86868"/>
                </a:lnTo>
                <a:lnTo>
                  <a:pt x="44310" y="94488"/>
                </a:lnTo>
                <a:lnTo>
                  <a:pt x="44424" y="96012"/>
                </a:lnTo>
                <a:lnTo>
                  <a:pt x="44754" y="100418"/>
                </a:lnTo>
                <a:lnTo>
                  <a:pt x="44805" y="100584"/>
                </a:lnTo>
                <a:lnTo>
                  <a:pt x="46469" y="106870"/>
                </a:lnTo>
                <a:lnTo>
                  <a:pt x="49326" y="112471"/>
                </a:lnTo>
                <a:lnTo>
                  <a:pt x="53327" y="117348"/>
                </a:lnTo>
                <a:lnTo>
                  <a:pt x="59423" y="123444"/>
                </a:lnTo>
                <a:lnTo>
                  <a:pt x="67043" y="124968"/>
                </a:lnTo>
                <a:lnTo>
                  <a:pt x="82283" y="124968"/>
                </a:lnTo>
                <a:lnTo>
                  <a:pt x="105232" y="103632"/>
                </a:lnTo>
                <a:lnTo>
                  <a:pt x="105841" y="102781"/>
                </a:lnTo>
                <a:lnTo>
                  <a:pt x="111239" y="94488"/>
                </a:lnTo>
                <a:lnTo>
                  <a:pt x="117335" y="86868"/>
                </a:lnTo>
                <a:lnTo>
                  <a:pt x="120383" y="80772"/>
                </a:lnTo>
                <a:lnTo>
                  <a:pt x="123431" y="79248"/>
                </a:lnTo>
                <a:lnTo>
                  <a:pt x="124955" y="76200"/>
                </a:lnTo>
                <a:lnTo>
                  <a:pt x="128003" y="74676"/>
                </a:lnTo>
                <a:lnTo>
                  <a:pt x="135623" y="74676"/>
                </a:lnTo>
                <a:lnTo>
                  <a:pt x="141719" y="80772"/>
                </a:lnTo>
                <a:lnTo>
                  <a:pt x="143243" y="83820"/>
                </a:lnTo>
                <a:lnTo>
                  <a:pt x="143243" y="94488"/>
                </a:lnTo>
                <a:lnTo>
                  <a:pt x="140195" y="100584"/>
                </a:lnTo>
                <a:lnTo>
                  <a:pt x="131051" y="112776"/>
                </a:lnTo>
                <a:lnTo>
                  <a:pt x="124955" y="117348"/>
                </a:lnTo>
                <a:lnTo>
                  <a:pt x="115811" y="120396"/>
                </a:lnTo>
                <a:lnTo>
                  <a:pt x="115811" y="124968"/>
                </a:lnTo>
                <a:lnTo>
                  <a:pt x="150863" y="124968"/>
                </a:lnTo>
                <a:lnTo>
                  <a:pt x="150863" y="120396"/>
                </a:lnTo>
                <a:lnTo>
                  <a:pt x="146291" y="118872"/>
                </a:lnTo>
                <a:lnTo>
                  <a:pt x="144767" y="117348"/>
                </a:lnTo>
                <a:lnTo>
                  <a:pt x="144767" y="112776"/>
                </a:lnTo>
                <a:lnTo>
                  <a:pt x="146291" y="109728"/>
                </a:lnTo>
                <a:lnTo>
                  <a:pt x="146418" y="109347"/>
                </a:lnTo>
                <a:lnTo>
                  <a:pt x="149339" y="100584"/>
                </a:lnTo>
                <a:lnTo>
                  <a:pt x="149390" y="100418"/>
                </a:lnTo>
                <a:lnTo>
                  <a:pt x="150774" y="94869"/>
                </a:lnTo>
                <a:lnTo>
                  <a:pt x="150863" y="82296"/>
                </a:lnTo>
                <a:close/>
              </a:path>
              <a:path extrusionOk="0" h="647700" w="184785">
                <a:moveTo>
                  <a:pt x="150876" y="586740"/>
                </a:moveTo>
                <a:lnTo>
                  <a:pt x="143256" y="562356"/>
                </a:lnTo>
                <a:lnTo>
                  <a:pt x="143256" y="583692"/>
                </a:lnTo>
                <a:lnTo>
                  <a:pt x="143256" y="592836"/>
                </a:lnTo>
                <a:lnTo>
                  <a:pt x="141732" y="595884"/>
                </a:lnTo>
                <a:lnTo>
                  <a:pt x="138684" y="598932"/>
                </a:lnTo>
                <a:lnTo>
                  <a:pt x="137160" y="601980"/>
                </a:lnTo>
                <a:lnTo>
                  <a:pt x="132588" y="603504"/>
                </a:lnTo>
                <a:lnTo>
                  <a:pt x="129540" y="603504"/>
                </a:lnTo>
                <a:lnTo>
                  <a:pt x="126492" y="605028"/>
                </a:lnTo>
                <a:lnTo>
                  <a:pt x="67056" y="605028"/>
                </a:lnTo>
                <a:lnTo>
                  <a:pt x="59436" y="598932"/>
                </a:lnTo>
                <a:lnTo>
                  <a:pt x="56388" y="592836"/>
                </a:lnTo>
                <a:lnTo>
                  <a:pt x="56388" y="580644"/>
                </a:lnTo>
                <a:lnTo>
                  <a:pt x="57912" y="577596"/>
                </a:lnTo>
                <a:lnTo>
                  <a:pt x="62484" y="574548"/>
                </a:lnTo>
                <a:lnTo>
                  <a:pt x="67906" y="571677"/>
                </a:lnTo>
                <a:lnTo>
                  <a:pt x="75234" y="569747"/>
                </a:lnTo>
                <a:lnTo>
                  <a:pt x="75463" y="569747"/>
                </a:lnTo>
                <a:lnTo>
                  <a:pt x="83908" y="568769"/>
                </a:lnTo>
                <a:lnTo>
                  <a:pt x="94488" y="568452"/>
                </a:lnTo>
                <a:lnTo>
                  <a:pt x="103949" y="568452"/>
                </a:lnTo>
                <a:lnTo>
                  <a:pt x="112661" y="568769"/>
                </a:lnTo>
                <a:lnTo>
                  <a:pt x="114071" y="568769"/>
                </a:lnTo>
                <a:lnTo>
                  <a:pt x="122339" y="569747"/>
                </a:lnTo>
                <a:lnTo>
                  <a:pt x="128016" y="571500"/>
                </a:lnTo>
                <a:lnTo>
                  <a:pt x="134112" y="573024"/>
                </a:lnTo>
                <a:lnTo>
                  <a:pt x="137160" y="574548"/>
                </a:lnTo>
                <a:lnTo>
                  <a:pt x="140208" y="577596"/>
                </a:lnTo>
                <a:lnTo>
                  <a:pt x="143256" y="583692"/>
                </a:lnTo>
                <a:lnTo>
                  <a:pt x="143256" y="562356"/>
                </a:lnTo>
                <a:lnTo>
                  <a:pt x="108775" y="539305"/>
                </a:lnTo>
                <a:lnTo>
                  <a:pt x="100749" y="538264"/>
                </a:lnTo>
                <a:lnTo>
                  <a:pt x="100317" y="538264"/>
                </a:lnTo>
                <a:lnTo>
                  <a:pt x="92964" y="537972"/>
                </a:lnTo>
                <a:lnTo>
                  <a:pt x="54864" y="551688"/>
                </a:lnTo>
                <a:lnTo>
                  <a:pt x="44196" y="577596"/>
                </a:lnTo>
                <a:lnTo>
                  <a:pt x="45046" y="584454"/>
                </a:lnTo>
                <a:lnTo>
                  <a:pt x="47625" y="591312"/>
                </a:lnTo>
                <a:lnTo>
                  <a:pt x="51904" y="598170"/>
                </a:lnTo>
                <a:lnTo>
                  <a:pt x="57912" y="605028"/>
                </a:lnTo>
                <a:lnTo>
                  <a:pt x="0" y="605028"/>
                </a:lnTo>
                <a:lnTo>
                  <a:pt x="0" y="647700"/>
                </a:lnTo>
                <a:lnTo>
                  <a:pt x="4572" y="647700"/>
                </a:lnTo>
                <a:lnTo>
                  <a:pt x="4572" y="641604"/>
                </a:lnTo>
                <a:lnTo>
                  <a:pt x="10668" y="635508"/>
                </a:lnTo>
                <a:lnTo>
                  <a:pt x="150876" y="635508"/>
                </a:lnTo>
                <a:lnTo>
                  <a:pt x="150876" y="630936"/>
                </a:lnTo>
                <a:lnTo>
                  <a:pt x="140208" y="614172"/>
                </a:lnTo>
                <a:lnTo>
                  <a:pt x="146304" y="605028"/>
                </a:lnTo>
                <a:lnTo>
                  <a:pt x="147828" y="601980"/>
                </a:lnTo>
                <a:lnTo>
                  <a:pt x="150876" y="592836"/>
                </a:lnTo>
                <a:lnTo>
                  <a:pt x="150876" y="586740"/>
                </a:lnTo>
                <a:close/>
              </a:path>
              <a:path extrusionOk="0" h="647700" w="184785">
                <a:moveTo>
                  <a:pt x="150876" y="294132"/>
                </a:moveTo>
                <a:lnTo>
                  <a:pt x="124968" y="260604"/>
                </a:lnTo>
                <a:lnTo>
                  <a:pt x="121920" y="265176"/>
                </a:lnTo>
                <a:lnTo>
                  <a:pt x="126492" y="268224"/>
                </a:lnTo>
                <a:lnTo>
                  <a:pt x="129540" y="272796"/>
                </a:lnTo>
                <a:lnTo>
                  <a:pt x="131064" y="275844"/>
                </a:lnTo>
                <a:lnTo>
                  <a:pt x="134112" y="281940"/>
                </a:lnTo>
                <a:lnTo>
                  <a:pt x="134112" y="291084"/>
                </a:lnTo>
                <a:lnTo>
                  <a:pt x="102870" y="314426"/>
                </a:lnTo>
                <a:lnTo>
                  <a:pt x="82296" y="316992"/>
                </a:lnTo>
                <a:lnTo>
                  <a:pt x="74599" y="316712"/>
                </a:lnTo>
                <a:lnTo>
                  <a:pt x="51816" y="306324"/>
                </a:lnTo>
                <a:lnTo>
                  <a:pt x="51816" y="298704"/>
                </a:lnTo>
                <a:lnTo>
                  <a:pt x="54864" y="297180"/>
                </a:lnTo>
                <a:lnTo>
                  <a:pt x="56388" y="295656"/>
                </a:lnTo>
                <a:lnTo>
                  <a:pt x="59436" y="294132"/>
                </a:lnTo>
                <a:lnTo>
                  <a:pt x="64008" y="294132"/>
                </a:lnTo>
                <a:lnTo>
                  <a:pt x="71628" y="292608"/>
                </a:lnTo>
                <a:lnTo>
                  <a:pt x="76200" y="291084"/>
                </a:lnTo>
                <a:lnTo>
                  <a:pt x="82296" y="284988"/>
                </a:lnTo>
                <a:lnTo>
                  <a:pt x="83820" y="281940"/>
                </a:lnTo>
                <a:lnTo>
                  <a:pt x="83820" y="274320"/>
                </a:lnTo>
                <a:lnTo>
                  <a:pt x="82296" y="269748"/>
                </a:lnTo>
                <a:lnTo>
                  <a:pt x="79248" y="268224"/>
                </a:lnTo>
                <a:lnTo>
                  <a:pt x="77724" y="265176"/>
                </a:lnTo>
                <a:lnTo>
                  <a:pt x="74676" y="263652"/>
                </a:lnTo>
                <a:lnTo>
                  <a:pt x="64008" y="263652"/>
                </a:lnTo>
                <a:lnTo>
                  <a:pt x="44196" y="298704"/>
                </a:lnTo>
                <a:lnTo>
                  <a:pt x="45339" y="310451"/>
                </a:lnTo>
                <a:lnTo>
                  <a:pt x="70764" y="341693"/>
                </a:lnTo>
                <a:lnTo>
                  <a:pt x="99060" y="347472"/>
                </a:lnTo>
                <a:lnTo>
                  <a:pt x="109054" y="346862"/>
                </a:lnTo>
                <a:lnTo>
                  <a:pt x="147256" y="321373"/>
                </a:lnTo>
                <a:lnTo>
                  <a:pt x="150876" y="301752"/>
                </a:lnTo>
                <a:lnTo>
                  <a:pt x="150876" y="294132"/>
                </a:lnTo>
                <a:close/>
              </a:path>
              <a:path extrusionOk="0" h="647700" w="184785">
                <a:moveTo>
                  <a:pt x="184404" y="35052"/>
                </a:moveTo>
                <a:lnTo>
                  <a:pt x="180898" y="26720"/>
                </a:lnTo>
                <a:lnTo>
                  <a:pt x="176974" y="19812"/>
                </a:lnTo>
                <a:lnTo>
                  <a:pt x="173164" y="15240"/>
                </a:lnTo>
                <a:lnTo>
                  <a:pt x="172186" y="14058"/>
                </a:lnTo>
                <a:lnTo>
                  <a:pt x="138684" y="0"/>
                </a:lnTo>
                <a:lnTo>
                  <a:pt x="131064" y="0"/>
                </a:lnTo>
                <a:lnTo>
                  <a:pt x="124968" y="1524"/>
                </a:lnTo>
                <a:lnTo>
                  <a:pt x="120396" y="6096"/>
                </a:lnTo>
                <a:lnTo>
                  <a:pt x="114300" y="10668"/>
                </a:lnTo>
                <a:lnTo>
                  <a:pt x="112776" y="15240"/>
                </a:lnTo>
                <a:lnTo>
                  <a:pt x="112776" y="25908"/>
                </a:lnTo>
                <a:lnTo>
                  <a:pt x="114300" y="30480"/>
                </a:lnTo>
                <a:lnTo>
                  <a:pt x="117348" y="35052"/>
                </a:lnTo>
                <a:lnTo>
                  <a:pt x="121920" y="38100"/>
                </a:lnTo>
                <a:lnTo>
                  <a:pt x="126492" y="39624"/>
                </a:lnTo>
                <a:lnTo>
                  <a:pt x="135636" y="39624"/>
                </a:lnTo>
                <a:lnTo>
                  <a:pt x="138684" y="38100"/>
                </a:lnTo>
                <a:lnTo>
                  <a:pt x="143256" y="35052"/>
                </a:lnTo>
                <a:lnTo>
                  <a:pt x="146304" y="32004"/>
                </a:lnTo>
                <a:lnTo>
                  <a:pt x="147828" y="28956"/>
                </a:lnTo>
                <a:lnTo>
                  <a:pt x="147828" y="22860"/>
                </a:lnTo>
                <a:lnTo>
                  <a:pt x="146304" y="21336"/>
                </a:lnTo>
                <a:lnTo>
                  <a:pt x="146304" y="18288"/>
                </a:lnTo>
                <a:lnTo>
                  <a:pt x="144780" y="18288"/>
                </a:lnTo>
                <a:lnTo>
                  <a:pt x="144780" y="16764"/>
                </a:lnTo>
                <a:lnTo>
                  <a:pt x="146304" y="15240"/>
                </a:lnTo>
                <a:lnTo>
                  <a:pt x="153924" y="15240"/>
                </a:lnTo>
                <a:lnTo>
                  <a:pt x="160020" y="16764"/>
                </a:lnTo>
                <a:lnTo>
                  <a:pt x="172212" y="22860"/>
                </a:lnTo>
                <a:lnTo>
                  <a:pt x="176784" y="27432"/>
                </a:lnTo>
                <a:lnTo>
                  <a:pt x="179832" y="35052"/>
                </a:lnTo>
                <a:lnTo>
                  <a:pt x="184404" y="350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7" name="Google Shape;7887;p109"/>
          <p:cNvSpPr/>
          <p:nvPr/>
        </p:nvSpPr>
        <p:spPr>
          <a:xfrm>
            <a:off x="3122676" y="4829556"/>
            <a:ext cx="198120" cy="919480"/>
          </a:xfrm>
          <a:custGeom>
            <a:rect b="b" l="l" r="r" t="t"/>
            <a:pathLst>
              <a:path extrusionOk="0" h="919479" w="198120">
                <a:moveTo>
                  <a:pt x="30480" y="766572"/>
                </a:moveTo>
                <a:lnTo>
                  <a:pt x="28956" y="762000"/>
                </a:lnTo>
                <a:lnTo>
                  <a:pt x="22860" y="755904"/>
                </a:lnTo>
                <a:lnTo>
                  <a:pt x="19812" y="754380"/>
                </a:lnTo>
                <a:lnTo>
                  <a:pt x="10668" y="754380"/>
                </a:lnTo>
                <a:lnTo>
                  <a:pt x="7620" y="755904"/>
                </a:lnTo>
                <a:lnTo>
                  <a:pt x="1524" y="762000"/>
                </a:lnTo>
                <a:lnTo>
                  <a:pt x="0" y="766572"/>
                </a:lnTo>
                <a:lnTo>
                  <a:pt x="0" y="774192"/>
                </a:lnTo>
                <a:lnTo>
                  <a:pt x="1524" y="777240"/>
                </a:lnTo>
                <a:lnTo>
                  <a:pt x="7620" y="783336"/>
                </a:lnTo>
                <a:lnTo>
                  <a:pt x="10668" y="784860"/>
                </a:lnTo>
                <a:lnTo>
                  <a:pt x="19812" y="784860"/>
                </a:lnTo>
                <a:lnTo>
                  <a:pt x="22860" y="783336"/>
                </a:lnTo>
                <a:lnTo>
                  <a:pt x="28956" y="777240"/>
                </a:lnTo>
                <a:lnTo>
                  <a:pt x="30480" y="774192"/>
                </a:lnTo>
                <a:lnTo>
                  <a:pt x="30480" y="766572"/>
                </a:lnTo>
                <a:close/>
              </a:path>
              <a:path extrusionOk="0" h="919479" w="198120">
                <a:moveTo>
                  <a:pt x="111239" y="437388"/>
                </a:moveTo>
                <a:lnTo>
                  <a:pt x="88379" y="437388"/>
                </a:lnTo>
                <a:lnTo>
                  <a:pt x="88379" y="501396"/>
                </a:lnTo>
                <a:lnTo>
                  <a:pt x="111239" y="501396"/>
                </a:lnTo>
                <a:lnTo>
                  <a:pt x="111239" y="437388"/>
                </a:lnTo>
                <a:close/>
              </a:path>
              <a:path extrusionOk="0" h="919479" w="198120">
                <a:moveTo>
                  <a:pt x="150876" y="810768"/>
                </a:moveTo>
                <a:lnTo>
                  <a:pt x="146304" y="810768"/>
                </a:lnTo>
                <a:lnTo>
                  <a:pt x="146304" y="815340"/>
                </a:lnTo>
                <a:lnTo>
                  <a:pt x="144780" y="818388"/>
                </a:lnTo>
                <a:lnTo>
                  <a:pt x="143256" y="819912"/>
                </a:lnTo>
                <a:lnTo>
                  <a:pt x="140208" y="821436"/>
                </a:lnTo>
                <a:lnTo>
                  <a:pt x="70104" y="821436"/>
                </a:lnTo>
                <a:lnTo>
                  <a:pt x="60960" y="824484"/>
                </a:lnTo>
                <a:lnTo>
                  <a:pt x="56388" y="827532"/>
                </a:lnTo>
                <a:lnTo>
                  <a:pt x="51816" y="832104"/>
                </a:lnTo>
                <a:lnTo>
                  <a:pt x="48768" y="836676"/>
                </a:lnTo>
                <a:lnTo>
                  <a:pt x="47244" y="842772"/>
                </a:lnTo>
                <a:lnTo>
                  <a:pt x="47244" y="853440"/>
                </a:lnTo>
                <a:lnTo>
                  <a:pt x="50292" y="862584"/>
                </a:lnTo>
                <a:lnTo>
                  <a:pt x="53340" y="867156"/>
                </a:lnTo>
                <a:lnTo>
                  <a:pt x="64008" y="877824"/>
                </a:lnTo>
                <a:lnTo>
                  <a:pt x="3048" y="877824"/>
                </a:lnTo>
                <a:lnTo>
                  <a:pt x="3048" y="918972"/>
                </a:lnTo>
                <a:lnTo>
                  <a:pt x="7620" y="918972"/>
                </a:lnTo>
                <a:lnTo>
                  <a:pt x="7620" y="914400"/>
                </a:lnTo>
                <a:lnTo>
                  <a:pt x="9144" y="911352"/>
                </a:lnTo>
                <a:lnTo>
                  <a:pt x="12192" y="908304"/>
                </a:lnTo>
                <a:lnTo>
                  <a:pt x="140208" y="908304"/>
                </a:lnTo>
                <a:lnTo>
                  <a:pt x="141732" y="909828"/>
                </a:lnTo>
                <a:lnTo>
                  <a:pt x="144780" y="911352"/>
                </a:lnTo>
                <a:lnTo>
                  <a:pt x="146304" y="914400"/>
                </a:lnTo>
                <a:lnTo>
                  <a:pt x="146304" y="918972"/>
                </a:lnTo>
                <a:lnTo>
                  <a:pt x="150876" y="918972"/>
                </a:lnTo>
                <a:lnTo>
                  <a:pt x="150876" y="867156"/>
                </a:lnTo>
                <a:lnTo>
                  <a:pt x="146304" y="867156"/>
                </a:lnTo>
                <a:lnTo>
                  <a:pt x="146304" y="871728"/>
                </a:lnTo>
                <a:lnTo>
                  <a:pt x="144780" y="874776"/>
                </a:lnTo>
                <a:lnTo>
                  <a:pt x="141732" y="876300"/>
                </a:lnTo>
                <a:lnTo>
                  <a:pt x="140208" y="877824"/>
                </a:lnTo>
                <a:lnTo>
                  <a:pt x="76200" y="877824"/>
                </a:lnTo>
                <a:lnTo>
                  <a:pt x="70104" y="874776"/>
                </a:lnTo>
                <a:lnTo>
                  <a:pt x="67056" y="871728"/>
                </a:lnTo>
                <a:lnTo>
                  <a:pt x="65532" y="868680"/>
                </a:lnTo>
                <a:lnTo>
                  <a:pt x="64008" y="867156"/>
                </a:lnTo>
                <a:lnTo>
                  <a:pt x="62484" y="864108"/>
                </a:lnTo>
                <a:lnTo>
                  <a:pt x="62484" y="858012"/>
                </a:lnTo>
                <a:lnTo>
                  <a:pt x="67056" y="853440"/>
                </a:lnTo>
                <a:lnTo>
                  <a:pt x="68580" y="853440"/>
                </a:lnTo>
                <a:lnTo>
                  <a:pt x="71628" y="851916"/>
                </a:lnTo>
                <a:lnTo>
                  <a:pt x="140208" y="851916"/>
                </a:lnTo>
                <a:lnTo>
                  <a:pt x="144780" y="856488"/>
                </a:lnTo>
                <a:lnTo>
                  <a:pt x="146304" y="859536"/>
                </a:lnTo>
                <a:lnTo>
                  <a:pt x="146304" y="862584"/>
                </a:lnTo>
                <a:lnTo>
                  <a:pt x="150876" y="862584"/>
                </a:lnTo>
                <a:lnTo>
                  <a:pt x="150876" y="810768"/>
                </a:lnTo>
                <a:close/>
              </a:path>
              <a:path extrusionOk="0" h="919479" w="198120">
                <a:moveTo>
                  <a:pt x="150876" y="742188"/>
                </a:moveTo>
                <a:lnTo>
                  <a:pt x="146304" y="742188"/>
                </a:lnTo>
                <a:lnTo>
                  <a:pt x="146304" y="746760"/>
                </a:lnTo>
                <a:lnTo>
                  <a:pt x="144780" y="751332"/>
                </a:lnTo>
                <a:lnTo>
                  <a:pt x="143256" y="752856"/>
                </a:lnTo>
                <a:lnTo>
                  <a:pt x="140208" y="754380"/>
                </a:lnTo>
                <a:lnTo>
                  <a:pt x="50292" y="754380"/>
                </a:lnTo>
                <a:lnTo>
                  <a:pt x="50292" y="797052"/>
                </a:lnTo>
                <a:lnTo>
                  <a:pt x="54864" y="797052"/>
                </a:lnTo>
                <a:lnTo>
                  <a:pt x="54864" y="792480"/>
                </a:lnTo>
                <a:lnTo>
                  <a:pt x="56388" y="789432"/>
                </a:lnTo>
                <a:lnTo>
                  <a:pt x="59436" y="786384"/>
                </a:lnTo>
                <a:lnTo>
                  <a:pt x="64008" y="784860"/>
                </a:lnTo>
                <a:lnTo>
                  <a:pt x="135636" y="784860"/>
                </a:lnTo>
                <a:lnTo>
                  <a:pt x="140208" y="786384"/>
                </a:lnTo>
                <a:lnTo>
                  <a:pt x="141732" y="787908"/>
                </a:lnTo>
                <a:lnTo>
                  <a:pt x="144780" y="789432"/>
                </a:lnTo>
                <a:lnTo>
                  <a:pt x="146304" y="792480"/>
                </a:lnTo>
                <a:lnTo>
                  <a:pt x="146304" y="797052"/>
                </a:lnTo>
                <a:lnTo>
                  <a:pt x="150876" y="797052"/>
                </a:lnTo>
                <a:lnTo>
                  <a:pt x="150876" y="784860"/>
                </a:lnTo>
                <a:lnTo>
                  <a:pt x="150876" y="742188"/>
                </a:lnTo>
                <a:close/>
              </a:path>
              <a:path extrusionOk="0" h="919479" w="198120">
                <a:moveTo>
                  <a:pt x="150876" y="512064"/>
                </a:moveTo>
                <a:lnTo>
                  <a:pt x="146304" y="512064"/>
                </a:lnTo>
                <a:lnTo>
                  <a:pt x="146304" y="516636"/>
                </a:lnTo>
                <a:lnTo>
                  <a:pt x="144780" y="519684"/>
                </a:lnTo>
                <a:lnTo>
                  <a:pt x="143256" y="521208"/>
                </a:lnTo>
                <a:lnTo>
                  <a:pt x="140208" y="522732"/>
                </a:lnTo>
                <a:lnTo>
                  <a:pt x="77724" y="522732"/>
                </a:lnTo>
                <a:lnTo>
                  <a:pt x="70104" y="524256"/>
                </a:lnTo>
                <a:lnTo>
                  <a:pt x="47244" y="544068"/>
                </a:lnTo>
                <a:lnTo>
                  <a:pt x="47244" y="556260"/>
                </a:lnTo>
                <a:lnTo>
                  <a:pt x="50292" y="565404"/>
                </a:lnTo>
                <a:lnTo>
                  <a:pt x="53340" y="569976"/>
                </a:lnTo>
                <a:lnTo>
                  <a:pt x="57912" y="574548"/>
                </a:lnTo>
                <a:lnTo>
                  <a:pt x="64008" y="579120"/>
                </a:lnTo>
                <a:lnTo>
                  <a:pt x="3048" y="579120"/>
                </a:lnTo>
                <a:lnTo>
                  <a:pt x="3048" y="620268"/>
                </a:lnTo>
                <a:lnTo>
                  <a:pt x="7620" y="620268"/>
                </a:lnTo>
                <a:lnTo>
                  <a:pt x="7620" y="617220"/>
                </a:lnTo>
                <a:lnTo>
                  <a:pt x="9144" y="614172"/>
                </a:lnTo>
                <a:lnTo>
                  <a:pt x="12192" y="611124"/>
                </a:lnTo>
                <a:lnTo>
                  <a:pt x="16764" y="609600"/>
                </a:lnTo>
                <a:lnTo>
                  <a:pt x="137160" y="609600"/>
                </a:lnTo>
                <a:lnTo>
                  <a:pt x="140208" y="611124"/>
                </a:lnTo>
                <a:lnTo>
                  <a:pt x="141732" y="612648"/>
                </a:lnTo>
                <a:lnTo>
                  <a:pt x="144780" y="614172"/>
                </a:lnTo>
                <a:lnTo>
                  <a:pt x="146304" y="617220"/>
                </a:lnTo>
                <a:lnTo>
                  <a:pt x="146304" y="620268"/>
                </a:lnTo>
                <a:lnTo>
                  <a:pt x="150876" y="620268"/>
                </a:lnTo>
                <a:lnTo>
                  <a:pt x="150876" y="568452"/>
                </a:lnTo>
                <a:lnTo>
                  <a:pt x="146304" y="568452"/>
                </a:lnTo>
                <a:lnTo>
                  <a:pt x="146304" y="573024"/>
                </a:lnTo>
                <a:lnTo>
                  <a:pt x="144780" y="576072"/>
                </a:lnTo>
                <a:lnTo>
                  <a:pt x="141732" y="577596"/>
                </a:lnTo>
                <a:lnTo>
                  <a:pt x="140208" y="579120"/>
                </a:lnTo>
                <a:lnTo>
                  <a:pt x="76200" y="579120"/>
                </a:lnTo>
                <a:lnTo>
                  <a:pt x="67056" y="574548"/>
                </a:lnTo>
                <a:lnTo>
                  <a:pt x="62484" y="565404"/>
                </a:lnTo>
                <a:lnTo>
                  <a:pt x="62484" y="559308"/>
                </a:lnTo>
                <a:lnTo>
                  <a:pt x="65532" y="556260"/>
                </a:lnTo>
                <a:lnTo>
                  <a:pt x="67056" y="556260"/>
                </a:lnTo>
                <a:lnTo>
                  <a:pt x="68580" y="554736"/>
                </a:lnTo>
                <a:lnTo>
                  <a:pt x="71628" y="554736"/>
                </a:lnTo>
                <a:lnTo>
                  <a:pt x="76200" y="553212"/>
                </a:lnTo>
                <a:lnTo>
                  <a:pt x="135636" y="553212"/>
                </a:lnTo>
                <a:lnTo>
                  <a:pt x="140208" y="554736"/>
                </a:lnTo>
                <a:lnTo>
                  <a:pt x="141732" y="556260"/>
                </a:lnTo>
                <a:lnTo>
                  <a:pt x="144780" y="557784"/>
                </a:lnTo>
                <a:lnTo>
                  <a:pt x="146304" y="560832"/>
                </a:lnTo>
                <a:lnTo>
                  <a:pt x="146304" y="563880"/>
                </a:lnTo>
                <a:lnTo>
                  <a:pt x="150876" y="563880"/>
                </a:lnTo>
                <a:lnTo>
                  <a:pt x="150876" y="512064"/>
                </a:lnTo>
                <a:close/>
              </a:path>
              <a:path extrusionOk="0" h="919479" w="198120">
                <a:moveTo>
                  <a:pt x="150876" y="373380"/>
                </a:moveTo>
                <a:lnTo>
                  <a:pt x="146304" y="373380"/>
                </a:lnTo>
                <a:lnTo>
                  <a:pt x="146304" y="377952"/>
                </a:lnTo>
                <a:lnTo>
                  <a:pt x="144780" y="381000"/>
                </a:lnTo>
                <a:lnTo>
                  <a:pt x="140208" y="385572"/>
                </a:lnTo>
                <a:lnTo>
                  <a:pt x="3048" y="385572"/>
                </a:lnTo>
                <a:lnTo>
                  <a:pt x="3048" y="428244"/>
                </a:lnTo>
                <a:lnTo>
                  <a:pt x="7620" y="428244"/>
                </a:lnTo>
                <a:lnTo>
                  <a:pt x="7620" y="423672"/>
                </a:lnTo>
                <a:lnTo>
                  <a:pt x="9144" y="420624"/>
                </a:lnTo>
                <a:lnTo>
                  <a:pt x="12192" y="417576"/>
                </a:lnTo>
                <a:lnTo>
                  <a:pt x="16764" y="416052"/>
                </a:lnTo>
                <a:lnTo>
                  <a:pt x="135636" y="416052"/>
                </a:lnTo>
                <a:lnTo>
                  <a:pt x="140208" y="417576"/>
                </a:lnTo>
                <a:lnTo>
                  <a:pt x="141732" y="419100"/>
                </a:lnTo>
                <a:lnTo>
                  <a:pt x="144780" y="420624"/>
                </a:lnTo>
                <a:lnTo>
                  <a:pt x="146304" y="423672"/>
                </a:lnTo>
                <a:lnTo>
                  <a:pt x="146304" y="428244"/>
                </a:lnTo>
                <a:lnTo>
                  <a:pt x="150876" y="428244"/>
                </a:lnTo>
                <a:lnTo>
                  <a:pt x="150876" y="373380"/>
                </a:lnTo>
                <a:close/>
              </a:path>
              <a:path extrusionOk="0" h="919479" w="198120">
                <a:moveTo>
                  <a:pt x="150876" y="0"/>
                </a:moveTo>
                <a:lnTo>
                  <a:pt x="146304" y="0"/>
                </a:lnTo>
                <a:lnTo>
                  <a:pt x="146304" y="4572"/>
                </a:lnTo>
                <a:lnTo>
                  <a:pt x="144780" y="7620"/>
                </a:lnTo>
                <a:lnTo>
                  <a:pt x="143256" y="9144"/>
                </a:lnTo>
                <a:lnTo>
                  <a:pt x="140208" y="10668"/>
                </a:lnTo>
                <a:lnTo>
                  <a:pt x="135636" y="12192"/>
                </a:lnTo>
                <a:lnTo>
                  <a:pt x="3048" y="12192"/>
                </a:lnTo>
                <a:lnTo>
                  <a:pt x="3048" y="54864"/>
                </a:lnTo>
                <a:lnTo>
                  <a:pt x="7620" y="54864"/>
                </a:lnTo>
                <a:lnTo>
                  <a:pt x="7620" y="50292"/>
                </a:lnTo>
                <a:lnTo>
                  <a:pt x="9144" y="47244"/>
                </a:lnTo>
                <a:lnTo>
                  <a:pt x="12192" y="44196"/>
                </a:lnTo>
                <a:lnTo>
                  <a:pt x="16764" y="42672"/>
                </a:lnTo>
                <a:lnTo>
                  <a:pt x="140208" y="42672"/>
                </a:lnTo>
                <a:lnTo>
                  <a:pt x="144780" y="47244"/>
                </a:lnTo>
                <a:lnTo>
                  <a:pt x="146304" y="50292"/>
                </a:lnTo>
                <a:lnTo>
                  <a:pt x="146304" y="54864"/>
                </a:lnTo>
                <a:lnTo>
                  <a:pt x="150876" y="54864"/>
                </a:lnTo>
                <a:lnTo>
                  <a:pt x="150876" y="0"/>
                </a:lnTo>
                <a:close/>
              </a:path>
              <a:path extrusionOk="0" h="919479" w="198120">
                <a:moveTo>
                  <a:pt x="153911" y="318516"/>
                </a:moveTo>
                <a:lnTo>
                  <a:pt x="130225" y="280416"/>
                </a:lnTo>
                <a:lnTo>
                  <a:pt x="121907" y="275844"/>
                </a:lnTo>
                <a:lnTo>
                  <a:pt x="118859" y="280416"/>
                </a:lnTo>
                <a:lnTo>
                  <a:pt x="124955" y="283464"/>
                </a:lnTo>
                <a:lnTo>
                  <a:pt x="129527" y="288036"/>
                </a:lnTo>
                <a:lnTo>
                  <a:pt x="131051" y="291084"/>
                </a:lnTo>
                <a:lnTo>
                  <a:pt x="134099" y="295656"/>
                </a:lnTo>
                <a:lnTo>
                  <a:pt x="135623" y="298704"/>
                </a:lnTo>
                <a:lnTo>
                  <a:pt x="135623" y="310896"/>
                </a:lnTo>
                <a:lnTo>
                  <a:pt x="132575" y="316992"/>
                </a:lnTo>
                <a:lnTo>
                  <a:pt x="95999" y="332232"/>
                </a:lnTo>
                <a:lnTo>
                  <a:pt x="95999" y="303276"/>
                </a:lnTo>
                <a:lnTo>
                  <a:pt x="95999" y="275844"/>
                </a:lnTo>
                <a:lnTo>
                  <a:pt x="88379" y="276821"/>
                </a:lnTo>
                <a:lnTo>
                  <a:pt x="88379" y="303276"/>
                </a:lnTo>
                <a:lnTo>
                  <a:pt x="88379" y="332232"/>
                </a:lnTo>
                <a:lnTo>
                  <a:pt x="85331" y="332232"/>
                </a:lnTo>
                <a:lnTo>
                  <a:pt x="77647" y="331927"/>
                </a:lnTo>
                <a:lnTo>
                  <a:pt x="70662" y="330898"/>
                </a:lnTo>
                <a:lnTo>
                  <a:pt x="64554" y="329018"/>
                </a:lnTo>
                <a:lnTo>
                  <a:pt x="59423" y="326136"/>
                </a:lnTo>
                <a:lnTo>
                  <a:pt x="56375" y="324612"/>
                </a:lnTo>
                <a:lnTo>
                  <a:pt x="54851" y="321564"/>
                </a:lnTo>
                <a:lnTo>
                  <a:pt x="54851" y="312420"/>
                </a:lnTo>
                <a:lnTo>
                  <a:pt x="60947" y="306324"/>
                </a:lnTo>
                <a:lnTo>
                  <a:pt x="65519" y="304800"/>
                </a:lnTo>
                <a:lnTo>
                  <a:pt x="70091" y="304800"/>
                </a:lnTo>
                <a:lnTo>
                  <a:pt x="77711" y="303276"/>
                </a:lnTo>
                <a:lnTo>
                  <a:pt x="88379" y="303276"/>
                </a:lnTo>
                <a:lnTo>
                  <a:pt x="88379" y="276821"/>
                </a:lnTo>
                <a:lnTo>
                  <a:pt x="84289" y="277329"/>
                </a:lnTo>
                <a:lnTo>
                  <a:pt x="50469" y="301180"/>
                </a:lnTo>
                <a:lnTo>
                  <a:pt x="47231" y="315468"/>
                </a:lnTo>
                <a:lnTo>
                  <a:pt x="48120" y="325208"/>
                </a:lnTo>
                <a:lnTo>
                  <a:pt x="79425" y="359283"/>
                </a:lnTo>
                <a:lnTo>
                  <a:pt x="102095" y="362712"/>
                </a:lnTo>
                <a:lnTo>
                  <a:pt x="111861" y="362140"/>
                </a:lnTo>
                <a:lnTo>
                  <a:pt x="149529" y="338899"/>
                </a:lnTo>
                <a:lnTo>
                  <a:pt x="151917" y="331927"/>
                </a:lnTo>
                <a:lnTo>
                  <a:pt x="152793" y="329361"/>
                </a:lnTo>
                <a:lnTo>
                  <a:pt x="152831" y="329018"/>
                </a:lnTo>
                <a:lnTo>
                  <a:pt x="153911" y="318516"/>
                </a:lnTo>
                <a:close/>
              </a:path>
              <a:path extrusionOk="0" h="919479" w="198120">
                <a:moveTo>
                  <a:pt x="153911" y="99060"/>
                </a:moveTo>
                <a:lnTo>
                  <a:pt x="150863" y="89916"/>
                </a:lnTo>
                <a:lnTo>
                  <a:pt x="146227" y="83731"/>
                </a:lnTo>
                <a:lnTo>
                  <a:pt x="142278" y="78397"/>
                </a:lnTo>
                <a:lnTo>
                  <a:pt x="136956" y="73533"/>
                </a:lnTo>
                <a:lnTo>
                  <a:pt x="130225" y="69253"/>
                </a:lnTo>
                <a:lnTo>
                  <a:pt x="121907" y="65532"/>
                </a:lnTo>
                <a:lnTo>
                  <a:pt x="118859" y="68580"/>
                </a:lnTo>
                <a:lnTo>
                  <a:pt x="124955" y="73152"/>
                </a:lnTo>
                <a:lnTo>
                  <a:pt x="129527" y="76200"/>
                </a:lnTo>
                <a:lnTo>
                  <a:pt x="131051" y="80772"/>
                </a:lnTo>
                <a:lnTo>
                  <a:pt x="134010" y="83731"/>
                </a:lnTo>
                <a:lnTo>
                  <a:pt x="135623" y="88392"/>
                </a:lnTo>
                <a:lnTo>
                  <a:pt x="135623" y="99060"/>
                </a:lnTo>
                <a:lnTo>
                  <a:pt x="132575" y="105156"/>
                </a:lnTo>
                <a:lnTo>
                  <a:pt x="126479" y="109728"/>
                </a:lnTo>
                <a:lnTo>
                  <a:pt x="120218" y="114642"/>
                </a:lnTo>
                <a:lnTo>
                  <a:pt x="112953" y="118110"/>
                </a:lnTo>
                <a:lnTo>
                  <a:pt x="104838" y="120446"/>
                </a:lnTo>
                <a:lnTo>
                  <a:pt x="95999" y="121920"/>
                </a:lnTo>
                <a:lnTo>
                  <a:pt x="95999" y="92964"/>
                </a:lnTo>
                <a:lnTo>
                  <a:pt x="95999" y="65532"/>
                </a:lnTo>
                <a:lnTo>
                  <a:pt x="88379" y="66078"/>
                </a:lnTo>
                <a:lnTo>
                  <a:pt x="88379" y="92964"/>
                </a:lnTo>
                <a:lnTo>
                  <a:pt x="88379" y="121920"/>
                </a:lnTo>
                <a:lnTo>
                  <a:pt x="85331" y="121920"/>
                </a:lnTo>
                <a:lnTo>
                  <a:pt x="77647" y="121373"/>
                </a:lnTo>
                <a:lnTo>
                  <a:pt x="70662" y="119824"/>
                </a:lnTo>
                <a:lnTo>
                  <a:pt x="64554" y="117424"/>
                </a:lnTo>
                <a:lnTo>
                  <a:pt x="59423" y="114300"/>
                </a:lnTo>
                <a:lnTo>
                  <a:pt x="56375" y="112776"/>
                </a:lnTo>
                <a:lnTo>
                  <a:pt x="54851" y="109728"/>
                </a:lnTo>
                <a:lnTo>
                  <a:pt x="54851" y="102108"/>
                </a:lnTo>
                <a:lnTo>
                  <a:pt x="56375" y="100584"/>
                </a:lnTo>
                <a:lnTo>
                  <a:pt x="57950" y="97447"/>
                </a:lnTo>
                <a:lnTo>
                  <a:pt x="58089" y="97447"/>
                </a:lnTo>
                <a:lnTo>
                  <a:pt x="60947" y="96012"/>
                </a:lnTo>
                <a:lnTo>
                  <a:pt x="70091" y="92964"/>
                </a:lnTo>
                <a:lnTo>
                  <a:pt x="88379" y="92964"/>
                </a:lnTo>
                <a:lnTo>
                  <a:pt x="88379" y="66078"/>
                </a:lnTo>
                <a:lnTo>
                  <a:pt x="54305" y="83731"/>
                </a:lnTo>
                <a:lnTo>
                  <a:pt x="47231" y="105156"/>
                </a:lnTo>
                <a:lnTo>
                  <a:pt x="48120" y="114020"/>
                </a:lnTo>
                <a:lnTo>
                  <a:pt x="48209" y="114300"/>
                </a:lnTo>
                <a:lnTo>
                  <a:pt x="48323" y="114642"/>
                </a:lnTo>
                <a:lnTo>
                  <a:pt x="50850" y="122301"/>
                </a:lnTo>
                <a:lnTo>
                  <a:pt x="79425" y="148780"/>
                </a:lnTo>
                <a:lnTo>
                  <a:pt x="102095" y="152400"/>
                </a:lnTo>
                <a:lnTo>
                  <a:pt x="111861" y="151815"/>
                </a:lnTo>
                <a:lnTo>
                  <a:pt x="149529" y="127635"/>
                </a:lnTo>
                <a:lnTo>
                  <a:pt x="152869" y="117424"/>
                </a:lnTo>
                <a:lnTo>
                  <a:pt x="153911" y="106680"/>
                </a:lnTo>
                <a:lnTo>
                  <a:pt x="153911" y="99060"/>
                </a:lnTo>
                <a:close/>
              </a:path>
              <a:path extrusionOk="0" h="919479" w="198120">
                <a:moveTo>
                  <a:pt x="153924" y="213360"/>
                </a:moveTo>
                <a:lnTo>
                  <a:pt x="74676" y="179832"/>
                </a:lnTo>
                <a:lnTo>
                  <a:pt x="59436" y="172212"/>
                </a:lnTo>
                <a:lnTo>
                  <a:pt x="57912" y="170688"/>
                </a:lnTo>
                <a:lnTo>
                  <a:pt x="56388" y="167640"/>
                </a:lnTo>
                <a:lnTo>
                  <a:pt x="54864" y="166116"/>
                </a:lnTo>
                <a:lnTo>
                  <a:pt x="54864" y="163068"/>
                </a:lnTo>
                <a:lnTo>
                  <a:pt x="50292" y="163068"/>
                </a:lnTo>
                <a:lnTo>
                  <a:pt x="50292" y="195072"/>
                </a:lnTo>
                <a:lnTo>
                  <a:pt x="54864" y="195072"/>
                </a:lnTo>
                <a:lnTo>
                  <a:pt x="54864" y="188976"/>
                </a:lnTo>
                <a:lnTo>
                  <a:pt x="59436" y="184404"/>
                </a:lnTo>
                <a:lnTo>
                  <a:pt x="65532" y="184404"/>
                </a:lnTo>
                <a:lnTo>
                  <a:pt x="73152" y="185928"/>
                </a:lnTo>
                <a:lnTo>
                  <a:pt x="82296" y="190500"/>
                </a:lnTo>
                <a:lnTo>
                  <a:pt x="114300" y="204216"/>
                </a:lnTo>
                <a:lnTo>
                  <a:pt x="76200" y="220980"/>
                </a:lnTo>
                <a:lnTo>
                  <a:pt x="68580" y="224028"/>
                </a:lnTo>
                <a:lnTo>
                  <a:pt x="64008" y="225552"/>
                </a:lnTo>
                <a:lnTo>
                  <a:pt x="59436" y="225552"/>
                </a:lnTo>
                <a:lnTo>
                  <a:pt x="54864" y="220980"/>
                </a:lnTo>
                <a:lnTo>
                  <a:pt x="54864" y="216408"/>
                </a:lnTo>
                <a:lnTo>
                  <a:pt x="50292" y="216408"/>
                </a:lnTo>
                <a:lnTo>
                  <a:pt x="50292" y="271272"/>
                </a:lnTo>
                <a:lnTo>
                  <a:pt x="54864" y="271272"/>
                </a:lnTo>
                <a:lnTo>
                  <a:pt x="54864" y="266700"/>
                </a:lnTo>
                <a:lnTo>
                  <a:pt x="60960" y="260604"/>
                </a:lnTo>
                <a:lnTo>
                  <a:pt x="76200" y="252984"/>
                </a:lnTo>
                <a:lnTo>
                  <a:pt x="153924" y="220980"/>
                </a:lnTo>
                <a:lnTo>
                  <a:pt x="153924" y="213360"/>
                </a:lnTo>
                <a:close/>
              </a:path>
              <a:path extrusionOk="0" h="919479" w="198120">
                <a:moveTo>
                  <a:pt x="197853" y="692645"/>
                </a:moveTo>
                <a:lnTo>
                  <a:pt x="192011" y="653796"/>
                </a:lnTo>
                <a:lnTo>
                  <a:pt x="190868" y="649224"/>
                </a:lnTo>
                <a:lnTo>
                  <a:pt x="190487" y="647700"/>
                </a:lnTo>
                <a:lnTo>
                  <a:pt x="190487" y="696468"/>
                </a:lnTo>
                <a:lnTo>
                  <a:pt x="188963" y="704088"/>
                </a:lnTo>
                <a:lnTo>
                  <a:pt x="182867" y="713232"/>
                </a:lnTo>
                <a:lnTo>
                  <a:pt x="179819" y="714756"/>
                </a:lnTo>
                <a:lnTo>
                  <a:pt x="172199" y="714756"/>
                </a:lnTo>
                <a:lnTo>
                  <a:pt x="169151" y="713232"/>
                </a:lnTo>
                <a:lnTo>
                  <a:pt x="166103" y="708660"/>
                </a:lnTo>
                <a:lnTo>
                  <a:pt x="164579" y="707136"/>
                </a:lnTo>
                <a:lnTo>
                  <a:pt x="164668" y="678180"/>
                </a:lnTo>
                <a:lnTo>
                  <a:pt x="164769" y="672274"/>
                </a:lnTo>
                <a:lnTo>
                  <a:pt x="164884" y="670560"/>
                </a:lnTo>
                <a:lnTo>
                  <a:pt x="165011" y="668655"/>
                </a:lnTo>
                <a:lnTo>
                  <a:pt x="165227" y="665353"/>
                </a:lnTo>
                <a:lnTo>
                  <a:pt x="166103" y="661416"/>
                </a:lnTo>
                <a:lnTo>
                  <a:pt x="166103" y="656844"/>
                </a:lnTo>
                <a:lnTo>
                  <a:pt x="167627" y="653796"/>
                </a:lnTo>
                <a:lnTo>
                  <a:pt x="170675" y="652272"/>
                </a:lnTo>
                <a:lnTo>
                  <a:pt x="170700" y="650735"/>
                </a:lnTo>
                <a:lnTo>
                  <a:pt x="172199" y="649224"/>
                </a:lnTo>
                <a:lnTo>
                  <a:pt x="179819" y="649224"/>
                </a:lnTo>
                <a:lnTo>
                  <a:pt x="190487" y="696468"/>
                </a:lnTo>
                <a:lnTo>
                  <a:pt x="190487" y="647700"/>
                </a:lnTo>
                <a:lnTo>
                  <a:pt x="181343" y="638556"/>
                </a:lnTo>
                <a:lnTo>
                  <a:pt x="176771" y="635508"/>
                </a:lnTo>
                <a:lnTo>
                  <a:pt x="170675" y="632460"/>
                </a:lnTo>
                <a:lnTo>
                  <a:pt x="155435" y="632460"/>
                </a:lnTo>
                <a:lnTo>
                  <a:pt x="139725" y="658368"/>
                </a:lnTo>
                <a:lnTo>
                  <a:pt x="138976" y="665988"/>
                </a:lnTo>
                <a:lnTo>
                  <a:pt x="138874" y="669607"/>
                </a:lnTo>
                <a:lnTo>
                  <a:pt x="138747" y="673900"/>
                </a:lnTo>
                <a:lnTo>
                  <a:pt x="138671" y="701040"/>
                </a:lnTo>
                <a:lnTo>
                  <a:pt x="137147" y="704088"/>
                </a:lnTo>
                <a:lnTo>
                  <a:pt x="135623" y="705612"/>
                </a:lnTo>
                <a:lnTo>
                  <a:pt x="134099" y="708660"/>
                </a:lnTo>
                <a:lnTo>
                  <a:pt x="124955" y="708660"/>
                </a:lnTo>
                <a:lnTo>
                  <a:pt x="123431" y="705612"/>
                </a:lnTo>
                <a:lnTo>
                  <a:pt x="120383" y="704088"/>
                </a:lnTo>
                <a:lnTo>
                  <a:pt x="118859" y="701040"/>
                </a:lnTo>
                <a:lnTo>
                  <a:pt x="118859" y="697992"/>
                </a:lnTo>
                <a:lnTo>
                  <a:pt x="120383" y="688848"/>
                </a:lnTo>
                <a:lnTo>
                  <a:pt x="120383" y="679704"/>
                </a:lnTo>
                <a:lnTo>
                  <a:pt x="118859" y="673608"/>
                </a:lnTo>
                <a:lnTo>
                  <a:pt x="115811" y="665988"/>
                </a:lnTo>
                <a:lnTo>
                  <a:pt x="112763" y="659892"/>
                </a:lnTo>
                <a:lnTo>
                  <a:pt x="112763" y="684276"/>
                </a:lnTo>
                <a:lnTo>
                  <a:pt x="112763" y="691896"/>
                </a:lnTo>
                <a:lnTo>
                  <a:pt x="111239" y="694944"/>
                </a:lnTo>
                <a:lnTo>
                  <a:pt x="106667" y="697992"/>
                </a:lnTo>
                <a:lnTo>
                  <a:pt x="103619" y="701040"/>
                </a:lnTo>
                <a:lnTo>
                  <a:pt x="63995" y="701040"/>
                </a:lnTo>
                <a:lnTo>
                  <a:pt x="60947" y="697992"/>
                </a:lnTo>
                <a:lnTo>
                  <a:pt x="56375" y="694944"/>
                </a:lnTo>
                <a:lnTo>
                  <a:pt x="54851" y="691896"/>
                </a:lnTo>
                <a:lnTo>
                  <a:pt x="54851" y="684276"/>
                </a:lnTo>
                <a:lnTo>
                  <a:pt x="85331" y="673608"/>
                </a:lnTo>
                <a:lnTo>
                  <a:pt x="95999" y="673608"/>
                </a:lnTo>
                <a:lnTo>
                  <a:pt x="103619" y="675132"/>
                </a:lnTo>
                <a:lnTo>
                  <a:pt x="106667" y="678180"/>
                </a:lnTo>
                <a:lnTo>
                  <a:pt x="111239" y="681228"/>
                </a:lnTo>
                <a:lnTo>
                  <a:pt x="112763" y="684276"/>
                </a:lnTo>
                <a:lnTo>
                  <a:pt x="112763" y="659892"/>
                </a:lnTo>
                <a:lnTo>
                  <a:pt x="108191" y="653796"/>
                </a:lnTo>
                <a:lnTo>
                  <a:pt x="103619" y="649224"/>
                </a:lnTo>
                <a:lnTo>
                  <a:pt x="91427" y="643128"/>
                </a:lnTo>
                <a:lnTo>
                  <a:pt x="79235" y="643128"/>
                </a:lnTo>
                <a:lnTo>
                  <a:pt x="76187" y="644652"/>
                </a:lnTo>
                <a:lnTo>
                  <a:pt x="71615" y="646176"/>
                </a:lnTo>
                <a:lnTo>
                  <a:pt x="68567" y="647700"/>
                </a:lnTo>
                <a:lnTo>
                  <a:pt x="62471" y="653796"/>
                </a:lnTo>
                <a:lnTo>
                  <a:pt x="62471" y="632460"/>
                </a:lnTo>
                <a:lnTo>
                  <a:pt x="50279" y="632460"/>
                </a:lnTo>
                <a:lnTo>
                  <a:pt x="50279" y="670560"/>
                </a:lnTo>
                <a:lnTo>
                  <a:pt x="48704" y="676948"/>
                </a:lnTo>
                <a:lnTo>
                  <a:pt x="47231" y="684276"/>
                </a:lnTo>
                <a:lnTo>
                  <a:pt x="47345" y="691896"/>
                </a:lnTo>
                <a:lnTo>
                  <a:pt x="47383" y="692645"/>
                </a:lnTo>
                <a:lnTo>
                  <a:pt x="69710" y="729043"/>
                </a:lnTo>
                <a:lnTo>
                  <a:pt x="83807" y="731520"/>
                </a:lnTo>
                <a:lnTo>
                  <a:pt x="91427" y="731520"/>
                </a:lnTo>
                <a:lnTo>
                  <a:pt x="97523" y="729996"/>
                </a:lnTo>
                <a:lnTo>
                  <a:pt x="103619" y="725424"/>
                </a:lnTo>
                <a:lnTo>
                  <a:pt x="108191" y="722376"/>
                </a:lnTo>
                <a:lnTo>
                  <a:pt x="114287" y="714756"/>
                </a:lnTo>
                <a:lnTo>
                  <a:pt x="114350" y="714590"/>
                </a:lnTo>
                <a:lnTo>
                  <a:pt x="117335" y="705612"/>
                </a:lnTo>
                <a:lnTo>
                  <a:pt x="120383" y="713232"/>
                </a:lnTo>
                <a:lnTo>
                  <a:pt x="124955" y="719328"/>
                </a:lnTo>
                <a:lnTo>
                  <a:pt x="129527" y="723900"/>
                </a:lnTo>
                <a:lnTo>
                  <a:pt x="134099" y="726948"/>
                </a:lnTo>
                <a:lnTo>
                  <a:pt x="138671" y="728472"/>
                </a:lnTo>
                <a:lnTo>
                  <a:pt x="150863" y="728472"/>
                </a:lnTo>
                <a:lnTo>
                  <a:pt x="156959" y="725424"/>
                </a:lnTo>
                <a:lnTo>
                  <a:pt x="161531" y="716280"/>
                </a:lnTo>
                <a:lnTo>
                  <a:pt x="163055" y="722376"/>
                </a:lnTo>
                <a:lnTo>
                  <a:pt x="166103" y="726948"/>
                </a:lnTo>
                <a:lnTo>
                  <a:pt x="169151" y="728472"/>
                </a:lnTo>
                <a:lnTo>
                  <a:pt x="170675" y="731520"/>
                </a:lnTo>
                <a:lnTo>
                  <a:pt x="181343" y="731520"/>
                </a:lnTo>
                <a:lnTo>
                  <a:pt x="184391" y="729996"/>
                </a:lnTo>
                <a:lnTo>
                  <a:pt x="190487" y="723900"/>
                </a:lnTo>
                <a:lnTo>
                  <a:pt x="193535" y="719328"/>
                </a:lnTo>
                <a:lnTo>
                  <a:pt x="194144" y="716280"/>
                </a:lnTo>
                <a:lnTo>
                  <a:pt x="194449" y="714756"/>
                </a:lnTo>
                <a:lnTo>
                  <a:pt x="197294" y="697992"/>
                </a:lnTo>
                <a:lnTo>
                  <a:pt x="197853" y="6926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88" name="Google Shape;7888;p109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122676" y="3622547"/>
            <a:ext cx="153924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889" name="Google Shape;7889;p109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752088" y="6086855"/>
            <a:ext cx="199644" cy="14356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0" name="Google Shape;7890;p109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4390644" y="5590032"/>
            <a:ext cx="153923" cy="1161287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1" name="Google Shape;7891;p109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4389120" y="3627120"/>
            <a:ext cx="199644" cy="18973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92" name="Google Shape;7892;p109"/>
          <p:cNvGrpSpPr/>
          <p:nvPr/>
        </p:nvGrpSpPr>
        <p:grpSpPr>
          <a:xfrm>
            <a:off x="5160264" y="5530595"/>
            <a:ext cx="197804" cy="589788"/>
            <a:chOff x="5160264" y="5530595"/>
            <a:chExt cx="197804" cy="589788"/>
          </a:xfrm>
        </p:grpSpPr>
        <p:pic>
          <p:nvPicPr>
            <p:cNvPr id="7893" name="Google Shape;7893;p109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5166360" y="5992368"/>
              <a:ext cx="128015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94" name="Google Shape;7894;p109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5160264" y="5530595"/>
              <a:ext cx="197804" cy="43738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895" name="Google Shape;7895;p109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5160263" y="3672839"/>
            <a:ext cx="198119" cy="1790699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6" name="Google Shape;7896;p109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5861304" y="3486911"/>
            <a:ext cx="198120" cy="1933956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7" name="Google Shape;7897;p109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297935" y="6702552"/>
            <a:ext cx="428244" cy="3718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8" name="Google Shape;7898;p109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2735580" y="7475219"/>
            <a:ext cx="432815" cy="371856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9" name="Google Shape;7899;p109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924300" y="5861303"/>
            <a:ext cx="432815" cy="3718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900" name="Google Shape;7900;p109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5394960" y="4604003"/>
            <a:ext cx="432816" cy="3718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901" name="Google Shape;7901;p109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4696967" y="5241035"/>
            <a:ext cx="432816" cy="371856"/>
          </a:xfrm>
          <a:prstGeom prst="rect">
            <a:avLst/>
          </a:prstGeom>
          <a:noFill/>
          <a:ln>
            <a:noFill/>
          </a:ln>
        </p:spPr>
      </p:pic>
      <p:sp>
        <p:nvSpPr>
          <p:cNvPr id="7902" name="Google Shape;7902;p109"/>
          <p:cNvSpPr/>
          <p:nvPr/>
        </p:nvSpPr>
        <p:spPr>
          <a:xfrm>
            <a:off x="4436364" y="2705100"/>
            <a:ext cx="1617345" cy="512445"/>
          </a:xfrm>
          <a:custGeom>
            <a:rect b="b" l="l" r="r" t="t"/>
            <a:pathLst>
              <a:path extrusionOk="0" h="512444" w="1617345">
                <a:moveTo>
                  <a:pt x="1616964" y="19812"/>
                </a:moveTo>
                <a:lnTo>
                  <a:pt x="1598663" y="19812"/>
                </a:lnTo>
                <a:lnTo>
                  <a:pt x="1598663" y="0"/>
                </a:lnTo>
                <a:lnTo>
                  <a:pt x="56375" y="0"/>
                </a:lnTo>
                <a:lnTo>
                  <a:pt x="56375" y="19812"/>
                </a:lnTo>
                <a:lnTo>
                  <a:pt x="38100" y="19812"/>
                </a:lnTo>
                <a:lnTo>
                  <a:pt x="38100" y="399288"/>
                </a:lnTo>
                <a:lnTo>
                  <a:pt x="0" y="399288"/>
                </a:lnTo>
                <a:lnTo>
                  <a:pt x="56388" y="510540"/>
                </a:lnTo>
                <a:lnTo>
                  <a:pt x="101473" y="419100"/>
                </a:lnTo>
                <a:lnTo>
                  <a:pt x="111252" y="399288"/>
                </a:lnTo>
                <a:lnTo>
                  <a:pt x="74676" y="399288"/>
                </a:lnTo>
                <a:lnTo>
                  <a:pt x="74676" y="38100"/>
                </a:lnTo>
                <a:lnTo>
                  <a:pt x="809231" y="38100"/>
                </a:lnTo>
                <a:lnTo>
                  <a:pt x="809231" y="399288"/>
                </a:lnTo>
                <a:lnTo>
                  <a:pt x="771131" y="399288"/>
                </a:lnTo>
                <a:lnTo>
                  <a:pt x="825995" y="510540"/>
                </a:lnTo>
                <a:lnTo>
                  <a:pt x="872350" y="419100"/>
                </a:lnTo>
                <a:lnTo>
                  <a:pt x="882383" y="399288"/>
                </a:lnTo>
                <a:lnTo>
                  <a:pt x="845807" y="399288"/>
                </a:lnTo>
                <a:lnTo>
                  <a:pt x="845807" y="38100"/>
                </a:lnTo>
                <a:lnTo>
                  <a:pt x="1578864" y="38100"/>
                </a:lnTo>
                <a:lnTo>
                  <a:pt x="1578864" y="512064"/>
                </a:lnTo>
                <a:lnTo>
                  <a:pt x="1616964" y="512064"/>
                </a:lnTo>
                <a:lnTo>
                  <a:pt x="1616964" y="1981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903" name="Google Shape;7903;p109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4980432" y="2077211"/>
            <a:ext cx="608075" cy="443483"/>
          </a:xfrm>
          <a:prstGeom prst="rect">
            <a:avLst/>
          </a:prstGeom>
          <a:noFill/>
          <a:ln>
            <a:noFill/>
          </a:ln>
        </p:spPr>
      </p:pic>
      <p:pic>
        <p:nvPicPr>
          <p:cNvPr id="7904" name="Google Shape;7904;p109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5882639" y="5742431"/>
            <a:ext cx="132588" cy="24109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05" name="Google Shape;7905;p109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7906" name="Google Shape;7906;p109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07" name="Google Shape;7907;p109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908" name="Google Shape;7908;p109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7909" name="Google Shape;7909;p109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10" name="Google Shape;7910;p109"/>
          <p:cNvGrpSpPr/>
          <p:nvPr/>
        </p:nvGrpSpPr>
        <p:grpSpPr>
          <a:xfrm>
            <a:off x="6655307" y="1738883"/>
            <a:ext cx="117349" cy="239522"/>
            <a:chOff x="6655307" y="1738883"/>
            <a:chExt cx="117349" cy="239522"/>
          </a:xfrm>
        </p:grpSpPr>
        <p:sp>
          <p:nvSpPr>
            <p:cNvPr id="7911" name="Google Shape;7911;p109"/>
            <p:cNvSpPr/>
            <p:nvPr/>
          </p:nvSpPr>
          <p:spPr>
            <a:xfrm>
              <a:off x="6655307" y="191871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912" name="Google Shape;7912;p109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6655308" y="1738883"/>
              <a:ext cx="117348" cy="16002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16" name="Shape 7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7" name="Google Shape;7917;p110"/>
          <p:cNvSpPr/>
          <p:nvPr/>
        </p:nvSpPr>
        <p:spPr>
          <a:xfrm>
            <a:off x="519684" y="6830568"/>
            <a:ext cx="342900" cy="1080770"/>
          </a:xfrm>
          <a:custGeom>
            <a:rect b="b" l="l" r="r" t="t"/>
            <a:pathLst>
              <a:path extrusionOk="0" h="1080770" w="342900">
                <a:moveTo>
                  <a:pt x="335267" y="467868"/>
                </a:moveTo>
                <a:lnTo>
                  <a:pt x="245351" y="440436"/>
                </a:lnTo>
                <a:lnTo>
                  <a:pt x="243827" y="448056"/>
                </a:lnTo>
                <a:lnTo>
                  <a:pt x="258686" y="454012"/>
                </a:lnTo>
                <a:lnTo>
                  <a:pt x="271259" y="460248"/>
                </a:lnTo>
                <a:lnTo>
                  <a:pt x="301167" y="486156"/>
                </a:lnTo>
                <a:lnTo>
                  <a:pt x="313651" y="535457"/>
                </a:lnTo>
                <a:lnTo>
                  <a:pt x="313931" y="553212"/>
                </a:lnTo>
                <a:lnTo>
                  <a:pt x="313918" y="591248"/>
                </a:lnTo>
                <a:lnTo>
                  <a:pt x="294500" y="626745"/>
                </a:lnTo>
                <a:lnTo>
                  <a:pt x="277355" y="627888"/>
                </a:lnTo>
                <a:lnTo>
                  <a:pt x="70091" y="627888"/>
                </a:lnTo>
                <a:lnTo>
                  <a:pt x="28943" y="620268"/>
                </a:lnTo>
                <a:lnTo>
                  <a:pt x="15240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40" y="720852"/>
                </a:lnTo>
                <a:lnTo>
                  <a:pt x="15240" y="707136"/>
                </a:lnTo>
                <a:lnTo>
                  <a:pt x="16040" y="698563"/>
                </a:lnTo>
                <a:lnTo>
                  <a:pt x="51828" y="673925"/>
                </a:lnTo>
                <a:lnTo>
                  <a:pt x="65519" y="673608"/>
                </a:lnTo>
                <a:lnTo>
                  <a:pt x="277355" y="673608"/>
                </a:lnTo>
                <a:lnTo>
                  <a:pt x="319938" y="683348"/>
                </a:lnTo>
                <a:lnTo>
                  <a:pt x="327647" y="707136"/>
                </a:lnTo>
                <a:lnTo>
                  <a:pt x="327647" y="720852"/>
                </a:lnTo>
                <a:lnTo>
                  <a:pt x="335267" y="720852"/>
                </a:lnTo>
                <a:lnTo>
                  <a:pt x="335267" y="467868"/>
                </a:lnTo>
                <a:close/>
              </a:path>
              <a:path extrusionOk="0" h="1080770" w="342900">
                <a:moveTo>
                  <a:pt x="335267" y="0"/>
                </a:moveTo>
                <a:lnTo>
                  <a:pt x="327647" y="0"/>
                </a:lnTo>
                <a:lnTo>
                  <a:pt x="327647" y="10668"/>
                </a:lnTo>
                <a:lnTo>
                  <a:pt x="327647" y="18288"/>
                </a:lnTo>
                <a:lnTo>
                  <a:pt x="299262" y="46291"/>
                </a:lnTo>
                <a:lnTo>
                  <a:pt x="277355" y="47244"/>
                </a:lnTo>
                <a:lnTo>
                  <a:pt x="65519" y="47244"/>
                </a:lnTo>
                <a:lnTo>
                  <a:pt x="27419" y="41148"/>
                </a:lnTo>
                <a:lnTo>
                  <a:pt x="15227" y="10668"/>
                </a:lnTo>
                <a:lnTo>
                  <a:pt x="15227" y="0"/>
                </a:lnTo>
                <a:lnTo>
                  <a:pt x="7620" y="0"/>
                </a:lnTo>
                <a:lnTo>
                  <a:pt x="7620" y="140208"/>
                </a:lnTo>
                <a:lnTo>
                  <a:pt x="15227" y="140208"/>
                </a:lnTo>
                <a:lnTo>
                  <a:pt x="15227" y="120396"/>
                </a:lnTo>
                <a:lnTo>
                  <a:pt x="21323" y="105156"/>
                </a:lnTo>
                <a:lnTo>
                  <a:pt x="277355" y="92964"/>
                </a:lnTo>
                <a:lnTo>
                  <a:pt x="291668" y="93256"/>
                </a:lnTo>
                <a:lnTo>
                  <a:pt x="327037" y="118325"/>
                </a:lnTo>
                <a:lnTo>
                  <a:pt x="327647" y="128016"/>
                </a:lnTo>
                <a:lnTo>
                  <a:pt x="327647" y="140208"/>
                </a:lnTo>
                <a:lnTo>
                  <a:pt x="335267" y="140208"/>
                </a:lnTo>
                <a:lnTo>
                  <a:pt x="335267" y="0"/>
                </a:lnTo>
                <a:close/>
              </a:path>
              <a:path extrusionOk="0" h="1080770" w="342900">
                <a:moveTo>
                  <a:pt x="342900" y="896112"/>
                </a:moveTo>
                <a:lnTo>
                  <a:pt x="53568" y="778484"/>
                </a:lnTo>
                <a:lnTo>
                  <a:pt x="20193" y="749236"/>
                </a:lnTo>
                <a:lnTo>
                  <a:pt x="15240" y="734568"/>
                </a:lnTo>
                <a:lnTo>
                  <a:pt x="7620" y="734568"/>
                </a:lnTo>
                <a:lnTo>
                  <a:pt x="7620" y="835152"/>
                </a:lnTo>
                <a:lnTo>
                  <a:pt x="15240" y="835152"/>
                </a:lnTo>
                <a:lnTo>
                  <a:pt x="16764" y="833628"/>
                </a:lnTo>
                <a:lnTo>
                  <a:pt x="16764" y="830580"/>
                </a:lnTo>
                <a:lnTo>
                  <a:pt x="18288" y="819912"/>
                </a:lnTo>
                <a:lnTo>
                  <a:pt x="21336" y="812292"/>
                </a:lnTo>
                <a:lnTo>
                  <a:pt x="33528" y="800100"/>
                </a:lnTo>
                <a:lnTo>
                  <a:pt x="39624" y="800100"/>
                </a:lnTo>
                <a:lnTo>
                  <a:pt x="45567" y="800938"/>
                </a:lnTo>
                <a:lnTo>
                  <a:pt x="54102" y="803338"/>
                </a:lnTo>
                <a:lnTo>
                  <a:pt x="64909" y="807173"/>
                </a:lnTo>
                <a:lnTo>
                  <a:pt x="266700" y="888492"/>
                </a:lnTo>
                <a:lnTo>
                  <a:pt x="74676" y="972312"/>
                </a:lnTo>
                <a:lnTo>
                  <a:pt x="62953" y="977201"/>
                </a:lnTo>
                <a:lnTo>
                  <a:pt x="52959" y="980503"/>
                </a:lnTo>
                <a:lnTo>
                  <a:pt x="44665" y="982395"/>
                </a:lnTo>
                <a:lnTo>
                  <a:pt x="38100" y="982980"/>
                </a:lnTo>
                <a:lnTo>
                  <a:pt x="32004" y="982980"/>
                </a:lnTo>
                <a:lnTo>
                  <a:pt x="15240" y="946404"/>
                </a:lnTo>
                <a:lnTo>
                  <a:pt x="7620" y="946404"/>
                </a:lnTo>
                <a:lnTo>
                  <a:pt x="7620" y="1080516"/>
                </a:lnTo>
                <a:lnTo>
                  <a:pt x="15240" y="1080516"/>
                </a:lnTo>
                <a:lnTo>
                  <a:pt x="16764" y="1069848"/>
                </a:lnTo>
                <a:lnTo>
                  <a:pt x="18288" y="1062228"/>
                </a:lnTo>
                <a:lnTo>
                  <a:pt x="21336" y="1056132"/>
                </a:lnTo>
                <a:lnTo>
                  <a:pt x="24384" y="1051560"/>
                </a:lnTo>
                <a:lnTo>
                  <a:pt x="28956" y="1045464"/>
                </a:lnTo>
                <a:lnTo>
                  <a:pt x="33528" y="1042416"/>
                </a:lnTo>
                <a:lnTo>
                  <a:pt x="36957" y="1039850"/>
                </a:lnTo>
                <a:lnTo>
                  <a:pt x="42672" y="1036701"/>
                </a:lnTo>
                <a:lnTo>
                  <a:pt x="50673" y="1032992"/>
                </a:lnTo>
                <a:lnTo>
                  <a:pt x="60960" y="1028700"/>
                </a:lnTo>
                <a:lnTo>
                  <a:pt x="342900" y="906780"/>
                </a:lnTo>
                <a:lnTo>
                  <a:pt x="342900" y="896112"/>
                </a:lnTo>
                <a:close/>
              </a:path>
              <a:path extrusionOk="0" h="1080770" w="342900">
                <a:moveTo>
                  <a:pt x="342900" y="284988"/>
                </a:moveTo>
                <a:lnTo>
                  <a:pt x="336232" y="243649"/>
                </a:lnTo>
                <a:lnTo>
                  <a:pt x="316992" y="210312"/>
                </a:lnTo>
                <a:lnTo>
                  <a:pt x="270700" y="183095"/>
                </a:lnTo>
                <a:lnTo>
                  <a:pt x="252984" y="181356"/>
                </a:lnTo>
                <a:lnTo>
                  <a:pt x="242976" y="181927"/>
                </a:lnTo>
                <a:lnTo>
                  <a:pt x="199263" y="201168"/>
                </a:lnTo>
                <a:lnTo>
                  <a:pt x="168783" y="240220"/>
                </a:lnTo>
                <a:lnTo>
                  <a:pt x="132270" y="303999"/>
                </a:lnTo>
                <a:lnTo>
                  <a:pt x="119824" y="324231"/>
                </a:lnTo>
                <a:lnTo>
                  <a:pt x="92202" y="353885"/>
                </a:lnTo>
                <a:lnTo>
                  <a:pt x="71628" y="359664"/>
                </a:lnTo>
                <a:lnTo>
                  <a:pt x="61620" y="358546"/>
                </a:lnTo>
                <a:lnTo>
                  <a:pt x="28803" y="334327"/>
                </a:lnTo>
                <a:lnTo>
                  <a:pt x="19812" y="301752"/>
                </a:lnTo>
                <a:lnTo>
                  <a:pt x="20637" y="290563"/>
                </a:lnTo>
                <a:lnTo>
                  <a:pt x="38049" y="247840"/>
                </a:lnTo>
                <a:lnTo>
                  <a:pt x="72478" y="220395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1836"/>
                </a:lnTo>
                <a:lnTo>
                  <a:pt x="12192" y="213360"/>
                </a:lnTo>
                <a:lnTo>
                  <a:pt x="18288" y="219456"/>
                </a:lnTo>
                <a:lnTo>
                  <a:pt x="18288" y="230124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0604"/>
                </a:lnTo>
                <a:lnTo>
                  <a:pt x="3238" y="274320"/>
                </a:lnTo>
                <a:lnTo>
                  <a:pt x="825" y="288036"/>
                </a:lnTo>
                <a:lnTo>
                  <a:pt x="0" y="301752"/>
                </a:lnTo>
                <a:lnTo>
                  <a:pt x="1689" y="321475"/>
                </a:lnTo>
                <a:lnTo>
                  <a:pt x="25908" y="370332"/>
                </a:lnTo>
                <a:lnTo>
                  <a:pt x="70053" y="396049"/>
                </a:lnTo>
                <a:lnTo>
                  <a:pt x="86868" y="397764"/>
                </a:lnTo>
                <a:lnTo>
                  <a:pt x="96888" y="397192"/>
                </a:lnTo>
                <a:lnTo>
                  <a:pt x="132943" y="383476"/>
                </a:lnTo>
                <a:lnTo>
                  <a:pt x="163753" y="351472"/>
                </a:lnTo>
                <a:lnTo>
                  <a:pt x="193548" y="301752"/>
                </a:lnTo>
                <a:lnTo>
                  <a:pt x="204089" y="283184"/>
                </a:lnTo>
                <a:lnTo>
                  <a:pt x="229755" y="244919"/>
                </a:lnTo>
                <a:lnTo>
                  <a:pt x="263652" y="224028"/>
                </a:lnTo>
                <a:lnTo>
                  <a:pt x="272796" y="224028"/>
                </a:lnTo>
                <a:lnTo>
                  <a:pt x="310896" y="242316"/>
                </a:lnTo>
                <a:lnTo>
                  <a:pt x="326136" y="289560"/>
                </a:lnTo>
                <a:lnTo>
                  <a:pt x="325539" y="302094"/>
                </a:lnTo>
                <a:lnTo>
                  <a:pt x="308559" y="347408"/>
                </a:lnTo>
                <a:lnTo>
                  <a:pt x="274701" y="375526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5572"/>
                </a:lnTo>
                <a:lnTo>
                  <a:pt x="330708" y="384048"/>
                </a:lnTo>
                <a:lnTo>
                  <a:pt x="326136" y="379476"/>
                </a:lnTo>
                <a:lnTo>
                  <a:pt x="324612" y="376428"/>
                </a:lnTo>
                <a:lnTo>
                  <a:pt x="324612" y="371856"/>
                </a:lnTo>
                <a:lnTo>
                  <a:pt x="325158" y="368198"/>
                </a:lnTo>
                <a:lnTo>
                  <a:pt x="326707" y="361950"/>
                </a:lnTo>
                <a:lnTo>
                  <a:pt x="332232" y="342900"/>
                </a:lnTo>
                <a:lnTo>
                  <a:pt x="336016" y="331685"/>
                </a:lnTo>
                <a:lnTo>
                  <a:pt x="338518" y="322897"/>
                </a:lnTo>
                <a:lnTo>
                  <a:pt x="341376" y="310896"/>
                </a:lnTo>
                <a:lnTo>
                  <a:pt x="342252" y="304927"/>
                </a:lnTo>
                <a:lnTo>
                  <a:pt x="342709" y="298513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8" name="Google Shape;7918;p110"/>
          <p:cNvGrpSpPr/>
          <p:nvPr/>
        </p:nvGrpSpPr>
        <p:grpSpPr>
          <a:xfrm>
            <a:off x="512064" y="4294632"/>
            <a:ext cx="348995" cy="2394330"/>
            <a:chOff x="512064" y="4294632"/>
            <a:chExt cx="348995" cy="2394330"/>
          </a:xfrm>
        </p:grpSpPr>
        <p:sp>
          <p:nvSpPr>
            <p:cNvPr id="7919" name="Google Shape;7919;p110"/>
            <p:cNvSpPr/>
            <p:nvPr/>
          </p:nvSpPr>
          <p:spPr>
            <a:xfrm>
              <a:off x="527303" y="6441947"/>
              <a:ext cx="327660" cy="247015"/>
            </a:xfrm>
            <a:custGeom>
              <a:rect b="b" l="l" r="r" t="t"/>
              <a:pathLst>
                <a:path extrusionOk="0" h="247015" w="327659">
                  <a:moveTo>
                    <a:pt x="327659" y="246888"/>
                  </a:moveTo>
                  <a:lnTo>
                    <a:pt x="320039" y="246888"/>
                  </a:lnTo>
                  <a:lnTo>
                    <a:pt x="320039" y="234696"/>
                  </a:lnTo>
                  <a:lnTo>
                    <a:pt x="319420" y="225242"/>
                  </a:lnTo>
                  <a:lnTo>
                    <a:pt x="284059" y="199953"/>
                  </a:lnTo>
                  <a:lnTo>
                    <a:pt x="269747" y="199644"/>
                  </a:lnTo>
                  <a:lnTo>
                    <a:pt x="46458" y="199691"/>
                  </a:lnTo>
                  <a:lnTo>
                    <a:pt x="7619" y="227076"/>
                  </a:lnTo>
                  <a:lnTo>
                    <a:pt x="7619" y="246888"/>
                  </a:lnTo>
                  <a:lnTo>
                    <a:pt x="0" y="246888"/>
                  </a:lnTo>
                  <a:lnTo>
                    <a:pt x="0" y="3048"/>
                  </a:lnTo>
                  <a:lnTo>
                    <a:pt x="71627" y="0"/>
                  </a:lnTo>
                  <a:lnTo>
                    <a:pt x="71627" y="10668"/>
                  </a:lnTo>
                  <a:lnTo>
                    <a:pt x="61055" y="13215"/>
                  </a:lnTo>
                  <a:lnTo>
                    <a:pt x="52196" y="16192"/>
                  </a:lnTo>
                  <a:lnTo>
                    <a:pt x="22859" y="42672"/>
                  </a:lnTo>
                  <a:lnTo>
                    <a:pt x="18287" y="80772"/>
                  </a:lnTo>
                  <a:lnTo>
                    <a:pt x="18287" y="153924"/>
                  </a:lnTo>
                  <a:lnTo>
                    <a:pt x="146303" y="153924"/>
                  </a:lnTo>
                  <a:lnTo>
                    <a:pt x="146303" y="96012"/>
                  </a:lnTo>
                  <a:lnTo>
                    <a:pt x="132707" y="59745"/>
                  </a:lnTo>
                  <a:lnTo>
                    <a:pt x="99059" y="51816"/>
                  </a:lnTo>
                  <a:lnTo>
                    <a:pt x="99059" y="44196"/>
                  </a:lnTo>
                  <a:lnTo>
                    <a:pt x="213359" y="44196"/>
                  </a:lnTo>
                  <a:lnTo>
                    <a:pt x="213359" y="51816"/>
                  </a:lnTo>
                  <a:lnTo>
                    <a:pt x="204549" y="52101"/>
                  </a:lnTo>
                  <a:lnTo>
                    <a:pt x="196596" y="52959"/>
                  </a:lnTo>
                  <a:lnTo>
                    <a:pt x="167258" y="80772"/>
                  </a:lnTo>
                  <a:lnTo>
                    <a:pt x="166115" y="96012"/>
                  </a:lnTo>
                  <a:lnTo>
                    <a:pt x="166115" y="153924"/>
                  </a:lnTo>
                  <a:lnTo>
                    <a:pt x="269747" y="153924"/>
                  </a:lnTo>
                  <a:lnTo>
                    <a:pt x="282059" y="153662"/>
                  </a:lnTo>
                  <a:lnTo>
                    <a:pt x="318516" y="132588"/>
                  </a:lnTo>
                  <a:lnTo>
                    <a:pt x="320039" y="126492"/>
                  </a:lnTo>
                  <a:lnTo>
                    <a:pt x="320039" y="106680"/>
                  </a:lnTo>
                  <a:lnTo>
                    <a:pt x="327659" y="106680"/>
                  </a:lnTo>
                  <a:lnTo>
                    <a:pt x="327659" y="2468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920" name="Google Shape;7920;p11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27887" y="5998464"/>
              <a:ext cx="233172" cy="4038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21" name="Google Shape;7921;p110"/>
            <p:cNvSpPr/>
            <p:nvPr/>
          </p:nvSpPr>
          <p:spPr>
            <a:xfrm>
              <a:off x="560832" y="5698236"/>
              <a:ext cx="297180" cy="279400"/>
            </a:xfrm>
            <a:custGeom>
              <a:rect b="b" l="l" r="r" t="t"/>
              <a:pathLst>
                <a:path extrusionOk="0" h="279400" w="297180">
                  <a:moveTo>
                    <a:pt x="202692" y="0"/>
                  </a:moveTo>
                  <a:lnTo>
                    <a:pt x="164592" y="0"/>
                  </a:lnTo>
                  <a:lnTo>
                    <a:pt x="164592" y="126492"/>
                  </a:lnTo>
                  <a:lnTo>
                    <a:pt x="202692" y="126492"/>
                  </a:lnTo>
                  <a:lnTo>
                    <a:pt x="202692" y="0"/>
                  </a:lnTo>
                  <a:close/>
                </a:path>
                <a:path extrusionOk="0" h="279400" w="297180">
                  <a:moveTo>
                    <a:pt x="297180" y="199644"/>
                  </a:moveTo>
                  <a:lnTo>
                    <a:pt x="278409" y="160197"/>
                  </a:lnTo>
                  <a:lnTo>
                    <a:pt x="248412" y="143256"/>
                  </a:lnTo>
                  <a:lnTo>
                    <a:pt x="248412" y="153924"/>
                  </a:lnTo>
                  <a:lnTo>
                    <a:pt x="256032" y="156972"/>
                  </a:lnTo>
                  <a:lnTo>
                    <a:pt x="260604" y="160020"/>
                  </a:lnTo>
                  <a:lnTo>
                    <a:pt x="263652" y="166116"/>
                  </a:lnTo>
                  <a:lnTo>
                    <a:pt x="266700" y="170688"/>
                  </a:lnTo>
                  <a:lnTo>
                    <a:pt x="268224" y="176784"/>
                  </a:lnTo>
                  <a:lnTo>
                    <a:pt x="268224" y="188976"/>
                  </a:lnTo>
                  <a:lnTo>
                    <a:pt x="266700" y="193548"/>
                  </a:lnTo>
                  <a:lnTo>
                    <a:pt x="231648" y="204216"/>
                  </a:lnTo>
                  <a:lnTo>
                    <a:pt x="88392" y="204216"/>
                  </a:lnTo>
                  <a:lnTo>
                    <a:pt x="88392" y="152400"/>
                  </a:lnTo>
                  <a:lnTo>
                    <a:pt x="73152" y="152400"/>
                  </a:lnTo>
                  <a:lnTo>
                    <a:pt x="73152" y="204216"/>
                  </a:lnTo>
                  <a:lnTo>
                    <a:pt x="0" y="204216"/>
                  </a:lnTo>
                  <a:lnTo>
                    <a:pt x="0" y="210312"/>
                  </a:lnTo>
                  <a:lnTo>
                    <a:pt x="35052" y="227076"/>
                  </a:lnTo>
                  <a:lnTo>
                    <a:pt x="70078" y="258318"/>
                  </a:lnTo>
                  <a:lnTo>
                    <a:pt x="82296" y="278892"/>
                  </a:lnTo>
                  <a:lnTo>
                    <a:pt x="88392" y="278892"/>
                  </a:lnTo>
                  <a:lnTo>
                    <a:pt x="88392" y="243840"/>
                  </a:lnTo>
                  <a:lnTo>
                    <a:pt x="237744" y="243840"/>
                  </a:lnTo>
                  <a:lnTo>
                    <a:pt x="249453" y="243560"/>
                  </a:lnTo>
                  <a:lnTo>
                    <a:pt x="288036" y="230124"/>
                  </a:lnTo>
                  <a:lnTo>
                    <a:pt x="291084" y="222504"/>
                  </a:lnTo>
                  <a:lnTo>
                    <a:pt x="295656" y="214884"/>
                  </a:lnTo>
                  <a:lnTo>
                    <a:pt x="297180" y="207264"/>
                  </a:lnTo>
                  <a:lnTo>
                    <a:pt x="297180" y="1996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922" name="Google Shape;7922;p110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627887" y="5448300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23" name="Google Shape;7923;p110"/>
            <p:cNvSpPr/>
            <p:nvPr/>
          </p:nvSpPr>
          <p:spPr>
            <a:xfrm>
              <a:off x="512064" y="4445508"/>
              <a:ext cx="342900" cy="966469"/>
            </a:xfrm>
            <a:custGeom>
              <a:rect b="b" l="l" r="r" t="t"/>
              <a:pathLst>
                <a:path extrusionOk="0" h="966470" w="342900">
                  <a:moveTo>
                    <a:pt x="48768" y="275844"/>
                  </a:moveTo>
                  <a:lnTo>
                    <a:pt x="47244" y="271272"/>
                  </a:lnTo>
                  <a:lnTo>
                    <a:pt x="36576" y="260604"/>
                  </a:lnTo>
                  <a:lnTo>
                    <a:pt x="32004" y="259080"/>
                  </a:lnTo>
                  <a:lnTo>
                    <a:pt x="18288" y="259080"/>
                  </a:lnTo>
                  <a:lnTo>
                    <a:pt x="12192" y="260604"/>
                  </a:lnTo>
                  <a:lnTo>
                    <a:pt x="7620" y="266700"/>
                  </a:lnTo>
                  <a:lnTo>
                    <a:pt x="3048" y="271272"/>
                  </a:lnTo>
                  <a:lnTo>
                    <a:pt x="0" y="275844"/>
                  </a:lnTo>
                  <a:lnTo>
                    <a:pt x="0" y="289560"/>
                  </a:lnTo>
                  <a:lnTo>
                    <a:pt x="3048" y="295656"/>
                  </a:lnTo>
                  <a:lnTo>
                    <a:pt x="12192" y="304800"/>
                  </a:lnTo>
                  <a:lnTo>
                    <a:pt x="18288" y="307848"/>
                  </a:lnTo>
                  <a:lnTo>
                    <a:pt x="32004" y="307848"/>
                  </a:lnTo>
                  <a:lnTo>
                    <a:pt x="36576" y="304800"/>
                  </a:lnTo>
                  <a:lnTo>
                    <a:pt x="42672" y="300228"/>
                  </a:lnTo>
                  <a:lnTo>
                    <a:pt x="47244" y="295656"/>
                  </a:lnTo>
                  <a:lnTo>
                    <a:pt x="48768" y="289560"/>
                  </a:lnTo>
                  <a:lnTo>
                    <a:pt x="48768" y="275844"/>
                  </a:lnTo>
                  <a:close/>
                </a:path>
                <a:path extrusionOk="0" h="966470" w="342900">
                  <a:moveTo>
                    <a:pt x="251460" y="676656"/>
                  </a:moveTo>
                  <a:lnTo>
                    <a:pt x="213360" y="676656"/>
                  </a:lnTo>
                  <a:lnTo>
                    <a:pt x="213360" y="803148"/>
                  </a:lnTo>
                  <a:lnTo>
                    <a:pt x="251460" y="803148"/>
                  </a:lnTo>
                  <a:lnTo>
                    <a:pt x="251460" y="676656"/>
                  </a:lnTo>
                  <a:close/>
                </a:path>
                <a:path extrusionOk="0" h="966470" w="342900">
                  <a:moveTo>
                    <a:pt x="342887" y="394716"/>
                  </a:moveTo>
                  <a:lnTo>
                    <a:pt x="252971" y="367284"/>
                  </a:lnTo>
                  <a:lnTo>
                    <a:pt x="251447" y="374904"/>
                  </a:lnTo>
                  <a:lnTo>
                    <a:pt x="266306" y="380860"/>
                  </a:lnTo>
                  <a:lnTo>
                    <a:pt x="278879" y="387096"/>
                  </a:lnTo>
                  <a:lnTo>
                    <a:pt x="308787" y="412432"/>
                  </a:lnTo>
                  <a:lnTo>
                    <a:pt x="321271" y="462305"/>
                  </a:lnTo>
                  <a:lnTo>
                    <a:pt x="321551" y="480060"/>
                  </a:lnTo>
                  <a:lnTo>
                    <a:pt x="321538" y="517448"/>
                  </a:lnTo>
                  <a:lnTo>
                    <a:pt x="302120" y="553593"/>
                  </a:lnTo>
                  <a:lnTo>
                    <a:pt x="284975" y="554736"/>
                  </a:lnTo>
                  <a:lnTo>
                    <a:pt x="77711" y="554736"/>
                  </a:lnTo>
                  <a:lnTo>
                    <a:pt x="36563" y="547116"/>
                  </a:lnTo>
                  <a:lnTo>
                    <a:pt x="22860" y="501396"/>
                  </a:lnTo>
                  <a:lnTo>
                    <a:pt x="15227" y="501396"/>
                  </a:lnTo>
                  <a:lnTo>
                    <a:pt x="15227" y="647700"/>
                  </a:lnTo>
                  <a:lnTo>
                    <a:pt x="22860" y="647700"/>
                  </a:lnTo>
                  <a:lnTo>
                    <a:pt x="22860" y="633984"/>
                  </a:lnTo>
                  <a:lnTo>
                    <a:pt x="23660" y="625411"/>
                  </a:lnTo>
                  <a:lnTo>
                    <a:pt x="59448" y="600773"/>
                  </a:lnTo>
                  <a:lnTo>
                    <a:pt x="73139" y="600456"/>
                  </a:lnTo>
                  <a:lnTo>
                    <a:pt x="284975" y="600456"/>
                  </a:lnTo>
                  <a:lnTo>
                    <a:pt x="327558" y="610196"/>
                  </a:lnTo>
                  <a:lnTo>
                    <a:pt x="335267" y="633984"/>
                  </a:lnTo>
                  <a:lnTo>
                    <a:pt x="335267" y="647700"/>
                  </a:lnTo>
                  <a:lnTo>
                    <a:pt x="342887" y="647700"/>
                  </a:lnTo>
                  <a:lnTo>
                    <a:pt x="342887" y="394716"/>
                  </a:lnTo>
                  <a:close/>
                </a:path>
                <a:path extrusionOk="0" h="966470" w="342900">
                  <a:moveTo>
                    <a:pt x="342900" y="833628"/>
                  </a:moveTo>
                  <a:lnTo>
                    <a:pt x="335280" y="833628"/>
                  </a:lnTo>
                  <a:lnTo>
                    <a:pt x="335280" y="862584"/>
                  </a:lnTo>
                  <a:lnTo>
                    <a:pt x="332232" y="871728"/>
                  </a:lnTo>
                  <a:lnTo>
                    <a:pt x="283464" y="883920"/>
                  </a:lnTo>
                  <a:lnTo>
                    <a:pt x="137160" y="883920"/>
                  </a:lnTo>
                  <a:lnTo>
                    <a:pt x="137160" y="826008"/>
                  </a:lnTo>
                  <a:lnTo>
                    <a:pt x="121920" y="826008"/>
                  </a:lnTo>
                  <a:lnTo>
                    <a:pt x="121920" y="883920"/>
                  </a:lnTo>
                  <a:lnTo>
                    <a:pt x="106680" y="883920"/>
                  </a:lnTo>
                  <a:lnTo>
                    <a:pt x="63627" y="882967"/>
                  </a:lnTo>
                  <a:lnTo>
                    <a:pt x="25908" y="874776"/>
                  </a:lnTo>
                  <a:lnTo>
                    <a:pt x="15240" y="858012"/>
                  </a:lnTo>
                  <a:lnTo>
                    <a:pt x="15240" y="844296"/>
                  </a:lnTo>
                  <a:lnTo>
                    <a:pt x="16764" y="838200"/>
                  </a:lnTo>
                  <a:lnTo>
                    <a:pt x="19812" y="833628"/>
                  </a:lnTo>
                  <a:lnTo>
                    <a:pt x="22860" y="827532"/>
                  </a:lnTo>
                  <a:lnTo>
                    <a:pt x="28956" y="822960"/>
                  </a:lnTo>
                  <a:lnTo>
                    <a:pt x="47244" y="810768"/>
                  </a:lnTo>
                  <a:lnTo>
                    <a:pt x="53340" y="806196"/>
                  </a:lnTo>
                  <a:lnTo>
                    <a:pt x="56388" y="801624"/>
                  </a:lnTo>
                  <a:lnTo>
                    <a:pt x="57912" y="797052"/>
                  </a:lnTo>
                  <a:lnTo>
                    <a:pt x="59436" y="794004"/>
                  </a:lnTo>
                  <a:lnTo>
                    <a:pt x="59436" y="784860"/>
                  </a:lnTo>
                  <a:lnTo>
                    <a:pt x="57912" y="780288"/>
                  </a:lnTo>
                  <a:lnTo>
                    <a:pt x="53340" y="775716"/>
                  </a:lnTo>
                  <a:lnTo>
                    <a:pt x="50292" y="771144"/>
                  </a:lnTo>
                  <a:lnTo>
                    <a:pt x="45720" y="769620"/>
                  </a:lnTo>
                  <a:lnTo>
                    <a:pt x="39624" y="769620"/>
                  </a:lnTo>
                  <a:lnTo>
                    <a:pt x="9639" y="794791"/>
                  </a:lnTo>
                  <a:lnTo>
                    <a:pt x="0" y="830580"/>
                  </a:lnTo>
                  <a:lnTo>
                    <a:pt x="876" y="843991"/>
                  </a:lnTo>
                  <a:lnTo>
                    <a:pt x="15240" y="879348"/>
                  </a:lnTo>
                  <a:lnTo>
                    <a:pt x="51816" y="912876"/>
                  </a:lnTo>
                  <a:lnTo>
                    <a:pt x="91884" y="922959"/>
                  </a:lnTo>
                  <a:lnTo>
                    <a:pt x="108204" y="923544"/>
                  </a:lnTo>
                  <a:lnTo>
                    <a:pt x="121920" y="923544"/>
                  </a:lnTo>
                  <a:lnTo>
                    <a:pt x="121920" y="966216"/>
                  </a:lnTo>
                  <a:lnTo>
                    <a:pt x="137160" y="966216"/>
                  </a:lnTo>
                  <a:lnTo>
                    <a:pt x="137160" y="923544"/>
                  </a:lnTo>
                  <a:lnTo>
                    <a:pt x="283464" y="923544"/>
                  </a:lnTo>
                  <a:lnTo>
                    <a:pt x="323088" y="928116"/>
                  </a:lnTo>
                  <a:lnTo>
                    <a:pt x="335280" y="949452"/>
                  </a:lnTo>
                  <a:lnTo>
                    <a:pt x="335280" y="966216"/>
                  </a:lnTo>
                  <a:lnTo>
                    <a:pt x="342900" y="966216"/>
                  </a:lnTo>
                  <a:lnTo>
                    <a:pt x="342900" y="833628"/>
                  </a:lnTo>
                  <a:close/>
                </a:path>
                <a:path extrusionOk="0" h="966470" w="342900">
                  <a:moveTo>
                    <a:pt x="342900" y="230124"/>
                  </a:moveTo>
                  <a:lnTo>
                    <a:pt x="335280" y="230124"/>
                  </a:lnTo>
                  <a:lnTo>
                    <a:pt x="335280" y="248412"/>
                  </a:lnTo>
                  <a:lnTo>
                    <a:pt x="332232" y="251460"/>
                  </a:lnTo>
                  <a:lnTo>
                    <a:pt x="292608" y="263652"/>
                  </a:lnTo>
                  <a:lnTo>
                    <a:pt x="115824" y="263652"/>
                  </a:lnTo>
                  <a:lnTo>
                    <a:pt x="115824" y="274320"/>
                  </a:lnTo>
                  <a:lnTo>
                    <a:pt x="143256" y="338328"/>
                  </a:lnTo>
                  <a:lnTo>
                    <a:pt x="150876" y="335280"/>
                  </a:lnTo>
                  <a:lnTo>
                    <a:pt x="147828" y="323088"/>
                  </a:lnTo>
                  <a:lnTo>
                    <a:pt x="147828" y="315468"/>
                  </a:lnTo>
                  <a:lnTo>
                    <a:pt x="149352" y="312420"/>
                  </a:lnTo>
                  <a:lnTo>
                    <a:pt x="150876" y="310896"/>
                  </a:lnTo>
                  <a:lnTo>
                    <a:pt x="152400" y="307848"/>
                  </a:lnTo>
                  <a:lnTo>
                    <a:pt x="161544" y="304800"/>
                  </a:lnTo>
                  <a:lnTo>
                    <a:pt x="168706" y="303923"/>
                  </a:lnTo>
                  <a:lnTo>
                    <a:pt x="178879" y="303466"/>
                  </a:lnTo>
                  <a:lnTo>
                    <a:pt x="194081" y="303276"/>
                  </a:lnTo>
                  <a:lnTo>
                    <a:pt x="292608" y="303276"/>
                  </a:lnTo>
                  <a:lnTo>
                    <a:pt x="300101" y="303466"/>
                  </a:lnTo>
                  <a:lnTo>
                    <a:pt x="302069" y="303466"/>
                  </a:lnTo>
                  <a:lnTo>
                    <a:pt x="332232" y="315468"/>
                  </a:lnTo>
                  <a:lnTo>
                    <a:pt x="335280" y="318516"/>
                  </a:lnTo>
                  <a:lnTo>
                    <a:pt x="335280" y="336804"/>
                  </a:lnTo>
                  <a:lnTo>
                    <a:pt x="342900" y="336804"/>
                  </a:lnTo>
                  <a:lnTo>
                    <a:pt x="342900" y="303276"/>
                  </a:lnTo>
                  <a:lnTo>
                    <a:pt x="342900" y="230124"/>
                  </a:lnTo>
                  <a:close/>
                </a:path>
                <a:path extrusionOk="0" h="966470" w="342900">
                  <a:moveTo>
                    <a:pt x="342900" y="64008"/>
                  </a:moveTo>
                  <a:lnTo>
                    <a:pt x="335280" y="64008"/>
                  </a:lnTo>
                  <a:lnTo>
                    <a:pt x="335280" y="83820"/>
                  </a:lnTo>
                  <a:lnTo>
                    <a:pt x="334683" y="91274"/>
                  </a:lnTo>
                  <a:lnTo>
                    <a:pt x="298030" y="113995"/>
                  </a:lnTo>
                  <a:lnTo>
                    <a:pt x="283464" y="114300"/>
                  </a:lnTo>
                  <a:lnTo>
                    <a:pt x="137160" y="114300"/>
                  </a:lnTo>
                  <a:lnTo>
                    <a:pt x="137160" y="56388"/>
                  </a:lnTo>
                  <a:lnTo>
                    <a:pt x="121920" y="56388"/>
                  </a:lnTo>
                  <a:lnTo>
                    <a:pt x="121920" y="114300"/>
                  </a:lnTo>
                  <a:lnTo>
                    <a:pt x="82715" y="114261"/>
                  </a:lnTo>
                  <a:lnTo>
                    <a:pt x="63627" y="113919"/>
                  </a:lnTo>
                  <a:lnTo>
                    <a:pt x="49669" y="113017"/>
                  </a:lnTo>
                  <a:lnTo>
                    <a:pt x="41148" y="111252"/>
                  </a:lnTo>
                  <a:lnTo>
                    <a:pt x="32004" y="109728"/>
                  </a:lnTo>
                  <a:lnTo>
                    <a:pt x="25908" y="105156"/>
                  </a:lnTo>
                  <a:lnTo>
                    <a:pt x="21336" y="100584"/>
                  </a:lnTo>
                  <a:lnTo>
                    <a:pt x="15240" y="88392"/>
                  </a:lnTo>
                  <a:lnTo>
                    <a:pt x="15240" y="74676"/>
                  </a:lnTo>
                  <a:lnTo>
                    <a:pt x="16764" y="68580"/>
                  </a:lnTo>
                  <a:lnTo>
                    <a:pt x="22860" y="59436"/>
                  </a:lnTo>
                  <a:lnTo>
                    <a:pt x="28956" y="53340"/>
                  </a:lnTo>
                  <a:lnTo>
                    <a:pt x="47244" y="41148"/>
                  </a:lnTo>
                  <a:lnTo>
                    <a:pt x="53340" y="36576"/>
                  </a:lnTo>
                  <a:lnTo>
                    <a:pt x="56388" y="32004"/>
                  </a:lnTo>
                  <a:lnTo>
                    <a:pt x="57912" y="27432"/>
                  </a:lnTo>
                  <a:lnTo>
                    <a:pt x="59436" y="24384"/>
                  </a:lnTo>
                  <a:lnTo>
                    <a:pt x="59436" y="15240"/>
                  </a:lnTo>
                  <a:lnTo>
                    <a:pt x="57912" y="10668"/>
                  </a:lnTo>
                  <a:lnTo>
                    <a:pt x="50292" y="3048"/>
                  </a:lnTo>
                  <a:lnTo>
                    <a:pt x="45720" y="0"/>
                  </a:lnTo>
                  <a:lnTo>
                    <a:pt x="39624" y="0"/>
                  </a:lnTo>
                  <a:lnTo>
                    <a:pt x="9639" y="25171"/>
                  </a:lnTo>
                  <a:lnTo>
                    <a:pt x="0" y="60960"/>
                  </a:lnTo>
                  <a:lnTo>
                    <a:pt x="876" y="74396"/>
                  </a:lnTo>
                  <a:lnTo>
                    <a:pt x="15240" y="111252"/>
                  </a:lnTo>
                  <a:lnTo>
                    <a:pt x="51816" y="143256"/>
                  </a:lnTo>
                  <a:lnTo>
                    <a:pt x="91884" y="153339"/>
                  </a:lnTo>
                  <a:lnTo>
                    <a:pt x="108204" y="153924"/>
                  </a:lnTo>
                  <a:lnTo>
                    <a:pt x="121920" y="153924"/>
                  </a:lnTo>
                  <a:lnTo>
                    <a:pt x="121920" y="196596"/>
                  </a:lnTo>
                  <a:lnTo>
                    <a:pt x="137160" y="196596"/>
                  </a:lnTo>
                  <a:lnTo>
                    <a:pt x="137160" y="153924"/>
                  </a:lnTo>
                  <a:lnTo>
                    <a:pt x="283464" y="153924"/>
                  </a:lnTo>
                  <a:lnTo>
                    <a:pt x="323088" y="160020"/>
                  </a:lnTo>
                  <a:lnTo>
                    <a:pt x="330708" y="169164"/>
                  </a:lnTo>
                  <a:lnTo>
                    <a:pt x="333756" y="173736"/>
                  </a:lnTo>
                  <a:lnTo>
                    <a:pt x="335280" y="179832"/>
                  </a:lnTo>
                  <a:lnTo>
                    <a:pt x="335280" y="196596"/>
                  </a:lnTo>
                  <a:lnTo>
                    <a:pt x="342900" y="196596"/>
                  </a:lnTo>
                  <a:lnTo>
                    <a:pt x="342900" y="640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924" name="Google Shape;7924;p110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627887" y="429463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925" name="Google Shape;7925;p110"/>
          <p:cNvSpPr/>
          <p:nvPr/>
        </p:nvSpPr>
        <p:spPr>
          <a:xfrm>
            <a:off x="521195" y="3681984"/>
            <a:ext cx="340360" cy="463550"/>
          </a:xfrm>
          <a:custGeom>
            <a:rect b="b" l="l" r="r" t="t"/>
            <a:pathLst>
              <a:path extrusionOk="0" h="463550" w="340359">
                <a:moveTo>
                  <a:pt x="333756" y="22860"/>
                </a:moveTo>
                <a:lnTo>
                  <a:pt x="271272" y="0"/>
                </a:lnTo>
                <a:lnTo>
                  <a:pt x="271272" y="9144"/>
                </a:lnTo>
                <a:lnTo>
                  <a:pt x="278892" y="12192"/>
                </a:lnTo>
                <a:lnTo>
                  <a:pt x="283464" y="18288"/>
                </a:lnTo>
                <a:lnTo>
                  <a:pt x="296989" y="56197"/>
                </a:lnTo>
                <a:lnTo>
                  <a:pt x="297180" y="77724"/>
                </a:lnTo>
                <a:lnTo>
                  <a:pt x="297180" y="163068"/>
                </a:lnTo>
                <a:lnTo>
                  <a:pt x="270891" y="137160"/>
                </a:lnTo>
                <a:lnTo>
                  <a:pt x="248323" y="115493"/>
                </a:lnTo>
                <a:lnTo>
                  <a:pt x="219456" y="88392"/>
                </a:lnTo>
                <a:lnTo>
                  <a:pt x="175831" y="54292"/>
                </a:lnTo>
                <a:lnTo>
                  <a:pt x="135636" y="30480"/>
                </a:lnTo>
                <a:lnTo>
                  <a:pt x="86868" y="19812"/>
                </a:lnTo>
                <a:lnTo>
                  <a:pt x="70065" y="21297"/>
                </a:lnTo>
                <a:lnTo>
                  <a:pt x="25908" y="45720"/>
                </a:lnTo>
                <a:lnTo>
                  <a:pt x="1701" y="93306"/>
                </a:lnTo>
                <a:lnTo>
                  <a:pt x="0" y="112776"/>
                </a:lnTo>
                <a:lnTo>
                  <a:pt x="1676" y="130238"/>
                </a:lnTo>
                <a:lnTo>
                  <a:pt x="24384" y="173736"/>
                </a:lnTo>
                <a:lnTo>
                  <a:pt x="70891" y="201168"/>
                </a:lnTo>
                <a:lnTo>
                  <a:pt x="91440" y="205740"/>
                </a:lnTo>
                <a:lnTo>
                  <a:pt x="91440" y="196596"/>
                </a:lnTo>
                <a:lnTo>
                  <a:pt x="79438" y="191439"/>
                </a:lnTo>
                <a:lnTo>
                  <a:pt x="68580" y="184975"/>
                </a:lnTo>
                <a:lnTo>
                  <a:pt x="40005" y="147447"/>
                </a:lnTo>
                <a:lnTo>
                  <a:pt x="36576" y="124968"/>
                </a:lnTo>
                <a:lnTo>
                  <a:pt x="37985" y="111823"/>
                </a:lnTo>
                <a:lnTo>
                  <a:pt x="57912" y="79248"/>
                </a:lnTo>
                <a:lnTo>
                  <a:pt x="93713" y="62103"/>
                </a:lnTo>
                <a:lnTo>
                  <a:pt x="108204" y="60960"/>
                </a:lnTo>
                <a:lnTo>
                  <a:pt x="129336" y="62992"/>
                </a:lnTo>
                <a:lnTo>
                  <a:pt x="174434" y="79616"/>
                </a:lnTo>
                <a:lnTo>
                  <a:pt x="224967" y="115023"/>
                </a:lnTo>
                <a:lnTo>
                  <a:pt x="255079" y="142113"/>
                </a:lnTo>
                <a:lnTo>
                  <a:pt x="288353" y="175501"/>
                </a:lnTo>
                <a:lnTo>
                  <a:pt x="324612" y="214884"/>
                </a:lnTo>
                <a:lnTo>
                  <a:pt x="333756" y="214884"/>
                </a:lnTo>
                <a:lnTo>
                  <a:pt x="333756" y="22860"/>
                </a:lnTo>
                <a:close/>
              </a:path>
              <a:path extrusionOk="0" h="463550" w="340359">
                <a:moveTo>
                  <a:pt x="339864" y="321564"/>
                </a:moveTo>
                <a:lnTo>
                  <a:pt x="332130" y="320040"/>
                </a:lnTo>
                <a:lnTo>
                  <a:pt x="231660" y="300228"/>
                </a:lnTo>
                <a:lnTo>
                  <a:pt x="231660" y="298704"/>
                </a:lnTo>
                <a:lnTo>
                  <a:pt x="231660" y="295656"/>
                </a:lnTo>
                <a:lnTo>
                  <a:pt x="231660" y="236220"/>
                </a:lnTo>
                <a:lnTo>
                  <a:pt x="211848" y="236220"/>
                </a:lnTo>
                <a:lnTo>
                  <a:pt x="211848" y="295656"/>
                </a:lnTo>
                <a:lnTo>
                  <a:pt x="211848" y="315468"/>
                </a:lnTo>
                <a:lnTo>
                  <a:pt x="211848" y="397764"/>
                </a:lnTo>
                <a:lnTo>
                  <a:pt x="129552" y="381000"/>
                </a:lnTo>
                <a:lnTo>
                  <a:pt x="129552" y="376428"/>
                </a:lnTo>
                <a:lnTo>
                  <a:pt x="129552" y="298704"/>
                </a:lnTo>
                <a:lnTo>
                  <a:pt x="211848" y="315468"/>
                </a:lnTo>
                <a:lnTo>
                  <a:pt x="211848" y="295656"/>
                </a:lnTo>
                <a:lnTo>
                  <a:pt x="129552" y="278892"/>
                </a:lnTo>
                <a:lnTo>
                  <a:pt x="129552" y="274320"/>
                </a:lnTo>
                <a:lnTo>
                  <a:pt x="129552" y="236220"/>
                </a:lnTo>
                <a:lnTo>
                  <a:pt x="109740" y="236220"/>
                </a:lnTo>
                <a:lnTo>
                  <a:pt x="109740" y="274320"/>
                </a:lnTo>
                <a:lnTo>
                  <a:pt x="12" y="251460"/>
                </a:lnTo>
                <a:lnTo>
                  <a:pt x="12" y="272796"/>
                </a:lnTo>
                <a:lnTo>
                  <a:pt x="109740" y="294132"/>
                </a:lnTo>
                <a:lnTo>
                  <a:pt x="109740" y="376428"/>
                </a:lnTo>
                <a:lnTo>
                  <a:pt x="12" y="353568"/>
                </a:lnTo>
                <a:lnTo>
                  <a:pt x="12" y="374904"/>
                </a:lnTo>
                <a:lnTo>
                  <a:pt x="109740" y="396240"/>
                </a:lnTo>
                <a:lnTo>
                  <a:pt x="109740" y="463296"/>
                </a:lnTo>
                <a:lnTo>
                  <a:pt x="129552" y="463296"/>
                </a:lnTo>
                <a:lnTo>
                  <a:pt x="129552" y="400812"/>
                </a:lnTo>
                <a:lnTo>
                  <a:pt x="211848" y="417576"/>
                </a:lnTo>
                <a:lnTo>
                  <a:pt x="211848" y="463296"/>
                </a:lnTo>
                <a:lnTo>
                  <a:pt x="231660" y="463296"/>
                </a:lnTo>
                <a:lnTo>
                  <a:pt x="231660" y="422148"/>
                </a:lnTo>
                <a:lnTo>
                  <a:pt x="339864" y="445008"/>
                </a:lnTo>
                <a:lnTo>
                  <a:pt x="339864" y="423672"/>
                </a:lnTo>
                <a:lnTo>
                  <a:pt x="332130" y="422148"/>
                </a:lnTo>
                <a:lnTo>
                  <a:pt x="231660" y="402336"/>
                </a:lnTo>
                <a:lnTo>
                  <a:pt x="231660" y="400812"/>
                </a:lnTo>
                <a:lnTo>
                  <a:pt x="231660" y="397764"/>
                </a:lnTo>
                <a:lnTo>
                  <a:pt x="231660" y="320040"/>
                </a:lnTo>
                <a:lnTo>
                  <a:pt x="339864" y="342900"/>
                </a:lnTo>
                <a:lnTo>
                  <a:pt x="339864" y="321564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6" name="Google Shape;7926;p110"/>
          <p:cNvSpPr/>
          <p:nvPr/>
        </p:nvSpPr>
        <p:spPr>
          <a:xfrm>
            <a:off x="627888" y="3557015"/>
            <a:ext cx="233679" cy="53340"/>
          </a:xfrm>
          <a:custGeom>
            <a:rect b="b" l="l" r="r" t="t"/>
            <a:pathLst>
              <a:path extrusionOk="0" h="53339" w="233680">
                <a:moveTo>
                  <a:pt x="35052" y="53340"/>
                </a:moveTo>
                <a:lnTo>
                  <a:pt x="19812" y="53340"/>
                </a:lnTo>
                <a:lnTo>
                  <a:pt x="13716" y="51816"/>
                </a:lnTo>
                <a:lnTo>
                  <a:pt x="3048" y="41148"/>
                </a:lnTo>
                <a:lnTo>
                  <a:pt x="0" y="35052"/>
                </a:lnTo>
                <a:lnTo>
                  <a:pt x="0" y="19812"/>
                </a:lnTo>
                <a:lnTo>
                  <a:pt x="3048" y="13716"/>
                </a:lnTo>
                <a:lnTo>
                  <a:pt x="13716" y="3048"/>
                </a:lnTo>
                <a:lnTo>
                  <a:pt x="19812" y="0"/>
                </a:lnTo>
                <a:lnTo>
                  <a:pt x="35052" y="0"/>
                </a:lnTo>
                <a:lnTo>
                  <a:pt x="41148" y="3048"/>
                </a:lnTo>
                <a:lnTo>
                  <a:pt x="45720" y="9144"/>
                </a:lnTo>
                <a:lnTo>
                  <a:pt x="51816" y="13716"/>
                </a:lnTo>
                <a:lnTo>
                  <a:pt x="53340" y="19812"/>
                </a:lnTo>
                <a:lnTo>
                  <a:pt x="53340" y="35052"/>
                </a:lnTo>
                <a:lnTo>
                  <a:pt x="51816" y="41148"/>
                </a:lnTo>
                <a:lnTo>
                  <a:pt x="45720" y="45720"/>
                </a:lnTo>
                <a:lnTo>
                  <a:pt x="41148" y="51816"/>
                </a:lnTo>
                <a:lnTo>
                  <a:pt x="35052" y="53340"/>
                </a:lnTo>
                <a:close/>
              </a:path>
              <a:path extrusionOk="0" h="53339" w="233680">
                <a:moveTo>
                  <a:pt x="214884" y="53340"/>
                </a:moveTo>
                <a:lnTo>
                  <a:pt x="199644" y="53340"/>
                </a:lnTo>
                <a:lnTo>
                  <a:pt x="193548" y="51816"/>
                </a:lnTo>
                <a:lnTo>
                  <a:pt x="188976" y="45720"/>
                </a:lnTo>
                <a:lnTo>
                  <a:pt x="182880" y="41148"/>
                </a:lnTo>
                <a:lnTo>
                  <a:pt x="179832" y="35052"/>
                </a:lnTo>
                <a:lnTo>
                  <a:pt x="179832" y="19812"/>
                </a:lnTo>
                <a:lnTo>
                  <a:pt x="182880" y="13716"/>
                </a:lnTo>
                <a:lnTo>
                  <a:pt x="188976" y="9144"/>
                </a:lnTo>
                <a:lnTo>
                  <a:pt x="193548" y="3048"/>
                </a:lnTo>
                <a:lnTo>
                  <a:pt x="199644" y="0"/>
                </a:lnTo>
                <a:lnTo>
                  <a:pt x="214884" y="0"/>
                </a:lnTo>
                <a:lnTo>
                  <a:pt x="220980" y="3048"/>
                </a:lnTo>
                <a:lnTo>
                  <a:pt x="225551" y="9144"/>
                </a:lnTo>
                <a:lnTo>
                  <a:pt x="231648" y="13716"/>
                </a:lnTo>
                <a:lnTo>
                  <a:pt x="233172" y="19812"/>
                </a:lnTo>
                <a:lnTo>
                  <a:pt x="233172" y="35052"/>
                </a:lnTo>
                <a:lnTo>
                  <a:pt x="231648" y="41148"/>
                </a:lnTo>
                <a:lnTo>
                  <a:pt x="225551" y="45720"/>
                </a:lnTo>
                <a:lnTo>
                  <a:pt x="220980" y="51816"/>
                </a:lnTo>
                <a:lnTo>
                  <a:pt x="214884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7" name="Google Shape;7927;p110"/>
          <p:cNvGrpSpPr/>
          <p:nvPr/>
        </p:nvGrpSpPr>
        <p:grpSpPr>
          <a:xfrm>
            <a:off x="1112519" y="7676388"/>
            <a:ext cx="341376" cy="1001268"/>
            <a:chOff x="1112519" y="7676388"/>
            <a:chExt cx="341376" cy="1001268"/>
          </a:xfrm>
        </p:grpSpPr>
        <p:pic>
          <p:nvPicPr>
            <p:cNvPr id="7928" name="Google Shape;7928;p11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112519" y="8488680"/>
              <a:ext cx="123444" cy="1889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29" name="Google Shape;7929;p110"/>
            <p:cNvSpPr/>
            <p:nvPr/>
          </p:nvSpPr>
          <p:spPr>
            <a:xfrm>
              <a:off x="1120140" y="8127492"/>
              <a:ext cx="327660" cy="346075"/>
            </a:xfrm>
            <a:custGeom>
              <a:rect b="b" l="l" r="r" t="t"/>
              <a:pathLst>
                <a:path extrusionOk="0" h="346075" w="327659">
                  <a:moveTo>
                    <a:pt x="7619" y="345948"/>
                  </a:moveTo>
                  <a:lnTo>
                    <a:pt x="0" y="345948"/>
                  </a:lnTo>
                  <a:lnTo>
                    <a:pt x="0" y="205740"/>
                  </a:lnTo>
                  <a:lnTo>
                    <a:pt x="7619" y="205740"/>
                  </a:lnTo>
                  <a:lnTo>
                    <a:pt x="7619" y="220980"/>
                  </a:lnTo>
                  <a:lnTo>
                    <a:pt x="13715" y="233172"/>
                  </a:lnTo>
                  <a:lnTo>
                    <a:pt x="16763" y="240792"/>
                  </a:lnTo>
                  <a:lnTo>
                    <a:pt x="22859" y="243840"/>
                  </a:lnTo>
                  <a:lnTo>
                    <a:pt x="30479" y="243840"/>
                  </a:lnTo>
                  <a:lnTo>
                    <a:pt x="167639" y="160020"/>
                  </a:lnTo>
                  <a:lnTo>
                    <a:pt x="67055" y="96012"/>
                  </a:lnTo>
                  <a:lnTo>
                    <a:pt x="56221" y="90011"/>
                  </a:lnTo>
                  <a:lnTo>
                    <a:pt x="46672" y="85725"/>
                  </a:lnTo>
                  <a:lnTo>
                    <a:pt x="38552" y="83153"/>
                  </a:lnTo>
                  <a:lnTo>
                    <a:pt x="32003" y="82296"/>
                  </a:lnTo>
                  <a:lnTo>
                    <a:pt x="27431" y="82296"/>
                  </a:lnTo>
                  <a:lnTo>
                    <a:pt x="7619" y="106680"/>
                  </a:lnTo>
                  <a:lnTo>
                    <a:pt x="7619" y="115824"/>
                  </a:lnTo>
                  <a:lnTo>
                    <a:pt x="0" y="115824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10668"/>
                  </a:lnTo>
                  <a:lnTo>
                    <a:pt x="10667" y="16764"/>
                  </a:lnTo>
                  <a:lnTo>
                    <a:pt x="36814" y="51458"/>
                  </a:lnTo>
                  <a:lnTo>
                    <a:pt x="65531" y="70104"/>
                  </a:lnTo>
                  <a:lnTo>
                    <a:pt x="192024" y="150876"/>
                  </a:lnTo>
                  <a:lnTo>
                    <a:pt x="269747" y="150876"/>
                  </a:lnTo>
                  <a:lnTo>
                    <a:pt x="284297" y="150328"/>
                  </a:lnTo>
                  <a:lnTo>
                    <a:pt x="317563" y="131635"/>
                  </a:lnTo>
                  <a:lnTo>
                    <a:pt x="320039" y="114300"/>
                  </a:lnTo>
                  <a:lnTo>
                    <a:pt x="320039" y="103632"/>
                  </a:lnTo>
                  <a:lnTo>
                    <a:pt x="327659" y="103632"/>
                  </a:lnTo>
                  <a:lnTo>
                    <a:pt x="327659" y="243840"/>
                  </a:lnTo>
                  <a:lnTo>
                    <a:pt x="320039" y="243840"/>
                  </a:lnTo>
                  <a:lnTo>
                    <a:pt x="320039" y="231648"/>
                  </a:lnTo>
                  <a:lnTo>
                    <a:pt x="319420" y="221980"/>
                  </a:lnTo>
                  <a:lnTo>
                    <a:pt x="283202" y="196905"/>
                  </a:lnTo>
                  <a:lnTo>
                    <a:pt x="269747" y="196596"/>
                  </a:lnTo>
                  <a:lnTo>
                    <a:pt x="196595" y="196596"/>
                  </a:lnTo>
                  <a:lnTo>
                    <a:pt x="44981" y="293917"/>
                  </a:lnTo>
                  <a:lnTo>
                    <a:pt x="10667" y="330707"/>
                  </a:lnTo>
                  <a:lnTo>
                    <a:pt x="7619" y="339852"/>
                  </a:lnTo>
                  <a:lnTo>
                    <a:pt x="7619" y="34594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930" name="Google Shape;7930;p110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220723" y="7936991"/>
              <a:ext cx="233171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31" name="Google Shape;7931;p110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226820" y="7676388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932" name="Google Shape;7932;p110"/>
          <p:cNvGrpSpPr/>
          <p:nvPr/>
        </p:nvGrpSpPr>
        <p:grpSpPr>
          <a:xfrm>
            <a:off x="1220724" y="6867143"/>
            <a:ext cx="233172" cy="665988"/>
            <a:chOff x="1220724" y="6867143"/>
            <a:chExt cx="233172" cy="665988"/>
          </a:xfrm>
        </p:grpSpPr>
        <p:pic>
          <p:nvPicPr>
            <p:cNvPr id="7933" name="Google Shape;7933;p110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220724" y="734567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34" name="Google Shape;7934;p110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220724" y="6867143"/>
              <a:ext cx="232739" cy="44805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935" name="Google Shape;7935;p110"/>
          <p:cNvGrpSpPr/>
          <p:nvPr/>
        </p:nvGrpSpPr>
        <p:grpSpPr>
          <a:xfrm>
            <a:off x="1112519" y="6571488"/>
            <a:ext cx="338329" cy="245363"/>
            <a:chOff x="1112519" y="6571488"/>
            <a:chExt cx="338329" cy="245363"/>
          </a:xfrm>
        </p:grpSpPr>
        <p:pic>
          <p:nvPicPr>
            <p:cNvPr id="7936" name="Google Shape;7936;p110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112519" y="6743699"/>
              <a:ext cx="124968" cy="731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37" name="Google Shape;7937;p110"/>
            <p:cNvSpPr/>
            <p:nvPr/>
          </p:nvSpPr>
          <p:spPr>
            <a:xfrm>
              <a:off x="1153668" y="6571488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2296" y="135635"/>
                  </a:lnTo>
                  <a:lnTo>
                    <a:pt x="78795" y="128777"/>
                  </a:lnTo>
                  <a:lnTo>
                    <a:pt x="74866" y="121919"/>
                  </a:lnTo>
                  <a:lnTo>
                    <a:pt x="43005" y="89558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5719"/>
                  </a:lnTo>
                  <a:lnTo>
                    <a:pt x="268224" y="33527"/>
                  </a:lnTo>
                  <a:lnTo>
                    <a:pt x="266700" y="27431"/>
                  </a:lnTo>
                  <a:lnTo>
                    <a:pt x="260604" y="18287"/>
                  </a:lnTo>
                  <a:lnTo>
                    <a:pt x="256031" y="13715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7911"/>
                  </a:lnTo>
                  <a:lnTo>
                    <a:pt x="297180" y="65531"/>
                  </a:lnTo>
                  <a:lnTo>
                    <a:pt x="295656" y="73151"/>
                  </a:lnTo>
                  <a:lnTo>
                    <a:pt x="291083" y="79247"/>
                  </a:lnTo>
                  <a:lnTo>
                    <a:pt x="288036" y="86867"/>
                  </a:lnTo>
                  <a:lnTo>
                    <a:pt x="249459" y="100298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110"/>
          <p:cNvGrpSpPr/>
          <p:nvPr/>
        </p:nvGrpSpPr>
        <p:grpSpPr>
          <a:xfrm>
            <a:off x="1104900" y="5381244"/>
            <a:ext cx="348996" cy="1063751"/>
            <a:chOff x="1104900" y="5381244"/>
            <a:chExt cx="348996" cy="1063751"/>
          </a:xfrm>
        </p:grpSpPr>
        <p:pic>
          <p:nvPicPr>
            <p:cNvPr id="7939" name="Google Shape;7939;p110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220724" y="6076187"/>
              <a:ext cx="233172" cy="3688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40" name="Google Shape;7940;p110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220724" y="5641848"/>
              <a:ext cx="233172" cy="4053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41" name="Google Shape;7941;p110"/>
            <p:cNvSpPr/>
            <p:nvPr/>
          </p:nvSpPr>
          <p:spPr>
            <a:xfrm>
              <a:off x="1104900" y="5381244"/>
              <a:ext cx="342900" cy="239395"/>
            </a:xfrm>
            <a:custGeom>
              <a:rect b="b" l="l" r="r" t="t"/>
              <a:pathLst>
                <a:path extrusionOk="0" h="239395" w="342900">
                  <a:moveTo>
                    <a:pt x="27432" y="239268"/>
                  </a:moveTo>
                  <a:lnTo>
                    <a:pt x="0" y="175260"/>
                  </a:lnTo>
                  <a:lnTo>
                    <a:pt x="0" y="164592"/>
                  </a:lnTo>
                  <a:lnTo>
                    <a:pt x="161543" y="164592"/>
                  </a:lnTo>
                  <a:lnTo>
                    <a:pt x="148756" y="151709"/>
                  </a:lnTo>
                  <a:lnTo>
                    <a:pt x="124968" y="121920"/>
                  </a:lnTo>
                  <a:lnTo>
                    <a:pt x="115824" y="89916"/>
                  </a:lnTo>
                  <a:lnTo>
                    <a:pt x="116633" y="81057"/>
                  </a:lnTo>
                  <a:lnTo>
                    <a:pt x="140207" y="46291"/>
                  </a:lnTo>
                  <a:lnTo>
                    <a:pt x="180403" y="34671"/>
                  </a:lnTo>
                  <a:lnTo>
                    <a:pt x="214883" y="33528"/>
                  </a:lnTo>
                  <a:lnTo>
                    <a:pt x="292607" y="33528"/>
                  </a:lnTo>
                  <a:lnTo>
                    <a:pt x="302942" y="33242"/>
                  </a:lnTo>
                  <a:lnTo>
                    <a:pt x="311276" y="32385"/>
                  </a:lnTo>
                  <a:lnTo>
                    <a:pt x="317896" y="30956"/>
                  </a:lnTo>
                  <a:lnTo>
                    <a:pt x="323087" y="28956"/>
                  </a:lnTo>
                  <a:lnTo>
                    <a:pt x="327660" y="27432"/>
                  </a:lnTo>
                  <a:lnTo>
                    <a:pt x="330708" y="25908"/>
                  </a:lnTo>
                  <a:lnTo>
                    <a:pt x="332232" y="21336"/>
                  </a:lnTo>
                  <a:lnTo>
                    <a:pt x="335280" y="16764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108204"/>
                  </a:lnTo>
                  <a:lnTo>
                    <a:pt x="335280" y="108204"/>
                  </a:lnTo>
                  <a:lnTo>
                    <a:pt x="335280" y="92964"/>
                  </a:lnTo>
                  <a:lnTo>
                    <a:pt x="333756" y="85344"/>
                  </a:lnTo>
                  <a:lnTo>
                    <a:pt x="330708" y="82296"/>
                  </a:lnTo>
                  <a:lnTo>
                    <a:pt x="327660" y="77724"/>
                  </a:lnTo>
                  <a:lnTo>
                    <a:pt x="323087" y="74676"/>
                  </a:lnTo>
                  <a:lnTo>
                    <a:pt x="316991" y="73152"/>
                  </a:lnTo>
                  <a:lnTo>
                    <a:pt x="214883" y="73152"/>
                  </a:lnTo>
                  <a:lnTo>
                    <a:pt x="175021" y="75080"/>
                  </a:lnTo>
                  <a:lnTo>
                    <a:pt x="144779" y="100584"/>
                  </a:lnTo>
                  <a:lnTo>
                    <a:pt x="144779" y="108204"/>
                  </a:lnTo>
                  <a:lnTo>
                    <a:pt x="145327" y="114157"/>
                  </a:lnTo>
                  <a:lnTo>
                    <a:pt x="146875" y="120396"/>
                  </a:lnTo>
                  <a:lnTo>
                    <a:pt x="149280" y="126634"/>
                  </a:lnTo>
                  <a:lnTo>
                    <a:pt x="152400" y="132588"/>
                  </a:lnTo>
                  <a:lnTo>
                    <a:pt x="155781" y="139731"/>
                  </a:lnTo>
                  <a:lnTo>
                    <a:pt x="161163" y="147447"/>
                  </a:lnTo>
                  <a:lnTo>
                    <a:pt x="168259" y="155733"/>
                  </a:lnTo>
                  <a:lnTo>
                    <a:pt x="176783" y="164592"/>
                  </a:lnTo>
                  <a:lnTo>
                    <a:pt x="292607" y="164592"/>
                  </a:lnTo>
                  <a:lnTo>
                    <a:pt x="335280" y="147828"/>
                  </a:lnTo>
                  <a:lnTo>
                    <a:pt x="335280" y="129540"/>
                  </a:lnTo>
                  <a:lnTo>
                    <a:pt x="342900" y="129540"/>
                  </a:lnTo>
                  <a:lnTo>
                    <a:pt x="342900" y="237744"/>
                  </a:lnTo>
                  <a:lnTo>
                    <a:pt x="335280" y="237744"/>
                  </a:lnTo>
                  <a:lnTo>
                    <a:pt x="335280" y="227076"/>
                  </a:lnTo>
                  <a:lnTo>
                    <a:pt x="333756" y="219456"/>
                  </a:lnTo>
                  <a:lnTo>
                    <a:pt x="330708" y="214884"/>
                  </a:lnTo>
                  <a:lnTo>
                    <a:pt x="329184" y="211836"/>
                  </a:lnTo>
                  <a:lnTo>
                    <a:pt x="326136" y="208788"/>
                  </a:lnTo>
                  <a:lnTo>
                    <a:pt x="321563" y="207264"/>
                  </a:lnTo>
                  <a:lnTo>
                    <a:pt x="317253" y="205501"/>
                  </a:lnTo>
                  <a:lnTo>
                    <a:pt x="311086" y="204597"/>
                  </a:lnTo>
                  <a:lnTo>
                    <a:pt x="302918" y="204263"/>
                  </a:lnTo>
                  <a:lnTo>
                    <a:pt x="92964" y="204216"/>
                  </a:lnTo>
                  <a:lnTo>
                    <a:pt x="63246" y="204406"/>
                  </a:lnTo>
                  <a:lnTo>
                    <a:pt x="32004" y="216408"/>
                  </a:lnTo>
                  <a:lnTo>
                    <a:pt x="32004" y="224028"/>
                  </a:lnTo>
                  <a:lnTo>
                    <a:pt x="33528" y="228600"/>
                  </a:lnTo>
                  <a:lnTo>
                    <a:pt x="35052" y="236220"/>
                  </a:lnTo>
                  <a:lnTo>
                    <a:pt x="27432" y="23926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110"/>
          <p:cNvGrpSpPr/>
          <p:nvPr/>
        </p:nvGrpSpPr>
        <p:grpSpPr>
          <a:xfrm>
            <a:off x="1104900" y="4872227"/>
            <a:ext cx="342900" cy="366141"/>
            <a:chOff x="1104900" y="4872227"/>
            <a:chExt cx="342900" cy="366141"/>
          </a:xfrm>
        </p:grpSpPr>
        <p:sp>
          <p:nvSpPr>
            <p:cNvPr id="7943" name="Google Shape;7943;p110"/>
            <p:cNvSpPr/>
            <p:nvPr/>
          </p:nvSpPr>
          <p:spPr>
            <a:xfrm>
              <a:off x="1104900" y="5129783"/>
              <a:ext cx="342900" cy="108585"/>
            </a:xfrm>
            <a:custGeom>
              <a:rect b="b" l="l" r="r" t="t"/>
              <a:pathLst>
                <a:path extrusionOk="0" h="108585" w="342900">
                  <a:moveTo>
                    <a:pt x="32004" y="77724"/>
                  </a:moveTo>
                  <a:lnTo>
                    <a:pt x="18288" y="77724"/>
                  </a:lnTo>
                  <a:lnTo>
                    <a:pt x="12192" y="74676"/>
                  </a:lnTo>
                  <a:lnTo>
                    <a:pt x="3048" y="65532"/>
                  </a:lnTo>
                  <a:lnTo>
                    <a:pt x="0" y="59436"/>
                  </a:lnTo>
                  <a:lnTo>
                    <a:pt x="0" y="45720"/>
                  </a:lnTo>
                  <a:lnTo>
                    <a:pt x="3048" y="39624"/>
                  </a:lnTo>
                  <a:lnTo>
                    <a:pt x="12192" y="30480"/>
                  </a:lnTo>
                  <a:lnTo>
                    <a:pt x="18288" y="28956"/>
                  </a:lnTo>
                  <a:lnTo>
                    <a:pt x="32004" y="28956"/>
                  </a:lnTo>
                  <a:lnTo>
                    <a:pt x="38100" y="30480"/>
                  </a:lnTo>
                  <a:lnTo>
                    <a:pt x="47244" y="39624"/>
                  </a:lnTo>
                  <a:lnTo>
                    <a:pt x="48768" y="45720"/>
                  </a:lnTo>
                  <a:lnTo>
                    <a:pt x="48768" y="59436"/>
                  </a:lnTo>
                  <a:lnTo>
                    <a:pt x="47244" y="65532"/>
                  </a:lnTo>
                  <a:lnTo>
                    <a:pt x="38100" y="74676"/>
                  </a:lnTo>
                  <a:lnTo>
                    <a:pt x="32004" y="77724"/>
                  </a:lnTo>
                  <a:close/>
                </a:path>
                <a:path extrusionOk="0" h="108585" w="342900">
                  <a:moveTo>
                    <a:pt x="143256" y="108204"/>
                  </a:moveTo>
                  <a:lnTo>
                    <a:pt x="115824" y="42672"/>
                  </a:lnTo>
                  <a:lnTo>
                    <a:pt x="115824" y="33528"/>
                  </a:lnTo>
                  <a:lnTo>
                    <a:pt x="292608" y="33528"/>
                  </a:lnTo>
                  <a:lnTo>
                    <a:pt x="302918" y="33266"/>
                  </a:lnTo>
                  <a:lnTo>
                    <a:pt x="311086" y="32575"/>
                  </a:lnTo>
                  <a:lnTo>
                    <a:pt x="317253" y="31599"/>
                  </a:lnTo>
                  <a:lnTo>
                    <a:pt x="321564" y="30480"/>
                  </a:lnTo>
                  <a:lnTo>
                    <a:pt x="326136" y="27432"/>
                  </a:lnTo>
                  <a:lnTo>
                    <a:pt x="330707" y="25908"/>
                  </a:lnTo>
                  <a:lnTo>
                    <a:pt x="332232" y="21336"/>
                  </a:lnTo>
                  <a:lnTo>
                    <a:pt x="335280" y="16764"/>
                  </a:lnTo>
                  <a:lnTo>
                    <a:pt x="335280" y="0"/>
                  </a:lnTo>
                  <a:lnTo>
                    <a:pt x="342900" y="0"/>
                  </a:lnTo>
                  <a:lnTo>
                    <a:pt x="342900" y="73175"/>
                  </a:lnTo>
                  <a:lnTo>
                    <a:pt x="192190" y="73175"/>
                  </a:lnTo>
                  <a:lnTo>
                    <a:pt x="178879" y="73342"/>
                  </a:lnTo>
                  <a:lnTo>
                    <a:pt x="147828" y="85344"/>
                  </a:lnTo>
                  <a:lnTo>
                    <a:pt x="147828" y="92964"/>
                  </a:lnTo>
                  <a:lnTo>
                    <a:pt x="150876" y="105156"/>
                  </a:lnTo>
                  <a:lnTo>
                    <a:pt x="143256" y="108204"/>
                  </a:lnTo>
                  <a:close/>
                </a:path>
                <a:path extrusionOk="0" h="108585" w="342900">
                  <a:moveTo>
                    <a:pt x="342900" y="106680"/>
                  </a:moveTo>
                  <a:lnTo>
                    <a:pt x="335280" y="106680"/>
                  </a:lnTo>
                  <a:lnTo>
                    <a:pt x="335280" y="88392"/>
                  </a:lnTo>
                  <a:lnTo>
                    <a:pt x="332232" y="85344"/>
                  </a:lnTo>
                  <a:lnTo>
                    <a:pt x="330707" y="80772"/>
                  </a:lnTo>
                  <a:lnTo>
                    <a:pt x="327659" y="77724"/>
                  </a:lnTo>
                  <a:lnTo>
                    <a:pt x="321564" y="76200"/>
                  </a:lnTo>
                  <a:lnTo>
                    <a:pt x="317253" y="74437"/>
                  </a:lnTo>
                  <a:lnTo>
                    <a:pt x="311086" y="73533"/>
                  </a:lnTo>
                  <a:lnTo>
                    <a:pt x="302335" y="73175"/>
                  </a:lnTo>
                  <a:lnTo>
                    <a:pt x="342900" y="73175"/>
                  </a:lnTo>
                  <a:lnTo>
                    <a:pt x="342900" y="10668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944" name="Google Shape;7944;p110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220724" y="4872227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945" name="Google Shape;7945;p110"/>
          <p:cNvGrpSpPr/>
          <p:nvPr/>
        </p:nvGrpSpPr>
        <p:grpSpPr>
          <a:xfrm>
            <a:off x="1104900" y="4030979"/>
            <a:ext cx="349250" cy="697991"/>
            <a:chOff x="1104900" y="4030979"/>
            <a:chExt cx="349250" cy="697991"/>
          </a:xfrm>
        </p:grpSpPr>
        <p:pic>
          <p:nvPicPr>
            <p:cNvPr id="7946" name="Google Shape;7946;p110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220724" y="4285487"/>
              <a:ext cx="232862" cy="4434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47" name="Google Shape;7947;p110"/>
            <p:cNvSpPr/>
            <p:nvPr/>
          </p:nvSpPr>
          <p:spPr>
            <a:xfrm>
              <a:off x="1104900" y="4030979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296965" y="34409"/>
                  </a:lnTo>
                  <a:lnTo>
                    <a:pt x="303275" y="33528"/>
                  </a:lnTo>
                  <a:lnTo>
                    <a:pt x="309371" y="33528"/>
                  </a:lnTo>
                  <a:lnTo>
                    <a:pt x="312419" y="30480"/>
                  </a:lnTo>
                  <a:lnTo>
                    <a:pt x="315467" y="28956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10668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92964" y="74676"/>
                  </a:lnTo>
                  <a:lnTo>
                    <a:pt x="76390" y="74937"/>
                  </a:lnTo>
                  <a:lnTo>
                    <a:pt x="63245" y="75628"/>
                  </a:lnTo>
                  <a:lnTo>
                    <a:pt x="53530" y="76604"/>
                  </a:lnTo>
                  <a:lnTo>
                    <a:pt x="47243" y="77724"/>
                  </a:lnTo>
                  <a:lnTo>
                    <a:pt x="41147" y="77724"/>
                  </a:lnTo>
                  <a:lnTo>
                    <a:pt x="36576" y="79248"/>
                  </a:lnTo>
                  <a:lnTo>
                    <a:pt x="32004" y="88392"/>
                  </a:lnTo>
                  <a:lnTo>
                    <a:pt x="32004" y="96012"/>
                  </a:lnTo>
                  <a:lnTo>
                    <a:pt x="33528" y="100584"/>
                  </a:lnTo>
                  <a:lnTo>
                    <a:pt x="34926" y="106179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2315" y="228600"/>
                  </a:moveTo>
                  <a:lnTo>
                    <a:pt x="196595" y="221551"/>
                  </a:lnTo>
                  <a:lnTo>
                    <a:pt x="155447" y="199644"/>
                  </a:lnTo>
                  <a:lnTo>
                    <a:pt x="125920" y="165544"/>
                  </a:lnTo>
                  <a:lnTo>
                    <a:pt x="115823" y="123444"/>
                  </a:lnTo>
                  <a:lnTo>
                    <a:pt x="117172" y="109728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998" y="76104"/>
                  </a:lnTo>
                  <a:lnTo>
                    <a:pt x="173164" y="78105"/>
                  </a:lnTo>
                  <a:lnTo>
                    <a:pt x="138683" y="102108"/>
                  </a:lnTo>
                  <a:lnTo>
                    <a:pt x="131064" y="126492"/>
                  </a:lnTo>
                  <a:lnTo>
                    <a:pt x="132445" y="136493"/>
                  </a:lnTo>
                  <a:lnTo>
                    <a:pt x="164877" y="172831"/>
                  </a:lnTo>
                  <a:lnTo>
                    <a:pt x="224027" y="184404"/>
                  </a:lnTo>
                  <a:lnTo>
                    <a:pt x="335301" y="184404"/>
                  </a:lnTo>
                  <a:lnTo>
                    <a:pt x="332922" y="188428"/>
                  </a:lnTo>
                  <a:lnTo>
                    <a:pt x="320040" y="202692"/>
                  </a:lnTo>
                  <a:lnTo>
                    <a:pt x="303395" y="214455"/>
                  </a:lnTo>
                  <a:lnTo>
                    <a:pt x="285178" y="222504"/>
                  </a:lnTo>
                  <a:lnTo>
                    <a:pt x="264961" y="227123"/>
                  </a:lnTo>
                  <a:lnTo>
                    <a:pt x="242315" y="228600"/>
                  </a:lnTo>
                  <a:close/>
                </a:path>
                <a:path extrusionOk="0" h="228600" w="349250">
                  <a:moveTo>
                    <a:pt x="335301" y="184404"/>
                  </a:moveTo>
                  <a:lnTo>
                    <a:pt x="224027" y="184404"/>
                  </a:lnTo>
                  <a:lnTo>
                    <a:pt x="247062" y="183213"/>
                  </a:lnTo>
                  <a:lnTo>
                    <a:pt x="246732" y="183213"/>
                  </a:lnTo>
                  <a:lnTo>
                    <a:pt x="297179" y="164592"/>
                  </a:lnTo>
                  <a:lnTo>
                    <a:pt x="321611" y="129659"/>
                  </a:lnTo>
                  <a:lnTo>
                    <a:pt x="323088" y="117348"/>
                  </a:lnTo>
                  <a:lnTo>
                    <a:pt x="321745" y="106680"/>
                  </a:lnTo>
                  <a:lnTo>
                    <a:pt x="321683" y="106179"/>
                  </a:lnTo>
                  <a:lnTo>
                    <a:pt x="317563" y="95440"/>
                  </a:lnTo>
                  <a:lnTo>
                    <a:pt x="310872" y="84986"/>
                  </a:lnTo>
                  <a:lnTo>
                    <a:pt x="301751" y="74676"/>
                  </a:lnTo>
                  <a:lnTo>
                    <a:pt x="318515" y="74676"/>
                  </a:lnTo>
                  <a:lnTo>
                    <a:pt x="342900" y="106680"/>
                  </a:lnTo>
                  <a:lnTo>
                    <a:pt x="348996" y="140208"/>
                  </a:lnTo>
                  <a:lnTo>
                    <a:pt x="347257" y="157043"/>
                  </a:lnTo>
                  <a:lnTo>
                    <a:pt x="342057" y="172831"/>
                  </a:lnTo>
                  <a:lnTo>
                    <a:pt x="341947" y="173164"/>
                  </a:lnTo>
                  <a:lnTo>
                    <a:pt x="335301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110"/>
          <p:cNvGrpSpPr/>
          <p:nvPr/>
        </p:nvGrpSpPr>
        <p:grpSpPr>
          <a:xfrm>
            <a:off x="1104887" y="3364992"/>
            <a:ext cx="343535" cy="527558"/>
            <a:chOff x="1104887" y="3364992"/>
            <a:chExt cx="343535" cy="527558"/>
          </a:xfrm>
        </p:grpSpPr>
        <p:sp>
          <p:nvSpPr>
            <p:cNvPr id="7949" name="Google Shape;7949;p110"/>
            <p:cNvSpPr/>
            <p:nvPr/>
          </p:nvSpPr>
          <p:spPr>
            <a:xfrm>
              <a:off x="1104887" y="3619500"/>
              <a:ext cx="343535" cy="273050"/>
            </a:xfrm>
            <a:custGeom>
              <a:rect b="b" l="l" r="r" t="t"/>
              <a:pathLst>
                <a:path extrusionOk="0" h="273050" w="343534">
                  <a:moveTo>
                    <a:pt x="48780" y="45720"/>
                  </a:moveTo>
                  <a:lnTo>
                    <a:pt x="47256" y="39624"/>
                  </a:lnTo>
                  <a:lnTo>
                    <a:pt x="38112" y="30480"/>
                  </a:lnTo>
                  <a:lnTo>
                    <a:pt x="32016" y="28956"/>
                  </a:lnTo>
                  <a:lnTo>
                    <a:pt x="18300" y="28956"/>
                  </a:lnTo>
                  <a:lnTo>
                    <a:pt x="12204" y="30480"/>
                  </a:lnTo>
                  <a:lnTo>
                    <a:pt x="3060" y="39624"/>
                  </a:lnTo>
                  <a:lnTo>
                    <a:pt x="12" y="45720"/>
                  </a:lnTo>
                  <a:lnTo>
                    <a:pt x="12" y="59436"/>
                  </a:lnTo>
                  <a:lnTo>
                    <a:pt x="3060" y="65532"/>
                  </a:lnTo>
                  <a:lnTo>
                    <a:pt x="12204" y="74676"/>
                  </a:lnTo>
                  <a:lnTo>
                    <a:pt x="18300" y="77724"/>
                  </a:lnTo>
                  <a:lnTo>
                    <a:pt x="32016" y="77724"/>
                  </a:lnTo>
                  <a:lnTo>
                    <a:pt x="38112" y="74676"/>
                  </a:lnTo>
                  <a:lnTo>
                    <a:pt x="47256" y="65532"/>
                  </a:lnTo>
                  <a:lnTo>
                    <a:pt x="48780" y="59436"/>
                  </a:lnTo>
                  <a:lnTo>
                    <a:pt x="48780" y="45720"/>
                  </a:lnTo>
                  <a:close/>
                </a:path>
                <a:path extrusionOk="0" h="273050" w="343534">
                  <a:moveTo>
                    <a:pt x="342900" y="140208"/>
                  </a:moveTo>
                  <a:lnTo>
                    <a:pt x="335280" y="140208"/>
                  </a:lnTo>
                  <a:lnTo>
                    <a:pt x="335280" y="169164"/>
                  </a:lnTo>
                  <a:lnTo>
                    <a:pt x="332232" y="176784"/>
                  </a:lnTo>
                  <a:lnTo>
                    <a:pt x="283464" y="190500"/>
                  </a:lnTo>
                  <a:lnTo>
                    <a:pt x="137160" y="190500"/>
                  </a:lnTo>
                  <a:lnTo>
                    <a:pt x="137160" y="132588"/>
                  </a:lnTo>
                  <a:lnTo>
                    <a:pt x="121920" y="132588"/>
                  </a:lnTo>
                  <a:lnTo>
                    <a:pt x="121920" y="190500"/>
                  </a:lnTo>
                  <a:lnTo>
                    <a:pt x="106680" y="190500"/>
                  </a:lnTo>
                  <a:lnTo>
                    <a:pt x="82727" y="190220"/>
                  </a:lnTo>
                  <a:lnTo>
                    <a:pt x="63627" y="189357"/>
                  </a:lnTo>
                  <a:lnTo>
                    <a:pt x="49682" y="187934"/>
                  </a:lnTo>
                  <a:lnTo>
                    <a:pt x="41148" y="185928"/>
                  </a:lnTo>
                  <a:lnTo>
                    <a:pt x="32004" y="184404"/>
                  </a:lnTo>
                  <a:lnTo>
                    <a:pt x="25908" y="179832"/>
                  </a:lnTo>
                  <a:lnTo>
                    <a:pt x="21336" y="175260"/>
                  </a:lnTo>
                  <a:lnTo>
                    <a:pt x="18288" y="170688"/>
                  </a:lnTo>
                  <a:lnTo>
                    <a:pt x="15240" y="163068"/>
                  </a:lnTo>
                  <a:lnTo>
                    <a:pt x="15240" y="149352"/>
                  </a:lnTo>
                  <a:lnTo>
                    <a:pt x="16764" y="144780"/>
                  </a:lnTo>
                  <a:lnTo>
                    <a:pt x="19812" y="138684"/>
                  </a:lnTo>
                  <a:lnTo>
                    <a:pt x="28956" y="129540"/>
                  </a:lnTo>
                  <a:lnTo>
                    <a:pt x="47244" y="117348"/>
                  </a:lnTo>
                  <a:lnTo>
                    <a:pt x="56388" y="108204"/>
                  </a:lnTo>
                  <a:lnTo>
                    <a:pt x="59436" y="103632"/>
                  </a:lnTo>
                  <a:lnTo>
                    <a:pt x="59436" y="91440"/>
                  </a:lnTo>
                  <a:lnTo>
                    <a:pt x="57912" y="86868"/>
                  </a:lnTo>
                  <a:lnTo>
                    <a:pt x="53340" y="82296"/>
                  </a:lnTo>
                  <a:lnTo>
                    <a:pt x="50292" y="77724"/>
                  </a:lnTo>
                  <a:lnTo>
                    <a:pt x="45720" y="76200"/>
                  </a:lnTo>
                  <a:lnTo>
                    <a:pt x="41148" y="76200"/>
                  </a:lnTo>
                  <a:lnTo>
                    <a:pt x="9652" y="100736"/>
                  </a:lnTo>
                  <a:lnTo>
                    <a:pt x="0" y="137160"/>
                  </a:lnTo>
                  <a:lnTo>
                    <a:pt x="1104" y="150571"/>
                  </a:lnTo>
                  <a:lnTo>
                    <a:pt x="22669" y="196532"/>
                  </a:lnTo>
                  <a:lnTo>
                    <a:pt x="63842" y="223697"/>
                  </a:lnTo>
                  <a:lnTo>
                    <a:pt x="108204" y="230124"/>
                  </a:lnTo>
                  <a:lnTo>
                    <a:pt x="121920" y="230124"/>
                  </a:lnTo>
                  <a:lnTo>
                    <a:pt x="121920" y="272796"/>
                  </a:lnTo>
                  <a:lnTo>
                    <a:pt x="137160" y="272796"/>
                  </a:lnTo>
                  <a:lnTo>
                    <a:pt x="137160" y="230124"/>
                  </a:lnTo>
                  <a:lnTo>
                    <a:pt x="294919" y="230174"/>
                  </a:lnTo>
                  <a:lnTo>
                    <a:pt x="304228" y="230505"/>
                  </a:lnTo>
                  <a:lnTo>
                    <a:pt x="311543" y="231419"/>
                  </a:lnTo>
                  <a:lnTo>
                    <a:pt x="316992" y="233172"/>
                  </a:lnTo>
                  <a:lnTo>
                    <a:pt x="323088" y="234696"/>
                  </a:lnTo>
                  <a:lnTo>
                    <a:pt x="327660" y="239268"/>
                  </a:lnTo>
                  <a:lnTo>
                    <a:pt x="330708" y="243840"/>
                  </a:lnTo>
                  <a:lnTo>
                    <a:pt x="333756" y="249936"/>
                  </a:lnTo>
                  <a:lnTo>
                    <a:pt x="335280" y="256032"/>
                  </a:lnTo>
                  <a:lnTo>
                    <a:pt x="335280" y="272796"/>
                  </a:lnTo>
                  <a:lnTo>
                    <a:pt x="342900" y="272796"/>
                  </a:lnTo>
                  <a:lnTo>
                    <a:pt x="342900" y="140208"/>
                  </a:lnTo>
                  <a:close/>
                </a:path>
                <a:path extrusionOk="0" h="273050" w="343534">
                  <a:moveTo>
                    <a:pt x="342912" y="0"/>
                  </a:moveTo>
                  <a:lnTo>
                    <a:pt x="335292" y="0"/>
                  </a:lnTo>
                  <a:lnTo>
                    <a:pt x="335292" y="16764"/>
                  </a:lnTo>
                  <a:lnTo>
                    <a:pt x="332244" y="21336"/>
                  </a:lnTo>
                  <a:lnTo>
                    <a:pt x="292620" y="33528"/>
                  </a:lnTo>
                  <a:lnTo>
                    <a:pt x="115836" y="33528"/>
                  </a:lnTo>
                  <a:lnTo>
                    <a:pt x="115836" y="42672"/>
                  </a:lnTo>
                  <a:lnTo>
                    <a:pt x="143268" y="108204"/>
                  </a:lnTo>
                  <a:lnTo>
                    <a:pt x="150888" y="103632"/>
                  </a:lnTo>
                  <a:lnTo>
                    <a:pt x="149364" y="97536"/>
                  </a:lnTo>
                  <a:lnTo>
                    <a:pt x="147840" y="92964"/>
                  </a:lnTo>
                  <a:lnTo>
                    <a:pt x="147840" y="85344"/>
                  </a:lnTo>
                  <a:lnTo>
                    <a:pt x="192201" y="73177"/>
                  </a:lnTo>
                  <a:lnTo>
                    <a:pt x="302336" y="73177"/>
                  </a:lnTo>
                  <a:lnTo>
                    <a:pt x="311099" y="73533"/>
                  </a:lnTo>
                  <a:lnTo>
                    <a:pt x="317258" y="74447"/>
                  </a:lnTo>
                  <a:lnTo>
                    <a:pt x="321576" y="76200"/>
                  </a:lnTo>
                  <a:lnTo>
                    <a:pt x="327672" y="77724"/>
                  </a:lnTo>
                  <a:lnTo>
                    <a:pt x="330720" y="80772"/>
                  </a:lnTo>
                  <a:lnTo>
                    <a:pt x="332244" y="83820"/>
                  </a:lnTo>
                  <a:lnTo>
                    <a:pt x="335292" y="88392"/>
                  </a:lnTo>
                  <a:lnTo>
                    <a:pt x="335292" y="106680"/>
                  </a:lnTo>
                  <a:lnTo>
                    <a:pt x="342912" y="106680"/>
                  </a:lnTo>
                  <a:lnTo>
                    <a:pt x="342912" y="73177"/>
                  </a:lnTo>
                  <a:lnTo>
                    <a:pt x="3429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950" name="Google Shape;7950;p110"/>
            <p:cNvPicPr preferRelativeResize="0"/>
            <p:nvPr/>
          </p:nvPicPr>
          <p:blipFill rotWithShape="1">
            <a:blip r:embed="rId16">
              <a:alphaModFix/>
            </a:blip>
            <a:srcRect b="0" l="0" r="0" t="0"/>
            <a:stretch/>
          </p:blipFill>
          <p:spPr>
            <a:xfrm>
              <a:off x="1226820" y="3364992"/>
              <a:ext cx="220979" cy="23469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951" name="Google Shape;7951;p110"/>
          <p:cNvGrpSpPr/>
          <p:nvPr/>
        </p:nvGrpSpPr>
        <p:grpSpPr>
          <a:xfrm>
            <a:off x="1104900" y="2752344"/>
            <a:ext cx="346075" cy="466725"/>
            <a:chOff x="1104900" y="2752344"/>
            <a:chExt cx="346075" cy="466725"/>
          </a:xfrm>
        </p:grpSpPr>
        <p:sp>
          <p:nvSpPr>
            <p:cNvPr id="7952" name="Google Shape;7952;p110"/>
            <p:cNvSpPr/>
            <p:nvPr/>
          </p:nvSpPr>
          <p:spPr>
            <a:xfrm>
              <a:off x="1104900" y="2958084"/>
              <a:ext cx="346075" cy="260985"/>
            </a:xfrm>
            <a:custGeom>
              <a:rect b="b" l="l" r="r" t="t"/>
              <a:pathLst>
                <a:path extrusionOk="0" h="260985" w="346075">
                  <a:moveTo>
                    <a:pt x="48768" y="198120"/>
                  </a:moveTo>
                  <a:lnTo>
                    <a:pt x="47244" y="193548"/>
                  </a:lnTo>
                  <a:lnTo>
                    <a:pt x="42672" y="188976"/>
                  </a:lnTo>
                  <a:lnTo>
                    <a:pt x="38100" y="182880"/>
                  </a:lnTo>
                  <a:lnTo>
                    <a:pt x="32004" y="181356"/>
                  </a:lnTo>
                  <a:lnTo>
                    <a:pt x="18288" y="181356"/>
                  </a:lnTo>
                  <a:lnTo>
                    <a:pt x="12192" y="182880"/>
                  </a:lnTo>
                  <a:lnTo>
                    <a:pt x="7620" y="188976"/>
                  </a:lnTo>
                  <a:lnTo>
                    <a:pt x="3048" y="193548"/>
                  </a:lnTo>
                  <a:lnTo>
                    <a:pt x="0" y="198120"/>
                  </a:lnTo>
                  <a:lnTo>
                    <a:pt x="0" y="211836"/>
                  </a:lnTo>
                  <a:lnTo>
                    <a:pt x="3048" y="217932"/>
                  </a:lnTo>
                  <a:lnTo>
                    <a:pt x="12192" y="227076"/>
                  </a:lnTo>
                  <a:lnTo>
                    <a:pt x="18288" y="230124"/>
                  </a:lnTo>
                  <a:lnTo>
                    <a:pt x="32004" y="230124"/>
                  </a:lnTo>
                  <a:lnTo>
                    <a:pt x="38100" y="227076"/>
                  </a:lnTo>
                  <a:lnTo>
                    <a:pt x="47244" y="217932"/>
                  </a:lnTo>
                  <a:lnTo>
                    <a:pt x="48768" y="211836"/>
                  </a:lnTo>
                  <a:lnTo>
                    <a:pt x="48768" y="198120"/>
                  </a:lnTo>
                  <a:close/>
                </a:path>
                <a:path extrusionOk="0" h="260985" w="346075">
                  <a:moveTo>
                    <a:pt x="342900" y="152400"/>
                  </a:moveTo>
                  <a:lnTo>
                    <a:pt x="335280" y="152400"/>
                  </a:lnTo>
                  <a:lnTo>
                    <a:pt x="335280" y="169164"/>
                  </a:lnTo>
                  <a:lnTo>
                    <a:pt x="332232" y="173736"/>
                  </a:lnTo>
                  <a:lnTo>
                    <a:pt x="292608" y="185928"/>
                  </a:lnTo>
                  <a:lnTo>
                    <a:pt x="115824" y="185928"/>
                  </a:lnTo>
                  <a:lnTo>
                    <a:pt x="115824" y="196596"/>
                  </a:lnTo>
                  <a:lnTo>
                    <a:pt x="143256" y="260604"/>
                  </a:lnTo>
                  <a:lnTo>
                    <a:pt x="150876" y="257556"/>
                  </a:lnTo>
                  <a:lnTo>
                    <a:pt x="147828" y="245364"/>
                  </a:lnTo>
                  <a:lnTo>
                    <a:pt x="147828" y="237744"/>
                  </a:lnTo>
                  <a:lnTo>
                    <a:pt x="149352" y="234696"/>
                  </a:lnTo>
                  <a:lnTo>
                    <a:pt x="150876" y="233172"/>
                  </a:lnTo>
                  <a:lnTo>
                    <a:pt x="152400" y="230124"/>
                  </a:lnTo>
                  <a:lnTo>
                    <a:pt x="161544" y="227076"/>
                  </a:lnTo>
                  <a:lnTo>
                    <a:pt x="168706" y="226199"/>
                  </a:lnTo>
                  <a:lnTo>
                    <a:pt x="178879" y="225742"/>
                  </a:lnTo>
                  <a:lnTo>
                    <a:pt x="194081" y="225552"/>
                  </a:lnTo>
                  <a:lnTo>
                    <a:pt x="292608" y="225552"/>
                  </a:lnTo>
                  <a:lnTo>
                    <a:pt x="300101" y="225742"/>
                  </a:lnTo>
                  <a:lnTo>
                    <a:pt x="302069" y="225742"/>
                  </a:lnTo>
                  <a:lnTo>
                    <a:pt x="332232" y="237744"/>
                  </a:lnTo>
                  <a:lnTo>
                    <a:pt x="335280" y="240792"/>
                  </a:lnTo>
                  <a:lnTo>
                    <a:pt x="335280" y="259080"/>
                  </a:lnTo>
                  <a:lnTo>
                    <a:pt x="342900" y="259080"/>
                  </a:lnTo>
                  <a:lnTo>
                    <a:pt x="342900" y="225552"/>
                  </a:lnTo>
                  <a:lnTo>
                    <a:pt x="342900" y="152400"/>
                  </a:lnTo>
                  <a:close/>
                </a:path>
                <a:path extrusionOk="0" h="260985" w="346075">
                  <a:moveTo>
                    <a:pt x="345948" y="57912"/>
                  </a:moveTo>
                  <a:lnTo>
                    <a:pt x="327177" y="16941"/>
                  </a:lnTo>
                  <a:lnTo>
                    <a:pt x="297180" y="0"/>
                  </a:lnTo>
                  <a:lnTo>
                    <a:pt x="297180" y="10668"/>
                  </a:lnTo>
                  <a:lnTo>
                    <a:pt x="304800" y="13716"/>
                  </a:lnTo>
                  <a:lnTo>
                    <a:pt x="309372" y="18288"/>
                  </a:lnTo>
                  <a:lnTo>
                    <a:pt x="315468" y="27432"/>
                  </a:lnTo>
                  <a:lnTo>
                    <a:pt x="316992" y="33528"/>
                  </a:lnTo>
                  <a:lnTo>
                    <a:pt x="316992" y="45720"/>
                  </a:lnTo>
                  <a:lnTo>
                    <a:pt x="280416" y="60960"/>
                  </a:lnTo>
                  <a:lnTo>
                    <a:pt x="137160" y="60960"/>
                  </a:lnTo>
                  <a:lnTo>
                    <a:pt x="137160" y="9144"/>
                  </a:lnTo>
                  <a:lnTo>
                    <a:pt x="121920" y="9144"/>
                  </a:lnTo>
                  <a:lnTo>
                    <a:pt x="121920" y="60960"/>
                  </a:lnTo>
                  <a:lnTo>
                    <a:pt x="48768" y="60960"/>
                  </a:lnTo>
                  <a:lnTo>
                    <a:pt x="48768" y="67056"/>
                  </a:lnTo>
                  <a:lnTo>
                    <a:pt x="83820" y="83820"/>
                  </a:lnTo>
                  <a:lnTo>
                    <a:pt x="118846" y="115062"/>
                  </a:lnTo>
                  <a:lnTo>
                    <a:pt x="131064" y="135636"/>
                  </a:lnTo>
                  <a:lnTo>
                    <a:pt x="137160" y="135636"/>
                  </a:lnTo>
                  <a:lnTo>
                    <a:pt x="137160" y="100584"/>
                  </a:lnTo>
                  <a:lnTo>
                    <a:pt x="286512" y="100584"/>
                  </a:lnTo>
                  <a:lnTo>
                    <a:pt x="298221" y="100304"/>
                  </a:lnTo>
                  <a:lnTo>
                    <a:pt x="336804" y="86868"/>
                  </a:lnTo>
                  <a:lnTo>
                    <a:pt x="339852" y="79248"/>
                  </a:lnTo>
                  <a:lnTo>
                    <a:pt x="344424" y="73152"/>
                  </a:lnTo>
                  <a:lnTo>
                    <a:pt x="345948" y="65532"/>
                  </a:lnTo>
                  <a:lnTo>
                    <a:pt x="345948" y="57912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7953" name="Google Shape;7953;p110"/>
            <p:cNvPicPr preferRelativeResize="0"/>
            <p:nvPr/>
          </p:nvPicPr>
          <p:blipFill rotWithShape="1">
            <a:blip r:embed="rId17">
              <a:alphaModFix/>
            </a:blip>
            <a:srcRect b="0" l="0" r="0" t="0"/>
            <a:stretch/>
          </p:blipFill>
          <p:spPr>
            <a:xfrm>
              <a:off x="1112519" y="2752344"/>
              <a:ext cx="123444" cy="1889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954" name="Google Shape;7954;p110"/>
          <p:cNvSpPr/>
          <p:nvPr/>
        </p:nvSpPr>
        <p:spPr>
          <a:xfrm>
            <a:off x="2349995" y="9108948"/>
            <a:ext cx="175895" cy="657225"/>
          </a:xfrm>
          <a:custGeom>
            <a:rect b="b" l="l" r="r" t="t"/>
            <a:pathLst>
              <a:path extrusionOk="0" h="657225" w="175894">
                <a:moveTo>
                  <a:pt x="24384" y="242316"/>
                </a:moveTo>
                <a:lnTo>
                  <a:pt x="22860" y="239268"/>
                </a:lnTo>
                <a:lnTo>
                  <a:pt x="18288" y="234696"/>
                </a:lnTo>
                <a:lnTo>
                  <a:pt x="15240" y="233172"/>
                </a:lnTo>
                <a:lnTo>
                  <a:pt x="7620" y="233172"/>
                </a:lnTo>
                <a:lnTo>
                  <a:pt x="6096" y="234696"/>
                </a:lnTo>
                <a:lnTo>
                  <a:pt x="3048" y="236220"/>
                </a:lnTo>
                <a:lnTo>
                  <a:pt x="0" y="239268"/>
                </a:lnTo>
                <a:lnTo>
                  <a:pt x="0" y="251460"/>
                </a:lnTo>
                <a:lnTo>
                  <a:pt x="3048" y="254508"/>
                </a:lnTo>
                <a:lnTo>
                  <a:pt x="6096" y="256032"/>
                </a:lnTo>
                <a:lnTo>
                  <a:pt x="7620" y="257556"/>
                </a:lnTo>
                <a:lnTo>
                  <a:pt x="15240" y="257556"/>
                </a:lnTo>
                <a:lnTo>
                  <a:pt x="18288" y="256032"/>
                </a:lnTo>
                <a:lnTo>
                  <a:pt x="22860" y="251460"/>
                </a:lnTo>
                <a:lnTo>
                  <a:pt x="24384" y="248412"/>
                </a:lnTo>
                <a:lnTo>
                  <a:pt x="24384" y="242316"/>
                </a:lnTo>
                <a:close/>
              </a:path>
              <a:path extrusionOk="0" h="657225" w="175894">
                <a:moveTo>
                  <a:pt x="172212" y="217932"/>
                </a:moveTo>
                <a:lnTo>
                  <a:pt x="169164" y="217932"/>
                </a:lnTo>
                <a:lnTo>
                  <a:pt x="169164" y="224028"/>
                </a:lnTo>
                <a:lnTo>
                  <a:pt x="167640" y="227076"/>
                </a:lnTo>
                <a:lnTo>
                  <a:pt x="166116" y="228600"/>
                </a:lnTo>
                <a:lnTo>
                  <a:pt x="166116" y="231648"/>
                </a:lnTo>
                <a:lnTo>
                  <a:pt x="164592" y="233172"/>
                </a:lnTo>
                <a:lnTo>
                  <a:pt x="161544" y="233172"/>
                </a:lnTo>
                <a:lnTo>
                  <a:pt x="158496" y="234696"/>
                </a:lnTo>
                <a:lnTo>
                  <a:pt x="57912" y="234696"/>
                </a:lnTo>
                <a:lnTo>
                  <a:pt x="57912" y="240792"/>
                </a:lnTo>
                <a:lnTo>
                  <a:pt x="71628" y="272796"/>
                </a:lnTo>
                <a:lnTo>
                  <a:pt x="74676" y="271272"/>
                </a:lnTo>
                <a:lnTo>
                  <a:pt x="71628" y="265176"/>
                </a:lnTo>
                <a:lnTo>
                  <a:pt x="71628" y="260604"/>
                </a:lnTo>
                <a:lnTo>
                  <a:pt x="76200" y="256032"/>
                </a:lnTo>
                <a:lnTo>
                  <a:pt x="79248" y="256032"/>
                </a:lnTo>
                <a:lnTo>
                  <a:pt x="83299" y="255155"/>
                </a:lnTo>
                <a:lnTo>
                  <a:pt x="88773" y="254698"/>
                </a:lnTo>
                <a:lnTo>
                  <a:pt x="97002" y="254508"/>
                </a:lnTo>
                <a:lnTo>
                  <a:pt x="153924" y="254508"/>
                </a:lnTo>
                <a:lnTo>
                  <a:pt x="158496" y="256032"/>
                </a:lnTo>
                <a:lnTo>
                  <a:pt x="161544" y="256032"/>
                </a:lnTo>
                <a:lnTo>
                  <a:pt x="164592" y="257556"/>
                </a:lnTo>
                <a:lnTo>
                  <a:pt x="167640" y="260604"/>
                </a:lnTo>
                <a:lnTo>
                  <a:pt x="167640" y="262128"/>
                </a:lnTo>
                <a:lnTo>
                  <a:pt x="169164" y="266700"/>
                </a:lnTo>
                <a:lnTo>
                  <a:pt x="169164" y="271272"/>
                </a:lnTo>
                <a:lnTo>
                  <a:pt x="172212" y="271272"/>
                </a:lnTo>
                <a:lnTo>
                  <a:pt x="172212" y="254508"/>
                </a:lnTo>
                <a:lnTo>
                  <a:pt x="172212" y="217932"/>
                </a:lnTo>
                <a:close/>
              </a:path>
              <a:path extrusionOk="0" h="657225" w="175894">
                <a:moveTo>
                  <a:pt x="173736" y="499872"/>
                </a:moveTo>
                <a:lnTo>
                  <a:pt x="25920" y="499872"/>
                </a:lnTo>
                <a:lnTo>
                  <a:pt x="19824" y="498348"/>
                </a:lnTo>
                <a:lnTo>
                  <a:pt x="16776" y="496824"/>
                </a:lnTo>
                <a:lnTo>
                  <a:pt x="12204" y="493776"/>
                </a:lnTo>
                <a:lnTo>
                  <a:pt x="10680" y="489204"/>
                </a:lnTo>
                <a:lnTo>
                  <a:pt x="10680" y="477012"/>
                </a:lnTo>
                <a:lnTo>
                  <a:pt x="7632" y="477012"/>
                </a:lnTo>
                <a:lnTo>
                  <a:pt x="7632" y="533400"/>
                </a:lnTo>
                <a:lnTo>
                  <a:pt x="10680" y="533400"/>
                </a:lnTo>
                <a:lnTo>
                  <a:pt x="10680" y="521208"/>
                </a:lnTo>
                <a:lnTo>
                  <a:pt x="12204" y="516636"/>
                </a:lnTo>
                <a:lnTo>
                  <a:pt x="15252" y="513588"/>
                </a:lnTo>
                <a:lnTo>
                  <a:pt x="18300" y="512064"/>
                </a:lnTo>
                <a:lnTo>
                  <a:pt x="24396" y="510540"/>
                </a:lnTo>
                <a:lnTo>
                  <a:pt x="134124" y="510540"/>
                </a:lnTo>
                <a:lnTo>
                  <a:pt x="7632" y="614172"/>
                </a:lnTo>
                <a:lnTo>
                  <a:pt x="7632" y="656844"/>
                </a:lnTo>
                <a:lnTo>
                  <a:pt x="12204" y="656844"/>
                </a:lnTo>
                <a:lnTo>
                  <a:pt x="12204" y="646176"/>
                </a:lnTo>
                <a:lnTo>
                  <a:pt x="13728" y="641604"/>
                </a:lnTo>
                <a:lnTo>
                  <a:pt x="16776" y="638556"/>
                </a:lnTo>
                <a:lnTo>
                  <a:pt x="19824" y="632460"/>
                </a:lnTo>
                <a:lnTo>
                  <a:pt x="24396" y="629412"/>
                </a:lnTo>
                <a:lnTo>
                  <a:pt x="30492" y="624840"/>
                </a:lnTo>
                <a:lnTo>
                  <a:pt x="158508" y="624840"/>
                </a:lnTo>
                <a:lnTo>
                  <a:pt x="161556" y="627888"/>
                </a:lnTo>
                <a:lnTo>
                  <a:pt x="166128" y="629412"/>
                </a:lnTo>
                <a:lnTo>
                  <a:pt x="169176" y="635508"/>
                </a:lnTo>
                <a:lnTo>
                  <a:pt x="169176" y="647700"/>
                </a:lnTo>
                <a:lnTo>
                  <a:pt x="172212" y="647700"/>
                </a:lnTo>
                <a:lnTo>
                  <a:pt x="172212" y="591312"/>
                </a:lnTo>
                <a:lnTo>
                  <a:pt x="169176" y="591312"/>
                </a:lnTo>
                <a:lnTo>
                  <a:pt x="169176" y="603504"/>
                </a:lnTo>
                <a:lnTo>
                  <a:pt x="166128" y="608076"/>
                </a:lnTo>
                <a:lnTo>
                  <a:pt x="163080" y="611124"/>
                </a:lnTo>
                <a:lnTo>
                  <a:pt x="160032" y="612648"/>
                </a:lnTo>
                <a:lnTo>
                  <a:pt x="153936" y="614172"/>
                </a:lnTo>
                <a:lnTo>
                  <a:pt x="42684" y="614172"/>
                </a:lnTo>
                <a:lnTo>
                  <a:pt x="173736" y="504444"/>
                </a:lnTo>
                <a:lnTo>
                  <a:pt x="173736" y="499872"/>
                </a:lnTo>
                <a:close/>
              </a:path>
              <a:path extrusionOk="0" h="657225" w="175894">
                <a:moveTo>
                  <a:pt x="175260" y="301752"/>
                </a:moveTo>
                <a:lnTo>
                  <a:pt x="172212" y="297180"/>
                </a:lnTo>
                <a:lnTo>
                  <a:pt x="169164" y="291084"/>
                </a:lnTo>
                <a:lnTo>
                  <a:pt x="164592" y="286512"/>
                </a:lnTo>
                <a:lnTo>
                  <a:pt x="158496" y="281940"/>
                </a:lnTo>
                <a:lnTo>
                  <a:pt x="150876" y="278892"/>
                </a:lnTo>
                <a:lnTo>
                  <a:pt x="150876" y="284988"/>
                </a:lnTo>
                <a:lnTo>
                  <a:pt x="153924" y="286512"/>
                </a:lnTo>
                <a:lnTo>
                  <a:pt x="155448" y="288036"/>
                </a:lnTo>
                <a:lnTo>
                  <a:pt x="156972" y="291084"/>
                </a:lnTo>
                <a:lnTo>
                  <a:pt x="158496" y="292608"/>
                </a:lnTo>
                <a:lnTo>
                  <a:pt x="160020" y="295656"/>
                </a:lnTo>
                <a:lnTo>
                  <a:pt x="160020" y="301752"/>
                </a:lnTo>
                <a:lnTo>
                  <a:pt x="158496" y="304800"/>
                </a:lnTo>
                <a:lnTo>
                  <a:pt x="152400" y="307848"/>
                </a:lnTo>
                <a:lnTo>
                  <a:pt x="147828" y="309372"/>
                </a:lnTo>
                <a:lnTo>
                  <a:pt x="68580" y="309372"/>
                </a:lnTo>
                <a:lnTo>
                  <a:pt x="68580" y="283464"/>
                </a:lnTo>
                <a:lnTo>
                  <a:pt x="60960" y="283464"/>
                </a:lnTo>
                <a:lnTo>
                  <a:pt x="60960" y="309372"/>
                </a:lnTo>
                <a:lnTo>
                  <a:pt x="24384" y="309372"/>
                </a:lnTo>
                <a:lnTo>
                  <a:pt x="24384" y="312420"/>
                </a:lnTo>
                <a:lnTo>
                  <a:pt x="56388" y="333756"/>
                </a:lnTo>
                <a:lnTo>
                  <a:pt x="64008" y="347472"/>
                </a:lnTo>
                <a:lnTo>
                  <a:pt x="68580" y="347472"/>
                </a:lnTo>
                <a:lnTo>
                  <a:pt x="68580" y="329184"/>
                </a:lnTo>
                <a:lnTo>
                  <a:pt x="152400" y="329184"/>
                </a:lnTo>
                <a:lnTo>
                  <a:pt x="158496" y="327660"/>
                </a:lnTo>
                <a:lnTo>
                  <a:pt x="175260" y="310896"/>
                </a:lnTo>
                <a:lnTo>
                  <a:pt x="175260" y="301752"/>
                </a:lnTo>
                <a:close/>
              </a:path>
              <a:path extrusionOk="0" h="657225" w="175894">
                <a:moveTo>
                  <a:pt x="175272" y="413004"/>
                </a:moveTo>
                <a:lnTo>
                  <a:pt x="175158" y="411480"/>
                </a:lnTo>
                <a:lnTo>
                  <a:pt x="174713" y="405269"/>
                </a:lnTo>
                <a:lnTo>
                  <a:pt x="173177" y="397954"/>
                </a:lnTo>
                <a:lnTo>
                  <a:pt x="170764" y="390931"/>
                </a:lnTo>
                <a:lnTo>
                  <a:pt x="167652" y="384048"/>
                </a:lnTo>
                <a:lnTo>
                  <a:pt x="167652" y="399288"/>
                </a:lnTo>
                <a:lnTo>
                  <a:pt x="167652" y="406908"/>
                </a:lnTo>
                <a:lnTo>
                  <a:pt x="139903" y="436816"/>
                </a:lnTo>
                <a:lnTo>
                  <a:pt x="106692" y="441960"/>
                </a:lnTo>
                <a:lnTo>
                  <a:pt x="97548" y="441960"/>
                </a:lnTo>
                <a:lnTo>
                  <a:pt x="88404" y="440436"/>
                </a:lnTo>
                <a:lnTo>
                  <a:pt x="82308" y="437388"/>
                </a:lnTo>
                <a:lnTo>
                  <a:pt x="76212" y="435864"/>
                </a:lnTo>
                <a:lnTo>
                  <a:pt x="68592" y="428244"/>
                </a:lnTo>
                <a:lnTo>
                  <a:pt x="65544" y="423672"/>
                </a:lnTo>
                <a:lnTo>
                  <a:pt x="65595" y="405269"/>
                </a:lnTo>
                <a:lnTo>
                  <a:pt x="109423" y="381838"/>
                </a:lnTo>
                <a:lnTo>
                  <a:pt x="123456" y="381000"/>
                </a:lnTo>
                <a:lnTo>
                  <a:pt x="134899" y="381342"/>
                </a:lnTo>
                <a:lnTo>
                  <a:pt x="167652" y="399288"/>
                </a:lnTo>
                <a:lnTo>
                  <a:pt x="167652" y="384048"/>
                </a:lnTo>
                <a:lnTo>
                  <a:pt x="143268" y="365760"/>
                </a:lnTo>
                <a:lnTo>
                  <a:pt x="136169" y="362000"/>
                </a:lnTo>
                <a:lnTo>
                  <a:pt x="128790" y="359664"/>
                </a:lnTo>
                <a:lnTo>
                  <a:pt x="121399" y="358482"/>
                </a:lnTo>
                <a:lnTo>
                  <a:pt x="114312" y="358140"/>
                </a:lnTo>
                <a:lnTo>
                  <a:pt x="103428" y="358978"/>
                </a:lnTo>
                <a:lnTo>
                  <a:pt x="68211" y="378904"/>
                </a:lnTo>
                <a:lnTo>
                  <a:pt x="57924" y="411480"/>
                </a:lnTo>
                <a:lnTo>
                  <a:pt x="57988" y="413004"/>
                </a:lnTo>
                <a:lnTo>
                  <a:pt x="58064" y="414604"/>
                </a:lnTo>
                <a:lnTo>
                  <a:pt x="58229" y="418325"/>
                </a:lnTo>
                <a:lnTo>
                  <a:pt x="79654" y="453250"/>
                </a:lnTo>
                <a:lnTo>
                  <a:pt x="117360" y="464820"/>
                </a:lnTo>
                <a:lnTo>
                  <a:pt x="127381" y="463994"/>
                </a:lnTo>
                <a:lnTo>
                  <a:pt x="163690" y="444296"/>
                </a:lnTo>
                <a:lnTo>
                  <a:pt x="165277" y="441960"/>
                </a:lnTo>
                <a:lnTo>
                  <a:pt x="169938" y="435102"/>
                </a:lnTo>
                <a:lnTo>
                  <a:pt x="173888" y="424776"/>
                </a:lnTo>
                <a:lnTo>
                  <a:pt x="175272" y="413004"/>
                </a:lnTo>
                <a:close/>
              </a:path>
              <a:path extrusionOk="0" h="657225" w="175894">
                <a:moveTo>
                  <a:pt x="175272" y="155448"/>
                </a:moveTo>
                <a:lnTo>
                  <a:pt x="156768" y="120446"/>
                </a:lnTo>
                <a:lnTo>
                  <a:pt x="129552" y="109728"/>
                </a:lnTo>
                <a:lnTo>
                  <a:pt x="128028" y="112776"/>
                </a:lnTo>
                <a:lnTo>
                  <a:pt x="137172" y="115824"/>
                </a:lnTo>
                <a:lnTo>
                  <a:pt x="144792" y="120396"/>
                </a:lnTo>
                <a:lnTo>
                  <a:pt x="147840" y="124968"/>
                </a:lnTo>
                <a:lnTo>
                  <a:pt x="152412" y="131064"/>
                </a:lnTo>
                <a:lnTo>
                  <a:pt x="155460" y="138684"/>
                </a:lnTo>
                <a:lnTo>
                  <a:pt x="155460" y="146304"/>
                </a:lnTo>
                <a:lnTo>
                  <a:pt x="154355" y="154000"/>
                </a:lnTo>
                <a:lnTo>
                  <a:pt x="123837" y="180403"/>
                </a:lnTo>
                <a:lnTo>
                  <a:pt x="105168" y="182880"/>
                </a:lnTo>
                <a:lnTo>
                  <a:pt x="95656" y="182295"/>
                </a:lnTo>
                <a:lnTo>
                  <a:pt x="65544" y="161544"/>
                </a:lnTo>
                <a:lnTo>
                  <a:pt x="65544" y="144780"/>
                </a:lnTo>
                <a:lnTo>
                  <a:pt x="68592" y="143256"/>
                </a:lnTo>
                <a:lnTo>
                  <a:pt x="71640" y="140208"/>
                </a:lnTo>
                <a:lnTo>
                  <a:pt x="74688" y="138684"/>
                </a:lnTo>
                <a:lnTo>
                  <a:pt x="79260" y="137160"/>
                </a:lnTo>
                <a:lnTo>
                  <a:pt x="83832" y="137160"/>
                </a:lnTo>
                <a:lnTo>
                  <a:pt x="92976" y="132588"/>
                </a:lnTo>
                <a:lnTo>
                  <a:pt x="94500" y="129540"/>
                </a:lnTo>
                <a:lnTo>
                  <a:pt x="94500" y="121920"/>
                </a:lnTo>
                <a:lnTo>
                  <a:pt x="92976" y="118872"/>
                </a:lnTo>
                <a:lnTo>
                  <a:pt x="91452" y="117348"/>
                </a:lnTo>
                <a:lnTo>
                  <a:pt x="89928" y="114300"/>
                </a:lnTo>
                <a:lnTo>
                  <a:pt x="77736" y="114300"/>
                </a:lnTo>
                <a:lnTo>
                  <a:pt x="71640" y="117348"/>
                </a:lnTo>
                <a:lnTo>
                  <a:pt x="57924" y="150876"/>
                </a:lnTo>
                <a:lnTo>
                  <a:pt x="58801" y="160883"/>
                </a:lnTo>
                <a:lnTo>
                  <a:pt x="81965" y="193700"/>
                </a:lnTo>
                <a:lnTo>
                  <a:pt x="115836" y="202692"/>
                </a:lnTo>
                <a:lnTo>
                  <a:pt x="128714" y="201841"/>
                </a:lnTo>
                <a:lnTo>
                  <a:pt x="165620" y="180962"/>
                </a:lnTo>
                <a:lnTo>
                  <a:pt x="174142" y="164338"/>
                </a:lnTo>
                <a:lnTo>
                  <a:pt x="175272" y="155448"/>
                </a:lnTo>
                <a:close/>
              </a:path>
              <a:path extrusionOk="0" h="657225" w="175894">
                <a:moveTo>
                  <a:pt x="175272" y="45720"/>
                </a:moveTo>
                <a:lnTo>
                  <a:pt x="174409" y="36893"/>
                </a:lnTo>
                <a:lnTo>
                  <a:pt x="174307" y="36576"/>
                </a:lnTo>
                <a:lnTo>
                  <a:pt x="171843" y="28765"/>
                </a:lnTo>
                <a:lnTo>
                  <a:pt x="139687" y="1955"/>
                </a:lnTo>
                <a:lnTo>
                  <a:pt x="131076" y="0"/>
                </a:lnTo>
                <a:lnTo>
                  <a:pt x="129552" y="3048"/>
                </a:lnTo>
                <a:lnTo>
                  <a:pt x="138696" y="7620"/>
                </a:lnTo>
                <a:lnTo>
                  <a:pt x="146316" y="10668"/>
                </a:lnTo>
                <a:lnTo>
                  <a:pt x="149364" y="16764"/>
                </a:lnTo>
                <a:lnTo>
                  <a:pt x="152412" y="21336"/>
                </a:lnTo>
                <a:lnTo>
                  <a:pt x="152488" y="21513"/>
                </a:lnTo>
                <a:lnTo>
                  <a:pt x="155460" y="27432"/>
                </a:lnTo>
                <a:lnTo>
                  <a:pt x="155460" y="35052"/>
                </a:lnTo>
                <a:lnTo>
                  <a:pt x="154584" y="42672"/>
                </a:lnTo>
                <a:lnTo>
                  <a:pt x="124028" y="72009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660"/>
                </a:lnTo>
                <a:lnTo>
                  <a:pt x="94500" y="24384"/>
                </a:lnTo>
                <a:lnTo>
                  <a:pt x="94500" y="74676"/>
                </a:lnTo>
                <a:lnTo>
                  <a:pt x="85356" y="74676"/>
                </a:lnTo>
                <a:lnTo>
                  <a:pt x="77736" y="71628"/>
                </a:lnTo>
                <a:lnTo>
                  <a:pt x="73164" y="65532"/>
                </a:lnTo>
                <a:lnTo>
                  <a:pt x="67068" y="60960"/>
                </a:lnTo>
                <a:lnTo>
                  <a:pt x="65544" y="54825"/>
                </a:lnTo>
                <a:lnTo>
                  <a:pt x="65544" y="39624"/>
                </a:lnTo>
                <a:lnTo>
                  <a:pt x="68592" y="36576"/>
                </a:lnTo>
                <a:lnTo>
                  <a:pt x="71640" y="32004"/>
                </a:lnTo>
                <a:lnTo>
                  <a:pt x="74688" y="28956"/>
                </a:lnTo>
                <a:lnTo>
                  <a:pt x="79260" y="27432"/>
                </a:lnTo>
                <a:lnTo>
                  <a:pt x="82308" y="25908"/>
                </a:lnTo>
                <a:lnTo>
                  <a:pt x="86880" y="24384"/>
                </a:lnTo>
                <a:lnTo>
                  <a:pt x="94500" y="24384"/>
                </a:lnTo>
                <a:lnTo>
                  <a:pt x="94500" y="660"/>
                </a:lnTo>
                <a:lnTo>
                  <a:pt x="60591" y="25717"/>
                </a:lnTo>
                <a:lnTo>
                  <a:pt x="58458" y="35052"/>
                </a:lnTo>
                <a:lnTo>
                  <a:pt x="58343" y="36576"/>
                </a:lnTo>
                <a:lnTo>
                  <a:pt x="58318" y="36893"/>
                </a:lnTo>
                <a:lnTo>
                  <a:pt x="57924" y="42672"/>
                </a:lnTo>
                <a:lnTo>
                  <a:pt x="58801" y="52679"/>
                </a:lnTo>
                <a:lnTo>
                  <a:pt x="81991" y="85255"/>
                </a:lnTo>
                <a:lnTo>
                  <a:pt x="117360" y="92964"/>
                </a:lnTo>
                <a:lnTo>
                  <a:pt x="130213" y="92113"/>
                </a:lnTo>
                <a:lnTo>
                  <a:pt x="165620" y="71869"/>
                </a:lnTo>
                <a:lnTo>
                  <a:pt x="174142" y="54825"/>
                </a:lnTo>
                <a:lnTo>
                  <a:pt x="175272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955" name="Google Shape;7955;p110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350007" y="8670035"/>
            <a:ext cx="175260" cy="373379"/>
          </a:xfrm>
          <a:prstGeom prst="rect">
            <a:avLst/>
          </a:prstGeom>
          <a:noFill/>
          <a:ln>
            <a:noFill/>
          </a:ln>
        </p:spPr>
      </p:pic>
      <p:pic>
        <p:nvPicPr>
          <p:cNvPr id="7956" name="Google Shape;7956;p110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350007" y="8314944"/>
            <a:ext cx="175260" cy="294131"/>
          </a:xfrm>
          <a:prstGeom prst="rect">
            <a:avLst/>
          </a:prstGeom>
          <a:noFill/>
          <a:ln>
            <a:noFill/>
          </a:ln>
        </p:spPr>
      </p:pic>
      <p:sp>
        <p:nvSpPr>
          <p:cNvPr id="7957" name="Google Shape;7957;p110"/>
          <p:cNvSpPr/>
          <p:nvPr/>
        </p:nvSpPr>
        <p:spPr>
          <a:xfrm>
            <a:off x="2349995" y="7737348"/>
            <a:ext cx="175895" cy="510540"/>
          </a:xfrm>
          <a:custGeom>
            <a:rect b="b" l="l" r="r" t="t"/>
            <a:pathLst>
              <a:path extrusionOk="0" h="510540" w="175894">
                <a:moveTo>
                  <a:pt x="172224" y="147828"/>
                </a:moveTo>
                <a:lnTo>
                  <a:pt x="169176" y="147828"/>
                </a:lnTo>
                <a:lnTo>
                  <a:pt x="169176" y="153924"/>
                </a:lnTo>
                <a:lnTo>
                  <a:pt x="164604" y="163068"/>
                </a:lnTo>
                <a:lnTo>
                  <a:pt x="161556" y="164592"/>
                </a:lnTo>
                <a:lnTo>
                  <a:pt x="160032" y="166116"/>
                </a:lnTo>
                <a:lnTo>
                  <a:pt x="156984" y="167640"/>
                </a:lnTo>
                <a:lnTo>
                  <a:pt x="91452" y="167640"/>
                </a:lnTo>
                <a:lnTo>
                  <a:pt x="85356" y="164592"/>
                </a:lnTo>
                <a:lnTo>
                  <a:pt x="79260" y="160020"/>
                </a:lnTo>
                <a:lnTo>
                  <a:pt x="74688" y="155448"/>
                </a:lnTo>
                <a:lnTo>
                  <a:pt x="74688" y="147828"/>
                </a:lnTo>
                <a:lnTo>
                  <a:pt x="77736" y="143256"/>
                </a:lnTo>
                <a:lnTo>
                  <a:pt x="80784" y="140208"/>
                </a:lnTo>
                <a:lnTo>
                  <a:pt x="82308" y="137160"/>
                </a:lnTo>
                <a:lnTo>
                  <a:pt x="82308" y="131064"/>
                </a:lnTo>
                <a:lnTo>
                  <a:pt x="80784" y="129540"/>
                </a:lnTo>
                <a:lnTo>
                  <a:pt x="79260" y="126492"/>
                </a:lnTo>
                <a:lnTo>
                  <a:pt x="73164" y="123444"/>
                </a:lnTo>
                <a:lnTo>
                  <a:pt x="67068" y="123444"/>
                </a:lnTo>
                <a:lnTo>
                  <a:pt x="64020" y="124968"/>
                </a:lnTo>
                <a:lnTo>
                  <a:pt x="60972" y="128016"/>
                </a:lnTo>
                <a:lnTo>
                  <a:pt x="59448" y="131064"/>
                </a:lnTo>
                <a:lnTo>
                  <a:pt x="57924" y="135636"/>
                </a:lnTo>
                <a:lnTo>
                  <a:pt x="57924" y="140208"/>
                </a:lnTo>
                <a:lnTo>
                  <a:pt x="59372" y="147066"/>
                </a:lnTo>
                <a:lnTo>
                  <a:pt x="63830" y="153924"/>
                </a:lnTo>
                <a:lnTo>
                  <a:pt x="71424" y="160782"/>
                </a:lnTo>
                <a:lnTo>
                  <a:pt x="82308" y="167640"/>
                </a:lnTo>
                <a:lnTo>
                  <a:pt x="57924" y="167640"/>
                </a:lnTo>
                <a:lnTo>
                  <a:pt x="57924" y="173736"/>
                </a:lnTo>
                <a:lnTo>
                  <a:pt x="71640" y="205740"/>
                </a:lnTo>
                <a:lnTo>
                  <a:pt x="74688" y="205740"/>
                </a:lnTo>
                <a:lnTo>
                  <a:pt x="71640" y="199644"/>
                </a:lnTo>
                <a:lnTo>
                  <a:pt x="71640" y="195072"/>
                </a:lnTo>
                <a:lnTo>
                  <a:pt x="74688" y="192024"/>
                </a:lnTo>
                <a:lnTo>
                  <a:pt x="74688" y="190500"/>
                </a:lnTo>
                <a:lnTo>
                  <a:pt x="77736" y="188976"/>
                </a:lnTo>
                <a:lnTo>
                  <a:pt x="82664" y="188747"/>
                </a:lnTo>
                <a:lnTo>
                  <a:pt x="95758" y="187693"/>
                </a:lnTo>
                <a:lnTo>
                  <a:pt x="105168" y="187452"/>
                </a:lnTo>
                <a:lnTo>
                  <a:pt x="153936" y="187452"/>
                </a:lnTo>
                <a:lnTo>
                  <a:pt x="158508" y="188976"/>
                </a:lnTo>
                <a:lnTo>
                  <a:pt x="163080" y="188976"/>
                </a:lnTo>
                <a:lnTo>
                  <a:pt x="164604" y="190500"/>
                </a:lnTo>
                <a:lnTo>
                  <a:pt x="166128" y="193548"/>
                </a:lnTo>
                <a:lnTo>
                  <a:pt x="167652" y="195072"/>
                </a:lnTo>
                <a:lnTo>
                  <a:pt x="169176" y="199644"/>
                </a:lnTo>
                <a:lnTo>
                  <a:pt x="169176" y="204216"/>
                </a:lnTo>
                <a:lnTo>
                  <a:pt x="172224" y="204216"/>
                </a:lnTo>
                <a:lnTo>
                  <a:pt x="172224" y="147828"/>
                </a:lnTo>
                <a:close/>
              </a:path>
              <a:path extrusionOk="0" h="510540" w="175894">
                <a:moveTo>
                  <a:pt x="175260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60020" y="4572"/>
                </a:lnTo>
                <a:lnTo>
                  <a:pt x="160020" y="12192"/>
                </a:lnTo>
                <a:lnTo>
                  <a:pt x="156972" y="15240"/>
                </a:lnTo>
                <a:lnTo>
                  <a:pt x="155448" y="15240"/>
                </a:lnTo>
                <a:lnTo>
                  <a:pt x="152400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3716" y="47244"/>
                </a:lnTo>
                <a:lnTo>
                  <a:pt x="13716" y="42672"/>
                </a:lnTo>
                <a:lnTo>
                  <a:pt x="15240" y="41148"/>
                </a:lnTo>
                <a:lnTo>
                  <a:pt x="15240" y="39624"/>
                </a:lnTo>
                <a:lnTo>
                  <a:pt x="16764" y="39624"/>
                </a:lnTo>
                <a:lnTo>
                  <a:pt x="18288" y="38100"/>
                </a:lnTo>
                <a:lnTo>
                  <a:pt x="21336" y="38100"/>
                </a:lnTo>
                <a:lnTo>
                  <a:pt x="24752" y="37223"/>
                </a:lnTo>
                <a:lnTo>
                  <a:pt x="30289" y="36766"/>
                </a:lnTo>
                <a:lnTo>
                  <a:pt x="38925" y="36576"/>
                </a:lnTo>
                <a:lnTo>
                  <a:pt x="67056" y="36576"/>
                </a:lnTo>
                <a:lnTo>
                  <a:pt x="63055" y="41681"/>
                </a:lnTo>
                <a:lnTo>
                  <a:pt x="60198" y="47625"/>
                </a:lnTo>
                <a:lnTo>
                  <a:pt x="58483" y="54152"/>
                </a:lnTo>
                <a:lnTo>
                  <a:pt x="58432" y="54864"/>
                </a:lnTo>
                <a:lnTo>
                  <a:pt x="57912" y="60960"/>
                </a:lnTo>
                <a:lnTo>
                  <a:pt x="77724" y="99060"/>
                </a:lnTo>
                <a:lnTo>
                  <a:pt x="120396" y="112776"/>
                </a:lnTo>
                <a:lnTo>
                  <a:pt x="132499" y="111925"/>
                </a:lnTo>
                <a:lnTo>
                  <a:pt x="132270" y="111925"/>
                </a:lnTo>
                <a:lnTo>
                  <a:pt x="142494" y="109537"/>
                </a:lnTo>
                <a:lnTo>
                  <a:pt x="174167" y="77444"/>
                </a:lnTo>
                <a:lnTo>
                  <a:pt x="175260" y="62484"/>
                </a:lnTo>
                <a:lnTo>
                  <a:pt x="173736" y="57912"/>
                </a:lnTo>
                <a:lnTo>
                  <a:pt x="170688" y="51816"/>
                </a:lnTo>
                <a:lnTo>
                  <a:pt x="167640" y="47244"/>
                </a:lnTo>
                <a:lnTo>
                  <a:pt x="160020" y="39624"/>
                </a:lnTo>
                <a:lnTo>
                  <a:pt x="160020" y="50292"/>
                </a:lnTo>
                <a:lnTo>
                  <a:pt x="160020" y="57912"/>
                </a:lnTo>
                <a:lnTo>
                  <a:pt x="131445" y="87630"/>
                </a:lnTo>
                <a:lnTo>
                  <a:pt x="121589" y="89331"/>
                </a:lnTo>
                <a:lnTo>
                  <a:pt x="121932" y="89331"/>
                </a:lnTo>
                <a:lnTo>
                  <a:pt x="109728" y="89916"/>
                </a:lnTo>
                <a:lnTo>
                  <a:pt x="98894" y="89331"/>
                </a:lnTo>
                <a:lnTo>
                  <a:pt x="89344" y="87439"/>
                </a:lnTo>
                <a:lnTo>
                  <a:pt x="81229" y="84137"/>
                </a:lnTo>
                <a:lnTo>
                  <a:pt x="68580" y="74676"/>
                </a:lnTo>
                <a:lnTo>
                  <a:pt x="65532" y="68580"/>
                </a:lnTo>
                <a:lnTo>
                  <a:pt x="65532" y="54864"/>
                </a:lnTo>
                <a:lnTo>
                  <a:pt x="68580" y="50292"/>
                </a:lnTo>
                <a:lnTo>
                  <a:pt x="70104" y="47244"/>
                </a:lnTo>
                <a:lnTo>
                  <a:pt x="74676" y="42672"/>
                </a:lnTo>
                <a:lnTo>
                  <a:pt x="77724" y="41148"/>
                </a:lnTo>
                <a:lnTo>
                  <a:pt x="82296" y="38100"/>
                </a:lnTo>
                <a:lnTo>
                  <a:pt x="88392" y="38100"/>
                </a:lnTo>
                <a:lnTo>
                  <a:pt x="94488" y="36576"/>
                </a:lnTo>
                <a:lnTo>
                  <a:pt x="147828" y="36576"/>
                </a:lnTo>
                <a:lnTo>
                  <a:pt x="155448" y="44196"/>
                </a:lnTo>
                <a:lnTo>
                  <a:pt x="160020" y="50292"/>
                </a:lnTo>
                <a:lnTo>
                  <a:pt x="160020" y="39624"/>
                </a:lnTo>
                <a:lnTo>
                  <a:pt x="156972" y="36576"/>
                </a:lnTo>
                <a:lnTo>
                  <a:pt x="175260" y="36576"/>
                </a:lnTo>
                <a:lnTo>
                  <a:pt x="175260" y="32004"/>
                </a:lnTo>
                <a:close/>
              </a:path>
              <a:path extrusionOk="0" h="510540" w="175894">
                <a:moveTo>
                  <a:pt x="175272" y="382524"/>
                </a:moveTo>
                <a:lnTo>
                  <a:pt x="79260" y="347472"/>
                </a:lnTo>
                <a:lnTo>
                  <a:pt x="70116" y="344424"/>
                </a:lnTo>
                <a:lnTo>
                  <a:pt x="64020" y="339852"/>
                </a:lnTo>
                <a:lnTo>
                  <a:pt x="64020" y="332232"/>
                </a:lnTo>
                <a:lnTo>
                  <a:pt x="60972" y="332232"/>
                </a:lnTo>
                <a:lnTo>
                  <a:pt x="60972" y="365760"/>
                </a:lnTo>
                <a:lnTo>
                  <a:pt x="64020" y="365760"/>
                </a:lnTo>
                <a:lnTo>
                  <a:pt x="64020" y="356616"/>
                </a:lnTo>
                <a:lnTo>
                  <a:pt x="68592" y="352044"/>
                </a:lnTo>
                <a:lnTo>
                  <a:pt x="73164" y="352044"/>
                </a:lnTo>
                <a:lnTo>
                  <a:pt x="76212" y="353568"/>
                </a:lnTo>
                <a:lnTo>
                  <a:pt x="80784" y="356616"/>
                </a:lnTo>
                <a:lnTo>
                  <a:pt x="143268" y="379476"/>
                </a:lnTo>
                <a:lnTo>
                  <a:pt x="79260" y="406908"/>
                </a:lnTo>
                <a:lnTo>
                  <a:pt x="77736" y="408432"/>
                </a:lnTo>
                <a:lnTo>
                  <a:pt x="71640" y="408432"/>
                </a:lnTo>
                <a:lnTo>
                  <a:pt x="68592" y="406908"/>
                </a:lnTo>
                <a:lnTo>
                  <a:pt x="65544" y="403860"/>
                </a:lnTo>
                <a:lnTo>
                  <a:pt x="64020" y="400812"/>
                </a:lnTo>
                <a:lnTo>
                  <a:pt x="64020" y="394716"/>
                </a:lnTo>
                <a:lnTo>
                  <a:pt x="60972" y="394716"/>
                </a:lnTo>
                <a:lnTo>
                  <a:pt x="60972" y="446532"/>
                </a:lnTo>
                <a:lnTo>
                  <a:pt x="64020" y="446532"/>
                </a:lnTo>
                <a:lnTo>
                  <a:pt x="64020" y="437388"/>
                </a:lnTo>
                <a:lnTo>
                  <a:pt x="68592" y="432816"/>
                </a:lnTo>
                <a:lnTo>
                  <a:pt x="77736" y="428244"/>
                </a:lnTo>
                <a:lnTo>
                  <a:pt x="92976" y="422148"/>
                </a:lnTo>
                <a:lnTo>
                  <a:pt x="143268" y="446532"/>
                </a:lnTo>
                <a:lnTo>
                  <a:pt x="80784" y="472440"/>
                </a:lnTo>
                <a:lnTo>
                  <a:pt x="77736" y="472440"/>
                </a:lnTo>
                <a:lnTo>
                  <a:pt x="74688" y="473964"/>
                </a:lnTo>
                <a:lnTo>
                  <a:pt x="68592" y="473964"/>
                </a:lnTo>
                <a:lnTo>
                  <a:pt x="67068" y="472440"/>
                </a:lnTo>
                <a:lnTo>
                  <a:pt x="65544" y="472440"/>
                </a:lnTo>
                <a:lnTo>
                  <a:pt x="64020" y="470916"/>
                </a:lnTo>
                <a:lnTo>
                  <a:pt x="64020" y="463296"/>
                </a:lnTo>
                <a:lnTo>
                  <a:pt x="60972" y="463296"/>
                </a:lnTo>
                <a:lnTo>
                  <a:pt x="60972" y="510540"/>
                </a:lnTo>
                <a:lnTo>
                  <a:pt x="64020" y="510540"/>
                </a:lnTo>
                <a:lnTo>
                  <a:pt x="64020" y="505968"/>
                </a:lnTo>
                <a:lnTo>
                  <a:pt x="65544" y="501396"/>
                </a:lnTo>
                <a:lnTo>
                  <a:pt x="68592" y="499872"/>
                </a:lnTo>
                <a:lnTo>
                  <a:pt x="70116" y="496824"/>
                </a:lnTo>
                <a:lnTo>
                  <a:pt x="74688" y="495300"/>
                </a:lnTo>
                <a:lnTo>
                  <a:pt x="80784" y="492252"/>
                </a:lnTo>
                <a:lnTo>
                  <a:pt x="175272" y="455676"/>
                </a:lnTo>
                <a:lnTo>
                  <a:pt x="175272" y="454152"/>
                </a:lnTo>
                <a:lnTo>
                  <a:pt x="102120" y="417576"/>
                </a:lnTo>
                <a:lnTo>
                  <a:pt x="175272" y="387096"/>
                </a:lnTo>
                <a:lnTo>
                  <a:pt x="175272" y="382524"/>
                </a:lnTo>
                <a:close/>
              </a:path>
              <a:path extrusionOk="0" h="510540" w="175894">
                <a:moveTo>
                  <a:pt x="175272" y="268224"/>
                </a:moveTo>
                <a:lnTo>
                  <a:pt x="174713" y="261366"/>
                </a:lnTo>
                <a:lnTo>
                  <a:pt x="173177" y="254508"/>
                </a:lnTo>
                <a:lnTo>
                  <a:pt x="170764" y="247650"/>
                </a:lnTo>
                <a:lnTo>
                  <a:pt x="167652" y="240792"/>
                </a:lnTo>
                <a:lnTo>
                  <a:pt x="167652" y="256032"/>
                </a:lnTo>
                <a:lnTo>
                  <a:pt x="167652" y="263652"/>
                </a:lnTo>
                <a:lnTo>
                  <a:pt x="139903" y="292925"/>
                </a:lnTo>
                <a:lnTo>
                  <a:pt x="106692" y="298704"/>
                </a:lnTo>
                <a:lnTo>
                  <a:pt x="97548" y="298704"/>
                </a:lnTo>
                <a:lnTo>
                  <a:pt x="88404" y="297180"/>
                </a:lnTo>
                <a:lnTo>
                  <a:pt x="76212" y="291084"/>
                </a:lnTo>
                <a:lnTo>
                  <a:pt x="71640" y="288036"/>
                </a:lnTo>
                <a:lnTo>
                  <a:pt x="68592" y="283464"/>
                </a:lnTo>
                <a:lnTo>
                  <a:pt x="65544" y="280416"/>
                </a:lnTo>
                <a:lnTo>
                  <a:pt x="65544" y="262128"/>
                </a:lnTo>
                <a:lnTo>
                  <a:pt x="68592" y="256032"/>
                </a:lnTo>
                <a:lnTo>
                  <a:pt x="109423" y="238366"/>
                </a:lnTo>
                <a:lnTo>
                  <a:pt x="123456" y="237744"/>
                </a:lnTo>
                <a:lnTo>
                  <a:pt x="134899" y="238086"/>
                </a:lnTo>
                <a:lnTo>
                  <a:pt x="167652" y="256032"/>
                </a:lnTo>
                <a:lnTo>
                  <a:pt x="167652" y="240792"/>
                </a:lnTo>
                <a:lnTo>
                  <a:pt x="136169" y="218109"/>
                </a:lnTo>
                <a:lnTo>
                  <a:pt x="114312" y="214884"/>
                </a:lnTo>
                <a:lnTo>
                  <a:pt x="103428" y="215722"/>
                </a:lnTo>
                <a:lnTo>
                  <a:pt x="68211" y="235648"/>
                </a:lnTo>
                <a:lnTo>
                  <a:pt x="57924" y="268224"/>
                </a:lnTo>
                <a:lnTo>
                  <a:pt x="58229" y="274853"/>
                </a:lnTo>
                <a:lnTo>
                  <a:pt x="79654" y="309359"/>
                </a:lnTo>
                <a:lnTo>
                  <a:pt x="117360" y="321564"/>
                </a:lnTo>
                <a:lnTo>
                  <a:pt x="127381" y="320738"/>
                </a:lnTo>
                <a:lnTo>
                  <a:pt x="163690" y="300799"/>
                </a:lnTo>
                <a:lnTo>
                  <a:pt x="165036" y="298704"/>
                </a:lnTo>
                <a:lnTo>
                  <a:pt x="169938" y="291084"/>
                </a:lnTo>
                <a:lnTo>
                  <a:pt x="173888" y="280225"/>
                </a:lnTo>
                <a:lnTo>
                  <a:pt x="175272" y="2682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958" name="Google Shape;7958;p110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350008" y="6271259"/>
            <a:ext cx="225551" cy="1357884"/>
          </a:xfrm>
          <a:prstGeom prst="rect">
            <a:avLst/>
          </a:prstGeom>
          <a:noFill/>
          <a:ln>
            <a:noFill/>
          </a:ln>
        </p:spPr>
      </p:pic>
      <p:pic>
        <p:nvPicPr>
          <p:cNvPr id="7959" name="Google Shape;7959;p110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645664" y="9332976"/>
            <a:ext cx="225551" cy="426720"/>
          </a:xfrm>
          <a:prstGeom prst="rect">
            <a:avLst/>
          </a:prstGeom>
          <a:noFill/>
          <a:ln>
            <a:noFill/>
          </a:ln>
        </p:spPr>
      </p:pic>
      <p:pic>
        <p:nvPicPr>
          <p:cNvPr id="7960" name="Google Shape;7960;p110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645663" y="8302752"/>
            <a:ext cx="225552" cy="96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7961" name="Google Shape;7961;p110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645663" y="8049767"/>
            <a:ext cx="172212" cy="182880"/>
          </a:xfrm>
          <a:prstGeom prst="rect">
            <a:avLst/>
          </a:prstGeom>
          <a:noFill/>
          <a:ln>
            <a:noFill/>
          </a:ln>
        </p:spPr>
      </p:pic>
      <p:pic>
        <p:nvPicPr>
          <p:cNvPr id="7962" name="Google Shape;7962;p110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645664" y="7690103"/>
            <a:ext cx="175260" cy="295655"/>
          </a:xfrm>
          <a:prstGeom prst="rect">
            <a:avLst/>
          </a:prstGeom>
          <a:noFill/>
          <a:ln>
            <a:noFill/>
          </a:ln>
        </p:spPr>
      </p:pic>
      <p:sp>
        <p:nvSpPr>
          <p:cNvPr id="7963" name="Google Shape;7963;p110"/>
          <p:cNvSpPr/>
          <p:nvPr/>
        </p:nvSpPr>
        <p:spPr>
          <a:xfrm>
            <a:off x="2645651" y="6780276"/>
            <a:ext cx="226060" cy="845819"/>
          </a:xfrm>
          <a:custGeom>
            <a:rect b="b" l="l" r="r" t="t"/>
            <a:pathLst>
              <a:path extrusionOk="0" h="845820" w="226060">
                <a:moveTo>
                  <a:pt x="24384" y="362712"/>
                </a:moveTo>
                <a:lnTo>
                  <a:pt x="21336" y="356616"/>
                </a:lnTo>
                <a:lnTo>
                  <a:pt x="15240" y="353568"/>
                </a:lnTo>
                <a:lnTo>
                  <a:pt x="9144" y="353568"/>
                </a:lnTo>
                <a:lnTo>
                  <a:pt x="6096" y="355092"/>
                </a:lnTo>
                <a:lnTo>
                  <a:pt x="1524" y="359664"/>
                </a:lnTo>
                <a:lnTo>
                  <a:pt x="0" y="362712"/>
                </a:lnTo>
                <a:lnTo>
                  <a:pt x="0" y="368808"/>
                </a:lnTo>
                <a:lnTo>
                  <a:pt x="1524" y="371856"/>
                </a:lnTo>
                <a:lnTo>
                  <a:pt x="6096" y="376428"/>
                </a:lnTo>
                <a:lnTo>
                  <a:pt x="9144" y="377952"/>
                </a:lnTo>
                <a:lnTo>
                  <a:pt x="15240" y="377952"/>
                </a:lnTo>
                <a:lnTo>
                  <a:pt x="21336" y="374904"/>
                </a:lnTo>
                <a:lnTo>
                  <a:pt x="24384" y="368808"/>
                </a:lnTo>
                <a:lnTo>
                  <a:pt x="24384" y="362712"/>
                </a:lnTo>
                <a:close/>
              </a:path>
              <a:path extrusionOk="0" h="845820" w="226060">
                <a:moveTo>
                  <a:pt x="172212" y="659892"/>
                </a:moveTo>
                <a:lnTo>
                  <a:pt x="169164" y="659892"/>
                </a:lnTo>
                <a:lnTo>
                  <a:pt x="169164" y="669036"/>
                </a:lnTo>
                <a:lnTo>
                  <a:pt x="166116" y="672084"/>
                </a:lnTo>
                <a:lnTo>
                  <a:pt x="164592" y="675132"/>
                </a:lnTo>
                <a:lnTo>
                  <a:pt x="163068" y="676656"/>
                </a:lnTo>
                <a:lnTo>
                  <a:pt x="160020" y="678180"/>
                </a:lnTo>
                <a:lnTo>
                  <a:pt x="158496" y="679704"/>
                </a:lnTo>
                <a:lnTo>
                  <a:pt x="92964" y="679704"/>
                </a:lnTo>
                <a:lnTo>
                  <a:pt x="85344" y="675132"/>
                </a:lnTo>
                <a:lnTo>
                  <a:pt x="80772" y="672084"/>
                </a:lnTo>
                <a:lnTo>
                  <a:pt x="77724" y="667512"/>
                </a:lnTo>
                <a:lnTo>
                  <a:pt x="74676" y="664464"/>
                </a:lnTo>
                <a:lnTo>
                  <a:pt x="74676" y="661416"/>
                </a:lnTo>
                <a:lnTo>
                  <a:pt x="76200" y="658368"/>
                </a:lnTo>
                <a:lnTo>
                  <a:pt x="79248" y="655320"/>
                </a:lnTo>
                <a:lnTo>
                  <a:pt x="80772" y="650748"/>
                </a:lnTo>
                <a:lnTo>
                  <a:pt x="82296" y="647700"/>
                </a:lnTo>
                <a:lnTo>
                  <a:pt x="82296" y="643128"/>
                </a:lnTo>
                <a:lnTo>
                  <a:pt x="80772" y="640080"/>
                </a:lnTo>
                <a:lnTo>
                  <a:pt x="77724" y="637032"/>
                </a:lnTo>
                <a:lnTo>
                  <a:pt x="74676" y="635508"/>
                </a:lnTo>
                <a:lnTo>
                  <a:pt x="68580" y="635508"/>
                </a:lnTo>
                <a:lnTo>
                  <a:pt x="65532" y="637032"/>
                </a:lnTo>
                <a:lnTo>
                  <a:pt x="59436" y="643128"/>
                </a:lnTo>
                <a:lnTo>
                  <a:pt x="57912" y="646176"/>
                </a:lnTo>
                <a:lnTo>
                  <a:pt x="57912" y="650748"/>
                </a:lnTo>
                <a:lnTo>
                  <a:pt x="59588" y="658495"/>
                </a:lnTo>
                <a:lnTo>
                  <a:pt x="64389" y="665797"/>
                </a:lnTo>
                <a:lnTo>
                  <a:pt x="72059" y="672833"/>
                </a:lnTo>
                <a:lnTo>
                  <a:pt x="82296" y="679704"/>
                </a:lnTo>
                <a:lnTo>
                  <a:pt x="57912" y="679704"/>
                </a:lnTo>
                <a:lnTo>
                  <a:pt x="57912" y="684276"/>
                </a:lnTo>
                <a:lnTo>
                  <a:pt x="71628" y="717804"/>
                </a:lnTo>
                <a:lnTo>
                  <a:pt x="74676" y="716280"/>
                </a:lnTo>
                <a:lnTo>
                  <a:pt x="73152" y="713232"/>
                </a:lnTo>
                <a:lnTo>
                  <a:pt x="73152" y="704088"/>
                </a:lnTo>
                <a:lnTo>
                  <a:pt x="74676" y="702564"/>
                </a:lnTo>
                <a:lnTo>
                  <a:pt x="76200" y="702564"/>
                </a:lnTo>
                <a:lnTo>
                  <a:pt x="77724" y="701040"/>
                </a:lnTo>
                <a:lnTo>
                  <a:pt x="80772" y="701040"/>
                </a:lnTo>
                <a:lnTo>
                  <a:pt x="83820" y="699516"/>
                </a:lnTo>
                <a:lnTo>
                  <a:pt x="160020" y="699516"/>
                </a:lnTo>
                <a:lnTo>
                  <a:pt x="166116" y="702564"/>
                </a:lnTo>
                <a:lnTo>
                  <a:pt x="166116" y="704088"/>
                </a:lnTo>
                <a:lnTo>
                  <a:pt x="169164" y="707136"/>
                </a:lnTo>
                <a:lnTo>
                  <a:pt x="169164" y="716280"/>
                </a:lnTo>
                <a:lnTo>
                  <a:pt x="172212" y="716280"/>
                </a:lnTo>
                <a:lnTo>
                  <a:pt x="172212" y="659892"/>
                </a:lnTo>
                <a:close/>
              </a:path>
              <a:path extrusionOk="0" h="845820" w="226060">
                <a:moveTo>
                  <a:pt x="172212" y="338328"/>
                </a:moveTo>
                <a:lnTo>
                  <a:pt x="169164" y="338328"/>
                </a:lnTo>
                <a:lnTo>
                  <a:pt x="169164" y="347472"/>
                </a:lnTo>
                <a:lnTo>
                  <a:pt x="163068" y="353568"/>
                </a:lnTo>
                <a:lnTo>
                  <a:pt x="160020" y="355092"/>
                </a:lnTo>
                <a:lnTo>
                  <a:pt x="57912" y="355092"/>
                </a:lnTo>
                <a:lnTo>
                  <a:pt x="57912" y="361188"/>
                </a:lnTo>
                <a:lnTo>
                  <a:pt x="71628" y="393192"/>
                </a:lnTo>
                <a:lnTo>
                  <a:pt x="74676" y="391668"/>
                </a:lnTo>
                <a:lnTo>
                  <a:pt x="73152" y="388620"/>
                </a:lnTo>
                <a:lnTo>
                  <a:pt x="73152" y="379476"/>
                </a:lnTo>
                <a:lnTo>
                  <a:pt x="74676" y="379476"/>
                </a:lnTo>
                <a:lnTo>
                  <a:pt x="77724" y="376428"/>
                </a:lnTo>
                <a:lnTo>
                  <a:pt x="80772" y="376428"/>
                </a:lnTo>
                <a:lnTo>
                  <a:pt x="83820" y="374904"/>
                </a:lnTo>
                <a:lnTo>
                  <a:pt x="160020" y="374904"/>
                </a:lnTo>
                <a:lnTo>
                  <a:pt x="163068" y="376428"/>
                </a:lnTo>
                <a:lnTo>
                  <a:pt x="169164" y="382524"/>
                </a:lnTo>
                <a:lnTo>
                  <a:pt x="169164" y="391668"/>
                </a:lnTo>
                <a:lnTo>
                  <a:pt x="172212" y="391668"/>
                </a:lnTo>
                <a:lnTo>
                  <a:pt x="172212" y="374904"/>
                </a:lnTo>
                <a:lnTo>
                  <a:pt x="172212" y="338328"/>
                </a:lnTo>
                <a:close/>
              </a:path>
              <a:path extrusionOk="0" h="845820" w="226060">
                <a:moveTo>
                  <a:pt x="175260" y="36576"/>
                </a:moveTo>
                <a:lnTo>
                  <a:pt x="155638" y="2476"/>
                </a:lnTo>
                <a:lnTo>
                  <a:pt x="141732" y="0"/>
                </a:lnTo>
                <a:lnTo>
                  <a:pt x="132880" y="1460"/>
                </a:lnTo>
                <a:lnTo>
                  <a:pt x="102108" y="41148"/>
                </a:lnTo>
                <a:lnTo>
                  <a:pt x="99060" y="48768"/>
                </a:lnTo>
                <a:lnTo>
                  <a:pt x="91440" y="56388"/>
                </a:lnTo>
                <a:lnTo>
                  <a:pt x="88392" y="57912"/>
                </a:lnTo>
                <a:lnTo>
                  <a:pt x="83820" y="59436"/>
                </a:lnTo>
                <a:lnTo>
                  <a:pt x="76200" y="59436"/>
                </a:lnTo>
                <a:lnTo>
                  <a:pt x="73152" y="57912"/>
                </a:lnTo>
                <a:lnTo>
                  <a:pt x="70104" y="54864"/>
                </a:lnTo>
                <a:lnTo>
                  <a:pt x="67056" y="50292"/>
                </a:lnTo>
                <a:lnTo>
                  <a:pt x="65532" y="45720"/>
                </a:lnTo>
                <a:lnTo>
                  <a:pt x="65532" y="33528"/>
                </a:lnTo>
                <a:lnTo>
                  <a:pt x="96012" y="12192"/>
                </a:lnTo>
                <a:lnTo>
                  <a:pt x="96012" y="9144"/>
                </a:lnTo>
                <a:lnTo>
                  <a:pt x="57912" y="9144"/>
                </a:lnTo>
                <a:lnTo>
                  <a:pt x="57912" y="12192"/>
                </a:lnTo>
                <a:lnTo>
                  <a:pt x="59436" y="12192"/>
                </a:lnTo>
                <a:lnTo>
                  <a:pt x="60960" y="13716"/>
                </a:lnTo>
                <a:lnTo>
                  <a:pt x="62484" y="13716"/>
                </a:lnTo>
                <a:lnTo>
                  <a:pt x="62484" y="21336"/>
                </a:lnTo>
                <a:lnTo>
                  <a:pt x="60960" y="25908"/>
                </a:lnTo>
                <a:lnTo>
                  <a:pt x="59436" y="32004"/>
                </a:lnTo>
                <a:lnTo>
                  <a:pt x="57912" y="36576"/>
                </a:lnTo>
                <a:lnTo>
                  <a:pt x="57912" y="41148"/>
                </a:lnTo>
                <a:lnTo>
                  <a:pt x="80772" y="74676"/>
                </a:lnTo>
                <a:lnTo>
                  <a:pt x="96012" y="74676"/>
                </a:lnTo>
                <a:lnTo>
                  <a:pt x="102108" y="73152"/>
                </a:lnTo>
                <a:lnTo>
                  <a:pt x="106680" y="68580"/>
                </a:lnTo>
                <a:lnTo>
                  <a:pt x="110134" y="65443"/>
                </a:lnTo>
                <a:lnTo>
                  <a:pt x="113728" y="60579"/>
                </a:lnTo>
                <a:lnTo>
                  <a:pt x="117614" y="54013"/>
                </a:lnTo>
                <a:lnTo>
                  <a:pt x="126212" y="37439"/>
                </a:lnTo>
                <a:lnTo>
                  <a:pt x="129921" y="30861"/>
                </a:lnTo>
                <a:lnTo>
                  <a:pt x="133070" y="26009"/>
                </a:lnTo>
                <a:lnTo>
                  <a:pt x="135636" y="22860"/>
                </a:lnTo>
                <a:lnTo>
                  <a:pt x="140208" y="19812"/>
                </a:lnTo>
                <a:lnTo>
                  <a:pt x="144780" y="18288"/>
                </a:lnTo>
                <a:lnTo>
                  <a:pt x="155448" y="18288"/>
                </a:lnTo>
                <a:lnTo>
                  <a:pt x="160020" y="19812"/>
                </a:lnTo>
                <a:lnTo>
                  <a:pt x="163068" y="22860"/>
                </a:lnTo>
                <a:lnTo>
                  <a:pt x="166116" y="27432"/>
                </a:lnTo>
                <a:lnTo>
                  <a:pt x="167640" y="32004"/>
                </a:lnTo>
                <a:lnTo>
                  <a:pt x="167640" y="44196"/>
                </a:lnTo>
                <a:lnTo>
                  <a:pt x="166116" y="51816"/>
                </a:lnTo>
                <a:lnTo>
                  <a:pt x="160020" y="57912"/>
                </a:lnTo>
                <a:lnTo>
                  <a:pt x="156019" y="62204"/>
                </a:lnTo>
                <a:lnTo>
                  <a:pt x="150876" y="65913"/>
                </a:lnTo>
                <a:lnTo>
                  <a:pt x="144589" y="69062"/>
                </a:lnTo>
                <a:lnTo>
                  <a:pt x="137160" y="71628"/>
                </a:lnTo>
                <a:lnTo>
                  <a:pt x="137160" y="74676"/>
                </a:lnTo>
                <a:lnTo>
                  <a:pt x="175260" y="74676"/>
                </a:lnTo>
                <a:lnTo>
                  <a:pt x="175260" y="71628"/>
                </a:lnTo>
                <a:lnTo>
                  <a:pt x="172212" y="70104"/>
                </a:lnTo>
                <a:lnTo>
                  <a:pt x="170688" y="68580"/>
                </a:lnTo>
                <a:lnTo>
                  <a:pt x="170688" y="62484"/>
                </a:lnTo>
                <a:lnTo>
                  <a:pt x="172212" y="60960"/>
                </a:lnTo>
                <a:lnTo>
                  <a:pt x="173736" y="51816"/>
                </a:lnTo>
                <a:lnTo>
                  <a:pt x="175260" y="44196"/>
                </a:lnTo>
                <a:lnTo>
                  <a:pt x="175260" y="36576"/>
                </a:lnTo>
                <a:close/>
              </a:path>
              <a:path extrusionOk="0" h="845820" w="226060">
                <a:moveTo>
                  <a:pt x="175272" y="579120"/>
                </a:moveTo>
                <a:lnTo>
                  <a:pt x="155956" y="543483"/>
                </a:lnTo>
                <a:lnTo>
                  <a:pt x="132600" y="533400"/>
                </a:lnTo>
                <a:lnTo>
                  <a:pt x="129552" y="536448"/>
                </a:lnTo>
                <a:lnTo>
                  <a:pt x="140220" y="541020"/>
                </a:lnTo>
                <a:lnTo>
                  <a:pt x="146316" y="545592"/>
                </a:lnTo>
                <a:lnTo>
                  <a:pt x="150888" y="550164"/>
                </a:lnTo>
                <a:lnTo>
                  <a:pt x="153936" y="556260"/>
                </a:lnTo>
                <a:lnTo>
                  <a:pt x="155409" y="562165"/>
                </a:lnTo>
                <a:lnTo>
                  <a:pt x="155295" y="569976"/>
                </a:lnTo>
                <a:lnTo>
                  <a:pt x="155257" y="570293"/>
                </a:lnTo>
                <a:lnTo>
                  <a:pt x="154597" y="576414"/>
                </a:lnTo>
                <a:lnTo>
                  <a:pt x="124790" y="606171"/>
                </a:lnTo>
                <a:lnTo>
                  <a:pt x="114350" y="608076"/>
                </a:lnTo>
                <a:lnTo>
                  <a:pt x="102120" y="608076"/>
                </a:lnTo>
                <a:lnTo>
                  <a:pt x="102120" y="557784"/>
                </a:lnTo>
                <a:lnTo>
                  <a:pt x="102120" y="533400"/>
                </a:lnTo>
                <a:lnTo>
                  <a:pt x="94500" y="534060"/>
                </a:lnTo>
                <a:lnTo>
                  <a:pt x="94500" y="557784"/>
                </a:lnTo>
                <a:lnTo>
                  <a:pt x="94500" y="608076"/>
                </a:lnTo>
                <a:lnTo>
                  <a:pt x="85356" y="608076"/>
                </a:lnTo>
                <a:lnTo>
                  <a:pt x="79260" y="605028"/>
                </a:lnTo>
                <a:lnTo>
                  <a:pt x="68592" y="594360"/>
                </a:lnTo>
                <a:lnTo>
                  <a:pt x="65544" y="588264"/>
                </a:lnTo>
                <a:lnTo>
                  <a:pt x="65544" y="577596"/>
                </a:lnTo>
                <a:lnTo>
                  <a:pt x="67068" y="573024"/>
                </a:lnTo>
                <a:lnTo>
                  <a:pt x="70116" y="569976"/>
                </a:lnTo>
                <a:lnTo>
                  <a:pt x="71640" y="565404"/>
                </a:lnTo>
                <a:lnTo>
                  <a:pt x="76212" y="562356"/>
                </a:lnTo>
                <a:lnTo>
                  <a:pt x="80784" y="560832"/>
                </a:lnTo>
                <a:lnTo>
                  <a:pt x="82308" y="559308"/>
                </a:lnTo>
                <a:lnTo>
                  <a:pt x="88404" y="559308"/>
                </a:lnTo>
                <a:lnTo>
                  <a:pt x="94500" y="557784"/>
                </a:lnTo>
                <a:lnTo>
                  <a:pt x="94500" y="534060"/>
                </a:lnTo>
                <a:lnTo>
                  <a:pt x="61163" y="559117"/>
                </a:lnTo>
                <a:lnTo>
                  <a:pt x="57924" y="576072"/>
                </a:lnTo>
                <a:lnTo>
                  <a:pt x="57950" y="576414"/>
                </a:lnTo>
                <a:lnTo>
                  <a:pt x="58077" y="577596"/>
                </a:lnTo>
                <a:lnTo>
                  <a:pt x="59042" y="586930"/>
                </a:lnTo>
                <a:lnTo>
                  <a:pt x="83299" y="618655"/>
                </a:lnTo>
                <a:lnTo>
                  <a:pt x="118884" y="626364"/>
                </a:lnTo>
                <a:lnTo>
                  <a:pt x="130886" y="625513"/>
                </a:lnTo>
                <a:lnTo>
                  <a:pt x="141744" y="622935"/>
                </a:lnTo>
                <a:lnTo>
                  <a:pt x="151460" y="618655"/>
                </a:lnTo>
                <a:lnTo>
                  <a:pt x="160032" y="612648"/>
                </a:lnTo>
                <a:lnTo>
                  <a:pt x="164414" y="608076"/>
                </a:lnTo>
                <a:lnTo>
                  <a:pt x="166903" y="605485"/>
                </a:lnTo>
                <a:lnTo>
                  <a:pt x="171653" y="597598"/>
                </a:lnTo>
                <a:lnTo>
                  <a:pt x="171704" y="597408"/>
                </a:lnTo>
                <a:lnTo>
                  <a:pt x="174383" y="588860"/>
                </a:lnTo>
                <a:lnTo>
                  <a:pt x="174434" y="588264"/>
                </a:lnTo>
                <a:lnTo>
                  <a:pt x="174561" y="586930"/>
                </a:lnTo>
                <a:lnTo>
                  <a:pt x="175272" y="579120"/>
                </a:lnTo>
                <a:close/>
              </a:path>
              <a:path extrusionOk="0" h="845820" w="226060">
                <a:moveTo>
                  <a:pt x="175272" y="458724"/>
                </a:moveTo>
                <a:lnTo>
                  <a:pt x="96532" y="428244"/>
                </a:lnTo>
                <a:lnTo>
                  <a:pt x="80784" y="422148"/>
                </a:lnTo>
                <a:lnTo>
                  <a:pt x="74688" y="419100"/>
                </a:lnTo>
                <a:lnTo>
                  <a:pt x="70116" y="416052"/>
                </a:lnTo>
                <a:lnTo>
                  <a:pt x="67068" y="414528"/>
                </a:lnTo>
                <a:lnTo>
                  <a:pt x="65544" y="413004"/>
                </a:lnTo>
                <a:lnTo>
                  <a:pt x="64020" y="409956"/>
                </a:lnTo>
                <a:lnTo>
                  <a:pt x="64020" y="405384"/>
                </a:lnTo>
                <a:lnTo>
                  <a:pt x="60972" y="405384"/>
                </a:lnTo>
                <a:lnTo>
                  <a:pt x="60972" y="440436"/>
                </a:lnTo>
                <a:lnTo>
                  <a:pt x="64020" y="440436"/>
                </a:lnTo>
                <a:lnTo>
                  <a:pt x="64020" y="432816"/>
                </a:lnTo>
                <a:lnTo>
                  <a:pt x="65544" y="431292"/>
                </a:lnTo>
                <a:lnTo>
                  <a:pt x="65544" y="429768"/>
                </a:lnTo>
                <a:lnTo>
                  <a:pt x="67068" y="428244"/>
                </a:lnTo>
                <a:lnTo>
                  <a:pt x="76212" y="428244"/>
                </a:lnTo>
                <a:lnTo>
                  <a:pt x="80784" y="429768"/>
                </a:lnTo>
                <a:lnTo>
                  <a:pt x="143268" y="455676"/>
                </a:lnTo>
                <a:lnTo>
                  <a:pt x="82308" y="480060"/>
                </a:lnTo>
                <a:lnTo>
                  <a:pt x="76212" y="483108"/>
                </a:lnTo>
                <a:lnTo>
                  <a:pt x="70116" y="483108"/>
                </a:lnTo>
                <a:lnTo>
                  <a:pt x="64020" y="477012"/>
                </a:lnTo>
                <a:lnTo>
                  <a:pt x="64020" y="470916"/>
                </a:lnTo>
                <a:lnTo>
                  <a:pt x="60972" y="470916"/>
                </a:lnTo>
                <a:lnTo>
                  <a:pt x="60972" y="522732"/>
                </a:lnTo>
                <a:lnTo>
                  <a:pt x="64020" y="522732"/>
                </a:lnTo>
                <a:lnTo>
                  <a:pt x="65544" y="518160"/>
                </a:lnTo>
                <a:lnTo>
                  <a:pt x="65544" y="515112"/>
                </a:lnTo>
                <a:lnTo>
                  <a:pt x="67068" y="515112"/>
                </a:lnTo>
                <a:lnTo>
                  <a:pt x="68592" y="512064"/>
                </a:lnTo>
                <a:lnTo>
                  <a:pt x="70116" y="510540"/>
                </a:lnTo>
                <a:lnTo>
                  <a:pt x="71640" y="507492"/>
                </a:lnTo>
                <a:lnTo>
                  <a:pt x="73164" y="505968"/>
                </a:lnTo>
                <a:lnTo>
                  <a:pt x="82308" y="502920"/>
                </a:lnTo>
                <a:lnTo>
                  <a:pt x="130644" y="483108"/>
                </a:lnTo>
                <a:lnTo>
                  <a:pt x="175272" y="464820"/>
                </a:lnTo>
                <a:lnTo>
                  <a:pt x="175272" y="458724"/>
                </a:lnTo>
                <a:close/>
              </a:path>
              <a:path extrusionOk="0" h="845820" w="226060">
                <a:moveTo>
                  <a:pt x="175272" y="272796"/>
                </a:moveTo>
                <a:lnTo>
                  <a:pt x="175158" y="271272"/>
                </a:lnTo>
                <a:lnTo>
                  <a:pt x="174713" y="265087"/>
                </a:lnTo>
                <a:lnTo>
                  <a:pt x="173139" y="257848"/>
                </a:lnTo>
                <a:lnTo>
                  <a:pt x="170764" y="251371"/>
                </a:lnTo>
                <a:lnTo>
                  <a:pt x="167652" y="245402"/>
                </a:lnTo>
                <a:lnTo>
                  <a:pt x="167652" y="260604"/>
                </a:lnTo>
                <a:lnTo>
                  <a:pt x="167652" y="268224"/>
                </a:lnTo>
                <a:lnTo>
                  <a:pt x="141427" y="296608"/>
                </a:lnTo>
                <a:lnTo>
                  <a:pt x="108216" y="301752"/>
                </a:lnTo>
                <a:lnTo>
                  <a:pt x="97548" y="301752"/>
                </a:lnTo>
                <a:lnTo>
                  <a:pt x="70116" y="288036"/>
                </a:lnTo>
                <a:lnTo>
                  <a:pt x="67068" y="283464"/>
                </a:lnTo>
                <a:lnTo>
                  <a:pt x="65544" y="278892"/>
                </a:lnTo>
                <a:lnTo>
                  <a:pt x="65646" y="275043"/>
                </a:lnTo>
                <a:lnTo>
                  <a:pt x="66370" y="269278"/>
                </a:lnTo>
                <a:lnTo>
                  <a:pt x="97929" y="244030"/>
                </a:lnTo>
                <a:lnTo>
                  <a:pt x="124980" y="240792"/>
                </a:lnTo>
                <a:lnTo>
                  <a:pt x="135572" y="241350"/>
                </a:lnTo>
                <a:lnTo>
                  <a:pt x="167652" y="260604"/>
                </a:lnTo>
                <a:lnTo>
                  <a:pt x="167652" y="245402"/>
                </a:lnTo>
                <a:lnTo>
                  <a:pt x="164744" y="240792"/>
                </a:lnTo>
                <a:lnTo>
                  <a:pt x="163652" y="239064"/>
                </a:lnTo>
                <a:lnTo>
                  <a:pt x="129552" y="220027"/>
                </a:lnTo>
                <a:lnTo>
                  <a:pt x="114312" y="217932"/>
                </a:lnTo>
                <a:lnTo>
                  <a:pt x="104305" y="218795"/>
                </a:lnTo>
                <a:lnTo>
                  <a:pt x="68846" y="239344"/>
                </a:lnTo>
                <a:lnTo>
                  <a:pt x="57924" y="271272"/>
                </a:lnTo>
                <a:lnTo>
                  <a:pt x="58039" y="272796"/>
                </a:lnTo>
                <a:lnTo>
                  <a:pt x="74688" y="308800"/>
                </a:lnTo>
                <a:lnTo>
                  <a:pt x="88404" y="316992"/>
                </a:lnTo>
                <a:lnTo>
                  <a:pt x="95491" y="320763"/>
                </a:lnTo>
                <a:lnTo>
                  <a:pt x="102882" y="323088"/>
                </a:lnTo>
                <a:lnTo>
                  <a:pt x="110261" y="324281"/>
                </a:lnTo>
                <a:lnTo>
                  <a:pt x="117360" y="324612"/>
                </a:lnTo>
                <a:lnTo>
                  <a:pt x="128231" y="324002"/>
                </a:lnTo>
                <a:lnTo>
                  <a:pt x="164338" y="304736"/>
                </a:lnTo>
                <a:lnTo>
                  <a:pt x="166319" y="301752"/>
                </a:lnTo>
                <a:lnTo>
                  <a:pt x="170510" y="295465"/>
                </a:lnTo>
                <a:lnTo>
                  <a:pt x="174104" y="284784"/>
                </a:lnTo>
                <a:lnTo>
                  <a:pt x="175272" y="272796"/>
                </a:lnTo>
                <a:close/>
              </a:path>
              <a:path extrusionOk="0" h="845820" w="226060">
                <a:moveTo>
                  <a:pt x="175272" y="117348"/>
                </a:moveTo>
                <a:lnTo>
                  <a:pt x="161556" y="83820"/>
                </a:lnTo>
                <a:lnTo>
                  <a:pt x="158508" y="86868"/>
                </a:lnTo>
                <a:lnTo>
                  <a:pt x="160032" y="89916"/>
                </a:lnTo>
                <a:lnTo>
                  <a:pt x="161556" y="91440"/>
                </a:lnTo>
                <a:lnTo>
                  <a:pt x="161556" y="96012"/>
                </a:lnTo>
                <a:lnTo>
                  <a:pt x="158508" y="99060"/>
                </a:lnTo>
                <a:lnTo>
                  <a:pt x="158508" y="100584"/>
                </a:lnTo>
                <a:lnTo>
                  <a:pt x="155460" y="100584"/>
                </a:lnTo>
                <a:lnTo>
                  <a:pt x="152412" y="102108"/>
                </a:lnTo>
                <a:lnTo>
                  <a:pt x="60972" y="102108"/>
                </a:lnTo>
                <a:lnTo>
                  <a:pt x="60972" y="138684"/>
                </a:lnTo>
                <a:lnTo>
                  <a:pt x="64020" y="138684"/>
                </a:lnTo>
                <a:lnTo>
                  <a:pt x="64020" y="132588"/>
                </a:lnTo>
                <a:lnTo>
                  <a:pt x="65544" y="128016"/>
                </a:lnTo>
                <a:lnTo>
                  <a:pt x="68592" y="126492"/>
                </a:lnTo>
                <a:lnTo>
                  <a:pt x="70116" y="123444"/>
                </a:lnTo>
                <a:lnTo>
                  <a:pt x="76212" y="121920"/>
                </a:lnTo>
                <a:lnTo>
                  <a:pt x="144792" y="121920"/>
                </a:lnTo>
                <a:lnTo>
                  <a:pt x="150888" y="129540"/>
                </a:lnTo>
                <a:lnTo>
                  <a:pt x="155460" y="134112"/>
                </a:lnTo>
                <a:lnTo>
                  <a:pt x="160032" y="147828"/>
                </a:lnTo>
                <a:lnTo>
                  <a:pt x="160032" y="155448"/>
                </a:lnTo>
                <a:lnTo>
                  <a:pt x="158508" y="160020"/>
                </a:lnTo>
                <a:lnTo>
                  <a:pt x="155460" y="164592"/>
                </a:lnTo>
                <a:lnTo>
                  <a:pt x="152412" y="167640"/>
                </a:lnTo>
                <a:lnTo>
                  <a:pt x="144792" y="169164"/>
                </a:lnTo>
                <a:lnTo>
                  <a:pt x="60972" y="169164"/>
                </a:lnTo>
                <a:lnTo>
                  <a:pt x="60972" y="207264"/>
                </a:lnTo>
                <a:lnTo>
                  <a:pt x="64020" y="207264"/>
                </a:lnTo>
                <a:lnTo>
                  <a:pt x="64020" y="202692"/>
                </a:lnTo>
                <a:lnTo>
                  <a:pt x="65544" y="198120"/>
                </a:lnTo>
                <a:lnTo>
                  <a:pt x="65544" y="196596"/>
                </a:lnTo>
                <a:lnTo>
                  <a:pt x="67068" y="193548"/>
                </a:lnTo>
                <a:lnTo>
                  <a:pt x="68592" y="192024"/>
                </a:lnTo>
                <a:lnTo>
                  <a:pt x="71640" y="192024"/>
                </a:lnTo>
                <a:lnTo>
                  <a:pt x="73164" y="190500"/>
                </a:lnTo>
                <a:lnTo>
                  <a:pt x="77736" y="188976"/>
                </a:lnTo>
                <a:lnTo>
                  <a:pt x="150888" y="188976"/>
                </a:lnTo>
                <a:lnTo>
                  <a:pt x="156984" y="187452"/>
                </a:lnTo>
                <a:lnTo>
                  <a:pt x="166128" y="181356"/>
                </a:lnTo>
                <a:lnTo>
                  <a:pt x="170700" y="176784"/>
                </a:lnTo>
                <a:lnTo>
                  <a:pt x="173748" y="172212"/>
                </a:lnTo>
                <a:lnTo>
                  <a:pt x="175272" y="167640"/>
                </a:lnTo>
                <a:lnTo>
                  <a:pt x="175272" y="155448"/>
                </a:lnTo>
                <a:lnTo>
                  <a:pt x="173748" y="149352"/>
                </a:lnTo>
                <a:lnTo>
                  <a:pt x="172224" y="144780"/>
                </a:lnTo>
                <a:lnTo>
                  <a:pt x="169125" y="140779"/>
                </a:lnTo>
                <a:lnTo>
                  <a:pt x="152412" y="121920"/>
                </a:lnTo>
                <a:lnTo>
                  <a:pt x="175272" y="121920"/>
                </a:lnTo>
                <a:lnTo>
                  <a:pt x="175272" y="117348"/>
                </a:lnTo>
                <a:close/>
              </a:path>
              <a:path extrusionOk="0" h="845820" w="226060">
                <a:moveTo>
                  <a:pt x="225564" y="787908"/>
                </a:moveTo>
                <a:lnTo>
                  <a:pt x="222516" y="787908"/>
                </a:lnTo>
                <a:lnTo>
                  <a:pt x="222415" y="797242"/>
                </a:lnTo>
                <a:lnTo>
                  <a:pt x="220992" y="800100"/>
                </a:lnTo>
                <a:lnTo>
                  <a:pt x="216420" y="804672"/>
                </a:lnTo>
                <a:lnTo>
                  <a:pt x="213372" y="806196"/>
                </a:lnTo>
                <a:lnTo>
                  <a:pt x="166128" y="806196"/>
                </a:lnTo>
                <a:lnTo>
                  <a:pt x="169176" y="801624"/>
                </a:lnTo>
                <a:lnTo>
                  <a:pt x="172224" y="798576"/>
                </a:lnTo>
                <a:lnTo>
                  <a:pt x="172224" y="795528"/>
                </a:lnTo>
                <a:lnTo>
                  <a:pt x="175272" y="790956"/>
                </a:lnTo>
                <a:lnTo>
                  <a:pt x="175272" y="780288"/>
                </a:lnTo>
                <a:lnTo>
                  <a:pt x="174383" y="770343"/>
                </a:lnTo>
                <a:lnTo>
                  <a:pt x="171653" y="761238"/>
                </a:lnTo>
                <a:lnTo>
                  <a:pt x="167652" y="754545"/>
                </a:lnTo>
                <a:lnTo>
                  <a:pt x="167652" y="771144"/>
                </a:lnTo>
                <a:lnTo>
                  <a:pt x="167652" y="786384"/>
                </a:lnTo>
                <a:lnTo>
                  <a:pt x="150888" y="804672"/>
                </a:lnTo>
                <a:lnTo>
                  <a:pt x="147840" y="806196"/>
                </a:lnTo>
                <a:lnTo>
                  <a:pt x="91452" y="806196"/>
                </a:lnTo>
                <a:lnTo>
                  <a:pt x="79260" y="794004"/>
                </a:lnTo>
                <a:lnTo>
                  <a:pt x="76212" y="787908"/>
                </a:lnTo>
                <a:lnTo>
                  <a:pt x="74688" y="783336"/>
                </a:lnTo>
                <a:lnTo>
                  <a:pt x="74688" y="772668"/>
                </a:lnTo>
                <a:lnTo>
                  <a:pt x="111607" y="750379"/>
                </a:lnTo>
                <a:lnTo>
                  <a:pt x="111950" y="750379"/>
                </a:lnTo>
                <a:lnTo>
                  <a:pt x="123444" y="749820"/>
                </a:lnTo>
                <a:lnTo>
                  <a:pt x="164604" y="765048"/>
                </a:lnTo>
                <a:lnTo>
                  <a:pt x="167652" y="771144"/>
                </a:lnTo>
                <a:lnTo>
                  <a:pt x="167652" y="754545"/>
                </a:lnTo>
                <a:lnTo>
                  <a:pt x="166903" y="753287"/>
                </a:lnTo>
                <a:lnTo>
                  <a:pt x="163144" y="749719"/>
                </a:lnTo>
                <a:lnTo>
                  <a:pt x="160032" y="746760"/>
                </a:lnTo>
                <a:lnTo>
                  <a:pt x="150291" y="739000"/>
                </a:lnTo>
                <a:lnTo>
                  <a:pt x="139268" y="733806"/>
                </a:lnTo>
                <a:lnTo>
                  <a:pt x="126606" y="730859"/>
                </a:lnTo>
                <a:lnTo>
                  <a:pt x="126072" y="730859"/>
                </a:lnTo>
                <a:lnTo>
                  <a:pt x="112788" y="729996"/>
                </a:lnTo>
                <a:lnTo>
                  <a:pt x="71640" y="743712"/>
                </a:lnTo>
                <a:lnTo>
                  <a:pt x="57924" y="777240"/>
                </a:lnTo>
                <a:lnTo>
                  <a:pt x="59448" y="783336"/>
                </a:lnTo>
                <a:lnTo>
                  <a:pt x="83832" y="806196"/>
                </a:lnTo>
                <a:lnTo>
                  <a:pt x="57924" y="806196"/>
                </a:lnTo>
                <a:lnTo>
                  <a:pt x="57924" y="810768"/>
                </a:lnTo>
                <a:lnTo>
                  <a:pt x="71640" y="844296"/>
                </a:lnTo>
                <a:lnTo>
                  <a:pt x="74688" y="842772"/>
                </a:lnTo>
                <a:lnTo>
                  <a:pt x="73164" y="839724"/>
                </a:lnTo>
                <a:lnTo>
                  <a:pt x="73164" y="830580"/>
                </a:lnTo>
                <a:lnTo>
                  <a:pt x="74688" y="830580"/>
                </a:lnTo>
                <a:lnTo>
                  <a:pt x="77736" y="827532"/>
                </a:lnTo>
                <a:lnTo>
                  <a:pt x="79260" y="827532"/>
                </a:lnTo>
                <a:lnTo>
                  <a:pt x="80784" y="826008"/>
                </a:lnTo>
                <a:lnTo>
                  <a:pt x="214896" y="826008"/>
                </a:lnTo>
                <a:lnTo>
                  <a:pt x="216420" y="827532"/>
                </a:lnTo>
                <a:lnTo>
                  <a:pt x="217944" y="827532"/>
                </a:lnTo>
                <a:lnTo>
                  <a:pt x="220992" y="830580"/>
                </a:lnTo>
                <a:lnTo>
                  <a:pt x="222516" y="833628"/>
                </a:lnTo>
                <a:lnTo>
                  <a:pt x="222516" y="845820"/>
                </a:lnTo>
                <a:lnTo>
                  <a:pt x="225564" y="845820"/>
                </a:lnTo>
                <a:lnTo>
                  <a:pt x="225564" y="826008"/>
                </a:lnTo>
                <a:lnTo>
                  <a:pt x="225564" y="7879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4" name="Google Shape;7964;p110"/>
          <p:cNvGrpSpPr/>
          <p:nvPr/>
        </p:nvGrpSpPr>
        <p:grpSpPr>
          <a:xfrm>
            <a:off x="2645663" y="6201155"/>
            <a:ext cx="175769" cy="499873"/>
            <a:chOff x="2645663" y="6201155"/>
            <a:chExt cx="175769" cy="499873"/>
          </a:xfrm>
        </p:grpSpPr>
        <p:pic>
          <p:nvPicPr>
            <p:cNvPr id="7965" name="Google Shape;7965;p110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645663" y="6254496"/>
              <a:ext cx="175260" cy="4465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66" name="Google Shape;7966;p110"/>
            <p:cNvSpPr/>
            <p:nvPr/>
          </p:nvSpPr>
          <p:spPr>
            <a:xfrm>
              <a:off x="2793492" y="6201155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8288" y="27432"/>
                  </a:moveTo>
                  <a:lnTo>
                    <a:pt x="10668" y="27432"/>
                  </a:lnTo>
                  <a:lnTo>
                    <a:pt x="7620" y="25908"/>
                  </a:lnTo>
                  <a:lnTo>
                    <a:pt x="4572" y="22860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5908" y="6096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5908" y="21336"/>
                  </a:lnTo>
                  <a:lnTo>
                    <a:pt x="21336" y="25908"/>
                  </a:lnTo>
                  <a:lnTo>
                    <a:pt x="1828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967" name="Google Shape;7967;p110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776472" y="8677656"/>
            <a:ext cx="547115" cy="1175004"/>
          </a:xfrm>
          <a:prstGeom prst="rect">
            <a:avLst/>
          </a:prstGeom>
          <a:noFill/>
          <a:ln>
            <a:noFill/>
          </a:ln>
        </p:spPr>
      </p:pic>
      <p:pic>
        <p:nvPicPr>
          <p:cNvPr id="7968" name="Google Shape;7968;p110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209543" y="8877300"/>
            <a:ext cx="175260" cy="880871"/>
          </a:xfrm>
          <a:prstGeom prst="rect">
            <a:avLst/>
          </a:prstGeom>
          <a:noFill/>
          <a:ln>
            <a:noFill/>
          </a:ln>
        </p:spPr>
      </p:pic>
      <p:pic>
        <p:nvPicPr>
          <p:cNvPr id="7969" name="Google Shape;7969;p110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267455" y="8467344"/>
            <a:ext cx="117348" cy="3337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70" name="Google Shape;7970;p110"/>
          <p:cNvGrpSpPr/>
          <p:nvPr/>
        </p:nvGrpSpPr>
        <p:grpSpPr>
          <a:xfrm>
            <a:off x="3209543" y="8177783"/>
            <a:ext cx="175260" cy="227077"/>
            <a:chOff x="3209543" y="8177783"/>
            <a:chExt cx="175260" cy="227077"/>
          </a:xfrm>
        </p:grpSpPr>
        <p:pic>
          <p:nvPicPr>
            <p:cNvPr id="7971" name="Google Shape;7971;p110"/>
            <p:cNvPicPr preferRelativeResize="0"/>
            <p:nvPr/>
          </p:nvPicPr>
          <p:blipFill rotWithShape="1">
            <a:blip r:embed="rId29">
              <a:alphaModFix/>
            </a:blip>
            <a:srcRect b="0" l="0" r="0" t="0"/>
            <a:stretch/>
          </p:blipFill>
          <p:spPr>
            <a:xfrm>
              <a:off x="3209543" y="8290560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72" name="Google Shape;7972;p110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3267455" y="8177783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973" name="Google Shape;7973;p110"/>
          <p:cNvGrpSpPr/>
          <p:nvPr/>
        </p:nvGrpSpPr>
        <p:grpSpPr>
          <a:xfrm>
            <a:off x="3209543" y="7470647"/>
            <a:ext cx="225552" cy="629412"/>
            <a:chOff x="3209543" y="7470647"/>
            <a:chExt cx="225552" cy="629412"/>
          </a:xfrm>
        </p:grpSpPr>
        <p:pic>
          <p:nvPicPr>
            <p:cNvPr id="7974" name="Google Shape;7974;p110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3267455" y="7885175"/>
              <a:ext cx="117348" cy="2148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75" name="Google Shape;7975;p110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3209543" y="7520940"/>
              <a:ext cx="225552" cy="3413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76" name="Google Shape;7976;p110"/>
            <p:cNvSpPr/>
            <p:nvPr/>
          </p:nvSpPr>
          <p:spPr>
            <a:xfrm>
              <a:off x="3267455" y="7470647"/>
              <a:ext cx="117475" cy="27940"/>
            </a:xfrm>
            <a:custGeom>
              <a:rect b="b" l="l" r="r" t="t"/>
              <a:pathLst>
                <a:path extrusionOk="0" h="27940" w="117475">
                  <a:moveTo>
                    <a:pt x="16764" y="27432"/>
                  </a:moveTo>
                  <a:lnTo>
                    <a:pt x="9144" y="27432"/>
                  </a:lnTo>
                  <a:lnTo>
                    <a:pt x="6096" y="25908"/>
                  </a:lnTo>
                  <a:lnTo>
                    <a:pt x="3048" y="22860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3048" y="3048"/>
                  </a:lnTo>
                  <a:lnTo>
                    <a:pt x="9144" y="0"/>
                  </a:lnTo>
                  <a:lnTo>
                    <a:pt x="16764" y="0"/>
                  </a:lnTo>
                  <a:lnTo>
                    <a:pt x="22860" y="3048"/>
                  </a:lnTo>
                  <a:lnTo>
                    <a:pt x="25908" y="6096"/>
                  </a:lnTo>
                  <a:lnTo>
                    <a:pt x="27432" y="9144"/>
                  </a:lnTo>
                  <a:lnTo>
                    <a:pt x="27432" y="16764"/>
                  </a:lnTo>
                  <a:lnTo>
                    <a:pt x="25908" y="19812"/>
                  </a:lnTo>
                  <a:lnTo>
                    <a:pt x="19812" y="25908"/>
                  </a:lnTo>
                  <a:lnTo>
                    <a:pt x="16764" y="27432"/>
                  </a:lnTo>
                  <a:close/>
                </a:path>
                <a:path extrusionOk="0" h="27940" w="117475">
                  <a:moveTo>
                    <a:pt x="106680" y="27432"/>
                  </a:moveTo>
                  <a:lnTo>
                    <a:pt x="99060" y="27432"/>
                  </a:lnTo>
                  <a:lnTo>
                    <a:pt x="96012" y="25908"/>
                  </a:lnTo>
                  <a:lnTo>
                    <a:pt x="92964" y="22860"/>
                  </a:lnTo>
                  <a:lnTo>
                    <a:pt x="89916" y="16764"/>
                  </a:lnTo>
                  <a:lnTo>
                    <a:pt x="89916" y="9144"/>
                  </a:lnTo>
                  <a:lnTo>
                    <a:pt x="92964" y="3048"/>
                  </a:lnTo>
                  <a:lnTo>
                    <a:pt x="99060" y="0"/>
                  </a:lnTo>
                  <a:lnTo>
                    <a:pt x="106680" y="0"/>
                  </a:lnTo>
                  <a:lnTo>
                    <a:pt x="112776" y="3048"/>
                  </a:lnTo>
                  <a:lnTo>
                    <a:pt x="115824" y="6096"/>
                  </a:lnTo>
                  <a:lnTo>
                    <a:pt x="117348" y="9144"/>
                  </a:lnTo>
                  <a:lnTo>
                    <a:pt x="117348" y="16764"/>
                  </a:lnTo>
                  <a:lnTo>
                    <a:pt x="115824" y="19812"/>
                  </a:lnTo>
                  <a:lnTo>
                    <a:pt x="109728" y="25908"/>
                  </a:lnTo>
                  <a:lnTo>
                    <a:pt x="106680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977" name="Google Shape;7977;p110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807232" y="8260080"/>
            <a:ext cx="170407" cy="899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978" name="Google Shape;7978;p110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807166" y="7658100"/>
            <a:ext cx="170473" cy="8991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79" name="Google Shape;7979;p110"/>
          <p:cNvGrpSpPr/>
          <p:nvPr/>
        </p:nvGrpSpPr>
        <p:grpSpPr>
          <a:xfrm>
            <a:off x="4098035" y="7936991"/>
            <a:ext cx="175260" cy="396239"/>
            <a:chOff x="4098035" y="7936991"/>
            <a:chExt cx="175260" cy="396239"/>
          </a:xfrm>
        </p:grpSpPr>
        <p:pic>
          <p:nvPicPr>
            <p:cNvPr id="7980" name="Google Shape;7980;p110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4102607" y="8267699"/>
              <a:ext cx="167639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81" name="Google Shape;7981;p110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4098035" y="7936991"/>
              <a:ext cx="175260" cy="30022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982" name="Google Shape;7982;p110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4102738" y="7586471"/>
            <a:ext cx="170557" cy="899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983" name="Google Shape;7983;p110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4395215" y="8679179"/>
            <a:ext cx="175260" cy="10820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84" name="Google Shape;7984;p110"/>
          <p:cNvGrpSpPr/>
          <p:nvPr/>
        </p:nvGrpSpPr>
        <p:grpSpPr>
          <a:xfrm>
            <a:off x="4395215" y="8001000"/>
            <a:ext cx="175260" cy="352043"/>
            <a:chOff x="4395215" y="8001000"/>
            <a:chExt cx="175260" cy="352043"/>
          </a:xfrm>
        </p:grpSpPr>
        <p:pic>
          <p:nvPicPr>
            <p:cNvPr id="7985" name="Google Shape;7985;p110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4399787" y="8261604"/>
              <a:ext cx="170687" cy="914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86" name="Google Shape;7986;p110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4395215" y="8001000"/>
              <a:ext cx="175260" cy="2255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987" name="Google Shape;7987;p110"/>
          <p:cNvGrpSpPr/>
          <p:nvPr/>
        </p:nvGrpSpPr>
        <p:grpSpPr>
          <a:xfrm>
            <a:off x="4387596" y="7136892"/>
            <a:ext cx="198120" cy="608076"/>
            <a:chOff x="4387596" y="7136892"/>
            <a:chExt cx="198120" cy="608076"/>
          </a:xfrm>
        </p:grpSpPr>
        <p:pic>
          <p:nvPicPr>
            <p:cNvPr id="7988" name="Google Shape;7988;p110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4387596" y="7645908"/>
              <a:ext cx="198120" cy="990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89" name="Google Shape;7989;p110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4399788" y="7533132"/>
              <a:ext cx="170687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90" name="Google Shape;7990;p110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4402836" y="7403592"/>
              <a:ext cx="167639" cy="929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91" name="Google Shape;7991;p110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4395216" y="7136892"/>
              <a:ext cx="175259" cy="23774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992" name="Google Shape;7992;p110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4692396" y="9453371"/>
            <a:ext cx="175260" cy="298704"/>
          </a:xfrm>
          <a:prstGeom prst="rect">
            <a:avLst/>
          </a:prstGeom>
          <a:noFill/>
          <a:ln>
            <a:noFill/>
          </a:ln>
        </p:spPr>
      </p:pic>
      <p:pic>
        <p:nvPicPr>
          <p:cNvPr id="7993" name="Google Shape;7993;p110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4750308" y="9054083"/>
            <a:ext cx="117348" cy="3307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94" name="Google Shape;7994;p110"/>
          <p:cNvGrpSpPr/>
          <p:nvPr/>
        </p:nvGrpSpPr>
        <p:grpSpPr>
          <a:xfrm>
            <a:off x="4692396" y="7885176"/>
            <a:ext cx="175259" cy="522730"/>
            <a:chOff x="4692396" y="7885176"/>
            <a:chExt cx="175259" cy="522730"/>
          </a:xfrm>
        </p:grpSpPr>
        <p:pic>
          <p:nvPicPr>
            <p:cNvPr id="7995" name="Google Shape;7995;p110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4696967" y="8342375"/>
              <a:ext cx="167639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96" name="Google Shape;7996;p110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4692396" y="7885176"/>
              <a:ext cx="175259" cy="42214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997" name="Google Shape;7997;p110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4684776" y="6512052"/>
            <a:ext cx="198120" cy="11750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98" name="Google Shape;7998;p110"/>
          <p:cNvGrpSpPr/>
          <p:nvPr/>
        </p:nvGrpSpPr>
        <p:grpSpPr>
          <a:xfrm>
            <a:off x="4988052" y="9413747"/>
            <a:ext cx="225552" cy="335280"/>
            <a:chOff x="4988052" y="9413747"/>
            <a:chExt cx="225552" cy="335280"/>
          </a:xfrm>
        </p:grpSpPr>
        <p:pic>
          <p:nvPicPr>
            <p:cNvPr id="7999" name="Google Shape;7999;p110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5045964" y="9674352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000" name="Google Shape;8000;p110"/>
            <p:cNvPicPr preferRelativeResize="0"/>
            <p:nvPr/>
          </p:nvPicPr>
          <p:blipFill rotWithShape="1">
            <a:blip r:embed="rId51">
              <a:alphaModFix/>
            </a:blip>
            <a:srcRect b="0" l="0" r="0" t="0"/>
            <a:stretch/>
          </p:blipFill>
          <p:spPr>
            <a:xfrm>
              <a:off x="4988052" y="9413747"/>
              <a:ext cx="225552" cy="24079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001" name="Google Shape;8001;p110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988052" y="8941307"/>
            <a:ext cx="225552" cy="3916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002" name="Google Shape;8002;p110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988052" y="8467344"/>
            <a:ext cx="175260" cy="39623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003" name="Google Shape;8003;p110"/>
          <p:cNvGrpSpPr/>
          <p:nvPr/>
        </p:nvGrpSpPr>
        <p:grpSpPr>
          <a:xfrm>
            <a:off x="4980432" y="7420356"/>
            <a:ext cx="198120" cy="348996"/>
            <a:chOff x="4980432" y="7420356"/>
            <a:chExt cx="198120" cy="348996"/>
          </a:xfrm>
        </p:grpSpPr>
        <p:pic>
          <p:nvPicPr>
            <p:cNvPr id="8004" name="Google Shape;8004;p110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980432" y="7670292"/>
              <a:ext cx="198120" cy="990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005" name="Google Shape;8005;p110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4980432" y="7543800"/>
              <a:ext cx="198120" cy="9906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006" name="Google Shape;8006;p110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4980432" y="7420356"/>
              <a:ext cx="198120" cy="9906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007" name="Google Shape;8007;p110"/>
          <p:cNvGrpSpPr/>
          <p:nvPr/>
        </p:nvGrpSpPr>
        <p:grpSpPr>
          <a:xfrm>
            <a:off x="2418575" y="4892040"/>
            <a:ext cx="175895" cy="728980"/>
            <a:chOff x="2418575" y="4892040"/>
            <a:chExt cx="175895" cy="728980"/>
          </a:xfrm>
        </p:grpSpPr>
        <p:sp>
          <p:nvSpPr>
            <p:cNvPr id="8008" name="Google Shape;8008;p110"/>
            <p:cNvSpPr/>
            <p:nvPr/>
          </p:nvSpPr>
          <p:spPr>
            <a:xfrm>
              <a:off x="2418575" y="4991100"/>
              <a:ext cx="175895" cy="629920"/>
            </a:xfrm>
            <a:custGeom>
              <a:rect b="b" l="l" r="r" t="t"/>
              <a:pathLst>
                <a:path extrusionOk="0" h="629920" w="175894">
                  <a:moveTo>
                    <a:pt x="68580" y="30480"/>
                  </a:moveTo>
                  <a:lnTo>
                    <a:pt x="36677" y="596"/>
                  </a:lnTo>
                  <a:lnTo>
                    <a:pt x="28956" y="0"/>
                  </a:lnTo>
                  <a:lnTo>
                    <a:pt x="22860" y="0"/>
                  </a:lnTo>
                  <a:lnTo>
                    <a:pt x="16764" y="1524"/>
                  </a:lnTo>
                  <a:lnTo>
                    <a:pt x="7620" y="10668"/>
                  </a:lnTo>
                  <a:lnTo>
                    <a:pt x="4572" y="15240"/>
                  </a:lnTo>
                  <a:lnTo>
                    <a:pt x="4572" y="24384"/>
                  </a:lnTo>
                  <a:lnTo>
                    <a:pt x="6096" y="28956"/>
                  </a:lnTo>
                  <a:lnTo>
                    <a:pt x="12192" y="35052"/>
                  </a:lnTo>
                  <a:lnTo>
                    <a:pt x="15240" y="36576"/>
                  </a:lnTo>
                  <a:lnTo>
                    <a:pt x="22860" y="36576"/>
                  </a:lnTo>
                  <a:lnTo>
                    <a:pt x="25908" y="35052"/>
                  </a:lnTo>
                  <a:lnTo>
                    <a:pt x="28956" y="32004"/>
                  </a:lnTo>
                  <a:lnTo>
                    <a:pt x="32004" y="30480"/>
                  </a:lnTo>
                  <a:lnTo>
                    <a:pt x="32004" y="18288"/>
                  </a:lnTo>
                  <a:lnTo>
                    <a:pt x="30480" y="16764"/>
                  </a:lnTo>
                  <a:lnTo>
                    <a:pt x="30480" y="13716"/>
                  </a:lnTo>
                  <a:lnTo>
                    <a:pt x="33528" y="10668"/>
                  </a:lnTo>
                  <a:lnTo>
                    <a:pt x="45720" y="10668"/>
                  </a:lnTo>
                  <a:lnTo>
                    <a:pt x="48768" y="13716"/>
                  </a:lnTo>
                  <a:lnTo>
                    <a:pt x="53340" y="16764"/>
                  </a:lnTo>
                  <a:lnTo>
                    <a:pt x="57912" y="22860"/>
                  </a:lnTo>
                  <a:lnTo>
                    <a:pt x="64008" y="30480"/>
                  </a:lnTo>
                  <a:lnTo>
                    <a:pt x="68580" y="30480"/>
                  </a:lnTo>
                  <a:close/>
                </a:path>
                <a:path extrusionOk="0" h="629920" w="175894">
                  <a:moveTo>
                    <a:pt x="172212" y="364236"/>
                  </a:moveTo>
                  <a:lnTo>
                    <a:pt x="169164" y="364236"/>
                  </a:lnTo>
                  <a:lnTo>
                    <a:pt x="169164" y="373380"/>
                  </a:lnTo>
                  <a:lnTo>
                    <a:pt x="163068" y="379476"/>
                  </a:lnTo>
                  <a:lnTo>
                    <a:pt x="160020" y="379476"/>
                  </a:lnTo>
                  <a:lnTo>
                    <a:pt x="155448" y="381000"/>
                  </a:lnTo>
                  <a:lnTo>
                    <a:pt x="98780" y="381025"/>
                  </a:lnTo>
                  <a:lnTo>
                    <a:pt x="60960" y="397764"/>
                  </a:lnTo>
                  <a:lnTo>
                    <a:pt x="57912" y="403860"/>
                  </a:lnTo>
                  <a:lnTo>
                    <a:pt x="57912" y="414528"/>
                  </a:lnTo>
                  <a:lnTo>
                    <a:pt x="59436" y="420624"/>
                  </a:lnTo>
                  <a:lnTo>
                    <a:pt x="62484" y="425196"/>
                  </a:lnTo>
                  <a:lnTo>
                    <a:pt x="65366" y="430060"/>
                  </a:lnTo>
                  <a:lnTo>
                    <a:pt x="69532" y="435483"/>
                  </a:lnTo>
                  <a:lnTo>
                    <a:pt x="75133" y="441490"/>
                  </a:lnTo>
                  <a:lnTo>
                    <a:pt x="82296" y="448056"/>
                  </a:lnTo>
                  <a:lnTo>
                    <a:pt x="0" y="448056"/>
                  </a:lnTo>
                  <a:lnTo>
                    <a:pt x="0" y="452628"/>
                  </a:lnTo>
                  <a:lnTo>
                    <a:pt x="13716" y="486156"/>
                  </a:lnTo>
                  <a:lnTo>
                    <a:pt x="16764" y="484632"/>
                  </a:lnTo>
                  <a:lnTo>
                    <a:pt x="16764" y="480060"/>
                  </a:lnTo>
                  <a:lnTo>
                    <a:pt x="15240" y="477012"/>
                  </a:lnTo>
                  <a:lnTo>
                    <a:pt x="15240" y="472440"/>
                  </a:lnTo>
                  <a:lnTo>
                    <a:pt x="18288" y="469392"/>
                  </a:lnTo>
                  <a:lnTo>
                    <a:pt x="19812" y="469392"/>
                  </a:lnTo>
                  <a:lnTo>
                    <a:pt x="22860" y="467868"/>
                  </a:lnTo>
                  <a:lnTo>
                    <a:pt x="160020" y="467868"/>
                  </a:lnTo>
                  <a:lnTo>
                    <a:pt x="163068" y="469392"/>
                  </a:lnTo>
                  <a:lnTo>
                    <a:pt x="164592" y="469392"/>
                  </a:lnTo>
                  <a:lnTo>
                    <a:pt x="167640" y="472440"/>
                  </a:lnTo>
                  <a:lnTo>
                    <a:pt x="169164" y="475488"/>
                  </a:lnTo>
                  <a:lnTo>
                    <a:pt x="169164" y="484632"/>
                  </a:lnTo>
                  <a:lnTo>
                    <a:pt x="172212" y="484632"/>
                  </a:lnTo>
                  <a:lnTo>
                    <a:pt x="172212" y="431292"/>
                  </a:lnTo>
                  <a:lnTo>
                    <a:pt x="169164" y="431292"/>
                  </a:lnTo>
                  <a:lnTo>
                    <a:pt x="169164" y="440436"/>
                  </a:lnTo>
                  <a:lnTo>
                    <a:pt x="161544" y="448056"/>
                  </a:lnTo>
                  <a:lnTo>
                    <a:pt x="89916" y="448056"/>
                  </a:lnTo>
                  <a:lnTo>
                    <a:pt x="83820" y="441960"/>
                  </a:lnTo>
                  <a:lnTo>
                    <a:pt x="79248" y="435864"/>
                  </a:lnTo>
                  <a:lnTo>
                    <a:pt x="76200" y="431292"/>
                  </a:lnTo>
                  <a:lnTo>
                    <a:pt x="74676" y="426720"/>
                  </a:lnTo>
                  <a:lnTo>
                    <a:pt x="73152" y="423672"/>
                  </a:lnTo>
                  <a:lnTo>
                    <a:pt x="73152" y="414528"/>
                  </a:lnTo>
                  <a:lnTo>
                    <a:pt x="76200" y="408432"/>
                  </a:lnTo>
                  <a:lnTo>
                    <a:pt x="80772" y="403860"/>
                  </a:lnTo>
                  <a:lnTo>
                    <a:pt x="85344" y="402336"/>
                  </a:lnTo>
                  <a:lnTo>
                    <a:pt x="88392" y="400812"/>
                  </a:lnTo>
                  <a:lnTo>
                    <a:pt x="163068" y="400812"/>
                  </a:lnTo>
                  <a:lnTo>
                    <a:pt x="166116" y="402336"/>
                  </a:lnTo>
                  <a:lnTo>
                    <a:pt x="167640" y="405384"/>
                  </a:lnTo>
                  <a:lnTo>
                    <a:pt x="169164" y="406908"/>
                  </a:lnTo>
                  <a:lnTo>
                    <a:pt x="169164" y="417576"/>
                  </a:lnTo>
                  <a:lnTo>
                    <a:pt x="172212" y="417576"/>
                  </a:lnTo>
                  <a:lnTo>
                    <a:pt x="172212" y="364236"/>
                  </a:lnTo>
                  <a:close/>
                </a:path>
                <a:path extrusionOk="0" h="629920" w="175894">
                  <a:moveTo>
                    <a:pt x="172224" y="527304"/>
                  </a:moveTo>
                  <a:lnTo>
                    <a:pt x="169164" y="527304"/>
                  </a:lnTo>
                  <a:lnTo>
                    <a:pt x="169164" y="539496"/>
                  </a:lnTo>
                  <a:lnTo>
                    <a:pt x="167640" y="544068"/>
                  </a:lnTo>
                  <a:lnTo>
                    <a:pt x="164604" y="547116"/>
                  </a:lnTo>
                  <a:lnTo>
                    <a:pt x="161556" y="548640"/>
                  </a:lnTo>
                  <a:lnTo>
                    <a:pt x="155460" y="550164"/>
                  </a:lnTo>
                  <a:lnTo>
                    <a:pt x="18300" y="550164"/>
                  </a:lnTo>
                  <a:lnTo>
                    <a:pt x="18300" y="519684"/>
                  </a:lnTo>
                  <a:lnTo>
                    <a:pt x="19824" y="515112"/>
                  </a:lnTo>
                  <a:lnTo>
                    <a:pt x="22872" y="510540"/>
                  </a:lnTo>
                  <a:lnTo>
                    <a:pt x="24396" y="505968"/>
                  </a:lnTo>
                  <a:lnTo>
                    <a:pt x="27444" y="502920"/>
                  </a:lnTo>
                  <a:lnTo>
                    <a:pt x="32016" y="499872"/>
                  </a:lnTo>
                  <a:lnTo>
                    <a:pt x="35064" y="498348"/>
                  </a:lnTo>
                  <a:lnTo>
                    <a:pt x="39636" y="496824"/>
                  </a:lnTo>
                  <a:lnTo>
                    <a:pt x="47256" y="496824"/>
                  </a:lnTo>
                  <a:lnTo>
                    <a:pt x="47256" y="492252"/>
                  </a:lnTo>
                  <a:lnTo>
                    <a:pt x="7632" y="493776"/>
                  </a:lnTo>
                  <a:lnTo>
                    <a:pt x="7632" y="627888"/>
                  </a:lnTo>
                  <a:lnTo>
                    <a:pt x="47256" y="629412"/>
                  </a:lnTo>
                  <a:lnTo>
                    <a:pt x="47256" y="624840"/>
                  </a:lnTo>
                  <a:lnTo>
                    <a:pt x="39636" y="623316"/>
                  </a:lnTo>
                  <a:lnTo>
                    <a:pt x="33540" y="621792"/>
                  </a:lnTo>
                  <a:lnTo>
                    <a:pt x="24396" y="615696"/>
                  </a:lnTo>
                  <a:lnTo>
                    <a:pt x="22872" y="612648"/>
                  </a:lnTo>
                  <a:lnTo>
                    <a:pt x="19824" y="608076"/>
                  </a:lnTo>
                  <a:lnTo>
                    <a:pt x="19824" y="605028"/>
                  </a:lnTo>
                  <a:lnTo>
                    <a:pt x="18300" y="600456"/>
                  </a:lnTo>
                  <a:lnTo>
                    <a:pt x="18300" y="573024"/>
                  </a:lnTo>
                  <a:lnTo>
                    <a:pt x="160032" y="573024"/>
                  </a:lnTo>
                  <a:lnTo>
                    <a:pt x="163080" y="576072"/>
                  </a:lnTo>
                  <a:lnTo>
                    <a:pt x="167640" y="577596"/>
                  </a:lnTo>
                  <a:lnTo>
                    <a:pt x="169164" y="583692"/>
                  </a:lnTo>
                  <a:lnTo>
                    <a:pt x="169164" y="595884"/>
                  </a:lnTo>
                  <a:lnTo>
                    <a:pt x="172224" y="595884"/>
                  </a:lnTo>
                  <a:lnTo>
                    <a:pt x="172224" y="527304"/>
                  </a:lnTo>
                  <a:close/>
                </a:path>
                <a:path extrusionOk="0" h="629920" w="175894">
                  <a:moveTo>
                    <a:pt x="172224" y="192024"/>
                  </a:moveTo>
                  <a:lnTo>
                    <a:pt x="169176" y="192024"/>
                  </a:lnTo>
                  <a:lnTo>
                    <a:pt x="169176" y="201168"/>
                  </a:lnTo>
                  <a:lnTo>
                    <a:pt x="167652" y="204216"/>
                  </a:lnTo>
                  <a:lnTo>
                    <a:pt x="161556" y="210312"/>
                  </a:lnTo>
                  <a:lnTo>
                    <a:pt x="158508" y="211836"/>
                  </a:lnTo>
                  <a:lnTo>
                    <a:pt x="92976" y="211836"/>
                  </a:lnTo>
                  <a:lnTo>
                    <a:pt x="85356" y="208788"/>
                  </a:lnTo>
                  <a:lnTo>
                    <a:pt x="76212" y="199644"/>
                  </a:lnTo>
                  <a:lnTo>
                    <a:pt x="74688" y="196596"/>
                  </a:lnTo>
                  <a:lnTo>
                    <a:pt x="74688" y="193548"/>
                  </a:lnTo>
                  <a:lnTo>
                    <a:pt x="76212" y="192024"/>
                  </a:lnTo>
                  <a:lnTo>
                    <a:pt x="79260" y="187452"/>
                  </a:lnTo>
                  <a:lnTo>
                    <a:pt x="82308" y="184404"/>
                  </a:lnTo>
                  <a:lnTo>
                    <a:pt x="82308" y="173736"/>
                  </a:lnTo>
                  <a:lnTo>
                    <a:pt x="77736" y="169164"/>
                  </a:lnTo>
                  <a:lnTo>
                    <a:pt x="74688" y="167640"/>
                  </a:lnTo>
                  <a:lnTo>
                    <a:pt x="68592" y="167640"/>
                  </a:lnTo>
                  <a:lnTo>
                    <a:pt x="65544" y="169164"/>
                  </a:lnTo>
                  <a:lnTo>
                    <a:pt x="59448" y="175260"/>
                  </a:lnTo>
                  <a:lnTo>
                    <a:pt x="57924" y="179832"/>
                  </a:lnTo>
                  <a:lnTo>
                    <a:pt x="57924" y="184404"/>
                  </a:lnTo>
                  <a:lnTo>
                    <a:pt x="59613" y="191262"/>
                  </a:lnTo>
                  <a:lnTo>
                    <a:pt x="64592" y="198120"/>
                  </a:lnTo>
                  <a:lnTo>
                    <a:pt x="72707" y="204978"/>
                  </a:lnTo>
                  <a:lnTo>
                    <a:pt x="83832" y="211836"/>
                  </a:lnTo>
                  <a:lnTo>
                    <a:pt x="57924" y="211836"/>
                  </a:lnTo>
                  <a:lnTo>
                    <a:pt x="57924" y="217932"/>
                  </a:lnTo>
                  <a:lnTo>
                    <a:pt x="71640" y="249936"/>
                  </a:lnTo>
                  <a:lnTo>
                    <a:pt x="74688" y="249936"/>
                  </a:lnTo>
                  <a:lnTo>
                    <a:pt x="74688" y="246888"/>
                  </a:lnTo>
                  <a:lnTo>
                    <a:pt x="73164" y="243840"/>
                  </a:lnTo>
                  <a:lnTo>
                    <a:pt x="73164" y="239268"/>
                  </a:lnTo>
                  <a:lnTo>
                    <a:pt x="74688" y="237744"/>
                  </a:lnTo>
                  <a:lnTo>
                    <a:pt x="74688" y="236220"/>
                  </a:lnTo>
                  <a:lnTo>
                    <a:pt x="77736" y="233172"/>
                  </a:lnTo>
                  <a:lnTo>
                    <a:pt x="83832" y="233172"/>
                  </a:lnTo>
                  <a:lnTo>
                    <a:pt x="91452" y="231648"/>
                  </a:lnTo>
                  <a:lnTo>
                    <a:pt x="155460" y="231648"/>
                  </a:lnTo>
                  <a:lnTo>
                    <a:pt x="158508" y="233172"/>
                  </a:lnTo>
                  <a:lnTo>
                    <a:pt x="163080" y="233172"/>
                  </a:lnTo>
                  <a:lnTo>
                    <a:pt x="166128" y="234696"/>
                  </a:lnTo>
                  <a:lnTo>
                    <a:pt x="167652" y="236220"/>
                  </a:lnTo>
                  <a:lnTo>
                    <a:pt x="169176" y="239268"/>
                  </a:lnTo>
                  <a:lnTo>
                    <a:pt x="169176" y="248412"/>
                  </a:lnTo>
                  <a:lnTo>
                    <a:pt x="172224" y="248412"/>
                  </a:lnTo>
                  <a:lnTo>
                    <a:pt x="172224" y="192024"/>
                  </a:lnTo>
                  <a:close/>
                </a:path>
                <a:path extrusionOk="0" h="629920" w="175894">
                  <a:moveTo>
                    <a:pt x="175272" y="304800"/>
                  </a:moveTo>
                  <a:lnTo>
                    <a:pt x="175158" y="303276"/>
                  </a:lnTo>
                  <a:lnTo>
                    <a:pt x="175056" y="301752"/>
                  </a:lnTo>
                  <a:lnTo>
                    <a:pt x="174942" y="300228"/>
                  </a:lnTo>
                  <a:lnTo>
                    <a:pt x="148412" y="265176"/>
                  </a:lnTo>
                  <a:lnTo>
                    <a:pt x="132600" y="260604"/>
                  </a:lnTo>
                  <a:lnTo>
                    <a:pt x="129552" y="263652"/>
                  </a:lnTo>
                  <a:lnTo>
                    <a:pt x="140220" y="266700"/>
                  </a:lnTo>
                  <a:lnTo>
                    <a:pt x="146316" y="271272"/>
                  </a:lnTo>
                  <a:lnTo>
                    <a:pt x="150888" y="275844"/>
                  </a:lnTo>
                  <a:lnTo>
                    <a:pt x="153936" y="281940"/>
                  </a:lnTo>
                  <a:lnTo>
                    <a:pt x="155409" y="287845"/>
                  </a:lnTo>
                  <a:lnTo>
                    <a:pt x="155460" y="294132"/>
                  </a:lnTo>
                  <a:lnTo>
                    <a:pt x="154597" y="302094"/>
                  </a:lnTo>
                  <a:lnTo>
                    <a:pt x="124790" y="332041"/>
                  </a:lnTo>
                  <a:lnTo>
                    <a:pt x="102120" y="335280"/>
                  </a:lnTo>
                  <a:lnTo>
                    <a:pt x="102120" y="284988"/>
                  </a:lnTo>
                  <a:lnTo>
                    <a:pt x="102120" y="260604"/>
                  </a:lnTo>
                  <a:lnTo>
                    <a:pt x="94500" y="261124"/>
                  </a:lnTo>
                  <a:lnTo>
                    <a:pt x="94500" y="284988"/>
                  </a:lnTo>
                  <a:lnTo>
                    <a:pt x="94500" y="335280"/>
                  </a:lnTo>
                  <a:lnTo>
                    <a:pt x="65544" y="313944"/>
                  </a:lnTo>
                  <a:lnTo>
                    <a:pt x="65544" y="303276"/>
                  </a:lnTo>
                  <a:lnTo>
                    <a:pt x="67068" y="300228"/>
                  </a:lnTo>
                  <a:lnTo>
                    <a:pt x="73164" y="291084"/>
                  </a:lnTo>
                  <a:lnTo>
                    <a:pt x="76212" y="288036"/>
                  </a:lnTo>
                  <a:lnTo>
                    <a:pt x="80784" y="286512"/>
                  </a:lnTo>
                  <a:lnTo>
                    <a:pt x="83832" y="284988"/>
                  </a:lnTo>
                  <a:lnTo>
                    <a:pt x="94500" y="284988"/>
                  </a:lnTo>
                  <a:lnTo>
                    <a:pt x="94500" y="261124"/>
                  </a:lnTo>
                  <a:lnTo>
                    <a:pt x="61163" y="285369"/>
                  </a:lnTo>
                  <a:lnTo>
                    <a:pt x="58661" y="294132"/>
                  </a:lnTo>
                  <a:lnTo>
                    <a:pt x="57924" y="301752"/>
                  </a:lnTo>
                  <a:lnTo>
                    <a:pt x="57950" y="302094"/>
                  </a:lnTo>
                  <a:lnTo>
                    <a:pt x="58077" y="303276"/>
                  </a:lnTo>
                  <a:lnTo>
                    <a:pt x="59042" y="312610"/>
                  </a:lnTo>
                  <a:lnTo>
                    <a:pt x="83299" y="344576"/>
                  </a:lnTo>
                  <a:lnTo>
                    <a:pt x="118884" y="353568"/>
                  </a:lnTo>
                  <a:lnTo>
                    <a:pt x="130886" y="352475"/>
                  </a:lnTo>
                  <a:lnTo>
                    <a:pt x="141744" y="349377"/>
                  </a:lnTo>
                  <a:lnTo>
                    <a:pt x="151460" y="344576"/>
                  </a:lnTo>
                  <a:lnTo>
                    <a:pt x="160032" y="338328"/>
                  </a:lnTo>
                  <a:lnTo>
                    <a:pt x="162953" y="335280"/>
                  </a:lnTo>
                  <a:lnTo>
                    <a:pt x="166903" y="331165"/>
                  </a:lnTo>
                  <a:lnTo>
                    <a:pt x="171653" y="323278"/>
                  </a:lnTo>
                  <a:lnTo>
                    <a:pt x="171704" y="323088"/>
                  </a:lnTo>
                  <a:lnTo>
                    <a:pt x="174383" y="314540"/>
                  </a:lnTo>
                  <a:lnTo>
                    <a:pt x="174434" y="313944"/>
                  </a:lnTo>
                  <a:lnTo>
                    <a:pt x="174561" y="312610"/>
                  </a:lnTo>
                  <a:lnTo>
                    <a:pt x="175272" y="304800"/>
                  </a:lnTo>
                  <a:close/>
                </a:path>
                <a:path extrusionOk="0" h="629920" w="175894">
                  <a:moveTo>
                    <a:pt x="175272" y="111252"/>
                  </a:moveTo>
                  <a:lnTo>
                    <a:pt x="175158" y="109728"/>
                  </a:lnTo>
                  <a:lnTo>
                    <a:pt x="174650" y="102641"/>
                  </a:lnTo>
                  <a:lnTo>
                    <a:pt x="172605" y="94869"/>
                  </a:lnTo>
                  <a:lnTo>
                    <a:pt x="140576" y="68770"/>
                  </a:lnTo>
                  <a:lnTo>
                    <a:pt x="132600" y="67056"/>
                  </a:lnTo>
                  <a:lnTo>
                    <a:pt x="129552" y="70104"/>
                  </a:lnTo>
                  <a:lnTo>
                    <a:pt x="140220" y="73152"/>
                  </a:lnTo>
                  <a:lnTo>
                    <a:pt x="146316" y="77724"/>
                  </a:lnTo>
                  <a:lnTo>
                    <a:pt x="150888" y="83820"/>
                  </a:lnTo>
                  <a:lnTo>
                    <a:pt x="153936" y="88392"/>
                  </a:lnTo>
                  <a:lnTo>
                    <a:pt x="155460" y="94488"/>
                  </a:lnTo>
                  <a:lnTo>
                    <a:pt x="155397" y="102641"/>
                  </a:lnTo>
                  <a:lnTo>
                    <a:pt x="134048" y="134670"/>
                  </a:lnTo>
                  <a:lnTo>
                    <a:pt x="102120" y="141732"/>
                  </a:lnTo>
                  <a:lnTo>
                    <a:pt x="102120" y="91440"/>
                  </a:lnTo>
                  <a:lnTo>
                    <a:pt x="102120" y="67056"/>
                  </a:lnTo>
                  <a:lnTo>
                    <a:pt x="94500" y="67602"/>
                  </a:lnTo>
                  <a:lnTo>
                    <a:pt x="94500" y="91440"/>
                  </a:lnTo>
                  <a:lnTo>
                    <a:pt x="94500" y="141732"/>
                  </a:lnTo>
                  <a:lnTo>
                    <a:pt x="65544" y="121920"/>
                  </a:lnTo>
                  <a:lnTo>
                    <a:pt x="65544" y="111252"/>
                  </a:lnTo>
                  <a:lnTo>
                    <a:pt x="67068" y="106680"/>
                  </a:lnTo>
                  <a:lnTo>
                    <a:pt x="70116" y="102108"/>
                  </a:lnTo>
                  <a:lnTo>
                    <a:pt x="76212" y="96012"/>
                  </a:lnTo>
                  <a:lnTo>
                    <a:pt x="80784" y="92964"/>
                  </a:lnTo>
                  <a:lnTo>
                    <a:pt x="83832" y="92964"/>
                  </a:lnTo>
                  <a:lnTo>
                    <a:pt x="88404" y="91440"/>
                  </a:lnTo>
                  <a:lnTo>
                    <a:pt x="94500" y="91440"/>
                  </a:lnTo>
                  <a:lnTo>
                    <a:pt x="94500" y="67602"/>
                  </a:lnTo>
                  <a:lnTo>
                    <a:pt x="93256" y="67678"/>
                  </a:lnTo>
                  <a:lnTo>
                    <a:pt x="61163" y="92202"/>
                  </a:lnTo>
                  <a:lnTo>
                    <a:pt x="57924" y="109728"/>
                  </a:lnTo>
                  <a:lnTo>
                    <a:pt x="59042" y="119710"/>
                  </a:lnTo>
                  <a:lnTo>
                    <a:pt x="83299" y="151663"/>
                  </a:lnTo>
                  <a:lnTo>
                    <a:pt x="118884" y="160020"/>
                  </a:lnTo>
                  <a:lnTo>
                    <a:pt x="131216" y="159143"/>
                  </a:lnTo>
                  <a:lnTo>
                    <a:pt x="130975" y="159143"/>
                  </a:lnTo>
                  <a:lnTo>
                    <a:pt x="141744" y="156591"/>
                  </a:lnTo>
                  <a:lnTo>
                    <a:pt x="151460" y="152311"/>
                  </a:lnTo>
                  <a:lnTo>
                    <a:pt x="160032" y="146304"/>
                  </a:lnTo>
                  <a:lnTo>
                    <a:pt x="163931" y="141732"/>
                  </a:lnTo>
                  <a:lnTo>
                    <a:pt x="166903" y="138264"/>
                  </a:lnTo>
                  <a:lnTo>
                    <a:pt x="171653" y="129921"/>
                  </a:lnTo>
                  <a:lnTo>
                    <a:pt x="171767" y="129540"/>
                  </a:lnTo>
                  <a:lnTo>
                    <a:pt x="174383" y="121018"/>
                  </a:lnTo>
                  <a:lnTo>
                    <a:pt x="174498" y="119710"/>
                  </a:lnTo>
                  <a:lnTo>
                    <a:pt x="175272" y="1112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009" name="Google Shape;8009;p110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2476500" y="4892040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010" name="Google Shape;8010;p110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2476571" y="4715255"/>
            <a:ext cx="117276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1" name="Google Shape;8011;p110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2418588" y="3348227"/>
            <a:ext cx="175260" cy="1296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2" name="Google Shape;8012;p110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2418588" y="2331720"/>
            <a:ext cx="225516" cy="9372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3" name="Google Shape;8013;p110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2726436" y="5463540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4" name="Google Shape;8014;p110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2715767" y="4213860"/>
            <a:ext cx="175260" cy="1159763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5" name="Google Shape;8015;p110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2740151" y="3430523"/>
            <a:ext cx="201167" cy="711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6" name="Google Shape;8016;p110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2740151" y="3186683"/>
            <a:ext cx="150876" cy="169164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7" name="Google Shape;8017;p110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2715767" y="2883407"/>
            <a:ext cx="175260" cy="2316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8" name="Google Shape;8018;p110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2720339" y="1877567"/>
            <a:ext cx="170688" cy="932687"/>
          </a:xfrm>
          <a:prstGeom prst="rect">
            <a:avLst/>
          </a:prstGeom>
          <a:noFill/>
          <a:ln>
            <a:noFill/>
          </a:ln>
        </p:spPr>
      </p:pic>
      <p:sp>
        <p:nvSpPr>
          <p:cNvPr id="8019" name="Google Shape;8019;p110"/>
          <p:cNvSpPr/>
          <p:nvPr/>
        </p:nvSpPr>
        <p:spPr>
          <a:xfrm>
            <a:off x="3011411" y="4427220"/>
            <a:ext cx="175895" cy="893444"/>
          </a:xfrm>
          <a:custGeom>
            <a:rect b="b" l="l" r="r" t="t"/>
            <a:pathLst>
              <a:path extrusionOk="0" h="893445" w="175894">
                <a:moveTo>
                  <a:pt x="24396" y="409956"/>
                </a:moveTo>
                <a:lnTo>
                  <a:pt x="21348" y="406908"/>
                </a:lnTo>
                <a:lnTo>
                  <a:pt x="19824" y="403860"/>
                </a:lnTo>
                <a:lnTo>
                  <a:pt x="6108" y="403860"/>
                </a:lnTo>
                <a:lnTo>
                  <a:pt x="4584" y="406908"/>
                </a:lnTo>
                <a:lnTo>
                  <a:pt x="12" y="411480"/>
                </a:lnTo>
                <a:lnTo>
                  <a:pt x="12" y="419100"/>
                </a:lnTo>
                <a:lnTo>
                  <a:pt x="1536" y="422148"/>
                </a:lnTo>
                <a:lnTo>
                  <a:pt x="4584" y="423672"/>
                </a:lnTo>
                <a:lnTo>
                  <a:pt x="6108" y="426720"/>
                </a:lnTo>
                <a:lnTo>
                  <a:pt x="9156" y="428244"/>
                </a:lnTo>
                <a:lnTo>
                  <a:pt x="16776" y="428244"/>
                </a:lnTo>
                <a:lnTo>
                  <a:pt x="19824" y="426720"/>
                </a:lnTo>
                <a:lnTo>
                  <a:pt x="21348" y="423672"/>
                </a:lnTo>
                <a:lnTo>
                  <a:pt x="24396" y="422148"/>
                </a:lnTo>
                <a:lnTo>
                  <a:pt x="24396" y="409956"/>
                </a:lnTo>
                <a:close/>
              </a:path>
              <a:path extrusionOk="0" h="893445" w="175894">
                <a:moveTo>
                  <a:pt x="118884" y="763524"/>
                </a:moveTo>
                <a:lnTo>
                  <a:pt x="108204" y="763524"/>
                </a:lnTo>
                <a:lnTo>
                  <a:pt x="108204" y="893064"/>
                </a:lnTo>
                <a:lnTo>
                  <a:pt x="118884" y="893064"/>
                </a:lnTo>
                <a:lnTo>
                  <a:pt x="118884" y="763524"/>
                </a:lnTo>
                <a:close/>
              </a:path>
              <a:path extrusionOk="0" h="893445" w="175894">
                <a:moveTo>
                  <a:pt x="172212" y="477012"/>
                </a:moveTo>
                <a:lnTo>
                  <a:pt x="169164" y="477012"/>
                </a:lnTo>
                <a:lnTo>
                  <a:pt x="169164" y="486156"/>
                </a:lnTo>
                <a:lnTo>
                  <a:pt x="167640" y="489204"/>
                </a:lnTo>
                <a:lnTo>
                  <a:pt x="164592" y="490728"/>
                </a:lnTo>
                <a:lnTo>
                  <a:pt x="163068" y="493776"/>
                </a:lnTo>
                <a:lnTo>
                  <a:pt x="161544" y="493776"/>
                </a:lnTo>
                <a:lnTo>
                  <a:pt x="158496" y="495300"/>
                </a:lnTo>
                <a:lnTo>
                  <a:pt x="153924" y="496824"/>
                </a:lnTo>
                <a:lnTo>
                  <a:pt x="92964" y="496824"/>
                </a:lnTo>
                <a:lnTo>
                  <a:pt x="86868" y="492252"/>
                </a:lnTo>
                <a:lnTo>
                  <a:pt x="80772" y="489204"/>
                </a:lnTo>
                <a:lnTo>
                  <a:pt x="77724" y="484632"/>
                </a:lnTo>
                <a:lnTo>
                  <a:pt x="74676" y="481584"/>
                </a:lnTo>
                <a:lnTo>
                  <a:pt x="74676" y="478536"/>
                </a:lnTo>
                <a:lnTo>
                  <a:pt x="76200" y="475488"/>
                </a:lnTo>
                <a:lnTo>
                  <a:pt x="79248" y="472440"/>
                </a:lnTo>
                <a:lnTo>
                  <a:pt x="82296" y="467868"/>
                </a:lnTo>
                <a:lnTo>
                  <a:pt x="82296" y="457200"/>
                </a:lnTo>
                <a:lnTo>
                  <a:pt x="79248" y="455676"/>
                </a:lnTo>
                <a:lnTo>
                  <a:pt x="77724" y="454152"/>
                </a:lnTo>
                <a:lnTo>
                  <a:pt x="74676" y="452628"/>
                </a:lnTo>
                <a:lnTo>
                  <a:pt x="68580" y="452628"/>
                </a:lnTo>
                <a:lnTo>
                  <a:pt x="65532" y="454152"/>
                </a:lnTo>
                <a:lnTo>
                  <a:pt x="59436" y="460248"/>
                </a:lnTo>
                <a:lnTo>
                  <a:pt x="57912" y="463296"/>
                </a:lnTo>
                <a:lnTo>
                  <a:pt x="57912" y="467868"/>
                </a:lnTo>
                <a:lnTo>
                  <a:pt x="59613" y="474967"/>
                </a:lnTo>
                <a:lnTo>
                  <a:pt x="64579" y="482346"/>
                </a:lnTo>
                <a:lnTo>
                  <a:pt x="72707" y="489737"/>
                </a:lnTo>
                <a:lnTo>
                  <a:pt x="83820" y="496824"/>
                </a:lnTo>
                <a:lnTo>
                  <a:pt x="57912" y="496824"/>
                </a:lnTo>
                <a:lnTo>
                  <a:pt x="57912" y="501396"/>
                </a:lnTo>
                <a:lnTo>
                  <a:pt x="71628" y="534924"/>
                </a:lnTo>
                <a:lnTo>
                  <a:pt x="74676" y="533400"/>
                </a:lnTo>
                <a:lnTo>
                  <a:pt x="74676" y="530352"/>
                </a:lnTo>
                <a:lnTo>
                  <a:pt x="73152" y="527304"/>
                </a:lnTo>
                <a:lnTo>
                  <a:pt x="73152" y="522732"/>
                </a:lnTo>
                <a:lnTo>
                  <a:pt x="74676" y="521208"/>
                </a:lnTo>
                <a:lnTo>
                  <a:pt x="74676" y="519684"/>
                </a:lnTo>
                <a:lnTo>
                  <a:pt x="76200" y="518160"/>
                </a:lnTo>
                <a:lnTo>
                  <a:pt x="77724" y="518160"/>
                </a:lnTo>
                <a:lnTo>
                  <a:pt x="80772" y="516636"/>
                </a:lnTo>
                <a:lnTo>
                  <a:pt x="160020" y="516636"/>
                </a:lnTo>
                <a:lnTo>
                  <a:pt x="166116" y="519684"/>
                </a:lnTo>
                <a:lnTo>
                  <a:pt x="167640" y="521208"/>
                </a:lnTo>
                <a:lnTo>
                  <a:pt x="169164" y="524256"/>
                </a:lnTo>
                <a:lnTo>
                  <a:pt x="169164" y="533400"/>
                </a:lnTo>
                <a:lnTo>
                  <a:pt x="172212" y="533400"/>
                </a:lnTo>
                <a:lnTo>
                  <a:pt x="172212" y="516636"/>
                </a:lnTo>
                <a:lnTo>
                  <a:pt x="172212" y="477012"/>
                </a:lnTo>
                <a:close/>
              </a:path>
              <a:path extrusionOk="0" h="893445" w="175894">
                <a:moveTo>
                  <a:pt x="172212" y="304800"/>
                </a:moveTo>
                <a:lnTo>
                  <a:pt x="169164" y="304800"/>
                </a:lnTo>
                <a:lnTo>
                  <a:pt x="169164" y="320040"/>
                </a:lnTo>
                <a:lnTo>
                  <a:pt x="167640" y="324612"/>
                </a:lnTo>
                <a:lnTo>
                  <a:pt x="164592" y="327660"/>
                </a:lnTo>
                <a:lnTo>
                  <a:pt x="161544" y="329184"/>
                </a:lnTo>
                <a:lnTo>
                  <a:pt x="155448" y="330708"/>
                </a:lnTo>
                <a:lnTo>
                  <a:pt x="68580" y="330708"/>
                </a:lnTo>
                <a:lnTo>
                  <a:pt x="68580" y="301752"/>
                </a:lnTo>
                <a:lnTo>
                  <a:pt x="60960" y="301752"/>
                </a:lnTo>
                <a:lnTo>
                  <a:pt x="60960" y="330708"/>
                </a:lnTo>
                <a:lnTo>
                  <a:pt x="41706" y="330695"/>
                </a:lnTo>
                <a:lnTo>
                  <a:pt x="7620" y="318516"/>
                </a:lnTo>
                <a:lnTo>
                  <a:pt x="7620" y="310896"/>
                </a:lnTo>
                <a:lnTo>
                  <a:pt x="9144" y="307848"/>
                </a:lnTo>
                <a:lnTo>
                  <a:pt x="10668" y="306324"/>
                </a:lnTo>
                <a:lnTo>
                  <a:pt x="12192" y="303276"/>
                </a:lnTo>
                <a:lnTo>
                  <a:pt x="15240" y="300228"/>
                </a:lnTo>
                <a:lnTo>
                  <a:pt x="24384" y="294132"/>
                </a:lnTo>
                <a:lnTo>
                  <a:pt x="27432" y="292608"/>
                </a:lnTo>
                <a:lnTo>
                  <a:pt x="28956" y="289560"/>
                </a:lnTo>
                <a:lnTo>
                  <a:pt x="30480" y="288036"/>
                </a:lnTo>
                <a:lnTo>
                  <a:pt x="30480" y="280416"/>
                </a:lnTo>
                <a:lnTo>
                  <a:pt x="25908" y="275844"/>
                </a:lnTo>
                <a:lnTo>
                  <a:pt x="22860" y="274320"/>
                </a:lnTo>
                <a:lnTo>
                  <a:pt x="20586" y="274320"/>
                </a:lnTo>
                <a:lnTo>
                  <a:pt x="21348" y="272796"/>
                </a:lnTo>
                <a:lnTo>
                  <a:pt x="24396" y="271272"/>
                </a:lnTo>
                <a:lnTo>
                  <a:pt x="24396" y="257556"/>
                </a:lnTo>
                <a:lnTo>
                  <a:pt x="21348" y="256032"/>
                </a:lnTo>
                <a:lnTo>
                  <a:pt x="19824" y="252984"/>
                </a:lnTo>
                <a:lnTo>
                  <a:pt x="6108" y="252984"/>
                </a:lnTo>
                <a:lnTo>
                  <a:pt x="4584" y="256032"/>
                </a:lnTo>
                <a:lnTo>
                  <a:pt x="1536" y="257556"/>
                </a:lnTo>
                <a:lnTo>
                  <a:pt x="12" y="260604"/>
                </a:lnTo>
                <a:lnTo>
                  <a:pt x="12" y="268224"/>
                </a:lnTo>
                <a:lnTo>
                  <a:pt x="1536" y="271272"/>
                </a:lnTo>
                <a:lnTo>
                  <a:pt x="4584" y="272796"/>
                </a:lnTo>
                <a:lnTo>
                  <a:pt x="6108" y="275844"/>
                </a:lnTo>
                <a:lnTo>
                  <a:pt x="9156" y="277368"/>
                </a:lnTo>
                <a:lnTo>
                  <a:pt x="12192" y="277368"/>
                </a:lnTo>
                <a:lnTo>
                  <a:pt x="9144" y="281940"/>
                </a:lnTo>
                <a:lnTo>
                  <a:pt x="3048" y="288036"/>
                </a:lnTo>
                <a:lnTo>
                  <a:pt x="0" y="295656"/>
                </a:lnTo>
                <a:lnTo>
                  <a:pt x="0" y="304800"/>
                </a:lnTo>
                <a:lnTo>
                  <a:pt x="18288" y="341376"/>
                </a:lnTo>
                <a:lnTo>
                  <a:pt x="54864" y="350520"/>
                </a:lnTo>
                <a:lnTo>
                  <a:pt x="60960" y="350520"/>
                </a:lnTo>
                <a:lnTo>
                  <a:pt x="60960" y="371856"/>
                </a:lnTo>
                <a:lnTo>
                  <a:pt x="68580" y="371856"/>
                </a:lnTo>
                <a:lnTo>
                  <a:pt x="68580" y="350520"/>
                </a:lnTo>
                <a:lnTo>
                  <a:pt x="156972" y="350520"/>
                </a:lnTo>
                <a:lnTo>
                  <a:pt x="166116" y="355092"/>
                </a:lnTo>
                <a:lnTo>
                  <a:pt x="169164" y="361188"/>
                </a:lnTo>
                <a:lnTo>
                  <a:pt x="169164" y="371856"/>
                </a:lnTo>
                <a:lnTo>
                  <a:pt x="172212" y="371856"/>
                </a:lnTo>
                <a:lnTo>
                  <a:pt x="172212" y="304800"/>
                </a:lnTo>
                <a:close/>
              </a:path>
              <a:path extrusionOk="0" h="893445" w="175894">
                <a:moveTo>
                  <a:pt x="172224" y="388620"/>
                </a:moveTo>
                <a:lnTo>
                  <a:pt x="169176" y="388620"/>
                </a:lnTo>
                <a:lnTo>
                  <a:pt x="169176" y="396240"/>
                </a:lnTo>
                <a:lnTo>
                  <a:pt x="167652" y="399288"/>
                </a:lnTo>
                <a:lnTo>
                  <a:pt x="167652" y="400812"/>
                </a:lnTo>
                <a:lnTo>
                  <a:pt x="164604" y="402336"/>
                </a:lnTo>
                <a:lnTo>
                  <a:pt x="163080" y="403860"/>
                </a:lnTo>
                <a:lnTo>
                  <a:pt x="160032" y="403860"/>
                </a:lnTo>
                <a:lnTo>
                  <a:pt x="155460" y="405384"/>
                </a:lnTo>
                <a:lnTo>
                  <a:pt x="57924" y="405384"/>
                </a:lnTo>
                <a:lnTo>
                  <a:pt x="57924" y="409956"/>
                </a:lnTo>
                <a:lnTo>
                  <a:pt x="71640" y="443484"/>
                </a:lnTo>
                <a:lnTo>
                  <a:pt x="74688" y="441960"/>
                </a:lnTo>
                <a:lnTo>
                  <a:pt x="74688" y="437388"/>
                </a:lnTo>
                <a:lnTo>
                  <a:pt x="73164" y="435864"/>
                </a:lnTo>
                <a:lnTo>
                  <a:pt x="73164" y="431292"/>
                </a:lnTo>
                <a:lnTo>
                  <a:pt x="74688" y="429768"/>
                </a:lnTo>
                <a:lnTo>
                  <a:pt x="74688" y="428244"/>
                </a:lnTo>
                <a:lnTo>
                  <a:pt x="76212" y="426720"/>
                </a:lnTo>
                <a:lnTo>
                  <a:pt x="77736" y="426720"/>
                </a:lnTo>
                <a:lnTo>
                  <a:pt x="80784" y="425196"/>
                </a:lnTo>
                <a:lnTo>
                  <a:pt x="160032" y="425196"/>
                </a:lnTo>
                <a:lnTo>
                  <a:pt x="163080" y="426720"/>
                </a:lnTo>
                <a:lnTo>
                  <a:pt x="166128" y="426720"/>
                </a:lnTo>
                <a:lnTo>
                  <a:pt x="167652" y="428244"/>
                </a:lnTo>
                <a:lnTo>
                  <a:pt x="167652" y="431292"/>
                </a:lnTo>
                <a:lnTo>
                  <a:pt x="169176" y="432816"/>
                </a:lnTo>
                <a:lnTo>
                  <a:pt x="169176" y="441960"/>
                </a:lnTo>
                <a:lnTo>
                  <a:pt x="172224" y="441960"/>
                </a:lnTo>
                <a:lnTo>
                  <a:pt x="172224" y="425196"/>
                </a:lnTo>
                <a:lnTo>
                  <a:pt x="172224" y="388620"/>
                </a:lnTo>
                <a:close/>
              </a:path>
              <a:path extrusionOk="0" h="893445" w="175894">
                <a:moveTo>
                  <a:pt x="172224" y="237744"/>
                </a:moveTo>
                <a:lnTo>
                  <a:pt x="169176" y="237744"/>
                </a:lnTo>
                <a:lnTo>
                  <a:pt x="169176" y="245364"/>
                </a:lnTo>
                <a:lnTo>
                  <a:pt x="167652" y="248412"/>
                </a:lnTo>
                <a:lnTo>
                  <a:pt x="167652" y="249936"/>
                </a:lnTo>
                <a:lnTo>
                  <a:pt x="164604" y="251460"/>
                </a:lnTo>
                <a:lnTo>
                  <a:pt x="163080" y="252984"/>
                </a:lnTo>
                <a:lnTo>
                  <a:pt x="160032" y="252984"/>
                </a:lnTo>
                <a:lnTo>
                  <a:pt x="155460" y="254508"/>
                </a:lnTo>
                <a:lnTo>
                  <a:pt x="57924" y="254508"/>
                </a:lnTo>
                <a:lnTo>
                  <a:pt x="57924" y="259080"/>
                </a:lnTo>
                <a:lnTo>
                  <a:pt x="71640" y="292608"/>
                </a:lnTo>
                <a:lnTo>
                  <a:pt x="74688" y="289560"/>
                </a:lnTo>
                <a:lnTo>
                  <a:pt x="74688" y="286512"/>
                </a:lnTo>
                <a:lnTo>
                  <a:pt x="73164" y="284988"/>
                </a:lnTo>
                <a:lnTo>
                  <a:pt x="73164" y="280416"/>
                </a:lnTo>
                <a:lnTo>
                  <a:pt x="74688" y="278892"/>
                </a:lnTo>
                <a:lnTo>
                  <a:pt x="74688" y="277368"/>
                </a:lnTo>
                <a:lnTo>
                  <a:pt x="76212" y="275844"/>
                </a:lnTo>
                <a:lnTo>
                  <a:pt x="77736" y="275844"/>
                </a:lnTo>
                <a:lnTo>
                  <a:pt x="80784" y="274320"/>
                </a:lnTo>
                <a:lnTo>
                  <a:pt x="160032" y="274320"/>
                </a:lnTo>
                <a:lnTo>
                  <a:pt x="163080" y="275844"/>
                </a:lnTo>
                <a:lnTo>
                  <a:pt x="166128" y="275844"/>
                </a:lnTo>
                <a:lnTo>
                  <a:pt x="167652" y="277368"/>
                </a:lnTo>
                <a:lnTo>
                  <a:pt x="167652" y="278892"/>
                </a:lnTo>
                <a:lnTo>
                  <a:pt x="169176" y="281940"/>
                </a:lnTo>
                <a:lnTo>
                  <a:pt x="169176" y="291084"/>
                </a:lnTo>
                <a:lnTo>
                  <a:pt x="172224" y="291084"/>
                </a:lnTo>
                <a:lnTo>
                  <a:pt x="172224" y="274320"/>
                </a:lnTo>
                <a:lnTo>
                  <a:pt x="172224" y="237744"/>
                </a:lnTo>
                <a:close/>
              </a:path>
              <a:path extrusionOk="0" h="893445" w="175894">
                <a:moveTo>
                  <a:pt x="175260" y="30480"/>
                </a:moveTo>
                <a:lnTo>
                  <a:pt x="161544" y="0"/>
                </a:lnTo>
                <a:lnTo>
                  <a:pt x="158496" y="0"/>
                </a:lnTo>
                <a:lnTo>
                  <a:pt x="160020" y="4572"/>
                </a:lnTo>
                <a:lnTo>
                  <a:pt x="161544" y="6096"/>
                </a:lnTo>
                <a:lnTo>
                  <a:pt x="161544" y="10668"/>
                </a:lnTo>
                <a:lnTo>
                  <a:pt x="156972" y="15240"/>
                </a:lnTo>
                <a:lnTo>
                  <a:pt x="153924" y="15240"/>
                </a:lnTo>
                <a:lnTo>
                  <a:pt x="150520" y="15481"/>
                </a:lnTo>
                <a:lnTo>
                  <a:pt x="144970" y="16002"/>
                </a:lnTo>
                <a:lnTo>
                  <a:pt x="137426" y="16535"/>
                </a:lnTo>
                <a:lnTo>
                  <a:pt x="128016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6764" y="48768"/>
                </a:lnTo>
                <a:lnTo>
                  <a:pt x="15240" y="45720"/>
                </a:lnTo>
                <a:lnTo>
                  <a:pt x="15240" y="42672"/>
                </a:lnTo>
                <a:lnTo>
                  <a:pt x="16764" y="41148"/>
                </a:lnTo>
                <a:lnTo>
                  <a:pt x="16764" y="39624"/>
                </a:lnTo>
                <a:lnTo>
                  <a:pt x="19812" y="36576"/>
                </a:lnTo>
                <a:lnTo>
                  <a:pt x="68580" y="36576"/>
                </a:lnTo>
                <a:lnTo>
                  <a:pt x="62484" y="42672"/>
                </a:lnTo>
                <a:lnTo>
                  <a:pt x="57912" y="50292"/>
                </a:lnTo>
                <a:lnTo>
                  <a:pt x="57912" y="59436"/>
                </a:lnTo>
                <a:lnTo>
                  <a:pt x="59296" y="70535"/>
                </a:lnTo>
                <a:lnTo>
                  <a:pt x="88277" y="103784"/>
                </a:lnTo>
                <a:lnTo>
                  <a:pt x="121920" y="112776"/>
                </a:lnTo>
                <a:lnTo>
                  <a:pt x="133045" y="111925"/>
                </a:lnTo>
                <a:lnTo>
                  <a:pt x="167551" y="91948"/>
                </a:lnTo>
                <a:lnTo>
                  <a:pt x="175260" y="68580"/>
                </a:lnTo>
                <a:lnTo>
                  <a:pt x="175260" y="56388"/>
                </a:lnTo>
                <a:lnTo>
                  <a:pt x="172212" y="51816"/>
                </a:lnTo>
                <a:lnTo>
                  <a:pt x="169164" y="45720"/>
                </a:lnTo>
                <a:lnTo>
                  <a:pt x="164592" y="41148"/>
                </a:lnTo>
                <a:lnTo>
                  <a:pt x="160020" y="38404"/>
                </a:lnTo>
                <a:lnTo>
                  <a:pt x="160020" y="48768"/>
                </a:lnTo>
                <a:lnTo>
                  <a:pt x="160020" y="56388"/>
                </a:lnTo>
                <a:lnTo>
                  <a:pt x="132969" y="86868"/>
                </a:lnTo>
                <a:lnTo>
                  <a:pt x="111950" y="89877"/>
                </a:lnTo>
                <a:lnTo>
                  <a:pt x="110617" y="89877"/>
                </a:lnTo>
                <a:lnTo>
                  <a:pt x="70104" y="73152"/>
                </a:lnTo>
                <a:lnTo>
                  <a:pt x="65532" y="67056"/>
                </a:lnTo>
                <a:lnTo>
                  <a:pt x="65532" y="56388"/>
                </a:lnTo>
                <a:lnTo>
                  <a:pt x="67056" y="53340"/>
                </a:lnTo>
                <a:lnTo>
                  <a:pt x="70104" y="48768"/>
                </a:lnTo>
                <a:lnTo>
                  <a:pt x="71628" y="45720"/>
                </a:lnTo>
                <a:lnTo>
                  <a:pt x="74676" y="42672"/>
                </a:lnTo>
                <a:lnTo>
                  <a:pt x="79248" y="39624"/>
                </a:lnTo>
                <a:lnTo>
                  <a:pt x="88392" y="36576"/>
                </a:lnTo>
                <a:lnTo>
                  <a:pt x="149352" y="36576"/>
                </a:lnTo>
                <a:lnTo>
                  <a:pt x="156972" y="42672"/>
                </a:lnTo>
                <a:lnTo>
                  <a:pt x="160020" y="48768"/>
                </a:lnTo>
                <a:lnTo>
                  <a:pt x="160020" y="38404"/>
                </a:lnTo>
                <a:lnTo>
                  <a:pt x="156972" y="36576"/>
                </a:lnTo>
                <a:lnTo>
                  <a:pt x="175260" y="36576"/>
                </a:lnTo>
                <a:lnTo>
                  <a:pt x="175260" y="30480"/>
                </a:lnTo>
                <a:close/>
              </a:path>
              <a:path extrusionOk="0" h="893445" w="175894">
                <a:moveTo>
                  <a:pt x="175272" y="701040"/>
                </a:moveTo>
                <a:lnTo>
                  <a:pt x="96532" y="670560"/>
                </a:lnTo>
                <a:lnTo>
                  <a:pt x="80784" y="664464"/>
                </a:lnTo>
                <a:lnTo>
                  <a:pt x="74688" y="661416"/>
                </a:lnTo>
                <a:lnTo>
                  <a:pt x="70116" y="659892"/>
                </a:lnTo>
                <a:lnTo>
                  <a:pt x="65544" y="655320"/>
                </a:lnTo>
                <a:lnTo>
                  <a:pt x="65544" y="652272"/>
                </a:lnTo>
                <a:lnTo>
                  <a:pt x="64020" y="647700"/>
                </a:lnTo>
                <a:lnTo>
                  <a:pt x="60972" y="647700"/>
                </a:lnTo>
                <a:lnTo>
                  <a:pt x="60972" y="682752"/>
                </a:lnTo>
                <a:lnTo>
                  <a:pt x="64020" y="682752"/>
                </a:lnTo>
                <a:lnTo>
                  <a:pt x="64020" y="678180"/>
                </a:lnTo>
                <a:lnTo>
                  <a:pt x="65544" y="676656"/>
                </a:lnTo>
                <a:lnTo>
                  <a:pt x="65544" y="673608"/>
                </a:lnTo>
                <a:lnTo>
                  <a:pt x="68592" y="670560"/>
                </a:lnTo>
                <a:lnTo>
                  <a:pt x="76212" y="670560"/>
                </a:lnTo>
                <a:lnTo>
                  <a:pt x="80784" y="673608"/>
                </a:lnTo>
                <a:lnTo>
                  <a:pt x="144792" y="697992"/>
                </a:lnTo>
                <a:lnTo>
                  <a:pt x="83832" y="723900"/>
                </a:lnTo>
                <a:lnTo>
                  <a:pt x="79260" y="725424"/>
                </a:lnTo>
                <a:lnTo>
                  <a:pt x="68592" y="725424"/>
                </a:lnTo>
                <a:lnTo>
                  <a:pt x="65544" y="722376"/>
                </a:lnTo>
                <a:lnTo>
                  <a:pt x="64020" y="719328"/>
                </a:lnTo>
                <a:lnTo>
                  <a:pt x="64020" y="713232"/>
                </a:lnTo>
                <a:lnTo>
                  <a:pt x="60972" y="713232"/>
                </a:lnTo>
                <a:lnTo>
                  <a:pt x="60972" y="765048"/>
                </a:lnTo>
                <a:lnTo>
                  <a:pt x="64020" y="765048"/>
                </a:lnTo>
                <a:lnTo>
                  <a:pt x="65544" y="760476"/>
                </a:lnTo>
                <a:lnTo>
                  <a:pt x="65544" y="758952"/>
                </a:lnTo>
                <a:lnTo>
                  <a:pt x="67068" y="757428"/>
                </a:lnTo>
                <a:lnTo>
                  <a:pt x="68592" y="754380"/>
                </a:lnTo>
                <a:lnTo>
                  <a:pt x="71640" y="751332"/>
                </a:lnTo>
                <a:lnTo>
                  <a:pt x="77736" y="748284"/>
                </a:lnTo>
                <a:lnTo>
                  <a:pt x="82308" y="745236"/>
                </a:lnTo>
                <a:lnTo>
                  <a:pt x="130644" y="725424"/>
                </a:lnTo>
                <a:lnTo>
                  <a:pt x="175272" y="707136"/>
                </a:lnTo>
                <a:lnTo>
                  <a:pt x="175272" y="701040"/>
                </a:lnTo>
                <a:close/>
              </a:path>
              <a:path extrusionOk="0" h="893445" w="175894">
                <a:moveTo>
                  <a:pt x="175272" y="586740"/>
                </a:moveTo>
                <a:lnTo>
                  <a:pt x="175158" y="585216"/>
                </a:lnTo>
                <a:lnTo>
                  <a:pt x="175056" y="583692"/>
                </a:lnTo>
                <a:lnTo>
                  <a:pt x="174650" y="577913"/>
                </a:lnTo>
                <a:lnTo>
                  <a:pt x="148983" y="546354"/>
                </a:lnTo>
                <a:lnTo>
                  <a:pt x="132600" y="541020"/>
                </a:lnTo>
                <a:lnTo>
                  <a:pt x="129552" y="544068"/>
                </a:lnTo>
                <a:lnTo>
                  <a:pt x="140220" y="548640"/>
                </a:lnTo>
                <a:lnTo>
                  <a:pt x="146316" y="553212"/>
                </a:lnTo>
                <a:lnTo>
                  <a:pt x="150888" y="557784"/>
                </a:lnTo>
                <a:lnTo>
                  <a:pt x="153936" y="563880"/>
                </a:lnTo>
                <a:lnTo>
                  <a:pt x="155409" y="569785"/>
                </a:lnTo>
                <a:lnTo>
                  <a:pt x="155282" y="577596"/>
                </a:lnTo>
                <a:lnTo>
                  <a:pt x="134048" y="609917"/>
                </a:lnTo>
                <a:lnTo>
                  <a:pt x="125120" y="613105"/>
                </a:lnTo>
                <a:lnTo>
                  <a:pt x="125463" y="613105"/>
                </a:lnTo>
                <a:lnTo>
                  <a:pt x="114096" y="615111"/>
                </a:lnTo>
                <a:lnTo>
                  <a:pt x="102120" y="615696"/>
                </a:lnTo>
                <a:lnTo>
                  <a:pt x="102120" y="565404"/>
                </a:lnTo>
                <a:lnTo>
                  <a:pt x="102120" y="541020"/>
                </a:lnTo>
                <a:lnTo>
                  <a:pt x="94500" y="541743"/>
                </a:lnTo>
                <a:lnTo>
                  <a:pt x="94500" y="565404"/>
                </a:lnTo>
                <a:lnTo>
                  <a:pt x="94500" y="615696"/>
                </a:lnTo>
                <a:lnTo>
                  <a:pt x="85356" y="615696"/>
                </a:lnTo>
                <a:lnTo>
                  <a:pt x="79260" y="612648"/>
                </a:lnTo>
                <a:lnTo>
                  <a:pt x="68592" y="601980"/>
                </a:lnTo>
                <a:lnTo>
                  <a:pt x="65544" y="595884"/>
                </a:lnTo>
                <a:lnTo>
                  <a:pt x="65544" y="585216"/>
                </a:lnTo>
                <a:lnTo>
                  <a:pt x="67068" y="580644"/>
                </a:lnTo>
                <a:lnTo>
                  <a:pt x="70116" y="577596"/>
                </a:lnTo>
                <a:lnTo>
                  <a:pt x="73164" y="573024"/>
                </a:lnTo>
                <a:lnTo>
                  <a:pt x="76212" y="569976"/>
                </a:lnTo>
                <a:lnTo>
                  <a:pt x="80784" y="568452"/>
                </a:lnTo>
                <a:lnTo>
                  <a:pt x="83832" y="566928"/>
                </a:lnTo>
                <a:lnTo>
                  <a:pt x="88404" y="566928"/>
                </a:lnTo>
                <a:lnTo>
                  <a:pt x="94500" y="565404"/>
                </a:lnTo>
                <a:lnTo>
                  <a:pt x="94500" y="541743"/>
                </a:lnTo>
                <a:lnTo>
                  <a:pt x="93256" y="541858"/>
                </a:lnTo>
                <a:lnTo>
                  <a:pt x="61163" y="566737"/>
                </a:lnTo>
                <a:lnTo>
                  <a:pt x="57924" y="583692"/>
                </a:lnTo>
                <a:lnTo>
                  <a:pt x="59042" y="594550"/>
                </a:lnTo>
                <a:lnTo>
                  <a:pt x="83515" y="626275"/>
                </a:lnTo>
                <a:lnTo>
                  <a:pt x="118884" y="633984"/>
                </a:lnTo>
                <a:lnTo>
                  <a:pt x="131089" y="633133"/>
                </a:lnTo>
                <a:lnTo>
                  <a:pt x="142316" y="630555"/>
                </a:lnTo>
                <a:lnTo>
                  <a:pt x="152095" y="626275"/>
                </a:lnTo>
                <a:lnTo>
                  <a:pt x="160032" y="620268"/>
                </a:lnTo>
                <a:lnTo>
                  <a:pt x="164414" y="615696"/>
                </a:lnTo>
                <a:lnTo>
                  <a:pt x="166903" y="613105"/>
                </a:lnTo>
                <a:lnTo>
                  <a:pt x="171653" y="605218"/>
                </a:lnTo>
                <a:lnTo>
                  <a:pt x="171704" y="605028"/>
                </a:lnTo>
                <a:lnTo>
                  <a:pt x="174383" y="596480"/>
                </a:lnTo>
                <a:lnTo>
                  <a:pt x="174434" y="595884"/>
                </a:lnTo>
                <a:lnTo>
                  <a:pt x="174561" y="594550"/>
                </a:lnTo>
                <a:lnTo>
                  <a:pt x="175272" y="586740"/>
                </a:lnTo>
                <a:close/>
              </a:path>
              <a:path extrusionOk="0" h="893445" w="175894">
                <a:moveTo>
                  <a:pt x="175272" y="173736"/>
                </a:moveTo>
                <a:lnTo>
                  <a:pt x="175158" y="172212"/>
                </a:lnTo>
                <a:lnTo>
                  <a:pt x="175056" y="170688"/>
                </a:lnTo>
                <a:lnTo>
                  <a:pt x="174650" y="164909"/>
                </a:lnTo>
                <a:lnTo>
                  <a:pt x="148983" y="132778"/>
                </a:lnTo>
                <a:lnTo>
                  <a:pt x="132600" y="128016"/>
                </a:lnTo>
                <a:lnTo>
                  <a:pt x="129552" y="131064"/>
                </a:lnTo>
                <a:lnTo>
                  <a:pt x="140220" y="134112"/>
                </a:lnTo>
                <a:lnTo>
                  <a:pt x="146316" y="138684"/>
                </a:lnTo>
                <a:lnTo>
                  <a:pt x="150888" y="144780"/>
                </a:lnTo>
                <a:lnTo>
                  <a:pt x="153936" y="149352"/>
                </a:lnTo>
                <a:lnTo>
                  <a:pt x="153974" y="149529"/>
                </a:lnTo>
                <a:lnTo>
                  <a:pt x="155460" y="155448"/>
                </a:lnTo>
                <a:lnTo>
                  <a:pt x="155460" y="163068"/>
                </a:lnTo>
                <a:lnTo>
                  <a:pt x="154609" y="170688"/>
                </a:lnTo>
                <a:lnTo>
                  <a:pt x="124790" y="200025"/>
                </a:lnTo>
                <a:lnTo>
                  <a:pt x="102120" y="202692"/>
                </a:lnTo>
                <a:lnTo>
                  <a:pt x="102120" y="152400"/>
                </a:lnTo>
                <a:lnTo>
                  <a:pt x="102120" y="128016"/>
                </a:lnTo>
                <a:lnTo>
                  <a:pt x="94500" y="128739"/>
                </a:lnTo>
                <a:lnTo>
                  <a:pt x="94500" y="152400"/>
                </a:lnTo>
                <a:lnTo>
                  <a:pt x="94500" y="202692"/>
                </a:lnTo>
                <a:lnTo>
                  <a:pt x="65544" y="182841"/>
                </a:lnTo>
                <a:lnTo>
                  <a:pt x="65544" y="172212"/>
                </a:lnTo>
                <a:lnTo>
                  <a:pt x="67068" y="167640"/>
                </a:lnTo>
                <a:lnTo>
                  <a:pt x="70116" y="163068"/>
                </a:lnTo>
                <a:lnTo>
                  <a:pt x="76212" y="156972"/>
                </a:lnTo>
                <a:lnTo>
                  <a:pt x="80784" y="155448"/>
                </a:lnTo>
                <a:lnTo>
                  <a:pt x="83832" y="153924"/>
                </a:lnTo>
                <a:lnTo>
                  <a:pt x="88404" y="152400"/>
                </a:lnTo>
                <a:lnTo>
                  <a:pt x="94500" y="152400"/>
                </a:lnTo>
                <a:lnTo>
                  <a:pt x="94500" y="128739"/>
                </a:lnTo>
                <a:lnTo>
                  <a:pt x="61163" y="153733"/>
                </a:lnTo>
                <a:lnTo>
                  <a:pt x="57924" y="170688"/>
                </a:lnTo>
                <a:lnTo>
                  <a:pt x="59042" y="180695"/>
                </a:lnTo>
                <a:lnTo>
                  <a:pt x="83515" y="213271"/>
                </a:lnTo>
                <a:lnTo>
                  <a:pt x="118884" y="220980"/>
                </a:lnTo>
                <a:lnTo>
                  <a:pt x="131089" y="220129"/>
                </a:lnTo>
                <a:lnTo>
                  <a:pt x="142316" y="217551"/>
                </a:lnTo>
                <a:lnTo>
                  <a:pt x="152095" y="213271"/>
                </a:lnTo>
                <a:lnTo>
                  <a:pt x="160032" y="207264"/>
                </a:lnTo>
                <a:lnTo>
                  <a:pt x="164287" y="202692"/>
                </a:lnTo>
                <a:lnTo>
                  <a:pt x="166903" y="199885"/>
                </a:lnTo>
                <a:lnTo>
                  <a:pt x="171653" y="191643"/>
                </a:lnTo>
                <a:lnTo>
                  <a:pt x="174383" y="182841"/>
                </a:lnTo>
                <a:lnTo>
                  <a:pt x="175272" y="1737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20" name="Google Shape;8020;p110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3011423" y="2694432"/>
            <a:ext cx="225551" cy="1664207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1" name="Google Shape;8021;p110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3011424" y="2161032"/>
            <a:ext cx="175260" cy="46482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2" name="Google Shape;8022;p110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3319271" y="5463540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3" name="Google Shape;8023;p110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3308603" y="4893564"/>
            <a:ext cx="225552" cy="480059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4" name="Google Shape;8024;p110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3332988" y="4347971"/>
            <a:ext cx="150875" cy="4800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025" name="Google Shape;8025;p110"/>
          <p:cNvGrpSpPr/>
          <p:nvPr/>
        </p:nvGrpSpPr>
        <p:grpSpPr>
          <a:xfrm>
            <a:off x="3308603" y="4061459"/>
            <a:ext cx="175260" cy="227076"/>
            <a:chOff x="3308603" y="4061459"/>
            <a:chExt cx="175260" cy="227076"/>
          </a:xfrm>
        </p:grpSpPr>
        <p:pic>
          <p:nvPicPr>
            <p:cNvPr id="8026" name="Google Shape;8026;p110"/>
            <p:cNvPicPr preferRelativeResize="0"/>
            <p:nvPr/>
          </p:nvPicPr>
          <p:blipFill rotWithShape="1">
            <a:blip r:embed="rId72">
              <a:alphaModFix/>
            </a:blip>
            <a:srcRect b="0" l="0" r="0" t="0"/>
            <a:stretch/>
          </p:blipFill>
          <p:spPr>
            <a:xfrm>
              <a:off x="3308603" y="4174235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027" name="Google Shape;8027;p110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3366515" y="4061459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028" name="Google Shape;8028;p110"/>
          <p:cNvSpPr/>
          <p:nvPr/>
        </p:nvSpPr>
        <p:spPr>
          <a:xfrm>
            <a:off x="3332988" y="3256788"/>
            <a:ext cx="187960" cy="727075"/>
          </a:xfrm>
          <a:custGeom>
            <a:rect b="b" l="l" r="r" t="t"/>
            <a:pathLst>
              <a:path extrusionOk="0" h="727075" w="187960">
                <a:moveTo>
                  <a:pt x="147828" y="361188"/>
                </a:moveTo>
                <a:lnTo>
                  <a:pt x="144780" y="361188"/>
                </a:lnTo>
                <a:lnTo>
                  <a:pt x="144780" y="367284"/>
                </a:lnTo>
                <a:lnTo>
                  <a:pt x="140208" y="376428"/>
                </a:lnTo>
                <a:lnTo>
                  <a:pt x="138684" y="377952"/>
                </a:lnTo>
                <a:lnTo>
                  <a:pt x="132588" y="381000"/>
                </a:lnTo>
                <a:lnTo>
                  <a:pt x="68580" y="381000"/>
                </a:lnTo>
                <a:lnTo>
                  <a:pt x="60960" y="377952"/>
                </a:lnTo>
                <a:lnTo>
                  <a:pt x="53340" y="370332"/>
                </a:lnTo>
                <a:lnTo>
                  <a:pt x="51816" y="367284"/>
                </a:lnTo>
                <a:lnTo>
                  <a:pt x="50292" y="365760"/>
                </a:lnTo>
                <a:lnTo>
                  <a:pt x="50292" y="362712"/>
                </a:lnTo>
                <a:lnTo>
                  <a:pt x="51816" y="359664"/>
                </a:lnTo>
                <a:lnTo>
                  <a:pt x="54864" y="356616"/>
                </a:lnTo>
                <a:lnTo>
                  <a:pt x="57912" y="350520"/>
                </a:lnTo>
                <a:lnTo>
                  <a:pt x="57912" y="344424"/>
                </a:lnTo>
                <a:lnTo>
                  <a:pt x="56388" y="342900"/>
                </a:lnTo>
                <a:lnTo>
                  <a:pt x="54864" y="339852"/>
                </a:lnTo>
                <a:lnTo>
                  <a:pt x="53340" y="338328"/>
                </a:lnTo>
                <a:lnTo>
                  <a:pt x="50292" y="336804"/>
                </a:lnTo>
                <a:lnTo>
                  <a:pt x="42672" y="336804"/>
                </a:lnTo>
                <a:lnTo>
                  <a:pt x="39624" y="338328"/>
                </a:lnTo>
                <a:lnTo>
                  <a:pt x="38100" y="341376"/>
                </a:lnTo>
                <a:lnTo>
                  <a:pt x="35052" y="344424"/>
                </a:lnTo>
                <a:lnTo>
                  <a:pt x="33528" y="348996"/>
                </a:lnTo>
                <a:lnTo>
                  <a:pt x="33528" y="352044"/>
                </a:lnTo>
                <a:lnTo>
                  <a:pt x="34975" y="359791"/>
                </a:lnTo>
                <a:lnTo>
                  <a:pt x="39433" y="367093"/>
                </a:lnTo>
                <a:lnTo>
                  <a:pt x="47028" y="374129"/>
                </a:lnTo>
                <a:lnTo>
                  <a:pt x="57912" y="381000"/>
                </a:lnTo>
                <a:lnTo>
                  <a:pt x="33528" y="381000"/>
                </a:lnTo>
                <a:lnTo>
                  <a:pt x="33528" y="387096"/>
                </a:lnTo>
                <a:lnTo>
                  <a:pt x="47244" y="419100"/>
                </a:lnTo>
                <a:lnTo>
                  <a:pt x="42672" y="419100"/>
                </a:lnTo>
                <a:lnTo>
                  <a:pt x="39624" y="420624"/>
                </a:lnTo>
                <a:lnTo>
                  <a:pt x="38100" y="423672"/>
                </a:lnTo>
                <a:lnTo>
                  <a:pt x="35052" y="426720"/>
                </a:lnTo>
                <a:lnTo>
                  <a:pt x="33528" y="429768"/>
                </a:lnTo>
                <a:lnTo>
                  <a:pt x="33528" y="434340"/>
                </a:lnTo>
                <a:lnTo>
                  <a:pt x="34975" y="442087"/>
                </a:lnTo>
                <a:lnTo>
                  <a:pt x="39433" y="449389"/>
                </a:lnTo>
                <a:lnTo>
                  <a:pt x="47028" y="456425"/>
                </a:lnTo>
                <a:lnTo>
                  <a:pt x="57912" y="463296"/>
                </a:lnTo>
                <a:lnTo>
                  <a:pt x="33528" y="463296"/>
                </a:lnTo>
                <a:lnTo>
                  <a:pt x="33528" y="467868"/>
                </a:lnTo>
                <a:lnTo>
                  <a:pt x="47244" y="501396"/>
                </a:lnTo>
                <a:lnTo>
                  <a:pt x="50292" y="499872"/>
                </a:lnTo>
                <a:lnTo>
                  <a:pt x="48768" y="496824"/>
                </a:lnTo>
                <a:lnTo>
                  <a:pt x="48768" y="487680"/>
                </a:lnTo>
                <a:lnTo>
                  <a:pt x="51816" y="484632"/>
                </a:lnTo>
                <a:lnTo>
                  <a:pt x="53340" y="484632"/>
                </a:lnTo>
                <a:lnTo>
                  <a:pt x="56388" y="483108"/>
                </a:lnTo>
                <a:lnTo>
                  <a:pt x="135636" y="483108"/>
                </a:lnTo>
                <a:lnTo>
                  <a:pt x="138684" y="484632"/>
                </a:lnTo>
                <a:lnTo>
                  <a:pt x="141732" y="487680"/>
                </a:lnTo>
                <a:lnTo>
                  <a:pt x="144780" y="493776"/>
                </a:lnTo>
                <a:lnTo>
                  <a:pt x="144780" y="499872"/>
                </a:lnTo>
                <a:lnTo>
                  <a:pt x="147828" y="499872"/>
                </a:lnTo>
                <a:lnTo>
                  <a:pt x="147828" y="443484"/>
                </a:lnTo>
                <a:lnTo>
                  <a:pt x="144780" y="443484"/>
                </a:lnTo>
                <a:lnTo>
                  <a:pt x="144780" y="448056"/>
                </a:lnTo>
                <a:lnTo>
                  <a:pt x="143256" y="452628"/>
                </a:lnTo>
                <a:lnTo>
                  <a:pt x="141732" y="455676"/>
                </a:lnTo>
                <a:lnTo>
                  <a:pt x="140208" y="457200"/>
                </a:lnTo>
                <a:lnTo>
                  <a:pt x="138684" y="460248"/>
                </a:lnTo>
                <a:lnTo>
                  <a:pt x="135636" y="460248"/>
                </a:lnTo>
                <a:lnTo>
                  <a:pt x="129540" y="463296"/>
                </a:lnTo>
                <a:lnTo>
                  <a:pt x="68580" y="463296"/>
                </a:lnTo>
                <a:lnTo>
                  <a:pt x="60960" y="458724"/>
                </a:lnTo>
                <a:lnTo>
                  <a:pt x="56388" y="455676"/>
                </a:lnTo>
                <a:lnTo>
                  <a:pt x="53340" y="451104"/>
                </a:lnTo>
                <a:lnTo>
                  <a:pt x="50292" y="448056"/>
                </a:lnTo>
                <a:lnTo>
                  <a:pt x="50292" y="445008"/>
                </a:lnTo>
                <a:lnTo>
                  <a:pt x="51816" y="441960"/>
                </a:lnTo>
                <a:lnTo>
                  <a:pt x="54864" y="438912"/>
                </a:lnTo>
                <a:lnTo>
                  <a:pt x="56388" y="434340"/>
                </a:lnTo>
                <a:lnTo>
                  <a:pt x="57912" y="431292"/>
                </a:lnTo>
                <a:lnTo>
                  <a:pt x="57912" y="426720"/>
                </a:lnTo>
                <a:lnTo>
                  <a:pt x="56388" y="423672"/>
                </a:lnTo>
                <a:lnTo>
                  <a:pt x="53340" y="420624"/>
                </a:lnTo>
                <a:lnTo>
                  <a:pt x="50292" y="419100"/>
                </a:lnTo>
                <a:lnTo>
                  <a:pt x="48768" y="416052"/>
                </a:lnTo>
                <a:lnTo>
                  <a:pt x="48768" y="406908"/>
                </a:lnTo>
                <a:lnTo>
                  <a:pt x="53340" y="402336"/>
                </a:lnTo>
                <a:lnTo>
                  <a:pt x="56388" y="402336"/>
                </a:lnTo>
                <a:lnTo>
                  <a:pt x="59436" y="400812"/>
                </a:lnTo>
                <a:lnTo>
                  <a:pt x="134112" y="400812"/>
                </a:lnTo>
                <a:lnTo>
                  <a:pt x="135636" y="402336"/>
                </a:lnTo>
                <a:lnTo>
                  <a:pt x="138684" y="402336"/>
                </a:lnTo>
                <a:lnTo>
                  <a:pt x="141732" y="405384"/>
                </a:lnTo>
                <a:lnTo>
                  <a:pt x="143256" y="408432"/>
                </a:lnTo>
                <a:lnTo>
                  <a:pt x="144780" y="413004"/>
                </a:lnTo>
                <a:lnTo>
                  <a:pt x="144780" y="417576"/>
                </a:lnTo>
                <a:lnTo>
                  <a:pt x="147828" y="417576"/>
                </a:lnTo>
                <a:lnTo>
                  <a:pt x="147828" y="361188"/>
                </a:lnTo>
                <a:close/>
              </a:path>
              <a:path extrusionOk="0" h="727075" w="187960">
                <a:moveTo>
                  <a:pt x="150863" y="681228"/>
                </a:moveTo>
                <a:lnTo>
                  <a:pt x="133654" y="645985"/>
                </a:lnTo>
                <a:lnTo>
                  <a:pt x="105143" y="633984"/>
                </a:lnTo>
                <a:lnTo>
                  <a:pt x="103619" y="637032"/>
                </a:lnTo>
                <a:lnTo>
                  <a:pt x="114287" y="641604"/>
                </a:lnTo>
                <a:lnTo>
                  <a:pt x="120383" y="646176"/>
                </a:lnTo>
                <a:lnTo>
                  <a:pt x="123431" y="650748"/>
                </a:lnTo>
                <a:lnTo>
                  <a:pt x="128003" y="656844"/>
                </a:lnTo>
                <a:lnTo>
                  <a:pt x="131051" y="662940"/>
                </a:lnTo>
                <a:lnTo>
                  <a:pt x="131051" y="672084"/>
                </a:lnTo>
                <a:lnTo>
                  <a:pt x="130175" y="679780"/>
                </a:lnTo>
                <a:lnTo>
                  <a:pt x="99999" y="704850"/>
                </a:lnTo>
                <a:lnTo>
                  <a:pt x="80759" y="707136"/>
                </a:lnTo>
                <a:lnTo>
                  <a:pt x="71932" y="706564"/>
                </a:lnTo>
                <a:lnTo>
                  <a:pt x="41135" y="687324"/>
                </a:lnTo>
                <a:lnTo>
                  <a:pt x="41135" y="673608"/>
                </a:lnTo>
                <a:lnTo>
                  <a:pt x="44183" y="667512"/>
                </a:lnTo>
                <a:lnTo>
                  <a:pt x="47231" y="664464"/>
                </a:lnTo>
                <a:lnTo>
                  <a:pt x="50279" y="662940"/>
                </a:lnTo>
                <a:lnTo>
                  <a:pt x="60947" y="662940"/>
                </a:lnTo>
                <a:lnTo>
                  <a:pt x="63995" y="661416"/>
                </a:lnTo>
                <a:lnTo>
                  <a:pt x="65519" y="659892"/>
                </a:lnTo>
                <a:lnTo>
                  <a:pt x="68567" y="658368"/>
                </a:lnTo>
                <a:lnTo>
                  <a:pt x="70091" y="653796"/>
                </a:lnTo>
                <a:lnTo>
                  <a:pt x="70091" y="646176"/>
                </a:lnTo>
                <a:lnTo>
                  <a:pt x="68567" y="643128"/>
                </a:lnTo>
                <a:lnTo>
                  <a:pt x="65519" y="640080"/>
                </a:lnTo>
                <a:lnTo>
                  <a:pt x="62471" y="638556"/>
                </a:lnTo>
                <a:lnTo>
                  <a:pt x="53327" y="638556"/>
                </a:lnTo>
                <a:lnTo>
                  <a:pt x="33515" y="675132"/>
                </a:lnTo>
                <a:lnTo>
                  <a:pt x="34645" y="685990"/>
                </a:lnTo>
                <a:lnTo>
                  <a:pt x="58877" y="718591"/>
                </a:lnTo>
                <a:lnTo>
                  <a:pt x="92951" y="726948"/>
                </a:lnTo>
                <a:lnTo>
                  <a:pt x="105194" y="726097"/>
                </a:lnTo>
                <a:lnTo>
                  <a:pt x="142506" y="706094"/>
                </a:lnTo>
                <a:lnTo>
                  <a:pt x="149987" y="690092"/>
                </a:lnTo>
                <a:lnTo>
                  <a:pt x="150863" y="681228"/>
                </a:lnTo>
                <a:close/>
              </a:path>
              <a:path extrusionOk="0" h="727075" w="187960">
                <a:moveTo>
                  <a:pt x="150863" y="563880"/>
                </a:moveTo>
                <a:lnTo>
                  <a:pt x="143243" y="536460"/>
                </a:lnTo>
                <a:lnTo>
                  <a:pt x="143243" y="551688"/>
                </a:lnTo>
                <a:lnTo>
                  <a:pt x="143243" y="559308"/>
                </a:lnTo>
                <a:lnTo>
                  <a:pt x="116179" y="587692"/>
                </a:lnTo>
                <a:lnTo>
                  <a:pt x="83807" y="592836"/>
                </a:lnTo>
                <a:lnTo>
                  <a:pt x="76339" y="592582"/>
                </a:lnTo>
                <a:lnTo>
                  <a:pt x="45707" y="579120"/>
                </a:lnTo>
                <a:lnTo>
                  <a:pt x="42659" y="574548"/>
                </a:lnTo>
                <a:lnTo>
                  <a:pt x="41135" y="569976"/>
                </a:lnTo>
                <a:lnTo>
                  <a:pt x="41135" y="557784"/>
                </a:lnTo>
                <a:lnTo>
                  <a:pt x="73520" y="535114"/>
                </a:lnTo>
                <a:lnTo>
                  <a:pt x="100571" y="531876"/>
                </a:lnTo>
                <a:lnTo>
                  <a:pt x="111175" y="532434"/>
                </a:lnTo>
                <a:lnTo>
                  <a:pt x="143243" y="551688"/>
                </a:lnTo>
                <a:lnTo>
                  <a:pt x="143243" y="536460"/>
                </a:lnTo>
                <a:lnTo>
                  <a:pt x="112623" y="513524"/>
                </a:lnTo>
                <a:lnTo>
                  <a:pt x="89903" y="509016"/>
                </a:lnTo>
                <a:lnTo>
                  <a:pt x="79908" y="509879"/>
                </a:lnTo>
                <a:lnTo>
                  <a:pt x="44450" y="530428"/>
                </a:lnTo>
                <a:lnTo>
                  <a:pt x="33515" y="562356"/>
                </a:lnTo>
                <a:lnTo>
                  <a:pt x="33642" y="563880"/>
                </a:lnTo>
                <a:lnTo>
                  <a:pt x="34074" y="569201"/>
                </a:lnTo>
                <a:lnTo>
                  <a:pt x="55930" y="604342"/>
                </a:lnTo>
                <a:lnTo>
                  <a:pt x="92951" y="615696"/>
                </a:lnTo>
                <a:lnTo>
                  <a:pt x="103200" y="614870"/>
                </a:lnTo>
                <a:lnTo>
                  <a:pt x="139941" y="595820"/>
                </a:lnTo>
                <a:lnTo>
                  <a:pt x="141922" y="592836"/>
                </a:lnTo>
                <a:lnTo>
                  <a:pt x="146100" y="586549"/>
                </a:lnTo>
                <a:lnTo>
                  <a:pt x="149707" y="575868"/>
                </a:lnTo>
                <a:lnTo>
                  <a:pt x="150863" y="563880"/>
                </a:lnTo>
                <a:close/>
              </a:path>
              <a:path extrusionOk="0" h="727075" w="187960">
                <a:moveTo>
                  <a:pt x="150863" y="278892"/>
                </a:moveTo>
                <a:lnTo>
                  <a:pt x="150012" y="270065"/>
                </a:lnTo>
                <a:lnTo>
                  <a:pt x="149910" y="269748"/>
                </a:lnTo>
                <a:lnTo>
                  <a:pt x="147434" y="261937"/>
                </a:lnTo>
                <a:lnTo>
                  <a:pt x="116154" y="234911"/>
                </a:lnTo>
                <a:lnTo>
                  <a:pt x="108191" y="233172"/>
                </a:lnTo>
                <a:lnTo>
                  <a:pt x="105143" y="236220"/>
                </a:lnTo>
                <a:lnTo>
                  <a:pt x="115811" y="239268"/>
                </a:lnTo>
                <a:lnTo>
                  <a:pt x="121907" y="243840"/>
                </a:lnTo>
                <a:lnTo>
                  <a:pt x="124955" y="249936"/>
                </a:lnTo>
                <a:lnTo>
                  <a:pt x="129527" y="254508"/>
                </a:lnTo>
                <a:lnTo>
                  <a:pt x="129578" y="254685"/>
                </a:lnTo>
                <a:lnTo>
                  <a:pt x="131051" y="260604"/>
                </a:lnTo>
                <a:lnTo>
                  <a:pt x="131051" y="268224"/>
                </a:lnTo>
                <a:lnTo>
                  <a:pt x="109651" y="301421"/>
                </a:lnTo>
                <a:lnTo>
                  <a:pt x="77711" y="307848"/>
                </a:lnTo>
                <a:lnTo>
                  <a:pt x="77711" y="257556"/>
                </a:lnTo>
                <a:lnTo>
                  <a:pt x="77711" y="233172"/>
                </a:lnTo>
                <a:lnTo>
                  <a:pt x="70091" y="233832"/>
                </a:lnTo>
                <a:lnTo>
                  <a:pt x="70091" y="257556"/>
                </a:lnTo>
                <a:lnTo>
                  <a:pt x="70091" y="307848"/>
                </a:lnTo>
                <a:lnTo>
                  <a:pt x="60947" y="307848"/>
                </a:lnTo>
                <a:lnTo>
                  <a:pt x="53327" y="304800"/>
                </a:lnTo>
                <a:lnTo>
                  <a:pt x="48755" y="298704"/>
                </a:lnTo>
                <a:lnTo>
                  <a:pt x="44183" y="294132"/>
                </a:lnTo>
                <a:lnTo>
                  <a:pt x="41948" y="289661"/>
                </a:lnTo>
                <a:lnTo>
                  <a:pt x="41135" y="287997"/>
                </a:lnTo>
                <a:lnTo>
                  <a:pt x="41135" y="277368"/>
                </a:lnTo>
                <a:lnTo>
                  <a:pt x="42659" y="272796"/>
                </a:lnTo>
                <a:lnTo>
                  <a:pt x="45707" y="269748"/>
                </a:lnTo>
                <a:lnTo>
                  <a:pt x="47231" y="265176"/>
                </a:lnTo>
                <a:lnTo>
                  <a:pt x="50279" y="262128"/>
                </a:lnTo>
                <a:lnTo>
                  <a:pt x="54851" y="260604"/>
                </a:lnTo>
                <a:lnTo>
                  <a:pt x="57899" y="259080"/>
                </a:lnTo>
                <a:lnTo>
                  <a:pt x="62471" y="257556"/>
                </a:lnTo>
                <a:lnTo>
                  <a:pt x="70091" y="257556"/>
                </a:lnTo>
                <a:lnTo>
                  <a:pt x="70091" y="233832"/>
                </a:lnTo>
                <a:lnTo>
                  <a:pt x="36753" y="258889"/>
                </a:lnTo>
                <a:lnTo>
                  <a:pt x="36703" y="259080"/>
                </a:lnTo>
                <a:lnTo>
                  <a:pt x="34353" y="267017"/>
                </a:lnTo>
                <a:lnTo>
                  <a:pt x="34239" y="268224"/>
                </a:lnTo>
                <a:lnTo>
                  <a:pt x="33515" y="275844"/>
                </a:lnTo>
                <a:lnTo>
                  <a:pt x="34620" y="285851"/>
                </a:lnTo>
                <a:lnTo>
                  <a:pt x="57594" y="318427"/>
                </a:lnTo>
                <a:lnTo>
                  <a:pt x="92951" y="326136"/>
                </a:lnTo>
                <a:lnTo>
                  <a:pt x="105841" y="325285"/>
                </a:lnTo>
                <a:lnTo>
                  <a:pt x="139890" y="307848"/>
                </a:lnTo>
                <a:lnTo>
                  <a:pt x="149987" y="287997"/>
                </a:lnTo>
                <a:lnTo>
                  <a:pt x="150863" y="278892"/>
                </a:lnTo>
                <a:close/>
              </a:path>
              <a:path extrusionOk="0" h="727075" w="187960">
                <a:moveTo>
                  <a:pt x="150863" y="170688"/>
                </a:moveTo>
                <a:lnTo>
                  <a:pt x="133654" y="135686"/>
                </a:lnTo>
                <a:lnTo>
                  <a:pt x="105143" y="124968"/>
                </a:lnTo>
                <a:lnTo>
                  <a:pt x="103619" y="128016"/>
                </a:lnTo>
                <a:lnTo>
                  <a:pt x="114287" y="131064"/>
                </a:lnTo>
                <a:lnTo>
                  <a:pt x="120383" y="135636"/>
                </a:lnTo>
                <a:lnTo>
                  <a:pt x="123431" y="140208"/>
                </a:lnTo>
                <a:lnTo>
                  <a:pt x="128003" y="146304"/>
                </a:lnTo>
                <a:lnTo>
                  <a:pt x="131051" y="153924"/>
                </a:lnTo>
                <a:lnTo>
                  <a:pt x="131051" y="161544"/>
                </a:lnTo>
                <a:lnTo>
                  <a:pt x="130175" y="169240"/>
                </a:lnTo>
                <a:lnTo>
                  <a:pt x="99999" y="195072"/>
                </a:lnTo>
                <a:lnTo>
                  <a:pt x="80759" y="198120"/>
                </a:lnTo>
                <a:lnTo>
                  <a:pt x="71932" y="197535"/>
                </a:lnTo>
                <a:lnTo>
                  <a:pt x="63804" y="195643"/>
                </a:lnTo>
                <a:lnTo>
                  <a:pt x="56553" y="192341"/>
                </a:lnTo>
                <a:lnTo>
                  <a:pt x="44183" y="182880"/>
                </a:lnTo>
                <a:lnTo>
                  <a:pt x="41135" y="176784"/>
                </a:lnTo>
                <a:lnTo>
                  <a:pt x="41135" y="164592"/>
                </a:lnTo>
                <a:lnTo>
                  <a:pt x="42659" y="160020"/>
                </a:lnTo>
                <a:lnTo>
                  <a:pt x="44183" y="156972"/>
                </a:lnTo>
                <a:lnTo>
                  <a:pt x="50279" y="153924"/>
                </a:lnTo>
                <a:lnTo>
                  <a:pt x="56375" y="152400"/>
                </a:lnTo>
                <a:lnTo>
                  <a:pt x="60947" y="152400"/>
                </a:lnTo>
                <a:lnTo>
                  <a:pt x="63995" y="150876"/>
                </a:lnTo>
                <a:lnTo>
                  <a:pt x="65519" y="149352"/>
                </a:lnTo>
                <a:lnTo>
                  <a:pt x="68567" y="147828"/>
                </a:lnTo>
                <a:lnTo>
                  <a:pt x="70091" y="144780"/>
                </a:lnTo>
                <a:lnTo>
                  <a:pt x="70091" y="137160"/>
                </a:lnTo>
                <a:lnTo>
                  <a:pt x="68567" y="134112"/>
                </a:lnTo>
                <a:lnTo>
                  <a:pt x="67043" y="132588"/>
                </a:lnTo>
                <a:lnTo>
                  <a:pt x="65519" y="129540"/>
                </a:lnTo>
                <a:lnTo>
                  <a:pt x="53327" y="129540"/>
                </a:lnTo>
                <a:lnTo>
                  <a:pt x="47231" y="132588"/>
                </a:lnTo>
                <a:lnTo>
                  <a:pt x="33515" y="166116"/>
                </a:lnTo>
                <a:lnTo>
                  <a:pt x="34645" y="176123"/>
                </a:lnTo>
                <a:lnTo>
                  <a:pt x="58877" y="208940"/>
                </a:lnTo>
                <a:lnTo>
                  <a:pt x="92951" y="217932"/>
                </a:lnTo>
                <a:lnTo>
                  <a:pt x="105194" y="217055"/>
                </a:lnTo>
                <a:lnTo>
                  <a:pt x="142506" y="195554"/>
                </a:lnTo>
                <a:lnTo>
                  <a:pt x="149987" y="179552"/>
                </a:lnTo>
                <a:lnTo>
                  <a:pt x="150863" y="170688"/>
                </a:lnTo>
                <a:close/>
              </a:path>
              <a:path extrusionOk="0" h="727075" w="187960">
                <a:moveTo>
                  <a:pt x="150876" y="70104"/>
                </a:moveTo>
                <a:lnTo>
                  <a:pt x="149352" y="64008"/>
                </a:lnTo>
                <a:lnTo>
                  <a:pt x="144780" y="59436"/>
                </a:lnTo>
                <a:lnTo>
                  <a:pt x="140208" y="53340"/>
                </a:lnTo>
                <a:lnTo>
                  <a:pt x="134112" y="48768"/>
                </a:lnTo>
                <a:lnTo>
                  <a:pt x="126492" y="47244"/>
                </a:lnTo>
                <a:lnTo>
                  <a:pt x="126492" y="53340"/>
                </a:lnTo>
                <a:lnTo>
                  <a:pt x="129540" y="53340"/>
                </a:lnTo>
                <a:lnTo>
                  <a:pt x="134112" y="57912"/>
                </a:lnTo>
                <a:lnTo>
                  <a:pt x="135636" y="60960"/>
                </a:lnTo>
                <a:lnTo>
                  <a:pt x="135636" y="68580"/>
                </a:lnTo>
                <a:lnTo>
                  <a:pt x="132588" y="74676"/>
                </a:lnTo>
                <a:lnTo>
                  <a:pt x="129540" y="76200"/>
                </a:lnTo>
                <a:lnTo>
                  <a:pt x="124968" y="77724"/>
                </a:lnTo>
                <a:lnTo>
                  <a:pt x="44196" y="77724"/>
                </a:lnTo>
                <a:lnTo>
                  <a:pt x="44196" y="51816"/>
                </a:lnTo>
                <a:lnTo>
                  <a:pt x="36576" y="51816"/>
                </a:lnTo>
                <a:lnTo>
                  <a:pt x="36576" y="77724"/>
                </a:lnTo>
                <a:lnTo>
                  <a:pt x="0" y="77724"/>
                </a:lnTo>
                <a:lnTo>
                  <a:pt x="0" y="80772"/>
                </a:lnTo>
                <a:lnTo>
                  <a:pt x="36576" y="105156"/>
                </a:lnTo>
                <a:lnTo>
                  <a:pt x="41148" y="115824"/>
                </a:lnTo>
                <a:lnTo>
                  <a:pt x="44196" y="115824"/>
                </a:lnTo>
                <a:lnTo>
                  <a:pt x="44196" y="97536"/>
                </a:lnTo>
                <a:lnTo>
                  <a:pt x="128016" y="97536"/>
                </a:lnTo>
                <a:lnTo>
                  <a:pt x="134112" y="96012"/>
                </a:lnTo>
                <a:lnTo>
                  <a:pt x="143256" y="92964"/>
                </a:lnTo>
                <a:lnTo>
                  <a:pt x="146304" y="89916"/>
                </a:lnTo>
                <a:lnTo>
                  <a:pt x="147828" y="86868"/>
                </a:lnTo>
                <a:lnTo>
                  <a:pt x="149352" y="82296"/>
                </a:lnTo>
                <a:lnTo>
                  <a:pt x="150876" y="79248"/>
                </a:lnTo>
                <a:lnTo>
                  <a:pt x="150876" y="70104"/>
                </a:lnTo>
                <a:close/>
              </a:path>
              <a:path extrusionOk="0" h="727075" w="187960">
                <a:moveTo>
                  <a:pt x="187439" y="36576"/>
                </a:moveTo>
                <a:lnTo>
                  <a:pt x="164579" y="3048"/>
                </a:lnTo>
                <a:lnTo>
                  <a:pt x="156959" y="0"/>
                </a:lnTo>
                <a:lnTo>
                  <a:pt x="140195" y="0"/>
                </a:lnTo>
                <a:lnTo>
                  <a:pt x="134099" y="1524"/>
                </a:lnTo>
                <a:lnTo>
                  <a:pt x="129527" y="6096"/>
                </a:lnTo>
                <a:lnTo>
                  <a:pt x="123431" y="15240"/>
                </a:lnTo>
                <a:lnTo>
                  <a:pt x="123431" y="24384"/>
                </a:lnTo>
                <a:lnTo>
                  <a:pt x="124955" y="28956"/>
                </a:lnTo>
                <a:lnTo>
                  <a:pt x="131051" y="35052"/>
                </a:lnTo>
                <a:lnTo>
                  <a:pt x="134099" y="36576"/>
                </a:lnTo>
                <a:lnTo>
                  <a:pt x="141719" y="36576"/>
                </a:lnTo>
                <a:lnTo>
                  <a:pt x="149339" y="18288"/>
                </a:lnTo>
                <a:lnTo>
                  <a:pt x="147815" y="15240"/>
                </a:lnTo>
                <a:lnTo>
                  <a:pt x="147815" y="10668"/>
                </a:lnTo>
                <a:lnTo>
                  <a:pt x="158483" y="10668"/>
                </a:lnTo>
                <a:lnTo>
                  <a:pt x="182867" y="36576"/>
                </a:lnTo>
                <a:lnTo>
                  <a:pt x="187439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29" name="Google Shape;8029;p110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3332988" y="2462783"/>
            <a:ext cx="201167" cy="711707"/>
          </a:xfrm>
          <a:prstGeom prst="rect">
            <a:avLst/>
          </a:prstGeom>
          <a:noFill/>
          <a:ln>
            <a:noFill/>
          </a:ln>
        </p:spPr>
      </p:pic>
      <p:sp>
        <p:nvSpPr>
          <p:cNvPr id="8030" name="Google Shape;8030;p110"/>
          <p:cNvSpPr/>
          <p:nvPr/>
        </p:nvSpPr>
        <p:spPr>
          <a:xfrm>
            <a:off x="3308591" y="1644396"/>
            <a:ext cx="226060" cy="751840"/>
          </a:xfrm>
          <a:custGeom>
            <a:rect b="b" l="l" r="r" t="t"/>
            <a:pathLst>
              <a:path extrusionOk="0" h="751839" w="226060">
                <a:moveTo>
                  <a:pt x="24384" y="454152"/>
                </a:moveTo>
                <a:lnTo>
                  <a:pt x="21336" y="448056"/>
                </a:lnTo>
                <a:lnTo>
                  <a:pt x="15240" y="445008"/>
                </a:lnTo>
                <a:lnTo>
                  <a:pt x="9144" y="445008"/>
                </a:lnTo>
                <a:lnTo>
                  <a:pt x="3048" y="448056"/>
                </a:lnTo>
                <a:lnTo>
                  <a:pt x="0" y="454152"/>
                </a:lnTo>
                <a:lnTo>
                  <a:pt x="0" y="460248"/>
                </a:lnTo>
                <a:lnTo>
                  <a:pt x="3048" y="466344"/>
                </a:lnTo>
                <a:lnTo>
                  <a:pt x="9144" y="469392"/>
                </a:lnTo>
                <a:lnTo>
                  <a:pt x="15240" y="469392"/>
                </a:lnTo>
                <a:lnTo>
                  <a:pt x="21336" y="466344"/>
                </a:lnTo>
                <a:lnTo>
                  <a:pt x="24384" y="460248"/>
                </a:lnTo>
                <a:lnTo>
                  <a:pt x="24384" y="454152"/>
                </a:lnTo>
                <a:close/>
              </a:path>
              <a:path extrusionOk="0" h="751839" w="226060">
                <a:moveTo>
                  <a:pt x="172212" y="498348"/>
                </a:moveTo>
                <a:lnTo>
                  <a:pt x="169164" y="498348"/>
                </a:lnTo>
                <a:lnTo>
                  <a:pt x="169164" y="507492"/>
                </a:lnTo>
                <a:lnTo>
                  <a:pt x="167640" y="510540"/>
                </a:lnTo>
                <a:lnTo>
                  <a:pt x="164592" y="513588"/>
                </a:lnTo>
                <a:lnTo>
                  <a:pt x="161544" y="513588"/>
                </a:lnTo>
                <a:lnTo>
                  <a:pt x="160020" y="515112"/>
                </a:lnTo>
                <a:lnTo>
                  <a:pt x="0" y="515112"/>
                </a:lnTo>
                <a:lnTo>
                  <a:pt x="0" y="521208"/>
                </a:lnTo>
                <a:lnTo>
                  <a:pt x="13716" y="551688"/>
                </a:lnTo>
                <a:lnTo>
                  <a:pt x="16764" y="550164"/>
                </a:lnTo>
                <a:lnTo>
                  <a:pt x="15240" y="547116"/>
                </a:lnTo>
                <a:lnTo>
                  <a:pt x="15240" y="539496"/>
                </a:lnTo>
                <a:lnTo>
                  <a:pt x="16764" y="539496"/>
                </a:lnTo>
                <a:lnTo>
                  <a:pt x="19812" y="536448"/>
                </a:lnTo>
                <a:lnTo>
                  <a:pt x="25908" y="536448"/>
                </a:lnTo>
                <a:lnTo>
                  <a:pt x="33528" y="534924"/>
                </a:lnTo>
                <a:lnTo>
                  <a:pt x="155448" y="534924"/>
                </a:lnTo>
                <a:lnTo>
                  <a:pt x="160020" y="536448"/>
                </a:lnTo>
                <a:lnTo>
                  <a:pt x="161544" y="536448"/>
                </a:lnTo>
                <a:lnTo>
                  <a:pt x="164592" y="537972"/>
                </a:lnTo>
                <a:lnTo>
                  <a:pt x="167640" y="541020"/>
                </a:lnTo>
                <a:lnTo>
                  <a:pt x="169164" y="544068"/>
                </a:lnTo>
                <a:lnTo>
                  <a:pt x="169164" y="551688"/>
                </a:lnTo>
                <a:lnTo>
                  <a:pt x="172212" y="551688"/>
                </a:lnTo>
                <a:lnTo>
                  <a:pt x="172212" y="498348"/>
                </a:lnTo>
                <a:close/>
              </a:path>
              <a:path extrusionOk="0" h="751839" w="226060">
                <a:moveTo>
                  <a:pt x="172212" y="429768"/>
                </a:moveTo>
                <a:lnTo>
                  <a:pt x="169164" y="429768"/>
                </a:lnTo>
                <a:lnTo>
                  <a:pt x="169164" y="438912"/>
                </a:lnTo>
                <a:lnTo>
                  <a:pt x="164592" y="443484"/>
                </a:lnTo>
                <a:lnTo>
                  <a:pt x="161544" y="445008"/>
                </a:lnTo>
                <a:lnTo>
                  <a:pt x="160020" y="446532"/>
                </a:lnTo>
                <a:lnTo>
                  <a:pt x="57912" y="446532"/>
                </a:lnTo>
                <a:lnTo>
                  <a:pt x="57912" y="451104"/>
                </a:lnTo>
                <a:lnTo>
                  <a:pt x="71628" y="484632"/>
                </a:lnTo>
                <a:lnTo>
                  <a:pt x="74676" y="483108"/>
                </a:lnTo>
                <a:lnTo>
                  <a:pt x="73152" y="480060"/>
                </a:lnTo>
                <a:lnTo>
                  <a:pt x="73152" y="470916"/>
                </a:lnTo>
                <a:lnTo>
                  <a:pt x="74676" y="469392"/>
                </a:lnTo>
                <a:lnTo>
                  <a:pt x="76200" y="469392"/>
                </a:lnTo>
                <a:lnTo>
                  <a:pt x="77724" y="467868"/>
                </a:lnTo>
                <a:lnTo>
                  <a:pt x="80772" y="467868"/>
                </a:lnTo>
                <a:lnTo>
                  <a:pt x="83820" y="466344"/>
                </a:lnTo>
                <a:lnTo>
                  <a:pt x="160020" y="466344"/>
                </a:lnTo>
                <a:lnTo>
                  <a:pt x="161544" y="467868"/>
                </a:lnTo>
                <a:lnTo>
                  <a:pt x="164592" y="469392"/>
                </a:lnTo>
                <a:lnTo>
                  <a:pt x="169164" y="473964"/>
                </a:lnTo>
                <a:lnTo>
                  <a:pt x="169164" y="483108"/>
                </a:lnTo>
                <a:lnTo>
                  <a:pt x="172212" y="483108"/>
                </a:lnTo>
                <a:lnTo>
                  <a:pt x="172212" y="466344"/>
                </a:lnTo>
                <a:lnTo>
                  <a:pt x="172212" y="429768"/>
                </a:lnTo>
                <a:close/>
              </a:path>
              <a:path extrusionOk="0" h="751839" w="226060">
                <a:moveTo>
                  <a:pt x="172212" y="128016"/>
                </a:moveTo>
                <a:lnTo>
                  <a:pt x="169164" y="128016"/>
                </a:lnTo>
                <a:lnTo>
                  <a:pt x="169164" y="137160"/>
                </a:lnTo>
                <a:lnTo>
                  <a:pt x="164592" y="141732"/>
                </a:lnTo>
                <a:lnTo>
                  <a:pt x="161544" y="143256"/>
                </a:lnTo>
                <a:lnTo>
                  <a:pt x="160020" y="143256"/>
                </a:lnTo>
                <a:lnTo>
                  <a:pt x="155448" y="144780"/>
                </a:lnTo>
                <a:lnTo>
                  <a:pt x="0" y="144780"/>
                </a:lnTo>
                <a:lnTo>
                  <a:pt x="0" y="149352"/>
                </a:lnTo>
                <a:lnTo>
                  <a:pt x="13716" y="181356"/>
                </a:lnTo>
                <a:lnTo>
                  <a:pt x="16764" y="178308"/>
                </a:lnTo>
                <a:lnTo>
                  <a:pt x="15240" y="176784"/>
                </a:lnTo>
                <a:lnTo>
                  <a:pt x="15240" y="169164"/>
                </a:lnTo>
                <a:lnTo>
                  <a:pt x="18288" y="166116"/>
                </a:lnTo>
                <a:lnTo>
                  <a:pt x="19812" y="166116"/>
                </a:lnTo>
                <a:lnTo>
                  <a:pt x="22860" y="164592"/>
                </a:lnTo>
                <a:lnTo>
                  <a:pt x="160020" y="164592"/>
                </a:lnTo>
                <a:lnTo>
                  <a:pt x="161544" y="166116"/>
                </a:lnTo>
                <a:lnTo>
                  <a:pt x="164592" y="167640"/>
                </a:lnTo>
                <a:lnTo>
                  <a:pt x="166116" y="167640"/>
                </a:lnTo>
                <a:lnTo>
                  <a:pt x="167640" y="170688"/>
                </a:lnTo>
                <a:lnTo>
                  <a:pt x="169164" y="172212"/>
                </a:lnTo>
                <a:lnTo>
                  <a:pt x="169164" y="181356"/>
                </a:lnTo>
                <a:lnTo>
                  <a:pt x="172212" y="181356"/>
                </a:lnTo>
                <a:lnTo>
                  <a:pt x="172212" y="128016"/>
                </a:lnTo>
                <a:close/>
              </a:path>
              <a:path extrusionOk="0" h="751839" w="226060">
                <a:moveTo>
                  <a:pt x="172224" y="693420"/>
                </a:moveTo>
                <a:lnTo>
                  <a:pt x="169176" y="693420"/>
                </a:lnTo>
                <a:lnTo>
                  <a:pt x="169176" y="699516"/>
                </a:lnTo>
                <a:lnTo>
                  <a:pt x="164604" y="708660"/>
                </a:lnTo>
                <a:lnTo>
                  <a:pt x="163080" y="710184"/>
                </a:lnTo>
                <a:lnTo>
                  <a:pt x="156984" y="713232"/>
                </a:lnTo>
                <a:lnTo>
                  <a:pt x="92976" y="713232"/>
                </a:lnTo>
                <a:lnTo>
                  <a:pt x="85356" y="710184"/>
                </a:lnTo>
                <a:lnTo>
                  <a:pt x="74688" y="699516"/>
                </a:lnTo>
                <a:lnTo>
                  <a:pt x="74688" y="694944"/>
                </a:lnTo>
                <a:lnTo>
                  <a:pt x="76212" y="693420"/>
                </a:lnTo>
                <a:lnTo>
                  <a:pt x="79260" y="688848"/>
                </a:lnTo>
                <a:lnTo>
                  <a:pt x="82308" y="682752"/>
                </a:lnTo>
                <a:lnTo>
                  <a:pt x="82308" y="676656"/>
                </a:lnTo>
                <a:lnTo>
                  <a:pt x="80784" y="675132"/>
                </a:lnTo>
                <a:lnTo>
                  <a:pt x="79260" y="672084"/>
                </a:lnTo>
                <a:lnTo>
                  <a:pt x="77736" y="670560"/>
                </a:lnTo>
                <a:lnTo>
                  <a:pt x="74688" y="669036"/>
                </a:lnTo>
                <a:lnTo>
                  <a:pt x="67068" y="669036"/>
                </a:lnTo>
                <a:lnTo>
                  <a:pt x="64020" y="670560"/>
                </a:lnTo>
                <a:lnTo>
                  <a:pt x="62496" y="673608"/>
                </a:lnTo>
                <a:lnTo>
                  <a:pt x="59448" y="676656"/>
                </a:lnTo>
                <a:lnTo>
                  <a:pt x="57924" y="681228"/>
                </a:lnTo>
                <a:lnTo>
                  <a:pt x="57924" y="685800"/>
                </a:lnTo>
                <a:lnTo>
                  <a:pt x="59372" y="692658"/>
                </a:lnTo>
                <a:lnTo>
                  <a:pt x="63830" y="699516"/>
                </a:lnTo>
                <a:lnTo>
                  <a:pt x="71424" y="706374"/>
                </a:lnTo>
                <a:lnTo>
                  <a:pt x="82308" y="713232"/>
                </a:lnTo>
                <a:lnTo>
                  <a:pt x="57924" y="713232"/>
                </a:lnTo>
                <a:lnTo>
                  <a:pt x="57924" y="719328"/>
                </a:lnTo>
                <a:lnTo>
                  <a:pt x="71640" y="751332"/>
                </a:lnTo>
                <a:lnTo>
                  <a:pt x="74688" y="751332"/>
                </a:lnTo>
                <a:lnTo>
                  <a:pt x="73164" y="748284"/>
                </a:lnTo>
                <a:lnTo>
                  <a:pt x="73164" y="739140"/>
                </a:lnTo>
                <a:lnTo>
                  <a:pt x="77736" y="734568"/>
                </a:lnTo>
                <a:lnTo>
                  <a:pt x="83832" y="734568"/>
                </a:lnTo>
                <a:lnTo>
                  <a:pt x="91452" y="733044"/>
                </a:lnTo>
                <a:lnTo>
                  <a:pt x="153936" y="733044"/>
                </a:lnTo>
                <a:lnTo>
                  <a:pt x="158508" y="734568"/>
                </a:lnTo>
                <a:lnTo>
                  <a:pt x="163080" y="734568"/>
                </a:lnTo>
                <a:lnTo>
                  <a:pt x="164604" y="736092"/>
                </a:lnTo>
                <a:lnTo>
                  <a:pt x="166128" y="739140"/>
                </a:lnTo>
                <a:lnTo>
                  <a:pt x="167652" y="740664"/>
                </a:lnTo>
                <a:lnTo>
                  <a:pt x="169176" y="745236"/>
                </a:lnTo>
                <a:lnTo>
                  <a:pt x="169176" y="749808"/>
                </a:lnTo>
                <a:lnTo>
                  <a:pt x="172224" y="749808"/>
                </a:lnTo>
                <a:lnTo>
                  <a:pt x="172224" y="693420"/>
                </a:lnTo>
                <a:close/>
              </a:path>
              <a:path extrusionOk="0" h="751839" w="226060">
                <a:moveTo>
                  <a:pt x="175260" y="612648"/>
                </a:moveTo>
                <a:lnTo>
                  <a:pt x="155308" y="577024"/>
                </a:lnTo>
                <a:lnTo>
                  <a:pt x="132588" y="568452"/>
                </a:lnTo>
                <a:lnTo>
                  <a:pt x="129540" y="571500"/>
                </a:lnTo>
                <a:lnTo>
                  <a:pt x="140208" y="574548"/>
                </a:lnTo>
                <a:lnTo>
                  <a:pt x="146304" y="579120"/>
                </a:lnTo>
                <a:lnTo>
                  <a:pt x="149352" y="585216"/>
                </a:lnTo>
                <a:lnTo>
                  <a:pt x="153924" y="589788"/>
                </a:lnTo>
                <a:lnTo>
                  <a:pt x="155448" y="595884"/>
                </a:lnTo>
                <a:lnTo>
                  <a:pt x="134048" y="636066"/>
                </a:lnTo>
                <a:lnTo>
                  <a:pt x="102108" y="643128"/>
                </a:lnTo>
                <a:lnTo>
                  <a:pt x="102108" y="592836"/>
                </a:lnTo>
                <a:lnTo>
                  <a:pt x="102108" y="568452"/>
                </a:lnTo>
                <a:lnTo>
                  <a:pt x="94488" y="568947"/>
                </a:lnTo>
                <a:lnTo>
                  <a:pt x="94488" y="592836"/>
                </a:lnTo>
                <a:lnTo>
                  <a:pt x="94488" y="643128"/>
                </a:lnTo>
                <a:lnTo>
                  <a:pt x="85344" y="641604"/>
                </a:lnTo>
                <a:lnTo>
                  <a:pt x="77724" y="638556"/>
                </a:lnTo>
                <a:lnTo>
                  <a:pt x="68580" y="629412"/>
                </a:lnTo>
                <a:lnTo>
                  <a:pt x="65532" y="623316"/>
                </a:lnTo>
                <a:lnTo>
                  <a:pt x="65532" y="612648"/>
                </a:lnTo>
                <a:lnTo>
                  <a:pt x="67056" y="608076"/>
                </a:lnTo>
                <a:lnTo>
                  <a:pt x="70104" y="603504"/>
                </a:lnTo>
                <a:lnTo>
                  <a:pt x="71628" y="600456"/>
                </a:lnTo>
                <a:lnTo>
                  <a:pt x="74676" y="597408"/>
                </a:lnTo>
                <a:lnTo>
                  <a:pt x="79248" y="595884"/>
                </a:lnTo>
                <a:lnTo>
                  <a:pt x="82296" y="594360"/>
                </a:lnTo>
                <a:lnTo>
                  <a:pt x="86868" y="592836"/>
                </a:lnTo>
                <a:lnTo>
                  <a:pt x="94488" y="592836"/>
                </a:lnTo>
                <a:lnTo>
                  <a:pt x="94488" y="568947"/>
                </a:lnTo>
                <a:lnTo>
                  <a:pt x="61150" y="593598"/>
                </a:lnTo>
                <a:lnTo>
                  <a:pt x="57912" y="611124"/>
                </a:lnTo>
                <a:lnTo>
                  <a:pt x="59016" y="621106"/>
                </a:lnTo>
                <a:lnTo>
                  <a:pt x="81991" y="653059"/>
                </a:lnTo>
                <a:lnTo>
                  <a:pt x="117348" y="661416"/>
                </a:lnTo>
                <a:lnTo>
                  <a:pt x="130594" y="660539"/>
                </a:lnTo>
                <a:lnTo>
                  <a:pt x="130340" y="660539"/>
                </a:lnTo>
                <a:lnTo>
                  <a:pt x="141541" y="657987"/>
                </a:lnTo>
                <a:lnTo>
                  <a:pt x="151434" y="653707"/>
                </a:lnTo>
                <a:lnTo>
                  <a:pt x="160020" y="647700"/>
                </a:lnTo>
                <a:lnTo>
                  <a:pt x="163931" y="643128"/>
                </a:lnTo>
                <a:lnTo>
                  <a:pt x="166903" y="639660"/>
                </a:lnTo>
                <a:lnTo>
                  <a:pt x="171640" y="631317"/>
                </a:lnTo>
                <a:lnTo>
                  <a:pt x="171767" y="630936"/>
                </a:lnTo>
                <a:lnTo>
                  <a:pt x="174383" y="622414"/>
                </a:lnTo>
                <a:lnTo>
                  <a:pt x="174498" y="621106"/>
                </a:lnTo>
                <a:lnTo>
                  <a:pt x="175260" y="612648"/>
                </a:lnTo>
                <a:close/>
              </a:path>
              <a:path extrusionOk="0" h="751839" w="226060">
                <a:moveTo>
                  <a:pt x="175260" y="339852"/>
                </a:moveTo>
                <a:lnTo>
                  <a:pt x="174117" y="333235"/>
                </a:lnTo>
                <a:lnTo>
                  <a:pt x="170688" y="326898"/>
                </a:lnTo>
                <a:lnTo>
                  <a:pt x="164973" y="320573"/>
                </a:lnTo>
                <a:lnTo>
                  <a:pt x="156972" y="313944"/>
                </a:lnTo>
                <a:lnTo>
                  <a:pt x="150876" y="313944"/>
                </a:lnTo>
                <a:lnTo>
                  <a:pt x="160020" y="323088"/>
                </a:lnTo>
                <a:lnTo>
                  <a:pt x="160020" y="329184"/>
                </a:lnTo>
                <a:lnTo>
                  <a:pt x="158496" y="329184"/>
                </a:lnTo>
                <a:lnTo>
                  <a:pt x="158496" y="330708"/>
                </a:lnTo>
                <a:lnTo>
                  <a:pt x="156972" y="330708"/>
                </a:lnTo>
                <a:lnTo>
                  <a:pt x="153924" y="332232"/>
                </a:lnTo>
                <a:lnTo>
                  <a:pt x="85344" y="332232"/>
                </a:lnTo>
                <a:lnTo>
                  <a:pt x="77724" y="333756"/>
                </a:lnTo>
                <a:lnTo>
                  <a:pt x="74676" y="335280"/>
                </a:lnTo>
                <a:lnTo>
                  <a:pt x="70104" y="336804"/>
                </a:lnTo>
                <a:lnTo>
                  <a:pt x="65532" y="339852"/>
                </a:lnTo>
                <a:lnTo>
                  <a:pt x="59436" y="352044"/>
                </a:lnTo>
                <a:lnTo>
                  <a:pt x="57912" y="359664"/>
                </a:lnTo>
                <a:lnTo>
                  <a:pt x="58013" y="371767"/>
                </a:lnTo>
                <a:lnTo>
                  <a:pt x="58077" y="372833"/>
                </a:lnTo>
                <a:lnTo>
                  <a:pt x="58153" y="373913"/>
                </a:lnTo>
                <a:lnTo>
                  <a:pt x="58216" y="374904"/>
                </a:lnTo>
                <a:lnTo>
                  <a:pt x="58483" y="379171"/>
                </a:lnTo>
                <a:lnTo>
                  <a:pt x="58559" y="379476"/>
                </a:lnTo>
                <a:lnTo>
                  <a:pt x="60198" y="387286"/>
                </a:lnTo>
                <a:lnTo>
                  <a:pt x="63055" y="394550"/>
                </a:lnTo>
                <a:lnTo>
                  <a:pt x="63169" y="394716"/>
                </a:lnTo>
                <a:lnTo>
                  <a:pt x="67056" y="400812"/>
                </a:lnTo>
                <a:lnTo>
                  <a:pt x="73152" y="408432"/>
                </a:lnTo>
                <a:lnTo>
                  <a:pt x="79248" y="411480"/>
                </a:lnTo>
                <a:lnTo>
                  <a:pt x="89916" y="411480"/>
                </a:lnTo>
                <a:lnTo>
                  <a:pt x="92964" y="409956"/>
                </a:lnTo>
                <a:lnTo>
                  <a:pt x="96012" y="406908"/>
                </a:lnTo>
                <a:lnTo>
                  <a:pt x="97536" y="403860"/>
                </a:lnTo>
                <a:lnTo>
                  <a:pt x="97536" y="399288"/>
                </a:lnTo>
                <a:lnTo>
                  <a:pt x="96012" y="396240"/>
                </a:lnTo>
                <a:lnTo>
                  <a:pt x="92964" y="393192"/>
                </a:lnTo>
                <a:lnTo>
                  <a:pt x="89916" y="391668"/>
                </a:lnTo>
                <a:lnTo>
                  <a:pt x="76200" y="391668"/>
                </a:lnTo>
                <a:lnTo>
                  <a:pt x="73152" y="390144"/>
                </a:lnTo>
                <a:lnTo>
                  <a:pt x="67056" y="384048"/>
                </a:lnTo>
                <a:lnTo>
                  <a:pt x="65532" y="379476"/>
                </a:lnTo>
                <a:lnTo>
                  <a:pt x="65633" y="366903"/>
                </a:lnTo>
                <a:lnTo>
                  <a:pt x="65684" y="366712"/>
                </a:lnTo>
                <a:lnTo>
                  <a:pt x="67056" y="361188"/>
                </a:lnTo>
                <a:lnTo>
                  <a:pt x="71628" y="358140"/>
                </a:lnTo>
                <a:lnTo>
                  <a:pt x="76200" y="353568"/>
                </a:lnTo>
                <a:lnTo>
                  <a:pt x="83820" y="352044"/>
                </a:lnTo>
                <a:lnTo>
                  <a:pt x="99060" y="352044"/>
                </a:lnTo>
                <a:lnTo>
                  <a:pt x="104495" y="365785"/>
                </a:lnTo>
                <a:lnTo>
                  <a:pt x="109347" y="377380"/>
                </a:lnTo>
                <a:lnTo>
                  <a:pt x="132588" y="413004"/>
                </a:lnTo>
                <a:lnTo>
                  <a:pt x="141732" y="416052"/>
                </a:lnTo>
                <a:lnTo>
                  <a:pt x="155448" y="416052"/>
                </a:lnTo>
                <a:lnTo>
                  <a:pt x="161544" y="413004"/>
                </a:lnTo>
                <a:lnTo>
                  <a:pt x="167640" y="408432"/>
                </a:lnTo>
                <a:lnTo>
                  <a:pt x="172212" y="403860"/>
                </a:lnTo>
                <a:lnTo>
                  <a:pt x="175260" y="396240"/>
                </a:lnTo>
                <a:lnTo>
                  <a:pt x="175260" y="384048"/>
                </a:lnTo>
                <a:lnTo>
                  <a:pt x="172212" y="374904"/>
                </a:lnTo>
                <a:lnTo>
                  <a:pt x="170243" y="371767"/>
                </a:lnTo>
                <a:lnTo>
                  <a:pt x="166687" y="366903"/>
                </a:lnTo>
                <a:lnTo>
                  <a:pt x="160020" y="358089"/>
                </a:lnTo>
                <a:lnTo>
                  <a:pt x="160020" y="382524"/>
                </a:lnTo>
                <a:lnTo>
                  <a:pt x="158546" y="386981"/>
                </a:lnTo>
                <a:lnTo>
                  <a:pt x="158686" y="386981"/>
                </a:lnTo>
                <a:lnTo>
                  <a:pt x="153924" y="390144"/>
                </a:lnTo>
                <a:lnTo>
                  <a:pt x="150876" y="394716"/>
                </a:lnTo>
                <a:lnTo>
                  <a:pt x="146304" y="396240"/>
                </a:lnTo>
                <a:lnTo>
                  <a:pt x="135636" y="396240"/>
                </a:lnTo>
                <a:lnTo>
                  <a:pt x="131064" y="394716"/>
                </a:lnTo>
                <a:lnTo>
                  <a:pt x="128016" y="391668"/>
                </a:lnTo>
                <a:lnTo>
                  <a:pt x="123444" y="388620"/>
                </a:lnTo>
                <a:lnTo>
                  <a:pt x="120396" y="384048"/>
                </a:lnTo>
                <a:lnTo>
                  <a:pt x="117348" y="377952"/>
                </a:lnTo>
                <a:lnTo>
                  <a:pt x="115049" y="373913"/>
                </a:lnTo>
                <a:lnTo>
                  <a:pt x="112585" y="368427"/>
                </a:lnTo>
                <a:lnTo>
                  <a:pt x="109842" y="361188"/>
                </a:lnTo>
                <a:lnTo>
                  <a:pt x="106680" y="352044"/>
                </a:lnTo>
                <a:lnTo>
                  <a:pt x="147828" y="352044"/>
                </a:lnTo>
                <a:lnTo>
                  <a:pt x="160020" y="382524"/>
                </a:lnTo>
                <a:lnTo>
                  <a:pt x="160020" y="358089"/>
                </a:lnTo>
                <a:lnTo>
                  <a:pt x="155448" y="352044"/>
                </a:lnTo>
                <a:lnTo>
                  <a:pt x="163068" y="352044"/>
                </a:lnTo>
                <a:lnTo>
                  <a:pt x="167640" y="350520"/>
                </a:lnTo>
                <a:lnTo>
                  <a:pt x="170688" y="348996"/>
                </a:lnTo>
                <a:lnTo>
                  <a:pt x="173736" y="345948"/>
                </a:lnTo>
                <a:lnTo>
                  <a:pt x="175260" y="342900"/>
                </a:lnTo>
                <a:lnTo>
                  <a:pt x="175260" y="339852"/>
                </a:lnTo>
                <a:close/>
              </a:path>
              <a:path extrusionOk="0" h="751839" w="226060">
                <a:moveTo>
                  <a:pt x="175260" y="256032"/>
                </a:moveTo>
                <a:lnTo>
                  <a:pt x="174383" y="246037"/>
                </a:lnTo>
                <a:lnTo>
                  <a:pt x="171640" y="236601"/>
                </a:lnTo>
                <a:lnTo>
                  <a:pt x="167640" y="229133"/>
                </a:lnTo>
                <a:lnTo>
                  <a:pt x="167640" y="242316"/>
                </a:lnTo>
                <a:lnTo>
                  <a:pt x="167640" y="254508"/>
                </a:lnTo>
                <a:lnTo>
                  <a:pt x="164592" y="263652"/>
                </a:lnTo>
                <a:lnTo>
                  <a:pt x="163068" y="266700"/>
                </a:lnTo>
                <a:lnTo>
                  <a:pt x="160020" y="271272"/>
                </a:lnTo>
                <a:lnTo>
                  <a:pt x="155448" y="275844"/>
                </a:lnTo>
                <a:lnTo>
                  <a:pt x="88392" y="275844"/>
                </a:lnTo>
                <a:lnTo>
                  <a:pt x="82296" y="271272"/>
                </a:lnTo>
                <a:lnTo>
                  <a:pt x="79248" y="266700"/>
                </a:lnTo>
                <a:lnTo>
                  <a:pt x="77724" y="263652"/>
                </a:lnTo>
                <a:lnTo>
                  <a:pt x="74676" y="254508"/>
                </a:lnTo>
                <a:lnTo>
                  <a:pt x="74676" y="242316"/>
                </a:lnTo>
                <a:lnTo>
                  <a:pt x="109156" y="220027"/>
                </a:lnTo>
                <a:lnTo>
                  <a:pt x="118872" y="219456"/>
                </a:lnTo>
                <a:lnTo>
                  <a:pt x="130594" y="220027"/>
                </a:lnTo>
                <a:lnTo>
                  <a:pt x="167640" y="242316"/>
                </a:lnTo>
                <a:lnTo>
                  <a:pt x="167640" y="229133"/>
                </a:lnTo>
                <a:lnTo>
                  <a:pt x="126809" y="200812"/>
                </a:lnTo>
                <a:lnTo>
                  <a:pt x="112776" y="199644"/>
                </a:lnTo>
                <a:lnTo>
                  <a:pt x="100799" y="200482"/>
                </a:lnTo>
                <a:lnTo>
                  <a:pt x="66281" y="218719"/>
                </a:lnTo>
                <a:lnTo>
                  <a:pt x="57912" y="240792"/>
                </a:lnTo>
                <a:lnTo>
                  <a:pt x="59347" y="250558"/>
                </a:lnTo>
                <a:lnTo>
                  <a:pt x="63627" y="259461"/>
                </a:lnTo>
                <a:lnTo>
                  <a:pt x="70777" y="267804"/>
                </a:lnTo>
                <a:lnTo>
                  <a:pt x="80772" y="275844"/>
                </a:lnTo>
                <a:lnTo>
                  <a:pt x="0" y="275844"/>
                </a:lnTo>
                <a:lnTo>
                  <a:pt x="0" y="280416"/>
                </a:lnTo>
                <a:lnTo>
                  <a:pt x="13716" y="313944"/>
                </a:lnTo>
                <a:lnTo>
                  <a:pt x="16764" y="312420"/>
                </a:lnTo>
                <a:lnTo>
                  <a:pt x="15240" y="309372"/>
                </a:lnTo>
                <a:lnTo>
                  <a:pt x="15240" y="300228"/>
                </a:lnTo>
                <a:lnTo>
                  <a:pt x="16764" y="298704"/>
                </a:lnTo>
                <a:lnTo>
                  <a:pt x="18288" y="298704"/>
                </a:lnTo>
                <a:lnTo>
                  <a:pt x="19812" y="297180"/>
                </a:lnTo>
                <a:lnTo>
                  <a:pt x="22860" y="297180"/>
                </a:lnTo>
                <a:lnTo>
                  <a:pt x="25908" y="295656"/>
                </a:lnTo>
                <a:lnTo>
                  <a:pt x="163068" y="295656"/>
                </a:lnTo>
                <a:lnTo>
                  <a:pt x="166116" y="288036"/>
                </a:lnTo>
                <a:lnTo>
                  <a:pt x="170688" y="281940"/>
                </a:lnTo>
                <a:lnTo>
                  <a:pt x="172212" y="275844"/>
                </a:lnTo>
                <a:lnTo>
                  <a:pt x="173736" y="268224"/>
                </a:lnTo>
                <a:lnTo>
                  <a:pt x="173850" y="267804"/>
                </a:lnTo>
                <a:lnTo>
                  <a:pt x="175260" y="262128"/>
                </a:lnTo>
                <a:lnTo>
                  <a:pt x="175260" y="256032"/>
                </a:lnTo>
                <a:close/>
              </a:path>
              <a:path extrusionOk="0" h="751839" w="226060">
                <a:moveTo>
                  <a:pt x="225552" y="91440"/>
                </a:moveTo>
                <a:lnTo>
                  <a:pt x="192024" y="60960"/>
                </a:lnTo>
                <a:lnTo>
                  <a:pt x="96126" y="22860"/>
                </a:lnTo>
                <a:lnTo>
                  <a:pt x="76200" y="15240"/>
                </a:lnTo>
                <a:lnTo>
                  <a:pt x="73152" y="13716"/>
                </a:lnTo>
                <a:lnTo>
                  <a:pt x="71628" y="12192"/>
                </a:lnTo>
                <a:lnTo>
                  <a:pt x="68580" y="10668"/>
                </a:lnTo>
                <a:lnTo>
                  <a:pt x="65532" y="7620"/>
                </a:lnTo>
                <a:lnTo>
                  <a:pt x="65532" y="6096"/>
                </a:lnTo>
                <a:lnTo>
                  <a:pt x="64008" y="3048"/>
                </a:lnTo>
                <a:lnTo>
                  <a:pt x="64008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08" y="33528"/>
                </a:lnTo>
                <a:lnTo>
                  <a:pt x="64008" y="27432"/>
                </a:lnTo>
                <a:lnTo>
                  <a:pt x="65532" y="25908"/>
                </a:lnTo>
                <a:lnTo>
                  <a:pt x="65532" y="24384"/>
                </a:lnTo>
                <a:lnTo>
                  <a:pt x="67056" y="22860"/>
                </a:lnTo>
                <a:lnTo>
                  <a:pt x="77724" y="22860"/>
                </a:lnTo>
                <a:lnTo>
                  <a:pt x="82296" y="24384"/>
                </a:lnTo>
                <a:lnTo>
                  <a:pt x="143256" y="48768"/>
                </a:lnTo>
                <a:lnTo>
                  <a:pt x="86868" y="76200"/>
                </a:lnTo>
                <a:lnTo>
                  <a:pt x="80772" y="79248"/>
                </a:lnTo>
                <a:lnTo>
                  <a:pt x="76200" y="80772"/>
                </a:lnTo>
                <a:lnTo>
                  <a:pt x="70104" y="80772"/>
                </a:lnTo>
                <a:lnTo>
                  <a:pt x="65532" y="76200"/>
                </a:lnTo>
                <a:lnTo>
                  <a:pt x="64008" y="73152"/>
                </a:lnTo>
                <a:lnTo>
                  <a:pt x="64008" y="67056"/>
                </a:lnTo>
                <a:lnTo>
                  <a:pt x="60960" y="67056"/>
                </a:lnTo>
                <a:lnTo>
                  <a:pt x="60960" y="118872"/>
                </a:lnTo>
                <a:lnTo>
                  <a:pt x="64008" y="118872"/>
                </a:lnTo>
                <a:lnTo>
                  <a:pt x="67056" y="112776"/>
                </a:lnTo>
                <a:lnTo>
                  <a:pt x="67056" y="109728"/>
                </a:lnTo>
                <a:lnTo>
                  <a:pt x="68580" y="109728"/>
                </a:lnTo>
                <a:lnTo>
                  <a:pt x="71628" y="108204"/>
                </a:lnTo>
                <a:lnTo>
                  <a:pt x="77724" y="102108"/>
                </a:lnTo>
                <a:lnTo>
                  <a:pt x="83820" y="99060"/>
                </a:lnTo>
                <a:lnTo>
                  <a:pt x="122516" y="80772"/>
                </a:lnTo>
                <a:lnTo>
                  <a:pt x="167640" y="59436"/>
                </a:lnTo>
                <a:lnTo>
                  <a:pt x="187452" y="67056"/>
                </a:lnTo>
                <a:lnTo>
                  <a:pt x="195072" y="70104"/>
                </a:lnTo>
                <a:lnTo>
                  <a:pt x="199644" y="73152"/>
                </a:lnTo>
                <a:lnTo>
                  <a:pt x="202692" y="76200"/>
                </a:lnTo>
                <a:lnTo>
                  <a:pt x="205740" y="82296"/>
                </a:lnTo>
                <a:lnTo>
                  <a:pt x="205740" y="86868"/>
                </a:lnTo>
                <a:lnTo>
                  <a:pt x="204216" y="89916"/>
                </a:lnTo>
                <a:lnTo>
                  <a:pt x="201168" y="99060"/>
                </a:lnTo>
                <a:lnTo>
                  <a:pt x="201168" y="105156"/>
                </a:lnTo>
                <a:lnTo>
                  <a:pt x="204216" y="111252"/>
                </a:lnTo>
                <a:lnTo>
                  <a:pt x="205740" y="112776"/>
                </a:lnTo>
                <a:lnTo>
                  <a:pt x="208788" y="114300"/>
                </a:lnTo>
                <a:lnTo>
                  <a:pt x="216408" y="114300"/>
                </a:lnTo>
                <a:lnTo>
                  <a:pt x="219456" y="112776"/>
                </a:lnTo>
                <a:lnTo>
                  <a:pt x="220980" y="109728"/>
                </a:lnTo>
                <a:lnTo>
                  <a:pt x="224028" y="106680"/>
                </a:lnTo>
                <a:lnTo>
                  <a:pt x="225552" y="103632"/>
                </a:lnTo>
                <a:lnTo>
                  <a:pt x="225552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1" name="Google Shape;8031;p110"/>
          <p:cNvSpPr/>
          <p:nvPr/>
        </p:nvSpPr>
        <p:spPr>
          <a:xfrm>
            <a:off x="3712464" y="5129784"/>
            <a:ext cx="10795" cy="129539"/>
          </a:xfrm>
          <a:custGeom>
            <a:rect b="b" l="l" r="r" t="t"/>
            <a:pathLst>
              <a:path extrusionOk="0" h="129539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2" name="Google Shape;8032;p110"/>
          <p:cNvSpPr/>
          <p:nvPr/>
        </p:nvSpPr>
        <p:spPr>
          <a:xfrm>
            <a:off x="3605771" y="4302252"/>
            <a:ext cx="175260" cy="767080"/>
          </a:xfrm>
          <a:custGeom>
            <a:rect b="b" l="l" r="r" t="t"/>
            <a:pathLst>
              <a:path extrusionOk="0" h="767079" w="175260">
                <a:moveTo>
                  <a:pt x="24396" y="413004"/>
                </a:moveTo>
                <a:lnTo>
                  <a:pt x="22872" y="409956"/>
                </a:lnTo>
                <a:lnTo>
                  <a:pt x="19824" y="408432"/>
                </a:lnTo>
                <a:lnTo>
                  <a:pt x="18300" y="405384"/>
                </a:lnTo>
                <a:lnTo>
                  <a:pt x="15252" y="403860"/>
                </a:lnTo>
                <a:lnTo>
                  <a:pt x="7632" y="403860"/>
                </a:lnTo>
                <a:lnTo>
                  <a:pt x="4584" y="405384"/>
                </a:lnTo>
                <a:lnTo>
                  <a:pt x="3060" y="408432"/>
                </a:lnTo>
                <a:lnTo>
                  <a:pt x="12" y="409956"/>
                </a:lnTo>
                <a:lnTo>
                  <a:pt x="12" y="423672"/>
                </a:lnTo>
                <a:lnTo>
                  <a:pt x="3060" y="425196"/>
                </a:lnTo>
                <a:lnTo>
                  <a:pt x="4584" y="428244"/>
                </a:lnTo>
                <a:lnTo>
                  <a:pt x="18300" y="428244"/>
                </a:lnTo>
                <a:lnTo>
                  <a:pt x="19824" y="425196"/>
                </a:lnTo>
                <a:lnTo>
                  <a:pt x="24396" y="420624"/>
                </a:lnTo>
                <a:lnTo>
                  <a:pt x="24396" y="413004"/>
                </a:lnTo>
                <a:close/>
              </a:path>
              <a:path extrusionOk="0" h="767079" w="175260">
                <a:moveTo>
                  <a:pt x="24396" y="262128"/>
                </a:moveTo>
                <a:lnTo>
                  <a:pt x="22872" y="259080"/>
                </a:lnTo>
                <a:lnTo>
                  <a:pt x="19824" y="257556"/>
                </a:lnTo>
                <a:lnTo>
                  <a:pt x="18300" y="254508"/>
                </a:lnTo>
                <a:lnTo>
                  <a:pt x="15252" y="252984"/>
                </a:lnTo>
                <a:lnTo>
                  <a:pt x="7632" y="252984"/>
                </a:lnTo>
                <a:lnTo>
                  <a:pt x="4584" y="254508"/>
                </a:lnTo>
                <a:lnTo>
                  <a:pt x="3060" y="257556"/>
                </a:lnTo>
                <a:lnTo>
                  <a:pt x="12" y="259080"/>
                </a:lnTo>
                <a:lnTo>
                  <a:pt x="12" y="271272"/>
                </a:lnTo>
                <a:lnTo>
                  <a:pt x="3060" y="274320"/>
                </a:lnTo>
                <a:lnTo>
                  <a:pt x="4584" y="277368"/>
                </a:lnTo>
                <a:lnTo>
                  <a:pt x="18300" y="277368"/>
                </a:lnTo>
                <a:lnTo>
                  <a:pt x="19824" y="274320"/>
                </a:lnTo>
                <a:lnTo>
                  <a:pt x="22872" y="271272"/>
                </a:lnTo>
                <a:lnTo>
                  <a:pt x="24396" y="268224"/>
                </a:lnTo>
                <a:lnTo>
                  <a:pt x="24396" y="262128"/>
                </a:lnTo>
                <a:close/>
              </a:path>
              <a:path extrusionOk="0" h="767079" w="175260">
                <a:moveTo>
                  <a:pt x="172224" y="478536"/>
                </a:moveTo>
                <a:lnTo>
                  <a:pt x="169176" y="478536"/>
                </a:lnTo>
                <a:lnTo>
                  <a:pt x="169176" y="483108"/>
                </a:lnTo>
                <a:lnTo>
                  <a:pt x="167652" y="487680"/>
                </a:lnTo>
                <a:lnTo>
                  <a:pt x="160032" y="495300"/>
                </a:lnTo>
                <a:lnTo>
                  <a:pt x="156984" y="496824"/>
                </a:lnTo>
                <a:lnTo>
                  <a:pt x="152412" y="498348"/>
                </a:lnTo>
                <a:lnTo>
                  <a:pt x="91452" y="498348"/>
                </a:lnTo>
                <a:lnTo>
                  <a:pt x="79260" y="489204"/>
                </a:lnTo>
                <a:lnTo>
                  <a:pt x="74688" y="484632"/>
                </a:lnTo>
                <a:lnTo>
                  <a:pt x="74688" y="477012"/>
                </a:lnTo>
                <a:lnTo>
                  <a:pt x="77736" y="472440"/>
                </a:lnTo>
                <a:lnTo>
                  <a:pt x="80784" y="469392"/>
                </a:lnTo>
                <a:lnTo>
                  <a:pt x="82308" y="466344"/>
                </a:lnTo>
                <a:lnTo>
                  <a:pt x="82308" y="460248"/>
                </a:lnTo>
                <a:lnTo>
                  <a:pt x="80784" y="458724"/>
                </a:lnTo>
                <a:lnTo>
                  <a:pt x="77736" y="457200"/>
                </a:lnTo>
                <a:lnTo>
                  <a:pt x="76212" y="454152"/>
                </a:lnTo>
                <a:lnTo>
                  <a:pt x="67068" y="454152"/>
                </a:lnTo>
                <a:lnTo>
                  <a:pt x="64020" y="455676"/>
                </a:lnTo>
                <a:lnTo>
                  <a:pt x="60972" y="458724"/>
                </a:lnTo>
                <a:lnTo>
                  <a:pt x="57924" y="460248"/>
                </a:lnTo>
                <a:lnTo>
                  <a:pt x="57924" y="469392"/>
                </a:lnTo>
                <a:lnTo>
                  <a:pt x="59372" y="476491"/>
                </a:lnTo>
                <a:lnTo>
                  <a:pt x="63830" y="483870"/>
                </a:lnTo>
                <a:lnTo>
                  <a:pt x="71424" y="491261"/>
                </a:lnTo>
                <a:lnTo>
                  <a:pt x="82308" y="498348"/>
                </a:lnTo>
                <a:lnTo>
                  <a:pt x="57924" y="498348"/>
                </a:lnTo>
                <a:lnTo>
                  <a:pt x="57924" y="502920"/>
                </a:lnTo>
                <a:lnTo>
                  <a:pt x="71640" y="536448"/>
                </a:lnTo>
                <a:lnTo>
                  <a:pt x="74688" y="534924"/>
                </a:lnTo>
                <a:lnTo>
                  <a:pt x="71640" y="528828"/>
                </a:lnTo>
                <a:lnTo>
                  <a:pt x="71640" y="524256"/>
                </a:lnTo>
                <a:lnTo>
                  <a:pt x="73164" y="522732"/>
                </a:lnTo>
                <a:lnTo>
                  <a:pt x="73164" y="521208"/>
                </a:lnTo>
                <a:lnTo>
                  <a:pt x="74688" y="519684"/>
                </a:lnTo>
                <a:lnTo>
                  <a:pt x="77736" y="519684"/>
                </a:lnTo>
                <a:lnTo>
                  <a:pt x="79260" y="518160"/>
                </a:lnTo>
                <a:lnTo>
                  <a:pt x="160032" y="518160"/>
                </a:lnTo>
                <a:lnTo>
                  <a:pt x="161556" y="519684"/>
                </a:lnTo>
                <a:lnTo>
                  <a:pt x="164604" y="519684"/>
                </a:lnTo>
                <a:lnTo>
                  <a:pt x="166128" y="522732"/>
                </a:lnTo>
                <a:lnTo>
                  <a:pt x="167652" y="524256"/>
                </a:lnTo>
                <a:lnTo>
                  <a:pt x="169176" y="528828"/>
                </a:lnTo>
                <a:lnTo>
                  <a:pt x="169176" y="534924"/>
                </a:lnTo>
                <a:lnTo>
                  <a:pt x="172224" y="534924"/>
                </a:lnTo>
                <a:lnTo>
                  <a:pt x="172224" y="478536"/>
                </a:lnTo>
                <a:close/>
              </a:path>
              <a:path extrusionOk="0" h="767079" w="175260">
                <a:moveTo>
                  <a:pt x="172224" y="388620"/>
                </a:moveTo>
                <a:lnTo>
                  <a:pt x="169176" y="388620"/>
                </a:lnTo>
                <a:lnTo>
                  <a:pt x="169176" y="394716"/>
                </a:lnTo>
                <a:lnTo>
                  <a:pt x="167652" y="397764"/>
                </a:lnTo>
                <a:lnTo>
                  <a:pt x="166128" y="399288"/>
                </a:lnTo>
                <a:lnTo>
                  <a:pt x="166128" y="402336"/>
                </a:lnTo>
                <a:lnTo>
                  <a:pt x="163080" y="403860"/>
                </a:lnTo>
                <a:lnTo>
                  <a:pt x="161556" y="403860"/>
                </a:lnTo>
                <a:lnTo>
                  <a:pt x="158508" y="405384"/>
                </a:lnTo>
                <a:lnTo>
                  <a:pt x="57924" y="405384"/>
                </a:lnTo>
                <a:lnTo>
                  <a:pt x="57924" y="411480"/>
                </a:lnTo>
                <a:lnTo>
                  <a:pt x="71640" y="443484"/>
                </a:lnTo>
                <a:lnTo>
                  <a:pt x="74688" y="441960"/>
                </a:lnTo>
                <a:lnTo>
                  <a:pt x="71640" y="435864"/>
                </a:lnTo>
                <a:lnTo>
                  <a:pt x="71640" y="432816"/>
                </a:lnTo>
                <a:lnTo>
                  <a:pt x="73164" y="431292"/>
                </a:lnTo>
                <a:lnTo>
                  <a:pt x="73164" y="429768"/>
                </a:lnTo>
                <a:lnTo>
                  <a:pt x="76212" y="426720"/>
                </a:lnTo>
                <a:lnTo>
                  <a:pt x="79260" y="426720"/>
                </a:lnTo>
                <a:lnTo>
                  <a:pt x="83299" y="426491"/>
                </a:lnTo>
                <a:lnTo>
                  <a:pt x="88785" y="425958"/>
                </a:lnTo>
                <a:lnTo>
                  <a:pt x="95973" y="425437"/>
                </a:lnTo>
                <a:lnTo>
                  <a:pt x="105168" y="425196"/>
                </a:lnTo>
                <a:lnTo>
                  <a:pt x="153936" y="425196"/>
                </a:lnTo>
                <a:lnTo>
                  <a:pt x="158508" y="426720"/>
                </a:lnTo>
                <a:lnTo>
                  <a:pt x="161556" y="426720"/>
                </a:lnTo>
                <a:lnTo>
                  <a:pt x="164604" y="428244"/>
                </a:lnTo>
                <a:lnTo>
                  <a:pt x="166128" y="429768"/>
                </a:lnTo>
                <a:lnTo>
                  <a:pt x="166128" y="431292"/>
                </a:lnTo>
                <a:lnTo>
                  <a:pt x="169176" y="437388"/>
                </a:lnTo>
                <a:lnTo>
                  <a:pt x="169176" y="441960"/>
                </a:lnTo>
                <a:lnTo>
                  <a:pt x="172224" y="441960"/>
                </a:lnTo>
                <a:lnTo>
                  <a:pt x="172224" y="425196"/>
                </a:lnTo>
                <a:lnTo>
                  <a:pt x="172224" y="388620"/>
                </a:lnTo>
                <a:close/>
              </a:path>
              <a:path extrusionOk="0" h="767079" w="175260">
                <a:moveTo>
                  <a:pt x="172224" y="309372"/>
                </a:moveTo>
                <a:lnTo>
                  <a:pt x="169176" y="309372"/>
                </a:lnTo>
                <a:lnTo>
                  <a:pt x="169176" y="324612"/>
                </a:lnTo>
                <a:lnTo>
                  <a:pt x="160032" y="333756"/>
                </a:lnTo>
                <a:lnTo>
                  <a:pt x="153936" y="335280"/>
                </a:lnTo>
                <a:lnTo>
                  <a:pt x="68592" y="335280"/>
                </a:lnTo>
                <a:lnTo>
                  <a:pt x="68592" y="306324"/>
                </a:lnTo>
                <a:lnTo>
                  <a:pt x="60972" y="306324"/>
                </a:lnTo>
                <a:lnTo>
                  <a:pt x="60972" y="335280"/>
                </a:lnTo>
                <a:lnTo>
                  <a:pt x="51828" y="335280"/>
                </a:lnTo>
                <a:lnTo>
                  <a:pt x="40182" y="335026"/>
                </a:lnTo>
                <a:lnTo>
                  <a:pt x="30683" y="334327"/>
                </a:lnTo>
                <a:lnTo>
                  <a:pt x="23749" y="333362"/>
                </a:lnTo>
                <a:lnTo>
                  <a:pt x="19824" y="332232"/>
                </a:lnTo>
                <a:lnTo>
                  <a:pt x="15252" y="332232"/>
                </a:lnTo>
                <a:lnTo>
                  <a:pt x="7632" y="324612"/>
                </a:lnTo>
                <a:lnTo>
                  <a:pt x="7632" y="312420"/>
                </a:lnTo>
                <a:lnTo>
                  <a:pt x="9156" y="309372"/>
                </a:lnTo>
                <a:lnTo>
                  <a:pt x="13728" y="304800"/>
                </a:lnTo>
                <a:lnTo>
                  <a:pt x="22872" y="298704"/>
                </a:lnTo>
                <a:lnTo>
                  <a:pt x="28968" y="292608"/>
                </a:lnTo>
                <a:lnTo>
                  <a:pt x="30492" y="289560"/>
                </a:lnTo>
                <a:lnTo>
                  <a:pt x="30492" y="284988"/>
                </a:lnTo>
                <a:lnTo>
                  <a:pt x="28968" y="283464"/>
                </a:lnTo>
                <a:lnTo>
                  <a:pt x="25920" y="281940"/>
                </a:lnTo>
                <a:lnTo>
                  <a:pt x="24396" y="278892"/>
                </a:lnTo>
                <a:lnTo>
                  <a:pt x="15252" y="278892"/>
                </a:lnTo>
                <a:lnTo>
                  <a:pt x="10680" y="280416"/>
                </a:lnTo>
                <a:lnTo>
                  <a:pt x="7632" y="284988"/>
                </a:lnTo>
                <a:lnTo>
                  <a:pt x="1536" y="292608"/>
                </a:lnTo>
                <a:lnTo>
                  <a:pt x="12" y="300228"/>
                </a:lnTo>
                <a:lnTo>
                  <a:pt x="12" y="316992"/>
                </a:lnTo>
                <a:lnTo>
                  <a:pt x="1536" y="326136"/>
                </a:lnTo>
                <a:lnTo>
                  <a:pt x="6108" y="332232"/>
                </a:lnTo>
                <a:lnTo>
                  <a:pt x="10680" y="339852"/>
                </a:lnTo>
                <a:lnTo>
                  <a:pt x="53352" y="355092"/>
                </a:lnTo>
                <a:lnTo>
                  <a:pt x="60972" y="355092"/>
                </a:lnTo>
                <a:lnTo>
                  <a:pt x="60972" y="376428"/>
                </a:lnTo>
                <a:lnTo>
                  <a:pt x="68592" y="376428"/>
                </a:lnTo>
                <a:lnTo>
                  <a:pt x="68592" y="355092"/>
                </a:lnTo>
                <a:lnTo>
                  <a:pt x="156984" y="355092"/>
                </a:lnTo>
                <a:lnTo>
                  <a:pt x="158508" y="356616"/>
                </a:lnTo>
                <a:lnTo>
                  <a:pt x="161556" y="356616"/>
                </a:lnTo>
                <a:lnTo>
                  <a:pt x="164604" y="358140"/>
                </a:lnTo>
                <a:lnTo>
                  <a:pt x="169176" y="367284"/>
                </a:lnTo>
                <a:lnTo>
                  <a:pt x="169176" y="376428"/>
                </a:lnTo>
                <a:lnTo>
                  <a:pt x="172224" y="376428"/>
                </a:lnTo>
                <a:lnTo>
                  <a:pt x="172224" y="309372"/>
                </a:lnTo>
                <a:close/>
              </a:path>
              <a:path extrusionOk="0" h="767079" w="175260">
                <a:moveTo>
                  <a:pt x="172224" y="237744"/>
                </a:moveTo>
                <a:lnTo>
                  <a:pt x="169176" y="237744"/>
                </a:lnTo>
                <a:lnTo>
                  <a:pt x="169176" y="243840"/>
                </a:lnTo>
                <a:lnTo>
                  <a:pt x="167652" y="246888"/>
                </a:lnTo>
                <a:lnTo>
                  <a:pt x="166128" y="248412"/>
                </a:lnTo>
                <a:lnTo>
                  <a:pt x="166128" y="251460"/>
                </a:lnTo>
                <a:lnTo>
                  <a:pt x="163080" y="252984"/>
                </a:lnTo>
                <a:lnTo>
                  <a:pt x="161556" y="252984"/>
                </a:lnTo>
                <a:lnTo>
                  <a:pt x="158508" y="254508"/>
                </a:lnTo>
                <a:lnTo>
                  <a:pt x="57924" y="254508"/>
                </a:lnTo>
                <a:lnTo>
                  <a:pt x="57924" y="260604"/>
                </a:lnTo>
                <a:lnTo>
                  <a:pt x="71640" y="292608"/>
                </a:lnTo>
                <a:lnTo>
                  <a:pt x="74688" y="291084"/>
                </a:lnTo>
                <a:lnTo>
                  <a:pt x="71640" y="284988"/>
                </a:lnTo>
                <a:lnTo>
                  <a:pt x="71640" y="281940"/>
                </a:lnTo>
                <a:lnTo>
                  <a:pt x="73164" y="280416"/>
                </a:lnTo>
                <a:lnTo>
                  <a:pt x="73164" y="278892"/>
                </a:lnTo>
                <a:lnTo>
                  <a:pt x="76212" y="275844"/>
                </a:lnTo>
                <a:lnTo>
                  <a:pt x="79260" y="275844"/>
                </a:lnTo>
                <a:lnTo>
                  <a:pt x="83299" y="275615"/>
                </a:lnTo>
                <a:lnTo>
                  <a:pt x="88785" y="275082"/>
                </a:lnTo>
                <a:lnTo>
                  <a:pt x="95973" y="274561"/>
                </a:lnTo>
                <a:lnTo>
                  <a:pt x="105168" y="274320"/>
                </a:lnTo>
                <a:lnTo>
                  <a:pt x="153936" y="274320"/>
                </a:lnTo>
                <a:lnTo>
                  <a:pt x="158508" y="275844"/>
                </a:lnTo>
                <a:lnTo>
                  <a:pt x="161556" y="275844"/>
                </a:lnTo>
                <a:lnTo>
                  <a:pt x="164604" y="277368"/>
                </a:lnTo>
                <a:lnTo>
                  <a:pt x="166128" y="278892"/>
                </a:lnTo>
                <a:lnTo>
                  <a:pt x="166128" y="280416"/>
                </a:lnTo>
                <a:lnTo>
                  <a:pt x="167652" y="281940"/>
                </a:lnTo>
                <a:lnTo>
                  <a:pt x="169176" y="286512"/>
                </a:lnTo>
                <a:lnTo>
                  <a:pt x="169176" y="291084"/>
                </a:lnTo>
                <a:lnTo>
                  <a:pt x="172224" y="291084"/>
                </a:lnTo>
                <a:lnTo>
                  <a:pt x="172224" y="274320"/>
                </a:lnTo>
                <a:lnTo>
                  <a:pt x="172224" y="237744"/>
                </a:lnTo>
                <a:close/>
              </a:path>
              <a:path extrusionOk="0" h="767079" w="175260">
                <a:moveTo>
                  <a:pt x="175260" y="702564"/>
                </a:moveTo>
                <a:lnTo>
                  <a:pt x="95250" y="672084"/>
                </a:lnTo>
                <a:lnTo>
                  <a:pt x="79248" y="665988"/>
                </a:lnTo>
                <a:lnTo>
                  <a:pt x="73152" y="662940"/>
                </a:lnTo>
                <a:lnTo>
                  <a:pt x="68580" y="659892"/>
                </a:lnTo>
                <a:lnTo>
                  <a:pt x="65532" y="658368"/>
                </a:lnTo>
                <a:lnTo>
                  <a:pt x="64008" y="656844"/>
                </a:lnTo>
                <a:lnTo>
                  <a:pt x="64008" y="649224"/>
                </a:lnTo>
                <a:lnTo>
                  <a:pt x="60960" y="649224"/>
                </a:lnTo>
                <a:lnTo>
                  <a:pt x="60960" y="684276"/>
                </a:lnTo>
                <a:lnTo>
                  <a:pt x="64008" y="684276"/>
                </a:lnTo>
                <a:lnTo>
                  <a:pt x="64008" y="673608"/>
                </a:lnTo>
                <a:lnTo>
                  <a:pt x="65532" y="673608"/>
                </a:lnTo>
                <a:lnTo>
                  <a:pt x="67056" y="672084"/>
                </a:lnTo>
                <a:lnTo>
                  <a:pt x="74676" y="672084"/>
                </a:lnTo>
                <a:lnTo>
                  <a:pt x="79248" y="673608"/>
                </a:lnTo>
                <a:lnTo>
                  <a:pt x="143256" y="699516"/>
                </a:lnTo>
                <a:lnTo>
                  <a:pt x="82296" y="723900"/>
                </a:lnTo>
                <a:lnTo>
                  <a:pt x="77724" y="725424"/>
                </a:lnTo>
                <a:lnTo>
                  <a:pt x="74676" y="726948"/>
                </a:lnTo>
                <a:lnTo>
                  <a:pt x="68580" y="726948"/>
                </a:lnTo>
                <a:lnTo>
                  <a:pt x="64008" y="722376"/>
                </a:lnTo>
                <a:lnTo>
                  <a:pt x="64008" y="714756"/>
                </a:lnTo>
                <a:lnTo>
                  <a:pt x="60960" y="714756"/>
                </a:lnTo>
                <a:lnTo>
                  <a:pt x="60960" y="766572"/>
                </a:lnTo>
                <a:lnTo>
                  <a:pt x="64008" y="766572"/>
                </a:lnTo>
                <a:lnTo>
                  <a:pt x="64008" y="758952"/>
                </a:lnTo>
                <a:lnTo>
                  <a:pt x="65532" y="758952"/>
                </a:lnTo>
                <a:lnTo>
                  <a:pt x="67056" y="755904"/>
                </a:lnTo>
                <a:lnTo>
                  <a:pt x="68580" y="754380"/>
                </a:lnTo>
                <a:lnTo>
                  <a:pt x="70104" y="751332"/>
                </a:lnTo>
                <a:lnTo>
                  <a:pt x="76200" y="748284"/>
                </a:lnTo>
                <a:lnTo>
                  <a:pt x="80772" y="746760"/>
                </a:lnTo>
                <a:lnTo>
                  <a:pt x="129908" y="726948"/>
                </a:lnTo>
                <a:lnTo>
                  <a:pt x="175260" y="708660"/>
                </a:lnTo>
                <a:lnTo>
                  <a:pt x="175260" y="702564"/>
                </a:lnTo>
                <a:close/>
              </a:path>
              <a:path extrusionOk="0" h="767079" w="175260">
                <a:moveTo>
                  <a:pt x="175260" y="588264"/>
                </a:moveTo>
                <a:lnTo>
                  <a:pt x="174409" y="579437"/>
                </a:lnTo>
                <a:lnTo>
                  <a:pt x="174307" y="579120"/>
                </a:lnTo>
                <a:lnTo>
                  <a:pt x="171831" y="571309"/>
                </a:lnTo>
                <a:lnTo>
                  <a:pt x="139687" y="544283"/>
                </a:lnTo>
                <a:lnTo>
                  <a:pt x="131064" y="542544"/>
                </a:lnTo>
                <a:lnTo>
                  <a:pt x="129540" y="545592"/>
                </a:lnTo>
                <a:lnTo>
                  <a:pt x="138684" y="548640"/>
                </a:lnTo>
                <a:lnTo>
                  <a:pt x="146304" y="553212"/>
                </a:lnTo>
                <a:lnTo>
                  <a:pt x="149352" y="559308"/>
                </a:lnTo>
                <a:lnTo>
                  <a:pt x="152400" y="563880"/>
                </a:lnTo>
                <a:lnTo>
                  <a:pt x="152488" y="564057"/>
                </a:lnTo>
                <a:lnTo>
                  <a:pt x="155448" y="569976"/>
                </a:lnTo>
                <a:lnTo>
                  <a:pt x="155448" y="577596"/>
                </a:lnTo>
                <a:lnTo>
                  <a:pt x="132549" y="610793"/>
                </a:lnTo>
                <a:lnTo>
                  <a:pt x="102108" y="617220"/>
                </a:lnTo>
                <a:lnTo>
                  <a:pt x="102108" y="566928"/>
                </a:lnTo>
                <a:lnTo>
                  <a:pt x="102108" y="542544"/>
                </a:lnTo>
                <a:lnTo>
                  <a:pt x="94488" y="543204"/>
                </a:lnTo>
                <a:lnTo>
                  <a:pt x="94488" y="566928"/>
                </a:lnTo>
                <a:lnTo>
                  <a:pt x="94488" y="617220"/>
                </a:lnTo>
                <a:lnTo>
                  <a:pt x="85344" y="617220"/>
                </a:lnTo>
                <a:lnTo>
                  <a:pt x="77724" y="614172"/>
                </a:lnTo>
                <a:lnTo>
                  <a:pt x="73152" y="608076"/>
                </a:lnTo>
                <a:lnTo>
                  <a:pt x="67056" y="603504"/>
                </a:lnTo>
                <a:lnTo>
                  <a:pt x="65532" y="597369"/>
                </a:lnTo>
                <a:lnTo>
                  <a:pt x="65532" y="582168"/>
                </a:lnTo>
                <a:lnTo>
                  <a:pt x="68580" y="579120"/>
                </a:lnTo>
                <a:lnTo>
                  <a:pt x="71628" y="574548"/>
                </a:lnTo>
                <a:lnTo>
                  <a:pt x="74676" y="571500"/>
                </a:lnTo>
                <a:lnTo>
                  <a:pt x="79248" y="569976"/>
                </a:lnTo>
                <a:lnTo>
                  <a:pt x="82296" y="568452"/>
                </a:lnTo>
                <a:lnTo>
                  <a:pt x="86868" y="566928"/>
                </a:lnTo>
                <a:lnTo>
                  <a:pt x="94488" y="566928"/>
                </a:lnTo>
                <a:lnTo>
                  <a:pt x="94488" y="543204"/>
                </a:lnTo>
                <a:lnTo>
                  <a:pt x="60388" y="568261"/>
                </a:lnTo>
                <a:lnTo>
                  <a:pt x="60350" y="568452"/>
                </a:lnTo>
                <a:lnTo>
                  <a:pt x="58508" y="576389"/>
                </a:lnTo>
                <a:lnTo>
                  <a:pt x="58432" y="577596"/>
                </a:lnTo>
                <a:lnTo>
                  <a:pt x="58305" y="579437"/>
                </a:lnTo>
                <a:lnTo>
                  <a:pt x="57912" y="585216"/>
                </a:lnTo>
                <a:lnTo>
                  <a:pt x="73152" y="621792"/>
                </a:lnTo>
                <a:lnTo>
                  <a:pt x="117348" y="635508"/>
                </a:lnTo>
                <a:lnTo>
                  <a:pt x="129565" y="634657"/>
                </a:lnTo>
                <a:lnTo>
                  <a:pt x="165620" y="614413"/>
                </a:lnTo>
                <a:lnTo>
                  <a:pt x="174142" y="597369"/>
                </a:lnTo>
                <a:lnTo>
                  <a:pt x="175260" y="588264"/>
                </a:lnTo>
                <a:close/>
              </a:path>
              <a:path extrusionOk="0" h="767079" w="175260">
                <a:moveTo>
                  <a:pt x="175260" y="176784"/>
                </a:moveTo>
                <a:lnTo>
                  <a:pt x="174409" y="167957"/>
                </a:lnTo>
                <a:lnTo>
                  <a:pt x="174307" y="167640"/>
                </a:lnTo>
                <a:lnTo>
                  <a:pt x="171831" y="159829"/>
                </a:lnTo>
                <a:lnTo>
                  <a:pt x="139687" y="133667"/>
                </a:lnTo>
                <a:lnTo>
                  <a:pt x="131064" y="131064"/>
                </a:lnTo>
                <a:lnTo>
                  <a:pt x="129540" y="134112"/>
                </a:lnTo>
                <a:lnTo>
                  <a:pt x="138684" y="138684"/>
                </a:lnTo>
                <a:lnTo>
                  <a:pt x="146304" y="143256"/>
                </a:lnTo>
                <a:lnTo>
                  <a:pt x="149352" y="147828"/>
                </a:lnTo>
                <a:lnTo>
                  <a:pt x="155359" y="159829"/>
                </a:lnTo>
                <a:lnTo>
                  <a:pt x="155244" y="167640"/>
                </a:lnTo>
                <a:lnTo>
                  <a:pt x="132549" y="200177"/>
                </a:lnTo>
                <a:lnTo>
                  <a:pt x="113461" y="205740"/>
                </a:lnTo>
                <a:lnTo>
                  <a:pt x="102108" y="205740"/>
                </a:lnTo>
                <a:lnTo>
                  <a:pt x="102108" y="155448"/>
                </a:lnTo>
                <a:lnTo>
                  <a:pt x="102108" y="131064"/>
                </a:lnTo>
                <a:lnTo>
                  <a:pt x="94488" y="131724"/>
                </a:lnTo>
                <a:lnTo>
                  <a:pt x="94488" y="155448"/>
                </a:lnTo>
                <a:lnTo>
                  <a:pt x="94488" y="205740"/>
                </a:lnTo>
                <a:lnTo>
                  <a:pt x="85344" y="205740"/>
                </a:lnTo>
                <a:lnTo>
                  <a:pt x="77724" y="202692"/>
                </a:lnTo>
                <a:lnTo>
                  <a:pt x="67056" y="192024"/>
                </a:lnTo>
                <a:lnTo>
                  <a:pt x="65532" y="185928"/>
                </a:lnTo>
                <a:lnTo>
                  <a:pt x="65532" y="170688"/>
                </a:lnTo>
                <a:lnTo>
                  <a:pt x="68580" y="167640"/>
                </a:lnTo>
                <a:lnTo>
                  <a:pt x="71628" y="163068"/>
                </a:lnTo>
                <a:lnTo>
                  <a:pt x="74676" y="160020"/>
                </a:lnTo>
                <a:lnTo>
                  <a:pt x="79248" y="158496"/>
                </a:lnTo>
                <a:lnTo>
                  <a:pt x="82296" y="156972"/>
                </a:lnTo>
                <a:lnTo>
                  <a:pt x="86868" y="156972"/>
                </a:lnTo>
                <a:lnTo>
                  <a:pt x="94488" y="155448"/>
                </a:lnTo>
                <a:lnTo>
                  <a:pt x="94488" y="131724"/>
                </a:lnTo>
                <a:lnTo>
                  <a:pt x="92379" y="131902"/>
                </a:lnTo>
                <a:lnTo>
                  <a:pt x="60388" y="156781"/>
                </a:lnTo>
                <a:lnTo>
                  <a:pt x="60350" y="156972"/>
                </a:lnTo>
                <a:lnTo>
                  <a:pt x="58508" y="164909"/>
                </a:lnTo>
                <a:lnTo>
                  <a:pt x="58432" y="166116"/>
                </a:lnTo>
                <a:lnTo>
                  <a:pt x="58305" y="167957"/>
                </a:lnTo>
                <a:lnTo>
                  <a:pt x="57912" y="173736"/>
                </a:lnTo>
                <a:lnTo>
                  <a:pt x="57950" y="174078"/>
                </a:lnTo>
                <a:lnTo>
                  <a:pt x="58801" y="184594"/>
                </a:lnTo>
                <a:lnTo>
                  <a:pt x="61531" y="194310"/>
                </a:lnTo>
                <a:lnTo>
                  <a:pt x="92392" y="220599"/>
                </a:lnTo>
                <a:lnTo>
                  <a:pt x="117348" y="224028"/>
                </a:lnTo>
                <a:lnTo>
                  <a:pt x="129565" y="223177"/>
                </a:lnTo>
                <a:lnTo>
                  <a:pt x="140779" y="220599"/>
                </a:lnTo>
                <a:lnTo>
                  <a:pt x="150571" y="216319"/>
                </a:lnTo>
                <a:lnTo>
                  <a:pt x="158496" y="210312"/>
                </a:lnTo>
                <a:lnTo>
                  <a:pt x="163042" y="205740"/>
                </a:lnTo>
                <a:lnTo>
                  <a:pt x="165620" y="203149"/>
                </a:lnTo>
                <a:lnTo>
                  <a:pt x="170878" y="195262"/>
                </a:lnTo>
                <a:lnTo>
                  <a:pt x="170954" y="195072"/>
                </a:lnTo>
                <a:lnTo>
                  <a:pt x="174142" y="186524"/>
                </a:lnTo>
                <a:lnTo>
                  <a:pt x="174218" y="185928"/>
                </a:lnTo>
                <a:lnTo>
                  <a:pt x="175260" y="176784"/>
                </a:lnTo>
                <a:close/>
              </a:path>
              <a:path extrusionOk="0" h="767079" w="175260">
                <a:moveTo>
                  <a:pt x="175260" y="32004"/>
                </a:moveTo>
                <a:lnTo>
                  <a:pt x="161544" y="0"/>
                </a:lnTo>
                <a:lnTo>
                  <a:pt x="158496" y="1524"/>
                </a:lnTo>
                <a:lnTo>
                  <a:pt x="158496" y="4572"/>
                </a:lnTo>
                <a:lnTo>
                  <a:pt x="160020" y="7620"/>
                </a:lnTo>
                <a:lnTo>
                  <a:pt x="160020" y="12192"/>
                </a:lnTo>
                <a:lnTo>
                  <a:pt x="156972" y="15240"/>
                </a:lnTo>
                <a:lnTo>
                  <a:pt x="155448" y="15240"/>
                </a:lnTo>
                <a:lnTo>
                  <a:pt x="152400" y="16764"/>
                </a:lnTo>
                <a:lnTo>
                  <a:pt x="0" y="16764"/>
                </a:lnTo>
                <a:lnTo>
                  <a:pt x="0" y="22860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3716" y="47244"/>
                </a:lnTo>
                <a:lnTo>
                  <a:pt x="13716" y="42672"/>
                </a:lnTo>
                <a:lnTo>
                  <a:pt x="18288" y="38100"/>
                </a:lnTo>
                <a:lnTo>
                  <a:pt x="21336" y="38100"/>
                </a:lnTo>
                <a:lnTo>
                  <a:pt x="24752" y="37871"/>
                </a:lnTo>
                <a:lnTo>
                  <a:pt x="30289" y="37338"/>
                </a:lnTo>
                <a:lnTo>
                  <a:pt x="37846" y="36817"/>
                </a:lnTo>
                <a:lnTo>
                  <a:pt x="47244" y="36576"/>
                </a:lnTo>
                <a:lnTo>
                  <a:pt x="67056" y="36576"/>
                </a:lnTo>
                <a:lnTo>
                  <a:pt x="63055" y="41681"/>
                </a:lnTo>
                <a:lnTo>
                  <a:pt x="60198" y="47625"/>
                </a:lnTo>
                <a:lnTo>
                  <a:pt x="58483" y="54152"/>
                </a:lnTo>
                <a:lnTo>
                  <a:pt x="58432" y="54864"/>
                </a:lnTo>
                <a:lnTo>
                  <a:pt x="57912" y="60960"/>
                </a:lnTo>
                <a:lnTo>
                  <a:pt x="76200" y="99060"/>
                </a:lnTo>
                <a:lnTo>
                  <a:pt x="120396" y="112776"/>
                </a:lnTo>
                <a:lnTo>
                  <a:pt x="131838" y="111925"/>
                </a:lnTo>
                <a:lnTo>
                  <a:pt x="131622" y="111925"/>
                </a:lnTo>
                <a:lnTo>
                  <a:pt x="141922" y="109537"/>
                </a:lnTo>
                <a:lnTo>
                  <a:pt x="174167" y="77444"/>
                </a:lnTo>
                <a:lnTo>
                  <a:pt x="175260" y="62484"/>
                </a:lnTo>
                <a:lnTo>
                  <a:pt x="173736" y="57912"/>
                </a:lnTo>
                <a:lnTo>
                  <a:pt x="170688" y="53340"/>
                </a:lnTo>
                <a:lnTo>
                  <a:pt x="167640" y="47244"/>
                </a:lnTo>
                <a:lnTo>
                  <a:pt x="163068" y="42672"/>
                </a:lnTo>
                <a:lnTo>
                  <a:pt x="160020" y="40233"/>
                </a:lnTo>
                <a:lnTo>
                  <a:pt x="160020" y="50292"/>
                </a:lnTo>
                <a:lnTo>
                  <a:pt x="160020" y="57912"/>
                </a:lnTo>
                <a:lnTo>
                  <a:pt x="131445" y="87630"/>
                </a:lnTo>
                <a:lnTo>
                  <a:pt x="121589" y="89331"/>
                </a:lnTo>
                <a:lnTo>
                  <a:pt x="121932" y="89331"/>
                </a:lnTo>
                <a:lnTo>
                  <a:pt x="109728" y="89916"/>
                </a:lnTo>
                <a:lnTo>
                  <a:pt x="98894" y="89331"/>
                </a:lnTo>
                <a:lnTo>
                  <a:pt x="89344" y="87439"/>
                </a:lnTo>
                <a:lnTo>
                  <a:pt x="81229" y="84137"/>
                </a:lnTo>
                <a:lnTo>
                  <a:pt x="68580" y="74676"/>
                </a:lnTo>
                <a:lnTo>
                  <a:pt x="65532" y="68580"/>
                </a:lnTo>
                <a:lnTo>
                  <a:pt x="65532" y="54864"/>
                </a:lnTo>
                <a:lnTo>
                  <a:pt x="68580" y="50292"/>
                </a:lnTo>
                <a:lnTo>
                  <a:pt x="70104" y="47244"/>
                </a:lnTo>
                <a:lnTo>
                  <a:pt x="73152" y="44196"/>
                </a:lnTo>
                <a:lnTo>
                  <a:pt x="77724" y="41148"/>
                </a:lnTo>
                <a:lnTo>
                  <a:pt x="82296" y="39624"/>
                </a:lnTo>
                <a:lnTo>
                  <a:pt x="88392" y="38100"/>
                </a:lnTo>
                <a:lnTo>
                  <a:pt x="92964" y="36576"/>
                </a:lnTo>
                <a:lnTo>
                  <a:pt x="147828" y="36576"/>
                </a:lnTo>
                <a:lnTo>
                  <a:pt x="155448" y="44196"/>
                </a:lnTo>
                <a:lnTo>
                  <a:pt x="160020" y="50292"/>
                </a:lnTo>
                <a:lnTo>
                  <a:pt x="160020" y="40233"/>
                </a:lnTo>
                <a:lnTo>
                  <a:pt x="155448" y="36576"/>
                </a:lnTo>
                <a:lnTo>
                  <a:pt x="175260" y="36576"/>
                </a:lnTo>
                <a:lnTo>
                  <a:pt x="175260" y="320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33" name="Google Shape;8033;p110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3605784" y="2965704"/>
            <a:ext cx="175260" cy="1269491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4" name="Google Shape;8034;p110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3610430" y="2718815"/>
            <a:ext cx="170613" cy="1752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5" name="Google Shape;8035;p110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3605784" y="1725167"/>
            <a:ext cx="225552" cy="92202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6" name="Google Shape;8036;p110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3605784" y="1181100"/>
            <a:ext cx="175260" cy="46482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7" name="Google Shape;8037;p110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3912107" y="5463540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8" name="Google Shape;8038;p110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3901440" y="4965191"/>
            <a:ext cx="225551" cy="408431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9" name="Google Shape;8039;p110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3901440" y="4575047"/>
            <a:ext cx="175259" cy="320039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0" name="Google Shape;8040;p110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3925823" y="4320540"/>
            <a:ext cx="150876" cy="185927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1" name="Google Shape;8041;p110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3901440" y="3078480"/>
            <a:ext cx="225551" cy="1167383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2" name="Google Shape;8042;p110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3901440" y="2574035"/>
            <a:ext cx="175260" cy="437388"/>
          </a:xfrm>
          <a:prstGeom prst="rect">
            <a:avLst/>
          </a:prstGeom>
          <a:noFill/>
          <a:ln>
            <a:noFill/>
          </a:ln>
        </p:spPr>
      </p:pic>
      <p:sp>
        <p:nvSpPr>
          <p:cNvPr id="8043" name="Google Shape;8043;p110"/>
          <p:cNvSpPr/>
          <p:nvPr/>
        </p:nvSpPr>
        <p:spPr>
          <a:xfrm>
            <a:off x="3925824" y="1834896"/>
            <a:ext cx="201295" cy="666115"/>
          </a:xfrm>
          <a:custGeom>
            <a:rect b="b" l="l" r="r" t="t"/>
            <a:pathLst>
              <a:path extrusionOk="0" h="666114" w="201295">
                <a:moveTo>
                  <a:pt x="147815" y="0"/>
                </a:moveTo>
                <a:lnTo>
                  <a:pt x="144767" y="0"/>
                </a:lnTo>
                <a:lnTo>
                  <a:pt x="144767" y="7620"/>
                </a:lnTo>
                <a:lnTo>
                  <a:pt x="143243" y="10668"/>
                </a:lnTo>
                <a:lnTo>
                  <a:pt x="138671" y="15240"/>
                </a:lnTo>
                <a:lnTo>
                  <a:pt x="135623" y="15240"/>
                </a:lnTo>
                <a:lnTo>
                  <a:pt x="131051" y="16764"/>
                </a:lnTo>
                <a:lnTo>
                  <a:pt x="57899" y="16764"/>
                </a:lnTo>
                <a:lnTo>
                  <a:pt x="53327" y="18288"/>
                </a:lnTo>
                <a:lnTo>
                  <a:pt x="45707" y="21336"/>
                </a:lnTo>
                <a:lnTo>
                  <a:pt x="41135" y="24384"/>
                </a:lnTo>
                <a:lnTo>
                  <a:pt x="35039" y="33528"/>
                </a:lnTo>
                <a:lnTo>
                  <a:pt x="33515" y="38100"/>
                </a:lnTo>
                <a:lnTo>
                  <a:pt x="33515" y="50292"/>
                </a:lnTo>
                <a:lnTo>
                  <a:pt x="57899" y="82296"/>
                </a:lnTo>
                <a:lnTo>
                  <a:pt x="50279" y="83820"/>
                </a:lnTo>
                <a:lnTo>
                  <a:pt x="44183" y="86868"/>
                </a:lnTo>
                <a:lnTo>
                  <a:pt x="39611" y="91440"/>
                </a:lnTo>
                <a:lnTo>
                  <a:pt x="35039" y="97536"/>
                </a:lnTo>
                <a:lnTo>
                  <a:pt x="33515" y="102108"/>
                </a:lnTo>
                <a:lnTo>
                  <a:pt x="33515" y="114300"/>
                </a:lnTo>
                <a:lnTo>
                  <a:pt x="35039" y="117348"/>
                </a:lnTo>
                <a:lnTo>
                  <a:pt x="38087" y="126492"/>
                </a:lnTo>
                <a:lnTo>
                  <a:pt x="44183" y="132588"/>
                </a:lnTo>
                <a:lnTo>
                  <a:pt x="44183" y="134112"/>
                </a:lnTo>
                <a:lnTo>
                  <a:pt x="50279" y="138684"/>
                </a:lnTo>
                <a:lnTo>
                  <a:pt x="57899" y="147828"/>
                </a:lnTo>
                <a:lnTo>
                  <a:pt x="33515" y="147828"/>
                </a:lnTo>
                <a:lnTo>
                  <a:pt x="33515" y="152400"/>
                </a:lnTo>
                <a:lnTo>
                  <a:pt x="47231" y="185928"/>
                </a:lnTo>
                <a:lnTo>
                  <a:pt x="50279" y="182880"/>
                </a:lnTo>
                <a:lnTo>
                  <a:pt x="48755" y="179832"/>
                </a:lnTo>
                <a:lnTo>
                  <a:pt x="48755" y="172212"/>
                </a:lnTo>
                <a:lnTo>
                  <a:pt x="51803" y="169164"/>
                </a:lnTo>
                <a:lnTo>
                  <a:pt x="53327" y="169164"/>
                </a:lnTo>
                <a:lnTo>
                  <a:pt x="56375" y="167640"/>
                </a:lnTo>
                <a:lnTo>
                  <a:pt x="135623" y="167640"/>
                </a:lnTo>
                <a:lnTo>
                  <a:pt x="137147" y="169164"/>
                </a:lnTo>
                <a:lnTo>
                  <a:pt x="140195" y="169164"/>
                </a:lnTo>
                <a:lnTo>
                  <a:pt x="141719" y="170688"/>
                </a:lnTo>
                <a:lnTo>
                  <a:pt x="143243" y="173736"/>
                </a:lnTo>
                <a:lnTo>
                  <a:pt x="144767" y="175260"/>
                </a:lnTo>
                <a:lnTo>
                  <a:pt x="144767" y="184404"/>
                </a:lnTo>
                <a:lnTo>
                  <a:pt x="147815" y="184404"/>
                </a:lnTo>
                <a:lnTo>
                  <a:pt x="147815" y="167640"/>
                </a:lnTo>
                <a:lnTo>
                  <a:pt x="147815" y="131064"/>
                </a:lnTo>
                <a:lnTo>
                  <a:pt x="144767" y="131064"/>
                </a:lnTo>
                <a:lnTo>
                  <a:pt x="144767" y="140208"/>
                </a:lnTo>
                <a:lnTo>
                  <a:pt x="138671" y="146304"/>
                </a:lnTo>
                <a:lnTo>
                  <a:pt x="135623" y="146304"/>
                </a:lnTo>
                <a:lnTo>
                  <a:pt x="131051" y="147828"/>
                </a:lnTo>
                <a:lnTo>
                  <a:pt x="63995" y="147828"/>
                </a:lnTo>
                <a:lnTo>
                  <a:pt x="59423" y="143256"/>
                </a:lnTo>
                <a:lnTo>
                  <a:pt x="56375" y="138684"/>
                </a:lnTo>
                <a:lnTo>
                  <a:pt x="51803" y="132588"/>
                </a:lnTo>
                <a:lnTo>
                  <a:pt x="48755" y="123444"/>
                </a:lnTo>
                <a:lnTo>
                  <a:pt x="48755" y="112776"/>
                </a:lnTo>
                <a:lnTo>
                  <a:pt x="51803" y="108204"/>
                </a:lnTo>
                <a:lnTo>
                  <a:pt x="60947" y="102108"/>
                </a:lnTo>
                <a:lnTo>
                  <a:pt x="138671" y="102108"/>
                </a:lnTo>
                <a:lnTo>
                  <a:pt x="141719" y="103632"/>
                </a:lnTo>
                <a:lnTo>
                  <a:pt x="143243" y="106680"/>
                </a:lnTo>
                <a:lnTo>
                  <a:pt x="144767" y="108204"/>
                </a:lnTo>
                <a:lnTo>
                  <a:pt x="144767" y="118872"/>
                </a:lnTo>
                <a:lnTo>
                  <a:pt x="147815" y="118872"/>
                </a:lnTo>
                <a:lnTo>
                  <a:pt x="147815" y="102108"/>
                </a:lnTo>
                <a:lnTo>
                  <a:pt x="147815" y="82296"/>
                </a:lnTo>
                <a:lnTo>
                  <a:pt x="147815" y="65532"/>
                </a:lnTo>
                <a:lnTo>
                  <a:pt x="144767" y="65532"/>
                </a:lnTo>
                <a:lnTo>
                  <a:pt x="144767" y="73152"/>
                </a:lnTo>
                <a:lnTo>
                  <a:pt x="143243" y="76200"/>
                </a:lnTo>
                <a:lnTo>
                  <a:pt x="138671" y="80772"/>
                </a:lnTo>
                <a:lnTo>
                  <a:pt x="135623" y="80772"/>
                </a:lnTo>
                <a:lnTo>
                  <a:pt x="131051" y="82296"/>
                </a:lnTo>
                <a:lnTo>
                  <a:pt x="65519" y="82296"/>
                </a:lnTo>
                <a:lnTo>
                  <a:pt x="63995" y="80772"/>
                </a:lnTo>
                <a:lnTo>
                  <a:pt x="57899" y="76200"/>
                </a:lnTo>
                <a:lnTo>
                  <a:pt x="54851" y="70104"/>
                </a:lnTo>
                <a:lnTo>
                  <a:pt x="51803" y="65532"/>
                </a:lnTo>
                <a:lnTo>
                  <a:pt x="50279" y="62484"/>
                </a:lnTo>
                <a:lnTo>
                  <a:pt x="48755" y="57912"/>
                </a:lnTo>
                <a:lnTo>
                  <a:pt x="48755" y="47244"/>
                </a:lnTo>
                <a:lnTo>
                  <a:pt x="51803" y="42672"/>
                </a:lnTo>
                <a:lnTo>
                  <a:pt x="60947" y="36576"/>
                </a:lnTo>
                <a:lnTo>
                  <a:pt x="138671" y="36576"/>
                </a:lnTo>
                <a:lnTo>
                  <a:pt x="141719" y="39624"/>
                </a:lnTo>
                <a:lnTo>
                  <a:pt x="144767" y="45720"/>
                </a:lnTo>
                <a:lnTo>
                  <a:pt x="144767" y="53340"/>
                </a:lnTo>
                <a:lnTo>
                  <a:pt x="147815" y="53340"/>
                </a:lnTo>
                <a:lnTo>
                  <a:pt x="147815" y="36576"/>
                </a:lnTo>
                <a:lnTo>
                  <a:pt x="147815" y="0"/>
                </a:lnTo>
                <a:close/>
              </a:path>
              <a:path extrusionOk="0" h="666114" w="201295">
                <a:moveTo>
                  <a:pt x="150863" y="627888"/>
                </a:moveTo>
                <a:lnTo>
                  <a:pt x="131241" y="593788"/>
                </a:lnTo>
                <a:lnTo>
                  <a:pt x="117335" y="591312"/>
                </a:lnTo>
                <a:lnTo>
                  <a:pt x="108483" y="592772"/>
                </a:lnTo>
                <a:lnTo>
                  <a:pt x="100190" y="597217"/>
                </a:lnTo>
                <a:lnTo>
                  <a:pt x="92481" y="604824"/>
                </a:lnTo>
                <a:lnTo>
                  <a:pt x="85331" y="615696"/>
                </a:lnTo>
                <a:lnTo>
                  <a:pt x="77711" y="632460"/>
                </a:lnTo>
                <a:lnTo>
                  <a:pt x="73139" y="640080"/>
                </a:lnTo>
                <a:lnTo>
                  <a:pt x="70091" y="644652"/>
                </a:lnTo>
                <a:lnTo>
                  <a:pt x="67043" y="647700"/>
                </a:lnTo>
                <a:lnTo>
                  <a:pt x="63995" y="649224"/>
                </a:lnTo>
                <a:lnTo>
                  <a:pt x="59423" y="650748"/>
                </a:lnTo>
                <a:lnTo>
                  <a:pt x="51803" y="650748"/>
                </a:lnTo>
                <a:lnTo>
                  <a:pt x="48755" y="649224"/>
                </a:lnTo>
                <a:lnTo>
                  <a:pt x="45707" y="646176"/>
                </a:lnTo>
                <a:lnTo>
                  <a:pt x="42659" y="641604"/>
                </a:lnTo>
                <a:lnTo>
                  <a:pt x="41135" y="637032"/>
                </a:lnTo>
                <a:lnTo>
                  <a:pt x="41135" y="624840"/>
                </a:lnTo>
                <a:lnTo>
                  <a:pt x="71615" y="603504"/>
                </a:lnTo>
                <a:lnTo>
                  <a:pt x="71615" y="600456"/>
                </a:lnTo>
                <a:lnTo>
                  <a:pt x="33515" y="600456"/>
                </a:lnTo>
                <a:lnTo>
                  <a:pt x="33515" y="603504"/>
                </a:lnTo>
                <a:lnTo>
                  <a:pt x="35039" y="603504"/>
                </a:lnTo>
                <a:lnTo>
                  <a:pt x="36563" y="605028"/>
                </a:lnTo>
                <a:lnTo>
                  <a:pt x="38087" y="605028"/>
                </a:lnTo>
                <a:lnTo>
                  <a:pt x="38087" y="612648"/>
                </a:lnTo>
                <a:lnTo>
                  <a:pt x="36563" y="617220"/>
                </a:lnTo>
                <a:lnTo>
                  <a:pt x="35039" y="623316"/>
                </a:lnTo>
                <a:lnTo>
                  <a:pt x="33515" y="627888"/>
                </a:lnTo>
                <a:lnTo>
                  <a:pt x="33515" y="632460"/>
                </a:lnTo>
                <a:lnTo>
                  <a:pt x="56375" y="665988"/>
                </a:lnTo>
                <a:lnTo>
                  <a:pt x="71615" y="665988"/>
                </a:lnTo>
                <a:lnTo>
                  <a:pt x="77711" y="664464"/>
                </a:lnTo>
                <a:lnTo>
                  <a:pt x="82283" y="659892"/>
                </a:lnTo>
                <a:lnTo>
                  <a:pt x="85737" y="656755"/>
                </a:lnTo>
                <a:lnTo>
                  <a:pt x="89331" y="651891"/>
                </a:lnTo>
                <a:lnTo>
                  <a:pt x="93218" y="645325"/>
                </a:lnTo>
                <a:lnTo>
                  <a:pt x="101815" y="628751"/>
                </a:lnTo>
                <a:lnTo>
                  <a:pt x="105524" y="622173"/>
                </a:lnTo>
                <a:lnTo>
                  <a:pt x="108673" y="617321"/>
                </a:lnTo>
                <a:lnTo>
                  <a:pt x="111239" y="614172"/>
                </a:lnTo>
                <a:lnTo>
                  <a:pt x="115811" y="611124"/>
                </a:lnTo>
                <a:lnTo>
                  <a:pt x="120383" y="609600"/>
                </a:lnTo>
                <a:lnTo>
                  <a:pt x="131051" y="609600"/>
                </a:lnTo>
                <a:lnTo>
                  <a:pt x="135623" y="611124"/>
                </a:lnTo>
                <a:lnTo>
                  <a:pt x="138671" y="614172"/>
                </a:lnTo>
                <a:lnTo>
                  <a:pt x="141719" y="618744"/>
                </a:lnTo>
                <a:lnTo>
                  <a:pt x="143243" y="623316"/>
                </a:lnTo>
                <a:lnTo>
                  <a:pt x="143243" y="635508"/>
                </a:lnTo>
                <a:lnTo>
                  <a:pt x="112763" y="662940"/>
                </a:lnTo>
                <a:lnTo>
                  <a:pt x="112763" y="665988"/>
                </a:lnTo>
                <a:lnTo>
                  <a:pt x="150863" y="665988"/>
                </a:lnTo>
                <a:lnTo>
                  <a:pt x="150863" y="662940"/>
                </a:lnTo>
                <a:lnTo>
                  <a:pt x="147815" y="661416"/>
                </a:lnTo>
                <a:lnTo>
                  <a:pt x="146291" y="659892"/>
                </a:lnTo>
                <a:lnTo>
                  <a:pt x="146291" y="653796"/>
                </a:lnTo>
                <a:lnTo>
                  <a:pt x="147815" y="652272"/>
                </a:lnTo>
                <a:lnTo>
                  <a:pt x="149339" y="643128"/>
                </a:lnTo>
                <a:lnTo>
                  <a:pt x="150863" y="635508"/>
                </a:lnTo>
                <a:lnTo>
                  <a:pt x="150863" y="627888"/>
                </a:lnTo>
                <a:close/>
              </a:path>
              <a:path extrusionOk="0" h="666114" w="201295">
                <a:moveTo>
                  <a:pt x="150863" y="409956"/>
                </a:moveTo>
                <a:lnTo>
                  <a:pt x="131241" y="375856"/>
                </a:lnTo>
                <a:lnTo>
                  <a:pt x="117335" y="373380"/>
                </a:lnTo>
                <a:lnTo>
                  <a:pt x="108483" y="374840"/>
                </a:lnTo>
                <a:lnTo>
                  <a:pt x="77711" y="414528"/>
                </a:lnTo>
                <a:lnTo>
                  <a:pt x="73139" y="422148"/>
                </a:lnTo>
                <a:lnTo>
                  <a:pt x="70091" y="426720"/>
                </a:lnTo>
                <a:lnTo>
                  <a:pt x="67043" y="429768"/>
                </a:lnTo>
                <a:lnTo>
                  <a:pt x="63995" y="431292"/>
                </a:lnTo>
                <a:lnTo>
                  <a:pt x="59423" y="432816"/>
                </a:lnTo>
                <a:lnTo>
                  <a:pt x="51803" y="432816"/>
                </a:lnTo>
                <a:lnTo>
                  <a:pt x="48755" y="431292"/>
                </a:lnTo>
                <a:lnTo>
                  <a:pt x="45707" y="428244"/>
                </a:lnTo>
                <a:lnTo>
                  <a:pt x="42659" y="423672"/>
                </a:lnTo>
                <a:lnTo>
                  <a:pt x="41135" y="420624"/>
                </a:lnTo>
                <a:lnTo>
                  <a:pt x="41135" y="406908"/>
                </a:lnTo>
                <a:lnTo>
                  <a:pt x="71615" y="385572"/>
                </a:lnTo>
                <a:lnTo>
                  <a:pt x="71615" y="382524"/>
                </a:lnTo>
                <a:lnTo>
                  <a:pt x="33515" y="382524"/>
                </a:lnTo>
                <a:lnTo>
                  <a:pt x="33515" y="385572"/>
                </a:lnTo>
                <a:lnTo>
                  <a:pt x="35039" y="385572"/>
                </a:lnTo>
                <a:lnTo>
                  <a:pt x="38087" y="388620"/>
                </a:lnTo>
                <a:lnTo>
                  <a:pt x="38087" y="394716"/>
                </a:lnTo>
                <a:lnTo>
                  <a:pt x="36563" y="399288"/>
                </a:lnTo>
                <a:lnTo>
                  <a:pt x="35039" y="405384"/>
                </a:lnTo>
                <a:lnTo>
                  <a:pt x="33515" y="409956"/>
                </a:lnTo>
                <a:lnTo>
                  <a:pt x="33515" y="414528"/>
                </a:lnTo>
                <a:lnTo>
                  <a:pt x="34086" y="421982"/>
                </a:lnTo>
                <a:lnTo>
                  <a:pt x="34137" y="422148"/>
                </a:lnTo>
                <a:lnTo>
                  <a:pt x="35801" y="428434"/>
                </a:lnTo>
                <a:lnTo>
                  <a:pt x="56375" y="448056"/>
                </a:lnTo>
                <a:lnTo>
                  <a:pt x="71615" y="448056"/>
                </a:lnTo>
                <a:lnTo>
                  <a:pt x="77711" y="446532"/>
                </a:lnTo>
                <a:lnTo>
                  <a:pt x="82283" y="441960"/>
                </a:lnTo>
                <a:lnTo>
                  <a:pt x="85737" y="438823"/>
                </a:lnTo>
                <a:lnTo>
                  <a:pt x="89331" y="433959"/>
                </a:lnTo>
                <a:lnTo>
                  <a:pt x="90017" y="432816"/>
                </a:lnTo>
                <a:lnTo>
                  <a:pt x="93218" y="427393"/>
                </a:lnTo>
                <a:lnTo>
                  <a:pt x="101815" y="410819"/>
                </a:lnTo>
                <a:lnTo>
                  <a:pt x="105524" y="404241"/>
                </a:lnTo>
                <a:lnTo>
                  <a:pt x="108750" y="399288"/>
                </a:lnTo>
                <a:lnTo>
                  <a:pt x="111239" y="396240"/>
                </a:lnTo>
                <a:lnTo>
                  <a:pt x="116001" y="393077"/>
                </a:lnTo>
                <a:lnTo>
                  <a:pt x="116179" y="393077"/>
                </a:lnTo>
                <a:lnTo>
                  <a:pt x="120383" y="391668"/>
                </a:lnTo>
                <a:lnTo>
                  <a:pt x="131051" y="391668"/>
                </a:lnTo>
                <a:lnTo>
                  <a:pt x="135267" y="393077"/>
                </a:lnTo>
                <a:lnTo>
                  <a:pt x="135509" y="393077"/>
                </a:lnTo>
                <a:lnTo>
                  <a:pt x="138671" y="396240"/>
                </a:lnTo>
                <a:lnTo>
                  <a:pt x="138798" y="396430"/>
                </a:lnTo>
                <a:lnTo>
                  <a:pt x="141719" y="400812"/>
                </a:lnTo>
                <a:lnTo>
                  <a:pt x="143243" y="405384"/>
                </a:lnTo>
                <a:lnTo>
                  <a:pt x="143243" y="417576"/>
                </a:lnTo>
                <a:lnTo>
                  <a:pt x="112763" y="445008"/>
                </a:lnTo>
                <a:lnTo>
                  <a:pt x="112763" y="448056"/>
                </a:lnTo>
                <a:lnTo>
                  <a:pt x="150863" y="448056"/>
                </a:lnTo>
                <a:lnTo>
                  <a:pt x="150863" y="445008"/>
                </a:lnTo>
                <a:lnTo>
                  <a:pt x="147815" y="443484"/>
                </a:lnTo>
                <a:lnTo>
                  <a:pt x="146291" y="441960"/>
                </a:lnTo>
                <a:lnTo>
                  <a:pt x="146291" y="435864"/>
                </a:lnTo>
                <a:lnTo>
                  <a:pt x="147815" y="434340"/>
                </a:lnTo>
                <a:lnTo>
                  <a:pt x="147878" y="433959"/>
                </a:lnTo>
                <a:lnTo>
                  <a:pt x="149339" y="425196"/>
                </a:lnTo>
                <a:lnTo>
                  <a:pt x="150863" y="417576"/>
                </a:lnTo>
                <a:lnTo>
                  <a:pt x="150863" y="409956"/>
                </a:lnTo>
                <a:close/>
              </a:path>
              <a:path extrusionOk="0" h="666114" w="201295">
                <a:moveTo>
                  <a:pt x="150876" y="318516"/>
                </a:moveTo>
                <a:lnTo>
                  <a:pt x="149352" y="312420"/>
                </a:lnTo>
                <a:lnTo>
                  <a:pt x="144780" y="307848"/>
                </a:lnTo>
                <a:lnTo>
                  <a:pt x="140208" y="301752"/>
                </a:lnTo>
                <a:lnTo>
                  <a:pt x="134112" y="297180"/>
                </a:lnTo>
                <a:lnTo>
                  <a:pt x="126492" y="295656"/>
                </a:lnTo>
                <a:lnTo>
                  <a:pt x="126492" y="301752"/>
                </a:lnTo>
                <a:lnTo>
                  <a:pt x="129540" y="301752"/>
                </a:lnTo>
                <a:lnTo>
                  <a:pt x="134112" y="306324"/>
                </a:lnTo>
                <a:lnTo>
                  <a:pt x="135636" y="309372"/>
                </a:lnTo>
                <a:lnTo>
                  <a:pt x="135636" y="316992"/>
                </a:lnTo>
                <a:lnTo>
                  <a:pt x="132588" y="323088"/>
                </a:lnTo>
                <a:lnTo>
                  <a:pt x="129540" y="324612"/>
                </a:lnTo>
                <a:lnTo>
                  <a:pt x="124968" y="326136"/>
                </a:lnTo>
                <a:lnTo>
                  <a:pt x="44196" y="326136"/>
                </a:lnTo>
                <a:lnTo>
                  <a:pt x="44196" y="300228"/>
                </a:lnTo>
                <a:lnTo>
                  <a:pt x="36576" y="300228"/>
                </a:lnTo>
                <a:lnTo>
                  <a:pt x="36576" y="326136"/>
                </a:lnTo>
                <a:lnTo>
                  <a:pt x="0" y="326136"/>
                </a:lnTo>
                <a:lnTo>
                  <a:pt x="0" y="329184"/>
                </a:lnTo>
                <a:lnTo>
                  <a:pt x="36576" y="353568"/>
                </a:lnTo>
                <a:lnTo>
                  <a:pt x="41148" y="364236"/>
                </a:lnTo>
                <a:lnTo>
                  <a:pt x="44196" y="364236"/>
                </a:lnTo>
                <a:lnTo>
                  <a:pt x="44196" y="345948"/>
                </a:lnTo>
                <a:lnTo>
                  <a:pt x="129540" y="345948"/>
                </a:lnTo>
                <a:lnTo>
                  <a:pt x="135636" y="344424"/>
                </a:lnTo>
                <a:lnTo>
                  <a:pt x="138684" y="342900"/>
                </a:lnTo>
                <a:lnTo>
                  <a:pt x="143256" y="341376"/>
                </a:lnTo>
                <a:lnTo>
                  <a:pt x="146304" y="338328"/>
                </a:lnTo>
                <a:lnTo>
                  <a:pt x="147828" y="335280"/>
                </a:lnTo>
                <a:lnTo>
                  <a:pt x="149352" y="330708"/>
                </a:lnTo>
                <a:lnTo>
                  <a:pt x="150876" y="327660"/>
                </a:lnTo>
                <a:lnTo>
                  <a:pt x="150876" y="318516"/>
                </a:lnTo>
                <a:close/>
              </a:path>
              <a:path extrusionOk="0" h="666114" w="201295">
                <a:moveTo>
                  <a:pt x="150876" y="237744"/>
                </a:moveTo>
                <a:lnTo>
                  <a:pt x="131559" y="201244"/>
                </a:lnTo>
                <a:lnTo>
                  <a:pt x="108204" y="192024"/>
                </a:lnTo>
                <a:lnTo>
                  <a:pt x="105156" y="195072"/>
                </a:lnTo>
                <a:lnTo>
                  <a:pt x="115824" y="198120"/>
                </a:lnTo>
                <a:lnTo>
                  <a:pt x="121920" y="202692"/>
                </a:lnTo>
                <a:lnTo>
                  <a:pt x="126492" y="208788"/>
                </a:lnTo>
                <a:lnTo>
                  <a:pt x="129540" y="213360"/>
                </a:lnTo>
                <a:lnTo>
                  <a:pt x="129578" y="213537"/>
                </a:lnTo>
                <a:lnTo>
                  <a:pt x="131064" y="219456"/>
                </a:lnTo>
                <a:lnTo>
                  <a:pt x="131064" y="227076"/>
                </a:lnTo>
                <a:lnTo>
                  <a:pt x="130213" y="234696"/>
                </a:lnTo>
                <a:lnTo>
                  <a:pt x="100393" y="264033"/>
                </a:lnTo>
                <a:lnTo>
                  <a:pt x="77724" y="266700"/>
                </a:lnTo>
                <a:lnTo>
                  <a:pt x="77724" y="216408"/>
                </a:lnTo>
                <a:lnTo>
                  <a:pt x="77724" y="192024"/>
                </a:lnTo>
                <a:lnTo>
                  <a:pt x="70104" y="192684"/>
                </a:lnTo>
                <a:lnTo>
                  <a:pt x="70104" y="216408"/>
                </a:lnTo>
                <a:lnTo>
                  <a:pt x="70104" y="266700"/>
                </a:lnTo>
                <a:lnTo>
                  <a:pt x="41148" y="246849"/>
                </a:lnTo>
                <a:lnTo>
                  <a:pt x="41148" y="236220"/>
                </a:lnTo>
                <a:lnTo>
                  <a:pt x="42672" y="231648"/>
                </a:lnTo>
                <a:lnTo>
                  <a:pt x="45720" y="227076"/>
                </a:lnTo>
                <a:lnTo>
                  <a:pt x="47244" y="224028"/>
                </a:lnTo>
                <a:lnTo>
                  <a:pt x="51816" y="220980"/>
                </a:lnTo>
                <a:lnTo>
                  <a:pt x="57912" y="217932"/>
                </a:lnTo>
                <a:lnTo>
                  <a:pt x="64008" y="216408"/>
                </a:lnTo>
                <a:lnTo>
                  <a:pt x="70104" y="216408"/>
                </a:lnTo>
                <a:lnTo>
                  <a:pt x="70104" y="192684"/>
                </a:lnTo>
                <a:lnTo>
                  <a:pt x="36766" y="217741"/>
                </a:lnTo>
                <a:lnTo>
                  <a:pt x="33528" y="234696"/>
                </a:lnTo>
                <a:lnTo>
                  <a:pt x="34645" y="244703"/>
                </a:lnTo>
                <a:lnTo>
                  <a:pt x="58267" y="277279"/>
                </a:lnTo>
                <a:lnTo>
                  <a:pt x="94488" y="284988"/>
                </a:lnTo>
                <a:lnTo>
                  <a:pt x="106489" y="284137"/>
                </a:lnTo>
                <a:lnTo>
                  <a:pt x="117348" y="281559"/>
                </a:lnTo>
                <a:lnTo>
                  <a:pt x="127063" y="277279"/>
                </a:lnTo>
                <a:lnTo>
                  <a:pt x="135636" y="271272"/>
                </a:lnTo>
                <a:lnTo>
                  <a:pt x="139890" y="266700"/>
                </a:lnTo>
                <a:lnTo>
                  <a:pt x="142506" y="263893"/>
                </a:lnTo>
                <a:lnTo>
                  <a:pt x="147256" y="255651"/>
                </a:lnTo>
                <a:lnTo>
                  <a:pt x="149987" y="246849"/>
                </a:lnTo>
                <a:lnTo>
                  <a:pt x="150876" y="237744"/>
                </a:lnTo>
                <a:close/>
              </a:path>
              <a:path extrusionOk="0" h="666114" w="201295">
                <a:moveTo>
                  <a:pt x="201168" y="553212"/>
                </a:moveTo>
                <a:lnTo>
                  <a:pt x="167640" y="521208"/>
                </a:lnTo>
                <a:lnTo>
                  <a:pt x="163791" y="519684"/>
                </a:lnTo>
                <a:lnTo>
                  <a:pt x="71729" y="483108"/>
                </a:lnTo>
                <a:lnTo>
                  <a:pt x="56388" y="477012"/>
                </a:lnTo>
                <a:lnTo>
                  <a:pt x="51816" y="475488"/>
                </a:lnTo>
                <a:lnTo>
                  <a:pt x="48768" y="473964"/>
                </a:lnTo>
                <a:lnTo>
                  <a:pt x="47244" y="472440"/>
                </a:lnTo>
                <a:lnTo>
                  <a:pt x="44196" y="470916"/>
                </a:lnTo>
                <a:lnTo>
                  <a:pt x="41148" y="467868"/>
                </a:lnTo>
                <a:lnTo>
                  <a:pt x="41148" y="466344"/>
                </a:lnTo>
                <a:lnTo>
                  <a:pt x="39624" y="463296"/>
                </a:lnTo>
                <a:lnTo>
                  <a:pt x="39624" y="460248"/>
                </a:lnTo>
                <a:lnTo>
                  <a:pt x="36576" y="460248"/>
                </a:lnTo>
                <a:lnTo>
                  <a:pt x="36576" y="493776"/>
                </a:lnTo>
                <a:lnTo>
                  <a:pt x="39624" y="493776"/>
                </a:lnTo>
                <a:lnTo>
                  <a:pt x="39624" y="489204"/>
                </a:lnTo>
                <a:lnTo>
                  <a:pt x="41148" y="487680"/>
                </a:lnTo>
                <a:lnTo>
                  <a:pt x="41148" y="486156"/>
                </a:lnTo>
                <a:lnTo>
                  <a:pt x="44196" y="483108"/>
                </a:lnTo>
                <a:lnTo>
                  <a:pt x="50292" y="483108"/>
                </a:lnTo>
                <a:lnTo>
                  <a:pt x="53340" y="484632"/>
                </a:lnTo>
                <a:lnTo>
                  <a:pt x="57912" y="484632"/>
                </a:lnTo>
                <a:lnTo>
                  <a:pt x="118872" y="510540"/>
                </a:lnTo>
                <a:lnTo>
                  <a:pt x="62484" y="536448"/>
                </a:lnTo>
                <a:lnTo>
                  <a:pt x="56388" y="539496"/>
                </a:lnTo>
                <a:lnTo>
                  <a:pt x="51816" y="541020"/>
                </a:lnTo>
                <a:lnTo>
                  <a:pt x="45720" y="541020"/>
                </a:lnTo>
                <a:lnTo>
                  <a:pt x="41148" y="536448"/>
                </a:lnTo>
                <a:lnTo>
                  <a:pt x="39624" y="533400"/>
                </a:lnTo>
                <a:lnTo>
                  <a:pt x="39624" y="527304"/>
                </a:lnTo>
                <a:lnTo>
                  <a:pt x="36576" y="527304"/>
                </a:lnTo>
                <a:lnTo>
                  <a:pt x="36576" y="580644"/>
                </a:lnTo>
                <a:lnTo>
                  <a:pt x="39624" y="580644"/>
                </a:lnTo>
                <a:lnTo>
                  <a:pt x="41148" y="576072"/>
                </a:lnTo>
                <a:lnTo>
                  <a:pt x="42672" y="573024"/>
                </a:lnTo>
                <a:lnTo>
                  <a:pt x="44196" y="571500"/>
                </a:lnTo>
                <a:lnTo>
                  <a:pt x="44196" y="569976"/>
                </a:lnTo>
                <a:lnTo>
                  <a:pt x="47244" y="568452"/>
                </a:lnTo>
                <a:lnTo>
                  <a:pt x="50292" y="565404"/>
                </a:lnTo>
                <a:lnTo>
                  <a:pt x="53340" y="563880"/>
                </a:lnTo>
                <a:lnTo>
                  <a:pt x="56388" y="560832"/>
                </a:lnTo>
                <a:lnTo>
                  <a:pt x="59436" y="560832"/>
                </a:lnTo>
                <a:lnTo>
                  <a:pt x="99783" y="541020"/>
                </a:lnTo>
                <a:lnTo>
                  <a:pt x="143256" y="519684"/>
                </a:lnTo>
                <a:lnTo>
                  <a:pt x="178308" y="536448"/>
                </a:lnTo>
                <a:lnTo>
                  <a:pt x="181356" y="542544"/>
                </a:lnTo>
                <a:lnTo>
                  <a:pt x="181356" y="547116"/>
                </a:lnTo>
                <a:lnTo>
                  <a:pt x="178308" y="556260"/>
                </a:lnTo>
                <a:lnTo>
                  <a:pt x="176784" y="559308"/>
                </a:lnTo>
                <a:lnTo>
                  <a:pt x="176784" y="566928"/>
                </a:lnTo>
                <a:lnTo>
                  <a:pt x="178308" y="569976"/>
                </a:lnTo>
                <a:lnTo>
                  <a:pt x="179832" y="571500"/>
                </a:lnTo>
                <a:lnTo>
                  <a:pt x="181356" y="574548"/>
                </a:lnTo>
                <a:lnTo>
                  <a:pt x="192024" y="574548"/>
                </a:lnTo>
                <a:lnTo>
                  <a:pt x="195072" y="573024"/>
                </a:lnTo>
                <a:lnTo>
                  <a:pt x="196596" y="569976"/>
                </a:lnTo>
                <a:lnTo>
                  <a:pt x="199644" y="566928"/>
                </a:lnTo>
                <a:lnTo>
                  <a:pt x="201168" y="563880"/>
                </a:lnTo>
                <a:lnTo>
                  <a:pt x="201168" y="5532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4" name="Google Shape;8044;p110"/>
          <p:cNvSpPr/>
          <p:nvPr/>
        </p:nvSpPr>
        <p:spPr>
          <a:xfrm>
            <a:off x="4198607" y="4364736"/>
            <a:ext cx="175895" cy="894715"/>
          </a:xfrm>
          <a:custGeom>
            <a:rect b="b" l="l" r="r" t="t"/>
            <a:pathLst>
              <a:path extrusionOk="0" h="894714" w="175895">
                <a:moveTo>
                  <a:pt x="24384" y="413004"/>
                </a:moveTo>
                <a:lnTo>
                  <a:pt x="22860" y="409956"/>
                </a:lnTo>
                <a:lnTo>
                  <a:pt x="18288" y="405384"/>
                </a:lnTo>
                <a:lnTo>
                  <a:pt x="15240" y="403860"/>
                </a:lnTo>
                <a:lnTo>
                  <a:pt x="7620" y="403860"/>
                </a:lnTo>
                <a:lnTo>
                  <a:pt x="6096" y="405384"/>
                </a:lnTo>
                <a:lnTo>
                  <a:pt x="3048" y="406908"/>
                </a:lnTo>
                <a:lnTo>
                  <a:pt x="0" y="409956"/>
                </a:lnTo>
                <a:lnTo>
                  <a:pt x="0" y="422148"/>
                </a:lnTo>
                <a:lnTo>
                  <a:pt x="3048" y="425196"/>
                </a:lnTo>
                <a:lnTo>
                  <a:pt x="6096" y="426720"/>
                </a:lnTo>
                <a:lnTo>
                  <a:pt x="7620" y="428244"/>
                </a:lnTo>
                <a:lnTo>
                  <a:pt x="15240" y="428244"/>
                </a:lnTo>
                <a:lnTo>
                  <a:pt x="18288" y="426720"/>
                </a:lnTo>
                <a:lnTo>
                  <a:pt x="22860" y="422148"/>
                </a:lnTo>
                <a:lnTo>
                  <a:pt x="24384" y="419100"/>
                </a:lnTo>
                <a:lnTo>
                  <a:pt x="24384" y="413004"/>
                </a:lnTo>
                <a:close/>
              </a:path>
              <a:path extrusionOk="0" h="894714" w="175895">
                <a:moveTo>
                  <a:pt x="117348" y="765048"/>
                </a:moveTo>
                <a:lnTo>
                  <a:pt x="106692" y="765048"/>
                </a:lnTo>
                <a:lnTo>
                  <a:pt x="106692" y="894588"/>
                </a:lnTo>
                <a:lnTo>
                  <a:pt x="117348" y="894588"/>
                </a:lnTo>
                <a:lnTo>
                  <a:pt x="117348" y="765048"/>
                </a:lnTo>
                <a:close/>
              </a:path>
              <a:path extrusionOk="0" h="894714" w="175895">
                <a:moveTo>
                  <a:pt x="172212" y="388620"/>
                </a:moveTo>
                <a:lnTo>
                  <a:pt x="169164" y="388620"/>
                </a:lnTo>
                <a:lnTo>
                  <a:pt x="169164" y="393192"/>
                </a:lnTo>
                <a:lnTo>
                  <a:pt x="167640" y="397764"/>
                </a:lnTo>
                <a:lnTo>
                  <a:pt x="167640" y="399288"/>
                </a:lnTo>
                <a:lnTo>
                  <a:pt x="164592" y="402336"/>
                </a:lnTo>
                <a:lnTo>
                  <a:pt x="161544" y="403860"/>
                </a:lnTo>
                <a:lnTo>
                  <a:pt x="160020" y="405384"/>
                </a:lnTo>
                <a:lnTo>
                  <a:pt x="57912" y="405384"/>
                </a:lnTo>
                <a:lnTo>
                  <a:pt x="57912" y="409956"/>
                </a:lnTo>
                <a:lnTo>
                  <a:pt x="71628" y="443484"/>
                </a:lnTo>
                <a:lnTo>
                  <a:pt x="74676" y="441960"/>
                </a:lnTo>
                <a:lnTo>
                  <a:pt x="71628" y="435864"/>
                </a:lnTo>
                <a:lnTo>
                  <a:pt x="71628" y="431292"/>
                </a:lnTo>
                <a:lnTo>
                  <a:pt x="76200" y="426720"/>
                </a:lnTo>
                <a:lnTo>
                  <a:pt x="79248" y="426720"/>
                </a:lnTo>
                <a:lnTo>
                  <a:pt x="83299" y="425843"/>
                </a:lnTo>
                <a:lnTo>
                  <a:pt x="88773" y="425386"/>
                </a:lnTo>
                <a:lnTo>
                  <a:pt x="97002" y="425196"/>
                </a:lnTo>
                <a:lnTo>
                  <a:pt x="158496" y="425196"/>
                </a:lnTo>
                <a:lnTo>
                  <a:pt x="164592" y="428244"/>
                </a:lnTo>
                <a:lnTo>
                  <a:pt x="167640" y="431292"/>
                </a:lnTo>
                <a:lnTo>
                  <a:pt x="167640" y="432816"/>
                </a:lnTo>
                <a:lnTo>
                  <a:pt x="169164" y="437388"/>
                </a:lnTo>
                <a:lnTo>
                  <a:pt x="169164" y="441960"/>
                </a:lnTo>
                <a:lnTo>
                  <a:pt x="172212" y="441960"/>
                </a:lnTo>
                <a:lnTo>
                  <a:pt x="172212" y="425196"/>
                </a:lnTo>
                <a:lnTo>
                  <a:pt x="172212" y="388620"/>
                </a:lnTo>
                <a:close/>
              </a:path>
              <a:path extrusionOk="0" h="894714" w="175895">
                <a:moveTo>
                  <a:pt x="172212" y="237744"/>
                </a:moveTo>
                <a:lnTo>
                  <a:pt x="169164" y="237744"/>
                </a:lnTo>
                <a:lnTo>
                  <a:pt x="169164" y="242316"/>
                </a:lnTo>
                <a:lnTo>
                  <a:pt x="167640" y="246888"/>
                </a:lnTo>
                <a:lnTo>
                  <a:pt x="167640" y="248412"/>
                </a:lnTo>
                <a:lnTo>
                  <a:pt x="164592" y="251460"/>
                </a:lnTo>
                <a:lnTo>
                  <a:pt x="161544" y="252984"/>
                </a:lnTo>
                <a:lnTo>
                  <a:pt x="160020" y="254508"/>
                </a:lnTo>
                <a:lnTo>
                  <a:pt x="57912" y="254508"/>
                </a:lnTo>
                <a:lnTo>
                  <a:pt x="57912" y="259080"/>
                </a:lnTo>
                <a:lnTo>
                  <a:pt x="71628" y="292608"/>
                </a:lnTo>
                <a:lnTo>
                  <a:pt x="74676" y="291084"/>
                </a:lnTo>
                <a:lnTo>
                  <a:pt x="71628" y="284988"/>
                </a:lnTo>
                <a:lnTo>
                  <a:pt x="71628" y="280416"/>
                </a:lnTo>
                <a:lnTo>
                  <a:pt x="76200" y="275844"/>
                </a:lnTo>
                <a:lnTo>
                  <a:pt x="79248" y="275844"/>
                </a:lnTo>
                <a:lnTo>
                  <a:pt x="83299" y="274967"/>
                </a:lnTo>
                <a:lnTo>
                  <a:pt x="88773" y="274510"/>
                </a:lnTo>
                <a:lnTo>
                  <a:pt x="97002" y="274320"/>
                </a:lnTo>
                <a:lnTo>
                  <a:pt x="158496" y="274320"/>
                </a:lnTo>
                <a:lnTo>
                  <a:pt x="164592" y="277368"/>
                </a:lnTo>
                <a:lnTo>
                  <a:pt x="167640" y="280416"/>
                </a:lnTo>
                <a:lnTo>
                  <a:pt x="167640" y="281940"/>
                </a:lnTo>
                <a:lnTo>
                  <a:pt x="169164" y="284988"/>
                </a:lnTo>
                <a:lnTo>
                  <a:pt x="169164" y="291084"/>
                </a:lnTo>
                <a:lnTo>
                  <a:pt x="172212" y="291084"/>
                </a:lnTo>
                <a:lnTo>
                  <a:pt x="172212" y="274320"/>
                </a:lnTo>
                <a:lnTo>
                  <a:pt x="172212" y="237744"/>
                </a:lnTo>
                <a:close/>
              </a:path>
              <a:path extrusionOk="0" h="894714" w="175895">
                <a:moveTo>
                  <a:pt x="172224" y="475488"/>
                </a:moveTo>
                <a:lnTo>
                  <a:pt x="169176" y="475488"/>
                </a:lnTo>
                <a:lnTo>
                  <a:pt x="169176" y="480060"/>
                </a:lnTo>
                <a:lnTo>
                  <a:pt x="167652" y="484632"/>
                </a:lnTo>
                <a:lnTo>
                  <a:pt x="166128" y="486156"/>
                </a:lnTo>
                <a:lnTo>
                  <a:pt x="164604" y="489204"/>
                </a:lnTo>
                <a:lnTo>
                  <a:pt x="161556" y="490728"/>
                </a:lnTo>
                <a:lnTo>
                  <a:pt x="160032" y="492252"/>
                </a:lnTo>
                <a:lnTo>
                  <a:pt x="156984" y="493776"/>
                </a:lnTo>
                <a:lnTo>
                  <a:pt x="152412" y="495300"/>
                </a:lnTo>
                <a:lnTo>
                  <a:pt x="92976" y="495300"/>
                </a:lnTo>
                <a:lnTo>
                  <a:pt x="85356" y="490728"/>
                </a:lnTo>
                <a:lnTo>
                  <a:pt x="79260" y="486156"/>
                </a:lnTo>
                <a:lnTo>
                  <a:pt x="74688" y="481584"/>
                </a:lnTo>
                <a:lnTo>
                  <a:pt x="74688" y="477012"/>
                </a:lnTo>
                <a:lnTo>
                  <a:pt x="76212" y="473964"/>
                </a:lnTo>
                <a:lnTo>
                  <a:pt x="77736" y="469392"/>
                </a:lnTo>
                <a:lnTo>
                  <a:pt x="80784" y="466344"/>
                </a:lnTo>
                <a:lnTo>
                  <a:pt x="82308" y="463296"/>
                </a:lnTo>
                <a:lnTo>
                  <a:pt x="82308" y="457200"/>
                </a:lnTo>
                <a:lnTo>
                  <a:pt x="76212" y="451104"/>
                </a:lnTo>
                <a:lnTo>
                  <a:pt x="67068" y="451104"/>
                </a:lnTo>
                <a:lnTo>
                  <a:pt x="64020" y="452628"/>
                </a:lnTo>
                <a:lnTo>
                  <a:pt x="59448" y="457200"/>
                </a:lnTo>
                <a:lnTo>
                  <a:pt x="57924" y="461772"/>
                </a:lnTo>
                <a:lnTo>
                  <a:pt x="57924" y="466344"/>
                </a:lnTo>
                <a:lnTo>
                  <a:pt x="59372" y="473443"/>
                </a:lnTo>
                <a:lnTo>
                  <a:pt x="63830" y="480822"/>
                </a:lnTo>
                <a:lnTo>
                  <a:pt x="71424" y="488213"/>
                </a:lnTo>
                <a:lnTo>
                  <a:pt x="82308" y="495300"/>
                </a:lnTo>
                <a:lnTo>
                  <a:pt x="57924" y="495300"/>
                </a:lnTo>
                <a:lnTo>
                  <a:pt x="57924" y="499872"/>
                </a:lnTo>
                <a:lnTo>
                  <a:pt x="71640" y="533400"/>
                </a:lnTo>
                <a:lnTo>
                  <a:pt x="74688" y="531876"/>
                </a:lnTo>
                <a:lnTo>
                  <a:pt x="71640" y="525780"/>
                </a:lnTo>
                <a:lnTo>
                  <a:pt x="71640" y="521208"/>
                </a:lnTo>
                <a:lnTo>
                  <a:pt x="74688" y="518160"/>
                </a:lnTo>
                <a:lnTo>
                  <a:pt x="74688" y="516636"/>
                </a:lnTo>
                <a:lnTo>
                  <a:pt x="77736" y="515112"/>
                </a:lnTo>
                <a:lnTo>
                  <a:pt x="160032" y="515112"/>
                </a:lnTo>
                <a:lnTo>
                  <a:pt x="163080" y="516636"/>
                </a:lnTo>
                <a:lnTo>
                  <a:pt x="164604" y="516636"/>
                </a:lnTo>
                <a:lnTo>
                  <a:pt x="166128" y="519684"/>
                </a:lnTo>
                <a:lnTo>
                  <a:pt x="167652" y="521208"/>
                </a:lnTo>
                <a:lnTo>
                  <a:pt x="169176" y="525780"/>
                </a:lnTo>
                <a:lnTo>
                  <a:pt x="169176" y="531876"/>
                </a:lnTo>
                <a:lnTo>
                  <a:pt x="172224" y="531876"/>
                </a:lnTo>
                <a:lnTo>
                  <a:pt x="172224" y="475488"/>
                </a:lnTo>
                <a:close/>
              </a:path>
              <a:path extrusionOk="0" h="894714" w="175895">
                <a:moveTo>
                  <a:pt x="172224" y="306324"/>
                </a:moveTo>
                <a:lnTo>
                  <a:pt x="169176" y="306324"/>
                </a:lnTo>
                <a:lnTo>
                  <a:pt x="169176" y="321564"/>
                </a:lnTo>
                <a:lnTo>
                  <a:pt x="160032" y="330708"/>
                </a:lnTo>
                <a:lnTo>
                  <a:pt x="153936" y="332232"/>
                </a:lnTo>
                <a:lnTo>
                  <a:pt x="68592" y="332232"/>
                </a:lnTo>
                <a:lnTo>
                  <a:pt x="68592" y="303276"/>
                </a:lnTo>
                <a:lnTo>
                  <a:pt x="60972" y="303276"/>
                </a:lnTo>
                <a:lnTo>
                  <a:pt x="60972" y="332232"/>
                </a:lnTo>
                <a:lnTo>
                  <a:pt x="51828" y="332232"/>
                </a:lnTo>
                <a:lnTo>
                  <a:pt x="40398" y="331978"/>
                </a:lnTo>
                <a:lnTo>
                  <a:pt x="31254" y="331279"/>
                </a:lnTo>
                <a:lnTo>
                  <a:pt x="24396" y="330314"/>
                </a:lnTo>
                <a:lnTo>
                  <a:pt x="19824" y="329184"/>
                </a:lnTo>
                <a:lnTo>
                  <a:pt x="15252" y="329184"/>
                </a:lnTo>
                <a:lnTo>
                  <a:pt x="7632" y="321564"/>
                </a:lnTo>
                <a:lnTo>
                  <a:pt x="7632" y="309372"/>
                </a:lnTo>
                <a:lnTo>
                  <a:pt x="9156" y="306324"/>
                </a:lnTo>
                <a:lnTo>
                  <a:pt x="13728" y="301752"/>
                </a:lnTo>
                <a:lnTo>
                  <a:pt x="22872" y="295656"/>
                </a:lnTo>
                <a:lnTo>
                  <a:pt x="28968" y="289560"/>
                </a:lnTo>
                <a:lnTo>
                  <a:pt x="30492" y="286512"/>
                </a:lnTo>
                <a:lnTo>
                  <a:pt x="30492" y="281940"/>
                </a:lnTo>
                <a:lnTo>
                  <a:pt x="24396" y="275844"/>
                </a:lnTo>
                <a:lnTo>
                  <a:pt x="18288" y="275844"/>
                </a:lnTo>
                <a:lnTo>
                  <a:pt x="22860" y="271272"/>
                </a:lnTo>
                <a:lnTo>
                  <a:pt x="24384" y="268224"/>
                </a:lnTo>
                <a:lnTo>
                  <a:pt x="24384" y="262128"/>
                </a:lnTo>
                <a:lnTo>
                  <a:pt x="22860" y="259080"/>
                </a:lnTo>
                <a:lnTo>
                  <a:pt x="18288" y="254508"/>
                </a:lnTo>
                <a:lnTo>
                  <a:pt x="15240" y="252984"/>
                </a:lnTo>
                <a:lnTo>
                  <a:pt x="7620" y="252984"/>
                </a:lnTo>
                <a:lnTo>
                  <a:pt x="6096" y="254508"/>
                </a:lnTo>
                <a:lnTo>
                  <a:pt x="3048" y="256032"/>
                </a:lnTo>
                <a:lnTo>
                  <a:pt x="0" y="259080"/>
                </a:lnTo>
                <a:lnTo>
                  <a:pt x="0" y="271272"/>
                </a:lnTo>
                <a:lnTo>
                  <a:pt x="3048" y="274320"/>
                </a:lnTo>
                <a:lnTo>
                  <a:pt x="6096" y="275844"/>
                </a:lnTo>
                <a:lnTo>
                  <a:pt x="7620" y="277368"/>
                </a:lnTo>
                <a:lnTo>
                  <a:pt x="10680" y="277368"/>
                </a:lnTo>
                <a:lnTo>
                  <a:pt x="7632" y="281940"/>
                </a:lnTo>
                <a:lnTo>
                  <a:pt x="1536" y="289560"/>
                </a:lnTo>
                <a:lnTo>
                  <a:pt x="12" y="297180"/>
                </a:lnTo>
                <a:lnTo>
                  <a:pt x="12" y="313944"/>
                </a:lnTo>
                <a:lnTo>
                  <a:pt x="1536" y="323088"/>
                </a:lnTo>
                <a:lnTo>
                  <a:pt x="6108" y="329184"/>
                </a:lnTo>
                <a:lnTo>
                  <a:pt x="10680" y="336804"/>
                </a:lnTo>
                <a:lnTo>
                  <a:pt x="53352" y="352044"/>
                </a:lnTo>
                <a:lnTo>
                  <a:pt x="60972" y="352044"/>
                </a:lnTo>
                <a:lnTo>
                  <a:pt x="60972" y="373380"/>
                </a:lnTo>
                <a:lnTo>
                  <a:pt x="68592" y="373380"/>
                </a:lnTo>
                <a:lnTo>
                  <a:pt x="68592" y="352044"/>
                </a:lnTo>
                <a:lnTo>
                  <a:pt x="156984" y="352044"/>
                </a:lnTo>
                <a:lnTo>
                  <a:pt x="160032" y="353568"/>
                </a:lnTo>
                <a:lnTo>
                  <a:pt x="161556" y="353568"/>
                </a:lnTo>
                <a:lnTo>
                  <a:pt x="164604" y="355092"/>
                </a:lnTo>
                <a:lnTo>
                  <a:pt x="169176" y="364236"/>
                </a:lnTo>
                <a:lnTo>
                  <a:pt x="169176" y="373380"/>
                </a:lnTo>
                <a:lnTo>
                  <a:pt x="172224" y="373380"/>
                </a:lnTo>
                <a:lnTo>
                  <a:pt x="172224" y="306324"/>
                </a:lnTo>
                <a:close/>
              </a:path>
              <a:path extrusionOk="0" h="894714" w="175895">
                <a:moveTo>
                  <a:pt x="175260" y="702564"/>
                </a:moveTo>
                <a:lnTo>
                  <a:pt x="80772" y="664464"/>
                </a:lnTo>
                <a:lnTo>
                  <a:pt x="73152" y="662940"/>
                </a:lnTo>
                <a:lnTo>
                  <a:pt x="68580" y="659892"/>
                </a:lnTo>
                <a:lnTo>
                  <a:pt x="67056" y="656844"/>
                </a:lnTo>
                <a:lnTo>
                  <a:pt x="65532" y="655320"/>
                </a:lnTo>
                <a:lnTo>
                  <a:pt x="64008" y="652272"/>
                </a:lnTo>
                <a:lnTo>
                  <a:pt x="64008" y="649224"/>
                </a:lnTo>
                <a:lnTo>
                  <a:pt x="60960" y="649224"/>
                </a:lnTo>
                <a:lnTo>
                  <a:pt x="60960" y="682752"/>
                </a:lnTo>
                <a:lnTo>
                  <a:pt x="64008" y="682752"/>
                </a:lnTo>
                <a:lnTo>
                  <a:pt x="64008" y="673608"/>
                </a:lnTo>
                <a:lnTo>
                  <a:pt x="65532" y="672084"/>
                </a:lnTo>
                <a:lnTo>
                  <a:pt x="67056" y="672084"/>
                </a:lnTo>
                <a:lnTo>
                  <a:pt x="67056" y="670560"/>
                </a:lnTo>
                <a:lnTo>
                  <a:pt x="71628" y="670560"/>
                </a:lnTo>
                <a:lnTo>
                  <a:pt x="74676" y="672084"/>
                </a:lnTo>
                <a:lnTo>
                  <a:pt x="79248" y="673608"/>
                </a:lnTo>
                <a:lnTo>
                  <a:pt x="143256" y="697992"/>
                </a:lnTo>
                <a:lnTo>
                  <a:pt x="82296" y="723900"/>
                </a:lnTo>
                <a:lnTo>
                  <a:pt x="77724" y="725424"/>
                </a:lnTo>
                <a:lnTo>
                  <a:pt x="74676" y="726948"/>
                </a:lnTo>
                <a:lnTo>
                  <a:pt x="70104" y="726948"/>
                </a:lnTo>
                <a:lnTo>
                  <a:pt x="67056" y="725424"/>
                </a:lnTo>
                <a:lnTo>
                  <a:pt x="64008" y="722376"/>
                </a:lnTo>
                <a:lnTo>
                  <a:pt x="64008" y="713232"/>
                </a:lnTo>
                <a:lnTo>
                  <a:pt x="60960" y="713232"/>
                </a:lnTo>
                <a:lnTo>
                  <a:pt x="60960" y="765048"/>
                </a:lnTo>
                <a:lnTo>
                  <a:pt x="64008" y="765048"/>
                </a:lnTo>
                <a:lnTo>
                  <a:pt x="64008" y="762000"/>
                </a:lnTo>
                <a:lnTo>
                  <a:pt x="65532" y="758952"/>
                </a:lnTo>
                <a:lnTo>
                  <a:pt x="65532" y="757428"/>
                </a:lnTo>
                <a:lnTo>
                  <a:pt x="67056" y="755904"/>
                </a:lnTo>
                <a:lnTo>
                  <a:pt x="68580" y="752856"/>
                </a:lnTo>
                <a:lnTo>
                  <a:pt x="71628" y="751332"/>
                </a:lnTo>
                <a:lnTo>
                  <a:pt x="73152" y="749808"/>
                </a:lnTo>
                <a:lnTo>
                  <a:pt x="76200" y="748284"/>
                </a:lnTo>
                <a:lnTo>
                  <a:pt x="80772" y="746760"/>
                </a:lnTo>
                <a:lnTo>
                  <a:pt x="175260" y="707136"/>
                </a:lnTo>
                <a:lnTo>
                  <a:pt x="175260" y="702564"/>
                </a:lnTo>
                <a:close/>
              </a:path>
              <a:path extrusionOk="0" h="894714" w="175895">
                <a:moveTo>
                  <a:pt x="175260" y="586740"/>
                </a:moveTo>
                <a:lnTo>
                  <a:pt x="154647" y="551116"/>
                </a:lnTo>
                <a:lnTo>
                  <a:pt x="131064" y="542544"/>
                </a:lnTo>
                <a:lnTo>
                  <a:pt x="129540" y="545592"/>
                </a:lnTo>
                <a:lnTo>
                  <a:pt x="138684" y="548640"/>
                </a:lnTo>
                <a:lnTo>
                  <a:pt x="146304" y="553212"/>
                </a:lnTo>
                <a:lnTo>
                  <a:pt x="149352" y="557784"/>
                </a:lnTo>
                <a:lnTo>
                  <a:pt x="155448" y="569976"/>
                </a:lnTo>
                <a:lnTo>
                  <a:pt x="155397" y="578129"/>
                </a:lnTo>
                <a:lnTo>
                  <a:pt x="132765" y="610158"/>
                </a:lnTo>
                <a:lnTo>
                  <a:pt x="102108" y="617220"/>
                </a:lnTo>
                <a:lnTo>
                  <a:pt x="102108" y="566928"/>
                </a:lnTo>
                <a:lnTo>
                  <a:pt x="102108" y="542544"/>
                </a:lnTo>
                <a:lnTo>
                  <a:pt x="94488" y="543039"/>
                </a:lnTo>
                <a:lnTo>
                  <a:pt x="94488" y="566928"/>
                </a:lnTo>
                <a:lnTo>
                  <a:pt x="94488" y="617220"/>
                </a:lnTo>
                <a:lnTo>
                  <a:pt x="85344" y="615696"/>
                </a:lnTo>
                <a:lnTo>
                  <a:pt x="77724" y="612648"/>
                </a:lnTo>
                <a:lnTo>
                  <a:pt x="67056" y="601980"/>
                </a:lnTo>
                <a:lnTo>
                  <a:pt x="65532" y="597408"/>
                </a:lnTo>
                <a:lnTo>
                  <a:pt x="65532" y="585216"/>
                </a:lnTo>
                <a:lnTo>
                  <a:pt x="67056" y="582168"/>
                </a:lnTo>
                <a:lnTo>
                  <a:pt x="68580" y="577596"/>
                </a:lnTo>
                <a:lnTo>
                  <a:pt x="74676" y="571500"/>
                </a:lnTo>
                <a:lnTo>
                  <a:pt x="79248" y="568452"/>
                </a:lnTo>
                <a:lnTo>
                  <a:pt x="82296" y="568452"/>
                </a:lnTo>
                <a:lnTo>
                  <a:pt x="86868" y="566928"/>
                </a:lnTo>
                <a:lnTo>
                  <a:pt x="94488" y="566928"/>
                </a:lnTo>
                <a:lnTo>
                  <a:pt x="94488" y="543039"/>
                </a:lnTo>
                <a:lnTo>
                  <a:pt x="60579" y="567499"/>
                </a:lnTo>
                <a:lnTo>
                  <a:pt x="58026" y="582168"/>
                </a:lnTo>
                <a:lnTo>
                  <a:pt x="58039" y="585216"/>
                </a:lnTo>
                <a:lnTo>
                  <a:pt x="58166" y="586740"/>
                </a:lnTo>
                <a:lnTo>
                  <a:pt x="58801" y="594550"/>
                </a:lnTo>
                <a:lnTo>
                  <a:pt x="81991" y="627151"/>
                </a:lnTo>
                <a:lnTo>
                  <a:pt x="117348" y="635508"/>
                </a:lnTo>
                <a:lnTo>
                  <a:pt x="130213" y="634631"/>
                </a:lnTo>
                <a:lnTo>
                  <a:pt x="165620" y="613105"/>
                </a:lnTo>
                <a:lnTo>
                  <a:pt x="174142" y="596480"/>
                </a:lnTo>
                <a:lnTo>
                  <a:pt x="175260" y="586740"/>
                </a:lnTo>
                <a:close/>
              </a:path>
              <a:path extrusionOk="0" h="894714" w="175895">
                <a:moveTo>
                  <a:pt x="175260" y="173736"/>
                </a:moveTo>
                <a:lnTo>
                  <a:pt x="174409" y="164909"/>
                </a:lnTo>
                <a:lnTo>
                  <a:pt x="174307" y="164592"/>
                </a:lnTo>
                <a:lnTo>
                  <a:pt x="171831" y="156781"/>
                </a:lnTo>
                <a:lnTo>
                  <a:pt x="139687" y="130619"/>
                </a:lnTo>
                <a:lnTo>
                  <a:pt x="131064" y="128016"/>
                </a:lnTo>
                <a:lnTo>
                  <a:pt x="129540" y="131064"/>
                </a:lnTo>
                <a:lnTo>
                  <a:pt x="138684" y="135636"/>
                </a:lnTo>
                <a:lnTo>
                  <a:pt x="146304" y="140208"/>
                </a:lnTo>
                <a:lnTo>
                  <a:pt x="149352" y="144780"/>
                </a:lnTo>
                <a:lnTo>
                  <a:pt x="155359" y="156781"/>
                </a:lnTo>
                <a:lnTo>
                  <a:pt x="155244" y="164909"/>
                </a:lnTo>
                <a:lnTo>
                  <a:pt x="132765" y="197129"/>
                </a:lnTo>
                <a:lnTo>
                  <a:pt x="114096" y="202692"/>
                </a:lnTo>
                <a:lnTo>
                  <a:pt x="102108" y="202692"/>
                </a:lnTo>
                <a:lnTo>
                  <a:pt x="102108" y="152400"/>
                </a:lnTo>
                <a:lnTo>
                  <a:pt x="102108" y="128016"/>
                </a:lnTo>
                <a:lnTo>
                  <a:pt x="94488" y="128676"/>
                </a:lnTo>
                <a:lnTo>
                  <a:pt x="94488" y="152400"/>
                </a:lnTo>
                <a:lnTo>
                  <a:pt x="94488" y="202692"/>
                </a:lnTo>
                <a:lnTo>
                  <a:pt x="85344" y="202692"/>
                </a:lnTo>
                <a:lnTo>
                  <a:pt x="77724" y="199644"/>
                </a:lnTo>
                <a:lnTo>
                  <a:pt x="73152" y="193548"/>
                </a:lnTo>
                <a:lnTo>
                  <a:pt x="67056" y="188976"/>
                </a:lnTo>
                <a:lnTo>
                  <a:pt x="65532" y="182880"/>
                </a:lnTo>
                <a:lnTo>
                  <a:pt x="65532" y="172212"/>
                </a:lnTo>
                <a:lnTo>
                  <a:pt x="79248" y="155448"/>
                </a:lnTo>
                <a:lnTo>
                  <a:pt x="82296" y="153924"/>
                </a:lnTo>
                <a:lnTo>
                  <a:pt x="86868" y="153924"/>
                </a:lnTo>
                <a:lnTo>
                  <a:pt x="94488" y="152400"/>
                </a:lnTo>
                <a:lnTo>
                  <a:pt x="94488" y="128676"/>
                </a:lnTo>
                <a:lnTo>
                  <a:pt x="92392" y="128854"/>
                </a:lnTo>
                <a:lnTo>
                  <a:pt x="60579" y="153733"/>
                </a:lnTo>
                <a:lnTo>
                  <a:pt x="60540" y="153924"/>
                </a:lnTo>
                <a:lnTo>
                  <a:pt x="58534" y="161861"/>
                </a:lnTo>
                <a:lnTo>
                  <a:pt x="58458" y="163068"/>
                </a:lnTo>
                <a:lnTo>
                  <a:pt x="58343" y="164592"/>
                </a:lnTo>
                <a:lnTo>
                  <a:pt x="58318" y="164909"/>
                </a:lnTo>
                <a:lnTo>
                  <a:pt x="57912" y="170688"/>
                </a:lnTo>
                <a:lnTo>
                  <a:pt x="58039" y="172212"/>
                </a:lnTo>
                <a:lnTo>
                  <a:pt x="58166" y="173736"/>
                </a:lnTo>
                <a:lnTo>
                  <a:pt x="58801" y="181546"/>
                </a:lnTo>
                <a:lnTo>
                  <a:pt x="81991" y="213271"/>
                </a:lnTo>
                <a:lnTo>
                  <a:pt x="117348" y="220980"/>
                </a:lnTo>
                <a:lnTo>
                  <a:pt x="130213" y="220129"/>
                </a:lnTo>
                <a:lnTo>
                  <a:pt x="141351" y="217551"/>
                </a:lnTo>
                <a:lnTo>
                  <a:pt x="150787" y="213271"/>
                </a:lnTo>
                <a:lnTo>
                  <a:pt x="158496" y="207264"/>
                </a:lnTo>
                <a:lnTo>
                  <a:pt x="163042" y="202692"/>
                </a:lnTo>
                <a:lnTo>
                  <a:pt x="165620" y="200101"/>
                </a:lnTo>
                <a:lnTo>
                  <a:pt x="170878" y="192214"/>
                </a:lnTo>
                <a:lnTo>
                  <a:pt x="170954" y="192024"/>
                </a:lnTo>
                <a:lnTo>
                  <a:pt x="174142" y="183476"/>
                </a:lnTo>
                <a:lnTo>
                  <a:pt x="174218" y="182880"/>
                </a:lnTo>
                <a:lnTo>
                  <a:pt x="175260" y="173736"/>
                </a:lnTo>
                <a:close/>
              </a:path>
              <a:path extrusionOk="0" h="894714" w="175895">
                <a:moveTo>
                  <a:pt x="175272" y="32004"/>
                </a:moveTo>
                <a:lnTo>
                  <a:pt x="161556" y="0"/>
                </a:lnTo>
                <a:lnTo>
                  <a:pt x="158508" y="1524"/>
                </a:lnTo>
                <a:lnTo>
                  <a:pt x="160032" y="4572"/>
                </a:lnTo>
                <a:lnTo>
                  <a:pt x="160032" y="12192"/>
                </a:lnTo>
                <a:lnTo>
                  <a:pt x="156984" y="15240"/>
                </a:lnTo>
                <a:lnTo>
                  <a:pt x="152412" y="15240"/>
                </a:lnTo>
                <a:lnTo>
                  <a:pt x="149364" y="16764"/>
                </a:lnTo>
                <a:lnTo>
                  <a:pt x="12" y="16764"/>
                </a:lnTo>
                <a:lnTo>
                  <a:pt x="12" y="21336"/>
                </a:lnTo>
                <a:lnTo>
                  <a:pt x="13728" y="53340"/>
                </a:lnTo>
                <a:lnTo>
                  <a:pt x="16776" y="51816"/>
                </a:lnTo>
                <a:lnTo>
                  <a:pt x="13728" y="45720"/>
                </a:lnTo>
                <a:lnTo>
                  <a:pt x="13728" y="42672"/>
                </a:lnTo>
                <a:lnTo>
                  <a:pt x="15252" y="41148"/>
                </a:lnTo>
                <a:lnTo>
                  <a:pt x="15252" y="39624"/>
                </a:lnTo>
                <a:lnTo>
                  <a:pt x="16776" y="38100"/>
                </a:lnTo>
                <a:lnTo>
                  <a:pt x="22872" y="38100"/>
                </a:lnTo>
                <a:lnTo>
                  <a:pt x="25920" y="36576"/>
                </a:lnTo>
                <a:lnTo>
                  <a:pt x="67068" y="36576"/>
                </a:lnTo>
                <a:lnTo>
                  <a:pt x="57924" y="60960"/>
                </a:lnTo>
                <a:lnTo>
                  <a:pt x="59080" y="71818"/>
                </a:lnTo>
                <a:lnTo>
                  <a:pt x="87401" y="104419"/>
                </a:lnTo>
                <a:lnTo>
                  <a:pt x="120408" y="112776"/>
                </a:lnTo>
                <a:lnTo>
                  <a:pt x="132486" y="111899"/>
                </a:lnTo>
                <a:lnTo>
                  <a:pt x="132257" y="111899"/>
                </a:lnTo>
                <a:lnTo>
                  <a:pt x="142506" y="109347"/>
                </a:lnTo>
                <a:lnTo>
                  <a:pt x="151688" y="105067"/>
                </a:lnTo>
                <a:lnTo>
                  <a:pt x="160032" y="99060"/>
                </a:lnTo>
                <a:lnTo>
                  <a:pt x="166268" y="92163"/>
                </a:lnTo>
                <a:lnTo>
                  <a:pt x="167767" y="89916"/>
                </a:lnTo>
                <a:lnTo>
                  <a:pt x="171081" y="84963"/>
                </a:lnTo>
                <a:lnTo>
                  <a:pt x="174167" y="77203"/>
                </a:lnTo>
                <a:lnTo>
                  <a:pt x="175221" y="68961"/>
                </a:lnTo>
                <a:lnTo>
                  <a:pt x="175272" y="62484"/>
                </a:lnTo>
                <a:lnTo>
                  <a:pt x="173748" y="56388"/>
                </a:lnTo>
                <a:lnTo>
                  <a:pt x="167652" y="47244"/>
                </a:lnTo>
                <a:lnTo>
                  <a:pt x="163080" y="41148"/>
                </a:lnTo>
                <a:lnTo>
                  <a:pt x="160032" y="38862"/>
                </a:lnTo>
                <a:lnTo>
                  <a:pt x="160032" y="50292"/>
                </a:lnTo>
                <a:lnTo>
                  <a:pt x="160032" y="56388"/>
                </a:lnTo>
                <a:lnTo>
                  <a:pt x="131457" y="87439"/>
                </a:lnTo>
                <a:lnTo>
                  <a:pt x="109740" y="89916"/>
                </a:lnTo>
                <a:lnTo>
                  <a:pt x="98894" y="89331"/>
                </a:lnTo>
                <a:lnTo>
                  <a:pt x="89357" y="87439"/>
                </a:lnTo>
                <a:lnTo>
                  <a:pt x="81229" y="84137"/>
                </a:lnTo>
                <a:lnTo>
                  <a:pt x="68592" y="74676"/>
                </a:lnTo>
                <a:lnTo>
                  <a:pt x="65544" y="68580"/>
                </a:lnTo>
                <a:lnTo>
                  <a:pt x="65544" y="53340"/>
                </a:lnTo>
                <a:lnTo>
                  <a:pt x="68592" y="50292"/>
                </a:lnTo>
                <a:lnTo>
                  <a:pt x="70116" y="45720"/>
                </a:lnTo>
                <a:lnTo>
                  <a:pt x="74688" y="42672"/>
                </a:lnTo>
                <a:lnTo>
                  <a:pt x="77736" y="41148"/>
                </a:lnTo>
                <a:lnTo>
                  <a:pt x="82308" y="38100"/>
                </a:lnTo>
                <a:lnTo>
                  <a:pt x="88404" y="36576"/>
                </a:lnTo>
                <a:lnTo>
                  <a:pt x="147840" y="36576"/>
                </a:lnTo>
                <a:lnTo>
                  <a:pt x="155460" y="42672"/>
                </a:lnTo>
                <a:lnTo>
                  <a:pt x="160032" y="50292"/>
                </a:lnTo>
                <a:lnTo>
                  <a:pt x="160032" y="38862"/>
                </a:lnTo>
                <a:lnTo>
                  <a:pt x="156984" y="36576"/>
                </a:lnTo>
                <a:lnTo>
                  <a:pt x="175272" y="36576"/>
                </a:lnTo>
                <a:lnTo>
                  <a:pt x="175272" y="320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45" name="Google Shape;8045;p110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4198620" y="3028188"/>
            <a:ext cx="175260" cy="12679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6" name="Google Shape;8046;p110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4198620" y="2488691"/>
            <a:ext cx="175260" cy="4663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7" name="Google Shape;8047;p110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4504944" y="5463540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8" name="Google Shape;8048;p110"/>
          <p:cNvPicPr preferRelativeResize="0"/>
          <p:nvPr/>
        </p:nvPicPr>
        <p:blipFill rotWithShape="1">
          <a:blip r:embed="rId88">
            <a:alphaModFix/>
          </a:blip>
          <a:srcRect b="0" l="0" r="0" t="0"/>
          <a:stretch/>
        </p:blipFill>
        <p:spPr>
          <a:xfrm>
            <a:off x="4494276" y="4965191"/>
            <a:ext cx="225551" cy="408431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9" name="Google Shape;8049;p110"/>
          <p:cNvPicPr preferRelativeResize="0"/>
          <p:nvPr/>
        </p:nvPicPr>
        <p:blipFill rotWithShape="1">
          <a:blip r:embed="rId89">
            <a:alphaModFix/>
          </a:blip>
          <a:srcRect b="0" l="0" r="0" t="0"/>
          <a:stretch/>
        </p:blipFill>
        <p:spPr>
          <a:xfrm>
            <a:off x="4494276" y="4575047"/>
            <a:ext cx="175260" cy="320039"/>
          </a:xfrm>
          <a:prstGeom prst="rect">
            <a:avLst/>
          </a:prstGeom>
          <a:noFill/>
          <a:ln>
            <a:noFill/>
          </a:ln>
        </p:spPr>
      </p:pic>
      <p:pic>
        <p:nvPicPr>
          <p:cNvPr id="8050" name="Google Shape;8050;p110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4518659" y="4320540"/>
            <a:ext cx="150876" cy="1859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051" name="Google Shape;8051;p110"/>
          <p:cNvGrpSpPr/>
          <p:nvPr/>
        </p:nvGrpSpPr>
        <p:grpSpPr>
          <a:xfrm>
            <a:off x="4494276" y="4024884"/>
            <a:ext cx="175260" cy="228600"/>
            <a:chOff x="4494276" y="4024884"/>
            <a:chExt cx="175260" cy="228600"/>
          </a:xfrm>
        </p:grpSpPr>
        <p:pic>
          <p:nvPicPr>
            <p:cNvPr id="8052" name="Google Shape;8052;p110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4494276" y="4139184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053" name="Google Shape;8053;p110"/>
            <p:cNvPicPr preferRelativeResize="0"/>
            <p:nvPr/>
          </p:nvPicPr>
          <p:blipFill rotWithShape="1">
            <a:blip r:embed="rId92">
              <a:alphaModFix/>
            </a:blip>
            <a:srcRect b="0" l="0" r="0" t="0"/>
            <a:stretch/>
          </p:blipFill>
          <p:spPr>
            <a:xfrm>
              <a:off x="4552188" y="4024884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054" name="Google Shape;8054;p110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4494276" y="2426207"/>
            <a:ext cx="175260" cy="1530095"/>
          </a:xfrm>
          <a:prstGeom prst="rect">
            <a:avLst/>
          </a:prstGeom>
          <a:noFill/>
          <a:ln>
            <a:noFill/>
          </a:ln>
        </p:spPr>
      </p:pic>
      <p:sp>
        <p:nvSpPr>
          <p:cNvPr id="8055" name="Google Shape;8055;p110"/>
          <p:cNvSpPr/>
          <p:nvPr/>
        </p:nvSpPr>
        <p:spPr>
          <a:xfrm>
            <a:off x="4791443" y="3845052"/>
            <a:ext cx="175895" cy="896619"/>
          </a:xfrm>
          <a:custGeom>
            <a:rect b="b" l="l" r="r" t="t"/>
            <a:pathLst>
              <a:path extrusionOk="0" h="896620" w="175895">
                <a:moveTo>
                  <a:pt x="24384" y="413004"/>
                </a:moveTo>
                <a:lnTo>
                  <a:pt x="22860" y="409956"/>
                </a:lnTo>
                <a:lnTo>
                  <a:pt x="18288" y="405384"/>
                </a:lnTo>
                <a:lnTo>
                  <a:pt x="15240" y="403860"/>
                </a:lnTo>
                <a:lnTo>
                  <a:pt x="9144" y="403860"/>
                </a:lnTo>
                <a:lnTo>
                  <a:pt x="3048" y="406908"/>
                </a:lnTo>
                <a:lnTo>
                  <a:pt x="0" y="413004"/>
                </a:lnTo>
                <a:lnTo>
                  <a:pt x="0" y="419100"/>
                </a:lnTo>
                <a:lnTo>
                  <a:pt x="3048" y="425196"/>
                </a:lnTo>
                <a:lnTo>
                  <a:pt x="9144" y="428244"/>
                </a:lnTo>
                <a:lnTo>
                  <a:pt x="15240" y="428244"/>
                </a:lnTo>
                <a:lnTo>
                  <a:pt x="18288" y="426720"/>
                </a:lnTo>
                <a:lnTo>
                  <a:pt x="22860" y="422148"/>
                </a:lnTo>
                <a:lnTo>
                  <a:pt x="24384" y="419100"/>
                </a:lnTo>
                <a:lnTo>
                  <a:pt x="24384" y="413004"/>
                </a:lnTo>
                <a:close/>
              </a:path>
              <a:path extrusionOk="0" h="896620" w="175895">
                <a:moveTo>
                  <a:pt x="24384" y="262128"/>
                </a:moveTo>
                <a:lnTo>
                  <a:pt x="22860" y="259080"/>
                </a:lnTo>
                <a:lnTo>
                  <a:pt x="18288" y="254508"/>
                </a:lnTo>
                <a:lnTo>
                  <a:pt x="15240" y="252984"/>
                </a:lnTo>
                <a:lnTo>
                  <a:pt x="9144" y="252984"/>
                </a:lnTo>
                <a:lnTo>
                  <a:pt x="3048" y="256032"/>
                </a:lnTo>
                <a:lnTo>
                  <a:pt x="0" y="262128"/>
                </a:lnTo>
                <a:lnTo>
                  <a:pt x="0" y="268224"/>
                </a:lnTo>
                <a:lnTo>
                  <a:pt x="1524" y="271272"/>
                </a:lnTo>
                <a:lnTo>
                  <a:pt x="6096" y="275844"/>
                </a:lnTo>
                <a:lnTo>
                  <a:pt x="9144" y="277368"/>
                </a:lnTo>
                <a:lnTo>
                  <a:pt x="15240" y="277368"/>
                </a:lnTo>
                <a:lnTo>
                  <a:pt x="18288" y="275844"/>
                </a:lnTo>
                <a:lnTo>
                  <a:pt x="19812" y="272796"/>
                </a:lnTo>
                <a:lnTo>
                  <a:pt x="22860" y="271272"/>
                </a:lnTo>
                <a:lnTo>
                  <a:pt x="24384" y="268224"/>
                </a:lnTo>
                <a:lnTo>
                  <a:pt x="24384" y="262128"/>
                </a:lnTo>
                <a:close/>
              </a:path>
              <a:path extrusionOk="0" h="896620" w="175895">
                <a:moveTo>
                  <a:pt x="117348" y="766572"/>
                </a:moveTo>
                <a:lnTo>
                  <a:pt x="106680" y="766572"/>
                </a:lnTo>
                <a:lnTo>
                  <a:pt x="106680" y="896112"/>
                </a:lnTo>
                <a:lnTo>
                  <a:pt x="117348" y="896112"/>
                </a:lnTo>
                <a:lnTo>
                  <a:pt x="117348" y="766572"/>
                </a:lnTo>
                <a:close/>
              </a:path>
              <a:path extrusionOk="0" h="896620" w="175895">
                <a:moveTo>
                  <a:pt x="172212" y="477012"/>
                </a:moveTo>
                <a:lnTo>
                  <a:pt x="169164" y="477012"/>
                </a:lnTo>
                <a:lnTo>
                  <a:pt x="169164" y="481584"/>
                </a:lnTo>
                <a:lnTo>
                  <a:pt x="167640" y="486156"/>
                </a:lnTo>
                <a:lnTo>
                  <a:pt x="164592" y="492252"/>
                </a:lnTo>
                <a:lnTo>
                  <a:pt x="161544" y="493776"/>
                </a:lnTo>
                <a:lnTo>
                  <a:pt x="160020" y="495300"/>
                </a:lnTo>
                <a:lnTo>
                  <a:pt x="156972" y="496824"/>
                </a:lnTo>
                <a:lnTo>
                  <a:pt x="92964" y="496824"/>
                </a:lnTo>
                <a:lnTo>
                  <a:pt x="85344" y="492252"/>
                </a:lnTo>
                <a:lnTo>
                  <a:pt x="79248" y="489204"/>
                </a:lnTo>
                <a:lnTo>
                  <a:pt x="76200" y="484632"/>
                </a:lnTo>
                <a:lnTo>
                  <a:pt x="74676" y="483108"/>
                </a:lnTo>
                <a:lnTo>
                  <a:pt x="74676" y="478536"/>
                </a:lnTo>
                <a:lnTo>
                  <a:pt x="77724" y="472440"/>
                </a:lnTo>
                <a:lnTo>
                  <a:pt x="80772" y="467868"/>
                </a:lnTo>
                <a:lnTo>
                  <a:pt x="82296" y="464820"/>
                </a:lnTo>
                <a:lnTo>
                  <a:pt x="82296" y="460248"/>
                </a:lnTo>
                <a:lnTo>
                  <a:pt x="80772" y="457200"/>
                </a:lnTo>
                <a:lnTo>
                  <a:pt x="79248" y="455676"/>
                </a:lnTo>
                <a:lnTo>
                  <a:pt x="73152" y="452628"/>
                </a:lnTo>
                <a:lnTo>
                  <a:pt x="67056" y="452628"/>
                </a:lnTo>
                <a:lnTo>
                  <a:pt x="64008" y="454152"/>
                </a:lnTo>
                <a:lnTo>
                  <a:pt x="60960" y="457200"/>
                </a:lnTo>
                <a:lnTo>
                  <a:pt x="57912" y="463296"/>
                </a:lnTo>
                <a:lnTo>
                  <a:pt x="57912" y="467868"/>
                </a:lnTo>
                <a:lnTo>
                  <a:pt x="59372" y="475615"/>
                </a:lnTo>
                <a:lnTo>
                  <a:pt x="63817" y="482917"/>
                </a:lnTo>
                <a:lnTo>
                  <a:pt x="71424" y="489953"/>
                </a:lnTo>
                <a:lnTo>
                  <a:pt x="82296" y="496824"/>
                </a:lnTo>
                <a:lnTo>
                  <a:pt x="57912" y="496824"/>
                </a:lnTo>
                <a:lnTo>
                  <a:pt x="57912" y="501396"/>
                </a:lnTo>
                <a:lnTo>
                  <a:pt x="71628" y="534924"/>
                </a:lnTo>
                <a:lnTo>
                  <a:pt x="74676" y="533400"/>
                </a:lnTo>
                <a:lnTo>
                  <a:pt x="73152" y="530352"/>
                </a:lnTo>
                <a:lnTo>
                  <a:pt x="73152" y="521208"/>
                </a:lnTo>
                <a:lnTo>
                  <a:pt x="74676" y="519684"/>
                </a:lnTo>
                <a:lnTo>
                  <a:pt x="77724" y="518160"/>
                </a:lnTo>
                <a:lnTo>
                  <a:pt x="79248" y="518160"/>
                </a:lnTo>
                <a:lnTo>
                  <a:pt x="82664" y="517283"/>
                </a:lnTo>
                <a:lnTo>
                  <a:pt x="88201" y="516826"/>
                </a:lnTo>
                <a:lnTo>
                  <a:pt x="96837" y="516636"/>
                </a:lnTo>
                <a:lnTo>
                  <a:pt x="160020" y="516636"/>
                </a:lnTo>
                <a:lnTo>
                  <a:pt x="163068" y="518160"/>
                </a:lnTo>
                <a:lnTo>
                  <a:pt x="166116" y="521208"/>
                </a:lnTo>
                <a:lnTo>
                  <a:pt x="167640" y="524256"/>
                </a:lnTo>
                <a:lnTo>
                  <a:pt x="169164" y="528828"/>
                </a:lnTo>
                <a:lnTo>
                  <a:pt x="169164" y="533400"/>
                </a:lnTo>
                <a:lnTo>
                  <a:pt x="172212" y="533400"/>
                </a:lnTo>
                <a:lnTo>
                  <a:pt x="172212" y="516636"/>
                </a:lnTo>
                <a:lnTo>
                  <a:pt x="172212" y="477012"/>
                </a:lnTo>
                <a:close/>
              </a:path>
              <a:path extrusionOk="0" h="896620" w="175895">
                <a:moveTo>
                  <a:pt x="172212" y="388620"/>
                </a:moveTo>
                <a:lnTo>
                  <a:pt x="169164" y="388620"/>
                </a:lnTo>
                <a:lnTo>
                  <a:pt x="169164" y="393192"/>
                </a:lnTo>
                <a:lnTo>
                  <a:pt x="167640" y="397764"/>
                </a:lnTo>
                <a:lnTo>
                  <a:pt x="167640" y="399288"/>
                </a:lnTo>
                <a:lnTo>
                  <a:pt x="164592" y="402336"/>
                </a:lnTo>
                <a:lnTo>
                  <a:pt x="161544" y="403860"/>
                </a:lnTo>
                <a:lnTo>
                  <a:pt x="160020" y="405384"/>
                </a:lnTo>
                <a:lnTo>
                  <a:pt x="57912" y="405384"/>
                </a:lnTo>
                <a:lnTo>
                  <a:pt x="57912" y="409956"/>
                </a:lnTo>
                <a:lnTo>
                  <a:pt x="71628" y="443484"/>
                </a:lnTo>
                <a:lnTo>
                  <a:pt x="74676" y="441960"/>
                </a:lnTo>
                <a:lnTo>
                  <a:pt x="73152" y="438912"/>
                </a:lnTo>
                <a:lnTo>
                  <a:pt x="73152" y="429768"/>
                </a:lnTo>
                <a:lnTo>
                  <a:pt x="74676" y="428244"/>
                </a:lnTo>
                <a:lnTo>
                  <a:pt x="77724" y="426720"/>
                </a:lnTo>
                <a:lnTo>
                  <a:pt x="79248" y="426720"/>
                </a:lnTo>
                <a:lnTo>
                  <a:pt x="83299" y="425843"/>
                </a:lnTo>
                <a:lnTo>
                  <a:pt x="88773" y="425386"/>
                </a:lnTo>
                <a:lnTo>
                  <a:pt x="97002" y="425196"/>
                </a:lnTo>
                <a:lnTo>
                  <a:pt x="160020" y="425196"/>
                </a:lnTo>
                <a:lnTo>
                  <a:pt x="161544" y="426720"/>
                </a:lnTo>
                <a:lnTo>
                  <a:pt x="164592" y="428244"/>
                </a:lnTo>
                <a:lnTo>
                  <a:pt x="167640" y="431292"/>
                </a:lnTo>
                <a:lnTo>
                  <a:pt x="167640" y="432816"/>
                </a:lnTo>
                <a:lnTo>
                  <a:pt x="169164" y="435864"/>
                </a:lnTo>
                <a:lnTo>
                  <a:pt x="169164" y="441960"/>
                </a:lnTo>
                <a:lnTo>
                  <a:pt x="172212" y="441960"/>
                </a:lnTo>
                <a:lnTo>
                  <a:pt x="172212" y="425196"/>
                </a:lnTo>
                <a:lnTo>
                  <a:pt x="172212" y="388620"/>
                </a:lnTo>
                <a:close/>
              </a:path>
              <a:path extrusionOk="0" h="896620" w="175895">
                <a:moveTo>
                  <a:pt x="172212" y="307848"/>
                </a:moveTo>
                <a:lnTo>
                  <a:pt x="169164" y="307848"/>
                </a:lnTo>
                <a:lnTo>
                  <a:pt x="169164" y="323088"/>
                </a:lnTo>
                <a:lnTo>
                  <a:pt x="167640" y="327660"/>
                </a:lnTo>
                <a:lnTo>
                  <a:pt x="163068" y="330708"/>
                </a:lnTo>
                <a:lnTo>
                  <a:pt x="160020" y="332232"/>
                </a:lnTo>
                <a:lnTo>
                  <a:pt x="153924" y="333756"/>
                </a:lnTo>
                <a:lnTo>
                  <a:pt x="68580" y="333756"/>
                </a:lnTo>
                <a:lnTo>
                  <a:pt x="68580" y="304800"/>
                </a:lnTo>
                <a:lnTo>
                  <a:pt x="60960" y="304800"/>
                </a:lnTo>
                <a:lnTo>
                  <a:pt x="60960" y="333756"/>
                </a:lnTo>
                <a:lnTo>
                  <a:pt x="40386" y="333743"/>
                </a:lnTo>
                <a:lnTo>
                  <a:pt x="10668" y="326136"/>
                </a:lnTo>
                <a:lnTo>
                  <a:pt x="7620" y="324612"/>
                </a:lnTo>
                <a:lnTo>
                  <a:pt x="7620" y="310896"/>
                </a:lnTo>
                <a:lnTo>
                  <a:pt x="9144" y="309372"/>
                </a:lnTo>
                <a:lnTo>
                  <a:pt x="10668" y="306324"/>
                </a:lnTo>
                <a:lnTo>
                  <a:pt x="13716" y="303276"/>
                </a:lnTo>
                <a:lnTo>
                  <a:pt x="22860" y="297180"/>
                </a:lnTo>
                <a:lnTo>
                  <a:pt x="25908" y="295656"/>
                </a:lnTo>
                <a:lnTo>
                  <a:pt x="27432" y="292608"/>
                </a:lnTo>
                <a:lnTo>
                  <a:pt x="30480" y="289560"/>
                </a:lnTo>
                <a:lnTo>
                  <a:pt x="30480" y="284988"/>
                </a:lnTo>
                <a:lnTo>
                  <a:pt x="28956" y="281940"/>
                </a:lnTo>
                <a:lnTo>
                  <a:pt x="27432" y="280416"/>
                </a:lnTo>
                <a:lnTo>
                  <a:pt x="24384" y="278892"/>
                </a:lnTo>
                <a:lnTo>
                  <a:pt x="22860" y="277368"/>
                </a:lnTo>
                <a:lnTo>
                  <a:pt x="15240" y="277368"/>
                </a:lnTo>
                <a:lnTo>
                  <a:pt x="7620" y="284988"/>
                </a:lnTo>
                <a:lnTo>
                  <a:pt x="3048" y="291084"/>
                </a:lnTo>
                <a:lnTo>
                  <a:pt x="0" y="298704"/>
                </a:lnTo>
                <a:lnTo>
                  <a:pt x="0" y="316992"/>
                </a:lnTo>
                <a:lnTo>
                  <a:pt x="25908" y="348996"/>
                </a:lnTo>
                <a:lnTo>
                  <a:pt x="53340" y="353568"/>
                </a:lnTo>
                <a:lnTo>
                  <a:pt x="60960" y="353568"/>
                </a:lnTo>
                <a:lnTo>
                  <a:pt x="60960" y="374904"/>
                </a:lnTo>
                <a:lnTo>
                  <a:pt x="68580" y="374904"/>
                </a:lnTo>
                <a:lnTo>
                  <a:pt x="68580" y="353568"/>
                </a:lnTo>
                <a:lnTo>
                  <a:pt x="156972" y="353568"/>
                </a:lnTo>
                <a:lnTo>
                  <a:pt x="163068" y="356616"/>
                </a:lnTo>
                <a:lnTo>
                  <a:pt x="164592" y="358140"/>
                </a:lnTo>
                <a:lnTo>
                  <a:pt x="169164" y="367284"/>
                </a:lnTo>
                <a:lnTo>
                  <a:pt x="169164" y="374904"/>
                </a:lnTo>
                <a:lnTo>
                  <a:pt x="172212" y="374904"/>
                </a:lnTo>
                <a:lnTo>
                  <a:pt x="172212" y="307848"/>
                </a:lnTo>
                <a:close/>
              </a:path>
              <a:path extrusionOk="0" h="896620" w="175895">
                <a:moveTo>
                  <a:pt x="172212" y="237744"/>
                </a:moveTo>
                <a:lnTo>
                  <a:pt x="169164" y="237744"/>
                </a:lnTo>
                <a:lnTo>
                  <a:pt x="169164" y="242316"/>
                </a:lnTo>
                <a:lnTo>
                  <a:pt x="167640" y="246888"/>
                </a:lnTo>
                <a:lnTo>
                  <a:pt x="167640" y="248412"/>
                </a:lnTo>
                <a:lnTo>
                  <a:pt x="164592" y="251460"/>
                </a:lnTo>
                <a:lnTo>
                  <a:pt x="161544" y="252984"/>
                </a:lnTo>
                <a:lnTo>
                  <a:pt x="160020" y="252984"/>
                </a:lnTo>
                <a:lnTo>
                  <a:pt x="153924" y="254508"/>
                </a:lnTo>
                <a:lnTo>
                  <a:pt x="57912" y="254508"/>
                </a:lnTo>
                <a:lnTo>
                  <a:pt x="57912" y="259080"/>
                </a:lnTo>
                <a:lnTo>
                  <a:pt x="71628" y="292608"/>
                </a:lnTo>
                <a:lnTo>
                  <a:pt x="74676" y="291084"/>
                </a:lnTo>
                <a:lnTo>
                  <a:pt x="73152" y="288036"/>
                </a:lnTo>
                <a:lnTo>
                  <a:pt x="73152" y="278892"/>
                </a:lnTo>
                <a:lnTo>
                  <a:pt x="74676" y="277368"/>
                </a:lnTo>
                <a:lnTo>
                  <a:pt x="74676" y="275844"/>
                </a:lnTo>
                <a:lnTo>
                  <a:pt x="77724" y="275844"/>
                </a:lnTo>
                <a:lnTo>
                  <a:pt x="79248" y="274320"/>
                </a:lnTo>
                <a:lnTo>
                  <a:pt x="160020" y="274320"/>
                </a:lnTo>
                <a:lnTo>
                  <a:pt x="161544" y="275844"/>
                </a:lnTo>
                <a:lnTo>
                  <a:pt x="164592" y="277368"/>
                </a:lnTo>
                <a:lnTo>
                  <a:pt x="167640" y="280416"/>
                </a:lnTo>
                <a:lnTo>
                  <a:pt x="167640" y="281940"/>
                </a:lnTo>
                <a:lnTo>
                  <a:pt x="169164" y="284988"/>
                </a:lnTo>
                <a:lnTo>
                  <a:pt x="169164" y="291084"/>
                </a:lnTo>
                <a:lnTo>
                  <a:pt x="172212" y="291084"/>
                </a:lnTo>
                <a:lnTo>
                  <a:pt x="172212" y="274320"/>
                </a:lnTo>
                <a:lnTo>
                  <a:pt x="172212" y="237744"/>
                </a:lnTo>
                <a:close/>
              </a:path>
              <a:path extrusionOk="0" h="896620" w="175895">
                <a:moveTo>
                  <a:pt x="175272" y="702564"/>
                </a:moveTo>
                <a:lnTo>
                  <a:pt x="80784" y="664464"/>
                </a:lnTo>
                <a:lnTo>
                  <a:pt x="73164" y="662940"/>
                </a:lnTo>
                <a:lnTo>
                  <a:pt x="68592" y="659892"/>
                </a:lnTo>
                <a:lnTo>
                  <a:pt x="67068" y="656844"/>
                </a:lnTo>
                <a:lnTo>
                  <a:pt x="65544" y="655320"/>
                </a:lnTo>
                <a:lnTo>
                  <a:pt x="64020" y="652272"/>
                </a:lnTo>
                <a:lnTo>
                  <a:pt x="64020" y="647700"/>
                </a:lnTo>
                <a:lnTo>
                  <a:pt x="60972" y="647700"/>
                </a:lnTo>
                <a:lnTo>
                  <a:pt x="60972" y="682752"/>
                </a:lnTo>
                <a:lnTo>
                  <a:pt x="64020" y="682752"/>
                </a:lnTo>
                <a:lnTo>
                  <a:pt x="64020" y="673608"/>
                </a:lnTo>
                <a:lnTo>
                  <a:pt x="65544" y="672084"/>
                </a:lnTo>
                <a:lnTo>
                  <a:pt x="67068" y="672084"/>
                </a:lnTo>
                <a:lnTo>
                  <a:pt x="67068" y="670560"/>
                </a:lnTo>
                <a:lnTo>
                  <a:pt x="71640" y="670560"/>
                </a:lnTo>
                <a:lnTo>
                  <a:pt x="74688" y="672084"/>
                </a:lnTo>
                <a:lnTo>
                  <a:pt x="79260" y="673608"/>
                </a:lnTo>
                <a:lnTo>
                  <a:pt x="143268" y="697992"/>
                </a:lnTo>
                <a:lnTo>
                  <a:pt x="82308" y="723900"/>
                </a:lnTo>
                <a:lnTo>
                  <a:pt x="77736" y="725424"/>
                </a:lnTo>
                <a:lnTo>
                  <a:pt x="67068" y="725424"/>
                </a:lnTo>
                <a:lnTo>
                  <a:pt x="64020" y="722376"/>
                </a:lnTo>
                <a:lnTo>
                  <a:pt x="64020" y="713232"/>
                </a:lnTo>
                <a:lnTo>
                  <a:pt x="60972" y="713232"/>
                </a:lnTo>
                <a:lnTo>
                  <a:pt x="60972" y="765048"/>
                </a:lnTo>
                <a:lnTo>
                  <a:pt x="64020" y="765048"/>
                </a:lnTo>
                <a:lnTo>
                  <a:pt x="64020" y="762000"/>
                </a:lnTo>
                <a:lnTo>
                  <a:pt x="65544" y="758952"/>
                </a:lnTo>
                <a:lnTo>
                  <a:pt x="65544" y="757428"/>
                </a:lnTo>
                <a:lnTo>
                  <a:pt x="67068" y="754380"/>
                </a:lnTo>
                <a:lnTo>
                  <a:pt x="68592" y="752856"/>
                </a:lnTo>
                <a:lnTo>
                  <a:pt x="71640" y="751332"/>
                </a:lnTo>
                <a:lnTo>
                  <a:pt x="73164" y="749808"/>
                </a:lnTo>
                <a:lnTo>
                  <a:pt x="76212" y="748284"/>
                </a:lnTo>
                <a:lnTo>
                  <a:pt x="80784" y="746760"/>
                </a:lnTo>
                <a:lnTo>
                  <a:pt x="175272" y="707136"/>
                </a:lnTo>
                <a:lnTo>
                  <a:pt x="175272" y="702564"/>
                </a:lnTo>
                <a:close/>
              </a:path>
              <a:path extrusionOk="0" h="896620" w="175895">
                <a:moveTo>
                  <a:pt x="175272" y="586740"/>
                </a:moveTo>
                <a:lnTo>
                  <a:pt x="174409" y="577913"/>
                </a:lnTo>
                <a:lnTo>
                  <a:pt x="174307" y="577596"/>
                </a:lnTo>
                <a:lnTo>
                  <a:pt x="171843" y="569785"/>
                </a:lnTo>
                <a:lnTo>
                  <a:pt x="139687" y="544258"/>
                </a:lnTo>
                <a:lnTo>
                  <a:pt x="131076" y="542544"/>
                </a:lnTo>
                <a:lnTo>
                  <a:pt x="129552" y="545592"/>
                </a:lnTo>
                <a:lnTo>
                  <a:pt x="138696" y="548640"/>
                </a:lnTo>
                <a:lnTo>
                  <a:pt x="146316" y="553212"/>
                </a:lnTo>
                <a:lnTo>
                  <a:pt x="149364" y="557784"/>
                </a:lnTo>
                <a:lnTo>
                  <a:pt x="153936" y="563880"/>
                </a:lnTo>
                <a:lnTo>
                  <a:pt x="155409" y="569785"/>
                </a:lnTo>
                <a:lnTo>
                  <a:pt x="140220" y="605028"/>
                </a:lnTo>
                <a:lnTo>
                  <a:pt x="102120" y="617220"/>
                </a:lnTo>
                <a:lnTo>
                  <a:pt x="102120" y="566928"/>
                </a:lnTo>
                <a:lnTo>
                  <a:pt x="102120" y="542544"/>
                </a:lnTo>
                <a:lnTo>
                  <a:pt x="94500" y="543013"/>
                </a:lnTo>
                <a:lnTo>
                  <a:pt x="94500" y="566928"/>
                </a:lnTo>
                <a:lnTo>
                  <a:pt x="94500" y="617220"/>
                </a:lnTo>
                <a:lnTo>
                  <a:pt x="85356" y="615696"/>
                </a:lnTo>
                <a:lnTo>
                  <a:pt x="77736" y="612648"/>
                </a:lnTo>
                <a:lnTo>
                  <a:pt x="67068" y="601980"/>
                </a:lnTo>
                <a:lnTo>
                  <a:pt x="65544" y="595884"/>
                </a:lnTo>
                <a:lnTo>
                  <a:pt x="65544" y="585216"/>
                </a:lnTo>
                <a:lnTo>
                  <a:pt x="67068" y="582168"/>
                </a:lnTo>
                <a:lnTo>
                  <a:pt x="68592" y="577596"/>
                </a:lnTo>
                <a:lnTo>
                  <a:pt x="71640" y="573024"/>
                </a:lnTo>
                <a:lnTo>
                  <a:pt x="74688" y="571500"/>
                </a:lnTo>
                <a:lnTo>
                  <a:pt x="79260" y="568452"/>
                </a:lnTo>
                <a:lnTo>
                  <a:pt x="82308" y="566928"/>
                </a:lnTo>
                <a:lnTo>
                  <a:pt x="94500" y="566928"/>
                </a:lnTo>
                <a:lnTo>
                  <a:pt x="94500" y="543013"/>
                </a:lnTo>
                <a:lnTo>
                  <a:pt x="60591" y="567309"/>
                </a:lnTo>
                <a:lnTo>
                  <a:pt x="58026" y="582168"/>
                </a:lnTo>
                <a:lnTo>
                  <a:pt x="58039" y="585216"/>
                </a:lnTo>
                <a:lnTo>
                  <a:pt x="58166" y="586740"/>
                </a:lnTo>
                <a:lnTo>
                  <a:pt x="58801" y="594550"/>
                </a:lnTo>
                <a:lnTo>
                  <a:pt x="81991" y="626516"/>
                </a:lnTo>
                <a:lnTo>
                  <a:pt x="117360" y="635508"/>
                </a:lnTo>
                <a:lnTo>
                  <a:pt x="130238" y="634631"/>
                </a:lnTo>
                <a:lnTo>
                  <a:pt x="141554" y="631888"/>
                </a:lnTo>
                <a:lnTo>
                  <a:pt x="151434" y="627151"/>
                </a:lnTo>
                <a:lnTo>
                  <a:pt x="160032" y="620268"/>
                </a:lnTo>
                <a:lnTo>
                  <a:pt x="162674" y="617220"/>
                </a:lnTo>
                <a:lnTo>
                  <a:pt x="166268" y="613105"/>
                </a:lnTo>
                <a:lnTo>
                  <a:pt x="171081" y="605218"/>
                </a:lnTo>
                <a:lnTo>
                  <a:pt x="171145" y="605028"/>
                </a:lnTo>
                <a:lnTo>
                  <a:pt x="174167" y="596480"/>
                </a:lnTo>
                <a:lnTo>
                  <a:pt x="174244" y="595884"/>
                </a:lnTo>
                <a:lnTo>
                  <a:pt x="175272" y="586740"/>
                </a:lnTo>
                <a:close/>
              </a:path>
              <a:path extrusionOk="0" h="896620" w="175895">
                <a:moveTo>
                  <a:pt x="175272" y="175260"/>
                </a:moveTo>
                <a:lnTo>
                  <a:pt x="154647" y="140284"/>
                </a:lnTo>
                <a:lnTo>
                  <a:pt x="131076" y="131064"/>
                </a:lnTo>
                <a:lnTo>
                  <a:pt x="129552" y="134112"/>
                </a:lnTo>
                <a:lnTo>
                  <a:pt x="138696" y="137160"/>
                </a:lnTo>
                <a:lnTo>
                  <a:pt x="146316" y="141732"/>
                </a:lnTo>
                <a:lnTo>
                  <a:pt x="149364" y="147828"/>
                </a:lnTo>
                <a:lnTo>
                  <a:pt x="153860" y="152336"/>
                </a:lnTo>
                <a:lnTo>
                  <a:pt x="154698" y="155448"/>
                </a:lnTo>
                <a:lnTo>
                  <a:pt x="155460" y="158496"/>
                </a:lnTo>
                <a:lnTo>
                  <a:pt x="155397" y="166674"/>
                </a:lnTo>
                <a:lnTo>
                  <a:pt x="154584" y="173736"/>
                </a:lnTo>
                <a:lnTo>
                  <a:pt x="124028" y="202501"/>
                </a:lnTo>
                <a:lnTo>
                  <a:pt x="102120" y="205740"/>
                </a:lnTo>
                <a:lnTo>
                  <a:pt x="102120" y="155448"/>
                </a:lnTo>
                <a:lnTo>
                  <a:pt x="102120" y="131064"/>
                </a:lnTo>
                <a:lnTo>
                  <a:pt x="94500" y="131724"/>
                </a:lnTo>
                <a:lnTo>
                  <a:pt x="94500" y="155448"/>
                </a:lnTo>
                <a:lnTo>
                  <a:pt x="94500" y="205740"/>
                </a:lnTo>
                <a:lnTo>
                  <a:pt x="85356" y="204216"/>
                </a:lnTo>
                <a:lnTo>
                  <a:pt x="77736" y="201168"/>
                </a:lnTo>
                <a:lnTo>
                  <a:pt x="73164" y="196596"/>
                </a:lnTo>
                <a:lnTo>
                  <a:pt x="67068" y="192024"/>
                </a:lnTo>
                <a:lnTo>
                  <a:pt x="65544" y="185928"/>
                </a:lnTo>
                <a:lnTo>
                  <a:pt x="65544" y="175260"/>
                </a:lnTo>
                <a:lnTo>
                  <a:pt x="68592" y="166116"/>
                </a:lnTo>
                <a:lnTo>
                  <a:pt x="74688" y="160020"/>
                </a:lnTo>
                <a:lnTo>
                  <a:pt x="79260" y="158496"/>
                </a:lnTo>
                <a:lnTo>
                  <a:pt x="82308" y="156972"/>
                </a:lnTo>
                <a:lnTo>
                  <a:pt x="86880" y="155448"/>
                </a:lnTo>
                <a:lnTo>
                  <a:pt x="94500" y="155448"/>
                </a:lnTo>
                <a:lnTo>
                  <a:pt x="94500" y="131724"/>
                </a:lnTo>
                <a:lnTo>
                  <a:pt x="60591" y="156781"/>
                </a:lnTo>
                <a:lnTo>
                  <a:pt x="58420" y="166674"/>
                </a:lnTo>
                <a:lnTo>
                  <a:pt x="57924" y="173736"/>
                </a:lnTo>
                <a:lnTo>
                  <a:pt x="73164" y="208788"/>
                </a:lnTo>
                <a:lnTo>
                  <a:pt x="117360" y="224028"/>
                </a:lnTo>
                <a:lnTo>
                  <a:pt x="130594" y="223151"/>
                </a:lnTo>
                <a:lnTo>
                  <a:pt x="130340" y="223151"/>
                </a:lnTo>
                <a:lnTo>
                  <a:pt x="141554" y="220599"/>
                </a:lnTo>
                <a:lnTo>
                  <a:pt x="151434" y="216319"/>
                </a:lnTo>
                <a:lnTo>
                  <a:pt x="160032" y="210312"/>
                </a:lnTo>
                <a:lnTo>
                  <a:pt x="163880" y="205740"/>
                </a:lnTo>
                <a:lnTo>
                  <a:pt x="166268" y="202907"/>
                </a:lnTo>
                <a:lnTo>
                  <a:pt x="171081" y="194500"/>
                </a:lnTo>
                <a:lnTo>
                  <a:pt x="174167" y="185242"/>
                </a:lnTo>
                <a:lnTo>
                  <a:pt x="175272" y="175260"/>
                </a:lnTo>
                <a:close/>
              </a:path>
              <a:path extrusionOk="0" h="896620" w="175895">
                <a:moveTo>
                  <a:pt x="175272" y="30480"/>
                </a:moveTo>
                <a:lnTo>
                  <a:pt x="161556" y="0"/>
                </a:lnTo>
                <a:lnTo>
                  <a:pt x="158508" y="1524"/>
                </a:lnTo>
                <a:lnTo>
                  <a:pt x="160032" y="4572"/>
                </a:lnTo>
                <a:lnTo>
                  <a:pt x="160032" y="12192"/>
                </a:lnTo>
                <a:lnTo>
                  <a:pt x="158508" y="13716"/>
                </a:lnTo>
                <a:lnTo>
                  <a:pt x="156984" y="13716"/>
                </a:lnTo>
                <a:lnTo>
                  <a:pt x="155460" y="15240"/>
                </a:lnTo>
                <a:lnTo>
                  <a:pt x="152412" y="15240"/>
                </a:lnTo>
                <a:lnTo>
                  <a:pt x="149364" y="16764"/>
                </a:lnTo>
                <a:lnTo>
                  <a:pt x="12" y="16764"/>
                </a:lnTo>
                <a:lnTo>
                  <a:pt x="12" y="21336"/>
                </a:lnTo>
                <a:lnTo>
                  <a:pt x="13728" y="53340"/>
                </a:lnTo>
                <a:lnTo>
                  <a:pt x="16776" y="51816"/>
                </a:lnTo>
                <a:lnTo>
                  <a:pt x="13728" y="45720"/>
                </a:lnTo>
                <a:lnTo>
                  <a:pt x="13728" y="42672"/>
                </a:lnTo>
                <a:lnTo>
                  <a:pt x="16776" y="39624"/>
                </a:lnTo>
                <a:lnTo>
                  <a:pt x="16776" y="38100"/>
                </a:lnTo>
                <a:lnTo>
                  <a:pt x="19824" y="38100"/>
                </a:lnTo>
                <a:lnTo>
                  <a:pt x="22872" y="36576"/>
                </a:lnTo>
                <a:lnTo>
                  <a:pt x="67068" y="36576"/>
                </a:lnTo>
                <a:lnTo>
                  <a:pt x="60972" y="42672"/>
                </a:lnTo>
                <a:lnTo>
                  <a:pt x="57924" y="50292"/>
                </a:lnTo>
                <a:lnTo>
                  <a:pt x="57924" y="59436"/>
                </a:lnTo>
                <a:lnTo>
                  <a:pt x="59080" y="71183"/>
                </a:lnTo>
                <a:lnTo>
                  <a:pt x="87401" y="104419"/>
                </a:lnTo>
                <a:lnTo>
                  <a:pt x="120408" y="112776"/>
                </a:lnTo>
                <a:lnTo>
                  <a:pt x="132486" y="111899"/>
                </a:lnTo>
                <a:lnTo>
                  <a:pt x="132257" y="111899"/>
                </a:lnTo>
                <a:lnTo>
                  <a:pt x="142506" y="109347"/>
                </a:lnTo>
                <a:lnTo>
                  <a:pt x="151688" y="105067"/>
                </a:lnTo>
                <a:lnTo>
                  <a:pt x="160032" y="99060"/>
                </a:lnTo>
                <a:lnTo>
                  <a:pt x="166268" y="92163"/>
                </a:lnTo>
                <a:lnTo>
                  <a:pt x="167767" y="89916"/>
                </a:lnTo>
                <a:lnTo>
                  <a:pt x="171081" y="84963"/>
                </a:lnTo>
                <a:lnTo>
                  <a:pt x="174167" y="77203"/>
                </a:lnTo>
                <a:lnTo>
                  <a:pt x="175221" y="68961"/>
                </a:lnTo>
                <a:lnTo>
                  <a:pt x="175272" y="62484"/>
                </a:lnTo>
                <a:lnTo>
                  <a:pt x="173748" y="56388"/>
                </a:lnTo>
                <a:lnTo>
                  <a:pt x="167652" y="47244"/>
                </a:lnTo>
                <a:lnTo>
                  <a:pt x="163080" y="41148"/>
                </a:lnTo>
                <a:lnTo>
                  <a:pt x="160032" y="38862"/>
                </a:lnTo>
                <a:lnTo>
                  <a:pt x="160032" y="50292"/>
                </a:lnTo>
                <a:lnTo>
                  <a:pt x="160032" y="56388"/>
                </a:lnTo>
                <a:lnTo>
                  <a:pt x="131457" y="87439"/>
                </a:lnTo>
                <a:lnTo>
                  <a:pt x="109740" y="89916"/>
                </a:lnTo>
                <a:lnTo>
                  <a:pt x="98894" y="89331"/>
                </a:lnTo>
                <a:lnTo>
                  <a:pt x="65544" y="67056"/>
                </a:lnTo>
                <a:lnTo>
                  <a:pt x="65544" y="53340"/>
                </a:lnTo>
                <a:lnTo>
                  <a:pt x="68592" y="50292"/>
                </a:lnTo>
                <a:lnTo>
                  <a:pt x="70116" y="45720"/>
                </a:lnTo>
                <a:lnTo>
                  <a:pt x="74688" y="42672"/>
                </a:lnTo>
                <a:lnTo>
                  <a:pt x="79260" y="41148"/>
                </a:lnTo>
                <a:lnTo>
                  <a:pt x="82308" y="38100"/>
                </a:lnTo>
                <a:lnTo>
                  <a:pt x="88404" y="36576"/>
                </a:lnTo>
                <a:lnTo>
                  <a:pt x="147840" y="36576"/>
                </a:lnTo>
                <a:lnTo>
                  <a:pt x="155460" y="42672"/>
                </a:lnTo>
                <a:lnTo>
                  <a:pt x="160032" y="50292"/>
                </a:lnTo>
                <a:lnTo>
                  <a:pt x="160032" y="38862"/>
                </a:lnTo>
                <a:lnTo>
                  <a:pt x="156984" y="36576"/>
                </a:lnTo>
                <a:lnTo>
                  <a:pt x="175272" y="36576"/>
                </a:lnTo>
                <a:lnTo>
                  <a:pt x="175272" y="304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56" name="Google Shape;8056;p110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4791455" y="3028187"/>
            <a:ext cx="175260" cy="748284"/>
          </a:xfrm>
          <a:prstGeom prst="rect">
            <a:avLst/>
          </a:prstGeom>
          <a:noFill/>
          <a:ln>
            <a:noFill/>
          </a:ln>
        </p:spPr>
      </p:pic>
      <p:sp>
        <p:nvSpPr>
          <p:cNvPr id="8057" name="Google Shape;8057;p110"/>
          <p:cNvSpPr/>
          <p:nvPr/>
        </p:nvSpPr>
        <p:spPr>
          <a:xfrm>
            <a:off x="4791456" y="2436876"/>
            <a:ext cx="212090" cy="521334"/>
          </a:xfrm>
          <a:custGeom>
            <a:rect b="b" l="l" r="r" t="t"/>
            <a:pathLst>
              <a:path extrusionOk="0" h="521335" w="212089">
                <a:moveTo>
                  <a:pt x="172212" y="467868"/>
                </a:moveTo>
                <a:lnTo>
                  <a:pt x="169164" y="467868"/>
                </a:lnTo>
                <a:lnTo>
                  <a:pt x="169164" y="472440"/>
                </a:lnTo>
                <a:lnTo>
                  <a:pt x="167640" y="475488"/>
                </a:lnTo>
                <a:lnTo>
                  <a:pt x="167640" y="478536"/>
                </a:lnTo>
                <a:lnTo>
                  <a:pt x="164592" y="481584"/>
                </a:lnTo>
                <a:lnTo>
                  <a:pt x="161544" y="483108"/>
                </a:lnTo>
                <a:lnTo>
                  <a:pt x="160020" y="483108"/>
                </a:lnTo>
                <a:lnTo>
                  <a:pt x="153924" y="484632"/>
                </a:lnTo>
                <a:lnTo>
                  <a:pt x="0" y="484632"/>
                </a:lnTo>
                <a:lnTo>
                  <a:pt x="0" y="489204"/>
                </a:lnTo>
                <a:lnTo>
                  <a:pt x="13716" y="521208"/>
                </a:lnTo>
                <a:lnTo>
                  <a:pt x="16764" y="518160"/>
                </a:lnTo>
                <a:lnTo>
                  <a:pt x="15240" y="515112"/>
                </a:lnTo>
                <a:lnTo>
                  <a:pt x="13716" y="513588"/>
                </a:lnTo>
                <a:lnTo>
                  <a:pt x="13716" y="509016"/>
                </a:lnTo>
                <a:lnTo>
                  <a:pt x="15240" y="507492"/>
                </a:lnTo>
                <a:lnTo>
                  <a:pt x="16764" y="507492"/>
                </a:lnTo>
                <a:lnTo>
                  <a:pt x="16764" y="505968"/>
                </a:lnTo>
                <a:lnTo>
                  <a:pt x="19812" y="504444"/>
                </a:lnTo>
                <a:lnTo>
                  <a:pt x="160020" y="504444"/>
                </a:lnTo>
                <a:lnTo>
                  <a:pt x="161544" y="505968"/>
                </a:lnTo>
                <a:lnTo>
                  <a:pt x="164592" y="505968"/>
                </a:lnTo>
                <a:lnTo>
                  <a:pt x="166116" y="507492"/>
                </a:lnTo>
                <a:lnTo>
                  <a:pt x="167640" y="510540"/>
                </a:lnTo>
                <a:lnTo>
                  <a:pt x="167640" y="512064"/>
                </a:lnTo>
                <a:lnTo>
                  <a:pt x="169164" y="515112"/>
                </a:lnTo>
                <a:lnTo>
                  <a:pt x="169164" y="521208"/>
                </a:lnTo>
                <a:lnTo>
                  <a:pt x="172212" y="521208"/>
                </a:lnTo>
                <a:lnTo>
                  <a:pt x="172212" y="467868"/>
                </a:lnTo>
                <a:close/>
              </a:path>
              <a:path extrusionOk="0" h="521335" w="212089">
                <a:moveTo>
                  <a:pt x="172212" y="53340"/>
                </a:moveTo>
                <a:lnTo>
                  <a:pt x="169164" y="53340"/>
                </a:lnTo>
                <a:lnTo>
                  <a:pt x="169164" y="59436"/>
                </a:lnTo>
                <a:lnTo>
                  <a:pt x="167640" y="62484"/>
                </a:lnTo>
                <a:lnTo>
                  <a:pt x="167640" y="64008"/>
                </a:lnTo>
                <a:lnTo>
                  <a:pt x="166116" y="67056"/>
                </a:lnTo>
                <a:lnTo>
                  <a:pt x="164592" y="68580"/>
                </a:lnTo>
                <a:lnTo>
                  <a:pt x="161544" y="68580"/>
                </a:lnTo>
                <a:lnTo>
                  <a:pt x="160020" y="70104"/>
                </a:lnTo>
                <a:lnTo>
                  <a:pt x="0" y="70104"/>
                </a:lnTo>
                <a:lnTo>
                  <a:pt x="0" y="76200"/>
                </a:lnTo>
                <a:lnTo>
                  <a:pt x="13716" y="106680"/>
                </a:lnTo>
                <a:lnTo>
                  <a:pt x="16764" y="105156"/>
                </a:lnTo>
                <a:lnTo>
                  <a:pt x="15240" y="102108"/>
                </a:lnTo>
                <a:lnTo>
                  <a:pt x="13716" y="100584"/>
                </a:lnTo>
                <a:lnTo>
                  <a:pt x="13716" y="96012"/>
                </a:lnTo>
                <a:lnTo>
                  <a:pt x="16764" y="92964"/>
                </a:lnTo>
                <a:lnTo>
                  <a:pt x="19812" y="91440"/>
                </a:lnTo>
                <a:lnTo>
                  <a:pt x="22860" y="91440"/>
                </a:lnTo>
                <a:lnTo>
                  <a:pt x="25908" y="89916"/>
                </a:lnTo>
                <a:lnTo>
                  <a:pt x="153924" y="89916"/>
                </a:lnTo>
                <a:lnTo>
                  <a:pt x="160020" y="91440"/>
                </a:lnTo>
                <a:lnTo>
                  <a:pt x="161544" y="91440"/>
                </a:lnTo>
                <a:lnTo>
                  <a:pt x="164592" y="92964"/>
                </a:lnTo>
                <a:lnTo>
                  <a:pt x="167640" y="96012"/>
                </a:lnTo>
                <a:lnTo>
                  <a:pt x="167640" y="99060"/>
                </a:lnTo>
                <a:lnTo>
                  <a:pt x="169164" y="102108"/>
                </a:lnTo>
                <a:lnTo>
                  <a:pt x="169164" y="106680"/>
                </a:lnTo>
                <a:lnTo>
                  <a:pt x="172212" y="106680"/>
                </a:lnTo>
                <a:lnTo>
                  <a:pt x="172212" y="89916"/>
                </a:lnTo>
                <a:lnTo>
                  <a:pt x="172212" y="53340"/>
                </a:lnTo>
                <a:close/>
              </a:path>
              <a:path extrusionOk="0" h="521335" w="212089">
                <a:moveTo>
                  <a:pt x="175260" y="403860"/>
                </a:moveTo>
                <a:lnTo>
                  <a:pt x="154635" y="367360"/>
                </a:lnTo>
                <a:lnTo>
                  <a:pt x="131064" y="358140"/>
                </a:lnTo>
                <a:lnTo>
                  <a:pt x="129540" y="361188"/>
                </a:lnTo>
                <a:lnTo>
                  <a:pt x="138684" y="364236"/>
                </a:lnTo>
                <a:lnTo>
                  <a:pt x="146304" y="368808"/>
                </a:lnTo>
                <a:lnTo>
                  <a:pt x="149352" y="374904"/>
                </a:lnTo>
                <a:lnTo>
                  <a:pt x="153924" y="379476"/>
                </a:lnTo>
                <a:lnTo>
                  <a:pt x="153962" y="379653"/>
                </a:lnTo>
                <a:lnTo>
                  <a:pt x="155448" y="385572"/>
                </a:lnTo>
                <a:lnTo>
                  <a:pt x="155448" y="393192"/>
                </a:lnTo>
                <a:lnTo>
                  <a:pt x="132753" y="426389"/>
                </a:lnTo>
                <a:lnTo>
                  <a:pt x="102108" y="432816"/>
                </a:lnTo>
                <a:lnTo>
                  <a:pt x="102108" y="382524"/>
                </a:lnTo>
                <a:lnTo>
                  <a:pt x="102108" y="358140"/>
                </a:lnTo>
                <a:lnTo>
                  <a:pt x="94488" y="358800"/>
                </a:lnTo>
                <a:lnTo>
                  <a:pt x="94488" y="382524"/>
                </a:lnTo>
                <a:lnTo>
                  <a:pt x="94488" y="432816"/>
                </a:lnTo>
                <a:lnTo>
                  <a:pt x="85344" y="431292"/>
                </a:lnTo>
                <a:lnTo>
                  <a:pt x="77724" y="429768"/>
                </a:lnTo>
                <a:lnTo>
                  <a:pt x="73152" y="423672"/>
                </a:lnTo>
                <a:lnTo>
                  <a:pt x="67056" y="419100"/>
                </a:lnTo>
                <a:lnTo>
                  <a:pt x="65532" y="412965"/>
                </a:lnTo>
                <a:lnTo>
                  <a:pt x="65532" y="402336"/>
                </a:lnTo>
                <a:lnTo>
                  <a:pt x="68580" y="393192"/>
                </a:lnTo>
                <a:lnTo>
                  <a:pt x="74676" y="387096"/>
                </a:lnTo>
                <a:lnTo>
                  <a:pt x="79248" y="385572"/>
                </a:lnTo>
                <a:lnTo>
                  <a:pt x="82296" y="384048"/>
                </a:lnTo>
                <a:lnTo>
                  <a:pt x="86868" y="382524"/>
                </a:lnTo>
                <a:lnTo>
                  <a:pt x="94488" y="382524"/>
                </a:lnTo>
                <a:lnTo>
                  <a:pt x="94488" y="358800"/>
                </a:lnTo>
                <a:lnTo>
                  <a:pt x="60579" y="383857"/>
                </a:lnTo>
                <a:lnTo>
                  <a:pt x="58445" y="393192"/>
                </a:lnTo>
                <a:lnTo>
                  <a:pt x="57912" y="400812"/>
                </a:lnTo>
                <a:lnTo>
                  <a:pt x="73152" y="437388"/>
                </a:lnTo>
                <a:lnTo>
                  <a:pt x="117348" y="451104"/>
                </a:lnTo>
                <a:lnTo>
                  <a:pt x="130225" y="450253"/>
                </a:lnTo>
                <a:lnTo>
                  <a:pt x="141541" y="447675"/>
                </a:lnTo>
                <a:lnTo>
                  <a:pt x="151422" y="443395"/>
                </a:lnTo>
                <a:lnTo>
                  <a:pt x="160020" y="437388"/>
                </a:lnTo>
                <a:lnTo>
                  <a:pt x="163880" y="432816"/>
                </a:lnTo>
                <a:lnTo>
                  <a:pt x="166255" y="430009"/>
                </a:lnTo>
                <a:lnTo>
                  <a:pt x="171069" y="421767"/>
                </a:lnTo>
                <a:lnTo>
                  <a:pt x="174155" y="412965"/>
                </a:lnTo>
                <a:lnTo>
                  <a:pt x="175260" y="403860"/>
                </a:lnTo>
                <a:close/>
              </a:path>
              <a:path extrusionOk="0" h="521335" w="212089">
                <a:moveTo>
                  <a:pt x="175260" y="286512"/>
                </a:moveTo>
                <a:lnTo>
                  <a:pt x="95885" y="254508"/>
                </a:lnTo>
                <a:lnTo>
                  <a:pt x="73152" y="245364"/>
                </a:lnTo>
                <a:lnTo>
                  <a:pt x="68580" y="243840"/>
                </a:lnTo>
                <a:lnTo>
                  <a:pt x="67056" y="240792"/>
                </a:lnTo>
                <a:lnTo>
                  <a:pt x="65532" y="239268"/>
                </a:lnTo>
                <a:lnTo>
                  <a:pt x="64008" y="236220"/>
                </a:lnTo>
                <a:lnTo>
                  <a:pt x="64008" y="231648"/>
                </a:lnTo>
                <a:lnTo>
                  <a:pt x="60960" y="231648"/>
                </a:lnTo>
                <a:lnTo>
                  <a:pt x="60960" y="266700"/>
                </a:lnTo>
                <a:lnTo>
                  <a:pt x="64008" y="266700"/>
                </a:lnTo>
                <a:lnTo>
                  <a:pt x="64008" y="257556"/>
                </a:lnTo>
                <a:lnTo>
                  <a:pt x="67056" y="254508"/>
                </a:lnTo>
                <a:lnTo>
                  <a:pt x="74676" y="254508"/>
                </a:lnTo>
                <a:lnTo>
                  <a:pt x="79248" y="257556"/>
                </a:lnTo>
                <a:lnTo>
                  <a:pt x="143256" y="281940"/>
                </a:lnTo>
                <a:lnTo>
                  <a:pt x="82296" y="307848"/>
                </a:lnTo>
                <a:lnTo>
                  <a:pt x="77724" y="309372"/>
                </a:lnTo>
                <a:lnTo>
                  <a:pt x="67056" y="309372"/>
                </a:lnTo>
                <a:lnTo>
                  <a:pt x="64008" y="306324"/>
                </a:lnTo>
                <a:lnTo>
                  <a:pt x="64008" y="297180"/>
                </a:lnTo>
                <a:lnTo>
                  <a:pt x="60960" y="297180"/>
                </a:lnTo>
                <a:lnTo>
                  <a:pt x="60960" y="348996"/>
                </a:lnTo>
                <a:lnTo>
                  <a:pt x="64008" y="348996"/>
                </a:lnTo>
                <a:lnTo>
                  <a:pt x="64008" y="344424"/>
                </a:lnTo>
                <a:lnTo>
                  <a:pt x="65532" y="342900"/>
                </a:lnTo>
                <a:lnTo>
                  <a:pt x="65532" y="341376"/>
                </a:lnTo>
                <a:lnTo>
                  <a:pt x="67056" y="338328"/>
                </a:lnTo>
                <a:lnTo>
                  <a:pt x="68580" y="336804"/>
                </a:lnTo>
                <a:lnTo>
                  <a:pt x="71628" y="335280"/>
                </a:lnTo>
                <a:lnTo>
                  <a:pt x="73152" y="333756"/>
                </a:lnTo>
                <a:lnTo>
                  <a:pt x="76200" y="332232"/>
                </a:lnTo>
                <a:lnTo>
                  <a:pt x="80772" y="329184"/>
                </a:lnTo>
                <a:lnTo>
                  <a:pt x="129895" y="309372"/>
                </a:lnTo>
                <a:lnTo>
                  <a:pt x="175260" y="291084"/>
                </a:lnTo>
                <a:lnTo>
                  <a:pt x="175260" y="286512"/>
                </a:lnTo>
                <a:close/>
              </a:path>
              <a:path extrusionOk="0" h="521335" w="212089">
                <a:moveTo>
                  <a:pt x="175260" y="167640"/>
                </a:moveTo>
                <a:lnTo>
                  <a:pt x="154635" y="132016"/>
                </a:lnTo>
                <a:lnTo>
                  <a:pt x="131064" y="123444"/>
                </a:lnTo>
                <a:lnTo>
                  <a:pt x="129540" y="126492"/>
                </a:lnTo>
                <a:lnTo>
                  <a:pt x="138684" y="129540"/>
                </a:lnTo>
                <a:lnTo>
                  <a:pt x="146304" y="134112"/>
                </a:lnTo>
                <a:lnTo>
                  <a:pt x="149352" y="138684"/>
                </a:lnTo>
                <a:lnTo>
                  <a:pt x="153924" y="144780"/>
                </a:lnTo>
                <a:lnTo>
                  <a:pt x="155448" y="150876"/>
                </a:lnTo>
                <a:lnTo>
                  <a:pt x="140208" y="185928"/>
                </a:lnTo>
                <a:lnTo>
                  <a:pt x="102108" y="198120"/>
                </a:lnTo>
                <a:lnTo>
                  <a:pt x="102108" y="147828"/>
                </a:lnTo>
                <a:lnTo>
                  <a:pt x="102108" y="123444"/>
                </a:lnTo>
                <a:lnTo>
                  <a:pt x="94488" y="123939"/>
                </a:lnTo>
                <a:lnTo>
                  <a:pt x="94488" y="147828"/>
                </a:lnTo>
                <a:lnTo>
                  <a:pt x="94488" y="198120"/>
                </a:lnTo>
                <a:lnTo>
                  <a:pt x="85344" y="196596"/>
                </a:lnTo>
                <a:lnTo>
                  <a:pt x="77724" y="193548"/>
                </a:lnTo>
                <a:lnTo>
                  <a:pt x="67056" y="182880"/>
                </a:lnTo>
                <a:lnTo>
                  <a:pt x="65532" y="178308"/>
                </a:lnTo>
                <a:lnTo>
                  <a:pt x="65532" y="166116"/>
                </a:lnTo>
                <a:lnTo>
                  <a:pt x="67056" y="163068"/>
                </a:lnTo>
                <a:lnTo>
                  <a:pt x="68580" y="158496"/>
                </a:lnTo>
                <a:lnTo>
                  <a:pt x="74676" y="152400"/>
                </a:lnTo>
                <a:lnTo>
                  <a:pt x="79248" y="149352"/>
                </a:lnTo>
                <a:lnTo>
                  <a:pt x="82296" y="149352"/>
                </a:lnTo>
                <a:lnTo>
                  <a:pt x="86868" y="147828"/>
                </a:lnTo>
                <a:lnTo>
                  <a:pt x="94488" y="147828"/>
                </a:lnTo>
                <a:lnTo>
                  <a:pt x="94488" y="123939"/>
                </a:lnTo>
                <a:lnTo>
                  <a:pt x="60579" y="148399"/>
                </a:lnTo>
                <a:lnTo>
                  <a:pt x="58013" y="163068"/>
                </a:lnTo>
                <a:lnTo>
                  <a:pt x="58026" y="166116"/>
                </a:lnTo>
                <a:lnTo>
                  <a:pt x="58153" y="167640"/>
                </a:lnTo>
                <a:lnTo>
                  <a:pt x="58788" y="175450"/>
                </a:lnTo>
                <a:lnTo>
                  <a:pt x="81978" y="208051"/>
                </a:lnTo>
                <a:lnTo>
                  <a:pt x="117348" y="216408"/>
                </a:lnTo>
                <a:lnTo>
                  <a:pt x="130225" y="215531"/>
                </a:lnTo>
                <a:lnTo>
                  <a:pt x="141541" y="212788"/>
                </a:lnTo>
                <a:lnTo>
                  <a:pt x="151422" y="208051"/>
                </a:lnTo>
                <a:lnTo>
                  <a:pt x="160020" y="201168"/>
                </a:lnTo>
                <a:lnTo>
                  <a:pt x="162661" y="198120"/>
                </a:lnTo>
                <a:lnTo>
                  <a:pt x="166255" y="194005"/>
                </a:lnTo>
                <a:lnTo>
                  <a:pt x="171069" y="186118"/>
                </a:lnTo>
                <a:lnTo>
                  <a:pt x="171132" y="185928"/>
                </a:lnTo>
                <a:lnTo>
                  <a:pt x="174155" y="177380"/>
                </a:lnTo>
                <a:lnTo>
                  <a:pt x="175260" y="167640"/>
                </a:lnTo>
                <a:close/>
              </a:path>
              <a:path extrusionOk="0" h="521335" w="212089">
                <a:moveTo>
                  <a:pt x="211836" y="36576"/>
                </a:moveTo>
                <a:lnTo>
                  <a:pt x="208140" y="28003"/>
                </a:lnTo>
                <a:lnTo>
                  <a:pt x="204025" y="20574"/>
                </a:lnTo>
                <a:lnTo>
                  <a:pt x="199618" y="14287"/>
                </a:lnTo>
                <a:lnTo>
                  <a:pt x="196418" y="10668"/>
                </a:lnTo>
                <a:lnTo>
                  <a:pt x="195072" y="9144"/>
                </a:lnTo>
                <a:lnTo>
                  <a:pt x="187452" y="3048"/>
                </a:lnTo>
                <a:lnTo>
                  <a:pt x="179832" y="0"/>
                </a:lnTo>
                <a:lnTo>
                  <a:pt x="164592" y="0"/>
                </a:lnTo>
                <a:lnTo>
                  <a:pt x="158496" y="3048"/>
                </a:lnTo>
                <a:lnTo>
                  <a:pt x="153924" y="7620"/>
                </a:lnTo>
                <a:lnTo>
                  <a:pt x="149352" y="10668"/>
                </a:lnTo>
                <a:lnTo>
                  <a:pt x="147828" y="15240"/>
                </a:lnTo>
                <a:lnTo>
                  <a:pt x="147828" y="25908"/>
                </a:lnTo>
                <a:lnTo>
                  <a:pt x="149352" y="28956"/>
                </a:lnTo>
                <a:lnTo>
                  <a:pt x="152400" y="32004"/>
                </a:lnTo>
                <a:lnTo>
                  <a:pt x="153924" y="35052"/>
                </a:lnTo>
                <a:lnTo>
                  <a:pt x="158496" y="36576"/>
                </a:lnTo>
                <a:lnTo>
                  <a:pt x="169164" y="36576"/>
                </a:lnTo>
                <a:lnTo>
                  <a:pt x="170688" y="33528"/>
                </a:lnTo>
                <a:lnTo>
                  <a:pt x="173736" y="32004"/>
                </a:lnTo>
                <a:lnTo>
                  <a:pt x="175260" y="28956"/>
                </a:lnTo>
                <a:lnTo>
                  <a:pt x="175260" y="22860"/>
                </a:lnTo>
                <a:lnTo>
                  <a:pt x="173736" y="21336"/>
                </a:lnTo>
                <a:lnTo>
                  <a:pt x="173736" y="19812"/>
                </a:lnTo>
                <a:lnTo>
                  <a:pt x="172212" y="16764"/>
                </a:lnTo>
                <a:lnTo>
                  <a:pt x="170688" y="15240"/>
                </a:lnTo>
                <a:lnTo>
                  <a:pt x="170688" y="13716"/>
                </a:lnTo>
                <a:lnTo>
                  <a:pt x="172212" y="12192"/>
                </a:lnTo>
                <a:lnTo>
                  <a:pt x="173736" y="12192"/>
                </a:lnTo>
                <a:lnTo>
                  <a:pt x="175260" y="10668"/>
                </a:lnTo>
                <a:lnTo>
                  <a:pt x="182880" y="10668"/>
                </a:lnTo>
                <a:lnTo>
                  <a:pt x="188976" y="13716"/>
                </a:lnTo>
                <a:lnTo>
                  <a:pt x="193548" y="18288"/>
                </a:lnTo>
                <a:lnTo>
                  <a:pt x="199644" y="22860"/>
                </a:lnTo>
                <a:lnTo>
                  <a:pt x="204216" y="28956"/>
                </a:lnTo>
                <a:lnTo>
                  <a:pt x="205740" y="36576"/>
                </a:lnTo>
                <a:lnTo>
                  <a:pt x="211836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58" name="Google Shape;8058;p110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4815840" y="1589532"/>
            <a:ext cx="150876" cy="763524"/>
          </a:xfrm>
          <a:prstGeom prst="rect">
            <a:avLst/>
          </a:prstGeom>
          <a:noFill/>
          <a:ln>
            <a:noFill/>
          </a:ln>
        </p:spPr>
      </p:pic>
      <p:sp>
        <p:nvSpPr>
          <p:cNvPr id="8059" name="Google Shape;8059;p110"/>
          <p:cNvSpPr/>
          <p:nvPr/>
        </p:nvSpPr>
        <p:spPr>
          <a:xfrm>
            <a:off x="3781044" y="8468867"/>
            <a:ext cx="1751330" cy="7620"/>
          </a:xfrm>
          <a:custGeom>
            <a:rect b="b" l="l" r="r" t="t"/>
            <a:pathLst>
              <a:path extrusionOk="0" h="7620" w="1751329">
                <a:moveTo>
                  <a:pt x="1751076" y="7620"/>
                </a:moveTo>
                <a:lnTo>
                  <a:pt x="0" y="7620"/>
                </a:lnTo>
                <a:lnTo>
                  <a:pt x="0" y="0"/>
                </a:lnTo>
                <a:lnTo>
                  <a:pt x="1751076" y="0"/>
                </a:lnTo>
                <a:lnTo>
                  <a:pt x="1751076" y="76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0" name="Google Shape;8060;p110"/>
          <p:cNvSpPr/>
          <p:nvPr/>
        </p:nvSpPr>
        <p:spPr>
          <a:xfrm>
            <a:off x="3781044" y="7842503"/>
            <a:ext cx="1751330" cy="9525"/>
          </a:xfrm>
          <a:custGeom>
            <a:rect b="b" l="l" r="r" t="t"/>
            <a:pathLst>
              <a:path extrusionOk="0" h="9525" w="1751329">
                <a:moveTo>
                  <a:pt x="1751076" y="9144"/>
                </a:moveTo>
                <a:lnTo>
                  <a:pt x="0" y="9144"/>
                </a:lnTo>
                <a:lnTo>
                  <a:pt x="0" y="0"/>
                </a:lnTo>
                <a:lnTo>
                  <a:pt x="1751076" y="0"/>
                </a:lnTo>
                <a:lnTo>
                  <a:pt x="1751076" y="91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1" name="Google Shape;8061;p110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8062" name="Google Shape;8062;p110"/>
            <p:cNvPicPr preferRelativeResize="0"/>
            <p:nvPr/>
          </p:nvPicPr>
          <p:blipFill rotWithShape="1">
            <a:blip r:embed="rId96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063" name="Google Shape;8063;p110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064" name="Google Shape;8064;p110"/>
          <p:cNvPicPr preferRelativeResize="0"/>
          <p:nvPr/>
        </p:nvPicPr>
        <p:blipFill rotWithShape="1">
          <a:blip r:embed="rId97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065" name="Google Shape;8065;p110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066" name="Google Shape;8066;p110"/>
          <p:cNvGrpSpPr/>
          <p:nvPr/>
        </p:nvGrpSpPr>
        <p:grpSpPr>
          <a:xfrm>
            <a:off x="6655307" y="1735836"/>
            <a:ext cx="117348" cy="242570"/>
            <a:chOff x="6655307" y="1735836"/>
            <a:chExt cx="117348" cy="242570"/>
          </a:xfrm>
        </p:grpSpPr>
        <p:sp>
          <p:nvSpPr>
            <p:cNvPr id="8067" name="Google Shape;8067;p110"/>
            <p:cNvSpPr/>
            <p:nvPr/>
          </p:nvSpPr>
          <p:spPr>
            <a:xfrm>
              <a:off x="6655307" y="1918716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068" name="Google Shape;8068;p110"/>
            <p:cNvPicPr preferRelativeResize="0"/>
            <p:nvPr/>
          </p:nvPicPr>
          <p:blipFill rotWithShape="1">
            <a:blip r:embed="rId99">
              <a:alphaModFix/>
            </a:blip>
            <a:srcRect b="0" l="0" r="0" t="0"/>
            <a:stretch/>
          </p:blipFill>
          <p:spPr>
            <a:xfrm>
              <a:off x="6655307" y="1735836"/>
              <a:ext cx="117348" cy="16306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72" name="Shape 8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3" name="Google Shape;8073;p111"/>
          <p:cNvSpPr/>
          <p:nvPr/>
        </p:nvSpPr>
        <p:spPr>
          <a:xfrm>
            <a:off x="816863" y="6830568"/>
            <a:ext cx="342900" cy="1080770"/>
          </a:xfrm>
          <a:custGeom>
            <a:rect b="b" l="l" r="r" t="t"/>
            <a:pathLst>
              <a:path extrusionOk="0" h="1080770" w="342900">
                <a:moveTo>
                  <a:pt x="335280" y="467868"/>
                </a:moveTo>
                <a:lnTo>
                  <a:pt x="245364" y="440436"/>
                </a:lnTo>
                <a:lnTo>
                  <a:pt x="243840" y="448056"/>
                </a:lnTo>
                <a:lnTo>
                  <a:pt x="257810" y="454012"/>
                </a:lnTo>
                <a:lnTo>
                  <a:pt x="269938" y="460248"/>
                </a:lnTo>
                <a:lnTo>
                  <a:pt x="300228" y="486156"/>
                </a:lnTo>
                <a:lnTo>
                  <a:pt x="313626" y="535457"/>
                </a:lnTo>
                <a:lnTo>
                  <a:pt x="313944" y="553212"/>
                </a:lnTo>
                <a:lnTo>
                  <a:pt x="313944" y="577596"/>
                </a:lnTo>
                <a:lnTo>
                  <a:pt x="309372" y="618744"/>
                </a:lnTo>
                <a:lnTo>
                  <a:pt x="303276" y="623316"/>
                </a:lnTo>
                <a:lnTo>
                  <a:pt x="298983" y="625322"/>
                </a:lnTo>
                <a:lnTo>
                  <a:pt x="292989" y="626745"/>
                </a:lnTo>
                <a:lnTo>
                  <a:pt x="285267" y="627608"/>
                </a:lnTo>
                <a:lnTo>
                  <a:pt x="275844" y="627888"/>
                </a:lnTo>
                <a:lnTo>
                  <a:pt x="70104" y="627888"/>
                </a:lnTo>
                <a:lnTo>
                  <a:pt x="27419" y="620268"/>
                </a:lnTo>
                <a:lnTo>
                  <a:pt x="15240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40" y="720852"/>
                </a:lnTo>
                <a:lnTo>
                  <a:pt x="15240" y="707136"/>
                </a:lnTo>
                <a:lnTo>
                  <a:pt x="15824" y="698563"/>
                </a:lnTo>
                <a:lnTo>
                  <a:pt x="51193" y="673925"/>
                </a:lnTo>
                <a:lnTo>
                  <a:pt x="65519" y="673608"/>
                </a:lnTo>
                <a:lnTo>
                  <a:pt x="277368" y="673608"/>
                </a:lnTo>
                <a:lnTo>
                  <a:pt x="319938" y="683348"/>
                </a:lnTo>
                <a:lnTo>
                  <a:pt x="327660" y="707136"/>
                </a:lnTo>
                <a:lnTo>
                  <a:pt x="327660" y="720852"/>
                </a:lnTo>
                <a:lnTo>
                  <a:pt x="335280" y="720852"/>
                </a:lnTo>
                <a:lnTo>
                  <a:pt x="335280" y="467868"/>
                </a:lnTo>
                <a:close/>
              </a:path>
              <a:path extrusionOk="0" h="1080770" w="342900">
                <a:moveTo>
                  <a:pt x="335280" y="0"/>
                </a:moveTo>
                <a:lnTo>
                  <a:pt x="327660" y="0"/>
                </a:lnTo>
                <a:lnTo>
                  <a:pt x="327660" y="10668"/>
                </a:lnTo>
                <a:lnTo>
                  <a:pt x="327660" y="18288"/>
                </a:lnTo>
                <a:lnTo>
                  <a:pt x="298132" y="46291"/>
                </a:lnTo>
                <a:lnTo>
                  <a:pt x="277368" y="47244"/>
                </a:lnTo>
                <a:lnTo>
                  <a:pt x="65532" y="47244"/>
                </a:lnTo>
                <a:lnTo>
                  <a:pt x="27432" y="41148"/>
                </a:lnTo>
                <a:lnTo>
                  <a:pt x="15240" y="10668"/>
                </a:lnTo>
                <a:lnTo>
                  <a:pt x="15240" y="0"/>
                </a:lnTo>
                <a:lnTo>
                  <a:pt x="7620" y="0"/>
                </a:lnTo>
                <a:lnTo>
                  <a:pt x="7620" y="140208"/>
                </a:lnTo>
                <a:lnTo>
                  <a:pt x="15240" y="140208"/>
                </a:lnTo>
                <a:lnTo>
                  <a:pt x="15240" y="120396"/>
                </a:lnTo>
                <a:lnTo>
                  <a:pt x="16764" y="112776"/>
                </a:lnTo>
                <a:lnTo>
                  <a:pt x="53860" y="93014"/>
                </a:lnTo>
                <a:lnTo>
                  <a:pt x="277368" y="92964"/>
                </a:lnTo>
                <a:lnTo>
                  <a:pt x="290817" y="93256"/>
                </a:lnTo>
                <a:lnTo>
                  <a:pt x="326821" y="118325"/>
                </a:lnTo>
                <a:lnTo>
                  <a:pt x="327660" y="128016"/>
                </a:lnTo>
                <a:lnTo>
                  <a:pt x="327660" y="140208"/>
                </a:lnTo>
                <a:lnTo>
                  <a:pt x="335280" y="140208"/>
                </a:lnTo>
                <a:lnTo>
                  <a:pt x="335280" y="0"/>
                </a:lnTo>
                <a:close/>
              </a:path>
              <a:path extrusionOk="0" h="1080770" w="342900">
                <a:moveTo>
                  <a:pt x="342887" y="896112"/>
                </a:moveTo>
                <a:lnTo>
                  <a:pt x="63995" y="783336"/>
                </a:lnTo>
                <a:lnTo>
                  <a:pt x="25895" y="760476"/>
                </a:lnTo>
                <a:lnTo>
                  <a:pt x="15227" y="734568"/>
                </a:lnTo>
                <a:lnTo>
                  <a:pt x="7607" y="734568"/>
                </a:lnTo>
                <a:lnTo>
                  <a:pt x="7607" y="835152"/>
                </a:lnTo>
                <a:lnTo>
                  <a:pt x="15227" y="835152"/>
                </a:lnTo>
                <a:lnTo>
                  <a:pt x="15227" y="830580"/>
                </a:lnTo>
                <a:lnTo>
                  <a:pt x="18275" y="819912"/>
                </a:lnTo>
                <a:lnTo>
                  <a:pt x="21323" y="812292"/>
                </a:lnTo>
                <a:lnTo>
                  <a:pt x="24371" y="807720"/>
                </a:lnTo>
                <a:lnTo>
                  <a:pt x="28943" y="803148"/>
                </a:lnTo>
                <a:lnTo>
                  <a:pt x="33515" y="800100"/>
                </a:lnTo>
                <a:lnTo>
                  <a:pt x="38087" y="800100"/>
                </a:lnTo>
                <a:lnTo>
                  <a:pt x="77711" y="812292"/>
                </a:lnTo>
                <a:lnTo>
                  <a:pt x="266687" y="888492"/>
                </a:lnTo>
                <a:lnTo>
                  <a:pt x="74663" y="972312"/>
                </a:lnTo>
                <a:lnTo>
                  <a:pt x="62928" y="977201"/>
                </a:lnTo>
                <a:lnTo>
                  <a:pt x="52755" y="980503"/>
                </a:lnTo>
                <a:lnTo>
                  <a:pt x="44018" y="982395"/>
                </a:lnTo>
                <a:lnTo>
                  <a:pt x="36563" y="982980"/>
                </a:lnTo>
                <a:lnTo>
                  <a:pt x="30467" y="982980"/>
                </a:lnTo>
                <a:lnTo>
                  <a:pt x="15227" y="946404"/>
                </a:lnTo>
                <a:lnTo>
                  <a:pt x="7607" y="946404"/>
                </a:lnTo>
                <a:lnTo>
                  <a:pt x="7607" y="1080516"/>
                </a:lnTo>
                <a:lnTo>
                  <a:pt x="15227" y="1080516"/>
                </a:lnTo>
                <a:lnTo>
                  <a:pt x="15227" y="1069848"/>
                </a:lnTo>
                <a:lnTo>
                  <a:pt x="18275" y="1062228"/>
                </a:lnTo>
                <a:lnTo>
                  <a:pt x="21323" y="1056132"/>
                </a:lnTo>
                <a:lnTo>
                  <a:pt x="24371" y="1051560"/>
                </a:lnTo>
                <a:lnTo>
                  <a:pt x="27419" y="1045464"/>
                </a:lnTo>
                <a:lnTo>
                  <a:pt x="33515" y="1042416"/>
                </a:lnTo>
                <a:lnTo>
                  <a:pt x="36944" y="1039850"/>
                </a:lnTo>
                <a:lnTo>
                  <a:pt x="42659" y="1036701"/>
                </a:lnTo>
                <a:lnTo>
                  <a:pt x="50660" y="1032992"/>
                </a:lnTo>
                <a:lnTo>
                  <a:pt x="60947" y="1028700"/>
                </a:lnTo>
                <a:lnTo>
                  <a:pt x="342887" y="906780"/>
                </a:lnTo>
                <a:lnTo>
                  <a:pt x="342887" y="896112"/>
                </a:lnTo>
                <a:close/>
              </a:path>
              <a:path extrusionOk="0" h="1080770" w="342900">
                <a:moveTo>
                  <a:pt x="342900" y="284988"/>
                </a:moveTo>
                <a:lnTo>
                  <a:pt x="336042" y="243649"/>
                </a:lnTo>
                <a:lnTo>
                  <a:pt x="315468" y="210312"/>
                </a:lnTo>
                <a:lnTo>
                  <a:pt x="270675" y="183095"/>
                </a:lnTo>
                <a:lnTo>
                  <a:pt x="252984" y="181356"/>
                </a:lnTo>
                <a:lnTo>
                  <a:pt x="242951" y="181927"/>
                </a:lnTo>
                <a:lnTo>
                  <a:pt x="206260" y="195414"/>
                </a:lnTo>
                <a:lnTo>
                  <a:pt x="176949" y="226390"/>
                </a:lnTo>
                <a:lnTo>
                  <a:pt x="146304" y="278892"/>
                </a:lnTo>
                <a:lnTo>
                  <a:pt x="132029" y="303999"/>
                </a:lnTo>
                <a:lnTo>
                  <a:pt x="107505" y="339331"/>
                </a:lnTo>
                <a:lnTo>
                  <a:pt x="70104" y="359664"/>
                </a:lnTo>
                <a:lnTo>
                  <a:pt x="60337" y="358546"/>
                </a:lnTo>
                <a:lnTo>
                  <a:pt x="28168" y="334327"/>
                </a:lnTo>
                <a:lnTo>
                  <a:pt x="19812" y="301752"/>
                </a:lnTo>
                <a:lnTo>
                  <a:pt x="20396" y="290563"/>
                </a:lnTo>
                <a:lnTo>
                  <a:pt x="36741" y="247840"/>
                </a:lnTo>
                <a:lnTo>
                  <a:pt x="71831" y="220395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1836"/>
                </a:lnTo>
                <a:lnTo>
                  <a:pt x="12192" y="213360"/>
                </a:lnTo>
                <a:lnTo>
                  <a:pt x="13716" y="216408"/>
                </a:lnTo>
                <a:lnTo>
                  <a:pt x="16764" y="219456"/>
                </a:lnTo>
                <a:lnTo>
                  <a:pt x="18288" y="222504"/>
                </a:lnTo>
                <a:lnTo>
                  <a:pt x="18288" y="230124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0604"/>
                </a:lnTo>
                <a:lnTo>
                  <a:pt x="3238" y="274320"/>
                </a:lnTo>
                <a:lnTo>
                  <a:pt x="825" y="288036"/>
                </a:lnTo>
                <a:lnTo>
                  <a:pt x="0" y="301752"/>
                </a:lnTo>
                <a:lnTo>
                  <a:pt x="1689" y="321475"/>
                </a:lnTo>
                <a:lnTo>
                  <a:pt x="25908" y="370332"/>
                </a:lnTo>
                <a:lnTo>
                  <a:pt x="69405" y="396049"/>
                </a:lnTo>
                <a:lnTo>
                  <a:pt x="86868" y="397764"/>
                </a:lnTo>
                <a:lnTo>
                  <a:pt x="96862" y="397192"/>
                </a:lnTo>
                <a:lnTo>
                  <a:pt x="140589" y="377190"/>
                </a:lnTo>
                <a:lnTo>
                  <a:pt x="171640" y="338328"/>
                </a:lnTo>
                <a:lnTo>
                  <a:pt x="193548" y="301752"/>
                </a:lnTo>
                <a:lnTo>
                  <a:pt x="204089" y="283184"/>
                </a:lnTo>
                <a:lnTo>
                  <a:pt x="212788" y="268605"/>
                </a:lnTo>
                <a:lnTo>
                  <a:pt x="241173" y="234111"/>
                </a:lnTo>
                <a:lnTo>
                  <a:pt x="263652" y="224028"/>
                </a:lnTo>
                <a:lnTo>
                  <a:pt x="271272" y="224028"/>
                </a:lnTo>
                <a:lnTo>
                  <a:pt x="309372" y="242316"/>
                </a:lnTo>
                <a:lnTo>
                  <a:pt x="326136" y="289560"/>
                </a:lnTo>
                <a:lnTo>
                  <a:pt x="325297" y="302094"/>
                </a:lnTo>
                <a:lnTo>
                  <a:pt x="307670" y="347408"/>
                </a:lnTo>
                <a:lnTo>
                  <a:pt x="274053" y="375526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5572"/>
                </a:lnTo>
                <a:lnTo>
                  <a:pt x="330708" y="384048"/>
                </a:lnTo>
                <a:lnTo>
                  <a:pt x="327660" y="382524"/>
                </a:lnTo>
                <a:lnTo>
                  <a:pt x="324612" y="376428"/>
                </a:lnTo>
                <a:lnTo>
                  <a:pt x="324612" y="371856"/>
                </a:lnTo>
                <a:lnTo>
                  <a:pt x="325158" y="368198"/>
                </a:lnTo>
                <a:lnTo>
                  <a:pt x="326707" y="361950"/>
                </a:lnTo>
                <a:lnTo>
                  <a:pt x="337756" y="322897"/>
                </a:lnTo>
                <a:lnTo>
                  <a:pt x="339293" y="316115"/>
                </a:lnTo>
                <a:lnTo>
                  <a:pt x="339852" y="310896"/>
                </a:lnTo>
                <a:lnTo>
                  <a:pt x="340969" y="304927"/>
                </a:lnTo>
                <a:lnTo>
                  <a:pt x="341947" y="298513"/>
                </a:lnTo>
                <a:lnTo>
                  <a:pt x="342633" y="291833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4" name="Google Shape;8074;p111"/>
          <p:cNvGrpSpPr/>
          <p:nvPr/>
        </p:nvGrpSpPr>
        <p:grpSpPr>
          <a:xfrm>
            <a:off x="809244" y="4294632"/>
            <a:ext cx="348995" cy="2394330"/>
            <a:chOff x="809244" y="4294632"/>
            <a:chExt cx="348995" cy="2394330"/>
          </a:xfrm>
        </p:grpSpPr>
        <p:sp>
          <p:nvSpPr>
            <p:cNvPr id="8075" name="Google Shape;8075;p111"/>
            <p:cNvSpPr/>
            <p:nvPr/>
          </p:nvSpPr>
          <p:spPr>
            <a:xfrm>
              <a:off x="824484" y="6441947"/>
              <a:ext cx="327660" cy="247015"/>
            </a:xfrm>
            <a:custGeom>
              <a:rect b="b" l="l" r="r" t="t"/>
              <a:pathLst>
                <a:path extrusionOk="0" h="247015" w="327659">
                  <a:moveTo>
                    <a:pt x="327659" y="246888"/>
                  </a:moveTo>
                  <a:lnTo>
                    <a:pt x="320039" y="246888"/>
                  </a:lnTo>
                  <a:lnTo>
                    <a:pt x="320039" y="234696"/>
                  </a:lnTo>
                  <a:lnTo>
                    <a:pt x="319206" y="225242"/>
                  </a:lnTo>
                  <a:lnTo>
                    <a:pt x="283202" y="199953"/>
                  </a:lnTo>
                  <a:lnTo>
                    <a:pt x="269747" y="199644"/>
                  </a:lnTo>
                  <a:lnTo>
                    <a:pt x="46243" y="199691"/>
                  </a:lnTo>
                  <a:lnTo>
                    <a:pt x="9143" y="219456"/>
                  </a:lnTo>
                  <a:lnTo>
                    <a:pt x="7619" y="227076"/>
                  </a:lnTo>
                  <a:lnTo>
                    <a:pt x="7619" y="246888"/>
                  </a:lnTo>
                  <a:lnTo>
                    <a:pt x="0" y="246888"/>
                  </a:lnTo>
                  <a:lnTo>
                    <a:pt x="0" y="3048"/>
                  </a:lnTo>
                  <a:lnTo>
                    <a:pt x="71627" y="0"/>
                  </a:lnTo>
                  <a:lnTo>
                    <a:pt x="71627" y="10668"/>
                  </a:lnTo>
                  <a:lnTo>
                    <a:pt x="61031" y="13215"/>
                  </a:lnTo>
                  <a:lnTo>
                    <a:pt x="52006" y="16192"/>
                  </a:lnTo>
                  <a:lnTo>
                    <a:pt x="22859" y="42672"/>
                  </a:lnTo>
                  <a:lnTo>
                    <a:pt x="18287" y="80772"/>
                  </a:lnTo>
                  <a:lnTo>
                    <a:pt x="18287" y="153924"/>
                  </a:lnTo>
                  <a:lnTo>
                    <a:pt x="146303" y="153924"/>
                  </a:lnTo>
                  <a:lnTo>
                    <a:pt x="146303" y="96012"/>
                  </a:lnTo>
                  <a:lnTo>
                    <a:pt x="131421" y="59745"/>
                  </a:lnTo>
                  <a:lnTo>
                    <a:pt x="99059" y="51816"/>
                  </a:lnTo>
                  <a:lnTo>
                    <a:pt x="99059" y="44196"/>
                  </a:lnTo>
                  <a:lnTo>
                    <a:pt x="213359" y="44196"/>
                  </a:lnTo>
                  <a:lnTo>
                    <a:pt x="213359" y="51816"/>
                  </a:lnTo>
                  <a:lnTo>
                    <a:pt x="203906" y="52101"/>
                  </a:lnTo>
                  <a:lnTo>
                    <a:pt x="196024" y="52959"/>
                  </a:lnTo>
                  <a:lnTo>
                    <a:pt x="167258" y="80772"/>
                  </a:lnTo>
                  <a:lnTo>
                    <a:pt x="166115" y="96012"/>
                  </a:lnTo>
                  <a:lnTo>
                    <a:pt x="166115" y="153924"/>
                  </a:lnTo>
                  <a:lnTo>
                    <a:pt x="269747" y="153924"/>
                  </a:lnTo>
                  <a:lnTo>
                    <a:pt x="281201" y="153662"/>
                  </a:lnTo>
                  <a:lnTo>
                    <a:pt x="318516" y="132588"/>
                  </a:lnTo>
                  <a:lnTo>
                    <a:pt x="320039" y="126492"/>
                  </a:lnTo>
                  <a:lnTo>
                    <a:pt x="320039" y="106680"/>
                  </a:lnTo>
                  <a:lnTo>
                    <a:pt x="327659" y="106680"/>
                  </a:lnTo>
                  <a:lnTo>
                    <a:pt x="327659" y="2468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076" name="Google Shape;8076;p11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925067" y="5998464"/>
              <a:ext cx="233172" cy="4038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077" name="Google Shape;8077;p111"/>
            <p:cNvSpPr/>
            <p:nvPr/>
          </p:nvSpPr>
          <p:spPr>
            <a:xfrm>
              <a:off x="858012" y="5698236"/>
              <a:ext cx="297180" cy="279400"/>
            </a:xfrm>
            <a:custGeom>
              <a:rect b="b" l="l" r="r" t="t"/>
              <a:pathLst>
                <a:path extrusionOk="0" h="279400" w="297180">
                  <a:moveTo>
                    <a:pt x="201155" y="0"/>
                  </a:moveTo>
                  <a:lnTo>
                    <a:pt x="163055" y="0"/>
                  </a:lnTo>
                  <a:lnTo>
                    <a:pt x="163055" y="126492"/>
                  </a:lnTo>
                  <a:lnTo>
                    <a:pt x="201155" y="126492"/>
                  </a:lnTo>
                  <a:lnTo>
                    <a:pt x="201155" y="0"/>
                  </a:lnTo>
                  <a:close/>
                </a:path>
                <a:path extrusionOk="0" h="279400" w="297180">
                  <a:moveTo>
                    <a:pt x="297180" y="199644"/>
                  </a:moveTo>
                  <a:lnTo>
                    <a:pt x="277761" y="160197"/>
                  </a:lnTo>
                  <a:lnTo>
                    <a:pt x="248412" y="143256"/>
                  </a:lnTo>
                  <a:lnTo>
                    <a:pt x="248412" y="153924"/>
                  </a:lnTo>
                  <a:lnTo>
                    <a:pt x="254508" y="156972"/>
                  </a:lnTo>
                  <a:lnTo>
                    <a:pt x="259080" y="160020"/>
                  </a:lnTo>
                  <a:lnTo>
                    <a:pt x="263652" y="166116"/>
                  </a:lnTo>
                  <a:lnTo>
                    <a:pt x="266700" y="170688"/>
                  </a:lnTo>
                  <a:lnTo>
                    <a:pt x="268224" y="176784"/>
                  </a:lnTo>
                  <a:lnTo>
                    <a:pt x="268224" y="188976"/>
                  </a:lnTo>
                  <a:lnTo>
                    <a:pt x="231648" y="204216"/>
                  </a:lnTo>
                  <a:lnTo>
                    <a:pt x="88392" y="204216"/>
                  </a:lnTo>
                  <a:lnTo>
                    <a:pt x="88392" y="152400"/>
                  </a:lnTo>
                  <a:lnTo>
                    <a:pt x="73152" y="152400"/>
                  </a:lnTo>
                  <a:lnTo>
                    <a:pt x="73152" y="204216"/>
                  </a:lnTo>
                  <a:lnTo>
                    <a:pt x="0" y="204216"/>
                  </a:lnTo>
                  <a:lnTo>
                    <a:pt x="0" y="210312"/>
                  </a:lnTo>
                  <a:lnTo>
                    <a:pt x="20764" y="219837"/>
                  </a:lnTo>
                  <a:lnTo>
                    <a:pt x="28067" y="223608"/>
                  </a:lnTo>
                  <a:lnTo>
                    <a:pt x="33528" y="227076"/>
                  </a:lnTo>
                  <a:lnTo>
                    <a:pt x="42138" y="232181"/>
                  </a:lnTo>
                  <a:lnTo>
                    <a:pt x="74104" y="265176"/>
                  </a:lnTo>
                  <a:lnTo>
                    <a:pt x="80772" y="278892"/>
                  </a:lnTo>
                  <a:lnTo>
                    <a:pt x="88392" y="278892"/>
                  </a:lnTo>
                  <a:lnTo>
                    <a:pt x="88392" y="243840"/>
                  </a:lnTo>
                  <a:lnTo>
                    <a:pt x="237744" y="243840"/>
                  </a:lnTo>
                  <a:lnTo>
                    <a:pt x="248577" y="243560"/>
                  </a:lnTo>
                  <a:lnTo>
                    <a:pt x="286512" y="230124"/>
                  </a:lnTo>
                  <a:lnTo>
                    <a:pt x="297180" y="207264"/>
                  </a:lnTo>
                  <a:lnTo>
                    <a:pt x="297180" y="1996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078" name="Google Shape;8078;p11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25067" y="5448300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079" name="Google Shape;8079;p111"/>
            <p:cNvSpPr/>
            <p:nvPr/>
          </p:nvSpPr>
          <p:spPr>
            <a:xfrm>
              <a:off x="809244" y="4445508"/>
              <a:ext cx="342900" cy="966469"/>
            </a:xfrm>
            <a:custGeom>
              <a:rect b="b" l="l" r="r" t="t"/>
              <a:pathLst>
                <a:path extrusionOk="0" h="966470" w="342900">
                  <a:moveTo>
                    <a:pt x="48768" y="275844"/>
                  </a:moveTo>
                  <a:lnTo>
                    <a:pt x="45720" y="271272"/>
                  </a:lnTo>
                  <a:lnTo>
                    <a:pt x="41148" y="266700"/>
                  </a:lnTo>
                  <a:lnTo>
                    <a:pt x="36576" y="260604"/>
                  </a:lnTo>
                  <a:lnTo>
                    <a:pt x="30480" y="259080"/>
                  </a:lnTo>
                  <a:lnTo>
                    <a:pt x="16764" y="259080"/>
                  </a:lnTo>
                  <a:lnTo>
                    <a:pt x="12192" y="260604"/>
                  </a:lnTo>
                  <a:lnTo>
                    <a:pt x="7620" y="266700"/>
                  </a:lnTo>
                  <a:lnTo>
                    <a:pt x="1524" y="271272"/>
                  </a:lnTo>
                  <a:lnTo>
                    <a:pt x="0" y="275844"/>
                  </a:lnTo>
                  <a:lnTo>
                    <a:pt x="0" y="289560"/>
                  </a:lnTo>
                  <a:lnTo>
                    <a:pt x="1524" y="295656"/>
                  </a:lnTo>
                  <a:lnTo>
                    <a:pt x="7620" y="300228"/>
                  </a:lnTo>
                  <a:lnTo>
                    <a:pt x="12192" y="304800"/>
                  </a:lnTo>
                  <a:lnTo>
                    <a:pt x="16764" y="307848"/>
                  </a:lnTo>
                  <a:lnTo>
                    <a:pt x="30480" y="307848"/>
                  </a:lnTo>
                  <a:lnTo>
                    <a:pt x="36576" y="304800"/>
                  </a:lnTo>
                  <a:lnTo>
                    <a:pt x="45720" y="295656"/>
                  </a:lnTo>
                  <a:lnTo>
                    <a:pt x="48768" y="289560"/>
                  </a:lnTo>
                  <a:lnTo>
                    <a:pt x="48768" y="275844"/>
                  </a:lnTo>
                  <a:close/>
                </a:path>
                <a:path extrusionOk="0" h="966470" w="342900">
                  <a:moveTo>
                    <a:pt x="249923" y="675132"/>
                  </a:moveTo>
                  <a:lnTo>
                    <a:pt x="211823" y="675132"/>
                  </a:lnTo>
                  <a:lnTo>
                    <a:pt x="211823" y="801624"/>
                  </a:lnTo>
                  <a:lnTo>
                    <a:pt x="249923" y="801624"/>
                  </a:lnTo>
                  <a:lnTo>
                    <a:pt x="249923" y="675132"/>
                  </a:lnTo>
                  <a:close/>
                </a:path>
                <a:path extrusionOk="0" h="966470" w="342900">
                  <a:moveTo>
                    <a:pt x="342900" y="833628"/>
                  </a:moveTo>
                  <a:lnTo>
                    <a:pt x="335267" y="833628"/>
                  </a:lnTo>
                  <a:lnTo>
                    <a:pt x="335267" y="864108"/>
                  </a:lnTo>
                  <a:lnTo>
                    <a:pt x="330708" y="871728"/>
                  </a:lnTo>
                  <a:lnTo>
                    <a:pt x="283464" y="883920"/>
                  </a:lnTo>
                  <a:lnTo>
                    <a:pt x="137160" y="883920"/>
                  </a:lnTo>
                  <a:lnTo>
                    <a:pt x="137160" y="826008"/>
                  </a:lnTo>
                  <a:lnTo>
                    <a:pt x="121920" y="826008"/>
                  </a:lnTo>
                  <a:lnTo>
                    <a:pt x="121920" y="883920"/>
                  </a:lnTo>
                  <a:lnTo>
                    <a:pt x="81407" y="883881"/>
                  </a:lnTo>
                  <a:lnTo>
                    <a:pt x="32004" y="879348"/>
                  </a:lnTo>
                  <a:lnTo>
                    <a:pt x="15240" y="858012"/>
                  </a:lnTo>
                  <a:lnTo>
                    <a:pt x="15240" y="844296"/>
                  </a:lnTo>
                  <a:lnTo>
                    <a:pt x="47244" y="810768"/>
                  </a:lnTo>
                  <a:lnTo>
                    <a:pt x="51816" y="806196"/>
                  </a:lnTo>
                  <a:lnTo>
                    <a:pt x="54864" y="801624"/>
                  </a:lnTo>
                  <a:lnTo>
                    <a:pt x="57912" y="798576"/>
                  </a:lnTo>
                  <a:lnTo>
                    <a:pt x="59436" y="794004"/>
                  </a:lnTo>
                  <a:lnTo>
                    <a:pt x="59436" y="784860"/>
                  </a:lnTo>
                  <a:lnTo>
                    <a:pt x="57912" y="780288"/>
                  </a:lnTo>
                  <a:lnTo>
                    <a:pt x="53340" y="777240"/>
                  </a:lnTo>
                  <a:lnTo>
                    <a:pt x="48768" y="772668"/>
                  </a:lnTo>
                  <a:lnTo>
                    <a:pt x="44196" y="769620"/>
                  </a:lnTo>
                  <a:lnTo>
                    <a:pt x="39624" y="769620"/>
                  </a:lnTo>
                  <a:lnTo>
                    <a:pt x="8356" y="795464"/>
                  </a:lnTo>
                  <a:lnTo>
                    <a:pt x="0" y="832104"/>
                  </a:lnTo>
                  <a:lnTo>
                    <a:pt x="850" y="845299"/>
                  </a:lnTo>
                  <a:lnTo>
                    <a:pt x="21158" y="891451"/>
                  </a:lnTo>
                  <a:lnTo>
                    <a:pt x="63817" y="917765"/>
                  </a:lnTo>
                  <a:lnTo>
                    <a:pt x="106680" y="923544"/>
                  </a:lnTo>
                  <a:lnTo>
                    <a:pt x="121920" y="923544"/>
                  </a:lnTo>
                  <a:lnTo>
                    <a:pt x="121920" y="966216"/>
                  </a:lnTo>
                  <a:lnTo>
                    <a:pt x="137160" y="966216"/>
                  </a:lnTo>
                  <a:lnTo>
                    <a:pt x="137160" y="923544"/>
                  </a:lnTo>
                  <a:lnTo>
                    <a:pt x="283464" y="923544"/>
                  </a:lnTo>
                  <a:lnTo>
                    <a:pt x="321564" y="929640"/>
                  </a:lnTo>
                  <a:lnTo>
                    <a:pt x="335267" y="949452"/>
                  </a:lnTo>
                  <a:lnTo>
                    <a:pt x="335267" y="966216"/>
                  </a:lnTo>
                  <a:lnTo>
                    <a:pt x="342900" y="966216"/>
                  </a:lnTo>
                  <a:lnTo>
                    <a:pt x="342900" y="833628"/>
                  </a:lnTo>
                  <a:close/>
                </a:path>
                <a:path extrusionOk="0" h="966470" w="342900">
                  <a:moveTo>
                    <a:pt x="342900" y="393192"/>
                  </a:moveTo>
                  <a:lnTo>
                    <a:pt x="252984" y="365760"/>
                  </a:lnTo>
                  <a:lnTo>
                    <a:pt x="251460" y="373380"/>
                  </a:lnTo>
                  <a:lnTo>
                    <a:pt x="265430" y="380009"/>
                  </a:lnTo>
                  <a:lnTo>
                    <a:pt x="277558" y="386334"/>
                  </a:lnTo>
                  <a:lnTo>
                    <a:pt x="307848" y="411861"/>
                  </a:lnTo>
                  <a:lnTo>
                    <a:pt x="321246" y="462305"/>
                  </a:lnTo>
                  <a:lnTo>
                    <a:pt x="321564" y="480060"/>
                  </a:lnTo>
                  <a:lnTo>
                    <a:pt x="321564" y="502920"/>
                  </a:lnTo>
                  <a:lnTo>
                    <a:pt x="318516" y="541020"/>
                  </a:lnTo>
                  <a:lnTo>
                    <a:pt x="310896" y="550164"/>
                  </a:lnTo>
                  <a:lnTo>
                    <a:pt x="306603" y="551929"/>
                  </a:lnTo>
                  <a:lnTo>
                    <a:pt x="300609" y="552831"/>
                  </a:lnTo>
                  <a:lnTo>
                    <a:pt x="292887" y="553173"/>
                  </a:lnTo>
                  <a:lnTo>
                    <a:pt x="64287" y="553173"/>
                  </a:lnTo>
                  <a:lnTo>
                    <a:pt x="27432" y="536448"/>
                  </a:lnTo>
                  <a:lnTo>
                    <a:pt x="22860" y="499872"/>
                  </a:lnTo>
                  <a:lnTo>
                    <a:pt x="15227" y="499872"/>
                  </a:lnTo>
                  <a:lnTo>
                    <a:pt x="15227" y="646176"/>
                  </a:lnTo>
                  <a:lnTo>
                    <a:pt x="22860" y="646176"/>
                  </a:lnTo>
                  <a:lnTo>
                    <a:pt x="22860" y="633984"/>
                  </a:lnTo>
                  <a:lnTo>
                    <a:pt x="23444" y="625411"/>
                  </a:lnTo>
                  <a:lnTo>
                    <a:pt x="58813" y="599490"/>
                  </a:lnTo>
                  <a:lnTo>
                    <a:pt x="73139" y="598932"/>
                  </a:lnTo>
                  <a:lnTo>
                    <a:pt x="284988" y="598932"/>
                  </a:lnTo>
                  <a:lnTo>
                    <a:pt x="327558" y="610196"/>
                  </a:lnTo>
                  <a:lnTo>
                    <a:pt x="335280" y="633984"/>
                  </a:lnTo>
                  <a:lnTo>
                    <a:pt x="335280" y="646176"/>
                  </a:lnTo>
                  <a:lnTo>
                    <a:pt x="342900" y="646176"/>
                  </a:lnTo>
                  <a:lnTo>
                    <a:pt x="342900" y="393192"/>
                  </a:lnTo>
                  <a:close/>
                </a:path>
                <a:path extrusionOk="0" h="966470" w="342900">
                  <a:moveTo>
                    <a:pt x="342900" y="230124"/>
                  </a:moveTo>
                  <a:lnTo>
                    <a:pt x="335280" y="230124"/>
                  </a:lnTo>
                  <a:lnTo>
                    <a:pt x="335280" y="240792"/>
                  </a:lnTo>
                  <a:lnTo>
                    <a:pt x="333756" y="246888"/>
                  </a:lnTo>
                  <a:lnTo>
                    <a:pt x="292608" y="263652"/>
                  </a:lnTo>
                  <a:lnTo>
                    <a:pt x="115824" y="263652"/>
                  </a:lnTo>
                  <a:lnTo>
                    <a:pt x="115824" y="274320"/>
                  </a:lnTo>
                  <a:lnTo>
                    <a:pt x="143256" y="338328"/>
                  </a:lnTo>
                  <a:lnTo>
                    <a:pt x="150876" y="335280"/>
                  </a:lnTo>
                  <a:lnTo>
                    <a:pt x="147828" y="329184"/>
                  </a:lnTo>
                  <a:lnTo>
                    <a:pt x="147828" y="312420"/>
                  </a:lnTo>
                  <a:lnTo>
                    <a:pt x="193929" y="303276"/>
                  </a:lnTo>
                  <a:lnTo>
                    <a:pt x="292608" y="303276"/>
                  </a:lnTo>
                  <a:lnTo>
                    <a:pt x="299478" y="303466"/>
                  </a:lnTo>
                  <a:lnTo>
                    <a:pt x="301244" y="303466"/>
                  </a:lnTo>
                  <a:lnTo>
                    <a:pt x="335280" y="326136"/>
                  </a:lnTo>
                  <a:lnTo>
                    <a:pt x="335280" y="336804"/>
                  </a:lnTo>
                  <a:lnTo>
                    <a:pt x="342900" y="336804"/>
                  </a:lnTo>
                  <a:lnTo>
                    <a:pt x="342900" y="303276"/>
                  </a:lnTo>
                  <a:lnTo>
                    <a:pt x="342900" y="230124"/>
                  </a:lnTo>
                  <a:close/>
                </a:path>
                <a:path extrusionOk="0" h="966470" w="342900">
                  <a:moveTo>
                    <a:pt x="342900" y="64008"/>
                  </a:moveTo>
                  <a:lnTo>
                    <a:pt x="335267" y="64008"/>
                  </a:lnTo>
                  <a:lnTo>
                    <a:pt x="335267" y="83820"/>
                  </a:lnTo>
                  <a:lnTo>
                    <a:pt x="334467" y="91274"/>
                  </a:lnTo>
                  <a:lnTo>
                    <a:pt x="298030" y="113995"/>
                  </a:lnTo>
                  <a:lnTo>
                    <a:pt x="283464" y="114300"/>
                  </a:lnTo>
                  <a:lnTo>
                    <a:pt x="137160" y="114300"/>
                  </a:lnTo>
                  <a:lnTo>
                    <a:pt x="137160" y="56388"/>
                  </a:lnTo>
                  <a:lnTo>
                    <a:pt x="121920" y="56388"/>
                  </a:lnTo>
                  <a:lnTo>
                    <a:pt x="121920" y="114300"/>
                  </a:lnTo>
                  <a:lnTo>
                    <a:pt x="105156" y="114300"/>
                  </a:lnTo>
                  <a:lnTo>
                    <a:pt x="62674" y="113347"/>
                  </a:lnTo>
                  <a:lnTo>
                    <a:pt x="21336" y="100584"/>
                  </a:lnTo>
                  <a:lnTo>
                    <a:pt x="15240" y="88392"/>
                  </a:lnTo>
                  <a:lnTo>
                    <a:pt x="15240" y="74676"/>
                  </a:lnTo>
                  <a:lnTo>
                    <a:pt x="16764" y="68580"/>
                  </a:lnTo>
                  <a:lnTo>
                    <a:pt x="22860" y="59436"/>
                  </a:lnTo>
                  <a:lnTo>
                    <a:pt x="28956" y="53340"/>
                  </a:lnTo>
                  <a:lnTo>
                    <a:pt x="47244" y="41148"/>
                  </a:lnTo>
                  <a:lnTo>
                    <a:pt x="51816" y="36576"/>
                  </a:lnTo>
                  <a:lnTo>
                    <a:pt x="44196" y="0"/>
                  </a:lnTo>
                  <a:lnTo>
                    <a:pt x="39624" y="0"/>
                  </a:lnTo>
                  <a:lnTo>
                    <a:pt x="8356" y="25171"/>
                  </a:lnTo>
                  <a:lnTo>
                    <a:pt x="0" y="60960"/>
                  </a:lnTo>
                  <a:lnTo>
                    <a:pt x="850" y="74396"/>
                  </a:lnTo>
                  <a:lnTo>
                    <a:pt x="13716" y="111252"/>
                  </a:lnTo>
                  <a:lnTo>
                    <a:pt x="51816" y="143256"/>
                  </a:lnTo>
                  <a:lnTo>
                    <a:pt x="91249" y="153339"/>
                  </a:lnTo>
                  <a:lnTo>
                    <a:pt x="106680" y="153924"/>
                  </a:lnTo>
                  <a:lnTo>
                    <a:pt x="121920" y="153924"/>
                  </a:lnTo>
                  <a:lnTo>
                    <a:pt x="121920" y="196596"/>
                  </a:lnTo>
                  <a:lnTo>
                    <a:pt x="137160" y="196596"/>
                  </a:lnTo>
                  <a:lnTo>
                    <a:pt x="137160" y="153924"/>
                  </a:lnTo>
                  <a:lnTo>
                    <a:pt x="283464" y="153924"/>
                  </a:lnTo>
                  <a:lnTo>
                    <a:pt x="326136" y="163068"/>
                  </a:lnTo>
                  <a:lnTo>
                    <a:pt x="335267" y="179832"/>
                  </a:lnTo>
                  <a:lnTo>
                    <a:pt x="335267" y="196596"/>
                  </a:lnTo>
                  <a:lnTo>
                    <a:pt x="342900" y="196596"/>
                  </a:lnTo>
                  <a:lnTo>
                    <a:pt x="342900" y="640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080" name="Google Shape;8080;p111"/>
            <p:cNvPicPr preferRelativeResize="0"/>
            <p:nvPr/>
          </p:nvPicPr>
          <p:blipFill rotWithShape="1">
            <a:blip r:embed="rId5">
              <a:alphaModFix/>
            </a:blip>
            <a:srcRect b="0" l="0" r="0" t="0"/>
            <a:stretch/>
          </p:blipFill>
          <p:spPr>
            <a:xfrm>
              <a:off x="925067" y="429463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081" name="Google Shape;8081;p111"/>
          <p:cNvSpPr/>
          <p:nvPr/>
        </p:nvSpPr>
        <p:spPr>
          <a:xfrm>
            <a:off x="818375" y="3701796"/>
            <a:ext cx="340360" cy="443865"/>
          </a:xfrm>
          <a:custGeom>
            <a:rect b="b" l="l" r="r" t="t"/>
            <a:pathLst>
              <a:path extrusionOk="0" h="443864" w="340359">
                <a:moveTo>
                  <a:pt x="339852" y="301752"/>
                </a:moveTo>
                <a:lnTo>
                  <a:pt x="332130" y="300228"/>
                </a:lnTo>
                <a:lnTo>
                  <a:pt x="231648" y="280416"/>
                </a:lnTo>
                <a:lnTo>
                  <a:pt x="231648" y="278892"/>
                </a:lnTo>
                <a:lnTo>
                  <a:pt x="231648" y="275844"/>
                </a:lnTo>
                <a:lnTo>
                  <a:pt x="231648" y="216408"/>
                </a:lnTo>
                <a:lnTo>
                  <a:pt x="211836" y="216408"/>
                </a:lnTo>
                <a:lnTo>
                  <a:pt x="211836" y="275844"/>
                </a:lnTo>
                <a:lnTo>
                  <a:pt x="211836" y="295656"/>
                </a:lnTo>
                <a:lnTo>
                  <a:pt x="211836" y="377952"/>
                </a:lnTo>
                <a:lnTo>
                  <a:pt x="129540" y="361188"/>
                </a:lnTo>
                <a:lnTo>
                  <a:pt x="129540" y="356616"/>
                </a:lnTo>
                <a:lnTo>
                  <a:pt x="129540" y="278892"/>
                </a:lnTo>
                <a:lnTo>
                  <a:pt x="211836" y="295656"/>
                </a:lnTo>
                <a:lnTo>
                  <a:pt x="211836" y="275844"/>
                </a:lnTo>
                <a:lnTo>
                  <a:pt x="129540" y="259080"/>
                </a:lnTo>
                <a:lnTo>
                  <a:pt x="129540" y="254508"/>
                </a:lnTo>
                <a:lnTo>
                  <a:pt x="129540" y="216408"/>
                </a:lnTo>
                <a:lnTo>
                  <a:pt x="109728" y="216408"/>
                </a:lnTo>
                <a:lnTo>
                  <a:pt x="109728" y="254508"/>
                </a:lnTo>
                <a:lnTo>
                  <a:pt x="0" y="231648"/>
                </a:lnTo>
                <a:lnTo>
                  <a:pt x="0" y="252984"/>
                </a:lnTo>
                <a:lnTo>
                  <a:pt x="109728" y="274320"/>
                </a:lnTo>
                <a:lnTo>
                  <a:pt x="109728" y="356616"/>
                </a:lnTo>
                <a:lnTo>
                  <a:pt x="0" y="333756"/>
                </a:lnTo>
                <a:lnTo>
                  <a:pt x="0" y="355092"/>
                </a:lnTo>
                <a:lnTo>
                  <a:pt x="109728" y="376428"/>
                </a:lnTo>
                <a:lnTo>
                  <a:pt x="109728" y="443484"/>
                </a:lnTo>
                <a:lnTo>
                  <a:pt x="129540" y="443484"/>
                </a:lnTo>
                <a:lnTo>
                  <a:pt x="129540" y="381000"/>
                </a:lnTo>
                <a:lnTo>
                  <a:pt x="211836" y="397764"/>
                </a:lnTo>
                <a:lnTo>
                  <a:pt x="211836" y="443484"/>
                </a:lnTo>
                <a:lnTo>
                  <a:pt x="231648" y="443484"/>
                </a:lnTo>
                <a:lnTo>
                  <a:pt x="231648" y="402336"/>
                </a:lnTo>
                <a:lnTo>
                  <a:pt x="339852" y="425196"/>
                </a:lnTo>
                <a:lnTo>
                  <a:pt x="339852" y="403860"/>
                </a:lnTo>
                <a:lnTo>
                  <a:pt x="332130" y="402336"/>
                </a:lnTo>
                <a:lnTo>
                  <a:pt x="231648" y="382524"/>
                </a:lnTo>
                <a:lnTo>
                  <a:pt x="231648" y="381000"/>
                </a:lnTo>
                <a:lnTo>
                  <a:pt x="231648" y="377952"/>
                </a:lnTo>
                <a:lnTo>
                  <a:pt x="231648" y="300228"/>
                </a:lnTo>
                <a:lnTo>
                  <a:pt x="339852" y="323088"/>
                </a:lnTo>
                <a:lnTo>
                  <a:pt x="339852" y="301752"/>
                </a:lnTo>
                <a:close/>
              </a:path>
              <a:path extrusionOk="0" h="443864" w="340359">
                <a:moveTo>
                  <a:pt x="339864" y="128016"/>
                </a:moveTo>
                <a:lnTo>
                  <a:pt x="329577" y="69532"/>
                </a:lnTo>
                <a:lnTo>
                  <a:pt x="298716" y="25908"/>
                </a:lnTo>
                <a:lnTo>
                  <a:pt x="265569" y="6096"/>
                </a:lnTo>
                <a:lnTo>
                  <a:pt x="225564" y="0"/>
                </a:lnTo>
                <a:lnTo>
                  <a:pt x="211251" y="889"/>
                </a:lnTo>
                <a:lnTo>
                  <a:pt x="173748" y="15240"/>
                </a:lnTo>
                <a:lnTo>
                  <a:pt x="146519" y="46101"/>
                </a:lnTo>
                <a:lnTo>
                  <a:pt x="140220" y="60960"/>
                </a:lnTo>
                <a:lnTo>
                  <a:pt x="121043" y="41198"/>
                </a:lnTo>
                <a:lnTo>
                  <a:pt x="102311" y="27432"/>
                </a:lnTo>
                <a:lnTo>
                  <a:pt x="83845" y="19392"/>
                </a:lnTo>
                <a:lnTo>
                  <a:pt x="65544" y="16764"/>
                </a:lnTo>
                <a:lnTo>
                  <a:pt x="55270" y="17653"/>
                </a:lnTo>
                <a:lnTo>
                  <a:pt x="14147" y="43459"/>
                </a:lnTo>
                <a:lnTo>
                  <a:pt x="12" y="92964"/>
                </a:lnTo>
                <a:lnTo>
                  <a:pt x="1155" y="107492"/>
                </a:lnTo>
                <a:lnTo>
                  <a:pt x="18300" y="144780"/>
                </a:lnTo>
                <a:lnTo>
                  <a:pt x="53225" y="173291"/>
                </a:lnTo>
                <a:lnTo>
                  <a:pt x="68592" y="181356"/>
                </a:lnTo>
                <a:lnTo>
                  <a:pt x="71640" y="172212"/>
                </a:lnTo>
                <a:lnTo>
                  <a:pt x="54749" y="159029"/>
                </a:lnTo>
                <a:lnTo>
                  <a:pt x="42875" y="144399"/>
                </a:lnTo>
                <a:lnTo>
                  <a:pt x="35839" y="128066"/>
                </a:lnTo>
                <a:lnTo>
                  <a:pt x="33540" y="109728"/>
                </a:lnTo>
                <a:lnTo>
                  <a:pt x="34417" y="98856"/>
                </a:lnTo>
                <a:lnTo>
                  <a:pt x="57111" y="64757"/>
                </a:lnTo>
                <a:lnTo>
                  <a:pt x="88404" y="56388"/>
                </a:lnTo>
                <a:lnTo>
                  <a:pt x="97523" y="56730"/>
                </a:lnTo>
                <a:lnTo>
                  <a:pt x="138315" y="75438"/>
                </a:lnTo>
                <a:lnTo>
                  <a:pt x="160032" y="111061"/>
                </a:lnTo>
                <a:lnTo>
                  <a:pt x="164604" y="129540"/>
                </a:lnTo>
                <a:lnTo>
                  <a:pt x="172224" y="129540"/>
                </a:lnTo>
                <a:lnTo>
                  <a:pt x="172224" y="121920"/>
                </a:lnTo>
                <a:lnTo>
                  <a:pt x="172770" y="112776"/>
                </a:lnTo>
                <a:lnTo>
                  <a:pt x="187655" y="69913"/>
                </a:lnTo>
                <a:lnTo>
                  <a:pt x="217944" y="44196"/>
                </a:lnTo>
                <a:lnTo>
                  <a:pt x="254520" y="36576"/>
                </a:lnTo>
                <a:lnTo>
                  <a:pt x="266776" y="37706"/>
                </a:lnTo>
                <a:lnTo>
                  <a:pt x="307594" y="63017"/>
                </a:lnTo>
                <a:lnTo>
                  <a:pt x="318528" y="96012"/>
                </a:lnTo>
                <a:lnTo>
                  <a:pt x="318528" y="103632"/>
                </a:lnTo>
                <a:lnTo>
                  <a:pt x="315480" y="115824"/>
                </a:lnTo>
                <a:lnTo>
                  <a:pt x="315480" y="118872"/>
                </a:lnTo>
                <a:lnTo>
                  <a:pt x="312432" y="126492"/>
                </a:lnTo>
                <a:lnTo>
                  <a:pt x="307860" y="135636"/>
                </a:lnTo>
                <a:lnTo>
                  <a:pt x="301764" y="144780"/>
                </a:lnTo>
                <a:lnTo>
                  <a:pt x="300240" y="150876"/>
                </a:lnTo>
                <a:lnTo>
                  <a:pt x="298716" y="153924"/>
                </a:lnTo>
                <a:lnTo>
                  <a:pt x="297192" y="158496"/>
                </a:lnTo>
                <a:lnTo>
                  <a:pt x="297192" y="170688"/>
                </a:lnTo>
                <a:lnTo>
                  <a:pt x="298716" y="175260"/>
                </a:lnTo>
                <a:lnTo>
                  <a:pt x="301764" y="179832"/>
                </a:lnTo>
                <a:lnTo>
                  <a:pt x="306336" y="182880"/>
                </a:lnTo>
                <a:lnTo>
                  <a:pt x="309384" y="185928"/>
                </a:lnTo>
                <a:lnTo>
                  <a:pt x="320052" y="185928"/>
                </a:lnTo>
                <a:lnTo>
                  <a:pt x="326148" y="181356"/>
                </a:lnTo>
                <a:lnTo>
                  <a:pt x="332244" y="173736"/>
                </a:lnTo>
                <a:lnTo>
                  <a:pt x="335356" y="166598"/>
                </a:lnTo>
                <a:lnTo>
                  <a:pt x="337769" y="156591"/>
                </a:lnTo>
                <a:lnTo>
                  <a:pt x="339305" y="143738"/>
                </a:lnTo>
                <a:lnTo>
                  <a:pt x="339864" y="12801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2" name="Google Shape;8082;p111"/>
          <p:cNvSpPr/>
          <p:nvPr/>
        </p:nvSpPr>
        <p:spPr>
          <a:xfrm>
            <a:off x="925067" y="3557015"/>
            <a:ext cx="233679" cy="53340"/>
          </a:xfrm>
          <a:custGeom>
            <a:rect b="b" l="l" r="r" t="t"/>
            <a:pathLst>
              <a:path extrusionOk="0" h="53339" w="233680">
                <a:moveTo>
                  <a:pt x="33528" y="53340"/>
                </a:moveTo>
                <a:lnTo>
                  <a:pt x="19812" y="53340"/>
                </a:lnTo>
                <a:lnTo>
                  <a:pt x="12192" y="51816"/>
                </a:lnTo>
                <a:lnTo>
                  <a:pt x="7620" y="45720"/>
                </a:lnTo>
                <a:lnTo>
                  <a:pt x="3048" y="41148"/>
                </a:lnTo>
                <a:lnTo>
                  <a:pt x="0" y="35052"/>
                </a:lnTo>
                <a:lnTo>
                  <a:pt x="0" y="19812"/>
                </a:lnTo>
                <a:lnTo>
                  <a:pt x="3048" y="13716"/>
                </a:lnTo>
                <a:lnTo>
                  <a:pt x="7620" y="7620"/>
                </a:lnTo>
                <a:lnTo>
                  <a:pt x="12192" y="3048"/>
                </a:lnTo>
                <a:lnTo>
                  <a:pt x="19812" y="0"/>
                </a:lnTo>
                <a:lnTo>
                  <a:pt x="33528" y="0"/>
                </a:lnTo>
                <a:lnTo>
                  <a:pt x="39624" y="3048"/>
                </a:lnTo>
                <a:lnTo>
                  <a:pt x="45720" y="7620"/>
                </a:lnTo>
                <a:lnTo>
                  <a:pt x="50292" y="13716"/>
                </a:lnTo>
                <a:lnTo>
                  <a:pt x="53340" y="19812"/>
                </a:lnTo>
                <a:lnTo>
                  <a:pt x="53340" y="35052"/>
                </a:lnTo>
                <a:lnTo>
                  <a:pt x="50292" y="41148"/>
                </a:lnTo>
                <a:lnTo>
                  <a:pt x="39624" y="51816"/>
                </a:lnTo>
                <a:lnTo>
                  <a:pt x="33528" y="53340"/>
                </a:lnTo>
                <a:close/>
              </a:path>
              <a:path extrusionOk="0" h="53339" w="233680">
                <a:moveTo>
                  <a:pt x="213360" y="53340"/>
                </a:moveTo>
                <a:lnTo>
                  <a:pt x="199644" y="53340"/>
                </a:lnTo>
                <a:lnTo>
                  <a:pt x="193548" y="51816"/>
                </a:lnTo>
                <a:lnTo>
                  <a:pt x="182880" y="41148"/>
                </a:lnTo>
                <a:lnTo>
                  <a:pt x="179832" y="35052"/>
                </a:lnTo>
                <a:lnTo>
                  <a:pt x="179832" y="19812"/>
                </a:lnTo>
                <a:lnTo>
                  <a:pt x="182880" y="13716"/>
                </a:lnTo>
                <a:lnTo>
                  <a:pt x="187451" y="7620"/>
                </a:lnTo>
                <a:lnTo>
                  <a:pt x="193548" y="3048"/>
                </a:lnTo>
                <a:lnTo>
                  <a:pt x="199644" y="0"/>
                </a:lnTo>
                <a:lnTo>
                  <a:pt x="213360" y="0"/>
                </a:lnTo>
                <a:lnTo>
                  <a:pt x="219456" y="3048"/>
                </a:lnTo>
                <a:lnTo>
                  <a:pt x="230124" y="13716"/>
                </a:lnTo>
                <a:lnTo>
                  <a:pt x="233172" y="19812"/>
                </a:lnTo>
                <a:lnTo>
                  <a:pt x="233172" y="35052"/>
                </a:lnTo>
                <a:lnTo>
                  <a:pt x="230124" y="41148"/>
                </a:lnTo>
                <a:lnTo>
                  <a:pt x="219456" y="51816"/>
                </a:lnTo>
                <a:lnTo>
                  <a:pt x="213360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3" name="Google Shape;8083;p111"/>
          <p:cNvGrpSpPr/>
          <p:nvPr/>
        </p:nvGrpSpPr>
        <p:grpSpPr>
          <a:xfrm>
            <a:off x="1409700" y="7531607"/>
            <a:ext cx="341376" cy="1002793"/>
            <a:chOff x="1409700" y="7531607"/>
            <a:chExt cx="341376" cy="1002793"/>
          </a:xfrm>
        </p:grpSpPr>
        <p:pic>
          <p:nvPicPr>
            <p:cNvPr id="8084" name="Google Shape;8084;p11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1409700" y="8345424"/>
              <a:ext cx="123444" cy="1889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085" name="Google Shape;8085;p111"/>
            <p:cNvSpPr/>
            <p:nvPr/>
          </p:nvSpPr>
          <p:spPr>
            <a:xfrm>
              <a:off x="1417320" y="7984235"/>
              <a:ext cx="327660" cy="344805"/>
            </a:xfrm>
            <a:custGeom>
              <a:rect b="b" l="l" r="r" t="t"/>
              <a:pathLst>
                <a:path extrusionOk="0" h="344804" w="327660">
                  <a:moveTo>
                    <a:pt x="7619" y="344424"/>
                  </a:moveTo>
                  <a:lnTo>
                    <a:pt x="0" y="344424"/>
                  </a:lnTo>
                  <a:lnTo>
                    <a:pt x="0" y="204215"/>
                  </a:lnTo>
                  <a:lnTo>
                    <a:pt x="7619" y="204215"/>
                  </a:lnTo>
                  <a:lnTo>
                    <a:pt x="7619" y="219456"/>
                  </a:lnTo>
                  <a:lnTo>
                    <a:pt x="9143" y="227076"/>
                  </a:lnTo>
                  <a:lnTo>
                    <a:pt x="13715" y="233172"/>
                  </a:lnTo>
                  <a:lnTo>
                    <a:pt x="16763" y="239268"/>
                  </a:lnTo>
                  <a:lnTo>
                    <a:pt x="22859" y="242315"/>
                  </a:lnTo>
                  <a:lnTo>
                    <a:pt x="28955" y="242315"/>
                  </a:lnTo>
                  <a:lnTo>
                    <a:pt x="34385" y="241434"/>
                  </a:lnTo>
                  <a:lnTo>
                    <a:pt x="41528" y="238696"/>
                  </a:lnTo>
                  <a:lnTo>
                    <a:pt x="50387" y="233957"/>
                  </a:lnTo>
                  <a:lnTo>
                    <a:pt x="60959" y="227076"/>
                  </a:lnTo>
                  <a:lnTo>
                    <a:pt x="167639" y="160020"/>
                  </a:lnTo>
                  <a:lnTo>
                    <a:pt x="65531" y="96012"/>
                  </a:lnTo>
                  <a:lnTo>
                    <a:pt x="32003" y="80772"/>
                  </a:lnTo>
                  <a:lnTo>
                    <a:pt x="27431" y="80772"/>
                  </a:lnTo>
                  <a:lnTo>
                    <a:pt x="22859" y="82296"/>
                  </a:lnTo>
                  <a:lnTo>
                    <a:pt x="19811" y="85344"/>
                  </a:lnTo>
                  <a:lnTo>
                    <a:pt x="15239" y="86868"/>
                  </a:lnTo>
                  <a:lnTo>
                    <a:pt x="12191" y="89916"/>
                  </a:lnTo>
                  <a:lnTo>
                    <a:pt x="9143" y="99060"/>
                  </a:lnTo>
                  <a:lnTo>
                    <a:pt x="7619" y="105155"/>
                  </a:lnTo>
                  <a:lnTo>
                    <a:pt x="7619" y="114300"/>
                  </a:lnTo>
                  <a:lnTo>
                    <a:pt x="0" y="114300"/>
                  </a:lnTo>
                  <a:lnTo>
                    <a:pt x="0" y="0"/>
                  </a:lnTo>
                  <a:lnTo>
                    <a:pt x="7619" y="0"/>
                  </a:lnTo>
                  <a:lnTo>
                    <a:pt x="7619" y="9144"/>
                  </a:lnTo>
                  <a:lnTo>
                    <a:pt x="9143" y="15239"/>
                  </a:lnTo>
                  <a:lnTo>
                    <a:pt x="36171" y="50815"/>
                  </a:lnTo>
                  <a:lnTo>
                    <a:pt x="65531" y="70104"/>
                  </a:lnTo>
                  <a:lnTo>
                    <a:pt x="190500" y="150876"/>
                  </a:lnTo>
                  <a:lnTo>
                    <a:pt x="269747" y="150876"/>
                  </a:lnTo>
                  <a:lnTo>
                    <a:pt x="284297" y="150328"/>
                  </a:lnTo>
                  <a:lnTo>
                    <a:pt x="317563" y="131064"/>
                  </a:lnTo>
                  <a:lnTo>
                    <a:pt x="320039" y="114300"/>
                  </a:lnTo>
                  <a:lnTo>
                    <a:pt x="320039" y="103632"/>
                  </a:lnTo>
                  <a:lnTo>
                    <a:pt x="327659" y="103632"/>
                  </a:lnTo>
                  <a:lnTo>
                    <a:pt x="327659" y="243840"/>
                  </a:lnTo>
                  <a:lnTo>
                    <a:pt x="320039" y="243840"/>
                  </a:lnTo>
                  <a:lnTo>
                    <a:pt x="320039" y="231648"/>
                  </a:lnTo>
                  <a:lnTo>
                    <a:pt x="319182" y="221956"/>
                  </a:lnTo>
                  <a:lnTo>
                    <a:pt x="283178" y="196881"/>
                  </a:lnTo>
                  <a:lnTo>
                    <a:pt x="269747" y="196596"/>
                  </a:lnTo>
                  <a:lnTo>
                    <a:pt x="195071" y="196596"/>
                  </a:lnTo>
                  <a:lnTo>
                    <a:pt x="56387" y="284988"/>
                  </a:lnTo>
                  <a:lnTo>
                    <a:pt x="24383" y="307848"/>
                  </a:lnTo>
                  <a:lnTo>
                    <a:pt x="10667" y="330707"/>
                  </a:lnTo>
                  <a:lnTo>
                    <a:pt x="9143" y="333756"/>
                  </a:lnTo>
                  <a:lnTo>
                    <a:pt x="7619" y="338328"/>
                  </a:lnTo>
                  <a:lnTo>
                    <a:pt x="7619" y="34442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086" name="Google Shape;8086;p111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17904" y="779221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087" name="Google Shape;8087;p111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24000" y="7531607"/>
              <a:ext cx="227075" cy="24079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088" name="Google Shape;8088;p111"/>
          <p:cNvGrpSpPr/>
          <p:nvPr/>
        </p:nvGrpSpPr>
        <p:grpSpPr>
          <a:xfrm>
            <a:off x="1517904" y="6722364"/>
            <a:ext cx="233172" cy="667512"/>
            <a:chOff x="1517904" y="6722364"/>
            <a:chExt cx="233172" cy="667512"/>
          </a:xfrm>
        </p:grpSpPr>
        <p:pic>
          <p:nvPicPr>
            <p:cNvPr id="8089" name="Google Shape;8089;p111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517904" y="7202424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090" name="Google Shape;8090;p111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517904" y="6722364"/>
              <a:ext cx="233021" cy="44958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091" name="Google Shape;8091;p111"/>
          <p:cNvGrpSpPr/>
          <p:nvPr/>
        </p:nvGrpSpPr>
        <p:grpSpPr>
          <a:xfrm>
            <a:off x="1409699" y="6428231"/>
            <a:ext cx="338329" cy="243840"/>
            <a:chOff x="1409699" y="6428231"/>
            <a:chExt cx="338329" cy="243840"/>
          </a:xfrm>
        </p:grpSpPr>
        <p:pic>
          <p:nvPicPr>
            <p:cNvPr id="8092" name="Google Shape;8092;p111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409699" y="6598919"/>
              <a:ext cx="124968" cy="731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093" name="Google Shape;8093;p111"/>
            <p:cNvSpPr/>
            <p:nvPr/>
          </p:nvSpPr>
          <p:spPr>
            <a:xfrm>
              <a:off x="1450848" y="6428231"/>
              <a:ext cx="297180" cy="135890"/>
            </a:xfrm>
            <a:custGeom>
              <a:rect b="b" l="l" r="r" t="t"/>
              <a:pathLst>
                <a:path extrusionOk="0" h="135890" w="297180">
                  <a:moveTo>
                    <a:pt x="88391" y="135635"/>
                  </a:moveTo>
                  <a:lnTo>
                    <a:pt x="80772" y="135635"/>
                  </a:lnTo>
                  <a:lnTo>
                    <a:pt x="77938" y="128777"/>
                  </a:lnTo>
                  <a:lnTo>
                    <a:pt x="74104" y="121919"/>
                  </a:lnTo>
                  <a:lnTo>
                    <a:pt x="42148" y="88272"/>
                  </a:lnTo>
                  <a:lnTo>
                    <a:pt x="0" y="67055"/>
                  </a:lnTo>
                  <a:lnTo>
                    <a:pt x="0" y="60959"/>
                  </a:lnTo>
                  <a:lnTo>
                    <a:pt x="73152" y="60959"/>
                  </a:lnTo>
                  <a:lnTo>
                    <a:pt x="73152" y="9143"/>
                  </a:lnTo>
                  <a:lnTo>
                    <a:pt x="88391" y="9143"/>
                  </a:lnTo>
                  <a:lnTo>
                    <a:pt x="88391" y="60959"/>
                  </a:lnTo>
                  <a:lnTo>
                    <a:pt x="231648" y="60959"/>
                  </a:lnTo>
                  <a:lnTo>
                    <a:pt x="268224" y="44195"/>
                  </a:lnTo>
                  <a:lnTo>
                    <a:pt x="268224" y="33527"/>
                  </a:lnTo>
                  <a:lnTo>
                    <a:pt x="248411" y="10667"/>
                  </a:lnTo>
                  <a:lnTo>
                    <a:pt x="248411" y="0"/>
                  </a:lnTo>
                  <a:lnTo>
                    <a:pt x="284988" y="24383"/>
                  </a:lnTo>
                  <a:lnTo>
                    <a:pt x="297180" y="56387"/>
                  </a:lnTo>
                  <a:lnTo>
                    <a:pt x="297180" y="64007"/>
                  </a:lnTo>
                  <a:lnTo>
                    <a:pt x="295656" y="71627"/>
                  </a:lnTo>
                  <a:lnTo>
                    <a:pt x="286512" y="86867"/>
                  </a:lnTo>
                  <a:lnTo>
                    <a:pt x="280416" y="91439"/>
                  </a:lnTo>
                  <a:lnTo>
                    <a:pt x="272795" y="94487"/>
                  </a:lnTo>
                  <a:lnTo>
                    <a:pt x="266247" y="97369"/>
                  </a:lnTo>
                  <a:lnTo>
                    <a:pt x="258127" y="99250"/>
                  </a:lnTo>
                  <a:lnTo>
                    <a:pt x="248578" y="100274"/>
                  </a:lnTo>
                  <a:lnTo>
                    <a:pt x="237743" y="100583"/>
                  </a:lnTo>
                  <a:lnTo>
                    <a:pt x="88391" y="100583"/>
                  </a:lnTo>
                  <a:lnTo>
                    <a:pt x="88391" y="13563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111"/>
          <p:cNvGrpSpPr/>
          <p:nvPr/>
        </p:nvGrpSpPr>
        <p:grpSpPr>
          <a:xfrm>
            <a:off x="1402067" y="5506211"/>
            <a:ext cx="349262" cy="779019"/>
            <a:chOff x="1402067" y="5506211"/>
            <a:chExt cx="349262" cy="779019"/>
          </a:xfrm>
        </p:grpSpPr>
        <p:sp>
          <p:nvSpPr>
            <p:cNvPr id="8095" name="Google Shape;8095;p111"/>
            <p:cNvSpPr/>
            <p:nvPr/>
          </p:nvSpPr>
          <p:spPr>
            <a:xfrm>
              <a:off x="1402067" y="6012180"/>
              <a:ext cx="343535" cy="273050"/>
            </a:xfrm>
            <a:custGeom>
              <a:rect b="b" l="l" r="r" t="t"/>
              <a:pathLst>
                <a:path extrusionOk="0" h="273050" w="343535">
                  <a:moveTo>
                    <a:pt x="342912" y="140208"/>
                  </a:moveTo>
                  <a:lnTo>
                    <a:pt x="335292" y="140208"/>
                  </a:lnTo>
                  <a:lnTo>
                    <a:pt x="335292" y="160020"/>
                  </a:lnTo>
                  <a:lnTo>
                    <a:pt x="334695" y="167474"/>
                  </a:lnTo>
                  <a:lnTo>
                    <a:pt x="298043" y="190195"/>
                  </a:lnTo>
                  <a:lnTo>
                    <a:pt x="283476" y="190500"/>
                  </a:lnTo>
                  <a:lnTo>
                    <a:pt x="137172" y="190500"/>
                  </a:lnTo>
                  <a:lnTo>
                    <a:pt x="137172" y="132588"/>
                  </a:lnTo>
                  <a:lnTo>
                    <a:pt x="121932" y="132588"/>
                  </a:lnTo>
                  <a:lnTo>
                    <a:pt x="121932" y="190500"/>
                  </a:lnTo>
                  <a:lnTo>
                    <a:pt x="105168" y="190500"/>
                  </a:lnTo>
                  <a:lnTo>
                    <a:pt x="62687" y="189547"/>
                  </a:lnTo>
                  <a:lnTo>
                    <a:pt x="21348" y="176784"/>
                  </a:lnTo>
                  <a:lnTo>
                    <a:pt x="15252" y="164592"/>
                  </a:lnTo>
                  <a:lnTo>
                    <a:pt x="15252" y="150876"/>
                  </a:lnTo>
                  <a:lnTo>
                    <a:pt x="16776" y="144780"/>
                  </a:lnTo>
                  <a:lnTo>
                    <a:pt x="22872" y="135636"/>
                  </a:lnTo>
                  <a:lnTo>
                    <a:pt x="28968" y="129540"/>
                  </a:lnTo>
                  <a:lnTo>
                    <a:pt x="47256" y="117348"/>
                  </a:lnTo>
                  <a:lnTo>
                    <a:pt x="53352" y="112776"/>
                  </a:lnTo>
                  <a:lnTo>
                    <a:pt x="54876" y="108204"/>
                  </a:lnTo>
                  <a:lnTo>
                    <a:pt x="57924" y="103632"/>
                  </a:lnTo>
                  <a:lnTo>
                    <a:pt x="59448" y="100584"/>
                  </a:lnTo>
                  <a:lnTo>
                    <a:pt x="59448" y="91440"/>
                  </a:lnTo>
                  <a:lnTo>
                    <a:pt x="57924" y="86868"/>
                  </a:lnTo>
                  <a:lnTo>
                    <a:pt x="53352" y="82296"/>
                  </a:lnTo>
                  <a:lnTo>
                    <a:pt x="44208" y="76200"/>
                  </a:lnTo>
                  <a:lnTo>
                    <a:pt x="39636" y="76200"/>
                  </a:lnTo>
                  <a:lnTo>
                    <a:pt x="33235" y="77038"/>
                  </a:lnTo>
                  <a:lnTo>
                    <a:pt x="36588" y="76200"/>
                  </a:lnTo>
                  <a:lnTo>
                    <a:pt x="41160" y="70104"/>
                  </a:lnTo>
                  <a:lnTo>
                    <a:pt x="45732" y="65532"/>
                  </a:lnTo>
                  <a:lnTo>
                    <a:pt x="48780" y="59436"/>
                  </a:lnTo>
                  <a:lnTo>
                    <a:pt x="48780" y="47244"/>
                  </a:lnTo>
                  <a:lnTo>
                    <a:pt x="45732" y="41148"/>
                  </a:lnTo>
                  <a:lnTo>
                    <a:pt x="36588" y="32004"/>
                  </a:lnTo>
                  <a:lnTo>
                    <a:pt x="30492" y="28956"/>
                  </a:lnTo>
                  <a:lnTo>
                    <a:pt x="16776" y="28956"/>
                  </a:lnTo>
                  <a:lnTo>
                    <a:pt x="12204" y="32004"/>
                  </a:lnTo>
                  <a:lnTo>
                    <a:pt x="3048" y="41148"/>
                  </a:lnTo>
                  <a:lnTo>
                    <a:pt x="0" y="47244"/>
                  </a:lnTo>
                  <a:lnTo>
                    <a:pt x="0" y="60960"/>
                  </a:lnTo>
                  <a:lnTo>
                    <a:pt x="3048" y="65532"/>
                  </a:lnTo>
                  <a:lnTo>
                    <a:pt x="7632" y="70104"/>
                  </a:lnTo>
                  <a:lnTo>
                    <a:pt x="12204" y="76200"/>
                  </a:lnTo>
                  <a:lnTo>
                    <a:pt x="16776" y="77724"/>
                  </a:lnTo>
                  <a:lnTo>
                    <a:pt x="30492" y="77724"/>
                  </a:lnTo>
                  <a:lnTo>
                    <a:pt x="32867" y="77139"/>
                  </a:lnTo>
                  <a:lnTo>
                    <a:pt x="26873" y="79629"/>
                  </a:lnTo>
                  <a:lnTo>
                    <a:pt x="3632" y="112966"/>
                  </a:lnTo>
                  <a:lnTo>
                    <a:pt x="12" y="137160"/>
                  </a:lnTo>
                  <a:lnTo>
                    <a:pt x="863" y="150596"/>
                  </a:lnTo>
                  <a:lnTo>
                    <a:pt x="13728" y="187452"/>
                  </a:lnTo>
                  <a:lnTo>
                    <a:pt x="51828" y="219456"/>
                  </a:lnTo>
                  <a:lnTo>
                    <a:pt x="91262" y="229539"/>
                  </a:lnTo>
                  <a:lnTo>
                    <a:pt x="106692" y="230124"/>
                  </a:lnTo>
                  <a:lnTo>
                    <a:pt x="121932" y="230124"/>
                  </a:lnTo>
                  <a:lnTo>
                    <a:pt x="121932" y="272796"/>
                  </a:lnTo>
                  <a:lnTo>
                    <a:pt x="137172" y="272796"/>
                  </a:lnTo>
                  <a:lnTo>
                    <a:pt x="137172" y="230124"/>
                  </a:lnTo>
                  <a:lnTo>
                    <a:pt x="283476" y="230124"/>
                  </a:lnTo>
                  <a:lnTo>
                    <a:pt x="326148" y="239268"/>
                  </a:lnTo>
                  <a:lnTo>
                    <a:pt x="335292" y="256032"/>
                  </a:lnTo>
                  <a:lnTo>
                    <a:pt x="335292" y="272796"/>
                  </a:lnTo>
                  <a:lnTo>
                    <a:pt x="342912" y="272796"/>
                  </a:lnTo>
                  <a:lnTo>
                    <a:pt x="342912" y="140208"/>
                  </a:lnTo>
                  <a:close/>
                </a:path>
                <a:path extrusionOk="0" h="273050" w="343535">
                  <a:moveTo>
                    <a:pt x="342912" y="0"/>
                  </a:moveTo>
                  <a:lnTo>
                    <a:pt x="335292" y="0"/>
                  </a:lnTo>
                  <a:lnTo>
                    <a:pt x="335292" y="10668"/>
                  </a:lnTo>
                  <a:lnTo>
                    <a:pt x="333768" y="18288"/>
                  </a:lnTo>
                  <a:lnTo>
                    <a:pt x="292620" y="33528"/>
                  </a:lnTo>
                  <a:lnTo>
                    <a:pt x="115836" y="33528"/>
                  </a:lnTo>
                  <a:lnTo>
                    <a:pt x="115836" y="44196"/>
                  </a:lnTo>
                  <a:lnTo>
                    <a:pt x="143268" y="108204"/>
                  </a:lnTo>
                  <a:lnTo>
                    <a:pt x="150888" y="105156"/>
                  </a:lnTo>
                  <a:lnTo>
                    <a:pt x="147840" y="99060"/>
                  </a:lnTo>
                  <a:lnTo>
                    <a:pt x="147840" y="82296"/>
                  </a:lnTo>
                  <a:lnTo>
                    <a:pt x="150888" y="80772"/>
                  </a:lnTo>
                  <a:lnTo>
                    <a:pt x="152412" y="77724"/>
                  </a:lnTo>
                  <a:lnTo>
                    <a:pt x="155460" y="76200"/>
                  </a:lnTo>
                  <a:lnTo>
                    <a:pt x="161556" y="74676"/>
                  </a:lnTo>
                  <a:lnTo>
                    <a:pt x="168719" y="74447"/>
                  </a:lnTo>
                  <a:lnTo>
                    <a:pt x="178879" y="73914"/>
                  </a:lnTo>
                  <a:lnTo>
                    <a:pt x="192201" y="73393"/>
                  </a:lnTo>
                  <a:lnTo>
                    <a:pt x="208800" y="73152"/>
                  </a:lnTo>
                  <a:lnTo>
                    <a:pt x="292620" y="73152"/>
                  </a:lnTo>
                  <a:lnTo>
                    <a:pt x="301409" y="73393"/>
                  </a:lnTo>
                  <a:lnTo>
                    <a:pt x="301993" y="73393"/>
                  </a:lnTo>
                  <a:lnTo>
                    <a:pt x="335292" y="96012"/>
                  </a:lnTo>
                  <a:lnTo>
                    <a:pt x="335292" y="106680"/>
                  </a:lnTo>
                  <a:lnTo>
                    <a:pt x="342912" y="106680"/>
                  </a:lnTo>
                  <a:lnTo>
                    <a:pt x="342912" y="73152"/>
                  </a:lnTo>
                  <a:lnTo>
                    <a:pt x="3429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096" name="Google Shape;8096;p111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517903" y="5754624"/>
              <a:ext cx="227075" cy="2392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097" name="Google Shape;8097;p111"/>
            <p:cNvSpPr/>
            <p:nvPr/>
          </p:nvSpPr>
          <p:spPr>
            <a:xfrm>
              <a:off x="1402079" y="5506211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27432" y="109728"/>
                  </a:moveTo>
                  <a:lnTo>
                    <a:pt x="0" y="45720"/>
                  </a:lnTo>
                  <a:lnTo>
                    <a:pt x="0" y="35028"/>
                  </a:lnTo>
                  <a:lnTo>
                    <a:pt x="273486" y="35028"/>
                  </a:lnTo>
                  <a:lnTo>
                    <a:pt x="287083" y="34861"/>
                  </a:lnTo>
                  <a:lnTo>
                    <a:pt x="296965" y="34409"/>
                  </a:lnTo>
                  <a:lnTo>
                    <a:pt x="303275" y="33528"/>
                  </a:lnTo>
                  <a:lnTo>
                    <a:pt x="307847" y="33528"/>
                  </a:lnTo>
                  <a:lnTo>
                    <a:pt x="312419" y="30480"/>
                  </a:lnTo>
                  <a:lnTo>
                    <a:pt x="316991" y="25908"/>
                  </a:lnTo>
                  <a:lnTo>
                    <a:pt x="318515" y="22860"/>
                  </a:lnTo>
                  <a:lnTo>
                    <a:pt x="318515" y="15240"/>
                  </a:lnTo>
                  <a:lnTo>
                    <a:pt x="316991" y="10668"/>
                  </a:lnTo>
                  <a:lnTo>
                    <a:pt x="313943" y="3048"/>
                  </a:lnTo>
                  <a:lnTo>
                    <a:pt x="321564" y="0"/>
                  </a:lnTo>
                  <a:lnTo>
                    <a:pt x="348996" y="64008"/>
                  </a:lnTo>
                  <a:lnTo>
                    <a:pt x="348996" y="74676"/>
                  </a:lnTo>
                  <a:lnTo>
                    <a:pt x="92964" y="74676"/>
                  </a:lnTo>
                  <a:lnTo>
                    <a:pt x="75509" y="74937"/>
                  </a:lnTo>
                  <a:lnTo>
                    <a:pt x="61912" y="75628"/>
                  </a:lnTo>
                  <a:lnTo>
                    <a:pt x="52030" y="76604"/>
                  </a:lnTo>
                  <a:lnTo>
                    <a:pt x="45719" y="77724"/>
                  </a:lnTo>
                  <a:lnTo>
                    <a:pt x="39623" y="77724"/>
                  </a:lnTo>
                  <a:lnTo>
                    <a:pt x="36576" y="79248"/>
                  </a:lnTo>
                  <a:lnTo>
                    <a:pt x="33528" y="82296"/>
                  </a:lnTo>
                  <a:lnTo>
                    <a:pt x="30480" y="88392"/>
                  </a:lnTo>
                  <a:lnTo>
                    <a:pt x="30480" y="96012"/>
                  </a:lnTo>
                  <a:lnTo>
                    <a:pt x="32004" y="100584"/>
                  </a:lnTo>
                  <a:lnTo>
                    <a:pt x="35052" y="106680"/>
                  </a:lnTo>
                  <a:lnTo>
                    <a:pt x="27432" y="109728"/>
                  </a:lnTo>
                  <a:close/>
                </a:path>
                <a:path extrusionOk="0" h="228600" w="349250">
                  <a:moveTo>
                    <a:pt x="240791" y="228600"/>
                  </a:moveTo>
                  <a:lnTo>
                    <a:pt x="196405" y="221551"/>
                  </a:lnTo>
                  <a:lnTo>
                    <a:pt x="155447" y="199644"/>
                  </a:lnTo>
                  <a:lnTo>
                    <a:pt x="125920" y="165544"/>
                  </a:lnTo>
                  <a:lnTo>
                    <a:pt x="115823" y="123444"/>
                  </a:lnTo>
                  <a:lnTo>
                    <a:pt x="116836" y="111252"/>
                  </a:lnTo>
                  <a:lnTo>
                    <a:pt x="135635" y="74676"/>
                  </a:lnTo>
                  <a:lnTo>
                    <a:pt x="188976" y="74676"/>
                  </a:lnTo>
                  <a:lnTo>
                    <a:pt x="180355" y="76104"/>
                  </a:lnTo>
                  <a:lnTo>
                    <a:pt x="172592" y="78105"/>
                  </a:lnTo>
                  <a:lnTo>
                    <a:pt x="137159" y="102108"/>
                  </a:lnTo>
                  <a:lnTo>
                    <a:pt x="131064" y="118872"/>
                  </a:lnTo>
                  <a:lnTo>
                    <a:pt x="131064" y="126492"/>
                  </a:lnTo>
                  <a:lnTo>
                    <a:pt x="149352" y="163068"/>
                  </a:lnTo>
                  <a:lnTo>
                    <a:pt x="199929" y="183213"/>
                  </a:lnTo>
                  <a:lnTo>
                    <a:pt x="222503" y="184404"/>
                  </a:lnTo>
                  <a:lnTo>
                    <a:pt x="334154" y="184404"/>
                  </a:lnTo>
                  <a:lnTo>
                    <a:pt x="331636" y="188428"/>
                  </a:lnTo>
                  <a:lnTo>
                    <a:pt x="318515" y="202692"/>
                  </a:lnTo>
                  <a:lnTo>
                    <a:pt x="302513" y="214455"/>
                  </a:lnTo>
                  <a:lnTo>
                    <a:pt x="284225" y="222504"/>
                  </a:lnTo>
                  <a:lnTo>
                    <a:pt x="263651" y="227123"/>
                  </a:lnTo>
                  <a:lnTo>
                    <a:pt x="240791" y="228600"/>
                  </a:lnTo>
                  <a:close/>
                </a:path>
                <a:path extrusionOk="0" h="228600" w="349250">
                  <a:moveTo>
                    <a:pt x="334154" y="184404"/>
                  </a:moveTo>
                  <a:lnTo>
                    <a:pt x="222503" y="184404"/>
                  </a:lnTo>
                  <a:lnTo>
                    <a:pt x="246437" y="183213"/>
                  </a:lnTo>
                  <a:lnTo>
                    <a:pt x="246092" y="183213"/>
                  </a:lnTo>
                  <a:lnTo>
                    <a:pt x="283154" y="173474"/>
                  </a:lnTo>
                  <a:lnTo>
                    <a:pt x="316420" y="141541"/>
                  </a:lnTo>
                  <a:lnTo>
                    <a:pt x="323088" y="117348"/>
                  </a:lnTo>
                  <a:lnTo>
                    <a:pt x="321723" y="106680"/>
                  </a:lnTo>
                  <a:lnTo>
                    <a:pt x="321659" y="106179"/>
                  </a:lnTo>
                  <a:lnTo>
                    <a:pt x="317372" y="95440"/>
                  </a:lnTo>
                  <a:lnTo>
                    <a:pt x="310229" y="84986"/>
                  </a:lnTo>
                  <a:lnTo>
                    <a:pt x="300227" y="74676"/>
                  </a:lnTo>
                  <a:lnTo>
                    <a:pt x="316991" y="74676"/>
                  </a:lnTo>
                  <a:lnTo>
                    <a:pt x="341376" y="106680"/>
                  </a:lnTo>
                  <a:lnTo>
                    <a:pt x="348996" y="140208"/>
                  </a:lnTo>
                  <a:lnTo>
                    <a:pt x="347019" y="157043"/>
                  </a:lnTo>
                  <a:lnTo>
                    <a:pt x="341306" y="172831"/>
                  </a:lnTo>
                  <a:lnTo>
                    <a:pt x="341185" y="173164"/>
                  </a:lnTo>
                  <a:lnTo>
                    <a:pt x="334154" y="18440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111"/>
          <p:cNvGrpSpPr/>
          <p:nvPr/>
        </p:nvGrpSpPr>
        <p:grpSpPr>
          <a:xfrm>
            <a:off x="1402067" y="4899660"/>
            <a:ext cx="349008" cy="464819"/>
            <a:chOff x="1402067" y="4899660"/>
            <a:chExt cx="349008" cy="464819"/>
          </a:xfrm>
        </p:grpSpPr>
        <p:pic>
          <p:nvPicPr>
            <p:cNvPr id="8099" name="Google Shape;8099;p111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518331" y="5163311"/>
              <a:ext cx="232744" cy="201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100" name="Google Shape;8100;p111"/>
            <p:cNvSpPr/>
            <p:nvPr/>
          </p:nvSpPr>
          <p:spPr>
            <a:xfrm>
              <a:off x="1402067" y="4899660"/>
              <a:ext cx="342900" cy="248920"/>
            </a:xfrm>
            <a:custGeom>
              <a:rect b="b" l="l" r="r" t="t"/>
              <a:pathLst>
                <a:path extrusionOk="0" h="248920" w="342900">
                  <a:moveTo>
                    <a:pt x="342900" y="138684"/>
                  </a:moveTo>
                  <a:lnTo>
                    <a:pt x="335280" y="138684"/>
                  </a:lnTo>
                  <a:lnTo>
                    <a:pt x="335280" y="149352"/>
                  </a:lnTo>
                  <a:lnTo>
                    <a:pt x="333756" y="156972"/>
                  </a:lnTo>
                  <a:lnTo>
                    <a:pt x="292608" y="173736"/>
                  </a:lnTo>
                  <a:lnTo>
                    <a:pt x="0" y="173736"/>
                  </a:lnTo>
                  <a:lnTo>
                    <a:pt x="0" y="184404"/>
                  </a:lnTo>
                  <a:lnTo>
                    <a:pt x="27432" y="248412"/>
                  </a:lnTo>
                  <a:lnTo>
                    <a:pt x="35052" y="243840"/>
                  </a:lnTo>
                  <a:lnTo>
                    <a:pt x="32004" y="237744"/>
                  </a:lnTo>
                  <a:lnTo>
                    <a:pt x="30480" y="233172"/>
                  </a:lnTo>
                  <a:lnTo>
                    <a:pt x="30480" y="225552"/>
                  </a:lnTo>
                  <a:lnTo>
                    <a:pt x="33528" y="219456"/>
                  </a:lnTo>
                  <a:lnTo>
                    <a:pt x="92964" y="213360"/>
                  </a:lnTo>
                  <a:lnTo>
                    <a:pt x="292608" y="213360"/>
                  </a:lnTo>
                  <a:lnTo>
                    <a:pt x="332232" y="225552"/>
                  </a:lnTo>
                  <a:lnTo>
                    <a:pt x="335280" y="236220"/>
                  </a:lnTo>
                  <a:lnTo>
                    <a:pt x="335280" y="246888"/>
                  </a:lnTo>
                  <a:lnTo>
                    <a:pt x="342900" y="246888"/>
                  </a:lnTo>
                  <a:lnTo>
                    <a:pt x="342900" y="138684"/>
                  </a:lnTo>
                  <a:close/>
                </a:path>
                <a:path extrusionOk="0" h="248920" w="342900">
                  <a:moveTo>
                    <a:pt x="342900" y="0"/>
                  </a:moveTo>
                  <a:lnTo>
                    <a:pt x="335280" y="0"/>
                  </a:lnTo>
                  <a:lnTo>
                    <a:pt x="335280" y="12192"/>
                  </a:lnTo>
                  <a:lnTo>
                    <a:pt x="333756" y="19812"/>
                  </a:lnTo>
                  <a:lnTo>
                    <a:pt x="332232" y="22860"/>
                  </a:lnTo>
                  <a:lnTo>
                    <a:pt x="329184" y="27432"/>
                  </a:lnTo>
                  <a:lnTo>
                    <a:pt x="326136" y="30480"/>
                  </a:lnTo>
                  <a:lnTo>
                    <a:pt x="321564" y="32004"/>
                  </a:lnTo>
                  <a:lnTo>
                    <a:pt x="317042" y="33769"/>
                  </a:lnTo>
                  <a:lnTo>
                    <a:pt x="310515" y="34671"/>
                  </a:lnTo>
                  <a:lnTo>
                    <a:pt x="302285" y="35013"/>
                  </a:lnTo>
                  <a:lnTo>
                    <a:pt x="0" y="35052"/>
                  </a:lnTo>
                  <a:lnTo>
                    <a:pt x="0" y="45720"/>
                  </a:lnTo>
                  <a:lnTo>
                    <a:pt x="27432" y="109728"/>
                  </a:lnTo>
                  <a:lnTo>
                    <a:pt x="35052" y="106680"/>
                  </a:lnTo>
                  <a:lnTo>
                    <a:pt x="32004" y="100584"/>
                  </a:lnTo>
                  <a:lnTo>
                    <a:pt x="30480" y="94488"/>
                  </a:lnTo>
                  <a:lnTo>
                    <a:pt x="30480" y="86868"/>
                  </a:lnTo>
                  <a:lnTo>
                    <a:pt x="32004" y="83820"/>
                  </a:lnTo>
                  <a:lnTo>
                    <a:pt x="75514" y="74917"/>
                  </a:lnTo>
                  <a:lnTo>
                    <a:pt x="92964" y="74676"/>
                  </a:lnTo>
                  <a:lnTo>
                    <a:pt x="292608" y="74676"/>
                  </a:lnTo>
                  <a:lnTo>
                    <a:pt x="332232" y="86868"/>
                  </a:lnTo>
                  <a:lnTo>
                    <a:pt x="335280" y="97536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111"/>
          <p:cNvGrpSpPr/>
          <p:nvPr/>
        </p:nvGrpSpPr>
        <p:grpSpPr>
          <a:xfrm>
            <a:off x="1402067" y="4175759"/>
            <a:ext cx="349009" cy="586995"/>
            <a:chOff x="1402067" y="4175759"/>
            <a:chExt cx="349009" cy="586995"/>
          </a:xfrm>
        </p:grpSpPr>
        <p:sp>
          <p:nvSpPr>
            <p:cNvPr id="8102" name="Google Shape;8102;p111"/>
            <p:cNvSpPr/>
            <p:nvPr/>
          </p:nvSpPr>
          <p:spPr>
            <a:xfrm>
              <a:off x="1402067" y="4383024"/>
              <a:ext cx="346075" cy="379730"/>
            </a:xfrm>
            <a:custGeom>
              <a:rect b="b" l="l" r="r" t="t"/>
              <a:pathLst>
                <a:path extrusionOk="0" h="379729" w="346075">
                  <a:moveTo>
                    <a:pt x="342900" y="0"/>
                  </a:moveTo>
                  <a:lnTo>
                    <a:pt x="335280" y="0"/>
                  </a:lnTo>
                  <a:lnTo>
                    <a:pt x="335280" y="10668"/>
                  </a:lnTo>
                  <a:lnTo>
                    <a:pt x="333756" y="18288"/>
                  </a:lnTo>
                  <a:lnTo>
                    <a:pt x="292608" y="33528"/>
                  </a:lnTo>
                  <a:lnTo>
                    <a:pt x="214884" y="33528"/>
                  </a:lnTo>
                  <a:lnTo>
                    <a:pt x="196011" y="33820"/>
                  </a:lnTo>
                  <a:lnTo>
                    <a:pt x="147929" y="41846"/>
                  </a:lnTo>
                  <a:lnTo>
                    <a:pt x="118300" y="72771"/>
                  </a:lnTo>
                  <a:lnTo>
                    <a:pt x="115824" y="89916"/>
                  </a:lnTo>
                  <a:lnTo>
                    <a:pt x="116382" y="97917"/>
                  </a:lnTo>
                  <a:lnTo>
                    <a:pt x="137350" y="140398"/>
                  </a:lnTo>
                  <a:lnTo>
                    <a:pt x="161544" y="164592"/>
                  </a:lnTo>
                  <a:lnTo>
                    <a:pt x="0" y="164592"/>
                  </a:lnTo>
                  <a:lnTo>
                    <a:pt x="0" y="175260"/>
                  </a:lnTo>
                  <a:lnTo>
                    <a:pt x="27432" y="239268"/>
                  </a:lnTo>
                  <a:lnTo>
                    <a:pt x="35052" y="236220"/>
                  </a:lnTo>
                  <a:lnTo>
                    <a:pt x="32004" y="228600"/>
                  </a:lnTo>
                  <a:lnTo>
                    <a:pt x="30480" y="224028"/>
                  </a:lnTo>
                  <a:lnTo>
                    <a:pt x="30480" y="216408"/>
                  </a:lnTo>
                  <a:lnTo>
                    <a:pt x="33528" y="210312"/>
                  </a:lnTo>
                  <a:lnTo>
                    <a:pt x="92964" y="204216"/>
                  </a:lnTo>
                  <a:lnTo>
                    <a:pt x="292608" y="204216"/>
                  </a:lnTo>
                  <a:lnTo>
                    <a:pt x="330708" y="214884"/>
                  </a:lnTo>
                  <a:lnTo>
                    <a:pt x="333756" y="219456"/>
                  </a:lnTo>
                  <a:lnTo>
                    <a:pt x="335280" y="227076"/>
                  </a:lnTo>
                  <a:lnTo>
                    <a:pt x="335280" y="237744"/>
                  </a:lnTo>
                  <a:lnTo>
                    <a:pt x="342900" y="237744"/>
                  </a:lnTo>
                  <a:lnTo>
                    <a:pt x="342900" y="129540"/>
                  </a:lnTo>
                  <a:lnTo>
                    <a:pt x="335280" y="129540"/>
                  </a:lnTo>
                  <a:lnTo>
                    <a:pt x="335280" y="140208"/>
                  </a:lnTo>
                  <a:lnTo>
                    <a:pt x="333756" y="147828"/>
                  </a:lnTo>
                  <a:lnTo>
                    <a:pt x="330708" y="152400"/>
                  </a:lnTo>
                  <a:lnTo>
                    <a:pt x="329184" y="156972"/>
                  </a:lnTo>
                  <a:lnTo>
                    <a:pt x="326136" y="160020"/>
                  </a:lnTo>
                  <a:lnTo>
                    <a:pt x="317906" y="162674"/>
                  </a:lnTo>
                  <a:lnTo>
                    <a:pt x="311658" y="163639"/>
                  </a:lnTo>
                  <a:lnTo>
                    <a:pt x="303136" y="164338"/>
                  </a:lnTo>
                  <a:lnTo>
                    <a:pt x="292608" y="164592"/>
                  </a:lnTo>
                  <a:lnTo>
                    <a:pt x="176784" y="164592"/>
                  </a:lnTo>
                  <a:lnTo>
                    <a:pt x="150876" y="134112"/>
                  </a:lnTo>
                  <a:lnTo>
                    <a:pt x="144780" y="108204"/>
                  </a:lnTo>
                  <a:lnTo>
                    <a:pt x="144780" y="100584"/>
                  </a:lnTo>
                  <a:lnTo>
                    <a:pt x="146304" y="94488"/>
                  </a:lnTo>
                  <a:lnTo>
                    <a:pt x="150876" y="88392"/>
                  </a:lnTo>
                  <a:lnTo>
                    <a:pt x="153924" y="83820"/>
                  </a:lnTo>
                  <a:lnTo>
                    <a:pt x="198297" y="73418"/>
                  </a:lnTo>
                  <a:lnTo>
                    <a:pt x="214884" y="73152"/>
                  </a:lnTo>
                  <a:lnTo>
                    <a:pt x="315468" y="73152"/>
                  </a:lnTo>
                  <a:lnTo>
                    <a:pt x="323088" y="74676"/>
                  </a:lnTo>
                  <a:lnTo>
                    <a:pt x="327660" y="77724"/>
                  </a:lnTo>
                  <a:lnTo>
                    <a:pt x="330708" y="82296"/>
                  </a:lnTo>
                  <a:lnTo>
                    <a:pt x="333756" y="85344"/>
                  </a:lnTo>
                  <a:lnTo>
                    <a:pt x="335280" y="92964"/>
                  </a:lnTo>
                  <a:lnTo>
                    <a:pt x="335280" y="108204"/>
                  </a:lnTo>
                  <a:lnTo>
                    <a:pt x="342900" y="108204"/>
                  </a:lnTo>
                  <a:lnTo>
                    <a:pt x="342900" y="0"/>
                  </a:lnTo>
                  <a:close/>
                </a:path>
                <a:path extrusionOk="0" h="379729" w="346075">
                  <a:moveTo>
                    <a:pt x="345960" y="300228"/>
                  </a:moveTo>
                  <a:lnTo>
                    <a:pt x="327190" y="260565"/>
                  </a:lnTo>
                  <a:lnTo>
                    <a:pt x="297192" y="243840"/>
                  </a:lnTo>
                  <a:lnTo>
                    <a:pt x="297192" y="254508"/>
                  </a:lnTo>
                  <a:lnTo>
                    <a:pt x="303288" y="256032"/>
                  </a:lnTo>
                  <a:lnTo>
                    <a:pt x="312432" y="265176"/>
                  </a:lnTo>
                  <a:lnTo>
                    <a:pt x="315480" y="271272"/>
                  </a:lnTo>
                  <a:lnTo>
                    <a:pt x="317004" y="275844"/>
                  </a:lnTo>
                  <a:lnTo>
                    <a:pt x="317004" y="288036"/>
                  </a:lnTo>
                  <a:lnTo>
                    <a:pt x="280428" y="304800"/>
                  </a:lnTo>
                  <a:lnTo>
                    <a:pt x="137172" y="304800"/>
                  </a:lnTo>
                  <a:lnTo>
                    <a:pt x="137172" y="252984"/>
                  </a:lnTo>
                  <a:lnTo>
                    <a:pt x="121932" y="252984"/>
                  </a:lnTo>
                  <a:lnTo>
                    <a:pt x="121932" y="304800"/>
                  </a:lnTo>
                  <a:lnTo>
                    <a:pt x="48780" y="304800"/>
                  </a:lnTo>
                  <a:lnTo>
                    <a:pt x="48780" y="310896"/>
                  </a:lnTo>
                  <a:lnTo>
                    <a:pt x="90919" y="332117"/>
                  </a:lnTo>
                  <a:lnTo>
                    <a:pt x="118186" y="358902"/>
                  </a:lnTo>
                  <a:lnTo>
                    <a:pt x="129552" y="379476"/>
                  </a:lnTo>
                  <a:lnTo>
                    <a:pt x="137172" y="379476"/>
                  </a:lnTo>
                  <a:lnTo>
                    <a:pt x="137172" y="344424"/>
                  </a:lnTo>
                  <a:lnTo>
                    <a:pt x="286524" y="344424"/>
                  </a:lnTo>
                  <a:lnTo>
                    <a:pt x="297357" y="343903"/>
                  </a:lnTo>
                  <a:lnTo>
                    <a:pt x="335292" y="329184"/>
                  </a:lnTo>
                  <a:lnTo>
                    <a:pt x="345960" y="307848"/>
                  </a:lnTo>
                  <a:lnTo>
                    <a:pt x="345960" y="30022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103" name="Google Shape;8103;p111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517904" y="4175759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04" name="Google Shape;8104;p111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1402080" y="2895600"/>
            <a:ext cx="447937" cy="11399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105" name="Google Shape;8105;p111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209800" y="9314688"/>
            <a:ext cx="175260" cy="368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8106" name="Google Shape;8106;p111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209800" y="8889492"/>
            <a:ext cx="225552" cy="355092"/>
          </a:xfrm>
          <a:prstGeom prst="rect">
            <a:avLst/>
          </a:prstGeom>
          <a:noFill/>
          <a:ln>
            <a:noFill/>
          </a:ln>
        </p:spPr>
      </p:pic>
      <p:pic>
        <p:nvPicPr>
          <p:cNvPr id="8107" name="Google Shape;8107;p111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209800" y="8319516"/>
            <a:ext cx="175260" cy="507491"/>
          </a:xfrm>
          <a:prstGeom prst="rect">
            <a:avLst/>
          </a:prstGeom>
          <a:noFill/>
          <a:ln>
            <a:noFill/>
          </a:ln>
        </p:spPr>
      </p:pic>
      <p:pic>
        <p:nvPicPr>
          <p:cNvPr id="8108" name="Google Shape;8108;p111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209800" y="7836407"/>
            <a:ext cx="175260" cy="419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09" name="Google Shape;8109;p111"/>
          <p:cNvGrpSpPr/>
          <p:nvPr/>
        </p:nvGrpSpPr>
        <p:grpSpPr>
          <a:xfrm>
            <a:off x="2209800" y="7613904"/>
            <a:ext cx="175259" cy="149732"/>
            <a:chOff x="2209800" y="7613904"/>
            <a:chExt cx="175259" cy="149732"/>
          </a:xfrm>
        </p:grpSpPr>
        <p:sp>
          <p:nvSpPr>
            <p:cNvPr id="8110" name="Google Shape;8110;p111"/>
            <p:cNvSpPr/>
            <p:nvPr/>
          </p:nvSpPr>
          <p:spPr>
            <a:xfrm>
              <a:off x="2209800" y="7708392"/>
              <a:ext cx="172720" cy="55244"/>
            </a:xfrm>
            <a:custGeom>
              <a:rect b="b" l="l" r="r" t="t"/>
              <a:pathLst>
                <a:path extrusionOk="0" h="55245" w="172719">
                  <a:moveTo>
                    <a:pt x="15240" y="39624"/>
                  </a:moveTo>
                  <a:lnTo>
                    <a:pt x="9144" y="39624"/>
                  </a:lnTo>
                  <a:lnTo>
                    <a:pt x="6096" y="38100"/>
                  </a:lnTo>
                  <a:lnTo>
                    <a:pt x="1524" y="33528"/>
                  </a:lnTo>
                  <a:lnTo>
                    <a:pt x="0" y="30480"/>
                  </a:lnTo>
                  <a:lnTo>
                    <a:pt x="0" y="22860"/>
                  </a:lnTo>
                  <a:lnTo>
                    <a:pt x="1524" y="19812"/>
                  </a:lnTo>
                  <a:lnTo>
                    <a:pt x="6096" y="15240"/>
                  </a:lnTo>
                  <a:lnTo>
                    <a:pt x="18288" y="15240"/>
                  </a:lnTo>
                  <a:lnTo>
                    <a:pt x="22860" y="19812"/>
                  </a:lnTo>
                  <a:lnTo>
                    <a:pt x="24384" y="22860"/>
                  </a:lnTo>
                  <a:lnTo>
                    <a:pt x="24384" y="30480"/>
                  </a:lnTo>
                  <a:lnTo>
                    <a:pt x="22860" y="33528"/>
                  </a:lnTo>
                  <a:lnTo>
                    <a:pt x="18288" y="38100"/>
                  </a:lnTo>
                  <a:lnTo>
                    <a:pt x="15240" y="39624"/>
                  </a:lnTo>
                  <a:close/>
                </a:path>
                <a:path extrusionOk="0" h="55245" w="172719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55448" y="16764"/>
                  </a:lnTo>
                  <a:lnTo>
                    <a:pt x="160020" y="15240"/>
                  </a:lnTo>
                  <a:lnTo>
                    <a:pt x="163067" y="15240"/>
                  </a:lnTo>
                  <a:lnTo>
                    <a:pt x="167640" y="10668"/>
                  </a:lnTo>
                  <a:lnTo>
                    <a:pt x="169164" y="7620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80772" y="36576"/>
                  </a:lnTo>
                  <a:lnTo>
                    <a:pt x="77724" y="38100"/>
                  </a:lnTo>
                  <a:lnTo>
                    <a:pt x="76200" y="38100"/>
                  </a:lnTo>
                  <a:lnTo>
                    <a:pt x="73152" y="41148"/>
                  </a:lnTo>
                  <a:lnTo>
                    <a:pt x="73152" y="48768"/>
                  </a:lnTo>
                  <a:lnTo>
                    <a:pt x="74676" y="51816"/>
                  </a:lnTo>
                  <a:lnTo>
                    <a:pt x="71628" y="54864"/>
                  </a:lnTo>
                  <a:close/>
                </a:path>
                <a:path extrusionOk="0" h="55245" w="172719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4196"/>
                  </a:lnTo>
                  <a:lnTo>
                    <a:pt x="167640" y="41148"/>
                  </a:lnTo>
                  <a:lnTo>
                    <a:pt x="164591" y="38100"/>
                  </a:lnTo>
                  <a:lnTo>
                    <a:pt x="163067" y="38100"/>
                  </a:lnTo>
                  <a:lnTo>
                    <a:pt x="160020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111" name="Google Shape;8111;p111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267711" y="7613904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112" name="Google Shape;8112;p111"/>
          <p:cNvSpPr/>
          <p:nvPr/>
        </p:nvSpPr>
        <p:spPr>
          <a:xfrm>
            <a:off x="2209787" y="6876288"/>
            <a:ext cx="175260" cy="661670"/>
          </a:xfrm>
          <a:custGeom>
            <a:rect b="b" l="l" r="r" t="t"/>
            <a:pathLst>
              <a:path extrusionOk="0" h="661670" w="175260">
                <a:moveTo>
                  <a:pt x="24396" y="437388"/>
                </a:moveTo>
                <a:lnTo>
                  <a:pt x="21348" y="431292"/>
                </a:lnTo>
                <a:lnTo>
                  <a:pt x="15252" y="428244"/>
                </a:lnTo>
                <a:lnTo>
                  <a:pt x="9156" y="428244"/>
                </a:lnTo>
                <a:lnTo>
                  <a:pt x="3060" y="431292"/>
                </a:lnTo>
                <a:lnTo>
                  <a:pt x="12" y="437388"/>
                </a:lnTo>
                <a:lnTo>
                  <a:pt x="12" y="443484"/>
                </a:lnTo>
                <a:lnTo>
                  <a:pt x="3060" y="449580"/>
                </a:lnTo>
                <a:lnTo>
                  <a:pt x="9156" y="452628"/>
                </a:lnTo>
                <a:lnTo>
                  <a:pt x="15252" y="452628"/>
                </a:lnTo>
                <a:lnTo>
                  <a:pt x="21348" y="449580"/>
                </a:lnTo>
                <a:lnTo>
                  <a:pt x="24396" y="443484"/>
                </a:lnTo>
                <a:lnTo>
                  <a:pt x="24396" y="437388"/>
                </a:lnTo>
                <a:close/>
              </a:path>
              <a:path extrusionOk="0" h="661670" w="175260">
                <a:moveTo>
                  <a:pt x="67068" y="579120"/>
                </a:moveTo>
                <a:lnTo>
                  <a:pt x="65544" y="576072"/>
                </a:lnTo>
                <a:lnTo>
                  <a:pt x="59448" y="569976"/>
                </a:lnTo>
                <a:lnTo>
                  <a:pt x="56400" y="568452"/>
                </a:lnTo>
                <a:lnTo>
                  <a:pt x="48780" y="568452"/>
                </a:lnTo>
                <a:lnTo>
                  <a:pt x="45732" y="569976"/>
                </a:lnTo>
                <a:lnTo>
                  <a:pt x="41160" y="574548"/>
                </a:lnTo>
                <a:lnTo>
                  <a:pt x="39636" y="577596"/>
                </a:lnTo>
                <a:lnTo>
                  <a:pt x="39636" y="583692"/>
                </a:lnTo>
                <a:lnTo>
                  <a:pt x="41160" y="585216"/>
                </a:lnTo>
                <a:lnTo>
                  <a:pt x="41160" y="591312"/>
                </a:lnTo>
                <a:lnTo>
                  <a:pt x="38112" y="594360"/>
                </a:lnTo>
                <a:lnTo>
                  <a:pt x="30492" y="594360"/>
                </a:lnTo>
                <a:lnTo>
                  <a:pt x="25920" y="592836"/>
                </a:lnTo>
                <a:lnTo>
                  <a:pt x="21348" y="589788"/>
                </a:lnTo>
                <a:lnTo>
                  <a:pt x="13728" y="582168"/>
                </a:lnTo>
                <a:lnTo>
                  <a:pt x="9156" y="574548"/>
                </a:lnTo>
                <a:lnTo>
                  <a:pt x="4584" y="574548"/>
                </a:lnTo>
                <a:lnTo>
                  <a:pt x="7175" y="581101"/>
                </a:lnTo>
                <a:lnTo>
                  <a:pt x="10490" y="586930"/>
                </a:lnTo>
                <a:lnTo>
                  <a:pt x="14655" y="591908"/>
                </a:lnTo>
                <a:lnTo>
                  <a:pt x="19824" y="595884"/>
                </a:lnTo>
                <a:lnTo>
                  <a:pt x="27444" y="601980"/>
                </a:lnTo>
                <a:lnTo>
                  <a:pt x="35064" y="605028"/>
                </a:lnTo>
                <a:lnTo>
                  <a:pt x="50304" y="605028"/>
                </a:lnTo>
                <a:lnTo>
                  <a:pt x="56400" y="601980"/>
                </a:lnTo>
                <a:lnTo>
                  <a:pt x="60972" y="598932"/>
                </a:lnTo>
                <a:lnTo>
                  <a:pt x="65544" y="594360"/>
                </a:lnTo>
                <a:lnTo>
                  <a:pt x="67068" y="589788"/>
                </a:lnTo>
                <a:lnTo>
                  <a:pt x="67068" y="579120"/>
                </a:lnTo>
                <a:close/>
              </a:path>
              <a:path extrusionOk="0" h="661670" w="175260">
                <a:moveTo>
                  <a:pt x="68592" y="635508"/>
                </a:moveTo>
                <a:lnTo>
                  <a:pt x="67068" y="632460"/>
                </a:lnTo>
                <a:lnTo>
                  <a:pt x="64020" y="629412"/>
                </a:lnTo>
                <a:lnTo>
                  <a:pt x="62496" y="626364"/>
                </a:lnTo>
                <a:lnTo>
                  <a:pt x="57924" y="624840"/>
                </a:lnTo>
                <a:lnTo>
                  <a:pt x="50304" y="624840"/>
                </a:lnTo>
                <a:lnTo>
                  <a:pt x="47256" y="626364"/>
                </a:lnTo>
                <a:lnTo>
                  <a:pt x="42684" y="630936"/>
                </a:lnTo>
                <a:lnTo>
                  <a:pt x="41160" y="633984"/>
                </a:lnTo>
                <a:lnTo>
                  <a:pt x="41160" y="640080"/>
                </a:lnTo>
                <a:lnTo>
                  <a:pt x="42684" y="641604"/>
                </a:lnTo>
                <a:lnTo>
                  <a:pt x="42684" y="647700"/>
                </a:lnTo>
                <a:lnTo>
                  <a:pt x="41160" y="649224"/>
                </a:lnTo>
                <a:lnTo>
                  <a:pt x="38112" y="650748"/>
                </a:lnTo>
                <a:lnTo>
                  <a:pt x="30492" y="650748"/>
                </a:lnTo>
                <a:lnTo>
                  <a:pt x="13652" y="636841"/>
                </a:lnTo>
                <a:lnTo>
                  <a:pt x="10680" y="629412"/>
                </a:lnTo>
                <a:lnTo>
                  <a:pt x="4584" y="629412"/>
                </a:lnTo>
                <a:lnTo>
                  <a:pt x="7416" y="636841"/>
                </a:lnTo>
                <a:lnTo>
                  <a:pt x="7531" y="637032"/>
                </a:lnTo>
                <a:lnTo>
                  <a:pt x="11252" y="643128"/>
                </a:lnTo>
                <a:lnTo>
                  <a:pt x="15938" y="648271"/>
                </a:lnTo>
                <a:lnTo>
                  <a:pt x="21348" y="652272"/>
                </a:lnTo>
                <a:lnTo>
                  <a:pt x="27444" y="658368"/>
                </a:lnTo>
                <a:lnTo>
                  <a:pt x="35064" y="661416"/>
                </a:lnTo>
                <a:lnTo>
                  <a:pt x="50304" y="661416"/>
                </a:lnTo>
                <a:lnTo>
                  <a:pt x="56400" y="658368"/>
                </a:lnTo>
                <a:lnTo>
                  <a:pt x="60972" y="653796"/>
                </a:lnTo>
                <a:lnTo>
                  <a:pt x="67068" y="650748"/>
                </a:lnTo>
                <a:lnTo>
                  <a:pt x="68592" y="644652"/>
                </a:lnTo>
                <a:lnTo>
                  <a:pt x="68592" y="635508"/>
                </a:lnTo>
                <a:close/>
              </a:path>
              <a:path extrusionOk="0" h="661670" w="175260">
                <a:moveTo>
                  <a:pt x="68592" y="144780"/>
                </a:moveTo>
                <a:lnTo>
                  <a:pt x="38112" y="114300"/>
                </a:lnTo>
                <a:lnTo>
                  <a:pt x="22872" y="114300"/>
                </a:lnTo>
                <a:lnTo>
                  <a:pt x="16776" y="115824"/>
                </a:lnTo>
                <a:lnTo>
                  <a:pt x="7632" y="124968"/>
                </a:lnTo>
                <a:lnTo>
                  <a:pt x="4584" y="129540"/>
                </a:lnTo>
                <a:lnTo>
                  <a:pt x="4584" y="140208"/>
                </a:lnTo>
                <a:lnTo>
                  <a:pt x="6108" y="143256"/>
                </a:lnTo>
                <a:lnTo>
                  <a:pt x="12204" y="149352"/>
                </a:lnTo>
                <a:lnTo>
                  <a:pt x="15252" y="150876"/>
                </a:lnTo>
                <a:lnTo>
                  <a:pt x="22872" y="150876"/>
                </a:lnTo>
                <a:lnTo>
                  <a:pt x="28968" y="147828"/>
                </a:lnTo>
                <a:lnTo>
                  <a:pt x="32016" y="141732"/>
                </a:lnTo>
                <a:lnTo>
                  <a:pt x="32016" y="132588"/>
                </a:lnTo>
                <a:lnTo>
                  <a:pt x="30492" y="131064"/>
                </a:lnTo>
                <a:lnTo>
                  <a:pt x="30492" y="126492"/>
                </a:lnTo>
                <a:lnTo>
                  <a:pt x="32016" y="126492"/>
                </a:lnTo>
                <a:lnTo>
                  <a:pt x="33540" y="124968"/>
                </a:lnTo>
                <a:lnTo>
                  <a:pt x="42684" y="124968"/>
                </a:lnTo>
                <a:lnTo>
                  <a:pt x="47256" y="126492"/>
                </a:lnTo>
                <a:lnTo>
                  <a:pt x="50304" y="129540"/>
                </a:lnTo>
                <a:lnTo>
                  <a:pt x="54876" y="131064"/>
                </a:lnTo>
                <a:lnTo>
                  <a:pt x="59448" y="137160"/>
                </a:lnTo>
                <a:lnTo>
                  <a:pt x="64020" y="144780"/>
                </a:lnTo>
                <a:lnTo>
                  <a:pt x="68592" y="144780"/>
                </a:lnTo>
                <a:close/>
              </a:path>
              <a:path extrusionOk="0" h="661670" w="175260">
                <a:moveTo>
                  <a:pt x="68592" y="88392"/>
                </a:moveTo>
                <a:lnTo>
                  <a:pt x="65773" y="81826"/>
                </a:lnTo>
                <a:lnTo>
                  <a:pt x="62115" y="75819"/>
                </a:lnTo>
                <a:lnTo>
                  <a:pt x="57873" y="70396"/>
                </a:lnTo>
                <a:lnTo>
                  <a:pt x="56184" y="68580"/>
                </a:lnTo>
                <a:lnTo>
                  <a:pt x="53352" y="65532"/>
                </a:lnTo>
                <a:lnTo>
                  <a:pt x="45732" y="60960"/>
                </a:lnTo>
                <a:lnTo>
                  <a:pt x="38112" y="57912"/>
                </a:lnTo>
                <a:lnTo>
                  <a:pt x="22872" y="57912"/>
                </a:lnTo>
                <a:lnTo>
                  <a:pt x="16776" y="59436"/>
                </a:lnTo>
                <a:lnTo>
                  <a:pt x="7632" y="68580"/>
                </a:lnTo>
                <a:lnTo>
                  <a:pt x="4584" y="73152"/>
                </a:lnTo>
                <a:lnTo>
                  <a:pt x="4584" y="83820"/>
                </a:lnTo>
                <a:lnTo>
                  <a:pt x="6108" y="86868"/>
                </a:lnTo>
                <a:lnTo>
                  <a:pt x="12204" y="92964"/>
                </a:lnTo>
                <a:lnTo>
                  <a:pt x="15252" y="94488"/>
                </a:lnTo>
                <a:lnTo>
                  <a:pt x="22872" y="94488"/>
                </a:lnTo>
                <a:lnTo>
                  <a:pt x="28968" y="91440"/>
                </a:lnTo>
                <a:lnTo>
                  <a:pt x="32016" y="85344"/>
                </a:lnTo>
                <a:lnTo>
                  <a:pt x="32016" y="77724"/>
                </a:lnTo>
                <a:lnTo>
                  <a:pt x="30492" y="74676"/>
                </a:lnTo>
                <a:lnTo>
                  <a:pt x="30492" y="70104"/>
                </a:lnTo>
                <a:lnTo>
                  <a:pt x="32016" y="70104"/>
                </a:lnTo>
                <a:lnTo>
                  <a:pt x="33540" y="68580"/>
                </a:lnTo>
                <a:lnTo>
                  <a:pt x="42684" y="68580"/>
                </a:lnTo>
                <a:lnTo>
                  <a:pt x="47256" y="70104"/>
                </a:lnTo>
                <a:lnTo>
                  <a:pt x="56400" y="76200"/>
                </a:lnTo>
                <a:lnTo>
                  <a:pt x="59448" y="82296"/>
                </a:lnTo>
                <a:lnTo>
                  <a:pt x="64020" y="88392"/>
                </a:lnTo>
                <a:lnTo>
                  <a:pt x="68592" y="88392"/>
                </a:lnTo>
                <a:close/>
              </a:path>
              <a:path extrusionOk="0" h="661670" w="175260">
                <a:moveTo>
                  <a:pt x="85344" y="9144"/>
                </a:moveTo>
                <a:lnTo>
                  <a:pt x="82296" y="3048"/>
                </a:lnTo>
                <a:lnTo>
                  <a:pt x="79248" y="0"/>
                </a:lnTo>
                <a:lnTo>
                  <a:pt x="65532" y="0"/>
                </a:lnTo>
                <a:lnTo>
                  <a:pt x="59436" y="6096"/>
                </a:lnTo>
                <a:lnTo>
                  <a:pt x="57912" y="9144"/>
                </a:lnTo>
                <a:lnTo>
                  <a:pt x="57912" y="16764"/>
                </a:lnTo>
                <a:lnTo>
                  <a:pt x="59436" y="19812"/>
                </a:lnTo>
                <a:lnTo>
                  <a:pt x="65532" y="25908"/>
                </a:lnTo>
                <a:lnTo>
                  <a:pt x="68580" y="27432"/>
                </a:lnTo>
                <a:lnTo>
                  <a:pt x="76200" y="27432"/>
                </a:lnTo>
                <a:lnTo>
                  <a:pt x="79248" y="25908"/>
                </a:lnTo>
                <a:lnTo>
                  <a:pt x="82296" y="22860"/>
                </a:lnTo>
                <a:lnTo>
                  <a:pt x="85344" y="16764"/>
                </a:lnTo>
                <a:lnTo>
                  <a:pt x="85344" y="9144"/>
                </a:lnTo>
                <a:close/>
              </a:path>
              <a:path extrusionOk="0" h="661670" w="175260">
                <a:moveTo>
                  <a:pt x="172212" y="483108"/>
                </a:moveTo>
                <a:lnTo>
                  <a:pt x="169164" y="483108"/>
                </a:lnTo>
                <a:lnTo>
                  <a:pt x="169164" y="498348"/>
                </a:lnTo>
                <a:lnTo>
                  <a:pt x="167640" y="502920"/>
                </a:lnTo>
                <a:lnTo>
                  <a:pt x="164592" y="505968"/>
                </a:lnTo>
                <a:lnTo>
                  <a:pt x="161544" y="507492"/>
                </a:lnTo>
                <a:lnTo>
                  <a:pt x="153924" y="509016"/>
                </a:lnTo>
                <a:lnTo>
                  <a:pt x="68580" y="509016"/>
                </a:lnTo>
                <a:lnTo>
                  <a:pt x="68580" y="480060"/>
                </a:lnTo>
                <a:lnTo>
                  <a:pt x="60960" y="480060"/>
                </a:lnTo>
                <a:lnTo>
                  <a:pt x="60960" y="509016"/>
                </a:lnTo>
                <a:lnTo>
                  <a:pt x="41033" y="509003"/>
                </a:lnTo>
                <a:lnTo>
                  <a:pt x="31432" y="508825"/>
                </a:lnTo>
                <a:lnTo>
                  <a:pt x="24409" y="508381"/>
                </a:lnTo>
                <a:lnTo>
                  <a:pt x="19812" y="507492"/>
                </a:lnTo>
                <a:lnTo>
                  <a:pt x="16764" y="505968"/>
                </a:lnTo>
                <a:lnTo>
                  <a:pt x="12192" y="504444"/>
                </a:lnTo>
                <a:lnTo>
                  <a:pt x="10668" y="501396"/>
                </a:lnTo>
                <a:lnTo>
                  <a:pt x="9144" y="499872"/>
                </a:lnTo>
                <a:lnTo>
                  <a:pt x="7620" y="496824"/>
                </a:lnTo>
                <a:lnTo>
                  <a:pt x="7620" y="489204"/>
                </a:lnTo>
                <a:lnTo>
                  <a:pt x="9144" y="486156"/>
                </a:lnTo>
                <a:lnTo>
                  <a:pt x="10668" y="484632"/>
                </a:lnTo>
                <a:lnTo>
                  <a:pt x="12192" y="481584"/>
                </a:lnTo>
                <a:lnTo>
                  <a:pt x="15240" y="478536"/>
                </a:lnTo>
                <a:lnTo>
                  <a:pt x="19812" y="475488"/>
                </a:lnTo>
                <a:lnTo>
                  <a:pt x="24384" y="473964"/>
                </a:lnTo>
                <a:lnTo>
                  <a:pt x="28956" y="469392"/>
                </a:lnTo>
                <a:lnTo>
                  <a:pt x="30480" y="466344"/>
                </a:lnTo>
                <a:lnTo>
                  <a:pt x="30480" y="460248"/>
                </a:lnTo>
                <a:lnTo>
                  <a:pt x="28956" y="458724"/>
                </a:lnTo>
                <a:lnTo>
                  <a:pt x="27432" y="455676"/>
                </a:lnTo>
                <a:lnTo>
                  <a:pt x="25908" y="454152"/>
                </a:lnTo>
                <a:lnTo>
                  <a:pt x="22860" y="452628"/>
                </a:lnTo>
                <a:lnTo>
                  <a:pt x="16764" y="452628"/>
                </a:lnTo>
                <a:lnTo>
                  <a:pt x="12192" y="455676"/>
                </a:lnTo>
                <a:lnTo>
                  <a:pt x="9144" y="460248"/>
                </a:lnTo>
                <a:lnTo>
                  <a:pt x="3048" y="466344"/>
                </a:lnTo>
                <a:lnTo>
                  <a:pt x="0" y="475488"/>
                </a:lnTo>
                <a:lnTo>
                  <a:pt x="0" y="483108"/>
                </a:lnTo>
                <a:lnTo>
                  <a:pt x="18288" y="519684"/>
                </a:lnTo>
                <a:lnTo>
                  <a:pt x="53340" y="528828"/>
                </a:lnTo>
                <a:lnTo>
                  <a:pt x="60960" y="528828"/>
                </a:lnTo>
                <a:lnTo>
                  <a:pt x="60960" y="550164"/>
                </a:lnTo>
                <a:lnTo>
                  <a:pt x="68580" y="550164"/>
                </a:lnTo>
                <a:lnTo>
                  <a:pt x="68580" y="528828"/>
                </a:lnTo>
                <a:lnTo>
                  <a:pt x="152400" y="528828"/>
                </a:lnTo>
                <a:lnTo>
                  <a:pt x="156972" y="530352"/>
                </a:lnTo>
                <a:lnTo>
                  <a:pt x="160020" y="530352"/>
                </a:lnTo>
                <a:lnTo>
                  <a:pt x="163068" y="531876"/>
                </a:lnTo>
                <a:lnTo>
                  <a:pt x="167640" y="536448"/>
                </a:lnTo>
                <a:lnTo>
                  <a:pt x="169164" y="539496"/>
                </a:lnTo>
                <a:lnTo>
                  <a:pt x="169164" y="550164"/>
                </a:lnTo>
                <a:lnTo>
                  <a:pt x="172212" y="550164"/>
                </a:lnTo>
                <a:lnTo>
                  <a:pt x="172212" y="483108"/>
                </a:lnTo>
                <a:close/>
              </a:path>
              <a:path extrusionOk="0" h="661670" w="175260">
                <a:moveTo>
                  <a:pt x="172224" y="413004"/>
                </a:moveTo>
                <a:lnTo>
                  <a:pt x="169176" y="413004"/>
                </a:lnTo>
                <a:lnTo>
                  <a:pt x="169176" y="422148"/>
                </a:lnTo>
                <a:lnTo>
                  <a:pt x="163080" y="428244"/>
                </a:lnTo>
                <a:lnTo>
                  <a:pt x="160032" y="429768"/>
                </a:lnTo>
                <a:lnTo>
                  <a:pt x="57924" y="429768"/>
                </a:lnTo>
                <a:lnTo>
                  <a:pt x="57924" y="434340"/>
                </a:lnTo>
                <a:lnTo>
                  <a:pt x="71640" y="467868"/>
                </a:lnTo>
                <a:lnTo>
                  <a:pt x="74688" y="466344"/>
                </a:lnTo>
                <a:lnTo>
                  <a:pt x="73164" y="463296"/>
                </a:lnTo>
                <a:lnTo>
                  <a:pt x="73164" y="454152"/>
                </a:lnTo>
                <a:lnTo>
                  <a:pt x="74688" y="452628"/>
                </a:lnTo>
                <a:lnTo>
                  <a:pt x="76212" y="452628"/>
                </a:lnTo>
                <a:lnTo>
                  <a:pt x="77736" y="451104"/>
                </a:lnTo>
                <a:lnTo>
                  <a:pt x="80784" y="451104"/>
                </a:lnTo>
                <a:lnTo>
                  <a:pt x="83832" y="449580"/>
                </a:lnTo>
                <a:lnTo>
                  <a:pt x="160032" y="449580"/>
                </a:lnTo>
                <a:lnTo>
                  <a:pt x="163080" y="451104"/>
                </a:lnTo>
                <a:lnTo>
                  <a:pt x="169176" y="457200"/>
                </a:lnTo>
                <a:lnTo>
                  <a:pt x="169176" y="466344"/>
                </a:lnTo>
                <a:lnTo>
                  <a:pt x="172224" y="466344"/>
                </a:lnTo>
                <a:lnTo>
                  <a:pt x="172224" y="449580"/>
                </a:lnTo>
                <a:lnTo>
                  <a:pt x="172224" y="413004"/>
                </a:lnTo>
                <a:close/>
              </a:path>
              <a:path extrusionOk="0" h="661670" w="175260">
                <a:moveTo>
                  <a:pt x="172224" y="286512"/>
                </a:moveTo>
                <a:lnTo>
                  <a:pt x="169176" y="286512"/>
                </a:lnTo>
                <a:lnTo>
                  <a:pt x="169176" y="295656"/>
                </a:lnTo>
                <a:lnTo>
                  <a:pt x="167652" y="297180"/>
                </a:lnTo>
                <a:lnTo>
                  <a:pt x="166128" y="300228"/>
                </a:lnTo>
                <a:lnTo>
                  <a:pt x="164604" y="300228"/>
                </a:lnTo>
                <a:lnTo>
                  <a:pt x="163080" y="301752"/>
                </a:lnTo>
                <a:lnTo>
                  <a:pt x="160032" y="303276"/>
                </a:lnTo>
                <a:lnTo>
                  <a:pt x="89928" y="303276"/>
                </a:lnTo>
                <a:lnTo>
                  <a:pt x="82308" y="304800"/>
                </a:lnTo>
                <a:lnTo>
                  <a:pt x="57924" y="326136"/>
                </a:lnTo>
                <a:lnTo>
                  <a:pt x="57924" y="332232"/>
                </a:lnTo>
                <a:lnTo>
                  <a:pt x="59372" y="341401"/>
                </a:lnTo>
                <a:lnTo>
                  <a:pt x="63830" y="350710"/>
                </a:lnTo>
                <a:lnTo>
                  <a:pt x="71424" y="360311"/>
                </a:lnTo>
                <a:lnTo>
                  <a:pt x="82308" y="370332"/>
                </a:lnTo>
                <a:lnTo>
                  <a:pt x="57924" y="370332"/>
                </a:lnTo>
                <a:lnTo>
                  <a:pt x="57924" y="376428"/>
                </a:lnTo>
                <a:lnTo>
                  <a:pt x="71640" y="408432"/>
                </a:lnTo>
                <a:lnTo>
                  <a:pt x="74688" y="406908"/>
                </a:lnTo>
                <a:lnTo>
                  <a:pt x="73164" y="403860"/>
                </a:lnTo>
                <a:lnTo>
                  <a:pt x="73164" y="394716"/>
                </a:lnTo>
                <a:lnTo>
                  <a:pt x="74688" y="394716"/>
                </a:lnTo>
                <a:lnTo>
                  <a:pt x="77736" y="391668"/>
                </a:lnTo>
                <a:lnTo>
                  <a:pt x="80784" y="391668"/>
                </a:lnTo>
                <a:lnTo>
                  <a:pt x="83832" y="390144"/>
                </a:lnTo>
                <a:lnTo>
                  <a:pt x="156984" y="390144"/>
                </a:lnTo>
                <a:lnTo>
                  <a:pt x="161556" y="391668"/>
                </a:lnTo>
                <a:lnTo>
                  <a:pt x="167652" y="394716"/>
                </a:lnTo>
                <a:lnTo>
                  <a:pt x="169176" y="399288"/>
                </a:lnTo>
                <a:lnTo>
                  <a:pt x="169176" y="406908"/>
                </a:lnTo>
                <a:lnTo>
                  <a:pt x="172224" y="406908"/>
                </a:lnTo>
                <a:lnTo>
                  <a:pt x="172224" y="353568"/>
                </a:lnTo>
                <a:lnTo>
                  <a:pt x="169176" y="353568"/>
                </a:lnTo>
                <a:lnTo>
                  <a:pt x="169176" y="362712"/>
                </a:lnTo>
                <a:lnTo>
                  <a:pt x="167652" y="364236"/>
                </a:lnTo>
                <a:lnTo>
                  <a:pt x="166128" y="367284"/>
                </a:lnTo>
                <a:lnTo>
                  <a:pt x="164604" y="368808"/>
                </a:lnTo>
                <a:lnTo>
                  <a:pt x="163080" y="368808"/>
                </a:lnTo>
                <a:lnTo>
                  <a:pt x="160032" y="370332"/>
                </a:lnTo>
                <a:lnTo>
                  <a:pt x="88404" y="370332"/>
                </a:lnTo>
                <a:lnTo>
                  <a:pt x="82156" y="363245"/>
                </a:lnTo>
                <a:lnTo>
                  <a:pt x="77355" y="355854"/>
                </a:lnTo>
                <a:lnTo>
                  <a:pt x="74256" y="348475"/>
                </a:lnTo>
                <a:lnTo>
                  <a:pt x="73164" y="341376"/>
                </a:lnTo>
                <a:lnTo>
                  <a:pt x="73164" y="335280"/>
                </a:lnTo>
                <a:lnTo>
                  <a:pt x="76212" y="330708"/>
                </a:lnTo>
                <a:lnTo>
                  <a:pt x="85356" y="324612"/>
                </a:lnTo>
                <a:lnTo>
                  <a:pt x="92976" y="323088"/>
                </a:lnTo>
                <a:lnTo>
                  <a:pt x="160032" y="323088"/>
                </a:lnTo>
                <a:lnTo>
                  <a:pt x="166128" y="326136"/>
                </a:lnTo>
                <a:lnTo>
                  <a:pt x="169176" y="329184"/>
                </a:lnTo>
                <a:lnTo>
                  <a:pt x="169176" y="339852"/>
                </a:lnTo>
                <a:lnTo>
                  <a:pt x="172224" y="339852"/>
                </a:lnTo>
                <a:lnTo>
                  <a:pt x="172224" y="286512"/>
                </a:lnTo>
                <a:close/>
              </a:path>
              <a:path extrusionOk="0" h="661670" w="175260">
                <a:moveTo>
                  <a:pt x="175260" y="192024"/>
                </a:moveTo>
                <a:lnTo>
                  <a:pt x="161544" y="160020"/>
                </a:lnTo>
                <a:lnTo>
                  <a:pt x="158496" y="161544"/>
                </a:lnTo>
                <a:lnTo>
                  <a:pt x="161544" y="167640"/>
                </a:lnTo>
                <a:lnTo>
                  <a:pt x="161544" y="170688"/>
                </a:lnTo>
                <a:lnTo>
                  <a:pt x="158496" y="173736"/>
                </a:lnTo>
                <a:lnTo>
                  <a:pt x="158496" y="175260"/>
                </a:lnTo>
                <a:lnTo>
                  <a:pt x="155448" y="175260"/>
                </a:lnTo>
                <a:lnTo>
                  <a:pt x="152400" y="176784"/>
                </a:lnTo>
                <a:lnTo>
                  <a:pt x="0" y="176784"/>
                </a:lnTo>
                <a:lnTo>
                  <a:pt x="0" y="182880"/>
                </a:lnTo>
                <a:lnTo>
                  <a:pt x="13716" y="213360"/>
                </a:lnTo>
                <a:lnTo>
                  <a:pt x="16764" y="211836"/>
                </a:lnTo>
                <a:lnTo>
                  <a:pt x="15240" y="208788"/>
                </a:lnTo>
                <a:lnTo>
                  <a:pt x="15240" y="201168"/>
                </a:lnTo>
                <a:lnTo>
                  <a:pt x="16764" y="201168"/>
                </a:lnTo>
                <a:lnTo>
                  <a:pt x="19812" y="198120"/>
                </a:lnTo>
                <a:lnTo>
                  <a:pt x="22860" y="198120"/>
                </a:lnTo>
                <a:lnTo>
                  <a:pt x="25908" y="196596"/>
                </a:lnTo>
                <a:lnTo>
                  <a:pt x="68580" y="196596"/>
                </a:lnTo>
                <a:lnTo>
                  <a:pt x="63703" y="201701"/>
                </a:lnTo>
                <a:lnTo>
                  <a:pt x="60388" y="207645"/>
                </a:lnTo>
                <a:lnTo>
                  <a:pt x="58508" y="214172"/>
                </a:lnTo>
                <a:lnTo>
                  <a:pt x="58445" y="214884"/>
                </a:lnTo>
                <a:lnTo>
                  <a:pt x="57912" y="220980"/>
                </a:lnTo>
                <a:lnTo>
                  <a:pt x="59080" y="231863"/>
                </a:lnTo>
                <a:lnTo>
                  <a:pt x="88061" y="265087"/>
                </a:lnTo>
                <a:lnTo>
                  <a:pt x="121920" y="272796"/>
                </a:lnTo>
                <a:lnTo>
                  <a:pt x="133337" y="271945"/>
                </a:lnTo>
                <a:lnTo>
                  <a:pt x="133121" y="271945"/>
                </a:lnTo>
                <a:lnTo>
                  <a:pt x="143256" y="269557"/>
                </a:lnTo>
                <a:lnTo>
                  <a:pt x="174383" y="237464"/>
                </a:lnTo>
                <a:lnTo>
                  <a:pt x="175260" y="222504"/>
                </a:lnTo>
                <a:lnTo>
                  <a:pt x="173736" y="217932"/>
                </a:lnTo>
                <a:lnTo>
                  <a:pt x="170688" y="211836"/>
                </a:lnTo>
                <a:lnTo>
                  <a:pt x="169164" y="207264"/>
                </a:lnTo>
                <a:lnTo>
                  <a:pt x="164592" y="202692"/>
                </a:lnTo>
                <a:lnTo>
                  <a:pt x="160020" y="199034"/>
                </a:lnTo>
                <a:lnTo>
                  <a:pt x="160020" y="210312"/>
                </a:lnTo>
                <a:lnTo>
                  <a:pt x="160020" y="217932"/>
                </a:lnTo>
                <a:lnTo>
                  <a:pt x="131826" y="247650"/>
                </a:lnTo>
                <a:lnTo>
                  <a:pt x="122250" y="249351"/>
                </a:lnTo>
                <a:lnTo>
                  <a:pt x="122567" y="249351"/>
                </a:lnTo>
                <a:lnTo>
                  <a:pt x="111252" y="249936"/>
                </a:lnTo>
                <a:lnTo>
                  <a:pt x="100393" y="249351"/>
                </a:lnTo>
                <a:lnTo>
                  <a:pt x="90678" y="247459"/>
                </a:lnTo>
                <a:lnTo>
                  <a:pt x="82105" y="244157"/>
                </a:lnTo>
                <a:lnTo>
                  <a:pt x="74676" y="239268"/>
                </a:lnTo>
                <a:lnTo>
                  <a:pt x="68580" y="234696"/>
                </a:lnTo>
                <a:lnTo>
                  <a:pt x="65532" y="228600"/>
                </a:lnTo>
                <a:lnTo>
                  <a:pt x="65532" y="217932"/>
                </a:lnTo>
                <a:lnTo>
                  <a:pt x="67056" y="214884"/>
                </a:lnTo>
                <a:lnTo>
                  <a:pt x="68580" y="210312"/>
                </a:lnTo>
                <a:lnTo>
                  <a:pt x="74676" y="204216"/>
                </a:lnTo>
                <a:lnTo>
                  <a:pt x="79248" y="201168"/>
                </a:lnTo>
                <a:lnTo>
                  <a:pt x="88392" y="198120"/>
                </a:lnTo>
                <a:lnTo>
                  <a:pt x="94488" y="196596"/>
                </a:lnTo>
                <a:lnTo>
                  <a:pt x="149352" y="196596"/>
                </a:lnTo>
                <a:lnTo>
                  <a:pt x="156972" y="204216"/>
                </a:lnTo>
                <a:lnTo>
                  <a:pt x="160020" y="210312"/>
                </a:lnTo>
                <a:lnTo>
                  <a:pt x="160020" y="199034"/>
                </a:lnTo>
                <a:lnTo>
                  <a:pt x="156972" y="196596"/>
                </a:lnTo>
                <a:lnTo>
                  <a:pt x="175260" y="196596"/>
                </a:lnTo>
                <a:lnTo>
                  <a:pt x="175260" y="192024"/>
                </a:lnTo>
                <a:close/>
              </a:path>
              <a:path extrusionOk="0" h="661670" w="175260">
                <a:moveTo>
                  <a:pt x="175260" y="9144"/>
                </a:moveTo>
                <a:lnTo>
                  <a:pt x="172212" y="3048"/>
                </a:lnTo>
                <a:lnTo>
                  <a:pt x="169164" y="0"/>
                </a:lnTo>
                <a:lnTo>
                  <a:pt x="155448" y="0"/>
                </a:lnTo>
                <a:lnTo>
                  <a:pt x="149352" y="6096"/>
                </a:lnTo>
                <a:lnTo>
                  <a:pt x="147828" y="9144"/>
                </a:lnTo>
                <a:lnTo>
                  <a:pt x="147828" y="16764"/>
                </a:lnTo>
                <a:lnTo>
                  <a:pt x="149352" y="19812"/>
                </a:lnTo>
                <a:lnTo>
                  <a:pt x="155448" y="25908"/>
                </a:lnTo>
                <a:lnTo>
                  <a:pt x="158496" y="27432"/>
                </a:lnTo>
                <a:lnTo>
                  <a:pt x="166116" y="27432"/>
                </a:lnTo>
                <a:lnTo>
                  <a:pt x="169164" y="25908"/>
                </a:lnTo>
                <a:lnTo>
                  <a:pt x="172212" y="22860"/>
                </a:lnTo>
                <a:lnTo>
                  <a:pt x="175260" y="16764"/>
                </a:lnTo>
                <a:lnTo>
                  <a:pt x="175260" y="91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113" name="Google Shape;8113;p111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517647" y="9526523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114" name="Google Shape;8114;p111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564892" y="9093707"/>
            <a:ext cx="117348" cy="342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15" name="Google Shape;8115;p111"/>
          <p:cNvGrpSpPr/>
          <p:nvPr/>
        </p:nvGrpSpPr>
        <p:grpSpPr>
          <a:xfrm>
            <a:off x="2511551" y="8535923"/>
            <a:ext cx="170689" cy="481585"/>
            <a:chOff x="2511551" y="8535923"/>
            <a:chExt cx="170689" cy="481585"/>
          </a:xfrm>
        </p:grpSpPr>
        <p:pic>
          <p:nvPicPr>
            <p:cNvPr id="8116" name="Google Shape;8116;p111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564892" y="8685276"/>
              <a:ext cx="117348" cy="3322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117" name="Google Shape;8117;p111"/>
            <p:cNvSpPr/>
            <p:nvPr/>
          </p:nvSpPr>
          <p:spPr>
            <a:xfrm>
              <a:off x="2511551" y="8625839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18288" y="36576"/>
                  </a:moveTo>
                  <a:lnTo>
                    <a:pt x="9144" y="36576"/>
                  </a:lnTo>
                  <a:lnTo>
                    <a:pt x="6096" y="35052"/>
                  </a:lnTo>
                  <a:lnTo>
                    <a:pt x="4572" y="32004"/>
                  </a:lnTo>
                  <a:lnTo>
                    <a:pt x="1524" y="28956"/>
                  </a:lnTo>
                  <a:lnTo>
                    <a:pt x="0" y="24384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10668" y="1524"/>
                  </a:lnTo>
                  <a:lnTo>
                    <a:pt x="16764" y="0"/>
                  </a:lnTo>
                  <a:lnTo>
                    <a:pt x="24384" y="0"/>
                  </a:lnTo>
                  <a:lnTo>
                    <a:pt x="31218" y="595"/>
                  </a:lnTo>
                  <a:lnTo>
                    <a:pt x="37909" y="2476"/>
                  </a:lnTo>
                  <a:lnTo>
                    <a:pt x="44315" y="5786"/>
                  </a:lnTo>
                  <a:lnTo>
                    <a:pt x="50292" y="10668"/>
                  </a:lnTo>
                  <a:lnTo>
                    <a:pt x="27432" y="10668"/>
                  </a:lnTo>
                  <a:lnTo>
                    <a:pt x="24384" y="13716"/>
                  </a:lnTo>
                  <a:lnTo>
                    <a:pt x="24384" y="15240"/>
                  </a:lnTo>
                  <a:lnTo>
                    <a:pt x="25908" y="16764"/>
                  </a:lnTo>
                  <a:lnTo>
                    <a:pt x="25908" y="18288"/>
                  </a:lnTo>
                  <a:lnTo>
                    <a:pt x="27432" y="19812"/>
                  </a:lnTo>
                  <a:lnTo>
                    <a:pt x="27432" y="25908"/>
                  </a:lnTo>
                  <a:lnTo>
                    <a:pt x="25908" y="28956"/>
                  </a:lnTo>
                  <a:lnTo>
                    <a:pt x="22860" y="32004"/>
                  </a:lnTo>
                  <a:lnTo>
                    <a:pt x="21336" y="35052"/>
                  </a:lnTo>
                  <a:lnTo>
                    <a:pt x="18288" y="36576"/>
                  </a:lnTo>
                  <a:close/>
                </a:path>
                <a:path extrusionOk="0" h="36829" w="64135">
                  <a:moveTo>
                    <a:pt x="64008" y="30480"/>
                  </a:moveTo>
                  <a:lnTo>
                    <a:pt x="57912" y="30480"/>
                  </a:lnTo>
                  <a:lnTo>
                    <a:pt x="53340" y="21336"/>
                  </a:lnTo>
                  <a:lnTo>
                    <a:pt x="48768" y="16764"/>
                  </a:lnTo>
                  <a:lnTo>
                    <a:pt x="44196" y="13716"/>
                  </a:lnTo>
                  <a:lnTo>
                    <a:pt x="41148" y="10668"/>
                  </a:lnTo>
                  <a:lnTo>
                    <a:pt x="50292" y="10668"/>
                  </a:lnTo>
                  <a:lnTo>
                    <a:pt x="56388" y="15240"/>
                  </a:lnTo>
                  <a:lnTo>
                    <a:pt x="64008" y="304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118" name="Google Shape;8118;p111"/>
            <p:cNvPicPr preferRelativeResize="0"/>
            <p:nvPr/>
          </p:nvPicPr>
          <p:blipFill rotWithShape="1">
            <a:blip r:embed="rId24">
              <a:alphaModFix/>
            </a:blip>
            <a:srcRect b="0" l="0" r="0" t="0"/>
            <a:stretch/>
          </p:blipFill>
          <p:spPr>
            <a:xfrm>
              <a:off x="2531364" y="8535923"/>
              <a:ext cx="150875" cy="6857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119" name="Google Shape;8119;p111"/>
          <p:cNvSpPr/>
          <p:nvPr/>
        </p:nvSpPr>
        <p:spPr>
          <a:xfrm>
            <a:off x="2506980" y="7741920"/>
            <a:ext cx="226060" cy="727075"/>
          </a:xfrm>
          <a:custGeom>
            <a:rect b="b" l="l" r="r" t="t"/>
            <a:pathLst>
              <a:path extrusionOk="0" h="727075" w="226060">
                <a:moveTo>
                  <a:pt x="172199" y="124968"/>
                </a:moveTo>
                <a:lnTo>
                  <a:pt x="169151" y="124968"/>
                </a:lnTo>
                <a:lnTo>
                  <a:pt x="169151" y="131064"/>
                </a:lnTo>
                <a:lnTo>
                  <a:pt x="164579" y="140208"/>
                </a:lnTo>
                <a:lnTo>
                  <a:pt x="161531" y="141732"/>
                </a:lnTo>
                <a:lnTo>
                  <a:pt x="160007" y="143256"/>
                </a:lnTo>
                <a:lnTo>
                  <a:pt x="156959" y="144780"/>
                </a:lnTo>
                <a:lnTo>
                  <a:pt x="92951" y="144780"/>
                </a:lnTo>
                <a:lnTo>
                  <a:pt x="85331" y="141732"/>
                </a:lnTo>
                <a:lnTo>
                  <a:pt x="79235" y="137160"/>
                </a:lnTo>
                <a:lnTo>
                  <a:pt x="74663" y="132588"/>
                </a:lnTo>
                <a:lnTo>
                  <a:pt x="74663" y="126492"/>
                </a:lnTo>
                <a:lnTo>
                  <a:pt x="76187" y="124968"/>
                </a:lnTo>
                <a:lnTo>
                  <a:pt x="77711" y="120396"/>
                </a:lnTo>
                <a:lnTo>
                  <a:pt x="80759" y="117348"/>
                </a:lnTo>
                <a:lnTo>
                  <a:pt x="82283" y="114300"/>
                </a:lnTo>
                <a:lnTo>
                  <a:pt x="82283" y="108204"/>
                </a:lnTo>
                <a:lnTo>
                  <a:pt x="80759" y="106680"/>
                </a:lnTo>
                <a:lnTo>
                  <a:pt x="79235" y="103632"/>
                </a:lnTo>
                <a:lnTo>
                  <a:pt x="73139" y="100584"/>
                </a:lnTo>
                <a:lnTo>
                  <a:pt x="67043" y="100584"/>
                </a:lnTo>
                <a:lnTo>
                  <a:pt x="63995" y="102108"/>
                </a:lnTo>
                <a:lnTo>
                  <a:pt x="60947" y="105156"/>
                </a:lnTo>
                <a:lnTo>
                  <a:pt x="59423" y="108204"/>
                </a:lnTo>
                <a:lnTo>
                  <a:pt x="57899" y="112776"/>
                </a:lnTo>
                <a:lnTo>
                  <a:pt x="57899" y="117348"/>
                </a:lnTo>
                <a:lnTo>
                  <a:pt x="59359" y="124206"/>
                </a:lnTo>
                <a:lnTo>
                  <a:pt x="63804" y="131064"/>
                </a:lnTo>
                <a:lnTo>
                  <a:pt x="71412" y="137922"/>
                </a:lnTo>
                <a:lnTo>
                  <a:pt x="82283" y="144780"/>
                </a:lnTo>
                <a:lnTo>
                  <a:pt x="57899" y="144780"/>
                </a:lnTo>
                <a:lnTo>
                  <a:pt x="57899" y="150876"/>
                </a:lnTo>
                <a:lnTo>
                  <a:pt x="71615" y="182880"/>
                </a:lnTo>
                <a:lnTo>
                  <a:pt x="74663" y="182880"/>
                </a:lnTo>
                <a:lnTo>
                  <a:pt x="73139" y="179832"/>
                </a:lnTo>
                <a:lnTo>
                  <a:pt x="73139" y="170688"/>
                </a:lnTo>
                <a:lnTo>
                  <a:pt x="74663" y="169164"/>
                </a:lnTo>
                <a:lnTo>
                  <a:pt x="74663" y="167640"/>
                </a:lnTo>
                <a:lnTo>
                  <a:pt x="77711" y="166116"/>
                </a:lnTo>
                <a:lnTo>
                  <a:pt x="82651" y="165887"/>
                </a:lnTo>
                <a:lnTo>
                  <a:pt x="95745" y="164833"/>
                </a:lnTo>
                <a:lnTo>
                  <a:pt x="105143" y="164592"/>
                </a:lnTo>
                <a:lnTo>
                  <a:pt x="153911" y="164592"/>
                </a:lnTo>
                <a:lnTo>
                  <a:pt x="158483" y="166116"/>
                </a:lnTo>
                <a:lnTo>
                  <a:pt x="163055" y="166116"/>
                </a:lnTo>
                <a:lnTo>
                  <a:pt x="164579" y="167640"/>
                </a:lnTo>
                <a:lnTo>
                  <a:pt x="166103" y="170688"/>
                </a:lnTo>
                <a:lnTo>
                  <a:pt x="167627" y="172212"/>
                </a:lnTo>
                <a:lnTo>
                  <a:pt x="169151" y="176784"/>
                </a:lnTo>
                <a:lnTo>
                  <a:pt x="169151" y="181356"/>
                </a:lnTo>
                <a:lnTo>
                  <a:pt x="172199" y="181356"/>
                </a:lnTo>
                <a:lnTo>
                  <a:pt x="172199" y="124968"/>
                </a:lnTo>
                <a:close/>
              </a:path>
              <a:path extrusionOk="0" h="727075" w="226060">
                <a:moveTo>
                  <a:pt x="172212" y="505968"/>
                </a:moveTo>
                <a:lnTo>
                  <a:pt x="167640" y="505968"/>
                </a:lnTo>
                <a:lnTo>
                  <a:pt x="167640" y="510540"/>
                </a:lnTo>
                <a:lnTo>
                  <a:pt x="166116" y="515112"/>
                </a:lnTo>
                <a:lnTo>
                  <a:pt x="164592" y="518160"/>
                </a:lnTo>
                <a:lnTo>
                  <a:pt x="161544" y="521208"/>
                </a:lnTo>
                <a:lnTo>
                  <a:pt x="155448" y="525780"/>
                </a:lnTo>
                <a:lnTo>
                  <a:pt x="146304" y="531876"/>
                </a:lnTo>
                <a:lnTo>
                  <a:pt x="106680" y="559308"/>
                </a:lnTo>
                <a:lnTo>
                  <a:pt x="86868" y="542544"/>
                </a:lnTo>
                <a:lnTo>
                  <a:pt x="79692" y="537997"/>
                </a:lnTo>
                <a:lnTo>
                  <a:pt x="74104" y="533590"/>
                </a:lnTo>
                <a:lnTo>
                  <a:pt x="69926" y="529475"/>
                </a:lnTo>
                <a:lnTo>
                  <a:pt x="67056" y="525780"/>
                </a:lnTo>
                <a:lnTo>
                  <a:pt x="64008" y="519684"/>
                </a:lnTo>
                <a:lnTo>
                  <a:pt x="64008" y="515112"/>
                </a:lnTo>
                <a:lnTo>
                  <a:pt x="60960" y="515112"/>
                </a:lnTo>
                <a:lnTo>
                  <a:pt x="60960" y="551688"/>
                </a:lnTo>
                <a:lnTo>
                  <a:pt x="64008" y="551688"/>
                </a:lnTo>
                <a:lnTo>
                  <a:pt x="64008" y="547116"/>
                </a:lnTo>
                <a:lnTo>
                  <a:pt x="68580" y="542544"/>
                </a:lnTo>
                <a:lnTo>
                  <a:pt x="74676" y="542544"/>
                </a:lnTo>
                <a:lnTo>
                  <a:pt x="79248" y="547116"/>
                </a:lnTo>
                <a:lnTo>
                  <a:pt x="88392" y="553212"/>
                </a:lnTo>
                <a:lnTo>
                  <a:pt x="100584" y="562356"/>
                </a:lnTo>
                <a:lnTo>
                  <a:pt x="86868" y="573024"/>
                </a:lnTo>
                <a:lnTo>
                  <a:pt x="83820" y="576072"/>
                </a:lnTo>
                <a:lnTo>
                  <a:pt x="80772" y="577596"/>
                </a:lnTo>
                <a:lnTo>
                  <a:pt x="79248" y="577596"/>
                </a:lnTo>
                <a:lnTo>
                  <a:pt x="76200" y="580644"/>
                </a:lnTo>
                <a:lnTo>
                  <a:pt x="71628" y="582168"/>
                </a:lnTo>
                <a:lnTo>
                  <a:pt x="67056" y="582168"/>
                </a:lnTo>
                <a:lnTo>
                  <a:pt x="64008" y="579120"/>
                </a:lnTo>
                <a:lnTo>
                  <a:pt x="64008" y="573024"/>
                </a:lnTo>
                <a:lnTo>
                  <a:pt x="60960" y="573024"/>
                </a:lnTo>
                <a:lnTo>
                  <a:pt x="60960" y="624840"/>
                </a:lnTo>
                <a:lnTo>
                  <a:pt x="64008" y="624840"/>
                </a:lnTo>
                <a:lnTo>
                  <a:pt x="64008" y="615696"/>
                </a:lnTo>
                <a:lnTo>
                  <a:pt x="67056" y="612648"/>
                </a:lnTo>
                <a:lnTo>
                  <a:pt x="68580" y="609600"/>
                </a:lnTo>
                <a:lnTo>
                  <a:pt x="74676" y="605028"/>
                </a:lnTo>
                <a:lnTo>
                  <a:pt x="117348" y="576072"/>
                </a:lnTo>
                <a:lnTo>
                  <a:pt x="146304" y="598932"/>
                </a:lnTo>
                <a:lnTo>
                  <a:pt x="155448" y="606552"/>
                </a:lnTo>
                <a:lnTo>
                  <a:pt x="161544" y="611124"/>
                </a:lnTo>
                <a:lnTo>
                  <a:pt x="164592" y="614172"/>
                </a:lnTo>
                <a:lnTo>
                  <a:pt x="166116" y="617220"/>
                </a:lnTo>
                <a:lnTo>
                  <a:pt x="166116" y="618744"/>
                </a:lnTo>
                <a:lnTo>
                  <a:pt x="167640" y="621792"/>
                </a:lnTo>
                <a:lnTo>
                  <a:pt x="172212" y="621792"/>
                </a:lnTo>
                <a:lnTo>
                  <a:pt x="172212" y="585216"/>
                </a:lnTo>
                <a:lnTo>
                  <a:pt x="167640" y="585216"/>
                </a:lnTo>
                <a:lnTo>
                  <a:pt x="167640" y="589788"/>
                </a:lnTo>
                <a:lnTo>
                  <a:pt x="166116" y="592836"/>
                </a:lnTo>
                <a:lnTo>
                  <a:pt x="164592" y="594360"/>
                </a:lnTo>
                <a:lnTo>
                  <a:pt x="163068" y="597408"/>
                </a:lnTo>
                <a:lnTo>
                  <a:pt x="156972" y="597408"/>
                </a:lnTo>
                <a:lnTo>
                  <a:pt x="152400" y="594360"/>
                </a:lnTo>
                <a:lnTo>
                  <a:pt x="144780" y="589788"/>
                </a:lnTo>
                <a:lnTo>
                  <a:pt x="121920" y="571500"/>
                </a:lnTo>
                <a:lnTo>
                  <a:pt x="146304" y="556260"/>
                </a:lnTo>
                <a:lnTo>
                  <a:pt x="153924" y="550164"/>
                </a:lnTo>
                <a:lnTo>
                  <a:pt x="158496" y="547116"/>
                </a:lnTo>
                <a:lnTo>
                  <a:pt x="161544" y="547116"/>
                </a:lnTo>
                <a:lnTo>
                  <a:pt x="164592" y="550164"/>
                </a:lnTo>
                <a:lnTo>
                  <a:pt x="167640" y="556260"/>
                </a:lnTo>
                <a:lnTo>
                  <a:pt x="167640" y="560832"/>
                </a:lnTo>
                <a:lnTo>
                  <a:pt x="172212" y="560832"/>
                </a:lnTo>
                <a:lnTo>
                  <a:pt x="172212" y="505968"/>
                </a:lnTo>
                <a:close/>
              </a:path>
              <a:path extrusionOk="0" h="727075" w="226060">
                <a:moveTo>
                  <a:pt x="172212" y="313944"/>
                </a:moveTo>
                <a:lnTo>
                  <a:pt x="169164" y="313944"/>
                </a:lnTo>
                <a:lnTo>
                  <a:pt x="169164" y="320040"/>
                </a:lnTo>
                <a:lnTo>
                  <a:pt x="167640" y="323088"/>
                </a:lnTo>
                <a:lnTo>
                  <a:pt x="167640" y="324612"/>
                </a:lnTo>
                <a:lnTo>
                  <a:pt x="166116" y="327660"/>
                </a:lnTo>
                <a:lnTo>
                  <a:pt x="164592" y="329184"/>
                </a:lnTo>
                <a:lnTo>
                  <a:pt x="161544" y="329184"/>
                </a:lnTo>
                <a:lnTo>
                  <a:pt x="160020" y="330708"/>
                </a:lnTo>
                <a:lnTo>
                  <a:pt x="0" y="330708"/>
                </a:lnTo>
                <a:lnTo>
                  <a:pt x="0" y="336804"/>
                </a:lnTo>
                <a:lnTo>
                  <a:pt x="13716" y="367284"/>
                </a:lnTo>
                <a:lnTo>
                  <a:pt x="16764" y="365760"/>
                </a:lnTo>
                <a:lnTo>
                  <a:pt x="13716" y="359664"/>
                </a:lnTo>
                <a:lnTo>
                  <a:pt x="13716" y="356616"/>
                </a:lnTo>
                <a:lnTo>
                  <a:pt x="16764" y="353568"/>
                </a:lnTo>
                <a:lnTo>
                  <a:pt x="19812" y="352044"/>
                </a:lnTo>
                <a:lnTo>
                  <a:pt x="22860" y="352044"/>
                </a:lnTo>
                <a:lnTo>
                  <a:pt x="25908" y="350520"/>
                </a:lnTo>
                <a:lnTo>
                  <a:pt x="153924" y="350520"/>
                </a:lnTo>
                <a:lnTo>
                  <a:pt x="160020" y="352044"/>
                </a:lnTo>
                <a:lnTo>
                  <a:pt x="161544" y="352044"/>
                </a:lnTo>
                <a:lnTo>
                  <a:pt x="164592" y="353568"/>
                </a:lnTo>
                <a:lnTo>
                  <a:pt x="167640" y="356616"/>
                </a:lnTo>
                <a:lnTo>
                  <a:pt x="167640" y="358140"/>
                </a:lnTo>
                <a:lnTo>
                  <a:pt x="169164" y="362712"/>
                </a:lnTo>
                <a:lnTo>
                  <a:pt x="169164" y="367284"/>
                </a:lnTo>
                <a:lnTo>
                  <a:pt x="172212" y="367284"/>
                </a:lnTo>
                <a:lnTo>
                  <a:pt x="172212" y="350520"/>
                </a:lnTo>
                <a:lnTo>
                  <a:pt x="172212" y="313944"/>
                </a:lnTo>
                <a:close/>
              </a:path>
              <a:path extrusionOk="0" h="727075" w="226060">
                <a:moveTo>
                  <a:pt x="175260" y="678180"/>
                </a:moveTo>
                <a:lnTo>
                  <a:pt x="154635" y="642556"/>
                </a:lnTo>
                <a:lnTo>
                  <a:pt x="131064" y="633984"/>
                </a:lnTo>
                <a:lnTo>
                  <a:pt x="129540" y="637032"/>
                </a:lnTo>
                <a:lnTo>
                  <a:pt x="138684" y="640080"/>
                </a:lnTo>
                <a:lnTo>
                  <a:pt x="146304" y="644652"/>
                </a:lnTo>
                <a:lnTo>
                  <a:pt x="149352" y="649224"/>
                </a:lnTo>
                <a:lnTo>
                  <a:pt x="153924" y="655320"/>
                </a:lnTo>
                <a:lnTo>
                  <a:pt x="155448" y="661416"/>
                </a:lnTo>
                <a:lnTo>
                  <a:pt x="140208" y="696468"/>
                </a:lnTo>
                <a:lnTo>
                  <a:pt x="102108" y="708660"/>
                </a:lnTo>
                <a:lnTo>
                  <a:pt x="102108" y="658368"/>
                </a:lnTo>
                <a:lnTo>
                  <a:pt x="102108" y="633984"/>
                </a:lnTo>
                <a:lnTo>
                  <a:pt x="94488" y="634479"/>
                </a:lnTo>
                <a:lnTo>
                  <a:pt x="94488" y="658368"/>
                </a:lnTo>
                <a:lnTo>
                  <a:pt x="94488" y="708660"/>
                </a:lnTo>
                <a:lnTo>
                  <a:pt x="85344" y="707136"/>
                </a:lnTo>
                <a:lnTo>
                  <a:pt x="77724" y="704088"/>
                </a:lnTo>
                <a:lnTo>
                  <a:pt x="67056" y="693420"/>
                </a:lnTo>
                <a:lnTo>
                  <a:pt x="65532" y="688848"/>
                </a:lnTo>
                <a:lnTo>
                  <a:pt x="65532" y="676656"/>
                </a:lnTo>
                <a:lnTo>
                  <a:pt x="67056" y="673608"/>
                </a:lnTo>
                <a:lnTo>
                  <a:pt x="68580" y="669036"/>
                </a:lnTo>
                <a:lnTo>
                  <a:pt x="74676" y="662940"/>
                </a:lnTo>
                <a:lnTo>
                  <a:pt x="79248" y="659892"/>
                </a:lnTo>
                <a:lnTo>
                  <a:pt x="82296" y="659892"/>
                </a:lnTo>
                <a:lnTo>
                  <a:pt x="86868" y="658368"/>
                </a:lnTo>
                <a:lnTo>
                  <a:pt x="94488" y="658368"/>
                </a:lnTo>
                <a:lnTo>
                  <a:pt x="94488" y="634479"/>
                </a:lnTo>
                <a:lnTo>
                  <a:pt x="60579" y="658939"/>
                </a:lnTo>
                <a:lnTo>
                  <a:pt x="58013" y="673608"/>
                </a:lnTo>
                <a:lnTo>
                  <a:pt x="58026" y="676656"/>
                </a:lnTo>
                <a:lnTo>
                  <a:pt x="58153" y="678180"/>
                </a:lnTo>
                <a:lnTo>
                  <a:pt x="58788" y="685990"/>
                </a:lnTo>
                <a:lnTo>
                  <a:pt x="81978" y="718591"/>
                </a:lnTo>
                <a:lnTo>
                  <a:pt x="117348" y="726948"/>
                </a:lnTo>
                <a:lnTo>
                  <a:pt x="130225" y="726071"/>
                </a:lnTo>
                <a:lnTo>
                  <a:pt x="141541" y="723328"/>
                </a:lnTo>
                <a:lnTo>
                  <a:pt x="151422" y="718591"/>
                </a:lnTo>
                <a:lnTo>
                  <a:pt x="160020" y="711708"/>
                </a:lnTo>
                <a:lnTo>
                  <a:pt x="162661" y="708660"/>
                </a:lnTo>
                <a:lnTo>
                  <a:pt x="166255" y="704545"/>
                </a:lnTo>
                <a:lnTo>
                  <a:pt x="171069" y="696658"/>
                </a:lnTo>
                <a:lnTo>
                  <a:pt x="171132" y="696468"/>
                </a:lnTo>
                <a:lnTo>
                  <a:pt x="174155" y="687920"/>
                </a:lnTo>
                <a:lnTo>
                  <a:pt x="175260" y="678180"/>
                </a:lnTo>
                <a:close/>
              </a:path>
              <a:path extrusionOk="0" h="727075" w="226060">
                <a:moveTo>
                  <a:pt x="175260" y="245364"/>
                </a:moveTo>
                <a:lnTo>
                  <a:pt x="174701" y="238506"/>
                </a:lnTo>
                <a:lnTo>
                  <a:pt x="173164" y="231648"/>
                </a:lnTo>
                <a:lnTo>
                  <a:pt x="170751" y="224790"/>
                </a:lnTo>
                <a:lnTo>
                  <a:pt x="167640" y="217932"/>
                </a:lnTo>
                <a:lnTo>
                  <a:pt x="167640" y="233172"/>
                </a:lnTo>
                <a:lnTo>
                  <a:pt x="167640" y="240792"/>
                </a:lnTo>
                <a:lnTo>
                  <a:pt x="139890" y="270065"/>
                </a:lnTo>
                <a:lnTo>
                  <a:pt x="106680" y="275844"/>
                </a:lnTo>
                <a:lnTo>
                  <a:pt x="97536" y="275844"/>
                </a:lnTo>
                <a:lnTo>
                  <a:pt x="66992" y="257365"/>
                </a:lnTo>
                <a:lnTo>
                  <a:pt x="65532" y="252984"/>
                </a:lnTo>
                <a:lnTo>
                  <a:pt x="65532" y="239268"/>
                </a:lnTo>
                <a:lnTo>
                  <a:pt x="68580" y="233172"/>
                </a:lnTo>
                <a:lnTo>
                  <a:pt x="109410" y="215506"/>
                </a:lnTo>
                <a:lnTo>
                  <a:pt x="123444" y="214884"/>
                </a:lnTo>
                <a:lnTo>
                  <a:pt x="134886" y="215226"/>
                </a:lnTo>
                <a:lnTo>
                  <a:pt x="144208" y="216408"/>
                </a:lnTo>
                <a:lnTo>
                  <a:pt x="151511" y="218744"/>
                </a:lnTo>
                <a:lnTo>
                  <a:pt x="156972" y="222504"/>
                </a:lnTo>
                <a:lnTo>
                  <a:pt x="164592" y="227076"/>
                </a:lnTo>
                <a:lnTo>
                  <a:pt x="167640" y="233172"/>
                </a:lnTo>
                <a:lnTo>
                  <a:pt x="167640" y="217932"/>
                </a:lnTo>
                <a:lnTo>
                  <a:pt x="136791" y="195249"/>
                </a:lnTo>
                <a:lnTo>
                  <a:pt x="114300" y="192024"/>
                </a:lnTo>
                <a:lnTo>
                  <a:pt x="104051" y="192862"/>
                </a:lnTo>
                <a:lnTo>
                  <a:pt x="68199" y="212788"/>
                </a:lnTo>
                <a:lnTo>
                  <a:pt x="57912" y="245364"/>
                </a:lnTo>
                <a:lnTo>
                  <a:pt x="58216" y="251993"/>
                </a:lnTo>
                <a:lnTo>
                  <a:pt x="79641" y="286499"/>
                </a:lnTo>
                <a:lnTo>
                  <a:pt x="117348" y="298704"/>
                </a:lnTo>
                <a:lnTo>
                  <a:pt x="127368" y="297878"/>
                </a:lnTo>
                <a:lnTo>
                  <a:pt x="163677" y="277939"/>
                </a:lnTo>
                <a:lnTo>
                  <a:pt x="165023" y="275844"/>
                </a:lnTo>
                <a:lnTo>
                  <a:pt x="169926" y="268224"/>
                </a:lnTo>
                <a:lnTo>
                  <a:pt x="173875" y="257365"/>
                </a:lnTo>
                <a:lnTo>
                  <a:pt x="175260" y="245364"/>
                </a:lnTo>
                <a:close/>
              </a:path>
              <a:path extrusionOk="0" h="727075" w="226060">
                <a:moveTo>
                  <a:pt x="175260" y="44196"/>
                </a:moveTo>
                <a:lnTo>
                  <a:pt x="154635" y="8572"/>
                </a:lnTo>
                <a:lnTo>
                  <a:pt x="131064" y="0"/>
                </a:lnTo>
                <a:lnTo>
                  <a:pt x="129540" y="3048"/>
                </a:lnTo>
                <a:lnTo>
                  <a:pt x="138684" y="6096"/>
                </a:lnTo>
                <a:lnTo>
                  <a:pt x="146304" y="10668"/>
                </a:lnTo>
                <a:lnTo>
                  <a:pt x="149352" y="16764"/>
                </a:lnTo>
                <a:lnTo>
                  <a:pt x="153924" y="21336"/>
                </a:lnTo>
                <a:lnTo>
                  <a:pt x="155448" y="27432"/>
                </a:lnTo>
                <a:lnTo>
                  <a:pt x="140208" y="62484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495"/>
                </a:lnTo>
                <a:lnTo>
                  <a:pt x="94488" y="24384"/>
                </a:lnTo>
                <a:lnTo>
                  <a:pt x="94488" y="74676"/>
                </a:lnTo>
                <a:lnTo>
                  <a:pt x="85344" y="73152"/>
                </a:lnTo>
                <a:lnTo>
                  <a:pt x="77724" y="70104"/>
                </a:lnTo>
                <a:lnTo>
                  <a:pt x="73152" y="65532"/>
                </a:lnTo>
                <a:lnTo>
                  <a:pt x="67056" y="60960"/>
                </a:lnTo>
                <a:lnTo>
                  <a:pt x="65532" y="54864"/>
                </a:lnTo>
                <a:lnTo>
                  <a:pt x="65532" y="44196"/>
                </a:lnTo>
                <a:lnTo>
                  <a:pt x="68580" y="35052"/>
                </a:lnTo>
                <a:lnTo>
                  <a:pt x="74676" y="28956"/>
                </a:lnTo>
                <a:lnTo>
                  <a:pt x="79248" y="25908"/>
                </a:lnTo>
                <a:lnTo>
                  <a:pt x="82296" y="25908"/>
                </a:lnTo>
                <a:lnTo>
                  <a:pt x="86868" y="24384"/>
                </a:lnTo>
                <a:lnTo>
                  <a:pt x="94488" y="24384"/>
                </a:lnTo>
                <a:lnTo>
                  <a:pt x="94488" y="495"/>
                </a:lnTo>
                <a:lnTo>
                  <a:pt x="60579" y="25146"/>
                </a:lnTo>
                <a:lnTo>
                  <a:pt x="58407" y="35052"/>
                </a:lnTo>
                <a:lnTo>
                  <a:pt x="58369" y="35585"/>
                </a:lnTo>
                <a:lnTo>
                  <a:pt x="73152" y="77724"/>
                </a:lnTo>
                <a:lnTo>
                  <a:pt x="117348" y="92964"/>
                </a:lnTo>
                <a:lnTo>
                  <a:pt x="130581" y="92087"/>
                </a:lnTo>
                <a:lnTo>
                  <a:pt x="130327" y="92087"/>
                </a:lnTo>
                <a:lnTo>
                  <a:pt x="141541" y="89535"/>
                </a:lnTo>
                <a:lnTo>
                  <a:pt x="151422" y="85255"/>
                </a:lnTo>
                <a:lnTo>
                  <a:pt x="160020" y="79248"/>
                </a:lnTo>
                <a:lnTo>
                  <a:pt x="163563" y="74676"/>
                </a:lnTo>
                <a:lnTo>
                  <a:pt x="166255" y="71208"/>
                </a:lnTo>
                <a:lnTo>
                  <a:pt x="171069" y="62865"/>
                </a:lnTo>
                <a:lnTo>
                  <a:pt x="174155" y="53962"/>
                </a:lnTo>
                <a:lnTo>
                  <a:pt x="175260" y="44196"/>
                </a:lnTo>
                <a:close/>
              </a:path>
              <a:path extrusionOk="0" h="727075" w="226060">
                <a:moveTo>
                  <a:pt x="225552" y="443484"/>
                </a:moveTo>
                <a:lnTo>
                  <a:pt x="222504" y="443484"/>
                </a:lnTo>
                <a:lnTo>
                  <a:pt x="222504" y="449567"/>
                </a:lnTo>
                <a:lnTo>
                  <a:pt x="221043" y="453961"/>
                </a:lnTo>
                <a:lnTo>
                  <a:pt x="220980" y="455676"/>
                </a:lnTo>
                <a:lnTo>
                  <a:pt x="219456" y="458724"/>
                </a:lnTo>
                <a:lnTo>
                  <a:pt x="217932" y="460248"/>
                </a:lnTo>
                <a:lnTo>
                  <a:pt x="214884" y="460248"/>
                </a:lnTo>
                <a:lnTo>
                  <a:pt x="213360" y="461772"/>
                </a:lnTo>
                <a:lnTo>
                  <a:pt x="164592" y="461772"/>
                </a:lnTo>
                <a:lnTo>
                  <a:pt x="169164" y="458724"/>
                </a:lnTo>
                <a:lnTo>
                  <a:pt x="170688" y="454152"/>
                </a:lnTo>
                <a:lnTo>
                  <a:pt x="170776" y="453961"/>
                </a:lnTo>
                <a:lnTo>
                  <a:pt x="172212" y="451104"/>
                </a:lnTo>
                <a:lnTo>
                  <a:pt x="175260" y="441960"/>
                </a:lnTo>
                <a:lnTo>
                  <a:pt x="175260" y="435864"/>
                </a:lnTo>
                <a:lnTo>
                  <a:pt x="174155" y="426135"/>
                </a:lnTo>
                <a:lnTo>
                  <a:pt x="171069" y="417385"/>
                </a:lnTo>
                <a:lnTo>
                  <a:pt x="167640" y="411784"/>
                </a:lnTo>
                <a:lnTo>
                  <a:pt x="167640" y="428244"/>
                </a:lnTo>
                <a:lnTo>
                  <a:pt x="167640" y="441960"/>
                </a:lnTo>
                <a:lnTo>
                  <a:pt x="166116" y="448056"/>
                </a:lnTo>
                <a:lnTo>
                  <a:pt x="161544" y="452628"/>
                </a:lnTo>
                <a:lnTo>
                  <a:pt x="158496" y="457200"/>
                </a:lnTo>
                <a:lnTo>
                  <a:pt x="153924" y="460248"/>
                </a:lnTo>
                <a:lnTo>
                  <a:pt x="149352" y="461772"/>
                </a:lnTo>
                <a:lnTo>
                  <a:pt x="89916" y="461772"/>
                </a:lnTo>
                <a:lnTo>
                  <a:pt x="82296" y="455676"/>
                </a:lnTo>
                <a:lnTo>
                  <a:pt x="79248" y="451104"/>
                </a:lnTo>
                <a:lnTo>
                  <a:pt x="77724" y="448056"/>
                </a:lnTo>
                <a:lnTo>
                  <a:pt x="74676" y="443484"/>
                </a:lnTo>
                <a:lnTo>
                  <a:pt x="74676" y="428244"/>
                </a:lnTo>
                <a:lnTo>
                  <a:pt x="77724" y="422148"/>
                </a:lnTo>
                <a:lnTo>
                  <a:pt x="83820" y="417576"/>
                </a:lnTo>
                <a:lnTo>
                  <a:pt x="91503" y="412457"/>
                </a:lnTo>
                <a:lnTo>
                  <a:pt x="100774" y="408622"/>
                </a:lnTo>
                <a:lnTo>
                  <a:pt x="111569" y="406196"/>
                </a:lnTo>
                <a:lnTo>
                  <a:pt x="111798" y="406196"/>
                </a:lnTo>
                <a:lnTo>
                  <a:pt x="123431" y="405396"/>
                </a:lnTo>
                <a:lnTo>
                  <a:pt x="164592" y="420624"/>
                </a:lnTo>
                <a:lnTo>
                  <a:pt x="167640" y="428244"/>
                </a:lnTo>
                <a:lnTo>
                  <a:pt x="167640" y="411784"/>
                </a:lnTo>
                <a:lnTo>
                  <a:pt x="166255" y="409511"/>
                </a:lnTo>
                <a:lnTo>
                  <a:pt x="162585" y="405295"/>
                </a:lnTo>
                <a:lnTo>
                  <a:pt x="160020" y="402336"/>
                </a:lnTo>
                <a:lnTo>
                  <a:pt x="149415" y="395224"/>
                </a:lnTo>
                <a:lnTo>
                  <a:pt x="138112" y="389953"/>
                </a:lnTo>
                <a:lnTo>
                  <a:pt x="125933" y="386702"/>
                </a:lnTo>
                <a:lnTo>
                  <a:pt x="112776" y="385572"/>
                </a:lnTo>
                <a:lnTo>
                  <a:pt x="99885" y="386435"/>
                </a:lnTo>
                <a:lnTo>
                  <a:pt x="64973" y="405295"/>
                </a:lnTo>
                <a:lnTo>
                  <a:pt x="57912" y="432816"/>
                </a:lnTo>
                <a:lnTo>
                  <a:pt x="59436" y="438912"/>
                </a:lnTo>
                <a:lnTo>
                  <a:pt x="83820" y="461772"/>
                </a:lnTo>
                <a:lnTo>
                  <a:pt x="57912" y="461772"/>
                </a:lnTo>
                <a:lnTo>
                  <a:pt x="57912" y="466344"/>
                </a:lnTo>
                <a:lnTo>
                  <a:pt x="71628" y="499872"/>
                </a:lnTo>
                <a:lnTo>
                  <a:pt x="74676" y="498348"/>
                </a:lnTo>
                <a:lnTo>
                  <a:pt x="73152" y="496824"/>
                </a:lnTo>
                <a:lnTo>
                  <a:pt x="73152" y="487680"/>
                </a:lnTo>
                <a:lnTo>
                  <a:pt x="74676" y="486156"/>
                </a:lnTo>
                <a:lnTo>
                  <a:pt x="74676" y="484632"/>
                </a:lnTo>
                <a:lnTo>
                  <a:pt x="76200" y="483108"/>
                </a:lnTo>
                <a:lnTo>
                  <a:pt x="80772" y="483108"/>
                </a:lnTo>
                <a:lnTo>
                  <a:pt x="85344" y="481584"/>
                </a:lnTo>
                <a:lnTo>
                  <a:pt x="208788" y="481584"/>
                </a:lnTo>
                <a:lnTo>
                  <a:pt x="213360" y="483108"/>
                </a:lnTo>
                <a:lnTo>
                  <a:pt x="214884" y="483108"/>
                </a:lnTo>
                <a:lnTo>
                  <a:pt x="217932" y="484632"/>
                </a:lnTo>
                <a:lnTo>
                  <a:pt x="219456" y="486156"/>
                </a:lnTo>
                <a:lnTo>
                  <a:pt x="219456" y="487680"/>
                </a:lnTo>
                <a:lnTo>
                  <a:pt x="222504" y="493776"/>
                </a:lnTo>
                <a:lnTo>
                  <a:pt x="222504" y="501396"/>
                </a:lnTo>
                <a:lnTo>
                  <a:pt x="225552" y="501396"/>
                </a:lnTo>
                <a:lnTo>
                  <a:pt x="225552" y="481584"/>
                </a:lnTo>
                <a:lnTo>
                  <a:pt x="225552" y="4434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120" name="Google Shape;8120;p111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506980" y="7380732"/>
            <a:ext cx="175260" cy="2941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121" name="Google Shape;8121;p111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2802635" y="8823959"/>
            <a:ext cx="175260" cy="8671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22" name="Google Shape;8122;p111"/>
          <p:cNvGrpSpPr/>
          <p:nvPr/>
        </p:nvGrpSpPr>
        <p:grpSpPr>
          <a:xfrm>
            <a:off x="2802635" y="8205216"/>
            <a:ext cx="175260" cy="551687"/>
            <a:chOff x="2802635" y="8205216"/>
            <a:chExt cx="175260" cy="551687"/>
          </a:xfrm>
        </p:grpSpPr>
        <p:pic>
          <p:nvPicPr>
            <p:cNvPr id="8123" name="Google Shape;8123;p111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802636" y="8534400"/>
              <a:ext cx="175259" cy="2225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24" name="Google Shape;8124;p111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802635" y="8205216"/>
              <a:ext cx="175260" cy="2956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25" name="Google Shape;8125;p111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2802636" y="6880859"/>
            <a:ext cx="175260" cy="12466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126" name="Google Shape;8126;p111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099816" y="9450323"/>
            <a:ext cx="175259" cy="2316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127" name="Google Shape;8127;p111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099816" y="8578596"/>
            <a:ext cx="225551" cy="807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8128" name="Google Shape;8128;p111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099816" y="7491984"/>
            <a:ext cx="175260" cy="1014983"/>
          </a:xfrm>
          <a:prstGeom prst="rect">
            <a:avLst/>
          </a:prstGeom>
          <a:noFill/>
          <a:ln>
            <a:noFill/>
          </a:ln>
        </p:spPr>
      </p:pic>
      <p:pic>
        <p:nvPicPr>
          <p:cNvPr id="8129" name="Google Shape;8129;p111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406140" y="9526523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130" name="Google Shape;8130;p111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453383" y="8932164"/>
            <a:ext cx="117348" cy="501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31" name="Google Shape;8131;p111"/>
          <p:cNvGrpSpPr/>
          <p:nvPr/>
        </p:nvGrpSpPr>
        <p:grpSpPr>
          <a:xfrm>
            <a:off x="3395471" y="8301228"/>
            <a:ext cx="175260" cy="553211"/>
            <a:chOff x="3395471" y="8301228"/>
            <a:chExt cx="175260" cy="553211"/>
          </a:xfrm>
        </p:grpSpPr>
        <p:pic>
          <p:nvPicPr>
            <p:cNvPr id="8132" name="Google Shape;8132;p111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395471" y="8633460"/>
              <a:ext cx="175259" cy="2209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33" name="Google Shape;8133;p111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395471" y="8301228"/>
              <a:ext cx="175260" cy="2956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34" name="Google Shape;8134;p111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395472" y="7773923"/>
            <a:ext cx="225551" cy="4617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135" name="Google Shape;8135;p111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395471" y="7246619"/>
            <a:ext cx="175260" cy="449580"/>
          </a:xfrm>
          <a:prstGeom prst="rect">
            <a:avLst/>
          </a:prstGeom>
          <a:noFill/>
          <a:ln>
            <a:noFill/>
          </a:ln>
        </p:spPr>
      </p:pic>
      <p:pic>
        <p:nvPicPr>
          <p:cNvPr id="8136" name="Google Shape;8136;p111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395471" y="6702552"/>
            <a:ext cx="175259" cy="4663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137" name="Google Shape;8137;p111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692651" y="8360664"/>
            <a:ext cx="225552" cy="1330452"/>
          </a:xfrm>
          <a:prstGeom prst="rect">
            <a:avLst/>
          </a:prstGeom>
          <a:noFill/>
          <a:ln>
            <a:noFill/>
          </a:ln>
        </p:spPr>
      </p:pic>
      <p:pic>
        <p:nvPicPr>
          <p:cNvPr id="8138" name="Google Shape;8138;p111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692652" y="7156704"/>
            <a:ext cx="175260" cy="1138427"/>
          </a:xfrm>
          <a:prstGeom prst="rect">
            <a:avLst/>
          </a:prstGeom>
          <a:noFill/>
          <a:ln>
            <a:noFill/>
          </a:ln>
        </p:spPr>
      </p:pic>
      <p:sp>
        <p:nvSpPr>
          <p:cNvPr id="8139" name="Google Shape;8139;p111"/>
          <p:cNvSpPr/>
          <p:nvPr/>
        </p:nvSpPr>
        <p:spPr>
          <a:xfrm>
            <a:off x="3989832" y="9035796"/>
            <a:ext cx="212090" cy="655320"/>
          </a:xfrm>
          <a:custGeom>
            <a:rect b="b" l="l" r="r" t="t"/>
            <a:pathLst>
              <a:path extrusionOk="0" h="655320" w="212089">
                <a:moveTo>
                  <a:pt x="24384" y="312420"/>
                </a:moveTo>
                <a:lnTo>
                  <a:pt x="22860" y="309372"/>
                </a:lnTo>
                <a:lnTo>
                  <a:pt x="19812" y="307848"/>
                </a:lnTo>
                <a:lnTo>
                  <a:pt x="18288" y="304800"/>
                </a:lnTo>
                <a:lnTo>
                  <a:pt x="15240" y="303276"/>
                </a:lnTo>
                <a:lnTo>
                  <a:pt x="7620" y="303276"/>
                </a:lnTo>
                <a:lnTo>
                  <a:pt x="4572" y="304800"/>
                </a:lnTo>
                <a:lnTo>
                  <a:pt x="3048" y="307848"/>
                </a:lnTo>
                <a:lnTo>
                  <a:pt x="0" y="309372"/>
                </a:lnTo>
                <a:lnTo>
                  <a:pt x="0" y="321564"/>
                </a:lnTo>
                <a:lnTo>
                  <a:pt x="3048" y="324612"/>
                </a:lnTo>
                <a:lnTo>
                  <a:pt x="4572" y="327660"/>
                </a:lnTo>
                <a:lnTo>
                  <a:pt x="18288" y="327660"/>
                </a:lnTo>
                <a:lnTo>
                  <a:pt x="19812" y="324612"/>
                </a:lnTo>
                <a:lnTo>
                  <a:pt x="22860" y="321564"/>
                </a:lnTo>
                <a:lnTo>
                  <a:pt x="24384" y="318516"/>
                </a:lnTo>
                <a:lnTo>
                  <a:pt x="24384" y="312420"/>
                </a:lnTo>
                <a:close/>
              </a:path>
              <a:path extrusionOk="0" h="655320" w="212089">
                <a:moveTo>
                  <a:pt x="172212" y="355092"/>
                </a:moveTo>
                <a:lnTo>
                  <a:pt x="169164" y="355092"/>
                </a:lnTo>
                <a:lnTo>
                  <a:pt x="169164" y="361188"/>
                </a:lnTo>
                <a:lnTo>
                  <a:pt x="167640" y="364236"/>
                </a:lnTo>
                <a:lnTo>
                  <a:pt x="166116" y="365760"/>
                </a:lnTo>
                <a:lnTo>
                  <a:pt x="166116" y="368808"/>
                </a:lnTo>
                <a:lnTo>
                  <a:pt x="164592" y="370332"/>
                </a:lnTo>
                <a:lnTo>
                  <a:pt x="161544" y="370332"/>
                </a:lnTo>
                <a:lnTo>
                  <a:pt x="160020" y="371856"/>
                </a:lnTo>
                <a:lnTo>
                  <a:pt x="108204" y="371856"/>
                </a:lnTo>
                <a:lnTo>
                  <a:pt x="97891" y="372122"/>
                </a:lnTo>
                <a:lnTo>
                  <a:pt x="89725" y="372808"/>
                </a:lnTo>
                <a:lnTo>
                  <a:pt x="83553" y="373786"/>
                </a:lnTo>
                <a:lnTo>
                  <a:pt x="79248" y="374904"/>
                </a:lnTo>
                <a:lnTo>
                  <a:pt x="71628" y="376428"/>
                </a:lnTo>
                <a:lnTo>
                  <a:pt x="65532" y="379476"/>
                </a:lnTo>
                <a:lnTo>
                  <a:pt x="59436" y="388620"/>
                </a:lnTo>
                <a:lnTo>
                  <a:pt x="57912" y="394716"/>
                </a:lnTo>
                <a:lnTo>
                  <a:pt x="57912" y="411480"/>
                </a:lnTo>
                <a:lnTo>
                  <a:pt x="80772" y="438912"/>
                </a:lnTo>
                <a:lnTo>
                  <a:pt x="0" y="438912"/>
                </a:lnTo>
                <a:lnTo>
                  <a:pt x="0" y="445008"/>
                </a:lnTo>
                <a:lnTo>
                  <a:pt x="13716" y="477012"/>
                </a:lnTo>
                <a:lnTo>
                  <a:pt x="16764" y="475488"/>
                </a:lnTo>
                <a:lnTo>
                  <a:pt x="13716" y="469392"/>
                </a:lnTo>
                <a:lnTo>
                  <a:pt x="13716" y="464820"/>
                </a:lnTo>
                <a:lnTo>
                  <a:pt x="18288" y="460248"/>
                </a:lnTo>
                <a:lnTo>
                  <a:pt x="21336" y="460248"/>
                </a:lnTo>
                <a:lnTo>
                  <a:pt x="24739" y="459371"/>
                </a:lnTo>
                <a:lnTo>
                  <a:pt x="30289" y="458914"/>
                </a:lnTo>
                <a:lnTo>
                  <a:pt x="47244" y="458724"/>
                </a:lnTo>
                <a:lnTo>
                  <a:pt x="158496" y="458724"/>
                </a:lnTo>
                <a:lnTo>
                  <a:pt x="161544" y="460248"/>
                </a:lnTo>
                <a:lnTo>
                  <a:pt x="167640" y="466344"/>
                </a:lnTo>
                <a:lnTo>
                  <a:pt x="169164" y="470916"/>
                </a:lnTo>
                <a:lnTo>
                  <a:pt x="169164" y="475488"/>
                </a:lnTo>
                <a:lnTo>
                  <a:pt x="172212" y="475488"/>
                </a:lnTo>
                <a:lnTo>
                  <a:pt x="172212" y="422148"/>
                </a:lnTo>
                <a:lnTo>
                  <a:pt x="169164" y="422148"/>
                </a:lnTo>
                <a:lnTo>
                  <a:pt x="169164" y="428244"/>
                </a:lnTo>
                <a:lnTo>
                  <a:pt x="167640" y="431292"/>
                </a:lnTo>
                <a:lnTo>
                  <a:pt x="166116" y="432816"/>
                </a:lnTo>
                <a:lnTo>
                  <a:pt x="164592" y="435864"/>
                </a:lnTo>
                <a:lnTo>
                  <a:pt x="163068" y="437388"/>
                </a:lnTo>
                <a:lnTo>
                  <a:pt x="161544" y="437388"/>
                </a:lnTo>
                <a:lnTo>
                  <a:pt x="160020" y="438912"/>
                </a:lnTo>
                <a:lnTo>
                  <a:pt x="88392" y="438912"/>
                </a:lnTo>
                <a:lnTo>
                  <a:pt x="77724" y="428244"/>
                </a:lnTo>
                <a:lnTo>
                  <a:pt x="76200" y="423672"/>
                </a:lnTo>
                <a:lnTo>
                  <a:pt x="73152" y="419100"/>
                </a:lnTo>
                <a:lnTo>
                  <a:pt x="73152" y="402336"/>
                </a:lnTo>
                <a:lnTo>
                  <a:pt x="80772" y="394716"/>
                </a:lnTo>
                <a:lnTo>
                  <a:pt x="83820" y="393192"/>
                </a:lnTo>
                <a:lnTo>
                  <a:pt x="88392" y="393192"/>
                </a:lnTo>
                <a:lnTo>
                  <a:pt x="96012" y="391668"/>
                </a:lnTo>
                <a:lnTo>
                  <a:pt x="158496" y="391668"/>
                </a:lnTo>
                <a:lnTo>
                  <a:pt x="164592" y="394716"/>
                </a:lnTo>
                <a:lnTo>
                  <a:pt x="167640" y="397764"/>
                </a:lnTo>
                <a:lnTo>
                  <a:pt x="169164" y="400812"/>
                </a:lnTo>
                <a:lnTo>
                  <a:pt x="169164" y="408432"/>
                </a:lnTo>
                <a:lnTo>
                  <a:pt x="172212" y="408432"/>
                </a:lnTo>
                <a:lnTo>
                  <a:pt x="172212" y="355092"/>
                </a:lnTo>
                <a:close/>
              </a:path>
              <a:path extrusionOk="0" h="655320" w="212089">
                <a:moveTo>
                  <a:pt x="172212" y="288036"/>
                </a:moveTo>
                <a:lnTo>
                  <a:pt x="169164" y="288036"/>
                </a:lnTo>
                <a:lnTo>
                  <a:pt x="169164" y="294132"/>
                </a:lnTo>
                <a:lnTo>
                  <a:pt x="167640" y="297180"/>
                </a:lnTo>
                <a:lnTo>
                  <a:pt x="166116" y="298704"/>
                </a:lnTo>
                <a:lnTo>
                  <a:pt x="166116" y="301752"/>
                </a:lnTo>
                <a:lnTo>
                  <a:pt x="163068" y="303276"/>
                </a:lnTo>
                <a:lnTo>
                  <a:pt x="161544" y="303276"/>
                </a:lnTo>
                <a:lnTo>
                  <a:pt x="158496" y="304800"/>
                </a:lnTo>
                <a:lnTo>
                  <a:pt x="57912" y="304800"/>
                </a:lnTo>
                <a:lnTo>
                  <a:pt x="57912" y="310896"/>
                </a:lnTo>
                <a:lnTo>
                  <a:pt x="71628" y="342900"/>
                </a:lnTo>
                <a:lnTo>
                  <a:pt x="74676" y="341376"/>
                </a:lnTo>
                <a:lnTo>
                  <a:pt x="71628" y="335280"/>
                </a:lnTo>
                <a:lnTo>
                  <a:pt x="71628" y="332232"/>
                </a:lnTo>
                <a:lnTo>
                  <a:pt x="73152" y="330708"/>
                </a:lnTo>
                <a:lnTo>
                  <a:pt x="73152" y="329184"/>
                </a:lnTo>
                <a:lnTo>
                  <a:pt x="76200" y="326136"/>
                </a:lnTo>
                <a:lnTo>
                  <a:pt x="79248" y="326136"/>
                </a:lnTo>
                <a:lnTo>
                  <a:pt x="83286" y="325907"/>
                </a:lnTo>
                <a:lnTo>
                  <a:pt x="88773" y="325374"/>
                </a:lnTo>
                <a:lnTo>
                  <a:pt x="95961" y="324853"/>
                </a:lnTo>
                <a:lnTo>
                  <a:pt x="105156" y="324612"/>
                </a:lnTo>
                <a:lnTo>
                  <a:pt x="153924" y="324612"/>
                </a:lnTo>
                <a:lnTo>
                  <a:pt x="158496" y="326136"/>
                </a:lnTo>
                <a:lnTo>
                  <a:pt x="161544" y="326136"/>
                </a:lnTo>
                <a:lnTo>
                  <a:pt x="164592" y="327660"/>
                </a:lnTo>
                <a:lnTo>
                  <a:pt x="166116" y="329184"/>
                </a:lnTo>
                <a:lnTo>
                  <a:pt x="166116" y="330708"/>
                </a:lnTo>
                <a:lnTo>
                  <a:pt x="167640" y="332232"/>
                </a:lnTo>
                <a:lnTo>
                  <a:pt x="169164" y="336804"/>
                </a:lnTo>
                <a:lnTo>
                  <a:pt x="169164" y="341376"/>
                </a:lnTo>
                <a:lnTo>
                  <a:pt x="172212" y="341376"/>
                </a:lnTo>
                <a:lnTo>
                  <a:pt x="172212" y="324612"/>
                </a:lnTo>
                <a:lnTo>
                  <a:pt x="172212" y="288036"/>
                </a:lnTo>
                <a:close/>
              </a:path>
              <a:path extrusionOk="0" h="655320" w="212089">
                <a:moveTo>
                  <a:pt x="172212" y="50292"/>
                </a:moveTo>
                <a:lnTo>
                  <a:pt x="169164" y="50292"/>
                </a:lnTo>
                <a:lnTo>
                  <a:pt x="169164" y="56388"/>
                </a:lnTo>
                <a:lnTo>
                  <a:pt x="167640" y="59436"/>
                </a:lnTo>
                <a:lnTo>
                  <a:pt x="166116" y="60960"/>
                </a:lnTo>
                <a:lnTo>
                  <a:pt x="166116" y="64008"/>
                </a:lnTo>
                <a:lnTo>
                  <a:pt x="164592" y="65532"/>
                </a:lnTo>
                <a:lnTo>
                  <a:pt x="161544" y="65532"/>
                </a:lnTo>
                <a:lnTo>
                  <a:pt x="160020" y="67056"/>
                </a:lnTo>
                <a:lnTo>
                  <a:pt x="108204" y="67056"/>
                </a:lnTo>
                <a:lnTo>
                  <a:pt x="97891" y="67322"/>
                </a:lnTo>
                <a:lnTo>
                  <a:pt x="89725" y="68008"/>
                </a:lnTo>
                <a:lnTo>
                  <a:pt x="83553" y="68986"/>
                </a:lnTo>
                <a:lnTo>
                  <a:pt x="79248" y="70104"/>
                </a:lnTo>
                <a:lnTo>
                  <a:pt x="71628" y="71628"/>
                </a:lnTo>
                <a:lnTo>
                  <a:pt x="65532" y="76200"/>
                </a:lnTo>
                <a:lnTo>
                  <a:pt x="59436" y="85344"/>
                </a:lnTo>
                <a:lnTo>
                  <a:pt x="57912" y="89916"/>
                </a:lnTo>
                <a:lnTo>
                  <a:pt x="57912" y="108204"/>
                </a:lnTo>
                <a:lnTo>
                  <a:pt x="63830" y="117398"/>
                </a:lnTo>
                <a:lnTo>
                  <a:pt x="68008" y="122301"/>
                </a:lnTo>
                <a:lnTo>
                  <a:pt x="73596" y="127787"/>
                </a:lnTo>
                <a:lnTo>
                  <a:pt x="80772" y="134112"/>
                </a:lnTo>
                <a:lnTo>
                  <a:pt x="0" y="134112"/>
                </a:lnTo>
                <a:lnTo>
                  <a:pt x="0" y="140208"/>
                </a:lnTo>
                <a:lnTo>
                  <a:pt x="13716" y="172212"/>
                </a:lnTo>
                <a:lnTo>
                  <a:pt x="16764" y="170688"/>
                </a:lnTo>
                <a:lnTo>
                  <a:pt x="13716" y="164592"/>
                </a:lnTo>
                <a:lnTo>
                  <a:pt x="13716" y="161544"/>
                </a:lnTo>
                <a:lnTo>
                  <a:pt x="15240" y="160020"/>
                </a:lnTo>
                <a:lnTo>
                  <a:pt x="15240" y="158496"/>
                </a:lnTo>
                <a:lnTo>
                  <a:pt x="18288" y="155448"/>
                </a:lnTo>
                <a:lnTo>
                  <a:pt x="21336" y="155448"/>
                </a:lnTo>
                <a:lnTo>
                  <a:pt x="37833" y="154165"/>
                </a:lnTo>
                <a:lnTo>
                  <a:pt x="47244" y="153924"/>
                </a:lnTo>
                <a:lnTo>
                  <a:pt x="153924" y="153924"/>
                </a:lnTo>
                <a:lnTo>
                  <a:pt x="158496" y="155448"/>
                </a:lnTo>
                <a:lnTo>
                  <a:pt x="161544" y="155448"/>
                </a:lnTo>
                <a:lnTo>
                  <a:pt x="166116" y="160020"/>
                </a:lnTo>
                <a:lnTo>
                  <a:pt x="169164" y="166116"/>
                </a:lnTo>
                <a:lnTo>
                  <a:pt x="169164" y="170688"/>
                </a:lnTo>
                <a:lnTo>
                  <a:pt x="172212" y="170688"/>
                </a:lnTo>
                <a:lnTo>
                  <a:pt x="172212" y="117348"/>
                </a:lnTo>
                <a:lnTo>
                  <a:pt x="169164" y="117348"/>
                </a:lnTo>
                <a:lnTo>
                  <a:pt x="169164" y="123444"/>
                </a:lnTo>
                <a:lnTo>
                  <a:pt x="166116" y="129540"/>
                </a:lnTo>
                <a:lnTo>
                  <a:pt x="161544" y="134112"/>
                </a:lnTo>
                <a:lnTo>
                  <a:pt x="88392" y="134112"/>
                </a:lnTo>
                <a:lnTo>
                  <a:pt x="77724" y="123444"/>
                </a:lnTo>
                <a:lnTo>
                  <a:pt x="76200" y="118872"/>
                </a:lnTo>
                <a:lnTo>
                  <a:pt x="73152" y="114300"/>
                </a:lnTo>
                <a:lnTo>
                  <a:pt x="73152" y="99060"/>
                </a:lnTo>
                <a:lnTo>
                  <a:pt x="74676" y="96012"/>
                </a:lnTo>
                <a:lnTo>
                  <a:pt x="77724" y="92964"/>
                </a:lnTo>
                <a:lnTo>
                  <a:pt x="83820" y="89916"/>
                </a:lnTo>
                <a:lnTo>
                  <a:pt x="88392" y="88392"/>
                </a:lnTo>
                <a:lnTo>
                  <a:pt x="96012" y="86868"/>
                </a:lnTo>
                <a:lnTo>
                  <a:pt x="156972" y="86868"/>
                </a:lnTo>
                <a:lnTo>
                  <a:pt x="158496" y="88392"/>
                </a:lnTo>
                <a:lnTo>
                  <a:pt x="161544" y="88392"/>
                </a:lnTo>
                <a:lnTo>
                  <a:pt x="164592" y="89916"/>
                </a:lnTo>
                <a:lnTo>
                  <a:pt x="167640" y="92964"/>
                </a:lnTo>
                <a:lnTo>
                  <a:pt x="169164" y="97536"/>
                </a:lnTo>
                <a:lnTo>
                  <a:pt x="169164" y="103632"/>
                </a:lnTo>
                <a:lnTo>
                  <a:pt x="172212" y="103632"/>
                </a:lnTo>
                <a:lnTo>
                  <a:pt x="172212" y="50292"/>
                </a:lnTo>
                <a:close/>
              </a:path>
              <a:path extrusionOk="0" h="655320" w="212089">
                <a:moveTo>
                  <a:pt x="175260" y="527304"/>
                </a:moveTo>
                <a:lnTo>
                  <a:pt x="77724" y="492252"/>
                </a:lnTo>
                <a:lnTo>
                  <a:pt x="70104" y="489204"/>
                </a:lnTo>
                <a:lnTo>
                  <a:pt x="64008" y="484632"/>
                </a:lnTo>
                <a:lnTo>
                  <a:pt x="64008" y="477012"/>
                </a:lnTo>
                <a:lnTo>
                  <a:pt x="60960" y="477012"/>
                </a:lnTo>
                <a:lnTo>
                  <a:pt x="60960" y="510540"/>
                </a:lnTo>
                <a:lnTo>
                  <a:pt x="64008" y="510540"/>
                </a:lnTo>
                <a:lnTo>
                  <a:pt x="64008" y="501396"/>
                </a:lnTo>
                <a:lnTo>
                  <a:pt x="68580" y="496824"/>
                </a:lnTo>
                <a:lnTo>
                  <a:pt x="73152" y="496824"/>
                </a:lnTo>
                <a:lnTo>
                  <a:pt x="76200" y="498348"/>
                </a:lnTo>
                <a:lnTo>
                  <a:pt x="80772" y="501396"/>
                </a:lnTo>
                <a:lnTo>
                  <a:pt x="143256" y="524256"/>
                </a:lnTo>
                <a:lnTo>
                  <a:pt x="79248" y="551688"/>
                </a:lnTo>
                <a:lnTo>
                  <a:pt x="77724" y="553212"/>
                </a:lnTo>
                <a:lnTo>
                  <a:pt x="71628" y="553212"/>
                </a:lnTo>
                <a:lnTo>
                  <a:pt x="68580" y="551688"/>
                </a:lnTo>
                <a:lnTo>
                  <a:pt x="65532" y="548640"/>
                </a:lnTo>
                <a:lnTo>
                  <a:pt x="64008" y="545592"/>
                </a:lnTo>
                <a:lnTo>
                  <a:pt x="64008" y="539496"/>
                </a:lnTo>
                <a:lnTo>
                  <a:pt x="60960" y="539496"/>
                </a:lnTo>
                <a:lnTo>
                  <a:pt x="60960" y="591312"/>
                </a:lnTo>
                <a:lnTo>
                  <a:pt x="64008" y="591312"/>
                </a:lnTo>
                <a:lnTo>
                  <a:pt x="64008" y="582168"/>
                </a:lnTo>
                <a:lnTo>
                  <a:pt x="65532" y="580644"/>
                </a:lnTo>
                <a:lnTo>
                  <a:pt x="67056" y="577596"/>
                </a:lnTo>
                <a:lnTo>
                  <a:pt x="71628" y="574548"/>
                </a:lnTo>
                <a:lnTo>
                  <a:pt x="76200" y="573024"/>
                </a:lnTo>
                <a:lnTo>
                  <a:pt x="92964" y="566928"/>
                </a:lnTo>
                <a:lnTo>
                  <a:pt x="143256" y="591312"/>
                </a:lnTo>
                <a:lnTo>
                  <a:pt x="80772" y="615696"/>
                </a:lnTo>
                <a:lnTo>
                  <a:pt x="77724" y="617220"/>
                </a:lnTo>
                <a:lnTo>
                  <a:pt x="73152" y="618744"/>
                </a:lnTo>
                <a:lnTo>
                  <a:pt x="68580" y="618744"/>
                </a:lnTo>
                <a:lnTo>
                  <a:pt x="65532" y="615696"/>
                </a:lnTo>
                <a:lnTo>
                  <a:pt x="64008" y="615696"/>
                </a:lnTo>
                <a:lnTo>
                  <a:pt x="64008" y="608076"/>
                </a:lnTo>
                <a:lnTo>
                  <a:pt x="60960" y="608076"/>
                </a:lnTo>
                <a:lnTo>
                  <a:pt x="60960" y="655320"/>
                </a:lnTo>
                <a:lnTo>
                  <a:pt x="64008" y="655320"/>
                </a:lnTo>
                <a:lnTo>
                  <a:pt x="64008" y="649224"/>
                </a:lnTo>
                <a:lnTo>
                  <a:pt x="65532" y="646176"/>
                </a:lnTo>
                <a:lnTo>
                  <a:pt x="68580" y="644652"/>
                </a:lnTo>
                <a:lnTo>
                  <a:pt x="70104" y="641604"/>
                </a:lnTo>
                <a:lnTo>
                  <a:pt x="74676" y="640080"/>
                </a:lnTo>
                <a:lnTo>
                  <a:pt x="80772" y="637032"/>
                </a:lnTo>
                <a:lnTo>
                  <a:pt x="175260" y="600456"/>
                </a:lnTo>
                <a:lnTo>
                  <a:pt x="175260" y="598932"/>
                </a:lnTo>
                <a:lnTo>
                  <a:pt x="102108" y="562356"/>
                </a:lnTo>
                <a:lnTo>
                  <a:pt x="175260" y="531876"/>
                </a:lnTo>
                <a:lnTo>
                  <a:pt x="175260" y="527304"/>
                </a:lnTo>
                <a:close/>
              </a:path>
              <a:path extrusionOk="0" h="655320" w="212089">
                <a:moveTo>
                  <a:pt x="175260" y="228600"/>
                </a:moveTo>
                <a:lnTo>
                  <a:pt x="156756" y="193357"/>
                </a:lnTo>
                <a:lnTo>
                  <a:pt x="129540" y="181356"/>
                </a:lnTo>
                <a:lnTo>
                  <a:pt x="128016" y="184404"/>
                </a:lnTo>
                <a:lnTo>
                  <a:pt x="137160" y="188976"/>
                </a:lnTo>
                <a:lnTo>
                  <a:pt x="144780" y="193548"/>
                </a:lnTo>
                <a:lnTo>
                  <a:pt x="147828" y="198120"/>
                </a:lnTo>
                <a:lnTo>
                  <a:pt x="152400" y="204216"/>
                </a:lnTo>
                <a:lnTo>
                  <a:pt x="155448" y="211836"/>
                </a:lnTo>
                <a:lnTo>
                  <a:pt x="155448" y="219456"/>
                </a:lnTo>
                <a:lnTo>
                  <a:pt x="154343" y="227152"/>
                </a:lnTo>
                <a:lnTo>
                  <a:pt x="123253" y="252222"/>
                </a:lnTo>
                <a:lnTo>
                  <a:pt x="105156" y="254508"/>
                </a:lnTo>
                <a:lnTo>
                  <a:pt x="95643" y="253936"/>
                </a:lnTo>
                <a:lnTo>
                  <a:pt x="65532" y="234696"/>
                </a:lnTo>
                <a:lnTo>
                  <a:pt x="65532" y="217932"/>
                </a:lnTo>
                <a:lnTo>
                  <a:pt x="68580" y="214884"/>
                </a:lnTo>
                <a:lnTo>
                  <a:pt x="74676" y="211836"/>
                </a:lnTo>
                <a:lnTo>
                  <a:pt x="79248" y="210312"/>
                </a:lnTo>
                <a:lnTo>
                  <a:pt x="83820" y="210312"/>
                </a:lnTo>
                <a:lnTo>
                  <a:pt x="86868" y="208788"/>
                </a:lnTo>
                <a:lnTo>
                  <a:pt x="88392" y="207264"/>
                </a:lnTo>
                <a:lnTo>
                  <a:pt x="92964" y="205740"/>
                </a:lnTo>
                <a:lnTo>
                  <a:pt x="94488" y="202692"/>
                </a:lnTo>
                <a:lnTo>
                  <a:pt x="94488" y="193548"/>
                </a:lnTo>
                <a:lnTo>
                  <a:pt x="92964" y="192024"/>
                </a:lnTo>
                <a:lnTo>
                  <a:pt x="91440" y="188976"/>
                </a:lnTo>
                <a:lnTo>
                  <a:pt x="88392" y="187452"/>
                </a:lnTo>
                <a:lnTo>
                  <a:pt x="86868" y="185928"/>
                </a:lnTo>
                <a:lnTo>
                  <a:pt x="77724" y="185928"/>
                </a:lnTo>
                <a:lnTo>
                  <a:pt x="57912" y="222504"/>
                </a:lnTo>
                <a:lnTo>
                  <a:pt x="58788" y="233362"/>
                </a:lnTo>
                <a:lnTo>
                  <a:pt x="81953" y="265963"/>
                </a:lnTo>
                <a:lnTo>
                  <a:pt x="115824" y="274320"/>
                </a:lnTo>
                <a:lnTo>
                  <a:pt x="128701" y="273469"/>
                </a:lnTo>
                <a:lnTo>
                  <a:pt x="165608" y="253466"/>
                </a:lnTo>
                <a:lnTo>
                  <a:pt x="174129" y="237464"/>
                </a:lnTo>
                <a:lnTo>
                  <a:pt x="175260" y="228600"/>
                </a:lnTo>
                <a:close/>
              </a:path>
              <a:path extrusionOk="0" h="655320" w="212089">
                <a:moveTo>
                  <a:pt x="211823" y="36576"/>
                </a:moveTo>
                <a:lnTo>
                  <a:pt x="187439" y="3048"/>
                </a:lnTo>
                <a:lnTo>
                  <a:pt x="179819" y="0"/>
                </a:lnTo>
                <a:lnTo>
                  <a:pt x="164579" y="0"/>
                </a:lnTo>
                <a:lnTo>
                  <a:pt x="158483" y="3048"/>
                </a:lnTo>
                <a:lnTo>
                  <a:pt x="153911" y="6096"/>
                </a:lnTo>
                <a:lnTo>
                  <a:pt x="149339" y="10668"/>
                </a:lnTo>
                <a:lnTo>
                  <a:pt x="147815" y="15240"/>
                </a:lnTo>
                <a:lnTo>
                  <a:pt x="147815" y="28956"/>
                </a:lnTo>
                <a:lnTo>
                  <a:pt x="153911" y="35052"/>
                </a:lnTo>
                <a:lnTo>
                  <a:pt x="156959" y="36576"/>
                </a:lnTo>
                <a:lnTo>
                  <a:pt x="166103" y="36576"/>
                </a:lnTo>
                <a:lnTo>
                  <a:pt x="173723" y="21336"/>
                </a:lnTo>
                <a:lnTo>
                  <a:pt x="173723" y="19812"/>
                </a:lnTo>
                <a:lnTo>
                  <a:pt x="172199" y="16764"/>
                </a:lnTo>
                <a:lnTo>
                  <a:pt x="170675" y="15240"/>
                </a:lnTo>
                <a:lnTo>
                  <a:pt x="170675" y="12192"/>
                </a:lnTo>
                <a:lnTo>
                  <a:pt x="172199" y="12192"/>
                </a:lnTo>
                <a:lnTo>
                  <a:pt x="173723" y="10668"/>
                </a:lnTo>
                <a:lnTo>
                  <a:pt x="181343" y="10668"/>
                </a:lnTo>
                <a:lnTo>
                  <a:pt x="187439" y="13716"/>
                </a:lnTo>
                <a:lnTo>
                  <a:pt x="199631" y="22860"/>
                </a:lnTo>
                <a:lnTo>
                  <a:pt x="202679" y="28956"/>
                </a:lnTo>
                <a:lnTo>
                  <a:pt x="205727" y="36576"/>
                </a:lnTo>
                <a:lnTo>
                  <a:pt x="211823" y="365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140" name="Google Shape;8140;p111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989832" y="8718804"/>
            <a:ext cx="225552" cy="245363"/>
          </a:xfrm>
          <a:prstGeom prst="rect">
            <a:avLst/>
          </a:prstGeom>
          <a:noFill/>
          <a:ln>
            <a:noFill/>
          </a:ln>
        </p:spPr>
      </p:pic>
      <p:pic>
        <p:nvPicPr>
          <p:cNvPr id="8141" name="Google Shape;8141;p111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989832" y="7644384"/>
            <a:ext cx="211835" cy="9997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142" name="Google Shape;8142;p111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4047744" y="7222235"/>
            <a:ext cx="117348" cy="342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143" name="Google Shape;8143;p111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4285488" y="8485631"/>
            <a:ext cx="175260" cy="1205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144" name="Google Shape;8144;p111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4285488" y="7495031"/>
            <a:ext cx="225516" cy="914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145" name="Google Shape;8145;p111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4593335" y="9526523"/>
            <a:ext cx="143256" cy="143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46" name="Google Shape;8146;p111"/>
          <p:cNvGrpSpPr/>
          <p:nvPr/>
        </p:nvGrpSpPr>
        <p:grpSpPr>
          <a:xfrm>
            <a:off x="4582667" y="9153143"/>
            <a:ext cx="175261" cy="284988"/>
            <a:chOff x="4582667" y="9153143"/>
            <a:chExt cx="175261" cy="284988"/>
          </a:xfrm>
        </p:grpSpPr>
        <p:pic>
          <p:nvPicPr>
            <p:cNvPr id="8147" name="Google Shape;8147;p111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4582667" y="9252203"/>
              <a:ext cx="175259" cy="1859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48" name="Google Shape;8148;p111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4640580" y="9153143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49" name="Google Shape;8149;p111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4607052" y="8766047"/>
            <a:ext cx="150876" cy="318515"/>
          </a:xfrm>
          <a:prstGeom prst="rect">
            <a:avLst/>
          </a:prstGeom>
          <a:noFill/>
          <a:ln>
            <a:noFill/>
          </a:ln>
        </p:spPr>
      </p:pic>
      <p:pic>
        <p:nvPicPr>
          <p:cNvPr id="8150" name="Google Shape;8150;p111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4582667" y="7632192"/>
            <a:ext cx="175260" cy="106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151" name="Google Shape;8151;p111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640579" y="7219188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52" name="Google Shape;8152;p111"/>
          <p:cNvGrpSpPr/>
          <p:nvPr/>
        </p:nvGrpSpPr>
        <p:grpSpPr>
          <a:xfrm>
            <a:off x="4582667" y="6995159"/>
            <a:ext cx="175261" cy="148208"/>
            <a:chOff x="4582667" y="6995159"/>
            <a:chExt cx="175261" cy="148208"/>
          </a:xfrm>
        </p:grpSpPr>
        <p:sp>
          <p:nvSpPr>
            <p:cNvPr id="8153" name="Google Shape;8153;p111"/>
            <p:cNvSpPr/>
            <p:nvPr/>
          </p:nvSpPr>
          <p:spPr>
            <a:xfrm>
              <a:off x="4582667" y="7088123"/>
              <a:ext cx="172720" cy="55244"/>
            </a:xfrm>
            <a:custGeom>
              <a:rect b="b" l="l" r="r" t="t"/>
              <a:pathLst>
                <a:path extrusionOk="0" h="55245" w="172720">
                  <a:moveTo>
                    <a:pt x="15240" y="39624"/>
                  </a:moveTo>
                  <a:lnTo>
                    <a:pt x="7620" y="39624"/>
                  </a:lnTo>
                  <a:lnTo>
                    <a:pt x="4572" y="38100"/>
                  </a:lnTo>
                  <a:lnTo>
                    <a:pt x="0" y="33528"/>
                  </a:lnTo>
                  <a:lnTo>
                    <a:pt x="0" y="21336"/>
                  </a:lnTo>
                  <a:lnTo>
                    <a:pt x="4572" y="16764"/>
                  </a:lnTo>
                  <a:lnTo>
                    <a:pt x="7620" y="15240"/>
                  </a:lnTo>
                  <a:lnTo>
                    <a:pt x="15240" y="15240"/>
                  </a:lnTo>
                  <a:lnTo>
                    <a:pt x="18288" y="16764"/>
                  </a:lnTo>
                  <a:lnTo>
                    <a:pt x="22860" y="21336"/>
                  </a:lnTo>
                  <a:lnTo>
                    <a:pt x="24384" y="24384"/>
                  </a:lnTo>
                  <a:lnTo>
                    <a:pt x="24384" y="30480"/>
                  </a:lnTo>
                  <a:lnTo>
                    <a:pt x="22860" y="33528"/>
                  </a:lnTo>
                  <a:lnTo>
                    <a:pt x="18288" y="38100"/>
                  </a:lnTo>
                  <a:lnTo>
                    <a:pt x="15240" y="39624"/>
                  </a:lnTo>
                  <a:close/>
                </a:path>
                <a:path extrusionOk="0" h="55245" w="172720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58496" y="16764"/>
                  </a:lnTo>
                  <a:lnTo>
                    <a:pt x="164591" y="13716"/>
                  </a:lnTo>
                  <a:lnTo>
                    <a:pt x="166116" y="12192"/>
                  </a:lnTo>
                  <a:lnTo>
                    <a:pt x="166116" y="10668"/>
                  </a:lnTo>
                  <a:lnTo>
                    <a:pt x="167640" y="9144"/>
                  </a:lnTo>
                  <a:lnTo>
                    <a:pt x="169164" y="4572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96991" y="36576"/>
                  </a:lnTo>
                  <a:lnTo>
                    <a:pt x="88773" y="36766"/>
                  </a:lnTo>
                  <a:lnTo>
                    <a:pt x="83296" y="37218"/>
                  </a:lnTo>
                  <a:lnTo>
                    <a:pt x="79248" y="38100"/>
                  </a:lnTo>
                  <a:lnTo>
                    <a:pt x="76200" y="38100"/>
                  </a:lnTo>
                  <a:lnTo>
                    <a:pt x="74676" y="39624"/>
                  </a:lnTo>
                  <a:lnTo>
                    <a:pt x="73152" y="39624"/>
                  </a:lnTo>
                  <a:lnTo>
                    <a:pt x="73152" y="41148"/>
                  </a:lnTo>
                  <a:lnTo>
                    <a:pt x="71628" y="42672"/>
                  </a:lnTo>
                  <a:lnTo>
                    <a:pt x="71628" y="47244"/>
                  </a:lnTo>
                  <a:lnTo>
                    <a:pt x="74676" y="53340"/>
                  </a:lnTo>
                  <a:lnTo>
                    <a:pt x="71628" y="54864"/>
                  </a:lnTo>
                  <a:close/>
                </a:path>
                <a:path extrusionOk="0" h="55245" w="172720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7244"/>
                  </a:lnTo>
                  <a:lnTo>
                    <a:pt x="167640" y="44196"/>
                  </a:lnTo>
                  <a:lnTo>
                    <a:pt x="167640" y="42672"/>
                  </a:lnTo>
                  <a:lnTo>
                    <a:pt x="164591" y="39624"/>
                  </a:lnTo>
                  <a:lnTo>
                    <a:pt x="158496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154" name="Google Shape;8154;p111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640580" y="6995159"/>
              <a:ext cx="117348" cy="7315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155" name="Google Shape;8155;p111"/>
          <p:cNvSpPr/>
          <p:nvPr/>
        </p:nvSpPr>
        <p:spPr>
          <a:xfrm>
            <a:off x="4878311" y="8996172"/>
            <a:ext cx="175895" cy="687705"/>
          </a:xfrm>
          <a:custGeom>
            <a:rect b="b" l="l" r="r" t="t"/>
            <a:pathLst>
              <a:path extrusionOk="0" h="687704" w="175895">
                <a:moveTo>
                  <a:pt x="67068" y="606552"/>
                </a:moveTo>
                <a:lnTo>
                  <a:pt x="65544" y="601980"/>
                </a:lnTo>
                <a:lnTo>
                  <a:pt x="59448" y="595884"/>
                </a:lnTo>
                <a:lnTo>
                  <a:pt x="56400" y="594360"/>
                </a:lnTo>
                <a:lnTo>
                  <a:pt x="48780" y="594360"/>
                </a:lnTo>
                <a:lnTo>
                  <a:pt x="45732" y="595884"/>
                </a:lnTo>
                <a:lnTo>
                  <a:pt x="44208" y="598932"/>
                </a:lnTo>
                <a:lnTo>
                  <a:pt x="41160" y="600456"/>
                </a:lnTo>
                <a:lnTo>
                  <a:pt x="39636" y="603504"/>
                </a:lnTo>
                <a:lnTo>
                  <a:pt x="39636" y="611124"/>
                </a:lnTo>
                <a:lnTo>
                  <a:pt x="41160" y="612648"/>
                </a:lnTo>
                <a:lnTo>
                  <a:pt x="41160" y="618744"/>
                </a:lnTo>
                <a:lnTo>
                  <a:pt x="39636" y="618744"/>
                </a:lnTo>
                <a:lnTo>
                  <a:pt x="39636" y="620268"/>
                </a:lnTo>
                <a:lnTo>
                  <a:pt x="30492" y="620268"/>
                </a:lnTo>
                <a:lnTo>
                  <a:pt x="21348" y="617220"/>
                </a:lnTo>
                <a:lnTo>
                  <a:pt x="18300" y="614172"/>
                </a:lnTo>
                <a:lnTo>
                  <a:pt x="13728" y="608076"/>
                </a:lnTo>
                <a:lnTo>
                  <a:pt x="9156" y="600456"/>
                </a:lnTo>
                <a:lnTo>
                  <a:pt x="4584" y="600456"/>
                </a:lnTo>
                <a:lnTo>
                  <a:pt x="35064" y="630936"/>
                </a:lnTo>
                <a:lnTo>
                  <a:pt x="50304" y="630936"/>
                </a:lnTo>
                <a:lnTo>
                  <a:pt x="56400" y="629412"/>
                </a:lnTo>
                <a:lnTo>
                  <a:pt x="65544" y="620268"/>
                </a:lnTo>
                <a:lnTo>
                  <a:pt x="67068" y="615696"/>
                </a:lnTo>
                <a:lnTo>
                  <a:pt x="67068" y="606552"/>
                </a:lnTo>
                <a:close/>
              </a:path>
              <a:path extrusionOk="0" h="687704" w="175895">
                <a:moveTo>
                  <a:pt x="68592" y="661416"/>
                </a:moveTo>
                <a:lnTo>
                  <a:pt x="67068" y="658368"/>
                </a:lnTo>
                <a:lnTo>
                  <a:pt x="64020" y="655320"/>
                </a:lnTo>
                <a:lnTo>
                  <a:pt x="62496" y="652272"/>
                </a:lnTo>
                <a:lnTo>
                  <a:pt x="57924" y="650748"/>
                </a:lnTo>
                <a:lnTo>
                  <a:pt x="50304" y="650748"/>
                </a:lnTo>
                <a:lnTo>
                  <a:pt x="47256" y="652272"/>
                </a:lnTo>
                <a:lnTo>
                  <a:pt x="45732" y="655320"/>
                </a:lnTo>
                <a:lnTo>
                  <a:pt x="42684" y="656844"/>
                </a:lnTo>
                <a:lnTo>
                  <a:pt x="41160" y="659892"/>
                </a:lnTo>
                <a:lnTo>
                  <a:pt x="41160" y="667512"/>
                </a:lnTo>
                <a:lnTo>
                  <a:pt x="42684" y="669036"/>
                </a:lnTo>
                <a:lnTo>
                  <a:pt x="42684" y="675132"/>
                </a:lnTo>
                <a:lnTo>
                  <a:pt x="41160" y="675132"/>
                </a:lnTo>
                <a:lnTo>
                  <a:pt x="41160" y="676656"/>
                </a:lnTo>
                <a:lnTo>
                  <a:pt x="30492" y="676656"/>
                </a:lnTo>
                <a:lnTo>
                  <a:pt x="25920" y="675132"/>
                </a:lnTo>
                <a:lnTo>
                  <a:pt x="21348" y="672084"/>
                </a:lnTo>
                <a:lnTo>
                  <a:pt x="13728" y="664464"/>
                </a:lnTo>
                <a:lnTo>
                  <a:pt x="10680" y="656844"/>
                </a:lnTo>
                <a:lnTo>
                  <a:pt x="4584" y="656844"/>
                </a:lnTo>
                <a:lnTo>
                  <a:pt x="35064" y="687324"/>
                </a:lnTo>
                <a:lnTo>
                  <a:pt x="50304" y="687324"/>
                </a:lnTo>
                <a:lnTo>
                  <a:pt x="56400" y="685800"/>
                </a:lnTo>
                <a:lnTo>
                  <a:pt x="60972" y="681228"/>
                </a:lnTo>
                <a:lnTo>
                  <a:pt x="67068" y="676656"/>
                </a:lnTo>
                <a:lnTo>
                  <a:pt x="68592" y="672084"/>
                </a:lnTo>
                <a:lnTo>
                  <a:pt x="68592" y="661416"/>
                </a:lnTo>
                <a:close/>
              </a:path>
              <a:path extrusionOk="0" h="687704" w="175895">
                <a:moveTo>
                  <a:pt x="68592" y="86868"/>
                </a:moveTo>
                <a:lnTo>
                  <a:pt x="65989" y="80327"/>
                </a:lnTo>
                <a:lnTo>
                  <a:pt x="62687" y="74485"/>
                </a:lnTo>
                <a:lnTo>
                  <a:pt x="58508" y="69519"/>
                </a:lnTo>
                <a:lnTo>
                  <a:pt x="55321" y="67056"/>
                </a:lnTo>
                <a:lnTo>
                  <a:pt x="53352" y="65532"/>
                </a:lnTo>
                <a:lnTo>
                  <a:pt x="45732" y="59436"/>
                </a:lnTo>
                <a:lnTo>
                  <a:pt x="38112" y="56388"/>
                </a:lnTo>
                <a:lnTo>
                  <a:pt x="22872" y="56388"/>
                </a:lnTo>
                <a:lnTo>
                  <a:pt x="16776" y="59436"/>
                </a:lnTo>
                <a:lnTo>
                  <a:pt x="12204" y="62484"/>
                </a:lnTo>
                <a:lnTo>
                  <a:pt x="7632" y="67056"/>
                </a:lnTo>
                <a:lnTo>
                  <a:pt x="4584" y="71628"/>
                </a:lnTo>
                <a:lnTo>
                  <a:pt x="4584" y="82296"/>
                </a:lnTo>
                <a:lnTo>
                  <a:pt x="6108" y="85344"/>
                </a:lnTo>
                <a:lnTo>
                  <a:pt x="12204" y="91440"/>
                </a:lnTo>
                <a:lnTo>
                  <a:pt x="15252" y="92964"/>
                </a:lnTo>
                <a:lnTo>
                  <a:pt x="22872" y="92964"/>
                </a:lnTo>
                <a:lnTo>
                  <a:pt x="28968" y="89916"/>
                </a:lnTo>
                <a:lnTo>
                  <a:pt x="32016" y="83820"/>
                </a:lnTo>
                <a:lnTo>
                  <a:pt x="32016" y="76200"/>
                </a:lnTo>
                <a:lnTo>
                  <a:pt x="30492" y="73152"/>
                </a:lnTo>
                <a:lnTo>
                  <a:pt x="30492" y="70104"/>
                </a:lnTo>
                <a:lnTo>
                  <a:pt x="32016" y="68580"/>
                </a:lnTo>
                <a:lnTo>
                  <a:pt x="33540" y="68580"/>
                </a:lnTo>
                <a:lnTo>
                  <a:pt x="35064" y="67056"/>
                </a:lnTo>
                <a:lnTo>
                  <a:pt x="42684" y="67056"/>
                </a:lnTo>
                <a:lnTo>
                  <a:pt x="47256" y="68580"/>
                </a:lnTo>
                <a:lnTo>
                  <a:pt x="50304" y="71628"/>
                </a:lnTo>
                <a:lnTo>
                  <a:pt x="54876" y="73152"/>
                </a:lnTo>
                <a:lnTo>
                  <a:pt x="59448" y="79248"/>
                </a:lnTo>
                <a:lnTo>
                  <a:pt x="64020" y="86868"/>
                </a:lnTo>
                <a:lnTo>
                  <a:pt x="68592" y="86868"/>
                </a:lnTo>
                <a:close/>
              </a:path>
              <a:path extrusionOk="0" h="687704" w="175895">
                <a:moveTo>
                  <a:pt x="68592" y="32004"/>
                </a:moveTo>
                <a:lnTo>
                  <a:pt x="38112" y="0"/>
                </a:lnTo>
                <a:lnTo>
                  <a:pt x="22872" y="0"/>
                </a:lnTo>
                <a:lnTo>
                  <a:pt x="16776" y="3048"/>
                </a:lnTo>
                <a:lnTo>
                  <a:pt x="12204" y="7620"/>
                </a:lnTo>
                <a:lnTo>
                  <a:pt x="7632" y="10668"/>
                </a:lnTo>
                <a:lnTo>
                  <a:pt x="4584" y="16764"/>
                </a:lnTo>
                <a:lnTo>
                  <a:pt x="4584" y="25908"/>
                </a:lnTo>
                <a:lnTo>
                  <a:pt x="6108" y="28956"/>
                </a:lnTo>
                <a:lnTo>
                  <a:pt x="12204" y="35052"/>
                </a:lnTo>
                <a:lnTo>
                  <a:pt x="15252" y="36576"/>
                </a:lnTo>
                <a:lnTo>
                  <a:pt x="22872" y="36576"/>
                </a:lnTo>
                <a:lnTo>
                  <a:pt x="28968" y="33528"/>
                </a:lnTo>
                <a:lnTo>
                  <a:pt x="32016" y="27432"/>
                </a:lnTo>
                <a:lnTo>
                  <a:pt x="32016" y="19812"/>
                </a:lnTo>
                <a:lnTo>
                  <a:pt x="30492" y="18288"/>
                </a:lnTo>
                <a:lnTo>
                  <a:pt x="30492" y="13716"/>
                </a:lnTo>
                <a:lnTo>
                  <a:pt x="32016" y="12192"/>
                </a:lnTo>
                <a:lnTo>
                  <a:pt x="33540" y="12192"/>
                </a:lnTo>
                <a:lnTo>
                  <a:pt x="35064" y="10668"/>
                </a:lnTo>
                <a:lnTo>
                  <a:pt x="42684" y="10668"/>
                </a:lnTo>
                <a:lnTo>
                  <a:pt x="47256" y="12192"/>
                </a:lnTo>
                <a:lnTo>
                  <a:pt x="56400" y="18288"/>
                </a:lnTo>
                <a:lnTo>
                  <a:pt x="59448" y="24384"/>
                </a:lnTo>
                <a:lnTo>
                  <a:pt x="59537" y="24561"/>
                </a:lnTo>
                <a:lnTo>
                  <a:pt x="64020" y="32004"/>
                </a:lnTo>
                <a:lnTo>
                  <a:pt x="68592" y="32004"/>
                </a:lnTo>
                <a:close/>
              </a:path>
              <a:path extrusionOk="0" h="687704" w="175895">
                <a:moveTo>
                  <a:pt x="172212" y="214884"/>
                </a:moveTo>
                <a:lnTo>
                  <a:pt x="169164" y="214884"/>
                </a:lnTo>
                <a:lnTo>
                  <a:pt x="169164" y="222504"/>
                </a:lnTo>
                <a:lnTo>
                  <a:pt x="167640" y="225552"/>
                </a:lnTo>
                <a:lnTo>
                  <a:pt x="164592" y="228600"/>
                </a:lnTo>
                <a:lnTo>
                  <a:pt x="163068" y="228600"/>
                </a:lnTo>
                <a:lnTo>
                  <a:pt x="160020" y="230124"/>
                </a:lnTo>
                <a:lnTo>
                  <a:pt x="155448" y="231648"/>
                </a:lnTo>
                <a:lnTo>
                  <a:pt x="82296" y="231648"/>
                </a:lnTo>
                <a:lnTo>
                  <a:pt x="77724" y="233172"/>
                </a:lnTo>
                <a:lnTo>
                  <a:pt x="70104" y="236220"/>
                </a:lnTo>
                <a:lnTo>
                  <a:pt x="65532" y="239268"/>
                </a:lnTo>
                <a:lnTo>
                  <a:pt x="59436" y="248412"/>
                </a:lnTo>
                <a:lnTo>
                  <a:pt x="57912" y="254508"/>
                </a:lnTo>
                <a:lnTo>
                  <a:pt x="57912" y="260604"/>
                </a:lnTo>
                <a:lnTo>
                  <a:pt x="59372" y="269773"/>
                </a:lnTo>
                <a:lnTo>
                  <a:pt x="63817" y="279082"/>
                </a:lnTo>
                <a:lnTo>
                  <a:pt x="71424" y="288683"/>
                </a:lnTo>
                <a:lnTo>
                  <a:pt x="82296" y="298704"/>
                </a:lnTo>
                <a:lnTo>
                  <a:pt x="57912" y="298704"/>
                </a:lnTo>
                <a:lnTo>
                  <a:pt x="57912" y="303276"/>
                </a:lnTo>
                <a:lnTo>
                  <a:pt x="71628" y="336804"/>
                </a:lnTo>
                <a:lnTo>
                  <a:pt x="74676" y="333756"/>
                </a:lnTo>
                <a:lnTo>
                  <a:pt x="73152" y="330708"/>
                </a:lnTo>
                <a:lnTo>
                  <a:pt x="73152" y="323088"/>
                </a:lnTo>
                <a:lnTo>
                  <a:pt x="76200" y="320040"/>
                </a:lnTo>
                <a:lnTo>
                  <a:pt x="77724" y="320040"/>
                </a:lnTo>
                <a:lnTo>
                  <a:pt x="80772" y="318516"/>
                </a:lnTo>
                <a:lnTo>
                  <a:pt x="161544" y="318516"/>
                </a:lnTo>
                <a:lnTo>
                  <a:pt x="164592" y="321564"/>
                </a:lnTo>
                <a:lnTo>
                  <a:pt x="167640" y="323088"/>
                </a:lnTo>
                <a:lnTo>
                  <a:pt x="169164" y="326136"/>
                </a:lnTo>
                <a:lnTo>
                  <a:pt x="169164" y="335280"/>
                </a:lnTo>
                <a:lnTo>
                  <a:pt x="172212" y="335280"/>
                </a:lnTo>
                <a:lnTo>
                  <a:pt x="172212" y="318516"/>
                </a:lnTo>
                <a:lnTo>
                  <a:pt x="172212" y="281940"/>
                </a:lnTo>
                <a:lnTo>
                  <a:pt x="169164" y="281940"/>
                </a:lnTo>
                <a:lnTo>
                  <a:pt x="169164" y="291084"/>
                </a:lnTo>
                <a:lnTo>
                  <a:pt x="163068" y="297180"/>
                </a:lnTo>
                <a:lnTo>
                  <a:pt x="160020" y="297180"/>
                </a:lnTo>
                <a:lnTo>
                  <a:pt x="155448" y="298704"/>
                </a:lnTo>
                <a:lnTo>
                  <a:pt x="88392" y="298704"/>
                </a:lnTo>
                <a:lnTo>
                  <a:pt x="82156" y="290944"/>
                </a:lnTo>
                <a:lnTo>
                  <a:pt x="77343" y="283464"/>
                </a:lnTo>
                <a:lnTo>
                  <a:pt x="74256" y="275996"/>
                </a:lnTo>
                <a:lnTo>
                  <a:pt x="73152" y="268224"/>
                </a:lnTo>
                <a:lnTo>
                  <a:pt x="73152" y="262128"/>
                </a:lnTo>
                <a:lnTo>
                  <a:pt x="76200" y="257556"/>
                </a:lnTo>
                <a:lnTo>
                  <a:pt x="85344" y="251460"/>
                </a:lnTo>
                <a:lnTo>
                  <a:pt x="163068" y="251460"/>
                </a:lnTo>
                <a:lnTo>
                  <a:pt x="166116" y="252984"/>
                </a:lnTo>
                <a:lnTo>
                  <a:pt x="167640" y="256032"/>
                </a:lnTo>
                <a:lnTo>
                  <a:pt x="169164" y="257556"/>
                </a:lnTo>
                <a:lnTo>
                  <a:pt x="169164" y="268224"/>
                </a:lnTo>
                <a:lnTo>
                  <a:pt x="172212" y="268224"/>
                </a:lnTo>
                <a:lnTo>
                  <a:pt x="172212" y="251460"/>
                </a:lnTo>
                <a:lnTo>
                  <a:pt x="172212" y="214884"/>
                </a:lnTo>
                <a:close/>
              </a:path>
              <a:path extrusionOk="0" h="687704" w="175895">
                <a:moveTo>
                  <a:pt x="175260" y="495300"/>
                </a:moveTo>
                <a:lnTo>
                  <a:pt x="161544" y="464820"/>
                </a:lnTo>
                <a:lnTo>
                  <a:pt x="158496" y="464820"/>
                </a:lnTo>
                <a:lnTo>
                  <a:pt x="160020" y="469392"/>
                </a:lnTo>
                <a:lnTo>
                  <a:pt x="161544" y="470916"/>
                </a:lnTo>
                <a:lnTo>
                  <a:pt x="161544" y="475488"/>
                </a:lnTo>
                <a:lnTo>
                  <a:pt x="160020" y="477012"/>
                </a:lnTo>
                <a:lnTo>
                  <a:pt x="158496" y="477012"/>
                </a:lnTo>
                <a:lnTo>
                  <a:pt x="158496" y="478536"/>
                </a:lnTo>
                <a:lnTo>
                  <a:pt x="155448" y="480060"/>
                </a:lnTo>
                <a:lnTo>
                  <a:pt x="149352" y="480060"/>
                </a:lnTo>
                <a:lnTo>
                  <a:pt x="141732" y="481584"/>
                </a:lnTo>
                <a:lnTo>
                  <a:pt x="0" y="481584"/>
                </a:lnTo>
                <a:lnTo>
                  <a:pt x="0" y="486156"/>
                </a:lnTo>
                <a:lnTo>
                  <a:pt x="13716" y="518160"/>
                </a:lnTo>
                <a:lnTo>
                  <a:pt x="16764" y="516636"/>
                </a:lnTo>
                <a:lnTo>
                  <a:pt x="15240" y="513588"/>
                </a:lnTo>
                <a:lnTo>
                  <a:pt x="15240" y="505968"/>
                </a:lnTo>
                <a:lnTo>
                  <a:pt x="18288" y="502920"/>
                </a:lnTo>
                <a:lnTo>
                  <a:pt x="19812" y="502920"/>
                </a:lnTo>
                <a:lnTo>
                  <a:pt x="22860" y="501396"/>
                </a:lnTo>
                <a:lnTo>
                  <a:pt x="68580" y="501396"/>
                </a:lnTo>
                <a:lnTo>
                  <a:pt x="60960" y="507492"/>
                </a:lnTo>
                <a:lnTo>
                  <a:pt x="57912" y="515112"/>
                </a:lnTo>
                <a:lnTo>
                  <a:pt x="57912" y="524256"/>
                </a:lnTo>
                <a:lnTo>
                  <a:pt x="59080" y="535355"/>
                </a:lnTo>
                <a:lnTo>
                  <a:pt x="88061" y="568604"/>
                </a:lnTo>
                <a:lnTo>
                  <a:pt x="121920" y="577596"/>
                </a:lnTo>
                <a:lnTo>
                  <a:pt x="133019" y="576745"/>
                </a:lnTo>
                <a:lnTo>
                  <a:pt x="166903" y="556768"/>
                </a:lnTo>
                <a:lnTo>
                  <a:pt x="175260" y="527304"/>
                </a:lnTo>
                <a:lnTo>
                  <a:pt x="173736" y="521208"/>
                </a:lnTo>
                <a:lnTo>
                  <a:pt x="170688" y="516636"/>
                </a:lnTo>
                <a:lnTo>
                  <a:pt x="169164" y="512064"/>
                </a:lnTo>
                <a:lnTo>
                  <a:pt x="164592" y="505968"/>
                </a:lnTo>
                <a:lnTo>
                  <a:pt x="160020" y="503224"/>
                </a:lnTo>
                <a:lnTo>
                  <a:pt x="160020" y="513588"/>
                </a:lnTo>
                <a:lnTo>
                  <a:pt x="160020" y="521208"/>
                </a:lnTo>
                <a:lnTo>
                  <a:pt x="131826" y="551688"/>
                </a:lnTo>
                <a:lnTo>
                  <a:pt x="111899" y="554697"/>
                </a:lnTo>
                <a:lnTo>
                  <a:pt x="110617" y="554697"/>
                </a:lnTo>
                <a:lnTo>
                  <a:pt x="68580" y="537972"/>
                </a:lnTo>
                <a:lnTo>
                  <a:pt x="65532" y="531876"/>
                </a:lnTo>
                <a:lnTo>
                  <a:pt x="65532" y="521208"/>
                </a:lnTo>
                <a:lnTo>
                  <a:pt x="67056" y="518160"/>
                </a:lnTo>
                <a:lnTo>
                  <a:pt x="68580" y="513588"/>
                </a:lnTo>
                <a:lnTo>
                  <a:pt x="74676" y="507492"/>
                </a:lnTo>
                <a:lnTo>
                  <a:pt x="79248" y="504444"/>
                </a:lnTo>
                <a:lnTo>
                  <a:pt x="88392" y="501396"/>
                </a:lnTo>
                <a:lnTo>
                  <a:pt x="149352" y="501396"/>
                </a:lnTo>
                <a:lnTo>
                  <a:pt x="156972" y="507492"/>
                </a:lnTo>
                <a:lnTo>
                  <a:pt x="160020" y="513588"/>
                </a:lnTo>
                <a:lnTo>
                  <a:pt x="160020" y="503224"/>
                </a:lnTo>
                <a:lnTo>
                  <a:pt x="156972" y="501396"/>
                </a:lnTo>
                <a:lnTo>
                  <a:pt x="175260" y="501396"/>
                </a:lnTo>
                <a:lnTo>
                  <a:pt x="175260" y="495300"/>
                </a:lnTo>
                <a:close/>
              </a:path>
              <a:path extrusionOk="0" h="687704" w="175895">
                <a:moveTo>
                  <a:pt x="175260" y="399288"/>
                </a:moveTo>
                <a:lnTo>
                  <a:pt x="167640" y="370332"/>
                </a:lnTo>
                <a:lnTo>
                  <a:pt x="167640" y="385572"/>
                </a:lnTo>
                <a:lnTo>
                  <a:pt x="167640" y="393192"/>
                </a:lnTo>
                <a:lnTo>
                  <a:pt x="141427" y="423100"/>
                </a:lnTo>
                <a:lnTo>
                  <a:pt x="108204" y="428244"/>
                </a:lnTo>
                <a:lnTo>
                  <a:pt x="97536" y="428244"/>
                </a:lnTo>
                <a:lnTo>
                  <a:pt x="89916" y="426720"/>
                </a:lnTo>
                <a:lnTo>
                  <a:pt x="83820" y="423672"/>
                </a:lnTo>
                <a:lnTo>
                  <a:pt x="76200" y="422148"/>
                </a:lnTo>
                <a:lnTo>
                  <a:pt x="71628" y="417576"/>
                </a:lnTo>
                <a:lnTo>
                  <a:pt x="70104" y="413004"/>
                </a:lnTo>
                <a:lnTo>
                  <a:pt x="67056" y="409956"/>
                </a:lnTo>
                <a:lnTo>
                  <a:pt x="65532" y="405384"/>
                </a:lnTo>
                <a:lnTo>
                  <a:pt x="65633" y="391553"/>
                </a:lnTo>
                <a:lnTo>
                  <a:pt x="70104" y="385572"/>
                </a:lnTo>
                <a:lnTo>
                  <a:pt x="110731" y="368122"/>
                </a:lnTo>
                <a:lnTo>
                  <a:pt x="124968" y="367284"/>
                </a:lnTo>
                <a:lnTo>
                  <a:pt x="135572" y="367626"/>
                </a:lnTo>
                <a:lnTo>
                  <a:pt x="167640" y="385572"/>
                </a:lnTo>
                <a:lnTo>
                  <a:pt x="167640" y="370332"/>
                </a:lnTo>
                <a:lnTo>
                  <a:pt x="137020" y="347649"/>
                </a:lnTo>
                <a:lnTo>
                  <a:pt x="114300" y="344424"/>
                </a:lnTo>
                <a:lnTo>
                  <a:pt x="104305" y="345262"/>
                </a:lnTo>
                <a:lnTo>
                  <a:pt x="68846" y="365188"/>
                </a:lnTo>
                <a:lnTo>
                  <a:pt x="57912" y="397764"/>
                </a:lnTo>
                <a:lnTo>
                  <a:pt x="58039" y="399288"/>
                </a:lnTo>
                <a:lnTo>
                  <a:pt x="58153" y="400672"/>
                </a:lnTo>
                <a:lnTo>
                  <a:pt x="80327" y="439534"/>
                </a:lnTo>
                <a:lnTo>
                  <a:pt x="117348" y="451104"/>
                </a:lnTo>
                <a:lnTo>
                  <a:pt x="127596" y="450278"/>
                </a:lnTo>
                <a:lnTo>
                  <a:pt x="164338" y="430580"/>
                </a:lnTo>
                <a:lnTo>
                  <a:pt x="165900" y="428244"/>
                </a:lnTo>
                <a:lnTo>
                  <a:pt x="170497" y="421386"/>
                </a:lnTo>
                <a:lnTo>
                  <a:pt x="174104" y="411060"/>
                </a:lnTo>
                <a:lnTo>
                  <a:pt x="174205" y="409956"/>
                </a:lnTo>
                <a:lnTo>
                  <a:pt x="175260" y="399288"/>
                </a:lnTo>
                <a:close/>
              </a:path>
              <a:path extrusionOk="0" h="687704" w="175895">
                <a:moveTo>
                  <a:pt x="175272" y="155448"/>
                </a:moveTo>
                <a:lnTo>
                  <a:pt x="155956" y="119595"/>
                </a:lnTo>
                <a:lnTo>
                  <a:pt x="132600" y="109728"/>
                </a:lnTo>
                <a:lnTo>
                  <a:pt x="129552" y="112776"/>
                </a:lnTo>
                <a:lnTo>
                  <a:pt x="140220" y="117348"/>
                </a:lnTo>
                <a:lnTo>
                  <a:pt x="146316" y="121920"/>
                </a:lnTo>
                <a:lnTo>
                  <a:pt x="150888" y="126492"/>
                </a:lnTo>
                <a:lnTo>
                  <a:pt x="153936" y="132588"/>
                </a:lnTo>
                <a:lnTo>
                  <a:pt x="155409" y="138493"/>
                </a:lnTo>
                <a:lnTo>
                  <a:pt x="155282" y="146304"/>
                </a:lnTo>
                <a:lnTo>
                  <a:pt x="134048" y="178625"/>
                </a:lnTo>
                <a:lnTo>
                  <a:pt x="125120" y="181813"/>
                </a:lnTo>
                <a:lnTo>
                  <a:pt x="125463" y="181813"/>
                </a:lnTo>
                <a:lnTo>
                  <a:pt x="114096" y="183819"/>
                </a:lnTo>
                <a:lnTo>
                  <a:pt x="102120" y="184404"/>
                </a:lnTo>
                <a:lnTo>
                  <a:pt x="102120" y="134112"/>
                </a:lnTo>
                <a:lnTo>
                  <a:pt x="102120" y="109728"/>
                </a:lnTo>
                <a:lnTo>
                  <a:pt x="94500" y="110388"/>
                </a:lnTo>
                <a:lnTo>
                  <a:pt x="94500" y="134112"/>
                </a:lnTo>
                <a:lnTo>
                  <a:pt x="94500" y="184404"/>
                </a:lnTo>
                <a:lnTo>
                  <a:pt x="85356" y="184404"/>
                </a:lnTo>
                <a:lnTo>
                  <a:pt x="79260" y="181356"/>
                </a:lnTo>
                <a:lnTo>
                  <a:pt x="68592" y="170688"/>
                </a:lnTo>
                <a:lnTo>
                  <a:pt x="65544" y="164592"/>
                </a:lnTo>
                <a:lnTo>
                  <a:pt x="65544" y="153924"/>
                </a:lnTo>
                <a:lnTo>
                  <a:pt x="67068" y="149352"/>
                </a:lnTo>
                <a:lnTo>
                  <a:pt x="70116" y="146304"/>
                </a:lnTo>
                <a:lnTo>
                  <a:pt x="71640" y="141732"/>
                </a:lnTo>
                <a:lnTo>
                  <a:pt x="76212" y="138684"/>
                </a:lnTo>
                <a:lnTo>
                  <a:pt x="80784" y="137160"/>
                </a:lnTo>
                <a:lnTo>
                  <a:pt x="82308" y="135636"/>
                </a:lnTo>
                <a:lnTo>
                  <a:pt x="88404" y="135636"/>
                </a:lnTo>
                <a:lnTo>
                  <a:pt x="94500" y="134112"/>
                </a:lnTo>
                <a:lnTo>
                  <a:pt x="94500" y="110388"/>
                </a:lnTo>
                <a:lnTo>
                  <a:pt x="92405" y="110566"/>
                </a:lnTo>
                <a:lnTo>
                  <a:pt x="61163" y="135445"/>
                </a:lnTo>
                <a:lnTo>
                  <a:pt x="57924" y="152400"/>
                </a:lnTo>
                <a:lnTo>
                  <a:pt x="59042" y="163258"/>
                </a:lnTo>
                <a:lnTo>
                  <a:pt x="83299" y="194983"/>
                </a:lnTo>
                <a:lnTo>
                  <a:pt x="118884" y="202692"/>
                </a:lnTo>
                <a:lnTo>
                  <a:pt x="130886" y="201841"/>
                </a:lnTo>
                <a:lnTo>
                  <a:pt x="141744" y="199263"/>
                </a:lnTo>
                <a:lnTo>
                  <a:pt x="151460" y="194983"/>
                </a:lnTo>
                <a:lnTo>
                  <a:pt x="160032" y="188976"/>
                </a:lnTo>
                <a:lnTo>
                  <a:pt x="164414" y="184404"/>
                </a:lnTo>
                <a:lnTo>
                  <a:pt x="166903" y="181813"/>
                </a:lnTo>
                <a:lnTo>
                  <a:pt x="171653" y="173926"/>
                </a:lnTo>
                <a:lnTo>
                  <a:pt x="171704" y="173736"/>
                </a:lnTo>
                <a:lnTo>
                  <a:pt x="174383" y="165188"/>
                </a:lnTo>
                <a:lnTo>
                  <a:pt x="174434" y="164592"/>
                </a:lnTo>
                <a:lnTo>
                  <a:pt x="174561" y="163258"/>
                </a:lnTo>
                <a:lnTo>
                  <a:pt x="175272" y="1554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156" name="Google Shape;8156;p111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4878323" y="8176259"/>
            <a:ext cx="225552" cy="743712"/>
          </a:xfrm>
          <a:prstGeom prst="rect">
            <a:avLst/>
          </a:prstGeom>
          <a:noFill/>
          <a:ln>
            <a:noFill/>
          </a:ln>
        </p:spPr>
      </p:pic>
      <p:pic>
        <p:nvPicPr>
          <p:cNvPr id="8157" name="Google Shape;8157;p111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878323" y="7240523"/>
            <a:ext cx="225552" cy="864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158" name="Google Shape;8158;p111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4878323" y="6658355"/>
            <a:ext cx="175260" cy="495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159" name="Google Shape;8159;p111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5233415" y="8778240"/>
            <a:ext cx="167640" cy="914400"/>
          </a:xfrm>
          <a:prstGeom prst="rect">
            <a:avLst/>
          </a:prstGeom>
          <a:noFill/>
          <a:ln>
            <a:noFill/>
          </a:ln>
        </p:spPr>
      </p:pic>
      <p:sp>
        <p:nvSpPr>
          <p:cNvPr id="8160" name="Google Shape;8160;p111"/>
          <p:cNvSpPr/>
          <p:nvPr/>
        </p:nvSpPr>
        <p:spPr>
          <a:xfrm>
            <a:off x="5233416" y="8182356"/>
            <a:ext cx="117475" cy="530860"/>
          </a:xfrm>
          <a:custGeom>
            <a:rect b="b" l="l" r="r" t="t"/>
            <a:pathLst>
              <a:path extrusionOk="0" h="530859" w="117475">
                <a:moveTo>
                  <a:pt x="114300" y="344424"/>
                </a:moveTo>
                <a:lnTo>
                  <a:pt x="111252" y="344424"/>
                </a:lnTo>
                <a:lnTo>
                  <a:pt x="111252" y="350520"/>
                </a:lnTo>
                <a:lnTo>
                  <a:pt x="109728" y="353568"/>
                </a:lnTo>
                <a:lnTo>
                  <a:pt x="108204" y="355092"/>
                </a:lnTo>
                <a:lnTo>
                  <a:pt x="108204" y="358140"/>
                </a:lnTo>
                <a:lnTo>
                  <a:pt x="106680" y="359664"/>
                </a:lnTo>
                <a:lnTo>
                  <a:pt x="103632" y="359664"/>
                </a:lnTo>
                <a:lnTo>
                  <a:pt x="102108" y="361188"/>
                </a:lnTo>
                <a:lnTo>
                  <a:pt x="30480" y="361188"/>
                </a:lnTo>
                <a:lnTo>
                  <a:pt x="0" y="384048"/>
                </a:lnTo>
                <a:lnTo>
                  <a:pt x="0" y="396240"/>
                </a:lnTo>
                <a:lnTo>
                  <a:pt x="1524" y="402336"/>
                </a:lnTo>
                <a:lnTo>
                  <a:pt x="4572" y="406908"/>
                </a:lnTo>
                <a:lnTo>
                  <a:pt x="7442" y="411746"/>
                </a:lnTo>
                <a:lnTo>
                  <a:pt x="11620" y="417004"/>
                </a:lnTo>
                <a:lnTo>
                  <a:pt x="17208" y="422554"/>
                </a:lnTo>
                <a:lnTo>
                  <a:pt x="24384" y="428244"/>
                </a:lnTo>
                <a:lnTo>
                  <a:pt x="15240" y="429768"/>
                </a:lnTo>
                <a:lnTo>
                  <a:pt x="9144" y="432816"/>
                </a:lnTo>
                <a:lnTo>
                  <a:pt x="6096" y="437388"/>
                </a:lnTo>
                <a:lnTo>
                  <a:pt x="1524" y="443484"/>
                </a:lnTo>
                <a:lnTo>
                  <a:pt x="0" y="448056"/>
                </a:lnTo>
                <a:lnTo>
                  <a:pt x="0" y="463296"/>
                </a:lnTo>
                <a:lnTo>
                  <a:pt x="1524" y="467868"/>
                </a:lnTo>
                <a:lnTo>
                  <a:pt x="4572" y="470916"/>
                </a:lnTo>
                <a:lnTo>
                  <a:pt x="6096" y="475488"/>
                </a:lnTo>
                <a:lnTo>
                  <a:pt x="15240" y="484632"/>
                </a:lnTo>
                <a:lnTo>
                  <a:pt x="24384" y="492252"/>
                </a:lnTo>
                <a:lnTo>
                  <a:pt x="0" y="492252"/>
                </a:lnTo>
                <a:lnTo>
                  <a:pt x="0" y="498348"/>
                </a:lnTo>
                <a:lnTo>
                  <a:pt x="13716" y="530352"/>
                </a:lnTo>
                <a:lnTo>
                  <a:pt x="16764" y="528828"/>
                </a:lnTo>
                <a:lnTo>
                  <a:pt x="15240" y="525780"/>
                </a:lnTo>
                <a:lnTo>
                  <a:pt x="13716" y="524256"/>
                </a:lnTo>
                <a:lnTo>
                  <a:pt x="13716" y="519684"/>
                </a:lnTo>
                <a:lnTo>
                  <a:pt x="15240" y="518160"/>
                </a:lnTo>
                <a:lnTo>
                  <a:pt x="15240" y="516636"/>
                </a:lnTo>
                <a:lnTo>
                  <a:pt x="16764" y="515112"/>
                </a:lnTo>
                <a:lnTo>
                  <a:pt x="18288" y="515112"/>
                </a:lnTo>
                <a:lnTo>
                  <a:pt x="21336" y="513588"/>
                </a:lnTo>
                <a:lnTo>
                  <a:pt x="25374" y="513359"/>
                </a:lnTo>
                <a:lnTo>
                  <a:pt x="30861" y="512826"/>
                </a:lnTo>
                <a:lnTo>
                  <a:pt x="38049" y="512305"/>
                </a:lnTo>
                <a:lnTo>
                  <a:pt x="47244" y="512064"/>
                </a:lnTo>
                <a:lnTo>
                  <a:pt x="96012" y="512064"/>
                </a:lnTo>
                <a:lnTo>
                  <a:pt x="100584" y="513588"/>
                </a:lnTo>
                <a:lnTo>
                  <a:pt x="103632" y="513588"/>
                </a:lnTo>
                <a:lnTo>
                  <a:pt x="106680" y="515112"/>
                </a:lnTo>
                <a:lnTo>
                  <a:pt x="108204" y="516636"/>
                </a:lnTo>
                <a:lnTo>
                  <a:pt x="109728" y="519684"/>
                </a:lnTo>
                <a:lnTo>
                  <a:pt x="109728" y="521208"/>
                </a:lnTo>
                <a:lnTo>
                  <a:pt x="111252" y="524256"/>
                </a:lnTo>
                <a:lnTo>
                  <a:pt x="111252" y="528828"/>
                </a:lnTo>
                <a:lnTo>
                  <a:pt x="114300" y="528828"/>
                </a:lnTo>
                <a:lnTo>
                  <a:pt x="114300" y="512064"/>
                </a:lnTo>
                <a:lnTo>
                  <a:pt x="114300" y="475488"/>
                </a:lnTo>
                <a:lnTo>
                  <a:pt x="111252" y="475488"/>
                </a:lnTo>
                <a:lnTo>
                  <a:pt x="111252" y="481584"/>
                </a:lnTo>
                <a:lnTo>
                  <a:pt x="109728" y="486156"/>
                </a:lnTo>
                <a:lnTo>
                  <a:pt x="109728" y="487680"/>
                </a:lnTo>
                <a:lnTo>
                  <a:pt x="106680" y="490728"/>
                </a:lnTo>
                <a:lnTo>
                  <a:pt x="103632" y="492252"/>
                </a:lnTo>
                <a:lnTo>
                  <a:pt x="30480" y="492252"/>
                </a:lnTo>
                <a:lnTo>
                  <a:pt x="25908" y="489204"/>
                </a:lnTo>
                <a:lnTo>
                  <a:pt x="21336" y="484632"/>
                </a:lnTo>
                <a:lnTo>
                  <a:pt x="18288" y="478536"/>
                </a:lnTo>
                <a:lnTo>
                  <a:pt x="15240" y="473964"/>
                </a:lnTo>
                <a:lnTo>
                  <a:pt x="15240" y="458724"/>
                </a:lnTo>
                <a:lnTo>
                  <a:pt x="16764" y="454152"/>
                </a:lnTo>
                <a:lnTo>
                  <a:pt x="22860" y="451104"/>
                </a:lnTo>
                <a:lnTo>
                  <a:pt x="25908" y="448056"/>
                </a:lnTo>
                <a:lnTo>
                  <a:pt x="32004" y="446532"/>
                </a:lnTo>
                <a:lnTo>
                  <a:pt x="96012" y="446532"/>
                </a:lnTo>
                <a:lnTo>
                  <a:pt x="100584" y="448056"/>
                </a:lnTo>
                <a:lnTo>
                  <a:pt x="105156" y="448056"/>
                </a:lnTo>
                <a:lnTo>
                  <a:pt x="106680" y="449580"/>
                </a:lnTo>
                <a:lnTo>
                  <a:pt x="108204" y="452628"/>
                </a:lnTo>
                <a:lnTo>
                  <a:pt x="109728" y="454152"/>
                </a:lnTo>
                <a:lnTo>
                  <a:pt x="111252" y="458724"/>
                </a:lnTo>
                <a:lnTo>
                  <a:pt x="111252" y="463296"/>
                </a:lnTo>
                <a:lnTo>
                  <a:pt x="114300" y="463296"/>
                </a:lnTo>
                <a:lnTo>
                  <a:pt x="114300" y="446532"/>
                </a:lnTo>
                <a:lnTo>
                  <a:pt x="114300" y="426720"/>
                </a:lnTo>
                <a:lnTo>
                  <a:pt x="114300" y="409956"/>
                </a:lnTo>
                <a:lnTo>
                  <a:pt x="111252" y="409956"/>
                </a:lnTo>
                <a:lnTo>
                  <a:pt x="111252" y="416052"/>
                </a:lnTo>
                <a:lnTo>
                  <a:pt x="108204" y="422148"/>
                </a:lnTo>
                <a:lnTo>
                  <a:pt x="108204" y="423672"/>
                </a:lnTo>
                <a:lnTo>
                  <a:pt x="106680" y="425196"/>
                </a:lnTo>
                <a:lnTo>
                  <a:pt x="103632" y="426720"/>
                </a:lnTo>
                <a:lnTo>
                  <a:pt x="30480" y="426720"/>
                </a:lnTo>
                <a:lnTo>
                  <a:pt x="19812" y="416052"/>
                </a:lnTo>
                <a:lnTo>
                  <a:pt x="18288" y="411480"/>
                </a:lnTo>
                <a:lnTo>
                  <a:pt x="15240" y="408432"/>
                </a:lnTo>
                <a:lnTo>
                  <a:pt x="15240" y="393192"/>
                </a:lnTo>
                <a:lnTo>
                  <a:pt x="16764" y="388620"/>
                </a:lnTo>
                <a:lnTo>
                  <a:pt x="22860" y="385572"/>
                </a:lnTo>
                <a:lnTo>
                  <a:pt x="25908" y="382524"/>
                </a:lnTo>
                <a:lnTo>
                  <a:pt x="32004" y="381000"/>
                </a:lnTo>
                <a:lnTo>
                  <a:pt x="96012" y="381000"/>
                </a:lnTo>
                <a:lnTo>
                  <a:pt x="100584" y="382524"/>
                </a:lnTo>
                <a:lnTo>
                  <a:pt x="105156" y="382524"/>
                </a:lnTo>
                <a:lnTo>
                  <a:pt x="108204" y="385572"/>
                </a:lnTo>
                <a:lnTo>
                  <a:pt x="111252" y="391668"/>
                </a:lnTo>
                <a:lnTo>
                  <a:pt x="111252" y="397764"/>
                </a:lnTo>
                <a:lnTo>
                  <a:pt x="114300" y="397764"/>
                </a:lnTo>
                <a:lnTo>
                  <a:pt x="114300" y="381000"/>
                </a:lnTo>
                <a:lnTo>
                  <a:pt x="114300" y="344424"/>
                </a:lnTo>
                <a:close/>
              </a:path>
              <a:path extrusionOk="0" h="530859" w="117475">
                <a:moveTo>
                  <a:pt x="114300" y="0"/>
                </a:moveTo>
                <a:lnTo>
                  <a:pt x="111252" y="0"/>
                </a:lnTo>
                <a:lnTo>
                  <a:pt x="111252" y="6096"/>
                </a:lnTo>
                <a:lnTo>
                  <a:pt x="109728" y="9144"/>
                </a:lnTo>
                <a:lnTo>
                  <a:pt x="109728" y="12192"/>
                </a:lnTo>
                <a:lnTo>
                  <a:pt x="106680" y="15240"/>
                </a:lnTo>
                <a:lnTo>
                  <a:pt x="103632" y="15240"/>
                </a:lnTo>
                <a:lnTo>
                  <a:pt x="102108" y="16764"/>
                </a:lnTo>
                <a:lnTo>
                  <a:pt x="32004" y="16764"/>
                </a:lnTo>
                <a:lnTo>
                  <a:pt x="24384" y="18288"/>
                </a:lnTo>
                <a:lnTo>
                  <a:pt x="0" y="41148"/>
                </a:lnTo>
                <a:lnTo>
                  <a:pt x="0" y="47244"/>
                </a:lnTo>
                <a:lnTo>
                  <a:pt x="1422" y="55753"/>
                </a:lnTo>
                <a:lnTo>
                  <a:pt x="5715" y="64960"/>
                </a:lnTo>
                <a:lnTo>
                  <a:pt x="12852" y="74472"/>
                </a:lnTo>
                <a:lnTo>
                  <a:pt x="22860" y="83820"/>
                </a:lnTo>
                <a:lnTo>
                  <a:pt x="0" y="83820"/>
                </a:lnTo>
                <a:lnTo>
                  <a:pt x="0" y="89916"/>
                </a:lnTo>
                <a:lnTo>
                  <a:pt x="13716" y="121920"/>
                </a:lnTo>
                <a:lnTo>
                  <a:pt x="16764" y="120396"/>
                </a:lnTo>
                <a:lnTo>
                  <a:pt x="15240" y="117348"/>
                </a:lnTo>
                <a:lnTo>
                  <a:pt x="13716" y="115824"/>
                </a:lnTo>
                <a:lnTo>
                  <a:pt x="13716" y="111252"/>
                </a:lnTo>
                <a:lnTo>
                  <a:pt x="16764" y="108204"/>
                </a:lnTo>
                <a:lnTo>
                  <a:pt x="16764" y="106680"/>
                </a:lnTo>
                <a:lnTo>
                  <a:pt x="19812" y="105156"/>
                </a:lnTo>
                <a:lnTo>
                  <a:pt x="21336" y="105156"/>
                </a:lnTo>
                <a:lnTo>
                  <a:pt x="24739" y="104927"/>
                </a:lnTo>
                <a:lnTo>
                  <a:pt x="30289" y="104394"/>
                </a:lnTo>
                <a:lnTo>
                  <a:pt x="37833" y="103873"/>
                </a:lnTo>
                <a:lnTo>
                  <a:pt x="47244" y="103632"/>
                </a:lnTo>
                <a:lnTo>
                  <a:pt x="97536" y="103632"/>
                </a:lnTo>
                <a:lnTo>
                  <a:pt x="103632" y="105156"/>
                </a:lnTo>
                <a:lnTo>
                  <a:pt x="106680" y="106680"/>
                </a:lnTo>
                <a:lnTo>
                  <a:pt x="109728" y="109728"/>
                </a:lnTo>
                <a:lnTo>
                  <a:pt x="111252" y="112776"/>
                </a:lnTo>
                <a:lnTo>
                  <a:pt x="111252" y="120396"/>
                </a:lnTo>
                <a:lnTo>
                  <a:pt x="114300" y="120396"/>
                </a:lnTo>
                <a:lnTo>
                  <a:pt x="114300" y="103632"/>
                </a:lnTo>
                <a:lnTo>
                  <a:pt x="114300" y="67056"/>
                </a:lnTo>
                <a:lnTo>
                  <a:pt x="111252" y="67056"/>
                </a:lnTo>
                <a:lnTo>
                  <a:pt x="111252" y="73152"/>
                </a:lnTo>
                <a:lnTo>
                  <a:pt x="109728" y="77724"/>
                </a:lnTo>
                <a:lnTo>
                  <a:pt x="109728" y="79248"/>
                </a:lnTo>
                <a:lnTo>
                  <a:pt x="106680" y="82296"/>
                </a:lnTo>
                <a:lnTo>
                  <a:pt x="103632" y="83820"/>
                </a:lnTo>
                <a:lnTo>
                  <a:pt x="30480" y="83820"/>
                </a:lnTo>
                <a:lnTo>
                  <a:pt x="15240" y="48768"/>
                </a:lnTo>
                <a:lnTo>
                  <a:pt x="16764" y="44196"/>
                </a:lnTo>
                <a:lnTo>
                  <a:pt x="25908" y="38100"/>
                </a:lnTo>
                <a:lnTo>
                  <a:pt x="33528" y="36576"/>
                </a:lnTo>
                <a:lnTo>
                  <a:pt x="96012" y="36576"/>
                </a:lnTo>
                <a:lnTo>
                  <a:pt x="100584" y="38100"/>
                </a:lnTo>
                <a:lnTo>
                  <a:pt x="103632" y="38100"/>
                </a:lnTo>
                <a:lnTo>
                  <a:pt x="106680" y="39624"/>
                </a:lnTo>
                <a:lnTo>
                  <a:pt x="108204" y="41148"/>
                </a:lnTo>
                <a:lnTo>
                  <a:pt x="111252" y="47244"/>
                </a:lnTo>
                <a:lnTo>
                  <a:pt x="111252" y="53340"/>
                </a:lnTo>
                <a:lnTo>
                  <a:pt x="114300" y="53340"/>
                </a:lnTo>
                <a:lnTo>
                  <a:pt x="114300" y="36576"/>
                </a:lnTo>
                <a:lnTo>
                  <a:pt x="114300" y="0"/>
                </a:lnTo>
                <a:close/>
              </a:path>
              <a:path extrusionOk="0" h="530859" w="117475">
                <a:moveTo>
                  <a:pt x="117348" y="283464"/>
                </a:moveTo>
                <a:lnTo>
                  <a:pt x="116484" y="274637"/>
                </a:lnTo>
                <a:lnTo>
                  <a:pt x="116382" y="274320"/>
                </a:lnTo>
                <a:lnTo>
                  <a:pt x="113919" y="266509"/>
                </a:lnTo>
                <a:lnTo>
                  <a:pt x="81762" y="239699"/>
                </a:lnTo>
                <a:lnTo>
                  <a:pt x="73152" y="237744"/>
                </a:lnTo>
                <a:lnTo>
                  <a:pt x="71628" y="240792"/>
                </a:lnTo>
                <a:lnTo>
                  <a:pt x="80772" y="245364"/>
                </a:lnTo>
                <a:lnTo>
                  <a:pt x="88392" y="249936"/>
                </a:lnTo>
                <a:lnTo>
                  <a:pt x="91440" y="254508"/>
                </a:lnTo>
                <a:lnTo>
                  <a:pt x="97434" y="266509"/>
                </a:lnTo>
                <a:lnTo>
                  <a:pt x="97320" y="274637"/>
                </a:lnTo>
                <a:lnTo>
                  <a:pt x="74841" y="306641"/>
                </a:lnTo>
                <a:lnTo>
                  <a:pt x="66408" y="309829"/>
                </a:lnTo>
                <a:lnTo>
                  <a:pt x="66738" y="309829"/>
                </a:lnTo>
                <a:lnTo>
                  <a:pt x="55930" y="311835"/>
                </a:lnTo>
                <a:lnTo>
                  <a:pt x="44196" y="312420"/>
                </a:lnTo>
                <a:lnTo>
                  <a:pt x="44196" y="262128"/>
                </a:lnTo>
                <a:lnTo>
                  <a:pt x="44196" y="237744"/>
                </a:lnTo>
                <a:lnTo>
                  <a:pt x="36576" y="238404"/>
                </a:lnTo>
                <a:lnTo>
                  <a:pt x="36576" y="262128"/>
                </a:lnTo>
                <a:lnTo>
                  <a:pt x="36576" y="312420"/>
                </a:lnTo>
                <a:lnTo>
                  <a:pt x="27432" y="312420"/>
                </a:lnTo>
                <a:lnTo>
                  <a:pt x="19812" y="309372"/>
                </a:lnTo>
                <a:lnTo>
                  <a:pt x="15240" y="303276"/>
                </a:lnTo>
                <a:lnTo>
                  <a:pt x="9144" y="298704"/>
                </a:lnTo>
                <a:lnTo>
                  <a:pt x="7620" y="292608"/>
                </a:lnTo>
                <a:lnTo>
                  <a:pt x="7620" y="281940"/>
                </a:lnTo>
                <a:lnTo>
                  <a:pt x="21336" y="265176"/>
                </a:lnTo>
                <a:lnTo>
                  <a:pt x="24384" y="263652"/>
                </a:lnTo>
                <a:lnTo>
                  <a:pt x="28956" y="263652"/>
                </a:lnTo>
                <a:lnTo>
                  <a:pt x="36576" y="262128"/>
                </a:lnTo>
                <a:lnTo>
                  <a:pt x="36576" y="238404"/>
                </a:lnTo>
                <a:lnTo>
                  <a:pt x="2667" y="263461"/>
                </a:lnTo>
                <a:lnTo>
                  <a:pt x="533" y="272796"/>
                </a:lnTo>
                <a:lnTo>
                  <a:pt x="419" y="274320"/>
                </a:lnTo>
                <a:lnTo>
                  <a:pt x="393" y="274637"/>
                </a:lnTo>
                <a:lnTo>
                  <a:pt x="0" y="280416"/>
                </a:lnTo>
                <a:lnTo>
                  <a:pt x="114" y="281940"/>
                </a:lnTo>
                <a:lnTo>
                  <a:pt x="241" y="283464"/>
                </a:lnTo>
                <a:lnTo>
                  <a:pt x="876" y="291274"/>
                </a:lnTo>
                <a:lnTo>
                  <a:pt x="24066" y="322999"/>
                </a:lnTo>
                <a:lnTo>
                  <a:pt x="59436" y="330708"/>
                </a:lnTo>
                <a:lnTo>
                  <a:pt x="72288" y="329857"/>
                </a:lnTo>
                <a:lnTo>
                  <a:pt x="83439" y="327279"/>
                </a:lnTo>
                <a:lnTo>
                  <a:pt x="92862" y="322999"/>
                </a:lnTo>
                <a:lnTo>
                  <a:pt x="100584" y="316992"/>
                </a:lnTo>
                <a:lnTo>
                  <a:pt x="105117" y="312420"/>
                </a:lnTo>
                <a:lnTo>
                  <a:pt x="107696" y="309829"/>
                </a:lnTo>
                <a:lnTo>
                  <a:pt x="112966" y="301942"/>
                </a:lnTo>
                <a:lnTo>
                  <a:pt x="113030" y="301752"/>
                </a:lnTo>
                <a:lnTo>
                  <a:pt x="116217" y="293204"/>
                </a:lnTo>
                <a:lnTo>
                  <a:pt x="116293" y="292608"/>
                </a:lnTo>
                <a:lnTo>
                  <a:pt x="117348" y="283464"/>
                </a:lnTo>
                <a:close/>
              </a:path>
              <a:path extrusionOk="0" h="530859" w="117475">
                <a:moveTo>
                  <a:pt x="117348" y="146304"/>
                </a:moveTo>
                <a:lnTo>
                  <a:pt x="116205" y="139687"/>
                </a:lnTo>
                <a:lnTo>
                  <a:pt x="112776" y="133350"/>
                </a:lnTo>
                <a:lnTo>
                  <a:pt x="107061" y="127025"/>
                </a:lnTo>
                <a:lnTo>
                  <a:pt x="99060" y="120396"/>
                </a:lnTo>
                <a:lnTo>
                  <a:pt x="92964" y="120396"/>
                </a:lnTo>
                <a:lnTo>
                  <a:pt x="97536" y="124968"/>
                </a:lnTo>
                <a:lnTo>
                  <a:pt x="99060" y="128016"/>
                </a:lnTo>
                <a:lnTo>
                  <a:pt x="100584" y="129540"/>
                </a:lnTo>
                <a:lnTo>
                  <a:pt x="100584" y="131064"/>
                </a:lnTo>
                <a:lnTo>
                  <a:pt x="102108" y="131064"/>
                </a:lnTo>
                <a:lnTo>
                  <a:pt x="102108" y="134112"/>
                </a:lnTo>
                <a:lnTo>
                  <a:pt x="99060" y="137160"/>
                </a:lnTo>
                <a:lnTo>
                  <a:pt x="97536" y="137160"/>
                </a:lnTo>
                <a:lnTo>
                  <a:pt x="96012" y="138684"/>
                </a:lnTo>
                <a:lnTo>
                  <a:pt x="19812" y="138684"/>
                </a:lnTo>
                <a:lnTo>
                  <a:pt x="10668" y="143256"/>
                </a:lnTo>
                <a:lnTo>
                  <a:pt x="7620" y="146304"/>
                </a:lnTo>
                <a:lnTo>
                  <a:pt x="4572" y="150876"/>
                </a:lnTo>
                <a:lnTo>
                  <a:pt x="2565" y="156641"/>
                </a:lnTo>
                <a:lnTo>
                  <a:pt x="2489" y="156972"/>
                </a:lnTo>
                <a:lnTo>
                  <a:pt x="1143" y="162687"/>
                </a:lnTo>
                <a:lnTo>
                  <a:pt x="279" y="169316"/>
                </a:lnTo>
                <a:lnTo>
                  <a:pt x="177" y="179832"/>
                </a:lnTo>
                <a:lnTo>
                  <a:pt x="546" y="185623"/>
                </a:lnTo>
                <a:lnTo>
                  <a:pt x="19812" y="217932"/>
                </a:lnTo>
                <a:lnTo>
                  <a:pt x="30480" y="217932"/>
                </a:lnTo>
                <a:lnTo>
                  <a:pt x="36576" y="214884"/>
                </a:lnTo>
                <a:lnTo>
                  <a:pt x="38100" y="213360"/>
                </a:lnTo>
                <a:lnTo>
                  <a:pt x="39624" y="210312"/>
                </a:lnTo>
                <a:lnTo>
                  <a:pt x="39624" y="204216"/>
                </a:lnTo>
                <a:lnTo>
                  <a:pt x="36576" y="201168"/>
                </a:lnTo>
                <a:lnTo>
                  <a:pt x="33528" y="199644"/>
                </a:lnTo>
                <a:lnTo>
                  <a:pt x="32004" y="198120"/>
                </a:lnTo>
                <a:lnTo>
                  <a:pt x="16764" y="198120"/>
                </a:lnTo>
                <a:lnTo>
                  <a:pt x="13716" y="196596"/>
                </a:lnTo>
                <a:lnTo>
                  <a:pt x="10858" y="193738"/>
                </a:lnTo>
                <a:lnTo>
                  <a:pt x="10604" y="193433"/>
                </a:lnTo>
                <a:lnTo>
                  <a:pt x="9144" y="190500"/>
                </a:lnTo>
                <a:lnTo>
                  <a:pt x="7620" y="185928"/>
                </a:lnTo>
                <a:lnTo>
                  <a:pt x="7620" y="173736"/>
                </a:lnTo>
                <a:lnTo>
                  <a:pt x="9144" y="167640"/>
                </a:lnTo>
                <a:lnTo>
                  <a:pt x="13716" y="164592"/>
                </a:lnTo>
                <a:lnTo>
                  <a:pt x="16764" y="160020"/>
                </a:lnTo>
                <a:lnTo>
                  <a:pt x="24384" y="158496"/>
                </a:lnTo>
                <a:lnTo>
                  <a:pt x="41148" y="158496"/>
                </a:lnTo>
                <a:lnTo>
                  <a:pt x="45694" y="172237"/>
                </a:lnTo>
                <a:lnTo>
                  <a:pt x="50101" y="183832"/>
                </a:lnTo>
                <a:lnTo>
                  <a:pt x="54216" y="193433"/>
                </a:lnTo>
                <a:lnTo>
                  <a:pt x="57912" y="201168"/>
                </a:lnTo>
                <a:lnTo>
                  <a:pt x="64008" y="208788"/>
                </a:lnTo>
                <a:lnTo>
                  <a:pt x="68580" y="214884"/>
                </a:lnTo>
                <a:lnTo>
                  <a:pt x="74676" y="217932"/>
                </a:lnTo>
                <a:lnTo>
                  <a:pt x="77724" y="220980"/>
                </a:lnTo>
                <a:lnTo>
                  <a:pt x="82296" y="222504"/>
                </a:lnTo>
                <a:lnTo>
                  <a:pt x="96012" y="222504"/>
                </a:lnTo>
                <a:lnTo>
                  <a:pt x="103632" y="219456"/>
                </a:lnTo>
                <a:lnTo>
                  <a:pt x="114300" y="208788"/>
                </a:lnTo>
                <a:lnTo>
                  <a:pt x="117348" y="202692"/>
                </a:lnTo>
                <a:lnTo>
                  <a:pt x="117348" y="190500"/>
                </a:lnTo>
                <a:lnTo>
                  <a:pt x="115824" y="184404"/>
                </a:lnTo>
                <a:lnTo>
                  <a:pt x="114300" y="179832"/>
                </a:lnTo>
                <a:lnTo>
                  <a:pt x="112318" y="177571"/>
                </a:lnTo>
                <a:lnTo>
                  <a:pt x="108775" y="173164"/>
                </a:lnTo>
                <a:lnTo>
                  <a:pt x="103797" y="166763"/>
                </a:lnTo>
                <a:lnTo>
                  <a:pt x="102108" y="164541"/>
                </a:lnTo>
                <a:lnTo>
                  <a:pt x="102108" y="188976"/>
                </a:lnTo>
                <a:lnTo>
                  <a:pt x="99136" y="193433"/>
                </a:lnTo>
                <a:lnTo>
                  <a:pt x="98869" y="193738"/>
                </a:lnTo>
                <a:lnTo>
                  <a:pt x="91440" y="201168"/>
                </a:lnTo>
                <a:lnTo>
                  <a:pt x="86868" y="202692"/>
                </a:lnTo>
                <a:lnTo>
                  <a:pt x="77724" y="202692"/>
                </a:lnTo>
                <a:lnTo>
                  <a:pt x="51803" y="166763"/>
                </a:lnTo>
                <a:lnTo>
                  <a:pt x="48768" y="158496"/>
                </a:lnTo>
                <a:lnTo>
                  <a:pt x="89916" y="158496"/>
                </a:lnTo>
                <a:lnTo>
                  <a:pt x="95034" y="166192"/>
                </a:lnTo>
                <a:lnTo>
                  <a:pt x="102108" y="188976"/>
                </a:lnTo>
                <a:lnTo>
                  <a:pt x="102108" y="164541"/>
                </a:lnTo>
                <a:lnTo>
                  <a:pt x="97536" y="158496"/>
                </a:lnTo>
                <a:lnTo>
                  <a:pt x="105156" y="158496"/>
                </a:lnTo>
                <a:lnTo>
                  <a:pt x="109728" y="156972"/>
                </a:lnTo>
                <a:lnTo>
                  <a:pt x="112776" y="155448"/>
                </a:lnTo>
                <a:lnTo>
                  <a:pt x="115824" y="152400"/>
                </a:lnTo>
                <a:lnTo>
                  <a:pt x="117348" y="149352"/>
                </a:lnTo>
                <a:lnTo>
                  <a:pt x="117348" y="1463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161" name="Google Shape;8161;p111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5175503" y="7206995"/>
            <a:ext cx="175260" cy="906779"/>
          </a:xfrm>
          <a:prstGeom prst="rect">
            <a:avLst/>
          </a:prstGeom>
          <a:noFill/>
          <a:ln>
            <a:noFill/>
          </a:ln>
        </p:spPr>
      </p:pic>
      <p:pic>
        <p:nvPicPr>
          <p:cNvPr id="8162" name="Google Shape;8162;p111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5471160" y="8862059"/>
            <a:ext cx="175260" cy="816863"/>
          </a:xfrm>
          <a:prstGeom prst="rect">
            <a:avLst/>
          </a:prstGeom>
          <a:noFill/>
          <a:ln>
            <a:noFill/>
          </a:ln>
        </p:spPr>
      </p:pic>
      <p:pic>
        <p:nvPicPr>
          <p:cNvPr id="8163" name="Google Shape;8163;p111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5495544" y="8391143"/>
            <a:ext cx="201167" cy="3916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164" name="Google Shape;8164;p111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5495544" y="8013191"/>
            <a:ext cx="150876" cy="3093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65" name="Google Shape;8165;p111"/>
          <p:cNvGrpSpPr/>
          <p:nvPr/>
        </p:nvGrpSpPr>
        <p:grpSpPr>
          <a:xfrm>
            <a:off x="5529071" y="7431023"/>
            <a:ext cx="117348" cy="502921"/>
            <a:chOff x="5529071" y="7431023"/>
            <a:chExt cx="117348" cy="502921"/>
          </a:xfrm>
        </p:grpSpPr>
        <p:pic>
          <p:nvPicPr>
            <p:cNvPr id="8166" name="Google Shape;8166;p111"/>
            <p:cNvPicPr preferRelativeResize="0"/>
            <p:nvPr/>
          </p:nvPicPr>
          <p:blipFill rotWithShape="1">
            <a:blip r:embed="rId62">
              <a:alphaModFix/>
            </a:blip>
            <a:srcRect b="0" l="0" r="0" t="0"/>
            <a:stretch/>
          </p:blipFill>
          <p:spPr>
            <a:xfrm>
              <a:off x="5529071" y="7734300"/>
              <a:ext cx="117348" cy="1996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67" name="Google Shape;8167;p111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5529071" y="7431023"/>
              <a:ext cx="117348" cy="2834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68" name="Google Shape;8168;p111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2220467" y="5740907"/>
            <a:ext cx="175260" cy="370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169" name="Google Shape;8169;p111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2220467" y="5219699"/>
            <a:ext cx="175260" cy="452628"/>
          </a:xfrm>
          <a:prstGeom prst="rect">
            <a:avLst/>
          </a:prstGeom>
          <a:noFill/>
          <a:ln>
            <a:noFill/>
          </a:ln>
        </p:spPr>
      </p:pic>
      <p:pic>
        <p:nvPicPr>
          <p:cNvPr id="8170" name="Google Shape;8170;p111"/>
          <p:cNvPicPr preferRelativeResize="0"/>
          <p:nvPr/>
        </p:nvPicPr>
        <p:blipFill rotWithShape="1">
          <a:blip r:embed="rId66">
            <a:alphaModFix/>
          </a:blip>
          <a:srcRect b="0" l="0" r="0" t="0"/>
          <a:stretch/>
        </p:blipFill>
        <p:spPr>
          <a:xfrm>
            <a:off x="2220467" y="5004815"/>
            <a:ext cx="175259" cy="147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8171" name="Google Shape;8171;p111"/>
          <p:cNvPicPr preferRelativeResize="0"/>
          <p:nvPr/>
        </p:nvPicPr>
        <p:blipFill rotWithShape="1">
          <a:blip r:embed="rId67">
            <a:alphaModFix/>
          </a:blip>
          <a:srcRect b="0" l="0" r="0" t="0"/>
          <a:stretch/>
        </p:blipFill>
        <p:spPr>
          <a:xfrm>
            <a:off x="2244851" y="4750308"/>
            <a:ext cx="150876" cy="1844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72" name="Google Shape;8172;p111"/>
          <p:cNvGrpSpPr/>
          <p:nvPr/>
        </p:nvGrpSpPr>
        <p:grpSpPr>
          <a:xfrm>
            <a:off x="2220467" y="3998976"/>
            <a:ext cx="175261" cy="672083"/>
            <a:chOff x="2220467" y="3998976"/>
            <a:chExt cx="175261" cy="672083"/>
          </a:xfrm>
        </p:grpSpPr>
        <p:pic>
          <p:nvPicPr>
            <p:cNvPr id="8173" name="Google Shape;8173;p111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2220467" y="4331208"/>
              <a:ext cx="175260" cy="3398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74" name="Google Shape;8174;p111"/>
            <p:cNvPicPr preferRelativeResize="0"/>
            <p:nvPr/>
          </p:nvPicPr>
          <p:blipFill rotWithShape="1">
            <a:blip r:embed="rId69">
              <a:alphaModFix/>
            </a:blip>
            <a:srcRect b="0" l="0" r="0" t="0"/>
            <a:stretch/>
          </p:blipFill>
          <p:spPr>
            <a:xfrm>
              <a:off x="2278380" y="4204716"/>
              <a:ext cx="117348" cy="1066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75" name="Google Shape;8175;p111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2278379" y="3998976"/>
              <a:ext cx="117348" cy="1859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76" name="Google Shape;8176;p111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2278379" y="3419855"/>
            <a:ext cx="117348" cy="499871"/>
          </a:xfrm>
          <a:prstGeom prst="rect">
            <a:avLst/>
          </a:prstGeom>
          <a:noFill/>
          <a:ln>
            <a:noFill/>
          </a:ln>
        </p:spPr>
      </p:pic>
      <p:pic>
        <p:nvPicPr>
          <p:cNvPr id="8177" name="Google Shape;8177;p111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2220467" y="1805939"/>
            <a:ext cx="225552" cy="15377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78" name="Google Shape;8178;p111"/>
          <p:cNvGrpSpPr/>
          <p:nvPr/>
        </p:nvGrpSpPr>
        <p:grpSpPr>
          <a:xfrm>
            <a:off x="2517648" y="5644895"/>
            <a:ext cx="175260" cy="473964"/>
            <a:chOff x="2517648" y="5644895"/>
            <a:chExt cx="175260" cy="473964"/>
          </a:xfrm>
        </p:grpSpPr>
        <p:pic>
          <p:nvPicPr>
            <p:cNvPr id="8179" name="Google Shape;8179;p111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2517648" y="5740907"/>
              <a:ext cx="175260" cy="3779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80" name="Google Shape;8180;p111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2575559" y="5644895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81" name="Google Shape;8181;p111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2517648" y="4596383"/>
            <a:ext cx="175260" cy="9799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182" name="Google Shape;8182;p111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2517648" y="4347971"/>
            <a:ext cx="172212" cy="182880"/>
          </a:xfrm>
          <a:prstGeom prst="rect">
            <a:avLst/>
          </a:prstGeom>
          <a:noFill/>
          <a:ln>
            <a:noFill/>
          </a:ln>
        </p:spPr>
      </p:pic>
      <p:pic>
        <p:nvPicPr>
          <p:cNvPr id="8183" name="Google Shape;8183;p111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2575595" y="4175760"/>
            <a:ext cx="117312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184" name="Google Shape;8184;p111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2517648" y="3052572"/>
            <a:ext cx="175260" cy="10515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85" name="Google Shape;8185;p111"/>
          <p:cNvGrpSpPr/>
          <p:nvPr/>
        </p:nvGrpSpPr>
        <p:grpSpPr>
          <a:xfrm>
            <a:off x="2517648" y="2837688"/>
            <a:ext cx="175259" cy="149731"/>
            <a:chOff x="2517648" y="2837688"/>
            <a:chExt cx="175259" cy="149731"/>
          </a:xfrm>
        </p:grpSpPr>
        <p:sp>
          <p:nvSpPr>
            <p:cNvPr id="8186" name="Google Shape;8186;p111"/>
            <p:cNvSpPr/>
            <p:nvPr/>
          </p:nvSpPr>
          <p:spPr>
            <a:xfrm>
              <a:off x="2517648" y="2932175"/>
              <a:ext cx="172720" cy="55244"/>
            </a:xfrm>
            <a:custGeom>
              <a:rect b="b" l="l" r="r" t="t"/>
              <a:pathLst>
                <a:path extrusionOk="0" h="55244" w="172719">
                  <a:moveTo>
                    <a:pt x="15240" y="39624"/>
                  </a:moveTo>
                  <a:lnTo>
                    <a:pt x="7620" y="39624"/>
                  </a:lnTo>
                  <a:lnTo>
                    <a:pt x="4572" y="38100"/>
                  </a:lnTo>
                  <a:lnTo>
                    <a:pt x="3048" y="35052"/>
                  </a:lnTo>
                  <a:lnTo>
                    <a:pt x="0" y="33528"/>
                  </a:lnTo>
                  <a:lnTo>
                    <a:pt x="0" y="21336"/>
                  </a:lnTo>
                  <a:lnTo>
                    <a:pt x="4572" y="16764"/>
                  </a:lnTo>
                  <a:lnTo>
                    <a:pt x="7620" y="15240"/>
                  </a:lnTo>
                  <a:lnTo>
                    <a:pt x="15240" y="15240"/>
                  </a:lnTo>
                  <a:lnTo>
                    <a:pt x="18288" y="16764"/>
                  </a:lnTo>
                  <a:lnTo>
                    <a:pt x="24384" y="22860"/>
                  </a:lnTo>
                  <a:lnTo>
                    <a:pt x="24384" y="30480"/>
                  </a:lnTo>
                  <a:lnTo>
                    <a:pt x="22860" y="33528"/>
                  </a:lnTo>
                  <a:lnTo>
                    <a:pt x="19812" y="35052"/>
                  </a:lnTo>
                  <a:lnTo>
                    <a:pt x="18288" y="38100"/>
                  </a:lnTo>
                  <a:lnTo>
                    <a:pt x="15240" y="39624"/>
                  </a:lnTo>
                  <a:close/>
                </a:path>
                <a:path extrusionOk="0" h="55244" w="172719">
                  <a:moveTo>
                    <a:pt x="71628" y="54864"/>
                  </a:moveTo>
                  <a:lnTo>
                    <a:pt x="57912" y="21336"/>
                  </a:lnTo>
                  <a:lnTo>
                    <a:pt x="57912" y="16764"/>
                  </a:lnTo>
                  <a:lnTo>
                    <a:pt x="153924" y="16764"/>
                  </a:lnTo>
                  <a:lnTo>
                    <a:pt x="158496" y="15240"/>
                  </a:lnTo>
                  <a:lnTo>
                    <a:pt x="161543" y="15240"/>
                  </a:lnTo>
                  <a:lnTo>
                    <a:pt x="164591" y="13716"/>
                  </a:lnTo>
                  <a:lnTo>
                    <a:pt x="166116" y="12192"/>
                  </a:lnTo>
                  <a:lnTo>
                    <a:pt x="166116" y="10668"/>
                  </a:lnTo>
                  <a:lnTo>
                    <a:pt x="167640" y="9144"/>
                  </a:lnTo>
                  <a:lnTo>
                    <a:pt x="169164" y="4572"/>
                  </a:lnTo>
                  <a:lnTo>
                    <a:pt x="169164" y="0"/>
                  </a:lnTo>
                  <a:lnTo>
                    <a:pt x="172212" y="0"/>
                  </a:lnTo>
                  <a:lnTo>
                    <a:pt x="172212" y="36576"/>
                  </a:lnTo>
                  <a:lnTo>
                    <a:pt x="79248" y="36576"/>
                  </a:lnTo>
                  <a:lnTo>
                    <a:pt x="76200" y="38100"/>
                  </a:lnTo>
                  <a:lnTo>
                    <a:pt x="74676" y="38100"/>
                  </a:lnTo>
                  <a:lnTo>
                    <a:pt x="73152" y="39624"/>
                  </a:lnTo>
                  <a:lnTo>
                    <a:pt x="73152" y="41148"/>
                  </a:lnTo>
                  <a:lnTo>
                    <a:pt x="71628" y="42672"/>
                  </a:lnTo>
                  <a:lnTo>
                    <a:pt x="71628" y="47244"/>
                  </a:lnTo>
                  <a:lnTo>
                    <a:pt x="74676" y="53340"/>
                  </a:lnTo>
                  <a:lnTo>
                    <a:pt x="71628" y="54864"/>
                  </a:lnTo>
                  <a:close/>
                </a:path>
                <a:path extrusionOk="0" h="55244" w="172719">
                  <a:moveTo>
                    <a:pt x="172212" y="53340"/>
                  </a:moveTo>
                  <a:lnTo>
                    <a:pt x="169164" y="53340"/>
                  </a:lnTo>
                  <a:lnTo>
                    <a:pt x="169164" y="47244"/>
                  </a:lnTo>
                  <a:lnTo>
                    <a:pt x="167640" y="44196"/>
                  </a:lnTo>
                  <a:lnTo>
                    <a:pt x="167640" y="42672"/>
                  </a:lnTo>
                  <a:lnTo>
                    <a:pt x="166116" y="39624"/>
                  </a:lnTo>
                  <a:lnTo>
                    <a:pt x="164591" y="39624"/>
                  </a:lnTo>
                  <a:lnTo>
                    <a:pt x="158496" y="36576"/>
                  </a:lnTo>
                  <a:lnTo>
                    <a:pt x="172212" y="36576"/>
                  </a:lnTo>
                  <a:lnTo>
                    <a:pt x="172212" y="53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187" name="Google Shape;8187;p111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2575559" y="2837688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188" name="Google Shape;8188;p111"/>
          <p:cNvSpPr/>
          <p:nvPr/>
        </p:nvSpPr>
        <p:spPr>
          <a:xfrm>
            <a:off x="2551163" y="2058924"/>
            <a:ext cx="142240" cy="701040"/>
          </a:xfrm>
          <a:custGeom>
            <a:rect b="b" l="l" r="r" t="t"/>
            <a:pathLst>
              <a:path extrusionOk="0" h="701039" w="142239">
                <a:moveTo>
                  <a:pt x="138696" y="454152"/>
                </a:moveTo>
                <a:lnTo>
                  <a:pt x="121932" y="449580"/>
                </a:lnTo>
                <a:lnTo>
                  <a:pt x="120408" y="448056"/>
                </a:lnTo>
                <a:lnTo>
                  <a:pt x="114312" y="446532"/>
                </a:lnTo>
                <a:lnTo>
                  <a:pt x="110502" y="445008"/>
                </a:lnTo>
                <a:lnTo>
                  <a:pt x="106692" y="443484"/>
                </a:lnTo>
                <a:lnTo>
                  <a:pt x="99072" y="441960"/>
                </a:lnTo>
                <a:lnTo>
                  <a:pt x="96024" y="440436"/>
                </a:lnTo>
                <a:lnTo>
                  <a:pt x="92976" y="438912"/>
                </a:lnTo>
                <a:lnTo>
                  <a:pt x="88404" y="435864"/>
                </a:lnTo>
                <a:lnTo>
                  <a:pt x="48780" y="405384"/>
                </a:lnTo>
                <a:lnTo>
                  <a:pt x="48780" y="399288"/>
                </a:lnTo>
                <a:lnTo>
                  <a:pt x="50304" y="399288"/>
                </a:lnTo>
                <a:lnTo>
                  <a:pt x="50304" y="397764"/>
                </a:lnTo>
                <a:lnTo>
                  <a:pt x="56400" y="397764"/>
                </a:lnTo>
                <a:lnTo>
                  <a:pt x="60972" y="393192"/>
                </a:lnTo>
                <a:lnTo>
                  <a:pt x="60972" y="388620"/>
                </a:lnTo>
                <a:lnTo>
                  <a:pt x="57924" y="385572"/>
                </a:lnTo>
                <a:lnTo>
                  <a:pt x="48780" y="381000"/>
                </a:lnTo>
                <a:lnTo>
                  <a:pt x="44208" y="379476"/>
                </a:lnTo>
                <a:lnTo>
                  <a:pt x="35052" y="379476"/>
                </a:lnTo>
                <a:lnTo>
                  <a:pt x="32004" y="381000"/>
                </a:lnTo>
                <a:lnTo>
                  <a:pt x="30480" y="381000"/>
                </a:lnTo>
                <a:lnTo>
                  <a:pt x="28956" y="382524"/>
                </a:lnTo>
                <a:lnTo>
                  <a:pt x="28956" y="391668"/>
                </a:lnTo>
                <a:lnTo>
                  <a:pt x="30480" y="396240"/>
                </a:lnTo>
                <a:lnTo>
                  <a:pt x="36576" y="402336"/>
                </a:lnTo>
                <a:lnTo>
                  <a:pt x="45110" y="411505"/>
                </a:lnTo>
                <a:lnTo>
                  <a:pt x="56781" y="420814"/>
                </a:lnTo>
                <a:lnTo>
                  <a:pt x="71297" y="430415"/>
                </a:lnTo>
                <a:lnTo>
                  <a:pt x="88404" y="440436"/>
                </a:lnTo>
                <a:lnTo>
                  <a:pt x="28956" y="422148"/>
                </a:lnTo>
                <a:lnTo>
                  <a:pt x="35052" y="463296"/>
                </a:lnTo>
                <a:lnTo>
                  <a:pt x="39636" y="461772"/>
                </a:lnTo>
                <a:lnTo>
                  <a:pt x="38100" y="457200"/>
                </a:lnTo>
                <a:lnTo>
                  <a:pt x="38100" y="448056"/>
                </a:lnTo>
                <a:lnTo>
                  <a:pt x="39636" y="446532"/>
                </a:lnTo>
                <a:lnTo>
                  <a:pt x="41160" y="446532"/>
                </a:lnTo>
                <a:lnTo>
                  <a:pt x="42684" y="445008"/>
                </a:lnTo>
                <a:lnTo>
                  <a:pt x="47256" y="445008"/>
                </a:lnTo>
                <a:lnTo>
                  <a:pt x="53352" y="446532"/>
                </a:lnTo>
                <a:lnTo>
                  <a:pt x="62496" y="449580"/>
                </a:lnTo>
                <a:lnTo>
                  <a:pt x="138696" y="470916"/>
                </a:lnTo>
                <a:lnTo>
                  <a:pt x="138696" y="454152"/>
                </a:lnTo>
                <a:close/>
              </a:path>
              <a:path extrusionOk="0" h="701039" w="142239">
                <a:moveTo>
                  <a:pt x="138696" y="359664"/>
                </a:moveTo>
                <a:lnTo>
                  <a:pt x="121932" y="355092"/>
                </a:lnTo>
                <a:lnTo>
                  <a:pt x="120408" y="355092"/>
                </a:lnTo>
                <a:lnTo>
                  <a:pt x="114312" y="352044"/>
                </a:lnTo>
                <a:lnTo>
                  <a:pt x="110502" y="350520"/>
                </a:lnTo>
                <a:lnTo>
                  <a:pt x="106692" y="348996"/>
                </a:lnTo>
                <a:lnTo>
                  <a:pt x="99072" y="347472"/>
                </a:lnTo>
                <a:lnTo>
                  <a:pt x="96024" y="345948"/>
                </a:lnTo>
                <a:lnTo>
                  <a:pt x="92976" y="344424"/>
                </a:lnTo>
                <a:lnTo>
                  <a:pt x="88404" y="341376"/>
                </a:lnTo>
                <a:lnTo>
                  <a:pt x="79565" y="335686"/>
                </a:lnTo>
                <a:lnTo>
                  <a:pt x="71450" y="330136"/>
                </a:lnTo>
                <a:lnTo>
                  <a:pt x="64185" y="324878"/>
                </a:lnTo>
                <a:lnTo>
                  <a:pt x="57924" y="320040"/>
                </a:lnTo>
                <a:lnTo>
                  <a:pt x="53352" y="316992"/>
                </a:lnTo>
                <a:lnTo>
                  <a:pt x="50304" y="313944"/>
                </a:lnTo>
                <a:lnTo>
                  <a:pt x="48780" y="310896"/>
                </a:lnTo>
                <a:lnTo>
                  <a:pt x="48780" y="304800"/>
                </a:lnTo>
                <a:lnTo>
                  <a:pt x="51828" y="304800"/>
                </a:lnTo>
                <a:lnTo>
                  <a:pt x="54876" y="303276"/>
                </a:lnTo>
                <a:lnTo>
                  <a:pt x="44208" y="284988"/>
                </a:lnTo>
                <a:lnTo>
                  <a:pt x="35052" y="284988"/>
                </a:lnTo>
                <a:lnTo>
                  <a:pt x="32004" y="286512"/>
                </a:lnTo>
                <a:lnTo>
                  <a:pt x="28956" y="289560"/>
                </a:lnTo>
                <a:lnTo>
                  <a:pt x="28956" y="297180"/>
                </a:lnTo>
                <a:lnTo>
                  <a:pt x="56781" y="326517"/>
                </a:lnTo>
                <a:lnTo>
                  <a:pt x="88404" y="345948"/>
                </a:lnTo>
                <a:lnTo>
                  <a:pt x="28956" y="327660"/>
                </a:lnTo>
                <a:lnTo>
                  <a:pt x="35052" y="368808"/>
                </a:lnTo>
                <a:lnTo>
                  <a:pt x="39636" y="367284"/>
                </a:lnTo>
                <a:lnTo>
                  <a:pt x="38100" y="364236"/>
                </a:lnTo>
                <a:lnTo>
                  <a:pt x="38100" y="355092"/>
                </a:lnTo>
                <a:lnTo>
                  <a:pt x="42684" y="350520"/>
                </a:lnTo>
                <a:lnTo>
                  <a:pt x="47256" y="350520"/>
                </a:lnTo>
                <a:lnTo>
                  <a:pt x="53352" y="352044"/>
                </a:lnTo>
                <a:lnTo>
                  <a:pt x="62496" y="355092"/>
                </a:lnTo>
                <a:lnTo>
                  <a:pt x="138696" y="376428"/>
                </a:lnTo>
                <a:lnTo>
                  <a:pt x="138696" y="359664"/>
                </a:lnTo>
                <a:close/>
              </a:path>
              <a:path extrusionOk="0" h="701039" w="142239">
                <a:moveTo>
                  <a:pt x="141732" y="554736"/>
                </a:moveTo>
                <a:lnTo>
                  <a:pt x="140931" y="546735"/>
                </a:lnTo>
                <a:lnTo>
                  <a:pt x="138684" y="538734"/>
                </a:lnTo>
                <a:lnTo>
                  <a:pt x="135636" y="531520"/>
                </a:lnTo>
                <a:lnTo>
                  <a:pt x="135636" y="553212"/>
                </a:lnTo>
                <a:lnTo>
                  <a:pt x="135636" y="557784"/>
                </a:lnTo>
                <a:lnTo>
                  <a:pt x="132588" y="563880"/>
                </a:lnTo>
                <a:lnTo>
                  <a:pt x="128016" y="566928"/>
                </a:lnTo>
                <a:lnTo>
                  <a:pt x="124968" y="571500"/>
                </a:lnTo>
                <a:lnTo>
                  <a:pt x="118872" y="573024"/>
                </a:lnTo>
                <a:lnTo>
                  <a:pt x="111252" y="573024"/>
                </a:lnTo>
                <a:lnTo>
                  <a:pt x="72898" y="564667"/>
                </a:lnTo>
                <a:lnTo>
                  <a:pt x="40957" y="542925"/>
                </a:lnTo>
                <a:lnTo>
                  <a:pt x="35052" y="525780"/>
                </a:lnTo>
                <a:lnTo>
                  <a:pt x="35052" y="519684"/>
                </a:lnTo>
                <a:lnTo>
                  <a:pt x="36652" y="515048"/>
                </a:lnTo>
                <a:lnTo>
                  <a:pt x="44196" y="507492"/>
                </a:lnTo>
                <a:lnTo>
                  <a:pt x="50292" y="505968"/>
                </a:lnTo>
                <a:lnTo>
                  <a:pt x="57912" y="505968"/>
                </a:lnTo>
                <a:lnTo>
                  <a:pt x="68999" y="506730"/>
                </a:lnTo>
                <a:lnTo>
                  <a:pt x="70154" y="506730"/>
                </a:lnTo>
                <a:lnTo>
                  <a:pt x="109728" y="521208"/>
                </a:lnTo>
                <a:lnTo>
                  <a:pt x="135636" y="553212"/>
                </a:lnTo>
                <a:lnTo>
                  <a:pt x="135636" y="531520"/>
                </a:lnTo>
                <a:lnTo>
                  <a:pt x="110705" y="500443"/>
                </a:lnTo>
                <a:lnTo>
                  <a:pt x="67056" y="486156"/>
                </a:lnTo>
                <a:lnTo>
                  <a:pt x="58813" y="486727"/>
                </a:lnTo>
                <a:lnTo>
                  <a:pt x="58559" y="486727"/>
                </a:lnTo>
                <a:lnTo>
                  <a:pt x="29527" y="515048"/>
                </a:lnTo>
                <a:lnTo>
                  <a:pt x="29184" y="519684"/>
                </a:lnTo>
                <a:lnTo>
                  <a:pt x="29184" y="525780"/>
                </a:lnTo>
                <a:lnTo>
                  <a:pt x="44132" y="563308"/>
                </a:lnTo>
                <a:lnTo>
                  <a:pt x="76200" y="587057"/>
                </a:lnTo>
                <a:lnTo>
                  <a:pt x="103632" y="592836"/>
                </a:lnTo>
                <a:lnTo>
                  <a:pt x="111353" y="592251"/>
                </a:lnTo>
                <a:lnTo>
                  <a:pt x="140931" y="563308"/>
                </a:lnTo>
                <a:lnTo>
                  <a:pt x="141732" y="554736"/>
                </a:lnTo>
                <a:close/>
              </a:path>
              <a:path extrusionOk="0" h="701039" w="142239">
                <a:moveTo>
                  <a:pt x="141732" y="48768"/>
                </a:moveTo>
                <a:lnTo>
                  <a:pt x="114300" y="22860"/>
                </a:lnTo>
                <a:lnTo>
                  <a:pt x="111252" y="25908"/>
                </a:lnTo>
                <a:lnTo>
                  <a:pt x="124968" y="35052"/>
                </a:lnTo>
                <a:lnTo>
                  <a:pt x="131064" y="41148"/>
                </a:lnTo>
                <a:lnTo>
                  <a:pt x="131064" y="44196"/>
                </a:lnTo>
                <a:lnTo>
                  <a:pt x="129540" y="44196"/>
                </a:lnTo>
                <a:lnTo>
                  <a:pt x="129540" y="45720"/>
                </a:lnTo>
                <a:lnTo>
                  <a:pt x="123444" y="45720"/>
                </a:lnTo>
                <a:lnTo>
                  <a:pt x="118872" y="44196"/>
                </a:lnTo>
                <a:lnTo>
                  <a:pt x="111252" y="41148"/>
                </a:lnTo>
                <a:lnTo>
                  <a:pt x="39624" y="19812"/>
                </a:lnTo>
                <a:lnTo>
                  <a:pt x="39624" y="0"/>
                </a:lnTo>
                <a:lnTo>
                  <a:pt x="32004" y="0"/>
                </a:lnTo>
                <a:lnTo>
                  <a:pt x="32004" y="16764"/>
                </a:lnTo>
                <a:lnTo>
                  <a:pt x="0" y="7620"/>
                </a:lnTo>
                <a:lnTo>
                  <a:pt x="0" y="13716"/>
                </a:lnTo>
                <a:lnTo>
                  <a:pt x="7429" y="19177"/>
                </a:lnTo>
                <a:lnTo>
                  <a:pt x="13716" y="24193"/>
                </a:lnTo>
                <a:lnTo>
                  <a:pt x="18859" y="28943"/>
                </a:lnTo>
                <a:lnTo>
                  <a:pt x="22860" y="33528"/>
                </a:lnTo>
                <a:lnTo>
                  <a:pt x="28956" y="39624"/>
                </a:lnTo>
                <a:lnTo>
                  <a:pt x="32004" y="47244"/>
                </a:lnTo>
                <a:lnTo>
                  <a:pt x="33528" y="56388"/>
                </a:lnTo>
                <a:lnTo>
                  <a:pt x="39624" y="57912"/>
                </a:lnTo>
                <a:lnTo>
                  <a:pt x="39624" y="39624"/>
                </a:lnTo>
                <a:lnTo>
                  <a:pt x="109728" y="59436"/>
                </a:lnTo>
                <a:lnTo>
                  <a:pt x="117348" y="62484"/>
                </a:lnTo>
                <a:lnTo>
                  <a:pt x="124968" y="64008"/>
                </a:lnTo>
                <a:lnTo>
                  <a:pt x="132588" y="64008"/>
                </a:lnTo>
                <a:lnTo>
                  <a:pt x="135636" y="62484"/>
                </a:lnTo>
                <a:lnTo>
                  <a:pt x="137160" y="60960"/>
                </a:lnTo>
                <a:lnTo>
                  <a:pt x="140208" y="59436"/>
                </a:lnTo>
                <a:lnTo>
                  <a:pt x="141732" y="56388"/>
                </a:lnTo>
                <a:lnTo>
                  <a:pt x="141732" y="48768"/>
                </a:lnTo>
                <a:close/>
              </a:path>
              <a:path extrusionOk="0" h="701039" w="142239">
                <a:moveTo>
                  <a:pt x="141744" y="665988"/>
                </a:moveTo>
                <a:lnTo>
                  <a:pt x="125171" y="627126"/>
                </a:lnTo>
                <a:lnTo>
                  <a:pt x="112788" y="614172"/>
                </a:lnTo>
                <a:lnTo>
                  <a:pt x="108216" y="617220"/>
                </a:lnTo>
                <a:lnTo>
                  <a:pt x="114287" y="622922"/>
                </a:lnTo>
                <a:lnTo>
                  <a:pt x="119075" y="628459"/>
                </a:lnTo>
                <a:lnTo>
                  <a:pt x="126504" y="638556"/>
                </a:lnTo>
                <a:lnTo>
                  <a:pt x="129552" y="644652"/>
                </a:lnTo>
                <a:lnTo>
                  <a:pt x="131076" y="650748"/>
                </a:lnTo>
                <a:lnTo>
                  <a:pt x="131076" y="664464"/>
                </a:lnTo>
                <a:lnTo>
                  <a:pt x="128028" y="670560"/>
                </a:lnTo>
                <a:lnTo>
                  <a:pt x="118884" y="679704"/>
                </a:lnTo>
                <a:lnTo>
                  <a:pt x="111264" y="681228"/>
                </a:lnTo>
                <a:lnTo>
                  <a:pt x="103644" y="681228"/>
                </a:lnTo>
                <a:lnTo>
                  <a:pt x="59613" y="667499"/>
                </a:lnTo>
                <a:lnTo>
                  <a:pt x="35064" y="637032"/>
                </a:lnTo>
                <a:lnTo>
                  <a:pt x="35064" y="621792"/>
                </a:lnTo>
                <a:lnTo>
                  <a:pt x="39636" y="617220"/>
                </a:lnTo>
                <a:lnTo>
                  <a:pt x="42684" y="617220"/>
                </a:lnTo>
                <a:lnTo>
                  <a:pt x="42684" y="618744"/>
                </a:lnTo>
                <a:lnTo>
                  <a:pt x="44208" y="618744"/>
                </a:lnTo>
                <a:lnTo>
                  <a:pt x="50304" y="624840"/>
                </a:lnTo>
                <a:lnTo>
                  <a:pt x="59448" y="624840"/>
                </a:lnTo>
                <a:lnTo>
                  <a:pt x="62496" y="621792"/>
                </a:lnTo>
                <a:lnTo>
                  <a:pt x="64020" y="618744"/>
                </a:lnTo>
                <a:lnTo>
                  <a:pt x="64020" y="614172"/>
                </a:lnTo>
                <a:lnTo>
                  <a:pt x="62496" y="611124"/>
                </a:lnTo>
                <a:lnTo>
                  <a:pt x="56400" y="605028"/>
                </a:lnTo>
                <a:lnTo>
                  <a:pt x="51828" y="603504"/>
                </a:lnTo>
                <a:lnTo>
                  <a:pt x="41160" y="603504"/>
                </a:lnTo>
                <a:lnTo>
                  <a:pt x="36588" y="606552"/>
                </a:lnTo>
                <a:lnTo>
                  <a:pt x="33540" y="611124"/>
                </a:lnTo>
                <a:lnTo>
                  <a:pt x="30492" y="614172"/>
                </a:lnTo>
                <a:lnTo>
                  <a:pt x="28968" y="621792"/>
                </a:lnTo>
                <a:lnTo>
                  <a:pt x="28968" y="629412"/>
                </a:lnTo>
                <a:lnTo>
                  <a:pt x="45656" y="672185"/>
                </a:lnTo>
                <a:lnTo>
                  <a:pt x="77736" y="695896"/>
                </a:lnTo>
                <a:lnTo>
                  <a:pt x="105168" y="701040"/>
                </a:lnTo>
                <a:lnTo>
                  <a:pt x="112852" y="700468"/>
                </a:lnTo>
                <a:lnTo>
                  <a:pt x="140931" y="673684"/>
                </a:lnTo>
                <a:lnTo>
                  <a:pt x="141744" y="665988"/>
                </a:lnTo>
                <a:close/>
              </a:path>
              <a:path extrusionOk="0" h="701039" w="142239">
                <a:moveTo>
                  <a:pt x="141744" y="246888"/>
                </a:moveTo>
                <a:lnTo>
                  <a:pt x="124383" y="206603"/>
                </a:lnTo>
                <a:lnTo>
                  <a:pt x="111264" y="192024"/>
                </a:lnTo>
                <a:lnTo>
                  <a:pt x="108216" y="195072"/>
                </a:lnTo>
                <a:lnTo>
                  <a:pt x="113703" y="202692"/>
                </a:lnTo>
                <a:lnTo>
                  <a:pt x="118122" y="208978"/>
                </a:lnTo>
                <a:lnTo>
                  <a:pt x="121500" y="214579"/>
                </a:lnTo>
                <a:lnTo>
                  <a:pt x="123456" y="219456"/>
                </a:lnTo>
                <a:lnTo>
                  <a:pt x="126504" y="225552"/>
                </a:lnTo>
                <a:lnTo>
                  <a:pt x="128028" y="230124"/>
                </a:lnTo>
                <a:lnTo>
                  <a:pt x="128028" y="243840"/>
                </a:lnTo>
                <a:lnTo>
                  <a:pt x="124980" y="249936"/>
                </a:lnTo>
                <a:lnTo>
                  <a:pt x="120408" y="256032"/>
                </a:lnTo>
                <a:lnTo>
                  <a:pt x="115836" y="260604"/>
                </a:lnTo>
                <a:lnTo>
                  <a:pt x="109740" y="263652"/>
                </a:lnTo>
                <a:lnTo>
                  <a:pt x="92976" y="263652"/>
                </a:lnTo>
                <a:lnTo>
                  <a:pt x="92710" y="262128"/>
                </a:lnTo>
                <a:lnTo>
                  <a:pt x="91173" y="253301"/>
                </a:lnTo>
                <a:lnTo>
                  <a:pt x="88925" y="240792"/>
                </a:lnTo>
                <a:lnTo>
                  <a:pt x="86880" y="232283"/>
                </a:lnTo>
                <a:lnTo>
                  <a:pt x="86880" y="262128"/>
                </a:lnTo>
                <a:lnTo>
                  <a:pt x="74256" y="258368"/>
                </a:lnTo>
                <a:lnTo>
                  <a:pt x="41490" y="233934"/>
                </a:lnTo>
                <a:lnTo>
                  <a:pt x="35610" y="219456"/>
                </a:lnTo>
                <a:lnTo>
                  <a:pt x="35166" y="214579"/>
                </a:lnTo>
                <a:lnTo>
                  <a:pt x="35064" y="207264"/>
                </a:lnTo>
                <a:lnTo>
                  <a:pt x="39636" y="202692"/>
                </a:lnTo>
                <a:lnTo>
                  <a:pt x="42684" y="201168"/>
                </a:lnTo>
                <a:lnTo>
                  <a:pt x="51828" y="201168"/>
                </a:lnTo>
                <a:lnTo>
                  <a:pt x="79260" y="231648"/>
                </a:lnTo>
                <a:lnTo>
                  <a:pt x="86880" y="262128"/>
                </a:lnTo>
                <a:lnTo>
                  <a:pt x="86880" y="232283"/>
                </a:lnTo>
                <a:lnTo>
                  <a:pt x="86728" y="231648"/>
                </a:lnTo>
                <a:lnTo>
                  <a:pt x="80111" y="214312"/>
                </a:lnTo>
                <a:lnTo>
                  <a:pt x="75831" y="205740"/>
                </a:lnTo>
                <a:lnTo>
                  <a:pt x="72834" y="201168"/>
                </a:lnTo>
                <a:lnTo>
                  <a:pt x="70967" y="198310"/>
                </a:lnTo>
                <a:lnTo>
                  <a:pt x="65544" y="192024"/>
                </a:lnTo>
                <a:lnTo>
                  <a:pt x="59448" y="187452"/>
                </a:lnTo>
                <a:lnTo>
                  <a:pt x="53352" y="184404"/>
                </a:lnTo>
                <a:lnTo>
                  <a:pt x="41160" y="184404"/>
                </a:lnTo>
                <a:lnTo>
                  <a:pt x="36588" y="185928"/>
                </a:lnTo>
                <a:lnTo>
                  <a:pt x="30492" y="195072"/>
                </a:lnTo>
                <a:lnTo>
                  <a:pt x="28968" y="201168"/>
                </a:lnTo>
                <a:lnTo>
                  <a:pt x="28968" y="208978"/>
                </a:lnTo>
                <a:lnTo>
                  <a:pt x="44373" y="252437"/>
                </a:lnTo>
                <a:lnTo>
                  <a:pt x="77736" y="277037"/>
                </a:lnTo>
                <a:lnTo>
                  <a:pt x="105168" y="283464"/>
                </a:lnTo>
                <a:lnTo>
                  <a:pt x="111760" y="282892"/>
                </a:lnTo>
                <a:lnTo>
                  <a:pt x="138036" y="263652"/>
                </a:lnTo>
                <a:lnTo>
                  <a:pt x="138506" y="262890"/>
                </a:lnTo>
                <a:lnTo>
                  <a:pt x="140906" y="255460"/>
                </a:lnTo>
                <a:lnTo>
                  <a:pt x="141744" y="246888"/>
                </a:lnTo>
                <a:close/>
              </a:path>
              <a:path extrusionOk="0" h="701039" w="142239">
                <a:moveTo>
                  <a:pt x="141744" y="138684"/>
                </a:moveTo>
                <a:lnTo>
                  <a:pt x="141617" y="137160"/>
                </a:lnTo>
                <a:lnTo>
                  <a:pt x="141185" y="131851"/>
                </a:lnTo>
                <a:lnTo>
                  <a:pt x="139649" y="125158"/>
                </a:lnTo>
                <a:lnTo>
                  <a:pt x="139573" y="124968"/>
                </a:lnTo>
                <a:lnTo>
                  <a:pt x="137236" y="118757"/>
                </a:lnTo>
                <a:lnTo>
                  <a:pt x="134124" y="112776"/>
                </a:lnTo>
                <a:lnTo>
                  <a:pt x="130136" y="106159"/>
                </a:lnTo>
                <a:lnTo>
                  <a:pt x="125171" y="99822"/>
                </a:lnTo>
                <a:lnTo>
                  <a:pt x="119329" y="93497"/>
                </a:lnTo>
                <a:lnTo>
                  <a:pt x="112788" y="86868"/>
                </a:lnTo>
                <a:lnTo>
                  <a:pt x="108216" y="89916"/>
                </a:lnTo>
                <a:lnTo>
                  <a:pt x="114287" y="95618"/>
                </a:lnTo>
                <a:lnTo>
                  <a:pt x="119075" y="101155"/>
                </a:lnTo>
                <a:lnTo>
                  <a:pt x="122999" y="106426"/>
                </a:lnTo>
                <a:lnTo>
                  <a:pt x="126504" y="111252"/>
                </a:lnTo>
                <a:lnTo>
                  <a:pt x="129552" y="117348"/>
                </a:lnTo>
                <a:lnTo>
                  <a:pt x="131076" y="123444"/>
                </a:lnTo>
                <a:lnTo>
                  <a:pt x="131076" y="137160"/>
                </a:lnTo>
                <a:lnTo>
                  <a:pt x="128028" y="143256"/>
                </a:lnTo>
                <a:lnTo>
                  <a:pt x="118884" y="152400"/>
                </a:lnTo>
                <a:lnTo>
                  <a:pt x="111264" y="153924"/>
                </a:lnTo>
                <a:lnTo>
                  <a:pt x="103644" y="153924"/>
                </a:lnTo>
                <a:lnTo>
                  <a:pt x="59613" y="140195"/>
                </a:lnTo>
                <a:lnTo>
                  <a:pt x="35064" y="109728"/>
                </a:lnTo>
                <a:lnTo>
                  <a:pt x="35064" y="94488"/>
                </a:lnTo>
                <a:lnTo>
                  <a:pt x="39636" y="89916"/>
                </a:lnTo>
                <a:lnTo>
                  <a:pt x="42684" y="89916"/>
                </a:lnTo>
                <a:lnTo>
                  <a:pt x="42684" y="91440"/>
                </a:lnTo>
                <a:lnTo>
                  <a:pt x="44208" y="91440"/>
                </a:lnTo>
                <a:lnTo>
                  <a:pt x="48780" y="96012"/>
                </a:lnTo>
                <a:lnTo>
                  <a:pt x="50304" y="96012"/>
                </a:lnTo>
                <a:lnTo>
                  <a:pt x="51828" y="97536"/>
                </a:lnTo>
                <a:lnTo>
                  <a:pt x="59448" y="97536"/>
                </a:lnTo>
                <a:lnTo>
                  <a:pt x="62496" y="94488"/>
                </a:lnTo>
                <a:lnTo>
                  <a:pt x="64020" y="91440"/>
                </a:lnTo>
                <a:lnTo>
                  <a:pt x="64020" y="89916"/>
                </a:lnTo>
                <a:lnTo>
                  <a:pt x="64020" y="86868"/>
                </a:lnTo>
                <a:lnTo>
                  <a:pt x="62496" y="83820"/>
                </a:lnTo>
                <a:lnTo>
                  <a:pt x="56400" y="77724"/>
                </a:lnTo>
                <a:lnTo>
                  <a:pt x="51828" y="76200"/>
                </a:lnTo>
                <a:lnTo>
                  <a:pt x="41160" y="76200"/>
                </a:lnTo>
                <a:lnTo>
                  <a:pt x="36588" y="79248"/>
                </a:lnTo>
                <a:lnTo>
                  <a:pt x="33540" y="83820"/>
                </a:lnTo>
                <a:lnTo>
                  <a:pt x="30492" y="86868"/>
                </a:lnTo>
                <a:lnTo>
                  <a:pt x="28968" y="94488"/>
                </a:lnTo>
                <a:lnTo>
                  <a:pt x="28968" y="102108"/>
                </a:lnTo>
                <a:lnTo>
                  <a:pt x="29552" y="111023"/>
                </a:lnTo>
                <a:lnTo>
                  <a:pt x="29603" y="111252"/>
                </a:lnTo>
                <a:lnTo>
                  <a:pt x="31445" y="119634"/>
                </a:lnTo>
                <a:lnTo>
                  <a:pt x="52400" y="152019"/>
                </a:lnTo>
                <a:lnTo>
                  <a:pt x="86880" y="171450"/>
                </a:lnTo>
                <a:lnTo>
                  <a:pt x="105168" y="173736"/>
                </a:lnTo>
                <a:lnTo>
                  <a:pt x="112852" y="173164"/>
                </a:lnTo>
                <a:lnTo>
                  <a:pt x="138379" y="153924"/>
                </a:lnTo>
                <a:lnTo>
                  <a:pt x="138696" y="153352"/>
                </a:lnTo>
                <a:lnTo>
                  <a:pt x="140931" y="146380"/>
                </a:lnTo>
                <a:lnTo>
                  <a:pt x="141744" y="13868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189" name="Google Shape;8189;p111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2517647" y="1769364"/>
            <a:ext cx="225552" cy="224028"/>
          </a:xfrm>
          <a:prstGeom prst="rect">
            <a:avLst/>
          </a:prstGeom>
          <a:noFill/>
          <a:ln>
            <a:noFill/>
          </a:ln>
        </p:spPr>
      </p:pic>
      <p:pic>
        <p:nvPicPr>
          <p:cNvPr id="8190" name="Google Shape;8190;p111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2813304" y="4713732"/>
            <a:ext cx="175260" cy="139750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91" name="Google Shape;8191;p111"/>
          <p:cNvGrpSpPr/>
          <p:nvPr/>
        </p:nvGrpSpPr>
        <p:grpSpPr>
          <a:xfrm>
            <a:off x="3118104" y="5774435"/>
            <a:ext cx="167640" cy="341377"/>
            <a:chOff x="3118104" y="5774435"/>
            <a:chExt cx="167640" cy="341377"/>
          </a:xfrm>
        </p:grpSpPr>
        <p:pic>
          <p:nvPicPr>
            <p:cNvPr id="8192" name="Google Shape;8192;p111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3118104" y="5993892"/>
              <a:ext cx="164592" cy="1219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93" name="Google Shape;8193;p111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3168396" y="5774435"/>
              <a:ext cx="117348" cy="19659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194" name="Google Shape;8194;p111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3110483" y="4828032"/>
            <a:ext cx="225551" cy="877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195" name="Google Shape;8195;p111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3416807" y="5954267"/>
            <a:ext cx="143256" cy="143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96" name="Google Shape;8196;p111"/>
          <p:cNvGrpSpPr/>
          <p:nvPr/>
        </p:nvGrpSpPr>
        <p:grpSpPr>
          <a:xfrm>
            <a:off x="3406140" y="5190744"/>
            <a:ext cx="175260" cy="673607"/>
            <a:chOff x="3406140" y="5190744"/>
            <a:chExt cx="175260" cy="673607"/>
          </a:xfrm>
        </p:grpSpPr>
        <p:pic>
          <p:nvPicPr>
            <p:cNvPr id="8197" name="Google Shape;8197;p111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3406140" y="5398007"/>
              <a:ext cx="175260" cy="4663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98" name="Google Shape;8198;p111"/>
            <p:cNvPicPr preferRelativeResize="0"/>
            <p:nvPr/>
          </p:nvPicPr>
          <p:blipFill rotWithShape="1">
            <a:blip r:embed="rId87">
              <a:alphaModFix/>
            </a:blip>
            <a:srcRect b="0" l="0" r="0" t="0"/>
            <a:stretch/>
          </p:blipFill>
          <p:spPr>
            <a:xfrm>
              <a:off x="3464052" y="5303519"/>
              <a:ext cx="117348" cy="746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99" name="Google Shape;8199;p111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3464052" y="5190744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200" name="Google Shape;8200;p111"/>
          <p:cNvPicPr preferRelativeResize="0"/>
          <p:nvPr/>
        </p:nvPicPr>
        <p:blipFill rotWithShape="1">
          <a:blip r:embed="rId89">
            <a:alphaModFix/>
          </a:blip>
          <a:srcRect b="0" l="0" r="0" t="0"/>
          <a:stretch/>
        </p:blipFill>
        <p:spPr>
          <a:xfrm>
            <a:off x="3464361" y="5013960"/>
            <a:ext cx="117038" cy="10210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01" name="Google Shape;8201;p111"/>
          <p:cNvGrpSpPr/>
          <p:nvPr/>
        </p:nvGrpSpPr>
        <p:grpSpPr>
          <a:xfrm>
            <a:off x="3406139" y="4305300"/>
            <a:ext cx="225552" cy="637032"/>
            <a:chOff x="3406139" y="4305300"/>
            <a:chExt cx="225552" cy="637032"/>
          </a:xfrm>
        </p:grpSpPr>
        <p:pic>
          <p:nvPicPr>
            <p:cNvPr id="8202" name="Google Shape;8202;p111"/>
            <p:cNvPicPr preferRelativeResize="0"/>
            <p:nvPr/>
          </p:nvPicPr>
          <p:blipFill rotWithShape="1">
            <a:blip r:embed="rId90">
              <a:alphaModFix/>
            </a:blip>
            <a:srcRect b="0" l="0" r="0" t="0"/>
            <a:stretch/>
          </p:blipFill>
          <p:spPr>
            <a:xfrm>
              <a:off x="3406139" y="4486656"/>
              <a:ext cx="225552" cy="4556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203" name="Google Shape;8203;p111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3406139" y="4305300"/>
              <a:ext cx="175260" cy="16154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204" name="Google Shape;8204;p111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3406139" y="3387851"/>
            <a:ext cx="225552" cy="839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205" name="Google Shape;8205;p111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3406140" y="2593848"/>
            <a:ext cx="175260" cy="719327"/>
          </a:xfrm>
          <a:prstGeom prst="rect">
            <a:avLst/>
          </a:prstGeom>
          <a:noFill/>
          <a:ln>
            <a:noFill/>
          </a:ln>
        </p:spPr>
      </p:pic>
      <p:pic>
        <p:nvPicPr>
          <p:cNvPr id="8206" name="Google Shape;8206;p111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3713988" y="5954267"/>
            <a:ext cx="143256" cy="143256"/>
          </a:xfrm>
          <a:prstGeom prst="rect">
            <a:avLst/>
          </a:prstGeom>
          <a:noFill/>
          <a:ln>
            <a:noFill/>
          </a:ln>
        </p:spPr>
      </p:pic>
      <p:sp>
        <p:nvSpPr>
          <p:cNvPr id="8207" name="Google Shape;8207;p111"/>
          <p:cNvSpPr/>
          <p:nvPr/>
        </p:nvSpPr>
        <p:spPr>
          <a:xfrm>
            <a:off x="3703307" y="5138928"/>
            <a:ext cx="175895" cy="734695"/>
          </a:xfrm>
          <a:custGeom>
            <a:rect b="b" l="l" r="r" t="t"/>
            <a:pathLst>
              <a:path extrusionOk="0" h="734695" w="175895">
                <a:moveTo>
                  <a:pt x="172212" y="106680"/>
                </a:moveTo>
                <a:lnTo>
                  <a:pt x="169164" y="106680"/>
                </a:lnTo>
                <a:lnTo>
                  <a:pt x="169164" y="112776"/>
                </a:lnTo>
                <a:lnTo>
                  <a:pt x="167640" y="115824"/>
                </a:lnTo>
                <a:lnTo>
                  <a:pt x="167640" y="117348"/>
                </a:lnTo>
                <a:lnTo>
                  <a:pt x="166116" y="120396"/>
                </a:lnTo>
                <a:lnTo>
                  <a:pt x="164592" y="121920"/>
                </a:lnTo>
                <a:lnTo>
                  <a:pt x="161544" y="121920"/>
                </a:lnTo>
                <a:lnTo>
                  <a:pt x="160020" y="123444"/>
                </a:lnTo>
                <a:lnTo>
                  <a:pt x="0" y="123444"/>
                </a:lnTo>
                <a:lnTo>
                  <a:pt x="0" y="129540"/>
                </a:lnTo>
                <a:lnTo>
                  <a:pt x="13716" y="160020"/>
                </a:lnTo>
                <a:lnTo>
                  <a:pt x="16764" y="158496"/>
                </a:lnTo>
                <a:lnTo>
                  <a:pt x="15240" y="155448"/>
                </a:lnTo>
                <a:lnTo>
                  <a:pt x="15240" y="147828"/>
                </a:lnTo>
                <a:lnTo>
                  <a:pt x="16764" y="146304"/>
                </a:lnTo>
                <a:lnTo>
                  <a:pt x="19812" y="144780"/>
                </a:lnTo>
                <a:lnTo>
                  <a:pt x="22860" y="144780"/>
                </a:lnTo>
                <a:lnTo>
                  <a:pt x="25908" y="143256"/>
                </a:lnTo>
                <a:lnTo>
                  <a:pt x="153924" y="143256"/>
                </a:lnTo>
                <a:lnTo>
                  <a:pt x="160020" y="144780"/>
                </a:lnTo>
                <a:lnTo>
                  <a:pt x="161544" y="144780"/>
                </a:lnTo>
                <a:lnTo>
                  <a:pt x="164592" y="146304"/>
                </a:lnTo>
                <a:lnTo>
                  <a:pt x="167640" y="149352"/>
                </a:lnTo>
                <a:lnTo>
                  <a:pt x="167640" y="150876"/>
                </a:lnTo>
                <a:lnTo>
                  <a:pt x="169164" y="155448"/>
                </a:lnTo>
                <a:lnTo>
                  <a:pt x="169164" y="160020"/>
                </a:lnTo>
                <a:lnTo>
                  <a:pt x="172212" y="160020"/>
                </a:lnTo>
                <a:lnTo>
                  <a:pt x="172212" y="143256"/>
                </a:lnTo>
                <a:lnTo>
                  <a:pt x="172212" y="106680"/>
                </a:lnTo>
                <a:close/>
              </a:path>
              <a:path extrusionOk="0" h="734695" w="175895">
                <a:moveTo>
                  <a:pt x="172224" y="548640"/>
                </a:moveTo>
                <a:lnTo>
                  <a:pt x="169176" y="548640"/>
                </a:lnTo>
                <a:lnTo>
                  <a:pt x="169176" y="553212"/>
                </a:lnTo>
                <a:lnTo>
                  <a:pt x="167652" y="556260"/>
                </a:lnTo>
                <a:lnTo>
                  <a:pt x="167652" y="559308"/>
                </a:lnTo>
                <a:lnTo>
                  <a:pt x="164604" y="562356"/>
                </a:lnTo>
                <a:lnTo>
                  <a:pt x="161556" y="563880"/>
                </a:lnTo>
                <a:lnTo>
                  <a:pt x="160032" y="563880"/>
                </a:lnTo>
                <a:lnTo>
                  <a:pt x="153936" y="565404"/>
                </a:lnTo>
                <a:lnTo>
                  <a:pt x="82308" y="565404"/>
                </a:lnTo>
                <a:lnTo>
                  <a:pt x="77736" y="566928"/>
                </a:lnTo>
                <a:lnTo>
                  <a:pt x="70116" y="569976"/>
                </a:lnTo>
                <a:lnTo>
                  <a:pt x="65544" y="573024"/>
                </a:lnTo>
                <a:lnTo>
                  <a:pt x="59448" y="582168"/>
                </a:lnTo>
                <a:lnTo>
                  <a:pt x="57924" y="586740"/>
                </a:lnTo>
                <a:lnTo>
                  <a:pt x="57924" y="598932"/>
                </a:lnTo>
                <a:lnTo>
                  <a:pt x="82308" y="630936"/>
                </a:lnTo>
                <a:lnTo>
                  <a:pt x="74688" y="632460"/>
                </a:lnTo>
                <a:lnTo>
                  <a:pt x="68592" y="635508"/>
                </a:lnTo>
                <a:lnTo>
                  <a:pt x="64020" y="640080"/>
                </a:lnTo>
                <a:lnTo>
                  <a:pt x="59448" y="646176"/>
                </a:lnTo>
                <a:lnTo>
                  <a:pt x="57924" y="650748"/>
                </a:lnTo>
                <a:lnTo>
                  <a:pt x="57924" y="665988"/>
                </a:lnTo>
                <a:lnTo>
                  <a:pt x="59448" y="670560"/>
                </a:lnTo>
                <a:lnTo>
                  <a:pt x="62496" y="675132"/>
                </a:lnTo>
                <a:lnTo>
                  <a:pt x="64020" y="678180"/>
                </a:lnTo>
                <a:lnTo>
                  <a:pt x="82308" y="696468"/>
                </a:lnTo>
                <a:lnTo>
                  <a:pt x="57924" y="696468"/>
                </a:lnTo>
                <a:lnTo>
                  <a:pt x="57924" y="701040"/>
                </a:lnTo>
                <a:lnTo>
                  <a:pt x="71640" y="734568"/>
                </a:lnTo>
                <a:lnTo>
                  <a:pt x="74688" y="731520"/>
                </a:lnTo>
                <a:lnTo>
                  <a:pt x="73164" y="728472"/>
                </a:lnTo>
                <a:lnTo>
                  <a:pt x="73164" y="720852"/>
                </a:lnTo>
                <a:lnTo>
                  <a:pt x="74688" y="719328"/>
                </a:lnTo>
                <a:lnTo>
                  <a:pt x="74688" y="717804"/>
                </a:lnTo>
                <a:lnTo>
                  <a:pt x="77736" y="717804"/>
                </a:lnTo>
                <a:lnTo>
                  <a:pt x="79260" y="716280"/>
                </a:lnTo>
                <a:lnTo>
                  <a:pt x="160032" y="716280"/>
                </a:lnTo>
                <a:lnTo>
                  <a:pt x="161556" y="717804"/>
                </a:lnTo>
                <a:lnTo>
                  <a:pt x="164604" y="717804"/>
                </a:lnTo>
                <a:lnTo>
                  <a:pt x="166128" y="719328"/>
                </a:lnTo>
                <a:lnTo>
                  <a:pt x="167652" y="722376"/>
                </a:lnTo>
                <a:lnTo>
                  <a:pt x="167652" y="723900"/>
                </a:lnTo>
                <a:lnTo>
                  <a:pt x="169176" y="726948"/>
                </a:lnTo>
                <a:lnTo>
                  <a:pt x="169176" y="733044"/>
                </a:lnTo>
                <a:lnTo>
                  <a:pt x="172224" y="733044"/>
                </a:lnTo>
                <a:lnTo>
                  <a:pt x="172224" y="679704"/>
                </a:lnTo>
                <a:lnTo>
                  <a:pt x="169176" y="679704"/>
                </a:lnTo>
                <a:lnTo>
                  <a:pt x="169176" y="684276"/>
                </a:lnTo>
                <a:lnTo>
                  <a:pt x="167652" y="688848"/>
                </a:lnTo>
                <a:lnTo>
                  <a:pt x="167652" y="690372"/>
                </a:lnTo>
                <a:lnTo>
                  <a:pt x="164604" y="693420"/>
                </a:lnTo>
                <a:lnTo>
                  <a:pt x="161556" y="694944"/>
                </a:lnTo>
                <a:lnTo>
                  <a:pt x="160032" y="694944"/>
                </a:lnTo>
                <a:lnTo>
                  <a:pt x="155460" y="696468"/>
                </a:lnTo>
                <a:lnTo>
                  <a:pt x="88404" y="696468"/>
                </a:lnTo>
                <a:lnTo>
                  <a:pt x="79260" y="687324"/>
                </a:lnTo>
                <a:lnTo>
                  <a:pt x="76212" y="681228"/>
                </a:lnTo>
                <a:lnTo>
                  <a:pt x="73164" y="672084"/>
                </a:lnTo>
                <a:lnTo>
                  <a:pt x="73164" y="661416"/>
                </a:lnTo>
                <a:lnTo>
                  <a:pt x="74688" y="656844"/>
                </a:lnTo>
                <a:lnTo>
                  <a:pt x="80784" y="653796"/>
                </a:lnTo>
                <a:lnTo>
                  <a:pt x="83832" y="650748"/>
                </a:lnTo>
                <a:lnTo>
                  <a:pt x="163080" y="650748"/>
                </a:lnTo>
                <a:lnTo>
                  <a:pt x="164604" y="652272"/>
                </a:lnTo>
                <a:lnTo>
                  <a:pt x="166128" y="655320"/>
                </a:lnTo>
                <a:lnTo>
                  <a:pt x="167652" y="656844"/>
                </a:lnTo>
                <a:lnTo>
                  <a:pt x="169176" y="661416"/>
                </a:lnTo>
                <a:lnTo>
                  <a:pt x="169176" y="667512"/>
                </a:lnTo>
                <a:lnTo>
                  <a:pt x="172224" y="667512"/>
                </a:lnTo>
                <a:lnTo>
                  <a:pt x="172224" y="614172"/>
                </a:lnTo>
                <a:lnTo>
                  <a:pt x="169176" y="614172"/>
                </a:lnTo>
                <a:lnTo>
                  <a:pt x="169176" y="618744"/>
                </a:lnTo>
                <a:lnTo>
                  <a:pt x="167652" y="621792"/>
                </a:lnTo>
                <a:lnTo>
                  <a:pt x="167652" y="624840"/>
                </a:lnTo>
                <a:lnTo>
                  <a:pt x="164604" y="627888"/>
                </a:lnTo>
                <a:lnTo>
                  <a:pt x="161556" y="629412"/>
                </a:lnTo>
                <a:lnTo>
                  <a:pt x="160032" y="629412"/>
                </a:lnTo>
                <a:lnTo>
                  <a:pt x="155460" y="630936"/>
                </a:lnTo>
                <a:lnTo>
                  <a:pt x="89928" y="630936"/>
                </a:lnTo>
                <a:lnTo>
                  <a:pt x="88404" y="629412"/>
                </a:lnTo>
                <a:lnTo>
                  <a:pt x="82308" y="624840"/>
                </a:lnTo>
                <a:lnTo>
                  <a:pt x="77736" y="618744"/>
                </a:lnTo>
                <a:lnTo>
                  <a:pt x="76212" y="614172"/>
                </a:lnTo>
                <a:lnTo>
                  <a:pt x="73164" y="611124"/>
                </a:lnTo>
                <a:lnTo>
                  <a:pt x="73164" y="595884"/>
                </a:lnTo>
                <a:lnTo>
                  <a:pt x="74688" y="591312"/>
                </a:lnTo>
                <a:lnTo>
                  <a:pt x="80784" y="588264"/>
                </a:lnTo>
                <a:lnTo>
                  <a:pt x="83832" y="585216"/>
                </a:lnTo>
                <a:lnTo>
                  <a:pt x="163080" y="585216"/>
                </a:lnTo>
                <a:lnTo>
                  <a:pt x="166128" y="588264"/>
                </a:lnTo>
                <a:lnTo>
                  <a:pt x="169176" y="594360"/>
                </a:lnTo>
                <a:lnTo>
                  <a:pt x="169176" y="601980"/>
                </a:lnTo>
                <a:lnTo>
                  <a:pt x="172224" y="601980"/>
                </a:lnTo>
                <a:lnTo>
                  <a:pt x="172224" y="548640"/>
                </a:lnTo>
                <a:close/>
              </a:path>
              <a:path extrusionOk="0" h="734695" w="175895">
                <a:moveTo>
                  <a:pt x="175260" y="481584"/>
                </a:moveTo>
                <a:lnTo>
                  <a:pt x="167640" y="454190"/>
                </a:lnTo>
                <a:lnTo>
                  <a:pt x="167640" y="469392"/>
                </a:lnTo>
                <a:lnTo>
                  <a:pt x="167640" y="477012"/>
                </a:lnTo>
                <a:lnTo>
                  <a:pt x="139903" y="505396"/>
                </a:lnTo>
                <a:lnTo>
                  <a:pt x="106680" y="510540"/>
                </a:lnTo>
                <a:lnTo>
                  <a:pt x="88392" y="510540"/>
                </a:lnTo>
                <a:lnTo>
                  <a:pt x="76200" y="504444"/>
                </a:lnTo>
                <a:lnTo>
                  <a:pt x="71628" y="501396"/>
                </a:lnTo>
                <a:lnTo>
                  <a:pt x="68580" y="496824"/>
                </a:lnTo>
                <a:lnTo>
                  <a:pt x="68478" y="496519"/>
                </a:lnTo>
                <a:lnTo>
                  <a:pt x="67056" y="492252"/>
                </a:lnTo>
                <a:lnTo>
                  <a:pt x="65532" y="489204"/>
                </a:lnTo>
                <a:lnTo>
                  <a:pt x="65532" y="475488"/>
                </a:lnTo>
                <a:lnTo>
                  <a:pt x="68580" y="467868"/>
                </a:lnTo>
                <a:lnTo>
                  <a:pt x="76200" y="463296"/>
                </a:lnTo>
                <a:lnTo>
                  <a:pt x="84861" y="457962"/>
                </a:lnTo>
                <a:lnTo>
                  <a:pt x="86194" y="457200"/>
                </a:lnTo>
                <a:lnTo>
                  <a:pt x="96964" y="453009"/>
                </a:lnTo>
                <a:lnTo>
                  <a:pt x="109423" y="450443"/>
                </a:lnTo>
                <a:lnTo>
                  <a:pt x="123444" y="449580"/>
                </a:lnTo>
                <a:lnTo>
                  <a:pt x="134899" y="450138"/>
                </a:lnTo>
                <a:lnTo>
                  <a:pt x="167640" y="469392"/>
                </a:lnTo>
                <a:lnTo>
                  <a:pt x="167640" y="454190"/>
                </a:lnTo>
                <a:lnTo>
                  <a:pt x="136804" y="431228"/>
                </a:lnTo>
                <a:lnTo>
                  <a:pt x="114300" y="426720"/>
                </a:lnTo>
                <a:lnTo>
                  <a:pt x="104063" y="427583"/>
                </a:lnTo>
                <a:lnTo>
                  <a:pt x="68199" y="448779"/>
                </a:lnTo>
                <a:lnTo>
                  <a:pt x="58953" y="469392"/>
                </a:lnTo>
                <a:lnTo>
                  <a:pt x="57912" y="480060"/>
                </a:lnTo>
                <a:lnTo>
                  <a:pt x="57988" y="481584"/>
                </a:lnTo>
                <a:lnTo>
                  <a:pt x="58229" y="486918"/>
                </a:lnTo>
                <a:lnTo>
                  <a:pt x="59245" y="493776"/>
                </a:lnTo>
                <a:lnTo>
                  <a:pt x="86868" y="527304"/>
                </a:lnTo>
                <a:lnTo>
                  <a:pt x="117348" y="533400"/>
                </a:lnTo>
                <a:lnTo>
                  <a:pt x="127381" y="532790"/>
                </a:lnTo>
                <a:lnTo>
                  <a:pt x="163690" y="513524"/>
                </a:lnTo>
                <a:lnTo>
                  <a:pt x="165696" y="510540"/>
                </a:lnTo>
                <a:lnTo>
                  <a:pt x="169926" y="504253"/>
                </a:lnTo>
                <a:lnTo>
                  <a:pt x="173888" y="493572"/>
                </a:lnTo>
                <a:lnTo>
                  <a:pt x="175260" y="481584"/>
                </a:lnTo>
                <a:close/>
              </a:path>
              <a:path extrusionOk="0" h="734695" w="175895">
                <a:moveTo>
                  <a:pt x="175260" y="45720"/>
                </a:moveTo>
                <a:lnTo>
                  <a:pt x="174409" y="36893"/>
                </a:lnTo>
                <a:lnTo>
                  <a:pt x="174307" y="36576"/>
                </a:lnTo>
                <a:lnTo>
                  <a:pt x="171831" y="28765"/>
                </a:lnTo>
                <a:lnTo>
                  <a:pt x="139687" y="1955"/>
                </a:lnTo>
                <a:lnTo>
                  <a:pt x="131064" y="0"/>
                </a:lnTo>
                <a:lnTo>
                  <a:pt x="129540" y="3048"/>
                </a:lnTo>
                <a:lnTo>
                  <a:pt x="138684" y="7620"/>
                </a:lnTo>
                <a:lnTo>
                  <a:pt x="146304" y="12192"/>
                </a:lnTo>
                <a:lnTo>
                  <a:pt x="149352" y="16764"/>
                </a:lnTo>
                <a:lnTo>
                  <a:pt x="153924" y="21336"/>
                </a:lnTo>
                <a:lnTo>
                  <a:pt x="153962" y="21513"/>
                </a:lnTo>
                <a:lnTo>
                  <a:pt x="155409" y="28765"/>
                </a:lnTo>
                <a:lnTo>
                  <a:pt x="155448" y="35052"/>
                </a:lnTo>
                <a:lnTo>
                  <a:pt x="154584" y="42672"/>
                </a:lnTo>
                <a:lnTo>
                  <a:pt x="124015" y="72199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85344" y="74676"/>
                </a:lnTo>
                <a:lnTo>
                  <a:pt x="77724" y="71628"/>
                </a:lnTo>
                <a:lnTo>
                  <a:pt x="73152" y="65532"/>
                </a:lnTo>
                <a:lnTo>
                  <a:pt x="67056" y="60960"/>
                </a:lnTo>
                <a:lnTo>
                  <a:pt x="65532" y="54825"/>
                </a:lnTo>
                <a:lnTo>
                  <a:pt x="65532" y="44196"/>
                </a:lnTo>
                <a:lnTo>
                  <a:pt x="79248" y="27432"/>
                </a:lnTo>
                <a:lnTo>
                  <a:pt x="82296" y="25908"/>
                </a:lnTo>
                <a:lnTo>
                  <a:pt x="86868" y="25908"/>
                </a:lnTo>
                <a:lnTo>
                  <a:pt x="94488" y="24384"/>
                </a:lnTo>
                <a:lnTo>
                  <a:pt x="94488" y="660"/>
                </a:lnTo>
                <a:lnTo>
                  <a:pt x="92392" y="838"/>
                </a:lnTo>
                <a:lnTo>
                  <a:pt x="60579" y="25717"/>
                </a:lnTo>
                <a:lnTo>
                  <a:pt x="60540" y="25908"/>
                </a:lnTo>
                <a:lnTo>
                  <a:pt x="58534" y="33845"/>
                </a:lnTo>
                <a:lnTo>
                  <a:pt x="58458" y="35052"/>
                </a:lnTo>
                <a:lnTo>
                  <a:pt x="58343" y="36576"/>
                </a:lnTo>
                <a:lnTo>
                  <a:pt x="58318" y="36893"/>
                </a:lnTo>
                <a:lnTo>
                  <a:pt x="57912" y="42672"/>
                </a:lnTo>
                <a:lnTo>
                  <a:pt x="58039" y="44196"/>
                </a:lnTo>
                <a:lnTo>
                  <a:pt x="58166" y="45720"/>
                </a:lnTo>
                <a:lnTo>
                  <a:pt x="58801" y="53530"/>
                </a:lnTo>
                <a:lnTo>
                  <a:pt x="81991" y="85255"/>
                </a:lnTo>
                <a:lnTo>
                  <a:pt x="117348" y="92964"/>
                </a:lnTo>
                <a:lnTo>
                  <a:pt x="130238" y="92113"/>
                </a:lnTo>
                <a:lnTo>
                  <a:pt x="166293" y="71818"/>
                </a:lnTo>
                <a:lnTo>
                  <a:pt x="174167" y="54825"/>
                </a:lnTo>
                <a:lnTo>
                  <a:pt x="175260" y="45720"/>
                </a:lnTo>
                <a:close/>
              </a:path>
              <a:path extrusionOk="0" h="734695" w="175895">
                <a:moveTo>
                  <a:pt x="175272" y="329184"/>
                </a:moveTo>
                <a:lnTo>
                  <a:pt x="161556" y="297180"/>
                </a:lnTo>
                <a:lnTo>
                  <a:pt x="158508" y="298704"/>
                </a:lnTo>
                <a:lnTo>
                  <a:pt x="160032" y="301752"/>
                </a:lnTo>
                <a:lnTo>
                  <a:pt x="160032" y="309372"/>
                </a:lnTo>
                <a:lnTo>
                  <a:pt x="156984" y="312420"/>
                </a:lnTo>
                <a:lnTo>
                  <a:pt x="155460" y="312420"/>
                </a:lnTo>
                <a:lnTo>
                  <a:pt x="152412" y="313944"/>
                </a:lnTo>
                <a:lnTo>
                  <a:pt x="12" y="313944"/>
                </a:lnTo>
                <a:lnTo>
                  <a:pt x="12" y="320040"/>
                </a:lnTo>
                <a:lnTo>
                  <a:pt x="13728" y="350520"/>
                </a:lnTo>
                <a:lnTo>
                  <a:pt x="16776" y="348996"/>
                </a:lnTo>
                <a:lnTo>
                  <a:pt x="15252" y="345948"/>
                </a:lnTo>
                <a:lnTo>
                  <a:pt x="15252" y="338328"/>
                </a:lnTo>
                <a:lnTo>
                  <a:pt x="16776" y="336804"/>
                </a:lnTo>
                <a:lnTo>
                  <a:pt x="19824" y="335280"/>
                </a:lnTo>
                <a:lnTo>
                  <a:pt x="22872" y="335280"/>
                </a:lnTo>
                <a:lnTo>
                  <a:pt x="25920" y="333756"/>
                </a:lnTo>
                <a:lnTo>
                  <a:pt x="67068" y="333756"/>
                </a:lnTo>
                <a:lnTo>
                  <a:pt x="63068" y="338861"/>
                </a:lnTo>
                <a:lnTo>
                  <a:pt x="60210" y="344805"/>
                </a:lnTo>
                <a:lnTo>
                  <a:pt x="58496" y="351332"/>
                </a:lnTo>
                <a:lnTo>
                  <a:pt x="58432" y="352044"/>
                </a:lnTo>
                <a:lnTo>
                  <a:pt x="57924" y="358140"/>
                </a:lnTo>
                <a:lnTo>
                  <a:pt x="59080" y="369023"/>
                </a:lnTo>
                <a:lnTo>
                  <a:pt x="87401" y="402247"/>
                </a:lnTo>
                <a:lnTo>
                  <a:pt x="120408" y="409956"/>
                </a:lnTo>
                <a:lnTo>
                  <a:pt x="132499" y="409105"/>
                </a:lnTo>
                <a:lnTo>
                  <a:pt x="132270" y="409105"/>
                </a:lnTo>
                <a:lnTo>
                  <a:pt x="142506" y="406717"/>
                </a:lnTo>
                <a:lnTo>
                  <a:pt x="151688" y="402894"/>
                </a:lnTo>
                <a:lnTo>
                  <a:pt x="160032" y="397764"/>
                </a:lnTo>
                <a:lnTo>
                  <a:pt x="166268" y="390626"/>
                </a:lnTo>
                <a:lnTo>
                  <a:pt x="168465" y="387096"/>
                </a:lnTo>
                <a:lnTo>
                  <a:pt x="171081" y="382905"/>
                </a:lnTo>
                <a:lnTo>
                  <a:pt x="174167" y="374624"/>
                </a:lnTo>
                <a:lnTo>
                  <a:pt x="175171" y="366522"/>
                </a:lnTo>
                <a:lnTo>
                  <a:pt x="175272" y="359664"/>
                </a:lnTo>
                <a:lnTo>
                  <a:pt x="173748" y="355092"/>
                </a:lnTo>
                <a:lnTo>
                  <a:pt x="170700" y="348996"/>
                </a:lnTo>
                <a:lnTo>
                  <a:pt x="167652" y="344424"/>
                </a:lnTo>
                <a:lnTo>
                  <a:pt x="160032" y="336804"/>
                </a:lnTo>
                <a:lnTo>
                  <a:pt x="160032" y="347472"/>
                </a:lnTo>
                <a:lnTo>
                  <a:pt x="160032" y="355092"/>
                </a:lnTo>
                <a:lnTo>
                  <a:pt x="131457" y="384810"/>
                </a:lnTo>
                <a:lnTo>
                  <a:pt x="121589" y="386511"/>
                </a:lnTo>
                <a:lnTo>
                  <a:pt x="121932" y="386511"/>
                </a:lnTo>
                <a:lnTo>
                  <a:pt x="109740" y="387096"/>
                </a:lnTo>
                <a:lnTo>
                  <a:pt x="98894" y="386511"/>
                </a:lnTo>
                <a:lnTo>
                  <a:pt x="89357" y="384619"/>
                </a:lnTo>
                <a:lnTo>
                  <a:pt x="81229" y="381317"/>
                </a:lnTo>
                <a:lnTo>
                  <a:pt x="68592" y="371856"/>
                </a:lnTo>
                <a:lnTo>
                  <a:pt x="65544" y="365760"/>
                </a:lnTo>
                <a:lnTo>
                  <a:pt x="65544" y="355092"/>
                </a:lnTo>
                <a:lnTo>
                  <a:pt x="67068" y="352044"/>
                </a:lnTo>
                <a:lnTo>
                  <a:pt x="68592" y="347472"/>
                </a:lnTo>
                <a:lnTo>
                  <a:pt x="70116" y="344424"/>
                </a:lnTo>
                <a:lnTo>
                  <a:pt x="79260" y="338328"/>
                </a:lnTo>
                <a:lnTo>
                  <a:pt x="82308" y="335280"/>
                </a:lnTo>
                <a:lnTo>
                  <a:pt x="88404" y="335280"/>
                </a:lnTo>
                <a:lnTo>
                  <a:pt x="94500" y="333756"/>
                </a:lnTo>
                <a:lnTo>
                  <a:pt x="147840" y="333756"/>
                </a:lnTo>
                <a:lnTo>
                  <a:pt x="155460" y="341376"/>
                </a:lnTo>
                <a:lnTo>
                  <a:pt x="160032" y="347472"/>
                </a:lnTo>
                <a:lnTo>
                  <a:pt x="160032" y="336804"/>
                </a:lnTo>
                <a:lnTo>
                  <a:pt x="156984" y="333756"/>
                </a:lnTo>
                <a:lnTo>
                  <a:pt x="175272" y="333756"/>
                </a:lnTo>
                <a:lnTo>
                  <a:pt x="175272" y="329184"/>
                </a:lnTo>
                <a:close/>
              </a:path>
              <a:path extrusionOk="0" h="734695" w="175895">
                <a:moveTo>
                  <a:pt x="175272" y="204216"/>
                </a:moveTo>
                <a:lnTo>
                  <a:pt x="161556" y="172212"/>
                </a:lnTo>
                <a:lnTo>
                  <a:pt x="158508" y="173736"/>
                </a:lnTo>
                <a:lnTo>
                  <a:pt x="160032" y="176784"/>
                </a:lnTo>
                <a:lnTo>
                  <a:pt x="160032" y="185928"/>
                </a:lnTo>
                <a:lnTo>
                  <a:pt x="158508" y="187452"/>
                </a:lnTo>
                <a:lnTo>
                  <a:pt x="156984" y="187452"/>
                </a:lnTo>
                <a:lnTo>
                  <a:pt x="155460" y="188976"/>
                </a:lnTo>
                <a:lnTo>
                  <a:pt x="152412" y="188976"/>
                </a:lnTo>
                <a:lnTo>
                  <a:pt x="149364" y="190500"/>
                </a:lnTo>
                <a:lnTo>
                  <a:pt x="60972" y="190500"/>
                </a:lnTo>
                <a:lnTo>
                  <a:pt x="60972" y="227076"/>
                </a:lnTo>
                <a:lnTo>
                  <a:pt x="64020" y="227076"/>
                </a:lnTo>
                <a:lnTo>
                  <a:pt x="64020" y="220980"/>
                </a:lnTo>
                <a:lnTo>
                  <a:pt x="65544" y="216408"/>
                </a:lnTo>
                <a:lnTo>
                  <a:pt x="67068" y="213360"/>
                </a:lnTo>
                <a:lnTo>
                  <a:pt x="70116" y="211836"/>
                </a:lnTo>
                <a:lnTo>
                  <a:pt x="74688" y="210312"/>
                </a:lnTo>
                <a:lnTo>
                  <a:pt x="143268" y="210312"/>
                </a:lnTo>
                <a:lnTo>
                  <a:pt x="149364" y="216408"/>
                </a:lnTo>
                <a:lnTo>
                  <a:pt x="153936" y="222504"/>
                </a:lnTo>
                <a:lnTo>
                  <a:pt x="156984" y="227076"/>
                </a:lnTo>
                <a:lnTo>
                  <a:pt x="158508" y="231648"/>
                </a:lnTo>
                <a:lnTo>
                  <a:pt x="160032" y="234696"/>
                </a:lnTo>
                <a:lnTo>
                  <a:pt x="160032" y="243840"/>
                </a:lnTo>
                <a:lnTo>
                  <a:pt x="158508" y="248412"/>
                </a:lnTo>
                <a:lnTo>
                  <a:pt x="155460" y="251460"/>
                </a:lnTo>
                <a:lnTo>
                  <a:pt x="152412" y="256032"/>
                </a:lnTo>
                <a:lnTo>
                  <a:pt x="144792" y="257556"/>
                </a:lnTo>
                <a:lnTo>
                  <a:pt x="60972" y="257556"/>
                </a:lnTo>
                <a:lnTo>
                  <a:pt x="60972" y="295656"/>
                </a:lnTo>
                <a:lnTo>
                  <a:pt x="64020" y="295656"/>
                </a:lnTo>
                <a:lnTo>
                  <a:pt x="64020" y="286512"/>
                </a:lnTo>
                <a:lnTo>
                  <a:pt x="65544" y="283464"/>
                </a:lnTo>
                <a:lnTo>
                  <a:pt x="70116" y="278892"/>
                </a:lnTo>
                <a:lnTo>
                  <a:pt x="73164" y="277368"/>
                </a:lnTo>
                <a:lnTo>
                  <a:pt x="141744" y="277368"/>
                </a:lnTo>
                <a:lnTo>
                  <a:pt x="149364" y="275844"/>
                </a:lnTo>
                <a:lnTo>
                  <a:pt x="161556" y="272796"/>
                </a:lnTo>
                <a:lnTo>
                  <a:pt x="166128" y="269748"/>
                </a:lnTo>
                <a:lnTo>
                  <a:pt x="169176" y="265176"/>
                </a:lnTo>
                <a:lnTo>
                  <a:pt x="173748" y="260604"/>
                </a:lnTo>
                <a:lnTo>
                  <a:pt x="175272" y="254508"/>
                </a:lnTo>
                <a:lnTo>
                  <a:pt x="175272" y="242316"/>
                </a:lnTo>
                <a:lnTo>
                  <a:pt x="173748" y="237744"/>
                </a:lnTo>
                <a:lnTo>
                  <a:pt x="170700" y="233172"/>
                </a:lnTo>
                <a:lnTo>
                  <a:pt x="167817" y="228320"/>
                </a:lnTo>
                <a:lnTo>
                  <a:pt x="163652" y="222885"/>
                </a:lnTo>
                <a:lnTo>
                  <a:pt x="158051" y="216890"/>
                </a:lnTo>
                <a:lnTo>
                  <a:pt x="150888" y="210312"/>
                </a:lnTo>
                <a:lnTo>
                  <a:pt x="175272" y="210312"/>
                </a:lnTo>
                <a:lnTo>
                  <a:pt x="175272" y="2042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8" name="Google Shape;8208;p111"/>
          <p:cNvSpPr/>
          <p:nvPr/>
        </p:nvSpPr>
        <p:spPr>
          <a:xfrm>
            <a:off x="3703307" y="4475988"/>
            <a:ext cx="226060" cy="589915"/>
          </a:xfrm>
          <a:custGeom>
            <a:rect b="b" l="l" r="r" t="t"/>
            <a:pathLst>
              <a:path extrusionOk="0" h="589914" w="226060">
                <a:moveTo>
                  <a:pt x="24384" y="559308"/>
                </a:moveTo>
                <a:lnTo>
                  <a:pt x="22860" y="556260"/>
                </a:lnTo>
                <a:lnTo>
                  <a:pt x="18288" y="551688"/>
                </a:lnTo>
                <a:lnTo>
                  <a:pt x="15240" y="550164"/>
                </a:lnTo>
                <a:lnTo>
                  <a:pt x="9144" y="550164"/>
                </a:lnTo>
                <a:lnTo>
                  <a:pt x="3048" y="553212"/>
                </a:lnTo>
                <a:lnTo>
                  <a:pt x="0" y="559308"/>
                </a:lnTo>
                <a:lnTo>
                  <a:pt x="0" y="565404"/>
                </a:lnTo>
                <a:lnTo>
                  <a:pt x="3048" y="571500"/>
                </a:lnTo>
                <a:lnTo>
                  <a:pt x="9144" y="574548"/>
                </a:lnTo>
                <a:lnTo>
                  <a:pt x="15240" y="574548"/>
                </a:lnTo>
                <a:lnTo>
                  <a:pt x="18288" y="573024"/>
                </a:lnTo>
                <a:lnTo>
                  <a:pt x="19812" y="569976"/>
                </a:lnTo>
                <a:lnTo>
                  <a:pt x="22860" y="568452"/>
                </a:lnTo>
                <a:lnTo>
                  <a:pt x="24384" y="565404"/>
                </a:lnTo>
                <a:lnTo>
                  <a:pt x="24384" y="559308"/>
                </a:lnTo>
                <a:close/>
              </a:path>
              <a:path extrusionOk="0" h="589914" w="226060">
                <a:moveTo>
                  <a:pt x="172212" y="534924"/>
                </a:moveTo>
                <a:lnTo>
                  <a:pt x="169164" y="534924"/>
                </a:lnTo>
                <a:lnTo>
                  <a:pt x="169164" y="539496"/>
                </a:lnTo>
                <a:lnTo>
                  <a:pt x="167640" y="544068"/>
                </a:lnTo>
                <a:lnTo>
                  <a:pt x="167640" y="545592"/>
                </a:lnTo>
                <a:lnTo>
                  <a:pt x="164592" y="548640"/>
                </a:lnTo>
                <a:lnTo>
                  <a:pt x="161544" y="550164"/>
                </a:lnTo>
                <a:lnTo>
                  <a:pt x="160020" y="551688"/>
                </a:lnTo>
                <a:lnTo>
                  <a:pt x="57912" y="551688"/>
                </a:lnTo>
                <a:lnTo>
                  <a:pt x="57912" y="556260"/>
                </a:lnTo>
                <a:lnTo>
                  <a:pt x="71628" y="589788"/>
                </a:lnTo>
                <a:lnTo>
                  <a:pt x="74676" y="588264"/>
                </a:lnTo>
                <a:lnTo>
                  <a:pt x="73152" y="585216"/>
                </a:lnTo>
                <a:lnTo>
                  <a:pt x="73152" y="576072"/>
                </a:lnTo>
                <a:lnTo>
                  <a:pt x="74676" y="574548"/>
                </a:lnTo>
                <a:lnTo>
                  <a:pt x="74676" y="573024"/>
                </a:lnTo>
                <a:lnTo>
                  <a:pt x="79248" y="573024"/>
                </a:lnTo>
                <a:lnTo>
                  <a:pt x="83299" y="572147"/>
                </a:lnTo>
                <a:lnTo>
                  <a:pt x="88773" y="571690"/>
                </a:lnTo>
                <a:lnTo>
                  <a:pt x="97002" y="571500"/>
                </a:lnTo>
                <a:lnTo>
                  <a:pt x="160020" y="571500"/>
                </a:lnTo>
                <a:lnTo>
                  <a:pt x="161544" y="573024"/>
                </a:lnTo>
                <a:lnTo>
                  <a:pt x="164592" y="574548"/>
                </a:lnTo>
                <a:lnTo>
                  <a:pt x="167640" y="577596"/>
                </a:lnTo>
                <a:lnTo>
                  <a:pt x="167640" y="579120"/>
                </a:lnTo>
                <a:lnTo>
                  <a:pt x="169164" y="582168"/>
                </a:lnTo>
                <a:lnTo>
                  <a:pt x="169164" y="588264"/>
                </a:lnTo>
                <a:lnTo>
                  <a:pt x="172212" y="588264"/>
                </a:lnTo>
                <a:lnTo>
                  <a:pt x="172212" y="571500"/>
                </a:lnTo>
                <a:lnTo>
                  <a:pt x="172212" y="534924"/>
                </a:lnTo>
                <a:close/>
              </a:path>
              <a:path extrusionOk="0" h="589914" w="226060">
                <a:moveTo>
                  <a:pt x="172224" y="405384"/>
                </a:moveTo>
                <a:lnTo>
                  <a:pt x="169176" y="405384"/>
                </a:lnTo>
                <a:lnTo>
                  <a:pt x="169176" y="411480"/>
                </a:lnTo>
                <a:lnTo>
                  <a:pt x="167652" y="414528"/>
                </a:lnTo>
                <a:lnTo>
                  <a:pt x="167652" y="416052"/>
                </a:lnTo>
                <a:lnTo>
                  <a:pt x="166128" y="419100"/>
                </a:lnTo>
                <a:lnTo>
                  <a:pt x="164604" y="420624"/>
                </a:lnTo>
                <a:lnTo>
                  <a:pt x="161556" y="420624"/>
                </a:lnTo>
                <a:lnTo>
                  <a:pt x="160032" y="422148"/>
                </a:lnTo>
                <a:lnTo>
                  <a:pt x="89928" y="422148"/>
                </a:lnTo>
                <a:lnTo>
                  <a:pt x="82308" y="423672"/>
                </a:lnTo>
                <a:lnTo>
                  <a:pt x="57924" y="446532"/>
                </a:lnTo>
                <a:lnTo>
                  <a:pt x="57924" y="452628"/>
                </a:lnTo>
                <a:lnTo>
                  <a:pt x="59347" y="461137"/>
                </a:lnTo>
                <a:lnTo>
                  <a:pt x="63639" y="470344"/>
                </a:lnTo>
                <a:lnTo>
                  <a:pt x="70777" y="479856"/>
                </a:lnTo>
                <a:lnTo>
                  <a:pt x="80784" y="489204"/>
                </a:lnTo>
                <a:lnTo>
                  <a:pt x="57924" y="489204"/>
                </a:lnTo>
                <a:lnTo>
                  <a:pt x="57924" y="495300"/>
                </a:lnTo>
                <a:lnTo>
                  <a:pt x="71640" y="527304"/>
                </a:lnTo>
                <a:lnTo>
                  <a:pt x="74688" y="525780"/>
                </a:lnTo>
                <a:lnTo>
                  <a:pt x="73164" y="522732"/>
                </a:lnTo>
                <a:lnTo>
                  <a:pt x="73164" y="515112"/>
                </a:lnTo>
                <a:lnTo>
                  <a:pt x="74688" y="513588"/>
                </a:lnTo>
                <a:lnTo>
                  <a:pt x="74688" y="512064"/>
                </a:lnTo>
                <a:lnTo>
                  <a:pt x="77736" y="510540"/>
                </a:lnTo>
                <a:lnTo>
                  <a:pt x="83832" y="510540"/>
                </a:lnTo>
                <a:lnTo>
                  <a:pt x="91452" y="509016"/>
                </a:lnTo>
                <a:lnTo>
                  <a:pt x="155460" y="509016"/>
                </a:lnTo>
                <a:lnTo>
                  <a:pt x="161556" y="510540"/>
                </a:lnTo>
                <a:lnTo>
                  <a:pt x="164604" y="512064"/>
                </a:lnTo>
                <a:lnTo>
                  <a:pt x="167652" y="515112"/>
                </a:lnTo>
                <a:lnTo>
                  <a:pt x="169176" y="518160"/>
                </a:lnTo>
                <a:lnTo>
                  <a:pt x="169176" y="525780"/>
                </a:lnTo>
                <a:lnTo>
                  <a:pt x="172224" y="525780"/>
                </a:lnTo>
                <a:lnTo>
                  <a:pt x="172224" y="472440"/>
                </a:lnTo>
                <a:lnTo>
                  <a:pt x="169176" y="472440"/>
                </a:lnTo>
                <a:lnTo>
                  <a:pt x="169176" y="478536"/>
                </a:lnTo>
                <a:lnTo>
                  <a:pt x="167652" y="483108"/>
                </a:lnTo>
                <a:lnTo>
                  <a:pt x="167652" y="484632"/>
                </a:lnTo>
                <a:lnTo>
                  <a:pt x="164604" y="487680"/>
                </a:lnTo>
                <a:lnTo>
                  <a:pt x="161556" y="489204"/>
                </a:lnTo>
                <a:lnTo>
                  <a:pt x="88404" y="489204"/>
                </a:lnTo>
                <a:lnTo>
                  <a:pt x="81521" y="482117"/>
                </a:lnTo>
                <a:lnTo>
                  <a:pt x="76784" y="474726"/>
                </a:lnTo>
                <a:lnTo>
                  <a:pt x="74041" y="467347"/>
                </a:lnTo>
                <a:lnTo>
                  <a:pt x="73164" y="460248"/>
                </a:lnTo>
                <a:lnTo>
                  <a:pt x="73164" y="454152"/>
                </a:lnTo>
                <a:lnTo>
                  <a:pt x="74688" y="449580"/>
                </a:lnTo>
                <a:lnTo>
                  <a:pt x="83832" y="443484"/>
                </a:lnTo>
                <a:lnTo>
                  <a:pt x="91452" y="441960"/>
                </a:lnTo>
                <a:lnTo>
                  <a:pt x="158508" y="441960"/>
                </a:lnTo>
                <a:lnTo>
                  <a:pt x="158508" y="443484"/>
                </a:lnTo>
                <a:lnTo>
                  <a:pt x="163080" y="443484"/>
                </a:lnTo>
                <a:lnTo>
                  <a:pt x="166128" y="446532"/>
                </a:lnTo>
                <a:lnTo>
                  <a:pt x="169176" y="452628"/>
                </a:lnTo>
                <a:lnTo>
                  <a:pt x="169176" y="458724"/>
                </a:lnTo>
                <a:lnTo>
                  <a:pt x="172224" y="458724"/>
                </a:lnTo>
                <a:lnTo>
                  <a:pt x="172224" y="405384"/>
                </a:lnTo>
                <a:close/>
              </a:path>
              <a:path extrusionOk="0" h="589914" w="226060">
                <a:moveTo>
                  <a:pt x="175260" y="108204"/>
                </a:moveTo>
                <a:lnTo>
                  <a:pt x="172212" y="103632"/>
                </a:lnTo>
                <a:lnTo>
                  <a:pt x="169164" y="97536"/>
                </a:lnTo>
                <a:lnTo>
                  <a:pt x="164592" y="92964"/>
                </a:lnTo>
                <a:lnTo>
                  <a:pt x="158496" y="88392"/>
                </a:lnTo>
                <a:lnTo>
                  <a:pt x="150876" y="85344"/>
                </a:lnTo>
                <a:lnTo>
                  <a:pt x="150876" y="91440"/>
                </a:lnTo>
                <a:lnTo>
                  <a:pt x="153924" y="92964"/>
                </a:lnTo>
                <a:lnTo>
                  <a:pt x="155448" y="94488"/>
                </a:lnTo>
                <a:lnTo>
                  <a:pt x="156972" y="97536"/>
                </a:lnTo>
                <a:lnTo>
                  <a:pt x="158496" y="99060"/>
                </a:lnTo>
                <a:lnTo>
                  <a:pt x="160020" y="102108"/>
                </a:lnTo>
                <a:lnTo>
                  <a:pt x="160020" y="108204"/>
                </a:lnTo>
                <a:lnTo>
                  <a:pt x="158496" y="111252"/>
                </a:lnTo>
                <a:lnTo>
                  <a:pt x="155448" y="112776"/>
                </a:lnTo>
                <a:lnTo>
                  <a:pt x="153924" y="114300"/>
                </a:lnTo>
                <a:lnTo>
                  <a:pt x="147828" y="115824"/>
                </a:lnTo>
                <a:lnTo>
                  <a:pt x="68580" y="115824"/>
                </a:lnTo>
                <a:lnTo>
                  <a:pt x="68580" y="89916"/>
                </a:lnTo>
                <a:lnTo>
                  <a:pt x="60960" y="89916"/>
                </a:lnTo>
                <a:lnTo>
                  <a:pt x="60960" y="115824"/>
                </a:lnTo>
                <a:lnTo>
                  <a:pt x="24384" y="115824"/>
                </a:lnTo>
                <a:lnTo>
                  <a:pt x="24384" y="118872"/>
                </a:lnTo>
                <a:lnTo>
                  <a:pt x="56388" y="140208"/>
                </a:lnTo>
                <a:lnTo>
                  <a:pt x="64008" y="153924"/>
                </a:lnTo>
                <a:lnTo>
                  <a:pt x="68580" y="153924"/>
                </a:lnTo>
                <a:lnTo>
                  <a:pt x="68580" y="135636"/>
                </a:lnTo>
                <a:lnTo>
                  <a:pt x="158496" y="135636"/>
                </a:lnTo>
                <a:lnTo>
                  <a:pt x="163068" y="132588"/>
                </a:lnTo>
                <a:lnTo>
                  <a:pt x="166116" y="131064"/>
                </a:lnTo>
                <a:lnTo>
                  <a:pt x="172212" y="124968"/>
                </a:lnTo>
                <a:lnTo>
                  <a:pt x="173736" y="121920"/>
                </a:lnTo>
                <a:lnTo>
                  <a:pt x="175260" y="117348"/>
                </a:lnTo>
                <a:lnTo>
                  <a:pt x="175260" y="108204"/>
                </a:lnTo>
                <a:close/>
              </a:path>
              <a:path extrusionOk="0" h="589914" w="226060">
                <a:moveTo>
                  <a:pt x="175272" y="187452"/>
                </a:moveTo>
                <a:lnTo>
                  <a:pt x="161556" y="153924"/>
                </a:lnTo>
                <a:lnTo>
                  <a:pt x="158508" y="155448"/>
                </a:lnTo>
                <a:lnTo>
                  <a:pt x="160032" y="158496"/>
                </a:lnTo>
                <a:lnTo>
                  <a:pt x="160032" y="167640"/>
                </a:lnTo>
                <a:lnTo>
                  <a:pt x="156984" y="170688"/>
                </a:lnTo>
                <a:lnTo>
                  <a:pt x="155460" y="170688"/>
                </a:lnTo>
                <a:lnTo>
                  <a:pt x="152412" y="172212"/>
                </a:lnTo>
                <a:lnTo>
                  <a:pt x="60972" y="172212"/>
                </a:lnTo>
                <a:lnTo>
                  <a:pt x="60972" y="208788"/>
                </a:lnTo>
                <a:lnTo>
                  <a:pt x="64020" y="208788"/>
                </a:lnTo>
                <a:lnTo>
                  <a:pt x="64020" y="202692"/>
                </a:lnTo>
                <a:lnTo>
                  <a:pt x="65544" y="198120"/>
                </a:lnTo>
                <a:lnTo>
                  <a:pt x="67068" y="195072"/>
                </a:lnTo>
                <a:lnTo>
                  <a:pt x="70116" y="193548"/>
                </a:lnTo>
                <a:lnTo>
                  <a:pt x="74688" y="192024"/>
                </a:lnTo>
                <a:lnTo>
                  <a:pt x="143268" y="192024"/>
                </a:lnTo>
                <a:lnTo>
                  <a:pt x="149364" y="198120"/>
                </a:lnTo>
                <a:lnTo>
                  <a:pt x="153936" y="204216"/>
                </a:lnTo>
                <a:lnTo>
                  <a:pt x="156984" y="208788"/>
                </a:lnTo>
                <a:lnTo>
                  <a:pt x="160032" y="217932"/>
                </a:lnTo>
                <a:lnTo>
                  <a:pt x="160032" y="225552"/>
                </a:lnTo>
                <a:lnTo>
                  <a:pt x="158508" y="230124"/>
                </a:lnTo>
                <a:lnTo>
                  <a:pt x="155460" y="234696"/>
                </a:lnTo>
                <a:lnTo>
                  <a:pt x="152412" y="237744"/>
                </a:lnTo>
                <a:lnTo>
                  <a:pt x="144792" y="239268"/>
                </a:lnTo>
                <a:lnTo>
                  <a:pt x="60972" y="239268"/>
                </a:lnTo>
                <a:lnTo>
                  <a:pt x="60972" y="277368"/>
                </a:lnTo>
                <a:lnTo>
                  <a:pt x="64020" y="277368"/>
                </a:lnTo>
                <a:lnTo>
                  <a:pt x="64020" y="268224"/>
                </a:lnTo>
                <a:lnTo>
                  <a:pt x="65544" y="266700"/>
                </a:lnTo>
                <a:lnTo>
                  <a:pt x="67068" y="263652"/>
                </a:lnTo>
                <a:lnTo>
                  <a:pt x="70116" y="260604"/>
                </a:lnTo>
                <a:lnTo>
                  <a:pt x="73164" y="260604"/>
                </a:lnTo>
                <a:lnTo>
                  <a:pt x="76212" y="259080"/>
                </a:lnTo>
                <a:lnTo>
                  <a:pt x="149364" y="259080"/>
                </a:lnTo>
                <a:lnTo>
                  <a:pt x="155460" y="257556"/>
                </a:lnTo>
                <a:lnTo>
                  <a:pt x="161556" y="254508"/>
                </a:lnTo>
                <a:lnTo>
                  <a:pt x="166128" y="251460"/>
                </a:lnTo>
                <a:lnTo>
                  <a:pt x="169176" y="246888"/>
                </a:lnTo>
                <a:lnTo>
                  <a:pt x="173748" y="242316"/>
                </a:lnTo>
                <a:lnTo>
                  <a:pt x="175272" y="237744"/>
                </a:lnTo>
                <a:lnTo>
                  <a:pt x="175272" y="225552"/>
                </a:lnTo>
                <a:lnTo>
                  <a:pt x="150888" y="192024"/>
                </a:lnTo>
                <a:lnTo>
                  <a:pt x="175272" y="192024"/>
                </a:lnTo>
                <a:lnTo>
                  <a:pt x="175272" y="187452"/>
                </a:lnTo>
                <a:close/>
              </a:path>
              <a:path extrusionOk="0" h="589914" w="226060">
                <a:moveTo>
                  <a:pt x="175272" y="38100"/>
                </a:moveTo>
                <a:lnTo>
                  <a:pt x="155079" y="3238"/>
                </a:lnTo>
                <a:lnTo>
                  <a:pt x="141744" y="0"/>
                </a:lnTo>
                <a:lnTo>
                  <a:pt x="132029" y="1676"/>
                </a:lnTo>
                <a:lnTo>
                  <a:pt x="100596" y="42672"/>
                </a:lnTo>
                <a:lnTo>
                  <a:pt x="97548" y="50292"/>
                </a:lnTo>
                <a:lnTo>
                  <a:pt x="94500" y="54864"/>
                </a:lnTo>
                <a:lnTo>
                  <a:pt x="91452" y="56388"/>
                </a:lnTo>
                <a:lnTo>
                  <a:pt x="88404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67068" y="51816"/>
                </a:lnTo>
                <a:lnTo>
                  <a:pt x="65544" y="47244"/>
                </a:lnTo>
                <a:lnTo>
                  <a:pt x="65544" y="35052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59448" y="13716"/>
                </a:lnTo>
                <a:lnTo>
                  <a:pt x="60972" y="13716"/>
                </a:lnTo>
                <a:lnTo>
                  <a:pt x="60972" y="15240"/>
                </a:lnTo>
                <a:lnTo>
                  <a:pt x="62496" y="15240"/>
                </a:lnTo>
                <a:lnTo>
                  <a:pt x="62496" y="19812"/>
                </a:lnTo>
                <a:lnTo>
                  <a:pt x="60972" y="21336"/>
                </a:lnTo>
                <a:lnTo>
                  <a:pt x="60972" y="25908"/>
                </a:lnTo>
                <a:lnTo>
                  <a:pt x="57924" y="32004"/>
                </a:lnTo>
                <a:lnTo>
                  <a:pt x="57924" y="41148"/>
                </a:lnTo>
                <a:lnTo>
                  <a:pt x="79260" y="74676"/>
                </a:lnTo>
                <a:lnTo>
                  <a:pt x="96024" y="74676"/>
                </a:lnTo>
                <a:lnTo>
                  <a:pt x="102120" y="73152"/>
                </a:lnTo>
                <a:lnTo>
                  <a:pt x="105168" y="68580"/>
                </a:lnTo>
                <a:lnTo>
                  <a:pt x="108851" y="65443"/>
                </a:lnTo>
                <a:lnTo>
                  <a:pt x="112979" y="60579"/>
                </a:lnTo>
                <a:lnTo>
                  <a:pt x="117373" y="54013"/>
                </a:lnTo>
                <a:lnTo>
                  <a:pt x="121932" y="45720"/>
                </a:lnTo>
                <a:lnTo>
                  <a:pt x="126504" y="35052"/>
                </a:lnTo>
                <a:lnTo>
                  <a:pt x="131076" y="27432"/>
                </a:lnTo>
                <a:lnTo>
                  <a:pt x="135648" y="24384"/>
                </a:lnTo>
                <a:lnTo>
                  <a:pt x="140220" y="19812"/>
                </a:lnTo>
                <a:lnTo>
                  <a:pt x="144792" y="18288"/>
                </a:lnTo>
                <a:lnTo>
                  <a:pt x="155460" y="18288"/>
                </a:lnTo>
                <a:lnTo>
                  <a:pt x="158508" y="19812"/>
                </a:lnTo>
                <a:lnTo>
                  <a:pt x="161556" y="24384"/>
                </a:lnTo>
                <a:lnTo>
                  <a:pt x="166128" y="27432"/>
                </a:lnTo>
                <a:lnTo>
                  <a:pt x="167652" y="32004"/>
                </a:lnTo>
                <a:lnTo>
                  <a:pt x="167652" y="45720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1628"/>
                </a:lnTo>
                <a:lnTo>
                  <a:pt x="170700" y="70104"/>
                </a:lnTo>
                <a:lnTo>
                  <a:pt x="170700" y="64008"/>
                </a:lnTo>
                <a:lnTo>
                  <a:pt x="172224" y="60960"/>
                </a:lnTo>
                <a:lnTo>
                  <a:pt x="173748" y="51816"/>
                </a:lnTo>
                <a:lnTo>
                  <a:pt x="175272" y="44196"/>
                </a:lnTo>
                <a:lnTo>
                  <a:pt x="175272" y="38100"/>
                </a:lnTo>
                <a:close/>
              </a:path>
              <a:path extrusionOk="0" h="589914" w="226060">
                <a:moveTo>
                  <a:pt x="225564" y="347472"/>
                </a:moveTo>
                <a:lnTo>
                  <a:pt x="222516" y="347472"/>
                </a:lnTo>
                <a:lnTo>
                  <a:pt x="222516" y="353568"/>
                </a:lnTo>
                <a:lnTo>
                  <a:pt x="220992" y="358140"/>
                </a:lnTo>
                <a:lnTo>
                  <a:pt x="220992" y="359664"/>
                </a:lnTo>
                <a:lnTo>
                  <a:pt x="219468" y="362712"/>
                </a:lnTo>
                <a:lnTo>
                  <a:pt x="217944" y="364236"/>
                </a:lnTo>
                <a:lnTo>
                  <a:pt x="214896" y="364236"/>
                </a:lnTo>
                <a:lnTo>
                  <a:pt x="213372" y="365760"/>
                </a:lnTo>
                <a:lnTo>
                  <a:pt x="164604" y="365760"/>
                </a:lnTo>
                <a:lnTo>
                  <a:pt x="169176" y="362712"/>
                </a:lnTo>
                <a:lnTo>
                  <a:pt x="170700" y="358140"/>
                </a:lnTo>
                <a:lnTo>
                  <a:pt x="172224" y="355092"/>
                </a:lnTo>
                <a:lnTo>
                  <a:pt x="175272" y="345948"/>
                </a:lnTo>
                <a:lnTo>
                  <a:pt x="175272" y="339852"/>
                </a:lnTo>
                <a:lnTo>
                  <a:pt x="174167" y="330123"/>
                </a:lnTo>
                <a:lnTo>
                  <a:pt x="171081" y="321373"/>
                </a:lnTo>
                <a:lnTo>
                  <a:pt x="167652" y="315772"/>
                </a:lnTo>
                <a:lnTo>
                  <a:pt x="167652" y="330708"/>
                </a:lnTo>
                <a:lnTo>
                  <a:pt x="167652" y="345948"/>
                </a:lnTo>
                <a:lnTo>
                  <a:pt x="166128" y="352044"/>
                </a:lnTo>
                <a:lnTo>
                  <a:pt x="161556" y="356616"/>
                </a:lnTo>
                <a:lnTo>
                  <a:pt x="158508" y="361188"/>
                </a:lnTo>
                <a:lnTo>
                  <a:pt x="153936" y="364236"/>
                </a:lnTo>
                <a:lnTo>
                  <a:pt x="149364" y="364236"/>
                </a:lnTo>
                <a:lnTo>
                  <a:pt x="146316" y="365760"/>
                </a:lnTo>
                <a:lnTo>
                  <a:pt x="89928" y="365760"/>
                </a:lnTo>
                <a:lnTo>
                  <a:pt x="83832" y="359664"/>
                </a:lnTo>
                <a:lnTo>
                  <a:pt x="79260" y="353568"/>
                </a:lnTo>
                <a:lnTo>
                  <a:pt x="77736" y="352044"/>
                </a:lnTo>
                <a:lnTo>
                  <a:pt x="74688" y="347472"/>
                </a:lnTo>
                <a:lnTo>
                  <a:pt x="74688" y="332232"/>
                </a:lnTo>
                <a:lnTo>
                  <a:pt x="111467" y="310210"/>
                </a:lnTo>
                <a:lnTo>
                  <a:pt x="123444" y="309384"/>
                </a:lnTo>
                <a:lnTo>
                  <a:pt x="134073" y="309968"/>
                </a:lnTo>
                <a:lnTo>
                  <a:pt x="167652" y="330708"/>
                </a:lnTo>
                <a:lnTo>
                  <a:pt x="167652" y="315772"/>
                </a:lnTo>
                <a:lnTo>
                  <a:pt x="166268" y="313499"/>
                </a:lnTo>
                <a:lnTo>
                  <a:pt x="162598" y="309283"/>
                </a:lnTo>
                <a:lnTo>
                  <a:pt x="160032" y="306324"/>
                </a:lnTo>
                <a:lnTo>
                  <a:pt x="150075" y="299212"/>
                </a:lnTo>
                <a:lnTo>
                  <a:pt x="138696" y="293941"/>
                </a:lnTo>
                <a:lnTo>
                  <a:pt x="126161" y="290690"/>
                </a:lnTo>
                <a:lnTo>
                  <a:pt x="112788" y="289560"/>
                </a:lnTo>
                <a:lnTo>
                  <a:pt x="99898" y="290423"/>
                </a:lnTo>
                <a:lnTo>
                  <a:pt x="64985" y="309283"/>
                </a:lnTo>
                <a:lnTo>
                  <a:pt x="57924" y="336804"/>
                </a:lnTo>
                <a:lnTo>
                  <a:pt x="59448" y="342900"/>
                </a:lnTo>
                <a:lnTo>
                  <a:pt x="64020" y="348996"/>
                </a:lnTo>
                <a:lnTo>
                  <a:pt x="66890" y="353339"/>
                </a:lnTo>
                <a:lnTo>
                  <a:pt x="71069" y="357378"/>
                </a:lnTo>
                <a:lnTo>
                  <a:pt x="76657" y="361429"/>
                </a:lnTo>
                <a:lnTo>
                  <a:pt x="83832" y="365760"/>
                </a:lnTo>
                <a:lnTo>
                  <a:pt x="57924" y="365760"/>
                </a:lnTo>
                <a:lnTo>
                  <a:pt x="57924" y="370332"/>
                </a:lnTo>
                <a:lnTo>
                  <a:pt x="71640" y="403860"/>
                </a:lnTo>
                <a:lnTo>
                  <a:pt x="74688" y="402336"/>
                </a:lnTo>
                <a:lnTo>
                  <a:pt x="73164" y="399288"/>
                </a:lnTo>
                <a:lnTo>
                  <a:pt x="73164" y="391668"/>
                </a:lnTo>
                <a:lnTo>
                  <a:pt x="74688" y="390144"/>
                </a:lnTo>
                <a:lnTo>
                  <a:pt x="74688" y="388620"/>
                </a:lnTo>
                <a:lnTo>
                  <a:pt x="76212" y="387096"/>
                </a:lnTo>
                <a:lnTo>
                  <a:pt x="79260" y="387096"/>
                </a:lnTo>
                <a:lnTo>
                  <a:pt x="80784" y="385572"/>
                </a:lnTo>
                <a:lnTo>
                  <a:pt x="213372" y="385572"/>
                </a:lnTo>
                <a:lnTo>
                  <a:pt x="214896" y="387096"/>
                </a:lnTo>
                <a:lnTo>
                  <a:pt x="217944" y="388620"/>
                </a:lnTo>
                <a:lnTo>
                  <a:pt x="219468" y="388620"/>
                </a:lnTo>
                <a:lnTo>
                  <a:pt x="219468" y="390144"/>
                </a:lnTo>
                <a:lnTo>
                  <a:pt x="220992" y="394716"/>
                </a:lnTo>
                <a:lnTo>
                  <a:pt x="222516" y="397764"/>
                </a:lnTo>
                <a:lnTo>
                  <a:pt x="222516" y="405384"/>
                </a:lnTo>
                <a:lnTo>
                  <a:pt x="225564" y="405384"/>
                </a:lnTo>
                <a:lnTo>
                  <a:pt x="225564" y="385572"/>
                </a:lnTo>
                <a:lnTo>
                  <a:pt x="225564" y="3474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209" name="Google Shape;8209;p111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3727703" y="3927347"/>
            <a:ext cx="150876" cy="4800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0" name="Google Shape;8210;p111"/>
          <p:cNvPicPr preferRelativeResize="0"/>
          <p:nvPr/>
        </p:nvPicPr>
        <p:blipFill rotWithShape="1">
          <a:blip r:embed="rId96">
            <a:alphaModFix/>
          </a:blip>
          <a:srcRect b="0" l="0" r="0" t="0"/>
          <a:stretch/>
        </p:blipFill>
        <p:spPr>
          <a:xfrm>
            <a:off x="3761232" y="3625595"/>
            <a:ext cx="167640" cy="23622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1" name="Google Shape;8211;p111"/>
          <p:cNvPicPr preferRelativeResize="0"/>
          <p:nvPr/>
        </p:nvPicPr>
        <p:blipFill rotWithShape="1">
          <a:blip r:embed="rId97">
            <a:alphaModFix/>
          </a:blip>
          <a:srcRect b="0" l="0" r="0" t="0"/>
          <a:stretch/>
        </p:blipFill>
        <p:spPr>
          <a:xfrm>
            <a:off x="3703320" y="3121152"/>
            <a:ext cx="225552" cy="4282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2" name="Google Shape;8212;p111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3727703" y="2872740"/>
            <a:ext cx="150876" cy="185927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3" name="Google Shape;8213;p111"/>
          <p:cNvPicPr preferRelativeResize="0"/>
          <p:nvPr/>
        </p:nvPicPr>
        <p:blipFill rotWithShape="1">
          <a:blip r:embed="rId99">
            <a:alphaModFix/>
          </a:blip>
          <a:srcRect b="0" l="0" r="0" t="0"/>
          <a:stretch/>
        </p:blipFill>
        <p:spPr>
          <a:xfrm>
            <a:off x="3703320" y="2543555"/>
            <a:ext cx="175259" cy="25298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4" name="Google Shape;8214;p111"/>
          <p:cNvPicPr preferRelativeResize="0"/>
          <p:nvPr/>
        </p:nvPicPr>
        <p:blipFill rotWithShape="1">
          <a:blip r:embed="rId100">
            <a:alphaModFix/>
          </a:blip>
          <a:srcRect b="0" l="0" r="0" t="0"/>
          <a:stretch/>
        </p:blipFill>
        <p:spPr>
          <a:xfrm>
            <a:off x="3727703" y="1985772"/>
            <a:ext cx="201168" cy="492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5" name="Google Shape;8215;p111"/>
          <p:cNvPicPr preferRelativeResize="0"/>
          <p:nvPr/>
        </p:nvPicPr>
        <p:blipFill rotWithShape="1">
          <a:blip r:embed="rId101">
            <a:alphaModFix/>
          </a:blip>
          <a:srcRect b="0" l="0" r="0" t="0"/>
          <a:stretch/>
        </p:blipFill>
        <p:spPr>
          <a:xfrm>
            <a:off x="4009644" y="5954267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6" name="Google Shape;8216;p111"/>
          <p:cNvPicPr preferRelativeResize="0"/>
          <p:nvPr/>
        </p:nvPicPr>
        <p:blipFill rotWithShape="1">
          <a:blip r:embed="rId102">
            <a:alphaModFix/>
          </a:blip>
          <a:srcRect b="0" l="0" r="0" t="0"/>
          <a:stretch/>
        </p:blipFill>
        <p:spPr>
          <a:xfrm>
            <a:off x="3998976" y="3957827"/>
            <a:ext cx="175260" cy="19065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7" name="Google Shape;8217;p111"/>
          <p:cNvPicPr preferRelativeResize="0"/>
          <p:nvPr/>
        </p:nvPicPr>
        <p:blipFill rotWithShape="1">
          <a:blip r:embed="rId103">
            <a:alphaModFix/>
          </a:blip>
          <a:srcRect b="0" l="0" r="0" t="0"/>
          <a:stretch/>
        </p:blipFill>
        <p:spPr>
          <a:xfrm>
            <a:off x="3998976" y="3003803"/>
            <a:ext cx="175260" cy="8869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18" name="Google Shape;8218;p111"/>
          <p:cNvPicPr preferRelativeResize="0"/>
          <p:nvPr/>
        </p:nvPicPr>
        <p:blipFill rotWithShape="1">
          <a:blip r:embed="rId94">
            <a:alphaModFix/>
          </a:blip>
          <a:srcRect b="0" l="0" r="0" t="0"/>
          <a:stretch/>
        </p:blipFill>
        <p:spPr>
          <a:xfrm>
            <a:off x="4306823" y="5954267"/>
            <a:ext cx="143256" cy="143256"/>
          </a:xfrm>
          <a:prstGeom prst="rect">
            <a:avLst/>
          </a:prstGeom>
          <a:noFill/>
          <a:ln>
            <a:noFill/>
          </a:ln>
        </p:spPr>
      </p:pic>
      <p:sp>
        <p:nvSpPr>
          <p:cNvPr id="8219" name="Google Shape;8219;p111"/>
          <p:cNvSpPr/>
          <p:nvPr/>
        </p:nvSpPr>
        <p:spPr>
          <a:xfrm>
            <a:off x="4296156" y="5347716"/>
            <a:ext cx="175260" cy="525780"/>
          </a:xfrm>
          <a:custGeom>
            <a:rect b="b" l="l" r="r" t="t"/>
            <a:pathLst>
              <a:path extrusionOk="0" h="525779" w="175260">
                <a:moveTo>
                  <a:pt x="172199" y="339852"/>
                </a:moveTo>
                <a:lnTo>
                  <a:pt x="169151" y="339852"/>
                </a:lnTo>
                <a:lnTo>
                  <a:pt x="169151" y="344424"/>
                </a:lnTo>
                <a:lnTo>
                  <a:pt x="167627" y="347472"/>
                </a:lnTo>
                <a:lnTo>
                  <a:pt x="167627" y="350520"/>
                </a:lnTo>
                <a:lnTo>
                  <a:pt x="163055" y="355092"/>
                </a:lnTo>
                <a:lnTo>
                  <a:pt x="160007" y="355092"/>
                </a:lnTo>
                <a:lnTo>
                  <a:pt x="155435" y="356616"/>
                </a:lnTo>
                <a:lnTo>
                  <a:pt x="82283" y="356616"/>
                </a:lnTo>
                <a:lnTo>
                  <a:pt x="77711" y="358140"/>
                </a:lnTo>
                <a:lnTo>
                  <a:pt x="70091" y="361188"/>
                </a:lnTo>
                <a:lnTo>
                  <a:pt x="65519" y="364236"/>
                </a:lnTo>
                <a:lnTo>
                  <a:pt x="59423" y="373380"/>
                </a:lnTo>
                <a:lnTo>
                  <a:pt x="57899" y="377952"/>
                </a:lnTo>
                <a:lnTo>
                  <a:pt x="57899" y="390144"/>
                </a:lnTo>
                <a:lnTo>
                  <a:pt x="82283" y="422148"/>
                </a:lnTo>
                <a:lnTo>
                  <a:pt x="74663" y="423672"/>
                </a:lnTo>
                <a:lnTo>
                  <a:pt x="68567" y="426720"/>
                </a:lnTo>
                <a:lnTo>
                  <a:pt x="63995" y="431292"/>
                </a:lnTo>
                <a:lnTo>
                  <a:pt x="59423" y="437388"/>
                </a:lnTo>
                <a:lnTo>
                  <a:pt x="57899" y="441960"/>
                </a:lnTo>
                <a:lnTo>
                  <a:pt x="57899" y="457200"/>
                </a:lnTo>
                <a:lnTo>
                  <a:pt x="60947" y="461772"/>
                </a:lnTo>
                <a:lnTo>
                  <a:pt x="62471" y="466344"/>
                </a:lnTo>
                <a:lnTo>
                  <a:pt x="63995" y="469392"/>
                </a:lnTo>
                <a:lnTo>
                  <a:pt x="82283" y="487680"/>
                </a:lnTo>
                <a:lnTo>
                  <a:pt x="57899" y="487680"/>
                </a:lnTo>
                <a:lnTo>
                  <a:pt x="57899" y="492252"/>
                </a:lnTo>
                <a:lnTo>
                  <a:pt x="71615" y="525780"/>
                </a:lnTo>
                <a:lnTo>
                  <a:pt x="74663" y="522732"/>
                </a:lnTo>
                <a:lnTo>
                  <a:pt x="73139" y="519684"/>
                </a:lnTo>
                <a:lnTo>
                  <a:pt x="73139" y="512064"/>
                </a:lnTo>
                <a:lnTo>
                  <a:pt x="74663" y="510540"/>
                </a:lnTo>
                <a:lnTo>
                  <a:pt x="74663" y="509016"/>
                </a:lnTo>
                <a:lnTo>
                  <a:pt x="77711" y="509016"/>
                </a:lnTo>
                <a:lnTo>
                  <a:pt x="79235" y="507492"/>
                </a:lnTo>
                <a:lnTo>
                  <a:pt x="160007" y="507492"/>
                </a:lnTo>
                <a:lnTo>
                  <a:pt x="161531" y="509016"/>
                </a:lnTo>
                <a:lnTo>
                  <a:pt x="164579" y="509016"/>
                </a:lnTo>
                <a:lnTo>
                  <a:pt x="166103" y="510540"/>
                </a:lnTo>
                <a:lnTo>
                  <a:pt x="167627" y="513588"/>
                </a:lnTo>
                <a:lnTo>
                  <a:pt x="167627" y="515112"/>
                </a:lnTo>
                <a:lnTo>
                  <a:pt x="169151" y="518160"/>
                </a:lnTo>
                <a:lnTo>
                  <a:pt x="169151" y="524256"/>
                </a:lnTo>
                <a:lnTo>
                  <a:pt x="172199" y="524256"/>
                </a:lnTo>
                <a:lnTo>
                  <a:pt x="172199" y="470916"/>
                </a:lnTo>
                <a:lnTo>
                  <a:pt x="169151" y="470916"/>
                </a:lnTo>
                <a:lnTo>
                  <a:pt x="169151" y="475488"/>
                </a:lnTo>
                <a:lnTo>
                  <a:pt x="167627" y="480060"/>
                </a:lnTo>
                <a:lnTo>
                  <a:pt x="167627" y="481584"/>
                </a:lnTo>
                <a:lnTo>
                  <a:pt x="164579" y="484632"/>
                </a:lnTo>
                <a:lnTo>
                  <a:pt x="161531" y="486156"/>
                </a:lnTo>
                <a:lnTo>
                  <a:pt x="160007" y="486156"/>
                </a:lnTo>
                <a:lnTo>
                  <a:pt x="155435" y="487680"/>
                </a:lnTo>
                <a:lnTo>
                  <a:pt x="88379" y="487680"/>
                </a:lnTo>
                <a:lnTo>
                  <a:pt x="79235" y="478536"/>
                </a:lnTo>
                <a:lnTo>
                  <a:pt x="76187" y="472440"/>
                </a:lnTo>
                <a:lnTo>
                  <a:pt x="73139" y="463296"/>
                </a:lnTo>
                <a:lnTo>
                  <a:pt x="73139" y="452628"/>
                </a:lnTo>
                <a:lnTo>
                  <a:pt x="74663" y="448056"/>
                </a:lnTo>
                <a:lnTo>
                  <a:pt x="80759" y="445008"/>
                </a:lnTo>
                <a:lnTo>
                  <a:pt x="83807" y="441960"/>
                </a:lnTo>
                <a:lnTo>
                  <a:pt x="163055" y="441960"/>
                </a:lnTo>
                <a:lnTo>
                  <a:pt x="164579" y="443484"/>
                </a:lnTo>
                <a:lnTo>
                  <a:pt x="166103" y="446532"/>
                </a:lnTo>
                <a:lnTo>
                  <a:pt x="167627" y="448056"/>
                </a:lnTo>
                <a:lnTo>
                  <a:pt x="169151" y="452628"/>
                </a:lnTo>
                <a:lnTo>
                  <a:pt x="169151" y="458724"/>
                </a:lnTo>
                <a:lnTo>
                  <a:pt x="172199" y="458724"/>
                </a:lnTo>
                <a:lnTo>
                  <a:pt x="172199" y="405384"/>
                </a:lnTo>
                <a:lnTo>
                  <a:pt x="169151" y="405384"/>
                </a:lnTo>
                <a:lnTo>
                  <a:pt x="169151" y="409956"/>
                </a:lnTo>
                <a:lnTo>
                  <a:pt x="167627" y="413004"/>
                </a:lnTo>
                <a:lnTo>
                  <a:pt x="167627" y="416052"/>
                </a:lnTo>
                <a:lnTo>
                  <a:pt x="164579" y="419100"/>
                </a:lnTo>
                <a:lnTo>
                  <a:pt x="161531" y="420624"/>
                </a:lnTo>
                <a:lnTo>
                  <a:pt x="160007" y="420624"/>
                </a:lnTo>
                <a:lnTo>
                  <a:pt x="155435" y="422148"/>
                </a:lnTo>
                <a:lnTo>
                  <a:pt x="89903" y="422148"/>
                </a:lnTo>
                <a:lnTo>
                  <a:pt x="88379" y="420624"/>
                </a:lnTo>
                <a:lnTo>
                  <a:pt x="82283" y="416052"/>
                </a:lnTo>
                <a:lnTo>
                  <a:pt x="77711" y="409956"/>
                </a:lnTo>
                <a:lnTo>
                  <a:pt x="76187" y="405384"/>
                </a:lnTo>
                <a:lnTo>
                  <a:pt x="74663" y="402336"/>
                </a:lnTo>
                <a:lnTo>
                  <a:pt x="73139" y="397764"/>
                </a:lnTo>
                <a:lnTo>
                  <a:pt x="73139" y="387096"/>
                </a:lnTo>
                <a:lnTo>
                  <a:pt x="76187" y="382524"/>
                </a:lnTo>
                <a:lnTo>
                  <a:pt x="80759" y="379476"/>
                </a:lnTo>
                <a:lnTo>
                  <a:pt x="83807" y="376428"/>
                </a:lnTo>
                <a:lnTo>
                  <a:pt x="163055" y="376428"/>
                </a:lnTo>
                <a:lnTo>
                  <a:pt x="166103" y="379476"/>
                </a:lnTo>
                <a:lnTo>
                  <a:pt x="169151" y="385572"/>
                </a:lnTo>
                <a:lnTo>
                  <a:pt x="169151" y="393192"/>
                </a:lnTo>
                <a:lnTo>
                  <a:pt x="172199" y="393192"/>
                </a:lnTo>
                <a:lnTo>
                  <a:pt x="172199" y="339852"/>
                </a:lnTo>
                <a:close/>
              </a:path>
              <a:path extrusionOk="0" h="525779" w="175260">
                <a:moveTo>
                  <a:pt x="172212" y="170688"/>
                </a:moveTo>
                <a:lnTo>
                  <a:pt x="169164" y="170688"/>
                </a:lnTo>
                <a:lnTo>
                  <a:pt x="169164" y="176784"/>
                </a:lnTo>
                <a:lnTo>
                  <a:pt x="167640" y="179832"/>
                </a:lnTo>
                <a:lnTo>
                  <a:pt x="167640" y="181356"/>
                </a:lnTo>
                <a:lnTo>
                  <a:pt x="166116" y="184404"/>
                </a:lnTo>
                <a:lnTo>
                  <a:pt x="164592" y="184404"/>
                </a:lnTo>
                <a:lnTo>
                  <a:pt x="161544" y="185928"/>
                </a:lnTo>
                <a:lnTo>
                  <a:pt x="160020" y="187452"/>
                </a:lnTo>
                <a:lnTo>
                  <a:pt x="109728" y="187452"/>
                </a:lnTo>
                <a:lnTo>
                  <a:pt x="0" y="187452"/>
                </a:lnTo>
                <a:lnTo>
                  <a:pt x="0" y="192024"/>
                </a:lnTo>
                <a:lnTo>
                  <a:pt x="13716" y="224028"/>
                </a:lnTo>
                <a:lnTo>
                  <a:pt x="16764" y="222504"/>
                </a:lnTo>
                <a:lnTo>
                  <a:pt x="15240" y="219456"/>
                </a:lnTo>
                <a:lnTo>
                  <a:pt x="15240" y="211836"/>
                </a:lnTo>
                <a:lnTo>
                  <a:pt x="16764" y="210312"/>
                </a:lnTo>
                <a:lnTo>
                  <a:pt x="16764" y="208788"/>
                </a:lnTo>
                <a:lnTo>
                  <a:pt x="22860" y="208788"/>
                </a:lnTo>
                <a:lnTo>
                  <a:pt x="25908" y="207264"/>
                </a:lnTo>
                <a:lnTo>
                  <a:pt x="160020" y="207264"/>
                </a:lnTo>
                <a:lnTo>
                  <a:pt x="163068" y="208788"/>
                </a:lnTo>
                <a:lnTo>
                  <a:pt x="164592" y="210312"/>
                </a:lnTo>
                <a:lnTo>
                  <a:pt x="166116" y="210312"/>
                </a:lnTo>
                <a:lnTo>
                  <a:pt x="166116" y="211836"/>
                </a:lnTo>
                <a:lnTo>
                  <a:pt x="167640" y="214884"/>
                </a:lnTo>
                <a:lnTo>
                  <a:pt x="169164" y="219456"/>
                </a:lnTo>
                <a:lnTo>
                  <a:pt x="169164" y="224028"/>
                </a:lnTo>
                <a:lnTo>
                  <a:pt x="172212" y="224028"/>
                </a:lnTo>
                <a:lnTo>
                  <a:pt x="172212" y="207264"/>
                </a:lnTo>
                <a:lnTo>
                  <a:pt x="172212" y="170688"/>
                </a:lnTo>
                <a:close/>
              </a:path>
              <a:path extrusionOk="0" h="525779" w="175260">
                <a:moveTo>
                  <a:pt x="172212" y="102108"/>
                </a:moveTo>
                <a:lnTo>
                  <a:pt x="166116" y="102108"/>
                </a:lnTo>
                <a:lnTo>
                  <a:pt x="166116" y="109728"/>
                </a:lnTo>
                <a:lnTo>
                  <a:pt x="164592" y="111252"/>
                </a:lnTo>
                <a:lnTo>
                  <a:pt x="164592" y="114300"/>
                </a:lnTo>
                <a:lnTo>
                  <a:pt x="161544" y="117348"/>
                </a:lnTo>
                <a:lnTo>
                  <a:pt x="158496" y="121920"/>
                </a:lnTo>
                <a:lnTo>
                  <a:pt x="156972" y="123444"/>
                </a:lnTo>
                <a:lnTo>
                  <a:pt x="149352" y="129540"/>
                </a:lnTo>
                <a:lnTo>
                  <a:pt x="103632" y="167640"/>
                </a:lnTo>
                <a:lnTo>
                  <a:pt x="85496" y="146304"/>
                </a:lnTo>
                <a:lnTo>
                  <a:pt x="77724" y="137160"/>
                </a:lnTo>
                <a:lnTo>
                  <a:pt x="71628" y="132588"/>
                </a:lnTo>
                <a:lnTo>
                  <a:pt x="68580" y="128016"/>
                </a:lnTo>
                <a:lnTo>
                  <a:pt x="65532" y="118872"/>
                </a:lnTo>
                <a:lnTo>
                  <a:pt x="64008" y="112776"/>
                </a:lnTo>
                <a:lnTo>
                  <a:pt x="64008" y="106680"/>
                </a:lnTo>
                <a:lnTo>
                  <a:pt x="60960" y="106680"/>
                </a:lnTo>
                <a:lnTo>
                  <a:pt x="60960" y="153924"/>
                </a:lnTo>
                <a:lnTo>
                  <a:pt x="64008" y="153924"/>
                </a:lnTo>
                <a:lnTo>
                  <a:pt x="64008" y="149352"/>
                </a:lnTo>
                <a:lnTo>
                  <a:pt x="67056" y="146304"/>
                </a:lnTo>
                <a:lnTo>
                  <a:pt x="73152" y="146304"/>
                </a:lnTo>
                <a:lnTo>
                  <a:pt x="74676" y="147828"/>
                </a:lnTo>
                <a:lnTo>
                  <a:pt x="79248" y="150876"/>
                </a:lnTo>
                <a:lnTo>
                  <a:pt x="83820" y="156972"/>
                </a:lnTo>
                <a:lnTo>
                  <a:pt x="109728" y="187452"/>
                </a:lnTo>
                <a:lnTo>
                  <a:pt x="133667" y="167640"/>
                </a:lnTo>
                <a:lnTo>
                  <a:pt x="153924" y="150876"/>
                </a:lnTo>
                <a:lnTo>
                  <a:pt x="158496" y="147828"/>
                </a:lnTo>
                <a:lnTo>
                  <a:pt x="161544" y="146304"/>
                </a:lnTo>
                <a:lnTo>
                  <a:pt x="166116" y="146304"/>
                </a:lnTo>
                <a:lnTo>
                  <a:pt x="167640" y="147828"/>
                </a:lnTo>
                <a:lnTo>
                  <a:pt x="167640" y="149352"/>
                </a:lnTo>
                <a:lnTo>
                  <a:pt x="169164" y="150876"/>
                </a:lnTo>
                <a:lnTo>
                  <a:pt x="169164" y="153924"/>
                </a:lnTo>
                <a:lnTo>
                  <a:pt x="172212" y="153924"/>
                </a:lnTo>
                <a:lnTo>
                  <a:pt x="172212" y="146304"/>
                </a:lnTo>
                <a:lnTo>
                  <a:pt x="172212" y="102108"/>
                </a:lnTo>
                <a:close/>
              </a:path>
              <a:path extrusionOk="0" h="525779" w="175260">
                <a:moveTo>
                  <a:pt x="175247" y="248412"/>
                </a:moveTo>
                <a:lnTo>
                  <a:pt x="156959" y="222504"/>
                </a:lnTo>
                <a:lnTo>
                  <a:pt x="150863" y="222504"/>
                </a:lnTo>
                <a:lnTo>
                  <a:pt x="155435" y="228600"/>
                </a:lnTo>
                <a:lnTo>
                  <a:pt x="158483" y="231648"/>
                </a:lnTo>
                <a:lnTo>
                  <a:pt x="158483" y="233172"/>
                </a:lnTo>
                <a:lnTo>
                  <a:pt x="160007" y="233172"/>
                </a:lnTo>
                <a:lnTo>
                  <a:pt x="160007" y="237744"/>
                </a:lnTo>
                <a:lnTo>
                  <a:pt x="158483" y="239268"/>
                </a:lnTo>
                <a:lnTo>
                  <a:pt x="155435" y="240792"/>
                </a:lnTo>
                <a:lnTo>
                  <a:pt x="85331" y="240792"/>
                </a:lnTo>
                <a:lnTo>
                  <a:pt x="77711" y="242316"/>
                </a:lnTo>
                <a:lnTo>
                  <a:pt x="74663" y="243840"/>
                </a:lnTo>
                <a:lnTo>
                  <a:pt x="68567" y="245364"/>
                </a:lnTo>
                <a:lnTo>
                  <a:pt x="62471" y="254508"/>
                </a:lnTo>
                <a:lnTo>
                  <a:pt x="59423" y="260604"/>
                </a:lnTo>
                <a:lnTo>
                  <a:pt x="57899" y="269748"/>
                </a:lnTo>
                <a:lnTo>
                  <a:pt x="57988" y="280327"/>
                </a:lnTo>
                <a:lnTo>
                  <a:pt x="58051" y="281393"/>
                </a:lnTo>
                <a:lnTo>
                  <a:pt x="58178" y="283464"/>
                </a:lnTo>
                <a:lnTo>
                  <a:pt x="58470" y="288594"/>
                </a:lnTo>
                <a:lnTo>
                  <a:pt x="60185" y="296989"/>
                </a:lnTo>
                <a:lnTo>
                  <a:pt x="63042" y="303974"/>
                </a:lnTo>
                <a:lnTo>
                  <a:pt x="67043" y="309372"/>
                </a:lnTo>
                <a:lnTo>
                  <a:pt x="71615" y="316992"/>
                </a:lnTo>
                <a:lnTo>
                  <a:pt x="79235" y="320040"/>
                </a:lnTo>
                <a:lnTo>
                  <a:pt x="91427" y="320040"/>
                </a:lnTo>
                <a:lnTo>
                  <a:pt x="94475" y="318516"/>
                </a:lnTo>
                <a:lnTo>
                  <a:pt x="95999" y="315468"/>
                </a:lnTo>
                <a:lnTo>
                  <a:pt x="97523" y="313944"/>
                </a:lnTo>
                <a:lnTo>
                  <a:pt x="97523" y="307848"/>
                </a:lnTo>
                <a:lnTo>
                  <a:pt x="95999" y="304800"/>
                </a:lnTo>
                <a:lnTo>
                  <a:pt x="92951" y="301752"/>
                </a:lnTo>
                <a:lnTo>
                  <a:pt x="89903" y="300228"/>
                </a:lnTo>
                <a:lnTo>
                  <a:pt x="85331" y="300228"/>
                </a:lnTo>
                <a:lnTo>
                  <a:pt x="79235" y="301752"/>
                </a:lnTo>
                <a:lnTo>
                  <a:pt x="74663" y="301752"/>
                </a:lnTo>
                <a:lnTo>
                  <a:pt x="71615" y="300228"/>
                </a:lnTo>
                <a:lnTo>
                  <a:pt x="70091" y="295656"/>
                </a:lnTo>
                <a:lnTo>
                  <a:pt x="67043" y="292608"/>
                </a:lnTo>
                <a:lnTo>
                  <a:pt x="65519" y="288036"/>
                </a:lnTo>
                <a:lnTo>
                  <a:pt x="65646" y="275463"/>
                </a:lnTo>
                <a:lnTo>
                  <a:pt x="65709" y="275272"/>
                </a:lnTo>
                <a:lnTo>
                  <a:pt x="67043" y="271272"/>
                </a:lnTo>
                <a:lnTo>
                  <a:pt x="71615" y="266700"/>
                </a:lnTo>
                <a:lnTo>
                  <a:pt x="76187" y="263652"/>
                </a:lnTo>
                <a:lnTo>
                  <a:pt x="83807" y="260604"/>
                </a:lnTo>
                <a:lnTo>
                  <a:pt x="99047" y="260604"/>
                </a:lnTo>
                <a:lnTo>
                  <a:pt x="103619" y="274561"/>
                </a:lnTo>
                <a:lnTo>
                  <a:pt x="108191" y="286512"/>
                </a:lnTo>
                <a:lnTo>
                  <a:pt x="112763" y="296189"/>
                </a:lnTo>
                <a:lnTo>
                  <a:pt x="117335" y="303276"/>
                </a:lnTo>
                <a:lnTo>
                  <a:pt x="121907" y="312420"/>
                </a:lnTo>
                <a:lnTo>
                  <a:pt x="126479" y="318516"/>
                </a:lnTo>
                <a:lnTo>
                  <a:pt x="132575" y="321564"/>
                </a:lnTo>
                <a:lnTo>
                  <a:pt x="135623" y="324612"/>
                </a:lnTo>
                <a:lnTo>
                  <a:pt x="155435" y="324612"/>
                </a:lnTo>
                <a:lnTo>
                  <a:pt x="161531" y="323088"/>
                </a:lnTo>
                <a:lnTo>
                  <a:pt x="172199" y="312420"/>
                </a:lnTo>
                <a:lnTo>
                  <a:pt x="175247" y="306324"/>
                </a:lnTo>
                <a:lnTo>
                  <a:pt x="175247" y="304800"/>
                </a:lnTo>
                <a:lnTo>
                  <a:pt x="175247" y="292608"/>
                </a:lnTo>
                <a:lnTo>
                  <a:pt x="172199" y="283464"/>
                </a:lnTo>
                <a:lnTo>
                  <a:pt x="170230" y="280327"/>
                </a:lnTo>
                <a:lnTo>
                  <a:pt x="166674" y="275463"/>
                </a:lnTo>
                <a:lnTo>
                  <a:pt x="160007" y="266649"/>
                </a:lnTo>
                <a:lnTo>
                  <a:pt x="160007" y="286512"/>
                </a:lnTo>
                <a:lnTo>
                  <a:pt x="160007" y="292608"/>
                </a:lnTo>
                <a:lnTo>
                  <a:pt x="158483" y="295656"/>
                </a:lnTo>
                <a:lnTo>
                  <a:pt x="150863" y="303276"/>
                </a:lnTo>
                <a:lnTo>
                  <a:pt x="146291" y="304800"/>
                </a:lnTo>
                <a:lnTo>
                  <a:pt x="131051" y="304800"/>
                </a:lnTo>
                <a:lnTo>
                  <a:pt x="128003" y="301752"/>
                </a:lnTo>
                <a:lnTo>
                  <a:pt x="123431" y="298704"/>
                </a:lnTo>
                <a:lnTo>
                  <a:pt x="120383" y="292608"/>
                </a:lnTo>
                <a:lnTo>
                  <a:pt x="115811" y="286512"/>
                </a:lnTo>
                <a:lnTo>
                  <a:pt x="114388" y="283108"/>
                </a:lnTo>
                <a:lnTo>
                  <a:pt x="112382" y="277558"/>
                </a:lnTo>
                <a:lnTo>
                  <a:pt x="109728" y="269748"/>
                </a:lnTo>
                <a:lnTo>
                  <a:pt x="106667" y="260604"/>
                </a:lnTo>
                <a:lnTo>
                  <a:pt x="147815" y="260604"/>
                </a:lnTo>
                <a:lnTo>
                  <a:pt x="160007" y="286512"/>
                </a:lnTo>
                <a:lnTo>
                  <a:pt x="160007" y="266649"/>
                </a:lnTo>
                <a:lnTo>
                  <a:pt x="155435" y="260604"/>
                </a:lnTo>
                <a:lnTo>
                  <a:pt x="167627" y="260604"/>
                </a:lnTo>
                <a:lnTo>
                  <a:pt x="170675" y="257556"/>
                </a:lnTo>
                <a:lnTo>
                  <a:pt x="173723" y="256032"/>
                </a:lnTo>
                <a:lnTo>
                  <a:pt x="175247" y="252984"/>
                </a:lnTo>
                <a:lnTo>
                  <a:pt x="175247" y="248412"/>
                </a:lnTo>
                <a:close/>
              </a:path>
              <a:path extrusionOk="0" h="525779" w="175260">
                <a:moveTo>
                  <a:pt x="175260" y="44196"/>
                </a:moveTo>
                <a:lnTo>
                  <a:pt x="155270" y="8572"/>
                </a:lnTo>
                <a:lnTo>
                  <a:pt x="131064" y="0"/>
                </a:lnTo>
                <a:lnTo>
                  <a:pt x="129540" y="3048"/>
                </a:lnTo>
                <a:lnTo>
                  <a:pt x="138684" y="6096"/>
                </a:lnTo>
                <a:lnTo>
                  <a:pt x="146304" y="10668"/>
                </a:lnTo>
                <a:lnTo>
                  <a:pt x="149352" y="15240"/>
                </a:lnTo>
                <a:lnTo>
                  <a:pt x="153924" y="21336"/>
                </a:lnTo>
                <a:lnTo>
                  <a:pt x="155448" y="27432"/>
                </a:lnTo>
                <a:lnTo>
                  <a:pt x="133388" y="67614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495"/>
                </a:lnTo>
                <a:lnTo>
                  <a:pt x="94488" y="24384"/>
                </a:lnTo>
                <a:lnTo>
                  <a:pt x="94488" y="74676"/>
                </a:lnTo>
                <a:lnTo>
                  <a:pt x="65532" y="54864"/>
                </a:lnTo>
                <a:lnTo>
                  <a:pt x="65532" y="42672"/>
                </a:lnTo>
                <a:lnTo>
                  <a:pt x="67056" y="39624"/>
                </a:lnTo>
                <a:lnTo>
                  <a:pt x="68580" y="35052"/>
                </a:lnTo>
                <a:lnTo>
                  <a:pt x="74676" y="28956"/>
                </a:lnTo>
                <a:lnTo>
                  <a:pt x="79248" y="25908"/>
                </a:lnTo>
                <a:lnTo>
                  <a:pt x="82296" y="25908"/>
                </a:lnTo>
                <a:lnTo>
                  <a:pt x="86868" y="24384"/>
                </a:lnTo>
                <a:lnTo>
                  <a:pt x="94488" y="24384"/>
                </a:lnTo>
                <a:lnTo>
                  <a:pt x="94488" y="495"/>
                </a:lnTo>
                <a:lnTo>
                  <a:pt x="60579" y="24955"/>
                </a:lnTo>
                <a:lnTo>
                  <a:pt x="58013" y="39624"/>
                </a:lnTo>
                <a:lnTo>
                  <a:pt x="58026" y="42672"/>
                </a:lnTo>
                <a:lnTo>
                  <a:pt x="58153" y="44196"/>
                </a:lnTo>
                <a:lnTo>
                  <a:pt x="58788" y="52006"/>
                </a:lnTo>
                <a:lnTo>
                  <a:pt x="81978" y="84607"/>
                </a:lnTo>
                <a:lnTo>
                  <a:pt x="117348" y="92964"/>
                </a:lnTo>
                <a:lnTo>
                  <a:pt x="130581" y="92087"/>
                </a:lnTo>
                <a:lnTo>
                  <a:pt x="130327" y="92087"/>
                </a:lnTo>
                <a:lnTo>
                  <a:pt x="141541" y="89535"/>
                </a:lnTo>
                <a:lnTo>
                  <a:pt x="151422" y="85255"/>
                </a:lnTo>
                <a:lnTo>
                  <a:pt x="160020" y="79248"/>
                </a:lnTo>
                <a:lnTo>
                  <a:pt x="163563" y="74676"/>
                </a:lnTo>
                <a:lnTo>
                  <a:pt x="166255" y="71208"/>
                </a:lnTo>
                <a:lnTo>
                  <a:pt x="171069" y="62865"/>
                </a:lnTo>
                <a:lnTo>
                  <a:pt x="174155" y="53962"/>
                </a:lnTo>
                <a:lnTo>
                  <a:pt x="175260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0" name="Google Shape;8220;p111"/>
          <p:cNvGrpSpPr/>
          <p:nvPr/>
        </p:nvGrpSpPr>
        <p:grpSpPr>
          <a:xfrm>
            <a:off x="4296143" y="3413760"/>
            <a:ext cx="225564" cy="1862328"/>
            <a:chOff x="4296143" y="3413760"/>
            <a:chExt cx="225564" cy="1862328"/>
          </a:xfrm>
        </p:grpSpPr>
        <p:pic>
          <p:nvPicPr>
            <p:cNvPr id="8221" name="Google Shape;8221;p111"/>
            <p:cNvPicPr preferRelativeResize="0"/>
            <p:nvPr/>
          </p:nvPicPr>
          <p:blipFill rotWithShape="1">
            <a:blip r:embed="rId104">
              <a:alphaModFix/>
            </a:blip>
            <a:srcRect b="0" l="0" r="0" t="0"/>
            <a:stretch/>
          </p:blipFill>
          <p:spPr>
            <a:xfrm>
              <a:off x="4296155" y="4023360"/>
              <a:ext cx="225552" cy="125272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22" name="Google Shape;8222;p111"/>
            <p:cNvSpPr/>
            <p:nvPr/>
          </p:nvSpPr>
          <p:spPr>
            <a:xfrm>
              <a:off x="4296143" y="3413760"/>
              <a:ext cx="224154" cy="601980"/>
            </a:xfrm>
            <a:custGeom>
              <a:rect b="b" l="l" r="r" t="t"/>
              <a:pathLst>
                <a:path extrusionOk="0" h="601979" w="224154">
                  <a:moveTo>
                    <a:pt x="126504" y="537972"/>
                  </a:moveTo>
                  <a:lnTo>
                    <a:pt x="105156" y="537972"/>
                  </a:lnTo>
                  <a:lnTo>
                    <a:pt x="105156" y="601980"/>
                  </a:lnTo>
                  <a:lnTo>
                    <a:pt x="126504" y="601980"/>
                  </a:lnTo>
                  <a:lnTo>
                    <a:pt x="126504" y="537972"/>
                  </a:lnTo>
                  <a:close/>
                </a:path>
                <a:path extrusionOk="0" h="601979" w="224154">
                  <a:moveTo>
                    <a:pt x="126504" y="262128"/>
                  </a:moveTo>
                  <a:lnTo>
                    <a:pt x="105156" y="262128"/>
                  </a:lnTo>
                  <a:lnTo>
                    <a:pt x="105156" y="326136"/>
                  </a:lnTo>
                  <a:lnTo>
                    <a:pt x="126504" y="326136"/>
                  </a:lnTo>
                  <a:lnTo>
                    <a:pt x="126504" y="262128"/>
                  </a:lnTo>
                  <a:close/>
                </a:path>
                <a:path extrusionOk="0" h="601979" w="224154">
                  <a:moveTo>
                    <a:pt x="175272" y="483108"/>
                  </a:moveTo>
                  <a:lnTo>
                    <a:pt x="173748" y="477012"/>
                  </a:lnTo>
                  <a:lnTo>
                    <a:pt x="169176" y="472440"/>
                  </a:lnTo>
                  <a:lnTo>
                    <a:pt x="164604" y="466344"/>
                  </a:lnTo>
                  <a:lnTo>
                    <a:pt x="158508" y="461772"/>
                  </a:lnTo>
                  <a:lnTo>
                    <a:pt x="150888" y="458724"/>
                  </a:lnTo>
                  <a:lnTo>
                    <a:pt x="150888" y="464820"/>
                  </a:lnTo>
                  <a:lnTo>
                    <a:pt x="153936" y="466344"/>
                  </a:lnTo>
                  <a:lnTo>
                    <a:pt x="155460" y="469392"/>
                  </a:lnTo>
                  <a:lnTo>
                    <a:pt x="156984" y="470916"/>
                  </a:lnTo>
                  <a:lnTo>
                    <a:pt x="160032" y="477012"/>
                  </a:lnTo>
                  <a:lnTo>
                    <a:pt x="160032" y="481584"/>
                  </a:lnTo>
                  <a:lnTo>
                    <a:pt x="158508" y="484632"/>
                  </a:lnTo>
                  <a:lnTo>
                    <a:pt x="155460" y="486156"/>
                  </a:lnTo>
                  <a:lnTo>
                    <a:pt x="153936" y="489204"/>
                  </a:lnTo>
                  <a:lnTo>
                    <a:pt x="68592" y="489204"/>
                  </a:lnTo>
                  <a:lnTo>
                    <a:pt x="68592" y="464820"/>
                  </a:lnTo>
                  <a:lnTo>
                    <a:pt x="60972" y="464820"/>
                  </a:lnTo>
                  <a:lnTo>
                    <a:pt x="60972" y="489204"/>
                  </a:lnTo>
                  <a:lnTo>
                    <a:pt x="24396" y="489204"/>
                  </a:lnTo>
                  <a:lnTo>
                    <a:pt x="24396" y="492252"/>
                  </a:lnTo>
                  <a:lnTo>
                    <a:pt x="32016" y="496824"/>
                  </a:lnTo>
                  <a:lnTo>
                    <a:pt x="38112" y="498348"/>
                  </a:lnTo>
                  <a:lnTo>
                    <a:pt x="41160" y="501396"/>
                  </a:lnTo>
                  <a:lnTo>
                    <a:pt x="47256" y="504444"/>
                  </a:lnTo>
                  <a:lnTo>
                    <a:pt x="56400" y="513588"/>
                  </a:lnTo>
                  <a:lnTo>
                    <a:pt x="62496" y="522732"/>
                  </a:lnTo>
                  <a:lnTo>
                    <a:pt x="64020" y="527304"/>
                  </a:lnTo>
                  <a:lnTo>
                    <a:pt x="68592" y="527304"/>
                  </a:lnTo>
                  <a:lnTo>
                    <a:pt x="68592" y="509016"/>
                  </a:lnTo>
                  <a:lnTo>
                    <a:pt x="158508" y="509016"/>
                  </a:lnTo>
                  <a:lnTo>
                    <a:pt x="163080" y="507492"/>
                  </a:lnTo>
                  <a:lnTo>
                    <a:pt x="166128" y="505968"/>
                  </a:lnTo>
                  <a:lnTo>
                    <a:pt x="172224" y="499872"/>
                  </a:lnTo>
                  <a:lnTo>
                    <a:pt x="173748" y="495300"/>
                  </a:lnTo>
                  <a:lnTo>
                    <a:pt x="175272" y="492252"/>
                  </a:lnTo>
                  <a:lnTo>
                    <a:pt x="175272" y="483108"/>
                  </a:lnTo>
                  <a:close/>
                </a:path>
                <a:path extrusionOk="0" h="601979" w="224154">
                  <a:moveTo>
                    <a:pt x="175272" y="397764"/>
                  </a:moveTo>
                  <a:lnTo>
                    <a:pt x="175158" y="396240"/>
                  </a:lnTo>
                  <a:lnTo>
                    <a:pt x="174713" y="390055"/>
                  </a:lnTo>
                  <a:lnTo>
                    <a:pt x="173177" y="382905"/>
                  </a:lnTo>
                  <a:lnTo>
                    <a:pt x="170764" y="376339"/>
                  </a:lnTo>
                  <a:lnTo>
                    <a:pt x="167652" y="370395"/>
                  </a:lnTo>
                  <a:lnTo>
                    <a:pt x="167652" y="384048"/>
                  </a:lnTo>
                  <a:lnTo>
                    <a:pt x="167652" y="391668"/>
                  </a:lnTo>
                  <a:lnTo>
                    <a:pt x="139928" y="421576"/>
                  </a:lnTo>
                  <a:lnTo>
                    <a:pt x="108216" y="426720"/>
                  </a:lnTo>
                  <a:lnTo>
                    <a:pt x="100520" y="426440"/>
                  </a:lnTo>
                  <a:lnTo>
                    <a:pt x="93548" y="425577"/>
                  </a:lnTo>
                  <a:lnTo>
                    <a:pt x="87426" y="424154"/>
                  </a:lnTo>
                  <a:lnTo>
                    <a:pt x="82308" y="422148"/>
                  </a:lnTo>
                  <a:lnTo>
                    <a:pt x="76212" y="420624"/>
                  </a:lnTo>
                  <a:lnTo>
                    <a:pt x="68592" y="413004"/>
                  </a:lnTo>
                  <a:lnTo>
                    <a:pt x="65544" y="403860"/>
                  </a:lnTo>
                  <a:lnTo>
                    <a:pt x="65544" y="391668"/>
                  </a:lnTo>
                  <a:lnTo>
                    <a:pt x="97167" y="368998"/>
                  </a:lnTo>
                  <a:lnTo>
                    <a:pt x="123456" y="365760"/>
                  </a:lnTo>
                  <a:lnTo>
                    <a:pt x="134899" y="366318"/>
                  </a:lnTo>
                  <a:lnTo>
                    <a:pt x="167652" y="384048"/>
                  </a:lnTo>
                  <a:lnTo>
                    <a:pt x="167652" y="370395"/>
                  </a:lnTo>
                  <a:lnTo>
                    <a:pt x="136804" y="347408"/>
                  </a:lnTo>
                  <a:lnTo>
                    <a:pt x="114312" y="342900"/>
                  </a:lnTo>
                  <a:lnTo>
                    <a:pt x="104279" y="343738"/>
                  </a:lnTo>
                  <a:lnTo>
                    <a:pt x="68211" y="363664"/>
                  </a:lnTo>
                  <a:lnTo>
                    <a:pt x="57924" y="396240"/>
                  </a:lnTo>
                  <a:lnTo>
                    <a:pt x="57988" y="397764"/>
                  </a:lnTo>
                  <a:lnTo>
                    <a:pt x="74498" y="433197"/>
                  </a:lnTo>
                  <a:lnTo>
                    <a:pt x="109588" y="449033"/>
                  </a:lnTo>
                  <a:lnTo>
                    <a:pt x="117360" y="449580"/>
                  </a:lnTo>
                  <a:lnTo>
                    <a:pt x="127381" y="448754"/>
                  </a:lnTo>
                  <a:lnTo>
                    <a:pt x="163690" y="429056"/>
                  </a:lnTo>
                  <a:lnTo>
                    <a:pt x="165277" y="426720"/>
                  </a:lnTo>
                  <a:lnTo>
                    <a:pt x="169938" y="419862"/>
                  </a:lnTo>
                  <a:lnTo>
                    <a:pt x="173888" y="409536"/>
                  </a:lnTo>
                  <a:lnTo>
                    <a:pt x="175272" y="397764"/>
                  </a:lnTo>
                  <a:close/>
                </a:path>
                <a:path extrusionOk="0" h="601979" w="224154">
                  <a:moveTo>
                    <a:pt x="219468" y="85280"/>
                  </a:moveTo>
                  <a:lnTo>
                    <a:pt x="214896" y="85280"/>
                  </a:lnTo>
                  <a:lnTo>
                    <a:pt x="213410" y="94234"/>
                  </a:lnTo>
                  <a:lnTo>
                    <a:pt x="211086" y="102679"/>
                  </a:lnTo>
                  <a:lnTo>
                    <a:pt x="182067" y="138684"/>
                  </a:lnTo>
                  <a:lnTo>
                    <a:pt x="172415" y="144665"/>
                  </a:lnTo>
                  <a:lnTo>
                    <a:pt x="172173" y="144665"/>
                  </a:lnTo>
                  <a:lnTo>
                    <a:pt x="167652" y="133426"/>
                  </a:lnTo>
                  <a:lnTo>
                    <a:pt x="167652" y="164592"/>
                  </a:lnTo>
                  <a:lnTo>
                    <a:pt x="150888" y="199644"/>
                  </a:lnTo>
                  <a:lnTo>
                    <a:pt x="107594" y="215290"/>
                  </a:lnTo>
                  <a:lnTo>
                    <a:pt x="88404" y="216408"/>
                  </a:lnTo>
                  <a:lnTo>
                    <a:pt x="69227" y="215290"/>
                  </a:lnTo>
                  <a:lnTo>
                    <a:pt x="27444" y="199644"/>
                  </a:lnTo>
                  <a:lnTo>
                    <a:pt x="12230" y="164934"/>
                  </a:lnTo>
                  <a:lnTo>
                    <a:pt x="12268" y="163068"/>
                  </a:lnTo>
                  <a:lnTo>
                    <a:pt x="28968" y="128397"/>
                  </a:lnTo>
                  <a:lnTo>
                    <a:pt x="65544" y="113538"/>
                  </a:lnTo>
                  <a:lnTo>
                    <a:pt x="92976" y="111252"/>
                  </a:lnTo>
                  <a:lnTo>
                    <a:pt x="110375" y="112382"/>
                  </a:lnTo>
                  <a:lnTo>
                    <a:pt x="150888" y="128016"/>
                  </a:lnTo>
                  <a:lnTo>
                    <a:pt x="167652" y="164592"/>
                  </a:lnTo>
                  <a:lnTo>
                    <a:pt x="167652" y="133426"/>
                  </a:lnTo>
                  <a:lnTo>
                    <a:pt x="141744" y="100584"/>
                  </a:lnTo>
                  <a:lnTo>
                    <a:pt x="104228" y="84950"/>
                  </a:lnTo>
                  <a:lnTo>
                    <a:pt x="89928" y="83820"/>
                  </a:lnTo>
                  <a:lnTo>
                    <a:pt x="72250" y="85280"/>
                  </a:lnTo>
                  <a:lnTo>
                    <a:pt x="28968" y="108204"/>
                  </a:lnTo>
                  <a:lnTo>
                    <a:pt x="6032" y="147637"/>
                  </a:lnTo>
                  <a:lnTo>
                    <a:pt x="4584" y="163068"/>
                  </a:lnTo>
                  <a:lnTo>
                    <a:pt x="6032" y="179412"/>
                  </a:lnTo>
                  <a:lnTo>
                    <a:pt x="6121" y="179692"/>
                  </a:lnTo>
                  <a:lnTo>
                    <a:pt x="10490" y="194310"/>
                  </a:lnTo>
                  <a:lnTo>
                    <a:pt x="41249" y="230987"/>
                  </a:lnTo>
                  <a:lnTo>
                    <a:pt x="88404" y="243840"/>
                  </a:lnTo>
                  <a:lnTo>
                    <a:pt x="99517" y="243293"/>
                  </a:lnTo>
                  <a:lnTo>
                    <a:pt x="136613" y="231368"/>
                  </a:lnTo>
                  <a:lnTo>
                    <a:pt x="165176" y="201930"/>
                  </a:lnTo>
                  <a:lnTo>
                    <a:pt x="168846" y="194310"/>
                  </a:lnTo>
                  <a:lnTo>
                    <a:pt x="172224" y="185928"/>
                  </a:lnTo>
                  <a:lnTo>
                    <a:pt x="200482" y="148691"/>
                  </a:lnTo>
                  <a:lnTo>
                    <a:pt x="202615" y="144665"/>
                  </a:lnTo>
                  <a:lnTo>
                    <a:pt x="205181" y="139827"/>
                  </a:lnTo>
                  <a:lnTo>
                    <a:pt x="209003" y="130403"/>
                  </a:lnTo>
                  <a:lnTo>
                    <a:pt x="211912" y="120205"/>
                  </a:lnTo>
                  <a:lnTo>
                    <a:pt x="214972" y="111252"/>
                  </a:lnTo>
                  <a:lnTo>
                    <a:pt x="215074" y="110858"/>
                  </a:lnTo>
                  <a:lnTo>
                    <a:pt x="217373" y="102298"/>
                  </a:lnTo>
                  <a:lnTo>
                    <a:pt x="218808" y="94234"/>
                  </a:lnTo>
                  <a:lnTo>
                    <a:pt x="218922" y="93472"/>
                  </a:lnTo>
                  <a:lnTo>
                    <a:pt x="219468" y="85280"/>
                  </a:lnTo>
                  <a:close/>
                </a:path>
                <a:path extrusionOk="0" h="601979" w="224154">
                  <a:moveTo>
                    <a:pt x="224040" y="67056"/>
                  </a:moveTo>
                  <a:lnTo>
                    <a:pt x="193814" y="28054"/>
                  </a:lnTo>
                  <a:lnTo>
                    <a:pt x="147828" y="4572"/>
                  </a:lnTo>
                  <a:lnTo>
                    <a:pt x="111252" y="0"/>
                  </a:lnTo>
                  <a:lnTo>
                    <a:pt x="98704" y="571"/>
                  </a:lnTo>
                  <a:lnTo>
                    <a:pt x="51346" y="14274"/>
                  </a:lnTo>
                  <a:lnTo>
                    <a:pt x="15011" y="42202"/>
                  </a:lnTo>
                  <a:lnTo>
                    <a:pt x="0" y="67056"/>
                  </a:lnTo>
                  <a:lnTo>
                    <a:pt x="4572" y="67056"/>
                  </a:lnTo>
                  <a:lnTo>
                    <a:pt x="8915" y="60731"/>
                  </a:lnTo>
                  <a:lnTo>
                    <a:pt x="12954" y="55245"/>
                  </a:lnTo>
                  <a:lnTo>
                    <a:pt x="17005" y="50342"/>
                  </a:lnTo>
                  <a:lnTo>
                    <a:pt x="21336" y="45720"/>
                  </a:lnTo>
                  <a:lnTo>
                    <a:pt x="28956" y="41148"/>
                  </a:lnTo>
                  <a:lnTo>
                    <a:pt x="35052" y="36576"/>
                  </a:lnTo>
                  <a:lnTo>
                    <a:pt x="79159" y="24155"/>
                  </a:lnTo>
                  <a:lnTo>
                    <a:pt x="114300" y="22860"/>
                  </a:lnTo>
                  <a:lnTo>
                    <a:pt x="126593" y="23152"/>
                  </a:lnTo>
                  <a:lnTo>
                    <a:pt x="170878" y="30010"/>
                  </a:lnTo>
                  <a:lnTo>
                    <a:pt x="209169" y="52387"/>
                  </a:lnTo>
                  <a:lnTo>
                    <a:pt x="219456" y="67056"/>
                  </a:lnTo>
                  <a:lnTo>
                    <a:pt x="224040" y="670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223" name="Google Shape;8223;p111"/>
          <p:cNvPicPr preferRelativeResize="0"/>
          <p:nvPr/>
        </p:nvPicPr>
        <p:blipFill rotWithShape="1">
          <a:blip r:embed="rId105">
            <a:alphaModFix/>
          </a:blip>
          <a:srcRect b="0" l="0" r="0" t="0"/>
          <a:stretch/>
        </p:blipFill>
        <p:spPr>
          <a:xfrm>
            <a:off x="4325111" y="3214116"/>
            <a:ext cx="120396" cy="131064"/>
          </a:xfrm>
          <a:prstGeom prst="rect">
            <a:avLst/>
          </a:prstGeom>
          <a:noFill/>
          <a:ln>
            <a:noFill/>
          </a:ln>
        </p:spPr>
      </p:pic>
      <p:sp>
        <p:nvSpPr>
          <p:cNvPr id="8224" name="Google Shape;8224;p111"/>
          <p:cNvSpPr/>
          <p:nvPr/>
        </p:nvSpPr>
        <p:spPr>
          <a:xfrm>
            <a:off x="4296143" y="2482596"/>
            <a:ext cx="224154" cy="664845"/>
          </a:xfrm>
          <a:custGeom>
            <a:rect b="b" l="l" r="r" t="t"/>
            <a:pathLst>
              <a:path extrusionOk="0" h="664844" w="224154">
                <a:moveTo>
                  <a:pt x="172224" y="391668"/>
                </a:moveTo>
                <a:lnTo>
                  <a:pt x="169176" y="391668"/>
                </a:lnTo>
                <a:lnTo>
                  <a:pt x="169176" y="396240"/>
                </a:lnTo>
                <a:lnTo>
                  <a:pt x="167652" y="400812"/>
                </a:lnTo>
                <a:lnTo>
                  <a:pt x="167652" y="402336"/>
                </a:lnTo>
                <a:lnTo>
                  <a:pt x="163080" y="406908"/>
                </a:lnTo>
                <a:lnTo>
                  <a:pt x="160032" y="408432"/>
                </a:lnTo>
                <a:lnTo>
                  <a:pt x="99885" y="408432"/>
                </a:lnTo>
                <a:lnTo>
                  <a:pt x="90881" y="408622"/>
                </a:lnTo>
                <a:lnTo>
                  <a:pt x="57924" y="431292"/>
                </a:lnTo>
                <a:lnTo>
                  <a:pt x="57924" y="443484"/>
                </a:lnTo>
                <a:lnTo>
                  <a:pt x="80784" y="475488"/>
                </a:lnTo>
                <a:lnTo>
                  <a:pt x="12" y="475488"/>
                </a:lnTo>
                <a:lnTo>
                  <a:pt x="12" y="481584"/>
                </a:lnTo>
                <a:lnTo>
                  <a:pt x="13728" y="513588"/>
                </a:lnTo>
                <a:lnTo>
                  <a:pt x="16776" y="512064"/>
                </a:lnTo>
                <a:lnTo>
                  <a:pt x="15252" y="507492"/>
                </a:lnTo>
                <a:lnTo>
                  <a:pt x="15252" y="499872"/>
                </a:lnTo>
                <a:lnTo>
                  <a:pt x="16776" y="498348"/>
                </a:lnTo>
                <a:lnTo>
                  <a:pt x="19824" y="496824"/>
                </a:lnTo>
                <a:lnTo>
                  <a:pt x="22872" y="496824"/>
                </a:lnTo>
                <a:lnTo>
                  <a:pt x="25920" y="495300"/>
                </a:lnTo>
                <a:lnTo>
                  <a:pt x="160032" y="495300"/>
                </a:lnTo>
                <a:lnTo>
                  <a:pt x="161556" y="496824"/>
                </a:lnTo>
                <a:lnTo>
                  <a:pt x="164604" y="498348"/>
                </a:lnTo>
                <a:lnTo>
                  <a:pt x="166128" y="498348"/>
                </a:lnTo>
                <a:lnTo>
                  <a:pt x="166128" y="499872"/>
                </a:lnTo>
                <a:lnTo>
                  <a:pt x="167652" y="502920"/>
                </a:lnTo>
                <a:lnTo>
                  <a:pt x="169176" y="507492"/>
                </a:lnTo>
                <a:lnTo>
                  <a:pt x="169176" y="512064"/>
                </a:lnTo>
                <a:lnTo>
                  <a:pt x="172224" y="512064"/>
                </a:lnTo>
                <a:lnTo>
                  <a:pt x="172224" y="495300"/>
                </a:lnTo>
                <a:lnTo>
                  <a:pt x="172224" y="458724"/>
                </a:lnTo>
                <a:lnTo>
                  <a:pt x="169176" y="458724"/>
                </a:lnTo>
                <a:lnTo>
                  <a:pt x="169176" y="463296"/>
                </a:lnTo>
                <a:lnTo>
                  <a:pt x="167652" y="467868"/>
                </a:lnTo>
                <a:lnTo>
                  <a:pt x="167652" y="469392"/>
                </a:lnTo>
                <a:lnTo>
                  <a:pt x="166128" y="472440"/>
                </a:lnTo>
                <a:lnTo>
                  <a:pt x="164604" y="473964"/>
                </a:lnTo>
                <a:lnTo>
                  <a:pt x="161556" y="473964"/>
                </a:lnTo>
                <a:lnTo>
                  <a:pt x="160032" y="475488"/>
                </a:lnTo>
                <a:lnTo>
                  <a:pt x="88404" y="475488"/>
                </a:lnTo>
                <a:lnTo>
                  <a:pt x="82308" y="469392"/>
                </a:lnTo>
                <a:lnTo>
                  <a:pt x="77736" y="463296"/>
                </a:lnTo>
                <a:lnTo>
                  <a:pt x="77673" y="463105"/>
                </a:lnTo>
                <a:lnTo>
                  <a:pt x="76212" y="458724"/>
                </a:lnTo>
                <a:lnTo>
                  <a:pt x="74688" y="455676"/>
                </a:lnTo>
                <a:lnTo>
                  <a:pt x="73164" y="451104"/>
                </a:lnTo>
                <a:lnTo>
                  <a:pt x="73164" y="438912"/>
                </a:lnTo>
                <a:lnTo>
                  <a:pt x="76212" y="435864"/>
                </a:lnTo>
                <a:lnTo>
                  <a:pt x="77736" y="432816"/>
                </a:lnTo>
                <a:lnTo>
                  <a:pt x="83832" y="429768"/>
                </a:lnTo>
                <a:lnTo>
                  <a:pt x="88404" y="428244"/>
                </a:lnTo>
                <a:lnTo>
                  <a:pt x="160032" y="428244"/>
                </a:lnTo>
                <a:lnTo>
                  <a:pt x="163080" y="429768"/>
                </a:lnTo>
                <a:lnTo>
                  <a:pt x="167652" y="434340"/>
                </a:lnTo>
                <a:lnTo>
                  <a:pt x="169176" y="437388"/>
                </a:lnTo>
                <a:lnTo>
                  <a:pt x="169176" y="445008"/>
                </a:lnTo>
                <a:lnTo>
                  <a:pt x="172224" y="445008"/>
                </a:lnTo>
                <a:lnTo>
                  <a:pt x="172224" y="428244"/>
                </a:lnTo>
                <a:lnTo>
                  <a:pt x="172224" y="391668"/>
                </a:lnTo>
                <a:close/>
              </a:path>
              <a:path extrusionOk="0" h="664844" w="224154">
                <a:moveTo>
                  <a:pt x="172224" y="202692"/>
                </a:moveTo>
                <a:lnTo>
                  <a:pt x="169176" y="202692"/>
                </a:lnTo>
                <a:lnTo>
                  <a:pt x="169176" y="208788"/>
                </a:lnTo>
                <a:lnTo>
                  <a:pt x="167652" y="211836"/>
                </a:lnTo>
                <a:lnTo>
                  <a:pt x="167652" y="214884"/>
                </a:lnTo>
                <a:lnTo>
                  <a:pt x="164604" y="217932"/>
                </a:lnTo>
                <a:lnTo>
                  <a:pt x="161556" y="219456"/>
                </a:lnTo>
                <a:lnTo>
                  <a:pt x="12" y="219456"/>
                </a:lnTo>
                <a:lnTo>
                  <a:pt x="12" y="225552"/>
                </a:lnTo>
                <a:lnTo>
                  <a:pt x="13728" y="256032"/>
                </a:lnTo>
                <a:lnTo>
                  <a:pt x="16776" y="254508"/>
                </a:lnTo>
                <a:lnTo>
                  <a:pt x="15252" y="251460"/>
                </a:lnTo>
                <a:lnTo>
                  <a:pt x="15252" y="243840"/>
                </a:lnTo>
                <a:lnTo>
                  <a:pt x="16776" y="243840"/>
                </a:lnTo>
                <a:lnTo>
                  <a:pt x="16776" y="242316"/>
                </a:lnTo>
                <a:lnTo>
                  <a:pt x="19824" y="240792"/>
                </a:lnTo>
                <a:lnTo>
                  <a:pt x="25920" y="240792"/>
                </a:lnTo>
                <a:lnTo>
                  <a:pt x="33540" y="239268"/>
                </a:lnTo>
                <a:lnTo>
                  <a:pt x="153936" y="239268"/>
                </a:lnTo>
                <a:lnTo>
                  <a:pt x="160032" y="240792"/>
                </a:lnTo>
                <a:lnTo>
                  <a:pt x="161556" y="242316"/>
                </a:lnTo>
                <a:lnTo>
                  <a:pt x="164604" y="242316"/>
                </a:lnTo>
                <a:lnTo>
                  <a:pt x="167652" y="245364"/>
                </a:lnTo>
                <a:lnTo>
                  <a:pt x="169176" y="248412"/>
                </a:lnTo>
                <a:lnTo>
                  <a:pt x="169176" y="256032"/>
                </a:lnTo>
                <a:lnTo>
                  <a:pt x="172224" y="256032"/>
                </a:lnTo>
                <a:lnTo>
                  <a:pt x="172224" y="202692"/>
                </a:lnTo>
                <a:close/>
              </a:path>
              <a:path extrusionOk="0" h="664844" w="224154">
                <a:moveTo>
                  <a:pt x="175272" y="618744"/>
                </a:moveTo>
                <a:lnTo>
                  <a:pt x="150888" y="595884"/>
                </a:lnTo>
                <a:lnTo>
                  <a:pt x="150888" y="601980"/>
                </a:lnTo>
                <a:lnTo>
                  <a:pt x="153936" y="603504"/>
                </a:lnTo>
                <a:lnTo>
                  <a:pt x="155460" y="605028"/>
                </a:lnTo>
                <a:lnTo>
                  <a:pt x="156984" y="608076"/>
                </a:lnTo>
                <a:lnTo>
                  <a:pt x="158508" y="609600"/>
                </a:lnTo>
                <a:lnTo>
                  <a:pt x="160032" y="612648"/>
                </a:lnTo>
                <a:lnTo>
                  <a:pt x="160032" y="618744"/>
                </a:lnTo>
                <a:lnTo>
                  <a:pt x="158508" y="621792"/>
                </a:lnTo>
                <a:lnTo>
                  <a:pt x="155460" y="623316"/>
                </a:lnTo>
                <a:lnTo>
                  <a:pt x="153936" y="624840"/>
                </a:lnTo>
                <a:lnTo>
                  <a:pt x="147840" y="626364"/>
                </a:lnTo>
                <a:lnTo>
                  <a:pt x="68592" y="626364"/>
                </a:lnTo>
                <a:lnTo>
                  <a:pt x="68592" y="600456"/>
                </a:lnTo>
                <a:lnTo>
                  <a:pt x="60972" y="600456"/>
                </a:lnTo>
                <a:lnTo>
                  <a:pt x="60972" y="626364"/>
                </a:lnTo>
                <a:lnTo>
                  <a:pt x="24396" y="626364"/>
                </a:lnTo>
                <a:lnTo>
                  <a:pt x="24396" y="629412"/>
                </a:lnTo>
                <a:lnTo>
                  <a:pt x="56400" y="650748"/>
                </a:lnTo>
                <a:lnTo>
                  <a:pt x="64020" y="664464"/>
                </a:lnTo>
                <a:lnTo>
                  <a:pt x="68592" y="664464"/>
                </a:lnTo>
                <a:lnTo>
                  <a:pt x="68592" y="646176"/>
                </a:lnTo>
                <a:lnTo>
                  <a:pt x="152412" y="646176"/>
                </a:lnTo>
                <a:lnTo>
                  <a:pt x="158508" y="644652"/>
                </a:lnTo>
                <a:lnTo>
                  <a:pt x="175272" y="627888"/>
                </a:lnTo>
                <a:lnTo>
                  <a:pt x="175272" y="618744"/>
                </a:lnTo>
                <a:close/>
              </a:path>
              <a:path extrusionOk="0" h="664844" w="224154">
                <a:moveTo>
                  <a:pt x="175272" y="329184"/>
                </a:moveTo>
                <a:lnTo>
                  <a:pt x="175158" y="327660"/>
                </a:lnTo>
                <a:lnTo>
                  <a:pt x="174713" y="321449"/>
                </a:lnTo>
                <a:lnTo>
                  <a:pt x="173177" y="314134"/>
                </a:lnTo>
                <a:lnTo>
                  <a:pt x="170764" y="307111"/>
                </a:lnTo>
                <a:lnTo>
                  <a:pt x="167652" y="300228"/>
                </a:lnTo>
                <a:lnTo>
                  <a:pt x="167652" y="315468"/>
                </a:lnTo>
                <a:lnTo>
                  <a:pt x="167652" y="323088"/>
                </a:lnTo>
                <a:lnTo>
                  <a:pt x="139928" y="352996"/>
                </a:lnTo>
                <a:lnTo>
                  <a:pt x="108216" y="358140"/>
                </a:lnTo>
                <a:lnTo>
                  <a:pt x="100520" y="357860"/>
                </a:lnTo>
                <a:lnTo>
                  <a:pt x="65544" y="335280"/>
                </a:lnTo>
                <a:lnTo>
                  <a:pt x="65595" y="321449"/>
                </a:lnTo>
                <a:lnTo>
                  <a:pt x="97167" y="299847"/>
                </a:lnTo>
                <a:lnTo>
                  <a:pt x="123456" y="297180"/>
                </a:lnTo>
                <a:lnTo>
                  <a:pt x="134899" y="297522"/>
                </a:lnTo>
                <a:lnTo>
                  <a:pt x="144221" y="298704"/>
                </a:lnTo>
                <a:lnTo>
                  <a:pt x="151523" y="301040"/>
                </a:lnTo>
                <a:lnTo>
                  <a:pt x="156984" y="304800"/>
                </a:lnTo>
                <a:lnTo>
                  <a:pt x="164604" y="309372"/>
                </a:lnTo>
                <a:lnTo>
                  <a:pt x="167652" y="315468"/>
                </a:lnTo>
                <a:lnTo>
                  <a:pt x="167652" y="300228"/>
                </a:lnTo>
                <a:lnTo>
                  <a:pt x="136804" y="277545"/>
                </a:lnTo>
                <a:lnTo>
                  <a:pt x="114312" y="274320"/>
                </a:lnTo>
                <a:lnTo>
                  <a:pt x="104279" y="275158"/>
                </a:lnTo>
                <a:lnTo>
                  <a:pt x="68211" y="295084"/>
                </a:lnTo>
                <a:lnTo>
                  <a:pt x="57924" y="327660"/>
                </a:lnTo>
                <a:lnTo>
                  <a:pt x="58000" y="329184"/>
                </a:lnTo>
                <a:lnTo>
                  <a:pt x="58064" y="330568"/>
                </a:lnTo>
                <a:lnTo>
                  <a:pt x="80327" y="368795"/>
                </a:lnTo>
                <a:lnTo>
                  <a:pt x="117360" y="381000"/>
                </a:lnTo>
                <a:lnTo>
                  <a:pt x="127381" y="380174"/>
                </a:lnTo>
                <a:lnTo>
                  <a:pt x="163690" y="360260"/>
                </a:lnTo>
                <a:lnTo>
                  <a:pt x="165074" y="358140"/>
                </a:lnTo>
                <a:lnTo>
                  <a:pt x="169938" y="350710"/>
                </a:lnTo>
                <a:lnTo>
                  <a:pt x="170002" y="350520"/>
                </a:lnTo>
                <a:lnTo>
                  <a:pt x="173888" y="340309"/>
                </a:lnTo>
                <a:lnTo>
                  <a:pt x="173939" y="339852"/>
                </a:lnTo>
                <a:lnTo>
                  <a:pt x="175272" y="329184"/>
                </a:lnTo>
                <a:close/>
              </a:path>
              <a:path extrusionOk="0" h="664844" w="224154">
                <a:moveTo>
                  <a:pt x="175272" y="106680"/>
                </a:moveTo>
                <a:lnTo>
                  <a:pt x="161556" y="74676"/>
                </a:lnTo>
                <a:lnTo>
                  <a:pt x="158508" y="76200"/>
                </a:lnTo>
                <a:lnTo>
                  <a:pt x="160032" y="79248"/>
                </a:lnTo>
                <a:lnTo>
                  <a:pt x="160032" y="86868"/>
                </a:lnTo>
                <a:lnTo>
                  <a:pt x="156984" y="89916"/>
                </a:lnTo>
                <a:lnTo>
                  <a:pt x="152412" y="89916"/>
                </a:lnTo>
                <a:lnTo>
                  <a:pt x="149364" y="91440"/>
                </a:lnTo>
                <a:lnTo>
                  <a:pt x="12" y="91440"/>
                </a:lnTo>
                <a:lnTo>
                  <a:pt x="12" y="96012"/>
                </a:lnTo>
                <a:lnTo>
                  <a:pt x="13728" y="128016"/>
                </a:lnTo>
                <a:lnTo>
                  <a:pt x="16776" y="126492"/>
                </a:lnTo>
                <a:lnTo>
                  <a:pt x="15252" y="123444"/>
                </a:lnTo>
                <a:lnTo>
                  <a:pt x="15252" y="115824"/>
                </a:lnTo>
                <a:lnTo>
                  <a:pt x="16776" y="114300"/>
                </a:lnTo>
                <a:lnTo>
                  <a:pt x="16776" y="112776"/>
                </a:lnTo>
                <a:lnTo>
                  <a:pt x="22872" y="112776"/>
                </a:lnTo>
                <a:lnTo>
                  <a:pt x="25920" y="111252"/>
                </a:lnTo>
                <a:lnTo>
                  <a:pt x="68592" y="111252"/>
                </a:lnTo>
                <a:lnTo>
                  <a:pt x="63703" y="116141"/>
                </a:lnTo>
                <a:lnTo>
                  <a:pt x="60401" y="121729"/>
                </a:lnTo>
                <a:lnTo>
                  <a:pt x="60337" y="121920"/>
                </a:lnTo>
                <a:lnTo>
                  <a:pt x="58508" y="128193"/>
                </a:lnTo>
                <a:lnTo>
                  <a:pt x="57924" y="135636"/>
                </a:lnTo>
                <a:lnTo>
                  <a:pt x="59080" y="146494"/>
                </a:lnTo>
                <a:lnTo>
                  <a:pt x="87401" y="179095"/>
                </a:lnTo>
                <a:lnTo>
                  <a:pt x="120408" y="187452"/>
                </a:lnTo>
                <a:lnTo>
                  <a:pt x="132486" y="186575"/>
                </a:lnTo>
                <a:lnTo>
                  <a:pt x="132257" y="186575"/>
                </a:lnTo>
                <a:lnTo>
                  <a:pt x="142506" y="184023"/>
                </a:lnTo>
                <a:lnTo>
                  <a:pt x="174383" y="151879"/>
                </a:lnTo>
                <a:lnTo>
                  <a:pt x="175272" y="137160"/>
                </a:lnTo>
                <a:lnTo>
                  <a:pt x="173748" y="131064"/>
                </a:lnTo>
                <a:lnTo>
                  <a:pt x="167652" y="121920"/>
                </a:lnTo>
                <a:lnTo>
                  <a:pt x="163080" y="115824"/>
                </a:lnTo>
                <a:lnTo>
                  <a:pt x="160032" y="113538"/>
                </a:lnTo>
                <a:lnTo>
                  <a:pt x="160032" y="124968"/>
                </a:lnTo>
                <a:lnTo>
                  <a:pt x="160032" y="131064"/>
                </a:lnTo>
                <a:lnTo>
                  <a:pt x="131838" y="162115"/>
                </a:lnTo>
                <a:lnTo>
                  <a:pt x="111264" y="164592"/>
                </a:lnTo>
                <a:lnTo>
                  <a:pt x="99542" y="164007"/>
                </a:lnTo>
                <a:lnTo>
                  <a:pt x="89547" y="162115"/>
                </a:lnTo>
                <a:lnTo>
                  <a:pt x="81254" y="158813"/>
                </a:lnTo>
                <a:lnTo>
                  <a:pt x="68592" y="149352"/>
                </a:lnTo>
                <a:lnTo>
                  <a:pt x="65544" y="143256"/>
                </a:lnTo>
                <a:lnTo>
                  <a:pt x="65544" y="132588"/>
                </a:lnTo>
                <a:lnTo>
                  <a:pt x="79260" y="115824"/>
                </a:lnTo>
                <a:lnTo>
                  <a:pt x="83832" y="112776"/>
                </a:lnTo>
                <a:lnTo>
                  <a:pt x="88404" y="111252"/>
                </a:lnTo>
                <a:lnTo>
                  <a:pt x="147840" y="111252"/>
                </a:lnTo>
                <a:lnTo>
                  <a:pt x="155460" y="117348"/>
                </a:lnTo>
                <a:lnTo>
                  <a:pt x="160032" y="124968"/>
                </a:lnTo>
                <a:lnTo>
                  <a:pt x="160032" y="113538"/>
                </a:lnTo>
                <a:lnTo>
                  <a:pt x="156984" y="111252"/>
                </a:lnTo>
                <a:lnTo>
                  <a:pt x="175272" y="111252"/>
                </a:lnTo>
                <a:lnTo>
                  <a:pt x="175272" y="106680"/>
                </a:lnTo>
                <a:close/>
              </a:path>
              <a:path extrusionOk="0" h="664844" w="224154">
                <a:moveTo>
                  <a:pt x="224040" y="521208"/>
                </a:moveTo>
                <a:lnTo>
                  <a:pt x="219468" y="521208"/>
                </a:lnTo>
                <a:lnTo>
                  <a:pt x="214896" y="527519"/>
                </a:lnTo>
                <a:lnTo>
                  <a:pt x="210324" y="532828"/>
                </a:lnTo>
                <a:lnTo>
                  <a:pt x="205752" y="537286"/>
                </a:lnTo>
                <a:lnTo>
                  <a:pt x="201180" y="541020"/>
                </a:lnTo>
                <a:lnTo>
                  <a:pt x="195084" y="547116"/>
                </a:lnTo>
                <a:lnTo>
                  <a:pt x="144640" y="562838"/>
                </a:lnTo>
                <a:lnTo>
                  <a:pt x="108216" y="565404"/>
                </a:lnTo>
                <a:lnTo>
                  <a:pt x="96786" y="565124"/>
                </a:lnTo>
                <a:lnTo>
                  <a:pt x="52514" y="558241"/>
                </a:lnTo>
                <a:lnTo>
                  <a:pt x="27444" y="545592"/>
                </a:lnTo>
                <a:lnTo>
                  <a:pt x="20015" y="540715"/>
                </a:lnTo>
                <a:lnTo>
                  <a:pt x="13728" y="535114"/>
                </a:lnTo>
                <a:lnTo>
                  <a:pt x="8585" y="528662"/>
                </a:lnTo>
                <a:lnTo>
                  <a:pt x="4584" y="521208"/>
                </a:lnTo>
                <a:lnTo>
                  <a:pt x="12" y="521208"/>
                </a:lnTo>
                <a:lnTo>
                  <a:pt x="29578" y="560006"/>
                </a:lnTo>
                <a:lnTo>
                  <a:pt x="76022" y="583692"/>
                </a:lnTo>
                <a:lnTo>
                  <a:pt x="111264" y="588264"/>
                </a:lnTo>
                <a:lnTo>
                  <a:pt x="124472" y="587692"/>
                </a:lnTo>
                <a:lnTo>
                  <a:pt x="172694" y="573976"/>
                </a:lnTo>
                <a:lnTo>
                  <a:pt x="208394" y="545426"/>
                </a:lnTo>
                <a:lnTo>
                  <a:pt x="219202" y="530047"/>
                </a:lnTo>
                <a:lnTo>
                  <a:pt x="224040" y="521208"/>
                </a:lnTo>
                <a:close/>
              </a:path>
              <a:path extrusionOk="0" h="664844" w="224154">
                <a:moveTo>
                  <a:pt x="224040" y="67056"/>
                </a:moveTo>
                <a:lnTo>
                  <a:pt x="193814" y="28270"/>
                </a:lnTo>
                <a:lnTo>
                  <a:pt x="147828" y="4572"/>
                </a:lnTo>
                <a:lnTo>
                  <a:pt x="111252" y="0"/>
                </a:lnTo>
                <a:lnTo>
                  <a:pt x="98704" y="571"/>
                </a:lnTo>
                <a:lnTo>
                  <a:pt x="51346" y="14287"/>
                </a:lnTo>
                <a:lnTo>
                  <a:pt x="15011" y="42849"/>
                </a:lnTo>
                <a:lnTo>
                  <a:pt x="0" y="67056"/>
                </a:lnTo>
                <a:lnTo>
                  <a:pt x="4572" y="67056"/>
                </a:lnTo>
                <a:lnTo>
                  <a:pt x="8915" y="60756"/>
                </a:lnTo>
                <a:lnTo>
                  <a:pt x="12954" y="55435"/>
                </a:lnTo>
                <a:lnTo>
                  <a:pt x="17005" y="50990"/>
                </a:lnTo>
                <a:lnTo>
                  <a:pt x="21336" y="47244"/>
                </a:lnTo>
                <a:lnTo>
                  <a:pt x="28956" y="41148"/>
                </a:lnTo>
                <a:lnTo>
                  <a:pt x="35052" y="38100"/>
                </a:lnTo>
                <a:lnTo>
                  <a:pt x="41148" y="33528"/>
                </a:lnTo>
                <a:lnTo>
                  <a:pt x="79159" y="24790"/>
                </a:lnTo>
                <a:lnTo>
                  <a:pt x="114300" y="22860"/>
                </a:lnTo>
                <a:lnTo>
                  <a:pt x="126593" y="23152"/>
                </a:lnTo>
                <a:lnTo>
                  <a:pt x="170878" y="30010"/>
                </a:lnTo>
                <a:lnTo>
                  <a:pt x="209169" y="52959"/>
                </a:lnTo>
                <a:lnTo>
                  <a:pt x="219456" y="67056"/>
                </a:lnTo>
                <a:lnTo>
                  <a:pt x="224040" y="670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5" name="Google Shape;8225;p111"/>
          <p:cNvSpPr/>
          <p:nvPr/>
        </p:nvSpPr>
        <p:spPr>
          <a:xfrm>
            <a:off x="4296156" y="1827276"/>
            <a:ext cx="175260" cy="641985"/>
          </a:xfrm>
          <a:custGeom>
            <a:rect b="b" l="l" r="r" t="t"/>
            <a:pathLst>
              <a:path extrusionOk="0" h="641985" w="175260">
                <a:moveTo>
                  <a:pt x="153924" y="573024"/>
                </a:moveTo>
                <a:lnTo>
                  <a:pt x="94488" y="573024"/>
                </a:lnTo>
                <a:lnTo>
                  <a:pt x="94488" y="513334"/>
                </a:lnTo>
                <a:lnTo>
                  <a:pt x="85344" y="513334"/>
                </a:lnTo>
                <a:lnTo>
                  <a:pt x="85344" y="573024"/>
                </a:lnTo>
                <a:lnTo>
                  <a:pt x="25908" y="573024"/>
                </a:lnTo>
                <a:lnTo>
                  <a:pt x="25908" y="581914"/>
                </a:lnTo>
                <a:lnTo>
                  <a:pt x="85344" y="581914"/>
                </a:lnTo>
                <a:lnTo>
                  <a:pt x="85344" y="641604"/>
                </a:lnTo>
                <a:lnTo>
                  <a:pt x="94488" y="641604"/>
                </a:lnTo>
                <a:lnTo>
                  <a:pt x="94488" y="581914"/>
                </a:lnTo>
                <a:lnTo>
                  <a:pt x="153924" y="581914"/>
                </a:lnTo>
                <a:lnTo>
                  <a:pt x="153924" y="573024"/>
                </a:lnTo>
                <a:close/>
              </a:path>
              <a:path extrusionOk="0" h="641985" w="175260">
                <a:moveTo>
                  <a:pt x="172212" y="356616"/>
                </a:moveTo>
                <a:lnTo>
                  <a:pt x="169164" y="356616"/>
                </a:lnTo>
                <a:lnTo>
                  <a:pt x="169164" y="362712"/>
                </a:lnTo>
                <a:lnTo>
                  <a:pt x="167640" y="365760"/>
                </a:lnTo>
                <a:lnTo>
                  <a:pt x="167640" y="367284"/>
                </a:lnTo>
                <a:lnTo>
                  <a:pt x="164592" y="370332"/>
                </a:lnTo>
                <a:lnTo>
                  <a:pt x="161544" y="371856"/>
                </a:lnTo>
                <a:lnTo>
                  <a:pt x="160020" y="373380"/>
                </a:lnTo>
                <a:lnTo>
                  <a:pt x="109728" y="373380"/>
                </a:lnTo>
                <a:lnTo>
                  <a:pt x="0" y="373380"/>
                </a:lnTo>
                <a:lnTo>
                  <a:pt x="0" y="377952"/>
                </a:lnTo>
                <a:lnTo>
                  <a:pt x="13716" y="409956"/>
                </a:lnTo>
                <a:lnTo>
                  <a:pt x="16764" y="408432"/>
                </a:lnTo>
                <a:lnTo>
                  <a:pt x="15240" y="405384"/>
                </a:lnTo>
                <a:lnTo>
                  <a:pt x="15240" y="397764"/>
                </a:lnTo>
                <a:lnTo>
                  <a:pt x="16764" y="396240"/>
                </a:lnTo>
                <a:lnTo>
                  <a:pt x="16764" y="394716"/>
                </a:lnTo>
                <a:lnTo>
                  <a:pt x="19812" y="394716"/>
                </a:lnTo>
                <a:lnTo>
                  <a:pt x="22860" y="393192"/>
                </a:lnTo>
                <a:lnTo>
                  <a:pt x="160020" y="393192"/>
                </a:lnTo>
                <a:lnTo>
                  <a:pt x="163068" y="394716"/>
                </a:lnTo>
                <a:lnTo>
                  <a:pt x="164592" y="394716"/>
                </a:lnTo>
                <a:lnTo>
                  <a:pt x="166116" y="396240"/>
                </a:lnTo>
                <a:lnTo>
                  <a:pt x="166116" y="397764"/>
                </a:lnTo>
                <a:lnTo>
                  <a:pt x="169164" y="403860"/>
                </a:lnTo>
                <a:lnTo>
                  <a:pt x="169164" y="409956"/>
                </a:lnTo>
                <a:lnTo>
                  <a:pt x="172212" y="409956"/>
                </a:lnTo>
                <a:lnTo>
                  <a:pt x="172212" y="393192"/>
                </a:lnTo>
                <a:lnTo>
                  <a:pt x="172212" y="356616"/>
                </a:lnTo>
                <a:close/>
              </a:path>
              <a:path extrusionOk="0" h="641985" w="175260">
                <a:moveTo>
                  <a:pt x="172212" y="288036"/>
                </a:moveTo>
                <a:lnTo>
                  <a:pt x="166116" y="288036"/>
                </a:lnTo>
                <a:lnTo>
                  <a:pt x="166116" y="295656"/>
                </a:lnTo>
                <a:lnTo>
                  <a:pt x="164592" y="297180"/>
                </a:lnTo>
                <a:lnTo>
                  <a:pt x="164592" y="300228"/>
                </a:lnTo>
                <a:lnTo>
                  <a:pt x="161544" y="303276"/>
                </a:lnTo>
                <a:lnTo>
                  <a:pt x="158496" y="307848"/>
                </a:lnTo>
                <a:lnTo>
                  <a:pt x="156972" y="309372"/>
                </a:lnTo>
                <a:lnTo>
                  <a:pt x="149352" y="315468"/>
                </a:lnTo>
                <a:lnTo>
                  <a:pt x="103632" y="353568"/>
                </a:lnTo>
                <a:lnTo>
                  <a:pt x="84201" y="330708"/>
                </a:lnTo>
                <a:lnTo>
                  <a:pt x="77724" y="323088"/>
                </a:lnTo>
                <a:lnTo>
                  <a:pt x="71628" y="318516"/>
                </a:lnTo>
                <a:lnTo>
                  <a:pt x="68580" y="313944"/>
                </a:lnTo>
                <a:lnTo>
                  <a:pt x="65532" y="304800"/>
                </a:lnTo>
                <a:lnTo>
                  <a:pt x="64008" y="298704"/>
                </a:lnTo>
                <a:lnTo>
                  <a:pt x="64008" y="292608"/>
                </a:lnTo>
                <a:lnTo>
                  <a:pt x="60960" y="292608"/>
                </a:lnTo>
                <a:lnTo>
                  <a:pt x="60960" y="339852"/>
                </a:lnTo>
                <a:lnTo>
                  <a:pt x="64008" y="339852"/>
                </a:lnTo>
                <a:lnTo>
                  <a:pt x="64008" y="335280"/>
                </a:lnTo>
                <a:lnTo>
                  <a:pt x="68580" y="330708"/>
                </a:lnTo>
                <a:lnTo>
                  <a:pt x="71628" y="330708"/>
                </a:lnTo>
                <a:lnTo>
                  <a:pt x="71628" y="332232"/>
                </a:lnTo>
                <a:lnTo>
                  <a:pt x="73152" y="332232"/>
                </a:lnTo>
                <a:lnTo>
                  <a:pt x="74676" y="333756"/>
                </a:lnTo>
                <a:lnTo>
                  <a:pt x="79248" y="336804"/>
                </a:lnTo>
                <a:lnTo>
                  <a:pt x="83820" y="342900"/>
                </a:lnTo>
                <a:lnTo>
                  <a:pt x="109728" y="373380"/>
                </a:lnTo>
                <a:lnTo>
                  <a:pt x="133667" y="353568"/>
                </a:lnTo>
                <a:lnTo>
                  <a:pt x="153924" y="336804"/>
                </a:lnTo>
                <a:lnTo>
                  <a:pt x="158496" y="333756"/>
                </a:lnTo>
                <a:lnTo>
                  <a:pt x="161544" y="332232"/>
                </a:lnTo>
                <a:lnTo>
                  <a:pt x="166116" y="332232"/>
                </a:lnTo>
                <a:lnTo>
                  <a:pt x="167640" y="333756"/>
                </a:lnTo>
                <a:lnTo>
                  <a:pt x="167640" y="335280"/>
                </a:lnTo>
                <a:lnTo>
                  <a:pt x="169164" y="336804"/>
                </a:lnTo>
                <a:lnTo>
                  <a:pt x="169164" y="339852"/>
                </a:lnTo>
                <a:lnTo>
                  <a:pt x="172212" y="339852"/>
                </a:lnTo>
                <a:lnTo>
                  <a:pt x="172212" y="332232"/>
                </a:lnTo>
                <a:lnTo>
                  <a:pt x="172212" y="288036"/>
                </a:lnTo>
                <a:close/>
              </a:path>
              <a:path extrusionOk="0" h="641985" w="175260">
                <a:moveTo>
                  <a:pt x="175247" y="458724"/>
                </a:moveTo>
                <a:lnTo>
                  <a:pt x="155054" y="423862"/>
                </a:lnTo>
                <a:lnTo>
                  <a:pt x="141719" y="420624"/>
                </a:lnTo>
                <a:lnTo>
                  <a:pt x="132003" y="422300"/>
                </a:lnTo>
                <a:lnTo>
                  <a:pt x="123431" y="427101"/>
                </a:lnTo>
                <a:lnTo>
                  <a:pt x="116001" y="434771"/>
                </a:lnTo>
                <a:lnTo>
                  <a:pt x="109715" y="445008"/>
                </a:lnTo>
                <a:lnTo>
                  <a:pt x="102095" y="463296"/>
                </a:lnTo>
                <a:lnTo>
                  <a:pt x="97523" y="470916"/>
                </a:lnTo>
                <a:lnTo>
                  <a:pt x="94475" y="475488"/>
                </a:lnTo>
                <a:lnTo>
                  <a:pt x="88379" y="478536"/>
                </a:lnTo>
                <a:lnTo>
                  <a:pt x="83807" y="480060"/>
                </a:lnTo>
                <a:lnTo>
                  <a:pt x="76187" y="480060"/>
                </a:lnTo>
                <a:lnTo>
                  <a:pt x="73139" y="478536"/>
                </a:lnTo>
                <a:lnTo>
                  <a:pt x="67043" y="472440"/>
                </a:lnTo>
                <a:lnTo>
                  <a:pt x="65519" y="467868"/>
                </a:lnTo>
                <a:lnTo>
                  <a:pt x="65519" y="455676"/>
                </a:lnTo>
                <a:lnTo>
                  <a:pt x="95999" y="432816"/>
                </a:lnTo>
                <a:lnTo>
                  <a:pt x="95999" y="429768"/>
                </a:lnTo>
                <a:lnTo>
                  <a:pt x="57899" y="429768"/>
                </a:lnTo>
                <a:lnTo>
                  <a:pt x="57899" y="432816"/>
                </a:lnTo>
                <a:lnTo>
                  <a:pt x="59423" y="434340"/>
                </a:lnTo>
                <a:lnTo>
                  <a:pt x="60947" y="434340"/>
                </a:lnTo>
                <a:lnTo>
                  <a:pt x="60947" y="435864"/>
                </a:lnTo>
                <a:lnTo>
                  <a:pt x="62471" y="435864"/>
                </a:lnTo>
                <a:lnTo>
                  <a:pt x="62471" y="440436"/>
                </a:lnTo>
                <a:lnTo>
                  <a:pt x="60947" y="441960"/>
                </a:lnTo>
                <a:lnTo>
                  <a:pt x="60947" y="446532"/>
                </a:lnTo>
                <a:lnTo>
                  <a:pt x="57899" y="452628"/>
                </a:lnTo>
                <a:lnTo>
                  <a:pt x="57899" y="461772"/>
                </a:lnTo>
                <a:lnTo>
                  <a:pt x="80759" y="495300"/>
                </a:lnTo>
                <a:lnTo>
                  <a:pt x="95999" y="495300"/>
                </a:lnTo>
                <a:lnTo>
                  <a:pt x="102095" y="493776"/>
                </a:lnTo>
                <a:lnTo>
                  <a:pt x="106667" y="489204"/>
                </a:lnTo>
                <a:lnTo>
                  <a:pt x="110121" y="486067"/>
                </a:lnTo>
                <a:lnTo>
                  <a:pt x="113715" y="481203"/>
                </a:lnTo>
                <a:lnTo>
                  <a:pt x="117602" y="474637"/>
                </a:lnTo>
                <a:lnTo>
                  <a:pt x="121907" y="466344"/>
                </a:lnTo>
                <a:lnTo>
                  <a:pt x="126479" y="455676"/>
                </a:lnTo>
                <a:lnTo>
                  <a:pt x="131051" y="448056"/>
                </a:lnTo>
                <a:lnTo>
                  <a:pt x="135623" y="445008"/>
                </a:lnTo>
                <a:lnTo>
                  <a:pt x="140195" y="440436"/>
                </a:lnTo>
                <a:lnTo>
                  <a:pt x="144767" y="438912"/>
                </a:lnTo>
                <a:lnTo>
                  <a:pt x="155435" y="438912"/>
                </a:lnTo>
                <a:lnTo>
                  <a:pt x="158483" y="440436"/>
                </a:lnTo>
                <a:lnTo>
                  <a:pt x="166103" y="448056"/>
                </a:lnTo>
                <a:lnTo>
                  <a:pt x="167627" y="452628"/>
                </a:lnTo>
                <a:lnTo>
                  <a:pt x="167627" y="466344"/>
                </a:lnTo>
                <a:lnTo>
                  <a:pt x="137147" y="492252"/>
                </a:lnTo>
                <a:lnTo>
                  <a:pt x="137147" y="495300"/>
                </a:lnTo>
                <a:lnTo>
                  <a:pt x="175247" y="495300"/>
                </a:lnTo>
                <a:lnTo>
                  <a:pt x="175247" y="492252"/>
                </a:lnTo>
                <a:lnTo>
                  <a:pt x="172199" y="492252"/>
                </a:lnTo>
                <a:lnTo>
                  <a:pt x="170675" y="490728"/>
                </a:lnTo>
                <a:lnTo>
                  <a:pt x="170675" y="484632"/>
                </a:lnTo>
                <a:lnTo>
                  <a:pt x="172199" y="481584"/>
                </a:lnTo>
                <a:lnTo>
                  <a:pt x="173723" y="472440"/>
                </a:lnTo>
                <a:lnTo>
                  <a:pt x="175247" y="464820"/>
                </a:lnTo>
                <a:lnTo>
                  <a:pt x="175247" y="458724"/>
                </a:lnTo>
                <a:close/>
              </a:path>
              <a:path extrusionOk="0" h="641985" w="175260">
                <a:moveTo>
                  <a:pt x="175260" y="230124"/>
                </a:moveTo>
                <a:lnTo>
                  <a:pt x="155270" y="194500"/>
                </a:lnTo>
                <a:lnTo>
                  <a:pt x="131064" y="185928"/>
                </a:lnTo>
                <a:lnTo>
                  <a:pt x="129540" y="188976"/>
                </a:lnTo>
                <a:lnTo>
                  <a:pt x="138684" y="192024"/>
                </a:lnTo>
                <a:lnTo>
                  <a:pt x="146304" y="196596"/>
                </a:lnTo>
                <a:lnTo>
                  <a:pt x="149352" y="201168"/>
                </a:lnTo>
                <a:lnTo>
                  <a:pt x="153924" y="207264"/>
                </a:lnTo>
                <a:lnTo>
                  <a:pt x="155448" y="213360"/>
                </a:lnTo>
                <a:lnTo>
                  <a:pt x="133388" y="253542"/>
                </a:lnTo>
                <a:lnTo>
                  <a:pt x="102108" y="260604"/>
                </a:lnTo>
                <a:lnTo>
                  <a:pt x="102108" y="210312"/>
                </a:lnTo>
                <a:lnTo>
                  <a:pt x="102108" y="185928"/>
                </a:lnTo>
                <a:lnTo>
                  <a:pt x="94488" y="186397"/>
                </a:lnTo>
                <a:lnTo>
                  <a:pt x="94488" y="210312"/>
                </a:lnTo>
                <a:lnTo>
                  <a:pt x="94488" y="260604"/>
                </a:lnTo>
                <a:lnTo>
                  <a:pt x="65532" y="239268"/>
                </a:lnTo>
                <a:lnTo>
                  <a:pt x="65532" y="228600"/>
                </a:lnTo>
                <a:lnTo>
                  <a:pt x="67056" y="225552"/>
                </a:lnTo>
                <a:lnTo>
                  <a:pt x="68580" y="220980"/>
                </a:lnTo>
                <a:lnTo>
                  <a:pt x="71628" y="216408"/>
                </a:lnTo>
                <a:lnTo>
                  <a:pt x="74676" y="214884"/>
                </a:lnTo>
                <a:lnTo>
                  <a:pt x="79248" y="211836"/>
                </a:lnTo>
                <a:lnTo>
                  <a:pt x="82296" y="210312"/>
                </a:lnTo>
                <a:lnTo>
                  <a:pt x="94488" y="210312"/>
                </a:lnTo>
                <a:lnTo>
                  <a:pt x="94488" y="186397"/>
                </a:lnTo>
                <a:lnTo>
                  <a:pt x="60579" y="210693"/>
                </a:lnTo>
                <a:lnTo>
                  <a:pt x="58013" y="225552"/>
                </a:lnTo>
                <a:lnTo>
                  <a:pt x="58026" y="228600"/>
                </a:lnTo>
                <a:lnTo>
                  <a:pt x="58153" y="230124"/>
                </a:lnTo>
                <a:lnTo>
                  <a:pt x="58788" y="237934"/>
                </a:lnTo>
                <a:lnTo>
                  <a:pt x="81978" y="269900"/>
                </a:lnTo>
                <a:lnTo>
                  <a:pt x="117348" y="278892"/>
                </a:lnTo>
                <a:lnTo>
                  <a:pt x="130225" y="278015"/>
                </a:lnTo>
                <a:lnTo>
                  <a:pt x="141541" y="275272"/>
                </a:lnTo>
                <a:lnTo>
                  <a:pt x="151422" y="270535"/>
                </a:lnTo>
                <a:lnTo>
                  <a:pt x="160020" y="263652"/>
                </a:lnTo>
                <a:lnTo>
                  <a:pt x="162661" y="260604"/>
                </a:lnTo>
                <a:lnTo>
                  <a:pt x="166255" y="256489"/>
                </a:lnTo>
                <a:lnTo>
                  <a:pt x="171069" y="248602"/>
                </a:lnTo>
                <a:lnTo>
                  <a:pt x="171132" y="248412"/>
                </a:lnTo>
                <a:lnTo>
                  <a:pt x="174155" y="239864"/>
                </a:lnTo>
                <a:lnTo>
                  <a:pt x="174231" y="239268"/>
                </a:lnTo>
                <a:lnTo>
                  <a:pt x="175260" y="230124"/>
                </a:lnTo>
                <a:close/>
              </a:path>
              <a:path extrusionOk="0" h="641985" w="175260">
                <a:moveTo>
                  <a:pt x="175260" y="50292"/>
                </a:moveTo>
                <a:lnTo>
                  <a:pt x="91770" y="19812"/>
                </a:lnTo>
                <a:lnTo>
                  <a:pt x="79248" y="15240"/>
                </a:lnTo>
                <a:lnTo>
                  <a:pt x="70104" y="12192"/>
                </a:lnTo>
                <a:lnTo>
                  <a:pt x="65532" y="7620"/>
                </a:lnTo>
                <a:lnTo>
                  <a:pt x="64008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08" y="33528"/>
                </a:lnTo>
                <a:lnTo>
                  <a:pt x="64008" y="24384"/>
                </a:lnTo>
                <a:lnTo>
                  <a:pt x="68580" y="19812"/>
                </a:lnTo>
                <a:lnTo>
                  <a:pt x="73152" y="19812"/>
                </a:lnTo>
                <a:lnTo>
                  <a:pt x="77724" y="21336"/>
                </a:lnTo>
                <a:lnTo>
                  <a:pt x="82296" y="24384"/>
                </a:lnTo>
                <a:lnTo>
                  <a:pt x="143256" y="47244"/>
                </a:lnTo>
                <a:lnTo>
                  <a:pt x="79248" y="74676"/>
                </a:lnTo>
                <a:lnTo>
                  <a:pt x="77724" y="76200"/>
                </a:lnTo>
                <a:lnTo>
                  <a:pt x="71628" y="76200"/>
                </a:lnTo>
                <a:lnTo>
                  <a:pt x="68580" y="74676"/>
                </a:lnTo>
                <a:lnTo>
                  <a:pt x="65532" y="71628"/>
                </a:lnTo>
                <a:lnTo>
                  <a:pt x="64008" y="68580"/>
                </a:lnTo>
                <a:lnTo>
                  <a:pt x="64008" y="62484"/>
                </a:lnTo>
                <a:lnTo>
                  <a:pt x="60960" y="62484"/>
                </a:lnTo>
                <a:lnTo>
                  <a:pt x="60960" y="114300"/>
                </a:lnTo>
                <a:lnTo>
                  <a:pt x="64008" y="114300"/>
                </a:lnTo>
                <a:lnTo>
                  <a:pt x="64008" y="108204"/>
                </a:lnTo>
                <a:lnTo>
                  <a:pt x="65532" y="105156"/>
                </a:lnTo>
                <a:lnTo>
                  <a:pt x="65532" y="103632"/>
                </a:lnTo>
                <a:lnTo>
                  <a:pt x="71628" y="97536"/>
                </a:lnTo>
                <a:lnTo>
                  <a:pt x="77724" y="96012"/>
                </a:lnTo>
                <a:lnTo>
                  <a:pt x="92964" y="89916"/>
                </a:lnTo>
                <a:lnTo>
                  <a:pt x="144780" y="114300"/>
                </a:lnTo>
                <a:lnTo>
                  <a:pt x="80772" y="138684"/>
                </a:lnTo>
                <a:lnTo>
                  <a:pt x="74676" y="141732"/>
                </a:lnTo>
                <a:lnTo>
                  <a:pt x="70104" y="141732"/>
                </a:lnTo>
                <a:lnTo>
                  <a:pt x="67056" y="140208"/>
                </a:lnTo>
                <a:lnTo>
                  <a:pt x="65532" y="138684"/>
                </a:lnTo>
                <a:lnTo>
                  <a:pt x="64008" y="135636"/>
                </a:lnTo>
                <a:lnTo>
                  <a:pt x="64008" y="131064"/>
                </a:lnTo>
                <a:lnTo>
                  <a:pt x="60960" y="131064"/>
                </a:lnTo>
                <a:lnTo>
                  <a:pt x="60960" y="178308"/>
                </a:lnTo>
                <a:lnTo>
                  <a:pt x="64008" y="178308"/>
                </a:lnTo>
                <a:lnTo>
                  <a:pt x="65532" y="172212"/>
                </a:lnTo>
                <a:lnTo>
                  <a:pt x="67056" y="169164"/>
                </a:lnTo>
                <a:lnTo>
                  <a:pt x="71628" y="164592"/>
                </a:lnTo>
                <a:lnTo>
                  <a:pt x="74676" y="163068"/>
                </a:lnTo>
                <a:lnTo>
                  <a:pt x="128778" y="141732"/>
                </a:lnTo>
                <a:lnTo>
                  <a:pt x="175260" y="123444"/>
                </a:lnTo>
                <a:lnTo>
                  <a:pt x="175260" y="121920"/>
                </a:lnTo>
                <a:lnTo>
                  <a:pt x="111252" y="89916"/>
                </a:lnTo>
                <a:lnTo>
                  <a:pt x="102108" y="85344"/>
                </a:lnTo>
                <a:lnTo>
                  <a:pt x="124053" y="76200"/>
                </a:lnTo>
                <a:lnTo>
                  <a:pt x="175260" y="54864"/>
                </a:lnTo>
                <a:lnTo>
                  <a:pt x="175260" y="502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226" name="Google Shape;8226;p111"/>
          <p:cNvPicPr preferRelativeResize="0"/>
          <p:nvPr/>
        </p:nvPicPr>
        <p:blipFill rotWithShape="1">
          <a:blip r:embed="rId106">
            <a:alphaModFix/>
          </a:blip>
          <a:srcRect b="0" l="0" r="0" t="0"/>
          <a:stretch/>
        </p:blipFill>
        <p:spPr>
          <a:xfrm>
            <a:off x="4602479" y="5954267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7" name="Google Shape;8227;p111"/>
          <p:cNvPicPr preferRelativeResize="0"/>
          <p:nvPr/>
        </p:nvPicPr>
        <p:blipFill rotWithShape="1">
          <a:blip r:embed="rId107">
            <a:alphaModFix/>
          </a:blip>
          <a:srcRect b="0" l="0" r="0" t="0"/>
          <a:stretch/>
        </p:blipFill>
        <p:spPr>
          <a:xfrm>
            <a:off x="4649723" y="5550407"/>
            <a:ext cx="117348" cy="32308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8" name="Google Shape;8228;p111"/>
          <p:cNvPicPr preferRelativeResize="0"/>
          <p:nvPr/>
        </p:nvPicPr>
        <p:blipFill rotWithShape="1">
          <a:blip r:embed="rId108">
            <a:alphaModFix/>
          </a:blip>
          <a:srcRect b="0" l="0" r="0" t="0"/>
          <a:stretch/>
        </p:blipFill>
        <p:spPr>
          <a:xfrm>
            <a:off x="4591811" y="5044440"/>
            <a:ext cx="225552" cy="438911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9" name="Google Shape;8229;p111"/>
          <p:cNvPicPr preferRelativeResize="0"/>
          <p:nvPr/>
        </p:nvPicPr>
        <p:blipFill rotWithShape="1">
          <a:blip r:embed="rId109">
            <a:alphaModFix/>
          </a:blip>
          <a:srcRect b="0" l="0" r="0" t="0"/>
          <a:stretch/>
        </p:blipFill>
        <p:spPr>
          <a:xfrm>
            <a:off x="4591811" y="4544567"/>
            <a:ext cx="225552" cy="4282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0" name="Google Shape;8230;p111"/>
          <p:cNvPicPr preferRelativeResize="0"/>
          <p:nvPr/>
        </p:nvPicPr>
        <p:blipFill rotWithShape="1">
          <a:blip r:embed="rId110">
            <a:alphaModFix/>
          </a:blip>
          <a:srcRect b="0" l="0" r="0" t="0"/>
          <a:stretch/>
        </p:blipFill>
        <p:spPr>
          <a:xfrm>
            <a:off x="4591811" y="4191000"/>
            <a:ext cx="175259" cy="281939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1" name="Google Shape;8231;p111"/>
          <p:cNvPicPr preferRelativeResize="0"/>
          <p:nvPr/>
        </p:nvPicPr>
        <p:blipFill rotWithShape="1">
          <a:blip r:embed="rId111">
            <a:alphaModFix/>
          </a:blip>
          <a:srcRect b="0" l="0" r="0" t="0"/>
          <a:stretch/>
        </p:blipFill>
        <p:spPr>
          <a:xfrm>
            <a:off x="4591811" y="3656076"/>
            <a:ext cx="175260" cy="4678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2" name="Google Shape;8232;p111"/>
          <p:cNvPicPr preferRelativeResize="0"/>
          <p:nvPr/>
        </p:nvPicPr>
        <p:blipFill rotWithShape="1">
          <a:blip r:embed="rId112">
            <a:alphaModFix/>
          </a:blip>
          <a:srcRect b="0" l="0" r="0" t="0"/>
          <a:stretch/>
        </p:blipFill>
        <p:spPr>
          <a:xfrm>
            <a:off x="4591811" y="2368295"/>
            <a:ext cx="175260" cy="1216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3" name="Google Shape;8233;p111"/>
          <p:cNvPicPr preferRelativeResize="0"/>
          <p:nvPr/>
        </p:nvPicPr>
        <p:blipFill rotWithShape="1">
          <a:blip r:embed="rId113">
            <a:alphaModFix/>
          </a:blip>
          <a:srcRect b="0" l="0" r="0" t="0"/>
          <a:stretch/>
        </p:blipFill>
        <p:spPr>
          <a:xfrm>
            <a:off x="4899660" y="5954267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4" name="Google Shape;8234;p111"/>
          <p:cNvPicPr preferRelativeResize="0"/>
          <p:nvPr/>
        </p:nvPicPr>
        <p:blipFill rotWithShape="1">
          <a:blip r:embed="rId114">
            <a:alphaModFix/>
          </a:blip>
          <a:srcRect b="0" l="0" r="0" t="0"/>
          <a:stretch/>
        </p:blipFill>
        <p:spPr>
          <a:xfrm>
            <a:off x="4946903" y="5632703"/>
            <a:ext cx="117348" cy="240792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5" name="Google Shape;8235;p111"/>
          <p:cNvPicPr preferRelativeResize="0"/>
          <p:nvPr/>
        </p:nvPicPr>
        <p:blipFill rotWithShape="1">
          <a:blip r:embed="rId115">
            <a:alphaModFix/>
          </a:blip>
          <a:srcRect b="0" l="0" r="0" t="0"/>
          <a:stretch/>
        </p:blipFill>
        <p:spPr>
          <a:xfrm>
            <a:off x="4888991" y="4090415"/>
            <a:ext cx="175260" cy="1463039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6" name="Google Shape;8236;p111"/>
          <p:cNvPicPr preferRelativeResize="0"/>
          <p:nvPr/>
        </p:nvPicPr>
        <p:blipFill rotWithShape="1">
          <a:blip r:embed="rId116">
            <a:alphaModFix/>
          </a:blip>
          <a:srcRect b="0" l="0" r="0" t="0"/>
          <a:stretch/>
        </p:blipFill>
        <p:spPr>
          <a:xfrm>
            <a:off x="5195316" y="5954267"/>
            <a:ext cx="143256" cy="143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37" name="Google Shape;8237;p111"/>
          <p:cNvGrpSpPr/>
          <p:nvPr/>
        </p:nvGrpSpPr>
        <p:grpSpPr>
          <a:xfrm>
            <a:off x="5209032" y="5475732"/>
            <a:ext cx="187579" cy="388619"/>
            <a:chOff x="5209032" y="5475732"/>
            <a:chExt cx="187579" cy="388619"/>
          </a:xfrm>
        </p:grpSpPr>
        <p:pic>
          <p:nvPicPr>
            <p:cNvPr id="8238" name="Google Shape;8238;p111"/>
            <p:cNvPicPr preferRelativeResize="0"/>
            <p:nvPr/>
          </p:nvPicPr>
          <p:blipFill rotWithShape="1">
            <a:blip r:embed="rId117">
              <a:alphaModFix/>
            </a:blip>
            <a:srcRect b="0" l="0" r="0" t="0"/>
            <a:stretch/>
          </p:blipFill>
          <p:spPr>
            <a:xfrm>
              <a:off x="5209032" y="5593080"/>
              <a:ext cx="150876" cy="27127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39" name="Google Shape;8239;p111"/>
            <p:cNvSpPr/>
            <p:nvPr/>
          </p:nvSpPr>
          <p:spPr>
            <a:xfrm>
              <a:off x="5332476" y="5475732"/>
              <a:ext cx="64135" cy="93345"/>
            </a:xfrm>
            <a:custGeom>
              <a:rect b="b" l="l" r="r" t="t"/>
              <a:pathLst>
                <a:path extrusionOk="0" h="93345" w="64135">
                  <a:moveTo>
                    <a:pt x="27432" y="73152"/>
                  </a:moveTo>
                  <a:lnTo>
                    <a:pt x="21336" y="67056"/>
                  </a:lnTo>
                  <a:lnTo>
                    <a:pt x="18288" y="65532"/>
                  </a:lnTo>
                  <a:lnTo>
                    <a:pt x="10668" y="65532"/>
                  </a:lnTo>
                  <a:lnTo>
                    <a:pt x="7620" y="67056"/>
                  </a:lnTo>
                  <a:lnTo>
                    <a:pt x="4572" y="70104"/>
                  </a:lnTo>
                  <a:lnTo>
                    <a:pt x="1524" y="71628"/>
                  </a:lnTo>
                  <a:lnTo>
                    <a:pt x="0" y="76200"/>
                  </a:lnTo>
                  <a:lnTo>
                    <a:pt x="0" y="83820"/>
                  </a:lnTo>
                  <a:lnTo>
                    <a:pt x="1524" y="86868"/>
                  </a:lnTo>
                  <a:lnTo>
                    <a:pt x="4572" y="88392"/>
                  </a:lnTo>
                  <a:lnTo>
                    <a:pt x="7620" y="91440"/>
                  </a:lnTo>
                  <a:lnTo>
                    <a:pt x="10668" y="92964"/>
                  </a:lnTo>
                  <a:lnTo>
                    <a:pt x="18288" y="92964"/>
                  </a:lnTo>
                  <a:lnTo>
                    <a:pt x="21336" y="91440"/>
                  </a:lnTo>
                  <a:lnTo>
                    <a:pt x="24384" y="88392"/>
                  </a:lnTo>
                  <a:lnTo>
                    <a:pt x="27432" y="86868"/>
                  </a:lnTo>
                  <a:lnTo>
                    <a:pt x="27432" y="73152"/>
                  </a:lnTo>
                  <a:close/>
                </a:path>
                <a:path extrusionOk="0" h="93345" w="64135">
                  <a:moveTo>
                    <a:pt x="64008" y="36576"/>
                  </a:moveTo>
                  <a:lnTo>
                    <a:pt x="41148" y="1524"/>
                  </a:lnTo>
                  <a:lnTo>
                    <a:pt x="33528" y="0"/>
                  </a:lnTo>
                  <a:lnTo>
                    <a:pt x="18288" y="0"/>
                  </a:lnTo>
                  <a:lnTo>
                    <a:pt x="12192" y="1524"/>
                  </a:lnTo>
                  <a:lnTo>
                    <a:pt x="7620" y="6096"/>
                  </a:lnTo>
                  <a:lnTo>
                    <a:pt x="3048" y="9144"/>
                  </a:lnTo>
                  <a:lnTo>
                    <a:pt x="0" y="15240"/>
                  </a:lnTo>
                  <a:lnTo>
                    <a:pt x="0" y="24384"/>
                  </a:lnTo>
                  <a:lnTo>
                    <a:pt x="1524" y="27432"/>
                  </a:lnTo>
                  <a:lnTo>
                    <a:pt x="4572" y="30480"/>
                  </a:lnTo>
                  <a:lnTo>
                    <a:pt x="7620" y="35052"/>
                  </a:lnTo>
                  <a:lnTo>
                    <a:pt x="10668" y="36576"/>
                  </a:lnTo>
                  <a:lnTo>
                    <a:pt x="19812" y="36576"/>
                  </a:lnTo>
                  <a:lnTo>
                    <a:pt x="22860" y="35052"/>
                  </a:lnTo>
                  <a:lnTo>
                    <a:pt x="24384" y="32004"/>
                  </a:lnTo>
                  <a:lnTo>
                    <a:pt x="27432" y="30480"/>
                  </a:lnTo>
                  <a:lnTo>
                    <a:pt x="27432" y="18288"/>
                  </a:lnTo>
                  <a:lnTo>
                    <a:pt x="25908" y="15240"/>
                  </a:lnTo>
                  <a:lnTo>
                    <a:pt x="24384" y="13716"/>
                  </a:lnTo>
                  <a:lnTo>
                    <a:pt x="24384" y="12192"/>
                  </a:lnTo>
                  <a:lnTo>
                    <a:pt x="25908" y="10668"/>
                  </a:lnTo>
                  <a:lnTo>
                    <a:pt x="35052" y="10668"/>
                  </a:lnTo>
                  <a:lnTo>
                    <a:pt x="41148" y="12192"/>
                  </a:lnTo>
                  <a:lnTo>
                    <a:pt x="53340" y="21336"/>
                  </a:lnTo>
                  <a:lnTo>
                    <a:pt x="56388" y="27432"/>
                  </a:lnTo>
                  <a:lnTo>
                    <a:pt x="59436" y="36576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111"/>
          <p:cNvGrpSpPr/>
          <p:nvPr/>
        </p:nvGrpSpPr>
        <p:grpSpPr>
          <a:xfrm>
            <a:off x="5209032" y="5001768"/>
            <a:ext cx="187579" cy="388619"/>
            <a:chOff x="5209032" y="5001768"/>
            <a:chExt cx="187579" cy="388619"/>
          </a:xfrm>
        </p:grpSpPr>
        <p:pic>
          <p:nvPicPr>
            <p:cNvPr id="8241" name="Google Shape;8241;p111"/>
            <p:cNvPicPr preferRelativeResize="0"/>
            <p:nvPr/>
          </p:nvPicPr>
          <p:blipFill rotWithShape="1">
            <a:blip r:embed="rId118">
              <a:alphaModFix/>
            </a:blip>
            <a:srcRect b="0" l="0" r="0" t="0"/>
            <a:stretch/>
          </p:blipFill>
          <p:spPr>
            <a:xfrm>
              <a:off x="5209032" y="5122164"/>
              <a:ext cx="150876" cy="2682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42" name="Google Shape;8242;p111"/>
            <p:cNvSpPr/>
            <p:nvPr/>
          </p:nvSpPr>
          <p:spPr>
            <a:xfrm>
              <a:off x="5332476" y="5001768"/>
              <a:ext cx="64135" cy="94615"/>
            </a:xfrm>
            <a:custGeom>
              <a:rect b="b" l="l" r="r" t="t"/>
              <a:pathLst>
                <a:path extrusionOk="0" h="94614" w="64135">
                  <a:moveTo>
                    <a:pt x="27432" y="73152"/>
                  </a:moveTo>
                  <a:lnTo>
                    <a:pt x="24384" y="70104"/>
                  </a:lnTo>
                  <a:lnTo>
                    <a:pt x="18288" y="67056"/>
                  </a:lnTo>
                  <a:lnTo>
                    <a:pt x="10668" y="67056"/>
                  </a:lnTo>
                  <a:lnTo>
                    <a:pt x="4572" y="70104"/>
                  </a:lnTo>
                  <a:lnTo>
                    <a:pt x="1524" y="73152"/>
                  </a:lnTo>
                  <a:lnTo>
                    <a:pt x="0" y="76200"/>
                  </a:lnTo>
                  <a:lnTo>
                    <a:pt x="0" y="83820"/>
                  </a:lnTo>
                  <a:lnTo>
                    <a:pt x="1524" y="86868"/>
                  </a:lnTo>
                  <a:lnTo>
                    <a:pt x="4572" y="89916"/>
                  </a:lnTo>
                  <a:lnTo>
                    <a:pt x="7620" y="92964"/>
                  </a:lnTo>
                  <a:lnTo>
                    <a:pt x="10668" y="94488"/>
                  </a:lnTo>
                  <a:lnTo>
                    <a:pt x="18288" y="94488"/>
                  </a:lnTo>
                  <a:lnTo>
                    <a:pt x="21336" y="92964"/>
                  </a:lnTo>
                  <a:lnTo>
                    <a:pt x="27432" y="86868"/>
                  </a:lnTo>
                  <a:lnTo>
                    <a:pt x="27432" y="73152"/>
                  </a:lnTo>
                  <a:close/>
                </a:path>
                <a:path extrusionOk="0" h="94614" w="64135">
                  <a:moveTo>
                    <a:pt x="64008" y="36576"/>
                  </a:moveTo>
                  <a:lnTo>
                    <a:pt x="61188" y="28003"/>
                  </a:lnTo>
                  <a:lnTo>
                    <a:pt x="57531" y="20574"/>
                  </a:lnTo>
                  <a:lnTo>
                    <a:pt x="53289" y="14287"/>
                  </a:lnTo>
                  <a:lnTo>
                    <a:pt x="50101" y="10668"/>
                  </a:lnTo>
                  <a:lnTo>
                    <a:pt x="48768" y="9144"/>
                  </a:lnTo>
                  <a:lnTo>
                    <a:pt x="41148" y="3048"/>
                  </a:lnTo>
                  <a:lnTo>
                    <a:pt x="33528" y="0"/>
                  </a:lnTo>
                  <a:lnTo>
                    <a:pt x="18288" y="0"/>
                  </a:lnTo>
                  <a:lnTo>
                    <a:pt x="12192" y="3048"/>
                  </a:lnTo>
                  <a:lnTo>
                    <a:pt x="7620" y="6096"/>
                  </a:lnTo>
                  <a:lnTo>
                    <a:pt x="3048" y="10668"/>
                  </a:lnTo>
                  <a:lnTo>
                    <a:pt x="0" y="15240"/>
                  </a:lnTo>
                  <a:lnTo>
                    <a:pt x="0" y="25908"/>
                  </a:lnTo>
                  <a:lnTo>
                    <a:pt x="1524" y="28956"/>
                  </a:lnTo>
                  <a:lnTo>
                    <a:pt x="7620" y="35052"/>
                  </a:lnTo>
                  <a:lnTo>
                    <a:pt x="10668" y="36576"/>
                  </a:lnTo>
                  <a:lnTo>
                    <a:pt x="19812" y="36576"/>
                  </a:lnTo>
                  <a:lnTo>
                    <a:pt x="24384" y="15240"/>
                  </a:lnTo>
                  <a:lnTo>
                    <a:pt x="24384" y="12192"/>
                  </a:lnTo>
                  <a:lnTo>
                    <a:pt x="25908" y="12192"/>
                  </a:lnTo>
                  <a:lnTo>
                    <a:pt x="27432" y="10668"/>
                  </a:lnTo>
                  <a:lnTo>
                    <a:pt x="35052" y="10668"/>
                  </a:lnTo>
                  <a:lnTo>
                    <a:pt x="41148" y="13716"/>
                  </a:lnTo>
                  <a:lnTo>
                    <a:pt x="53340" y="22860"/>
                  </a:lnTo>
                  <a:lnTo>
                    <a:pt x="56388" y="28956"/>
                  </a:lnTo>
                  <a:lnTo>
                    <a:pt x="59436" y="36576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111"/>
          <p:cNvGrpSpPr/>
          <p:nvPr/>
        </p:nvGrpSpPr>
        <p:grpSpPr>
          <a:xfrm>
            <a:off x="5209032" y="4596383"/>
            <a:ext cx="151384" cy="321563"/>
            <a:chOff x="5209032" y="4596383"/>
            <a:chExt cx="151384" cy="321563"/>
          </a:xfrm>
        </p:grpSpPr>
        <p:pic>
          <p:nvPicPr>
            <p:cNvPr id="8244" name="Google Shape;8244;p111"/>
            <p:cNvPicPr preferRelativeResize="0"/>
            <p:nvPr/>
          </p:nvPicPr>
          <p:blipFill rotWithShape="1">
            <a:blip r:embed="rId119">
              <a:alphaModFix/>
            </a:blip>
            <a:srcRect b="0" l="0" r="0" t="0"/>
            <a:stretch/>
          </p:blipFill>
          <p:spPr>
            <a:xfrm>
              <a:off x="5209032" y="4649723"/>
              <a:ext cx="150876" cy="2682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45" name="Google Shape;8245;p111"/>
            <p:cNvSpPr/>
            <p:nvPr/>
          </p:nvSpPr>
          <p:spPr>
            <a:xfrm>
              <a:off x="5332476" y="4596383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8288" y="27432"/>
                  </a:moveTo>
                  <a:lnTo>
                    <a:pt x="10668" y="27432"/>
                  </a:lnTo>
                  <a:lnTo>
                    <a:pt x="7620" y="25908"/>
                  </a:lnTo>
                  <a:lnTo>
                    <a:pt x="4572" y="22860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7620" y="0"/>
                  </a:lnTo>
                  <a:lnTo>
                    <a:pt x="21336" y="0"/>
                  </a:lnTo>
                  <a:lnTo>
                    <a:pt x="27432" y="6096"/>
                  </a:lnTo>
                  <a:lnTo>
                    <a:pt x="27432" y="19812"/>
                  </a:lnTo>
                  <a:lnTo>
                    <a:pt x="21336" y="25908"/>
                  </a:lnTo>
                  <a:lnTo>
                    <a:pt x="1828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246" name="Google Shape;8246;p111"/>
          <p:cNvPicPr preferRelativeResize="0"/>
          <p:nvPr/>
        </p:nvPicPr>
        <p:blipFill rotWithShape="1">
          <a:blip r:embed="rId120">
            <a:alphaModFix/>
          </a:blip>
          <a:srcRect b="0" l="0" r="0" t="0"/>
          <a:stretch/>
        </p:blipFill>
        <p:spPr>
          <a:xfrm>
            <a:off x="5641848" y="5734811"/>
            <a:ext cx="100583" cy="868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7" name="Google Shape;8247;p111"/>
          <p:cNvPicPr preferRelativeResize="0"/>
          <p:nvPr/>
        </p:nvPicPr>
        <p:blipFill rotWithShape="1">
          <a:blip r:embed="rId121">
            <a:alphaModFix/>
          </a:blip>
          <a:srcRect b="0" l="0" r="0" t="0"/>
          <a:stretch/>
        </p:blipFill>
        <p:spPr>
          <a:xfrm>
            <a:off x="5699760" y="5446776"/>
            <a:ext cx="117348" cy="196595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8" name="Google Shape;8248;p111"/>
          <p:cNvPicPr preferRelativeResize="0"/>
          <p:nvPr/>
        </p:nvPicPr>
        <p:blipFill rotWithShape="1">
          <a:blip r:embed="rId122">
            <a:alphaModFix/>
          </a:blip>
          <a:srcRect b="0" l="0" r="0" t="0"/>
          <a:stretch/>
        </p:blipFill>
        <p:spPr>
          <a:xfrm>
            <a:off x="5666232" y="5207507"/>
            <a:ext cx="150875" cy="169164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9" name="Google Shape;8249;p111"/>
          <p:cNvPicPr preferRelativeResize="0"/>
          <p:nvPr/>
        </p:nvPicPr>
        <p:blipFill rotWithShape="1">
          <a:blip r:embed="rId123">
            <a:alphaModFix/>
          </a:blip>
          <a:srcRect b="0" l="0" r="0" t="0"/>
          <a:stretch/>
        </p:blipFill>
        <p:spPr>
          <a:xfrm>
            <a:off x="5641847" y="4692396"/>
            <a:ext cx="175260" cy="4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8250" name="Google Shape;8250;p111"/>
          <p:cNvSpPr/>
          <p:nvPr/>
        </p:nvSpPr>
        <p:spPr>
          <a:xfrm>
            <a:off x="5641835" y="3995928"/>
            <a:ext cx="175895" cy="629920"/>
          </a:xfrm>
          <a:custGeom>
            <a:rect b="b" l="l" r="r" t="t"/>
            <a:pathLst>
              <a:path extrusionOk="0" h="629920" w="175895">
                <a:moveTo>
                  <a:pt x="24396" y="242316"/>
                </a:moveTo>
                <a:lnTo>
                  <a:pt x="21348" y="236220"/>
                </a:lnTo>
                <a:lnTo>
                  <a:pt x="15252" y="233172"/>
                </a:lnTo>
                <a:lnTo>
                  <a:pt x="9156" y="233172"/>
                </a:lnTo>
                <a:lnTo>
                  <a:pt x="3060" y="236220"/>
                </a:lnTo>
                <a:lnTo>
                  <a:pt x="12" y="242316"/>
                </a:lnTo>
                <a:lnTo>
                  <a:pt x="12" y="248412"/>
                </a:lnTo>
                <a:lnTo>
                  <a:pt x="3060" y="254508"/>
                </a:lnTo>
                <a:lnTo>
                  <a:pt x="9156" y="257556"/>
                </a:lnTo>
                <a:lnTo>
                  <a:pt x="15252" y="257556"/>
                </a:lnTo>
                <a:lnTo>
                  <a:pt x="21348" y="254508"/>
                </a:lnTo>
                <a:lnTo>
                  <a:pt x="24396" y="248412"/>
                </a:lnTo>
                <a:lnTo>
                  <a:pt x="24396" y="242316"/>
                </a:lnTo>
                <a:close/>
              </a:path>
              <a:path extrusionOk="0" h="629920" w="175895">
                <a:moveTo>
                  <a:pt x="172224" y="217932"/>
                </a:moveTo>
                <a:lnTo>
                  <a:pt x="169176" y="217932"/>
                </a:lnTo>
                <a:lnTo>
                  <a:pt x="169176" y="227076"/>
                </a:lnTo>
                <a:lnTo>
                  <a:pt x="164604" y="231648"/>
                </a:lnTo>
                <a:lnTo>
                  <a:pt x="161556" y="233172"/>
                </a:lnTo>
                <a:lnTo>
                  <a:pt x="160032" y="234696"/>
                </a:lnTo>
                <a:lnTo>
                  <a:pt x="57924" y="234696"/>
                </a:lnTo>
                <a:lnTo>
                  <a:pt x="57924" y="239268"/>
                </a:lnTo>
                <a:lnTo>
                  <a:pt x="71640" y="272796"/>
                </a:lnTo>
                <a:lnTo>
                  <a:pt x="74688" y="271272"/>
                </a:lnTo>
                <a:lnTo>
                  <a:pt x="73164" y="268224"/>
                </a:lnTo>
                <a:lnTo>
                  <a:pt x="73164" y="259080"/>
                </a:lnTo>
                <a:lnTo>
                  <a:pt x="74688" y="257556"/>
                </a:lnTo>
                <a:lnTo>
                  <a:pt x="76212" y="257556"/>
                </a:lnTo>
                <a:lnTo>
                  <a:pt x="77736" y="256032"/>
                </a:lnTo>
                <a:lnTo>
                  <a:pt x="80784" y="256032"/>
                </a:lnTo>
                <a:lnTo>
                  <a:pt x="83832" y="254508"/>
                </a:lnTo>
                <a:lnTo>
                  <a:pt x="160032" y="254508"/>
                </a:lnTo>
                <a:lnTo>
                  <a:pt x="161556" y="256032"/>
                </a:lnTo>
                <a:lnTo>
                  <a:pt x="164604" y="257556"/>
                </a:lnTo>
                <a:lnTo>
                  <a:pt x="169176" y="262128"/>
                </a:lnTo>
                <a:lnTo>
                  <a:pt x="169176" y="271272"/>
                </a:lnTo>
                <a:lnTo>
                  <a:pt x="172224" y="271272"/>
                </a:lnTo>
                <a:lnTo>
                  <a:pt x="172224" y="254508"/>
                </a:lnTo>
                <a:lnTo>
                  <a:pt x="172224" y="217932"/>
                </a:lnTo>
                <a:close/>
              </a:path>
              <a:path extrusionOk="0" h="629920" w="175895">
                <a:moveTo>
                  <a:pt x="175260" y="553212"/>
                </a:moveTo>
                <a:lnTo>
                  <a:pt x="156972" y="527304"/>
                </a:lnTo>
                <a:lnTo>
                  <a:pt x="150876" y="527304"/>
                </a:lnTo>
                <a:lnTo>
                  <a:pt x="155448" y="533400"/>
                </a:lnTo>
                <a:lnTo>
                  <a:pt x="160020" y="537972"/>
                </a:lnTo>
                <a:lnTo>
                  <a:pt x="160020" y="542544"/>
                </a:lnTo>
                <a:lnTo>
                  <a:pt x="156972" y="545592"/>
                </a:lnTo>
                <a:lnTo>
                  <a:pt x="85344" y="545592"/>
                </a:lnTo>
                <a:lnTo>
                  <a:pt x="77724" y="547116"/>
                </a:lnTo>
                <a:lnTo>
                  <a:pt x="74676" y="548640"/>
                </a:lnTo>
                <a:lnTo>
                  <a:pt x="70104" y="550164"/>
                </a:lnTo>
                <a:lnTo>
                  <a:pt x="65532" y="554736"/>
                </a:lnTo>
                <a:lnTo>
                  <a:pt x="62484" y="559308"/>
                </a:lnTo>
                <a:lnTo>
                  <a:pt x="59436" y="565404"/>
                </a:lnTo>
                <a:lnTo>
                  <a:pt x="57912" y="574548"/>
                </a:lnTo>
                <a:lnTo>
                  <a:pt x="58000" y="585127"/>
                </a:lnTo>
                <a:lnTo>
                  <a:pt x="58064" y="586193"/>
                </a:lnTo>
                <a:lnTo>
                  <a:pt x="58191" y="588264"/>
                </a:lnTo>
                <a:lnTo>
                  <a:pt x="58483" y="593394"/>
                </a:lnTo>
                <a:lnTo>
                  <a:pt x="79248" y="624840"/>
                </a:lnTo>
                <a:lnTo>
                  <a:pt x="92964" y="624840"/>
                </a:lnTo>
                <a:lnTo>
                  <a:pt x="94488" y="623316"/>
                </a:lnTo>
                <a:lnTo>
                  <a:pt x="96012" y="620268"/>
                </a:lnTo>
                <a:lnTo>
                  <a:pt x="97536" y="618744"/>
                </a:lnTo>
                <a:lnTo>
                  <a:pt x="97536" y="612648"/>
                </a:lnTo>
                <a:lnTo>
                  <a:pt x="96012" y="609600"/>
                </a:lnTo>
                <a:lnTo>
                  <a:pt x="92964" y="606552"/>
                </a:lnTo>
                <a:lnTo>
                  <a:pt x="89916" y="605028"/>
                </a:lnTo>
                <a:lnTo>
                  <a:pt x="86868" y="605028"/>
                </a:lnTo>
                <a:lnTo>
                  <a:pt x="79248" y="606552"/>
                </a:lnTo>
                <a:lnTo>
                  <a:pt x="76200" y="606552"/>
                </a:lnTo>
                <a:lnTo>
                  <a:pt x="73152" y="605028"/>
                </a:lnTo>
                <a:lnTo>
                  <a:pt x="70104" y="600456"/>
                </a:lnTo>
                <a:lnTo>
                  <a:pt x="67056" y="597408"/>
                </a:lnTo>
                <a:lnTo>
                  <a:pt x="65532" y="592836"/>
                </a:lnTo>
                <a:lnTo>
                  <a:pt x="65659" y="580263"/>
                </a:lnTo>
                <a:lnTo>
                  <a:pt x="65722" y="580072"/>
                </a:lnTo>
                <a:lnTo>
                  <a:pt x="67056" y="576072"/>
                </a:lnTo>
                <a:lnTo>
                  <a:pt x="71628" y="571500"/>
                </a:lnTo>
                <a:lnTo>
                  <a:pt x="76200" y="568452"/>
                </a:lnTo>
                <a:lnTo>
                  <a:pt x="83820" y="565404"/>
                </a:lnTo>
                <a:lnTo>
                  <a:pt x="99060" y="565404"/>
                </a:lnTo>
                <a:lnTo>
                  <a:pt x="104495" y="579361"/>
                </a:lnTo>
                <a:lnTo>
                  <a:pt x="109347" y="591312"/>
                </a:lnTo>
                <a:lnTo>
                  <a:pt x="113639" y="600989"/>
                </a:lnTo>
                <a:lnTo>
                  <a:pt x="117348" y="608076"/>
                </a:lnTo>
                <a:lnTo>
                  <a:pt x="121920" y="617220"/>
                </a:lnTo>
                <a:lnTo>
                  <a:pt x="126492" y="623316"/>
                </a:lnTo>
                <a:lnTo>
                  <a:pt x="132588" y="626364"/>
                </a:lnTo>
                <a:lnTo>
                  <a:pt x="137160" y="629412"/>
                </a:lnTo>
                <a:lnTo>
                  <a:pt x="155448" y="629412"/>
                </a:lnTo>
                <a:lnTo>
                  <a:pt x="161544" y="627888"/>
                </a:lnTo>
                <a:lnTo>
                  <a:pt x="172212" y="617220"/>
                </a:lnTo>
                <a:lnTo>
                  <a:pt x="175260" y="611124"/>
                </a:lnTo>
                <a:lnTo>
                  <a:pt x="175260" y="609600"/>
                </a:lnTo>
                <a:lnTo>
                  <a:pt x="175260" y="597408"/>
                </a:lnTo>
                <a:lnTo>
                  <a:pt x="172212" y="588264"/>
                </a:lnTo>
                <a:lnTo>
                  <a:pt x="170243" y="585127"/>
                </a:lnTo>
                <a:lnTo>
                  <a:pt x="166687" y="580263"/>
                </a:lnTo>
                <a:lnTo>
                  <a:pt x="160020" y="571449"/>
                </a:lnTo>
                <a:lnTo>
                  <a:pt x="160020" y="591312"/>
                </a:lnTo>
                <a:lnTo>
                  <a:pt x="160020" y="597408"/>
                </a:lnTo>
                <a:lnTo>
                  <a:pt x="158496" y="600456"/>
                </a:lnTo>
                <a:lnTo>
                  <a:pt x="150876" y="608076"/>
                </a:lnTo>
                <a:lnTo>
                  <a:pt x="146304" y="609600"/>
                </a:lnTo>
                <a:lnTo>
                  <a:pt x="131064" y="609600"/>
                </a:lnTo>
                <a:lnTo>
                  <a:pt x="128016" y="606552"/>
                </a:lnTo>
                <a:lnTo>
                  <a:pt x="123444" y="603504"/>
                </a:lnTo>
                <a:lnTo>
                  <a:pt x="117348" y="591312"/>
                </a:lnTo>
                <a:lnTo>
                  <a:pt x="115049" y="587908"/>
                </a:lnTo>
                <a:lnTo>
                  <a:pt x="112585" y="582358"/>
                </a:lnTo>
                <a:lnTo>
                  <a:pt x="109766" y="574548"/>
                </a:lnTo>
                <a:lnTo>
                  <a:pt x="106680" y="565404"/>
                </a:lnTo>
                <a:lnTo>
                  <a:pt x="147828" y="565404"/>
                </a:lnTo>
                <a:lnTo>
                  <a:pt x="160020" y="591312"/>
                </a:lnTo>
                <a:lnTo>
                  <a:pt x="160020" y="571449"/>
                </a:lnTo>
                <a:lnTo>
                  <a:pt x="155448" y="565404"/>
                </a:lnTo>
                <a:lnTo>
                  <a:pt x="167640" y="565404"/>
                </a:lnTo>
                <a:lnTo>
                  <a:pt x="170688" y="562356"/>
                </a:lnTo>
                <a:lnTo>
                  <a:pt x="173736" y="560832"/>
                </a:lnTo>
                <a:lnTo>
                  <a:pt x="175260" y="557784"/>
                </a:lnTo>
                <a:lnTo>
                  <a:pt x="175260" y="553212"/>
                </a:lnTo>
                <a:close/>
              </a:path>
              <a:path extrusionOk="0" h="629920" w="175895">
                <a:moveTo>
                  <a:pt x="175260" y="461772"/>
                </a:moveTo>
                <a:lnTo>
                  <a:pt x="96520" y="431292"/>
                </a:lnTo>
                <a:lnTo>
                  <a:pt x="80772" y="425196"/>
                </a:lnTo>
                <a:lnTo>
                  <a:pt x="74676" y="422148"/>
                </a:lnTo>
                <a:lnTo>
                  <a:pt x="70104" y="419100"/>
                </a:lnTo>
                <a:lnTo>
                  <a:pt x="67056" y="417576"/>
                </a:lnTo>
                <a:lnTo>
                  <a:pt x="65532" y="416052"/>
                </a:lnTo>
                <a:lnTo>
                  <a:pt x="64008" y="413004"/>
                </a:lnTo>
                <a:lnTo>
                  <a:pt x="64008" y="408432"/>
                </a:lnTo>
                <a:lnTo>
                  <a:pt x="60960" y="408432"/>
                </a:lnTo>
                <a:lnTo>
                  <a:pt x="60960" y="443484"/>
                </a:lnTo>
                <a:lnTo>
                  <a:pt x="64008" y="443484"/>
                </a:lnTo>
                <a:lnTo>
                  <a:pt x="64008" y="435864"/>
                </a:lnTo>
                <a:lnTo>
                  <a:pt x="65532" y="434340"/>
                </a:lnTo>
                <a:lnTo>
                  <a:pt x="65532" y="432816"/>
                </a:lnTo>
                <a:lnTo>
                  <a:pt x="67056" y="431292"/>
                </a:lnTo>
                <a:lnTo>
                  <a:pt x="76200" y="431292"/>
                </a:lnTo>
                <a:lnTo>
                  <a:pt x="80772" y="432816"/>
                </a:lnTo>
                <a:lnTo>
                  <a:pt x="143256" y="458724"/>
                </a:lnTo>
                <a:lnTo>
                  <a:pt x="82296" y="483108"/>
                </a:lnTo>
                <a:lnTo>
                  <a:pt x="79248" y="484632"/>
                </a:lnTo>
                <a:lnTo>
                  <a:pt x="74676" y="486156"/>
                </a:lnTo>
                <a:lnTo>
                  <a:pt x="70104" y="486156"/>
                </a:lnTo>
                <a:lnTo>
                  <a:pt x="64008" y="480060"/>
                </a:lnTo>
                <a:lnTo>
                  <a:pt x="64008" y="473964"/>
                </a:lnTo>
                <a:lnTo>
                  <a:pt x="60960" y="473964"/>
                </a:lnTo>
                <a:lnTo>
                  <a:pt x="60960" y="525780"/>
                </a:lnTo>
                <a:lnTo>
                  <a:pt x="64008" y="525780"/>
                </a:lnTo>
                <a:lnTo>
                  <a:pt x="65532" y="521208"/>
                </a:lnTo>
                <a:lnTo>
                  <a:pt x="65532" y="518160"/>
                </a:lnTo>
                <a:lnTo>
                  <a:pt x="67056" y="518160"/>
                </a:lnTo>
                <a:lnTo>
                  <a:pt x="67056" y="515112"/>
                </a:lnTo>
                <a:lnTo>
                  <a:pt x="70104" y="513588"/>
                </a:lnTo>
                <a:lnTo>
                  <a:pt x="71628" y="510540"/>
                </a:lnTo>
                <a:lnTo>
                  <a:pt x="73152" y="509016"/>
                </a:lnTo>
                <a:lnTo>
                  <a:pt x="82296" y="505968"/>
                </a:lnTo>
                <a:lnTo>
                  <a:pt x="130644" y="486156"/>
                </a:lnTo>
                <a:lnTo>
                  <a:pt x="175260" y="467868"/>
                </a:lnTo>
                <a:lnTo>
                  <a:pt x="175260" y="461772"/>
                </a:lnTo>
                <a:close/>
              </a:path>
              <a:path extrusionOk="0" h="629920" w="175895">
                <a:moveTo>
                  <a:pt x="175260" y="120396"/>
                </a:moveTo>
                <a:lnTo>
                  <a:pt x="161544" y="88392"/>
                </a:lnTo>
                <a:lnTo>
                  <a:pt x="158496" y="89916"/>
                </a:lnTo>
                <a:lnTo>
                  <a:pt x="160020" y="92964"/>
                </a:lnTo>
                <a:lnTo>
                  <a:pt x="160020" y="100584"/>
                </a:lnTo>
                <a:lnTo>
                  <a:pt x="158496" y="102108"/>
                </a:lnTo>
                <a:lnTo>
                  <a:pt x="158496" y="103632"/>
                </a:lnTo>
                <a:lnTo>
                  <a:pt x="155448" y="105156"/>
                </a:lnTo>
                <a:lnTo>
                  <a:pt x="0" y="105156"/>
                </a:lnTo>
                <a:lnTo>
                  <a:pt x="0" y="111252"/>
                </a:lnTo>
                <a:lnTo>
                  <a:pt x="13716" y="141732"/>
                </a:lnTo>
                <a:lnTo>
                  <a:pt x="16764" y="140208"/>
                </a:lnTo>
                <a:lnTo>
                  <a:pt x="15240" y="137160"/>
                </a:lnTo>
                <a:lnTo>
                  <a:pt x="15240" y="129540"/>
                </a:lnTo>
                <a:lnTo>
                  <a:pt x="16764" y="129540"/>
                </a:lnTo>
                <a:lnTo>
                  <a:pt x="19812" y="126492"/>
                </a:lnTo>
                <a:lnTo>
                  <a:pt x="25908" y="126492"/>
                </a:lnTo>
                <a:lnTo>
                  <a:pt x="33528" y="124968"/>
                </a:lnTo>
                <a:lnTo>
                  <a:pt x="68580" y="124968"/>
                </a:lnTo>
                <a:lnTo>
                  <a:pt x="63703" y="130708"/>
                </a:lnTo>
                <a:lnTo>
                  <a:pt x="60388" y="136588"/>
                </a:lnTo>
                <a:lnTo>
                  <a:pt x="58508" y="142760"/>
                </a:lnTo>
                <a:lnTo>
                  <a:pt x="58470" y="143256"/>
                </a:lnTo>
                <a:lnTo>
                  <a:pt x="57912" y="149352"/>
                </a:lnTo>
                <a:lnTo>
                  <a:pt x="77724" y="187452"/>
                </a:lnTo>
                <a:lnTo>
                  <a:pt x="121920" y="201168"/>
                </a:lnTo>
                <a:lnTo>
                  <a:pt x="133019" y="200558"/>
                </a:lnTo>
                <a:lnTo>
                  <a:pt x="166903" y="181838"/>
                </a:lnTo>
                <a:lnTo>
                  <a:pt x="175260" y="150876"/>
                </a:lnTo>
                <a:lnTo>
                  <a:pt x="173736" y="146304"/>
                </a:lnTo>
                <a:lnTo>
                  <a:pt x="170688" y="141732"/>
                </a:lnTo>
                <a:lnTo>
                  <a:pt x="169164" y="135636"/>
                </a:lnTo>
                <a:lnTo>
                  <a:pt x="163068" y="131064"/>
                </a:lnTo>
                <a:lnTo>
                  <a:pt x="160020" y="128016"/>
                </a:lnTo>
                <a:lnTo>
                  <a:pt x="160020" y="138684"/>
                </a:lnTo>
                <a:lnTo>
                  <a:pt x="160020" y="146304"/>
                </a:lnTo>
                <a:lnTo>
                  <a:pt x="159194" y="152019"/>
                </a:lnTo>
                <a:lnTo>
                  <a:pt x="122250" y="177723"/>
                </a:lnTo>
                <a:lnTo>
                  <a:pt x="122567" y="177723"/>
                </a:lnTo>
                <a:lnTo>
                  <a:pt x="111252" y="178308"/>
                </a:lnTo>
                <a:lnTo>
                  <a:pt x="99758" y="177723"/>
                </a:lnTo>
                <a:lnTo>
                  <a:pt x="90106" y="175831"/>
                </a:lnTo>
                <a:lnTo>
                  <a:pt x="81902" y="172529"/>
                </a:lnTo>
                <a:lnTo>
                  <a:pt x="74676" y="167640"/>
                </a:lnTo>
                <a:lnTo>
                  <a:pt x="68580" y="163068"/>
                </a:lnTo>
                <a:lnTo>
                  <a:pt x="65532" y="156972"/>
                </a:lnTo>
                <a:lnTo>
                  <a:pt x="65532" y="146304"/>
                </a:lnTo>
                <a:lnTo>
                  <a:pt x="67056" y="143256"/>
                </a:lnTo>
                <a:lnTo>
                  <a:pt x="68580" y="138684"/>
                </a:lnTo>
                <a:lnTo>
                  <a:pt x="74676" y="132588"/>
                </a:lnTo>
                <a:lnTo>
                  <a:pt x="79248" y="129540"/>
                </a:lnTo>
                <a:lnTo>
                  <a:pt x="88392" y="126492"/>
                </a:lnTo>
                <a:lnTo>
                  <a:pt x="94488" y="124968"/>
                </a:lnTo>
                <a:lnTo>
                  <a:pt x="149352" y="124968"/>
                </a:lnTo>
                <a:lnTo>
                  <a:pt x="156972" y="132588"/>
                </a:lnTo>
                <a:lnTo>
                  <a:pt x="160020" y="138684"/>
                </a:lnTo>
                <a:lnTo>
                  <a:pt x="160020" y="128016"/>
                </a:lnTo>
                <a:lnTo>
                  <a:pt x="156972" y="124968"/>
                </a:lnTo>
                <a:lnTo>
                  <a:pt x="175260" y="124968"/>
                </a:lnTo>
                <a:lnTo>
                  <a:pt x="175260" y="120396"/>
                </a:lnTo>
                <a:close/>
              </a:path>
              <a:path extrusionOk="0" h="629920" w="175895">
                <a:moveTo>
                  <a:pt x="175272" y="342900"/>
                </a:moveTo>
                <a:lnTo>
                  <a:pt x="175158" y="341376"/>
                </a:lnTo>
                <a:lnTo>
                  <a:pt x="174713" y="335191"/>
                </a:lnTo>
                <a:lnTo>
                  <a:pt x="173177" y="328041"/>
                </a:lnTo>
                <a:lnTo>
                  <a:pt x="170764" y="321475"/>
                </a:lnTo>
                <a:lnTo>
                  <a:pt x="167652" y="315506"/>
                </a:lnTo>
                <a:lnTo>
                  <a:pt x="167652" y="330708"/>
                </a:lnTo>
                <a:lnTo>
                  <a:pt x="167652" y="338328"/>
                </a:lnTo>
                <a:lnTo>
                  <a:pt x="140576" y="366712"/>
                </a:lnTo>
                <a:lnTo>
                  <a:pt x="108216" y="371856"/>
                </a:lnTo>
                <a:lnTo>
                  <a:pt x="100736" y="371602"/>
                </a:lnTo>
                <a:lnTo>
                  <a:pt x="70116" y="358140"/>
                </a:lnTo>
                <a:lnTo>
                  <a:pt x="67068" y="353568"/>
                </a:lnTo>
                <a:lnTo>
                  <a:pt x="65544" y="348996"/>
                </a:lnTo>
                <a:lnTo>
                  <a:pt x="65544" y="336804"/>
                </a:lnTo>
                <a:lnTo>
                  <a:pt x="97929" y="314134"/>
                </a:lnTo>
                <a:lnTo>
                  <a:pt x="124980" y="310896"/>
                </a:lnTo>
                <a:lnTo>
                  <a:pt x="135572" y="311454"/>
                </a:lnTo>
                <a:lnTo>
                  <a:pt x="167652" y="330708"/>
                </a:lnTo>
                <a:lnTo>
                  <a:pt x="167652" y="315506"/>
                </a:lnTo>
                <a:lnTo>
                  <a:pt x="164744" y="310896"/>
                </a:lnTo>
                <a:lnTo>
                  <a:pt x="163652" y="309168"/>
                </a:lnTo>
                <a:lnTo>
                  <a:pt x="129552" y="290131"/>
                </a:lnTo>
                <a:lnTo>
                  <a:pt x="114312" y="288036"/>
                </a:lnTo>
                <a:lnTo>
                  <a:pt x="104305" y="288899"/>
                </a:lnTo>
                <a:lnTo>
                  <a:pt x="68846" y="309448"/>
                </a:lnTo>
                <a:lnTo>
                  <a:pt x="57924" y="341376"/>
                </a:lnTo>
                <a:lnTo>
                  <a:pt x="58039" y="342900"/>
                </a:lnTo>
                <a:lnTo>
                  <a:pt x="74498" y="378904"/>
                </a:lnTo>
                <a:lnTo>
                  <a:pt x="110236" y="394169"/>
                </a:lnTo>
                <a:lnTo>
                  <a:pt x="117360" y="394716"/>
                </a:lnTo>
                <a:lnTo>
                  <a:pt x="127596" y="393890"/>
                </a:lnTo>
                <a:lnTo>
                  <a:pt x="164338" y="374840"/>
                </a:lnTo>
                <a:lnTo>
                  <a:pt x="166319" y="371856"/>
                </a:lnTo>
                <a:lnTo>
                  <a:pt x="170510" y="365569"/>
                </a:lnTo>
                <a:lnTo>
                  <a:pt x="174104" y="354888"/>
                </a:lnTo>
                <a:lnTo>
                  <a:pt x="175272" y="342900"/>
                </a:lnTo>
                <a:close/>
              </a:path>
              <a:path extrusionOk="0" h="629920" w="175895">
                <a:moveTo>
                  <a:pt x="175272" y="38100"/>
                </a:moveTo>
                <a:lnTo>
                  <a:pt x="174701" y="30632"/>
                </a:lnTo>
                <a:lnTo>
                  <a:pt x="172986" y="24003"/>
                </a:lnTo>
                <a:lnTo>
                  <a:pt x="170281" y="18288"/>
                </a:lnTo>
                <a:lnTo>
                  <a:pt x="170129" y="17957"/>
                </a:lnTo>
                <a:lnTo>
                  <a:pt x="141744" y="0"/>
                </a:lnTo>
                <a:lnTo>
                  <a:pt x="132880" y="1676"/>
                </a:lnTo>
                <a:lnTo>
                  <a:pt x="124599" y="6477"/>
                </a:lnTo>
                <a:lnTo>
                  <a:pt x="116878" y="14147"/>
                </a:lnTo>
                <a:lnTo>
                  <a:pt x="109740" y="24384"/>
                </a:lnTo>
                <a:lnTo>
                  <a:pt x="102120" y="42672"/>
                </a:lnTo>
                <a:lnTo>
                  <a:pt x="97548" y="50292"/>
                </a:lnTo>
                <a:lnTo>
                  <a:pt x="94500" y="54864"/>
                </a:lnTo>
                <a:lnTo>
                  <a:pt x="88404" y="57912"/>
                </a:lnTo>
                <a:lnTo>
                  <a:pt x="83832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67068" y="51816"/>
                </a:lnTo>
                <a:lnTo>
                  <a:pt x="65544" y="47244"/>
                </a:lnTo>
                <a:lnTo>
                  <a:pt x="65544" y="35052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59448" y="13716"/>
                </a:lnTo>
                <a:lnTo>
                  <a:pt x="60972" y="13716"/>
                </a:lnTo>
                <a:lnTo>
                  <a:pt x="62496" y="15240"/>
                </a:lnTo>
                <a:lnTo>
                  <a:pt x="62496" y="21336"/>
                </a:lnTo>
                <a:lnTo>
                  <a:pt x="60972" y="25908"/>
                </a:lnTo>
                <a:lnTo>
                  <a:pt x="57924" y="38100"/>
                </a:lnTo>
                <a:lnTo>
                  <a:pt x="58039" y="42672"/>
                </a:lnTo>
                <a:lnTo>
                  <a:pt x="58153" y="44196"/>
                </a:lnTo>
                <a:lnTo>
                  <a:pt x="58267" y="45720"/>
                </a:lnTo>
                <a:lnTo>
                  <a:pt x="80784" y="74676"/>
                </a:lnTo>
                <a:lnTo>
                  <a:pt x="96024" y="74676"/>
                </a:lnTo>
                <a:lnTo>
                  <a:pt x="102120" y="73152"/>
                </a:lnTo>
                <a:lnTo>
                  <a:pt x="106692" y="68580"/>
                </a:lnTo>
                <a:lnTo>
                  <a:pt x="110134" y="65443"/>
                </a:lnTo>
                <a:lnTo>
                  <a:pt x="113741" y="60579"/>
                </a:lnTo>
                <a:lnTo>
                  <a:pt x="114414" y="59436"/>
                </a:lnTo>
                <a:lnTo>
                  <a:pt x="117614" y="54013"/>
                </a:lnTo>
                <a:lnTo>
                  <a:pt x="140220" y="19812"/>
                </a:lnTo>
                <a:lnTo>
                  <a:pt x="144792" y="18288"/>
                </a:lnTo>
                <a:lnTo>
                  <a:pt x="155460" y="18288"/>
                </a:lnTo>
                <a:lnTo>
                  <a:pt x="160032" y="19812"/>
                </a:lnTo>
                <a:lnTo>
                  <a:pt x="163080" y="24384"/>
                </a:lnTo>
                <a:lnTo>
                  <a:pt x="166128" y="27432"/>
                </a:lnTo>
                <a:lnTo>
                  <a:pt x="167652" y="32004"/>
                </a:lnTo>
                <a:lnTo>
                  <a:pt x="167652" y="45720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1628"/>
                </a:lnTo>
                <a:lnTo>
                  <a:pt x="170700" y="70104"/>
                </a:lnTo>
                <a:lnTo>
                  <a:pt x="170700" y="64008"/>
                </a:lnTo>
                <a:lnTo>
                  <a:pt x="172224" y="60960"/>
                </a:lnTo>
                <a:lnTo>
                  <a:pt x="172288" y="60579"/>
                </a:lnTo>
                <a:lnTo>
                  <a:pt x="173748" y="51816"/>
                </a:lnTo>
                <a:lnTo>
                  <a:pt x="175272" y="44196"/>
                </a:lnTo>
                <a:lnTo>
                  <a:pt x="175272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251" name="Google Shape;8251;p111"/>
          <p:cNvPicPr preferRelativeResize="0"/>
          <p:nvPr/>
        </p:nvPicPr>
        <p:blipFill rotWithShape="1">
          <a:blip r:embed="rId124">
            <a:alphaModFix/>
          </a:blip>
          <a:srcRect b="0" l="0" r="0" t="0"/>
          <a:stretch/>
        </p:blipFill>
        <p:spPr>
          <a:xfrm>
            <a:off x="5699760" y="3730751"/>
            <a:ext cx="117348" cy="187452"/>
          </a:xfrm>
          <a:prstGeom prst="rect">
            <a:avLst/>
          </a:prstGeom>
          <a:noFill/>
          <a:ln>
            <a:noFill/>
          </a:ln>
        </p:spPr>
      </p:pic>
      <p:sp>
        <p:nvSpPr>
          <p:cNvPr id="8252" name="Google Shape;8252;p111"/>
          <p:cNvSpPr/>
          <p:nvPr/>
        </p:nvSpPr>
        <p:spPr>
          <a:xfrm>
            <a:off x="5699760" y="3116580"/>
            <a:ext cx="167640" cy="542925"/>
          </a:xfrm>
          <a:custGeom>
            <a:rect b="b" l="l" r="r" t="t"/>
            <a:pathLst>
              <a:path extrusionOk="0" h="542925" w="167639">
                <a:moveTo>
                  <a:pt x="114300" y="356616"/>
                </a:moveTo>
                <a:lnTo>
                  <a:pt x="111252" y="356616"/>
                </a:lnTo>
                <a:lnTo>
                  <a:pt x="111252" y="365760"/>
                </a:lnTo>
                <a:lnTo>
                  <a:pt x="109728" y="367284"/>
                </a:lnTo>
                <a:lnTo>
                  <a:pt x="108204" y="370332"/>
                </a:lnTo>
                <a:lnTo>
                  <a:pt x="106680" y="371856"/>
                </a:lnTo>
                <a:lnTo>
                  <a:pt x="105156" y="371856"/>
                </a:lnTo>
                <a:lnTo>
                  <a:pt x="102108" y="373380"/>
                </a:lnTo>
                <a:lnTo>
                  <a:pt x="32004" y="373380"/>
                </a:lnTo>
                <a:lnTo>
                  <a:pt x="24384" y="374904"/>
                </a:lnTo>
                <a:lnTo>
                  <a:pt x="0" y="396240"/>
                </a:lnTo>
                <a:lnTo>
                  <a:pt x="0" y="408432"/>
                </a:lnTo>
                <a:lnTo>
                  <a:pt x="24384" y="440436"/>
                </a:lnTo>
                <a:lnTo>
                  <a:pt x="16764" y="441960"/>
                </a:lnTo>
                <a:lnTo>
                  <a:pt x="10668" y="445008"/>
                </a:lnTo>
                <a:lnTo>
                  <a:pt x="1524" y="454152"/>
                </a:lnTo>
                <a:lnTo>
                  <a:pt x="0" y="460248"/>
                </a:lnTo>
                <a:lnTo>
                  <a:pt x="0" y="470916"/>
                </a:lnTo>
                <a:lnTo>
                  <a:pt x="3048" y="480060"/>
                </a:lnTo>
                <a:lnTo>
                  <a:pt x="4572" y="483108"/>
                </a:lnTo>
                <a:lnTo>
                  <a:pt x="7620" y="487680"/>
                </a:lnTo>
                <a:lnTo>
                  <a:pt x="10668" y="490728"/>
                </a:lnTo>
                <a:lnTo>
                  <a:pt x="10668" y="492252"/>
                </a:lnTo>
                <a:lnTo>
                  <a:pt x="16764" y="496824"/>
                </a:lnTo>
                <a:lnTo>
                  <a:pt x="24384" y="504444"/>
                </a:lnTo>
                <a:lnTo>
                  <a:pt x="0" y="504444"/>
                </a:lnTo>
                <a:lnTo>
                  <a:pt x="0" y="510540"/>
                </a:lnTo>
                <a:lnTo>
                  <a:pt x="13716" y="542544"/>
                </a:lnTo>
                <a:lnTo>
                  <a:pt x="16764" y="541020"/>
                </a:lnTo>
                <a:lnTo>
                  <a:pt x="15240" y="537972"/>
                </a:lnTo>
                <a:lnTo>
                  <a:pt x="15240" y="530352"/>
                </a:lnTo>
                <a:lnTo>
                  <a:pt x="19812" y="525780"/>
                </a:lnTo>
                <a:lnTo>
                  <a:pt x="25908" y="525780"/>
                </a:lnTo>
                <a:lnTo>
                  <a:pt x="35052" y="524256"/>
                </a:lnTo>
                <a:lnTo>
                  <a:pt x="97536" y="524256"/>
                </a:lnTo>
                <a:lnTo>
                  <a:pt x="102108" y="525780"/>
                </a:lnTo>
                <a:lnTo>
                  <a:pt x="103632" y="525780"/>
                </a:lnTo>
                <a:lnTo>
                  <a:pt x="106680" y="527304"/>
                </a:lnTo>
                <a:lnTo>
                  <a:pt x="109728" y="530352"/>
                </a:lnTo>
                <a:lnTo>
                  <a:pt x="111252" y="533400"/>
                </a:lnTo>
                <a:lnTo>
                  <a:pt x="111252" y="541020"/>
                </a:lnTo>
                <a:lnTo>
                  <a:pt x="114300" y="541020"/>
                </a:lnTo>
                <a:lnTo>
                  <a:pt x="114300" y="487680"/>
                </a:lnTo>
                <a:lnTo>
                  <a:pt x="111252" y="487680"/>
                </a:lnTo>
                <a:lnTo>
                  <a:pt x="111252" y="498348"/>
                </a:lnTo>
                <a:lnTo>
                  <a:pt x="106680" y="502920"/>
                </a:lnTo>
                <a:lnTo>
                  <a:pt x="105156" y="502920"/>
                </a:lnTo>
                <a:lnTo>
                  <a:pt x="102108" y="504444"/>
                </a:lnTo>
                <a:lnTo>
                  <a:pt x="30480" y="504444"/>
                </a:lnTo>
                <a:lnTo>
                  <a:pt x="25908" y="501396"/>
                </a:lnTo>
                <a:lnTo>
                  <a:pt x="22860" y="496824"/>
                </a:lnTo>
                <a:lnTo>
                  <a:pt x="18288" y="490728"/>
                </a:lnTo>
                <a:lnTo>
                  <a:pt x="15240" y="481584"/>
                </a:lnTo>
                <a:lnTo>
                  <a:pt x="15240" y="470916"/>
                </a:lnTo>
                <a:lnTo>
                  <a:pt x="18288" y="466344"/>
                </a:lnTo>
                <a:lnTo>
                  <a:pt x="27432" y="460248"/>
                </a:lnTo>
                <a:lnTo>
                  <a:pt x="33528" y="458724"/>
                </a:lnTo>
                <a:lnTo>
                  <a:pt x="97536" y="458724"/>
                </a:lnTo>
                <a:lnTo>
                  <a:pt x="100584" y="460248"/>
                </a:lnTo>
                <a:lnTo>
                  <a:pt x="105156" y="460248"/>
                </a:lnTo>
                <a:lnTo>
                  <a:pt x="108204" y="461772"/>
                </a:lnTo>
                <a:lnTo>
                  <a:pt x="109728" y="464820"/>
                </a:lnTo>
                <a:lnTo>
                  <a:pt x="111252" y="466344"/>
                </a:lnTo>
                <a:lnTo>
                  <a:pt x="111252" y="475488"/>
                </a:lnTo>
                <a:lnTo>
                  <a:pt x="114300" y="475488"/>
                </a:lnTo>
                <a:lnTo>
                  <a:pt x="114300" y="422148"/>
                </a:lnTo>
                <a:lnTo>
                  <a:pt x="111252" y="422148"/>
                </a:lnTo>
                <a:lnTo>
                  <a:pt x="111252" y="431292"/>
                </a:lnTo>
                <a:lnTo>
                  <a:pt x="109728" y="434340"/>
                </a:lnTo>
                <a:lnTo>
                  <a:pt x="105156" y="438912"/>
                </a:lnTo>
                <a:lnTo>
                  <a:pt x="30480" y="438912"/>
                </a:lnTo>
                <a:lnTo>
                  <a:pt x="24384" y="432816"/>
                </a:lnTo>
                <a:lnTo>
                  <a:pt x="18288" y="423672"/>
                </a:lnTo>
                <a:lnTo>
                  <a:pt x="16764" y="420624"/>
                </a:lnTo>
                <a:lnTo>
                  <a:pt x="15240" y="416052"/>
                </a:lnTo>
                <a:lnTo>
                  <a:pt x="15240" y="405384"/>
                </a:lnTo>
                <a:lnTo>
                  <a:pt x="18288" y="399288"/>
                </a:lnTo>
                <a:lnTo>
                  <a:pt x="22860" y="396240"/>
                </a:lnTo>
                <a:lnTo>
                  <a:pt x="27432" y="394716"/>
                </a:lnTo>
                <a:lnTo>
                  <a:pt x="33528" y="393192"/>
                </a:lnTo>
                <a:lnTo>
                  <a:pt x="96012" y="393192"/>
                </a:lnTo>
                <a:lnTo>
                  <a:pt x="100584" y="394716"/>
                </a:lnTo>
                <a:lnTo>
                  <a:pt x="105156" y="394716"/>
                </a:lnTo>
                <a:lnTo>
                  <a:pt x="108204" y="397764"/>
                </a:lnTo>
                <a:lnTo>
                  <a:pt x="111252" y="403860"/>
                </a:lnTo>
                <a:lnTo>
                  <a:pt x="111252" y="409956"/>
                </a:lnTo>
                <a:lnTo>
                  <a:pt x="114300" y="409956"/>
                </a:lnTo>
                <a:lnTo>
                  <a:pt x="114300" y="356616"/>
                </a:lnTo>
                <a:close/>
              </a:path>
              <a:path extrusionOk="0" h="542925" w="167639">
                <a:moveTo>
                  <a:pt x="114300" y="121920"/>
                </a:moveTo>
                <a:lnTo>
                  <a:pt x="111252" y="121920"/>
                </a:lnTo>
                <a:lnTo>
                  <a:pt x="111252" y="131064"/>
                </a:lnTo>
                <a:lnTo>
                  <a:pt x="105156" y="137160"/>
                </a:lnTo>
                <a:lnTo>
                  <a:pt x="102108" y="137160"/>
                </a:lnTo>
                <a:lnTo>
                  <a:pt x="97536" y="138684"/>
                </a:lnTo>
                <a:lnTo>
                  <a:pt x="24384" y="138684"/>
                </a:lnTo>
                <a:lnTo>
                  <a:pt x="19812" y="141732"/>
                </a:lnTo>
                <a:lnTo>
                  <a:pt x="12192" y="143256"/>
                </a:lnTo>
                <a:lnTo>
                  <a:pt x="7620" y="147828"/>
                </a:lnTo>
                <a:lnTo>
                  <a:pt x="1524" y="156972"/>
                </a:lnTo>
                <a:lnTo>
                  <a:pt x="0" y="161544"/>
                </a:lnTo>
                <a:lnTo>
                  <a:pt x="0" y="167640"/>
                </a:lnTo>
                <a:lnTo>
                  <a:pt x="1447" y="176809"/>
                </a:lnTo>
                <a:lnTo>
                  <a:pt x="5905" y="186118"/>
                </a:lnTo>
                <a:lnTo>
                  <a:pt x="13500" y="195719"/>
                </a:lnTo>
                <a:lnTo>
                  <a:pt x="24384" y="205740"/>
                </a:lnTo>
                <a:lnTo>
                  <a:pt x="0" y="205740"/>
                </a:lnTo>
                <a:lnTo>
                  <a:pt x="0" y="210312"/>
                </a:lnTo>
                <a:lnTo>
                  <a:pt x="13716" y="243840"/>
                </a:lnTo>
                <a:lnTo>
                  <a:pt x="16764" y="242316"/>
                </a:lnTo>
                <a:lnTo>
                  <a:pt x="15240" y="239268"/>
                </a:lnTo>
                <a:lnTo>
                  <a:pt x="15240" y="230124"/>
                </a:lnTo>
                <a:lnTo>
                  <a:pt x="18288" y="227076"/>
                </a:lnTo>
                <a:lnTo>
                  <a:pt x="19812" y="227076"/>
                </a:lnTo>
                <a:lnTo>
                  <a:pt x="22860" y="225552"/>
                </a:lnTo>
                <a:lnTo>
                  <a:pt x="99060" y="225552"/>
                </a:lnTo>
                <a:lnTo>
                  <a:pt x="103632" y="227076"/>
                </a:lnTo>
                <a:lnTo>
                  <a:pt x="109728" y="230124"/>
                </a:lnTo>
                <a:lnTo>
                  <a:pt x="111252" y="234696"/>
                </a:lnTo>
                <a:lnTo>
                  <a:pt x="111252" y="242316"/>
                </a:lnTo>
                <a:lnTo>
                  <a:pt x="114300" y="242316"/>
                </a:lnTo>
                <a:lnTo>
                  <a:pt x="114300" y="225552"/>
                </a:lnTo>
                <a:lnTo>
                  <a:pt x="114300" y="188976"/>
                </a:lnTo>
                <a:lnTo>
                  <a:pt x="111252" y="188976"/>
                </a:lnTo>
                <a:lnTo>
                  <a:pt x="111252" y="198120"/>
                </a:lnTo>
                <a:lnTo>
                  <a:pt x="105156" y="204216"/>
                </a:lnTo>
                <a:lnTo>
                  <a:pt x="102108" y="205740"/>
                </a:lnTo>
                <a:lnTo>
                  <a:pt x="30480" y="205740"/>
                </a:lnTo>
                <a:lnTo>
                  <a:pt x="24231" y="197980"/>
                </a:lnTo>
                <a:lnTo>
                  <a:pt x="19431" y="190500"/>
                </a:lnTo>
                <a:lnTo>
                  <a:pt x="16332" y="183032"/>
                </a:lnTo>
                <a:lnTo>
                  <a:pt x="15240" y="175260"/>
                </a:lnTo>
                <a:lnTo>
                  <a:pt x="15240" y="169164"/>
                </a:lnTo>
                <a:lnTo>
                  <a:pt x="18288" y="164592"/>
                </a:lnTo>
                <a:lnTo>
                  <a:pt x="22860" y="163068"/>
                </a:lnTo>
                <a:lnTo>
                  <a:pt x="27432" y="160020"/>
                </a:lnTo>
                <a:lnTo>
                  <a:pt x="33528" y="158496"/>
                </a:lnTo>
                <a:lnTo>
                  <a:pt x="102108" y="158496"/>
                </a:lnTo>
                <a:lnTo>
                  <a:pt x="105156" y="160020"/>
                </a:lnTo>
                <a:lnTo>
                  <a:pt x="108204" y="163068"/>
                </a:lnTo>
                <a:lnTo>
                  <a:pt x="111252" y="164592"/>
                </a:lnTo>
                <a:lnTo>
                  <a:pt x="111252" y="175260"/>
                </a:lnTo>
                <a:lnTo>
                  <a:pt x="114300" y="175260"/>
                </a:lnTo>
                <a:lnTo>
                  <a:pt x="114300" y="158496"/>
                </a:lnTo>
                <a:lnTo>
                  <a:pt x="114300" y="121920"/>
                </a:lnTo>
                <a:close/>
              </a:path>
              <a:path extrusionOk="0" h="542925" w="167639">
                <a:moveTo>
                  <a:pt x="117335" y="269748"/>
                </a:moveTo>
                <a:lnTo>
                  <a:pt x="116192" y="263131"/>
                </a:lnTo>
                <a:lnTo>
                  <a:pt x="112763" y="256794"/>
                </a:lnTo>
                <a:lnTo>
                  <a:pt x="107048" y="250469"/>
                </a:lnTo>
                <a:lnTo>
                  <a:pt x="99047" y="243840"/>
                </a:lnTo>
                <a:lnTo>
                  <a:pt x="92951" y="243840"/>
                </a:lnTo>
                <a:lnTo>
                  <a:pt x="102095" y="252984"/>
                </a:lnTo>
                <a:lnTo>
                  <a:pt x="102095" y="259080"/>
                </a:lnTo>
                <a:lnTo>
                  <a:pt x="100571" y="259080"/>
                </a:lnTo>
                <a:lnTo>
                  <a:pt x="100571" y="260604"/>
                </a:lnTo>
                <a:lnTo>
                  <a:pt x="99047" y="260604"/>
                </a:lnTo>
                <a:lnTo>
                  <a:pt x="95999" y="262128"/>
                </a:lnTo>
                <a:lnTo>
                  <a:pt x="19799" y="262128"/>
                </a:lnTo>
                <a:lnTo>
                  <a:pt x="16751" y="263652"/>
                </a:lnTo>
                <a:lnTo>
                  <a:pt x="7607" y="269748"/>
                </a:lnTo>
                <a:lnTo>
                  <a:pt x="4559" y="274320"/>
                </a:lnTo>
                <a:lnTo>
                  <a:pt x="2565" y="280085"/>
                </a:lnTo>
                <a:lnTo>
                  <a:pt x="2489" y="280416"/>
                </a:lnTo>
                <a:lnTo>
                  <a:pt x="1130" y="286131"/>
                </a:lnTo>
                <a:lnTo>
                  <a:pt x="279" y="292760"/>
                </a:lnTo>
                <a:lnTo>
                  <a:pt x="393" y="306324"/>
                </a:lnTo>
                <a:lnTo>
                  <a:pt x="482" y="307848"/>
                </a:lnTo>
                <a:lnTo>
                  <a:pt x="558" y="309067"/>
                </a:lnTo>
                <a:lnTo>
                  <a:pt x="635" y="309372"/>
                </a:lnTo>
                <a:lnTo>
                  <a:pt x="2273" y="317182"/>
                </a:lnTo>
                <a:lnTo>
                  <a:pt x="5130" y="324446"/>
                </a:lnTo>
                <a:lnTo>
                  <a:pt x="5245" y="324612"/>
                </a:lnTo>
                <a:lnTo>
                  <a:pt x="9131" y="330708"/>
                </a:lnTo>
                <a:lnTo>
                  <a:pt x="15227" y="338328"/>
                </a:lnTo>
                <a:lnTo>
                  <a:pt x="21323" y="341376"/>
                </a:lnTo>
                <a:lnTo>
                  <a:pt x="31991" y="341376"/>
                </a:lnTo>
                <a:lnTo>
                  <a:pt x="35039" y="339852"/>
                </a:lnTo>
                <a:lnTo>
                  <a:pt x="38087" y="336804"/>
                </a:lnTo>
                <a:lnTo>
                  <a:pt x="39611" y="333756"/>
                </a:lnTo>
                <a:lnTo>
                  <a:pt x="39611" y="329184"/>
                </a:lnTo>
                <a:lnTo>
                  <a:pt x="38087" y="326136"/>
                </a:lnTo>
                <a:lnTo>
                  <a:pt x="35039" y="323088"/>
                </a:lnTo>
                <a:lnTo>
                  <a:pt x="31991" y="321564"/>
                </a:lnTo>
                <a:lnTo>
                  <a:pt x="18275" y="321564"/>
                </a:lnTo>
                <a:lnTo>
                  <a:pt x="15227" y="320040"/>
                </a:lnTo>
                <a:lnTo>
                  <a:pt x="9131" y="313944"/>
                </a:lnTo>
                <a:lnTo>
                  <a:pt x="7607" y="309372"/>
                </a:lnTo>
                <a:lnTo>
                  <a:pt x="7708" y="296799"/>
                </a:lnTo>
                <a:lnTo>
                  <a:pt x="7759" y="296608"/>
                </a:lnTo>
                <a:lnTo>
                  <a:pt x="9131" y="291084"/>
                </a:lnTo>
                <a:lnTo>
                  <a:pt x="13703" y="288036"/>
                </a:lnTo>
                <a:lnTo>
                  <a:pt x="18275" y="283464"/>
                </a:lnTo>
                <a:lnTo>
                  <a:pt x="25895" y="281940"/>
                </a:lnTo>
                <a:lnTo>
                  <a:pt x="41135" y="281940"/>
                </a:lnTo>
                <a:lnTo>
                  <a:pt x="46570" y="295681"/>
                </a:lnTo>
                <a:lnTo>
                  <a:pt x="51422" y="307276"/>
                </a:lnTo>
                <a:lnTo>
                  <a:pt x="74663" y="341376"/>
                </a:lnTo>
                <a:lnTo>
                  <a:pt x="79235" y="344424"/>
                </a:lnTo>
                <a:lnTo>
                  <a:pt x="83807" y="345948"/>
                </a:lnTo>
                <a:lnTo>
                  <a:pt x="97523" y="345948"/>
                </a:lnTo>
                <a:lnTo>
                  <a:pt x="103619" y="342900"/>
                </a:lnTo>
                <a:lnTo>
                  <a:pt x="109715" y="338328"/>
                </a:lnTo>
                <a:lnTo>
                  <a:pt x="114287" y="333756"/>
                </a:lnTo>
                <a:lnTo>
                  <a:pt x="117335" y="326136"/>
                </a:lnTo>
                <a:lnTo>
                  <a:pt x="117335" y="313944"/>
                </a:lnTo>
                <a:lnTo>
                  <a:pt x="102095" y="287985"/>
                </a:lnTo>
                <a:lnTo>
                  <a:pt x="102095" y="312420"/>
                </a:lnTo>
                <a:lnTo>
                  <a:pt x="100622" y="316877"/>
                </a:lnTo>
                <a:lnTo>
                  <a:pt x="100761" y="316877"/>
                </a:lnTo>
                <a:lnTo>
                  <a:pt x="95999" y="320040"/>
                </a:lnTo>
                <a:lnTo>
                  <a:pt x="92951" y="324612"/>
                </a:lnTo>
                <a:lnTo>
                  <a:pt x="88379" y="326136"/>
                </a:lnTo>
                <a:lnTo>
                  <a:pt x="77711" y="326136"/>
                </a:lnTo>
                <a:lnTo>
                  <a:pt x="73139" y="324612"/>
                </a:lnTo>
                <a:lnTo>
                  <a:pt x="70091" y="321564"/>
                </a:lnTo>
                <a:lnTo>
                  <a:pt x="65519" y="318516"/>
                </a:lnTo>
                <a:lnTo>
                  <a:pt x="62471" y="313944"/>
                </a:lnTo>
                <a:lnTo>
                  <a:pt x="59423" y="306324"/>
                </a:lnTo>
                <a:lnTo>
                  <a:pt x="57124" y="302945"/>
                </a:lnTo>
                <a:lnTo>
                  <a:pt x="57023" y="302729"/>
                </a:lnTo>
                <a:lnTo>
                  <a:pt x="54660" y="297561"/>
                </a:lnTo>
                <a:lnTo>
                  <a:pt x="51930" y="290474"/>
                </a:lnTo>
                <a:lnTo>
                  <a:pt x="48755" y="281940"/>
                </a:lnTo>
                <a:lnTo>
                  <a:pt x="89903" y="281940"/>
                </a:lnTo>
                <a:lnTo>
                  <a:pt x="102095" y="312420"/>
                </a:lnTo>
                <a:lnTo>
                  <a:pt x="102095" y="287985"/>
                </a:lnTo>
                <a:lnTo>
                  <a:pt x="97523" y="281940"/>
                </a:lnTo>
                <a:lnTo>
                  <a:pt x="105143" y="281940"/>
                </a:lnTo>
                <a:lnTo>
                  <a:pt x="109715" y="280416"/>
                </a:lnTo>
                <a:lnTo>
                  <a:pt x="112763" y="278892"/>
                </a:lnTo>
                <a:lnTo>
                  <a:pt x="115811" y="275844"/>
                </a:lnTo>
                <a:lnTo>
                  <a:pt x="117335" y="272796"/>
                </a:lnTo>
                <a:lnTo>
                  <a:pt x="117335" y="269748"/>
                </a:lnTo>
                <a:close/>
              </a:path>
              <a:path extrusionOk="0" h="542925" w="167639">
                <a:moveTo>
                  <a:pt x="167627" y="91440"/>
                </a:moveTo>
                <a:lnTo>
                  <a:pt x="134099" y="60960"/>
                </a:lnTo>
                <a:lnTo>
                  <a:pt x="126682" y="57912"/>
                </a:lnTo>
                <a:lnTo>
                  <a:pt x="37680" y="21336"/>
                </a:lnTo>
                <a:lnTo>
                  <a:pt x="22847" y="15240"/>
                </a:lnTo>
                <a:lnTo>
                  <a:pt x="18275" y="13716"/>
                </a:lnTo>
                <a:lnTo>
                  <a:pt x="15227" y="12192"/>
                </a:lnTo>
                <a:lnTo>
                  <a:pt x="13703" y="12192"/>
                </a:lnTo>
                <a:lnTo>
                  <a:pt x="7607" y="6096"/>
                </a:lnTo>
                <a:lnTo>
                  <a:pt x="7607" y="4572"/>
                </a:lnTo>
                <a:lnTo>
                  <a:pt x="6083" y="3048"/>
                </a:lnTo>
                <a:lnTo>
                  <a:pt x="6083" y="0"/>
                </a:lnTo>
                <a:lnTo>
                  <a:pt x="3035" y="0"/>
                </a:lnTo>
                <a:lnTo>
                  <a:pt x="3035" y="33528"/>
                </a:lnTo>
                <a:lnTo>
                  <a:pt x="6083" y="33528"/>
                </a:lnTo>
                <a:lnTo>
                  <a:pt x="6083" y="27432"/>
                </a:lnTo>
                <a:lnTo>
                  <a:pt x="7607" y="25908"/>
                </a:lnTo>
                <a:lnTo>
                  <a:pt x="7607" y="24384"/>
                </a:lnTo>
                <a:lnTo>
                  <a:pt x="10655" y="21336"/>
                </a:lnTo>
                <a:lnTo>
                  <a:pt x="16751" y="21336"/>
                </a:lnTo>
                <a:lnTo>
                  <a:pt x="19799" y="22860"/>
                </a:lnTo>
                <a:lnTo>
                  <a:pt x="24371" y="24384"/>
                </a:lnTo>
                <a:lnTo>
                  <a:pt x="85331" y="48768"/>
                </a:lnTo>
                <a:lnTo>
                  <a:pt x="28943" y="76200"/>
                </a:lnTo>
                <a:lnTo>
                  <a:pt x="22847" y="77724"/>
                </a:lnTo>
                <a:lnTo>
                  <a:pt x="18275" y="79248"/>
                </a:lnTo>
                <a:lnTo>
                  <a:pt x="10655" y="79248"/>
                </a:lnTo>
                <a:lnTo>
                  <a:pt x="9131" y="76200"/>
                </a:lnTo>
                <a:lnTo>
                  <a:pt x="7607" y="74676"/>
                </a:lnTo>
                <a:lnTo>
                  <a:pt x="6083" y="71628"/>
                </a:lnTo>
                <a:lnTo>
                  <a:pt x="6083" y="65532"/>
                </a:lnTo>
                <a:lnTo>
                  <a:pt x="3035" y="65532"/>
                </a:lnTo>
                <a:lnTo>
                  <a:pt x="3035" y="118872"/>
                </a:lnTo>
                <a:lnTo>
                  <a:pt x="6083" y="118872"/>
                </a:lnTo>
                <a:lnTo>
                  <a:pt x="7607" y="114300"/>
                </a:lnTo>
                <a:lnTo>
                  <a:pt x="9131" y="111252"/>
                </a:lnTo>
                <a:lnTo>
                  <a:pt x="10655" y="109728"/>
                </a:lnTo>
                <a:lnTo>
                  <a:pt x="10655" y="108204"/>
                </a:lnTo>
                <a:lnTo>
                  <a:pt x="16751" y="105156"/>
                </a:lnTo>
                <a:lnTo>
                  <a:pt x="19799" y="102108"/>
                </a:lnTo>
                <a:lnTo>
                  <a:pt x="66255" y="79248"/>
                </a:lnTo>
                <a:lnTo>
                  <a:pt x="109715" y="57912"/>
                </a:lnTo>
                <a:lnTo>
                  <a:pt x="129527" y="65532"/>
                </a:lnTo>
                <a:lnTo>
                  <a:pt x="137147" y="68580"/>
                </a:lnTo>
                <a:lnTo>
                  <a:pt x="141719" y="71628"/>
                </a:lnTo>
                <a:lnTo>
                  <a:pt x="144767" y="74676"/>
                </a:lnTo>
                <a:lnTo>
                  <a:pt x="147815" y="80772"/>
                </a:lnTo>
                <a:lnTo>
                  <a:pt x="147815" y="85344"/>
                </a:lnTo>
                <a:lnTo>
                  <a:pt x="144767" y="94488"/>
                </a:lnTo>
                <a:lnTo>
                  <a:pt x="143243" y="97536"/>
                </a:lnTo>
                <a:lnTo>
                  <a:pt x="143243" y="105156"/>
                </a:lnTo>
                <a:lnTo>
                  <a:pt x="144767" y="108204"/>
                </a:lnTo>
                <a:lnTo>
                  <a:pt x="146291" y="109728"/>
                </a:lnTo>
                <a:lnTo>
                  <a:pt x="147815" y="112776"/>
                </a:lnTo>
                <a:lnTo>
                  <a:pt x="150863" y="114300"/>
                </a:lnTo>
                <a:lnTo>
                  <a:pt x="158483" y="114300"/>
                </a:lnTo>
                <a:lnTo>
                  <a:pt x="161531" y="112776"/>
                </a:lnTo>
                <a:lnTo>
                  <a:pt x="163055" y="109728"/>
                </a:lnTo>
                <a:lnTo>
                  <a:pt x="166103" y="106680"/>
                </a:lnTo>
                <a:lnTo>
                  <a:pt x="167627" y="102108"/>
                </a:lnTo>
                <a:lnTo>
                  <a:pt x="167627" y="914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253" name="Google Shape;8253;p111"/>
          <p:cNvPicPr preferRelativeResize="0"/>
          <p:nvPr/>
        </p:nvPicPr>
        <p:blipFill rotWithShape="1">
          <a:blip r:embed="rId125">
            <a:alphaModFix/>
          </a:blip>
          <a:srcRect b="0" l="0" r="0" t="0"/>
          <a:stretch/>
        </p:blipFill>
        <p:spPr>
          <a:xfrm>
            <a:off x="5641847" y="2139695"/>
            <a:ext cx="225551" cy="912876"/>
          </a:xfrm>
          <a:prstGeom prst="rect">
            <a:avLst/>
          </a:prstGeom>
          <a:noFill/>
          <a:ln>
            <a:noFill/>
          </a:ln>
        </p:spPr>
      </p:pic>
      <p:pic>
        <p:nvPicPr>
          <p:cNvPr id="8254" name="Google Shape;8254;p111"/>
          <p:cNvPicPr preferRelativeResize="0"/>
          <p:nvPr/>
        </p:nvPicPr>
        <p:blipFill rotWithShape="1">
          <a:blip r:embed="rId126">
            <a:alphaModFix/>
          </a:blip>
          <a:srcRect b="0" l="0" r="0" t="0"/>
          <a:stretch/>
        </p:blipFill>
        <p:spPr>
          <a:xfrm>
            <a:off x="5699759" y="1874520"/>
            <a:ext cx="117348" cy="185927"/>
          </a:xfrm>
          <a:prstGeom prst="rect">
            <a:avLst/>
          </a:prstGeom>
          <a:noFill/>
          <a:ln>
            <a:noFill/>
          </a:ln>
        </p:spPr>
      </p:pic>
      <p:pic>
        <p:nvPicPr>
          <p:cNvPr id="8255" name="Google Shape;8255;p111"/>
          <p:cNvPicPr preferRelativeResize="0"/>
          <p:nvPr/>
        </p:nvPicPr>
        <p:blipFill rotWithShape="1">
          <a:blip r:embed="rId127">
            <a:alphaModFix/>
          </a:blip>
          <a:srcRect b="0" l="0" r="0" t="0"/>
          <a:stretch/>
        </p:blipFill>
        <p:spPr>
          <a:xfrm>
            <a:off x="5939028" y="4971288"/>
            <a:ext cx="225551" cy="8686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6" name="Google Shape;8256;p111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8257" name="Google Shape;8257;p111"/>
            <p:cNvPicPr preferRelativeResize="0"/>
            <p:nvPr/>
          </p:nvPicPr>
          <p:blipFill rotWithShape="1">
            <a:blip r:embed="rId128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58" name="Google Shape;8258;p111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259" name="Google Shape;8259;p111"/>
          <p:cNvPicPr preferRelativeResize="0"/>
          <p:nvPr/>
        </p:nvPicPr>
        <p:blipFill rotWithShape="1">
          <a:blip r:embed="rId129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60" name="Google Shape;8260;p111"/>
          <p:cNvPicPr preferRelativeResize="0"/>
          <p:nvPr/>
        </p:nvPicPr>
        <p:blipFill rotWithShape="1">
          <a:blip r:embed="rId130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61" name="Google Shape;8261;p111"/>
          <p:cNvGrpSpPr/>
          <p:nvPr/>
        </p:nvGrpSpPr>
        <p:grpSpPr>
          <a:xfrm>
            <a:off x="6655307" y="1735836"/>
            <a:ext cx="117349" cy="242570"/>
            <a:chOff x="6655307" y="1735836"/>
            <a:chExt cx="117349" cy="242570"/>
          </a:xfrm>
        </p:grpSpPr>
        <p:sp>
          <p:nvSpPr>
            <p:cNvPr id="8262" name="Google Shape;8262;p111"/>
            <p:cNvSpPr/>
            <p:nvPr/>
          </p:nvSpPr>
          <p:spPr>
            <a:xfrm>
              <a:off x="6655307" y="1918716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263" name="Google Shape;8263;p111"/>
            <p:cNvPicPr preferRelativeResize="0"/>
            <p:nvPr/>
          </p:nvPicPr>
          <p:blipFill rotWithShape="1">
            <a:blip r:embed="rId131">
              <a:alphaModFix/>
            </a:blip>
            <a:srcRect b="0" l="0" r="0" t="0"/>
            <a:stretch/>
          </p:blipFill>
          <p:spPr>
            <a:xfrm>
              <a:off x="6655308" y="1735836"/>
              <a:ext cx="117348" cy="16306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spTree>
      <p:nvGrpSpPr>
        <p:cNvPr id="8267" name="Shape 8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68" name="Google Shape;8268;p11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6067044" y="8955023"/>
            <a:ext cx="568451" cy="6355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69" name="Google Shape;8269;p112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298691" y="4690871"/>
            <a:ext cx="152400" cy="14508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70" name="Google Shape;8270;p112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416039" y="754380"/>
            <a:ext cx="521208" cy="7086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71" name="Google Shape;8271;p112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6161532" y="676655"/>
            <a:ext cx="152399" cy="12832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72" name="Google Shape;8272;p112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6786371" y="8534400"/>
            <a:ext cx="117348" cy="1543812"/>
          </a:xfrm>
          <a:prstGeom prst="rect">
            <a:avLst/>
          </a:prstGeom>
          <a:noFill/>
          <a:ln>
            <a:noFill/>
          </a:ln>
        </p:spPr>
      </p:pic>
      <p:sp>
        <p:nvSpPr>
          <p:cNvPr id="8273" name="Google Shape;8273;p112"/>
          <p:cNvSpPr/>
          <p:nvPr/>
        </p:nvSpPr>
        <p:spPr>
          <a:xfrm>
            <a:off x="816863" y="6830568"/>
            <a:ext cx="342900" cy="1080770"/>
          </a:xfrm>
          <a:custGeom>
            <a:rect b="b" l="l" r="r" t="t"/>
            <a:pathLst>
              <a:path extrusionOk="0" h="1080770" w="342900">
                <a:moveTo>
                  <a:pt x="335280" y="467868"/>
                </a:moveTo>
                <a:lnTo>
                  <a:pt x="245364" y="440436"/>
                </a:lnTo>
                <a:lnTo>
                  <a:pt x="243840" y="448056"/>
                </a:lnTo>
                <a:lnTo>
                  <a:pt x="257810" y="454012"/>
                </a:lnTo>
                <a:lnTo>
                  <a:pt x="269938" y="460248"/>
                </a:lnTo>
                <a:lnTo>
                  <a:pt x="300228" y="486156"/>
                </a:lnTo>
                <a:lnTo>
                  <a:pt x="313626" y="535457"/>
                </a:lnTo>
                <a:lnTo>
                  <a:pt x="313944" y="553212"/>
                </a:lnTo>
                <a:lnTo>
                  <a:pt x="313944" y="577596"/>
                </a:lnTo>
                <a:lnTo>
                  <a:pt x="309372" y="618744"/>
                </a:lnTo>
                <a:lnTo>
                  <a:pt x="303276" y="623316"/>
                </a:lnTo>
                <a:lnTo>
                  <a:pt x="298983" y="625322"/>
                </a:lnTo>
                <a:lnTo>
                  <a:pt x="292989" y="626745"/>
                </a:lnTo>
                <a:lnTo>
                  <a:pt x="285267" y="627608"/>
                </a:lnTo>
                <a:lnTo>
                  <a:pt x="275844" y="627888"/>
                </a:lnTo>
                <a:lnTo>
                  <a:pt x="70104" y="627888"/>
                </a:lnTo>
                <a:lnTo>
                  <a:pt x="27419" y="620268"/>
                </a:lnTo>
                <a:lnTo>
                  <a:pt x="15240" y="574548"/>
                </a:lnTo>
                <a:lnTo>
                  <a:pt x="7607" y="574548"/>
                </a:lnTo>
                <a:lnTo>
                  <a:pt x="7607" y="720852"/>
                </a:lnTo>
                <a:lnTo>
                  <a:pt x="15240" y="720852"/>
                </a:lnTo>
                <a:lnTo>
                  <a:pt x="15240" y="707136"/>
                </a:lnTo>
                <a:lnTo>
                  <a:pt x="15824" y="698563"/>
                </a:lnTo>
                <a:lnTo>
                  <a:pt x="51193" y="673925"/>
                </a:lnTo>
                <a:lnTo>
                  <a:pt x="65519" y="673608"/>
                </a:lnTo>
                <a:lnTo>
                  <a:pt x="277368" y="673608"/>
                </a:lnTo>
                <a:lnTo>
                  <a:pt x="319938" y="683348"/>
                </a:lnTo>
                <a:lnTo>
                  <a:pt x="327660" y="707136"/>
                </a:lnTo>
                <a:lnTo>
                  <a:pt x="327660" y="720852"/>
                </a:lnTo>
                <a:lnTo>
                  <a:pt x="335280" y="720852"/>
                </a:lnTo>
                <a:lnTo>
                  <a:pt x="335280" y="467868"/>
                </a:lnTo>
                <a:close/>
              </a:path>
              <a:path extrusionOk="0" h="1080770" w="342900">
                <a:moveTo>
                  <a:pt x="335280" y="0"/>
                </a:moveTo>
                <a:lnTo>
                  <a:pt x="327660" y="0"/>
                </a:lnTo>
                <a:lnTo>
                  <a:pt x="327660" y="10668"/>
                </a:lnTo>
                <a:lnTo>
                  <a:pt x="327660" y="18288"/>
                </a:lnTo>
                <a:lnTo>
                  <a:pt x="298132" y="46291"/>
                </a:lnTo>
                <a:lnTo>
                  <a:pt x="277368" y="47244"/>
                </a:lnTo>
                <a:lnTo>
                  <a:pt x="65532" y="47244"/>
                </a:lnTo>
                <a:lnTo>
                  <a:pt x="27432" y="41148"/>
                </a:lnTo>
                <a:lnTo>
                  <a:pt x="15240" y="10668"/>
                </a:lnTo>
                <a:lnTo>
                  <a:pt x="15240" y="0"/>
                </a:lnTo>
                <a:lnTo>
                  <a:pt x="7620" y="0"/>
                </a:lnTo>
                <a:lnTo>
                  <a:pt x="7620" y="140208"/>
                </a:lnTo>
                <a:lnTo>
                  <a:pt x="15240" y="140208"/>
                </a:lnTo>
                <a:lnTo>
                  <a:pt x="15240" y="120396"/>
                </a:lnTo>
                <a:lnTo>
                  <a:pt x="16764" y="112776"/>
                </a:lnTo>
                <a:lnTo>
                  <a:pt x="53860" y="93014"/>
                </a:lnTo>
                <a:lnTo>
                  <a:pt x="277368" y="92964"/>
                </a:lnTo>
                <a:lnTo>
                  <a:pt x="290817" y="93256"/>
                </a:lnTo>
                <a:lnTo>
                  <a:pt x="326821" y="118325"/>
                </a:lnTo>
                <a:lnTo>
                  <a:pt x="327660" y="128016"/>
                </a:lnTo>
                <a:lnTo>
                  <a:pt x="327660" y="140208"/>
                </a:lnTo>
                <a:lnTo>
                  <a:pt x="335280" y="140208"/>
                </a:lnTo>
                <a:lnTo>
                  <a:pt x="335280" y="0"/>
                </a:lnTo>
                <a:close/>
              </a:path>
              <a:path extrusionOk="0" h="1080770" w="342900">
                <a:moveTo>
                  <a:pt x="342887" y="896112"/>
                </a:moveTo>
                <a:lnTo>
                  <a:pt x="63995" y="783336"/>
                </a:lnTo>
                <a:lnTo>
                  <a:pt x="25895" y="760476"/>
                </a:lnTo>
                <a:lnTo>
                  <a:pt x="15227" y="734568"/>
                </a:lnTo>
                <a:lnTo>
                  <a:pt x="7607" y="734568"/>
                </a:lnTo>
                <a:lnTo>
                  <a:pt x="7607" y="835152"/>
                </a:lnTo>
                <a:lnTo>
                  <a:pt x="15227" y="835152"/>
                </a:lnTo>
                <a:lnTo>
                  <a:pt x="15227" y="830580"/>
                </a:lnTo>
                <a:lnTo>
                  <a:pt x="18275" y="819912"/>
                </a:lnTo>
                <a:lnTo>
                  <a:pt x="21323" y="812292"/>
                </a:lnTo>
                <a:lnTo>
                  <a:pt x="24371" y="807720"/>
                </a:lnTo>
                <a:lnTo>
                  <a:pt x="28943" y="803148"/>
                </a:lnTo>
                <a:lnTo>
                  <a:pt x="33515" y="800100"/>
                </a:lnTo>
                <a:lnTo>
                  <a:pt x="38087" y="800100"/>
                </a:lnTo>
                <a:lnTo>
                  <a:pt x="77711" y="812292"/>
                </a:lnTo>
                <a:lnTo>
                  <a:pt x="266687" y="888492"/>
                </a:lnTo>
                <a:lnTo>
                  <a:pt x="74663" y="972312"/>
                </a:lnTo>
                <a:lnTo>
                  <a:pt x="62928" y="977201"/>
                </a:lnTo>
                <a:lnTo>
                  <a:pt x="52755" y="980503"/>
                </a:lnTo>
                <a:lnTo>
                  <a:pt x="44018" y="982395"/>
                </a:lnTo>
                <a:lnTo>
                  <a:pt x="36563" y="982980"/>
                </a:lnTo>
                <a:lnTo>
                  <a:pt x="30467" y="982980"/>
                </a:lnTo>
                <a:lnTo>
                  <a:pt x="15227" y="946404"/>
                </a:lnTo>
                <a:lnTo>
                  <a:pt x="7607" y="946404"/>
                </a:lnTo>
                <a:lnTo>
                  <a:pt x="7607" y="1080516"/>
                </a:lnTo>
                <a:lnTo>
                  <a:pt x="15227" y="1080516"/>
                </a:lnTo>
                <a:lnTo>
                  <a:pt x="15227" y="1069848"/>
                </a:lnTo>
                <a:lnTo>
                  <a:pt x="18275" y="1062228"/>
                </a:lnTo>
                <a:lnTo>
                  <a:pt x="21323" y="1056132"/>
                </a:lnTo>
                <a:lnTo>
                  <a:pt x="24371" y="1051560"/>
                </a:lnTo>
                <a:lnTo>
                  <a:pt x="27419" y="1045464"/>
                </a:lnTo>
                <a:lnTo>
                  <a:pt x="33515" y="1042416"/>
                </a:lnTo>
                <a:lnTo>
                  <a:pt x="36944" y="1039850"/>
                </a:lnTo>
                <a:lnTo>
                  <a:pt x="42659" y="1036701"/>
                </a:lnTo>
                <a:lnTo>
                  <a:pt x="50660" y="1032992"/>
                </a:lnTo>
                <a:lnTo>
                  <a:pt x="60947" y="1028700"/>
                </a:lnTo>
                <a:lnTo>
                  <a:pt x="342887" y="906780"/>
                </a:lnTo>
                <a:lnTo>
                  <a:pt x="342887" y="896112"/>
                </a:lnTo>
                <a:close/>
              </a:path>
              <a:path extrusionOk="0" h="1080770" w="342900">
                <a:moveTo>
                  <a:pt x="342900" y="284988"/>
                </a:moveTo>
                <a:lnTo>
                  <a:pt x="336042" y="243649"/>
                </a:lnTo>
                <a:lnTo>
                  <a:pt x="315468" y="210312"/>
                </a:lnTo>
                <a:lnTo>
                  <a:pt x="270675" y="183095"/>
                </a:lnTo>
                <a:lnTo>
                  <a:pt x="252984" y="181356"/>
                </a:lnTo>
                <a:lnTo>
                  <a:pt x="242951" y="181927"/>
                </a:lnTo>
                <a:lnTo>
                  <a:pt x="206260" y="195414"/>
                </a:lnTo>
                <a:lnTo>
                  <a:pt x="176949" y="226390"/>
                </a:lnTo>
                <a:lnTo>
                  <a:pt x="146304" y="278892"/>
                </a:lnTo>
                <a:lnTo>
                  <a:pt x="132029" y="303999"/>
                </a:lnTo>
                <a:lnTo>
                  <a:pt x="107505" y="339331"/>
                </a:lnTo>
                <a:lnTo>
                  <a:pt x="70104" y="359664"/>
                </a:lnTo>
                <a:lnTo>
                  <a:pt x="60337" y="358546"/>
                </a:lnTo>
                <a:lnTo>
                  <a:pt x="28168" y="334327"/>
                </a:lnTo>
                <a:lnTo>
                  <a:pt x="19812" y="301752"/>
                </a:lnTo>
                <a:lnTo>
                  <a:pt x="20396" y="290563"/>
                </a:lnTo>
                <a:lnTo>
                  <a:pt x="36741" y="247840"/>
                </a:lnTo>
                <a:lnTo>
                  <a:pt x="71831" y="220395"/>
                </a:lnTo>
                <a:lnTo>
                  <a:pt x="112776" y="210312"/>
                </a:lnTo>
                <a:lnTo>
                  <a:pt x="112776" y="202692"/>
                </a:lnTo>
                <a:lnTo>
                  <a:pt x="0" y="202692"/>
                </a:lnTo>
                <a:lnTo>
                  <a:pt x="0" y="210312"/>
                </a:lnTo>
                <a:lnTo>
                  <a:pt x="7620" y="211836"/>
                </a:lnTo>
                <a:lnTo>
                  <a:pt x="12192" y="213360"/>
                </a:lnTo>
                <a:lnTo>
                  <a:pt x="13716" y="216408"/>
                </a:lnTo>
                <a:lnTo>
                  <a:pt x="16764" y="219456"/>
                </a:lnTo>
                <a:lnTo>
                  <a:pt x="18288" y="222504"/>
                </a:lnTo>
                <a:lnTo>
                  <a:pt x="18288" y="230124"/>
                </a:lnTo>
                <a:lnTo>
                  <a:pt x="16764" y="237744"/>
                </a:lnTo>
                <a:lnTo>
                  <a:pt x="12192" y="246888"/>
                </a:lnTo>
                <a:lnTo>
                  <a:pt x="7061" y="260604"/>
                </a:lnTo>
                <a:lnTo>
                  <a:pt x="3238" y="274320"/>
                </a:lnTo>
                <a:lnTo>
                  <a:pt x="825" y="288036"/>
                </a:lnTo>
                <a:lnTo>
                  <a:pt x="0" y="301752"/>
                </a:lnTo>
                <a:lnTo>
                  <a:pt x="1689" y="321475"/>
                </a:lnTo>
                <a:lnTo>
                  <a:pt x="25908" y="370332"/>
                </a:lnTo>
                <a:lnTo>
                  <a:pt x="69405" y="396049"/>
                </a:lnTo>
                <a:lnTo>
                  <a:pt x="86868" y="397764"/>
                </a:lnTo>
                <a:lnTo>
                  <a:pt x="96862" y="397192"/>
                </a:lnTo>
                <a:lnTo>
                  <a:pt x="140589" y="377190"/>
                </a:lnTo>
                <a:lnTo>
                  <a:pt x="171640" y="338328"/>
                </a:lnTo>
                <a:lnTo>
                  <a:pt x="193548" y="301752"/>
                </a:lnTo>
                <a:lnTo>
                  <a:pt x="204089" y="283184"/>
                </a:lnTo>
                <a:lnTo>
                  <a:pt x="212788" y="268605"/>
                </a:lnTo>
                <a:lnTo>
                  <a:pt x="241173" y="234111"/>
                </a:lnTo>
                <a:lnTo>
                  <a:pt x="263652" y="224028"/>
                </a:lnTo>
                <a:lnTo>
                  <a:pt x="271272" y="224028"/>
                </a:lnTo>
                <a:lnTo>
                  <a:pt x="309372" y="242316"/>
                </a:lnTo>
                <a:lnTo>
                  <a:pt x="326136" y="289560"/>
                </a:lnTo>
                <a:lnTo>
                  <a:pt x="325297" y="302094"/>
                </a:lnTo>
                <a:lnTo>
                  <a:pt x="307670" y="347408"/>
                </a:lnTo>
                <a:lnTo>
                  <a:pt x="274053" y="375526"/>
                </a:lnTo>
                <a:lnTo>
                  <a:pt x="230124" y="387096"/>
                </a:lnTo>
                <a:lnTo>
                  <a:pt x="230124" y="394716"/>
                </a:lnTo>
                <a:lnTo>
                  <a:pt x="342900" y="394716"/>
                </a:lnTo>
                <a:lnTo>
                  <a:pt x="342900" y="387096"/>
                </a:lnTo>
                <a:lnTo>
                  <a:pt x="335280" y="385572"/>
                </a:lnTo>
                <a:lnTo>
                  <a:pt x="330708" y="384048"/>
                </a:lnTo>
                <a:lnTo>
                  <a:pt x="327660" y="382524"/>
                </a:lnTo>
                <a:lnTo>
                  <a:pt x="324612" y="376428"/>
                </a:lnTo>
                <a:lnTo>
                  <a:pt x="324612" y="371856"/>
                </a:lnTo>
                <a:lnTo>
                  <a:pt x="325158" y="368198"/>
                </a:lnTo>
                <a:lnTo>
                  <a:pt x="326707" y="361950"/>
                </a:lnTo>
                <a:lnTo>
                  <a:pt x="337756" y="322897"/>
                </a:lnTo>
                <a:lnTo>
                  <a:pt x="339293" y="316115"/>
                </a:lnTo>
                <a:lnTo>
                  <a:pt x="339852" y="310896"/>
                </a:lnTo>
                <a:lnTo>
                  <a:pt x="340969" y="304927"/>
                </a:lnTo>
                <a:lnTo>
                  <a:pt x="341947" y="298513"/>
                </a:lnTo>
                <a:lnTo>
                  <a:pt x="342633" y="291833"/>
                </a:lnTo>
                <a:lnTo>
                  <a:pt x="342900" y="28498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4" name="Google Shape;8274;p112"/>
          <p:cNvGrpSpPr/>
          <p:nvPr/>
        </p:nvGrpSpPr>
        <p:grpSpPr>
          <a:xfrm>
            <a:off x="809244" y="4294632"/>
            <a:ext cx="348995" cy="2394330"/>
            <a:chOff x="809244" y="4294632"/>
            <a:chExt cx="348995" cy="2394330"/>
          </a:xfrm>
        </p:grpSpPr>
        <p:sp>
          <p:nvSpPr>
            <p:cNvPr id="8275" name="Google Shape;8275;p112"/>
            <p:cNvSpPr/>
            <p:nvPr/>
          </p:nvSpPr>
          <p:spPr>
            <a:xfrm>
              <a:off x="824484" y="6441947"/>
              <a:ext cx="327660" cy="247015"/>
            </a:xfrm>
            <a:custGeom>
              <a:rect b="b" l="l" r="r" t="t"/>
              <a:pathLst>
                <a:path extrusionOk="0" h="247015" w="327659">
                  <a:moveTo>
                    <a:pt x="327659" y="246888"/>
                  </a:moveTo>
                  <a:lnTo>
                    <a:pt x="320039" y="246888"/>
                  </a:lnTo>
                  <a:lnTo>
                    <a:pt x="320039" y="234696"/>
                  </a:lnTo>
                  <a:lnTo>
                    <a:pt x="319206" y="225242"/>
                  </a:lnTo>
                  <a:lnTo>
                    <a:pt x="283202" y="199953"/>
                  </a:lnTo>
                  <a:lnTo>
                    <a:pt x="269747" y="199644"/>
                  </a:lnTo>
                  <a:lnTo>
                    <a:pt x="46243" y="199691"/>
                  </a:lnTo>
                  <a:lnTo>
                    <a:pt x="9143" y="219456"/>
                  </a:lnTo>
                  <a:lnTo>
                    <a:pt x="7619" y="227076"/>
                  </a:lnTo>
                  <a:lnTo>
                    <a:pt x="7619" y="246888"/>
                  </a:lnTo>
                  <a:lnTo>
                    <a:pt x="0" y="246888"/>
                  </a:lnTo>
                  <a:lnTo>
                    <a:pt x="0" y="3048"/>
                  </a:lnTo>
                  <a:lnTo>
                    <a:pt x="71627" y="0"/>
                  </a:lnTo>
                  <a:lnTo>
                    <a:pt x="71627" y="10668"/>
                  </a:lnTo>
                  <a:lnTo>
                    <a:pt x="61031" y="13215"/>
                  </a:lnTo>
                  <a:lnTo>
                    <a:pt x="52006" y="16192"/>
                  </a:lnTo>
                  <a:lnTo>
                    <a:pt x="22859" y="42672"/>
                  </a:lnTo>
                  <a:lnTo>
                    <a:pt x="18287" y="80772"/>
                  </a:lnTo>
                  <a:lnTo>
                    <a:pt x="18287" y="153924"/>
                  </a:lnTo>
                  <a:lnTo>
                    <a:pt x="146303" y="153924"/>
                  </a:lnTo>
                  <a:lnTo>
                    <a:pt x="146303" y="96012"/>
                  </a:lnTo>
                  <a:lnTo>
                    <a:pt x="131421" y="59745"/>
                  </a:lnTo>
                  <a:lnTo>
                    <a:pt x="99059" y="51816"/>
                  </a:lnTo>
                  <a:lnTo>
                    <a:pt x="99059" y="44196"/>
                  </a:lnTo>
                  <a:lnTo>
                    <a:pt x="213359" y="44196"/>
                  </a:lnTo>
                  <a:lnTo>
                    <a:pt x="213359" y="51816"/>
                  </a:lnTo>
                  <a:lnTo>
                    <a:pt x="203906" y="52101"/>
                  </a:lnTo>
                  <a:lnTo>
                    <a:pt x="196024" y="52959"/>
                  </a:lnTo>
                  <a:lnTo>
                    <a:pt x="167258" y="80772"/>
                  </a:lnTo>
                  <a:lnTo>
                    <a:pt x="166115" y="96012"/>
                  </a:lnTo>
                  <a:lnTo>
                    <a:pt x="166115" y="153924"/>
                  </a:lnTo>
                  <a:lnTo>
                    <a:pt x="269747" y="153924"/>
                  </a:lnTo>
                  <a:lnTo>
                    <a:pt x="281201" y="153662"/>
                  </a:lnTo>
                  <a:lnTo>
                    <a:pt x="318516" y="132588"/>
                  </a:lnTo>
                  <a:lnTo>
                    <a:pt x="320039" y="126492"/>
                  </a:lnTo>
                  <a:lnTo>
                    <a:pt x="320039" y="106680"/>
                  </a:lnTo>
                  <a:lnTo>
                    <a:pt x="327659" y="106680"/>
                  </a:lnTo>
                  <a:lnTo>
                    <a:pt x="327659" y="24688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276" name="Google Shape;8276;p112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925067" y="5998464"/>
              <a:ext cx="233172" cy="4038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77" name="Google Shape;8277;p112"/>
            <p:cNvSpPr/>
            <p:nvPr/>
          </p:nvSpPr>
          <p:spPr>
            <a:xfrm>
              <a:off x="858012" y="5698236"/>
              <a:ext cx="297180" cy="279400"/>
            </a:xfrm>
            <a:custGeom>
              <a:rect b="b" l="l" r="r" t="t"/>
              <a:pathLst>
                <a:path extrusionOk="0" h="279400" w="297180">
                  <a:moveTo>
                    <a:pt x="201155" y="0"/>
                  </a:moveTo>
                  <a:lnTo>
                    <a:pt x="163055" y="0"/>
                  </a:lnTo>
                  <a:lnTo>
                    <a:pt x="163055" y="126492"/>
                  </a:lnTo>
                  <a:lnTo>
                    <a:pt x="201155" y="126492"/>
                  </a:lnTo>
                  <a:lnTo>
                    <a:pt x="201155" y="0"/>
                  </a:lnTo>
                  <a:close/>
                </a:path>
                <a:path extrusionOk="0" h="279400" w="297180">
                  <a:moveTo>
                    <a:pt x="297180" y="199644"/>
                  </a:moveTo>
                  <a:lnTo>
                    <a:pt x="277761" y="160197"/>
                  </a:lnTo>
                  <a:lnTo>
                    <a:pt x="248412" y="143256"/>
                  </a:lnTo>
                  <a:lnTo>
                    <a:pt x="248412" y="153924"/>
                  </a:lnTo>
                  <a:lnTo>
                    <a:pt x="254508" y="156972"/>
                  </a:lnTo>
                  <a:lnTo>
                    <a:pt x="259080" y="160020"/>
                  </a:lnTo>
                  <a:lnTo>
                    <a:pt x="263652" y="166116"/>
                  </a:lnTo>
                  <a:lnTo>
                    <a:pt x="266700" y="170688"/>
                  </a:lnTo>
                  <a:lnTo>
                    <a:pt x="268224" y="176784"/>
                  </a:lnTo>
                  <a:lnTo>
                    <a:pt x="268224" y="188976"/>
                  </a:lnTo>
                  <a:lnTo>
                    <a:pt x="231648" y="204216"/>
                  </a:lnTo>
                  <a:lnTo>
                    <a:pt x="88392" y="204216"/>
                  </a:lnTo>
                  <a:lnTo>
                    <a:pt x="88392" y="152400"/>
                  </a:lnTo>
                  <a:lnTo>
                    <a:pt x="73152" y="152400"/>
                  </a:lnTo>
                  <a:lnTo>
                    <a:pt x="73152" y="204216"/>
                  </a:lnTo>
                  <a:lnTo>
                    <a:pt x="0" y="204216"/>
                  </a:lnTo>
                  <a:lnTo>
                    <a:pt x="0" y="210312"/>
                  </a:lnTo>
                  <a:lnTo>
                    <a:pt x="20764" y="219837"/>
                  </a:lnTo>
                  <a:lnTo>
                    <a:pt x="28067" y="223608"/>
                  </a:lnTo>
                  <a:lnTo>
                    <a:pt x="33528" y="227076"/>
                  </a:lnTo>
                  <a:lnTo>
                    <a:pt x="42138" y="232181"/>
                  </a:lnTo>
                  <a:lnTo>
                    <a:pt x="74104" y="265176"/>
                  </a:lnTo>
                  <a:lnTo>
                    <a:pt x="80772" y="278892"/>
                  </a:lnTo>
                  <a:lnTo>
                    <a:pt x="88392" y="278892"/>
                  </a:lnTo>
                  <a:lnTo>
                    <a:pt x="88392" y="243840"/>
                  </a:lnTo>
                  <a:lnTo>
                    <a:pt x="237744" y="243840"/>
                  </a:lnTo>
                  <a:lnTo>
                    <a:pt x="248577" y="243560"/>
                  </a:lnTo>
                  <a:lnTo>
                    <a:pt x="286512" y="230124"/>
                  </a:lnTo>
                  <a:lnTo>
                    <a:pt x="297180" y="207264"/>
                  </a:lnTo>
                  <a:lnTo>
                    <a:pt x="297180" y="19964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278" name="Google Shape;8278;p112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925067" y="5448300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79" name="Google Shape;8279;p112"/>
            <p:cNvSpPr/>
            <p:nvPr/>
          </p:nvSpPr>
          <p:spPr>
            <a:xfrm>
              <a:off x="809244" y="4445508"/>
              <a:ext cx="342900" cy="966469"/>
            </a:xfrm>
            <a:custGeom>
              <a:rect b="b" l="l" r="r" t="t"/>
              <a:pathLst>
                <a:path extrusionOk="0" h="966470" w="342900">
                  <a:moveTo>
                    <a:pt x="48768" y="275844"/>
                  </a:moveTo>
                  <a:lnTo>
                    <a:pt x="45720" y="271272"/>
                  </a:lnTo>
                  <a:lnTo>
                    <a:pt x="41148" y="266700"/>
                  </a:lnTo>
                  <a:lnTo>
                    <a:pt x="36576" y="260604"/>
                  </a:lnTo>
                  <a:lnTo>
                    <a:pt x="30480" y="259080"/>
                  </a:lnTo>
                  <a:lnTo>
                    <a:pt x="16764" y="259080"/>
                  </a:lnTo>
                  <a:lnTo>
                    <a:pt x="12192" y="260604"/>
                  </a:lnTo>
                  <a:lnTo>
                    <a:pt x="7620" y="266700"/>
                  </a:lnTo>
                  <a:lnTo>
                    <a:pt x="1524" y="271272"/>
                  </a:lnTo>
                  <a:lnTo>
                    <a:pt x="0" y="275844"/>
                  </a:lnTo>
                  <a:lnTo>
                    <a:pt x="0" y="289560"/>
                  </a:lnTo>
                  <a:lnTo>
                    <a:pt x="1524" y="295656"/>
                  </a:lnTo>
                  <a:lnTo>
                    <a:pt x="7620" y="300228"/>
                  </a:lnTo>
                  <a:lnTo>
                    <a:pt x="12192" y="304800"/>
                  </a:lnTo>
                  <a:lnTo>
                    <a:pt x="16764" y="307848"/>
                  </a:lnTo>
                  <a:lnTo>
                    <a:pt x="30480" y="307848"/>
                  </a:lnTo>
                  <a:lnTo>
                    <a:pt x="36576" y="304800"/>
                  </a:lnTo>
                  <a:lnTo>
                    <a:pt x="45720" y="295656"/>
                  </a:lnTo>
                  <a:lnTo>
                    <a:pt x="48768" y="289560"/>
                  </a:lnTo>
                  <a:lnTo>
                    <a:pt x="48768" y="275844"/>
                  </a:lnTo>
                  <a:close/>
                </a:path>
                <a:path extrusionOk="0" h="966470" w="342900">
                  <a:moveTo>
                    <a:pt x="249923" y="675132"/>
                  </a:moveTo>
                  <a:lnTo>
                    <a:pt x="211823" y="675132"/>
                  </a:lnTo>
                  <a:lnTo>
                    <a:pt x="211823" y="801624"/>
                  </a:lnTo>
                  <a:lnTo>
                    <a:pt x="249923" y="801624"/>
                  </a:lnTo>
                  <a:lnTo>
                    <a:pt x="249923" y="675132"/>
                  </a:lnTo>
                  <a:close/>
                </a:path>
                <a:path extrusionOk="0" h="966470" w="342900">
                  <a:moveTo>
                    <a:pt x="342900" y="833628"/>
                  </a:moveTo>
                  <a:lnTo>
                    <a:pt x="335267" y="833628"/>
                  </a:lnTo>
                  <a:lnTo>
                    <a:pt x="335267" y="864108"/>
                  </a:lnTo>
                  <a:lnTo>
                    <a:pt x="330708" y="871728"/>
                  </a:lnTo>
                  <a:lnTo>
                    <a:pt x="283464" y="883920"/>
                  </a:lnTo>
                  <a:lnTo>
                    <a:pt x="137160" y="883920"/>
                  </a:lnTo>
                  <a:lnTo>
                    <a:pt x="137160" y="826008"/>
                  </a:lnTo>
                  <a:lnTo>
                    <a:pt x="121920" y="826008"/>
                  </a:lnTo>
                  <a:lnTo>
                    <a:pt x="121920" y="883920"/>
                  </a:lnTo>
                  <a:lnTo>
                    <a:pt x="81407" y="883881"/>
                  </a:lnTo>
                  <a:lnTo>
                    <a:pt x="32004" y="879348"/>
                  </a:lnTo>
                  <a:lnTo>
                    <a:pt x="15240" y="858012"/>
                  </a:lnTo>
                  <a:lnTo>
                    <a:pt x="15240" y="844296"/>
                  </a:lnTo>
                  <a:lnTo>
                    <a:pt x="47244" y="810768"/>
                  </a:lnTo>
                  <a:lnTo>
                    <a:pt x="51816" y="806196"/>
                  </a:lnTo>
                  <a:lnTo>
                    <a:pt x="54864" y="801624"/>
                  </a:lnTo>
                  <a:lnTo>
                    <a:pt x="57912" y="798576"/>
                  </a:lnTo>
                  <a:lnTo>
                    <a:pt x="59436" y="794004"/>
                  </a:lnTo>
                  <a:lnTo>
                    <a:pt x="59436" y="784860"/>
                  </a:lnTo>
                  <a:lnTo>
                    <a:pt x="57912" y="780288"/>
                  </a:lnTo>
                  <a:lnTo>
                    <a:pt x="53340" y="777240"/>
                  </a:lnTo>
                  <a:lnTo>
                    <a:pt x="48768" y="772668"/>
                  </a:lnTo>
                  <a:lnTo>
                    <a:pt x="44196" y="769620"/>
                  </a:lnTo>
                  <a:lnTo>
                    <a:pt x="39624" y="769620"/>
                  </a:lnTo>
                  <a:lnTo>
                    <a:pt x="8356" y="795464"/>
                  </a:lnTo>
                  <a:lnTo>
                    <a:pt x="0" y="832104"/>
                  </a:lnTo>
                  <a:lnTo>
                    <a:pt x="850" y="845299"/>
                  </a:lnTo>
                  <a:lnTo>
                    <a:pt x="21158" y="891451"/>
                  </a:lnTo>
                  <a:lnTo>
                    <a:pt x="63817" y="917765"/>
                  </a:lnTo>
                  <a:lnTo>
                    <a:pt x="106680" y="923544"/>
                  </a:lnTo>
                  <a:lnTo>
                    <a:pt x="121920" y="923544"/>
                  </a:lnTo>
                  <a:lnTo>
                    <a:pt x="121920" y="966216"/>
                  </a:lnTo>
                  <a:lnTo>
                    <a:pt x="137160" y="966216"/>
                  </a:lnTo>
                  <a:lnTo>
                    <a:pt x="137160" y="923544"/>
                  </a:lnTo>
                  <a:lnTo>
                    <a:pt x="283464" y="923544"/>
                  </a:lnTo>
                  <a:lnTo>
                    <a:pt x="321564" y="929640"/>
                  </a:lnTo>
                  <a:lnTo>
                    <a:pt x="335267" y="949452"/>
                  </a:lnTo>
                  <a:lnTo>
                    <a:pt x="335267" y="966216"/>
                  </a:lnTo>
                  <a:lnTo>
                    <a:pt x="342900" y="966216"/>
                  </a:lnTo>
                  <a:lnTo>
                    <a:pt x="342900" y="833628"/>
                  </a:lnTo>
                  <a:close/>
                </a:path>
                <a:path extrusionOk="0" h="966470" w="342900">
                  <a:moveTo>
                    <a:pt x="342900" y="393192"/>
                  </a:moveTo>
                  <a:lnTo>
                    <a:pt x="252984" y="365760"/>
                  </a:lnTo>
                  <a:lnTo>
                    <a:pt x="251460" y="373380"/>
                  </a:lnTo>
                  <a:lnTo>
                    <a:pt x="265430" y="380009"/>
                  </a:lnTo>
                  <a:lnTo>
                    <a:pt x="277558" y="386334"/>
                  </a:lnTo>
                  <a:lnTo>
                    <a:pt x="307848" y="411861"/>
                  </a:lnTo>
                  <a:lnTo>
                    <a:pt x="321246" y="462305"/>
                  </a:lnTo>
                  <a:lnTo>
                    <a:pt x="321564" y="480060"/>
                  </a:lnTo>
                  <a:lnTo>
                    <a:pt x="321564" y="502920"/>
                  </a:lnTo>
                  <a:lnTo>
                    <a:pt x="318516" y="541020"/>
                  </a:lnTo>
                  <a:lnTo>
                    <a:pt x="310896" y="550164"/>
                  </a:lnTo>
                  <a:lnTo>
                    <a:pt x="306603" y="551929"/>
                  </a:lnTo>
                  <a:lnTo>
                    <a:pt x="300609" y="552831"/>
                  </a:lnTo>
                  <a:lnTo>
                    <a:pt x="292887" y="553173"/>
                  </a:lnTo>
                  <a:lnTo>
                    <a:pt x="64287" y="553173"/>
                  </a:lnTo>
                  <a:lnTo>
                    <a:pt x="27432" y="536448"/>
                  </a:lnTo>
                  <a:lnTo>
                    <a:pt x="22860" y="499872"/>
                  </a:lnTo>
                  <a:lnTo>
                    <a:pt x="15227" y="499872"/>
                  </a:lnTo>
                  <a:lnTo>
                    <a:pt x="15227" y="646176"/>
                  </a:lnTo>
                  <a:lnTo>
                    <a:pt x="22860" y="646176"/>
                  </a:lnTo>
                  <a:lnTo>
                    <a:pt x="22860" y="633984"/>
                  </a:lnTo>
                  <a:lnTo>
                    <a:pt x="23444" y="625411"/>
                  </a:lnTo>
                  <a:lnTo>
                    <a:pt x="58813" y="599490"/>
                  </a:lnTo>
                  <a:lnTo>
                    <a:pt x="73139" y="598932"/>
                  </a:lnTo>
                  <a:lnTo>
                    <a:pt x="284988" y="598932"/>
                  </a:lnTo>
                  <a:lnTo>
                    <a:pt x="327558" y="610196"/>
                  </a:lnTo>
                  <a:lnTo>
                    <a:pt x="335280" y="633984"/>
                  </a:lnTo>
                  <a:lnTo>
                    <a:pt x="335280" y="646176"/>
                  </a:lnTo>
                  <a:lnTo>
                    <a:pt x="342900" y="646176"/>
                  </a:lnTo>
                  <a:lnTo>
                    <a:pt x="342900" y="393192"/>
                  </a:lnTo>
                  <a:close/>
                </a:path>
                <a:path extrusionOk="0" h="966470" w="342900">
                  <a:moveTo>
                    <a:pt x="342900" y="230124"/>
                  </a:moveTo>
                  <a:lnTo>
                    <a:pt x="335280" y="230124"/>
                  </a:lnTo>
                  <a:lnTo>
                    <a:pt x="335280" y="240792"/>
                  </a:lnTo>
                  <a:lnTo>
                    <a:pt x="333756" y="246888"/>
                  </a:lnTo>
                  <a:lnTo>
                    <a:pt x="292608" y="263652"/>
                  </a:lnTo>
                  <a:lnTo>
                    <a:pt x="115824" y="263652"/>
                  </a:lnTo>
                  <a:lnTo>
                    <a:pt x="115824" y="274320"/>
                  </a:lnTo>
                  <a:lnTo>
                    <a:pt x="143256" y="338328"/>
                  </a:lnTo>
                  <a:lnTo>
                    <a:pt x="150876" y="335280"/>
                  </a:lnTo>
                  <a:lnTo>
                    <a:pt x="147828" y="329184"/>
                  </a:lnTo>
                  <a:lnTo>
                    <a:pt x="147828" y="312420"/>
                  </a:lnTo>
                  <a:lnTo>
                    <a:pt x="193929" y="303276"/>
                  </a:lnTo>
                  <a:lnTo>
                    <a:pt x="292608" y="303276"/>
                  </a:lnTo>
                  <a:lnTo>
                    <a:pt x="299478" y="303466"/>
                  </a:lnTo>
                  <a:lnTo>
                    <a:pt x="301244" y="303466"/>
                  </a:lnTo>
                  <a:lnTo>
                    <a:pt x="335280" y="326136"/>
                  </a:lnTo>
                  <a:lnTo>
                    <a:pt x="335280" y="336804"/>
                  </a:lnTo>
                  <a:lnTo>
                    <a:pt x="342900" y="336804"/>
                  </a:lnTo>
                  <a:lnTo>
                    <a:pt x="342900" y="303276"/>
                  </a:lnTo>
                  <a:lnTo>
                    <a:pt x="342900" y="230124"/>
                  </a:lnTo>
                  <a:close/>
                </a:path>
                <a:path extrusionOk="0" h="966470" w="342900">
                  <a:moveTo>
                    <a:pt x="342900" y="64008"/>
                  </a:moveTo>
                  <a:lnTo>
                    <a:pt x="335267" y="64008"/>
                  </a:lnTo>
                  <a:lnTo>
                    <a:pt x="335267" y="83820"/>
                  </a:lnTo>
                  <a:lnTo>
                    <a:pt x="334467" y="91274"/>
                  </a:lnTo>
                  <a:lnTo>
                    <a:pt x="298030" y="113995"/>
                  </a:lnTo>
                  <a:lnTo>
                    <a:pt x="283464" y="114300"/>
                  </a:lnTo>
                  <a:lnTo>
                    <a:pt x="137160" y="114300"/>
                  </a:lnTo>
                  <a:lnTo>
                    <a:pt x="137160" y="56388"/>
                  </a:lnTo>
                  <a:lnTo>
                    <a:pt x="121920" y="56388"/>
                  </a:lnTo>
                  <a:lnTo>
                    <a:pt x="121920" y="114300"/>
                  </a:lnTo>
                  <a:lnTo>
                    <a:pt x="105156" y="114300"/>
                  </a:lnTo>
                  <a:lnTo>
                    <a:pt x="62674" y="113347"/>
                  </a:lnTo>
                  <a:lnTo>
                    <a:pt x="21336" y="100584"/>
                  </a:lnTo>
                  <a:lnTo>
                    <a:pt x="15240" y="88392"/>
                  </a:lnTo>
                  <a:lnTo>
                    <a:pt x="15240" y="74676"/>
                  </a:lnTo>
                  <a:lnTo>
                    <a:pt x="16764" y="68580"/>
                  </a:lnTo>
                  <a:lnTo>
                    <a:pt x="22860" y="59436"/>
                  </a:lnTo>
                  <a:lnTo>
                    <a:pt x="28956" y="53340"/>
                  </a:lnTo>
                  <a:lnTo>
                    <a:pt x="47244" y="41148"/>
                  </a:lnTo>
                  <a:lnTo>
                    <a:pt x="51816" y="36576"/>
                  </a:lnTo>
                  <a:lnTo>
                    <a:pt x="44196" y="0"/>
                  </a:lnTo>
                  <a:lnTo>
                    <a:pt x="39624" y="0"/>
                  </a:lnTo>
                  <a:lnTo>
                    <a:pt x="8356" y="25171"/>
                  </a:lnTo>
                  <a:lnTo>
                    <a:pt x="0" y="60960"/>
                  </a:lnTo>
                  <a:lnTo>
                    <a:pt x="850" y="74396"/>
                  </a:lnTo>
                  <a:lnTo>
                    <a:pt x="13716" y="111252"/>
                  </a:lnTo>
                  <a:lnTo>
                    <a:pt x="51816" y="143256"/>
                  </a:lnTo>
                  <a:lnTo>
                    <a:pt x="91249" y="153339"/>
                  </a:lnTo>
                  <a:lnTo>
                    <a:pt x="106680" y="153924"/>
                  </a:lnTo>
                  <a:lnTo>
                    <a:pt x="121920" y="153924"/>
                  </a:lnTo>
                  <a:lnTo>
                    <a:pt x="121920" y="196596"/>
                  </a:lnTo>
                  <a:lnTo>
                    <a:pt x="137160" y="196596"/>
                  </a:lnTo>
                  <a:lnTo>
                    <a:pt x="137160" y="153924"/>
                  </a:lnTo>
                  <a:lnTo>
                    <a:pt x="283464" y="153924"/>
                  </a:lnTo>
                  <a:lnTo>
                    <a:pt x="326136" y="163068"/>
                  </a:lnTo>
                  <a:lnTo>
                    <a:pt x="335267" y="179832"/>
                  </a:lnTo>
                  <a:lnTo>
                    <a:pt x="335267" y="196596"/>
                  </a:lnTo>
                  <a:lnTo>
                    <a:pt x="342900" y="196596"/>
                  </a:lnTo>
                  <a:lnTo>
                    <a:pt x="342900" y="6400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280" name="Google Shape;8280;p112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925067" y="4294632"/>
              <a:ext cx="233172" cy="18745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81" name="Google Shape;8281;p112"/>
          <p:cNvSpPr/>
          <p:nvPr/>
        </p:nvSpPr>
        <p:spPr>
          <a:xfrm>
            <a:off x="818375" y="3677412"/>
            <a:ext cx="340360" cy="467995"/>
          </a:xfrm>
          <a:custGeom>
            <a:rect b="b" l="l" r="r" t="t"/>
            <a:pathLst>
              <a:path extrusionOk="0" h="467995" w="340359">
                <a:moveTo>
                  <a:pt x="333768" y="44196"/>
                </a:moveTo>
                <a:lnTo>
                  <a:pt x="246900" y="44196"/>
                </a:lnTo>
                <a:lnTo>
                  <a:pt x="246900" y="0"/>
                </a:lnTo>
                <a:lnTo>
                  <a:pt x="213372" y="0"/>
                </a:lnTo>
                <a:lnTo>
                  <a:pt x="213372" y="44196"/>
                </a:lnTo>
                <a:lnTo>
                  <a:pt x="213372" y="83820"/>
                </a:lnTo>
                <a:lnTo>
                  <a:pt x="213372" y="198120"/>
                </a:lnTo>
                <a:lnTo>
                  <a:pt x="50292" y="83820"/>
                </a:lnTo>
                <a:lnTo>
                  <a:pt x="213372" y="83820"/>
                </a:lnTo>
                <a:lnTo>
                  <a:pt x="213372" y="44196"/>
                </a:lnTo>
                <a:lnTo>
                  <a:pt x="0" y="44196"/>
                </a:lnTo>
                <a:lnTo>
                  <a:pt x="0" y="70104"/>
                </a:lnTo>
                <a:lnTo>
                  <a:pt x="216420" y="222504"/>
                </a:lnTo>
                <a:lnTo>
                  <a:pt x="246900" y="222504"/>
                </a:lnTo>
                <a:lnTo>
                  <a:pt x="246900" y="198120"/>
                </a:lnTo>
                <a:lnTo>
                  <a:pt x="246900" y="83820"/>
                </a:lnTo>
                <a:lnTo>
                  <a:pt x="333768" y="83820"/>
                </a:lnTo>
                <a:lnTo>
                  <a:pt x="333768" y="44196"/>
                </a:lnTo>
                <a:close/>
              </a:path>
              <a:path extrusionOk="0" h="467995" w="340359">
                <a:moveTo>
                  <a:pt x="339852" y="326136"/>
                </a:moveTo>
                <a:lnTo>
                  <a:pt x="332130" y="324612"/>
                </a:lnTo>
                <a:lnTo>
                  <a:pt x="231648" y="304800"/>
                </a:lnTo>
                <a:lnTo>
                  <a:pt x="231648" y="303276"/>
                </a:lnTo>
                <a:lnTo>
                  <a:pt x="231648" y="300228"/>
                </a:lnTo>
                <a:lnTo>
                  <a:pt x="231648" y="240792"/>
                </a:lnTo>
                <a:lnTo>
                  <a:pt x="211836" y="240792"/>
                </a:lnTo>
                <a:lnTo>
                  <a:pt x="211836" y="300228"/>
                </a:lnTo>
                <a:lnTo>
                  <a:pt x="211836" y="320040"/>
                </a:lnTo>
                <a:lnTo>
                  <a:pt x="211836" y="402336"/>
                </a:lnTo>
                <a:lnTo>
                  <a:pt x="129540" y="385572"/>
                </a:lnTo>
                <a:lnTo>
                  <a:pt x="129540" y="381000"/>
                </a:lnTo>
                <a:lnTo>
                  <a:pt x="129540" y="303276"/>
                </a:lnTo>
                <a:lnTo>
                  <a:pt x="211836" y="320040"/>
                </a:lnTo>
                <a:lnTo>
                  <a:pt x="211836" y="300228"/>
                </a:lnTo>
                <a:lnTo>
                  <a:pt x="129540" y="283464"/>
                </a:lnTo>
                <a:lnTo>
                  <a:pt x="129540" y="278892"/>
                </a:lnTo>
                <a:lnTo>
                  <a:pt x="129540" y="240792"/>
                </a:lnTo>
                <a:lnTo>
                  <a:pt x="109728" y="240792"/>
                </a:lnTo>
                <a:lnTo>
                  <a:pt x="109728" y="278892"/>
                </a:lnTo>
                <a:lnTo>
                  <a:pt x="0" y="256032"/>
                </a:lnTo>
                <a:lnTo>
                  <a:pt x="0" y="277368"/>
                </a:lnTo>
                <a:lnTo>
                  <a:pt x="109728" y="298704"/>
                </a:lnTo>
                <a:lnTo>
                  <a:pt x="109728" y="381000"/>
                </a:lnTo>
                <a:lnTo>
                  <a:pt x="0" y="358140"/>
                </a:lnTo>
                <a:lnTo>
                  <a:pt x="0" y="379476"/>
                </a:lnTo>
                <a:lnTo>
                  <a:pt x="109728" y="400812"/>
                </a:lnTo>
                <a:lnTo>
                  <a:pt x="109728" y="467868"/>
                </a:lnTo>
                <a:lnTo>
                  <a:pt x="129540" y="467868"/>
                </a:lnTo>
                <a:lnTo>
                  <a:pt x="129540" y="405384"/>
                </a:lnTo>
                <a:lnTo>
                  <a:pt x="211836" y="422148"/>
                </a:lnTo>
                <a:lnTo>
                  <a:pt x="211836" y="467868"/>
                </a:lnTo>
                <a:lnTo>
                  <a:pt x="231648" y="467868"/>
                </a:lnTo>
                <a:lnTo>
                  <a:pt x="231648" y="426720"/>
                </a:lnTo>
                <a:lnTo>
                  <a:pt x="339852" y="449580"/>
                </a:lnTo>
                <a:lnTo>
                  <a:pt x="339852" y="428244"/>
                </a:lnTo>
                <a:lnTo>
                  <a:pt x="332130" y="426720"/>
                </a:lnTo>
                <a:lnTo>
                  <a:pt x="231648" y="406908"/>
                </a:lnTo>
                <a:lnTo>
                  <a:pt x="231648" y="405384"/>
                </a:lnTo>
                <a:lnTo>
                  <a:pt x="231648" y="402336"/>
                </a:lnTo>
                <a:lnTo>
                  <a:pt x="231648" y="324612"/>
                </a:lnTo>
                <a:lnTo>
                  <a:pt x="339852" y="347472"/>
                </a:lnTo>
                <a:lnTo>
                  <a:pt x="339852" y="326136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2" name="Google Shape;8282;p112"/>
          <p:cNvSpPr/>
          <p:nvPr/>
        </p:nvSpPr>
        <p:spPr>
          <a:xfrm>
            <a:off x="925067" y="3557015"/>
            <a:ext cx="233679" cy="53340"/>
          </a:xfrm>
          <a:custGeom>
            <a:rect b="b" l="l" r="r" t="t"/>
            <a:pathLst>
              <a:path extrusionOk="0" h="53339" w="233680">
                <a:moveTo>
                  <a:pt x="33528" y="53340"/>
                </a:moveTo>
                <a:lnTo>
                  <a:pt x="19812" y="53340"/>
                </a:lnTo>
                <a:lnTo>
                  <a:pt x="12192" y="51816"/>
                </a:lnTo>
                <a:lnTo>
                  <a:pt x="7620" y="45720"/>
                </a:lnTo>
                <a:lnTo>
                  <a:pt x="3048" y="41148"/>
                </a:lnTo>
                <a:lnTo>
                  <a:pt x="0" y="35052"/>
                </a:lnTo>
                <a:lnTo>
                  <a:pt x="0" y="19812"/>
                </a:lnTo>
                <a:lnTo>
                  <a:pt x="3048" y="13716"/>
                </a:lnTo>
                <a:lnTo>
                  <a:pt x="7620" y="7620"/>
                </a:lnTo>
                <a:lnTo>
                  <a:pt x="12192" y="3048"/>
                </a:lnTo>
                <a:lnTo>
                  <a:pt x="19812" y="0"/>
                </a:lnTo>
                <a:lnTo>
                  <a:pt x="33528" y="0"/>
                </a:lnTo>
                <a:lnTo>
                  <a:pt x="39624" y="3048"/>
                </a:lnTo>
                <a:lnTo>
                  <a:pt x="45720" y="7620"/>
                </a:lnTo>
                <a:lnTo>
                  <a:pt x="50292" y="13716"/>
                </a:lnTo>
                <a:lnTo>
                  <a:pt x="53340" y="19812"/>
                </a:lnTo>
                <a:lnTo>
                  <a:pt x="53340" y="35052"/>
                </a:lnTo>
                <a:lnTo>
                  <a:pt x="50292" y="41148"/>
                </a:lnTo>
                <a:lnTo>
                  <a:pt x="39624" y="51816"/>
                </a:lnTo>
                <a:lnTo>
                  <a:pt x="33528" y="53340"/>
                </a:lnTo>
                <a:close/>
              </a:path>
              <a:path extrusionOk="0" h="53339" w="233680">
                <a:moveTo>
                  <a:pt x="213360" y="53340"/>
                </a:moveTo>
                <a:lnTo>
                  <a:pt x="199644" y="53340"/>
                </a:lnTo>
                <a:lnTo>
                  <a:pt x="193548" y="51816"/>
                </a:lnTo>
                <a:lnTo>
                  <a:pt x="182880" y="41148"/>
                </a:lnTo>
                <a:lnTo>
                  <a:pt x="179832" y="35052"/>
                </a:lnTo>
                <a:lnTo>
                  <a:pt x="179832" y="19812"/>
                </a:lnTo>
                <a:lnTo>
                  <a:pt x="182880" y="13716"/>
                </a:lnTo>
                <a:lnTo>
                  <a:pt x="187451" y="7620"/>
                </a:lnTo>
                <a:lnTo>
                  <a:pt x="193548" y="3048"/>
                </a:lnTo>
                <a:lnTo>
                  <a:pt x="199644" y="0"/>
                </a:lnTo>
                <a:lnTo>
                  <a:pt x="213360" y="0"/>
                </a:lnTo>
                <a:lnTo>
                  <a:pt x="219456" y="3048"/>
                </a:lnTo>
                <a:lnTo>
                  <a:pt x="230124" y="13716"/>
                </a:lnTo>
                <a:lnTo>
                  <a:pt x="233172" y="19812"/>
                </a:lnTo>
                <a:lnTo>
                  <a:pt x="233172" y="35052"/>
                </a:lnTo>
                <a:lnTo>
                  <a:pt x="230124" y="41148"/>
                </a:lnTo>
                <a:lnTo>
                  <a:pt x="219456" y="51816"/>
                </a:lnTo>
                <a:lnTo>
                  <a:pt x="213360" y="5334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3" name="Google Shape;8283;p112"/>
          <p:cNvGrpSpPr/>
          <p:nvPr/>
        </p:nvGrpSpPr>
        <p:grpSpPr>
          <a:xfrm>
            <a:off x="1402067" y="5835396"/>
            <a:ext cx="448309" cy="1795271"/>
            <a:chOff x="1402067" y="5835396"/>
            <a:chExt cx="448309" cy="1795271"/>
          </a:xfrm>
        </p:grpSpPr>
        <p:pic>
          <p:nvPicPr>
            <p:cNvPr id="8284" name="Google Shape;8284;p112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409699" y="7441691"/>
              <a:ext cx="123444" cy="1889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85" name="Google Shape;8285;p112"/>
            <p:cNvSpPr/>
            <p:nvPr/>
          </p:nvSpPr>
          <p:spPr>
            <a:xfrm>
              <a:off x="1417319" y="7077455"/>
              <a:ext cx="332740" cy="358140"/>
            </a:xfrm>
            <a:custGeom>
              <a:rect b="b" l="l" r="r" t="t"/>
              <a:pathLst>
                <a:path extrusionOk="0" h="358140" w="332739">
                  <a:moveTo>
                    <a:pt x="10668" y="358139"/>
                  </a:moveTo>
                  <a:lnTo>
                    <a:pt x="0" y="358139"/>
                  </a:lnTo>
                  <a:lnTo>
                    <a:pt x="0" y="271271"/>
                  </a:lnTo>
                  <a:lnTo>
                    <a:pt x="245363" y="68579"/>
                  </a:lnTo>
                  <a:lnTo>
                    <a:pt x="57912" y="68579"/>
                  </a:lnTo>
                  <a:lnTo>
                    <a:pt x="18288" y="76199"/>
                  </a:lnTo>
                  <a:lnTo>
                    <a:pt x="7620" y="105155"/>
                  </a:lnTo>
                  <a:lnTo>
                    <a:pt x="7620" y="115823"/>
                  </a:lnTo>
                  <a:lnTo>
                    <a:pt x="0" y="115823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2191"/>
                  </a:lnTo>
                  <a:lnTo>
                    <a:pt x="8477" y="21883"/>
                  </a:lnTo>
                  <a:lnTo>
                    <a:pt x="44481" y="46958"/>
                  </a:lnTo>
                  <a:lnTo>
                    <a:pt x="57912" y="47243"/>
                  </a:lnTo>
                  <a:lnTo>
                    <a:pt x="332231" y="47243"/>
                  </a:lnTo>
                  <a:lnTo>
                    <a:pt x="332231" y="56387"/>
                  </a:lnTo>
                  <a:lnTo>
                    <a:pt x="68580" y="272795"/>
                  </a:lnTo>
                  <a:lnTo>
                    <a:pt x="269748" y="272795"/>
                  </a:lnTo>
                  <a:lnTo>
                    <a:pt x="309372" y="266699"/>
                  </a:lnTo>
                  <a:lnTo>
                    <a:pt x="320040" y="225551"/>
                  </a:lnTo>
                  <a:lnTo>
                    <a:pt x="327659" y="225551"/>
                  </a:lnTo>
                  <a:lnTo>
                    <a:pt x="327659" y="341375"/>
                  </a:lnTo>
                  <a:lnTo>
                    <a:pt x="320040" y="341375"/>
                  </a:lnTo>
                  <a:lnTo>
                    <a:pt x="320040" y="330707"/>
                  </a:lnTo>
                  <a:lnTo>
                    <a:pt x="319182" y="320373"/>
                  </a:lnTo>
                  <a:lnTo>
                    <a:pt x="283178" y="294441"/>
                  </a:lnTo>
                  <a:lnTo>
                    <a:pt x="269748" y="294131"/>
                  </a:lnTo>
                  <a:lnTo>
                    <a:pt x="42672" y="294131"/>
                  </a:lnTo>
                  <a:lnTo>
                    <a:pt x="15240" y="327659"/>
                  </a:lnTo>
                  <a:lnTo>
                    <a:pt x="12192" y="338327"/>
                  </a:lnTo>
                  <a:lnTo>
                    <a:pt x="10668" y="342899"/>
                  </a:lnTo>
                  <a:lnTo>
                    <a:pt x="10668" y="35813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286" name="Google Shape;8286;p112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517903" y="6839711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87" name="Google Shape;8287;p112"/>
            <p:cNvSpPr/>
            <p:nvPr/>
          </p:nvSpPr>
          <p:spPr>
            <a:xfrm>
              <a:off x="1402079" y="6591299"/>
              <a:ext cx="349250" cy="228600"/>
            </a:xfrm>
            <a:custGeom>
              <a:rect b="b" l="l" r="r" t="t"/>
              <a:pathLst>
                <a:path extrusionOk="0" h="228600" w="349250">
                  <a:moveTo>
                    <a:pt x="176783" y="153924"/>
                  </a:moveTo>
                  <a:lnTo>
                    <a:pt x="161543" y="153924"/>
                  </a:lnTo>
                  <a:lnTo>
                    <a:pt x="141541" y="137612"/>
                  </a:lnTo>
                  <a:lnTo>
                    <a:pt x="127254" y="120586"/>
                  </a:lnTo>
                  <a:lnTo>
                    <a:pt x="118681" y="102703"/>
                  </a:lnTo>
                  <a:lnTo>
                    <a:pt x="115824" y="83820"/>
                  </a:lnTo>
                  <a:lnTo>
                    <a:pt x="117522" y="68460"/>
                  </a:lnTo>
                  <a:lnTo>
                    <a:pt x="144780" y="24384"/>
                  </a:lnTo>
                  <a:lnTo>
                    <a:pt x="179260" y="5905"/>
                  </a:lnTo>
                  <a:lnTo>
                    <a:pt x="224028" y="0"/>
                  </a:lnTo>
                  <a:lnTo>
                    <a:pt x="252079" y="2309"/>
                  </a:lnTo>
                  <a:lnTo>
                    <a:pt x="276987" y="9334"/>
                  </a:lnTo>
                  <a:lnTo>
                    <a:pt x="299037" y="21216"/>
                  </a:lnTo>
                  <a:lnTo>
                    <a:pt x="318515" y="38100"/>
                  </a:lnTo>
                  <a:lnTo>
                    <a:pt x="319661" y="39624"/>
                  </a:lnTo>
                  <a:lnTo>
                    <a:pt x="239268" y="39624"/>
                  </a:lnTo>
                  <a:lnTo>
                    <a:pt x="218955" y="40767"/>
                  </a:lnTo>
                  <a:lnTo>
                    <a:pt x="173736" y="57912"/>
                  </a:lnTo>
                  <a:lnTo>
                    <a:pt x="152304" y="90701"/>
                  </a:lnTo>
                  <a:lnTo>
                    <a:pt x="150876" y="102108"/>
                  </a:lnTo>
                  <a:lnTo>
                    <a:pt x="151117" y="107442"/>
                  </a:lnTo>
                  <a:lnTo>
                    <a:pt x="151185" y="108942"/>
                  </a:lnTo>
                  <a:lnTo>
                    <a:pt x="170259" y="146446"/>
                  </a:lnTo>
                  <a:lnTo>
                    <a:pt x="176783" y="153924"/>
                  </a:lnTo>
                  <a:close/>
                </a:path>
                <a:path extrusionOk="0" h="228600" w="349250">
                  <a:moveTo>
                    <a:pt x="27432" y="228600"/>
                  </a:moveTo>
                  <a:lnTo>
                    <a:pt x="0" y="164592"/>
                  </a:lnTo>
                  <a:lnTo>
                    <a:pt x="0" y="153924"/>
                  </a:lnTo>
                  <a:lnTo>
                    <a:pt x="309372" y="153924"/>
                  </a:lnTo>
                  <a:lnTo>
                    <a:pt x="314801" y="147304"/>
                  </a:lnTo>
                  <a:lnTo>
                    <a:pt x="333446" y="107442"/>
                  </a:lnTo>
                  <a:lnTo>
                    <a:pt x="333660" y="102703"/>
                  </a:lnTo>
                  <a:lnTo>
                    <a:pt x="333756" y="100584"/>
                  </a:lnTo>
                  <a:lnTo>
                    <a:pt x="309372" y="57912"/>
                  </a:lnTo>
                  <a:lnTo>
                    <a:pt x="260937" y="40767"/>
                  </a:lnTo>
                  <a:lnTo>
                    <a:pt x="239268" y="39624"/>
                  </a:lnTo>
                  <a:lnTo>
                    <a:pt x="319661" y="39624"/>
                  </a:lnTo>
                  <a:lnTo>
                    <a:pt x="331636" y="55554"/>
                  </a:lnTo>
                  <a:lnTo>
                    <a:pt x="341185" y="73723"/>
                  </a:lnTo>
                  <a:lnTo>
                    <a:pt x="347019" y="92749"/>
                  </a:lnTo>
                  <a:lnTo>
                    <a:pt x="348996" y="112776"/>
                  </a:lnTo>
                  <a:lnTo>
                    <a:pt x="348755" y="120586"/>
                  </a:lnTo>
                  <a:lnTo>
                    <a:pt x="339161" y="162687"/>
                  </a:lnTo>
                  <a:lnTo>
                    <a:pt x="323087" y="193548"/>
                  </a:lnTo>
                  <a:lnTo>
                    <a:pt x="77451" y="193548"/>
                  </a:lnTo>
                  <a:lnTo>
                    <a:pt x="61912" y="193738"/>
                  </a:lnTo>
                  <a:lnTo>
                    <a:pt x="30480" y="205740"/>
                  </a:lnTo>
                  <a:lnTo>
                    <a:pt x="30480" y="213360"/>
                  </a:lnTo>
                  <a:lnTo>
                    <a:pt x="32004" y="219456"/>
                  </a:lnTo>
                  <a:lnTo>
                    <a:pt x="35052" y="225552"/>
                  </a:lnTo>
                  <a:lnTo>
                    <a:pt x="27432" y="22860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288" name="Google Shape;8288;p112"/>
            <p:cNvPicPr preferRelativeResize="0"/>
            <p:nvPr/>
          </p:nvPicPr>
          <p:blipFill rotWithShape="1">
            <a:blip r:embed="rId13">
              <a:alphaModFix/>
            </a:blip>
            <a:srcRect b="0" l="0" r="0" t="0"/>
            <a:stretch/>
          </p:blipFill>
          <p:spPr>
            <a:xfrm>
              <a:off x="1517903" y="6345935"/>
              <a:ext cx="233172" cy="21335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89" name="Google Shape;8289;p112"/>
            <p:cNvSpPr/>
            <p:nvPr/>
          </p:nvSpPr>
          <p:spPr>
            <a:xfrm>
              <a:off x="1402067" y="5835396"/>
              <a:ext cx="448309" cy="477520"/>
            </a:xfrm>
            <a:custGeom>
              <a:rect b="b" l="l" r="r" t="t"/>
              <a:pathLst>
                <a:path extrusionOk="0" h="477520" w="448310">
                  <a:moveTo>
                    <a:pt x="348996" y="312420"/>
                  </a:moveTo>
                  <a:lnTo>
                    <a:pt x="321564" y="248412"/>
                  </a:lnTo>
                  <a:lnTo>
                    <a:pt x="313944" y="251460"/>
                  </a:lnTo>
                  <a:lnTo>
                    <a:pt x="316992" y="257556"/>
                  </a:lnTo>
                  <a:lnTo>
                    <a:pt x="318516" y="263652"/>
                  </a:lnTo>
                  <a:lnTo>
                    <a:pt x="318516" y="271272"/>
                  </a:lnTo>
                  <a:lnTo>
                    <a:pt x="316992" y="274320"/>
                  </a:lnTo>
                  <a:lnTo>
                    <a:pt x="313944" y="275844"/>
                  </a:lnTo>
                  <a:lnTo>
                    <a:pt x="312420" y="278892"/>
                  </a:lnTo>
                  <a:lnTo>
                    <a:pt x="303276" y="281940"/>
                  </a:lnTo>
                  <a:lnTo>
                    <a:pt x="296976" y="282829"/>
                  </a:lnTo>
                  <a:lnTo>
                    <a:pt x="287083" y="283273"/>
                  </a:lnTo>
                  <a:lnTo>
                    <a:pt x="273494" y="283451"/>
                  </a:lnTo>
                  <a:lnTo>
                    <a:pt x="0" y="283451"/>
                  </a:lnTo>
                  <a:lnTo>
                    <a:pt x="0" y="294132"/>
                  </a:lnTo>
                  <a:lnTo>
                    <a:pt x="27432" y="358140"/>
                  </a:lnTo>
                  <a:lnTo>
                    <a:pt x="35052" y="355092"/>
                  </a:lnTo>
                  <a:lnTo>
                    <a:pt x="32004" y="348996"/>
                  </a:lnTo>
                  <a:lnTo>
                    <a:pt x="30480" y="342900"/>
                  </a:lnTo>
                  <a:lnTo>
                    <a:pt x="30480" y="335280"/>
                  </a:lnTo>
                  <a:lnTo>
                    <a:pt x="32004" y="332232"/>
                  </a:lnTo>
                  <a:lnTo>
                    <a:pt x="77457" y="323088"/>
                  </a:lnTo>
                  <a:lnTo>
                    <a:pt x="135636" y="323088"/>
                  </a:lnTo>
                  <a:lnTo>
                    <a:pt x="126758" y="333044"/>
                  </a:lnTo>
                  <a:lnTo>
                    <a:pt x="120586" y="344424"/>
                  </a:lnTo>
                  <a:lnTo>
                    <a:pt x="116992" y="356958"/>
                  </a:lnTo>
                  <a:lnTo>
                    <a:pt x="116890" y="358140"/>
                  </a:lnTo>
                  <a:lnTo>
                    <a:pt x="115824" y="370332"/>
                  </a:lnTo>
                  <a:lnTo>
                    <a:pt x="125920" y="413004"/>
                  </a:lnTo>
                  <a:lnTo>
                    <a:pt x="155448" y="446532"/>
                  </a:lnTo>
                  <a:lnTo>
                    <a:pt x="196405" y="469201"/>
                  </a:lnTo>
                  <a:lnTo>
                    <a:pt x="240792" y="477012"/>
                  </a:lnTo>
                  <a:lnTo>
                    <a:pt x="263652" y="475297"/>
                  </a:lnTo>
                  <a:lnTo>
                    <a:pt x="302514" y="461581"/>
                  </a:lnTo>
                  <a:lnTo>
                    <a:pt x="331647" y="436181"/>
                  </a:lnTo>
                  <a:lnTo>
                    <a:pt x="333781" y="432816"/>
                  </a:lnTo>
                  <a:lnTo>
                    <a:pt x="341185" y="421195"/>
                  </a:lnTo>
                  <a:lnTo>
                    <a:pt x="347027" y="404799"/>
                  </a:lnTo>
                  <a:lnTo>
                    <a:pt x="348996" y="387096"/>
                  </a:lnTo>
                  <a:lnTo>
                    <a:pt x="348449" y="378218"/>
                  </a:lnTo>
                  <a:lnTo>
                    <a:pt x="332041" y="338899"/>
                  </a:lnTo>
                  <a:lnTo>
                    <a:pt x="323088" y="328942"/>
                  </a:lnTo>
                  <a:lnTo>
                    <a:pt x="323088" y="364236"/>
                  </a:lnTo>
                  <a:lnTo>
                    <a:pt x="321398" y="377405"/>
                  </a:lnTo>
                  <a:lnTo>
                    <a:pt x="297180" y="411480"/>
                  </a:lnTo>
                  <a:lnTo>
                    <a:pt x="245960" y="431419"/>
                  </a:lnTo>
                  <a:lnTo>
                    <a:pt x="222504" y="432816"/>
                  </a:lnTo>
                  <a:lnTo>
                    <a:pt x="199936" y="431419"/>
                  </a:lnTo>
                  <a:lnTo>
                    <a:pt x="163360" y="420611"/>
                  </a:lnTo>
                  <a:lnTo>
                    <a:pt x="135623" y="392963"/>
                  </a:lnTo>
                  <a:lnTo>
                    <a:pt x="131064" y="373380"/>
                  </a:lnTo>
                  <a:lnTo>
                    <a:pt x="131064" y="365760"/>
                  </a:lnTo>
                  <a:lnTo>
                    <a:pt x="158496" y="332232"/>
                  </a:lnTo>
                  <a:lnTo>
                    <a:pt x="188976" y="323088"/>
                  </a:lnTo>
                  <a:lnTo>
                    <a:pt x="300228" y="323088"/>
                  </a:lnTo>
                  <a:lnTo>
                    <a:pt x="310235" y="333375"/>
                  </a:lnTo>
                  <a:lnTo>
                    <a:pt x="317373" y="343662"/>
                  </a:lnTo>
                  <a:lnTo>
                    <a:pt x="321665" y="353949"/>
                  </a:lnTo>
                  <a:lnTo>
                    <a:pt x="323088" y="364236"/>
                  </a:lnTo>
                  <a:lnTo>
                    <a:pt x="323088" y="328942"/>
                  </a:lnTo>
                  <a:lnTo>
                    <a:pt x="316992" y="323088"/>
                  </a:lnTo>
                  <a:lnTo>
                    <a:pt x="348996" y="323088"/>
                  </a:lnTo>
                  <a:lnTo>
                    <a:pt x="348996" y="312420"/>
                  </a:lnTo>
                  <a:close/>
                </a:path>
                <a:path extrusionOk="0" h="477520" w="448310">
                  <a:moveTo>
                    <a:pt x="448068" y="198120"/>
                  </a:moveTo>
                  <a:lnTo>
                    <a:pt x="431304" y="158496"/>
                  </a:lnTo>
                  <a:lnTo>
                    <a:pt x="398932" y="130644"/>
                  </a:lnTo>
                  <a:lnTo>
                    <a:pt x="163080" y="33528"/>
                  </a:lnTo>
                  <a:lnTo>
                    <a:pt x="152412" y="28956"/>
                  </a:lnTo>
                  <a:lnTo>
                    <a:pt x="146316" y="25908"/>
                  </a:lnTo>
                  <a:lnTo>
                    <a:pt x="144792" y="24384"/>
                  </a:lnTo>
                  <a:lnTo>
                    <a:pt x="138696" y="21336"/>
                  </a:lnTo>
                  <a:lnTo>
                    <a:pt x="135648" y="16764"/>
                  </a:lnTo>
                  <a:lnTo>
                    <a:pt x="134124" y="13716"/>
                  </a:lnTo>
                  <a:lnTo>
                    <a:pt x="131076" y="10668"/>
                  </a:lnTo>
                  <a:lnTo>
                    <a:pt x="129552" y="6096"/>
                  </a:lnTo>
                  <a:lnTo>
                    <a:pt x="129552" y="0"/>
                  </a:lnTo>
                  <a:lnTo>
                    <a:pt x="121932" y="0"/>
                  </a:lnTo>
                  <a:lnTo>
                    <a:pt x="121932" y="71628"/>
                  </a:lnTo>
                  <a:lnTo>
                    <a:pt x="129552" y="71628"/>
                  </a:lnTo>
                  <a:lnTo>
                    <a:pt x="129552" y="59436"/>
                  </a:lnTo>
                  <a:lnTo>
                    <a:pt x="131076" y="56388"/>
                  </a:lnTo>
                  <a:lnTo>
                    <a:pt x="132600" y="54864"/>
                  </a:lnTo>
                  <a:lnTo>
                    <a:pt x="134124" y="51816"/>
                  </a:lnTo>
                  <a:lnTo>
                    <a:pt x="135648" y="50292"/>
                  </a:lnTo>
                  <a:lnTo>
                    <a:pt x="137172" y="50292"/>
                  </a:lnTo>
                  <a:lnTo>
                    <a:pt x="138696" y="48768"/>
                  </a:lnTo>
                  <a:lnTo>
                    <a:pt x="149364" y="48768"/>
                  </a:lnTo>
                  <a:lnTo>
                    <a:pt x="155460" y="50292"/>
                  </a:lnTo>
                  <a:lnTo>
                    <a:pt x="285000" y="103632"/>
                  </a:lnTo>
                  <a:lnTo>
                    <a:pt x="173748" y="158496"/>
                  </a:lnTo>
                  <a:lnTo>
                    <a:pt x="165176" y="161620"/>
                  </a:lnTo>
                  <a:lnTo>
                    <a:pt x="157746" y="164020"/>
                  </a:lnTo>
                  <a:lnTo>
                    <a:pt x="151460" y="165569"/>
                  </a:lnTo>
                  <a:lnTo>
                    <a:pt x="146316" y="166116"/>
                  </a:lnTo>
                  <a:lnTo>
                    <a:pt x="141744" y="166116"/>
                  </a:lnTo>
                  <a:lnTo>
                    <a:pt x="137172" y="164592"/>
                  </a:lnTo>
                  <a:lnTo>
                    <a:pt x="134124" y="161544"/>
                  </a:lnTo>
                  <a:lnTo>
                    <a:pt x="131076" y="156972"/>
                  </a:lnTo>
                  <a:lnTo>
                    <a:pt x="129552" y="152400"/>
                  </a:lnTo>
                  <a:lnTo>
                    <a:pt x="129552" y="140208"/>
                  </a:lnTo>
                  <a:lnTo>
                    <a:pt x="121932" y="140208"/>
                  </a:lnTo>
                  <a:lnTo>
                    <a:pt x="121932" y="243840"/>
                  </a:lnTo>
                  <a:lnTo>
                    <a:pt x="129552" y="243840"/>
                  </a:lnTo>
                  <a:lnTo>
                    <a:pt x="131076" y="236220"/>
                  </a:lnTo>
                  <a:lnTo>
                    <a:pt x="134124" y="230124"/>
                  </a:lnTo>
                  <a:lnTo>
                    <a:pt x="137172" y="227076"/>
                  </a:lnTo>
                  <a:lnTo>
                    <a:pt x="138696" y="224028"/>
                  </a:lnTo>
                  <a:lnTo>
                    <a:pt x="143268" y="220980"/>
                  </a:lnTo>
                  <a:lnTo>
                    <a:pt x="147840" y="216408"/>
                  </a:lnTo>
                  <a:lnTo>
                    <a:pt x="163080" y="207264"/>
                  </a:lnTo>
                  <a:lnTo>
                    <a:pt x="167652" y="205740"/>
                  </a:lnTo>
                  <a:lnTo>
                    <a:pt x="333768" y="123444"/>
                  </a:lnTo>
                  <a:lnTo>
                    <a:pt x="371868" y="138684"/>
                  </a:lnTo>
                  <a:lnTo>
                    <a:pt x="405396" y="163068"/>
                  </a:lnTo>
                  <a:lnTo>
                    <a:pt x="408444" y="167640"/>
                  </a:lnTo>
                  <a:lnTo>
                    <a:pt x="408444" y="173736"/>
                  </a:lnTo>
                  <a:lnTo>
                    <a:pt x="406920" y="178308"/>
                  </a:lnTo>
                  <a:lnTo>
                    <a:pt x="405396" y="184404"/>
                  </a:lnTo>
                  <a:lnTo>
                    <a:pt x="400824" y="193548"/>
                  </a:lnTo>
                  <a:lnTo>
                    <a:pt x="399300" y="201168"/>
                  </a:lnTo>
                  <a:lnTo>
                    <a:pt x="399300" y="214884"/>
                  </a:lnTo>
                  <a:lnTo>
                    <a:pt x="400824" y="220980"/>
                  </a:lnTo>
                  <a:lnTo>
                    <a:pt x="405396" y="225552"/>
                  </a:lnTo>
                  <a:lnTo>
                    <a:pt x="414540" y="231648"/>
                  </a:lnTo>
                  <a:lnTo>
                    <a:pt x="428256" y="231648"/>
                  </a:lnTo>
                  <a:lnTo>
                    <a:pt x="447509" y="205574"/>
                  </a:lnTo>
                  <a:lnTo>
                    <a:pt x="448068" y="19812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112"/>
          <p:cNvGrpSpPr/>
          <p:nvPr/>
        </p:nvGrpSpPr>
        <p:grpSpPr>
          <a:xfrm>
            <a:off x="1409699" y="5521451"/>
            <a:ext cx="341376" cy="266700"/>
            <a:chOff x="1409699" y="5521451"/>
            <a:chExt cx="341376" cy="266700"/>
          </a:xfrm>
        </p:grpSpPr>
        <p:pic>
          <p:nvPicPr>
            <p:cNvPr id="8291" name="Google Shape;8291;p112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1409699" y="5714999"/>
              <a:ext cx="124968" cy="73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292" name="Google Shape;8292;p112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1517903" y="5521451"/>
              <a:ext cx="233172" cy="1508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293" name="Google Shape;8293;p112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402080" y="3802379"/>
            <a:ext cx="448055" cy="158038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94" name="Google Shape;8294;p112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3849623" y="7065264"/>
            <a:ext cx="2275331" cy="22418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95" name="Google Shape;8295;p112"/>
          <p:cNvGrpSpPr/>
          <p:nvPr/>
        </p:nvGrpSpPr>
        <p:grpSpPr>
          <a:xfrm>
            <a:off x="2432304" y="8779764"/>
            <a:ext cx="175259" cy="435864"/>
            <a:chOff x="2432304" y="8779764"/>
            <a:chExt cx="175259" cy="435864"/>
          </a:xfrm>
        </p:grpSpPr>
        <p:pic>
          <p:nvPicPr>
            <p:cNvPr id="8296" name="Google Shape;8296;p112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439924" y="9090660"/>
              <a:ext cx="164592" cy="1249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297" name="Google Shape;8297;p112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432304" y="8779764"/>
              <a:ext cx="175259" cy="29108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298" name="Google Shape;8298;p112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432304" y="7022592"/>
            <a:ext cx="225552" cy="16870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299" name="Google Shape;8299;p112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432304" y="5612892"/>
            <a:ext cx="225551" cy="13334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300" name="Google Shape;8300;p112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432303" y="5416295"/>
            <a:ext cx="175260" cy="128016"/>
          </a:xfrm>
          <a:prstGeom prst="rect">
            <a:avLst/>
          </a:prstGeom>
          <a:noFill/>
          <a:ln>
            <a:noFill/>
          </a:ln>
        </p:spPr>
      </p:pic>
      <p:pic>
        <p:nvPicPr>
          <p:cNvPr id="8301" name="Google Shape;8301;p112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490215" y="5108447"/>
            <a:ext cx="117348" cy="2392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302" name="Google Shape;8302;p112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432303" y="2953512"/>
            <a:ext cx="225552" cy="2081783"/>
          </a:xfrm>
          <a:prstGeom prst="rect">
            <a:avLst/>
          </a:prstGeom>
          <a:noFill/>
          <a:ln>
            <a:noFill/>
          </a:ln>
        </p:spPr>
      </p:pic>
      <p:pic>
        <p:nvPicPr>
          <p:cNvPr id="8303" name="Google Shape;8303;p112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740152" y="9054083"/>
            <a:ext cx="143256" cy="143256"/>
          </a:xfrm>
          <a:prstGeom prst="rect">
            <a:avLst/>
          </a:prstGeom>
          <a:noFill/>
          <a:ln>
            <a:noFill/>
          </a:ln>
        </p:spPr>
      </p:pic>
      <p:sp>
        <p:nvSpPr>
          <p:cNvPr id="8304" name="Google Shape;8304;p112"/>
          <p:cNvSpPr/>
          <p:nvPr/>
        </p:nvSpPr>
        <p:spPr>
          <a:xfrm>
            <a:off x="2729471" y="8221980"/>
            <a:ext cx="226060" cy="753110"/>
          </a:xfrm>
          <a:custGeom>
            <a:rect b="b" l="l" r="r" t="t"/>
            <a:pathLst>
              <a:path extrusionOk="0" h="753109" w="226060">
                <a:moveTo>
                  <a:pt x="24396" y="254508"/>
                </a:moveTo>
                <a:lnTo>
                  <a:pt x="22872" y="251460"/>
                </a:lnTo>
                <a:lnTo>
                  <a:pt x="18300" y="246888"/>
                </a:lnTo>
                <a:lnTo>
                  <a:pt x="15252" y="245364"/>
                </a:lnTo>
                <a:lnTo>
                  <a:pt x="7632" y="245364"/>
                </a:lnTo>
                <a:lnTo>
                  <a:pt x="6108" y="246888"/>
                </a:lnTo>
                <a:lnTo>
                  <a:pt x="3060" y="248412"/>
                </a:lnTo>
                <a:lnTo>
                  <a:pt x="12" y="251460"/>
                </a:lnTo>
                <a:lnTo>
                  <a:pt x="12" y="263652"/>
                </a:lnTo>
                <a:lnTo>
                  <a:pt x="3060" y="266700"/>
                </a:lnTo>
                <a:lnTo>
                  <a:pt x="6108" y="268224"/>
                </a:lnTo>
                <a:lnTo>
                  <a:pt x="7632" y="269748"/>
                </a:lnTo>
                <a:lnTo>
                  <a:pt x="15252" y="269748"/>
                </a:lnTo>
                <a:lnTo>
                  <a:pt x="18300" y="268224"/>
                </a:lnTo>
                <a:lnTo>
                  <a:pt x="22872" y="263652"/>
                </a:lnTo>
                <a:lnTo>
                  <a:pt x="24396" y="260604"/>
                </a:lnTo>
                <a:lnTo>
                  <a:pt x="24396" y="254508"/>
                </a:lnTo>
                <a:close/>
              </a:path>
              <a:path extrusionOk="0" h="753109" w="226060">
                <a:moveTo>
                  <a:pt x="172224" y="568452"/>
                </a:moveTo>
                <a:lnTo>
                  <a:pt x="169176" y="568452"/>
                </a:lnTo>
                <a:lnTo>
                  <a:pt x="169176" y="574548"/>
                </a:lnTo>
                <a:lnTo>
                  <a:pt x="164604" y="583692"/>
                </a:lnTo>
                <a:lnTo>
                  <a:pt x="161556" y="585216"/>
                </a:lnTo>
                <a:lnTo>
                  <a:pt x="160032" y="586740"/>
                </a:lnTo>
                <a:lnTo>
                  <a:pt x="156984" y="588264"/>
                </a:lnTo>
                <a:lnTo>
                  <a:pt x="92976" y="588264"/>
                </a:lnTo>
                <a:lnTo>
                  <a:pt x="85356" y="585216"/>
                </a:lnTo>
                <a:lnTo>
                  <a:pt x="79260" y="580644"/>
                </a:lnTo>
                <a:lnTo>
                  <a:pt x="76212" y="577596"/>
                </a:lnTo>
                <a:lnTo>
                  <a:pt x="74688" y="574548"/>
                </a:lnTo>
                <a:lnTo>
                  <a:pt x="74688" y="569976"/>
                </a:lnTo>
                <a:lnTo>
                  <a:pt x="77736" y="563880"/>
                </a:lnTo>
                <a:lnTo>
                  <a:pt x="80784" y="560832"/>
                </a:lnTo>
                <a:lnTo>
                  <a:pt x="82308" y="557784"/>
                </a:lnTo>
                <a:lnTo>
                  <a:pt x="82308" y="551688"/>
                </a:lnTo>
                <a:lnTo>
                  <a:pt x="80784" y="550164"/>
                </a:lnTo>
                <a:lnTo>
                  <a:pt x="79260" y="547116"/>
                </a:lnTo>
                <a:lnTo>
                  <a:pt x="73164" y="544068"/>
                </a:lnTo>
                <a:lnTo>
                  <a:pt x="67068" y="544068"/>
                </a:lnTo>
                <a:lnTo>
                  <a:pt x="64020" y="545592"/>
                </a:lnTo>
                <a:lnTo>
                  <a:pt x="60972" y="548640"/>
                </a:lnTo>
                <a:lnTo>
                  <a:pt x="59448" y="551688"/>
                </a:lnTo>
                <a:lnTo>
                  <a:pt x="57924" y="556260"/>
                </a:lnTo>
                <a:lnTo>
                  <a:pt x="57924" y="559308"/>
                </a:lnTo>
                <a:lnTo>
                  <a:pt x="59372" y="567055"/>
                </a:lnTo>
                <a:lnTo>
                  <a:pt x="63830" y="574357"/>
                </a:lnTo>
                <a:lnTo>
                  <a:pt x="71424" y="581393"/>
                </a:lnTo>
                <a:lnTo>
                  <a:pt x="82308" y="588264"/>
                </a:lnTo>
                <a:lnTo>
                  <a:pt x="57924" y="588264"/>
                </a:lnTo>
                <a:lnTo>
                  <a:pt x="57924" y="594360"/>
                </a:lnTo>
                <a:lnTo>
                  <a:pt x="71640" y="626364"/>
                </a:lnTo>
                <a:lnTo>
                  <a:pt x="74688" y="626364"/>
                </a:lnTo>
                <a:lnTo>
                  <a:pt x="73164" y="623316"/>
                </a:lnTo>
                <a:lnTo>
                  <a:pt x="73164" y="614172"/>
                </a:lnTo>
                <a:lnTo>
                  <a:pt x="74688" y="612648"/>
                </a:lnTo>
                <a:lnTo>
                  <a:pt x="74688" y="611124"/>
                </a:lnTo>
                <a:lnTo>
                  <a:pt x="77736" y="609600"/>
                </a:lnTo>
                <a:lnTo>
                  <a:pt x="82664" y="609371"/>
                </a:lnTo>
                <a:lnTo>
                  <a:pt x="95758" y="608317"/>
                </a:lnTo>
                <a:lnTo>
                  <a:pt x="105168" y="608076"/>
                </a:lnTo>
                <a:lnTo>
                  <a:pt x="158508" y="608076"/>
                </a:lnTo>
                <a:lnTo>
                  <a:pt x="160032" y="609600"/>
                </a:lnTo>
                <a:lnTo>
                  <a:pt x="163080" y="609600"/>
                </a:lnTo>
                <a:lnTo>
                  <a:pt x="166128" y="612648"/>
                </a:lnTo>
                <a:lnTo>
                  <a:pt x="167652" y="615696"/>
                </a:lnTo>
                <a:lnTo>
                  <a:pt x="169176" y="620268"/>
                </a:lnTo>
                <a:lnTo>
                  <a:pt x="169176" y="624840"/>
                </a:lnTo>
                <a:lnTo>
                  <a:pt x="172224" y="624840"/>
                </a:lnTo>
                <a:lnTo>
                  <a:pt x="172224" y="568452"/>
                </a:lnTo>
                <a:close/>
              </a:path>
              <a:path extrusionOk="0" h="753109" w="226060">
                <a:moveTo>
                  <a:pt x="172224" y="230124"/>
                </a:moveTo>
                <a:lnTo>
                  <a:pt x="169176" y="230124"/>
                </a:lnTo>
                <a:lnTo>
                  <a:pt x="169176" y="234696"/>
                </a:lnTo>
                <a:lnTo>
                  <a:pt x="167652" y="239268"/>
                </a:lnTo>
                <a:lnTo>
                  <a:pt x="167652" y="240792"/>
                </a:lnTo>
                <a:lnTo>
                  <a:pt x="164604" y="243840"/>
                </a:lnTo>
                <a:lnTo>
                  <a:pt x="161556" y="245364"/>
                </a:lnTo>
                <a:lnTo>
                  <a:pt x="160032" y="246888"/>
                </a:lnTo>
                <a:lnTo>
                  <a:pt x="57924" y="246888"/>
                </a:lnTo>
                <a:lnTo>
                  <a:pt x="57924" y="251460"/>
                </a:lnTo>
                <a:lnTo>
                  <a:pt x="71640" y="284988"/>
                </a:lnTo>
                <a:lnTo>
                  <a:pt x="74688" y="283464"/>
                </a:lnTo>
                <a:lnTo>
                  <a:pt x="73164" y="280416"/>
                </a:lnTo>
                <a:lnTo>
                  <a:pt x="73164" y="271272"/>
                </a:lnTo>
                <a:lnTo>
                  <a:pt x="76212" y="268224"/>
                </a:lnTo>
                <a:lnTo>
                  <a:pt x="79260" y="268224"/>
                </a:lnTo>
                <a:lnTo>
                  <a:pt x="83299" y="267347"/>
                </a:lnTo>
                <a:lnTo>
                  <a:pt x="88785" y="266890"/>
                </a:lnTo>
                <a:lnTo>
                  <a:pt x="97002" y="266700"/>
                </a:lnTo>
                <a:lnTo>
                  <a:pt x="158508" y="266700"/>
                </a:lnTo>
                <a:lnTo>
                  <a:pt x="164604" y="269748"/>
                </a:lnTo>
                <a:lnTo>
                  <a:pt x="167652" y="272796"/>
                </a:lnTo>
                <a:lnTo>
                  <a:pt x="167652" y="274320"/>
                </a:lnTo>
                <a:lnTo>
                  <a:pt x="169176" y="278892"/>
                </a:lnTo>
                <a:lnTo>
                  <a:pt x="169176" y="283464"/>
                </a:lnTo>
                <a:lnTo>
                  <a:pt x="172224" y="283464"/>
                </a:lnTo>
                <a:lnTo>
                  <a:pt x="172224" y="266700"/>
                </a:lnTo>
                <a:lnTo>
                  <a:pt x="172224" y="230124"/>
                </a:lnTo>
                <a:close/>
              </a:path>
              <a:path extrusionOk="0" h="753109" w="226060">
                <a:moveTo>
                  <a:pt x="175260" y="481584"/>
                </a:moveTo>
                <a:lnTo>
                  <a:pt x="167640" y="454190"/>
                </a:lnTo>
                <a:lnTo>
                  <a:pt x="167640" y="467868"/>
                </a:lnTo>
                <a:lnTo>
                  <a:pt x="167640" y="477012"/>
                </a:lnTo>
                <a:lnTo>
                  <a:pt x="139903" y="505396"/>
                </a:lnTo>
                <a:lnTo>
                  <a:pt x="106680" y="510540"/>
                </a:lnTo>
                <a:lnTo>
                  <a:pt x="97536" y="510540"/>
                </a:lnTo>
                <a:lnTo>
                  <a:pt x="65532" y="487680"/>
                </a:lnTo>
                <a:lnTo>
                  <a:pt x="65532" y="475488"/>
                </a:lnTo>
                <a:lnTo>
                  <a:pt x="96964" y="452818"/>
                </a:lnTo>
                <a:lnTo>
                  <a:pt x="123444" y="449580"/>
                </a:lnTo>
                <a:lnTo>
                  <a:pt x="134899" y="450138"/>
                </a:lnTo>
                <a:lnTo>
                  <a:pt x="167640" y="467868"/>
                </a:lnTo>
                <a:lnTo>
                  <a:pt x="167640" y="454190"/>
                </a:lnTo>
                <a:lnTo>
                  <a:pt x="136804" y="431228"/>
                </a:lnTo>
                <a:lnTo>
                  <a:pt x="114300" y="426720"/>
                </a:lnTo>
                <a:lnTo>
                  <a:pt x="104063" y="427583"/>
                </a:lnTo>
                <a:lnTo>
                  <a:pt x="68199" y="448132"/>
                </a:lnTo>
                <a:lnTo>
                  <a:pt x="57912" y="480060"/>
                </a:lnTo>
                <a:lnTo>
                  <a:pt x="57988" y="481584"/>
                </a:lnTo>
                <a:lnTo>
                  <a:pt x="58089" y="483831"/>
                </a:lnTo>
                <a:lnTo>
                  <a:pt x="79654" y="522046"/>
                </a:lnTo>
                <a:lnTo>
                  <a:pt x="117348" y="533400"/>
                </a:lnTo>
                <a:lnTo>
                  <a:pt x="127381" y="532574"/>
                </a:lnTo>
                <a:lnTo>
                  <a:pt x="163690" y="513524"/>
                </a:lnTo>
                <a:lnTo>
                  <a:pt x="165696" y="510540"/>
                </a:lnTo>
                <a:lnTo>
                  <a:pt x="169926" y="504253"/>
                </a:lnTo>
                <a:lnTo>
                  <a:pt x="173888" y="493572"/>
                </a:lnTo>
                <a:lnTo>
                  <a:pt x="175260" y="481584"/>
                </a:lnTo>
                <a:close/>
              </a:path>
              <a:path extrusionOk="0" h="753109" w="226060">
                <a:moveTo>
                  <a:pt x="175260" y="353568"/>
                </a:moveTo>
                <a:lnTo>
                  <a:pt x="80772" y="315468"/>
                </a:lnTo>
                <a:lnTo>
                  <a:pt x="73152" y="313944"/>
                </a:lnTo>
                <a:lnTo>
                  <a:pt x="68580" y="310896"/>
                </a:lnTo>
                <a:lnTo>
                  <a:pt x="67056" y="307848"/>
                </a:lnTo>
                <a:lnTo>
                  <a:pt x="65532" y="306324"/>
                </a:lnTo>
                <a:lnTo>
                  <a:pt x="64008" y="303276"/>
                </a:lnTo>
                <a:lnTo>
                  <a:pt x="64008" y="298704"/>
                </a:lnTo>
                <a:lnTo>
                  <a:pt x="60960" y="298704"/>
                </a:lnTo>
                <a:lnTo>
                  <a:pt x="60960" y="333756"/>
                </a:lnTo>
                <a:lnTo>
                  <a:pt x="64008" y="333756"/>
                </a:lnTo>
                <a:lnTo>
                  <a:pt x="64008" y="324612"/>
                </a:lnTo>
                <a:lnTo>
                  <a:pt x="65532" y="323088"/>
                </a:lnTo>
                <a:lnTo>
                  <a:pt x="67056" y="323088"/>
                </a:lnTo>
                <a:lnTo>
                  <a:pt x="67056" y="321564"/>
                </a:lnTo>
                <a:lnTo>
                  <a:pt x="71628" y="321564"/>
                </a:lnTo>
                <a:lnTo>
                  <a:pt x="74676" y="323088"/>
                </a:lnTo>
                <a:lnTo>
                  <a:pt x="79248" y="324612"/>
                </a:lnTo>
                <a:lnTo>
                  <a:pt x="143256" y="348996"/>
                </a:lnTo>
                <a:lnTo>
                  <a:pt x="82296" y="374904"/>
                </a:lnTo>
                <a:lnTo>
                  <a:pt x="77724" y="376428"/>
                </a:lnTo>
                <a:lnTo>
                  <a:pt x="67056" y="376428"/>
                </a:lnTo>
                <a:lnTo>
                  <a:pt x="64008" y="373380"/>
                </a:lnTo>
                <a:lnTo>
                  <a:pt x="64008" y="364236"/>
                </a:lnTo>
                <a:lnTo>
                  <a:pt x="60960" y="364236"/>
                </a:lnTo>
                <a:lnTo>
                  <a:pt x="60960" y="416052"/>
                </a:lnTo>
                <a:lnTo>
                  <a:pt x="64008" y="416052"/>
                </a:lnTo>
                <a:lnTo>
                  <a:pt x="64008" y="413004"/>
                </a:lnTo>
                <a:lnTo>
                  <a:pt x="65532" y="409956"/>
                </a:lnTo>
                <a:lnTo>
                  <a:pt x="65532" y="408432"/>
                </a:lnTo>
                <a:lnTo>
                  <a:pt x="67056" y="405384"/>
                </a:lnTo>
                <a:lnTo>
                  <a:pt x="68580" y="403860"/>
                </a:lnTo>
                <a:lnTo>
                  <a:pt x="71628" y="402336"/>
                </a:lnTo>
                <a:lnTo>
                  <a:pt x="73152" y="400812"/>
                </a:lnTo>
                <a:lnTo>
                  <a:pt x="76200" y="399288"/>
                </a:lnTo>
                <a:lnTo>
                  <a:pt x="80772" y="397764"/>
                </a:lnTo>
                <a:lnTo>
                  <a:pt x="175260" y="358140"/>
                </a:lnTo>
                <a:lnTo>
                  <a:pt x="175260" y="353568"/>
                </a:lnTo>
                <a:close/>
              </a:path>
              <a:path extrusionOk="0" h="753109" w="226060">
                <a:moveTo>
                  <a:pt x="175260" y="135636"/>
                </a:moveTo>
                <a:lnTo>
                  <a:pt x="161544" y="103632"/>
                </a:lnTo>
                <a:lnTo>
                  <a:pt x="158496" y="105156"/>
                </a:lnTo>
                <a:lnTo>
                  <a:pt x="160020" y="108204"/>
                </a:lnTo>
                <a:lnTo>
                  <a:pt x="160020" y="115824"/>
                </a:lnTo>
                <a:lnTo>
                  <a:pt x="156972" y="118872"/>
                </a:lnTo>
                <a:lnTo>
                  <a:pt x="155448" y="118872"/>
                </a:lnTo>
                <a:lnTo>
                  <a:pt x="152400" y="120396"/>
                </a:lnTo>
                <a:lnTo>
                  <a:pt x="0" y="120396"/>
                </a:lnTo>
                <a:lnTo>
                  <a:pt x="0" y="126492"/>
                </a:lnTo>
                <a:lnTo>
                  <a:pt x="13716" y="156972"/>
                </a:lnTo>
                <a:lnTo>
                  <a:pt x="16764" y="155448"/>
                </a:lnTo>
                <a:lnTo>
                  <a:pt x="15240" y="152400"/>
                </a:lnTo>
                <a:lnTo>
                  <a:pt x="13716" y="150876"/>
                </a:lnTo>
                <a:lnTo>
                  <a:pt x="13716" y="146304"/>
                </a:lnTo>
                <a:lnTo>
                  <a:pt x="15240" y="144780"/>
                </a:lnTo>
                <a:lnTo>
                  <a:pt x="15240" y="143256"/>
                </a:lnTo>
                <a:lnTo>
                  <a:pt x="16764" y="143256"/>
                </a:lnTo>
                <a:lnTo>
                  <a:pt x="19812" y="141732"/>
                </a:lnTo>
                <a:lnTo>
                  <a:pt x="22860" y="141732"/>
                </a:lnTo>
                <a:lnTo>
                  <a:pt x="25908" y="140208"/>
                </a:lnTo>
                <a:lnTo>
                  <a:pt x="67056" y="140208"/>
                </a:lnTo>
                <a:lnTo>
                  <a:pt x="63055" y="145097"/>
                </a:lnTo>
                <a:lnTo>
                  <a:pt x="60198" y="150685"/>
                </a:lnTo>
                <a:lnTo>
                  <a:pt x="60159" y="150876"/>
                </a:lnTo>
                <a:lnTo>
                  <a:pt x="58483" y="157149"/>
                </a:lnTo>
                <a:lnTo>
                  <a:pt x="57912" y="164592"/>
                </a:lnTo>
                <a:lnTo>
                  <a:pt x="77724" y="202692"/>
                </a:lnTo>
                <a:lnTo>
                  <a:pt x="120396" y="216408"/>
                </a:lnTo>
                <a:lnTo>
                  <a:pt x="132168" y="215557"/>
                </a:lnTo>
                <a:lnTo>
                  <a:pt x="166268" y="196430"/>
                </a:lnTo>
                <a:lnTo>
                  <a:pt x="168173" y="193548"/>
                </a:lnTo>
                <a:lnTo>
                  <a:pt x="171069" y="189166"/>
                </a:lnTo>
                <a:lnTo>
                  <a:pt x="174167" y="181051"/>
                </a:lnTo>
                <a:lnTo>
                  <a:pt x="175260" y="172212"/>
                </a:lnTo>
                <a:lnTo>
                  <a:pt x="175260" y="166116"/>
                </a:lnTo>
                <a:lnTo>
                  <a:pt x="173736" y="161544"/>
                </a:lnTo>
                <a:lnTo>
                  <a:pt x="170688" y="155448"/>
                </a:lnTo>
                <a:lnTo>
                  <a:pt x="167640" y="150876"/>
                </a:lnTo>
                <a:lnTo>
                  <a:pt x="160020" y="143256"/>
                </a:lnTo>
                <a:lnTo>
                  <a:pt x="160020" y="153924"/>
                </a:lnTo>
                <a:lnTo>
                  <a:pt x="160020" y="169164"/>
                </a:lnTo>
                <a:lnTo>
                  <a:pt x="155448" y="176784"/>
                </a:lnTo>
                <a:lnTo>
                  <a:pt x="146304" y="182880"/>
                </a:lnTo>
                <a:lnTo>
                  <a:pt x="139738" y="187769"/>
                </a:lnTo>
                <a:lnTo>
                  <a:pt x="131445" y="191071"/>
                </a:lnTo>
                <a:lnTo>
                  <a:pt x="121450" y="192963"/>
                </a:lnTo>
                <a:lnTo>
                  <a:pt x="109728" y="193548"/>
                </a:lnTo>
                <a:lnTo>
                  <a:pt x="98894" y="192963"/>
                </a:lnTo>
                <a:lnTo>
                  <a:pt x="89344" y="191071"/>
                </a:lnTo>
                <a:lnTo>
                  <a:pt x="81229" y="187769"/>
                </a:lnTo>
                <a:lnTo>
                  <a:pt x="68580" y="178308"/>
                </a:lnTo>
                <a:lnTo>
                  <a:pt x="65532" y="172212"/>
                </a:lnTo>
                <a:lnTo>
                  <a:pt x="65532" y="156972"/>
                </a:lnTo>
                <a:lnTo>
                  <a:pt x="68580" y="153924"/>
                </a:lnTo>
                <a:lnTo>
                  <a:pt x="70104" y="149352"/>
                </a:lnTo>
                <a:lnTo>
                  <a:pt x="74676" y="146304"/>
                </a:lnTo>
                <a:lnTo>
                  <a:pt x="77724" y="144780"/>
                </a:lnTo>
                <a:lnTo>
                  <a:pt x="82296" y="141732"/>
                </a:lnTo>
                <a:lnTo>
                  <a:pt x="88392" y="140208"/>
                </a:lnTo>
                <a:lnTo>
                  <a:pt x="147828" y="140208"/>
                </a:lnTo>
                <a:lnTo>
                  <a:pt x="155448" y="146304"/>
                </a:lnTo>
                <a:lnTo>
                  <a:pt x="160020" y="153924"/>
                </a:lnTo>
                <a:lnTo>
                  <a:pt x="160020" y="143256"/>
                </a:lnTo>
                <a:lnTo>
                  <a:pt x="156972" y="140208"/>
                </a:lnTo>
                <a:lnTo>
                  <a:pt x="175260" y="140208"/>
                </a:lnTo>
                <a:lnTo>
                  <a:pt x="175260" y="135636"/>
                </a:lnTo>
                <a:close/>
              </a:path>
              <a:path extrusionOk="0" h="753109" w="226060">
                <a:moveTo>
                  <a:pt x="175260" y="44196"/>
                </a:moveTo>
                <a:lnTo>
                  <a:pt x="154647" y="9220"/>
                </a:lnTo>
                <a:lnTo>
                  <a:pt x="131064" y="0"/>
                </a:lnTo>
                <a:lnTo>
                  <a:pt x="129540" y="3048"/>
                </a:lnTo>
                <a:lnTo>
                  <a:pt x="138684" y="6096"/>
                </a:lnTo>
                <a:lnTo>
                  <a:pt x="146304" y="10668"/>
                </a:lnTo>
                <a:lnTo>
                  <a:pt x="149352" y="16764"/>
                </a:lnTo>
                <a:lnTo>
                  <a:pt x="153924" y="21336"/>
                </a:lnTo>
                <a:lnTo>
                  <a:pt x="153962" y="21488"/>
                </a:lnTo>
                <a:lnTo>
                  <a:pt x="155448" y="27432"/>
                </a:lnTo>
                <a:lnTo>
                  <a:pt x="155448" y="35052"/>
                </a:lnTo>
                <a:lnTo>
                  <a:pt x="132765" y="67614"/>
                </a:lnTo>
                <a:lnTo>
                  <a:pt x="102108" y="74676"/>
                </a:lnTo>
                <a:lnTo>
                  <a:pt x="102108" y="24384"/>
                </a:lnTo>
                <a:lnTo>
                  <a:pt x="102108" y="0"/>
                </a:lnTo>
                <a:lnTo>
                  <a:pt x="94488" y="660"/>
                </a:lnTo>
                <a:lnTo>
                  <a:pt x="94488" y="24384"/>
                </a:lnTo>
                <a:lnTo>
                  <a:pt x="94488" y="74676"/>
                </a:lnTo>
                <a:lnTo>
                  <a:pt x="85344" y="73152"/>
                </a:lnTo>
                <a:lnTo>
                  <a:pt x="77724" y="70104"/>
                </a:lnTo>
                <a:lnTo>
                  <a:pt x="73152" y="65532"/>
                </a:lnTo>
                <a:lnTo>
                  <a:pt x="67056" y="60960"/>
                </a:lnTo>
                <a:lnTo>
                  <a:pt x="65532" y="54864"/>
                </a:lnTo>
                <a:lnTo>
                  <a:pt x="65532" y="44196"/>
                </a:lnTo>
                <a:lnTo>
                  <a:pt x="68580" y="35052"/>
                </a:lnTo>
                <a:lnTo>
                  <a:pt x="74676" y="28956"/>
                </a:lnTo>
                <a:lnTo>
                  <a:pt x="79248" y="27432"/>
                </a:lnTo>
                <a:lnTo>
                  <a:pt x="82296" y="25908"/>
                </a:lnTo>
                <a:lnTo>
                  <a:pt x="86868" y="24384"/>
                </a:lnTo>
                <a:lnTo>
                  <a:pt x="94488" y="24384"/>
                </a:lnTo>
                <a:lnTo>
                  <a:pt x="94488" y="660"/>
                </a:lnTo>
                <a:lnTo>
                  <a:pt x="60579" y="25717"/>
                </a:lnTo>
                <a:lnTo>
                  <a:pt x="60540" y="25908"/>
                </a:lnTo>
                <a:lnTo>
                  <a:pt x="58534" y="33845"/>
                </a:lnTo>
                <a:lnTo>
                  <a:pt x="58458" y="35052"/>
                </a:lnTo>
                <a:lnTo>
                  <a:pt x="58369" y="36245"/>
                </a:lnTo>
                <a:lnTo>
                  <a:pt x="57912" y="42672"/>
                </a:lnTo>
                <a:lnTo>
                  <a:pt x="73152" y="77724"/>
                </a:lnTo>
                <a:lnTo>
                  <a:pt x="117348" y="92964"/>
                </a:lnTo>
                <a:lnTo>
                  <a:pt x="130594" y="92087"/>
                </a:lnTo>
                <a:lnTo>
                  <a:pt x="130340" y="92087"/>
                </a:lnTo>
                <a:lnTo>
                  <a:pt x="141541" y="89535"/>
                </a:lnTo>
                <a:lnTo>
                  <a:pt x="171069" y="63436"/>
                </a:lnTo>
                <a:lnTo>
                  <a:pt x="174167" y="54178"/>
                </a:lnTo>
                <a:lnTo>
                  <a:pt x="175260" y="44196"/>
                </a:lnTo>
                <a:close/>
              </a:path>
              <a:path extrusionOk="0" h="753109" w="226060">
                <a:moveTo>
                  <a:pt x="225552" y="694944"/>
                </a:moveTo>
                <a:lnTo>
                  <a:pt x="222504" y="694944"/>
                </a:lnTo>
                <a:lnTo>
                  <a:pt x="222504" y="699516"/>
                </a:lnTo>
                <a:lnTo>
                  <a:pt x="220980" y="704088"/>
                </a:lnTo>
                <a:lnTo>
                  <a:pt x="219456" y="707136"/>
                </a:lnTo>
                <a:lnTo>
                  <a:pt x="219456" y="708660"/>
                </a:lnTo>
                <a:lnTo>
                  <a:pt x="217932" y="710184"/>
                </a:lnTo>
                <a:lnTo>
                  <a:pt x="214884" y="711708"/>
                </a:lnTo>
                <a:lnTo>
                  <a:pt x="213360" y="711708"/>
                </a:lnTo>
                <a:lnTo>
                  <a:pt x="208788" y="713232"/>
                </a:lnTo>
                <a:lnTo>
                  <a:pt x="164592" y="713232"/>
                </a:lnTo>
                <a:lnTo>
                  <a:pt x="167640" y="708660"/>
                </a:lnTo>
                <a:lnTo>
                  <a:pt x="170688" y="705612"/>
                </a:lnTo>
                <a:lnTo>
                  <a:pt x="172212" y="701040"/>
                </a:lnTo>
                <a:lnTo>
                  <a:pt x="173736" y="697992"/>
                </a:lnTo>
                <a:lnTo>
                  <a:pt x="175260" y="691896"/>
                </a:lnTo>
                <a:lnTo>
                  <a:pt x="175260" y="685800"/>
                </a:lnTo>
                <a:lnTo>
                  <a:pt x="174167" y="676706"/>
                </a:lnTo>
                <a:lnTo>
                  <a:pt x="171069" y="667893"/>
                </a:lnTo>
                <a:lnTo>
                  <a:pt x="167640" y="662025"/>
                </a:lnTo>
                <a:lnTo>
                  <a:pt x="167640" y="678180"/>
                </a:lnTo>
                <a:lnTo>
                  <a:pt x="167640" y="693420"/>
                </a:lnTo>
                <a:lnTo>
                  <a:pt x="166116" y="697992"/>
                </a:lnTo>
                <a:lnTo>
                  <a:pt x="161544" y="702564"/>
                </a:lnTo>
                <a:lnTo>
                  <a:pt x="158496" y="707136"/>
                </a:lnTo>
                <a:lnTo>
                  <a:pt x="153924" y="710184"/>
                </a:lnTo>
                <a:lnTo>
                  <a:pt x="149352" y="711708"/>
                </a:lnTo>
                <a:lnTo>
                  <a:pt x="146304" y="711708"/>
                </a:lnTo>
                <a:lnTo>
                  <a:pt x="140208" y="713232"/>
                </a:lnTo>
                <a:lnTo>
                  <a:pt x="89916" y="713232"/>
                </a:lnTo>
                <a:lnTo>
                  <a:pt x="82296" y="705612"/>
                </a:lnTo>
                <a:lnTo>
                  <a:pt x="79248" y="701040"/>
                </a:lnTo>
                <a:lnTo>
                  <a:pt x="77724" y="697992"/>
                </a:lnTo>
                <a:lnTo>
                  <a:pt x="74676" y="693420"/>
                </a:lnTo>
                <a:lnTo>
                  <a:pt x="74676" y="679704"/>
                </a:lnTo>
                <a:lnTo>
                  <a:pt x="77724" y="672084"/>
                </a:lnTo>
                <a:lnTo>
                  <a:pt x="83820" y="667512"/>
                </a:lnTo>
                <a:lnTo>
                  <a:pt x="91300" y="662635"/>
                </a:lnTo>
                <a:lnTo>
                  <a:pt x="100203" y="659320"/>
                </a:lnTo>
                <a:lnTo>
                  <a:pt x="110959" y="657415"/>
                </a:lnTo>
                <a:lnTo>
                  <a:pt x="111328" y="657415"/>
                </a:lnTo>
                <a:lnTo>
                  <a:pt x="123444" y="656844"/>
                </a:lnTo>
                <a:lnTo>
                  <a:pt x="133400" y="657415"/>
                </a:lnTo>
                <a:lnTo>
                  <a:pt x="142494" y="659130"/>
                </a:lnTo>
                <a:lnTo>
                  <a:pt x="150456" y="661987"/>
                </a:lnTo>
                <a:lnTo>
                  <a:pt x="156972" y="665988"/>
                </a:lnTo>
                <a:lnTo>
                  <a:pt x="164592" y="670560"/>
                </a:lnTo>
                <a:lnTo>
                  <a:pt x="167640" y="678180"/>
                </a:lnTo>
                <a:lnTo>
                  <a:pt x="167640" y="662025"/>
                </a:lnTo>
                <a:lnTo>
                  <a:pt x="125742" y="637870"/>
                </a:lnTo>
                <a:lnTo>
                  <a:pt x="125234" y="637870"/>
                </a:lnTo>
                <a:lnTo>
                  <a:pt x="112776" y="637032"/>
                </a:lnTo>
                <a:lnTo>
                  <a:pt x="70104" y="649224"/>
                </a:lnTo>
                <a:lnTo>
                  <a:pt x="58661" y="670560"/>
                </a:lnTo>
                <a:lnTo>
                  <a:pt x="57912" y="678180"/>
                </a:lnTo>
                <a:lnTo>
                  <a:pt x="57912" y="684276"/>
                </a:lnTo>
                <a:lnTo>
                  <a:pt x="59436" y="690372"/>
                </a:lnTo>
                <a:lnTo>
                  <a:pt x="83820" y="713232"/>
                </a:lnTo>
                <a:lnTo>
                  <a:pt x="57912" y="713232"/>
                </a:lnTo>
                <a:lnTo>
                  <a:pt x="57912" y="717804"/>
                </a:lnTo>
                <a:lnTo>
                  <a:pt x="71628" y="751332"/>
                </a:lnTo>
                <a:lnTo>
                  <a:pt x="74676" y="749808"/>
                </a:lnTo>
                <a:lnTo>
                  <a:pt x="73152" y="746760"/>
                </a:lnTo>
                <a:lnTo>
                  <a:pt x="73152" y="737616"/>
                </a:lnTo>
                <a:lnTo>
                  <a:pt x="74676" y="736092"/>
                </a:lnTo>
                <a:lnTo>
                  <a:pt x="74676" y="734568"/>
                </a:lnTo>
                <a:lnTo>
                  <a:pt x="76200" y="734568"/>
                </a:lnTo>
                <a:lnTo>
                  <a:pt x="77724" y="733044"/>
                </a:lnTo>
                <a:lnTo>
                  <a:pt x="214884" y="733044"/>
                </a:lnTo>
                <a:lnTo>
                  <a:pt x="217932" y="734568"/>
                </a:lnTo>
                <a:lnTo>
                  <a:pt x="219456" y="736092"/>
                </a:lnTo>
                <a:lnTo>
                  <a:pt x="219456" y="737616"/>
                </a:lnTo>
                <a:lnTo>
                  <a:pt x="220980" y="740664"/>
                </a:lnTo>
                <a:lnTo>
                  <a:pt x="222504" y="745236"/>
                </a:lnTo>
                <a:lnTo>
                  <a:pt x="222504" y="752856"/>
                </a:lnTo>
                <a:lnTo>
                  <a:pt x="225552" y="752856"/>
                </a:lnTo>
                <a:lnTo>
                  <a:pt x="225552" y="733044"/>
                </a:lnTo>
                <a:lnTo>
                  <a:pt x="225552" y="6949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5" name="Google Shape;8305;p112"/>
          <p:cNvGrpSpPr/>
          <p:nvPr/>
        </p:nvGrpSpPr>
        <p:grpSpPr>
          <a:xfrm>
            <a:off x="2729483" y="7738871"/>
            <a:ext cx="175261" cy="409956"/>
            <a:chOff x="2729483" y="7738871"/>
            <a:chExt cx="175261" cy="409956"/>
          </a:xfrm>
        </p:grpSpPr>
        <p:pic>
          <p:nvPicPr>
            <p:cNvPr id="8306" name="Google Shape;8306;p112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729483" y="7895843"/>
              <a:ext cx="175260" cy="25298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307" name="Google Shape;8307;p112"/>
            <p:cNvSpPr/>
            <p:nvPr/>
          </p:nvSpPr>
          <p:spPr>
            <a:xfrm>
              <a:off x="2734056" y="7837931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18288" y="36576"/>
                  </a:moveTo>
                  <a:lnTo>
                    <a:pt x="9144" y="36576"/>
                  </a:lnTo>
                  <a:lnTo>
                    <a:pt x="6096" y="35052"/>
                  </a:lnTo>
                  <a:lnTo>
                    <a:pt x="4572" y="32004"/>
                  </a:lnTo>
                  <a:lnTo>
                    <a:pt x="1524" y="28956"/>
                  </a:lnTo>
                  <a:lnTo>
                    <a:pt x="0" y="25908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10668" y="1524"/>
                  </a:lnTo>
                  <a:lnTo>
                    <a:pt x="16764" y="0"/>
                  </a:lnTo>
                  <a:lnTo>
                    <a:pt x="24384" y="0"/>
                  </a:lnTo>
                  <a:lnTo>
                    <a:pt x="31218" y="595"/>
                  </a:lnTo>
                  <a:lnTo>
                    <a:pt x="37909" y="2476"/>
                  </a:lnTo>
                  <a:lnTo>
                    <a:pt x="44315" y="5786"/>
                  </a:lnTo>
                  <a:lnTo>
                    <a:pt x="50292" y="10668"/>
                  </a:lnTo>
                  <a:lnTo>
                    <a:pt x="27432" y="10668"/>
                  </a:lnTo>
                  <a:lnTo>
                    <a:pt x="27432" y="12192"/>
                  </a:lnTo>
                  <a:lnTo>
                    <a:pt x="25908" y="12192"/>
                  </a:lnTo>
                  <a:lnTo>
                    <a:pt x="24384" y="13716"/>
                  </a:lnTo>
                  <a:lnTo>
                    <a:pt x="24384" y="16764"/>
                  </a:lnTo>
                  <a:lnTo>
                    <a:pt x="25908" y="16764"/>
                  </a:lnTo>
                  <a:lnTo>
                    <a:pt x="25908" y="21336"/>
                  </a:lnTo>
                  <a:lnTo>
                    <a:pt x="27432" y="22860"/>
                  </a:lnTo>
                  <a:lnTo>
                    <a:pt x="27432" y="27432"/>
                  </a:lnTo>
                  <a:lnTo>
                    <a:pt x="25908" y="30480"/>
                  </a:lnTo>
                  <a:lnTo>
                    <a:pt x="22860" y="32004"/>
                  </a:lnTo>
                  <a:lnTo>
                    <a:pt x="21336" y="35052"/>
                  </a:lnTo>
                  <a:lnTo>
                    <a:pt x="18288" y="36576"/>
                  </a:lnTo>
                  <a:close/>
                </a:path>
                <a:path extrusionOk="0" h="36829" w="64135">
                  <a:moveTo>
                    <a:pt x="64008" y="30480"/>
                  </a:moveTo>
                  <a:lnTo>
                    <a:pt x="57912" y="30480"/>
                  </a:lnTo>
                  <a:lnTo>
                    <a:pt x="53340" y="22860"/>
                  </a:lnTo>
                  <a:lnTo>
                    <a:pt x="48768" y="16764"/>
                  </a:lnTo>
                  <a:lnTo>
                    <a:pt x="44196" y="13716"/>
                  </a:lnTo>
                  <a:lnTo>
                    <a:pt x="41148" y="12192"/>
                  </a:lnTo>
                  <a:lnTo>
                    <a:pt x="36576" y="10668"/>
                  </a:lnTo>
                  <a:lnTo>
                    <a:pt x="50292" y="10668"/>
                  </a:lnTo>
                  <a:lnTo>
                    <a:pt x="56388" y="15240"/>
                  </a:lnTo>
                  <a:lnTo>
                    <a:pt x="64008" y="304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308" name="Google Shape;8308;p112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787396" y="7738871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309" name="Google Shape;8309;p112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729484" y="6114288"/>
            <a:ext cx="225551" cy="1549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8310" name="Google Shape;8310;p112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2729483" y="5699759"/>
            <a:ext cx="175260" cy="3474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11" name="Google Shape;8311;p112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2729484" y="4189476"/>
            <a:ext cx="225551" cy="14417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12" name="Google Shape;8312;p112"/>
          <p:cNvGrpSpPr/>
          <p:nvPr/>
        </p:nvGrpSpPr>
        <p:grpSpPr>
          <a:xfrm>
            <a:off x="2729483" y="3508247"/>
            <a:ext cx="175260" cy="612649"/>
            <a:chOff x="2729483" y="3508247"/>
            <a:chExt cx="175260" cy="612649"/>
          </a:xfrm>
        </p:grpSpPr>
        <p:pic>
          <p:nvPicPr>
            <p:cNvPr id="8313" name="Google Shape;8313;p112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2737103" y="3721608"/>
              <a:ext cx="167640" cy="3992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314" name="Google Shape;8314;p112"/>
            <p:cNvSpPr/>
            <p:nvPr/>
          </p:nvSpPr>
          <p:spPr>
            <a:xfrm>
              <a:off x="2734056" y="3663695"/>
              <a:ext cx="64135" cy="36830"/>
            </a:xfrm>
            <a:custGeom>
              <a:rect b="b" l="l" r="r" t="t"/>
              <a:pathLst>
                <a:path extrusionOk="0" h="36829" w="64135">
                  <a:moveTo>
                    <a:pt x="18288" y="36576"/>
                  </a:moveTo>
                  <a:lnTo>
                    <a:pt x="9144" y="36576"/>
                  </a:lnTo>
                  <a:lnTo>
                    <a:pt x="6096" y="35052"/>
                  </a:lnTo>
                  <a:lnTo>
                    <a:pt x="1524" y="30480"/>
                  </a:lnTo>
                  <a:lnTo>
                    <a:pt x="0" y="25908"/>
                  </a:lnTo>
                  <a:lnTo>
                    <a:pt x="0" y="15240"/>
                  </a:lnTo>
                  <a:lnTo>
                    <a:pt x="1524" y="10668"/>
                  </a:lnTo>
                  <a:lnTo>
                    <a:pt x="6096" y="6096"/>
                  </a:lnTo>
                  <a:lnTo>
                    <a:pt x="10668" y="3048"/>
                  </a:lnTo>
                  <a:lnTo>
                    <a:pt x="16764" y="0"/>
                  </a:lnTo>
                  <a:lnTo>
                    <a:pt x="24384" y="0"/>
                  </a:lnTo>
                  <a:lnTo>
                    <a:pt x="31218" y="809"/>
                  </a:lnTo>
                  <a:lnTo>
                    <a:pt x="37909" y="3048"/>
                  </a:lnTo>
                  <a:lnTo>
                    <a:pt x="44315" y="6429"/>
                  </a:lnTo>
                  <a:lnTo>
                    <a:pt x="50292" y="10668"/>
                  </a:lnTo>
                  <a:lnTo>
                    <a:pt x="27432" y="10668"/>
                  </a:lnTo>
                  <a:lnTo>
                    <a:pt x="27432" y="12192"/>
                  </a:lnTo>
                  <a:lnTo>
                    <a:pt x="25908" y="13716"/>
                  </a:lnTo>
                  <a:lnTo>
                    <a:pt x="24384" y="13716"/>
                  </a:lnTo>
                  <a:lnTo>
                    <a:pt x="24384" y="16764"/>
                  </a:lnTo>
                  <a:lnTo>
                    <a:pt x="25908" y="18288"/>
                  </a:lnTo>
                  <a:lnTo>
                    <a:pt x="25908" y="21336"/>
                  </a:lnTo>
                  <a:lnTo>
                    <a:pt x="27432" y="22860"/>
                  </a:lnTo>
                  <a:lnTo>
                    <a:pt x="27432" y="27432"/>
                  </a:lnTo>
                  <a:lnTo>
                    <a:pt x="25908" y="30480"/>
                  </a:lnTo>
                  <a:lnTo>
                    <a:pt x="21336" y="35052"/>
                  </a:lnTo>
                  <a:lnTo>
                    <a:pt x="18288" y="36576"/>
                  </a:lnTo>
                  <a:close/>
                </a:path>
                <a:path extrusionOk="0" h="36829" w="64135">
                  <a:moveTo>
                    <a:pt x="64008" y="32004"/>
                  </a:moveTo>
                  <a:lnTo>
                    <a:pt x="57912" y="32004"/>
                  </a:lnTo>
                  <a:lnTo>
                    <a:pt x="53340" y="22860"/>
                  </a:lnTo>
                  <a:lnTo>
                    <a:pt x="48768" y="16764"/>
                  </a:lnTo>
                  <a:lnTo>
                    <a:pt x="44196" y="13716"/>
                  </a:lnTo>
                  <a:lnTo>
                    <a:pt x="41148" y="12192"/>
                  </a:lnTo>
                  <a:lnTo>
                    <a:pt x="36576" y="10668"/>
                  </a:lnTo>
                  <a:lnTo>
                    <a:pt x="50292" y="10668"/>
                  </a:lnTo>
                  <a:lnTo>
                    <a:pt x="56388" y="15240"/>
                  </a:lnTo>
                  <a:lnTo>
                    <a:pt x="59436" y="22860"/>
                  </a:lnTo>
                  <a:lnTo>
                    <a:pt x="64008" y="320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315" name="Google Shape;8315;p112"/>
            <p:cNvPicPr preferRelativeResize="0"/>
            <p:nvPr/>
          </p:nvPicPr>
          <p:blipFill rotWithShape="1">
            <a:blip r:embed="rId32">
              <a:alphaModFix/>
            </a:blip>
            <a:srcRect b="0" l="0" r="0" t="0"/>
            <a:stretch/>
          </p:blipFill>
          <p:spPr>
            <a:xfrm>
              <a:off x="2729483" y="3508247"/>
              <a:ext cx="172212" cy="12039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316" name="Google Shape;8316;p112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2729483" y="2977896"/>
            <a:ext cx="175260" cy="466343"/>
          </a:xfrm>
          <a:prstGeom prst="rect">
            <a:avLst/>
          </a:prstGeom>
          <a:noFill/>
          <a:ln>
            <a:noFill/>
          </a:ln>
        </p:spPr>
      </p:pic>
      <p:pic>
        <p:nvPicPr>
          <p:cNvPr id="8317" name="Google Shape;8317;p112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2753867" y="2732532"/>
            <a:ext cx="150876" cy="184403"/>
          </a:xfrm>
          <a:prstGeom prst="rect">
            <a:avLst/>
          </a:prstGeom>
          <a:noFill/>
          <a:ln>
            <a:noFill/>
          </a:ln>
        </p:spPr>
      </p:pic>
      <p:sp>
        <p:nvSpPr>
          <p:cNvPr id="8318" name="Google Shape;8318;p112"/>
          <p:cNvSpPr/>
          <p:nvPr/>
        </p:nvSpPr>
        <p:spPr>
          <a:xfrm>
            <a:off x="3025127" y="8458200"/>
            <a:ext cx="175895" cy="751840"/>
          </a:xfrm>
          <a:custGeom>
            <a:rect b="b" l="l" r="r" t="t"/>
            <a:pathLst>
              <a:path extrusionOk="0" h="751840" w="175894">
                <a:moveTo>
                  <a:pt x="24384" y="240792"/>
                </a:moveTo>
                <a:lnTo>
                  <a:pt x="22860" y="239268"/>
                </a:lnTo>
                <a:lnTo>
                  <a:pt x="21336" y="236220"/>
                </a:lnTo>
                <a:lnTo>
                  <a:pt x="18288" y="233172"/>
                </a:lnTo>
                <a:lnTo>
                  <a:pt x="6096" y="233172"/>
                </a:lnTo>
                <a:lnTo>
                  <a:pt x="4572" y="236220"/>
                </a:lnTo>
                <a:lnTo>
                  <a:pt x="0" y="240792"/>
                </a:lnTo>
                <a:lnTo>
                  <a:pt x="0" y="248412"/>
                </a:lnTo>
                <a:lnTo>
                  <a:pt x="1524" y="251460"/>
                </a:lnTo>
                <a:lnTo>
                  <a:pt x="4572" y="252984"/>
                </a:lnTo>
                <a:lnTo>
                  <a:pt x="6096" y="256032"/>
                </a:lnTo>
                <a:lnTo>
                  <a:pt x="9144" y="257556"/>
                </a:lnTo>
                <a:lnTo>
                  <a:pt x="15240" y="257556"/>
                </a:lnTo>
                <a:lnTo>
                  <a:pt x="18288" y="256032"/>
                </a:lnTo>
                <a:lnTo>
                  <a:pt x="22860" y="251460"/>
                </a:lnTo>
                <a:lnTo>
                  <a:pt x="24384" y="248412"/>
                </a:lnTo>
                <a:lnTo>
                  <a:pt x="24384" y="240792"/>
                </a:lnTo>
                <a:close/>
              </a:path>
              <a:path extrusionOk="0" h="751840" w="175894">
                <a:moveTo>
                  <a:pt x="172212" y="217932"/>
                </a:moveTo>
                <a:lnTo>
                  <a:pt x="169164" y="217932"/>
                </a:lnTo>
                <a:lnTo>
                  <a:pt x="169164" y="225552"/>
                </a:lnTo>
                <a:lnTo>
                  <a:pt x="167640" y="228600"/>
                </a:lnTo>
                <a:lnTo>
                  <a:pt x="163068" y="233172"/>
                </a:lnTo>
                <a:lnTo>
                  <a:pt x="160020" y="233172"/>
                </a:lnTo>
                <a:lnTo>
                  <a:pt x="155448" y="234696"/>
                </a:lnTo>
                <a:lnTo>
                  <a:pt x="57912" y="234696"/>
                </a:lnTo>
                <a:lnTo>
                  <a:pt x="57912" y="239268"/>
                </a:lnTo>
                <a:lnTo>
                  <a:pt x="71628" y="272796"/>
                </a:lnTo>
                <a:lnTo>
                  <a:pt x="74676" y="271272"/>
                </a:lnTo>
                <a:lnTo>
                  <a:pt x="73152" y="268224"/>
                </a:lnTo>
                <a:lnTo>
                  <a:pt x="73152" y="259080"/>
                </a:lnTo>
                <a:lnTo>
                  <a:pt x="76200" y="256032"/>
                </a:lnTo>
                <a:lnTo>
                  <a:pt x="77724" y="256032"/>
                </a:lnTo>
                <a:lnTo>
                  <a:pt x="80772" y="254508"/>
                </a:lnTo>
                <a:lnTo>
                  <a:pt x="160020" y="254508"/>
                </a:lnTo>
                <a:lnTo>
                  <a:pt x="163068" y="256032"/>
                </a:lnTo>
                <a:lnTo>
                  <a:pt x="164592" y="256032"/>
                </a:lnTo>
                <a:lnTo>
                  <a:pt x="166116" y="257556"/>
                </a:lnTo>
                <a:lnTo>
                  <a:pt x="167640" y="260604"/>
                </a:lnTo>
                <a:lnTo>
                  <a:pt x="169164" y="262128"/>
                </a:lnTo>
                <a:lnTo>
                  <a:pt x="169164" y="271272"/>
                </a:lnTo>
                <a:lnTo>
                  <a:pt x="172212" y="271272"/>
                </a:lnTo>
                <a:lnTo>
                  <a:pt x="172212" y="254508"/>
                </a:lnTo>
                <a:lnTo>
                  <a:pt x="172212" y="217932"/>
                </a:lnTo>
                <a:close/>
              </a:path>
              <a:path extrusionOk="0" h="751840" w="175894">
                <a:moveTo>
                  <a:pt x="172224" y="697992"/>
                </a:moveTo>
                <a:lnTo>
                  <a:pt x="169176" y="697992"/>
                </a:lnTo>
                <a:lnTo>
                  <a:pt x="169176" y="707136"/>
                </a:lnTo>
                <a:lnTo>
                  <a:pt x="163080" y="713232"/>
                </a:lnTo>
                <a:lnTo>
                  <a:pt x="160032" y="714756"/>
                </a:lnTo>
                <a:lnTo>
                  <a:pt x="12" y="714756"/>
                </a:lnTo>
                <a:lnTo>
                  <a:pt x="12" y="719328"/>
                </a:lnTo>
                <a:lnTo>
                  <a:pt x="13728" y="751332"/>
                </a:lnTo>
                <a:lnTo>
                  <a:pt x="16776" y="749808"/>
                </a:lnTo>
                <a:lnTo>
                  <a:pt x="15252" y="746760"/>
                </a:lnTo>
                <a:lnTo>
                  <a:pt x="15252" y="739140"/>
                </a:lnTo>
                <a:lnTo>
                  <a:pt x="18300" y="736092"/>
                </a:lnTo>
                <a:lnTo>
                  <a:pt x="19824" y="736092"/>
                </a:lnTo>
                <a:lnTo>
                  <a:pt x="22872" y="734568"/>
                </a:lnTo>
                <a:lnTo>
                  <a:pt x="160032" y="734568"/>
                </a:lnTo>
                <a:lnTo>
                  <a:pt x="163080" y="736092"/>
                </a:lnTo>
                <a:lnTo>
                  <a:pt x="169176" y="742188"/>
                </a:lnTo>
                <a:lnTo>
                  <a:pt x="169176" y="751332"/>
                </a:lnTo>
                <a:lnTo>
                  <a:pt x="172224" y="751332"/>
                </a:lnTo>
                <a:lnTo>
                  <a:pt x="172224" y="697992"/>
                </a:lnTo>
                <a:close/>
              </a:path>
              <a:path extrusionOk="0" h="751840" w="175894">
                <a:moveTo>
                  <a:pt x="172224" y="284988"/>
                </a:moveTo>
                <a:lnTo>
                  <a:pt x="169176" y="284988"/>
                </a:lnTo>
                <a:lnTo>
                  <a:pt x="169176" y="292608"/>
                </a:lnTo>
                <a:lnTo>
                  <a:pt x="167652" y="295656"/>
                </a:lnTo>
                <a:lnTo>
                  <a:pt x="163080" y="300228"/>
                </a:lnTo>
                <a:lnTo>
                  <a:pt x="160032" y="300228"/>
                </a:lnTo>
                <a:lnTo>
                  <a:pt x="155460" y="301752"/>
                </a:lnTo>
                <a:lnTo>
                  <a:pt x="12" y="301752"/>
                </a:lnTo>
                <a:lnTo>
                  <a:pt x="12" y="306324"/>
                </a:lnTo>
                <a:lnTo>
                  <a:pt x="13728" y="338328"/>
                </a:lnTo>
                <a:lnTo>
                  <a:pt x="16776" y="335280"/>
                </a:lnTo>
                <a:lnTo>
                  <a:pt x="15252" y="332232"/>
                </a:lnTo>
                <a:lnTo>
                  <a:pt x="15252" y="324612"/>
                </a:lnTo>
                <a:lnTo>
                  <a:pt x="16776" y="324612"/>
                </a:lnTo>
                <a:lnTo>
                  <a:pt x="19824" y="321564"/>
                </a:lnTo>
                <a:lnTo>
                  <a:pt x="160032" y="321564"/>
                </a:lnTo>
                <a:lnTo>
                  <a:pt x="163080" y="323088"/>
                </a:lnTo>
                <a:lnTo>
                  <a:pt x="164604" y="323088"/>
                </a:lnTo>
                <a:lnTo>
                  <a:pt x="166128" y="324612"/>
                </a:lnTo>
                <a:lnTo>
                  <a:pt x="167652" y="327660"/>
                </a:lnTo>
                <a:lnTo>
                  <a:pt x="169176" y="329184"/>
                </a:lnTo>
                <a:lnTo>
                  <a:pt x="169176" y="338328"/>
                </a:lnTo>
                <a:lnTo>
                  <a:pt x="172224" y="338328"/>
                </a:lnTo>
                <a:lnTo>
                  <a:pt x="172224" y="284988"/>
                </a:lnTo>
                <a:close/>
              </a:path>
              <a:path extrusionOk="0" h="751840" w="175894">
                <a:moveTo>
                  <a:pt x="172224" y="105156"/>
                </a:moveTo>
                <a:lnTo>
                  <a:pt x="138696" y="105156"/>
                </a:lnTo>
                <a:lnTo>
                  <a:pt x="138696" y="108204"/>
                </a:lnTo>
                <a:lnTo>
                  <a:pt x="147840" y="109728"/>
                </a:lnTo>
                <a:lnTo>
                  <a:pt x="152412" y="111252"/>
                </a:lnTo>
                <a:lnTo>
                  <a:pt x="158508" y="114300"/>
                </a:lnTo>
                <a:lnTo>
                  <a:pt x="161556" y="117348"/>
                </a:lnTo>
                <a:lnTo>
                  <a:pt x="164604" y="123444"/>
                </a:lnTo>
                <a:lnTo>
                  <a:pt x="164604" y="178308"/>
                </a:lnTo>
                <a:lnTo>
                  <a:pt x="65544" y="105156"/>
                </a:lnTo>
                <a:lnTo>
                  <a:pt x="60972" y="105156"/>
                </a:lnTo>
                <a:lnTo>
                  <a:pt x="60972" y="196596"/>
                </a:lnTo>
                <a:lnTo>
                  <a:pt x="91452" y="196596"/>
                </a:lnTo>
                <a:lnTo>
                  <a:pt x="91452" y="193548"/>
                </a:lnTo>
                <a:lnTo>
                  <a:pt x="85356" y="193548"/>
                </a:lnTo>
                <a:lnTo>
                  <a:pt x="76212" y="190500"/>
                </a:lnTo>
                <a:lnTo>
                  <a:pt x="73164" y="188976"/>
                </a:lnTo>
                <a:lnTo>
                  <a:pt x="71640" y="185928"/>
                </a:lnTo>
                <a:lnTo>
                  <a:pt x="70116" y="184404"/>
                </a:lnTo>
                <a:lnTo>
                  <a:pt x="70116" y="181356"/>
                </a:lnTo>
                <a:lnTo>
                  <a:pt x="68592" y="176784"/>
                </a:lnTo>
                <a:lnTo>
                  <a:pt x="68592" y="132588"/>
                </a:lnTo>
                <a:lnTo>
                  <a:pt x="167652" y="205740"/>
                </a:lnTo>
                <a:lnTo>
                  <a:pt x="172224" y="205740"/>
                </a:lnTo>
                <a:lnTo>
                  <a:pt x="172224" y="105156"/>
                </a:lnTo>
                <a:close/>
              </a:path>
              <a:path extrusionOk="0" h="751840" w="175894">
                <a:moveTo>
                  <a:pt x="175260" y="371856"/>
                </a:moveTo>
                <a:lnTo>
                  <a:pt x="156972" y="347472"/>
                </a:lnTo>
                <a:lnTo>
                  <a:pt x="150876" y="347472"/>
                </a:lnTo>
                <a:lnTo>
                  <a:pt x="160020" y="356616"/>
                </a:lnTo>
                <a:lnTo>
                  <a:pt x="160020" y="361188"/>
                </a:lnTo>
                <a:lnTo>
                  <a:pt x="158496" y="362712"/>
                </a:lnTo>
                <a:lnTo>
                  <a:pt x="158496" y="364236"/>
                </a:lnTo>
                <a:lnTo>
                  <a:pt x="153924" y="364236"/>
                </a:lnTo>
                <a:lnTo>
                  <a:pt x="152400" y="365760"/>
                </a:lnTo>
                <a:lnTo>
                  <a:pt x="79248" y="365760"/>
                </a:lnTo>
                <a:lnTo>
                  <a:pt x="74676" y="367284"/>
                </a:lnTo>
                <a:lnTo>
                  <a:pt x="65532" y="373380"/>
                </a:lnTo>
                <a:lnTo>
                  <a:pt x="62484" y="377952"/>
                </a:lnTo>
                <a:lnTo>
                  <a:pt x="59436" y="384048"/>
                </a:lnTo>
                <a:lnTo>
                  <a:pt x="57950" y="392988"/>
                </a:lnTo>
                <a:lnTo>
                  <a:pt x="58000" y="403796"/>
                </a:lnTo>
                <a:lnTo>
                  <a:pt x="58115" y="405726"/>
                </a:lnTo>
                <a:lnTo>
                  <a:pt x="58191" y="406908"/>
                </a:lnTo>
                <a:lnTo>
                  <a:pt x="58483" y="412051"/>
                </a:lnTo>
                <a:lnTo>
                  <a:pt x="60198" y="420624"/>
                </a:lnTo>
                <a:lnTo>
                  <a:pt x="63055" y="428053"/>
                </a:lnTo>
                <a:lnTo>
                  <a:pt x="63182" y="428244"/>
                </a:lnTo>
                <a:lnTo>
                  <a:pt x="67056" y="434340"/>
                </a:lnTo>
                <a:lnTo>
                  <a:pt x="73152" y="440436"/>
                </a:lnTo>
                <a:lnTo>
                  <a:pt x="79248" y="445008"/>
                </a:lnTo>
                <a:lnTo>
                  <a:pt x="89916" y="445008"/>
                </a:lnTo>
                <a:lnTo>
                  <a:pt x="92964" y="443484"/>
                </a:lnTo>
                <a:lnTo>
                  <a:pt x="96012" y="440436"/>
                </a:lnTo>
                <a:lnTo>
                  <a:pt x="97536" y="437388"/>
                </a:lnTo>
                <a:lnTo>
                  <a:pt x="97536" y="429768"/>
                </a:lnTo>
                <a:lnTo>
                  <a:pt x="92964" y="425196"/>
                </a:lnTo>
                <a:lnTo>
                  <a:pt x="76200" y="425196"/>
                </a:lnTo>
                <a:lnTo>
                  <a:pt x="73152" y="423672"/>
                </a:lnTo>
                <a:lnTo>
                  <a:pt x="70104" y="420624"/>
                </a:lnTo>
                <a:lnTo>
                  <a:pt x="67056" y="416052"/>
                </a:lnTo>
                <a:lnTo>
                  <a:pt x="65532" y="413004"/>
                </a:lnTo>
                <a:lnTo>
                  <a:pt x="65659" y="399097"/>
                </a:lnTo>
                <a:lnTo>
                  <a:pt x="71628" y="390144"/>
                </a:lnTo>
                <a:lnTo>
                  <a:pt x="76200" y="387096"/>
                </a:lnTo>
                <a:lnTo>
                  <a:pt x="83820" y="385572"/>
                </a:lnTo>
                <a:lnTo>
                  <a:pt x="99060" y="385572"/>
                </a:lnTo>
                <a:lnTo>
                  <a:pt x="104495" y="399288"/>
                </a:lnTo>
                <a:lnTo>
                  <a:pt x="109347" y="410718"/>
                </a:lnTo>
                <a:lnTo>
                  <a:pt x="113639" y="419862"/>
                </a:lnTo>
                <a:lnTo>
                  <a:pt x="117348" y="426720"/>
                </a:lnTo>
                <a:lnTo>
                  <a:pt x="121920" y="435864"/>
                </a:lnTo>
                <a:lnTo>
                  <a:pt x="126492" y="441960"/>
                </a:lnTo>
                <a:lnTo>
                  <a:pt x="132588" y="445008"/>
                </a:lnTo>
                <a:lnTo>
                  <a:pt x="137160" y="448056"/>
                </a:lnTo>
                <a:lnTo>
                  <a:pt x="141732" y="449580"/>
                </a:lnTo>
                <a:lnTo>
                  <a:pt x="155448" y="449580"/>
                </a:lnTo>
                <a:lnTo>
                  <a:pt x="163068" y="446532"/>
                </a:lnTo>
                <a:lnTo>
                  <a:pt x="167640" y="441960"/>
                </a:lnTo>
                <a:lnTo>
                  <a:pt x="172212" y="435864"/>
                </a:lnTo>
                <a:lnTo>
                  <a:pt x="175260" y="429768"/>
                </a:lnTo>
                <a:lnTo>
                  <a:pt x="175260" y="416052"/>
                </a:lnTo>
                <a:lnTo>
                  <a:pt x="160020" y="390486"/>
                </a:lnTo>
                <a:lnTo>
                  <a:pt x="160020" y="416052"/>
                </a:lnTo>
                <a:lnTo>
                  <a:pt x="158496" y="420624"/>
                </a:lnTo>
                <a:lnTo>
                  <a:pt x="153924" y="423672"/>
                </a:lnTo>
                <a:lnTo>
                  <a:pt x="150876" y="426720"/>
                </a:lnTo>
                <a:lnTo>
                  <a:pt x="146304" y="429768"/>
                </a:lnTo>
                <a:lnTo>
                  <a:pt x="135636" y="429768"/>
                </a:lnTo>
                <a:lnTo>
                  <a:pt x="131064" y="428244"/>
                </a:lnTo>
                <a:lnTo>
                  <a:pt x="128016" y="425196"/>
                </a:lnTo>
                <a:lnTo>
                  <a:pt x="123444" y="422148"/>
                </a:lnTo>
                <a:lnTo>
                  <a:pt x="120396" y="417576"/>
                </a:lnTo>
                <a:lnTo>
                  <a:pt x="117348" y="409956"/>
                </a:lnTo>
                <a:lnTo>
                  <a:pt x="115684" y="406577"/>
                </a:lnTo>
                <a:lnTo>
                  <a:pt x="113157" y="401193"/>
                </a:lnTo>
                <a:lnTo>
                  <a:pt x="110070" y="394106"/>
                </a:lnTo>
                <a:lnTo>
                  <a:pt x="106680" y="385572"/>
                </a:lnTo>
                <a:lnTo>
                  <a:pt x="147828" y="385572"/>
                </a:lnTo>
                <a:lnTo>
                  <a:pt x="153543" y="392988"/>
                </a:lnTo>
                <a:lnTo>
                  <a:pt x="157353" y="399669"/>
                </a:lnTo>
                <a:lnTo>
                  <a:pt x="159410" y="405726"/>
                </a:lnTo>
                <a:lnTo>
                  <a:pt x="159499" y="406577"/>
                </a:lnTo>
                <a:lnTo>
                  <a:pt x="159537" y="406908"/>
                </a:lnTo>
                <a:lnTo>
                  <a:pt x="159943" y="410718"/>
                </a:lnTo>
                <a:lnTo>
                  <a:pt x="160020" y="416052"/>
                </a:lnTo>
                <a:lnTo>
                  <a:pt x="160020" y="390486"/>
                </a:lnTo>
                <a:lnTo>
                  <a:pt x="155448" y="385572"/>
                </a:lnTo>
                <a:lnTo>
                  <a:pt x="163068" y="385572"/>
                </a:lnTo>
                <a:lnTo>
                  <a:pt x="167640" y="384048"/>
                </a:lnTo>
                <a:lnTo>
                  <a:pt x="170688" y="381000"/>
                </a:lnTo>
                <a:lnTo>
                  <a:pt x="173736" y="379476"/>
                </a:lnTo>
                <a:lnTo>
                  <a:pt x="175260" y="376428"/>
                </a:lnTo>
                <a:lnTo>
                  <a:pt x="175260" y="371856"/>
                </a:lnTo>
                <a:close/>
              </a:path>
              <a:path extrusionOk="0" h="751840" w="175894">
                <a:moveTo>
                  <a:pt x="175272" y="629412"/>
                </a:moveTo>
                <a:lnTo>
                  <a:pt x="175158" y="627888"/>
                </a:lnTo>
                <a:lnTo>
                  <a:pt x="174713" y="621703"/>
                </a:lnTo>
                <a:lnTo>
                  <a:pt x="173177" y="614553"/>
                </a:lnTo>
                <a:lnTo>
                  <a:pt x="170764" y="607987"/>
                </a:lnTo>
                <a:lnTo>
                  <a:pt x="167652" y="602018"/>
                </a:lnTo>
                <a:lnTo>
                  <a:pt x="167652" y="617220"/>
                </a:lnTo>
                <a:lnTo>
                  <a:pt x="167652" y="624840"/>
                </a:lnTo>
                <a:lnTo>
                  <a:pt x="141427" y="653224"/>
                </a:lnTo>
                <a:lnTo>
                  <a:pt x="108216" y="658368"/>
                </a:lnTo>
                <a:lnTo>
                  <a:pt x="97548" y="658368"/>
                </a:lnTo>
                <a:lnTo>
                  <a:pt x="70116" y="644652"/>
                </a:lnTo>
                <a:lnTo>
                  <a:pt x="67068" y="640080"/>
                </a:lnTo>
                <a:lnTo>
                  <a:pt x="65544" y="635508"/>
                </a:lnTo>
                <a:lnTo>
                  <a:pt x="65544" y="623316"/>
                </a:lnTo>
                <a:lnTo>
                  <a:pt x="70116" y="615696"/>
                </a:lnTo>
                <a:lnTo>
                  <a:pt x="77736" y="611124"/>
                </a:lnTo>
                <a:lnTo>
                  <a:pt x="82499" y="607987"/>
                </a:lnTo>
                <a:lnTo>
                  <a:pt x="87071" y="605028"/>
                </a:lnTo>
                <a:lnTo>
                  <a:pt x="97929" y="600837"/>
                </a:lnTo>
                <a:lnTo>
                  <a:pt x="110731" y="598271"/>
                </a:lnTo>
                <a:lnTo>
                  <a:pt x="124980" y="597408"/>
                </a:lnTo>
                <a:lnTo>
                  <a:pt x="135572" y="597966"/>
                </a:lnTo>
                <a:lnTo>
                  <a:pt x="167652" y="617220"/>
                </a:lnTo>
                <a:lnTo>
                  <a:pt x="167652" y="602018"/>
                </a:lnTo>
                <a:lnTo>
                  <a:pt x="164744" y="597408"/>
                </a:lnTo>
                <a:lnTo>
                  <a:pt x="163652" y="595680"/>
                </a:lnTo>
                <a:lnTo>
                  <a:pt x="129552" y="576643"/>
                </a:lnTo>
                <a:lnTo>
                  <a:pt x="114312" y="574548"/>
                </a:lnTo>
                <a:lnTo>
                  <a:pt x="104305" y="575411"/>
                </a:lnTo>
                <a:lnTo>
                  <a:pt x="68846" y="595960"/>
                </a:lnTo>
                <a:lnTo>
                  <a:pt x="57924" y="627888"/>
                </a:lnTo>
                <a:lnTo>
                  <a:pt x="58039" y="629412"/>
                </a:lnTo>
                <a:lnTo>
                  <a:pt x="74498" y="665416"/>
                </a:lnTo>
                <a:lnTo>
                  <a:pt x="110236" y="680897"/>
                </a:lnTo>
                <a:lnTo>
                  <a:pt x="117360" y="681228"/>
                </a:lnTo>
                <a:lnTo>
                  <a:pt x="128231" y="680618"/>
                </a:lnTo>
                <a:lnTo>
                  <a:pt x="164338" y="661352"/>
                </a:lnTo>
                <a:lnTo>
                  <a:pt x="166319" y="658368"/>
                </a:lnTo>
                <a:lnTo>
                  <a:pt x="170510" y="652081"/>
                </a:lnTo>
                <a:lnTo>
                  <a:pt x="174104" y="641400"/>
                </a:lnTo>
                <a:lnTo>
                  <a:pt x="175272" y="629412"/>
                </a:lnTo>
                <a:close/>
              </a:path>
              <a:path extrusionOk="0" h="751840" w="175894">
                <a:moveTo>
                  <a:pt x="175272" y="510540"/>
                </a:moveTo>
                <a:lnTo>
                  <a:pt x="149936" y="471678"/>
                </a:lnTo>
                <a:lnTo>
                  <a:pt x="129552" y="464820"/>
                </a:lnTo>
                <a:lnTo>
                  <a:pt x="128028" y="467868"/>
                </a:lnTo>
                <a:lnTo>
                  <a:pt x="138696" y="472440"/>
                </a:lnTo>
                <a:lnTo>
                  <a:pt x="144792" y="477012"/>
                </a:lnTo>
                <a:lnTo>
                  <a:pt x="149364" y="481584"/>
                </a:lnTo>
                <a:lnTo>
                  <a:pt x="153936" y="487680"/>
                </a:lnTo>
                <a:lnTo>
                  <a:pt x="155460" y="493776"/>
                </a:lnTo>
                <a:lnTo>
                  <a:pt x="155460" y="502920"/>
                </a:lnTo>
                <a:lnTo>
                  <a:pt x="124409" y="535686"/>
                </a:lnTo>
                <a:lnTo>
                  <a:pt x="105168" y="537972"/>
                </a:lnTo>
                <a:lnTo>
                  <a:pt x="96329" y="537400"/>
                </a:lnTo>
                <a:lnTo>
                  <a:pt x="65544" y="518160"/>
                </a:lnTo>
                <a:lnTo>
                  <a:pt x="65544" y="504444"/>
                </a:lnTo>
                <a:lnTo>
                  <a:pt x="67068" y="501396"/>
                </a:lnTo>
                <a:lnTo>
                  <a:pt x="70116" y="498348"/>
                </a:lnTo>
                <a:lnTo>
                  <a:pt x="71640" y="495300"/>
                </a:lnTo>
                <a:lnTo>
                  <a:pt x="76212" y="493776"/>
                </a:lnTo>
                <a:lnTo>
                  <a:pt x="85356" y="493776"/>
                </a:lnTo>
                <a:lnTo>
                  <a:pt x="88404" y="492252"/>
                </a:lnTo>
                <a:lnTo>
                  <a:pt x="92976" y="487680"/>
                </a:lnTo>
                <a:lnTo>
                  <a:pt x="94500" y="484632"/>
                </a:lnTo>
                <a:lnTo>
                  <a:pt x="94500" y="473964"/>
                </a:lnTo>
                <a:lnTo>
                  <a:pt x="91452" y="472440"/>
                </a:lnTo>
                <a:lnTo>
                  <a:pt x="89928" y="470916"/>
                </a:lnTo>
                <a:lnTo>
                  <a:pt x="86880" y="469392"/>
                </a:lnTo>
                <a:lnTo>
                  <a:pt x="77736" y="469392"/>
                </a:lnTo>
                <a:lnTo>
                  <a:pt x="57924" y="505968"/>
                </a:lnTo>
                <a:lnTo>
                  <a:pt x="59042" y="515975"/>
                </a:lnTo>
                <a:lnTo>
                  <a:pt x="83273" y="549427"/>
                </a:lnTo>
                <a:lnTo>
                  <a:pt x="117360" y="557784"/>
                </a:lnTo>
                <a:lnTo>
                  <a:pt x="130238" y="556933"/>
                </a:lnTo>
                <a:lnTo>
                  <a:pt x="166903" y="536905"/>
                </a:lnTo>
                <a:lnTo>
                  <a:pt x="174383" y="520280"/>
                </a:lnTo>
                <a:lnTo>
                  <a:pt x="175272" y="510540"/>
                </a:lnTo>
                <a:close/>
              </a:path>
              <a:path extrusionOk="0" h="751840" w="175894">
                <a:moveTo>
                  <a:pt x="175272" y="44196"/>
                </a:moveTo>
                <a:lnTo>
                  <a:pt x="155956" y="8572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5240"/>
                </a:lnTo>
                <a:lnTo>
                  <a:pt x="153936" y="21336"/>
                </a:lnTo>
                <a:lnTo>
                  <a:pt x="155460" y="27432"/>
                </a:lnTo>
                <a:lnTo>
                  <a:pt x="155397" y="35585"/>
                </a:lnTo>
                <a:lnTo>
                  <a:pt x="134048" y="67614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495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4864"/>
                </a:lnTo>
                <a:lnTo>
                  <a:pt x="65544" y="42672"/>
                </a:lnTo>
                <a:lnTo>
                  <a:pt x="67068" y="39624"/>
                </a:lnTo>
                <a:lnTo>
                  <a:pt x="70116" y="35052"/>
                </a:lnTo>
                <a:lnTo>
                  <a:pt x="71640" y="32004"/>
                </a:lnTo>
                <a:lnTo>
                  <a:pt x="80784" y="25908"/>
                </a:lnTo>
                <a:lnTo>
                  <a:pt x="82308" y="25908"/>
                </a:lnTo>
                <a:lnTo>
                  <a:pt x="88404" y="24384"/>
                </a:lnTo>
                <a:lnTo>
                  <a:pt x="94500" y="24384"/>
                </a:lnTo>
                <a:lnTo>
                  <a:pt x="94500" y="495"/>
                </a:lnTo>
                <a:lnTo>
                  <a:pt x="92405" y="622"/>
                </a:lnTo>
                <a:lnTo>
                  <a:pt x="61163" y="24955"/>
                </a:lnTo>
                <a:lnTo>
                  <a:pt x="57924" y="41148"/>
                </a:lnTo>
                <a:lnTo>
                  <a:pt x="59042" y="52006"/>
                </a:lnTo>
                <a:lnTo>
                  <a:pt x="83299" y="84607"/>
                </a:lnTo>
                <a:lnTo>
                  <a:pt x="118884" y="92964"/>
                </a:lnTo>
                <a:lnTo>
                  <a:pt x="130886" y="92087"/>
                </a:lnTo>
                <a:lnTo>
                  <a:pt x="141744" y="89344"/>
                </a:lnTo>
                <a:lnTo>
                  <a:pt x="151460" y="84607"/>
                </a:lnTo>
                <a:lnTo>
                  <a:pt x="160032" y="77724"/>
                </a:lnTo>
                <a:lnTo>
                  <a:pt x="162953" y="74676"/>
                </a:lnTo>
                <a:lnTo>
                  <a:pt x="166903" y="70561"/>
                </a:lnTo>
                <a:lnTo>
                  <a:pt x="171653" y="62674"/>
                </a:lnTo>
                <a:lnTo>
                  <a:pt x="171704" y="62484"/>
                </a:lnTo>
                <a:lnTo>
                  <a:pt x="174383" y="53936"/>
                </a:lnTo>
                <a:lnTo>
                  <a:pt x="175272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319" name="Google Shape;8319;p112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3025139" y="8034528"/>
            <a:ext cx="175260" cy="3474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20" name="Google Shape;8320;p112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025139" y="7546847"/>
            <a:ext cx="175260" cy="4236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21" name="Google Shape;8321;p112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025139" y="7088123"/>
            <a:ext cx="175260" cy="388619"/>
          </a:xfrm>
          <a:prstGeom prst="rect">
            <a:avLst/>
          </a:prstGeom>
          <a:noFill/>
          <a:ln>
            <a:noFill/>
          </a:ln>
        </p:spPr>
      </p:pic>
      <p:pic>
        <p:nvPicPr>
          <p:cNvPr id="8322" name="Google Shape;8322;p112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025139" y="6731507"/>
            <a:ext cx="175260" cy="2956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23" name="Google Shape;8323;p112"/>
          <p:cNvGrpSpPr/>
          <p:nvPr/>
        </p:nvGrpSpPr>
        <p:grpSpPr>
          <a:xfrm>
            <a:off x="3025139" y="6245352"/>
            <a:ext cx="225551" cy="417576"/>
            <a:chOff x="3025139" y="6245352"/>
            <a:chExt cx="225551" cy="417576"/>
          </a:xfrm>
        </p:grpSpPr>
        <p:pic>
          <p:nvPicPr>
            <p:cNvPr id="8324" name="Google Shape;8324;p112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025139" y="6297168"/>
              <a:ext cx="225551" cy="36576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325" name="Google Shape;8325;p112"/>
            <p:cNvSpPr/>
            <p:nvPr/>
          </p:nvSpPr>
          <p:spPr>
            <a:xfrm>
              <a:off x="3172967" y="6245352"/>
              <a:ext cx="27940" cy="27940"/>
            </a:xfrm>
            <a:custGeom>
              <a:rect b="b" l="l" r="r" t="t"/>
              <a:pathLst>
                <a:path extrusionOk="0" h="27939" w="27939">
                  <a:moveTo>
                    <a:pt x="18288" y="27432"/>
                  </a:moveTo>
                  <a:lnTo>
                    <a:pt x="10668" y="27432"/>
                  </a:lnTo>
                  <a:lnTo>
                    <a:pt x="7620" y="25908"/>
                  </a:lnTo>
                  <a:lnTo>
                    <a:pt x="4572" y="22860"/>
                  </a:lnTo>
                  <a:lnTo>
                    <a:pt x="1524" y="21336"/>
                  </a:lnTo>
                  <a:lnTo>
                    <a:pt x="0" y="18288"/>
                  </a:lnTo>
                  <a:lnTo>
                    <a:pt x="0" y="10668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8288" y="0"/>
                  </a:lnTo>
                  <a:lnTo>
                    <a:pt x="21336" y="1524"/>
                  </a:lnTo>
                  <a:lnTo>
                    <a:pt x="25908" y="6096"/>
                  </a:lnTo>
                  <a:lnTo>
                    <a:pt x="27432" y="10668"/>
                  </a:lnTo>
                  <a:lnTo>
                    <a:pt x="27432" y="18288"/>
                  </a:lnTo>
                  <a:lnTo>
                    <a:pt x="25908" y="21336"/>
                  </a:lnTo>
                  <a:lnTo>
                    <a:pt x="21336" y="25908"/>
                  </a:lnTo>
                  <a:lnTo>
                    <a:pt x="18288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326" name="Google Shape;8326;p112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3332988" y="9054083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327" name="Google Shape;8327;p112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322320" y="8511540"/>
            <a:ext cx="175260" cy="4617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28" name="Google Shape;8328;p112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380267" y="8334755"/>
            <a:ext cx="117312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329" name="Google Shape;8329;p112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380420" y="7862316"/>
            <a:ext cx="167450" cy="4084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30" name="Google Shape;8330;p112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3346703" y="7616952"/>
            <a:ext cx="150876" cy="182880"/>
          </a:xfrm>
          <a:prstGeom prst="rect">
            <a:avLst/>
          </a:prstGeom>
          <a:noFill/>
          <a:ln>
            <a:noFill/>
          </a:ln>
        </p:spPr>
      </p:pic>
      <p:pic>
        <p:nvPicPr>
          <p:cNvPr id="8331" name="Google Shape;8331;p112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3380232" y="7216140"/>
            <a:ext cx="117348" cy="330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8332" name="Google Shape;8332;p112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322320" y="6859523"/>
            <a:ext cx="175260" cy="2956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333" name="Google Shape;8333;p112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322320" y="6374891"/>
            <a:ext cx="225552" cy="406908"/>
          </a:xfrm>
          <a:prstGeom prst="rect">
            <a:avLst/>
          </a:prstGeom>
          <a:noFill/>
          <a:ln>
            <a:noFill/>
          </a:ln>
        </p:spPr>
      </p:pic>
      <p:sp>
        <p:nvSpPr>
          <p:cNvPr id="8334" name="Google Shape;8334;p112"/>
          <p:cNvSpPr/>
          <p:nvPr/>
        </p:nvSpPr>
        <p:spPr>
          <a:xfrm>
            <a:off x="3322307" y="5647944"/>
            <a:ext cx="226060" cy="646430"/>
          </a:xfrm>
          <a:custGeom>
            <a:rect b="b" l="l" r="r" t="t"/>
            <a:pathLst>
              <a:path extrusionOk="0" h="646429" w="226060">
                <a:moveTo>
                  <a:pt x="172212" y="499872"/>
                </a:moveTo>
                <a:lnTo>
                  <a:pt x="169164" y="499872"/>
                </a:lnTo>
                <a:lnTo>
                  <a:pt x="169164" y="504444"/>
                </a:lnTo>
                <a:lnTo>
                  <a:pt x="167640" y="509016"/>
                </a:lnTo>
                <a:lnTo>
                  <a:pt x="167640" y="510540"/>
                </a:lnTo>
                <a:lnTo>
                  <a:pt x="164592" y="513588"/>
                </a:lnTo>
                <a:lnTo>
                  <a:pt x="161544" y="515112"/>
                </a:lnTo>
                <a:lnTo>
                  <a:pt x="160020" y="515112"/>
                </a:lnTo>
                <a:lnTo>
                  <a:pt x="153924" y="516636"/>
                </a:lnTo>
                <a:lnTo>
                  <a:pt x="0" y="516636"/>
                </a:lnTo>
                <a:lnTo>
                  <a:pt x="0" y="521208"/>
                </a:lnTo>
                <a:lnTo>
                  <a:pt x="13716" y="553212"/>
                </a:lnTo>
                <a:lnTo>
                  <a:pt x="16764" y="550164"/>
                </a:lnTo>
                <a:lnTo>
                  <a:pt x="15240" y="547116"/>
                </a:lnTo>
                <a:lnTo>
                  <a:pt x="13716" y="545592"/>
                </a:lnTo>
                <a:lnTo>
                  <a:pt x="13716" y="541020"/>
                </a:lnTo>
                <a:lnTo>
                  <a:pt x="15240" y="541020"/>
                </a:lnTo>
                <a:lnTo>
                  <a:pt x="16764" y="539496"/>
                </a:lnTo>
                <a:lnTo>
                  <a:pt x="16764" y="537972"/>
                </a:lnTo>
                <a:lnTo>
                  <a:pt x="19812" y="537972"/>
                </a:lnTo>
                <a:lnTo>
                  <a:pt x="22860" y="536448"/>
                </a:lnTo>
                <a:lnTo>
                  <a:pt x="160020" y="536448"/>
                </a:lnTo>
                <a:lnTo>
                  <a:pt x="161544" y="537972"/>
                </a:lnTo>
                <a:lnTo>
                  <a:pt x="164592" y="537972"/>
                </a:lnTo>
                <a:lnTo>
                  <a:pt x="166116" y="539496"/>
                </a:lnTo>
                <a:lnTo>
                  <a:pt x="167640" y="542544"/>
                </a:lnTo>
                <a:lnTo>
                  <a:pt x="167640" y="544068"/>
                </a:lnTo>
                <a:lnTo>
                  <a:pt x="169164" y="547116"/>
                </a:lnTo>
                <a:lnTo>
                  <a:pt x="169164" y="553212"/>
                </a:lnTo>
                <a:lnTo>
                  <a:pt x="172212" y="553212"/>
                </a:lnTo>
                <a:lnTo>
                  <a:pt x="172212" y="499872"/>
                </a:lnTo>
                <a:close/>
              </a:path>
              <a:path extrusionOk="0" h="646429" w="226060">
                <a:moveTo>
                  <a:pt x="172212" y="124968"/>
                </a:moveTo>
                <a:lnTo>
                  <a:pt x="169164" y="124968"/>
                </a:lnTo>
                <a:lnTo>
                  <a:pt x="169164" y="131064"/>
                </a:lnTo>
                <a:lnTo>
                  <a:pt x="167640" y="134112"/>
                </a:lnTo>
                <a:lnTo>
                  <a:pt x="167640" y="137160"/>
                </a:lnTo>
                <a:lnTo>
                  <a:pt x="164592" y="140208"/>
                </a:lnTo>
                <a:lnTo>
                  <a:pt x="161544" y="140208"/>
                </a:lnTo>
                <a:lnTo>
                  <a:pt x="160020" y="141732"/>
                </a:lnTo>
                <a:lnTo>
                  <a:pt x="0" y="141732"/>
                </a:lnTo>
                <a:lnTo>
                  <a:pt x="0" y="147828"/>
                </a:lnTo>
                <a:lnTo>
                  <a:pt x="13716" y="178308"/>
                </a:lnTo>
                <a:lnTo>
                  <a:pt x="16764" y="176784"/>
                </a:lnTo>
                <a:lnTo>
                  <a:pt x="15240" y="173736"/>
                </a:lnTo>
                <a:lnTo>
                  <a:pt x="13716" y="172212"/>
                </a:lnTo>
                <a:lnTo>
                  <a:pt x="13716" y="167640"/>
                </a:lnTo>
                <a:lnTo>
                  <a:pt x="16764" y="164592"/>
                </a:lnTo>
                <a:lnTo>
                  <a:pt x="19812" y="163068"/>
                </a:lnTo>
                <a:lnTo>
                  <a:pt x="25908" y="163068"/>
                </a:lnTo>
                <a:lnTo>
                  <a:pt x="33528" y="161544"/>
                </a:lnTo>
                <a:lnTo>
                  <a:pt x="153924" y="161544"/>
                </a:lnTo>
                <a:lnTo>
                  <a:pt x="160020" y="163068"/>
                </a:lnTo>
                <a:lnTo>
                  <a:pt x="161544" y="163068"/>
                </a:lnTo>
                <a:lnTo>
                  <a:pt x="164592" y="164592"/>
                </a:lnTo>
                <a:lnTo>
                  <a:pt x="167640" y="167640"/>
                </a:lnTo>
                <a:lnTo>
                  <a:pt x="167640" y="170688"/>
                </a:lnTo>
                <a:lnTo>
                  <a:pt x="169164" y="173736"/>
                </a:lnTo>
                <a:lnTo>
                  <a:pt x="169164" y="178308"/>
                </a:lnTo>
                <a:lnTo>
                  <a:pt x="172212" y="178308"/>
                </a:lnTo>
                <a:lnTo>
                  <a:pt x="172212" y="161544"/>
                </a:lnTo>
                <a:lnTo>
                  <a:pt x="172212" y="124968"/>
                </a:lnTo>
                <a:close/>
              </a:path>
              <a:path extrusionOk="0" h="646429" w="226060">
                <a:moveTo>
                  <a:pt x="175260" y="431292"/>
                </a:moveTo>
                <a:lnTo>
                  <a:pt x="167640" y="403898"/>
                </a:lnTo>
                <a:lnTo>
                  <a:pt x="167640" y="419100"/>
                </a:lnTo>
                <a:lnTo>
                  <a:pt x="167640" y="426720"/>
                </a:lnTo>
                <a:lnTo>
                  <a:pt x="139903" y="455104"/>
                </a:lnTo>
                <a:lnTo>
                  <a:pt x="106680" y="460248"/>
                </a:lnTo>
                <a:lnTo>
                  <a:pt x="97536" y="460248"/>
                </a:lnTo>
                <a:lnTo>
                  <a:pt x="65532" y="437388"/>
                </a:lnTo>
                <a:lnTo>
                  <a:pt x="65532" y="425196"/>
                </a:lnTo>
                <a:lnTo>
                  <a:pt x="96964" y="402526"/>
                </a:lnTo>
                <a:lnTo>
                  <a:pt x="123444" y="399288"/>
                </a:lnTo>
                <a:lnTo>
                  <a:pt x="134899" y="399846"/>
                </a:lnTo>
                <a:lnTo>
                  <a:pt x="167640" y="419100"/>
                </a:lnTo>
                <a:lnTo>
                  <a:pt x="167640" y="403898"/>
                </a:lnTo>
                <a:lnTo>
                  <a:pt x="136804" y="380936"/>
                </a:lnTo>
                <a:lnTo>
                  <a:pt x="114300" y="376428"/>
                </a:lnTo>
                <a:lnTo>
                  <a:pt x="104063" y="377291"/>
                </a:lnTo>
                <a:lnTo>
                  <a:pt x="68199" y="397840"/>
                </a:lnTo>
                <a:lnTo>
                  <a:pt x="58940" y="419100"/>
                </a:lnTo>
                <a:lnTo>
                  <a:pt x="57912" y="429768"/>
                </a:lnTo>
                <a:lnTo>
                  <a:pt x="57988" y="431292"/>
                </a:lnTo>
                <a:lnTo>
                  <a:pt x="58089" y="433539"/>
                </a:lnTo>
                <a:lnTo>
                  <a:pt x="58229" y="436613"/>
                </a:lnTo>
                <a:lnTo>
                  <a:pt x="79654" y="471754"/>
                </a:lnTo>
                <a:lnTo>
                  <a:pt x="117348" y="483108"/>
                </a:lnTo>
                <a:lnTo>
                  <a:pt x="127381" y="482282"/>
                </a:lnTo>
                <a:lnTo>
                  <a:pt x="163690" y="463232"/>
                </a:lnTo>
                <a:lnTo>
                  <a:pt x="165696" y="460248"/>
                </a:lnTo>
                <a:lnTo>
                  <a:pt x="169926" y="453961"/>
                </a:lnTo>
                <a:lnTo>
                  <a:pt x="173888" y="443280"/>
                </a:lnTo>
                <a:lnTo>
                  <a:pt x="175260" y="431292"/>
                </a:lnTo>
                <a:close/>
              </a:path>
              <a:path extrusionOk="0" h="646429" w="226060">
                <a:moveTo>
                  <a:pt x="175260" y="240792"/>
                </a:moveTo>
                <a:lnTo>
                  <a:pt x="79248" y="205740"/>
                </a:lnTo>
                <a:lnTo>
                  <a:pt x="70104" y="202692"/>
                </a:lnTo>
                <a:lnTo>
                  <a:pt x="64008" y="196596"/>
                </a:lnTo>
                <a:lnTo>
                  <a:pt x="64008" y="190500"/>
                </a:lnTo>
                <a:lnTo>
                  <a:pt x="60960" y="190500"/>
                </a:lnTo>
                <a:lnTo>
                  <a:pt x="60960" y="224028"/>
                </a:lnTo>
                <a:lnTo>
                  <a:pt x="64008" y="224028"/>
                </a:lnTo>
                <a:lnTo>
                  <a:pt x="64008" y="214884"/>
                </a:lnTo>
                <a:lnTo>
                  <a:pt x="68580" y="210312"/>
                </a:lnTo>
                <a:lnTo>
                  <a:pt x="73152" y="210312"/>
                </a:lnTo>
                <a:lnTo>
                  <a:pt x="82296" y="214884"/>
                </a:lnTo>
                <a:lnTo>
                  <a:pt x="143256" y="237744"/>
                </a:lnTo>
                <a:lnTo>
                  <a:pt x="79248" y="265176"/>
                </a:lnTo>
                <a:lnTo>
                  <a:pt x="77724" y="265176"/>
                </a:lnTo>
                <a:lnTo>
                  <a:pt x="76200" y="266700"/>
                </a:lnTo>
                <a:lnTo>
                  <a:pt x="71628" y="266700"/>
                </a:lnTo>
                <a:lnTo>
                  <a:pt x="68580" y="265176"/>
                </a:lnTo>
                <a:lnTo>
                  <a:pt x="65532" y="262128"/>
                </a:lnTo>
                <a:lnTo>
                  <a:pt x="64008" y="257556"/>
                </a:lnTo>
                <a:lnTo>
                  <a:pt x="64008" y="252984"/>
                </a:lnTo>
                <a:lnTo>
                  <a:pt x="60960" y="252984"/>
                </a:lnTo>
                <a:lnTo>
                  <a:pt x="60960" y="303276"/>
                </a:lnTo>
                <a:lnTo>
                  <a:pt x="64008" y="303276"/>
                </a:lnTo>
                <a:lnTo>
                  <a:pt x="64008" y="295656"/>
                </a:lnTo>
                <a:lnTo>
                  <a:pt x="71628" y="288036"/>
                </a:lnTo>
                <a:lnTo>
                  <a:pt x="77724" y="286512"/>
                </a:lnTo>
                <a:lnTo>
                  <a:pt x="92964" y="280416"/>
                </a:lnTo>
                <a:lnTo>
                  <a:pt x="144780" y="304800"/>
                </a:lnTo>
                <a:lnTo>
                  <a:pt x="80772" y="329184"/>
                </a:lnTo>
                <a:lnTo>
                  <a:pt x="74676" y="332232"/>
                </a:lnTo>
                <a:lnTo>
                  <a:pt x="68580" y="332232"/>
                </a:lnTo>
                <a:lnTo>
                  <a:pt x="65532" y="329184"/>
                </a:lnTo>
                <a:lnTo>
                  <a:pt x="65532" y="327660"/>
                </a:lnTo>
                <a:lnTo>
                  <a:pt x="64008" y="326136"/>
                </a:lnTo>
                <a:lnTo>
                  <a:pt x="64008" y="321564"/>
                </a:lnTo>
                <a:lnTo>
                  <a:pt x="60960" y="321564"/>
                </a:lnTo>
                <a:lnTo>
                  <a:pt x="60960" y="367284"/>
                </a:lnTo>
                <a:lnTo>
                  <a:pt x="64008" y="367284"/>
                </a:lnTo>
                <a:lnTo>
                  <a:pt x="65532" y="362712"/>
                </a:lnTo>
                <a:lnTo>
                  <a:pt x="68580" y="356616"/>
                </a:lnTo>
                <a:lnTo>
                  <a:pt x="71628" y="355092"/>
                </a:lnTo>
                <a:lnTo>
                  <a:pt x="74676" y="352044"/>
                </a:lnTo>
                <a:lnTo>
                  <a:pt x="82296" y="350520"/>
                </a:lnTo>
                <a:lnTo>
                  <a:pt x="175260" y="313944"/>
                </a:lnTo>
                <a:lnTo>
                  <a:pt x="175260" y="310896"/>
                </a:lnTo>
                <a:lnTo>
                  <a:pt x="102108" y="275844"/>
                </a:lnTo>
                <a:lnTo>
                  <a:pt x="175260" y="245364"/>
                </a:lnTo>
                <a:lnTo>
                  <a:pt x="175260" y="240792"/>
                </a:lnTo>
                <a:close/>
              </a:path>
              <a:path extrusionOk="0" h="646429" w="226060">
                <a:moveTo>
                  <a:pt x="175272" y="608076"/>
                </a:moveTo>
                <a:lnTo>
                  <a:pt x="155079" y="574738"/>
                </a:lnTo>
                <a:lnTo>
                  <a:pt x="141744" y="571500"/>
                </a:lnTo>
                <a:lnTo>
                  <a:pt x="132029" y="572960"/>
                </a:lnTo>
                <a:lnTo>
                  <a:pt x="100596" y="612648"/>
                </a:lnTo>
                <a:lnTo>
                  <a:pt x="97548" y="620268"/>
                </a:lnTo>
                <a:lnTo>
                  <a:pt x="94500" y="626364"/>
                </a:lnTo>
                <a:lnTo>
                  <a:pt x="88404" y="629412"/>
                </a:lnTo>
                <a:lnTo>
                  <a:pt x="83832" y="630936"/>
                </a:lnTo>
                <a:lnTo>
                  <a:pt x="76212" y="630936"/>
                </a:lnTo>
                <a:lnTo>
                  <a:pt x="73164" y="629412"/>
                </a:lnTo>
                <a:lnTo>
                  <a:pt x="67068" y="623316"/>
                </a:lnTo>
                <a:lnTo>
                  <a:pt x="65544" y="618744"/>
                </a:lnTo>
                <a:lnTo>
                  <a:pt x="65544" y="605028"/>
                </a:lnTo>
                <a:lnTo>
                  <a:pt x="96024" y="583692"/>
                </a:lnTo>
                <a:lnTo>
                  <a:pt x="96024" y="580644"/>
                </a:lnTo>
                <a:lnTo>
                  <a:pt x="57924" y="580644"/>
                </a:lnTo>
                <a:lnTo>
                  <a:pt x="57924" y="583692"/>
                </a:lnTo>
                <a:lnTo>
                  <a:pt x="59448" y="585216"/>
                </a:lnTo>
                <a:lnTo>
                  <a:pt x="60972" y="585216"/>
                </a:lnTo>
                <a:lnTo>
                  <a:pt x="60972" y="586740"/>
                </a:lnTo>
                <a:lnTo>
                  <a:pt x="62496" y="586740"/>
                </a:lnTo>
                <a:lnTo>
                  <a:pt x="62496" y="591312"/>
                </a:lnTo>
                <a:lnTo>
                  <a:pt x="60972" y="592836"/>
                </a:lnTo>
                <a:lnTo>
                  <a:pt x="60972" y="597408"/>
                </a:lnTo>
                <a:lnTo>
                  <a:pt x="57924" y="603504"/>
                </a:lnTo>
                <a:lnTo>
                  <a:pt x="57924" y="612648"/>
                </a:lnTo>
                <a:lnTo>
                  <a:pt x="79260" y="646176"/>
                </a:lnTo>
                <a:lnTo>
                  <a:pt x="96024" y="646176"/>
                </a:lnTo>
                <a:lnTo>
                  <a:pt x="102120" y="644652"/>
                </a:lnTo>
                <a:lnTo>
                  <a:pt x="105168" y="640080"/>
                </a:lnTo>
                <a:lnTo>
                  <a:pt x="108826" y="636943"/>
                </a:lnTo>
                <a:lnTo>
                  <a:pt x="112788" y="632079"/>
                </a:lnTo>
                <a:lnTo>
                  <a:pt x="116738" y="625513"/>
                </a:lnTo>
                <a:lnTo>
                  <a:pt x="120408" y="617220"/>
                </a:lnTo>
                <a:lnTo>
                  <a:pt x="124714" y="609790"/>
                </a:lnTo>
                <a:lnTo>
                  <a:pt x="144792" y="589788"/>
                </a:lnTo>
                <a:lnTo>
                  <a:pt x="155460" y="589788"/>
                </a:lnTo>
                <a:lnTo>
                  <a:pt x="158508" y="591312"/>
                </a:lnTo>
                <a:lnTo>
                  <a:pt x="166128" y="598932"/>
                </a:lnTo>
                <a:lnTo>
                  <a:pt x="167652" y="603504"/>
                </a:lnTo>
                <a:lnTo>
                  <a:pt x="167652" y="617220"/>
                </a:lnTo>
                <a:lnTo>
                  <a:pt x="137172" y="643128"/>
                </a:lnTo>
                <a:lnTo>
                  <a:pt x="137172" y="646176"/>
                </a:lnTo>
                <a:lnTo>
                  <a:pt x="175272" y="646176"/>
                </a:lnTo>
                <a:lnTo>
                  <a:pt x="175272" y="643128"/>
                </a:lnTo>
                <a:lnTo>
                  <a:pt x="172224" y="641604"/>
                </a:lnTo>
                <a:lnTo>
                  <a:pt x="170700" y="640080"/>
                </a:lnTo>
                <a:lnTo>
                  <a:pt x="170700" y="635508"/>
                </a:lnTo>
                <a:lnTo>
                  <a:pt x="172224" y="632460"/>
                </a:lnTo>
                <a:lnTo>
                  <a:pt x="173748" y="623316"/>
                </a:lnTo>
                <a:lnTo>
                  <a:pt x="175272" y="615696"/>
                </a:lnTo>
                <a:lnTo>
                  <a:pt x="175272" y="608076"/>
                </a:lnTo>
                <a:close/>
              </a:path>
              <a:path extrusionOk="0" h="646429" w="226060">
                <a:moveTo>
                  <a:pt x="225552" y="92964"/>
                </a:moveTo>
                <a:lnTo>
                  <a:pt x="222504" y="85344"/>
                </a:lnTo>
                <a:lnTo>
                  <a:pt x="216408" y="79248"/>
                </a:lnTo>
                <a:lnTo>
                  <a:pt x="212178" y="73825"/>
                </a:lnTo>
                <a:lnTo>
                  <a:pt x="80772" y="16764"/>
                </a:lnTo>
                <a:lnTo>
                  <a:pt x="76200" y="15240"/>
                </a:lnTo>
                <a:lnTo>
                  <a:pt x="73152" y="13716"/>
                </a:lnTo>
                <a:lnTo>
                  <a:pt x="71628" y="12192"/>
                </a:lnTo>
                <a:lnTo>
                  <a:pt x="68580" y="10668"/>
                </a:lnTo>
                <a:lnTo>
                  <a:pt x="64008" y="6096"/>
                </a:lnTo>
                <a:lnTo>
                  <a:pt x="64008" y="0"/>
                </a:lnTo>
                <a:lnTo>
                  <a:pt x="60960" y="0"/>
                </a:lnTo>
                <a:lnTo>
                  <a:pt x="60960" y="33528"/>
                </a:lnTo>
                <a:lnTo>
                  <a:pt x="64008" y="33528"/>
                </a:lnTo>
                <a:lnTo>
                  <a:pt x="64008" y="27432"/>
                </a:lnTo>
                <a:lnTo>
                  <a:pt x="65532" y="25908"/>
                </a:lnTo>
                <a:lnTo>
                  <a:pt x="65532" y="24384"/>
                </a:lnTo>
                <a:lnTo>
                  <a:pt x="67056" y="24384"/>
                </a:lnTo>
                <a:lnTo>
                  <a:pt x="67056" y="22860"/>
                </a:lnTo>
                <a:lnTo>
                  <a:pt x="74676" y="22860"/>
                </a:lnTo>
                <a:lnTo>
                  <a:pt x="77724" y="24384"/>
                </a:lnTo>
                <a:lnTo>
                  <a:pt x="80772" y="24384"/>
                </a:lnTo>
                <a:lnTo>
                  <a:pt x="143256" y="50292"/>
                </a:lnTo>
                <a:lnTo>
                  <a:pt x="86868" y="76200"/>
                </a:lnTo>
                <a:lnTo>
                  <a:pt x="80772" y="79248"/>
                </a:lnTo>
                <a:lnTo>
                  <a:pt x="76200" y="80772"/>
                </a:lnTo>
                <a:lnTo>
                  <a:pt x="68580" y="80772"/>
                </a:lnTo>
                <a:lnTo>
                  <a:pt x="64008" y="76200"/>
                </a:lnTo>
                <a:lnTo>
                  <a:pt x="64008" y="67056"/>
                </a:lnTo>
                <a:lnTo>
                  <a:pt x="60960" y="67056"/>
                </a:lnTo>
                <a:lnTo>
                  <a:pt x="60960" y="120396"/>
                </a:lnTo>
                <a:lnTo>
                  <a:pt x="64008" y="120396"/>
                </a:lnTo>
                <a:lnTo>
                  <a:pt x="64008" y="115824"/>
                </a:lnTo>
                <a:lnTo>
                  <a:pt x="65532" y="112776"/>
                </a:lnTo>
                <a:lnTo>
                  <a:pt x="73152" y="105156"/>
                </a:lnTo>
                <a:lnTo>
                  <a:pt x="77724" y="103632"/>
                </a:lnTo>
                <a:lnTo>
                  <a:pt x="80772" y="100584"/>
                </a:lnTo>
                <a:lnTo>
                  <a:pt x="83820" y="100584"/>
                </a:lnTo>
                <a:lnTo>
                  <a:pt x="167640" y="59436"/>
                </a:lnTo>
                <a:lnTo>
                  <a:pt x="187452" y="67056"/>
                </a:lnTo>
                <a:lnTo>
                  <a:pt x="199644" y="73152"/>
                </a:lnTo>
                <a:lnTo>
                  <a:pt x="201168" y="76200"/>
                </a:lnTo>
                <a:lnTo>
                  <a:pt x="204216" y="79248"/>
                </a:lnTo>
                <a:lnTo>
                  <a:pt x="205740" y="82296"/>
                </a:lnTo>
                <a:lnTo>
                  <a:pt x="205740" y="85344"/>
                </a:lnTo>
                <a:lnTo>
                  <a:pt x="204216" y="86868"/>
                </a:lnTo>
                <a:lnTo>
                  <a:pt x="204216" y="91440"/>
                </a:lnTo>
                <a:lnTo>
                  <a:pt x="201168" y="96012"/>
                </a:lnTo>
                <a:lnTo>
                  <a:pt x="201168" y="109728"/>
                </a:lnTo>
                <a:lnTo>
                  <a:pt x="204216" y="111252"/>
                </a:lnTo>
                <a:lnTo>
                  <a:pt x="205740" y="114300"/>
                </a:lnTo>
                <a:lnTo>
                  <a:pt x="214884" y="114300"/>
                </a:lnTo>
                <a:lnTo>
                  <a:pt x="217932" y="112776"/>
                </a:lnTo>
                <a:lnTo>
                  <a:pt x="224028" y="106680"/>
                </a:lnTo>
                <a:lnTo>
                  <a:pt x="225552" y="103632"/>
                </a:lnTo>
                <a:lnTo>
                  <a:pt x="225552" y="929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5" name="Google Shape;8335;p112"/>
          <p:cNvSpPr/>
          <p:nvPr/>
        </p:nvSpPr>
        <p:spPr>
          <a:xfrm>
            <a:off x="3322307" y="4951476"/>
            <a:ext cx="175895" cy="624840"/>
          </a:xfrm>
          <a:custGeom>
            <a:rect b="b" l="l" r="r" t="t"/>
            <a:pathLst>
              <a:path extrusionOk="0" h="624839" w="175895">
                <a:moveTo>
                  <a:pt x="172224" y="403860"/>
                </a:moveTo>
                <a:lnTo>
                  <a:pt x="169176" y="403860"/>
                </a:lnTo>
                <a:lnTo>
                  <a:pt x="169176" y="408432"/>
                </a:lnTo>
                <a:lnTo>
                  <a:pt x="167652" y="413004"/>
                </a:lnTo>
                <a:lnTo>
                  <a:pt x="167652" y="414528"/>
                </a:lnTo>
                <a:lnTo>
                  <a:pt x="164604" y="417576"/>
                </a:lnTo>
                <a:lnTo>
                  <a:pt x="161556" y="419100"/>
                </a:lnTo>
                <a:lnTo>
                  <a:pt x="160032" y="419100"/>
                </a:lnTo>
                <a:lnTo>
                  <a:pt x="155460" y="420624"/>
                </a:lnTo>
                <a:lnTo>
                  <a:pt x="82308" y="420624"/>
                </a:lnTo>
                <a:lnTo>
                  <a:pt x="77736" y="423672"/>
                </a:lnTo>
                <a:lnTo>
                  <a:pt x="70116" y="425196"/>
                </a:lnTo>
                <a:lnTo>
                  <a:pt x="65544" y="429768"/>
                </a:lnTo>
                <a:lnTo>
                  <a:pt x="62496" y="434340"/>
                </a:lnTo>
                <a:lnTo>
                  <a:pt x="59448" y="437388"/>
                </a:lnTo>
                <a:lnTo>
                  <a:pt x="57924" y="443484"/>
                </a:lnTo>
                <a:lnTo>
                  <a:pt x="57924" y="449580"/>
                </a:lnTo>
                <a:lnTo>
                  <a:pt x="59347" y="458749"/>
                </a:lnTo>
                <a:lnTo>
                  <a:pt x="63639" y="468058"/>
                </a:lnTo>
                <a:lnTo>
                  <a:pt x="70777" y="477659"/>
                </a:lnTo>
                <a:lnTo>
                  <a:pt x="80784" y="487680"/>
                </a:lnTo>
                <a:lnTo>
                  <a:pt x="57924" y="487680"/>
                </a:lnTo>
                <a:lnTo>
                  <a:pt x="57924" y="492252"/>
                </a:lnTo>
                <a:lnTo>
                  <a:pt x="71640" y="525780"/>
                </a:lnTo>
                <a:lnTo>
                  <a:pt x="74688" y="524256"/>
                </a:lnTo>
                <a:lnTo>
                  <a:pt x="73164" y="521208"/>
                </a:lnTo>
                <a:lnTo>
                  <a:pt x="73164" y="512064"/>
                </a:lnTo>
                <a:lnTo>
                  <a:pt x="74688" y="510540"/>
                </a:lnTo>
                <a:lnTo>
                  <a:pt x="74688" y="509016"/>
                </a:lnTo>
                <a:lnTo>
                  <a:pt x="77736" y="509016"/>
                </a:lnTo>
                <a:lnTo>
                  <a:pt x="80784" y="507492"/>
                </a:lnTo>
                <a:lnTo>
                  <a:pt x="161556" y="507492"/>
                </a:lnTo>
                <a:lnTo>
                  <a:pt x="164604" y="510540"/>
                </a:lnTo>
                <a:lnTo>
                  <a:pt x="167652" y="512064"/>
                </a:lnTo>
                <a:lnTo>
                  <a:pt x="169176" y="516636"/>
                </a:lnTo>
                <a:lnTo>
                  <a:pt x="169176" y="524256"/>
                </a:lnTo>
                <a:lnTo>
                  <a:pt x="172224" y="524256"/>
                </a:lnTo>
                <a:lnTo>
                  <a:pt x="172224" y="507492"/>
                </a:lnTo>
                <a:lnTo>
                  <a:pt x="172224" y="470916"/>
                </a:lnTo>
                <a:lnTo>
                  <a:pt x="169176" y="470916"/>
                </a:lnTo>
                <a:lnTo>
                  <a:pt x="169176" y="475488"/>
                </a:lnTo>
                <a:lnTo>
                  <a:pt x="167690" y="479920"/>
                </a:lnTo>
                <a:lnTo>
                  <a:pt x="167652" y="481584"/>
                </a:lnTo>
                <a:lnTo>
                  <a:pt x="164604" y="484632"/>
                </a:lnTo>
                <a:lnTo>
                  <a:pt x="161556" y="486156"/>
                </a:lnTo>
                <a:lnTo>
                  <a:pt x="160032" y="487680"/>
                </a:lnTo>
                <a:lnTo>
                  <a:pt x="88404" y="487680"/>
                </a:lnTo>
                <a:lnTo>
                  <a:pt x="81521" y="479920"/>
                </a:lnTo>
                <a:lnTo>
                  <a:pt x="76784" y="472440"/>
                </a:lnTo>
                <a:lnTo>
                  <a:pt x="74041" y="464972"/>
                </a:lnTo>
                <a:lnTo>
                  <a:pt x="73164" y="457200"/>
                </a:lnTo>
                <a:lnTo>
                  <a:pt x="73164" y="451104"/>
                </a:lnTo>
                <a:lnTo>
                  <a:pt x="74688" y="446532"/>
                </a:lnTo>
                <a:lnTo>
                  <a:pt x="79260" y="443484"/>
                </a:lnTo>
                <a:lnTo>
                  <a:pt x="83832" y="441960"/>
                </a:lnTo>
                <a:lnTo>
                  <a:pt x="91452" y="440436"/>
                </a:lnTo>
                <a:lnTo>
                  <a:pt x="158508" y="440436"/>
                </a:lnTo>
                <a:lnTo>
                  <a:pt x="163080" y="441960"/>
                </a:lnTo>
                <a:lnTo>
                  <a:pt x="164604" y="441960"/>
                </a:lnTo>
                <a:lnTo>
                  <a:pt x="166128" y="445008"/>
                </a:lnTo>
                <a:lnTo>
                  <a:pt x="167652" y="446532"/>
                </a:lnTo>
                <a:lnTo>
                  <a:pt x="169176" y="449580"/>
                </a:lnTo>
                <a:lnTo>
                  <a:pt x="169176" y="457200"/>
                </a:lnTo>
                <a:lnTo>
                  <a:pt x="172224" y="457200"/>
                </a:lnTo>
                <a:lnTo>
                  <a:pt x="172224" y="440436"/>
                </a:lnTo>
                <a:lnTo>
                  <a:pt x="172224" y="403860"/>
                </a:lnTo>
                <a:close/>
              </a:path>
              <a:path extrusionOk="0" h="624839" w="175895">
                <a:moveTo>
                  <a:pt x="172224" y="24384"/>
                </a:moveTo>
                <a:lnTo>
                  <a:pt x="169176" y="24384"/>
                </a:lnTo>
                <a:lnTo>
                  <a:pt x="169176" y="28956"/>
                </a:lnTo>
                <a:lnTo>
                  <a:pt x="167652" y="33528"/>
                </a:lnTo>
                <a:lnTo>
                  <a:pt x="164604" y="39624"/>
                </a:lnTo>
                <a:lnTo>
                  <a:pt x="161556" y="41148"/>
                </a:lnTo>
                <a:lnTo>
                  <a:pt x="160032" y="41148"/>
                </a:lnTo>
                <a:lnTo>
                  <a:pt x="156984" y="44196"/>
                </a:lnTo>
                <a:lnTo>
                  <a:pt x="92976" y="44196"/>
                </a:lnTo>
                <a:lnTo>
                  <a:pt x="85356" y="39624"/>
                </a:lnTo>
                <a:lnTo>
                  <a:pt x="79260" y="36576"/>
                </a:lnTo>
                <a:lnTo>
                  <a:pt x="76212" y="32004"/>
                </a:lnTo>
                <a:lnTo>
                  <a:pt x="74688" y="30480"/>
                </a:lnTo>
                <a:lnTo>
                  <a:pt x="74688" y="25908"/>
                </a:lnTo>
                <a:lnTo>
                  <a:pt x="77736" y="19812"/>
                </a:lnTo>
                <a:lnTo>
                  <a:pt x="80784" y="15240"/>
                </a:lnTo>
                <a:lnTo>
                  <a:pt x="82308" y="12192"/>
                </a:lnTo>
                <a:lnTo>
                  <a:pt x="82308" y="7620"/>
                </a:lnTo>
                <a:lnTo>
                  <a:pt x="80784" y="4572"/>
                </a:lnTo>
                <a:lnTo>
                  <a:pt x="79260" y="3048"/>
                </a:lnTo>
                <a:lnTo>
                  <a:pt x="76212" y="1524"/>
                </a:lnTo>
                <a:lnTo>
                  <a:pt x="74688" y="0"/>
                </a:lnTo>
                <a:lnTo>
                  <a:pt x="67068" y="0"/>
                </a:lnTo>
                <a:lnTo>
                  <a:pt x="64020" y="1524"/>
                </a:lnTo>
                <a:lnTo>
                  <a:pt x="60972" y="4572"/>
                </a:lnTo>
                <a:lnTo>
                  <a:pt x="57924" y="10668"/>
                </a:lnTo>
                <a:lnTo>
                  <a:pt x="57924" y="15240"/>
                </a:lnTo>
                <a:lnTo>
                  <a:pt x="59372" y="22987"/>
                </a:lnTo>
                <a:lnTo>
                  <a:pt x="63830" y="30289"/>
                </a:lnTo>
                <a:lnTo>
                  <a:pt x="71424" y="37325"/>
                </a:lnTo>
                <a:lnTo>
                  <a:pt x="82308" y="44196"/>
                </a:lnTo>
                <a:lnTo>
                  <a:pt x="57924" y="44196"/>
                </a:lnTo>
                <a:lnTo>
                  <a:pt x="57924" y="48768"/>
                </a:lnTo>
                <a:lnTo>
                  <a:pt x="71640" y="82296"/>
                </a:lnTo>
                <a:lnTo>
                  <a:pt x="74688" y="80772"/>
                </a:lnTo>
                <a:lnTo>
                  <a:pt x="73164" y="77724"/>
                </a:lnTo>
                <a:lnTo>
                  <a:pt x="73164" y="68580"/>
                </a:lnTo>
                <a:lnTo>
                  <a:pt x="74688" y="67056"/>
                </a:lnTo>
                <a:lnTo>
                  <a:pt x="74688" y="65532"/>
                </a:lnTo>
                <a:lnTo>
                  <a:pt x="79260" y="65532"/>
                </a:lnTo>
                <a:lnTo>
                  <a:pt x="82664" y="64655"/>
                </a:lnTo>
                <a:lnTo>
                  <a:pt x="88214" y="64198"/>
                </a:lnTo>
                <a:lnTo>
                  <a:pt x="105168" y="64008"/>
                </a:lnTo>
                <a:lnTo>
                  <a:pt x="160032" y="64008"/>
                </a:lnTo>
                <a:lnTo>
                  <a:pt x="163080" y="65532"/>
                </a:lnTo>
                <a:lnTo>
                  <a:pt x="166128" y="68580"/>
                </a:lnTo>
                <a:lnTo>
                  <a:pt x="169176" y="74676"/>
                </a:lnTo>
                <a:lnTo>
                  <a:pt x="169176" y="80772"/>
                </a:lnTo>
                <a:lnTo>
                  <a:pt x="172224" y="80772"/>
                </a:lnTo>
                <a:lnTo>
                  <a:pt x="172224" y="24384"/>
                </a:lnTo>
                <a:close/>
              </a:path>
              <a:path extrusionOk="0" h="624839" w="175895">
                <a:moveTo>
                  <a:pt x="175260" y="147828"/>
                </a:moveTo>
                <a:lnTo>
                  <a:pt x="167640" y="118872"/>
                </a:lnTo>
                <a:lnTo>
                  <a:pt x="167640" y="134112"/>
                </a:lnTo>
                <a:lnTo>
                  <a:pt x="167640" y="141732"/>
                </a:lnTo>
                <a:lnTo>
                  <a:pt x="139903" y="171640"/>
                </a:lnTo>
                <a:lnTo>
                  <a:pt x="106680" y="176784"/>
                </a:lnTo>
                <a:lnTo>
                  <a:pt x="97536" y="176784"/>
                </a:lnTo>
                <a:lnTo>
                  <a:pt x="88392" y="175260"/>
                </a:lnTo>
                <a:lnTo>
                  <a:pt x="82296" y="172212"/>
                </a:lnTo>
                <a:lnTo>
                  <a:pt x="76200" y="170688"/>
                </a:lnTo>
                <a:lnTo>
                  <a:pt x="68580" y="163068"/>
                </a:lnTo>
                <a:lnTo>
                  <a:pt x="65532" y="153924"/>
                </a:lnTo>
                <a:lnTo>
                  <a:pt x="65532" y="141732"/>
                </a:lnTo>
                <a:lnTo>
                  <a:pt x="96964" y="119062"/>
                </a:lnTo>
                <a:lnTo>
                  <a:pt x="123444" y="115824"/>
                </a:lnTo>
                <a:lnTo>
                  <a:pt x="134899" y="116382"/>
                </a:lnTo>
                <a:lnTo>
                  <a:pt x="167640" y="134112"/>
                </a:lnTo>
                <a:lnTo>
                  <a:pt x="167640" y="118872"/>
                </a:lnTo>
                <a:lnTo>
                  <a:pt x="128968" y="94488"/>
                </a:lnTo>
                <a:lnTo>
                  <a:pt x="114300" y="92964"/>
                </a:lnTo>
                <a:lnTo>
                  <a:pt x="104063" y="93802"/>
                </a:lnTo>
                <a:lnTo>
                  <a:pt x="68199" y="113728"/>
                </a:lnTo>
                <a:lnTo>
                  <a:pt x="57912" y="146304"/>
                </a:lnTo>
                <a:lnTo>
                  <a:pt x="57988" y="147828"/>
                </a:lnTo>
                <a:lnTo>
                  <a:pt x="58064" y="149428"/>
                </a:lnTo>
                <a:lnTo>
                  <a:pt x="79654" y="188074"/>
                </a:lnTo>
                <a:lnTo>
                  <a:pt x="117348" y="199644"/>
                </a:lnTo>
                <a:lnTo>
                  <a:pt x="127381" y="198818"/>
                </a:lnTo>
                <a:lnTo>
                  <a:pt x="163690" y="179120"/>
                </a:lnTo>
                <a:lnTo>
                  <a:pt x="173888" y="159600"/>
                </a:lnTo>
                <a:lnTo>
                  <a:pt x="175260" y="147828"/>
                </a:lnTo>
                <a:close/>
              </a:path>
              <a:path extrusionOk="0" h="624839" w="175895">
                <a:moveTo>
                  <a:pt x="175272" y="548640"/>
                </a:moveTo>
                <a:lnTo>
                  <a:pt x="156984" y="522732"/>
                </a:lnTo>
                <a:lnTo>
                  <a:pt x="150888" y="522732"/>
                </a:lnTo>
                <a:lnTo>
                  <a:pt x="158508" y="530352"/>
                </a:lnTo>
                <a:lnTo>
                  <a:pt x="158508" y="531876"/>
                </a:lnTo>
                <a:lnTo>
                  <a:pt x="160032" y="533400"/>
                </a:lnTo>
                <a:lnTo>
                  <a:pt x="160032" y="536448"/>
                </a:lnTo>
                <a:lnTo>
                  <a:pt x="158508" y="537972"/>
                </a:lnTo>
                <a:lnTo>
                  <a:pt x="158508" y="539496"/>
                </a:lnTo>
                <a:lnTo>
                  <a:pt x="156984" y="539496"/>
                </a:lnTo>
                <a:lnTo>
                  <a:pt x="155460" y="541020"/>
                </a:lnTo>
                <a:lnTo>
                  <a:pt x="85356" y="541020"/>
                </a:lnTo>
                <a:lnTo>
                  <a:pt x="77736" y="542544"/>
                </a:lnTo>
                <a:lnTo>
                  <a:pt x="74688" y="544068"/>
                </a:lnTo>
                <a:lnTo>
                  <a:pt x="68592" y="545592"/>
                </a:lnTo>
                <a:lnTo>
                  <a:pt x="62496" y="554736"/>
                </a:lnTo>
                <a:lnTo>
                  <a:pt x="59448" y="560832"/>
                </a:lnTo>
                <a:lnTo>
                  <a:pt x="57924" y="568452"/>
                </a:lnTo>
                <a:lnTo>
                  <a:pt x="58000" y="580555"/>
                </a:lnTo>
                <a:lnTo>
                  <a:pt x="58127" y="582701"/>
                </a:lnTo>
                <a:lnTo>
                  <a:pt x="58178" y="583692"/>
                </a:lnTo>
                <a:lnTo>
                  <a:pt x="77736" y="620268"/>
                </a:lnTo>
                <a:lnTo>
                  <a:pt x="91452" y="620268"/>
                </a:lnTo>
                <a:lnTo>
                  <a:pt x="97548" y="614172"/>
                </a:lnTo>
                <a:lnTo>
                  <a:pt x="97548" y="608076"/>
                </a:lnTo>
                <a:lnTo>
                  <a:pt x="96024" y="605028"/>
                </a:lnTo>
                <a:lnTo>
                  <a:pt x="94500" y="603504"/>
                </a:lnTo>
                <a:lnTo>
                  <a:pt x="91452" y="601980"/>
                </a:lnTo>
                <a:lnTo>
                  <a:pt x="89928" y="600456"/>
                </a:lnTo>
                <a:lnTo>
                  <a:pt x="74688" y="600456"/>
                </a:lnTo>
                <a:lnTo>
                  <a:pt x="71640" y="598932"/>
                </a:lnTo>
                <a:lnTo>
                  <a:pt x="68592" y="595884"/>
                </a:lnTo>
                <a:lnTo>
                  <a:pt x="67068" y="592836"/>
                </a:lnTo>
                <a:lnTo>
                  <a:pt x="65646" y="588606"/>
                </a:lnTo>
                <a:lnTo>
                  <a:pt x="65684" y="575500"/>
                </a:lnTo>
                <a:lnTo>
                  <a:pt x="67068" y="569976"/>
                </a:lnTo>
                <a:lnTo>
                  <a:pt x="76212" y="563880"/>
                </a:lnTo>
                <a:lnTo>
                  <a:pt x="83832" y="560832"/>
                </a:lnTo>
                <a:lnTo>
                  <a:pt x="99072" y="560832"/>
                </a:lnTo>
                <a:lnTo>
                  <a:pt x="103619" y="574789"/>
                </a:lnTo>
                <a:lnTo>
                  <a:pt x="108026" y="586740"/>
                </a:lnTo>
                <a:lnTo>
                  <a:pt x="112141" y="596417"/>
                </a:lnTo>
                <a:lnTo>
                  <a:pt x="112268" y="596646"/>
                </a:lnTo>
                <a:lnTo>
                  <a:pt x="115836" y="603504"/>
                </a:lnTo>
                <a:lnTo>
                  <a:pt x="121932" y="612648"/>
                </a:lnTo>
                <a:lnTo>
                  <a:pt x="126504" y="618744"/>
                </a:lnTo>
                <a:lnTo>
                  <a:pt x="135648" y="623316"/>
                </a:lnTo>
                <a:lnTo>
                  <a:pt x="140220" y="624840"/>
                </a:lnTo>
                <a:lnTo>
                  <a:pt x="155460" y="624840"/>
                </a:lnTo>
                <a:lnTo>
                  <a:pt x="161556" y="623316"/>
                </a:lnTo>
                <a:lnTo>
                  <a:pt x="172224" y="612648"/>
                </a:lnTo>
                <a:lnTo>
                  <a:pt x="175272" y="606552"/>
                </a:lnTo>
                <a:lnTo>
                  <a:pt x="175272" y="605028"/>
                </a:lnTo>
                <a:lnTo>
                  <a:pt x="175272" y="592836"/>
                </a:lnTo>
                <a:lnTo>
                  <a:pt x="172224" y="583692"/>
                </a:lnTo>
                <a:lnTo>
                  <a:pt x="170243" y="580555"/>
                </a:lnTo>
                <a:lnTo>
                  <a:pt x="166700" y="575691"/>
                </a:lnTo>
                <a:lnTo>
                  <a:pt x="160032" y="566877"/>
                </a:lnTo>
                <a:lnTo>
                  <a:pt x="160032" y="586740"/>
                </a:lnTo>
                <a:lnTo>
                  <a:pt x="160032" y="591312"/>
                </a:lnTo>
                <a:lnTo>
                  <a:pt x="158508" y="595884"/>
                </a:lnTo>
                <a:lnTo>
                  <a:pt x="150888" y="603504"/>
                </a:lnTo>
                <a:lnTo>
                  <a:pt x="144792" y="605028"/>
                </a:lnTo>
                <a:lnTo>
                  <a:pt x="135648" y="605028"/>
                </a:lnTo>
                <a:lnTo>
                  <a:pt x="131076" y="603504"/>
                </a:lnTo>
                <a:lnTo>
                  <a:pt x="128028" y="600456"/>
                </a:lnTo>
                <a:lnTo>
                  <a:pt x="123456" y="597408"/>
                </a:lnTo>
                <a:lnTo>
                  <a:pt x="120408" y="592836"/>
                </a:lnTo>
                <a:lnTo>
                  <a:pt x="115836" y="586740"/>
                </a:lnTo>
                <a:lnTo>
                  <a:pt x="114401" y="582701"/>
                </a:lnTo>
                <a:lnTo>
                  <a:pt x="112407" y="577215"/>
                </a:lnTo>
                <a:lnTo>
                  <a:pt x="109816" y="569976"/>
                </a:lnTo>
                <a:lnTo>
                  <a:pt x="106692" y="560832"/>
                </a:lnTo>
                <a:lnTo>
                  <a:pt x="147840" y="560832"/>
                </a:lnTo>
                <a:lnTo>
                  <a:pt x="152908" y="568452"/>
                </a:lnTo>
                <a:lnTo>
                  <a:pt x="156794" y="575500"/>
                </a:lnTo>
                <a:lnTo>
                  <a:pt x="156857" y="575691"/>
                </a:lnTo>
                <a:lnTo>
                  <a:pt x="159194" y="581621"/>
                </a:lnTo>
                <a:lnTo>
                  <a:pt x="160032" y="586740"/>
                </a:lnTo>
                <a:lnTo>
                  <a:pt x="160032" y="566877"/>
                </a:lnTo>
                <a:lnTo>
                  <a:pt x="155460" y="560832"/>
                </a:lnTo>
                <a:lnTo>
                  <a:pt x="163080" y="560832"/>
                </a:lnTo>
                <a:lnTo>
                  <a:pt x="167652" y="559308"/>
                </a:lnTo>
                <a:lnTo>
                  <a:pt x="170700" y="557784"/>
                </a:lnTo>
                <a:lnTo>
                  <a:pt x="173748" y="554736"/>
                </a:lnTo>
                <a:lnTo>
                  <a:pt x="175272" y="551688"/>
                </a:lnTo>
                <a:lnTo>
                  <a:pt x="175272" y="548640"/>
                </a:lnTo>
                <a:close/>
              </a:path>
              <a:path extrusionOk="0" h="624839" w="175895">
                <a:moveTo>
                  <a:pt x="175272" y="310896"/>
                </a:moveTo>
                <a:lnTo>
                  <a:pt x="161556" y="280416"/>
                </a:lnTo>
                <a:lnTo>
                  <a:pt x="158508" y="280416"/>
                </a:lnTo>
                <a:lnTo>
                  <a:pt x="160032" y="284988"/>
                </a:lnTo>
                <a:lnTo>
                  <a:pt x="160032" y="292608"/>
                </a:lnTo>
                <a:lnTo>
                  <a:pt x="158508" y="292608"/>
                </a:lnTo>
                <a:lnTo>
                  <a:pt x="155460" y="295656"/>
                </a:lnTo>
                <a:lnTo>
                  <a:pt x="149364" y="295656"/>
                </a:lnTo>
                <a:lnTo>
                  <a:pt x="141744" y="297180"/>
                </a:lnTo>
                <a:lnTo>
                  <a:pt x="12" y="297180"/>
                </a:lnTo>
                <a:lnTo>
                  <a:pt x="12" y="301752"/>
                </a:lnTo>
                <a:lnTo>
                  <a:pt x="13728" y="333756"/>
                </a:lnTo>
                <a:lnTo>
                  <a:pt x="16776" y="332232"/>
                </a:lnTo>
                <a:lnTo>
                  <a:pt x="13728" y="326136"/>
                </a:lnTo>
                <a:lnTo>
                  <a:pt x="13728" y="323088"/>
                </a:lnTo>
                <a:lnTo>
                  <a:pt x="16776" y="320040"/>
                </a:lnTo>
                <a:lnTo>
                  <a:pt x="16776" y="318516"/>
                </a:lnTo>
                <a:lnTo>
                  <a:pt x="19824" y="316992"/>
                </a:lnTo>
                <a:lnTo>
                  <a:pt x="67068" y="316992"/>
                </a:lnTo>
                <a:lnTo>
                  <a:pt x="60972" y="323088"/>
                </a:lnTo>
                <a:lnTo>
                  <a:pt x="57924" y="330708"/>
                </a:lnTo>
                <a:lnTo>
                  <a:pt x="57924" y="339852"/>
                </a:lnTo>
                <a:lnTo>
                  <a:pt x="59080" y="350951"/>
                </a:lnTo>
                <a:lnTo>
                  <a:pt x="87401" y="384200"/>
                </a:lnTo>
                <a:lnTo>
                  <a:pt x="120408" y="393192"/>
                </a:lnTo>
                <a:lnTo>
                  <a:pt x="132168" y="392341"/>
                </a:lnTo>
                <a:lnTo>
                  <a:pt x="166268" y="372364"/>
                </a:lnTo>
                <a:lnTo>
                  <a:pt x="175272" y="348996"/>
                </a:lnTo>
                <a:lnTo>
                  <a:pt x="175171" y="342519"/>
                </a:lnTo>
                <a:lnTo>
                  <a:pt x="173748" y="336804"/>
                </a:lnTo>
                <a:lnTo>
                  <a:pt x="170700" y="332232"/>
                </a:lnTo>
                <a:lnTo>
                  <a:pt x="167652" y="326136"/>
                </a:lnTo>
                <a:lnTo>
                  <a:pt x="163080" y="321564"/>
                </a:lnTo>
                <a:lnTo>
                  <a:pt x="160032" y="319278"/>
                </a:lnTo>
                <a:lnTo>
                  <a:pt x="160032" y="329184"/>
                </a:lnTo>
                <a:lnTo>
                  <a:pt x="160032" y="336804"/>
                </a:lnTo>
                <a:lnTo>
                  <a:pt x="131457" y="367284"/>
                </a:lnTo>
                <a:lnTo>
                  <a:pt x="110426" y="370293"/>
                </a:lnTo>
                <a:lnTo>
                  <a:pt x="109093" y="370293"/>
                </a:lnTo>
                <a:lnTo>
                  <a:pt x="68592" y="353568"/>
                </a:lnTo>
                <a:lnTo>
                  <a:pt x="65544" y="347472"/>
                </a:lnTo>
                <a:lnTo>
                  <a:pt x="65544" y="336804"/>
                </a:lnTo>
                <a:lnTo>
                  <a:pt x="67068" y="333756"/>
                </a:lnTo>
                <a:lnTo>
                  <a:pt x="68592" y="329184"/>
                </a:lnTo>
                <a:lnTo>
                  <a:pt x="70116" y="326136"/>
                </a:lnTo>
                <a:lnTo>
                  <a:pt x="79260" y="320040"/>
                </a:lnTo>
                <a:lnTo>
                  <a:pt x="82308" y="318516"/>
                </a:lnTo>
                <a:lnTo>
                  <a:pt x="88404" y="316992"/>
                </a:lnTo>
                <a:lnTo>
                  <a:pt x="147840" y="316992"/>
                </a:lnTo>
                <a:lnTo>
                  <a:pt x="155460" y="323088"/>
                </a:lnTo>
                <a:lnTo>
                  <a:pt x="160032" y="329184"/>
                </a:lnTo>
                <a:lnTo>
                  <a:pt x="160032" y="319278"/>
                </a:lnTo>
                <a:lnTo>
                  <a:pt x="156984" y="316992"/>
                </a:lnTo>
                <a:lnTo>
                  <a:pt x="175272" y="316992"/>
                </a:lnTo>
                <a:lnTo>
                  <a:pt x="175272" y="310896"/>
                </a:lnTo>
                <a:close/>
              </a:path>
              <a:path extrusionOk="0" h="624839" w="175895">
                <a:moveTo>
                  <a:pt x="175272" y="265176"/>
                </a:moveTo>
                <a:lnTo>
                  <a:pt x="0" y="205740"/>
                </a:lnTo>
                <a:lnTo>
                  <a:pt x="0" y="216408"/>
                </a:lnTo>
                <a:lnTo>
                  <a:pt x="175272" y="275844"/>
                </a:lnTo>
                <a:lnTo>
                  <a:pt x="175272" y="2651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336" name="Google Shape;8336;p112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3346703" y="4491227"/>
            <a:ext cx="201168" cy="3916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337" name="Google Shape;8337;p112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322320" y="4287011"/>
            <a:ext cx="175259" cy="128015"/>
          </a:xfrm>
          <a:prstGeom prst="rect">
            <a:avLst/>
          </a:prstGeom>
          <a:noFill/>
          <a:ln>
            <a:noFill/>
          </a:ln>
        </p:spPr>
      </p:pic>
      <p:sp>
        <p:nvSpPr>
          <p:cNvPr id="8338" name="Google Shape;8338;p112"/>
          <p:cNvSpPr/>
          <p:nvPr/>
        </p:nvSpPr>
        <p:spPr>
          <a:xfrm>
            <a:off x="3322307" y="3465576"/>
            <a:ext cx="175895" cy="757555"/>
          </a:xfrm>
          <a:custGeom>
            <a:rect b="b" l="l" r="r" t="t"/>
            <a:pathLst>
              <a:path extrusionOk="0" h="757554" w="175895">
                <a:moveTo>
                  <a:pt x="24384" y="539496"/>
                </a:moveTo>
                <a:lnTo>
                  <a:pt x="22860" y="536448"/>
                </a:lnTo>
                <a:lnTo>
                  <a:pt x="19812" y="534924"/>
                </a:lnTo>
                <a:lnTo>
                  <a:pt x="18288" y="531876"/>
                </a:lnTo>
                <a:lnTo>
                  <a:pt x="15240" y="530352"/>
                </a:lnTo>
                <a:lnTo>
                  <a:pt x="9144" y="530352"/>
                </a:lnTo>
                <a:lnTo>
                  <a:pt x="6096" y="531876"/>
                </a:lnTo>
                <a:lnTo>
                  <a:pt x="1524" y="536448"/>
                </a:lnTo>
                <a:lnTo>
                  <a:pt x="0" y="539496"/>
                </a:lnTo>
                <a:lnTo>
                  <a:pt x="0" y="545592"/>
                </a:lnTo>
                <a:lnTo>
                  <a:pt x="3048" y="551688"/>
                </a:lnTo>
                <a:lnTo>
                  <a:pt x="9144" y="554736"/>
                </a:lnTo>
                <a:lnTo>
                  <a:pt x="15240" y="554736"/>
                </a:lnTo>
                <a:lnTo>
                  <a:pt x="18288" y="553212"/>
                </a:lnTo>
                <a:lnTo>
                  <a:pt x="22860" y="548640"/>
                </a:lnTo>
                <a:lnTo>
                  <a:pt x="24384" y="545592"/>
                </a:lnTo>
                <a:lnTo>
                  <a:pt x="24384" y="539496"/>
                </a:lnTo>
                <a:close/>
              </a:path>
              <a:path extrusionOk="0" h="757554" w="175895">
                <a:moveTo>
                  <a:pt x="172212" y="515112"/>
                </a:moveTo>
                <a:lnTo>
                  <a:pt x="169164" y="515112"/>
                </a:lnTo>
                <a:lnTo>
                  <a:pt x="169164" y="521208"/>
                </a:lnTo>
                <a:lnTo>
                  <a:pt x="167640" y="524256"/>
                </a:lnTo>
                <a:lnTo>
                  <a:pt x="167640" y="525780"/>
                </a:lnTo>
                <a:lnTo>
                  <a:pt x="166116" y="528828"/>
                </a:lnTo>
                <a:lnTo>
                  <a:pt x="164592" y="530352"/>
                </a:lnTo>
                <a:lnTo>
                  <a:pt x="161544" y="530352"/>
                </a:lnTo>
                <a:lnTo>
                  <a:pt x="160020" y="531876"/>
                </a:lnTo>
                <a:lnTo>
                  <a:pt x="57912" y="531876"/>
                </a:lnTo>
                <a:lnTo>
                  <a:pt x="57912" y="537972"/>
                </a:lnTo>
                <a:lnTo>
                  <a:pt x="71628" y="569976"/>
                </a:lnTo>
                <a:lnTo>
                  <a:pt x="74676" y="568452"/>
                </a:lnTo>
                <a:lnTo>
                  <a:pt x="73152" y="565404"/>
                </a:lnTo>
                <a:lnTo>
                  <a:pt x="73152" y="556260"/>
                </a:lnTo>
                <a:lnTo>
                  <a:pt x="74676" y="556260"/>
                </a:lnTo>
                <a:lnTo>
                  <a:pt x="74676" y="554736"/>
                </a:lnTo>
                <a:lnTo>
                  <a:pt x="77724" y="553212"/>
                </a:lnTo>
                <a:lnTo>
                  <a:pt x="79248" y="553212"/>
                </a:lnTo>
                <a:lnTo>
                  <a:pt x="83299" y="552335"/>
                </a:lnTo>
                <a:lnTo>
                  <a:pt x="88773" y="551878"/>
                </a:lnTo>
                <a:lnTo>
                  <a:pt x="97002" y="551688"/>
                </a:lnTo>
                <a:lnTo>
                  <a:pt x="153924" y="551688"/>
                </a:lnTo>
                <a:lnTo>
                  <a:pt x="160020" y="553212"/>
                </a:lnTo>
                <a:lnTo>
                  <a:pt x="161544" y="553212"/>
                </a:lnTo>
                <a:lnTo>
                  <a:pt x="164592" y="554736"/>
                </a:lnTo>
                <a:lnTo>
                  <a:pt x="167640" y="557784"/>
                </a:lnTo>
                <a:lnTo>
                  <a:pt x="167640" y="559308"/>
                </a:lnTo>
                <a:lnTo>
                  <a:pt x="169164" y="563880"/>
                </a:lnTo>
                <a:lnTo>
                  <a:pt x="169164" y="568452"/>
                </a:lnTo>
                <a:lnTo>
                  <a:pt x="172212" y="568452"/>
                </a:lnTo>
                <a:lnTo>
                  <a:pt x="172212" y="551688"/>
                </a:lnTo>
                <a:lnTo>
                  <a:pt x="172212" y="515112"/>
                </a:lnTo>
                <a:close/>
              </a:path>
              <a:path extrusionOk="0" h="757554" w="175895">
                <a:moveTo>
                  <a:pt x="172212" y="320040"/>
                </a:moveTo>
                <a:lnTo>
                  <a:pt x="169164" y="320040"/>
                </a:lnTo>
                <a:lnTo>
                  <a:pt x="169164" y="324612"/>
                </a:lnTo>
                <a:lnTo>
                  <a:pt x="167640" y="329184"/>
                </a:lnTo>
                <a:lnTo>
                  <a:pt x="167640" y="330708"/>
                </a:lnTo>
                <a:lnTo>
                  <a:pt x="163068" y="335280"/>
                </a:lnTo>
                <a:lnTo>
                  <a:pt x="160020" y="336804"/>
                </a:lnTo>
                <a:lnTo>
                  <a:pt x="99720" y="336804"/>
                </a:lnTo>
                <a:lnTo>
                  <a:pt x="90297" y="336994"/>
                </a:lnTo>
                <a:lnTo>
                  <a:pt x="57912" y="359664"/>
                </a:lnTo>
                <a:lnTo>
                  <a:pt x="57912" y="371856"/>
                </a:lnTo>
                <a:lnTo>
                  <a:pt x="80772" y="403860"/>
                </a:lnTo>
                <a:lnTo>
                  <a:pt x="0" y="403860"/>
                </a:lnTo>
                <a:lnTo>
                  <a:pt x="0" y="408432"/>
                </a:lnTo>
                <a:lnTo>
                  <a:pt x="13716" y="441960"/>
                </a:lnTo>
                <a:lnTo>
                  <a:pt x="16764" y="440436"/>
                </a:lnTo>
                <a:lnTo>
                  <a:pt x="15240" y="435864"/>
                </a:lnTo>
                <a:lnTo>
                  <a:pt x="13716" y="434340"/>
                </a:lnTo>
                <a:lnTo>
                  <a:pt x="13716" y="429768"/>
                </a:lnTo>
                <a:lnTo>
                  <a:pt x="16764" y="426720"/>
                </a:lnTo>
                <a:lnTo>
                  <a:pt x="16764" y="425196"/>
                </a:lnTo>
                <a:lnTo>
                  <a:pt x="19812" y="425196"/>
                </a:lnTo>
                <a:lnTo>
                  <a:pt x="22860" y="423672"/>
                </a:lnTo>
                <a:lnTo>
                  <a:pt x="160020" y="423672"/>
                </a:lnTo>
                <a:lnTo>
                  <a:pt x="161544" y="425196"/>
                </a:lnTo>
                <a:lnTo>
                  <a:pt x="164592" y="425196"/>
                </a:lnTo>
                <a:lnTo>
                  <a:pt x="166116" y="426720"/>
                </a:lnTo>
                <a:lnTo>
                  <a:pt x="166116" y="428244"/>
                </a:lnTo>
                <a:lnTo>
                  <a:pt x="167640" y="431292"/>
                </a:lnTo>
                <a:lnTo>
                  <a:pt x="169164" y="435864"/>
                </a:lnTo>
                <a:lnTo>
                  <a:pt x="169164" y="440436"/>
                </a:lnTo>
                <a:lnTo>
                  <a:pt x="172212" y="440436"/>
                </a:lnTo>
                <a:lnTo>
                  <a:pt x="172212" y="423672"/>
                </a:lnTo>
                <a:lnTo>
                  <a:pt x="172212" y="387096"/>
                </a:lnTo>
                <a:lnTo>
                  <a:pt x="169164" y="387096"/>
                </a:lnTo>
                <a:lnTo>
                  <a:pt x="169164" y="391668"/>
                </a:lnTo>
                <a:lnTo>
                  <a:pt x="167640" y="396240"/>
                </a:lnTo>
                <a:lnTo>
                  <a:pt x="166116" y="397764"/>
                </a:lnTo>
                <a:lnTo>
                  <a:pt x="166116" y="400812"/>
                </a:lnTo>
                <a:lnTo>
                  <a:pt x="164592" y="402336"/>
                </a:lnTo>
                <a:lnTo>
                  <a:pt x="161544" y="402336"/>
                </a:lnTo>
                <a:lnTo>
                  <a:pt x="160020" y="403860"/>
                </a:lnTo>
                <a:lnTo>
                  <a:pt x="88392" y="403860"/>
                </a:lnTo>
                <a:lnTo>
                  <a:pt x="82296" y="397764"/>
                </a:lnTo>
                <a:lnTo>
                  <a:pt x="77724" y="391668"/>
                </a:lnTo>
                <a:lnTo>
                  <a:pt x="77660" y="391477"/>
                </a:lnTo>
                <a:lnTo>
                  <a:pt x="76200" y="387096"/>
                </a:lnTo>
                <a:lnTo>
                  <a:pt x="73152" y="384048"/>
                </a:lnTo>
                <a:lnTo>
                  <a:pt x="73152" y="367284"/>
                </a:lnTo>
                <a:lnTo>
                  <a:pt x="76200" y="364236"/>
                </a:lnTo>
                <a:lnTo>
                  <a:pt x="77724" y="361188"/>
                </a:lnTo>
                <a:lnTo>
                  <a:pt x="83820" y="358140"/>
                </a:lnTo>
                <a:lnTo>
                  <a:pt x="88392" y="356616"/>
                </a:lnTo>
                <a:lnTo>
                  <a:pt x="158496" y="356616"/>
                </a:lnTo>
                <a:lnTo>
                  <a:pt x="163068" y="358140"/>
                </a:lnTo>
                <a:lnTo>
                  <a:pt x="164592" y="358140"/>
                </a:lnTo>
                <a:lnTo>
                  <a:pt x="166116" y="361188"/>
                </a:lnTo>
                <a:lnTo>
                  <a:pt x="167640" y="362712"/>
                </a:lnTo>
                <a:lnTo>
                  <a:pt x="169164" y="365760"/>
                </a:lnTo>
                <a:lnTo>
                  <a:pt x="169164" y="373380"/>
                </a:lnTo>
                <a:lnTo>
                  <a:pt x="172212" y="373380"/>
                </a:lnTo>
                <a:lnTo>
                  <a:pt x="172212" y="356616"/>
                </a:lnTo>
                <a:lnTo>
                  <a:pt x="172212" y="320040"/>
                </a:lnTo>
                <a:close/>
              </a:path>
              <a:path extrusionOk="0" h="757554" w="175895">
                <a:moveTo>
                  <a:pt x="175260" y="630936"/>
                </a:moveTo>
                <a:lnTo>
                  <a:pt x="79248" y="595884"/>
                </a:lnTo>
                <a:lnTo>
                  <a:pt x="70104" y="592836"/>
                </a:lnTo>
                <a:lnTo>
                  <a:pt x="64008" y="586740"/>
                </a:lnTo>
                <a:lnTo>
                  <a:pt x="64008" y="580644"/>
                </a:lnTo>
                <a:lnTo>
                  <a:pt x="60960" y="580644"/>
                </a:lnTo>
                <a:lnTo>
                  <a:pt x="60960" y="614172"/>
                </a:lnTo>
                <a:lnTo>
                  <a:pt x="64008" y="614172"/>
                </a:lnTo>
                <a:lnTo>
                  <a:pt x="64008" y="605028"/>
                </a:lnTo>
                <a:lnTo>
                  <a:pt x="65532" y="603504"/>
                </a:lnTo>
                <a:lnTo>
                  <a:pt x="67056" y="600456"/>
                </a:lnTo>
                <a:lnTo>
                  <a:pt x="73152" y="600456"/>
                </a:lnTo>
                <a:lnTo>
                  <a:pt x="82296" y="605028"/>
                </a:lnTo>
                <a:lnTo>
                  <a:pt x="143256" y="626364"/>
                </a:lnTo>
                <a:lnTo>
                  <a:pt x="79248" y="655320"/>
                </a:lnTo>
                <a:lnTo>
                  <a:pt x="68580" y="655320"/>
                </a:lnTo>
                <a:lnTo>
                  <a:pt x="65532" y="652272"/>
                </a:lnTo>
                <a:lnTo>
                  <a:pt x="64008" y="647700"/>
                </a:lnTo>
                <a:lnTo>
                  <a:pt x="64008" y="643128"/>
                </a:lnTo>
                <a:lnTo>
                  <a:pt x="60960" y="643128"/>
                </a:lnTo>
                <a:lnTo>
                  <a:pt x="60960" y="693420"/>
                </a:lnTo>
                <a:lnTo>
                  <a:pt x="64008" y="693420"/>
                </a:lnTo>
                <a:lnTo>
                  <a:pt x="64008" y="685800"/>
                </a:lnTo>
                <a:lnTo>
                  <a:pt x="71628" y="678180"/>
                </a:lnTo>
                <a:lnTo>
                  <a:pt x="77724" y="676656"/>
                </a:lnTo>
                <a:lnTo>
                  <a:pt x="92964" y="670560"/>
                </a:lnTo>
                <a:lnTo>
                  <a:pt x="144780" y="694944"/>
                </a:lnTo>
                <a:lnTo>
                  <a:pt x="80772" y="719328"/>
                </a:lnTo>
                <a:lnTo>
                  <a:pt x="77724" y="720852"/>
                </a:lnTo>
                <a:lnTo>
                  <a:pt x="67056" y="720852"/>
                </a:lnTo>
                <a:lnTo>
                  <a:pt x="65532" y="719328"/>
                </a:lnTo>
                <a:lnTo>
                  <a:pt x="65532" y="717804"/>
                </a:lnTo>
                <a:lnTo>
                  <a:pt x="64008" y="714756"/>
                </a:lnTo>
                <a:lnTo>
                  <a:pt x="64008" y="711708"/>
                </a:lnTo>
                <a:lnTo>
                  <a:pt x="60960" y="711708"/>
                </a:lnTo>
                <a:lnTo>
                  <a:pt x="60960" y="757428"/>
                </a:lnTo>
                <a:lnTo>
                  <a:pt x="64008" y="757428"/>
                </a:lnTo>
                <a:lnTo>
                  <a:pt x="65532" y="752856"/>
                </a:lnTo>
                <a:lnTo>
                  <a:pt x="68580" y="746760"/>
                </a:lnTo>
                <a:lnTo>
                  <a:pt x="71628" y="745236"/>
                </a:lnTo>
                <a:lnTo>
                  <a:pt x="74676" y="742188"/>
                </a:lnTo>
                <a:lnTo>
                  <a:pt x="82296" y="740664"/>
                </a:lnTo>
                <a:lnTo>
                  <a:pt x="175260" y="704088"/>
                </a:lnTo>
                <a:lnTo>
                  <a:pt x="175260" y="701040"/>
                </a:lnTo>
                <a:lnTo>
                  <a:pt x="102108" y="665988"/>
                </a:lnTo>
                <a:lnTo>
                  <a:pt x="175260" y="635508"/>
                </a:lnTo>
                <a:lnTo>
                  <a:pt x="175260" y="630936"/>
                </a:lnTo>
                <a:close/>
              </a:path>
              <a:path extrusionOk="0" h="757554" w="175895">
                <a:moveTo>
                  <a:pt x="175260" y="464820"/>
                </a:moveTo>
                <a:lnTo>
                  <a:pt x="172212" y="460248"/>
                </a:lnTo>
                <a:lnTo>
                  <a:pt x="169164" y="454152"/>
                </a:lnTo>
                <a:lnTo>
                  <a:pt x="164592" y="449580"/>
                </a:lnTo>
                <a:lnTo>
                  <a:pt x="158496" y="445008"/>
                </a:lnTo>
                <a:lnTo>
                  <a:pt x="150876" y="441960"/>
                </a:lnTo>
                <a:lnTo>
                  <a:pt x="150876" y="448056"/>
                </a:lnTo>
                <a:lnTo>
                  <a:pt x="153924" y="449580"/>
                </a:lnTo>
                <a:lnTo>
                  <a:pt x="155448" y="452628"/>
                </a:lnTo>
                <a:lnTo>
                  <a:pt x="156972" y="454152"/>
                </a:lnTo>
                <a:lnTo>
                  <a:pt x="158496" y="457200"/>
                </a:lnTo>
                <a:lnTo>
                  <a:pt x="160020" y="458724"/>
                </a:lnTo>
                <a:lnTo>
                  <a:pt x="160020" y="464820"/>
                </a:lnTo>
                <a:lnTo>
                  <a:pt x="158496" y="467868"/>
                </a:lnTo>
                <a:lnTo>
                  <a:pt x="155448" y="469392"/>
                </a:lnTo>
                <a:lnTo>
                  <a:pt x="153924" y="472440"/>
                </a:lnTo>
                <a:lnTo>
                  <a:pt x="68580" y="472440"/>
                </a:lnTo>
                <a:lnTo>
                  <a:pt x="68580" y="446532"/>
                </a:lnTo>
                <a:lnTo>
                  <a:pt x="60960" y="446532"/>
                </a:lnTo>
                <a:lnTo>
                  <a:pt x="60960" y="472440"/>
                </a:lnTo>
                <a:lnTo>
                  <a:pt x="24384" y="472440"/>
                </a:lnTo>
                <a:lnTo>
                  <a:pt x="24384" y="475488"/>
                </a:lnTo>
                <a:lnTo>
                  <a:pt x="32004" y="480060"/>
                </a:lnTo>
                <a:lnTo>
                  <a:pt x="38100" y="481584"/>
                </a:lnTo>
                <a:lnTo>
                  <a:pt x="41148" y="484632"/>
                </a:lnTo>
                <a:lnTo>
                  <a:pt x="47244" y="487680"/>
                </a:lnTo>
                <a:lnTo>
                  <a:pt x="56388" y="496824"/>
                </a:lnTo>
                <a:lnTo>
                  <a:pt x="62484" y="505968"/>
                </a:lnTo>
                <a:lnTo>
                  <a:pt x="64008" y="510540"/>
                </a:lnTo>
                <a:lnTo>
                  <a:pt x="68580" y="510540"/>
                </a:lnTo>
                <a:lnTo>
                  <a:pt x="68580" y="492252"/>
                </a:lnTo>
                <a:lnTo>
                  <a:pt x="158496" y="492252"/>
                </a:lnTo>
                <a:lnTo>
                  <a:pt x="163068" y="490728"/>
                </a:lnTo>
                <a:lnTo>
                  <a:pt x="166116" y="489204"/>
                </a:lnTo>
                <a:lnTo>
                  <a:pt x="169164" y="486156"/>
                </a:lnTo>
                <a:lnTo>
                  <a:pt x="172212" y="481584"/>
                </a:lnTo>
                <a:lnTo>
                  <a:pt x="175260" y="475488"/>
                </a:lnTo>
                <a:lnTo>
                  <a:pt x="175260" y="464820"/>
                </a:lnTo>
                <a:close/>
              </a:path>
              <a:path extrusionOk="0" h="757554" w="175895">
                <a:moveTo>
                  <a:pt x="175260" y="256032"/>
                </a:moveTo>
                <a:lnTo>
                  <a:pt x="174713" y="249174"/>
                </a:lnTo>
                <a:lnTo>
                  <a:pt x="173164" y="242316"/>
                </a:lnTo>
                <a:lnTo>
                  <a:pt x="170764" y="235458"/>
                </a:lnTo>
                <a:lnTo>
                  <a:pt x="167640" y="228600"/>
                </a:lnTo>
                <a:lnTo>
                  <a:pt x="167640" y="243840"/>
                </a:lnTo>
                <a:lnTo>
                  <a:pt x="167640" y="251460"/>
                </a:lnTo>
                <a:lnTo>
                  <a:pt x="139903" y="280733"/>
                </a:lnTo>
                <a:lnTo>
                  <a:pt x="106680" y="286512"/>
                </a:lnTo>
                <a:lnTo>
                  <a:pt x="97536" y="286512"/>
                </a:lnTo>
                <a:lnTo>
                  <a:pt x="66992" y="268033"/>
                </a:lnTo>
                <a:lnTo>
                  <a:pt x="65532" y="263652"/>
                </a:lnTo>
                <a:lnTo>
                  <a:pt x="65532" y="249936"/>
                </a:lnTo>
                <a:lnTo>
                  <a:pt x="68580" y="243840"/>
                </a:lnTo>
                <a:lnTo>
                  <a:pt x="109423" y="226174"/>
                </a:lnTo>
                <a:lnTo>
                  <a:pt x="123444" y="225552"/>
                </a:lnTo>
                <a:lnTo>
                  <a:pt x="134899" y="225894"/>
                </a:lnTo>
                <a:lnTo>
                  <a:pt x="144208" y="227076"/>
                </a:lnTo>
                <a:lnTo>
                  <a:pt x="151523" y="229412"/>
                </a:lnTo>
                <a:lnTo>
                  <a:pt x="156972" y="233172"/>
                </a:lnTo>
                <a:lnTo>
                  <a:pt x="164592" y="237744"/>
                </a:lnTo>
                <a:lnTo>
                  <a:pt x="136804" y="205917"/>
                </a:lnTo>
                <a:lnTo>
                  <a:pt x="114300" y="202692"/>
                </a:lnTo>
                <a:lnTo>
                  <a:pt x="104063" y="203314"/>
                </a:lnTo>
                <a:lnTo>
                  <a:pt x="68199" y="223456"/>
                </a:lnTo>
                <a:lnTo>
                  <a:pt x="57912" y="256032"/>
                </a:lnTo>
                <a:lnTo>
                  <a:pt x="58229" y="262661"/>
                </a:lnTo>
                <a:lnTo>
                  <a:pt x="79654" y="297167"/>
                </a:lnTo>
                <a:lnTo>
                  <a:pt x="117348" y="309372"/>
                </a:lnTo>
                <a:lnTo>
                  <a:pt x="127381" y="308546"/>
                </a:lnTo>
                <a:lnTo>
                  <a:pt x="163690" y="288607"/>
                </a:lnTo>
                <a:lnTo>
                  <a:pt x="173888" y="268033"/>
                </a:lnTo>
                <a:lnTo>
                  <a:pt x="175260" y="256032"/>
                </a:lnTo>
                <a:close/>
              </a:path>
              <a:path extrusionOk="0" h="757554" w="175895">
                <a:moveTo>
                  <a:pt x="175260" y="22860"/>
                </a:moveTo>
                <a:lnTo>
                  <a:pt x="150876" y="0"/>
                </a:lnTo>
                <a:lnTo>
                  <a:pt x="150876" y="6096"/>
                </a:lnTo>
                <a:lnTo>
                  <a:pt x="153924" y="7620"/>
                </a:lnTo>
                <a:lnTo>
                  <a:pt x="156972" y="10668"/>
                </a:lnTo>
                <a:lnTo>
                  <a:pt x="160020" y="16764"/>
                </a:lnTo>
                <a:lnTo>
                  <a:pt x="160020" y="22860"/>
                </a:lnTo>
                <a:lnTo>
                  <a:pt x="153924" y="28956"/>
                </a:lnTo>
                <a:lnTo>
                  <a:pt x="147828" y="30480"/>
                </a:lnTo>
                <a:lnTo>
                  <a:pt x="68580" y="30480"/>
                </a:lnTo>
                <a:lnTo>
                  <a:pt x="68580" y="4572"/>
                </a:lnTo>
                <a:lnTo>
                  <a:pt x="60960" y="4572"/>
                </a:lnTo>
                <a:lnTo>
                  <a:pt x="60960" y="30480"/>
                </a:lnTo>
                <a:lnTo>
                  <a:pt x="24384" y="30480"/>
                </a:lnTo>
                <a:lnTo>
                  <a:pt x="24384" y="33528"/>
                </a:lnTo>
                <a:lnTo>
                  <a:pt x="59436" y="57912"/>
                </a:lnTo>
                <a:lnTo>
                  <a:pt x="64008" y="68580"/>
                </a:lnTo>
                <a:lnTo>
                  <a:pt x="68580" y="68580"/>
                </a:lnTo>
                <a:lnTo>
                  <a:pt x="68580" y="50292"/>
                </a:lnTo>
                <a:lnTo>
                  <a:pt x="152400" y="50292"/>
                </a:lnTo>
                <a:lnTo>
                  <a:pt x="158496" y="48768"/>
                </a:lnTo>
                <a:lnTo>
                  <a:pt x="163068" y="47244"/>
                </a:lnTo>
                <a:lnTo>
                  <a:pt x="166116" y="45720"/>
                </a:lnTo>
                <a:lnTo>
                  <a:pt x="172212" y="39624"/>
                </a:lnTo>
                <a:lnTo>
                  <a:pt x="173736" y="35052"/>
                </a:lnTo>
                <a:lnTo>
                  <a:pt x="175260" y="32004"/>
                </a:lnTo>
                <a:lnTo>
                  <a:pt x="175260" y="22860"/>
                </a:lnTo>
                <a:close/>
              </a:path>
              <a:path extrusionOk="0" h="757554" w="175895">
                <a:moveTo>
                  <a:pt x="175272" y="103632"/>
                </a:moveTo>
                <a:lnTo>
                  <a:pt x="161556" y="70104"/>
                </a:lnTo>
                <a:lnTo>
                  <a:pt x="158508" y="73152"/>
                </a:lnTo>
                <a:lnTo>
                  <a:pt x="160032" y="76200"/>
                </a:lnTo>
                <a:lnTo>
                  <a:pt x="160032" y="83820"/>
                </a:lnTo>
                <a:lnTo>
                  <a:pt x="156984" y="86868"/>
                </a:lnTo>
                <a:lnTo>
                  <a:pt x="155460" y="86868"/>
                </a:lnTo>
                <a:lnTo>
                  <a:pt x="152412" y="88392"/>
                </a:lnTo>
                <a:lnTo>
                  <a:pt x="60972" y="88392"/>
                </a:lnTo>
                <a:lnTo>
                  <a:pt x="60972" y="124968"/>
                </a:lnTo>
                <a:lnTo>
                  <a:pt x="64020" y="124968"/>
                </a:lnTo>
                <a:lnTo>
                  <a:pt x="64020" y="118872"/>
                </a:lnTo>
                <a:lnTo>
                  <a:pt x="65544" y="114300"/>
                </a:lnTo>
                <a:lnTo>
                  <a:pt x="70116" y="109728"/>
                </a:lnTo>
                <a:lnTo>
                  <a:pt x="74688" y="108204"/>
                </a:lnTo>
                <a:lnTo>
                  <a:pt x="143268" y="108204"/>
                </a:lnTo>
                <a:lnTo>
                  <a:pt x="149364" y="115824"/>
                </a:lnTo>
                <a:lnTo>
                  <a:pt x="153936" y="120396"/>
                </a:lnTo>
                <a:lnTo>
                  <a:pt x="156984" y="124968"/>
                </a:lnTo>
                <a:lnTo>
                  <a:pt x="160032" y="134112"/>
                </a:lnTo>
                <a:lnTo>
                  <a:pt x="160032" y="141732"/>
                </a:lnTo>
                <a:lnTo>
                  <a:pt x="158508" y="146304"/>
                </a:lnTo>
                <a:lnTo>
                  <a:pt x="155460" y="150876"/>
                </a:lnTo>
                <a:lnTo>
                  <a:pt x="150888" y="153924"/>
                </a:lnTo>
                <a:lnTo>
                  <a:pt x="144792" y="155448"/>
                </a:lnTo>
                <a:lnTo>
                  <a:pt x="60972" y="155448"/>
                </a:lnTo>
                <a:lnTo>
                  <a:pt x="60972" y="193548"/>
                </a:lnTo>
                <a:lnTo>
                  <a:pt x="64020" y="193548"/>
                </a:lnTo>
                <a:lnTo>
                  <a:pt x="64020" y="184404"/>
                </a:lnTo>
                <a:lnTo>
                  <a:pt x="65544" y="182880"/>
                </a:lnTo>
                <a:lnTo>
                  <a:pt x="67068" y="179832"/>
                </a:lnTo>
                <a:lnTo>
                  <a:pt x="68592" y="178308"/>
                </a:lnTo>
                <a:lnTo>
                  <a:pt x="70116" y="178308"/>
                </a:lnTo>
                <a:lnTo>
                  <a:pt x="76212" y="175260"/>
                </a:lnTo>
                <a:lnTo>
                  <a:pt x="149364" y="175260"/>
                </a:lnTo>
                <a:lnTo>
                  <a:pt x="155460" y="173736"/>
                </a:lnTo>
                <a:lnTo>
                  <a:pt x="161556" y="170688"/>
                </a:lnTo>
                <a:lnTo>
                  <a:pt x="166128" y="167640"/>
                </a:lnTo>
                <a:lnTo>
                  <a:pt x="169176" y="163068"/>
                </a:lnTo>
                <a:lnTo>
                  <a:pt x="173748" y="158496"/>
                </a:lnTo>
                <a:lnTo>
                  <a:pt x="175272" y="153924"/>
                </a:lnTo>
                <a:lnTo>
                  <a:pt x="175272" y="141732"/>
                </a:lnTo>
                <a:lnTo>
                  <a:pt x="150888" y="108204"/>
                </a:lnTo>
                <a:lnTo>
                  <a:pt x="175272" y="108204"/>
                </a:lnTo>
                <a:lnTo>
                  <a:pt x="175272" y="1036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339" name="Google Shape;8339;p112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322320" y="2141220"/>
            <a:ext cx="225552" cy="12603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340" name="Google Shape;8340;p112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675888" y="9012935"/>
            <a:ext cx="117348" cy="196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341" name="Google Shape;8341;p112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3617976" y="7763256"/>
            <a:ext cx="225551" cy="117805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42" name="Google Shape;8342;p112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181855" y="6234683"/>
            <a:ext cx="143256" cy="143256"/>
          </a:xfrm>
          <a:prstGeom prst="rect">
            <a:avLst/>
          </a:prstGeom>
          <a:noFill/>
          <a:ln>
            <a:noFill/>
          </a:ln>
        </p:spPr>
      </p:pic>
      <p:sp>
        <p:nvSpPr>
          <p:cNvPr id="8343" name="Google Shape;8343;p112"/>
          <p:cNvSpPr/>
          <p:nvPr/>
        </p:nvSpPr>
        <p:spPr>
          <a:xfrm>
            <a:off x="4171175" y="5568696"/>
            <a:ext cx="226060" cy="574675"/>
          </a:xfrm>
          <a:custGeom>
            <a:rect b="b" l="l" r="r" t="t"/>
            <a:pathLst>
              <a:path extrusionOk="0" h="574675" w="226060">
                <a:moveTo>
                  <a:pt x="24384" y="461772"/>
                </a:moveTo>
                <a:lnTo>
                  <a:pt x="22860" y="458724"/>
                </a:lnTo>
                <a:lnTo>
                  <a:pt x="18288" y="454152"/>
                </a:lnTo>
                <a:lnTo>
                  <a:pt x="15240" y="452628"/>
                </a:lnTo>
                <a:lnTo>
                  <a:pt x="9144" y="452628"/>
                </a:lnTo>
                <a:lnTo>
                  <a:pt x="6096" y="454152"/>
                </a:lnTo>
                <a:lnTo>
                  <a:pt x="1524" y="458724"/>
                </a:lnTo>
                <a:lnTo>
                  <a:pt x="0" y="461772"/>
                </a:lnTo>
                <a:lnTo>
                  <a:pt x="0" y="467868"/>
                </a:lnTo>
                <a:lnTo>
                  <a:pt x="3048" y="473964"/>
                </a:lnTo>
                <a:lnTo>
                  <a:pt x="9144" y="477012"/>
                </a:lnTo>
                <a:lnTo>
                  <a:pt x="15240" y="477012"/>
                </a:lnTo>
                <a:lnTo>
                  <a:pt x="21336" y="473964"/>
                </a:lnTo>
                <a:lnTo>
                  <a:pt x="24384" y="467868"/>
                </a:lnTo>
                <a:lnTo>
                  <a:pt x="24384" y="461772"/>
                </a:lnTo>
                <a:close/>
              </a:path>
              <a:path extrusionOk="0" h="574675" w="226060">
                <a:moveTo>
                  <a:pt x="172212" y="507492"/>
                </a:moveTo>
                <a:lnTo>
                  <a:pt x="169164" y="507492"/>
                </a:lnTo>
                <a:lnTo>
                  <a:pt x="169164" y="522732"/>
                </a:lnTo>
                <a:lnTo>
                  <a:pt x="167640" y="527304"/>
                </a:lnTo>
                <a:lnTo>
                  <a:pt x="161544" y="533400"/>
                </a:lnTo>
                <a:lnTo>
                  <a:pt x="68580" y="533400"/>
                </a:lnTo>
                <a:lnTo>
                  <a:pt x="68580" y="504444"/>
                </a:lnTo>
                <a:lnTo>
                  <a:pt x="60960" y="504444"/>
                </a:lnTo>
                <a:lnTo>
                  <a:pt x="60960" y="533400"/>
                </a:lnTo>
                <a:lnTo>
                  <a:pt x="41033" y="533387"/>
                </a:lnTo>
                <a:lnTo>
                  <a:pt x="31432" y="533209"/>
                </a:lnTo>
                <a:lnTo>
                  <a:pt x="24409" y="532765"/>
                </a:lnTo>
                <a:lnTo>
                  <a:pt x="19812" y="531876"/>
                </a:lnTo>
                <a:lnTo>
                  <a:pt x="16764" y="531876"/>
                </a:lnTo>
                <a:lnTo>
                  <a:pt x="12192" y="528828"/>
                </a:lnTo>
                <a:lnTo>
                  <a:pt x="10668" y="527304"/>
                </a:lnTo>
                <a:lnTo>
                  <a:pt x="7620" y="521208"/>
                </a:lnTo>
                <a:lnTo>
                  <a:pt x="7620" y="515112"/>
                </a:lnTo>
                <a:lnTo>
                  <a:pt x="12192" y="505968"/>
                </a:lnTo>
                <a:lnTo>
                  <a:pt x="15240" y="504444"/>
                </a:lnTo>
                <a:lnTo>
                  <a:pt x="24384" y="498348"/>
                </a:lnTo>
                <a:lnTo>
                  <a:pt x="28956" y="493776"/>
                </a:lnTo>
                <a:lnTo>
                  <a:pt x="30480" y="490728"/>
                </a:lnTo>
                <a:lnTo>
                  <a:pt x="30480" y="484632"/>
                </a:lnTo>
                <a:lnTo>
                  <a:pt x="28956" y="483108"/>
                </a:lnTo>
                <a:lnTo>
                  <a:pt x="27432" y="480060"/>
                </a:lnTo>
                <a:lnTo>
                  <a:pt x="25908" y="478536"/>
                </a:lnTo>
                <a:lnTo>
                  <a:pt x="22860" y="477012"/>
                </a:lnTo>
                <a:lnTo>
                  <a:pt x="16764" y="477012"/>
                </a:lnTo>
                <a:lnTo>
                  <a:pt x="12192" y="480060"/>
                </a:lnTo>
                <a:lnTo>
                  <a:pt x="9144" y="484632"/>
                </a:lnTo>
                <a:lnTo>
                  <a:pt x="3048" y="492252"/>
                </a:lnTo>
                <a:lnTo>
                  <a:pt x="0" y="499872"/>
                </a:lnTo>
                <a:lnTo>
                  <a:pt x="0" y="507492"/>
                </a:lnTo>
                <a:lnTo>
                  <a:pt x="18288" y="545592"/>
                </a:lnTo>
                <a:lnTo>
                  <a:pt x="53340" y="553212"/>
                </a:lnTo>
                <a:lnTo>
                  <a:pt x="60960" y="553212"/>
                </a:lnTo>
                <a:lnTo>
                  <a:pt x="60960" y="574548"/>
                </a:lnTo>
                <a:lnTo>
                  <a:pt x="68580" y="574548"/>
                </a:lnTo>
                <a:lnTo>
                  <a:pt x="68580" y="553212"/>
                </a:lnTo>
                <a:lnTo>
                  <a:pt x="152400" y="553212"/>
                </a:lnTo>
                <a:lnTo>
                  <a:pt x="156972" y="554736"/>
                </a:lnTo>
                <a:lnTo>
                  <a:pt x="160020" y="554736"/>
                </a:lnTo>
                <a:lnTo>
                  <a:pt x="163068" y="556260"/>
                </a:lnTo>
                <a:lnTo>
                  <a:pt x="164592" y="557784"/>
                </a:lnTo>
                <a:lnTo>
                  <a:pt x="166116" y="560832"/>
                </a:lnTo>
                <a:lnTo>
                  <a:pt x="169164" y="563880"/>
                </a:lnTo>
                <a:lnTo>
                  <a:pt x="169164" y="574548"/>
                </a:lnTo>
                <a:lnTo>
                  <a:pt x="172212" y="574548"/>
                </a:lnTo>
                <a:lnTo>
                  <a:pt x="172212" y="507492"/>
                </a:lnTo>
                <a:close/>
              </a:path>
              <a:path extrusionOk="0" h="574675" w="226060">
                <a:moveTo>
                  <a:pt x="172212" y="437388"/>
                </a:moveTo>
                <a:lnTo>
                  <a:pt x="169164" y="437388"/>
                </a:lnTo>
                <a:lnTo>
                  <a:pt x="169164" y="446532"/>
                </a:lnTo>
                <a:lnTo>
                  <a:pt x="167640" y="448056"/>
                </a:lnTo>
                <a:lnTo>
                  <a:pt x="166116" y="451104"/>
                </a:lnTo>
                <a:lnTo>
                  <a:pt x="164592" y="452628"/>
                </a:lnTo>
                <a:lnTo>
                  <a:pt x="163068" y="452628"/>
                </a:lnTo>
                <a:lnTo>
                  <a:pt x="160020" y="454152"/>
                </a:lnTo>
                <a:lnTo>
                  <a:pt x="57912" y="454152"/>
                </a:lnTo>
                <a:lnTo>
                  <a:pt x="57912" y="460248"/>
                </a:lnTo>
                <a:lnTo>
                  <a:pt x="71628" y="492252"/>
                </a:lnTo>
                <a:lnTo>
                  <a:pt x="74676" y="490728"/>
                </a:lnTo>
                <a:lnTo>
                  <a:pt x="73152" y="487680"/>
                </a:lnTo>
                <a:lnTo>
                  <a:pt x="73152" y="478536"/>
                </a:lnTo>
                <a:lnTo>
                  <a:pt x="74676" y="478536"/>
                </a:lnTo>
                <a:lnTo>
                  <a:pt x="77724" y="475488"/>
                </a:lnTo>
                <a:lnTo>
                  <a:pt x="80772" y="475488"/>
                </a:lnTo>
                <a:lnTo>
                  <a:pt x="83820" y="473964"/>
                </a:lnTo>
                <a:lnTo>
                  <a:pt x="155448" y="473964"/>
                </a:lnTo>
                <a:lnTo>
                  <a:pt x="160020" y="475488"/>
                </a:lnTo>
                <a:lnTo>
                  <a:pt x="163068" y="475488"/>
                </a:lnTo>
                <a:lnTo>
                  <a:pt x="169164" y="481584"/>
                </a:lnTo>
                <a:lnTo>
                  <a:pt x="169164" y="490728"/>
                </a:lnTo>
                <a:lnTo>
                  <a:pt x="172212" y="490728"/>
                </a:lnTo>
                <a:lnTo>
                  <a:pt x="172212" y="473964"/>
                </a:lnTo>
                <a:lnTo>
                  <a:pt x="172212" y="437388"/>
                </a:lnTo>
                <a:close/>
              </a:path>
              <a:path extrusionOk="0" h="574675" w="226060">
                <a:moveTo>
                  <a:pt x="172224" y="124968"/>
                </a:moveTo>
                <a:lnTo>
                  <a:pt x="169176" y="124968"/>
                </a:lnTo>
                <a:lnTo>
                  <a:pt x="169176" y="134112"/>
                </a:lnTo>
                <a:lnTo>
                  <a:pt x="166128" y="137160"/>
                </a:lnTo>
                <a:lnTo>
                  <a:pt x="164604" y="140208"/>
                </a:lnTo>
                <a:lnTo>
                  <a:pt x="163080" y="141732"/>
                </a:lnTo>
                <a:lnTo>
                  <a:pt x="160032" y="143256"/>
                </a:lnTo>
                <a:lnTo>
                  <a:pt x="158508" y="144780"/>
                </a:lnTo>
                <a:lnTo>
                  <a:pt x="92976" y="144780"/>
                </a:lnTo>
                <a:lnTo>
                  <a:pt x="85356" y="141732"/>
                </a:lnTo>
                <a:lnTo>
                  <a:pt x="77736" y="134112"/>
                </a:lnTo>
                <a:lnTo>
                  <a:pt x="76212" y="131064"/>
                </a:lnTo>
                <a:lnTo>
                  <a:pt x="74688" y="129540"/>
                </a:lnTo>
                <a:lnTo>
                  <a:pt x="74688" y="126492"/>
                </a:lnTo>
                <a:lnTo>
                  <a:pt x="76212" y="123444"/>
                </a:lnTo>
                <a:lnTo>
                  <a:pt x="79260" y="120396"/>
                </a:lnTo>
                <a:lnTo>
                  <a:pt x="82308" y="114300"/>
                </a:lnTo>
                <a:lnTo>
                  <a:pt x="82308" y="108204"/>
                </a:lnTo>
                <a:lnTo>
                  <a:pt x="80784" y="105156"/>
                </a:lnTo>
                <a:lnTo>
                  <a:pt x="77736" y="102108"/>
                </a:lnTo>
                <a:lnTo>
                  <a:pt x="74688" y="100584"/>
                </a:lnTo>
                <a:lnTo>
                  <a:pt x="68592" y="100584"/>
                </a:lnTo>
                <a:lnTo>
                  <a:pt x="65544" y="102108"/>
                </a:lnTo>
                <a:lnTo>
                  <a:pt x="59448" y="108204"/>
                </a:lnTo>
                <a:lnTo>
                  <a:pt x="57924" y="111252"/>
                </a:lnTo>
                <a:lnTo>
                  <a:pt x="57924" y="115824"/>
                </a:lnTo>
                <a:lnTo>
                  <a:pt x="59588" y="123571"/>
                </a:lnTo>
                <a:lnTo>
                  <a:pt x="64401" y="130873"/>
                </a:lnTo>
                <a:lnTo>
                  <a:pt x="72059" y="137909"/>
                </a:lnTo>
                <a:lnTo>
                  <a:pt x="82308" y="144780"/>
                </a:lnTo>
                <a:lnTo>
                  <a:pt x="57924" y="144780"/>
                </a:lnTo>
                <a:lnTo>
                  <a:pt x="57924" y="150876"/>
                </a:lnTo>
                <a:lnTo>
                  <a:pt x="71640" y="182880"/>
                </a:lnTo>
                <a:lnTo>
                  <a:pt x="74688" y="181356"/>
                </a:lnTo>
                <a:lnTo>
                  <a:pt x="73164" y="178308"/>
                </a:lnTo>
                <a:lnTo>
                  <a:pt x="73164" y="170688"/>
                </a:lnTo>
                <a:lnTo>
                  <a:pt x="77736" y="166116"/>
                </a:lnTo>
                <a:lnTo>
                  <a:pt x="80784" y="166116"/>
                </a:lnTo>
                <a:lnTo>
                  <a:pt x="83832" y="164592"/>
                </a:lnTo>
                <a:lnTo>
                  <a:pt x="158508" y="164592"/>
                </a:lnTo>
                <a:lnTo>
                  <a:pt x="160032" y="166116"/>
                </a:lnTo>
                <a:lnTo>
                  <a:pt x="163080" y="166116"/>
                </a:lnTo>
                <a:lnTo>
                  <a:pt x="169176" y="172212"/>
                </a:lnTo>
                <a:lnTo>
                  <a:pt x="169176" y="181356"/>
                </a:lnTo>
                <a:lnTo>
                  <a:pt x="172224" y="181356"/>
                </a:lnTo>
                <a:lnTo>
                  <a:pt x="172224" y="124968"/>
                </a:lnTo>
                <a:close/>
              </a:path>
              <a:path extrusionOk="0" h="574675" w="226060">
                <a:moveTo>
                  <a:pt x="175272" y="216408"/>
                </a:moveTo>
                <a:lnTo>
                  <a:pt x="161556" y="182880"/>
                </a:lnTo>
                <a:lnTo>
                  <a:pt x="158508" y="185928"/>
                </a:lnTo>
                <a:lnTo>
                  <a:pt x="160032" y="188976"/>
                </a:lnTo>
                <a:lnTo>
                  <a:pt x="161556" y="190500"/>
                </a:lnTo>
                <a:lnTo>
                  <a:pt x="161556" y="195072"/>
                </a:lnTo>
                <a:lnTo>
                  <a:pt x="158508" y="198120"/>
                </a:lnTo>
                <a:lnTo>
                  <a:pt x="158508" y="199644"/>
                </a:lnTo>
                <a:lnTo>
                  <a:pt x="155460" y="201168"/>
                </a:lnTo>
                <a:lnTo>
                  <a:pt x="60972" y="201168"/>
                </a:lnTo>
                <a:lnTo>
                  <a:pt x="60972" y="237744"/>
                </a:lnTo>
                <a:lnTo>
                  <a:pt x="64020" y="237744"/>
                </a:lnTo>
                <a:lnTo>
                  <a:pt x="64020" y="231648"/>
                </a:lnTo>
                <a:lnTo>
                  <a:pt x="65544" y="227076"/>
                </a:lnTo>
                <a:lnTo>
                  <a:pt x="68592" y="225552"/>
                </a:lnTo>
                <a:lnTo>
                  <a:pt x="70116" y="222504"/>
                </a:lnTo>
                <a:lnTo>
                  <a:pt x="76212" y="220980"/>
                </a:lnTo>
                <a:lnTo>
                  <a:pt x="144792" y="220980"/>
                </a:lnTo>
                <a:lnTo>
                  <a:pt x="150888" y="228600"/>
                </a:lnTo>
                <a:lnTo>
                  <a:pt x="155460" y="233172"/>
                </a:lnTo>
                <a:lnTo>
                  <a:pt x="160032" y="246888"/>
                </a:lnTo>
                <a:lnTo>
                  <a:pt x="160032" y="254508"/>
                </a:lnTo>
                <a:lnTo>
                  <a:pt x="158508" y="259080"/>
                </a:lnTo>
                <a:lnTo>
                  <a:pt x="155460" y="263652"/>
                </a:lnTo>
                <a:lnTo>
                  <a:pt x="152412" y="266700"/>
                </a:lnTo>
                <a:lnTo>
                  <a:pt x="144792" y="268224"/>
                </a:lnTo>
                <a:lnTo>
                  <a:pt x="60972" y="268224"/>
                </a:lnTo>
                <a:lnTo>
                  <a:pt x="60972" y="306324"/>
                </a:lnTo>
                <a:lnTo>
                  <a:pt x="64020" y="306324"/>
                </a:lnTo>
                <a:lnTo>
                  <a:pt x="64020" y="297180"/>
                </a:lnTo>
                <a:lnTo>
                  <a:pt x="65544" y="295656"/>
                </a:lnTo>
                <a:lnTo>
                  <a:pt x="67068" y="292608"/>
                </a:lnTo>
                <a:lnTo>
                  <a:pt x="68592" y="291084"/>
                </a:lnTo>
                <a:lnTo>
                  <a:pt x="70116" y="291084"/>
                </a:lnTo>
                <a:lnTo>
                  <a:pt x="76212" y="288036"/>
                </a:lnTo>
                <a:lnTo>
                  <a:pt x="150888" y="288036"/>
                </a:lnTo>
                <a:lnTo>
                  <a:pt x="155460" y="286512"/>
                </a:lnTo>
                <a:lnTo>
                  <a:pt x="161556" y="284988"/>
                </a:lnTo>
                <a:lnTo>
                  <a:pt x="170700" y="275844"/>
                </a:lnTo>
                <a:lnTo>
                  <a:pt x="173748" y="271272"/>
                </a:lnTo>
                <a:lnTo>
                  <a:pt x="175272" y="266700"/>
                </a:lnTo>
                <a:lnTo>
                  <a:pt x="175272" y="254508"/>
                </a:lnTo>
                <a:lnTo>
                  <a:pt x="173748" y="248412"/>
                </a:lnTo>
                <a:lnTo>
                  <a:pt x="170700" y="243840"/>
                </a:lnTo>
                <a:lnTo>
                  <a:pt x="168478" y="239839"/>
                </a:lnTo>
                <a:lnTo>
                  <a:pt x="164414" y="234696"/>
                </a:lnTo>
                <a:lnTo>
                  <a:pt x="152412" y="220980"/>
                </a:lnTo>
                <a:lnTo>
                  <a:pt x="175272" y="220980"/>
                </a:lnTo>
                <a:lnTo>
                  <a:pt x="175272" y="216408"/>
                </a:lnTo>
                <a:close/>
              </a:path>
              <a:path extrusionOk="0" h="574675" w="226060">
                <a:moveTo>
                  <a:pt x="175272" y="44196"/>
                </a:moveTo>
                <a:lnTo>
                  <a:pt x="155956" y="8572"/>
                </a:lnTo>
                <a:lnTo>
                  <a:pt x="132600" y="0"/>
                </a:lnTo>
                <a:lnTo>
                  <a:pt x="129552" y="3048"/>
                </a:lnTo>
                <a:lnTo>
                  <a:pt x="140220" y="6096"/>
                </a:lnTo>
                <a:lnTo>
                  <a:pt x="146316" y="10668"/>
                </a:lnTo>
                <a:lnTo>
                  <a:pt x="150888" y="15240"/>
                </a:lnTo>
                <a:lnTo>
                  <a:pt x="153936" y="21336"/>
                </a:lnTo>
                <a:lnTo>
                  <a:pt x="155460" y="27432"/>
                </a:lnTo>
                <a:lnTo>
                  <a:pt x="155397" y="35585"/>
                </a:lnTo>
                <a:lnTo>
                  <a:pt x="134048" y="67614"/>
                </a:lnTo>
                <a:lnTo>
                  <a:pt x="102120" y="74676"/>
                </a:lnTo>
                <a:lnTo>
                  <a:pt x="102120" y="24384"/>
                </a:lnTo>
                <a:lnTo>
                  <a:pt x="102120" y="0"/>
                </a:lnTo>
                <a:lnTo>
                  <a:pt x="94500" y="469"/>
                </a:lnTo>
                <a:lnTo>
                  <a:pt x="94500" y="24384"/>
                </a:lnTo>
                <a:lnTo>
                  <a:pt x="94500" y="74676"/>
                </a:lnTo>
                <a:lnTo>
                  <a:pt x="65544" y="53340"/>
                </a:lnTo>
                <a:lnTo>
                  <a:pt x="65544" y="42672"/>
                </a:lnTo>
                <a:lnTo>
                  <a:pt x="67068" y="39624"/>
                </a:lnTo>
                <a:lnTo>
                  <a:pt x="70116" y="35052"/>
                </a:lnTo>
                <a:lnTo>
                  <a:pt x="71640" y="32004"/>
                </a:lnTo>
                <a:lnTo>
                  <a:pt x="76212" y="28956"/>
                </a:lnTo>
                <a:lnTo>
                  <a:pt x="79260" y="25908"/>
                </a:lnTo>
                <a:lnTo>
                  <a:pt x="82308" y="24384"/>
                </a:lnTo>
                <a:lnTo>
                  <a:pt x="94500" y="24384"/>
                </a:lnTo>
                <a:lnTo>
                  <a:pt x="94500" y="469"/>
                </a:lnTo>
                <a:lnTo>
                  <a:pt x="92405" y="596"/>
                </a:lnTo>
                <a:lnTo>
                  <a:pt x="61163" y="24765"/>
                </a:lnTo>
                <a:lnTo>
                  <a:pt x="57924" y="41148"/>
                </a:lnTo>
                <a:lnTo>
                  <a:pt x="59042" y="52006"/>
                </a:lnTo>
                <a:lnTo>
                  <a:pt x="83299" y="83972"/>
                </a:lnTo>
                <a:lnTo>
                  <a:pt x="118884" y="92964"/>
                </a:lnTo>
                <a:lnTo>
                  <a:pt x="130886" y="92087"/>
                </a:lnTo>
                <a:lnTo>
                  <a:pt x="141744" y="89344"/>
                </a:lnTo>
                <a:lnTo>
                  <a:pt x="151460" y="84607"/>
                </a:lnTo>
                <a:lnTo>
                  <a:pt x="160032" y="77724"/>
                </a:lnTo>
                <a:lnTo>
                  <a:pt x="162953" y="74676"/>
                </a:lnTo>
                <a:lnTo>
                  <a:pt x="166903" y="70561"/>
                </a:lnTo>
                <a:lnTo>
                  <a:pt x="171653" y="62674"/>
                </a:lnTo>
                <a:lnTo>
                  <a:pt x="171704" y="62484"/>
                </a:lnTo>
                <a:lnTo>
                  <a:pt x="174383" y="53936"/>
                </a:lnTo>
                <a:lnTo>
                  <a:pt x="174434" y="53340"/>
                </a:lnTo>
                <a:lnTo>
                  <a:pt x="174561" y="52006"/>
                </a:lnTo>
                <a:lnTo>
                  <a:pt x="175272" y="44196"/>
                </a:lnTo>
                <a:close/>
              </a:path>
              <a:path extrusionOk="0" h="574675" w="226060">
                <a:moveTo>
                  <a:pt x="225564" y="377952"/>
                </a:moveTo>
                <a:lnTo>
                  <a:pt x="224421" y="362813"/>
                </a:lnTo>
                <a:lnTo>
                  <a:pt x="220992" y="349377"/>
                </a:lnTo>
                <a:lnTo>
                  <a:pt x="220891" y="349186"/>
                </a:lnTo>
                <a:lnTo>
                  <a:pt x="215277" y="337667"/>
                </a:lnTo>
                <a:lnTo>
                  <a:pt x="209981" y="331050"/>
                </a:lnTo>
                <a:lnTo>
                  <a:pt x="209981" y="378142"/>
                </a:lnTo>
                <a:lnTo>
                  <a:pt x="208800" y="387858"/>
                </a:lnTo>
                <a:lnTo>
                  <a:pt x="206463" y="396430"/>
                </a:lnTo>
                <a:lnTo>
                  <a:pt x="202704" y="403860"/>
                </a:lnTo>
                <a:lnTo>
                  <a:pt x="199656" y="408432"/>
                </a:lnTo>
                <a:lnTo>
                  <a:pt x="196608" y="409956"/>
                </a:lnTo>
                <a:lnTo>
                  <a:pt x="187464" y="409956"/>
                </a:lnTo>
                <a:lnTo>
                  <a:pt x="184416" y="408432"/>
                </a:lnTo>
                <a:lnTo>
                  <a:pt x="179844" y="405384"/>
                </a:lnTo>
                <a:lnTo>
                  <a:pt x="176796" y="402336"/>
                </a:lnTo>
                <a:lnTo>
                  <a:pt x="174510" y="400812"/>
                </a:lnTo>
                <a:lnTo>
                  <a:pt x="172224" y="399288"/>
                </a:lnTo>
                <a:lnTo>
                  <a:pt x="172237" y="399122"/>
                </a:lnTo>
                <a:lnTo>
                  <a:pt x="173101" y="390677"/>
                </a:lnTo>
                <a:lnTo>
                  <a:pt x="173228" y="387858"/>
                </a:lnTo>
                <a:lnTo>
                  <a:pt x="173329" y="385572"/>
                </a:lnTo>
                <a:lnTo>
                  <a:pt x="173405" y="383743"/>
                </a:lnTo>
                <a:lnTo>
                  <a:pt x="173469" y="382524"/>
                </a:lnTo>
                <a:lnTo>
                  <a:pt x="173583" y="378142"/>
                </a:lnTo>
                <a:lnTo>
                  <a:pt x="173697" y="370332"/>
                </a:lnTo>
                <a:lnTo>
                  <a:pt x="173786" y="353479"/>
                </a:lnTo>
                <a:lnTo>
                  <a:pt x="173901" y="349377"/>
                </a:lnTo>
                <a:lnTo>
                  <a:pt x="181368" y="321564"/>
                </a:lnTo>
                <a:lnTo>
                  <a:pt x="192036" y="321564"/>
                </a:lnTo>
                <a:lnTo>
                  <a:pt x="208318" y="347472"/>
                </a:lnTo>
                <a:lnTo>
                  <a:pt x="209765" y="356450"/>
                </a:lnTo>
                <a:lnTo>
                  <a:pt x="209778" y="356616"/>
                </a:lnTo>
                <a:lnTo>
                  <a:pt x="209931" y="359664"/>
                </a:lnTo>
                <a:lnTo>
                  <a:pt x="209981" y="378142"/>
                </a:lnTo>
                <a:lnTo>
                  <a:pt x="209981" y="331050"/>
                </a:lnTo>
                <a:lnTo>
                  <a:pt x="207276" y="327660"/>
                </a:lnTo>
                <a:lnTo>
                  <a:pt x="201193" y="321564"/>
                </a:lnTo>
                <a:lnTo>
                  <a:pt x="194894" y="317373"/>
                </a:lnTo>
                <a:lnTo>
                  <a:pt x="188201" y="314807"/>
                </a:lnTo>
                <a:lnTo>
                  <a:pt x="181368" y="313944"/>
                </a:lnTo>
                <a:lnTo>
                  <a:pt x="175272" y="313944"/>
                </a:lnTo>
                <a:lnTo>
                  <a:pt x="155333" y="349186"/>
                </a:lnTo>
                <a:lnTo>
                  <a:pt x="155232" y="352806"/>
                </a:lnTo>
                <a:lnTo>
                  <a:pt x="155117" y="355092"/>
                </a:lnTo>
                <a:lnTo>
                  <a:pt x="155054" y="356616"/>
                </a:lnTo>
                <a:lnTo>
                  <a:pt x="154813" y="361721"/>
                </a:lnTo>
                <a:lnTo>
                  <a:pt x="154724" y="362813"/>
                </a:lnTo>
                <a:lnTo>
                  <a:pt x="154622" y="364236"/>
                </a:lnTo>
                <a:lnTo>
                  <a:pt x="154546" y="365188"/>
                </a:lnTo>
                <a:lnTo>
                  <a:pt x="153936" y="373380"/>
                </a:lnTo>
                <a:lnTo>
                  <a:pt x="153936" y="394716"/>
                </a:lnTo>
                <a:lnTo>
                  <a:pt x="152412" y="397764"/>
                </a:lnTo>
                <a:lnTo>
                  <a:pt x="149364" y="400812"/>
                </a:lnTo>
                <a:lnTo>
                  <a:pt x="143268" y="400812"/>
                </a:lnTo>
                <a:lnTo>
                  <a:pt x="141744" y="399288"/>
                </a:lnTo>
                <a:lnTo>
                  <a:pt x="138696" y="397764"/>
                </a:lnTo>
                <a:lnTo>
                  <a:pt x="137172" y="394716"/>
                </a:lnTo>
                <a:lnTo>
                  <a:pt x="134124" y="391668"/>
                </a:lnTo>
                <a:lnTo>
                  <a:pt x="135648" y="385572"/>
                </a:lnTo>
                <a:lnTo>
                  <a:pt x="135547" y="373380"/>
                </a:lnTo>
                <a:lnTo>
                  <a:pt x="135051" y="365188"/>
                </a:lnTo>
                <a:lnTo>
                  <a:pt x="133172" y="356616"/>
                </a:lnTo>
                <a:lnTo>
                  <a:pt x="133096" y="356450"/>
                </a:lnTo>
                <a:lnTo>
                  <a:pt x="130454" y="350520"/>
                </a:lnTo>
                <a:lnTo>
                  <a:pt x="129857" y="349186"/>
                </a:lnTo>
                <a:lnTo>
                  <a:pt x="129552" y="348805"/>
                </a:lnTo>
                <a:lnTo>
                  <a:pt x="129552" y="379476"/>
                </a:lnTo>
                <a:lnTo>
                  <a:pt x="126504" y="385572"/>
                </a:lnTo>
                <a:lnTo>
                  <a:pt x="92976" y="397764"/>
                </a:lnTo>
                <a:lnTo>
                  <a:pt x="83832" y="397764"/>
                </a:lnTo>
                <a:lnTo>
                  <a:pt x="76212" y="396240"/>
                </a:lnTo>
                <a:lnTo>
                  <a:pt x="67068" y="387096"/>
                </a:lnTo>
                <a:lnTo>
                  <a:pt x="64020" y="382524"/>
                </a:lnTo>
                <a:lnTo>
                  <a:pt x="64020" y="370332"/>
                </a:lnTo>
                <a:lnTo>
                  <a:pt x="102120" y="350520"/>
                </a:lnTo>
                <a:lnTo>
                  <a:pt x="111264" y="350520"/>
                </a:lnTo>
                <a:lnTo>
                  <a:pt x="129552" y="379476"/>
                </a:lnTo>
                <a:lnTo>
                  <a:pt x="129552" y="348805"/>
                </a:lnTo>
                <a:lnTo>
                  <a:pt x="99072" y="330708"/>
                </a:lnTo>
                <a:lnTo>
                  <a:pt x="91452" y="330708"/>
                </a:lnTo>
                <a:lnTo>
                  <a:pt x="83832" y="333756"/>
                </a:lnTo>
                <a:lnTo>
                  <a:pt x="77736" y="338328"/>
                </a:lnTo>
                <a:lnTo>
                  <a:pt x="77736" y="316992"/>
                </a:lnTo>
                <a:lnTo>
                  <a:pt x="76212" y="316992"/>
                </a:lnTo>
                <a:lnTo>
                  <a:pt x="76212" y="315468"/>
                </a:lnTo>
                <a:lnTo>
                  <a:pt x="68592" y="315468"/>
                </a:lnTo>
                <a:lnTo>
                  <a:pt x="68592" y="316992"/>
                </a:lnTo>
                <a:lnTo>
                  <a:pt x="67068" y="316992"/>
                </a:lnTo>
                <a:lnTo>
                  <a:pt x="67068" y="347472"/>
                </a:lnTo>
                <a:lnTo>
                  <a:pt x="63068" y="353479"/>
                </a:lnTo>
                <a:lnTo>
                  <a:pt x="60210" y="360045"/>
                </a:lnTo>
                <a:lnTo>
                  <a:pt x="58496" y="367195"/>
                </a:lnTo>
                <a:lnTo>
                  <a:pt x="58369" y="368858"/>
                </a:lnTo>
                <a:lnTo>
                  <a:pt x="58254" y="370332"/>
                </a:lnTo>
                <a:lnTo>
                  <a:pt x="76111" y="411149"/>
                </a:lnTo>
                <a:lnTo>
                  <a:pt x="97548" y="417576"/>
                </a:lnTo>
                <a:lnTo>
                  <a:pt x="105168" y="417576"/>
                </a:lnTo>
                <a:lnTo>
                  <a:pt x="131076" y="397764"/>
                </a:lnTo>
                <a:lnTo>
                  <a:pt x="138696" y="406908"/>
                </a:lnTo>
                <a:lnTo>
                  <a:pt x="143268" y="411480"/>
                </a:lnTo>
                <a:lnTo>
                  <a:pt x="147840" y="414528"/>
                </a:lnTo>
                <a:lnTo>
                  <a:pt x="150888" y="417576"/>
                </a:lnTo>
                <a:lnTo>
                  <a:pt x="163080" y="417576"/>
                </a:lnTo>
                <a:lnTo>
                  <a:pt x="164604" y="414528"/>
                </a:lnTo>
                <a:lnTo>
                  <a:pt x="169176" y="409956"/>
                </a:lnTo>
                <a:lnTo>
                  <a:pt x="170700" y="405384"/>
                </a:lnTo>
                <a:lnTo>
                  <a:pt x="179844" y="413004"/>
                </a:lnTo>
                <a:lnTo>
                  <a:pt x="184416" y="417576"/>
                </a:lnTo>
                <a:lnTo>
                  <a:pt x="190512" y="422148"/>
                </a:lnTo>
                <a:lnTo>
                  <a:pt x="193560" y="425196"/>
                </a:lnTo>
                <a:lnTo>
                  <a:pt x="196608" y="425196"/>
                </a:lnTo>
                <a:lnTo>
                  <a:pt x="198132" y="426720"/>
                </a:lnTo>
                <a:lnTo>
                  <a:pt x="207276" y="426720"/>
                </a:lnTo>
                <a:lnTo>
                  <a:pt x="211848" y="423672"/>
                </a:lnTo>
                <a:lnTo>
                  <a:pt x="214896" y="417576"/>
                </a:lnTo>
                <a:lnTo>
                  <a:pt x="219240" y="409956"/>
                </a:lnTo>
                <a:lnTo>
                  <a:pt x="219773" y="409028"/>
                </a:lnTo>
                <a:lnTo>
                  <a:pt x="223088" y="399478"/>
                </a:lnTo>
                <a:lnTo>
                  <a:pt x="223151" y="399122"/>
                </a:lnTo>
                <a:lnTo>
                  <a:pt x="224967" y="389077"/>
                </a:lnTo>
                <a:lnTo>
                  <a:pt x="225031" y="387858"/>
                </a:lnTo>
                <a:lnTo>
                  <a:pt x="225145" y="385572"/>
                </a:lnTo>
                <a:lnTo>
                  <a:pt x="225247" y="383743"/>
                </a:lnTo>
                <a:lnTo>
                  <a:pt x="225310" y="382524"/>
                </a:lnTo>
                <a:lnTo>
                  <a:pt x="225412" y="380619"/>
                </a:lnTo>
                <a:lnTo>
                  <a:pt x="225475" y="379476"/>
                </a:lnTo>
                <a:lnTo>
                  <a:pt x="225564" y="3779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344" name="Google Shape;8344;p112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4195572" y="5186171"/>
            <a:ext cx="150875" cy="3093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45" name="Google Shape;8345;p112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171188" y="4700015"/>
            <a:ext cx="175260" cy="425195"/>
          </a:xfrm>
          <a:prstGeom prst="rect">
            <a:avLst/>
          </a:prstGeom>
          <a:noFill/>
          <a:ln>
            <a:noFill/>
          </a:ln>
        </p:spPr>
      </p:pic>
      <p:pic>
        <p:nvPicPr>
          <p:cNvPr id="8346" name="Google Shape;8346;p112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4195572" y="4453127"/>
            <a:ext cx="150875" cy="184404"/>
          </a:xfrm>
          <a:prstGeom prst="rect">
            <a:avLst/>
          </a:prstGeom>
          <a:noFill/>
          <a:ln>
            <a:noFill/>
          </a:ln>
        </p:spPr>
      </p:pic>
      <p:pic>
        <p:nvPicPr>
          <p:cNvPr id="8347" name="Google Shape;8347;p112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4171188" y="3890772"/>
            <a:ext cx="175259" cy="4952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348" name="Google Shape;8348;p112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4171188" y="1976627"/>
            <a:ext cx="225552" cy="1845563"/>
          </a:xfrm>
          <a:prstGeom prst="rect">
            <a:avLst/>
          </a:prstGeom>
          <a:noFill/>
          <a:ln>
            <a:noFill/>
          </a:ln>
        </p:spPr>
      </p:pic>
      <p:pic>
        <p:nvPicPr>
          <p:cNvPr id="8349" name="Google Shape;8349;p112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4468367" y="5487923"/>
            <a:ext cx="225551" cy="912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350" name="Google Shape;8350;p112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4468367" y="3907535"/>
            <a:ext cx="225552" cy="1511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351" name="Google Shape;8351;p112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4526279" y="3598164"/>
            <a:ext cx="117348" cy="236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8352" name="Google Shape;8352;p112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468367" y="3179063"/>
            <a:ext cx="175260" cy="3489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353" name="Google Shape;8353;p112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4468367" y="2798063"/>
            <a:ext cx="175260" cy="3139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354" name="Google Shape;8354;p112"/>
          <p:cNvPicPr preferRelativeResize="0"/>
          <p:nvPr/>
        </p:nvPicPr>
        <p:blipFill rotWithShape="1">
          <a:blip r:embed="rId64">
            <a:alphaModFix/>
          </a:blip>
          <a:srcRect b="0" l="0" r="0" t="0"/>
          <a:stretch/>
        </p:blipFill>
        <p:spPr>
          <a:xfrm>
            <a:off x="4468367" y="1647444"/>
            <a:ext cx="225552" cy="10713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55" name="Google Shape;8355;p112"/>
          <p:cNvPicPr preferRelativeResize="0"/>
          <p:nvPr/>
        </p:nvPicPr>
        <p:blipFill rotWithShape="1">
          <a:blip r:embed="rId65">
            <a:alphaModFix/>
          </a:blip>
          <a:srcRect b="0" l="0" r="0" t="0"/>
          <a:stretch/>
        </p:blipFill>
        <p:spPr>
          <a:xfrm>
            <a:off x="4821935" y="6103620"/>
            <a:ext cx="117348" cy="2865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56" name="Google Shape;8356;p112"/>
          <p:cNvGrpSpPr/>
          <p:nvPr/>
        </p:nvGrpSpPr>
        <p:grpSpPr>
          <a:xfrm>
            <a:off x="4764023" y="5411723"/>
            <a:ext cx="224028" cy="611124"/>
            <a:chOff x="4764023" y="5411723"/>
            <a:chExt cx="224028" cy="611124"/>
          </a:xfrm>
        </p:grpSpPr>
        <p:pic>
          <p:nvPicPr>
            <p:cNvPr id="8357" name="Google Shape;8357;p112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4764023" y="5568695"/>
              <a:ext cx="175260" cy="45415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358" name="Google Shape;8358;p112"/>
            <p:cNvSpPr/>
            <p:nvPr/>
          </p:nvSpPr>
          <p:spPr>
            <a:xfrm>
              <a:off x="4768595" y="5512307"/>
              <a:ext cx="170815" cy="27940"/>
            </a:xfrm>
            <a:custGeom>
              <a:rect b="b" l="l" r="r" t="t"/>
              <a:pathLst>
                <a:path extrusionOk="0" h="27939" w="170814">
                  <a:moveTo>
                    <a:pt x="22860" y="27432"/>
                  </a:moveTo>
                  <a:lnTo>
                    <a:pt x="12192" y="27432"/>
                  </a:lnTo>
                  <a:lnTo>
                    <a:pt x="7620" y="25908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524" y="6096"/>
                  </a:lnTo>
                  <a:lnTo>
                    <a:pt x="4572" y="3048"/>
                  </a:lnTo>
                  <a:lnTo>
                    <a:pt x="7620" y="1524"/>
                  </a:lnTo>
                  <a:lnTo>
                    <a:pt x="12192" y="0"/>
                  </a:lnTo>
                  <a:lnTo>
                    <a:pt x="25908" y="0"/>
                  </a:lnTo>
                  <a:lnTo>
                    <a:pt x="123444" y="10668"/>
                  </a:lnTo>
                  <a:lnTo>
                    <a:pt x="123444" y="16764"/>
                  </a:lnTo>
                  <a:lnTo>
                    <a:pt x="25908" y="25908"/>
                  </a:lnTo>
                  <a:lnTo>
                    <a:pt x="22860" y="27432"/>
                  </a:lnTo>
                  <a:close/>
                </a:path>
                <a:path extrusionOk="0" h="27939" w="170814">
                  <a:moveTo>
                    <a:pt x="161544" y="27432"/>
                  </a:moveTo>
                  <a:lnTo>
                    <a:pt x="153924" y="27432"/>
                  </a:lnTo>
                  <a:lnTo>
                    <a:pt x="150876" y="25908"/>
                  </a:lnTo>
                  <a:lnTo>
                    <a:pt x="144780" y="19812"/>
                  </a:lnTo>
                  <a:lnTo>
                    <a:pt x="143256" y="16764"/>
                  </a:lnTo>
                  <a:lnTo>
                    <a:pt x="143256" y="9144"/>
                  </a:lnTo>
                  <a:lnTo>
                    <a:pt x="144780" y="6096"/>
                  </a:lnTo>
                  <a:lnTo>
                    <a:pt x="147828" y="3048"/>
                  </a:lnTo>
                  <a:lnTo>
                    <a:pt x="153924" y="0"/>
                  </a:lnTo>
                  <a:lnTo>
                    <a:pt x="161544" y="0"/>
                  </a:lnTo>
                  <a:lnTo>
                    <a:pt x="167640" y="3048"/>
                  </a:lnTo>
                  <a:lnTo>
                    <a:pt x="170688" y="9144"/>
                  </a:lnTo>
                  <a:lnTo>
                    <a:pt x="170688" y="16764"/>
                  </a:lnTo>
                  <a:lnTo>
                    <a:pt x="167640" y="22860"/>
                  </a:lnTo>
                  <a:lnTo>
                    <a:pt x="164592" y="25908"/>
                  </a:lnTo>
                  <a:lnTo>
                    <a:pt x="161544" y="27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359" name="Google Shape;8359;p112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4764023" y="5411723"/>
              <a:ext cx="224028" cy="6705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360" name="Google Shape;8360;p112"/>
          <p:cNvPicPr preferRelativeResize="0"/>
          <p:nvPr/>
        </p:nvPicPr>
        <p:blipFill rotWithShape="1">
          <a:blip r:embed="rId68">
            <a:alphaModFix/>
          </a:blip>
          <a:srcRect b="0" l="0" r="0" t="0"/>
          <a:stretch/>
        </p:blipFill>
        <p:spPr>
          <a:xfrm>
            <a:off x="5071872" y="6234683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361" name="Google Shape;8361;p112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5061203" y="5637276"/>
            <a:ext cx="175260" cy="5059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62" name="Google Shape;8362;p112"/>
          <p:cNvGrpSpPr/>
          <p:nvPr/>
        </p:nvGrpSpPr>
        <p:grpSpPr>
          <a:xfrm>
            <a:off x="5119115" y="5053584"/>
            <a:ext cx="117348" cy="518159"/>
            <a:chOff x="5119115" y="5053584"/>
            <a:chExt cx="117348" cy="518159"/>
          </a:xfrm>
        </p:grpSpPr>
        <p:pic>
          <p:nvPicPr>
            <p:cNvPr id="8363" name="Google Shape;8363;p112"/>
            <p:cNvPicPr preferRelativeResize="0"/>
            <p:nvPr/>
          </p:nvPicPr>
          <p:blipFill rotWithShape="1">
            <a:blip r:embed="rId70">
              <a:alphaModFix/>
            </a:blip>
            <a:srcRect b="0" l="0" r="0" t="0"/>
            <a:stretch/>
          </p:blipFill>
          <p:spPr>
            <a:xfrm>
              <a:off x="5119115" y="5373623"/>
              <a:ext cx="117348" cy="1981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364" name="Google Shape;8364;p112"/>
            <p:cNvPicPr preferRelativeResize="0"/>
            <p:nvPr/>
          </p:nvPicPr>
          <p:blipFill rotWithShape="1">
            <a:blip r:embed="rId71">
              <a:alphaModFix/>
            </a:blip>
            <a:srcRect b="0" l="0" r="0" t="0"/>
            <a:stretch/>
          </p:blipFill>
          <p:spPr>
            <a:xfrm>
              <a:off x="5119115" y="5053584"/>
              <a:ext cx="117348" cy="3002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365" name="Google Shape;8365;p112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5061203" y="4797551"/>
            <a:ext cx="172212" cy="184404"/>
          </a:xfrm>
          <a:prstGeom prst="rect">
            <a:avLst/>
          </a:prstGeom>
          <a:noFill/>
          <a:ln>
            <a:noFill/>
          </a:ln>
        </p:spPr>
      </p:pic>
      <p:pic>
        <p:nvPicPr>
          <p:cNvPr id="8366" name="Google Shape;8366;p112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5061203" y="4442459"/>
            <a:ext cx="175260" cy="292608"/>
          </a:xfrm>
          <a:prstGeom prst="rect">
            <a:avLst/>
          </a:prstGeom>
          <a:noFill/>
          <a:ln>
            <a:noFill/>
          </a:ln>
        </p:spPr>
      </p:pic>
      <p:sp>
        <p:nvSpPr>
          <p:cNvPr id="8367" name="Google Shape;8367;p112"/>
          <p:cNvSpPr/>
          <p:nvPr/>
        </p:nvSpPr>
        <p:spPr>
          <a:xfrm>
            <a:off x="5061191" y="3695700"/>
            <a:ext cx="226060" cy="676910"/>
          </a:xfrm>
          <a:custGeom>
            <a:rect b="b" l="l" r="r" t="t"/>
            <a:pathLst>
              <a:path extrusionOk="0" h="676910" w="226060">
                <a:moveTo>
                  <a:pt x="175260" y="618744"/>
                </a:moveTo>
                <a:lnTo>
                  <a:pt x="174167" y="609396"/>
                </a:lnTo>
                <a:lnTo>
                  <a:pt x="171069" y="599884"/>
                </a:lnTo>
                <a:lnTo>
                  <a:pt x="167640" y="593318"/>
                </a:lnTo>
                <a:lnTo>
                  <a:pt x="167640" y="605028"/>
                </a:lnTo>
                <a:lnTo>
                  <a:pt x="167640" y="617220"/>
                </a:lnTo>
                <a:lnTo>
                  <a:pt x="164592" y="626364"/>
                </a:lnTo>
                <a:lnTo>
                  <a:pt x="158496" y="635508"/>
                </a:lnTo>
                <a:lnTo>
                  <a:pt x="155448" y="638556"/>
                </a:lnTo>
                <a:lnTo>
                  <a:pt x="86868" y="638556"/>
                </a:lnTo>
                <a:lnTo>
                  <a:pt x="82296" y="633984"/>
                </a:lnTo>
                <a:lnTo>
                  <a:pt x="79248" y="629412"/>
                </a:lnTo>
                <a:lnTo>
                  <a:pt x="76200" y="623316"/>
                </a:lnTo>
                <a:lnTo>
                  <a:pt x="74676" y="618744"/>
                </a:lnTo>
                <a:lnTo>
                  <a:pt x="74676" y="606552"/>
                </a:lnTo>
                <a:lnTo>
                  <a:pt x="109143" y="582980"/>
                </a:lnTo>
                <a:lnTo>
                  <a:pt x="118872" y="582168"/>
                </a:lnTo>
                <a:lnTo>
                  <a:pt x="130378" y="582980"/>
                </a:lnTo>
                <a:lnTo>
                  <a:pt x="167640" y="605028"/>
                </a:lnTo>
                <a:lnTo>
                  <a:pt x="167640" y="593318"/>
                </a:lnTo>
                <a:lnTo>
                  <a:pt x="138493" y="567690"/>
                </a:lnTo>
                <a:lnTo>
                  <a:pt x="111252" y="562356"/>
                </a:lnTo>
                <a:lnTo>
                  <a:pt x="99491" y="563219"/>
                </a:lnTo>
                <a:lnTo>
                  <a:pt x="65633" y="582320"/>
                </a:lnTo>
                <a:lnTo>
                  <a:pt x="57912" y="605028"/>
                </a:lnTo>
                <a:lnTo>
                  <a:pt x="59321" y="613918"/>
                </a:lnTo>
                <a:lnTo>
                  <a:pt x="63436" y="622363"/>
                </a:lnTo>
                <a:lnTo>
                  <a:pt x="70129" y="630542"/>
                </a:lnTo>
                <a:lnTo>
                  <a:pt x="79248" y="638556"/>
                </a:lnTo>
                <a:lnTo>
                  <a:pt x="0" y="638556"/>
                </a:lnTo>
                <a:lnTo>
                  <a:pt x="0" y="644652"/>
                </a:lnTo>
                <a:lnTo>
                  <a:pt x="13716" y="676656"/>
                </a:lnTo>
                <a:lnTo>
                  <a:pt x="16764" y="675132"/>
                </a:lnTo>
                <a:lnTo>
                  <a:pt x="15240" y="672084"/>
                </a:lnTo>
                <a:lnTo>
                  <a:pt x="15240" y="664464"/>
                </a:lnTo>
                <a:lnTo>
                  <a:pt x="16764" y="662940"/>
                </a:lnTo>
                <a:lnTo>
                  <a:pt x="16764" y="661416"/>
                </a:lnTo>
                <a:lnTo>
                  <a:pt x="19812" y="659892"/>
                </a:lnTo>
                <a:lnTo>
                  <a:pt x="25908" y="659892"/>
                </a:lnTo>
                <a:lnTo>
                  <a:pt x="33528" y="658368"/>
                </a:lnTo>
                <a:lnTo>
                  <a:pt x="161544" y="658368"/>
                </a:lnTo>
                <a:lnTo>
                  <a:pt x="166116" y="652272"/>
                </a:lnTo>
                <a:lnTo>
                  <a:pt x="169164" y="646176"/>
                </a:lnTo>
                <a:lnTo>
                  <a:pt x="172212" y="638556"/>
                </a:lnTo>
                <a:lnTo>
                  <a:pt x="175260" y="626364"/>
                </a:lnTo>
                <a:lnTo>
                  <a:pt x="175260" y="618744"/>
                </a:lnTo>
                <a:close/>
              </a:path>
              <a:path extrusionOk="0" h="676910" w="226060">
                <a:moveTo>
                  <a:pt x="175260" y="22860"/>
                </a:moveTo>
                <a:lnTo>
                  <a:pt x="150876" y="0"/>
                </a:lnTo>
                <a:lnTo>
                  <a:pt x="150876" y="6096"/>
                </a:lnTo>
                <a:lnTo>
                  <a:pt x="153924" y="7620"/>
                </a:lnTo>
                <a:lnTo>
                  <a:pt x="155448" y="9144"/>
                </a:lnTo>
                <a:lnTo>
                  <a:pt x="156972" y="12192"/>
                </a:lnTo>
                <a:lnTo>
                  <a:pt x="158496" y="13716"/>
                </a:lnTo>
                <a:lnTo>
                  <a:pt x="160020" y="16764"/>
                </a:lnTo>
                <a:lnTo>
                  <a:pt x="160020" y="22860"/>
                </a:lnTo>
                <a:lnTo>
                  <a:pt x="153924" y="28956"/>
                </a:lnTo>
                <a:lnTo>
                  <a:pt x="147828" y="30480"/>
                </a:lnTo>
                <a:lnTo>
                  <a:pt x="68580" y="30480"/>
                </a:lnTo>
                <a:lnTo>
                  <a:pt x="68580" y="4572"/>
                </a:lnTo>
                <a:lnTo>
                  <a:pt x="60960" y="4572"/>
                </a:lnTo>
                <a:lnTo>
                  <a:pt x="60960" y="30480"/>
                </a:lnTo>
                <a:lnTo>
                  <a:pt x="24384" y="30480"/>
                </a:lnTo>
                <a:lnTo>
                  <a:pt x="24384" y="33528"/>
                </a:lnTo>
                <a:lnTo>
                  <a:pt x="32004" y="36576"/>
                </a:lnTo>
                <a:lnTo>
                  <a:pt x="41148" y="41148"/>
                </a:lnTo>
                <a:lnTo>
                  <a:pt x="47244" y="45720"/>
                </a:lnTo>
                <a:lnTo>
                  <a:pt x="51816" y="48768"/>
                </a:lnTo>
                <a:lnTo>
                  <a:pt x="56388" y="54864"/>
                </a:lnTo>
                <a:lnTo>
                  <a:pt x="62484" y="64008"/>
                </a:lnTo>
                <a:lnTo>
                  <a:pt x="64008" y="68580"/>
                </a:lnTo>
                <a:lnTo>
                  <a:pt x="68580" y="68580"/>
                </a:lnTo>
                <a:lnTo>
                  <a:pt x="68580" y="50292"/>
                </a:lnTo>
                <a:lnTo>
                  <a:pt x="152400" y="50292"/>
                </a:lnTo>
                <a:lnTo>
                  <a:pt x="158496" y="48768"/>
                </a:lnTo>
                <a:lnTo>
                  <a:pt x="163068" y="47244"/>
                </a:lnTo>
                <a:lnTo>
                  <a:pt x="166116" y="45720"/>
                </a:lnTo>
                <a:lnTo>
                  <a:pt x="172212" y="39624"/>
                </a:lnTo>
                <a:lnTo>
                  <a:pt x="173736" y="35052"/>
                </a:lnTo>
                <a:lnTo>
                  <a:pt x="175260" y="32004"/>
                </a:lnTo>
                <a:lnTo>
                  <a:pt x="175260" y="22860"/>
                </a:lnTo>
                <a:close/>
              </a:path>
              <a:path extrusionOk="0" h="676910" w="226060">
                <a:moveTo>
                  <a:pt x="175272" y="460248"/>
                </a:moveTo>
                <a:lnTo>
                  <a:pt x="161556" y="428244"/>
                </a:lnTo>
                <a:lnTo>
                  <a:pt x="158508" y="429768"/>
                </a:lnTo>
                <a:lnTo>
                  <a:pt x="160032" y="432816"/>
                </a:lnTo>
                <a:lnTo>
                  <a:pt x="160032" y="440436"/>
                </a:lnTo>
                <a:lnTo>
                  <a:pt x="155460" y="445008"/>
                </a:lnTo>
                <a:lnTo>
                  <a:pt x="149364" y="445008"/>
                </a:lnTo>
                <a:lnTo>
                  <a:pt x="141744" y="446532"/>
                </a:lnTo>
                <a:lnTo>
                  <a:pt x="60972" y="446532"/>
                </a:lnTo>
                <a:lnTo>
                  <a:pt x="60972" y="483108"/>
                </a:lnTo>
                <a:lnTo>
                  <a:pt x="64020" y="483108"/>
                </a:lnTo>
                <a:lnTo>
                  <a:pt x="64020" y="475488"/>
                </a:lnTo>
                <a:lnTo>
                  <a:pt x="65544" y="470916"/>
                </a:lnTo>
                <a:lnTo>
                  <a:pt x="70116" y="466344"/>
                </a:lnTo>
                <a:lnTo>
                  <a:pt x="143268" y="466344"/>
                </a:lnTo>
                <a:lnTo>
                  <a:pt x="150888" y="472440"/>
                </a:lnTo>
                <a:lnTo>
                  <a:pt x="156984" y="481584"/>
                </a:lnTo>
                <a:lnTo>
                  <a:pt x="160032" y="490728"/>
                </a:lnTo>
                <a:lnTo>
                  <a:pt x="160032" y="499872"/>
                </a:lnTo>
                <a:lnTo>
                  <a:pt x="158508" y="504444"/>
                </a:lnTo>
                <a:lnTo>
                  <a:pt x="152412" y="510540"/>
                </a:lnTo>
                <a:lnTo>
                  <a:pt x="144792" y="513588"/>
                </a:lnTo>
                <a:lnTo>
                  <a:pt x="60972" y="513588"/>
                </a:lnTo>
                <a:lnTo>
                  <a:pt x="60972" y="551688"/>
                </a:lnTo>
                <a:lnTo>
                  <a:pt x="64020" y="551688"/>
                </a:lnTo>
                <a:lnTo>
                  <a:pt x="64020" y="541020"/>
                </a:lnTo>
                <a:lnTo>
                  <a:pt x="65544" y="539496"/>
                </a:lnTo>
                <a:lnTo>
                  <a:pt x="67068" y="536448"/>
                </a:lnTo>
                <a:lnTo>
                  <a:pt x="68592" y="534924"/>
                </a:lnTo>
                <a:lnTo>
                  <a:pt x="70116" y="534924"/>
                </a:lnTo>
                <a:lnTo>
                  <a:pt x="73164" y="533400"/>
                </a:lnTo>
                <a:lnTo>
                  <a:pt x="141744" y="533400"/>
                </a:lnTo>
                <a:lnTo>
                  <a:pt x="149364" y="531876"/>
                </a:lnTo>
                <a:lnTo>
                  <a:pt x="161556" y="528828"/>
                </a:lnTo>
                <a:lnTo>
                  <a:pt x="166128" y="525780"/>
                </a:lnTo>
                <a:lnTo>
                  <a:pt x="169176" y="519684"/>
                </a:lnTo>
                <a:lnTo>
                  <a:pt x="173748" y="515112"/>
                </a:lnTo>
                <a:lnTo>
                  <a:pt x="175272" y="510540"/>
                </a:lnTo>
                <a:lnTo>
                  <a:pt x="175272" y="498348"/>
                </a:lnTo>
                <a:lnTo>
                  <a:pt x="150888" y="466344"/>
                </a:lnTo>
                <a:lnTo>
                  <a:pt x="175272" y="466344"/>
                </a:lnTo>
                <a:lnTo>
                  <a:pt x="175272" y="460248"/>
                </a:lnTo>
                <a:close/>
              </a:path>
              <a:path extrusionOk="0" h="676910" w="226060">
                <a:moveTo>
                  <a:pt x="175272" y="336804"/>
                </a:moveTo>
                <a:lnTo>
                  <a:pt x="161556" y="304800"/>
                </a:lnTo>
                <a:lnTo>
                  <a:pt x="158508" y="306324"/>
                </a:lnTo>
                <a:lnTo>
                  <a:pt x="160032" y="309372"/>
                </a:lnTo>
                <a:lnTo>
                  <a:pt x="160032" y="316992"/>
                </a:lnTo>
                <a:lnTo>
                  <a:pt x="156984" y="320040"/>
                </a:lnTo>
                <a:lnTo>
                  <a:pt x="155460" y="320040"/>
                </a:lnTo>
                <a:lnTo>
                  <a:pt x="152412" y="321564"/>
                </a:lnTo>
                <a:lnTo>
                  <a:pt x="12" y="321564"/>
                </a:lnTo>
                <a:lnTo>
                  <a:pt x="12" y="327660"/>
                </a:lnTo>
                <a:lnTo>
                  <a:pt x="13728" y="358140"/>
                </a:lnTo>
                <a:lnTo>
                  <a:pt x="16776" y="356616"/>
                </a:lnTo>
                <a:lnTo>
                  <a:pt x="15252" y="353568"/>
                </a:lnTo>
                <a:lnTo>
                  <a:pt x="15252" y="345948"/>
                </a:lnTo>
                <a:lnTo>
                  <a:pt x="16776" y="345948"/>
                </a:lnTo>
                <a:lnTo>
                  <a:pt x="16776" y="344424"/>
                </a:lnTo>
                <a:lnTo>
                  <a:pt x="19824" y="342900"/>
                </a:lnTo>
                <a:lnTo>
                  <a:pt x="25920" y="342900"/>
                </a:lnTo>
                <a:lnTo>
                  <a:pt x="33540" y="341376"/>
                </a:lnTo>
                <a:lnTo>
                  <a:pt x="67068" y="341376"/>
                </a:lnTo>
                <a:lnTo>
                  <a:pt x="57924" y="365760"/>
                </a:lnTo>
                <a:lnTo>
                  <a:pt x="59080" y="376643"/>
                </a:lnTo>
                <a:lnTo>
                  <a:pt x="87401" y="409867"/>
                </a:lnTo>
                <a:lnTo>
                  <a:pt x="120408" y="417576"/>
                </a:lnTo>
                <a:lnTo>
                  <a:pt x="132499" y="416725"/>
                </a:lnTo>
                <a:lnTo>
                  <a:pt x="132270" y="416725"/>
                </a:lnTo>
                <a:lnTo>
                  <a:pt x="142506" y="414337"/>
                </a:lnTo>
                <a:lnTo>
                  <a:pt x="151688" y="410514"/>
                </a:lnTo>
                <a:lnTo>
                  <a:pt x="160032" y="405384"/>
                </a:lnTo>
                <a:lnTo>
                  <a:pt x="166268" y="398246"/>
                </a:lnTo>
                <a:lnTo>
                  <a:pt x="168465" y="394716"/>
                </a:lnTo>
                <a:lnTo>
                  <a:pt x="171081" y="390525"/>
                </a:lnTo>
                <a:lnTo>
                  <a:pt x="174167" y="382244"/>
                </a:lnTo>
                <a:lnTo>
                  <a:pt x="175171" y="374142"/>
                </a:lnTo>
                <a:lnTo>
                  <a:pt x="175272" y="367284"/>
                </a:lnTo>
                <a:lnTo>
                  <a:pt x="173748" y="362712"/>
                </a:lnTo>
                <a:lnTo>
                  <a:pt x="170700" y="358140"/>
                </a:lnTo>
                <a:lnTo>
                  <a:pt x="167652" y="352044"/>
                </a:lnTo>
                <a:lnTo>
                  <a:pt x="160032" y="344424"/>
                </a:lnTo>
                <a:lnTo>
                  <a:pt x="160032" y="355092"/>
                </a:lnTo>
                <a:lnTo>
                  <a:pt x="160032" y="362712"/>
                </a:lnTo>
                <a:lnTo>
                  <a:pt x="131457" y="392430"/>
                </a:lnTo>
                <a:lnTo>
                  <a:pt x="121589" y="394131"/>
                </a:lnTo>
                <a:lnTo>
                  <a:pt x="121932" y="394131"/>
                </a:lnTo>
                <a:lnTo>
                  <a:pt x="109740" y="394716"/>
                </a:lnTo>
                <a:lnTo>
                  <a:pt x="98894" y="394131"/>
                </a:lnTo>
                <a:lnTo>
                  <a:pt x="89357" y="392239"/>
                </a:lnTo>
                <a:lnTo>
                  <a:pt x="81229" y="388937"/>
                </a:lnTo>
                <a:lnTo>
                  <a:pt x="68592" y="379476"/>
                </a:lnTo>
                <a:lnTo>
                  <a:pt x="65544" y="373380"/>
                </a:lnTo>
                <a:lnTo>
                  <a:pt x="65544" y="362712"/>
                </a:lnTo>
                <a:lnTo>
                  <a:pt x="67068" y="359664"/>
                </a:lnTo>
                <a:lnTo>
                  <a:pt x="68592" y="355092"/>
                </a:lnTo>
                <a:lnTo>
                  <a:pt x="70116" y="352044"/>
                </a:lnTo>
                <a:lnTo>
                  <a:pt x="79260" y="345948"/>
                </a:lnTo>
                <a:lnTo>
                  <a:pt x="82308" y="344424"/>
                </a:lnTo>
                <a:lnTo>
                  <a:pt x="94500" y="341376"/>
                </a:lnTo>
                <a:lnTo>
                  <a:pt x="147840" y="341376"/>
                </a:lnTo>
                <a:lnTo>
                  <a:pt x="155460" y="348996"/>
                </a:lnTo>
                <a:lnTo>
                  <a:pt x="160032" y="355092"/>
                </a:lnTo>
                <a:lnTo>
                  <a:pt x="160032" y="344424"/>
                </a:lnTo>
                <a:lnTo>
                  <a:pt x="156984" y="341376"/>
                </a:lnTo>
                <a:lnTo>
                  <a:pt x="175272" y="341376"/>
                </a:lnTo>
                <a:lnTo>
                  <a:pt x="175272" y="336804"/>
                </a:lnTo>
                <a:close/>
              </a:path>
              <a:path extrusionOk="0" h="676910" w="226060">
                <a:moveTo>
                  <a:pt x="175272" y="120396"/>
                </a:moveTo>
                <a:lnTo>
                  <a:pt x="174409" y="111569"/>
                </a:lnTo>
                <a:lnTo>
                  <a:pt x="174307" y="111252"/>
                </a:lnTo>
                <a:lnTo>
                  <a:pt x="171843" y="103441"/>
                </a:lnTo>
                <a:lnTo>
                  <a:pt x="139687" y="76631"/>
                </a:lnTo>
                <a:lnTo>
                  <a:pt x="131076" y="74676"/>
                </a:lnTo>
                <a:lnTo>
                  <a:pt x="129552" y="77724"/>
                </a:lnTo>
                <a:lnTo>
                  <a:pt x="138696" y="82296"/>
                </a:lnTo>
                <a:lnTo>
                  <a:pt x="146316" y="86868"/>
                </a:lnTo>
                <a:lnTo>
                  <a:pt x="149364" y="91440"/>
                </a:lnTo>
                <a:lnTo>
                  <a:pt x="153936" y="96012"/>
                </a:lnTo>
                <a:lnTo>
                  <a:pt x="153962" y="96189"/>
                </a:lnTo>
                <a:lnTo>
                  <a:pt x="155422" y="103441"/>
                </a:lnTo>
                <a:lnTo>
                  <a:pt x="155460" y="109728"/>
                </a:lnTo>
                <a:lnTo>
                  <a:pt x="154584" y="117348"/>
                </a:lnTo>
                <a:lnTo>
                  <a:pt x="124028" y="146875"/>
                </a:lnTo>
                <a:lnTo>
                  <a:pt x="102120" y="149352"/>
                </a:lnTo>
                <a:lnTo>
                  <a:pt x="102120" y="99060"/>
                </a:lnTo>
                <a:lnTo>
                  <a:pt x="102120" y="74676"/>
                </a:lnTo>
                <a:lnTo>
                  <a:pt x="94500" y="75336"/>
                </a:lnTo>
                <a:lnTo>
                  <a:pt x="94500" y="99060"/>
                </a:lnTo>
                <a:lnTo>
                  <a:pt x="94500" y="149352"/>
                </a:lnTo>
                <a:lnTo>
                  <a:pt x="85356" y="149352"/>
                </a:lnTo>
                <a:lnTo>
                  <a:pt x="77736" y="146304"/>
                </a:lnTo>
                <a:lnTo>
                  <a:pt x="73164" y="140208"/>
                </a:lnTo>
                <a:lnTo>
                  <a:pt x="67068" y="135636"/>
                </a:lnTo>
                <a:lnTo>
                  <a:pt x="65544" y="129501"/>
                </a:lnTo>
                <a:lnTo>
                  <a:pt x="65544" y="118872"/>
                </a:lnTo>
                <a:lnTo>
                  <a:pt x="79260" y="102108"/>
                </a:lnTo>
                <a:lnTo>
                  <a:pt x="82308" y="100584"/>
                </a:lnTo>
                <a:lnTo>
                  <a:pt x="86880" y="100584"/>
                </a:lnTo>
                <a:lnTo>
                  <a:pt x="94500" y="99060"/>
                </a:lnTo>
                <a:lnTo>
                  <a:pt x="94500" y="75336"/>
                </a:lnTo>
                <a:lnTo>
                  <a:pt x="60591" y="100393"/>
                </a:lnTo>
                <a:lnTo>
                  <a:pt x="58458" y="109728"/>
                </a:lnTo>
                <a:lnTo>
                  <a:pt x="58343" y="111252"/>
                </a:lnTo>
                <a:lnTo>
                  <a:pt x="58318" y="111569"/>
                </a:lnTo>
                <a:lnTo>
                  <a:pt x="57924" y="117348"/>
                </a:lnTo>
                <a:lnTo>
                  <a:pt x="58039" y="118872"/>
                </a:lnTo>
                <a:lnTo>
                  <a:pt x="73164" y="153924"/>
                </a:lnTo>
                <a:lnTo>
                  <a:pt x="117360" y="167640"/>
                </a:lnTo>
                <a:lnTo>
                  <a:pt x="130238" y="166789"/>
                </a:lnTo>
                <a:lnTo>
                  <a:pt x="141554" y="164211"/>
                </a:lnTo>
                <a:lnTo>
                  <a:pt x="151434" y="159931"/>
                </a:lnTo>
                <a:lnTo>
                  <a:pt x="160032" y="153924"/>
                </a:lnTo>
                <a:lnTo>
                  <a:pt x="163893" y="149352"/>
                </a:lnTo>
                <a:lnTo>
                  <a:pt x="166268" y="146545"/>
                </a:lnTo>
                <a:lnTo>
                  <a:pt x="171081" y="138303"/>
                </a:lnTo>
                <a:lnTo>
                  <a:pt x="174167" y="129501"/>
                </a:lnTo>
                <a:lnTo>
                  <a:pt x="175272" y="120396"/>
                </a:lnTo>
                <a:close/>
              </a:path>
              <a:path extrusionOk="0" h="676910" w="226060">
                <a:moveTo>
                  <a:pt x="225526" y="247942"/>
                </a:moveTo>
                <a:lnTo>
                  <a:pt x="215265" y="208127"/>
                </a:lnTo>
                <a:lnTo>
                  <a:pt x="210172" y="201764"/>
                </a:lnTo>
                <a:lnTo>
                  <a:pt x="210172" y="239268"/>
                </a:lnTo>
                <a:lnTo>
                  <a:pt x="209765" y="247942"/>
                </a:lnTo>
                <a:lnTo>
                  <a:pt x="196596" y="280416"/>
                </a:lnTo>
                <a:lnTo>
                  <a:pt x="185928" y="280416"/>
                </a:lnTo>
                <a:lnTo>
                  <a:pt x="182880" y="277368"/>
                </a:lnTo>
                <a:lnTo>
                  <a:pt x="179832" y="275844"/>
                </a:lnTo>
                <a:lnTo>
                  <a:pt x="175260" y="272796"/>
                </a:lnTo>
                <a:lnTo>
                  <a:pt x="173736" y="271272"/>
                </a:lnTo>
                <a:lnTo>
                  <a:pt x="172212" y="269748"/>
                </a:lnTo>
                <a:lnTo>
                  <a:pt x="172300" y="266700"/>
                </a:lnTo>
                <a:lnTo>
                  <a:pt x="172427" y="262128"/>
                </a:lnTo>
                <a:lnTo>
                  <a:pt x="172529" y="259537"/>
                </a:lnTo>
                <a:lnTo>
                  <a:pt x="172605" y="257937"/>
                </a:lnTo>
                <a:lnTo>
                  <a:pt x="172707" y="256032"/>
                </a:lnTo>
                <a:lnTo>
                  <a:pt x="172821" y="253555"/>
                </a:lnTo>
                <a:lnTo>
                  <a:pt x="172859" y="252984"/>
                </a:lnTo>
                <a:lnTo>
                  <a:pt x="172974" y="250507"/>
                </a:lnTo>
                <a:lnTo>
                  <a:pt x="173088" y="247942"/>
                </a:lnTo>
                <a:lnTo>
                  <a:pt x="173202" y="245364"/>
                </a:lnTo>
                <a:lnTo>
                  <a:pt x="173278" y="243840"/>
                </a:lnTo>
                <a:lnTo>
                  <a:pt x="173507" y="238683"/>
                </a:lnTo>
                <a:lnTo>
                  <a:pt x="173621" y="232181"/>
                </a:lnTo>
                <a:lnTo>
                  <a:pt x="173736" y="225552"/>
                </a:lnTo>
                <a:lnTo>
                  <a:pt x="173863" y="220980"/>
                </a:lnTo>
                <a:lnTo>
                  <a:pt x="175780" y="202006"/>
                </a:lnTo>
                <a:lnTo>
                  <a:pt x="176784" y="198120"/>
                </a:lnTo>
                <a:lnTo>
                  <a:pt x="178308" y="195072"/>
                </a:lnTo>
                <a:lnTo>
                  <a:pt x="181356" y="192024"/>
                </a:lnTo>
                <a:lnTo>
                  <a:pt x="192024" y="192024"/>
                </a:lnTo>
                <a:lnTo>
                  <a:pt x="209842" y="227076"/>
                </a:lnTo>
                <a:lnTo>
                  <a:pt x="210172" y="239268"/>
                </a:lnTo>
                <a:lnTo>
                  <a:pt x="210172" y="201764"/>
                </a:lnTo>
                <a:lnTo>
                  <a:pt x="207264" y="198120"/>
                </a:lnTo>
                <a:lnTo>
                  <a:pt x="201193" y="192024"/>
                </a:lnTo>
                <a:lnTo>
                  <a:pt x="194881" y="187833"/>
                </a:lnTo>
                <a:lnTo>
                  <a:pt x="188201" y="185267"/>
                </a:lnTo>
                <a:lnTo>
                  <a:pt x="181356" y="184404"/>
                </a:lnTo>
                <a:lnTo>
                  <a:pt x="173736" y="184404"/>
                </a:lnTo>
                <a:lnTo>
                  <a:pt x="155219" y="215125"/>
                </a:lnTo>
                <a:lnTo>
                  <a:pt x="155105" y="216598"/>
                </a:lnTo>
                <a:lnTo>
                  <a:pt x="155016" y="217932"/>
                </a:lnTo>
                <a:lnTo>
                  <a:pt x="154889" y="219646"/>
                </a:lnTo>
                <a:lnTo>
                  <a:pt x="154800" y="220980"/>
                </a:lnTo>
                <a:lnTo>
                  <a:pt x="154686" y="222504"/>
                </a:lnTo>
                <a:lnTo>
                  <a:pt x="154609" y="223913"/>
                </a:lnTo>
                <a:lnTo>
                  <a:pt x="154495" y="226123"/>
                </a:lnTo>
                <a:lnTo>
                  <a:pt x="154444" y="227076"/>
                </a:lnTo>
                <a:lnTo>
                  <a:pt x="154165" y="232181"/>
                </a:lnTo>
                <a:lnTo>
                  <a:pt x="154063" y="237007"/>
                </a:lnTo>
                <a:lnTo>
                  <a:pt x="154025" y="239268"/>
                </a:lnTo>
                <a:lnTo>
                  <a:pt x="153924" y="260604"/>
                </a:lnTo>
                <a:lnTo>
                  <a:pt x="153822" y="260921"/>
                </a:lnTo>
                <a:lnTo>
                  <a:pt x="152400" y="265176"/>
                </a:lnTo>
                <a:lnTo>
                  <a:pt x="152400" y="268224"/>
                </a:lnTo>
                <a:lnTo>
                  <a:pt x="149352" y="271272"/>
                </a:lnTo>
                <a:lnTo>
                  <a:pt x="143256" y="271272"/>
                </a:lnTo>
                <a:lnTo>
                  <a:pt x="140208" y="269748"/>
                </a:lnTo>
                <a:lnTo>
                  <a:pt x="137160" y="266700"/>
                </a:lnTo>
                <a:lnTo>
                  <a:pt x="132588" y="262128"/>
                </a:lnTo>
                <a:lnTo>
                  <a:pt x="135636" y="249936"/>
                </a:lnTo>
                <a:lnTo>
                  <a:pt x="135636" y="245364"/>
                </a:lnTo>
                <a:lnTo>
                  <a:pt x="134835" y="235648"/>
                </a:lnTo>
                <a:lnTo>
                  <a:pt x="132588" y="227076"/>
                </a:lnTo>
                <a:lnTo>
                  <a:pt x="129819" y="220980"/>
                </a:lnTo>
                <a:lnTo>
                  <a:pt x="129540" y="220370"/>
                </a:lnTo>
                <a:lnTo>
                  <a:pt x="129540" y="236220"/>
                </a:lnTo>
                <a:lnTo>
                  <a:pt x="129540" y="249936"/>
                </a:lnTo>
                <a:lnTo>
                  <a:pt x="92964" y="268224"/>
                </a:lnTo>
                <a:lnTo>
                  <a:pt x="82296" y="268224"/>
                </a:lnTo>
                <a:lnTo>
                  <a:pt x="74676" y="266700"/>
                </a:lnTo>
                <a:lnTo>
                  <a:pt x="65532" y="257556"/>
                </a:lnTo>
                <a:lnTo>
                  <a:pt x="64008" y="252984"/>
                </a:lnTo>
                <a:lnTo>
                  <a:pt x="64008" y="239268"/>
                </a:lnTo>
                <a:lnTo>
                  <a:pt x="100584" y="220980"/>
                </a:lnTo>
                <a:lnTo>
                  <a:pt x="111252" y="220980"/>
                </a:lnTo>
                <a:lnTo>
                  <a:pt x="117348" y="222504"/>
                </a:lnTo>
                <a:lnTo>
                  <a:pt x="126492" y="231648"/>
                </a:lnTo>
                <a:lnTo>
                  <a:pt x="129540" y="236220"/>
                </a:lnTo>
                <a:lnTo>
                  <a:pt x="129540" y="220370"/>
                </a:lnTo>
                <a:lnTo>
                  <a:pt x="129209" y="219646"/>
                </a:lnTo>
                <a:lnTo>
                  <a:pt x="124968" y="213360"/>
                </a:lnTo>
                <a:lnTo>
                  <a:pt x="119824" y="208788"/>
                </a:lnTo>
                <a:lnTo>
                  <a:pt x="119405" y="208407"/>
                </a:lnTo>
                <a:lnTo>
                  <a:pt x="119024" y="208127"/>
                </a:lnTo>
                <a:lnTo>
                  <a:pt x="113157" y="204406"/>
                </a:lnTo>
                <a:lnTo>
                  <a:pt x="106540" y="202006"/>
                </a:lnTo>
                <a:lnTo>
                  <a:pt x="99060" y="201168"/>
                </a:lnTo>
                <a:lnTo>
                  <a:pt x="89916" y="201168"/>
                </a:lnTo>
                <a:lnTo>
                  <a:pt x="82296" y="204216"/>
                </a:lnTo>
                <a:lnTo>
                  <a:pt x="77724" y="208788"/>
                </a:lnTo>
                <a:lnTo>
                  <a:pt x="77724" y="187452"/>
                </a:lnTo>
                <a:lnTo>
                  <a:pt x="76200" y="187452"/>
                </a:lnTo>
                <a:lnTo>
                  <a:pt x="74676" y="185928"/>
                </a:lnTo>
                <a:lnTo>
                  <a:pt x="68580" y="185928"/>
                </a:lnTo>
                <a:lnTo>
                  <a:pt x="68580" y="187452"/>
                </a:lnTo>
                <a:lnTo>
                  <a:pt x="67056" y="187452"/>
                </a:lnTo>
                <a:lnTo>
                  <a:pt x="67056" y="217932"/>
                </a:lnTo>
                <a:lnTo>
                  <a:pt x="63055" y="223913"/>
                </a:lnTo>
                <a:lnTo>
                  <a:pt x="60198" y="230314"/>
                </a:lnTo>
                <a:lnTo>
                  <a:pt x="58483" y="237007"/>
                </a:lnTo>
                <a:lnTo>
                  <a:pt x="57912" y="243840"/>
                </a:lnTo>
                <a:lnTo>
                  <a:pt x="58013" y="245364"/>
                </a:lnTo>
                <a:lnTo>
                  <a:pt x="58508" y="253555"/>
                </a:lnTo>
                <a:lnTo>
                  <a:pt x="82486" y="284797"/>
                </a:lnTo>
                <a:lnTo>
                  <a:pt x="97536" y="288036"/>
                </a:lnTo>
                <a:lnTo>
                  <a:pt x="105156" y="288036"/>
                </a:lnTo>
                <a:lnTo>
                  <a:pt x="111252" y="286512"/>
                </a:lnTo>
                <a:lnTo>
                  <a:pt x="117348" y="283464"/>
                </a:lnTo>
                <a:lnTo>
                  <a:pt x="126492" y="274320"/>
                </a:lnTo>
                <a:lnTo>
                  <a:pt x="130149" y="268224"/>
                </a:lnTo>
                <a:lnTo>
                  <a:pt x="131064" y="266700"/>
                </a:lnTo>
                <a:lnTo>
                  <a:pt x="137160" y="275844"/>
                </a:lnTo>
                <a:lnTo>
                  <a:pt x="146304" y="284988"/>
                </a:lnTo>
                <a:lnTo>
                  <a:pt x="150876" y="286512"/>
                </a:lnTo>
                <a:lnTo>
                  <a:pt x="153924" y="288036"/>
                </a:lnTo>
                <a:lnTo>
                  <a:pt x="161544" y="288036"/>
                </a:lnTo>
                <a:lnTo>
                  <a:pt x="166116" y="283464"/>
                </a:lnTo>
                <a:lnTo>
                  <a:pt x="167640" y="280416"/>
                </a:lnTo>
                <a:lnTo>
                  <a:pt x="170688" y="275844"/>
                </a:lnTo>
                <a:lnTo>
                  <a:pt x="182880" y="288036"/>
                </a:lnTo>
                <a:lnTo>
                  <a:pt x="184404" y="288036"/>
                </a:lnTo>
                <a:lnTo>
                  <a:pt x="188976" y="292608"/>
                </a:lnTo>
                <a:lnTo>
                  <a:pt x="193548" y="294132"/>
                </a:lnTo>
                <a:lnTo>
                  <a:pt x="196596" y="295656"/>
                </a:lnTo>
                <a:lnTo>
                  <a:pt x="198120" y="297180"/>
                </a:lnTo>
                <a:lnTo>
                  <a:pt x="205740" y="297180"/>
                </a:lnTo>
                <a:lnTo>
                  <a:pt x="224751" y="259537"/>
                </a:lnTo>
                <a:lnTo>
                  <a:pt x="224891" y="257556"/>
                </a:lnTo>
                <a:lnTo>
                  <a:pt x="225005" y="256032"/>
                </a:lnTo>
                <a:lnTo>
                  <a:pt x="225399" y="250507"/>
                </a:lnTo>
                <a:lnTo>
                  <a:pt x="225526" y="2479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8" name="Google Shape;8368;p112"/>
          <p:cNvGrpSpPr/>
          <p:nvPr/>
        </p:nvGrpSpPr>
        <p:grpSpPr>
          <a:xfrm>
            <a:off x="5061203" y="3070859"/>
            <a:ext cx="224028" cy="557784"/>
            <a:chOff x="5061203" y="3070859"/>
            <a:chExt cx="224028" cy="557784"/>
          </a:xfrm>
        </p:grpSpPr>
        <p:pic>
          <p:nvPicPr>
            <p:cNvPr id="8369" name="Google Shape;8369;p112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5061203" y="3127248"/>
              <a:ext cx="224028" cy="5013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370" name="Google Shape;8370;p112"/>
            <p:cNvSpPr/>
            <p:nvPr/>
          </p:nvSpPr>
          <p:spPr>
            <a:xfrm>
              <a:off x="5209032" y="3070859"/>
              <a:ext cx="64135" cy="36830"/>
            </a:xfrm>
            <a:custGeom>
              <a:rect b="b" l="l" r="r" t="t"/>
              <a:pathLst>
                <a:path extrusionOk="0" h="36830" w="64135">
                  <a:moveTo>
                    <a:pt x="21336" y="36576"/>
                  </a:moveTo>
                  <a:lnTo>
                    <a:pt x="10668" y="36576"/>
                  </a:lnTo>
                  <a:lnTo>
                    <a:pt x="6096" y="35052"/>
                  </a:lnTo>
                  <a:lnTo>
                    <a:pt x="4572" y="32004"/>
                  </a:lnTo>
                  <a:lnTo>
                    <a:pt x="1524" y="28956"/>
                  </a:lnTo>
                  <a:lnTo>
                    <a:pt x="0" y="25908"/>
                  </a:lnTo>
                  <a:lnTo>
                    <a:pt x="0" y="16764"/>
                  </a:lnTo>
                  <a:lnTo>
                    <a:pt x="1524" y="10668"/>
                  </a:lnTo>
                  <a:lnTo>
                    <a:pt x="6096" y="7620"/>
                  </a:lnTo>
                  <a:lnTo>
                    <a:pt x="10668" y="3048"/>
                  </a:lnTo>
                  <a:lnTo>
                    <a:pt x="16764" y="0"/>
                  </a:lnTo>
                  <a:lnTo>
                    <a:pt x="32004" y="0"/>
                  </a:lnTo>
                  <a:lnTo>
                    <a:pt x="39624" y="3048"/>
                  </a:lnTo>
                  <a:lnTo>
                    <a:pt x="47244" y="9144"/>
                  </a:lnTo>
                  <a:lnTo>
                    <a:pt x="48782" y="10668"/>
                  </a:lnTo>
                  <a:lnTo>
                    <a:pt x="27432" y="10668"/>
                  </a:lnTo>
                  <a:lnTo>
                    <a:pt x="25908" y="12192"/>
                  </a:lnTo>
                  <a:lnTo>
                    <a:pt x="24384" y="12192"/>
                  </a:lnTo>
                  <a:lnTo>
                    <a:pt x="24384" y="13716"/>
                  </a:lnTo>
                  <a:lnTo>
                    <a:pt x="22860" y="13716"/>
                  </a:lnTo>
                  <a:lnTo>
                    <a:pt x="22860" y="15240"/>
                  </a:lnTo>
                  <a:lnTo>
                    <a:pt x="24384" y="16764"/>
                  </a:lnTo>
                  <a:lnTo>
                    <a:pt x="25908" y="19812"/>
                  </a:lnTo>
                  <a:lnTo>
                    <a:pt x="27432" y="21336"/>
                  </a:lnTo>
                  <a:lnTo>
                    <a:pt x="27432" y="28956"/>
                  </a:lnTo>
                  <a:lnTo>
                    <a:pt x="25908" y="32004"/>
                  </a:lnTo>
                  <a:lnTo>
                    <a:pt x="22860" y="33528"/>
                  </a:lnTo>
                  <a:lnTo>
                    <a:pt x="21336" y="36576"/>
                  </a:lnTo>
                  <a:close/>
                </a:path>
                <a:path extrusionOk="0" h="36830" w="64135">
                  <a:moveTo>
                    <a:pt x="64008" y="36576"/>
                  </a:moveTo>
                  <a:lnTo>
                    <a:pt x="57912" y="36576"/>
                  </a:lnTo>
                  <a:lnTo>
                    <a:pt x="56388" y="28956"/>
                  </a:lnTo>
                  <a:lnTo>
                    <a:pt x="51816" y="22860"/>
                  </a:lnTo>
                  <a:lnTo>
                    <a:pt x="45720" y="18288"/>
                  </a:lnTo>
                  <a:lnTo>
                    <a:pt x="41148" y="13716"/>
                  </a:lnTo>
                  <a:lnTo>
                    <a:pt x="35052" y="10668"/>
                  </a:lnTo>
                  <a:lnTo>
                    <a:pt x="48782" y="10668"/>
                  </a:lnTo>
                  <a:lnTo>
                    <a:pt x="52435" y="14287"/>
                  </a:lnTo>
                  <a:lnTo>
                    <a:pt x="56769" y="20574"/>
                  </a:lnTo>
                  <a:lnTo>
                    <a:pt x="60531" y="28003"/>
                  </a:lnTo>
                  <a:lnTo>
                    <a:pt x="64008" y="36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371" name="Google Shape;8371;p112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5053583" y="2799588"/>
            <a:ext cx="231647" cy="182879"/>
          </a:xfrm>
          <a:prstGeom prst="rect">
            <a:avLst/>
          </a:prstGeom>
          <a:noFill/>
          <a:ln>
            <a:noFill/>
          </a:ln>
        </p:spPr>
      </p:pic>
      <p:pic>
        <p:nvPicPr>
          <p:cNvPr id="8372" name="Google Shape;8372;p112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5061203" y="2438400"/>
            <a:ext cx="175259" cy="281939"/>
          </a:xfrm>
          <a:prstGeom prst="rect">
            <a:avLst/>
          </a:prstGeom>
          <a:noFill/>
          <a:ln>
            <a:noFill/>
          </a:ln>
        </p:spPr>
      </p:pic>
      <p:pic>
        <p:nvPicPr>
          <p:cNvPr id="8373" name="Google Shape;8373;p112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5356859" y="5308091"/>
            <a:ext cx="225551" cy="1082040"/>
          </a:xfrm>
          <a:prstGeom prst="rect">
            <a:avLst/>
          </a:prstGeom>
          <a:noFill/>
          <a:ln>
            <a:noFill/>
          </a:ln>
        </p:spPr>
      </p:pic>
      <p:pic>
        <p:nvPicPr>
          <p:cNvPr id="8374" name="Google Shape;8374;p112"/>
          <p:cNvPicPr preferRelativeResize="0"/>
          <p:nvPr/>
        </p:nvPicPr>
        <p:blipFill rotWithShape="1">
          <a:blip r:embed="rId78">
            <a:alphaModFix/>
          </a:blip>
          <a:srcRect b="0" l="0" r="0" t="0"/>
          <a:stretch/>
        </p:blipFill>
        <p:spPr>
          <a:xfrm>
            <a:off x="5664708" y="6234683"/>
            <a:ext cx="143256" cy="143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375" name="Google Shape;8375;p112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5654039" y="5652515"/>
            <a:ext cx="175260" cy="499871"/>
          </a:xfrm>
          <a:prstGeom prst="rect">
            <a:avLst/>
          </a:prstGeom>
          <a:noFill/>
          <a:ln>
            <a:noFill/>
          </a:ln>
        </p:spPr>
      </p:pic>
      <p:pic>
        <p:nvPicPr>
          <p:cNvPr id="8376" name="Google Shape;8376;p112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5654039" y="2333244"/>
            <a:ext cx="225552" cy="32430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77" name="Google Shape;8377;p112"/>
          <p:cNvGrpSpPr/>
          <p:nvPr/>
        </p:nvGrpSpPr>
        <p:grpSpPr>
          <a:xfrm>
            <a:off x="5654039" y="1636775"/>
            <a:ext cx="175260" cy="626364"/>
            <a:chOff x="5654039" y="1636775"/>
            <a:chExt cx="175260" cy="626364"/>
          </a:xfrm>
        </p:grpSpPr>
        <p:pic>
          <p:nvPicPr>
            <p:cNvPr id="8378" name="Google Shape;8378;p112"/>
            <p:cNvPicPr preferRelativeResize="0"/>
            <p:nvPr/>
          </p:nvPicPr>
          <p:blipFill rotWithShape="1">
            <a:blip r:embed="rId81">
              <a:alphaModFix/>
            </a:blip>
            <a:srcRect b="0" l="0" r="0" t="0"/>
            <a:stretch/>
          </p:blipFill>
          <p:spPr>
            <a:xfrm>
              <a:off x="5654039" y="2148839"/>
              <a:ext cx="175260" cy="114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379" name="Google Shape;8379;p112"/>
            <p:cNvPicPr preferRelativeResize="0"/>
            <p:nvPr/>
          </p:nvPicPr>
          <p:blipFill rotWithShape="1">
            <a:blip r:embed="rId82">
              <a:alphaModFix/>
            </a:blip>
            <a:srcRect b="0" l="0" r="0" t="0"/>
            <a:stretch/>
          </p:blipFill>
          <p:spPr>
            <a:xfrm>
              <a:off x="5654039" y="1636775"/>
              <a:ext cx="175260" cy="4922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380" name="Google Shape;8380;p112"/>
          <p:cNvGrpSpPr/>
          <p:nvPr/>
        </p:nvGrpSpPr>
        <p:grpSpPr>
          <a:xfrm>
            <a:off x="5974079" y="5993892"/>
            <a:ext cx="201167" cy="405383"/>
            <a:chOff x="5974079" y="5993892"/>
            <a:chExt cx="201167" cy="405383"/>
          </a:xfrm>
        </p:grpSpPr>
        <p:pic>
          <p:nvPicPr>
            <p:cNvPr id="8381" name="Google Shape;8381;p112"/>
            <p:cNvPicPr preferRelativeResize="0"/>
            <p:nvPr/>
          </p:nvPicPr>
          <p:blipFill rotWithShape="1">
            <a:blip r:embed="rId83">
              <a:alphaModFix/>
            </a:blip>
            <a:srcRect b="0" l="0" r="0" t="0"/>
            <a:stretch/>
          </p:blipFill>
          <p:spPr>
            <a:xfrm>
              <a:off x="5974079" y="6106668"/>
              <a:ext cx="201167" cy="29260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382" name="Google Shape;8382;p112"/>
            <p:cNvPicPr preferRelativeResize="0"/>
            <p:nvPr/>
          </p:nvPicPr>
          <p:blipFill rotWithShape="1">
            <a:blip r:embed="rId84">
              <a:alphaModFix/>
            </a:blip>
            <a:srcRect b="0" l="0" r="0" t="0"/>
            <a:stretch/>
          </p:blipFill>
          <p:spPr>
            <a:xfrm>
              <a:off x="6007607" y="5993892"/>
              <a:ext cx="117348" cy="9296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383" name="Google Shape;8383;p112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5974079" y="5564123"/>
            <a:ext cx="150876" cy="3520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84" name="Google Shape;8384;p112"/>
          <p:cNvGrpSpPr/>
          <p:nvPr/>
        </p:nvGrpSpPr>
        <p:grpSpPr>
          <a:xfrm>
            <a:off x="6729983" y="5745480"/>
            <a:ext cx="116205" cy="158496"/>
            <a:chOff x="6729983" y="5745480"/>
            <a:chExt cx="116205" cy="158496"/>
          </a:xfrm>
        </p:grpSpPr>
        <p:pic>
          <p:nvPicPr>
            <p:cNvPr id="8385" name="Google Shape;8385;p112"/>
            <p:cNvPicPr preferRelativeResize="0"/>
            <p:nvPr/>
          </p:nvPicPr>
          <p:blipFill rotWithShape="1">
            <a:blip r:embed="rId86">
              <a:alphaModFix/>
            </a:blip>
            <a:srcRect b="0" l="0" r="0" t="0"/>
            <a:stretch/>
          </p:blipFill>
          <p:spPr>
            <a:xfrm>
              <a:off x="6729983" y="5827776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386" name="Google Shape;8386;p112"/>
            <p:cNvSpPr/>
            <p:nvPr/>
          </p:nvSpPr>
          <p:spPr>
            <a:xfrm>
              <a:off x="6729983" y="5745480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9812" y="59436"/>
                  </a:moveTo>
                  <a:lnTo>
                    <a:pt x="0" y="19812"/>
                  </a:lnTo>
                  <a:lnTo>
                    <a:pt x="0" y="16764"/>
                  </a:lnTo>
                  <a:lnTo>
                    <a:pt x="105156" y="16764"/>
                  </a:lnTo>
                  <a:lnTo>
                    <a:pt x="106680" y="15240"/>
                  </a:lnTo>
                  <a:lnTo>
                    <a:pt x="108204" y="15240"/>
                  </a:lnTo>
                  <a:lnTo>
                    <a:pt x="111252" y="12192"/>
                  </a:lnTo>
                  <a:lnTo>
                    <a:pt x="112776" y="9144"/>
                  </a:lnTo>
                  <a:lnTo>
                    <a:pt x="112776" y="0"/>
                  </a:lnTo>
                  <a:lnTo>
                    <a:pt x="115824" y="0"/>
                  </a:lnTo>
                  <a:lnTo>
                    <a:pt x="115824" y="41148"/>
                  </a:lnTo>
                  <a:lnTo>
                    <a:pt x="25908" y="41148"/>
                  </a:lnTo>
                  <a:lnTo>
                    <a:pt x="24384" y="42672"/>
                  </a:lnTo>
                  <a:lnTo>
                    <a:pt x="22860" y="42672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0292"/>
                  </a:lnTo>
                  <a:lnTo>
                    <a:pt x="21336" y="54864"/>
                  </a:lnTo>
                  <a:lnTo>
                    <a:pt x="22860" y="57912"/>
                  </a:lnTo>
                  <a:lnTo>
                    <a:pt x="19812" y="59436"/>
                  </a:lnTo>
                  <a:close/>
                </a:path>
                <a:path extrusionOk="0" h="59689" w="116204">
                  <a:moveTo>
                    <a:pt x="115824" y="59436"/>
                  </a:moveTo>
                  <a:lnTo>
                    <a:pt x="112776" y="59436"/>
                  </a:lnTo>
                  <a:lnTo>
                    <a:pt x="112776" y="48768"/>
                  </a:lnTo>
                  <a:lnTo>
                    <a:pt x="111252" y="45720"/>
                  </a:lnTo>
                  <a:lnTo>
                    <a:pt x="108204" y="42672"/>
                  </a:lnTo>
                  <a:lnTo>
                    <a:pt x="106680" y="42672"/>
                  </a:lnTo>
                  <a:lnTo>
                    <a:pt x="105156" y="41148"/>
                  </a:lnTo>
                  <a:lnTo>
                    <a:pt x="115824" y="41148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387" name="Google Shape;8387;p112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6731507" y="5353811"/>
            <a:ext cx="150876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388" name="Google Shape;8388;p112"/>
          <p:cNvPicPr preferRelativeResize="0"/>
          <p:nvPr/>
        </p:nvPicPr>
        <p:blipFill rotWithShape="1">
          <a:blip r:embed="rId88">
            <a:alphaModFix/>
          </a:blip>
          <a:srcRect b="0" l="0" r="0" t="0"/>
          <a:stretch/>
        </p:blipFill>
        <p:spPr>
          <a:xfrm>
            <a:off x="6729983" y="496519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89" name="Google Shape;8389;p112"/>
          <p:cNvGrpSpPr/>
          <p:nvPr/>
        </p:nvGrpSpPr>
        <p:grpSpPr>
          <a:xfrm>
            <a:off x="6655307" y="1735836"/>
            <a:ext cx="117348" cy="242570"/>
            <a:chOff x="6655307" y="1735836"/>
            <a:chExt cx="117348" cy="242570"/>
          </a:xfrm>
        </p:grpSpPr>
        <p:sp>
          <p:nvSpPr>
            <p:cNvPr id="8390" name="Google Shape;8390;p112"/>
            <p:cNvSpPr/>
            <p:nvPr/>
          </p:nvSpPr>
          <p:spPr>
            <a:xfrm>
              <a:off x="6655307" y="1918716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391" name="Google Shape;8391;p112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6655307" y="1735836"/>
              <a:ext cx="117348" cy="16306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95" name="Shape 8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6" name="Google Shape;8396;p11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38655" y="4389120"/>
            <a:ext cx="440436" cy="1888235"/>
          </a:xfrm>
          <a:prstGeom prst="rect">
            <a:avLst/>
          </a:prstGeom>
          <a:noFill/>
          <a:ln>
            <a:noFill/>
          </a:ln>
        </p:spPr>
      </p:pic>
      <p:sp>
        <p:nvSpPr>
          <p:cNvPr id="8397" name="Google Shape;8397;p113"/>
          <p:cNvSpPr/>
          <p:nvPr/>
        </p:nvSpPr>
        <p:spPr>
          <a:xfrm>
            <a:off x="2543555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3" y="60960"/>
                </a:moveTo>
                <a:lnTo>
                  <a:pt x="22859" y="60960"/>
                </a:lnTo>
                <a:lnTo>
                  <a:pt x="15239" y="57912"/>
                </a:lnTo>
                <a:lnTo>
                  <a:pt x="9143" y="51816"/>
                </a:lnTo>
                <a:lnTo>
                  <a:pt x="3047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7" y="15240"/>
                </a:lnTo>
                <a:lnTo>
                  <a:pt x="15239" y="3048"/>
                </a:lnTo>
                <a:lnTo>
                  <a:pt x="22859" y="0"/>
                </a:lnTo>
                <a:lnTo>
                  <a:pt x="39623" y="0"/>
                </a:lnTo>
                <a:lnTo>
                  <a:pt x="45719" y="3048"/>
                </a:lnTo>
                <a:lnTo>
                  <a:pt x="57911" y="15240"/>
                </a:lnTo>
                <a:lnTo>
                  <a:pt x="60959" y="22860"/>
                </a:lnTo>
                <a:lnTo>
                  <a:pt x="60959" y="39624"/>
                </a:lnTo>
                <a:lnTo>
                  <a:pt x="57911" y="45720"/>
                </a:lnTo>
                <a:lnTo>
                  <a:pt x="45719" y="57912"/>
                </a:lnTo>
                <a:lnTo>
                  <a:pt x="39623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8" name="Google Shape;8398;p113"/>
          <p:cNvSpPr/>
          <p:nvPr/>
        </p:nvSpPr>
        <p:spPr>
          <a:xfrm>
            <a:off x="2482583" y="8208264"/>
            <a:ext cx="226060" cy="678180"/>
          </a:xfrm>
          <a:custGeom>
            <a:rect b="b" l="l" r="r" t="t"/>
            <a:pathLst>
              <a:path extrusionOk="0" h="678179" w="226060">
                <a:moveTo>
                  <a:pt x="24384" y="463296"/>
                </a:moveTo>
                <a:lnTo>
                  <a:pt x="22860" y="461772"/>
                </a:lnTo>
                <a:lnTo>
                  <a:pt x="21336" y="458724"/>
                </a:lnTo>
                <a:lnTo>
                  <a:pt x="15240" y="455676"/>
                </a:lnTo>
                <a:lnTo>
                  <a:pt x="9144" y="455676"/>
                </a:lnTo>
                <a:lnTo>
                  <a:pt x="6096" y="457200"/>
                </a:lnTo>
                <a:lnTo>
                  <a:pt x="0" y="463296"/>
                </a:lnTo>
                <a:lnTo>
                  <a:pt x="0" y="470916"/>
                </a:lnTo>
                <a:lnTo>
                  <a:pt x="1524" y="473964"/>
                </a:lnTo>
                <a:lnTo>
                  <a:pt x="4572" y="475488"/>
                </a:lnTo>
                <a:lnTo>
                  <a:pt x="6096" y="478536"/>
                </a:lnTo>
                <a:lnTo>
                  <a:pt x="9144" y="480060"/>
                </a:lnTo>
                <a:lnTo>
                  <a:pt x="15240" y="480060"/>
                </a:lnTo>
                <a:lnTo>
                  <a:pt x="18288" y="478536"/>
                </a:lnTo>
                <a:lnTo>
                  <a:pt x="22860" y="473964"/>
                </a:lnTo>
                <a:lnTo>
                  <a:pt x="24384" y="470916"/>
                </a:lnTo>
                <a:lnTo>
                  <a:pt x="24384" y="463296"/>
                </a:lnTo>
                <a:close/>
              </a:path>
              <a:path extrusionOk="0" h="678179" w="226060">
                <a:moveTo>
                  <a:pt x="24384" y="271272"/>
                </a:moveTo>
                <a:lnTo>
                  <a:pt x="21336" y="265176"/>
                </a:lnTo>
                <a:lnTo>
                  <a:pt x="15240" y="262128"/>
                </a:lnTo>
                <a:lnTo>
                  <a:pt x="9144" y="262128"/>
                </a:lnTo>
                <a:lnTo>
                  <a:pt x="6096" y="263652"/>
                </a:lnTo>
                <a:lnTo>
                  <a:pt x="1524" y="268224"/>
                </a:lnTo>
                <a:lnTo>
                  <a:pt x="0" y="271272"/>
                </a:lnTo>
                <a:lnTo>
                  <a:pt x="0" y="277368"/>
                </a:lnTo>
                <a:lnTo>
                  <a:pt x="1524" y="280416"/>
                </a:lnTo>
                <a:lnTo>
                  <a:pt x="6096" y="284988"/>
                </a:lnTo>
                <a:lnTo>
                  <a:pt x="9144" y="286512"/>
                </a:lnTo>
                <a:lnTo>
                  <a:pt x="15240" y="286512"/>
                </a:lnTo>
                <a:lnTo>
                  <a:pt x="21336" y="283464"/>
                </a:lnTo>
                <a:lnTo>
                  <a:pt x="24384" y="277368"/>
                </a:lnTo>
                <a:lnTo>
                  <a:pt x="24384" y="271272"/>
                </a:lnTo>
                <a:close/>
              </a:path>
              <a:path extrusionOk="0" h="678179" w="226060">
                <a:moveTo>
                  <a:pt x="172212" y="440436"/>
                </a:moveTo>
                <a:lnTo>
                  <a:pt x="169164" y="440436"/>
                </a:lnTo>
                <a:lnTo>
                  <a:pt x="169164" y="449580"/>
                </a:lnTo>
                <a:lnTo>
                  <a:pt x="163068" y="455676"/>
                </a:lnTo>
                <a:lnTo>
                  <a:pt x="160020" y="455676"/>
                </a:lnTo>
                <a:lnTo>
                  <a:pt x="155448" y="457200"/>
                </a:lnTo>
                <a:lnTo>
                  <a:pt x="57912" y="457200"/>
                </a:lnTo>
                <a:lnTo>
                  <a:pt x="57912" y="461772"/>
                </a:lnTo>
                <a:lnTo>
                  <a:pt x="71628" y="495300"/>
                </a:lnTo>
                <a:lnTo>
                  <a:pt x="74676" y="493776"/>
                </a:lnTo>
                <a:lnTo>
                  <a:pt x="73152" y="490728"/>
                </a:lnTo>
                <a:lnTo>
                  <a:pt x="73152" y="481584"/>
                </a:lnTo>
                <a:lnTo>
                  <a:pt x="76200" y="478536"/>
                </a:lnTo>
                <a:lnTo>
                  <a:pt x="77724" y="478536"/>
                </a:lnTo>
                <a:lnTo>
                  <a:pt x="80772" y="477012"/>
                </a:lnTo>
                <a:lnTo>
                  <a:pt x="160020" y="477012"/>
                </a:lnTo>
                <a:lnTo>
                  <a:pt x="163068" y="478536"/>
                </a:lnTo>
                <a:lnTo>
                  <a:pt x="164592" y="480060"/>
                </a:lnTo>
                <a:lnTo>
                  <a:pt x="166116" y="480060"/>
                </a:lnTo>
                <a:lnTo>
                  <a:pt x="167640" y="483108"/>
                </a:lnTo>
                <a:lnTo>
                  <a:pt x="169164" y="484632"/>
                </a:lnTo>
                <a:lnTo>
                  <a:pt x="169164" y="493776"/>
                </a:lnTo>
                <a:lnTo>
                  <a:pt x="172212" y="493776"/>
                </a:lnTo>
                <a:lnTo>
                  <a:pt x="172212" y="477012"/>
                </a:lnTo>
                <a:lnTo>
                  <a:pt x="172212" y="440436"/>
                </a:lnTo>
                <a:close/>
              </a:path>
              <a:path extrusionOk="0" h="678179" w="226060">
                <a:moveTo>
                  <a:pt x="172212" y="246888"/>
                </a:moveTo>
                <a:lnTo>
                  <a:pt x="169164" y="246888"/>
                </a:lnTo>
                <a:lnTo>
                  <a:pt x="169164" y="256032"/>
                </a:lnTo>
                <a:lnTo>
                  <a:pt x="163068" y="262128"/>
                </a:lnTo>
                <a:lnTo>
                  <a:pt x="160020" y="263652"/>
                </a:lnTo>
                <a:lnTo>
                  <a:pt x="57912" y="263652"/>
                </a:lnTo>
                <a:lnTo>
                  <a:pt x="57912" y="268224"/>
                </a:lnTo>
                <a:lnTo>
                  <a:pt x="71628" y="301752"/>
                </a:lnTo>
                <a:lnTo>
                  <a:pt x="74676" y="300228"/>
                </a:lnTo>
                <a:lnTo>
                  <a:pt x="73152" y="297180"/>
                </a:lnTo>
                <a:lnTo>
                  <a:pt x="73152" y="288036"/>
                </a:lnTo>
                <a:lnTo>
                  <a:pt x="74676" y="286512"/>
                </a:lnTo>
                <a:lnTo>
                  <a:pt x="76200" y="286512"/>
                </a:lnTo>
                <a:lnTo>
                  <a:pt x="77724" y="284988"/>
                </a:lnTo>
                <a:lnTo>
                  <a:pt x="80772" y="284988"/>
                </a:lnTo>
                <a:lnTo>
                  <a:pt x="83820" y="283464"/>
                </a:lnTo>
                <a:lnTo>
                  <a:pt x="160020" y="283464"/>
                </a:lnTo>
                <a:lnTo>
                  <a:pt x="163068" y="284988"/>
                </a:lnTo>
                <a:lnTo>
                  <a:pt x="169164" y="291084"/>
                </a:lnTo>
                <a:lnTo>
                  <a:pt x="169164" y="300228"/>
                </a:lnTo>
                <a:lnTo>
                  <a:pt x="172212" y="300228"/>
                </a:lnTo>
                <a:lnTo>
                  <a:pt x="172212" y="283464"/>
                </a:lnTo>
                <a:lnTo>
                  <a:pt x="172212" y="246888"/>
                </a:lnTo>
                <a:close/>
              </a:path>
              <a:path extrusionOk="0" h="678179" w="226060">
                <a:moveTo>
                  <a:pt x="172224" y="603504"/>
                </a:moveTo>
                <a:lnTo>
                  <a:pt x="170738" y="581177"/>
                </a:lnTo>
                <a:lnTo>
                  <a:pt x="166128" y="561975"/>
                </a:lnTo>
                <a:lnTo>
                  <a:pt x="164604" y="558888"/>
                </a:lnTo>
                <a:lnTo>
                  <a:pt x="164604" y="605028"/>
                </a:lnTo>
                <a:lnTo>
                  <a:pt x="164528" y="606552"/>
                </a:lnTo>
                <a:lnTo>
                  <a:pt x="164338" y="611035"/>
                </a:lnTo>
                <a:lnTo>
                  <a:pt x="163652" y="617601"/>
                </a:lnTo>
                <a:lnTo>
                  <a:pt x="163537" y="618363"/>
                </a:lnTo>
                <a:lnTo>
                  <a:pt x="162636" y="624992"/>
                </a:lnTo>
                <a:lnTo>
                  <a:pt x="161556" y="632460"/>
                </a:lnTo>
                <a:lnTo>
                  <a:pt x="19824" y="632460"/>
                </a:lnTo>
                <a:lnTo>
                  <a:pt x="15252" y="606552"/>
                </a:lnTo>
                <a:lnTo>
                  <a:pt x="16624" y="592289"/>
                </a:lnTo>
                <a:lnTo>
                  <a:pt x="35064" y="557784"/>
                </a:lnTo>
                <a:lnTo>
                  <a:pt x="73634" y="540639"/>
                </a:lnTo>
                <a:lnTo>
                  <a:pt x="89928" y="539496"/>
                </a:lnTo>
                <a:lnTo>
                  <a:pt x="106210" y="540639"/>
                </a:lnTo>
                <a:lnTo>
                  <a:pt x="144792" y="557784"/>
                </a:lnTo>
                <a:lnTo>
                  <a:pt x="159893" y="579310"/>
                </a:lnTo>
                <a:lnTo>
                  <a:pt x="163436" y="591654"/>
                </a:lnTo>
                <a:lnTo>
                  <a:pt x="163563" y="593102"/>
                </a:lnTo>
                <a:lnTo>
                  <a:pt x="164604" y="605028"/>
                </a:lnTo>
                <a:lnTo>
                  <a:pt x="164604" y="558888"/>
                </a:lnTo>
                <a:lnTo>
                  <a:pt x="158076" y="545642"/>
                </a:lnTo>
                <a:lnTo>
                  <a:pt x="152819" y="539496"/>
                </a:lnTo>
                <a:lnTo>
                  <a:pt x="146316" y="531876"/>
                </a:lnTo>
                <a:lnTo>
                  <a:pt x="134289" y="522998"/>
                </a:lnTo>
                <a:lnTo>
                  <a:pt x="120980" y="516826"/>
                </a:lnTo>
                <a:lnTo>
                  <a:pt x="106235" y="513232"/>
                </a:lnTo>
                <a:lnTo>
                  <a:pt x="89928" y="512064"/>
                </a:lnTo>
                <a:lnTo>
                  <a:pt x="76987" y="512660"/>
                </a:lnTo>
                <a:lnTo>
                  <a:pt x="34772" y="529666"/>
                </a:lnTo>
                <a:lnTo>
                  <a:pt x="12776" y="565048"/>
                </a:lnTo>
                <a:lnTo>
                  <a:pt x="7632" y="611035"/>
                </a:lnTo>
                <a:lnTo>
                  <a:pt x="7620" y="678180"/>
                </a:lnTo>
                <a:lnTo>
                  <a:pt x="10680" y="678180"/>
                </a:lnTo>
                <a:lnTo>
                  <a:pt x="10680" y="665988"/>
                </a:lnTo>
                <a:lnTo>
                  <a:pt x="12204" y="661416"/>
                </a:lnTo>
                <a:lnTo>
                  <a:pt x="16776" y="658368"/>
                </a:lnTo>
                <a:lnTo>
                  <a:pt x="19824" y="655320"/>
                </a:lnTo>
                <a:lnTo>
                  <a:pt x="160032" y="655320"/>
                </a:lnTo>
                <a:lnTo>
                  <a:pt x="163080" y="656844"/>
                </a:lnTo>
                <a:lnTo>
                  <a:pt x="167652" y="659892"/>
                </a:lnTo>
                <a:lnTo>
                  <a:pt x="169176" y="664464"/>
                </a:lnTo>
                <a:lnTo>
                  <a:pt x="169176" y="678180"/>
                </a:lnTo>
                <a:lnTo>
                  <a:pt x="172224" y="678180"/>
                </a:lnTo>
                <a:lnTo>
                  <a:pt x="172224" y="655320"/>
                </a:lnTo>
                <a:lnTo>
                  <a:pt x="172224" y="632460"/>
                </a:lnTo>
                <a:lnTo>
                  <a:pt x="172224" y="603504"/>
                </a:lnTo>
                <a:close/>
              </a:path>
              <a:path extrusionOk="0" h="678179" w="226060">
                <a:moveTo>
                  <a:pt x="172224" y="0"/>
                </a:moveTo>
                <a:lnTo>
                  <a:pt x="169176" y="0"/>
                </a:lnTo>
                <a:lnTo>
                  <a:pt x="169176" y="9144"/>
                </a:lnTo>
                <a:lnTo>
                  <a:pt x="163080" y="15240"/>
                </a:lnTo>
                <a:lnTo>
                  <a:pt x="160032" y="15240"/>
                </a:lnTo>
                <a:lnTo>
                  <a:pt x="155460" y="16764"/>
                </a:lnTo>
                <a:lnTo>
                  <a:pt x="12" y="16764"/>
                </a:lnTo>
                <a:lnTo>
                  <a:pt x="12" y="21336"/>
                </a:lnTo>
                <a:lnTo>
                  <a:pt x="13728" y="53340"/>
                </a:lnTo>
                <a:lnTo>
                  <a:pt x="16776" y="50292"/>
                </a:lnTo>
                <a:lnTo>
                  <a:pt x="15252" y="47244"/>
                </a:lnTo>
                <a:lnTo>
                  <a:pt x="15252" y="39624"/>
                </a:lnTo>
                <a:lnTo>
                  <a:pt x="16776" y="39624"/>
                </a:lnTo>
                <a:lnTo>
                  <a:pt x="19824" y="36576"/>
                </a:lnTo>
                <a:lnTo>
                  <a:pt x="160032" y="36576"/>
                </a:lnTo>
                <a:lnTo>
                  <a:pt x="163080" y="38100"/>
                </a:lnTo>
                <a:lnTo>
                  <a:pt x="164604" y="38100"/>
                </a:lnTo>
                <a:lnTo>
                  <a:pt x="166128" y="39624"/>
                </a:lnTo>
                <a:lnTo>
                  <a:pt x="167652" y="42672"/>
                </a:lnTo>
                <a:lnTo>
                  <a:pt x="169176" y="44196"/>
                </a:lnTo>
                <a:lnTo>
                  <a:pt x="169176" y="53340"/>
                </a:lnTo>
                <a:lnTo>
                  <a:pt x="172224" y="53340"/>
                </a:lnTo>
                <a:lnTo>
                  <a:pt x="172224" y="0"/>
                </a:lnTo>
                <a:close/>
              </a:path>
              <a:path extrusionOk="0" h="678179" w="226060">
                <a:moveTo>
                  <a:pt x="175260" y="86868"/>
                </a:moveTo>
                <a:lnTo>
                  <a:pt x="156972" y="62484"/>
                </a:lnTo>
                <a:lnTo>
                  <a:pt x="150876" y="62484"/>
                </a:lnTo>
                <a:lnTo>
                  <a:pt x="160020" y="71628"/>
                </a:lnTo>
                <a:lnTo>
                  <a:pt x="160020" y="76200"/>
                </a:lnTo>
                <a:lnTo>
                  <a:pt x="158496" y="77724"/>
                </a:lnTo>
                <a:lnTo>
                  <a:pt x="158496" y="79248"/>
                </a:lnTo>
                <a:lnTo>
                  <a:pt x="153924" y="79248"/>
                </a:lnTo>
                <a:lnTo>
                  <a:pt x="152400" y="80772"/>
                </a:lnTo>
                <a:lnTo>
                  <a:pt x="79248" y="80772"/>
                </a:lnTo>
                <a:lnTo>
                  <a:pt x="74676" y="82296"/>
                </a:lnTo>
                <a:lnTo>
                  <a:pt x="65532" y="88392"/>
                </a:lnTo>
                <a:lnTo>
                  <a:pt x="62484" y="92964"/>
                </a:lnTo>
                <a:lnTo>
                  <a:pt x="59436" y="99060"/>
                </a:lnTo>
                <a:lnTo>
                  <a:pt x="57950" y="108000"/>
                </a:lnTo>
                <a:lnTo>
                  <a:pt x="58000" y="118808"/>
                </a:lnTo>
                <a:lnTo>
                  <a:pt x="58115" y="120738"/>
                </a:lnTo>
                <a:lnTo>
                  <a:pt x="58191" y="121920"/>
                </a:lnTo>
                <a:lnTo>
                  <a:pt x="58483" y="127063"/>
                </a:lnTo>
                <a:lnTo>
                  <a:pt x="60198" y="135636"/>
                </a:lnTo>
                <a:lnTo>
                  <a:pt x="63055" y="143065"/>
                </a:lnTo>
                <a:lnTo>
                  <a:pt x="63182" y="143256"/>
                </a:lnTo>
                <a:lnTo>
                  <a:pt x="67056" y="149352"/>
                </a:lnTo>
                <a:lnTo>
                  <a:pt x="73152" y="155448"/>
                </a:lnTo>
                <a:lnTo>
                  <a:pt x="79248" y="160020"/>
                </a:lnTo>
                <a:lnTo>
                  <a:pt x="89916" y="160020"/>
                </a:lnTo>
                <a:lnTo>
                  <a:pt x="92964" y="158496"/>
                </a:lnTo>
                <a:lnTo>
                  <a:pt x="94488" y="156972"/>
                </a:lnTo>
                <a:lnTo>
                  <a:pt x="97536" y="155448"/>
                </a:lnTo>
                <a:lnTo>
                  <a:pt x="97536" y="144780"/>
                </a:lnTo>
                <a:lnTo>
                  <a:pt x="92964" y="140208"/>
                </a:lnTo>
                <a:lnTo>
                  <a:pt x="76200" y="140208"/>
                </a:lnTo>
                <a:lnTo>
                  <a:pt x="73152" y="138684"/>
                </a:lnTo>
                <a:lnTo>
                  <a:pt x="67056" y="132588"/>
                </a:lnTo>
                <a:lnTo>
                  <a:pt x="65532" y="128016"/>
                </a:lnTo>
                <a:lnTo>
                  <a:pt x="65659" y="114109"/>
                </a:lnTo>
                <a:lnTo>
                  <a:pt x="71628" y="105156"/>
                </a:lnTo>
                <a:lnTo>
                  <a:pt x="76200" y="102108"/>
                </a:lnTo>
                <a:lnTo>
                  <a:pt x="83820" y="100584"/>
                </a:lnTo>
                <a:lnTo>
                  <a:pt x="99060" y="100584"/>
                </a:lnTo>
                <a:lnTo>
                  <a:pt x="104495" y="114300"/>
                </a:lnTo>
                <a:lnTo>
                  <a:pt x="109347" y="125730"/>
                </a:lnTo>
                <a:lnTo>
                  <a:pt x="113639" y="134874"/>
                </a:lnTo>
                <a:lnTo>
                  <a:pt x="117348" y="141732"/>
                </a:lnTo>
                <a:lnTo>
                  <a:pt x="121920" y="150876"/>
                </a:lnTo>
                <a:lnTo>
                  <a:pt x="126492" y="156972"/>
                </a:lnTo>
                <a:lnTo>
                  <a:pt x="132588" y="160020"/>
                </a:lnTo>
                <a:lnTo>
                  <a:pt x="137160" y="163068"/>
                </a:lnTo>
                <a:lnTo>
                  <a:pt x="141732" y="164592"/>
                </a:lnTo>
                <a:lnTo>
                  <a:pt x="155448" y="164592"/>
                </a:lnTo>
                <a:lnTo>
                  <a:pt x="163068" y="161544"/>
                </a:lnTo>
                <a:lnTo>
                  <a:pt x="167640" y="156972"/>
                </a:lnTo>
                <a:lnTo>
                  <a:pt x="172212" y="150876"/>
                </a:lnTo>
                <a:lnTo>
                  <a:pt x="175260" y="144780"/>
                </a:lnTo>
                <a:lnTo>
                  <a:pt x="175260" y="131064"/>
                </a:lnTo>
                <a:lnTo>
                  <a:pt x="160020" y="105498"/>
                </a:lnTo>
                <a:lnTo>
                  <a:pt x="160020" y="131064"/>
                </a:lnTo>
                <a:lnTo>
                  <a:pt x="158496" y="135636"/>
                </a:lnTo>
                <a:lnTo>
                  <a:pt x="153924" y="138684"/>
                </a:lnTo>
                <a:lnTo>
                  <a:pt x="150876" y="141732"/>
                </a:lnTo>
                <a:lnTo>
                  <a:pt x="146304" y="144780"/>
                </a:lnTo>
                <a:lnTo>
                  <a:pt x="135636" y="144780"/>
                </a:lnTo>
                <a:lnTo>
                  <a:pt x="131064" y="143256"/>
                </a:lnTo>
                <a:lnTo>
                  <a:pt x="120396" y="132588"/>
                </a:lnTo>
                <a:lnTo>
                  <a:pt x="117348" y="124968"/>
                </a:lnTo>
                <a:lnTo>
                  <a:pt x="115684" y="121589"/>
                </a:lnTo>
                <a:lnTo>
                  <a:pt x="113157" y="116205"/>
                </a:lnTo>
                <a:lnTo>
                  <a:pt x="110070" y="109118"/>
                </a:lnTo>
                <a:lnTo>
                  <a:pt x="106680" y="100584"/>
                </a:lnTo>
                <a:lnTo>
                  <a:pt x="147828" y="100584"/>
                </a:lnTo>
                <a:lnTo>
                  <a:pt x="153543" y="108000"/>
                </a:lnTo>
                <a:lnTo>
                  <a:pt x="157353" y="114681"/>
                </a:lnTo>
                <a:lnTo>
                  <a:pt x="159410" y="120738"/>
                </a:lnTo>
                <a:lnTo>
                  <a:pt x="159499" y="121589"/>
                </a:lnTo>
                <a:lnTo>
                  <a:pt x="159537" y="121920"/>
                </a:lnTo>
                <a:lnTo>
                  <a:pt x="159943" y="125730"/>
                </a:lnTo>
                <a:lnTo>
                  <a:pt x="160020" y="131064"/>
                </a:lnTo>
                <a:lnTo>
                  <a:pt x="160020" y="105498"/>
                </a:lnTo>
                <a:lnTo>
                  <a:pt x="155448" y="100584"/>
                </a:lnTo>
                <a:lnTo>
                  <a:pt x="163068" y="100584"/>
                </a:lnTo>
                <a:lnTo>
                  <a:pt x="167640" y="99060"/>
                </a:lnTo>
                <a:lnTo>
                  <a:pt x="170688" y="96012"/>
                </a:lnTo>
                <a:lnTo>
                  <a:pt x="173736" y="94488"/>
                </a:lnTo>
                <a:lnTo>
                  <a:pt x="175260" y="91440"/>
                </a:lnTo>
                <a:lnTo>
                  <a:pt x="175260" y="86868"/>
                </a:lnTo>
                <a:close/>
              </a:path>
              <a:path extrusionOk="0" h="678179" w="226060">
                <a:moveTo>
                  <a:pt x="175272" y="195072"/>
                </a:moveTo>
                <a:lnTo>
                  <a:pt x="173748" y="188976"/>
                </a:lnTo>
                <a:lnTo>
                  <a:pt x="169176" y="184404"/>
                </a:lnTo>
                <a:lnTo>
                  <a:pt x="164604" y="178308"/>
                </a:lnTo>
                <a:lnTo>
                  <a:pt x="160032" y="173736"/>
                </a:lnTo>
                <a:lnTo>
                  <a:pt x="150888" y="172212"/>
                </a:lnTo>
                <a:lnTo>
                  <a:pt x="150888" y="178308"/>
                </a:lnTo>
                <a:lnTo>
                  <a:pt x="153936" y="178308"/>
                </a:lnTo>
                <a:lnTo>
                  <a:pt x="158508" y="182880"/>
                </a:lnTo>
                <a:lnTo>
                  <a:pt x="160032" y="185928"/>
                </a:lnTo>
                <a:lnTo>
                  <a:pt x="160032" y="193548"/>
                </a:lnTo>
                <a:lnTo>
                  <a:pt x="156984" y="199644"/>
                </a:lnTo>
                <a:lnTo>
                  <a:pt x="153936" y="201168"/>
                </a:lnTo>
                <a:lnTo>
                  <a:pt x="149364" y="202692"/>
                </a:lnTo>
                <a:lnTo>
                  <a:pt x="68592" y="202692"/>
                </a:lnTo>
                <a:lnTo>
                  <a:pt x="68592" y="176784"/>
                </a:lnTo>
                <a:lnTo>
                  <a:pt x="60972" y="176784"/>
                </a:lnTo>
                <a:lnTo>
                  <a:pt x="60972" y="202692"/>
                </a:lnTo>
                <a:lnTo>
                  <a:pt x="24396" y="202692"/>
                </a:lnTo>
                <a:lnTo>
                  <a:pt x="24396" y="205740"/>
                </a:lnTo>
                <a:lnTo>
                  <a:pt x="33540" y="208788"/>
                </a:lnTo>
                <a:lnTo>
                  <a:pt x="38112" y="211836"/>
                </a:lnTo>
                <a:lnTo>
                  <a:pt x="47256" y="216408"/>
                </a:lnTo>
                <a:lnTo>
                  <a:pt x="60972" y="230124"/>
                </a:lnTo>
                <a:lnTo>
                  <a:pt x="64020" y="236220"/>
                </a:lnTo>
                <a:lnTo>
                  <a:pt x="65544" y="240792"/>
                </a:lnTo>
                <a:lnTo>
                  <a:pt x="68592" y="240792"/>
                </a:lnTo>
                <a:lnTo>
                  <a:pt x="68592" y="222504"/>
                </a:lnTo>
                <a:lnTo>
                  <a:pt x="153936" y="222504"/>
                </a:lnTo>
                <a:lnTo>
                  <a:pt x="160032" y="220980"/>
                </a:lnTo>
                <a:lnTo>
                  <a:pt x="163080" y="219456"/>
                </a:lnTo>
                <a:lnTo>
                  <a:pt x="167652" y="217932"/>
                </a:lnTo>
                <a:lnTo>
                  <a:pt x="170700" y="214884"/>
                </a:lnTo>
                <a:lnTo>
                  <a:pt x="172224" y="211836"/>
                </a:lnTo>
                <a:lnTo>
                  <a:pt x="173748" y="207264"/>
                </a:lnTo>
                <a:lnTo>
                  <a:pt x="175272" y="204216"/>
                </a:lnTo>
                <a:lnTo>
                  <a:pt x="175272" y="195072"/>
                </a:lnTo>
                <a:close/>
              </a:path>
              <a:path extrusionOk="0" h="678179" w="226060">
                <a:moveTo>
                  <a:pt x="225526" y="377482"/>
                </a:moveTo>
                <a:lnTo>
                  <a:pt x="224421" y="362813"/>
                </a:lnTo>
                <a:lnTo>
                  <a:pt x="220992" y="349377"/>
                </a:lnTo>
                <a:lnTo>
                  <a:pt x="220891" y="349186"/>
                </a:lnTo>
                <a:lnTo>
                  <a:pt x="215277" y="337667"/>
                </a:lnTo>
                <a:lnTo>
                  <a:pt x="210235" y="331368"/>
                </a:lnTo>
                <a:lnTo>
                  <a:pt x="210235" y="368808"/>
                </a:lnTo>
                <a:lnTo>
                  <a:pt x="209981" y="377482"/>
                </a:lnTo>
                <a:lnTo>
                  <a:pt x="202704" y="402336"/>
                </a:lnTo>
                <a:lnTo>
                  <a:pt x="201180" y="408432"/>
                </a:lnTo>
                <a:lnTo>
                  <a:pt x="196608" y="409956"/>
                </a:lnTo>
                <a:lnTo>
                  <a:pt x="187464" y="409956"/>
                </a:lnTo>
                <a:lnTo>
                  <a:pt x="184416" y="406908"/>
                </a:lnTo>
                <a:lnTo>
                  <a:pt x="179844" y="405384"/>
                </a:lnTo>
                <a:lnTo>
                  <a:pt x="176796" y="402336"/>
                </a:lnTo>
                <a:lnTo>
                  <a:pt x="174510" y="400812"/>
                </a:lnTo>
                <a:lnTo>
                  <a:pt x="172224" y="399288"/>
                </a:lnTo>
                <a:lnTo>
                  <a:pt x="172237" y="399122"/>
                </a:lnTo>
                <a:lnTo>
                  <a:pt x="173101" y="390461"/>
                </a:lnTo>
                <a:lnTo>
                  <a:pt x="173113" y="390144"/>
                </a:lnTo>
                <a:lnTo>
                  <a:pt x="173228" y="387477"/>
                </a:lnTo>
                <a:lnTo>
                  <a:pt x="173316" y="385572"/>
                </a:lnTo>
                <a:lnTo>
                  <a:pt x="173393" y="383743"/>
                </a:lnTo>
                <a:lnTo>
                  <a:pt x="173443" y="382524"/>
                </a:lnTo>
                <a:lnTo>
                  <a:pt x="173558" y="380047"/>
                </a:lnTo>
                <a:lnTo>
                  <a:pt x="173583" y="377482"/>
                </a:lnTo>
                <a:lnTo>
                  <a:pt x="173710" y="368808"/>
                </a:lnTo>
                <a:lnTo>
                  <a:pt x="173786" y="353479"/>
                </a:lnTo>
                <a:lnTo>
                  <a:pt x="173901" y="349377"/>
                </a:lnTo>
                <a:lnTo>
                  <a:pt x="175793" y="332232"/>
                </a:lnTo>
                <a:lnTo>
                  <a:pt x="178320" y="324612"/>
                </a:lnTo>
                <a:lnTo>
                  <a:pt x="181368" y="321564"/>
                </a:lnTo>
                <a:lnTo>
                  <a:pt x="192036" y="321564"/>
                </a:lnTo>
                <a:lnTo>
                  <a:pt x="209842" y="356616"/>
                </a:lnTo>
                <a:lnTo>
                  <a:pt x="210235" y="368808"/>
                </a:lnTo>
                <a:lnTo>
                  <a:pt x="210235" y="331368"/>
                </a:lnTo>
                <a:lnTo>
                  <a:pt x="207276" y="327660"/>
                </a:lnTo>
                <a:lnTo>
                  <a:pt x="201193" y="321564"/>
                </a:lnTo>
                <a:lnTo>
                  <a:pt x="194894" y="317373"/>
                </a:lnTo>
                <a:lnTo>
                  <a:pt x="188201" y="314807"/>
                </a:lnTo>
                <a:lnTo>
                  <a:pt x="181368" y="313944"/>
                </a:lnTo>
                <a:lnTo>
                  <a:pt x="175272" y="313944"/>
                </a:lnTo>
                <a:lnTo>
                  <a:pt x="155460" y="339852"/>
                </a:lnTo>
                <a:lnTo>
                  <a:pt x="155460" y="373380"/>
                </a:lnTo>
                <a:lnTo>
                  <a:pt x="153936" y="382524"/>
                </a:lnTo>
                <a:lnTo>
                  <a:pt x="153936" y="394716"/>
                </a:lnTo>
                <a:lnTo>
                  <a:pt x="152412" y="397764"/>
                </a:lnTo>
                <a:lnTo>
                  <a:pt x="150888" y="399288"/>
                </a:lnTo>
                <a:lnTo>
                  <a:pt x="150888" y="400812"/>
                </a:lnTo>
                <a:lnTo>
                  <a:pt x="143268" y="400812"/>
                </a:lnTo>
                <a:lnTo>
                  <a:pt x="141744" y="399288"/>
                </a:lnTo>
                <a:lnTo>
                  <a:pt x="138696" y="397764"/>
                </a:lnTo>
                <a:lnTo>
                  <a:pt x="137172" y="394716"/>
                </a:lnTo>
                <a:lnTo>
                  <a:pt x="134124" y="391668"/>
                </a:lnTo>
                <a:lnTo>
                  <a:pt x="135648" y="385572"/>
                </a:lnTo>
                <a:lnTo>
                  <a:pt x="129552" y="348805"/>
                </a:lnTo>
                <a:lnTo>
                  <a:pt x="129552" y="365760"/>
                </a:lnTo>
                <a:lnTo>
                  <a:pt x="129552" y="379476"/>
                </a:lnTo>
                <a:lnTo>
                  <a:pt x="92976" y="397764"/>
                </a:lnTo>
                <a:lnTo>
                  <a:pt x="83832" y="397764"/>
                </a:lnTo>
                <a:lnTo>
                  <a:pt x="76212" y="396240"/>
                </a:lnTo>
                <a:lnTo>
                  <a:pt x="67068" y="387096"/>
                </a:lnTo>
                <a:lnTo>
                  <a:pt x="64020" y="382524"/>
                </a:lnTo>
                <a:lnTo>
                  <a:pt x="64020" y="368808"/>
                </a:lnTo>
                <a:lnTo>
                  <a:pt x="102120" y="350520"/>
                </a:lnTo>
                <a:lnTo>
                  <a:pt x="111264" y="350520"/>
                </a:lnTo>
                <a:lnTo>
                  <a:pt x="129552" y="365760"/>
                </a:lnTo>
                <a:lnTo>
                  <a:pt x="129552" y="348805"/>
                </a:lnTo>
                <a:lnTo>
                  <a:pt x="124980" y="342900"/>
                </a:lnTo>
                <a:lnTo>
                  <a:pt x="120408" y="338328"/>
                </a:lnTo>
                <a:lnTo>
                  <a:pt x="120218" y="338137"/>
                </a:lnTo>
                <a:lnTo>
                  <a:pt x="119659" y="337667"/>
                </a:lnTo>
                <a:lnTo>
                  <a:pt x="113741" y="333946"/>
                </a:lnTo>
                <a:lnTo>
                  <a:pt x="106756" y="331546"/>
                </a:lnTo>
                <a:lnTo>
                  <a:pt x="99072" y="330708"/>
                </a:lnTo>
                <a:lnTo>
                  <a:pt x="91452" y="330708"/>
                </a:lnTo>
                <a:lnTo>
                  <a:pt x="83832" y="333756"/>
                </a:lnTo>
                <a:lnTo>
                  <a:pt x="77736" y="338328"/>
                </a:lnTo>
                <a:lnTo>
                  <a:pt x="77736" y="316992"/>
                </a:lnTo>
                <a:lnTo>
                  <a:pt x="76212" y="316992"/>
                </a:lnTo>
                <a:lnTo>
                  <a:pt x="76212" y="315468"/>
                </a:lnTo>
                <a:lnTo>
                  <a:pt x="70116" y="315468"/>
                </a:lnTo>
                <a:lnTo>
                  <a:pt x="67068" y="318516"/>
                </a:lnTo>
                <a:lnTo>
                  <a:pt x="67068" y="347472"/>
                </a:lnTo>
                <a:lnTo>
                  <a:pt x="63068" y="353479"/>
                </a:lnTo>
                <a:lnTo>
                  <a:pt x="60210" y="360045"/>
                </a:lnTo>
                <a:lnTo>
                  <a:pt x="58496" y="367195"/>
                </a:lnTo>
                <a:lnTo>
                  <a:pt x="58369" y="368808"/>
                </a:lnTo>
                <a:lnTo>
                  <a:pt x="57924" y="374904"/>
                </a:lnTo>
                <a:lnTo>
                  <a:pt x="58750" y="383743"/>
                </a:lnTo>
                <a:lnTo>
                  <a:pt x="82689" y="414909"/>
                </a:lnTo>
                <a:lnTo>
                  <a:pt x="97548" y="417576"/>
                </a:lnTo>
                <a:lnTo>
                  <a:pt x="105168" y="417576"/>
                </a:lnTo>
                <a:lnTo>
                  <a:pt x="131076" y="397764"/>
                </a:lnTo>
                <a:lnTo>
                  <a:pt x="138696" y="405384"/>
                </a:lnTo>
                <a:lnTo>
                  <a:pt x="143268" y="411480"/>
                </a:lnTo>
                <a:lnTo>
                  <a:pt x="147840" y="414528"/>
                </a:lnTo>
                <a:lnTo>
                  <a:pt x="150888" y="416052"/>
                </a:lnTo>
                <a:lnTo>
                  <a:pt x="155460" y="417576"/>
                </a:lnTo>
                <a:lnTo>
                  <a:pt x="163080" y="417576"/>
                </a:lnTo>
                <a:lnTo>
                  <a:pt x="164604" y="414528"/>
                </a:lnTo>
                <a:lnTo>
                  <a:pt x="169176" y="409956"/>
                </a:lnTo>
                <a:lnTo>
                  <a:pt x="172224" y="405384"/>
                </a:lnTo>
                <a:lnTo>
                  <a:pt x="184416" y="417576"/>
                </a:lnTo>
                <a:lnTo>
                  <a:pt x="190512" y="422148"/>
                </a:lnTo>
                <a:lnTo>
                  <a:pt x="193560" y="425196"/>
                </a:lnTo>
                <a:lnTo>
                  <a:pt x="196608" y="425196"/>
                </a:lnTo>
                <a:lnTo>
                  <a:pt x="199656" y="426720"/>
                </a:lnTo>
                <a:lnTo>
                  <a:pt x="207276" y="426720"/>
                </a:lnTo>
                <a:lnTo>
                  <a:pt x="211848" y="423672"/>
                </a:lnTo>
                <a:lnTo>
                  <a:pt x="214896" y="417576"/>
                </a:lnTo>
                <a:lnTo>
                  <a:pt x="219240" y="409956"/>
                </a:lnTo>
                <a:lnTo>
                  <a:pt x="219773" y="409028"/>
                </a:lnTo>
                <a:lnTo>
                  <a:pt x="223088" y="399478"/>
                </a:lnTo>
                <a:lnTo>
                  <a:pt x="223151" y="399122"/>
                </a:lnTo>
                <a:lnTo>
                  <a:pt x="224967" y="389077"/>
                </a:lnTo>
                <a:lnTo>
                  <a:pt x="225044" y="387477"/>
                </a:lnTo>
                <a:lnTo>
                  <a:pt x="225145" y="385572"/>
                </a:lnTo>
                <a:lnTo>
                  <a:pt x="225247" y="383743"/>
                </a:lnTo>
                <a:lnTo>
                  <a:pt x="225310" y="382524"/>
                </a:lnTo>
                <a:lnTo>
                  <a:pt x="225450" y="380047"/>
                </a:lnTo>
                <a:lnTo>
                  <a:pt x="225526" y="3774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399" name="Google Shape;8399;p113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2482595" y="7155179"/>
            <a:ext cx="225516" cy="981455"/>
          </a:xfrm>
          <a:prstGeom prst="rect">
            <a:avLst/>
          </a:prstGeom>
          <a:noFill/>
          <a:ln>
            <a:noFill/>
          </a:ln>
        </p:spPr>
      </p:pic>
      <p:sp>
        <p:nvSpPr>
          <p:cNvPr id="8400" name="Google Shape;8400;p113"/>
          <p:cNvSpPr/>
          <p:nvPr/>
        </p:nvSpPr>
        <p:spPr>
          <a:xfrm>
            <a:off x="2482583" y="6377940"/>
            <a:ext cx="175895" cy="710565"/>
          </a:xfrm>
          <a:custGeom>
            <a:rect b="b" l="l" r="r" t="t"/>
            <a:pathLst>
              <a:path extrusionOk="0" h="710565" w="175894">
                <a:moveTo>
                  <a:pt x="24384" y="571500"/>
                </a:moveTo>
                <a:lnTo>
                  <a:pt x="21336" y="565404"/>
                </a:lnTo>
                <a:lnTo>
                  <a:pt x="15240" y="562356"/>
                </a:lnTo>
                <a:lnTo>
                  <a:pt x="9144" y="562356"/>
                </a:lnTo>
                <a:lnTo>
                  <a:pt x="6096" y="563880"/>
                </a:lnTo>
                <a:lnTo>
                  <a:pt x="1524" y="568452"/>
                </a:lnTo>
                <a:lnTo>
                  <a:pt x="0" y="571500"/>
                </a:lnTo>
                <a:lnTo>
                  <a:pt x="0" y="577596"/>
                </a:lnTo>
                <a:lnTo>
                  <a:pt x="1524" y="580644"/>
                </a:lnTo>
                <a:lnTo>
                  <a:pt x="6096" y="585216"/>
                </a:lnTo>
                <a:lnTo>
                  <a:pt x="9144" y="586740"/>
                </a:lnTo>
                <a:lnTo>
                  <a:pt x="15240" y="586740"/>
                </a:lnTo>
                <a:lnTo>
                  <a:pt x="21336" y="583692"/>
                </a:lnTo>
                <a:lnTo>
                  <a:pt x="24384" y="577596"/>
                </a:lnTo>
                <a:lnTo>
                  <a:pt x="24384" y="571500"/>
                </a:lnTo>
                <a:close/>
              </a:path>
              <a:path extrusionOk="0" h="710565" w="175894">
                <a:moveTo>
                  <a:pt x="24384" y="184404"/>
                </a:moveTo>
                <a:lnTo>
                  <a:pt x="22860" y="182880"/>
                </a:lnTo>
                <a:lnTo>
                  <a:pt x="21336" y="179832"/>
                </a:lnTo>
                <a:lnTo>
                  <a:pt x="18288" y="176784"/>
                </a:lnTo>
                <a:lnTo>
                  <a:pt x="6096" y="176784"/>
                </a:lnTo>
                <a:lnTo>
                  <a:pt x="4572" y="179832"/>
                </a:lnTo>
                <a:lnTo>
                  <a:pt x="0" y="184404"/>
                </a:lnTo>
                <a:lnTo>
                  <a:pt x="0" y="192024"/>
                </a:lnTo>
                <a:lnTo>
                  <a:pt x="1524" y="195072"/>
                </a:lnTo>
                <a:lnTo>
                  <a:pt x="4572" y="196596"/>
                </a:lnTo>
                <a:lnTo>
                  <a:pt x="6096" y="199644"/>
                </a:lnTo>
                <a:lnTo>
                  <a:pt x="9144" y="201168"/>
                </a:lnTo>
                <a:lnTo>
                  <a:pt x="15240" y="201168"/>
                </a:lnTo>
                <a:lnTo>
                  <a:pt x="18288" y="199644"/>
                </a:lnTo>
                <a:lnTo>
                  <a:pt x="22860" y="195072"/>
                </a:lnTo>
                <a:lnTo>
                  <a:pt x="24384" y="192024"/>
                </a:lnTo>
                <a:lnTo>
                  <a:pt x="24384" y="184404"/>
                </a:lnTo>
                <a:close/>
              </a:path>
              <a:path extrusionOk="0" h="710565" w="175894">
                <a:moveTo>
                  <a:pt x="172212" y="547116"/>
                </a:moveTo>
                <a:lnTo>
                  <a:pt x="169164" y="547116"/>
                </a:lnTo>
                <a:lnTo>
                  <a:pt x="169164" y="556260"/>
                </a:lnTo>
                <a:lnTo>
                  <a:pt x="163068" y="562356"/>
                </a:lnTo>
                <a:lnTo>
                  <a:pt x="160020" y="563880"/>
                </a:lnTo>
                <a:lnTo>
                  <a:pt x="57912" y="563880"/>
                </a:lnTo>
                <a:lnTo>
                  <a:pt x="57912" y="569976"/>
                </a:lnTo>
                <a:lnTo>
                  <a:pt x="71628" y="601980"/>
                </a:lnTo>
                <a:lnTo>
                  <a:pt x="74676" y="600456"/>
                </a:lnTo>
                <a:lnTo>
                  <a:pt x="73152" y="597408"/>
                </a:lnTo>
                <a:lnTo>
                  <a:pt x="73152" y="588264"/>
                </a:lnTo>
                <a:lnTo>
                  <a:pt x="74676" y="588264"/>
                </a:lnTo>
                <a:lnTo>
                  <a:pt x="77724" y="585216"/>
                </a:lnTo>
                <a:lnTo>
                  <a:pt x="80772" y="585216"/>
                </a:lnTo>
                <a:lnTo>
                  <a:pt x="83820" y="583692"/>
                </a:lnTo>
                <a:lnTo>
                  <a:pt x="160020" y="583692"/>
                </a:lnTo>
                <a:lnTo>
                  <a:pt x="163068" y="585216"/>
                </a:lnTo>
                <a:lnTo>
                  <a:pt x="169164" y="591312"/>
                </a:lnTo>
                <a:lnTo>
                  <a:pt x="169164" y="600456"/>
                </a:lnTo>
                <a:lnTo>
                  <a:pt x="172212" y="600456"/>
                </a:lnTo>
                <a:lnTo>
                  <a:pt x="172212" y="583692"/>
                </a:lnTo>
                <a:lnTo>
                  <a:pt x="172212" y="547116"/>
                </a:lnTo>
                <a:close/>
              </a:path>
              <a:path extrusionOk="0" h="710565" w="175894">
                <a:moveTo>
                  <a:pt x="172212" y="161544"/>
                </a:moveTo>
                <a:lnTo>
                  <a:pt x="169164" y="161544"/>
                </a:lnTo>
                <a:lnTo>
                  <a:pt x="169164" y="169164"/>
                </a:lnTo>
                <a:lnTo>
                  <a:pt x="167640" y="172212"/>
                </a:lnTo>
                <a:lnTo>
                  <a:pt x="163068" y="176784"/>
                </a:lnTo>
                <a:lnTo>
                  <a:pt x="160020" y="176784"/>
                </a:lnTo>
                <a:lnTo>
                  <a:pt x="155448" y="178308"/>
                </a:lnTo>
                <a:lnTo>
                  <a:pt x="57912" y="178308"/>
                </a:lnTo>
                <a:lnTo>
                  <a:pt x="57912" y="182880"/>
                </a:lnTo>
                <a:lnTo>
                  <a:pt x="71628" y="216408"/>
                </a:lnTo>
                <a:lnTo>
                  <a:pt x="74676" y="214884"/>
                </a:lnTo>
                <a:lnTo>
                  <a:pt x="73152" y="211836"/>
                </a:lnTo>
                <a:lnTo>
                  <a:pt x="73152" y="202692"/>
                </a:lnTo>
                <a:lnTo>
                  <a:pt x="76200" y="199644"/>
                </a:lnTo>
                <a:lnTo>
                  <a:pt x="77724" y="199644"/>
                </a:lnTo>
                <a:lnTo>
                  <a:pt x="80772" y="198120"/>
                </a:lnTo>
                <a:lnTo>
                  <a:pt x="160020" y="198120"/>
                </a:lnTo>
                <a:lnTo>
                  <a:pt x="163068" y="199644"/>
                </a:lnTo>
                <a:lnTo>
                  <a:pt x="164592" y="199644"/>
                </a:lnTo>
                <a:lnTo>
                  <a:pt x="166116" y="201168"/>
                </a:lnTo>
                <a:lnTo>
                  <a:pt x="167640" y="204216"/>
                </a:lnTo>
                <a:lnTo>
                  <a:pt x="169164" y="205740"/>
                </a:lnTo>
                <a:lnTo>
                  <a:pt x="169164" y="214884"/>
                </a:lnTo>
                <a:lnTo>
                  <a:pt x="172212" y="214884"/>
                </a:lnTo>
                <a:lnTo>
                  <a:pt x="172212" y="198120"/>
                </a:lnTo>
                <a:lnTo>
                  <a:pt x="172212" y="161544"/>
                </a:lnTo>
                <a:close/>
              </a:path>
              <a:path extrusionOk="0" h="710565" w="175894">
                <a:moveTo>
                  <a:pt x="172224" y="483108"/>
                </a:moveTo>
                <a:lnTo>
                  <a:pt x="169176" y="483108"/>
                </a:lnTo>
                <a:lnTo>
                  <a:pt x="169176" y="492252"/>
                </a:lnTo>
                <a:lnTo>
                  <a:pt x="166128" y="493776"/>
                </a:lnTo>
                <a:lnTo>
                  <a:pt x="164604" y="496824"/>
                </a:lnTo>
                <a:lnTo>
                  <a:pt x="163080" y="498348"/>
                </a:lnTo>
                <a:lnTo>
                  <a:pt x="160032" y="499872"/>
                </a:lnTo>
                <a:lnTo>
                  <a:pt x="158508" y="501396"/>
                </a:lnTo>
                <a:lnTo>
                  <a:pt x="153936" y="502920"/>
                </a:lnTo>
                <a:lnTo>
                  <a:pt x="92976" y="502920"/>
                </a:lnTo>
                <a:lnTo>
                  <a:pt x="85356" y="498348"/>
                </a:lnTo>
                <a:lnTo>
                  <a:pt x="74688" y="487680"/>
                </a:lnTo>
                <a:lnTo>
                  <a:pt x="74688" y="484632"/>
                </a:lnTo>
                <a:lnTo>
                  <a:pt x="76212" y="481584"/>
                </a:lnTo>
                <a:lnTo>
                  <a:pt x="79260" y="477012"/>
                </a:lnTo>
                <a:lnTo>
                  <a:pt x="82308" y="470916"/>
                </a:lnTo>
                <a:lnTo>
                  <a:pt x="82308" y="464820"/>
                </a:lnTo>
                <a:lnTo>
                  <a:pt x="79260" y="461772"/>
                </a:lnTo>
                <a:lnTo>
                  <a:pt x="77736" y="458724"/>
                </a:lnTo>
                <a:lnTo>
                  <a:pt x="68592" y="458724"/>
                </a:lnTo>
                <a:lnTo>
                  <a:pt x="62496" y="461772"/>
                </a:lnTo>
                <a:lnTo>
                  <a:pt x="59448" y="464820"/>
                </a:lnTo>
                <a:lnTo>
                  <a:pt x="57924" y="469392"/>
                </a:lnTo>
                <a:lnTo>
                  <a:pt x="57924" y="473964"/>
                </a:lnTo>
                <a:lnTo>
                  <a:pt x="59588" y="480847"/>
                </a:lnTo>
                <a:lnTo>
                  <a:pt x="64401" y="487870"/>
                </a:lnTo>
                <a:lnTo>
                  <a:pt x="72059" y="495185"/>
                </a:lnTo>
                <a:lnTo>
                  <a:pt x="82308" y="502920"/>
                </a:lnTo>
                <a:lnTo>
                  <a:pt x="57924" y="502920"/>
                </a:lnTo>
                <a:lnTo>
                  <a:pt x="57924" y="507492"/>
                </a:lnTo>
                <a:lnTo>
                  <a:pt x="71640" y="541020"/>
                </a:lnTo>
                <a:lnTo>
                  <a:pt x="74688" y="539496"/>
                </a:lnTo>
                <a:lnTo>
                  <a:pt x="73164" y="536448"/>
                </a:lnTo>
                <a:lnTo>
                  <a:pt x="73164" y="527304"/>
                </a:lnTo>
                <a:lnTo>
                  <a:pt x="77736" y="522732"/>
                </a:lnTo>
                <a:lnTo>
                  <a:pt x="160032" y="522732"/>
                </a:lnTo>
                <a:lnTo>
                  <a:pt x="163080" y="524256"/>
                </a:lnTo>
                <a:lnTo>
                  <a:pt x="166128" y="524256"/>
                </a:lnTo>
                <a:lnTo>
                  <a:pt x="166128" y="527304"/>
                </a:lnTo>
                <a:lnTo>
                  <a:pt x="169176" y="528828"/>
                </a:lnTo>
                <a:lnTo>
                  <a:pt x="169176" y="539496"/>
                </a:lnTo>
                <a:lnTo>
                  <a:pt x="172224" y="539496"/>
                </a:lnTo>
                <a:lnTo>
                  <a:pt x="172224" y="483108"/>
                </a:lnTo>
                <a:close/>
              </a:path>
              <a:path extrusionOk="0" h="710565" w="175894">
                <a:moveTo>
                  <a:pt x="175260" y="662940"/>
                </a:moveTo>
                <a:lnTo>
                  <a:pt x="158051" y="627938"/>
                </a:lnTo>
                <a:lnTo>
                  <a:pt x="129540" y="617220"/>
                </a:lnTo>
                <a:lnTo>
                  <a:pt x="128016" y="620268"/>
                </a:lnTo>
                <a:lnTo>
                  <a:pt x="138684" y="623316"/>
                </a:lnTo>
                <a:lnTo>
                  <a:pt x="144780" y="627888"/>
                </a:lnTo>
                <a:lnTo>
                  <a:pt x="149352" y="632460"/>
                </a:lnTo>
                <a:lnTo>
                  <a:pt x="153924" y="638556"/>
                </a:lnTo>
                <a:lnTo>
                  <a:pt x="155448" y="646176"/>
                </a:lnTo>
                <a:lnTo>
                  <a:pt x="155448" y="653796"/>
                </a:lnTo>
                <a:lnTo>
                  <a:pt x="124396" y="687324"/>
                </a:lnTo>
                <a:lnTo>
                  <a:pt x="105156" y="690372"/>
                </a:lnTo>
                <a:lnTo>
                  <a:pt x="96329" y="689787"/>
                </a:lnTo>
                <a:lnTo>
                  <a:pt x="88201" y="687895"/>
                </a:lnTo>
                <a:lnTo>
                  <a:pt x="80949" y="684593"/>
                </a:lnTo>
                <a:lnTo>
                  <a:pt x="68580" y="675132"/>
                </a:lnTo>
                <a:lnTo>
                  <a:pt x="65532" y="669036"/>
                </a:lnTo>
                <a:lnTo>
                  <a:pt x="65532" y="656844"/>
                </a:lnTo>
                <a:lnTo>
                  <a:pt x="67056" y="652272"/>
                </a:lnTo>
                <a:lnTo>
                  <a:pt x="71628" y="647700"/>
                </a:lnTo>
                <a:lnTo>
                  <a:pt x="80772" y="644652"/>
                </a:lnTo>
                <a:lnTo>
                  <a:pt x="85344" y="644652"/>
                </a:lnTo>
                <a:lnTo>
                  <a:pt x="88392" y="643128"/>
                </a:lnTo>
                <a:lnTo>
                  <a:pt x="89916" y="641604"/>
                </a:lnTo>
                <a:lnTo>
                  <a:pt x="92964" y="640080"/>
                </a:lnTo>
                <a:lnTo>
                  <a:pt x="94488" y="637032"/>
                </a:lnTo>
                <a:lnTo>
                  <a:pt x="94488" y="626364"/>
                </a:lnTo>
                <a:lnTo>
                  <a:pt x="89916" y="621792"/>
                </a:lnTo>
                <a:lnTo>
                  <a:pt x="77724" y="621792"/>
                </a:lnTo>
                <a:lnTo>
                  <a:pt x="57912" y="658368"/>
                </a:lnTo>
                <a:lnTo>
                  <a:pt x="59042" y="668375"/>
                </a:lnTo>
                <a:lnTo>
                  <a:pt x="83273" y="701192"/>
                </a:lnTo>
                <a:lnTo>
                  <a:pt x="117348" y="710184"/>
                </a:lnTo>
                <a:lnTo>
                  <a:pt x="130238" y="709307"/>
                </a:lnTo>
                <a:lnTo>
                  <a:pt x="166903" y="687806"/>
                </a:lnTo>
                <a:lnTo>
                  <a:pt x="174383" y="671804"/>
                </a:lnTo>
                <a:lnTo>
                  <a:pt x="175260" y="662940"/>
                </a:lnTo>
                <a:close/>
              </a:path>
              <a:path extrusionOk="0" h="710565" w="175894">
                <a:moveTo>
                  <a:pt x="175260" y="402336"/>
                </a:moveTo>
                <a:lnTo>
                  <a:pt x="158051" y="367982"/>
                </a:lnTo>
                <a:lnTo>
                  <a:pt x="129540" y="356616"/>
                </a:lnTo>
                <a:lnTo>
                  <a:pt x="128016" y="359664"/>
                </a:lnTo>
                <a:lnTo>
                  <a:pt x="138684" y="364236"/>
                </a:lnTo>
                <a:lnTo>
                  <a:pt x="144780" y="368808"/>
                </a:lnTo>
                <a:lnTo>
                  <a:pt x="149352" y="371856"/>
                </a:lnTo>
                <a:lnTo>
                  <a:pt x="153924" y="379476"/>
                </a:lnTo>
                <a:lnTo>
                  <a:pt x="155448" y="385572"/>
                </a:lnTo>
                <a:lnTo>
                  <a:pt x="155448" y="393192"/>
                </a:lnTo>
                <a:lnTo>
                  <a:pt x="132803" y="424624"/>
                </a:lnTo>
                <a:lnTo>
                  <a:pt x="105156" y="429768"/>
                </a:lnTo>
                <a:lnTo>
                  <a:pt x="96329" y="429196"/>
                </a:lnTo>
                <a:lnTo>
                  <a:pt x="65532" y="409956"/>
                </a:lnTo>
                <a:lnTo>
                  <a:pt x="65532" y="396240"/>
                </a:lnTo>
                <a:lnTo>
                  <a:pt x="67056" y="393192"/>
                </a:lnTo>
                <a:lnTo>
                  <a:pt x="70104" y="390144"/>
                </a:lnTo>
                <a:lnTo>
                  <a:pt x="71628" y="387096"/>
                </a:lnTo>
                <a:lnTo>
                  <a:pt x="76200" y="385572"/>
                </a:lnTo>
                <a:lnTo>
                  <a:pt x="80772" y="385572"/>
                </a:lnTo>
                <a:lnTo>
                  <a:pt x="85344" y="384048"/>
                </a:lnTo>
                <a:lnTo>
                  <a:pt x="88392" y="384048"/>
                </a:lnTo>
                <a:lnTo>
                  <a:pt x="92964" y="379476"/>
                </a:lnTo>
                <a:lnTo>
                  <a:pt x="94488" y="376428"/>
                </a:lnTo>
                <a:lnTo>
                  <a:pt x="94488" y="365760"/>
                </a:lnTo>
                <a:lnTo>
                  <a:pt x="91440" y="364236"/>
                </a:lnTo>
                <a:lnTo>
                  <a:pt x="88392" y="361188"/>
                </a:lnTo>
                <a:lnTo>
                  <a:pt x="77724" y="361188"/>
                </a:lnTo>
                <a:lnTo>
                  <a:pt x="73152" y="364236"/>
                </a:lnTo>
                <a:lnTo>
                  <a:pt x="63055" y="376986"/>
                </a:lnTo>
                <a:lnTo>
                  <a:pt x="60198" y="383095"/>
                </a:lnTo>
                <a:lnTo>
                  <a:pt x="58483" y="390080"/>
                </a:lnTo>
                <a:lnTo>
                  <a:pt x="57912" y="397764"/>
                </a:lnTo>
                <a:lnTo>
                  <a:pt x="59042" y="407771"/>
                </a:lnTo>
                <a:lnTo>
                  <a:pt x="83273" y="441223"/>
                </a:lnTo>
                <a:lnTo>
                  <a:pt x="117348" y="449580"/>
                </a:lnTo>
                <a:lnTo>
                  <a:pt x="130238" y="448729"/>
                </a:lnTo>
                <a:lnTo>
                  <a:pt x="166903" y="428701"/>
                </a:lnTo>
                <a:lnTo>
                  <a:pt x="174383" y="412076"/>
                </a:lnTo>
                <a:lnTo>
                  <a:pt x="175260" y="402336"/>
                </a:lnTo>
                <a:close/>
              </a:path>
              <a:path extrusionOk="0" h="710565" w="175894">
                <a:moveTo>
                  <a:pt x="175272" y="256032"/>
                </a:moveTo>
                <a:lnTo>
                  <a:pt x="161556" y="224028"/>
                </a:lnTo>
                <a:lnTo>
                  <a:pt x="158508" y="225552"/>
                </a:lnTo>
                <a:lnTo>
                  <a:pt x="161556" y="231648"/>
                </a:lnTo>
                <a:lnTo>
                  <a:pt x="161556" y="236220"/>
                </a:lnTo>
                <a:lnTo>
                  <a:pt x="160032" y="237744"/>
                </a:lnTo>
                <a:lnTo>
                  <a:pt x="158508" y="237744"/>
                </a:lnTo>
                <a:lnTo>
                  <a:pt x="158508" y="239268"/>
                </a:lnTo>
                <a:lnTo>
                  <a:pt x="155460" y="240792"/>
                </a:lnTo>
                <a:lnTo>
                  <a:pt x="152412" y="240792"/>
                </a:lnTo>
                <a:lnTo>
                  <a:pt x="149364" y="242316"/>
                </a:lnTo>
                <a:lnTo>
                  <a:pt x="60972" y="242316"/>
                </a:lnTo>
                <a:lnTo>
                  <a:pt x="60972" y="278892"/>
                </a:lnTo>
                <a:lnTo>
                  <a:pt x="64020" y="278892"/>
                </a:lnTo>
                <a:lnTo>
                  <a:pt x="64020" y="271272"/>
                </a:lnTo>
                <a:lnTo>
                  <a:pt x="65544" y="266700"/>
                </a:lnTo>
                <a:lnTo>
                  <a:pt x="68592" y="265176"/>
                </a:lnTo>
                <a:lnTo>
                  <a:pt x="70116" y="263652"/>
                </a:lnTo>
                <a:lnTo>
                  <a:pt x="76212" y="262128"/>
                </a:lnTo>
                <a:lnTo>
                  <a:pt x="144792" y="262128"/>
                </a:lnTo>
                <a:lnTo>
                  <a:pt x="150888" y="268224"/>
                </a:lnTo>
                <a:lnTo>
                  <a:pt x="155460" y="274320"/>
                </a:lnTo>
                <a:lnTo>
                  <a:pt x="156984" y="278892"/>
                </a:lnTo>
                <a:lnTo>
                  <a:pt x="158508" y="281940"/>
                </a:lnTo>
                <a:lnTo>
                  <a:pt x="160032" y="286512"/>
                </a:lnTo>
                <a:lnTo>
                  <a:pt x="160032" y="295656"/>
                </a:lnTo>
                <a:lnTo>
                  <a:pt x="158508" y="300228"/>
                </a:lnTo>
                <a:lnTo>
                  <a:pt x="155460" y="303276"/>
                </a:lnTo>
                <a:lnTo>
                  <a:pt x="152412" y="307848"/>
                </a:lnTo>
                <a:lnTo>
                  <a:pt x="144792" y="309372"/>
                </a:lnTo>
                <a:lnTo>
                  <a:pt x="60972" y="309372"/>
                </a:lnTo>
                <a:lnTo>
                  <a:pt x="60972" y="347472"/>
                </a:lnTo>
                <a:lnTo>
                  <a:pt x="64020" y="347472"/>
                </a:lnTo>
                <a:lnTo>
                  <a:pt x="64020" y="341376"/>
                </a:lnTo>
                <a:lnTo>
                  <a:pt x="65544" y="338328"/>
                </a:lnTo>
                <a:lnTo>
                  <a:pt x="65544" y="335280"/>
                </a:lnTo>
                <a:lnTo>
                  <a:pt x="68592" y="332232"/>
                </a:lnTo>
                <a:lnTo>
                  <a:pt x="71640" y="330708"/>
                </a:lnTo>
                <a:lnTo>
                  <a:pt x="73164" y="329184"/>
                </a:lnTo>
                <a:lnTo>
                  <a:pt x="143268" y="329184"/>
                </a:lnTo>
                <a:lnTo>
                  <a:pt x="150888" y="327660"/>
                </a:lnTo>
                <a:lnTo>
                  <a:pt x="175272" y="306324"/>
                </a:lnTo>
                <a:lnTo>
                  <a:pt x="175272" y="294132"/>
                </a:lnTo>
                <a:lnTo>
                  <a:pt x="173748" y="289560"/>
                </a:lnTo>
                <a:lnTo>
                  <a:pt x="172224" y="283464"/>
                </a:lnTo>
                <a:lnTo>
                  <a:pt x="169125" y="279488"/>
                </a:lnTo>
                <a:lnTo>
                  <a:pt x="164604" y="274510"/>
                </a:lnTo>
                <a:lnTo>
                  <a:pt x="152412" y="262128"/>
                </a:lnTo>
                <a:lnTo>
                  <a:pt x="175272" y="262128"/>
                </a:lnTo>
                <a:lnTo>
                  <a:pt x="175272" y="256032"/>
                </a:lnTo>
                <a:close/>
              </a:path>
              <a:path extrusionOk="0" h="710565" w="175894">
                <a:moveTo>
                  <a:pt x="175272" y="111252"/>
                </a:moveTo>
                <a:lnTo>
                  <a:pt x="173748" y="105156"/>
                </a:lnTo>
                <a:lnTo>
                  <a:pt x="169176" y="100584"/>
                </a:lnTo>
                <a:lnTo>
                  <a:pt x="164604" y="94488"/>
                </a:lnTo>
                <a:lnTo>
                  <a:pt x="160032" y="91440"/>
                </a:lnTo>
                <a:lnTo>
                  <a:pt x="150888" y="88392"/>
                </a:lnTo>
                <a:lnTo>
                  <a:pt x="150888" y="94488"/>
                </a:lnTo>
                <a:lnTo>
                  <a:pt x="156984" y="97536"/>
                </a:lnTo>
                <a:lnTo>
                  <a:pt x="158508" y="100584"/>
                </a:lnTo>
                <a:lnTo>
                  <a:pt x="160032" y="102108"/>
                </a:lnTo>
                <a:lnTo>
                  <a:pt x="160032" y="111252"/>
                </a:lnTo>
                <a:lnTo>
                  <a:pt x="158508" y="112776"/>
                </a:lnTo>
                <a:lnTo>
                  <a:pt x="156984" y="115824"/>
                </a:lnTo>
                <a:lnTo>
                  <a:pt x="153936" y="117348"/>
                </a:lnTo>
                <a:lnTo>
                  <a:pt x="149364" y="118872"/>
                </a:lnTo>
                <a:lnTo>
                  <a:pt x="68592" y="118872"/>
                </a:lnTo>
                <a:lnTo>
                  <a:pt x="68592" y="92964"/>
                </a:lnTo>
                <a:lnTo>
                  <a:pt x="60972" y="92964"/>
                </a:lnTo>
                <a:lnTo>
                  <a:pt x="60972" y="118872"/>
                </a:lnTo>
                <a:lnTo>
                  <a:pt x="24396" y="118872"/>
                </a:lnTo>
                <a:lnTo>
                  <a:pt x="24396" y="121920"/>
                </a:lnTo>
                <a:lnTo>
                  <a:pt x="33540" y="124968"/>
                </a:lnTo>
                <a:lnTo>
                  <a:pt x="38112" y="128016"/>
                </a:lnTo>
                <a:lnTo>
                  <a:pt x="41160" y="129540"/>
                </a:lnTo>
                <a:lnTo>
                  <a:pt x="47256" y="134112"/>
                </a:lnTo>
                <a:lnTo>
                  <a:pt x="51828" y="137160"/>
                </a:lnTo>
                <a:lnTo>
                  <a:pt x="56400" y="143256"/>
                </a:lnTo>
                <a:lnTo>
                  <a:pt x="60972" y="147828"/>
                </a:lnTo>
                <a:lnTo>
                  <a:pt x="64020" y="152400"/>
                </a:lnTo>
                <a:lnTo>
                  <a:pt x="65544" y="156972"/>
                </a:lnTo>
                <a:lnTo>
                  <a:pt x="68592" y="156972"/>
                </a:lnTo>
                <a:lnTo>
                  <a:pt x="68592" y="138684"/>
                </a:lnTo>
                <a:lnTo>
                  <a:pt x="153936" y="138684"/>
                </a:lnTo>
                <a:lnTo>
                  <a:pt x="160032" y="137160"/>
                </a:lnTo>
                <a:lnTo>
                  <a:pt x="163080" y="135636"/>
                </a:lnTo>
                <a:lnTo>
                  <a:pt x="167652" y="134112"/>
                </a:lnTo>
                <a:lnTo>
                  <a:pt x="170700" y="131064"/>
                </a:lnTo>
                <a:lnTo>
                  <a:pt x="172224" y="128016"/>
                </a:lnTo>
                <a:lnTo>
                  <a:pt x="173748" y="123444"/>
                </a:lnTo>
                <a:lnTo>
                  <a:pt x="175272" y="120396"/>
                </a:lnTo>
                <a:lnTo>
                  <a:pt x="175272" y="111252"/>
                </a:lnTo>
                <a:close/>
              </a:path>
              <a:path extrusionOk="0" h="710565" w="175894">
                <a:moveTo>
                  <a:pt x="175272" y="38100"/>
                </a:moveTo>
                <a:lnTo>
                  <a:pt x="174701" y="31267"/>
                </a:lnTo>
                <a:lnTo>
                  <a:pt x="172986" y="24574"/>
                </a:lnTo>
                <a:lnTo>
                  <a:pt x="172897" y="24384"/>
                </a:lnTo>
                <a:lnTo>
                  <a:pt x="170129" y="18173"/>
                </a:lnTo>
                <a:lnTo>
                  <a:pt x="141744" y="0"/>
                </a:lnTo>
                <a:lnTo>
                  <a:pt x="132880" y="1676"/>
                </a:lnTo>
                <a:lnTo>
                  <a:pt x="102120" y="42672"/>
                </a:lnTo>
                <a:lnTo>
                  <a:pt x="99072" y="50292"/>
                </a:lnTo>
                <a:lnTo>
                  <a:pt x="94500" y="54864"/>
                </a:lnTo>
                <a:lnTo>
                  <a:pt x="91452" y="56388"/>
                </a:lnTo>
                <a:lnTo>
                  <a:pt x="88404" y="59436"/>
                </a:lnTo>
                <a:lnTo>
                  <a:pt x="76212" y="59436"/>
                </a:lnTo>
                <a:lnTo>
                  <a:pt x="73164" y="57912"/>
                </a:lnTo>
                <a:lnTo>
                  <a:pt x="67068" y="51816"/>
                </a:lnTo>
                <a:lnTo>
                  <a:pt x="65544" y="47244"/>
                </a:lnTo>
                <a:lnTo>
                  <a:pt x="65544" y="35052"/>
                </a:lnTo>
                <a:lnTo>
                  <a:pt x="96024" y="12192"/>
                </a:lnTo>
                <a:lnTo>
                  <a:pt x="96024" y="9144"/>
                </a:lnTo>
                <a:lnTo>
                  <a:pt x="57924" y="9144"/>
                </a:lnTo>
                <a:lnTo>
                  <a:pt x="57924" y="12192"/>
                </a:lnTo>
                <a:lnTo>
                  <a:pt x="60972" y="15240"/>
                </a:lnTo>
                <a:lnTo>
                  <a:pt x="62496" y="15240"/>
                </a:lnTo>
                <a:lnTo>
                  <a:pt x="62496" y="22860"/>
                </a:lnTo>
                <a:lnTo>
                  <a:pt x="60972" y="25908"/>
                </a:lnTo>
                <a:lnTo>
                  <a:pt x="57924" y="38100"/>
                </a:lnTo>
                <a:lnTo>
                  <a:pt x="57924" y="51816"/>
                </a:lnTo>
                <a:lnTo>
                  <a:pt x="60972" y="59436"/>
                </a:lnTo>
                <a:lnTo>
                  <a:pt x="73164" y="71628"/>
                </a:lnTo>
                <a:lnTo>
                  <a:pt x="80784" y="74676"/>
                </a:lnTo>
                <a:lnTo>
                  <a:pt x="96024" y="74676"/>
                </a:lnTo>
                <a:lnTo>
                  <a:pt x="114503" y="59436"/>
                </a:lnTo>
                <a:lnTo>
                  <a:pt x="117614" y="54038"/>
                </a:lnTo>
                <a:lnTo>
                  <a:pt x="140220" y="19812"/>
                </a:lnTo>
                <a:lnTo>
                  <a:pt x="145148" y="18173"/>
                </a:lnTo>
                <a:lnTo>
                  <a:pt x="155270" y="18173"/>
                </a:lnTo>
                <a:lnTo>
                  <a:pt x="160032" y="21336"/>
                </a:lnTo>
                <a:lnTo>
                  <a:pt x="166128" y="27432"/>
                </a:lnTo>
                <a:lnTo>
                  <a:pt x="167652" y="32004"/>
                </a:lnTo>
                <a:lnTo>
                  <a:pt x="167652" y="45720"/>
                </a:lnTo>
                <a:lnTo>
                  <a:pt x="166128" y="53340"/>
                </a:lnTo>
                <a:lnTo>
                  <a:pt x="160032" y="59436"/>
                </a:lnTo>
                <a:lnTo>
                  <a:pt x="156032" y="63703"/>
                </a:lnTo>
                <a:lnTo>
                  <a:pt x="150888" y="67246"/>
                </a:lnTo>
                <a:lnTo>
                  <a:pt x="144602" y="69938"/>
                </a:lnTo>
                <a:lnTo>
                  <a:pt x="137172" y="71628"/>
                </a:lnTo>
                <a:lnTo>
                  <a:pt x="137172" y="74676"/>
                </a:lnTo>
                <a:lnTo>
                  <a:pt x="175272" y="74676"/>
                </a:lnTo>
                <a:lnTo>
                  <a:pt x="175272" y="71628"/>
                </a:lnTo>
                <a:lnTo>
                  <a:pt x="172224" y="71628"/>
                </a:lnTo>
                <a:lnTo>
                  <a:pt x="170700" y="70104"/>
                </a:lnTo>
                <a:lnTo>
                  <a:pt x="170700" y="64008"/>
                </a:lnTo>
                <a:lnTo>
                  <a:pt x="172224" y="60960"/>
                </a:lnTo>
                <a:lnTo>
                  <a:pt x="172250" y="60769"/>
                </a:lnTo>
                <a:lnTo>
                  <a:pt x="173748" y="51816"/>
                </a:lnTo>
                <a:lnTo>
                  <a:pt x="175272" y="44196"/>
                </a:lnTo>
                <a:lnTo>
                  <a:pt x="175272" y="38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01" name="Google Shape;8401;p113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2482596" y="5847588"/>
            <a:ext cx="175259" cy="461771"/>
          </a:xfrm>
          <a:prstGeom prst="rect">
            <a:avLst/>
          </a:prstGeom>
          <a:noFill/>
          <a:ln>
            <a:noFill/>
          </a:ln>
        </p:spPr>
      </p:pic>
      <p:sp>
        <p:nvSpPr>
          <p:cNvPr id="8402" name="Google Shape;8402;p113"/>
          <p:cNvSpPr/>
          <p:nvPr/>
        </p:nvSpPr>
        <p:spPr>
          <a:xfrm>
            <a:off x="2540495" y="5256276"/>
            <a:ext cx="117475" cy="516890"/>
          </a:xfrm>
          <a:custGeom>
            <a:rect b="b" l="l" r="r" t="t"/>
            <a:pathLst>
              <a:path extrusionOk="0" h="516889" w="117475">
                <a:moveTo>
                  <a:pt x="114312" y="105156"/>
                </a:moveTo>
                <a:lnTo>
                  <a:pt x="111264" y="105156"/>
                </a:lnTo>
                <a:lnTo>
                  <a:pt x="111264" y="112776"/>
                </a:lnTo>
                <a:lnTo>
                  <a:pt x="109740" y="115824"/>
                </a:lnTo>
                <a:lnTo>
                  <a:pt x="105168" y="120396"/>
                </a:lnTo>
                <a:lnTo>
                  <a:pt x="102120" y="120396"/>
                </a:lnTo>
                <a:lnTo>
                  <a:pt x="97548" y="121920"/>
                </a:lnTo>
                <a:lnTo>
                  <a:pt x="24396" y="121920"/>
                </a:lnTo>
                <a:lnTo>
                  <a:pt x="19824" y="123444"/>
                </a:lnTo>
                <a:lnTo>
                  <a:pt x="12204" y="126492"/>
                </a:lnTo>
                <a:lnTo>
                  <a:pt x="7632" y="129540"/>
                </a:lnTo>
                <a:lnTo>
                  <a:pt x="1536" y="138684"/>
                </a:lnTo>
                <a:lnTo>
                  <a:pt x="12" y="144780"/>
                </a:lnTo>
                <a:lnTo>
                  <a:pt x="12" y="155448"/>
                </a:lnTo>
                <a:lnTo>
                  <a:pt x="24396" y="187452"/>
                </a:lnTo>
                <a:lnTo>
                  <a:pt x="16776" y="188976"/>
                </a:lnTo>
                <a:lnTo>
                  <a:pt x="10680" y="192024"/>
                </a:lnTo>
                <a:lnTo>
                  <a:pt x="6108" y="198120"/>
                </a:lnTo>
                <a:lnTo>
                  <a:pt x="3060" y="202692"/>
                </a:lnTo>
                <a:lnTo>
                  <a:pt x="12" y="208788"/>
                </a:lnTo>
                <a:lnTo>
                  <a:pt x="12" y="219456"/>
                </a:lnTo>
                <a:lnTo>
                  <a:pt x="1536" y="222504"/>
                </a:lnTo>
                <a:lnTo>
                  <a:pt x="4584" y="231648"/>
                </a:lnTo>
                <a:lnTo>
                  <a:pt x="7632" y="234696"/>
                </a:lnTo>
                <a:lnTo>
                  <a:pt x="10680" y="239268"/>
                </a:lnTo>
                <a:lnTo>
                  <a:pt x="12204" y="239268"/>
                </a:lnTo>
                <a:lnTo>
                  <a:pt x="16776" y="243840"/>
                </a:lnTo>
                <a:lnTo>
                  <a:pt x="24396" y="252984"/>
                </a:lnTo>
                <a:lnTo>
                  <a:pt x="12" y="252984"/>
                </a:lnTo>
                <a:lnTo>
                  <a:pt x="12" y="257556"/>
                </a:lnTo>
                <a:lnTo>
                  <a:pt x="13728" y="291084"/>
                </a:lnTo>
                <a:lnTo>
                  <a:pt x="16776" y="288036"/>
                </a:lnTo>
                <a:lnTo>
                  <a:pt x="15252" y="284988"/>
                </a:lnTo>
                <a:lnTo>
                  <a:pt x="15252" y="277368"/>
                </a:lnTo>
                <a:lnTo>
                  <a:pt x="18300" y="274320"/>
                </a:lnTo>
                <a:lnTo>
                  <a:pt x="19824" y="274320"/>
                </a:lnTo>
                <a:lnTo>
                  <a:pt x="22872" y="272796"/>
                </a:lnTo>
                <a:lnTo>
                  <a:pt x="102120" y="272796"/>
                </a:lnTo>
                <a:lnTo>
                  <a:pt x="105168" y="274320"/>
                </a:lnTo>
                <a:lnTo>
                  <a:pt x="106692" y="274320"/>
                </a:lnTo>
                <a:lnTo>
                  <a:pt x="108216" y="275844"/>
                </a:lnTo>
                <a:lnTo>
                  <a:pt x="109740" y="278892"/>
                </a:lnTo>
                <a:lnTo>
                  <a:pt x="111264" y="280416"/>
                </a:lnTo>
                <a:lnTo>
                  <a:pt x="111264" y="289560"/>
                </a:lnTo>
                <a:lnTo>
                  <a:pt x="114312" y="289560"/>
                </a:lnTo>
                <a:lnTo>
                  <a:pt x="114312" y="272796"/>
                </a:lnTo>
                <a:lnTo>
                  <a:pt x="114312" y="236220"/>
                </a:lnTo>
                <a:lnTo>
                  <a:pt x="111264" y="236220"/>
                </a:lnTo>
                <a:lnTo>
                  <a:pt x="111264" y="245364"/>
                </a:lnTo>
                <a:lnTo>
                  <a:pt x="105168" y="251460"/>
                </a:lnTo>
                <a:lnTo>
                  <a:pt x="102120" y="251460"/>
                </a:lnTo>
                <a:lnTo>
                  <a:pt x="97548" y="252984"/>
                </a:lnTo>
                <a:lnTo>
                  <a:pt x="30492" y="252984"/>
                </a:lnTo>
                <a:lnTo>
                  <a:pt x="25920" y="248412"/>
                </a:lnTo>
                <a:lnTo>
                  <a:pt x="22872" y="243840"/>
                </a:lnTo>
                <a:lnTo>
                  <a:pt x="18300" y="237744"/>
                </a:lnTo>
                <a:lnTo>
                  <a:pt x="15252" y="228600"/>
                </a:lnTo>
                <a:lnTo>
                  <a:pt x="15252" y="219456"/>
                </a:lnTo>
                <a:lnTo>
                  <a:pt x="18300" y="213360"/>
                </a:lnTo>
                <a:lnTo>
                  <a:pt x="22872" y="210312"/>
                </a:lnTo>
                <a:lnTo>
                  <a:pt x="27444" y="208788"/>
                </a:lnTo>
                <a:lnTo>
                  <a:pt x="33540" y="207264"/>
                </a:lnTo>
                <a:lnTo>
                  <a:pt x="102120" y="207264"/>
                </a:lnTo>
                <a:lnTo>
                  <a:pt x="108216" y="210312"/>
                </a:lnTo>
                <a:lnTo>
                  <a:pt x="111264" y="213360"/>
                </a:lnTo>
                <a:lnTo>
                  <a:pt x="111264" y="224028"/>
                </a:lnTo>
                <a:lnTo>
                  <a:pt x="114312" y="224028"/>
                </a:lnTo>
                <a:lnTo>
                  <a:pt x="114312" y="207264"/>
                </a:lnTo>
                <a:lnTo>
                  <a:pt x="114312" y="187452"/>
                </a:lnTo>
                <a:lnTo>
                  <a:pt x="114312" y="170688"/>
                </a:lnTo>
                <a:lnTo>
                  <a:pt x="111264" y="170688"/>
                </a:lnTo>
                <a:lnTo>
                  <a:pt x="111264" y="179832"/>
                </a:lnTo>
                <a:lnTo>
                  <a:pt x="105168" y="185928"/>
                </a:lnTo>
                <a:lnTo>
                  <a:pt x="103644" y="185928"/>
                </a:lnTo>
                <a:lnTo>
                  <a:pt x="97548" y="187452"/>
                </a:lnTo>
                <a:lnTo>
                  <a:pt x="30492" y="187452"/>
                </a:lnTo>
                <a:lnTo>
                  <a:pt x="24396" y="181356"/>
                </a:lnTo>
                <a:lnTo>
                  <a:pt x="21348" y="175260"/>
                </a:lnTo>
                <a:lnTo>
                  <a:pt x="18300" y="172212"/>
                </a:lnTo>
                <a:lnTo>
                  <a:pt x="15252" y="163068"/>
                </a:lnTo>
                <a:lnTo>
                  <a:pt x="15252" y="152400"/>
                </a:lnTo>
                <a:lnTo>
                  <a:pt x="18300" y="147828"/>
                </a:lnTo>
                <a:lnTo>
                  <a:pt x="27444" y="141732"/>
                </a:lnTo>
                <a:lnTo>
                  <a:pt x="105168" y="141732"/>
                </a:lnTo>
                <a:lnTo>
                  <a:pt x="111264" y="147828"/>
                </a:lnTo>
                <a:lnTo>
                  <a:pt x="111264" y="158496"/>
                </a:lnTo>
                <a:lnTo>
                  <a:pt x="114312" y="158496"/>
                </a:lnTo>
                <a:lnTo>
                  <a:pt x="114312" y="141732"/>
                </a:lnTo>
                <a:lnTo>
                  <a:pt x="114312" y="105156"/>
                </a:lnTo>
                <a:close/>
              </a:path>
              <a:path extrusionOk="0" h="516889" w="117475">
                <a:moveTo>
                  <a:pt x="117348" y="469392"/>
                </a:moveTo>
                <a:lnTo>
                  <a:pt x="100139" y="435038"/>
                </a:lnTo>
                <a:lnTo>
                  <a:pt x="71628" y="423672"/>
                </a:lnTo>
                <a:lnTo>
                  <a:pt x="70104" y="426720"/>
                </a:lnTo>
                <a:lnTo>
                  <a:pt x="80772" y="431292"/>
                </a:lnTo>
                <a:lnTo>
                  <a:pt x="86868" y="435864"/>
                </a:lnTo>
                <a:lnTo>
                  <a:pt x="91440" y="438912"/>
                </a:lnTo>
                <a:lnTo>
                  <a:pt x="96012" y="446532"/>
                </a:lnTo>
                <a:lnTo>
                  <a:pt x="97536" y="452628"/>
                </a:lnTo>
                <a:lnTo>
                  <a:pt x="97536" y="460248"/>
                </a:lnTo>
                <a:lnTo>
                  <a:pt x="74891" y="491680"/>
                </a:lnTo>
                <a:lnTo>
                  <a:pt x="47244" y="496824"/>
                </a:lnTo>
                <a:lnTo>
                  <a:pt x="38417" y="496252"/>
                </a:lnTo>
                <a:lnTo>
                  <a:pt x="7620" y="475488"/>
                </a:lnTo>
                <a:lnTo>
                  <a:pt x="7620" y="463296"/>
                </a:lnTo>
                <a:lnTo>
                  <a:pt x="9144" y="460248"/>
                </a:lnTo>
                <a:lnTo>
                  <a:pt x="12192" y="457200"/>
                </a:lnTo>
                <a:lnTo>
                  <a:pt x="13716" y="454152"/>
                </a:lnTo>
                <a:lnTo>
                  <a:pt x="18288" y="452628"/>
                </a:lnTo>
                <a:lnTo>
                  <a:pt x="22860" y="452628"/>
                </a:lnTo>
                <a:lnTo>
                  <a:pt x="27432" y="451104"/>
                </a:lnTo>
                <a:lnTo>
                  <a:pt x="30480" y="451104"/>
                </a:lnTo>
                <a:lnTo>
                  <a:pt x="35052" y="446532"/>
                </a:lnTo>
                <a:lnTo>
                  <a:pt x="36576" y="443484"/>
                </a:lnTo>
                <a:lnTo>
                  <a:pt x="36576" y="432816"/>
                </a:lnTo>
                <a:lnTo>
                  <a:pt x="33528" y="431292"/>
                </a:lnTo>
                <a:lnTo>
                  <a:pt x="30480" y="428244"/>
                </a:lnTo>
                <a:lnTo>
                  <a:pt x="19812" y="428244"/>
                </a:lnTo>
                <a:lnTo>
                  <a:pt x="15240" y="431292"/>
                </a:lnTo>
                <a:lnTo>
                  <a:pt x="5143" y="444042"/>
                </a:lnTo>
                <a:lnTo>
                  <a:pt x="2286" y="450151"/>
                </a:lnTo>
                <a:lnTo>
                  <a:pt x="571" y="457136"/>
                </a:lnTo>
                <a:lnTo>
                  <a:pt x="0" y="464820"/>
                </a:lnTo>
                <a:lnTo>
                  <a:pt x="1130" y="474827"/>
                </a:lnTo>
                <a:lnTo>
                  <a:pt x="25361" y="508279"/>
                </a:lnTo>
                <a:lnTo>
                  <a:pt x="59436" y="516636"/>
                </a:lnTo>
                <a:lnTo>
                  <a:pt x="72326" y="515785"/>
                </a:lnTo>
                <a:lnTo>
                  <a:pt x="108991" y="495757"/>
                </a:lnTo>
                <a:lnTo>
                  <a:pt x="116471" y="479132"/>
                </a:lnTo>
                <a:lnTo>
                  <a:pt x="117348" y="469392"/>
                </a:lnTo>
                <a:close/>
              </a:path>
              <a:path extrusionOk="0" h="516889" w="117475">
                <a:moveTo>
                  <a:pt x="117348" y="355092"/>
                </a:moveTo>
                <a:lnTo>
                  <a:pt x="109728" y="327660"/>
                </a:lnTo>
                <a:lnTo>
                  <a:pt x="109728" y="342900"/>
                </a:lnTo>
                <a:lnTo>
                  <a:pt x="109728" y="350520"/>
                </a:lnTo>
                <a:lnTo>
                  <a:pt x="83515" y="379145"/>
                </a:lnTo>
                <a:lnTo>
                  <a:pt x="50292" y="385572"/>
                </a:lnTo>
                <a:lnTo>
                  <a:pt x="39624" y="385572"/>
                </a:lnTo>
                <a:lnTo>
                  <a:pt x="32004" y="384048"/>
                </a:lnTo>
                <a:lnTo>
                  <a:pt x="25908" y="381000"/>
                </a:lnTo>
                <a:lnTo>
                  <a:pt x="18288" y="377952"/>
                </a:lnTo>
                <a:lnTo>
                  <a:pt x="13716" y="374904"/>
                </a:lnTo>
                <a:lnTo>
                  <a:pt x="12192" y="370332"/>
                </a:lnTo>
                <a:lnTo>
                  <a:pt x="9144" y="365760"/>
                </a:lnTo>
                <a:lnTo>
                  <a:pt x="7620" y="362712"/>
                </a:lnTo>
                <a:lnTo>
                  <a:pt x="7620" y="348996"/>
                </a:lnTo>
                <a:lnTo>
                  <a:pt x="12192" y="341376"/>
                </a:lnTo>
                <a:lnTo>
                  <a:pt x="19812" y="336804"/>
                </a:lnTo>
                <a:lnTo>
                  <a:pt x="28917" y="331050"/>
                </a:lnTo>
                <a:lnTo>
                  <a:pt x="40005" y="327279"/>
                </a:lnTo>
                <a:lnTo>
                  <a:pt x="52819" y="325234"/>
                </a:lnTo>
                <a:lnTo>
                  <a:pt x="67056" y="324612"/>
                </a:lnTo>
                <a:lnTo>
                  <a:pt x="77660" y="324929"/>
                </a:lnTo>
                <a:lnTo>
                  <a:pt x="109728" y="342900"/>
                </a:lnTo>
                <a:lnTo>
                  <a:pt x="109728" y="327660"/>
                </a:lnTo>
                <a:lnTo>
                  <a:pt x="79108" y="304977"/>
                </a:lnTo>
                <a:lnTo>
                  <a:pt x="56388" y="301752"/>
                </a:lnTo>
                <a:lnTo>
                  <a:pt x="46393" y="302374"/>
                </a:lnTo>
                <a:lnTo>
                  <a:pt x="10934" y="322287"/>
                </a:lnTo>
                <a:lnTo>
                  <a:pt x="1066" y="342900"/>
                </a:lnTo>
                <a:lnTo>
                  <a:pt x="0" y="353568"/>
                </a:lnTo>
                <a:lnTo>
                  <a:pt x="127" y="355092"/>
                </a:lnTo>
                <a:lnTo>
                  <a:pt x="558" y="360426"/>
                </a:lnTo>
                <a:lnTo>
                  <a:pt x="2095" y="367284"/>
                </a:lnTo>
                <a:lnTo>
                  <a:pt x="30327" y="400723"/>
                </a:lnTo>
                <a:lnTo>
                  <a:pt x="59436" y="408432"/>
                </a:lnTo>
                <a:lnTo>
                  <a:pt x="70319" y="407581"/>
                </a:lnTo>
                <a:lnTo>
                  <a:pt x="106426" y="387032"/>
                </a:lnTo>
                <a:lnTo>
                  <a:pt x="107391" y="385572"/>
                </a:lnTo>
                <a:lnTo>
                  <a:pt x="112585" y="377761"/>
                </a:lnTo>
                <a:lnTo>
                  <a:pt x="116192" y="367080"/>
                </a:lnTo>
                <a:lnTo>
                  <a:pt x="117348" y="355092"/>
                </a:lnTo>
                <a:close/>
              </a:path>
              <a:path extrusionOk="0" h="516889" w="117475">
                <a:moveTo>
                  <a:pt x="117348" y="45720"/>
                </a:moveTo>
                <a:lnTo>
                  <a:pt x="98044" y="9867"/>
                </a:lnTo>
                <a:lnTo>
                  <a:pt x="74676" y="0"/>
                </a:lnTo>
                <a:lnTo>
                  <a:pt x="71628" y="3048"/>
                </a:lnTo>
                <a:lnTo>
                  <a:pt x="82296" y="7620"/>
                </a:lnTo>
                <a:lnTo>
                  <a:pt x="88392" y="10668"/>
                </a:lnTo>
                <a:lnTo>
                  <a:pt x="92964" y="16764"/>
                </a:lnTo>
                <a:lnTo>
                  <a:pt x="96012" y="21336"/>
                </a:lnTo>
                <a:lnTo>
                  <a:pt x="96062" y="21513"/>
                </a:lnTo>
                <a:lnTo>
                  <a:pt x="97536" y="27432"/>
                </a:lnTo>
                <a:lnTo>
                  <a:pt x="97536" y="35052"/>
                </a:lnTo>
                <a:lnTo>
                  <a:pt x="76136" y="68249"/>
                </a:lnTo>
                <a:lnTo>
                  <a:pt x="44196" y="74676"/>
                </a:lnTo>
                <a:lnTo>
                  <a:pt x="44196" y="24384"/>
                </a:lnTo>
                <a:lnTo>
                  <a:pt x="44196" y="0"/>
                </a:lnTo>
                <a:lnTo>
                  <a:pt x="36576" y="660"/>
                </a:lnTo>
                <a:lnTo>
                  <a:pt x="36576" y="24384"/>
                </a:lnTo>
                <a:lnTo>
                  <a:pt x="36576" y="74676"/>
                </a:lnTo>
                <a:lnTo>
                  <a:pt x="27432" y="74676"/>
                </a:lnTo>
                <a:lnTo>
                  <a:pt x="21336" y="71628"/>
                </a:lnTo>
                <a:lnTo>
                  <a:pt x="10668" y="60960"/>
                </a:lnTo>
                <a:lnTo>
                  <a:pt x="8432" y="56489"/>
                </a:lnTo>
                <a:lnTo>
                  <a:pt x="7620" y="54825"/>
                </a:lnTo>
                <a:lnTo>
                  <a:pt x="7620" y="44196"/>
                </a:lnTo>
                <a:lnTo>
                  <a:pt x="9144" y="39624"/>
                </a:lnTo>
                <a:lnTo>
                  <a:pt x="12192" y="36576"/>
                </a:lnTo>
                <a:lnTo>
                  <a:pt x="13716" y="32004"/>
                </a:lnTo>
                <a:lnTo>
                  <a:pt x="18288" y="28956"/>
                </a:lnTo>
                <a:lnTo>
                  <a:pt x="22860" y="27432"/>
                </a:lnTo>
                <a:lnTo>
                  <a:pt x="24384" y="25908"/>
                </a:lnTo>
                <a:lnTo>
                  <a:pt x="30480" y="24384"/>
                </a:lnTo>
                <a:lnTo>
                  <a:pt x="36576" y="24384"/>
                </a:lnTo>
                <a:lnTo>
                  <a:pt x="36576" y="660"/>
                </a:lnTo>
                <a:lnTo>
                  <a:pt x="3238" y="25717"/>
                </a:lnTo>
                <a:lnTo>
                  <a:pt x="3187" y="25908"/>
                </a:lnTo>
                <a:lnTo>
                  <a:pt x="838" y="33845"/>
                </a:lnTo>
                <a:lnTo>
                  <a:pt x="723" y="35052"/>
                </a:lnTo>
                <a:lnTo>
                  <a:pt x="0" y="42672"/>
                </a:lnTo>
                <a:lnTo>
                  <a:pt x="1130" y="52679"/>
                </a:lnTo>
                <a:lnTo>
                  <a:pt x="25387" y="85255"/>
                </a:lnTo>
                <a:lnTo>
                  <a:pt x="60960" y="92964"/>
                </a:lnTo>
                <a:lnTo>
                  <a:pt x="72961" y="92113"/>
                </a:lnTo>
                <a:lnTo>
                  <a:pt x="108991" y="71869"/>
                </a:lnTo>
                <a:lnTo>
                  <a:pt x="116471" y="54825"/>
                </a:lnTo>
                <a:lnTo>
                  <a:pt x="117348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03" name="Google Shape;8403;p113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2540507" y="5073396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4" name="Google Shape;8404;p113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2482596" y="4578096"/>
            <a:ext cx="225551" cy="426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5" name="Google Shape;8405;p113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2540507" y="4104132"/>
            <a:ext cx="167639" cy="4099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6" name="Google Shape;8406;p113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2482596" y="3685032"/>
            <a:ext cx="175260" cy="344423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7" name="Google Shape;8407;p113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2482595" y="3258311"/>
            <a:ext cx="175260" cy="352043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8" name="Google Shape;8408;p113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2839211" y="8577071"/>
            <a:ext cx="175260" cy="4602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09" name="Google Shape;8409;p113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839211" y="8022335"/>
            <a:ext cx="225552" cy="478536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0" name="Google Shape;8410;p113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897123" y="7443216"/>
            <a:ext cx="117348" cy="499871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1" name="Google Shape;8411;p113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839211" y="6512052"/>
            <a:ext cx="225552" cy="864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2" name="Google Shape;8412;p113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839211" y="6118859"/>
            <a:ext cx="175260" cy="32004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3" name="Google Shape;8413;p113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839211" y="5771387"/>
            <a:ext cx="175259" cy="281939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4" name="Google Shape;8414;p113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839211" y="5414771"/>
            <a:ext cx="175260" cy="2956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5" name="Google Shape;8415;p113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839211" y="4611623"/>
            <a:ext cx="225552" cy="7284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416" name="Google Shape;8416;p113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839212" y="3771900"/>
            <a:ext cx="175260" cy="765048"/>
          </a:xfrm>
          <a:prstGeom prst="rect">
            <a:avLst/>
          </a:prstGeom>
          <a:noFill/>
          <a:ln>
            <a:noFill/>
          </a:ln>
        </p:spPr>
      </p:pic>
      <p:sp>
        <p:nvSpPr>
          <p:cNvPr id="8417" name="Google Shape;8417;p113"/>
          <p:cNvSpPr/>
          <p:nvPr/>
        </p:nvSpPr>
        <p:spPr>
          <a:xfrm>
            <a:off x="3255264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5720" y="3048"/>
                </a:lnTo>
                <a:lnTo>
                  <a:pt x="57912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7912" y="45720"/>
                </a:lnTo>
                <a:lnTo>
                  <a:pt x="45720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8" name="Google Shape;8418;p113"/>
          <p:cNvGrpSpPr/>
          <p:nvPr/>
        </p:nvGrpSpPr>
        <p:grpSpPr>
          <a:xfrm>
            <a:off x="3198875" y="8333232"/>
            <a:ext cx="170688" cy="541019"/>
            <a:chOff x="3198875" y="8333232"/>
            <a:chExt cx="170688" cy="541019"/>
          </a:xfrm>
        </p:grpSpPr>
        <p:pic>
          <p:nvPicPr>
            <p:cNvPr id="8419" name="Google Shape;8419;p113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3198875" y="8767572"/>
              <a:ext cx="170687" cy="1066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20" name="Google Shape;8420;p113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3252215" y="8333232"/>
              <a:ext cx="117348" cy="40843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421" name="Google Shape;8421;p113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3194303" y="7225283"/>
            <a:ext cx="225516" cy="10317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2" name="Google Shape;8422;p113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3194303" y="6128004"/>
            <a:ext cx="225516" cy="1025651"/>
          </a:xfrm>
          <a:prstGeom prst="rect">
            <a:avLst/>
          </a:prstGeom>
          <a:noFill/>
          <a:ln>
            <a:noFill/>
          </a:ln>
        </p:spPr>
      </p:pic>
      <p:sp>
        <p:nvSpPr>
          <p:cNvPr id="8423" name="Google Shape;8423;p113"/>
          <p:cNvSpPr/>
          <p:nvPr/>
        </p:nvSpPr>
        <p:spPr>
          <a:xfrm>
            <a:off x="3194291" y="5486400"/>
            <a:ext cx="175895" cy="567055"/>
          </a:xfrm>
          <a:custGeom>
            <a:rect b="b" l="l" r="r" t="t"/>
            <a:pathLst>
              <a:path extrusionOk="0" h="567054" w="175895">
                <a:moveTo>
                  <a:pt x="172212" y="344424"/>
                </a:moveTo>
                <a:lnTo>
                  <a:pt x="169164" y="344424"/>
                </a:lnTo>
                <a:lnTo>
                  <a:pt x="169164" y="353568"/>
                </a:lnTo>
                <a:lnTo>
                  <a:pt x="167640" y="355092"/>
                </a:lnTo>
                <a:lnTo>
                  <a:pt x="166116" y="358140"/>
                </a:lnTo>
                <a:lnTo>
                  <a:pt x="164592" y="358140"/>
                </a:lnTo>
                <a:lnTo>
                  <a:pt x="163068" y="359664"/>
                </a:lnTo>
                <a:lnTo>
                  <a:pt x="160020" y="361188"/>
                </a:lnTo>
                <a:lnTo>
                  <a:pt x="108204" y="361188"/>
                </a:lnTo>
                <a:lnTo>
                  <a:pt x="98755" y="361454"/>
                </a:lnTo>
                <a:lnTo>
                  <a:pt x="64008" y="373380"/>
                </a:lnTo>
                <a:lnTo>
                  <a:pt x="59436" y="377952"/>
                </a:lnTo>
                <a:lnTo>
                  <a:pt x="57912" y="384048"/>
                </a:lnTo>
                <a:lnTo>
                  <a:pt x="57912" y="396240"/>
                </a:lnTo>
                <a:lnTo>
                  <a:pt x="82296" y="428244"/>
                </a:lnTo>
                <a:lnTo>
                  <a:pt x="0" y="428244"/>
                </a:lnTo>
                <a:lnTo>
                  <a:pt x="0" y="434340"/>
                </a:lnTo>
                <a:lnTo>
                  <a:pt x="13716" y="466344"/>
                </a:lnTo>
                <a:lnTo>
                  <a:pt x="16764" y="464820"/>
                </a:lnTo>
                <a:lnTo>
                  <a:pt x="15240" y="461772"/>
                </a:lnTo>
                <a:lnTo>
                  <a:pt x="15240" y="452628"/>
                </a:lnTo>
                <a:lnTo>
                  <a:pt x="16764" y="451104"/>
                </a:lnTo>
                <a:lnTo>
                  <a:pt x="18288" y="451104"/>
                </a:lnTo>
                <a:lnTo>
                  <a:pt x="19812" y="449580"/>
                </a:lnTo>
                <a:lnTo>
                  <a:pt x="22860" y="449580"/>
                </a:lnTo>
                <a:lnTo>
                  <a:pt x="25908" y="448056"/>
                </a:lnTo>
                <a:lnTo>
                  <a:pt x="160020" y="448056"/>
                </a:lnTo>
                <a:lnTo>
                  <a:pt x="161544" y="449580"/>
                </a:lnTo>
                <a:lnTo>
                  <a:pt x="164592" y="451104"/>
                </a:lnTo>
                <a:lnTo>
                  <a:pt x="169164" y="455676"/>
                </a:lnTo>
                <a:lnTo>
                  <a:pt x="169164" y="464820"/>
                </a:lnTo>
                <a:lnTo>
                  <a:pt x="172212" y="464820"/>
                </a:lnTo>
                <a:lnTo>
                  <a:pt x="172212" y="411480"/>
                </a:lnTo>
                <a:lnTo>
                  <a:pt x="169164" y="411480"/>
                </a:lnTo>
                <a:lnTo>
                  <a:pt x="169164" y="420624"/>
                </a:lnTo>
                <a:lnTo>
                  <a:pt x="167640" y="422148"/>
                </a:lnTo>
                <a:lnTo>
                  <a:pt x="166116" y="425196"/>
                </a:lnTo>
                <a:lnTo>
                  <a:pt x="164592" y="426720"/>
                </a:lnTo>
                <a:lnTo>
                  <a:pt x="163068" y="426720"/>
                </a:lnTo>
                <a:lnTo>
                  <a:pt x="160020" y="428244"/>
                </a:lnTo>
                <a:lnTo>
                  <a:pt x="88392" y="428244"/>
                </a:lnTo>
                <a:lnTo>
                  <a:pt x="82296" y="422148"/>
                </a:lnTo>
                <a:lnTo>
                  <a:pt x="76200" y="413004"/>
                </a:lnTo>
                <a:lnTo>
                  <a:pt x="73152" y="403860"/>
                </a:lnTo>
                <a:lnTo>
                  <a:pt x="73152" y="396240"/>
                </a:lnTo>
                <a:lnTo>
                  <a:pt x="74676" y="391668"/>
                </a:lnTo>
                <a:lnTo>
                  <a:pt x="76200" y="388620"/>
                </a:lnTo>
                <a:lnTo>
                  <a:pt x="80772" y="384048"/>
                </a:lnTo>
                <a:lnTo>
                  <a:pt x="85344" y="382524"/>
                </a:lnTo>
                <a:lnTo>
                  <a:pt x="88392" y="382524"/>
                </a:lnTo>
                <a:lnTo>
                  <a:pt x="96012" y="381000"/>
                </a:lnTo>
                <a:lnTo>
                  <a:pt x="160020" y="381000"/>
                </a:lnTo>
                <a:lnTo>
                  <a:pt x="163068" y="382524"/>
                </a:lnTo>
                <a:lnTo>
                  <a:pt x="166116" y="385572"/>
                </a:lnTo>
                <a:lnTo>
                  <a:pt x="169164" y="387096"/>
                </a:lnTo>
                <a:lnTo>
                  <a:pt x="169164" y="397764"/>
                </a:lnTo>
                <a:lnTo>
                  <a:pt x="172212" y="397764"/>
                </a:lnTo>
                <a:lnTo>
                  <a:pt x="172212" y="344424"/>
                </a:lnTo>
                <a:close/>
              </a:path>
              <a:path extrusionOk="0" h="567054" w="175895">
                <a:moveTo>
                  <a:pt x="175260" y="489204"/>
                </a:moveTo>
                <a:lnTo>
                  <a:pt x="156972" y="464820"/>
                </a:lnTo>
                <a:lnTo>
                  <a:pt x="150876" y="464820"/>
                </a:lnTo>
                <a:lnTo>
                  <a:pt x="160020" y="473964"/>
                </a:lnTo>
                <a:lnTo>
                  <a:pt x="160020" y="478536"/>
                </a:lnTo>
                <a:lnTo>
                  <a:pt x="158496" y="480060"/>
                </a:lnTo>
                <a:lnTo>
                  <a:pt x="158496" y="481584"/>
                </a:lnTo>
                <a:lnTo>
                  <a:pt x="152400" y="481584"/>
                </a:lnTo>
                <a:lnTo>
                  <a:pt x="144780" y="483108"/>
                </a:lnTo>
                <a:lnTo>
                  <a:pt x="77724" y="483108"/>
                </a:lnTo>
                <a:lnTo>
                  <a:pt x="74676" y="484632"/>
                </a:lnTo>
                <a:lnTo>
                  <a:pt x="65532" y="490728"/>
                </a:lnTo>
                <a:lnTo>
                  <a:pt x="62484" y="495300"/>
                </a:lnTo>
                <a:lnTo>
                  <a:pt x="59436" y="501396"/>
                </a:lnTo>
                <a:lnTo>
                  <a:pt x="57950" y="510336"/>
                </a:lnTo>
                <a:lnTo>
                  <a:pt x="58000" y="521144"/>
                </a:lnTo>
                <a:lnTo>
                  <a:pt x="58115" y="523074"/>
                </a:lnTo>
                <a:lnTo>
                  <a:pt x="58191" y="524256"/>
                </a:lnTo>
                <a:lnTo>
                  <a:pt x="58483" y="529386"/>
                </a:lnTo>
                <a:lnTo>
                  <a:pt x="79248" y="562356"/>
                </a:lnTo>
                <a:lnTo>
                  <a:pt x="89916" y="562356"/>
                </a:lnTo>
                <a:lnTo>
                  <a:pt x="92964" y="560832"/>
                </a:lnTo>
                <a:lnTo>
                  <a:pt x="96012" y="557784"/>
                </a:lnTo>
                <a:lnTo>
                  <a:pt x="97536" y="554736"/>
                </a:lnTo>
                <a:lnTo>
                  <a:pt x="97536" y="548640"/>
                </a:lnTo>
                <a:lnTo>
                  <a:pt x="96012" y="547116"/>
                </a:lnTo>
                <a:lnTo>
                  <a:pt x="94488" y="544068"/>
                </a:lnTo>
                <a:lnTo>
                  <a:pt x="92964" y="542544"/>
                </a:lnTo>
                <a:lnTo>
                  <a:pt x="76200" y="542544"/>
                </a:lnTo>
                <a:lnTo>
                  <a:pt x="73152" y="541020"/>
                </a:lnTo>
                <a:lnTo>
                  <a:pt x="70104" y="536448"/>
                </a:lnTo>
                <a:lnTo>
                  <a:pt x="67056" y="533400"/>
                </a:lnTo>
                <a:lnTo>
                  <a:pt x="65532" y="530352"/>
                </a:lnTo>
                <a:lnTo>
                  <a:pt x="83820" y="502920"/>
                </a:lnTo>
                <a:lnTo>
                  <a:pt x="99060" y="502920"/>
                </a:lnTo>
                <a:lnTo>
                  <a:pt x="104495" y="516636"/>
                </a:lnTo>
                <a:lnTo>
                  <a:pt x="109347" y="528066"/>
                </a:lnTo>
                <a:lnTo>
                  <a:pt x="113639" y="537210"/>
                </a:lnTo>
                <a:lnTo>
                  <a:pt x="117348" y="544068"/>
                </a:lnTo>
                <a:lnTo>
                  <a:pt x="121920" y="553212"/>
                </a:lnTo>
                <a:lnTo>
                  <a:pt x="126492" y="559308"/>
                </a:lnTo>
                <a:lnTo>
                  <a:pt x="132588" y="562356"/>
                </a:lnTo>
                <a:lnTo>
                  <a:pt x="137160" y="565404"/>
                </a:lnTo>
                <a:lnTo>
                  <a:pt x="141732" y="566928"/>
                </a:lnTo>
                <a:lnTo>
                  <a:pt x="155448" y="566928"/>
                </a:lnTo>
                <a:lnTo>
                  <a:pt x="161544" y="563880"/>
                </a:lnTo>
                <a:lnTo>
                  <a:pt x="172212" y="553212"/>
                </a:lnTo>
                <a:lnTo>
                  <a:pt x="175260" y="547116"/>
                </a:lnTo>
                <a:lnTo>
                  <a:pt x="175260" y="533400"/>
                </a:lnTo>
                <a:lnTo>
                  <a:pt x="160020" y="508330"/>
                </a:lnTo>
                <a:lnTo>
                  <a:pt x="160020" y="533400"/>
                </a:lnTo>
                <a:lnTo>
                  <a:pt x="158496" y="536448"/>
                </a:lnTo>
                <a:lnTo>
                  <a:pt x="150876" y="544068"/>
                </a:lnTo>
                <a:lnTo>
                  <a:pt x="146304" y="547116"/>
                </a:lnTo>
                <a:lnTo>
                  <a:pt x="135636" y="547116"/>
                </a:lnTo>
                <a:lnTo>
                  <a:pt x="131064" y="545592"/>
                </a:lnTo>
                <a:lnTo>
                  <a:pt x="128016" y="542544"/>
                </a:lnTo>
                <a:lnTo>
                  <a:pt x="123444" y="539496"/>
                </a:lnTo>
                <a:lnTo>
                  <a:pt x="120396" y="534924"/>
                </a:lnTo>
                <a:lnTo>
                  <a:pt x="117348" y="527304"/>
                </a:lnTo>
                <a:lnTo>
                  <a:pt x="115049" y="523925"/>
                </a:lnTo>
                <a:lnTo>
                  <a:pt x="112585" y="518541"/>
                </a:lnTo>
                <a:lnTo>
                  <a:pt x="109855" y="511454"/>
                </a:lnTo>
                <a:lnTo>
                  <a:pt x="106680" y="502920"/>
                </a:lnTo>
                <a:lnTo>
                  <a:pt x="147828" y="502920"/>
                </a:lnTo>
                <a:lnTo>
                  <a:pt x="159359" y="524256"/>
                </a:lnTo>
                <a:lnTo>
                  <a:pt x="159918" y="528066"/>
                </a:lnTo>
                <a:lnTo>
                  <a:pt x="160020" y="533400"/>
                </a:lnTo>
                <a:lnTo>
                  <a:pt x="160020" y="508330"/>
                </a:lnTo>
                <a:lnTo>
                  <a:pt x="155448" y="502920"/>
                </a:lnTo>
                <a:lnTo>
                  <a:pt x="163068" y="502920"/>
                </a:lnTo>
                <a:lnTo>
                  <a:pt x="167640" y="501396"/>
                </a:lnTo>
                <a:lnTo>
                  <a:pt x="170688" y="498348"/>
                </a:lnTo>
                <a:lnTo>
                  <a:pt x="173736" y="496824"/>
                </a:lnTo>
                <a:lnTo>
                  <a:pt x="175260" y="493776"/>
                </a:lnTo>
                <a:lnTo>
                  <a:pt x="175260" y="489204"/>
                </a:lnTo>
                <a:close/>
              </a:path>
              <a:path extrusionOk="0" h="567054" w="175895">
                <a:moveTo>
                  <a:pt x="175260" y="284988"/>
                </a:moveTo>
                <a:lnTo>
                  <a:pt x="155308" y="249364"/>
                </a:lnTo>
                <a:lnTo>
                  <a:pt x="132588" y="240792"/>
                </a:lnTo>
                <a:lnTo>
                  <a:pt x="129540" y="243840"/>
                </a:lnTo>
                <a:lnTo>
                  <a:pt x="140208" y="246888"/>
                </a:lnTo>
                <a:lnTo>
                  <a:pt x="146304" y="251460"/>
                </a:lnTo>
                <a:lnTo>
                  <a:pt x="149352" y="257556"/>
                </a:lnTo>
                <a:lnTo>
                  <a:pt x="153924" y="262128"/>
                </a:lnTo>
                <a:lnTo>
                  <a:pt x="155448" y="268224"/>
                </a:lnTo>
                <a:lnTo>
                  <a:pt x="134048" y="308406"/>
                </a:lnTo>
                <a:lnTo>
                  <a:pt x="102108" y="315468"/>
                </a:lnTo>
                <a:lnTo>
                  <a:pt x="102108" y="265176"/>
                </a:lnTo>
                <a:lnTo>
                  <a:pt x="102108" y="240792"/>
                </a:lnTo>
                <a:lnTo>
                  <a:pt x="94488" y="241287"/>
                </a:lnTo>
                <a:lnTo>
                  <a:pt x="94488" y="265176"/>
                </a:lnTo>
                <a:lnTo>
                  <a:pt x="94488" y="315468"/>
                </a:lnTo>
                <a:lnTo>
                  <a:pt x="85344" y="313944"/>
                </a:lnTo>
                <a:lnTo>
                  <a:pt x="77724" y="310896"/>
                </a:lnTo>
                <a:lnTo>
                  <a:pt x="68580" y="301752"/>
                </a:lnTo>
                <a:lnTo>
                  <a:pt x="65532" y="295656"/>
                </a:lnTo>
                <a:lnTo>
                  <a:pt x="65532" y="284988"/>
                </a:lnTo>
                <a:lnTo>
                  <a:pt x="67056" y="280416"/>
                </a:lnTo>
                <a:lnTo>
                  <a:pt x="70104" y="275844"/>
                </a:lnTo>
                <a:lnTo>
                  <a:pt x="71628" y="272796"/>
                </a:lnTo>
                <a:lnTo>
                  <a:pt x="76200" y="269748"/>
                </a:lnTo>
                <a:lnTo>
                  <a:pt x="79248" y="266700"/>
                </a:lnTo>
                <a:lnTo>
                  <a:pt x="82296" y="266700"/>
                </a:lnTo>
                <a:lnTo>
                  <a:pt x="88392" y="265176"/>
                </a:lnTo>
                <a:lnTo>
                  <a:pt x="94488" y="265176"/>
                </a:lnTo>
                <a:lnTo>
                  <a:pt x="94488" y="241287"/>
                </a:lnTo>
                <a:lnTo>
                  <a:pt x="61150" y="265938"/>
                </a:lnTo>
                <a:lnTo>
                  <a:pt x="57912" y="283464"/>
                </a:lnTo>
                <a:lnTo>
                  <a:pt x="59016" y="293446"/>
                </a:lnTo>
                <a:lnTo>
                  <a:pt x="82016" y="325399"/>
                </a:lnTo>
                <a:lnTo>
                  <a:pt x="118872" y="333756"/>
                </a:lnTo>
                <a:lnTo>
                  <a:pt x="131216" y="332879"/>
                </a:lnTo>
                <a:lnTo>
                  <a:pt x="130975" y="332879"/>
                </a:lnTo>
                <a:lnTo>
                  <a:pt x="141732" y="330327"/>
                </a:lnTo>
                <a:lnTo>
                  <a:pt x="151447" y="326047"/>
                </a:lnTo>
                <a:lnTo>
                  <a:pt x="160020" y="320040"/>
                </a:lnTo>
                <a:lnTo>
                  <a:pt x="163931" y="315468"/>
                </a:lnTo>
                <a:lnTo>
                  <a:pt x="166903" y="312000"/>
                </a:lnTo>
                <a:lnTo>
                  <a:pt x="171640" y="303657"/>
                </a:lnTo>
                <a:lnTo>
                  <a:pt x="171767" y="303276"/>
                </a:lnTo>
                <a:lnTo>
                  <a:pt x="174383" y="294754"/>
                </a:lnTo>
                <a:lnTo>
                  <a:pt x="174498" y="293446"/>
                </a:lnTo>
                <a:lnTo>
                  <a:pt x="175260" y="284988"/>
                </a:lnTo>
                <a:close/>
              </a:path>
              <a:path extrusionOk="0" h="567054" w="175895">
                <a:moveTo>
                  <a:pt x="175260" y="144780"/>
                </a:moveTo>
                <a:lnTo>
                  <a:pt x="174117" y="139052"/>
                </a:lnTo>
                <a:lnTo>
                  <a:pt x="170688" y="133159"/>
                </a:lnTo>
                <a:lnTo>
                  <a:pt x="164973" y="127000"/>
                </a:lnTo>
                <a:lnTo>
                  <a:pt x="156972" y="120396"/>
                </a:lnTo>
                <a:lnTo>
                  <a:pt x="150876" y="120396"/>
                </a:lnTo>
                <a:lnTo>
                  <a:pt x="160020" y="129540"/>
                </a:lnTo>
                <a:lnTo>
                  <a:pt x="160020" y="135636"/>
                </a:lnTo>
                <a:lnTo>
                  <a:pt x="158496" y="135636"/>
                </a:lnTo>
                <a:lnTo>
                  <a:pt x="158496" y="137160"/>
                </a:lnTo>
                <a:lnTo>
                  <a:pt x="153924" y="137160"/>
                </a:lnTo>
                <a:lnTo>
                  <a:pt x="152400" y="138684"/>
                </a:lnTo>
                <a:lnTo>
                  <a:pt x="77724" y="138684"/>
                </a:lnTo>
                <a:lnTo>
                  <a:pt x="74676" y="140208"/>
                </a:lnTo>
                <a:lnTo>
                  <a:pt x="65532" y="146304"/>
                </a:lnTo>
                <a:lnTo>
                  <a:pt x="62484" y="150876"/>
                </a:lnTo>
                <a:lnTo>
                  <a:pt x="60490" y="156641"/>
                </a:lnTo>
                <a:lnTo>
                  <a:pt x="60413" y="156972"/>
                </a:lnTo>
                <a:lnTo>
                  <a:pt x="59055" y="162687"/>
                </a:lnTo>
                <a:lnTo>
                  <a:pt x="59016" y="163068"/>
                </a:lnTo>
                <a:lnTo>
                  <a:pt x="58204" y="169316"/>
                </a:lnTo>
                <a:lnTo>
                  <a:pt x="58115" y="179832"/>
                </a:lnTo>
                <a:lnTo>
                  <a:pt x="58483" y="185623"/>
                </a:lnTo>
                <a:lnTo>
                  <a:pt x="58559" y="185928"/>
                </a:lnTo>
                <a:lnTo>
                  <a:pt x="60198" y="193738"/>
                </a:lnTo>
                <a:lnTo>
                  <a:pt x="63055" y="201002"/>
                </a:lnTo>
                <a:lnTo>
                  <a:pt x="63169" y="201168"/>
                </a:lnTo>
                <a:lnTo>
                  <a:pt x="67056" y="207264"/>
                </a:lnTo>
                <a:lnTo>
                  <a:pt x="73152" y="213360"/>
                </a:lnTo>
                <a:lnTo>
                  <a:pt x="79248" y="217932"/>
                </a:lnTo>
                <a:lnTo>
                  <a:pt x="89916" y="217932"/>
                </a:lnTo>
                <a:lnTo>
                  <a:pt x="92964" y="216408"/>
                </a:lnTo>
                <a:lnTo>
                  <a:pt x="96012" y="213360"/>
                </a:lnTo>
                <a:lnTo>
                  <a:pt x="97536" y="210312"/>
                </a:lnTo>
                <a:lnTo>
                  <a:pt x="97536" y="204216"/>
                </a:lnTo>
                <a:lnTo>
                  <a:pt x="94488" y="201168"/>
                </a:lnTo>
                <a:lnTo>
                  <a:pt x="94411" y="201002"/>
                </a:lnTo>
                <a:lnTo>
                  <a:pt x="92964" y="198120"/>
                </a:lnTo>
                <a:lnTo>
                  <a:pt x="76200" y="198120"/>
                </a:lnTo>
                <a:lnTo>
                  <a:pt x="73152" y="196596"/>
                </a:lnTo>
                <a:lnTo>
                  <a:pt x="67056" y="190500"/>
                </a:lnTo>
                <a:lnTo>
                  <a:pt x="65532" y="185928"/>
                </a:lnTo>
                <a:lnTo>
                  <a:pt x="65532" y="173736"/>
                </a:lnTo>
                <a:lnTo>
                  <a:pt x="67056" y="167640"/>
                </a:lnTo>
                <a:lnTo>
                  <a:pt x="71628" y="163068"/>
                </a:lnTo>
                <a:lnTo>
                  <a:pt x="76200" y="160020"/>
                </a:lnTo>
                <a:lnTo>
                  <a:pt x="83820" y="158496"/>
                </a:lnTo>
                <a:lnTo>
                  <a:pt x="99060" y="158496"/>
                </a:lnTo>
                <a:lnTo>
                  <a:pt x="104495" y="172237"/>
                </a:lnTo>
                <a:lnTo>
                  <a:pt x="109347" y="183832"/>
                </a:lnTo>
                <a:lnTo>
                  <a:pt x="132588" y="217932"/>
                </a:lnTo>
                <a:lnTo>
                  <a:pt x="137160" y="220980"/>
                </a:lnTo>
                <a:lnTo>
                  <a:pt x="141732" y="222504"/>
                </a:lnTo>
                <a:lnTo>
                  <a:pt x="155448" y="222504"/>
                </a:lnTo>
                <a:lnTo>
                  <a:pt x="161544" y="219456"/>
                </a:lnTo>
                <a:lnTo>
                  <a:pt x="167640" y="214884"/>
                </a:lnTo>
                <a:lnTo>
                  <a:pt x="172212" y="208788"/>
                </a:lnTo>
                <a:lnTo>
                  <a:pt x="175260" y="202692"/>
                </a:lnTo>
                <a:lnTo>
                  <a:pt x="175260" y="188976"/>
                </a:lnTo>
                <a:lnTo>
                  <a:pt x="172212" y="179832"/>
                </a:lnTo>
                <a:lnTo>
                  <a:pt x="170243" y="176936"/>
                </a:lnTo>
                <a:lnTo>
                  <a:pt x="170129" y="176784"/>
                </a:lnTo>
                <a:lnTo>
                  <a:pt x="161721" y="166547"/>
                </a:lnTo>
                <a:lnTo>
                  <a:pt x="160020" y="164376"/>
                </a:lnTo>
                <a:lnTo>
                  <a:pt x="160020" y="188976"/>
                </a:lnTo>
                <a:lnTo>
                  <a:pt x="158546" y="193433"/>
                </a:lnTo>
                <a:lnTo>
                  <a:pt x="158686" y="193433"/>
                </a:lnTo>
                <a:lnTo>
                  <a:pt x="153924" y="196596"/>
                </a:lnTo>
                <a:lnTo>
                  <a:pt x="150876" y="201168"/>
                </a:lnTo>
                <a:lnTo>
                  <a:pt x="146304" y="202692"/>
                </a:lnTo>
                <a:lnTo>
                  <a:pt x="135636" y="202692"/>
                </a:lnTo>
                <a:lnTo>
                  <a:pt x="131064" y="201168"/>
                </a:lnTo>
                <a:lnTo>
                  <a:pt x="128016" y="198120"/>
                </a:lnTo>
                <a:lnTo>
                  <a:pt x="123444" y="195072"/>
                </a:lnTo>
                <a:lnTo>
                  <a:pt x="120396" y="190500"/>
                </a:lnTo>
                <a:lnTo>
                  <a:pt x="117348" y="182880"/>
                </a:lnTo>
                <a:lnTo>
                  <a:pt x="115049" y="179501"/>
                </a:lnTo>
                <a:lnTo>
                  <a:pt x="112585" y="174117"/>
                </a:lnTo>
                <a:lnTo>
                  <a:pt x="109855" y="167030"/>
                </a:lnTo>
                <a:lnTo>
                  <a:pt x="106680" y="158496"/>
                </a:lnTo>
                <a:lnTo>
                  <a:pt x="147828" y="158496"/>
                </a:lnTo>
                <a:lnTo>
                  <a:pt x="159359" y="179832"/>
                </a:lnTo>
                <a:lnTo>
                  <a:pt x="159943" y="183832"/>
                </a:lnTo>
                <a:lnTo>
                  <a:pt x="160020" y="188976"/>
                </a:lnTo>
                <a:lnTo>
                  <a:pt x="160020" y="164376"/>
                </a:lnTo>
                <a:lnTo>
                  <a:pt x="155448" y="158496"/>
                </a:lnTo>
                <a:lnTo>
                  <a:pt x="163068" y="158496"/>
                </a:lnTo>
                <a:lnTo>
                  <a:pt x="167640" y="156972"/>
                </a:lnTo>
                <a:lnTo>
                  <a:pt x="170688" y="153924"/>
                </a:lnTo>
                <a:lnTo>
                  <a:pt x="173736" y="152400"/>
                </a:lnTo>
                <a:lnTo>
                  <a:pt x="175260" y="149352"/>
                </a:lnTo>
                <a:lnTo>
                  <a:pt x="175260" y="144780"/>
                </a:lnTo>
                <a:close/>
              </a:path>
              <a:path extrusionOk="0" h="567054" w="175895">
                <a:moveTo>
                  <a:pt x="175272" y="32004"/>
                </a:moveTo>
                <a:lnTo>
                  <a:pt x="161556" y="0"/>
                </a:lnTo>
                <a:lnTo>
                  <a:pt x="158508" y="1524"/>
                </a:lnTo>
                <a:lnTo>
                  <a:pt x="160032" y="4572"/>
                </a:lnTo>
                <a:lnTo>
                  <a:pt x="160032" y="12192"/>
                </a:lnTo>
                <a:lnTo>
                  <a:pt x="158508" y="13716"/>
                </a:lnTo>
                <a:lnTo>
                  <a:pt x="158508" y="15240"/>
                </a:lnTo>
                <a:lnTo>
                  <a:pt x="155460" y="15240"/>
                </a:lnTo>
                <a:lnTo>
                  <a:pt x="152412" y="16764"/>
                </a:lnTo>
                <a:lnTo>
                  <a:pt x="12" y="16764"/>
                </a:lnTo>
                <a:lnTo>
                  <a:pt x="12" y="22860"/>
                </a:lnTo>
                <a:lnTo>
                  <a:pt x="13728" y="53340"/>
                </a:lnTo>
                <a:lnTo>
                  <a:pt x="16776" y="51816"/>
                </a:lnTo>
                <a:lnTo>
                  <a:pt x="15252" y="48768"/>
                </a:lnTo>
                <a:lnTo>
                  <a:pt x="15252" y="41148"/>
                </a:lnTo>
                <a:lnTo>
                  <a:pt x="16776" y="41148"/>
                </a:lnTo>
                <a:lnTo>
                  <a:pt x="19824" y="38100"/>
                </a:lnTo>
                <a:lnTo>
                  <a:pt x="22872" y="38100"/>
                </a:lnTo>
                <a:lnTo>
                  <a:pt x="25920" y="36576"/>
                </a:lnTo>
                <a:lnTo>
                  <a:pt x="68592" y="36576"/>
                </a:lnTo>
                <a:lnTo>
                  <a:pt x="63703" y="41681"/>
                </a:lnTo>
                <a:lnTo>
                  <a:pt x="60401" y="47625"/>
                </a:lnTo>
                <a:lnTo>
                  <a:pt x="58508" y="54152"/>
                </a:lnTo>
                <a:lnTo>
                  <a:pt x="58445" y="54864"/>
                </a:lnTo>
                <a:lnTo>
                  <a:pt x="57924" y="60960"/>
                </a:lnTo>
                <a:lnTo>
                  <a:pt x="59080" y="71843"/>
                </a:lnTo>
                <a:lnTo>
                  <a:pt x="88061" y="105067"/>
                </a:lnTo>
                <a:lnTo>
                  <a:pt x="121932" y="112776"/>
                </a:lnTo>
                <a:lnTo>
                  <a:pt x="133337" y="111925"/>
                </a:lnTo>
                <a:lnTo>
                  <a:pt x="133121" y="111925"/>
                </a:lnTo>
                <a:lnTo>
                  <a:pt x="143268" y="109537"/>
                </a:lnTo>
                <a:lnTo>
                  <a:pt x="152361" y="105714"/>
                </a:lnTo>
                <a:lnTo>
                  <a:pt x="160032" y="100584"/>
                </a:lnTo>
                <a:lnTo>
                  <a:pt x="166903" y="93446"/>
                </a:lnTo>
                <a:lnTo>
                  <a:pt x="169075" y="89916"/>
                </a:lnTo>
                <a:lnTo>
                  <a:pt x="171653" y="85725"/>
                </a:lnTo>
                <a:lnTo>
                  <a:pt x="174383" y="77444"/>
                </a:lnTo>
                <a:lnTo>
                  <a:pt x="175196" y="69342"/>
                </a:lnTo>
                <a:lnTo>
                  <a:pt x="175272" y="62484"/>
                </a:lnTo>
                <a:lnTo>
                  <a:pt x="173748" y="57912"/>
                </a:lnTo>
                <a:lnTo>
                  <a:pt x="170700" y="51816"/>
                </a:lnTo>
                <a:lnTo>
                  <a:pt x="169176" y="47244"/>
                </a:lnTo>
                <a:lnTo>
                  <a:pt x="163080" y="42672"/>
                </a:lnTo>
                <a:lnTo>
                  <a:pt x="160032" y="39624"/>
                </a:lnTo>
                <a:lnTo>
                  <a:pt x="160032" y="50292"/>
                </a:lnTo>
                <a:lnTo>
                  <a:pt x="160032" y="57912"/>
                </a:lnTo>
                <a:lnTo>
                  <a:pt x="159194" y="63627"/>
                </a:lnTo>
                <a:lnTo>
                  <a:pt x="122250" y="89331"/>
                </a:lnTo>
                <a:lnTo>
                  <a:pt x="122567" y="89331"/>
                </a:lnTo>
                <a:lnTo>
                  <a:pt x="111264" y="89916"/>
                </a:lnTo>
                <a:lnTo>
                  <a:pt x="99758" y="89331"/>
                </a:lnTo>
                <a:lnTo>
                  <a:pt x="90119" y="87439"/>
                </a:lnTo>
                <a:lnTo>
                  <a:pt x="81902" y="84137"/>
                </a:lnTo>
                <a:lnTo>
                  <a:pt x="74688" y="79248"/>
                </a:lnTo>
                <a:lnTo>
                  <a:pt x="68592" y="74676"/>
                </a:lnTo>
                <a:lnTo>
                  <a:pt x="65544" y="68580"/>
                </a:lnTo>
                <a:lnTo>
                  <a:pt x="65544" y="57912"/>
                </a:lnTo>
                <a:lnTo>
                  <a:pt x="67068" y="54864"/>
                </a:lnTo>
                <a:lnTo>
                  <a:pt x="68592" y="50292"/>
                </a:lnTo>
                <a:lnTo>
                  <a:pt x="74688" y="44196"/>
                </a:lnTo>
                <a:lnTo>
                  <a:pt x="83832" y="38100"/>
                </a:lnTo>
                <a:lnTo>
                  <a:pt x="88404" y="38100"/>
                </a:lnTo>
                <a:lnTo>
                  <a:pt x="94500" y="36576"/>
                </a:lnTo>
                <a:lnTo>
                  <a:pt x="149364" y="36576"/>
                </a:lnTo>
                <a:lnTo>
                  <a:pt x="156984" y="44196"/>
                </a:lnTo>
                <a:lnTo>
                  <a:pt x="160032" y="50292"/>
                </a:lnTo>
                <a:lnTo>
                  <a:pt x="160032" y="39624"/>
                </a:lnTo>
                <a:lnTo>
                  <a:pt x="156984" y="36576"/>
                </a:lnTo>
                <a:lnTo>
                  <a:pt x="175272" y="36576"/>
                </a:lnTo>
                <a:lnTo>
                  <a:pt x="175272" y="320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4" name="Google Shape;8424;p113"/>
          <p:cNvSpPr/>
          <p:nvPr/>
        </p:nvSpPr>
        <p:spPr>
          <a:xfrm>
            <a:off x="3657600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25" name="Google Shape;8425;p113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550920" y="8113776"/>
            <a:ext cx="225516" cy="728471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6" name="Google Shape;8426;p113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3608832" y="7938516"/>
            <a:ext cx="117348" cy="102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7" name="Google Shape;8427;p113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550920" y="6219444"/>
            <a:ext cx="225552" cy="1650491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8" name="Google Shape;8428;p113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608832" y="5907024"/>
            <a:ext cx="117348" cy="237743"/>
          </a:xfrm>
          <a:prstGeom prst="rect">
            <a:avLst/>
          </a:prstGeom>
          <a:noFill/>
          <a:ln>
            <a:noFill/>
          </a:ln>
        </p:spPr>
      </p:pic>
      <p:pic>
        <p:nvPicPr>
          <p:cNvPr id="8429" name="Google Shape;8429;p113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550920" y="5551932"/>
            <a:ext cx="175260" cy="2941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430" name="Google Shape;8430;p113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550920" y="4447032"/>
            <a:ext cx="225552" cy="10256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431" name="Google Shape;8431;p113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550920" y="3102864"/>
            <a:ext cx="225552" cy="1269491"/>
          </a:xfrm>
          <a:prstGeom prst="rect">
            <a:avLst/>
          </a:prstGeom>
          <a:noFill/>
          <a:ln>
            <a:noFill/>
          </a:ln>
        </p:spPr>
      </p:pic>
      <p:pic>
        <p:nvPicPr>
          <p:cNvPr id="8432" name="Google Shape;8432;p113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906011" y="8153400"/>
            <a:ext cx="175260" cy="871727"/>
          </a:xfrm>
          <a:prstGeom prst="rect">
            <a:avLst/>
          </a:prstGeom>
          <a:noFill/>
          <a:ln>
            <a:noFill/>
          </a:ln>
        </p:spPr>
      </p:pic>
      <p:pic>
        <p:nvPicPr>
          <p:cNvPr id="8433" name="Google Shape;8433;p113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906011" y="7930895"/>
            <a:ext cx="175260" cy="147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34" name="Google Shape;8434;p113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906011" y="7566659"/>
            <a:ext cx="175260" cy="295655"/>
          </a:xfrm>
          <a:prstGeom prst="rect">
            <a:avLst/>
          </a:prstGeom>
          <a:noFill/>
          <a:ln>
            <a:noFill/>
          </a:ln>
        </p:spPr>
      </p:pic>
      <p:pic>
        <p:nvPicPr>
          <p:cNvPr id="8435" name="Google Shape;8435;p113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963923" y="6719316"/>
            <a:ext cx="167640" cy="78028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36" name="Google Shape;8436;p113"/>
          <p:cNvGrpSpPr/>
          <p:nvPr/>
        </p:nvGrpSpPr>
        <p:grpSpPr>
          <a:xfrm>
            <a:off x="3906011" y="6039611"/>
            <a:ext cx="175260" cy="606552"/>
            <a:chOff x="3906011" y="6039611"/>
            <a:chExt cx="175260" cy="606552"/>
          </a:xfrm>
        </p:grpSpPr>
        <p:pic>
          <p:nvPicPr>
            <p:cNvPr id="8437" name="Google Shape;8437;p113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906012" y="6423660"/>
              <a:ext cx="175259" cy="22250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38" name="Google Shape;8438;p113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906011" y="6039611"/>
              <a:ext cx="175260" cy="34594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439" name="Google Shape;8439;p113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963923" y="4840223"/>
            <a:ext cx="167640" cy="1130807"/>
          </a:xfrm>
          <a:prstGeom prst="rect">
            <a:avLst/>
          </a:prstGeom>
          <a:noFill/>
          <a:ln>
            <a:noFill/>
          </a:ln>
        </p:spPr>
      </p:pic>
      <p:sp>
        <p:nvSpPr>
          <p:cNvPr id="8440" name="Google Shape;8440;p113"/>
          <p:cNvSpPr/>
          <p:nvPr/>
        </p:nvSpPr>
        <p:spPr>
          <a:xfrm>
            <a:off x="4322064" y="8964168"/>
            <a:ext cx="60960" cy="60960"/>
          </a:xfrm>
          <a:custGeom>
            <a:rect b="b" l="l" r="r" t="t"/>
            <a:pathLst>
              <a:path extrusionOk="0" h="60959" w="60960">
                <a:moveTo>
                  <a:pt x="39624" y="60960"/>
                </a:moveTo>
                <a:lnTo>
                  <a:pt x="22860" y="60960"/>
                </a:lnTo>
                <a:lnTo>
                  <a:pt x="15240" y="57912"/>
                </a:lnTo>
                <a:lnTo>
                  <a:pt x="9144" y="51816"/>
                </a:lnTo>
                <a:lnTo>
                  <a:pt x="3048" y="45720"/>
                </a:lnTo>
                <a:lnTo>
                  <a:pt x="0" y="39624"/>
                </a:lnTo>
                <a:lnTo>
                  <a:pt x="0" y="22860"/>
                </a:lnTo>
                <a:lnTo>
                  <a:pt x="3048" y="15240"/>
                </a:lnTo>
                <a:lnTo>
                  <a:pt x="15240" y="3048"/>
                </a:lnTo>
                <a:lnTo>
                  <a:pt x="22860" y="0"/>
                </a:lnTo>
                <a:lnTo>
                  <a:pt x="39624" y="0"/>
                </a:lnTo>
                <a:lnTo>
                  <a:pt x="47244" y="3048"/>
                </a:lnTo>
                <a:lnTo>
                  <a:pt x="59436" y="15240"/>
                </a:lnTo>
                <a:lnTo>
                  <a:pt x="60960" y="22860"/>
                </a:lnTo>
                <a:lnTo>
                  <a:pt x="60960" y="39624"/>
                </a:lnTo>
                <a:lnTo>
                  <a:pt x="59436" y="45720"/>
                </a:lnTo>
                <a:lnTo>
                  <a:pt x="47244" y="57912"/>
                </a:lnTo>
                <a:lnTo>
                  <a:pt x="39624" y="609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41" name="Google Shape;8441;p113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4261103" y="7078980"/>
            <a:ext cx="225523" cy="1808987"/>
          </a:xfrm>
          <a:prstGeom prst="rect">
            <a:avLst/>
          </a:prstGeom>
          <a:noFill/>
          <a:ln>
            <a:noFill/>
          </a:ln>
        </p:spPr>
      </p:pic>
      <p:pic>
        <p:nvPicPr>
          <p:cNvPr id="8442" name="Google Shape;8442;p113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4261103" y="5588508"/>
            <a:ext cx="225523" cy="1412747"/>
          </a:xfrm>
          <a:prstGeom prst="rect">
            <a:avLst/>
          </a:prstGeom>
          <a:noFill/>
          <a:ln>
            <a:noFill/>
          </a:ln>
        </p:spPr>
      </p:pic>
      <p:pic>
        <p:nvPicPr>
          <p:cNvPr id="8443" name="Google Shape;8443;p113"/>
          <p:cNvPicPr preferRelativeResize="0"/>
          <p:nvPr/>
        </p:nvPicPr>
        <p:blipFill rotWithShape="1">
          <a:blip r:embed="rId40">
            <a:alphaModFix/>
          </a:blip>
          <a:srcRect b="0" l="0" r="0" t="0"/>
          <a:stretch/>
        </p:blipFill>
        <p:spPr>
          <a:xfrm>
            <a:off x="4261103" y="5149595"/>
            <a:ext cx="175260" cy="370332"/>
          </a:xfrm>
          <a:prstGeom prst="rect">
            <a:avLst/>
          </a:prstGeom>
          <a:noFill/>
          <a:ln>
            <a:noFill/>
          </a:ln>
        </p:spPr>
      </p:pic>
      <p:sp>
        <p:nvSpPr>
          <p:cNvPr id="8444" name="Google Shape;8444;p113"/>
          <p:cNvSpPr/>
          <p:nvPr/>
        </p:nvSpPr>
        <p:spPr>
          <a:xfrm>
            <a:off x="4319003" y="4399788"/>
            <a:ext cx="167640" cy="683260"/>
          </a:xfrm>
          <a:custGeom>
            <a:rect b="b" l="l" r="r" t="t"/>
            <a:pathLst>
              <a:path extrusionOk="0" h="683260" w="167639">
                <a:moveTo>
                  <a:pt x="114312" y="147828"/>
                </a:moveTo>
                <a:lnTo>
                  <a:pt x="111264" y="147828"/>
                </a:lnTo>
                <a:lnTo>
                  <a:pt x="111264" y="156972"/>
                </a:lnTo>
                <a:lnTo>
                  <a:pt x="109740" y="160020"/>
                </a:lnTo>
                <a:lnTo>
                  <a:pt x="103644" y="166116"/>
                </a:lnTo>
                <a:lnTo>
                  <a:pt x="100596" y="167640"/>
                </a:lnTo>
                <a:lnTo>
                  <a:pt x="35064" y="167640"/>
                </a:lnTo>
                <a:lnTo>
                  <a:pt x="28968" y="164592"/>
                </a:lnTo>
                <a:lnTo>
                  <a:pt x="22872" y="160020"/>
                </a:lnTo>
                <a:lnTo>
                  <a:pt x="19824" y="156972"/>
                </a:lnTo>
                <a:lnTo>
                  <a:pt x="18300" y="153924"/>
                </a:lnTo>
                <a:lnTo>
                  <a:pt x="16776" y="152400"/>
                </a:lnTo>
                <a:lnTo>
                  <a:pt x="16776" y="149352"/>
                </a:lnTo>
                <a:lnTo>
                  <a:pt x="18300" y="146304"/>
                </a:lnTo>
                <a:lnTo>
                  <a:pt x="24396" y="140208"/>
                </a:lnTo>
                <a:lnTo>
                  <a:pt x="24396" y="129540"/>
                </a:lnTo>
                <a:lnTo>
                  <a:pt x="19824" y="124968"/>
                </a:lnTo>
                <a:lnTo>
                  <a:pt x="16776" y="123444"/>
                </a:lnTo>
                <a:lnTo>
                  <a:pt x="10680" y="123444"/>
                </a:lnTo>
                <a:lnTo>
                  <a:pt x="7632" y="124968"/>
                </a:lnTo>
                <a:lnTo>
                  <a:pt x="1536" y="131064"/>
                </a:lnTo>
                <a:lnTo>
                  <a:pt x="12" y="135636"/>
                </a:lnTo>
                <a:lnTo>
                  <a:pt x="12" y="138684"/>
                </a:lnTo>
                <a:lnTo>
                  <a:pt x="1701" y="146431"/>
                </a:lnTo>
                <a:lnTo>
                  <a:pt x="6680" y="153733"/>
                </a:lnTo>
                <a:lnTo>
                  <a:pt x="14795" y="160769"/>
                </a:lnTo>
                <a:lnTo>
                  <a:pt x="25920" y="167640"/>
                </a:lnTo>
                <a:lnTo>
                  <a:pt x="12" y="167640"/>
                </a:lnTo>
                <a:lnTo>
                  <a:pt x="12" y="173736"/>
                </a:lnTo>
                <a:lnTo>
                  <a:pt x="13728" y="205740"/>
                </a:lnTo>
                <a:lnTo>
                  <a:pt x="16776" y="205740"/>
                </a:lnTo>
                <a:lnTo>
                  <a:pt x="16776" y="202692"/>
                </a:lnTo>
                <a:lnTo>
                  <a:pt x="15252" y="199644"/>
                </a:lnTo>
                <a:lnTo>
                  <a:pt x="15252" y="195072"/>
                </a:lnTo>
                <a:lnTo>
                  <a:pt x="16776" y="193548"/>
                </a:lnTo>
                <a:lnTo>
                  <a:pt x="16776" y="192024"/>
                </a:lnTo>
                <a:lnTo>
                  <a:pt x="19824" y="188976"/>
                </a:lnTo>
                <a:lnTo>
                  <a:pt x="25920" y="188976"/>
                </a:lnTo>
                <a:lnTo>
                  <a:pt x="33540" y="187452"/>
                </a:lnTo>
                <a:lnTo>
                  <a:pt x="102120" y="187452"/>
                </a:lnTo>
                <a:lnTo>
                  <a:pt x="102120" y="188976"/>
                </a:lnTo>
                <a:lnTo>
                  <a:pt x="105168" y="188976"/>
                </a:lnTo>
                <a:lnTo>
                  <a:pt x="108216" y="190500"/>
                </a:lnTo>
                <a:lnTo>
                  <a:pt x="109740" y="192024"/>
                </a:lnTo>
                <a:lnTo>
                  <a:pt x="111264" y="195072"/>
                </a:lnTo>
                <a:lnTo>
                  <a:pt x="111264" y="204216"/>
                </a:lnTo>
                <a:lnTo>
                  <a:pt x="114312" y="204216"/>
                </a:lnTo>
                <a:lnTo>
                  <a:pt x="114312" y="147828"/>
                </a:lnTo>
                <a:close/>
              </a:path>
              <a:path extrusionOk="0" h="683260" w="167639">
                <a:moveTo>
                  <a:pt x="114312" y="0"/>
                </a:moveTo>
                <a:lnTo>
                  <a:pt x="111264" y="0"/>
                </a:lnTo>
                <a:lnTo>
                  <a:pt x="111264" y="9144"/>
                </a:lnTo>
                <a:lnTo>
                  <a:pt x="109740" y="10668"/>
                </a:lnTo>
                <a:lnTo>
                  <a:pt x="109740" y="13716"/>
                </a:lnTo>
                <a:lnTo>
                  <a:pt x="108216" y="13716"/>
                </a:lnTo>
                <a:lnTo>
                  <a:pt x="102120" y="16764"/>
                </a:lnTo>
                <a:lnTo>
                  <a:pt x="33540" y="16764"/>
                </a:lnTo>
                <a:lnTo>
                  <a:pt x="25920" y="18288"/>
                </a:lnTo>
                <a:lnTo>
                  <a:pt x="19824" y="19812"/>
                </a:lnTo>
                <a:lnTo>
                  <a:pt x="7632" y="25908"/>
                </a:lnTo>
                <a:lnTo>
                  <a:pt x="1536" y="35052"/>
                </a:lnTo>
                <a:lnTo>
                  <a:pt x="12" y="39624"/>
                </a:lnTo>
                <a:lnTo>
                  <a:pt x="12" y="45720"/>
                </a:lnTo>
                <a:lnTo>
                  <a:pt x="1663" y="54864"/>
                </a:lnTo>
                <a:lnTo>
                  <a:pt x="6489" y="64198"/>
                </a:lnTo>
                <a:lnTo>
                  <a:pt x="14147" y="73799"/>
                </a:lnTo>
                <a:lnTo>
                  <a:pt x="24396" y="83820"/>
                </a:lnTo>
                <a:lnTo>
                  <a:pt x="12" y="83820"/>
                </a:lnTo>
                <a:lnTo>
                  <a:pt x="12" y="89916"/>
                </a:lnTo>
                <a:lnTo>
                  <a:pt x="13728" y="121920"/>
                </a:lnTo>
                <a:lnTo>
                  <a:pt x="16776" y="120396"/>
                </a:lnTo>
                <a:lnTo>
                  <a:pt x="16776" y="117348"/>
                </a:lnTo>
                <a:lnTo>
                  <a:pt x="15252" y="114300"/>
                </a:lnTo>
                <a:lnTo>
                  <a:pt x="15252" y="109728"/>
                </a:lnTo>
                <a:lnTo>
                  <a:pt x="19824" y="105156"/>
                </a:lnTo>
                <a:lnTo>
                  <a:pt x="22872" y="105156"/>
                </a:lnTo>
                <a:lnTo>
                  <a:pt x="25920" y="103632"/>
                </a:lnTo>
                <a:lnTo>
                  <a:pt x="99072" y="103632"/>
                </a:lnTo>
                <a:lnTo>
                  <a:pt x="105168" y="105156"/>
                </a:lnTo>
                <a:lnTo>
                  <a:pt x="111264" y="108204"/>
                </a:lnTo>
                <a:lnTo>
                  <a:pt x="111264" y="120396"/>
                </a:lnTo>
                <a:lnTo>
                  <a:pt x="114312" y="120396"/>
                </a:lnTo>
                <a:lnTo>
                  <a:pt x="114312" y="103632"/>
                </a:lnTo>
                <a:lnTo>
                  <a:pt x="114312" y="67056"/>
                </a:lnTo>
                <a:lnTo>
                  <a:pt x="111264" y="67056"/>
                </a:lnTo>
                <a:lnTo>
                  <a:pt x="111264" y="76200"/>
                </a:lnTo>
                <a:lnTo>
                  <a:pt x="109740" y="77724"/>
                </a:lnTo>
                <a:lnTo>
                  <a:pt x="109740" y="80772"/>
                </a:lnTo>
                <a:lnTo>
                  <a:pt x="106692" y="82296"/>
                </a:lnTo>
                <a:lnTo>
                  <a:pt x="105168" y="82296"/>
                </a:lnTo>
                <a:lnTo>
                  <a:pt x="103644" y="83820"/>
                </a:lnTo>
                <a:lnTo>
                  <a:pt x="32016" y="83820"/>
                </a:lnTo>
                <a:lnTo>
                  <a:pt x="24892" y="76733"/>
                </a:lnTo>
                <a:lnTo>
                  <a:pt x="19634" y="69342"/>
                </a:lnTo>
                <a:lnTo>
                  <a:pt x="16370" y="61963"/>
                </a:lnTo>
                <a:lnTo>
                  <a:pt x="15252" y="54864"/>
                </a:lnTo>
                <a:lnTo>
                  <a:pt x="15252" y="48768"/>
                </a:lnTo>
                <a:lnTo>
                  <a:pt x="18300" y="44196"/>
                </a:lnTo>
                <a:lnTo>
                  <a:pt x="27444" y="38100"/>
                </a:lnTo>
                <a:lnTo>
                  <a:pt x="35064" y="36576"/>
                </a:lnTo>
                <a:lnTo>
                  <a:pt x="102120" y="36576"/>
                </a:lnTo>
                <a:lnTo>
                  <a:pt x="108216" y="39624"/>
                </a:lnTo>
                <a:lnTo>
                  <a:pt x="111264" y="42672"/>
                </a:lnTo>
                <a:lnTo>
                  <a:pt x="111264" y="53340"/>
                </a:lnTo>
                <a:lnTo>
                  <a:pt x="114312" y="53340"/>
                </a:lnTo>
                <a:lnTo>
                  <a:pt x="114312" y="36576"/>
                </a:lnTo>
                <a:lnTo>
                  <a:pt x="114312" y="0"/>
                </a:lnTo>
                <a:close/>
              </a:path>
              <a:path extrusionOk="0" h="683260" w="167639">
                <a:moveTo>
                  <a:pt x="117348" y="501396"/>
                </a:moveTo>
                <a:lnTo>
                  <a:pt x="117284" y="499872"/>
                </a:lnTo>
                <a:lnTo>
                  <a:pt x="117208" y="497878"/>
                </a:lnTo>
                <a:lnTo>
                  <a:pt x="117157" y="496824"/>
                </a:lnTo>
                <a:lnTo>
                  <a:pt x="109728" y="473989"/>
                </a:lnTo>
                <a:lnTo>
                  <a:pt x="109728" y="489204"/>
                </a:lnTo>
                <a:lnTo>
                  <a:pt x="109728" y="496824"/>
                </a:lnTo>
                <a:lnTo>
                  <a:pt x="83515" y="525208"/>
                </a:lnTo>
                <a:lnTo>
                  <a:pt x="50292" y="530352"/>
                </a:lnTo>
                <a:lnTo>
                  <a:pt x="41148" y="530352"/>
                </a:lnTo>
                <a:lnTo>
                  <a:pt x="7620" y="507492"/>
                </a:lnTo>
                <a:lnTo>
                  <a:pt x="7734" y="503643"/>
                </a:lnTo>
                <a:lnTo>
                  <a:pt x="40576" y="472630"/>
                </a:lnTo>
                <a:lnTo>
                  <a:pt x="67056" y="469392"/>
                </a:lnTo>
                <a:lnTo>
                  <a:pt x="77876" y="469950"/>
                </a:lnTo>
                <a:lnTo>
                  <a:pt x="109728" y="489204"/>
                </a:lnTo>
                <a:lnTo>
                  <a:pt x="109728" y="473989"/>
                </a:lnTo>
                <a:lnTo>
                  <a:pt x="72390" y="448627"/>
                </a:lnTo>
                <a:lnTo>
                  <a:pt x="57912" y="446532"/>
                </a:lnTo>
                <a:lnTo>
                  <a:pt x="47040" y="447395"/>
                </a:lnTo>
                <a:lnTo>
                  <a:pt x="11582" y="467944"/>
                </a:lnTo>
                <a:lnTo>
                  <a:pt x="0" y="499872"/>
                </a:lnTo>
                <a:lnTo>
                  <a:pt x="127" y="501396"/>
                </a:lnTo>
                <a:lnTo>
                  <a:pt x="558" y="506717"/>
                </a:lnTo>
                <a:lnTo>
                  <a:pt x="23050" y="541858"/>
                </a:lnTo>
                <a:lnTo>
                  <a:pt x="30480" y="545592"/>
                </a:lnTo>
                <a:lnTo>
                  <a:pt x="37604" y="549363"/>
                </a:lnTo>
                <a:lnTo>
                  <a:pt x="45148" y="551688"/>
                </a:lnTo>
                <a:lnTo>
                  <a:pt x="52984" y="552881"/>
                </a:lnTo>
                <a:lnTo>
                  <a:pt x="60960" y="553212"/>
                </a:lnTo>
                <a:lnTo>
                  <a:pt x="70967" y="552602"/>
                </a:lnTo>
                <a:lnTo>
                  <a:pt x="106426" y="533336"/>
                </a:lnTo>
                <a:lnTo>
                  <a:pt x="108407" y="530352"/>
                </a:lnTo>
                <a:lnTo>
                  <a:pt x="112585" y="524065"/>
                </a:lnTo>
                <a:lnTo>
                  <a:pt x="116192" y="513384"/>
                </a:lnTo>
                <a:lnTo>
                  <a:pt x="117348" y="501396"/>
                </a:lnTo>
                <a:close/>
              </a:path>
              <a:path extrusionOk="0" h="683260" w="167639">
                <a:moveTo>
                  <a:pt x="117348" y="373380"/>
                </a:moveTo>
                <a:lnTo>
                  <a:pt x="22860" y="335280"/>
                </a:lnTo>
                <a:lnTo>
                  <a:pt x="16764" y="333756"/>
                </a:lnTo>
                <a:lnTo>
                  <a:pt x="12192" y="330708"/>
                </a:lnTo>
                <a:lnTo>
                  <a:pt x="7620" y="326136"/>
                </a:lnTo>
                <a:lnTo>
                  <a:pt x="7620" y="323088"/>
                </a:lnTo>
                <a:lnTo>
                  <a:pt x="6096" y="320040"/>
                </a:lnTo>
                <a:lnTo>
                  <a:pt x="3048" y="320040"/>
                </a:lnTo>
                <a:lnTo>
                  <a:pt x="3048" y="355092"/>
                </a:lnTo>
                <a:lnTo>
                  <a:pt x="6096" y="355092"/>
                </a:lnTo>
                <a:lnTo>
                  <a:pt x="6096" y="350520"/>
                </a:lnTo>
                <a:lnTo>
                  <a:pt x="7620" y="347472"/>
                </a:lnTo>
                <a:lnTo>
                  <a:pt x="7620" y="344424"/>
                </a:lnTo>
                <a:lnTo>
                  <a:pt x="9144" y="342900"/>
                </a:lnTo>
                <a:lnTo>
                  <a:pt x="10668" y="342900"/>
                </a:lnTo>
                <a:lnTo>
                  <a:pt x="10668" y="341376"/>
                </a:lnTo>
                <a:lnTo>
                  <a:pt x="15240" y="341376"/>
                </a:lnTo>
                <a:lnTo>
                  <a:pt x="18288" y="342900"/>
                </a:lnTo>
                <a:lnTo>
                  <a:pt x="22860" y="344424"/>
                </a:lnTo>
                <a:lnTo>
                  <a:pt x="86868" y="370332"/>
                </a:lnTo>
                <a:lnTo>
                  <a:pt x="25908" y="394716"/>
                </a:lnTo>
                <a:lnTo>
                  <a:pt x="21336" y="396240"/>
                </a:lnTo>
                <a:lnTo>
                  <a:pt x="18288" y="397764"/>
                </a:lnTo>
                <a:lnTo>
                  <a:pt x="12192" y="397764"/>
                </a:lnTo>
                <a:lnTo>
                  <a:pt x="6096" y="391668"/>
                </a:lnTo>
                <a:lnTo>
                  <a:pt x="6096" y="384048"/>
                </a:lnTo>
                <a:lnTo>
                  <a:pt x="3048" y="384048"/>
                </a:lnTo>
                <a:lnTo>
                  <a:pt x="3048" y="437388"/>
                </a:lnTo>
                <a:lnTo>
                  <a:pt x="6096" y="437388"/>
                </a:lnTo>
                <a:lnTo>
                  <a:pt x="7620" y="432816"/>
                </a:lnTo>
                <a:lnTo>
                  <a:pt x="7620" y="429768"/>
                </a:lnTo>
                <a:lnTo>
                  <a:pt x="10668" y="426720"/>
                </a:lnTo>
                <a:lnTo>
                  <a:pt x="12192" y="423672"/>
                </a:lnTo>
                <a:lnTo>
                  <a:pt x="13716" y="422148"/>
                </a:lnTo>
                <a:lnTo>
                  <a:pt x="19812" y="419100"/>
                </a:lnTo>
                <a:lnTo>
                  <a:pt x="24384" y="417576"/>
                </a:lnTo>
                <a:lnTo>
                  <a:pt x="117348" y="379476"/>
                </a:lnTo>
                <a:lnTo>
                  <a:pt x="117348" y="373380"/>
                </a:lnTo>
                <a:close/>
              </a:path>
              <a:path extrusionOk="0" h="683260" w="167639">
                <a:moveTo>
                  <a:pt x="117348" y="257556"/>
                </a:moveTo>
                <a:lnTo>
                  <a:pt x="98259" y="221932"/>
                </a:lnTo>
                <a:lnTo>
                  <a:pt x="74676" y="213360"/>
                </a:lnTo>
                <a:lnTo>
                  <a:pt x="71628" y="216408"/>
                </a:lnTo>
                <a:lnTo>
                  <a:pt x="82296" y="219456"/>
                </a:lnTo>
                <a:lnTo>
                  <a:pt x="88392" y="224028"/>
                </a:lnTo>
                <a:lnTo>
                  <a:pt x="92964" y="230124"/>
                </a:lnTo>
                <a:lnTo>
                  <a:pt x="96012" y="234696"/>
                </a:lnTo>
                <a:lnTo>
                  <a:pt x="97536" y="240792"/>
                </a:lnTo>
                <a:lnTo>
                  <a:pt x="97485" y="248945"/>
                </a:lnTo>
                <a:lnTo>
                  <a:pt x="76136" y="280974"/>
                </a:lnTo>
                <a:lnTo>
                  <a:pt x="44196" y="288036"/>
                </a:lnTo>
                <a:lnTo>
                  <a:pt x="44196" y="237744"/>
                </a:lnTo>
                <a:lnTo>
                  <a:pt x="44196" y="213360"/>
                </a:lnTo>
                <a:lnTo>
                  <a:pt x="36576" y="213906"/>
                </a:lnTo>
                <a:lnTo>
                  <a:pt x="36576" y="237744"/>
                </a:lnTo>
                <a:lnTo>
                  <a:pt x="36576" y="288036"/>
                </a:lnTo>
                <a:lnTo>
                  <a:pt x="7620" y="268224"/>
                </a:lnTo>
                <a:lnTo>
                  <a:pt x="7620" y="257556"/>
                </a:lnTo>
                <a:lnTo>
                  <a:pt x="9144" y="252984"/>
                </a:lnTo>
                <a:lnTo>
                  <a:pt x="12192" y="248412"/>
                </a:lnTo>
                <a:lnTo>
                  <a:pt x="18288" y="242316"/>
                </a:lnTo>
                <a:lnTo>
                  <a:pt x="22860" y="239268"/>
                </a:lnTo>
                <a:lnTo>
                  <a:pt x="25908" y="239268"/>
                </a:lnTo>
                <a:lnTo>
                  <a:pt x="30480" y="237744"/>
                </a:lnTo>
                <a:lnTo>
                  <a:pt x="36576" y="237744"/>
                </a:lnTo>
                <a:lnTo>
                  <a:pt x="36576" y="213906"/>
                </a:lnTo>
                <a:lnTo>
                  <a:pt x="35344" y="213982"/>
                </a:lnTo>
                <a:lnTo>
                  <a:pt x="3238" y="238506"/>
                </a:lnTo>
                <a:lnTo>
                  <a:pt x="0" y="256032"/>
                </a:lnTo>
                <a:lnTo>
                  <a:pt x="1130" y="266014"/>
                </a:lnTo>
                <a:lnTo>
                  <a:pt x="25603" y="297967"/>
                </a:lnTo>
                <a:lnTo>
                  <a:pt x="60960" y="306324"/>
                </a:lnTo>
                <a:lnTo>
                  <a:pt x="73520" y="305447"/>
                </a:lnTo>
                <a:lnTo>
                  <a:pt x="73291" y="305447"/>
                </a:lnTo>
                <a:lnTo>
                  <a:pt x="84391" y="302895"/>
                </a:lnTo>
                <a:lnTo>
                  <a:pt x="94183" y="298615"/>
                </a:lnTo>
                <a:lnTo>
                  <a:pt x="102108" y="292608"/>
                </a:lnTo>
                <a:lnTo>
                  <a:pt x="106019" y="288036"/>
                </a:lnTo>
                <a:lnTo>
                  <a:pt x="108991" y="284568"/>
                </a:lnTo>
                <a:lnTo>
                  <a:pt x="113728" y="276225"/>
                </a:lnTo>
                <a:lnTo>
                  <a:pt x="113855" y="275844"/>
                </a:lnTo>
                <a:lnTo>
                  <a:pt x="116471" y="267322"/>
                </a:lnTo>
                <a:lnTo>
                  <a:pt x="116586" y="266014"/>
                </a:lnTo>
                <a:lnTo>
                  <a:pt x="117348" y="257556"/>
                </a:lnTo>
                <a:close/>
              </a:path>
              <a:path extrusionOk="0" h="683260" w="167639">
                <a:moveTo>
                  <a:pt x="167614" y="633514"/>
                </a:moveTo>
                <a:lnTo>
                  <a:pt x="166738" y="618845"/>
                </a:lnTo>
                <a:lnTo>
                  <a:pt x="163842" y="605409"/>
                </a:lnTo>
                <a:lnTo>
                  <a:pt x="163753" y="605218"/>
                </a:lnTo>
                <a:lnTo>
                  <a:pt x="158648" y="593699"/>
                </a:lnTo>
                <a:lnTo>
                  <a:pt x="152069" y="585216"/>
                </a:lnTo>
                <a:lnTo>
                  <a:pt x="152069" y="611124"/>
                </a:lnTo>
                <a:lnTo>
                  <a:pt x="152044" y="633984"/>
                </a:lnTo>
                <a:lnTo>
                  <a:pt x="140220" y="665988"/>
                </a:lnTo>
                <a:lnTo>
                  <a:pt x="129552" y="665988"/>
                </a:lnTo>
                <a:lnTo>
                  <a:pt x="126504" y="662940"/>
                </a:lnTo>
                <a:lnTo>
                  <a:pt x="123456" y="661416"/>
                </a:lnTo>
                <a:lnTo>
                  <a:pt x="116598" y="656844"/>
                </a:lnTo>
                <a:lnTo>
                  <a:pt x="114312" y="655320"/>
                </a:lnTo>
                <a:lnTo>
                  <a:pt x="114325" y="655129"/>
                </a:lnTo>
                <a:lnTo>
                  <a:pt x="115189" y="646493"/>
                </a:lnTo>
                <a:lnTo>
                  <a:pt x="115201" y="646176"/>
                </a:lnTo>
                <a:lnTo>
                  <a:pt x="115316" y="643509"/>
                </a:lnTo>
                <a:lnTo>
                  <a:pt x="115404" y="641604"/>
                </a:lnTo>
                <a:lnTo>
                  <a:pt x="115506" y="639127"/>
                </a:lnTo>
                <a:lnTo>
                  <a:pt x="115531" y="638556"/>
                </a:lnTo>
                <a:lnTo>
                  <a:pt x="115646" y="636079"/>
                </a:lnTo>
                <a:lnTo>
                  <a:pt x="115709" y="630936"/>
                </a:lnTo>
                <a:lnTo>
                  <a:pt x="115836" y="611124"/>
                </a:lnTo>
                <a:lnTo>
                  <a:pt x="117487" y="594575"/>
                </a:lnTo>
                <a:lnTo>
                  <a:pt x="124980" y="577596"/>
                </a:lnTo>
                <a:lnTo>
                  <a:pt x="134124" y="577596"/>
                </a:lnTo>
                <a:lnTo>
                  <a:pt x="152069" y="611124"/>
                </a:lnTo>
                <a:lnTo>
                  <a:pt x="152069" y="585216"/>
                </a:lnTo>
                <a:lnTo>
                  <a:pt x="150888" y="583692"/>
                </a:lnTo>
                <a:lnTo>
                  <a:pt x="143916" y="577596"/>
                </a:lnTo>
                <a:lnTo>
                  <a:pt x="137172" y="573405"/>
                </a:lnTo>
                <a:lnTo>
                  <a:pt x="130314" y="570839"/>
                </a:lnTo>
                <a:lnTo>
                  <a:pt x="123456" y="569976"/>
                </a:lnTo>
                <a:lnTo>
                  <a:pt x="117360" y="569976"/>
                </a:lnTo>
                <a:lnTo>
                  <a:pt x="111264" y="573024"/>
                </a:lnTo>
                <a:lnTo>
                  <a:pt x="102120" y="582168"/>
                </a:lnTo>
                <a:lnTo>
                  <a:pt x="99072" y="588264"/>
                </a:lnTo>
                <a:lnTo>
                  <a:pt x="97548" y="595884"/>
                </a:lnTo>
                <a:lnTo>
                  <a:pt x="97548" y="644652"/>
                </a:lnTo>
                <a:lnTo>
                  <a:pt x="96024" y="646176"/>
                </a:lnTo>
                <a:lnTo>
                  <a:pt x="96024" y="650748"/>
                </a:lnTo>
                <a:lnTo>
                  <a:pt x="94500" y="653796"/>
                </a:lnTo>
                <a:lnTo>
                  <a:pt x="94500" y="655320"/>
                </a:lnTo>
                <a:lnTo>
                  <a:pt x="92976" y="656844"/>
                </a:lnTo>
                <a:lnTo>
                  <a:pt x="86880" y="656844"/>
                </a:lnTo>
                <a:lnTo>
                  <a:pt x="83832" y="655320"/>
                </a:lnTo>
                <a:lnTo>
                  <a:pt x="80784" y="652272"/>
                </a:lnTo>
                <a:lnTo>
                  <a:pt x="76212" y="647700"/>
                </a:lnTo>
                <a:lnTo>
                  <a:pt x="77736" y="641604"/>
                </a:lnTo>
                <a:lnTo>
                  <a:pt x="77635" y="629412"/>
                </a:lnTo>
                <a:lnTo>
                  <a:pt x="77139" y="621220"/>
                </a:lnTo>
                <a:lnTo>
                  <a:pt x="75260" y="612648"/>
                </a:lnTo>
                <a:lnTo>
                  <a:pt x="72542" y="606552"/>
                </a:lnTo>
                <a:lnTo>
                  <a:pt x="71945" y="605218"/>
                </a:lnTo>
                <a:lnTo>
                  <a:pt x="71640" y="604837"/>
                </a:lnTo>
                <a:lnTo>
                  <a:pt x="71640" y="621792"/>
                </a:lnTo>
                <a:lnTo>
                  <a:pt x="71640" y="635508"/>
                </a:lnTo>
                <a:lnTo>
                  <a:pt x="70116" y="641604"/>
                </a:lnTo>
                <a:lnTo>
                  <a:pt x="64020" y="644652"/>
                </a:lnTo>
                <a:lnTo>
                  <a:pt x="58635" y="648652"/>
                </a:lnTo>
                <a:lnTo>
                  <a:pt x="51828" y="651510"/>
                </a:lnTo>
                <a:lnTo>
                  <a:pt x="43865" y="653224"/>
                </a:lnTo>
                <a:lnTo>
                  <a:pt x="35064" y="653796"/>
                </a:lnTo>
                <a:lnTo>
                  <a:pt x="25920" y="653796"/>
                </a:lnTo>
                <a:lnTo>
                  <a:pt x="18300" y="652272"/>
                </a:lnTo>
                <a:lnTo>
                  <a:pt x="9156" y="643128"/>
                </a:lnTo>
                <a:lnTo>
                  <a:pt x="6108" y="638556"/>
                </a:lnTo>
                <a:lnTo>
                  <a:pt x="6108" y="624840"/>
                </a:lnTo>
                <a:lnTo>
                  <a:pt x="44208" y="606552"/>
                </a:lnTo>
                <a:lnTo>
                  <a:pt x="53352" y="606552"/>
                </a:lnTo>
                <a:lnTo>
                  <a:pt x="60972" y="608076"/>
                </a:lnTo>
                <a:lnTo>
                  <a:pt x="70116" y="617220"/>
                </a:lnTo>
                <a:lnTo>
                  <a:pt x="71640" y="621792"/>
                </a:lnTo>
                <a:lnTo>
                  <a:pt x="71640" y="604837"/>
                </a:lnTo>
                <a:lnTo>
                  <a:pt x="42684" y="586740"/>
                </a:lnTo>
                <a:lnTo>
                  <a:pt x="33540" y="586740"/>
                </a:lnTo>
                <a:lnTo>
                  <a:pt x="25920" y="589788"/>
                </a:lnTo>
                <a:lnTo>
                  <a:pt x="19824" y="594360"/>
                </a:lnTo>
                <a:lnTo>
                  <a:pt x="19824" y="573024"/>
                </a:lnTo>
                <a:lnTo>
                  <a:pt x="18300" y="571500"/>
                </a:lnTo>
                <a:lnTo>
                  <a:pt x="12204" y="571500"/>
                </a:lnTo>
                <a:lnTo>
                  <a:pt x="10680" y="573024"/>
                </a:lnTo>
                <a:lnTo>
                  <a:pt x="10680" y="574548"/>
                </a:lnTo>
                <a:lnTo>
                  <a:pt x="9156" y="576072"/>
                </a:lnTo>
                <a:lnTo>
                  <a:pt x="9156" y="603504"/>
                </a:lnTo>
                <a:lnTo>
                  <a:pt x="5156" y="609485"/>
                </a:lnTo>
                <a:lnTo>
                  <a:pt x="2298" y="615886"/>
                </a:lnTo>
                <a:lnTo>
                  <a:pt x="584" y="622579"/>
                </a:lnTo>
                <a:lnTo>
                  <a:pt x="12" y="629412"/>
                </a:lnTo>
                <a:lnTo>
                  <a:pt x="838" y="639127"/>
                </a:lnTo>
                <a:lnTo>
                  <a:pt x="24968" y="670369"/>
                </a:lnTo>
                <a:lnTo>
                  <a:pt x="41160" y="673608"/>
                </a:lnTo>
                <a:lnTo>
                  <a:pt x="47256" y="673608"/>
                </a:lnTo>
                <a:lnTo>
                  <a:pt x="72555" y="653796"/>
                </a:lnTo>
                <a:lnTo>
                  <a:pt x="73164" y="652272"/>
                </a:lnTo>
                <a:lnTo>
                  <a:pt x="80784" y="661416"/>
                </a:lnTo>
                <a:lnTo>
                  <a:pt x="89928" y="670560"/>
                </a:lnTo>
                <a:lnTo>
                  <a:pt x="94500" y="672084"/>
                </a:lnTo>
                <a:lnTo>
                  <a:pt x="97548" y="673608"/>
                </a:lnTo>
                <a:lnTo>
                  <a:pt x="105168" y="673608"/>
                </a:lnTo>
                <a:lnTo>
                  <a:pt x="106692" y="670560"/>
                </a:lnTo>
                <a:lnTo>
                  <a:pt x="109740" y="669036"/>
                </a:lnTo>
                <a:lnTo>
                  <a:pt x="111264" y="665988"/>
                </a:lnTo>
                <a:lnTo>
                  <a:pt x="114312" y="661416"/>
                </a:lnTo>
                <a:lnTo>
                  <a:pt x="126504" y="673608"/>
                </a:lnTo>
                <a:lnTo>
                  <a:pt x="132600" y="678180"/>
                </a:lnTo>
                <a:lnTo>
                  <a:pt x="137172" y="679704"/>
                </a:lnTo>
                <a:lnTo>
                  <a:pt x="140220" y="681228"/>
                </a:lnTo>
                <a:lnTo>
                  <a:pt x="141744" y="682752"/>
                </a:lnTo>
                <a:lnTo>
                  <a:pt x="149364" y="682752"/>
                </a:lnTo>
                <a:lnTo>
                  <a:pt x="153936" y="679704"/>
                </a:lnTo>
                <a:lnTo>
                  <a:pt x="158508" y="673608"/>
                </a:lnTo>
                <a:lnTo>
                  <a:pt x="162064" y="665988"/>
                </a:lnTo>
                <a:lnTo>
                  <a:pt x="162509" y="665060"/>
                </a:lnTo>
                <a:lnTo>
                  <a:pt x="165366" y="655510"/>
                </a:lnTo>
                <a:lnTo>
                  <a:pt x="165417" y="655129"/>
                </a:lnTo>
                <a:lnTo>
                  <a:pt x="167081" y="645109"/>
                </a:lnTo>
                <a:lnTo>
                  <a:pt x="167157" y="643509"/>
                </a:lnTo>
                <a:lnTo>
                  <a:pt x="167259" y="641604"/>
                </a:lnTo>
                <a:lnTo>
                  <a:pt x="167538" y="636079"/>
                </a:lnTo>
                <a:lnTo>
                  <a:pt x="167614" y="6335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45" name="Google Shape;8445;p113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4261103" y="3713988"/>
            <a:ext cx="225552" cy="618743"/>
          </a:xfrm>
          <a:prstGeom prst="rect">
            <a:avLst/>
          </a:prstGeom>
          <a:noFill/>
          <a:ln>
            <a:noFill/>
          </a:ln>
        </p:spPr>
      </p:pic>
      <p:pic>
        <p:nvPicPr>
          <p:cNvPr id="8446" name="Google Shape;8446;p113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4617720" y="8392667"/>
            <a:ext cx="225552" cy="6355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47" name="Google Shape;8447;p113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4617720" y="8176259"/>
            <a:ext cx="175260" cy="147828"/>
          </a:xfrm>
          <a:prstGeom prst="rect">
            <a:avLst/>
          </a:prstGeom>
          <a:noFill/>
          <a:ln>
            <a:noFill/>
          </a:ln>
        </p:spPr>
      </p:pic>
      <p:sp>
        <p:nvSpPr>
          <p:cNvPr id="8448" name="Google Shape;8448;p113"/>
          <p:cNvSpPr/>
          <p:nvPr/>
        </p:nvSpPr>
        <p:spPr>
          <a:xfrm>
            <a:off x="4617707" y="7440168"/>
            <a:ext cx="175895" cy="657225"/>
          </a:xfrm>
          <a:custGeom>
            <a:rect b="b" l="l" r="r" t="t"/>
            <a:pathLst>
              <a:path extrusionOk="0" h="657225" w="175895">
                <a:moveTo>
                  <a:pt x="24384" y="199644"/>
                </a:moveTo>
                <a:lnTo>
                  <a:pt x="22860" y="196596"/>
                </a:lnTo>
                <a:lnTo>
                  <a:pt x="18288" y="192024"/>
                </a:lnTo>
                <a:lnTo>
                  <a:pt x="15240" y="190500"/>
                </a:lnTo>
                <a:lnTo>
                  <a:pt x="9144" y="190500"/>
                </a:lnTo>
                <a:lnTo>
                  <a:pt x="6096" y="192024"/>
                </a:lnTo>
                <a:lnTo>
                  <a:pt x="1524" y="196596"/>
                </a:lnTo>
                <a:lnTo>
                  <a:pt x="0" y="199644"/>
                </a:lnTo>
                <a:lnTo>
                  <a:pt x="0" y="207264"/>
                </a:lnTo>
                <a:lnTo>
                  <a:pt x="1524" y="208788"/>
                </a:lnTo>
                <a:lnTo>
                  <a:pt x="3048" y="211836"/>
                </a:lnTo>
                <a:lnTo>
                  <a:pt x="6096" y="214884"/>
                </a:lnTo>
                <a:lnTo>
                  <a:pt x="18288" y="214884"/>
                </a:lnTo>
                <a:lnTo>
                  <a:pt x="21336" y="211836"/>
                </a:lnTo>
                <a:lnTo>
                  <a:pt x="24384" y="205740"/>
                </a:lnTo>
                <a:lnTo>
                  <a:pt x="24384" y="199644"/>
                </a:lnTo>
                <a:close/>
              </a:path>
              <a:path extrusionOk="0" h="657225" w="175895">
                <a:moveTo>
                  <a:pt x="172212" y="175260"/>
                </a:moveTo>
                <a:lnTo>
                  <a:pt x="169164" y="175260"/>
                </a:lnTo>
                <a:lnTo>
                  <a:pt x="169164" y="184404"/>
                </a:lnTo>
                <a:lnTo>
                  <a:pt x="167640" y="185928"/>
                </a:lnTo>
                <a:lnTo>
                  <a:pt x="166116" y="188976"/>
                </a:lnTo>
                <a:lnTo>
                  <a:pt x="164592" y="190500"/>
                </a:lnTo>
                <a:lnTo>
                  <a:pt x="161544" y="190500"/>
                </a:lnTo>
                <a:lnTo>
                  <a:pt x="160020" y="192024"/>
                </a:lnTo>
                <a:lnTo>
                  <a:pt x="57912" y="192024"/>
                </a:lnTo>
                <a:lnTo>
                  <a:pt x="57912" y="198120"/>
                </a:lnTo>
                <a:lnTo>
                  <a:pt x="71628" y="230124"/>
                </a:lnTo>
                <a:lnTo>
                  <a:pt x="74676" y="228600"/>
                </a:lnTo>
                <a:lnTo>
                  <a:pt x="73152" y="225552"/>
                </a:lnTo>
                <a:lnTo>
                  <a:pt x="73152" y="217932"/>
                </a:lnTo>
                <a:lnTo>
                  <a:pt x="74676" y="216408"/>
                </a:lnTo>
                <a:lnTo>
                  <a:pt x="74676" y="214884"/>
                </a:lnTo>
                <a:lnTo>
                  <a:pt x="77724" y="213360"/>
                </a:lnTo>
                <a:lnTo>
                  <a:pt x="79248" y="213360"/>
                </a:lnTo>
                <a:lnTo>
                  <a:pt x="83299" y="213131"/>
                </a:lnTo>
                <a:lnTo>
                  <a:pt x="88773" y="212598"/>
                </a:lnTo>
                <a:lnTo>
                  <a:pt x="95973" y="212077"/>
                </a:lnTo>
                <a:lnTo>
                  <a:pt x="105156" y="211836"/>
                </a:lnTo>
                <a:lnTo>
                  <a:pt x="155448" y="211836"/>
                </a:lnTo>
                <a:lnTo>
                  <a:pt x="160020" y="213360"/>
                </a:lnTo>
                <a:lnTo>
                  <a:pt x="161544" y="213360"/>
                </a:lnTo>
                <a:lnTo>
                  <a:pt x="164592" y="214884"/>
                </a:lnTo>
                <a:lnTo>
                  <a:pt x="169164" y="219456"/>
                </a:lnTo>
                <a:lnTo>
                  <a:pt x="169164" y="228600"/>
                </a:lnTo>
                <a:lnTo>
                  <a:pt x="172212" y="228600"/>
                </a:lnTo>
                <a:lnTo>
                  <a:pt x="172212" y="211836"/>
                </a:lnTo>
                <a:lnTo>
                  <a:pt x="172212" y="175260"/>
                </a:lnTo>
                <a:close/>
              </a:path>
              <a:path extrusionOk="0" h="657225" w="175895">
                <a:moveTo>
                  <a:pt x="172212" y="0"/>
                </a:moveTo>
                <a:lnTo>
                  <a:pt x="169164" y="0"/>
                </a:lnTo>
                <a:lnTo>
                  <a:pt x="169164" y="9144"/>
                </a:lnTo>
                <a:lnTo>
                  <a:pt x="164592" y="13716"/>
                </a:lnTo>
                <a:lnTo>
                  <a:pt x="161544" y="15240"/>
                </a:lnTo>
                <a:lnTo>
                  <a:pt x="160020" y="16764"/>
                </a:lnTo>
                <a:lnTo>
                  <a:pt x="0" y="16764"/>
                </a:lnTo>
                <a:lnTo>
                  <a:pt x="0" y="21336"/>
                </a:lnTo>
                <a:lnTo>
                  <a:pt x="13716" y="53340"/>
                </a:lnTo>
                <a:lnTo>
                  <a:pt x="16764" y="51816"/>
                </a:lnTo>
                <a:lnTo>
                  <a:pt x="15240" y="48768"/>
                </a:lnTo>
                <a:lnTo>
                  <a:pt x="15240" y="41148"/>
                </a:lnTo>
                <a:lnTo>
                  <a:pt x="16764" y="39624"/>
                </a:lnTo>
                <a:lnTo>
                  <a:pt x="16764" y="38100"/>
                </a:lnTo>
                <a:lnTo>
                  <a:pt x="22860" y="38100"/>
                </a:lnTo>
                <a:lnTo>
                  <a:pt x="25908" y="36576"/>
                </a:lnTo>
                <a:lnTo>
                  <a:pt x="160020" y="36576"/>
                </a:lnTo>
                <a:lnTo>
                  <a:pt x="161544" y="38100"/>
                </a:lnTo>
                <a:lnTo>
                  <a:pt x="164592" y="39624"/>
                </a:lnTo>
                <a:lnTo>
                  <a:pt x="169164" y="44196"/>
                </a:lnTo>
                <a:lnTo>
                  <a:pt x="169164" y="53340"/>
                </a:lnTo>
                <a:lnTo>
                  <a:pt x="172212" y="53340"/>
                </a:lnTo>
                <a:lnTo>
                  <a:pt x="172212" y="0"/>
                </a:lnTo>
                <a:close/>
              </a:path>
              <a:path extrusionOk="0" h="657225" w="175895">
                <a:moveTo>
                  <a:pt x="172224" y="499872"/>
                </a:moveTo>
                <a:lnTo>
                  <a:pt x="169176" y="499872"/>
                </a:lnTo>
                <a:lnTo>
                  <a:pt x="169176" y="504444"/>
                </a:lnTo>
                <a:lnTo>
                  <a:pt x="167652" y="509016"/>
                </a:lnTo>
                <a:lnTo>
                  <a:pt x="166128" y="512064"/>
                </a:lnTo>
                <a:lnTo>
                  <a:pt x="164604" y="513588"/>
                </a:lnTo>
                <a:lnTo>
                  <a:pt x="163080" y="516636"/>
                </a:lnTo>
                <a:lnTo>
                  <a:pt x="160032" y="516636"/>
                </a:lnTo>
                <a:lnTo>
                  <a:pt x="153936" y="519684"/>
                </a:lnTo>
                <a:lnTo>
                  <a:pt x="92976" y="519684"/>
                </a:lnTo>
                <a:lnTo>
                  <a:pt x="85356" y="515112"/>
                </a:lnTo>
                <a:lnTo>
                  <a:pt x="80784" y="512064"/>
                </a:lnTo>
                <a:lnTo>
                  <a:pt x="74688" y="505968"/>
                </a:lnTo>
                <a:lnTo>
                  <a:pt x="74688" y="501396"/>
                </a:lnTo>
                <a:lnTo>
                  <a:pt x="77736" y="495300"/>
                </a:lnTo>
                <a:lnTo>
                  <a:pt x="80784" y="490728"/>
                </a:lnTo>
                <a:lnTo>
                  <a:pt x="82308" y="487680"/>
                </a:lnTo>
                <a:lnTo>
                  <a:pt x="82308" y="483108"/>
                </a:lnTo>
                <a:lnTo>
                  <a:pt x="80784" y="480060"/>
                </a:lnTo>
                <a:lnTo>
                  <a:pt x="79260" y="478536"/>
                </a:lnTo>
                <a:lnTo>
                  <a:pt x="76212" y="477012"/>
                </a:lnTo>
                <a:lnTo>
                  <a:pt x="74688" y="475488"/>
                </a:lnTo>
                <a:lnTo>
                  <a:pt x="67068" y="475488"/>
                </a:lnTo>
                <a:lnTo>
                  <a:pt x="64020" y="477012"/>
                </a:lnTo>
                <a:lnTo>
                  <a:pt x="62496" y="480060"/>
                </a:lnTo>
                <a:lnTo>
                  <a:pt x="59448" y="483108"/>
                </a:lnTo>
                <a:lnTo>
                  <a:pt x="57924" y="486156"/>
                </a:lnTo>
                <a:lnTo>
                  <a:pt x="57924" y="490728"/>
                </a:lnTo>
                <a:lnTo>
                  <a:pt x="59372" y="497827"/>
                </a:lnTo>
                <a:lnTo>
                  <a:pt x="63830" y="505206"/>
                </a:lnTo>
                <a:lnTo>
                  <a:pt x="71424" y="512597"/>
                </a:lnTo>
                <a:lnTo>
                  <a:pt x="82308" y="519684"/>
                </a:lnTo>
                <a:lnTo>
                  <a:pt x="57924" y="519684"/>
                </a:lnTo>
                <a:lnTo>
                  <a:pt x="57924" y="524256"/>
                </a:lnTo>
                <a:lnTo>
                  <a:pt x="71640" y="557784"/>
                </a:lnTo>
                <a:lnTo>
                  <a:pt x="74688" y="556260"/>
                </a:lnTo>
                <a:lnTo>
                  <a:pt x="73164" y="553212"/>
                </a:lnTo>
                <a:lnTo>
                  <a:pt x="73164" y="544068"/>
                </a:lnTo>
                <a:lnTo>
                  <a:pt x="76212" y="541020"/>
                </a:lnTo>
                <a:lnTo>
                  <a:pt x="77736" y="541020"/>
                </a:lnTo>
                <a:lnTo>
                  <a:pt x="80784" y="539496"/>
                </a:lnTo>
                <a:lnTo>
                  <a:pt x="160032" y="539496"/>
                </a:lnTo>
                <a:lnTo>
                  <a:pt x="163080" y="541020"/>
                </a:lnTo>
                <a:lnTo>
                  <a:pt x="166128" y="544068"/>
                </a:lnTo>
                <a:lnTo>
                  <a:pt x="169176" y="550164"/>
                </a:lnTo>
                <a:lnTo>
                  <a:pt x="169176" y="556260"/>
                </a:lnTo>
                <a:lnTo>
                  <a:pt x="172224" y="556260"/>
                </a:lnTo>
                <a:lnTo>
                  <a:pt x="172224" y="499872"/>
                </a:lnTo>
                <a:close/>
              </a:path>
              <a:path extrusionOk="0" h="657225" w="175895">
                <a:moveTo>
                  <a:pt x="175260" y="611124"/>
                </a:moveTo>
                <a:lnTo>
                  <a:pt x="156768" y="575881"/>
                </a:lnTo>
                <a:lnTo>
                  <a:pt x="129540" y="563880"/>
                </a:lnTo>
                <a:lnTo>
                  <a:pt x="128016" y="566928"/>
                </a:lnTo>
                <a:lnTo>
                  <a:pt x="137160" y="571500"/>
                </a:lnTo>
                <a:lnTo>
                  <a:pt x="144780" y="576072"/>
                </a:lnTo>
                <a:lnTo>
                  <a:pt x="147828" y="580644"/>
                </a:lnTo>
                <a:lnTo>
                  <a:pt x="152400" y="586740"/>
                </a:lnTo>
                <a:lnTo>
                  <a:pt x="155448" y="594360"/>
                </a:lnTo>
                <a:lnTo>
                  <a:pt x="155448" y="601980"/>
                </a:lnTo>
                <a:lnTo>
                  <a:pt x="154571" y="609676"/>
                </a:lnTo>
                <a:lnTo>
                  <a:pt x="123825" y="634746"/>
                </a:lnTo>
                <a:lnTo>
                  <a:pt x="105156" y="637032"/>
                </a:lnTo>
                <a:lnTo>
                  <a:pt x="96329" y="636460"/>
                </a:lnTo>
                <a:lnTo>
                  <a:pt x="65532" y="617220"/>
                </a:lnTo>
                <a:lnTo>
                  <a:pt x="65532" y="605028"/>
                </a:lnTo>
                <a:lnTo>
                  <a:pt x="67056" y="600456"/>
                </a:lnTo>
                <a:lnTo>
                  <a:pt x="68580" y="597408"/>
                </a:lnTo>
                <a:lnTo>
                  <a:pt x="71628" y="594360"/>
                </a:lnTo>
                <a:lnTo>
                  <a:pt x="74676" y="592836"/>
                </a:lnTo>
                <a:lnTo>
                  <a:pt x="85344" y="592836"/>
                </a:lnTo>
                <a:lnTo>
                  <a:pt x="88392" y="591312"/>
                </a:lnTo>
                <a:lnTo>
                  <a:pt x="89916" y="589788"/>
                </a:lnTo>
                <a:lnTo>
                  <a:pt x="92964" y="588264"/>
                </a:lnTo>
                <a:lnTo>
                  <a:pt x="94488" y="585216"/>
                </a:lnTo>
                <a:lnTo>
                  <a:pt x="94488" y="576072"/>
                </a:lnTo>
                <a:lnTo>
                  <a:pt x="92964" y="574548"/>
                </a:lnTo>
                <a:lnTo>
                  <a:pt x="91440" y="571500"/>
                </a:lnTo>
                <a:lnTo>
                  <a:pt x="89916" y="569976"/>
                </a:lnTo>
                <a:lnTo>
                  <a:pt x="86868" y="568452"/>
                </a:lnTo>
                <a:lnTo>
                  <a:pt x="77724" y="568452"/>
                </a:lnTo>
                <a:lnTo>
                  <a:pt x="57912" y="605028"/>
                </a:lnTo>
                <a:lnTo>
                  <a:pt x="58826" y="615886"/>
                </a:lnTo>
                <a:lnTo>
                  <a:pt x="83248" y="648487"/>
                </a:lnTo>
                <a:lnTo>
                  <a:pt x="115824" y="656844"/>
                </a:lnTo>
                <a:lnTo>
                  <a:pt x="128955" y="655993"/>
                </a:lnTo>
                <a:lnTo>
                  <a:pt x="166268" y="635990"/>
                </a:lnTo>
                <a:lnTo>
                  <a:pt x="174167" y="619988"/>
                </a:lnTo>
                <a:lnTo>
                  <a:pt x="175260" y="611124"/>
                </a:lnTo>
                <a:close/>
              </a:path>
              <a:path extrusionOk="0" h="657225" w="175895">
                <a:moveTo>
                  <a:pt x="175260" y="294132"/>
                </a:moveTo>
                <a:lnTo>
                  <a:pt x="156768" y="258889"/>
                </a:lnTo>
                <a:lnTo>
                  <a:pt x="129540" y="246888"/>
                </a:lnTo>
                <a:lnTo>
                  <a:pt x="128016" y="249936"/>
                </a:lnTo>
                <a:lnTo>
                  <a:pt x="137160" y="254508"/>
                </a:lnTo>
                <a:lnTo>
                  <a:pt x="144780" y="259080"/>
                </a:lnTo>
                <a:lnTo>
                  <a:pt x="147828" y="263652"/>
                </a:lnTo>
                <a:lnTo>
                  <a:pt x="152400" y="269748"/>
                </a:lnTo>
                <a:lnTo>
                  <a:pt x="155448" y="277368"/>
                </a:lnTo>
                <a:lnTo>
                  <a:pt x="155448" y="284988"/>
                </a:lnTo>
                <a:lnTo>
                  <a:pt x="154571" y="292684"/>
                </a:lnTo>
                <a:lnTo>
                  <a:pt x="123825" y="317754"/>
                </a:lnTo>
                <a:lnTo>
                  <a:pt x="105156" y="320040"/>
                </a:lnTo>
                <a:lnTo>
                  <a:pt x="96329" y="319468"/>
                </a:lnTo>
                <a:lnTo>
                  <a:pt x="65532" y="300228"/>
                </a:lnTo>
                <a:lnTo>
                  <a:pt x="65532" y="288036"/>
                </a:lnTo>
                <a:lnTo>
                  <a:pt x="67056" y="283464"/>
                </a:lnTo>
                <a:lnTo>
                  <a:pt x="68580" y="280416"/>
                </a:lnTo>
                <a:lnTo>
                  <a:pt x="71628" y="278892"/>
                </a:lnTo>
                <a:lnTo>
                  <a:pt x="74676" y="275844"/>
                </a:lnTo>
                <a:lnTo>
                  <a:pt x="85344" y="275844"/>
                </a:lnTo>
                <a:lnTo>
                  <a:pt x="88392" y="274320"/>
                </a:lnTo>
                <a:lnTo>
                  <a:pt x="89916" y="272796"/>
                </a:lnTo>
                <a:lnTo>
                  <a:pt x="92964" y="271272"/>
                </a:lnTo>
                <a:lnTo>
                  <a:pt x="94488" y="268224"/>
                </a:lnTo>
                <a:lnTo>
                  <a:pt x="94488" y="259080"/>
                </a:lnTo>
                <a:lnTo>
                  <a:pt x="92964" y="257556"/>
                </a:lnTo>
                <a:lnTo>
                  <a:pt x="91440" y="254508"/>
                </a:lnTo>
                <a:lnTo>
                  <a:pt x="89916" y="252984"/>
                </a:lnTo>
                <a:lnTo>
                  <a:pt x="86868" y="251460"/>
                </a:lnTo>
                <a:lnTo>
                  <a:pt x="77724" y="251460"/>
                </a:lnTo>
                <a:lnTo>
                  <a:pt x="57912" y="288036"/>
                </a:lnTo>
                <a:lnTo>
                  <a:pt x="58826" y="298894"/>
                </a:lnTo>
                <a:lnTo>
                  <a:pt x="83248" y="331495"/>
                </a:lnTo>
                <a:lnTo>
                  <a:pt x="115824" y="339852"/>
                </a:lnTo>
                <a:lnTo>
                  <a:pt x="128955" y="339001"/>
                </a:lnTo>
                <a:lnTo>
                  <a:pt x="166268" y="318998"/>
                </a:lnTo>
                <a:lnTo>
                  <a:pt x="174167" y="302996"/>
                </a:lnTo>
                <a:lnTo>
                  <a:pt x="175260" y="294132"/>
                </a:lnTo>
                <a:close/>
              </a:path>
              <a:path extrusionOk="0" h="657225" w="175895">
                <a:moveTo>
                  <a:pt x="175272" y="382524"/>
                </a:moveTo>
                <a:lnTo>
                  <a:pt x="161556" y="350520"/>
                </a:lnTo>
                <a:lnTo>
                  <a:pt x="158508" y="352044"/>
                </a:lnTo>
                <a:lnTo>
                  <a:pt x="160032" y="355092"/>
                </a:lnTo>
                <a:lnTo>
                  <a:pt x="160032" y="362712"/>
                </a:lnTo>
                <a:lnTo>
                  <a:pt x="155460" y="367284"/>
                </a:lnTo>
                <a:lnTo>
                  <a:pt x="149364" y="367284"/>
                </a:lnTo>
                <a:lnTo>
                  <a:pt x="141744" y="368808"/>
                </a:lnTo>
                <a:lnTo>
                  <a:pt x="60972" y="368808"/>
                </a:lnTo>
                <a:lnTo>
                  <a:pt x="60972" y="405384"/>
                </a:lnTo>
                <a:lnTo>
                  <a:pt x="64020" y="405384"/>
                </a:lnTo>
                <a:lnTo>
                  <a:pt x="64020" y="397764"/>
                </a:lnTo>
                <a:lnTo>
                  <a:pt x="65544" y="393192"/>
                </a:lnTo>
                <a:lnTo>
                  <a:pt x="68592" y="391668"/>
                </a:lnTo>
                <a:lnTo>
                  <a:pt x="70116" y="388620"/>
                </a:lnTo>
                <a:lnTo>
                  <a:pt x="144792" y="388620"/>
                </a:lnTo>
                <a:lnTo>
                  <a:pt x="150888" y="394716"/>
                </a:lnTo>
                <a:lnTo>
                  <a:pt x="156984" y="403860"/>
                </a:lnTo>
                <a:lnTo>
                  <a:pt x="160032" y="413004"/>
                </a:lnTo>
                <a:lnTo>
                  <a:pt x="160032" y="422148"/>
                </a:lnTo>
                <a:lnTo>
                  <a:pt x="158508" y="426720"/>
                </a:lnTo>
                <a:lnTo>
                  <a:pt x="152412" y="432816"/>
                </a:lnTo>
                <a:lnTo>
                  <a:pt x="144792" y="435864"/>
                </a:lnTo>
                <a:lnTo>
                  <a:pt x="60972" y="435864"/>
                </a:lnTo>
                <a:lnTo>
                  <a:pt x="60972" y="473964"/>
                </a:lnTo>
                <a:lnTo>
                  <a:pt x="64020" y="473964"/>
                </a:lnTo>
                <a:lnTo>
                  <a:pt x="64020" y="463296"/>
                </a:lnTo>
                <a:lnTo>
                  <a:pt x="67068" y="460248"/>
                </a:lnTo>
                <a:lnTo>
                  <a:pt x="68592" y="457200"/>
                </a:lnTo>
                <a:lnTo>
                  <a:pt x="70116" y="457200"/>
                </a:lnTo>
                <a:lnTo>
                  <a:pt x="73164" y="455676"/>
                </a:lnTo>
                <a:lnTo>
                  <a:pt x="141744" y="455676"/>
                </a:lnTo>
                <a:lnTo>
                  <a:pt x="150888" y="454152"/>
                </a:lnTo>
                <a:lnTo>
                  <a:pt x="155460" y="452628"/>
                </a:lnTo>
                <a:lnTo>
                  <a:pt x="161556" y="451104"/>
                </a:lnTo>
                <a:lnTo>
                  <a:pt x="166128" y="448056"/>
                </a:lnTo>
                <a:lnTo>
                  <a:pt x="169176" y="443484"/>
                </a:lnTo>
                <a:lnTo>
                  <a:pt x="173748" y="438912"/>
                </a:lnTo>
                <a:lnTo>
                  <a:pt x="175272" y="432816"/>
                </a:lnTo>
                <a:lnTo>
                  <a:pt x="175272" y="420624"/>
                </a:lnTo>
                <a:lnTo>
                  <a:pt x="150888" y="388620"/>
                </a:lnTo>
                <a:lnTo>
                  <a:pt x="175272" y="388620"/>
                </a:lnTo>
                <a:lnTo>
                  <a:pt x="175272" y="382524"/>
                </a:lnTo>
                <a:close/>
              </a:path>
              <a:path extrusionOk="0" h="657225" w="175895">
                <a:moveTo>
                  <a:pt x="175272" y="85344"/>
                </a:moveTo>
                <a:lnTo>
                  <a:pt x="156984" y="59436"/>
                </a:lnTo>
                <a:lnTo>
                  <a:pt x="150888" y="59436"/>
                </a:lnTo>
                <a:lnTo>
                  <a:pt x="155460" y="65532"/>
                </a:lnTo>
                <a:lnTo>
                  <a:pt x="158508" y="68580"/>
                </a:lnTo>
                <a:lnTo>
                  <a:pt x="158508" y="70104"/>
                </a:lnTo>
                <a:lnTo>
                  <a:pt x="160032" y="70104"/>
                </a:lnTo>
                <a:lnTo>
                  <a:pt x="160032" y="74676"/>
                </a:lnTo>
                <a:lnTo>
                  <a:pt x="156984" y="77724"/>
                </a:lnTo>
                <a:lnTo>
                  <a:pt x="85356" y="77724"/>
                </a:lnTo>
                <a:lnTo>
                  <a:pt x="77736" y="79248"/>
                </a:lnTo>
                <a:lnTo>
                  <a:pt x="74688" y="80772"/>
                </a:lnTo>
                <a:lnTo>
                  <a:pt x="68592" y="82296"/>
                </a:lnTo>
                <a:lnTo>
                  <a:pt x="62496" y="91440"/>
                </a:lnTo>
                <a:lnTo>
                  <a:pt x="59448" y="97536"/>
                </a:lnTo>
                <a:lnTo>
                  <a:pt x="57924" y="106680"/>
                </a:lnTo>
                <a:lnTo>
                  <a:pt x="58000" y="117259"/>
                </a:lnTo>
                <a:lnTo>
                  <a:pt x="58064" y="118325"/>
                </a:lnTo>
                <a:lnTo>
                  <a:pt x="58191" y="120396"/>
                </a:lnTo>
                <a:lnTo>
                  <a:pt x="58496" y="125526"/>
                </a:lnTo>
                <a:lnTo>
                  <a:pt x="60210" y="133921"/>
                </a:lnTo>
                <a:lnTo>
                  <a:pt x="63068" y="140906"/>
                </a:lnTo>
                <a:lnTo>
                  <a:pt x="67068" y="146304"/>
                </a:lnTo>
                <a:lnTo>
                  <a:pt x="71640" y="153924"/>
                </a:lnTo>
                <a:lnTo>
                  <a:pt x="79260" y="156972"/>
                </a:lnTo>
                <a:lnTo>
                  <a:pt x="91452" y="156972"/>
                </a:lnTo>
                <a:lnTo>
                  <a:pt x="94500" y="155448"/>
                </a:lnTo>
                <a:lnTo>
                  <a:pt x="96024" y="152400"/>
                </a:lnTo>
                <a:lnTo>
                  <a:pt x="97548" y="150876"/>
                </a:lnTo>
                <a:lnTo>
                  <a:pt x="97548" y="144780"/>
                </a:lnTo>
                <a:lnTo>
                  <a:pt x="96024" y="141732"/>
                </a:lnTo>
                <a:lnTo>
                  <a:pt x="92976" y="138684"/>
                </a:lnTo>
                <a:lnTo>
                  <a:pt x="89928" y="137160"/>
                </a:lnTo>
                <a:lnTo>
                  <a:pt x="85356" y="137160"/>
                </a:lnTo>
                <a:lnTo>
                  <a:pt x="79260" y="138684"/>
                </a:lnTo>
                <a:lnTo>
                  <a:pt x="74688" y="138684"/>
                </a:lnTo>
                <a:lnTo>
                  <a:pt x="71640" y="137160"/>
                </a:lnTo>
                <a:lnTo>
                  <a:pt x="70116" y="132588"/>
                </a:lnTo>
                <a:lnTo>
                  <a:pt x="67068" y="129540"/>
                </a:lnTo>
                <a:lnTo>
                  <a:pt x="65544" y="124968"/>
                </a:lnTo>
                <a:lnTo>
                  <a:pt x="65671" y="112395"/>
                </a:lnTo>
                <a:lnTo>
                  <a:pt x="65735" y="112204"/>
                </a:lnTo>
                <a:lnTo>
                  <a:pt x="67068" y="108204"/>
                </a:lnTo>
                <a:lnTo>
                  <a:pt x="71640" y="103632"/>
                </a:lnTo>
                <a:lnTo>
                  <a:pt x="76212" y="100584"/>
                </a:lnTo>
                <a:lnTo>
                  <a:pt x="83832" y="97536"/>
                </a:lnTo>
                <a:lnTo>
                  <a:pt x="99072" y="97536"/>
                </a:lnTo>
                <a:lnTo>
                  <a:pt x="108788" y="123444"/>
                </a:lnTo>
                <a:lnTo>
                  <a:pt x="112991" y="133121"/>
                </a:lnTo>
                <a:lnTo>
                  <a:pt x="117360" y="140208"/>
                </a:lnTo>
                <a:lnTo>
                  <a:pt x="121932" y="149352"/>
                </a:lnTo>
                <a:lnTo>
                  <a:pt x="126504" y="155448"/>
                </a:lnTo>
                <a:lnTo>
                  <a:pt x="132600" y="158496"/>
                </a:lnTo>
                <a:lnTo>
                  <a:pt x="135648" y="161544"/>
                </a:lnTo>
                <a:lnTo>
                  <a:pt x="155460" y="161544"/>
                </a:lnTo>
                <a:lnTo>
                  <a:pt x="161556" y="160020"/>
                </a:lnTo>
                <a:lnTo>
                  <a:pt x="172224" y="149352"/>
                </a:lnTo>
                <a:lnTo>
                  <a:pt x="175272" y="143256"/>
                </a:lnTo>
                <a:lnTo>
                  <a:pt x="175272" y="141732"/>
                </a:lnTo>
                <a:lnTo>
                  <a:pt x="175272" y="129540"/>
                </a:lnTo>
                <a:lnTo>
                  <a:pt x="172224" y="120396"/>
                </a:lnTo>
                <a:lnTo>
                  <a:pt x="170243" y="117259"/>
                </a:lnTo>
                <a:lnTo>
                  <a:pt x="166700" y="112395"/>
                </a:lnTo>
                <a:lnTo>
                  <a:pt x="160032" y="103581"/>
                </a:lnTo>
                <a:lnTo>
                  <a:pt x="160032" y="123444"/>
                </a:lnTo>
                <a:lnTo>
                  <a:pt x="160032" y="129540"/>
                </a:lnTo>
                <a:lnTo>
                  <a:pt x="158508" y="132588"/>
                </a:lnTo>
                <a:lnTo>
                  <a:pt x="150888" y="140208"/>
                </a:lnTo>
                <a:lnTo>
                  <a:pt x="146316" y="141732"/>
                </a:lnTo>
                <a:lnTo>
                  <a:pt x="131076" y="141732"/>
                </a:lnTo>
                <a:lnTo>
                  <a:pt x="128028" y="138684"/>
                </a:lnTo>
                <a:lnTo>
                  <a:pt x="123456" y="135636"/>
                </a:lnTo>
                <a:lnTo>
                  <a:pt x="117360" y="123444"/>
                </a:lnTo>
                <a:lnTo>
                  <a:pt x="115049" y="120040"/>
                </a:lnTo>
                <a:lnTo>
                  <a:pt x="112598" y="114490"/>
                </a:lnTo>
                <a:lnTo>
                  <a:pt x="109766" y="106680"/>
                </a:lnTo>
                <a:lnTo>
                  <a:pt x="106692" y="97536"/>
                </a:lnTo>
                <a:lnTo>
                  <a:pt x="147840" y="97536"/>
                </a:lnTo>
                <a:lnTo>
                  <a:pt x="152958" y="105232"/>
                </a:lnTo>
                <a:lnTo>
                  <a:pt x="156794" y="112204"/>
                </a:lnTo>
                <a:lnTo>
                  <a:pt x="156857" y="112395"/>
                </a:lnTo>
                <a:lnTo>
                  <a:pt x="159194" y="118325"/>
                </a:lnTo>
                <a:lnTo>
                  <a:pt x="160032" y="123444"/>
                </a:lnTo>
                <a:lnTo>
                  <a:pt x="160032" y="103581"/>
                </a:lnTo>
                <a:lnTo>
                  <a:pt x="155460" y="97536"/>
                </a:lnTo>
                <a:lnTo>
                  <a:pt x="167652" y="97536"/>
                </a:lnTo>
                <a:lnTo>
                  <a:pt x="170700" y="94488"/>
                </a:lnTo>
                <a:lnTo>
                  <a:pt x="173748" y="92964"/>
                </a:lnTo>
                <a:lnTo>
                  <a:pt x="175272" y="89916"/>
                </a:lnTo>
                <a:lnTo>
                  <a:pt x="175272" y="853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9" name="Google Shape;8449;p113"/>
          <p:cNvSpPr/>
          <p:nvPr/>
        </p:nvSpPr>
        <p:spPr>
          <a:xfrm>
            <a:off x="5081015" y="8910828"/>
            <a:ext cx="10795" cy="129539"/>
          </a:xfrm>
          <a:custGeom>
            <a:rect b="b" l="l" r="r" t="t"/>
            <a:pathLst>
              <a:path extrusionOk="0" h="129540" w="10795">
                <a:moveTo>
                  <a:pt x="10667" y="129539"/>
                </a:moveTo>
                <a:lnTo>
                  <a:pt x="0" y="129539"/>
                </a:lnTo>
                <a:lnTo>
                  <a:pt x="0" y="0"/>
                </a:lnTo>
                <a:lnTo>
                  <a:pt x="10667" y="0"/>
                </a:lnTo>
                <a:lnTo>
                  <a:pt x="10667" y="1295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0" name="Google Shape;8450;p113"/>
          <p:cNvGrpSpPr/>
          <p:nvPr/>
        </p:nvGrpSpPr>
        <p:grpSpPr>
          <a:xfrm>
            <a:off x="4977384" y="8349995"/>
            <a:ext cx="207263" cy="492253"/>
            <a:chOff x="4977384" y="8349995"/>
            <a:chExt cx="207263" cy="492253"/>
          </a:xfrm>
        </p:grpSpPr>
        <p:pic>
          <p:nvPicPr>
            <p:cNvPr id="8451" name="Google Shape;8451;p113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4977384" y="8572500"/>
              <a:ext cx="170688" cy="2697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52" name="Google Shape;8452;p113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4997196" y="8349995"/>
              <a:ext cx="187451" cy="19964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453" name="Google Shape;8453;p113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4972811" y="7267956"/>
            <a:ext cx="225551" cy="10073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54" name="Google Shape;8454;p113"/>
          <p:cNvGrpSpPr/>
          <p:nvPr/>
        </p:nvGrpSpPr>
        <p:grpSpPr>
          <a:xfrm>
            <a:off x="4972811" y="6582156"/>
            <a:ext cx="225552" cy="601980"/>
            <a:chOff x="4972811" y="6582156"/>
            <a:chExt cx="225552" cy="601980"/>
          </a:xfrm>
        </p:grpSpPr>
        <p:pic>
          <p:nvPicPr>
            <p:cNvPr id="8455" name="Google Shape;8455;p113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5030723" y="6765036"/>
              <a:ext cx="167640" cy="419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56" name="Google Shape;8456;p113"/>
            <p:cNvPicPr preferRelativeResize="0"/>
            <p:nvPr/>
          </p:nvPicPr>
          <p:blipFill rotWithShape="1">
            <a:blip r:embed="rId48">
              <a:alphaModFix/>
            </a:blip>
            <a:srcRect b="0" l="0" r="0" t="0"/>
            <a:stretch/>
          </p:blipFill>
          <p:spPr>
            <a:xfrm>
              <a:off x="4972811" y="6582156"/>
              <a:ext cx="211835" cy="16306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457" name="Google Shape;8457;p113"/>
          <p:cNvGrpSpPr/>
          <p:nvPr/>
        </p:nvGrpSpPr>
        <p:grpSpPr>
          <a:xfrm>
            <a:off x="5030723" y="5890260"/>
            <a:ext cx="167640" cy="623316"/>
            <a:chOff x="5030723" y="5890260"/>
            <a:chExt cx="167640" cy="623316"/>
          </a:xfrm>
        </p:grpSpPr>
        <p:pic>
          <p:nvPicPr>
            <p:cNvPr id="8458" name="Google Shape;8458;p113"/>
            <p:cNvPicPr preferRelativeResize="0"/>
            <p:nvPr/>
          </p:nvPicPr>
          <p:blipFill rotWithShape="1">
            <a:blip r:embed="rId49">
              <a:alphaModFix/>
            </a:blip>
            <a:srcRect b="0" l="0" r="0" t="0"/>
            <a:stretch/>
          </p:blipFill>
          <p:spPr>
            <a:xfrm>
              <a:off x="5030723" y="6397752"/>
              <a:ext cx="167640" cy="1158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59" name="Google Shape;8459;p113"/>
            <p:cNvPicPr preferRelativeResize="0"/>
            <p:nvPr/>
          </p:nvPicPr>
          <p:blipFill rotWithShape="1">
            <a:blip r:embed="rId50">
              <a:alphaModFix/>
            </a:blip>
            <a:srcRect b="0" l="0" r="0" t="0"/>
            <a:stretch/>
          </p:blipFill>
          <p:spPr>
            <a:xfrm>
              <a:off x="5030723" y="5890260"/>
              <a:ext cx="117348" cy="48615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460" name="Google Shape;8460;p113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4972811" y="5474208"/>
            <a:ext cx="175260" cy="347471"/>
          </a:xfrm>
          <a:prstGeom prst="rect">
            <a:avLst/>
          </a:prstGeom>
          <a:noFill/>
          <a:ln>
            <a:noFill/>
          </a:ln>
        </p:spPr>
      </p:pic>
      <p:pic>
        <p:nvPicPr>
          <p:cNvPr id="8461" name="Google Shape;8461;p113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5030723" y="4741164"/>
            <a:ext cx="167640" cy="662939"/>
          </a:xfrm>
          <a:prstGeom prst="rect">
            <a:avLst/>
          </a:prstGeom>
          <a:noFill/>
          <a:ln>
            <a:noFill/>
          </a:ln>
        </p:spPr>
      </p:pic>
      <p:pic>
        <p:nvPicPr>
          <p:cNvPr id="8462" name="Google Shape;8462;p113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4972811" y="3610355"/>
            <a:ext cx="225552" cy="10607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63" name="Google Shape;8463;p113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464" name="Google Shape;8464;p113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465" name="Google Shape;8465;p113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466" name="Google Shape;8466;p113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467" name="Google Shape;8467;p113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68" name="Google Shape;8468;p113"/>
          <p:cNvGrpSpPr/>
          <p:nvPr/>
        </p:nvGrpSpPr>
        <p:grpSpPr>
          <a:xfrm>
            <a:off x="6655307" y="1709927"/>
            <a:ext cx="117349" cy="245618"/>
            <a:chOff x="6655307" y="1709927"/>
            <a:chExt cx="117349" cy="245618"/>
          </a:xfrm>
        </p:grpSpPr>
        <p:sp>
          <p:nvSpPr>
            <p:cNvPr id="8469" name="Google Shape;8469;p113"/>
            <p:cNvSpPr/>
            <p:nvPr/>
          </p:nvSpPr>
          <p:spPr>
            <a:xfrm>
              <a:off x="6655307" y="189585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5"/>
                  </a:moveTo>
                  <a:lnTo>
                    <a:pt x="112775" y="59435"/>
                  </a:lnTo>
                  <a:lnTo>
                    <a:pt x="112775" y="51815"/>
                  </a:lnTo>
                  <a:lnTo>
                    <a:pt x="109728" y="45719"/>
                  </a:lnTo>
                  <a:lnTo>
                    <a:pt x="109728" y="44195"/>
                  </a:lnTo>
                  <a:lnTo>
                    <a:pt x="108204" y="42671"/>
                  </a:lnTo>
                  <a:lnTo>
                    <a:pt x="105155" y="42671"/>
                  </a:lnTo>
                  <a:lnTo>
                    <a:pt x="103632" y="41147"/>
                  </a:lnTo>
                  <a:lnTo>
                    <a:pt x="25908" y="41147"/>
                  </a:lnTo>
                  <a:lnTo>
                    <a:pt x="24384" y="42671"/>
                  </a:lnTo>
                  <a:lnTo>
                    <a:pt x="21336" y="42671"/>
                  </a:lnTo>
                  <a:lnTo>
                    <a:pt x="21336" y="44195"/>
                  </a:lnTo>
                  <a:lnTo>
                    <a:pt x="19812" y="45719"/>
                  </a:lnTo>
                  <a:lnTo>
                    <a:pt x="19812" y="54863"/>
                  </a:lnTo>
                  <a:lnTo>
                    <a:pt x="22859" y="57911"/>
                  </a:lnTo>
                  <a:lnTo>
                    <a:pt x="19812" y="59435"/>
                  </a:lnTo>
                  <a:lnTo>
                    <a:pt x="0" y="19811"/>
                  </a:lnTo>
                  <a:lnTo>
                    <a:pt x="0" y="16763"/>
                  </a:lnTo>
                  <a:lnTo>
                    <a:pt x="103632" y="16763"/>
                  </a:lnTo>
                  <a:lnTo>
                    <a:pt x="105155" y="15239"/>
                  </a:lnTo>
                  <a:lnTo>
                    <a:pt x="106679" y="15239"/>
                  </a:lnTo>
                  <a:lnTo>
                    <a:pt x="109728" y="13715"/>
                  </a:lnTo>
                  <a:lnTo>
                    <a:pt x="109728" y="12191"/>
                  </a:lnTo>
                  <a:lnTo>
                    <a:pt x="111252" y="10667"/>
                  </a:lnTo>
                  <a:lnTo>
                    <a:pt x="112775" y="7619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470" name="Google Shape;8470;p113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6655308" y="1709927"/>
              <a:ext cx="117348" cy="16611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474" name="Shape 8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5" name="Google Shape;8475;p114"/>
          <p:cNvSpPr/>
          <p:nvPr/>
        </p:nvSpPr>
        <p:spPr>
          <a:xfrm>
            <a:off x="858012" y="5981700"/>
            <a:ext cx="276225" cy="866140"/>
          </a:xfrm>
          <a:custGeom>
            <a:rect b="b" l="l" r="r" t="t"/>
            <a:pathLst>
              <a:path extrusionOk="0" h="866140" w="276225">
                <a:moveTo>
                  <a:pt x="269735" y="374904"/>
                </a:moveTo>
                <a:lnTo>
                  <a:pt x="198107" y="355092"/>
                </a:lnTo>
                <a:lnTo>
                  <a:pt x="196583" y="362712"/>
                </a:lnTo>
                <a:lnTo>
                  <a:pt x="208305" y="368173"/>
                </a:lnTo>
                <a:lnTo>
                  <a:pt x="218300" y="373189"/>
                </a:lnTo>
                <a:lnTo>
                  <a:pt x="248399" y="403860"/>
                </a:lnTo>
                <a:lnTo>
                  <a:pt x="252971" y="445008"/>
                </a:lnTo>
                <a:lnTo>
                  <a:pt x="252958" y="475348"/>
                </a:lnTo>
                <a:lnTo>
                  <a:pt x="245351" y="499872"/>
                </a:lnTo>
                <a:lnTo>
                  <a:pt x="240779" y="502920"/>
                </a:lnTo>
                <a:lnTo>
                  <a:pt x="45859" y="502881"/>
                </a:lnTo>
                <a:lnTo>
                  <a:pt x="37325" y="502539"/>
                </a:lnTo>
                <a:lnTo>
                  <a:pt x="31089" y="501637"/>
                </a:lnTo>
                <a:lnTo>
                  <a:pt x="27419" y="499872"/>
                </a:lnTo>
                <a:lnTo>
                  <a:pt x="22847" y="498348"/>
                </a:lnTo>
                <a:lnTo>
                  <a:pt x="12179" y="460248"/>
                </a:lnTo>
                <a:lnTo>
                  <a:pt x="6083" y="460248"/>
                </a:lnTo>
                <a:lnTo>
                  <a:pt x="6083" y="577596"/>
                </a:lnTo>
                <a:lnTo>
                  <a:pt x="12179" y="577596"/>
                </a:lnTo>
                <a:lnTo>
                  <a:pt x="12179" y="557784"/>
                </a:lnTo>
                <a:lnTo>
                  <a:pt x="15227" y="550164"/>
                </a:lnTo>
                <a:lnTo>
                  <a:pt x="51803" y="539496"/>
                </a:lnTo>
                <a:lnTo>
                  <a:pt x="224015" y="539496"/>
                </a:lnTo>
                <a:lnTo>
                  <a:pt x="261162" y="553402"/>
                </a:lnTo>
                <a:lnTo>
                  <a:pt x="263639" y="568452"/>
                </a:lnTo>
                <a:lnTo>
                  <a:pt x="263639" y="577596"/>
                </a:lnTo>
                <a:lnTo>
                  <a:pt x="269735" y="577596"/>
                </a:lnTo>
                <a:lnTo>
                  <a:pt x="269735" y="374904"/>
                </a:lnTo>
                <a:close/>
              </a:path>
              <a:path extrusionOk="0" h="866140" w="276225">
                <a:moveTo>
                  <a:pt x="269748" y="0"/>
                </a:moveTo>
                <a:lnTo>
                  <a:pt x="263652" y="0"/>
                </a:lnTo>
                <a:lnTo>
                  <a:pt x="263652" y="10668"/>
                </a:lnTo>
                <a:lnTo>
                  <a:pt x="263652" y="16764"/>
                </a:lnTo>
                <a:lnTo>
                  <a:pt x="262128" y="22860"/>
                </a:lnTo>
                <a:lnTo>
                  <a:pt x="259080" y="27432"/>
                </a:lnTo>
                <a:lnTo>
                  <a:pt x="257556" y="32004"/>
                </a:lnTo>
                <a:lnTo>
                  <a:pt x="224028" y="38100"/>
                </a:lnTo>
                <a:lnTo>
                  <a:pt x="51816" y="38100"/>
                </a:lnTo>
                <a:lnTo>
                  <a:pt x="12192" y="21336"/>
                </a:lnTo>
                <a:lnTo>
                  <a:pt x="12192" y="0"/>
                </a:lnTo>
                <a:lnTo>
                  <a:pt x="6096" y="0"/>
                </a:lnTo>
                <a:lnTo>
                  <a:pt x="6096" y="112776"/>
                </a:lnTo>
                <a:lnTo>
                  <a:pt x="12192" y="112776"/>
                </a:lnTo>
                <a:lnTo>
                  <a:pt x="12192" y="97536"/>
                </a:lnTo>
                <a:lnTo>
                  <a:pt x="13716" y="91440"/>
                </a:lnTo>
                <a:lnTo>
                  <a:pt x="51816" y="74676"/>
                </a:lnTo>
                <a:lnTo>
                  <a:pt x="224028" y="74676"/>
                </a:lnTo>
                <a:lnTo>
                  <a:pt x="260604" y="85344"/>
                </a:lnTo>
                <a:lnTo>
                  <a:pt x="263652" y="92964"/>
                </a:lnTo>
                <a:lnTo>
                  <a:pt x="263652" y="112776"/>
                </a:lnTo>
                <a:lnTo>
                  <a:pt x="269748" y="112776"/>
                </a:lnTo>
                <a:lnTo>
                  <a:pt x="269748" y="0"/>
                </a:lnTo>
                <a:close/>
              </a:path>
              <a:path extrusionOk="0" h="866140" w="276225">
                <a:moveTo>
                  <a:pt x="275844" y="717804"/>
                </a:moveTo>
                <a:lnTo>
                  <a:pt x="53340" y="627888"/>
                </a:lnTo>
                <a:lnTo>
                  <a:pt x="18288" y="605028"/>
                </a:lnTo>
                <a:lnTo>
                  <a:pt x="12192" y="588264"/>
                </a:lnTo>
                <a:lnTo>
                  <a:pt x="6096" y="588264"/>
                </a:lnTo>
                <a:lnTo>
                  <a:pt x="6096" y="669036"/>
                </a:lnTo>
                <a:lnTo>
                  <a:pt x="12192" y="669036"/>
                </a:lnTo>
                <a:lnTo>
                  <a:pt x="12192" y="667512"/>
                </a:lnTo>
                <a:lnTo>
                  <a:pt x="13716" y="665988"/>
                </a:lnTo>
                <a:lnTo>
                  <a:pt x="13716" y="664464"/>
                </a:lnTo>
                <a:lnTo>
                  <a:pt x="15240" y="656844"/>
                </a:lnTo>
                <a:lnTo>
                  <a:pt x="16764" y="650748"/>
                </a:lnTo>
                <a:lnTo>
                  <a:pt x="19812" y="646176"/>
                </a:lnTo>
                <a:lnTo>
                  <a:pt x="24384" y="643128"/>
                </a:lnTo>
                <a:lnTo>
                  <a:pt x="27432" y="640080"/>
                </a:lnTo>
                <a:lnTo>
                  <a:pt x="30480" y="640080"/>
                </a:lnTo>
                <a:lnTo>
                  <a:pt x="35902" y="640651"/>
                </a:lnTo>
                <a:lnTo>
                  <a:pt x="43053" y="642366"/>
                </a:lnTo>
                <a:lnTo>
                  <a:pt x="51904" y="645223"/>
                </a:lnTo>
                <a:lnTo>
                  <a:pt x="62484" y="649224"/>
                </a:lnTo>
                <a:lnTo>
                  <a:pt x="214884" y="711708"/>
                </a:lnTo>
                <a:lnTo>
                  <a:pt x="60960" y="777240"/>
                </a:lnTo>
                <a:lnTo>
                  <a:pt x="51257" y="781240"/>
                </a:lnTo>
                <a:lnTo>
                  <a:pt x="42862" y="784098"/>
                </a:lnTo>
                <a:lnTo>
                  <a:pt x="35877" y="785812"/>
                </a:lnTo>
                <a:lnTo>
                  <a:pt x="30480" y="786384"/>
                </a:lnTo>
                <a:lnTo>
                  <a:pt x="25908" y="786384"/>
                </a:lnTo>
                <a:lnTo>
                  <a:pt x="12192" y="757428"/>
                </a:lnTo>
                <a:lnTo>
                  <a:pt x="6096" y="757428"/>
                </a:lnTo>
                <a:lnTo>
                  <a:pt x="6096" y="865632"/>
                </a:lnTo>
                <a:lnTo>
                  <a:pt x="12192" y="865632"/>
                </a:lnTo>
                <a:lnTo>
                  <a:pt x="13716" y="856488"/>
                </a:lnTo>
                <a:lnTo>
                  <a:pt x="15240" y="850392"/>
                </a:lnTo>
                <a:lnTo>
                  <a:pt x="16764" y="845820"/>
                </a:lnTo>
                <a:lnTo>
                  <a:pt x="22860" y="836676"/>
                </a:lnTo>
                <a:lnTo>
                  <a:pt x="27432" y="833628"/>
                </a:lnTo>
                <a:lnTo>
                  <a:pt x="28956" y="832104"/>
                </a:lnTo>
                <a:lnTo>
                  <a:pt x="36576" y="829056"/>
                </a:lnTo>
                <a:lnTo>
                  <a:pt x="48768" y="822960"/>
                </a:lnTo>
                <a:lnTo>
                  <a:pt x="275844" y="725424"/>
                </a:lnTo>
                <a:lnTo>
                  <a:pt x="275844" y="717804"/>
                </a:lnTo>
                <a:close/>
              </a:path>
              <a:path extrusionOk="0" h="866140" w="276225">
                <a:moveTo>
                  <a:pt x="275844" y="228600"/>
                </a:moveTo>
                <a:lnTo>
                  <a:pt x="263626" y="180174"/>
                </a:lnTo>
                <a:lnTo>
                  <a:pt x="230314" y="150495"/>
                </a:lnTo>
                <a:lnTo>
                  <a:pt x="202692" y="144780"/>
                </a:lnTo>
                <a:lnTo>
                  <a:pt x="194919" y="145338"/>
                </a:lnTo>
                <a:lnTo>
                  <a:pt x="158877" y="161353"/>
                </a:lnTo>
                <a:lnTo>
                  <a:pt x="134302" y="193167"/>
                </a:lnTo>
                <a:lnTo>
                  <a:pt x="117348" y="224028"/>
                </a:lnTo>
                <a:lnTo>
                  <a:pt x="105359" y="244627"/>
                </a:lnTo>
                <a:lnTo>
                  <a:pt x="77724" y="280416"/>
                </a:lnTo>
                <a:lnTo>
                  <a:pt x="64008" y="289560"/>
                </a:lnTo>
                <a:lnTo>
                  <a:pt x="54864" y="289560"/>
                </a:lnTo>
                <a:lnTo>
                  <a:pt x="20777" y="268681"/>
                </a:lnTo>
                <a:lnTo>
                  <a:pt x="13716" y="242316"/>
                </a:lnTo>
                <a:lnTo>
                  <a:pt x="14287" y="233413"/>
                </a:lnTo>
                <a:lnTo>
                  <a:pt x="34099" y="192595"/>
                </a:lnTo>
                <a:lnTo>
                  <a:pt x="77698" y="170865"/>
                </a:lnTo>
                <a:lnTo>
                  <a:pt x="89916" y="169164"/>
                </a:lnTo>
                <a:lnTo>
                  <a:pt x="89916" y="163068"/>
                </a:lnTo>
                <a:lnTo>
                  <a:pt x="0" y="163068"/>
                </a:lnTo>
                <a:lnTo>
                  <a:pt x="0" y="169164"/>
                </a:lnTo>
                <a:lnTo>
                  <a:pt x="6096" y="170688"/>
                </a:lnTo>
                <a:lnTo>
                  <a:pt x="10668" y="172212"/>
                </a:lnTo>
                <a:lnTo>
                  <a:pt x="15240" y="176784"/>
                </a:lnTo>
                <a:lnTo>
                  <a:pt x="15240" y="185928"/>
                </a:lnTo>
                <a:lnTo>
                  <a:pt x="13716" y="190500"/>
                </a:lnTo>
                <a:lnTo>
                  <a:pt x="10668" y="198120"/>
                </a:lnTo>
                <a:lnTo>
                  <a:pt x="6426" y="209537"/>
                </a:lnTo>
                <a:lnTo>
                  <a:pt x="3048" y="220789"/>
                </a:lnTo>
                <a:lnTo>
                  <a:pt x="800" y="231775"/>
                </a:lnTo>
                <a:lnTo>
                  <a:pt x="0" y="242316"/>
                </a:lnTo>
                <a:lnTo>
                  <a:pt x="1397" y="258635"/>
                </a:lnTo>
                <a:lnTo>
                  <a:pt x="21336" y="298704"/>
                </a:lnTo>
                <a:lnTo>
                  <a:pt x="56045" y="318643"/>
                </a:lnTo>
                <a:lnTo>
                  <a:pt x="70104" y="320040"/>
                </a:lnTo>
                <a:lnTo>
                  <a:pt x="77838" y="319493"/>
                </a:lnTo>
                <a:lnTo>
                  <a:pt x="117703" y="297637"/>
                </a:lnTo>
                <a:lnTo>
                  <a:pt x="145084" y="258305"/>
                </a:lnTo>
                <a:lnTo>
                  <a:pt x="162229" y="226885"/>
                </a:lnTo>
                <a:lnTo>
                  <a:pt x="168973" y="214884"/>
                </a:lnTo>
                <a:lnTo>
                  <a:pt x="198120" y="184404"/>
                </a:lnTo>
                <a:lnTo>
                  <a:pt x="211836" y="179832"/>
                </a:lnTo>
                <a:lnTo>
                  <a:pt x="217932" y="179832"/>
                </a:lnTo>
                <a:lnTo>
                  <a:pt x="255054" y="201218"/>
                </a:lnTo>
                <a:lnTo>
                  <a:pt x="262128" y="231648"/>
                </a:lnTo>
                <a:lnTo>
                  <a:pt x="261556" y="242557"/>
                </a:lnTo>
                <a:lnTo>
                  <a:pt x="248094" y="278968"/>
                </a:lnTo>
                <a:lnTo>
                  <a:pt x="211264" y="305181"/>
                </a:lnTo>
                <a:lnTo>
                  <a:pt x="185928" y="310896"/>
                </a:lnTo>
                <a:lnTo>
                  <a:pt x="185928" y="316992"/>
                </a:lnTo>
                <a:lnTo>
                  <a:pt x="275844" y="316992"/>
                </a:lnTo>
                <a:lnTo>
                  <a:pt x="275844" y="310896"/>
                </a:lnTo>
                <a:lnTo>
                  <a:pt x="269748" y="309372"/>
                </a:lnTo>
                <a:lnTo>
                  <a:pt x="265176" y="307848"/>
                </a:lnTo>
                <a:lnTo>
                  <a:pt x="262128" y="304800"/>
                </a:lnTo>
                <a:lnTo>
                  <a:pt x="260604" y="301752"/>
                </a:lnTo>
                <a:lnTo>
                  <a:pt x="260604" y="295656"/>
                </a:lnTo>
                <a:lnTo>
                  <a:pt x="263652" y="288036"/>
                </a:lnTo>
                <a:lnTo>
                  <a:pt x="266700" y="274320"/>
                </a:lnTo>
                <a:lnTo>
                  <a:pt x="269811" y="265798"/>
                </a:lnTo>
                <a:lnTo>
                  <a:pt x="272224" y="258699"/>
                </a:lnTo>
                <a:lnTo>
                  <a:pt x="273761" y="253326"/>
                </a:lnTo>
                <a:lnTo>
                  <a:pt x="275844" y="242316"/>
                </a:lnTo>
                <a:lnTo>
                  <a:pt x="275844" y="228600"/>
                </a:lnTo>
                <a:close/>
              </a:path>
            </a:pathLst>
          </a:custGeom>
          <a:solidFill>
            <a:srgbClr val="0099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76" name="Google Shape;8476;p11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851916" y="4759452"/>
            <a:ext cx="361187" cy="11125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77" name="Google Shape;8477;p114"/>
          <p:cNvGrpSpPr/>
          <p:nvPr/>
        </p:nvGrpSpPr>
        <p:grpSpPr>
          <a:xfrm>
            <a:off x="851916" y="3848100"/>
            <a:ext cx="280416" cy="803275"/>
            <a:chOff x="851916" y="3848100"/>
            <a:chExt cx="280416" cy="803275"/>
          </a:xfrm>
        </p:grpSpPr>
        <p:sp>
          <p:nvSpPr>
            <p:cNvPr id="8478" name="Google Shape;8478;p114"/>
            <p:cNvSpPr/>
            <p:nvPr/>
          </p:nvSpPr>
          <p:spPr>
            <a:xfrm>
              <a:off x="851916" y="4335780"/>
              <a:ext cx="276225" cy="315595"/>
            </a:xfrm>
            <a:custGeom>
              <a:rect b="b" l="l" r="r" t="t"/>
              <a:pathLst>
                <a:path extrusionOk="0" h="315595" w="276225">
                  <a:moveTo>
                    <a:pt x="275844" y="202692"/>
                  </a:moveTo>
                  <a:lnTo>
                    <a:pt x="269748" y="202692"/>
                  </a:lnTo>
                  <a:lnTo>
                    <a:pt x="269748" y="217932"/>
                  </a:lnTo>
                  <a:lnTo>
                    <a:pt x="268224" y="224028"/>
                  </a:lnTo>
                  <a:lnTo>
                    <a:pt x="265176" y="230124"/>
                  </a:lnTo>
                  <a:lnTo>
                    <a:pt x="263652" y="234696"/>
                  </a:lnTo>
                  <a:lnTo>
                    <a:pt x="257556" y="237744"/>
                  </a:lnTo>
                  <a:lnTo>
                    <a:pt x="253263" y="238874"/>
                  </a:lnTo>
                  <a:lnTo>
                    <a:pt x="247269" y="239839"/>
                  </a:lnTo>
                  <a:lnTo>
                    <a:pt x="239547" y="240538"/>
                  </a:lnTo>
                  <a:lnTo>
                    <a:pt x="230124" y="240792"/>
                  </a:lnTo>
                  <a:lnTo>
                    <a:pt x="146304" y="240792"/>
                  </a:lnTo>
                  <a:lnTo>
                    <a:pt x="146304" y="184404"/>
                  </a:lnTo>
                  <a:lnTo>
                    <a:pt x="147828" y="178308"/>
                  </a:lnTo>
                  <a:lnTo>
                    <a:pt x="150876" y="173736"/>
                  </a:lnTo>
                  <a:lnTo>
                    <a:pt x="152400" y="169164"/>
                  </a:lnTo>
                  <a:lnTo>
                    <a:pt x="156972" y="164592"/>
                  </a:lnTo>
                  <a:lnTo>
                    <a:pt x="161544" y="163068"/>
                  </a:lnTo>
                  <a:lnTo>
                    <a:pt x="166116" y="160020"/>
                  </a:lnTo>
                  <a:lnTo>
                    <a:pt x="173736" y="158496"/>
                  </a:lnTo>
                  <a:lnTo>
                    <a:pt x="184404" y="158496"/>
                  </a:lnTo>
                  <a:lnTo>
                    <a:pt x="184404" y="152400"/>
                  </a:lnTo>
                  <a:lnTo>
                    <a:pt x="94488" y="152400"/>
                  </a:lnTo>
                  <a:lnTo>
                    <a:pt x="94488" y="158496"/>
                  </a:lnTo>
                  <a:lnTo>
                    <a:pt x="105029" y="159956"/>
                  </a:lnTo>
                  <a:lnTo>
                    <a:pt x="113728" y="162115"/>
                  </a:lnTo>
                  <a:lnTo>
                    <a:pt x="132588" y="193548"/>
                  </a:lnTo>
                  <a:lnTo>
                    <a:pt x="132588" y="240792"/>
                  </a:lnTo>
                  <a:lnTo>
                    <a:pt x="25908" y="240792"/>
                  </a:lnTo>
                  <a:lnTo>
                    <a:pt x="25908" y="182880"/>
                  </a:lnTo>
                  <a:lnTo>
                    <a:pt x="33528" y="144780"/>
                  </a:lnTo>
                  <a:lnTo>
                    <a:pt x="42672" y="137160"/>
                  </a:lnTo>
                  <a:lnTo>
                    <a:pt x="47815" y="133997"/>
                  </a:lnTo>
                  <a:lnTo>
                    <a:pt x="54102" y="131254"/>
                  </a:lnTo>
                  <a:lnTo>
                    <a:pt x="61531" y="128803"/>
                  </a:lnTo>
                  <a:lnTo>
                    <a:pt x="70104" y="126492"/>
                  </a:lnTo>
                  <a:lnTo>
                    <a:pt x="70104" y="118872"/>
                  </a:lnTo>
                  <a:lnTo>
                    <a:pt x="12192" y="121920"/>
                  </a:lnTo>
                  <a:lnTo>
                    <a:pt x="12192" y="315468"/>
                  </a:lnTo>
                  <a:lnTo>
                    <a:pt x="18288" y="315468"/>
                  </a:lnTo>
                  <a:lnTo>
                    <a:pt x="18288" y="298704"/>
                  </a:lnTo>
                  <a:lnTo>
                    <a:pt x="19812" y="294132"/>
                  </a:lnTo>
                  <a:lnTo>
                    <a:pt x="22860" y="288036"/>
                  </a:lnTo>
                  <a:lnTo>
                    <a:pt x="25908" y="283464"/>
                  </a:lnTo>
                  <a:lnTo>
                    <a:pt x="28956" y="280416"/>
                  </a:lnTo>
                  <a:lnTo>
                    <a:pt x="32004" y="280416"/>
                  </a:lnTo>
                  <a:lnTo>
                    <a:pt x="36042" y="278663"/>
                  </a:lnTo>
                  <a:lnTo>
                    <a:pt x="41529" y="277749"/>
                  </a:lnTo>
                  <a:lnTo>
                    <a:pt x="48717" y="277418"/>
                  </a:lnTo>
                  <a:lnTo>
                    <a:pt x="230124" y="277368"/>
                  </a:lnTo>
                  <a:lnTo>
                    <a:pt x="241312" y="277660"/>
                  </a:lnTo>
                  <a:lnTo>
                    <a:pt x="269748" y="306324"/>
                  </a:lnTo>
                  <a:lnTo>
                    <a:pt x="269748" y="315468"/>
                  </a:lnTo>
                  <a:lnTo>
                    <a:pt x="275844" y="315468"/>
                  </a:lnTo>
                  <a:lnTo>
                    <a:pt x="275844" y="202692"/>
                  </a:lnTo>
                  <a:close/>
                </a:path>
                <a:path extrusionOk="0" h="315595" w="276225">
                  <a:moveTo>
                    <a:pt x="275844" y="0"/>
                  </a:moveTo>
                  <a:lnTo>
                    <a:pt x="269748" y="0"/>
                  </a:lnTo>
                  <a:lnTo>
                    <a:pt x="269748" y="15240"/>
                  </a:lnTo>
                  <a:lnTo>
                    <a:pt x="266700" y="18288"/>
                  </a:lnTo>
                  <a:lnTo>
                    <a:pt x="265176" y="22860"/>
                  </a:lnTo>
                  <a:lnTo>
                    <a:pt x="256032" y="27432"/>
                  </a:lnTo>
                  <a:lnTo>
                    <a:pt x="248412" y="28956"/>
                  </a:lnTo>
                  <a:lnTo>
                    <a:pt x="0" y="28956"/>
                  </a:lnTo>
                  <a:lnTo>
                    <a:pt x="0" y="38100"/>
                  </a:lnTo>
                  <a:lnTo>
                    <a:pt x="21336" y="89916"/>
                  </a:lnTo>
                  <a:lnTo>
                    <a:pt x="27432" y="86868"/>
                  </a:lnTo>
                  <a:lnTo>
                    <a:pt x="24384" y="77724"/>
                  </a:lnTo>
                  <a:lnTo>
                    <a:pt x="24384" y="71628"/>
                  </a:lnTo>
                  <a:lnTo>
                    <a:pt x="25908" y="68580"/>
                  </a:lnTo>
                  <a:lnTo>
                    <a:pt x="27432" y="67056"/>
                  </a:lnTo>
                  <a:lnTo>
                    <a:pt x="28956" y="64008"/>
                  </a:lnTo>
                  <a:lnTo>
                    <a:pt x="32004" y="62484"/>
                  </a:lnTo>
                  <a:lnTo>
                    <a:pt x="36576" y="62484"/>
                  </a:lnTo>
                  <a:lnTo>
                    <a:pt x="41668" y="61607"/>
                  </a:lnTo>
                  <a:lnTo>
                    <a:pt x="49911" y="61150"/>
                  </a:lnTo>
                  <a:lnTo>
                    <a:pt x="74676" y="60960"/>
                  </a:lnTo>
                  <a:lnTo>
                    <a:pt x="248412" y="60960"/>
                  </a:lnTo>
                  <a:lnTo>
                    <a:pt x="254508" y="62484"/>
                  </a:lnTo>
                  <a:lnTo>
                    <a:pt x="263652" y="65532"/>
                  </a:lnTo>
                  <a:lnTo>
                    <a:pt x="268224" y="70104"/>
                  </a:lnTo>
                  <a:lnTo>
                    <a:pt x="269748" y="73152"/>
                  </a:lnTo>
                  <a:lnTo>
                    <a:pt x="269748" y="86868"/>
                  </a:lnTo>
                  <a:lnTo>
                    <a:pt x="275844" y="86868"/>
                  </a:lnTo>
                  <a:lnTo>
                    <a:pt x="275844" y="0"/>
                  </a:lnTo>
                  <a:close/>
                </a:path>
              </a:pathLst>
            </a:custGeom>
            <a:solidFill>
              <a:srgbClr val="0099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479" name="Google Shape;8479;p114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44880" y="4142232"/>
              <a:ext cx="187452" cy="1706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480" name="Google Shape;8480;p114"/>
            <p:cNvSpPr/>
            <p:nvPr/>
          </p:nvSpPr>
          <p:spPr>
            <a:xfrm>
              <a:off x="949452" y="3848100"/>
              <a:ext cx="182880" cy="279400"/>
            </a:xfrm>
            <a:custGeom>
              <a:rect b="b" l="l" r="r" t="t"/>
              <a:pathLst>
                <a:path extrusionOk="0" h="279400" w="182880">
                  <a:moveTo>
                    <a:pt x="6096" y="278892"/>
                  </a:moveTo>
                  <a:lnTo>
                    <a:pt x="0" y="278892"/>
                  </a:lnTo>
                  <a:lnTo>
                    <a:pt x="0" y="202692"/>
                  </a:lnTo>
                  <a:lnTo>
                    <a:pt x="6096" y="202692"/>
                  </a:lnTo>
                  <a:lnTo>
                    <a:pt x="7620" y="210312"/>
                  </a:lnTo>
                  <a:lnTo>
                    <a:pt x="7620" y="214884"/>
                  </a:lnTo>
                  <a:lnTo>
                    <a:pt x="10668" y="216408"/>
                  </a:lnTo>
                  <a:lnTo>
                    <a:pt x="12192" y="219456"/>
                  </a:lnTo>
                  <a:lnTo>
                    <a:pt x="27432" y="219456"/>
                  </a:lnTo>
                  <a:lnTo>
                    <a:pt x="33528" y="216408"/>
                  </a:lnTo>
                  <a:lnTo>
                    <a:pt x="132588" y="179832"/>
                  </a:lnTo>
                  <a:lnTo>
                    <a:pt x="53340" y="141732"/>
                  </a:lnTo>
                  <a:lnTo>
                    <a:pt x="27432" y="152400"/>
                  </a:lnTo>
                  <a:lnTo>
                    <a:pt x="18288" y="155448"/>
                  </a:lnTo>
                  <a:lnTo>
                    <a:pt x="13716" y="160020"/>
                  </a:lnTo>
                  <a:lnTo>
                    <a:pt x="10668" y="164592"/>
                  </a:lnTo>
                  <a:lnTo>
                    <a:pt x="7620" y="167640"/>
                  </a:lnTo>
                  <a:lnTo>
                    <a:pt x="7620" y="173736"/>
                  </a:lnTo>
                  <a:lnTo>
                    <a:pt x="6096" y="181356"/>
                  </a:lnTo>
                  <a:lnTo>
                    <a:pt x="0" y="181356"/>
                  </a:lnTo>
                  <a:lnTo>
                    <a:pt x="0" y="96011"/>
                  </a:lnTo>
                  <a:lnTo>
                    <a:pt x="6096" y="96011"/>
                  </a:lnTo>
                  <a:lnTo>
                    <a:pt x="7620" y="105156"/>
                  </a:lnTo>
                  <a:lnTo>
                    <a:pt x="9144" y="112775"/>
                  </a:lnTo>
                  <a:lnTo>
                    <a:pt x="12192" y="115823"/>
                  </a:lnTo>
                  <a:lnTo>
                    <a:pt x="13716" y="118872"/>
                  </a:lnTo>
                  <a:lnTo>
                    <a:pt x="18288" y="120396"/>
                  </a:lnTo>
                  <a:lnTo>
                    <a:pt x="25908" y="120396"/>
                  </a:lnTo>
                  <a:lnTo>
                    <a:pt x="27432" y="118872"/>
                  </a:lnTo>
                  <a:lnTo>
                    <a:pt x="30480" y="118872"/>
                  </a:lnTo>
                  <a:lnTo>
                    <a:pt x="131064" y="76199"/>
                  </a:lnTo>
                  <a:lnTo>
                    <a:pt x="33528" y="38099"/>
                  </a:lnTo>
                  <a:lnTo>
                    <a:pt x="27432" y="35052"/>
                  </a:lnTo>
                  <a:lnTo>
                    <a:pt x="21336" y="33528"/>
                  </a:lnTo>
                  <a:lnTo>
                    <a:pt x="13716" y="33528"/>
                  </a:lnTo>
                  <a:lnTo>
                    <a:pt x="9144" y="38099"/>
                  </a:lnTo>
                  <a:lnTo>
                    <a:pt x="7620" y="41148"/>
                  </a:lnTo>
                  <a:lnTo>
                    <a:pt x="6096" y="45720"/>
                  </a:lnTo>
                  <a:lnTo>
                    <a:pt x="6096" y="53340"/>
                  </a:lnTo>
                  <a:lnTo>
                    <a:pt x="0" y="53340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8382" y="7453"/>
                  </a:lnTo>
                  <a:lnTo>
                    <a:pt x="12954" y="13906"/>
                  </a:lnTo>
                  <a:lnTo>
                    <a:pt x="19812" y="19502"/>
                  </a:lnTo>
                  <a:lnTo>
                    <a:pt x="28956" y="24384"/>
                  </a:lnTo>
                  <a:lnTo>
                    <a:pt x="182879" y="82296"/>
                  </a:lnTo>
                  <a:lnTo>
                    <a:pt x="182879" y="88392"/>
                  </a:lnTo>
                  <a:lnTo>
                    <a:pt x="68580" y="135636"/>
                  </a:lnTo>
                  <a:lnTo>
                    <a:pt x="182879" y="190500"/>
                  </a:lnTo>
                  <a:lnTo>
                    <a:pt x="182879" y="193548"/>
                  </a:lnTo>
                  <a:lnTo>
                    <a:pt x="33528" y="249936"/>
                  </a:lnTo>
                  <a:lnTo>
                    <a:pt x="18288" y="257556"/>
                  </a:lnTo>
                  <a:lnTo>
                    <a:pt x="10668" y="265176"/>
                  </a:lnTo>
                  <a:lnTo>
                    <a:pt x="7620" y="271272"/>
                  </a:lnTo>
                  <a:lnTo>
                    <a:pt x="6096" y="278892"/>
                  </a:lnTo>
                  <a:close/>
                </a:path>
              </a:pathLst>
            </a:custGeom>
            <a:solidFill>
              <a:srgbClr val="0099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481" name="Google Shape;8481;p114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892807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482" name="Google Shape;8482;p114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819655" y="8243316"/>
            <a:ext cx="210312" cy="443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483" name="Google Shape;8483;p114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819655" y="7386828"/>
            <a:ext cx="271272" cy="765047"/>
          </a:xfrm>
          <a:prstGeom prst="rect">
            <a:avLst/>
          </a:prstGeom>
          <a:noFill/>
          <a:ln>
            <a:noFill/>
          </a:ln>
        </p:spPr>
      </p:pic>
      <p:sp>
        <p:nvSpPr>
          <p:cNvPr id="8484" name="Google Shape;8484;p114"/>
          <p:cNvSpPr/>
          <p:nvPr/>
        </p:nvSpPr>
        <p:spPr>
          <a:xfrm>
            <a:off x="1848612" y="6694932"/>
            <a:ext cx="181610" cy="605155"/>
          </a:xfrm>
          <a:custGeom>
            <a:rect b="b" l="l" r="r" t="t"/>
            <a:pathLst>
              <a:path extrusionOk="0" h="605154" w="181610">
                <a:moveTo>
                  <a:pt x="181343" y="557784"/>
                </a:moveTo>
                <a:lnTo>
                  <a:pt x="163779" y="521309"/>
                </a:lnTo>
                <a:lnTo>
                  <a:pt x="140195" y="513588"/>
                </a:lnTo>
                <a:lnTo>
                  <a:pt x="129336" y="515327"/>
                </a:lnTo>
                <a:lnTo>
                  <a:pt x="119621" y="520636"/>
                </a:lnTo>
                <a:lnTo>
                  <a:pt x="111048" y="529666"/>
                </a:lnTo>
                <a:lnTo>
                  <a:pt x="103619" y="542544"/>
                </a:lnTo>
                <a:lnTo>
                  <a:pt x="88379" y="573024"/>
                </a:lnTo>
                <a:lnTo>
                  <a:pt x="83908" y="579005"/>
                </a:lnTo>
                <a:lnTo>
                  <a:pt x="83527" y="579412"/>
                </a:lnTo>
                <a:lnTo>
                  <a:pt x="80759" y="582168"/>
                </a:lnTo>
                <a:lnTo>
                  <a:pt x="76187" y="585216"/>
                </a:lnTo>
                <a:lnTo>
                  <a:pt x="71615" y="586740"/>
                </a:lnTo>
                <a:lnTo>
                  <a:pt x="62471" y="586740"/>
                </a:lnTo>
                <a:lnTo>
                  <a:pt x="59423" y="583692"/>
                </a:lnTo>
                <a:lnTo>
                  <a:pt x="54851" y="580644"/>
                </a:lnTo>
                <a:lnTo>
                  <a:pt x="51803" y="576072"/>
                </a:lnTo>
                <a:lnTo>
                  <a:pt x="50342" y="571690"/>
                </a:lnTo>
                <a:lnTo>
                  <a:pt x="50279" y="554736"/>
                </a:lnTo>
                <a:lnTo>
                  <a:pt x="51803" y="548640"/>
                </a:lnTo>
                <a:lnTo>
                  <a:pt x="86855" y="528828"/>
                </a:lnTo>
                <a:lnTo>
                  <a:pt x="86855" y="524256"/>
                </a:lnTo>
                <a:lnTo>
                  <a:pt x="41135" y="524256"/>
                </a:lnTo>
                <a:lnTo>
                  <a:pt x="41135" y="528828"/>
                </a:lnTo>
                <a:lnTo>
                  <a:pt x="42659" y="530352"/>
                </a:lnTo>
                <a:lnTo>
                  <a:pt x="45707" y="530352"/>
                </a:lnTo>
                <a:lnTo>
                  <a:pt x="45707" y="531876"/>
                </a:lnTo>
                <a:lnTo>
                  <a:pt x="47231" y="533400"/>
                </a:lnTo>
                <a:lnTo>
                  <a:pt x="47231" y="536448"/>
                </a:lnTo>
                <a:lnTo>
                  <a:pt x="45707" y="539496"/>
                </a:lnTo>
                <a:lnTo>
                  <a:pt x="44196" y="545553"/>
                </a:lnTo>
                <a:lnTo>
                  <a:pt x="42659" y="553212"/>
                </a:lnTo>
                <a:lnTo>
                  <a:pt x="41135" y="559308"/>
                </a:lnTo>
                <a:lnTo>
                  <a:pt x="41198" y="564629"/>
                </a:lnTo>
                <a:lnTo>
                  <a:pt x="63614" y="601789"/>
                </a:lnTo>
                <a:lnTo>
                  <a:pt x="77711" y="605028"/>
                </a:lnTo>
                <a:lnTo>
                  <a:pt x="86855" y="605028"/>
                </a:lnTo>
                <a:lnTo>
                  <a:pt x="117335" y="569976"/>
                </a:lnTo>
                <a:lnTo>
                  <a:pt x="121894" y="560311"/>
                </a:lnTo>
                <a:lnTo>
                  <a:pt x="126288" y="552069"/>
                </a:lnTo>
                <a:lnTo>
                  <a:pt x="130416" y="545553"/>
                </a:lnTo>
                <a:lnTo>
                  <a:pt x="134099" y="541020"/>
                </a:lnTo>
                <a:lnTo>
                  <a:pt x="138671" y="536448"/>
                </a:lnTo>
                <a:lnTo>
                  <a:pt x="144767" y="534924"/>
                </a:lnTo>
                <a:lnTo>
                  <a:pt x="156959" y="534924"/>
                </a:lnTo>
                <a:lnTo>
                  <a:pt x="161531" y="536448"/>
                </a:lnTo>
                <a:lnTo>
                  <a:pt x="166103" y="541020"/>
                </a:lnTo>
                <a:lnTo>
                  <a:pt x="169125" y="545553"/>
                </a:lnTo>
                <a:lnTo>
                  <a:pt x="172199" y="551688"/>
                </a:lnTo>
                <a:lnTo>
                  <a:pt x="172199" y="557784"/>
                </a:lnTo>
                <a:lnTo>
                  <a:pt x="171615" y="564629"/>
                </a:lnTo>
                <a:lnTo>
                  <a:pt x="169722" y="571309"/>
                </a:lnTo>
                <a:lnTo>
                  <a:pt x="169633" y="571500"/>
                </a:lnTo>
                <a:lnTo>
                  <a:pt x="169532" y="571690"/>
                </a:lnTo>
                <a:lnTo>
                  <a:pt x="166420" y="577723"/>
                </a:lnTo>
                <a:lnTo>
                  <a:pt x="132575" y="600456"/>
                </a:lnTo>
                <a:lnTo>
                  <a:pt x="132575" y="605028"/>
                </a:lnTo>
                <a:lnTo>
                  <a:pt x="179819" y="605028"/>
                </a:lnTo>
                <a:lnTo>
                  <a:pt x="181343" y="600456"/>
                </a:lnTo>
                <a:lnTo>
                  <a:pt x="176771" y="598932"/>
                </a:lnTo>
                <a:lnTo>
                  <a:pt x="175247" y="597408"/>
                </a:lnTo>
                <a:lnTo>
                  <a:pt x="175247" y="589788"/>
                </a:lnTo>
                <a:lnTo>
                  <a:pt x="176771" y="586740"/>
                </a:lnTo>
                <a:lnTo>
                  <a:pt x="178777" y="579005"/>
                </a:lnTo>
                <a:lnTo>
                  <a:pt x="180200" y="571690"/>
                </a:lnTo>
                <a:lnTo>
                  <a:pt x="180251" y="571309"/>
                </a:lnTo>
                <a:lnTo>
                  <a:pt x="181063" y="564629"/>
                </a:lnTo>
                <a:lnTo>
                  <a:pt x="181102" y="563880"/>
                </a:lnTo>
                <a:lnTo>
                  <a:pt x="181343" y="557784"/>
                </a:lnTo>
                <a:close/>
              </a:path>
              <a:path extrusionOk="0" h="605154" w="181610">
                <a:moveTo>
                  <a:pt x="181343" y="321564"/>
                </a:moveTo>
                <a:lnTo>
                  <a:pt x="160007" y="289560"/>
                </a:lnTo>
                <a:lnTo>
                  <a:pt x="152387" y="289560"/>
                </a:lnTo>
                <a:lnTo>
                  <a:pt x="156959" y="295656"/>
                </a:lnTo>
                <a:lnTo>
                  <a:pt x="160007" y="300228"/>
                </a:lnTo>
                <a:lnTo>
                  <a:pt x="163055" y="303276"/>
                </a:lnTo>
                <a:lnTo>
                  <a:pt x="163055" y="307848"/>
                </a:lnTo>
                <a:lnTo>
                  <a:pt x="158483" y="312420"/>
                </a:lnTo>
                <a:lnTo>
                  <a:pt x="86855" y="312420"/>
                </a:lnTo>
                <a:lnTo>
                  <a:pt x="77673" y="312686"/>
                </a:lnTo>
                <a:lnTo>
                  <a:pt x="44361" y="333933"/>
                </a:lnTo>
                <a:lnTo>
                  <a:pt x="41402" y="362712"/>
                </a:lnTo>
                <a:lnTo>
                  <a:pt x="41732" y="368769"/>
                </a:lnTo>
                <a:lnTo>
                  <a:pt x="62661" y="402717"/>
                </a:lnTo>
                <a:lnTo>
                  <a:pt x="74663" y="405384"/>
                </a:lnTo>
                <a:lnTo>
                  <a:pt x="82283" y="405384"/>
                </a:lnTo>
                <a:lnTo>
                  <a:pt x="85331" y="402336"/>
                </a:lnTo>
                <a:lnTo>
                  <a:pt x="88379" y="400812"/>
                </a:lnTo>
                <a:lnTo>
                  <a:pt x="89903" y="397764"/>
                </a:lnTo>
                <a:lnTo>
                  <a:pt x="89903" y="390144"/>
                </a:lnTo>
                <a:lnTo>
                  <a:pt x="88379" y="387096"/>
                </a:lnTo>
                <a:lnTo>
                  <a:pt x="85331" y="385572"/>
                </a:lnTo>
                <a:lnTo>
                  <a:pt x="83807" y="382524"/>
                </a:lnTo>
                <a:lnTo>
                  <a:pt x="79235" y="381000"/>
                </a:lnTo>
                <a:lnTo>
                  <a:pt x="74663" y="381000"/>
                </a:lnTo>
                <a:lnTo>
                  <a:pt x="67043" y="382524"/>
                </a:lnTo>
                <a:lnTo>
                  <a:pt x="62471" y="382524"/>
                </a:lnTo>
                <a:lnTo>
                  <a:pt x="57899" y="379476"/>
                </a:lnTo>
                <a:lnTo>
                  <a:pt x="51803" y="373380"/>
                </a:lnTo>
                <a:lnTo>
                  <a:pt x="50279" y="368769"/>
                </a:lnTo>
                <a:lnTo>
                  <a:pt x="50279" y="353568"/>
                </a:lnTo>
                <a:lnTo>
                  <a:pt x="51803" y="347472"/>
                </a:lnTo>
                <a:lnTo>
                  <a:pt x="57899" y="344424"/>
                </a:lnTo>
                <a:lnTo>
                  <a:pt x="62357" y="341185"/>
                </a:lnTo>
                <a:lnTo>
                  <a:pt x="62484" y="341185"/>
                </a:lnTo>
                <a:lnTo>
                  <a:pt x="68186" y="338899"/>
                </a:lnTo>
                <a:lnTo>
                  <a:pt x="75907" y="337362"/>
                </a:lnTo>
                <a:lnTo>
                  <a:pt x="85331" y="336804"/>
                </a:lnTo>
                <a:lnTo>
                  <a:pt x="91427" y="336804"/>
                </a:lnTo>
                <a:lnTo>
                  <a:pt x="97180" y="352996"/>
                </a:lnTo>
                <a:lnTo>
                  <a:pt x="102476" y="366331"/>
                </a:lnTo>
                <a:lnTo>
                  <a:pt x="125603" y="403148"/>
                </a:lnTo>
                <a:lnTo>
                  <a:pt x="135623" y="409956"/>
                </a:lnTo>
                <a:lnTo>
                  <a:pt x="146291" y="409956"/>
                </a:lnTo>
                <a:lnTo>
                  <a:pt x="181343" y="388620"/>
                </a:lnTo>
                <a:lnTo>
                  <a:pt x="181343" y="385572"/>
                </a:lnTo>
                <a:lnTo>
                  <a:pt x="181343" y="373380"/>
                </a:lnTo>
                <a:lnTo>
                  <a:pt x="179819" y="367284"/>
                </a:lnTo>
                <a:lnTo>
                  <a:pt x="176771" y="362712"/>
                </a:lnTo>
                <a:lnTo>
                  <a:pt x="174777" y="359308"/>
                </a:lnTo>
                <a:lnTo>
                  <a:pt x="171056" y="353758"/>
                </a:lnTo>
                <a:lnTo>
                  <a:pt x="165633" y="346214"/>
                </a:lnTo>
                <a:lnTo>
                  <a:pt x="163055" y="342823"/>
                </a:lnTo>
                <a:lnTo>
                  <a:pt x="163055" y="365760"/>
                </a:lnTo>
                <a:lnTo>
                  <a:pt x="163055" y="371856"/>
                </a:lnTo>
                <a:lnTo>
                  <a:pt x="160007" y="376428"/>
                </a:lnTo>
                <a:lnTo>
                  <a:pt x="155435" y="379476"/>
                </a:lnTo>
                <a:lnTo>
                  <a:pt x="152387" y="384048"/>
                </a:lnTo>
                <a:lnTo>
                  <a:pt x="146291" y="385572"/>
                </a:lnTo>
                <a:lnTo>
                  <a:pt x="134099" y="385572"/>
                </a:lnTo>
                <a:lnTo>
                  <a:pt x="109575" y="361454"/>
                </a:lnTo>
                <a:lnTo>
                  <a:pt x="107048" y="355282"/>
                </a:lnTo>
                <a:lnTo>
                  <a:pt x="103962" y="347116"/>
                </a:lnTo>
                <a:lnTo>
                  <a:pt x="100571" y="336804"/>
                </a:lnTo>
                <a:lnTo>
                  <a:pt x="149339" y="336804"/>
                </a:lnTo>
                <a:lnTo>
                  <a:pt x="155346" y="345401"/>
                </a:lnTo>
                <a:lnTo>
                  <a:pt x="159626" y="352996"/>
                </a:lnTo>
                <a:lnTo>
                  <a:pt x="162204" y="359740"/>
                </a:lnTo>
                <a:lnTo>
                  <a:pt x="163055" y="365760"/>
                </a:lnTo>
                <a:lnTo>
                  <a:pt x="163055" y="342823"/>
                </a:lnTo>
                <a:lnTo>
                  <a:pt x="158483" y="336804"/>
                </a:lnTo>
                <a:lnTo>
                  <a:pt x="166103" y="336804"/>
                </a:lnTo>
                <a:lnTo>
                  <a:pt x="172199" y="335280"/>
                </a:lnTo>
                <a:lnTo>
                  <a:pt x="175247" y="333756"/>
                </a:lnTo>
                <a:lnTo>
                  <a:pt x="179819" y="330708"/>
                </a:lnTo>
                <a:lnTo>
                  <a:pt x="181343" y="326136"/>
                </a:lnTo>
                <a:lnTo>
                  <a:pt x="181343" y="321564"/>
                </a:lnTo>
                <a:close/>
              </a:path>
              <a:path extrusionOk="0" h="605154" w="181610">
                <a:moveTo>
                  <a:pt x="181343" y="45720"/>
                </a:moveTo>
                <a:lnTo>
                  <a:pt x="163779" y="7721"/>
                </a:lnTo>
                <a:lnTo>
                  <a:pt x="140195" y="0"/>
                </a:lnTo>
                <a:lnTo>
                  <a:pt x="129336" y="1981"/>
                </a:lnTo>
                <a:lnTo>
                  <a:pt x="103619" y="30480"/>
                </a:lnTo>
                <a:lnTo>
                  <a:pt x="88379" y="60960"/>
                </a:lnTo>
                <a:lnTo>
                  <a:pt x="83807" y="67056"/>
                </a:lnTo>
                <a:lnTo>
                  <a:pt x="80759" y="68580"/>
                </a:lnTo>
                <a:lnTo>
                  <a:pt x="76187" y="71628"/>
                </a:lnTo>
                <a:lnTo>
                  <a:pt x="71615" y="73152"/>
                </a:lnTo>
                <a:lnTo>
                  <a:pt x="62471" y="73152"/>
                </a:lnTo>
                <a:lnTo>
                  <a:pt x="59423" y="71628"/>
                </a:lnTo>
                <a:lnTo>
                  <a:pt x="51803" y="64008"/>
                </a:lnTo>
                <a:lnTo>
                  <a:pt x="50279" y="57912"/>
                </a:lnTo>
                <a:lnTo>
                  <a:pt x="50279" y="42672"/>
                </a:lnTo>
                <a:lnTo>
                  <a:pt x="86855" y="15240"/>
                </a:lnTo>
                <a:lnTo>
                  <a:pt x="86855" y="10668"/>
                </a:lnTo>
                <a:lnTo>
                  <a:pt x="41135" y="10668"/>
                </a:lnTo>
                <a:lnTo>
                  <a:pt x="41135" y="15240"/>
                </a:lnTo>
                <a:lnTo>
                  <a:pt x="42659" y="16764"/>
                </a:lnTo>
                <a:lnTo>
                  <a:pt x="45707" y="18288"/>
                </a:lnTo>
                <a:lnTo>
                  <a:pt x="45707" y="19812"/>
                </a:lnTo>
                <a:lnTo>
                  <a:pt x="47231" y="21336"/>
                </a:lnTo>
                <a:lnTo>
                  <a:pt x="47231" y="24384"/>
                </a:lnTo>
                <a:lnTo>
                  <a:pt x="45707" y="27432"/>
                </a:lnTo>
                <a:lnTo>
                  <a:pt x="44183" y="32004"/>
                </a:lnTo>
                <a:lnTo>
                  <a:pt x="42659" y="39624"/>
                </a:lnTo>
                <a:lnTo>
                  <a:pt x="41135" y="45720"/>
                </a:lnTo>
                <a:lnTo>
                  <a:pt x="41135" y="51816"/>
                </a:lnTo>
                <a:lnTo>
                  <a:pt x="41732" y="59778"/>
                </a:lnTo>
                <a:lnTo>
                  <a:pt x="43611" y="67437"/>
                </a:lnTo>
                <a:lnTo>
                  <a:pt x="46926" y="74536"/>
                </a:lnTo>
                <a:lnTo>
                  <a:pt x="47040" y="74676"/>
                </a:lnTo>
                <a:lnTo>
                  <a:pt x="51803" y="80772"/>
                </a:lnTo>
                <a:lnTo>
                  <a:pt x="57569" y="85661"/>
                </a:lnTo>
                <a:lnTo>
                  <a:pt x="63614" y="88963"/>
                </a:lnTo>
                <a:lnTo>
                  <a:pt x="70243" y="90855"/>
                </a:lnTo>
                <a:lnTo>
                  <a:pt x="77711" y="91440"/>
                </a:lnTo>
                <a:lnTo>
                  <a:pt x="86855" y="91440"/>
                </a:lnTo>
                <a:lnTo>
                  <a:pt x="108381" y="74536"/>
                </a:lnTo>
                <a:lnTo>
                  <a:pt x="109156" y="73152"/>
                </a:lnTo>
                <a:lnTo>
                  <a:pt x="112763" y="66700"/>
                </a:lnTo>
                <a:lnTo>
                  <a:pt x="117335" y="56388"/>
                </a:lnTo>
                <a:lnTo>
                  <a:pt x="121894" y="46964"/>
                </a:lnTo>
                <a:lnTo>
                  <a:pt x="144767" y="21336"/>
                </a:lnTo>
                <a:lnTo>
                  <a:pt x="156959" y="21336"/>
                </a:lnTo>
                <a:lnTo>
                  <a:pt x="166103" y="27432"/>
                </a:lnTo>
                <a:lnTo>
                  <a:pt x="169151" y="32004"/>
                </a:lnTo>
                <a:lnTo>
                  <a:pt x="172199" y="38100"/>
                </a:lnTo>
                <a:lnTo>
                  <a:pt x="172085" y="45720"/>
                </a:lnTo>
                <a:lnTo>
                  <a:pt x="149339" y="80962"/>
                </a:lnTo>
                <a:lnTo>
                  <a:pt x="132575" y="86868"/>
                </a:lnTo>
                <a:lnTo>
                  <a:pt x="132575" y="91440"/>
                </a:lnTo>
                <a:lnTo>
                  <a:pt x="179819" y="91440"/>
                </a:lnTo>
                <a:lnTo>
                  <a:pt x="181343" y="86868"/>
                </a:lnTo>
                <a:lnTo>
                  <a:pt x="176771" y="85344"/>
                </a:lnTo>
                <a:lnTo>
                  <a:pt x="175247" y="83820"/>
                </a:lnTo>
                <a:lnTo>
                  <a:pt x="175247" y="77724"/>
                </a:lnTo>
                <a:lnTo>
                  <a:pt x="176771" y="74676"/>
                </a:lnTo>
                <a:lnTo>
                  <a:pt x="176809" y="74536"/>
                </a:lnTo>
                <a:lnTo>
                  <a:pt x="178777" y="66700"/>
                </a:lnTo>
                <a:lnTo>
                  <a:pt x="180200" y="59055"/>
                </a:lnTo>
                <a:lnTo>
                  <a:pt x="181076" y="51816"/>
                </a:lnTo>
                <a:lnTo>
                  <a:pt x="181343" y="45720"/>
                </a:lnTo>
                <a:close/>
              </a:path>
              <a:path extrusionOk="0" h="605154" w="181610">
                <a:moveTo>
                  <a:pt x="181356" y="449580"/>
                </a:moveTo>
                <a:lnTo>
                  <a:pt x="152400" y="422148"/>
                </a:lnTo>
                <a:lnTo>
                  <a:pt x="152400" y="428244"/>
                </a:lnTo>
                <a:lnTo>
                  <a:pt x="158496" y="431292"/>
                </a:lnTo>
                <a:lnTo>
                  <a:pt x="163068" y="440436"/>
                </a:lnTo>
                <a:lnTo>
                  <a:pt x="163068" y="448056"/>
                </a:lnTo>
                <a:lnTo>
                  <a:pt x="161544" y="451104"/>
                </a:lnTo>
                <a:lnTo>
                  <a:pt x="158496" y="454152"/>
                </a:lnTo>
                <a:lnTo>
                  <a:pt x="155448" y="455676"/>
                </a:lnTo>
                <a:lnTo>
                  <a:pt x="149352" y="457200"/>
                </a:lnTo>
                <a:lnTo>
                  <a:pt x="53340" y="457200"/>
                </a:lnTo>
                <a:lnTo>
                  <a:pt x="53340" y="426720"/>
                </a:lnTo>
                <a:lnTo>
                  <a:pt x="44196" y="426720"/>
                </a:lnTo>
                <a:lnTo>
                  <a:pt x="44196" y="457200"/>
                </a:lnTo>
                <a:lnTo>
                  <a:pt x="0" y="457200"/>
                </a:lnTo>
                <a:lnTo>
                  <a:pt x="0" y="460248"/>
                </a:lnTo>
                <a:lnTo>
                  <a:pt x="9144" y="464820"/>
                </a:lnTo>
                <a:lnTo>
                  <a:pt x="16764" y="467868"/>
                </a:lnTo>
                <a:lnTo>
                  <a:pt x="19812" y="470916"/>
                </a:lnTo>
                <a:lnTo>
                  <a:pt x="27432" y="475488"/>
                </a:lnTo>
                <a:lnTo>
                  <a:pt x="33528" y="480060"/>
                </a:lnTo>
                <a:lnTo>
                  <a:pt x="47244" y="498348"/>
                </a:lnTo>
                <a:lnTo>
                  <a:pt x="48768" y="504444"/>
                </a:lnTo>
                <a:lnTo>
                  <a:pt x="53340" y="504444"/>
                </a:lnTo>
                <a:lnTo>
                  <a:pt x="53340" y="481584"/>
                </a:lnTo>
                <a:lnTo>
                  <a:pt x="153924" y="481584"/>
                </a:lnTo>
                <a:lnTo>
                  <a:pt x="161544" y="480060"/>
                </a:lnTo>
                <a:lnTo>
                  <a:pt x="170688" y="477012"/>
                </a:lnTo>
                <a:lnTo>
                  <a:pt x="175260" y="472440"/>
                </a:lnTo>
                <a:lnTo>
                  <a:pt x="176784" y="469392"/>
                </a:lnTo>
                <a:lnTo>
                  <a:pt x="179832" y="464820"/>
                </a:lnTo>
                <a:lnTo>
                  <a:pt x="181356" y="460248"/>
                </a:lnTo>
                <a:lnTo>
                  <a:pt x="181356" y="449580"/>
                </a:lnTo>
                <a:close/>
              </a:path>
              <a:path extrusionOk="0" h="605154" w="181610">
                <a:moveTo>
                  <a:pt x="181356" y="134112"/>
                </a:moveTo>
                <a:lnTo>
                  <a:pt x="178308" y="128016"/>
                </a:lnTo>
                <a:lnTo>
                  <a:pt x="169164" y="115824"/>
                </a:lnTo>
                <a:lnTo>
                  <a:pt x="161544" y="111252"/>
                </a:lnTo>
                <a:lnTo>
                  <a:pt x="152400" y="108204"/>
                </a:lnTo>
                <a:lnTo>
                  <a:pt x="152400" y="114300"/>
                </a:lnTo>
                <a:lnTo>
                  <a:pt x="158496" y="117348"/>
                </a:lnTo>
                <a:lnTo>
                  <a:pt x="163068" y="126492"/>
                </a:lnTo>
                <a:lnTo>
                  <a:pt x="163068" y="134112"/>
                </a:lnTo>
                <a:lnTo>
                  <a:pt x="161544" y="137160"/>
                </a:lnTo>
                <a:lnTo>
                  <a:pt x="158496" y="138684"/>
                </a:lnTo>
                <a:lnTo>
                  <a:pt x="155448" y="141732"/>
                </a:lnTo>
                <a:lnTo>
                  <a:pt x="149352" y="143256"/>
                </a:lnTo>
                <a:lnTo>
                  <a:pt x="53340" y="143256"/>
                </a:lnTo>
                <a:lnTo>
                  <a:pt x="53340" y="111252"/>
                </a:lnTo>
                <a:lnTo>
                  <a:pt x="44196" y="111252"/>
                </a:lnTo>
                <a:lnTo>
                  <a:pt x="44196" y="143256"/>
                </a:lnTo>
                <a:lnTo>
                  <a:pt x="0" y="143256"/>
                </a:lnTo>
                <a:lnTo>
                  <a:pt x="0" y="146304"/>
                </a:lnTo>
                <a:lnTo>
                  <a:pt x="9144" y="150876"/>
                </a:lnTo>
                <a:lnTo>
                  <a:pt x="16764" y="153924"/>
                </a:lnTo>
                <a:lnTo>
                  <a:pt x="19812" y="155448"/>
                </a:lnTo>
                <a:lnTo>
                  <a:pt x="27432" y="161544"/>
                </a:lnTo>
                <a:lnTo>
                  <a:pt x="33528" y="166116"/>
                </a:lnTo>
                <a:lnTo>
                  <a:pt x="47244" y="184404"/>
                </a:lnTo>
                <a:lnTo>
                  <a:pt x="48755" y="190500"/>
                </a:lnTo>
                <a:lnTo>
                  <a:pt x="45707" y="193548"/>
                </a:lnTo>
                <a:lnTo>
                  <a:pt x="42659" y="198120"/>
                </a:lnTo>
                <a:lnTo>
                  <a:pt x="41135" y="201168"/>
                </a:lnTo>
                <a:lnTo>
                  <a:pt x="41135" y="207264"/>
                </a:lnTo>
                <a:lnTo>
                  <a:pt x="43141" y="215506"/>
                </a:lnTo>
                <a:lnTo>
                  <a:pt x="49136" y="224028"/>
                </a:lnTo>
                <a:lnTo>
                  <a:pt x="59143" y="232562"/>
                </a:lnTo>
                <a:lnTo>
                  <a:pt x="73139" y="240792"/>
                </a:lnTo>
                <a:lnTo>
                  <a:pt x="41135" y="240792"/>
                </a:lnTo>
                <a:lnTo>
                  <a:pt x="41135" y="246888"/>
                </a:lnTo>
                <a:lnTo>
                  <a:pt x="57899" y="288036"/>
                </a:lnTo>
                <a:lnTo>
                  <a:pt x="62471" y="286512"/>
                </a:lnTo>
                <a:lnTo>
                  <a:pt x="60947" y="281940"/>
                </a:lnTo>
                <a:lnTo>
                  <a:pt x="59423" y="278892"/>
                </a:lnTo>
                <a:lnTo>
                  <a:pt x="59423" y="272796"/>
                </a:lnTo>
                <a:lnTo>
                  <a:pt x="65519" y="266700"/>
                </a:lnTo>
                <a:lnTo>
                  <a:pt x="68567" y="266700"/>
                </a:lnTo>
                <a:lnTo>
                  <a:pt x="72021" y="265823"/>
                </a:lnTo>
                <a:lnTo>
                  <a:pt x="77901" y="265366"/>
                </a:lnTo>
                <a:lnTo>
                  <a:pt x="97523" y="265176"/>
                </a:lnTo>
                <a:lnTo>
                  <a:pt x="161531" y="265176"/>
                </a:lnTo>
                <a:lnTo>
                  <a:pt x="166103" y="266700"/>
                </a:lnTo>
                <a:lnTo>
                  <a:pt x="170675" y="271272"/>
                </a:lnTo>
                <a:lnTo>
                  <a:pt x="172199" y="274320"/>
                </a:lnTo>
                <a:lnTo>
                  <a:pt x="173723" y="278892"/>
                </a:lnTo>
                <a:lnTo>
                  <a:pt x="173723" y="284988"/>
                </a:lnTo>
                <a:lnTo>
                  <a:pt x="178295" y="284988"/>
                </a:lnTo>
                <a:lnTo>
                  <a:pt x="178295" y="216408"/>
                </a:lnTo>
                <a:lnTo>
                  <a:pt x="173723" y="216408"/>
                </a:lnTo>
                <a:lnTo>
                  <a:pt x="173723" y="222504"/>
                </a:lnTo>
                <a:lnTo>
                  <a:pt x="172199" y="227076"/>
                </a:lnTo>
                <a:lnTo>
                  <a:pt x="170675" y="230124"/>
                </a:lnTo>
                <a:lnTo>
                  <a:pt x="169151" y="234696"/>
                </a:lnTo>
                <a:lnTo>
                  <a:pt x="160007" y="239268"/>
                </a:lnTo>
                <a:lnTo>
                  <a:pt x="153911" y="240792"/>
                </a:lnTo>
                <a:lnTo>
                  <a:pt x="85331" y="240792"/>
                </a:lnTo>
                <a:lnTo>
                  <a:pt x="76187" y="236220"/>
                </a:lnTo>
                <a:lnTo>
                  <a:pt x="68567" y="231648"/>
                </a:lnTo>
                <a:lnTo>
                  <a:pt x="65519" y="227076"/>
                </a:lnTo>
                <a:lnTo>
                  <a:pt x="62471" y="225552"/>
                </a:lnTo>
                <a:lnTo>
                  <a:pt x="62471" y="219456"/>
                </a:lnTo>
                <a:lnTo>
                  <a:pt x="63995" y="216408"/>
                </a:lnTo>
                <a:lnTo>
                  <a:pt x="67043" y="211836"/>
                </a:lnTo>
                <a:lnTo>
                  <a:pt x="71615" y="207264"/>
                </a:lnTo>
                <a:lnTo>
                  <a:pt x="73139" y="204216"/>
                </a:lnTo>
                <a:lnTo>
                  <a:pt x="73139" y="196596"/>
                </a:lnTo>
                <a:lnTo>
                  <a:pt x="68567" y="192024"/>
                </a:lnTo>
                <a:lnTo>
                  <a:pt x="62471" y="188976"/>
                </a:lnTo>
                <a:lnTo>
                  <a:pt x="53340" y="188976"/>
                </a:lnTo>
                <a:lnTo>
                  <a:pt x="53340" y="167640"/>
                </a:lnTo>
                <a:lnTo>
                  <a:pt x="153924" y="167640"/>
                </a:lnTo>
                <a:lnTo>
                  <a:pt x="161544" y="166116"/>
                </a:lnTo>
                <a:lnTo>
                  <a:pt x="166116" y="164592"/>
                </a:lnTo>
                <a:lnTo>
                  <a:pt x="175260" y="158496"/>
                </a:lnTo>
                <a:lnTo>
                  <a:pt x="176784" y="153924"/>
                </a:lnTo>
                <a:lnTo>
                  <a:pt x="179832" y="150876"/>
                </a:lnTo>
                <a:lnTo>
                  <a:pt x="181356" y="146304"/>
                </a:lnTo>
                <a:lnTo>
                  <a:pt x="181356" y="1341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5" name="Google Shape;8485;p114"/>
          <p:cNvSpPr/>
          <p:nvPr/>
        </p:nvSpPr>
        <p:spPr>
          <a:xfrm>
            <a:off x="1819643" y="6088380"/>
            <a:ext cx="210820" cy="524510"/>
          </a:xfrm>
          <a:custGeom>
            <a:rect b="b" l="l" r="r" t="t"/>
            <a:pathLst>
              <a:path extrusionOk="0" h="524509" w="210819">
                <a:moveTo>
                  <a:pt x="32016" y="266700"/>
                </a:moveTo>
                <a:lnTo>
                  <a:pt x="30492" y="263652"/>
                </a:lnTo>
                <a:lnTo>
                  <a:pt x="24396" y="257556"/>
                </a:lnTo>
                <a:lnTo>
                  <a:pt x="19824" y="256032"/>
                </a:lnTo>
                <a:lnTo>
                  <a:pt x="10680" y="256032"/>
                </a:lnTo>
                <a:lnTo>
                  <a:pt x="7632" y="257556"/>
                </a:lnTo>
                <a:lnTo>
                  <a:pt x="1536" y="263652"/>
                </a:lnTo>
                <a:lnTo>
                  <a:pt x="12" y="266700"/>
                </a:lnTo>
                <a:lnTo>
                  <a:pt x="12" y="275844"/>
                </a:lnTo>
                <a:lnTo>
                  <a:pt x="1536" y="280416"/>
                </a:lnTo>
                <a:lnTo>
                  <a:pt x="7632" y="286512"/>
                </a:lnTo>
                <a:lnTo>
                  <a:pt x="10680" y="288036"/>
                </a:lnTo>
                <a:lnTo>
                  <a:pt x="19824" y="288036"/>
                </a:lnTo>
                <a:lnTo>
                  <a:pt x="24396" y="286512"/>
                </a:lnTo>
                <a:lnTo>
                  <a:pt x="27444" y="281940"/>
                </a:lnTo>
                <a:lnTo>
                  <a:pt x="30492" y="278892"/>
                </a:lnTo>
                <a:lnTo>
                  <a:pt x="32016" y="275844"/>
                </a:lnTo>
                <a:lnTo>
                  <a:pt x="32016" y="266700"/>
                </a:lnTo>
                <a:close/>
              </a:path>
              <a:path extrusionOk="0" h="524509" w="210819">
                <a:moveTo>
                  <a:pt x="207264" y="0"/>
                </a:moveTo>
                <a:lnTo>
                  <a:pt x="202692" y="0"/>
                </a:lnTo>
                <a:lnTo>
                  <a:pt x="202692" y="6096"/>
                </a:lnTo>
                <a:lnTo>
                  <a:pt x="201168" y="10668"/>
                </a:lnTo>
                <a:lnTo>
                  <a:pt x="199644" y="12192"/>
                </a:lnTo>
                <a:lnTo>
                  <a:pt x="198120" y="15240"/>
                </a:lnTo>
                <a:lnTo>
                  <a:pt x="196596" y="16764"/>
                </a:lnTo>
                <a:lnTo>
                  <a:pt x="195072" y="16764"/>
                </a:lnTo>
                <a:lnTo>
                  <a:pt x="185928" y="19812"/>
                </a:lnTo>
                <a:lnTo>
                  <a:pt x="118097" y="19837"/>
                </a:lnTo>
                <a:lnTo>
                  <a:pt x="80772" y="28956"/>
                </a:lnTo>
                <a:lnTo>
                  <a:pt x="76200" y="35052"/>
                </a:lnTo>
                <a:lnTo>
                  <a:pt x="71628" y="39624"/>
                </a:lnTo>
                <a:lnTo>
                  <a:pt x="70104" y="47244"/>
                </a:lnTo>
                <a:lnTo>
                  <a:pt x="70104" y="60960"/>
                </a:lnTo>
                <a:lnTo>
                  <a:pt x="97536" y="100584"/>
                </a:lnTo>
                <a:lnTo>
                  <a:pt x="0" y="100584"/>
                </a:lnTo>
                <a:lnTo>
                  <a:pt x="0" y="106680"/>
                </a:lnTo>
                <a:lnTo>
                  <a:pt x="16764" y="147828"/>
                </a:lnTo>
                <a:lnTo>
                  <a:pt x="21336" y="144780"/>
                </a:lnTo>
                <a:lnTo>
                  <a:pt x="19812" y="140208"/>
                </a:lnTo>
                <a:lnTo>
                  <a:pt x="18288" y="137160"/>
                </a:lnTo>
                <a:lnTo>
                  <a:pt x="18288" y="132588"/>
                </a:lnTo>
                <a:lnTo>
                  <a:pt x="19812" y="131064"/>
                </a:lnTo>
                <a:lnTo>
                  <a:pt x="19812" y="129540"/>
                </a:lnTo>
                <a:lnTo>
                  <a:pt x="21336" y="128016"/>
                </a:lnTo>
                <a:lnTo>
                  <a:pt x="27432" y="124968"/>
                </a:lnTo>
                <a:lnTo>
                  <a:pt x="190500" y="124968"/>
                </a:lnTo>
                <a:lnTo>
                  <a:pt x="196596" y="128016"/>
                </a:lnTo>
                <a:lnTo>
                  <a:pt x="198120" y="128016"/>
                </a:lnTo>
                <a:lnTo>
                  <a:pt x="201168" y="134112"/>
                </a:lnTo>
                <a:lnTo>
                  <a:pt x="202692" y="138684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9644" y="92964"/>
                </a:lnTo>
                <a:lnTo>
                  <a:pt x="198120" y="96012"/>
                </a:lnTo>
                <a:lnTo>
                  <a:pt x="196596" y="97536"/>
                </a:lnTo>
                <a:lnTo>
                  <a:pt x="193548" y="99060"/>
                </a:lnTo>
                <a:lnTo>
                  <a:pt x="192024" y="99060"/>
                </a:lnTo>
                <a:lnTo>
                  <a:pt x="185928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0772"/>
                </a:lnTo>
                <a:lnTo>
                  <a:pt x="89916" y="76200"/>
                </a:lnTo>
                <a:lnTo>
                  <a:pt x="88392" y="70104"/>
                </a:lnTo>
                <a:lnTo>
                  <a:pt x="88392" y="56388"/>
                </a:lnTo>
                <a:lnTo>
                  <a:pt x="91440" y="53340"/>
                </a:lnTo>
                <a:lnTo>
                  <a:pt x="92964" y="50292"/>
                </a:lnTo>
                <a:lnTo>
                  <a:pt x="129540" y="44196"/>
                </a:lnTo>
                <a:lnTo>
                  <a:pt x="195072" y="44196"/>
                </a:lnTo>
                <a:lnTo>
                  <a:pt x="201168" y="50292"/>
                </a:lnTo>
                <a:lnTo>
                  <a:pt x="202692" y="54864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4509" w="210819">
                <a:moveTo>
                  <a:pt x="207276" y="239268"/>
                </a:moveTo>
                <a:lnTo>
                  <a:pt x="202704" y="239268"/>
                </a:lnTo>
                <a:lnTo>
                  <a:pt x="202704" y="245364"/>
                </a:lnTo>
                <a:lnTo>
                  <a:pt x="199656" y="251460"/>
                </a:lnTo>
                <a:lnTo>
                  <a:pt x="198132" y="252984"/>
                </a:lnTo>
                <a:lnTo>
                  <a:pt x="196608" y="256032"/>
                </a:lnTo>
                <a:lnTo>
                  <a:pt x="193560" y="256032"/>
                </a:lnTo>
                <a:lnTo>
                  <a:pt x="190512" y="257556"/>
                </a:lnTo>
                <a:lnTo>
                  <a:pt x="184416" y="259080"/>
                </a:lnTo>
                <a:lnTo>
                  <a:pt x="70116" y="259080"/>
                </a:lnTo>
                <a:lnTo>
                  <a:pt x="70116" y="265176"/>
                </a:lnTo>
                <a:lnTo>
                  <a:pt x="86880" y="306324"/>
                </a:lnTo>
                <a:lnTo>
                  <a:pt x="91452" y="303276"/>
                </a:lnTo>
                <a:lnTo>
                  <a:pt x="89928" y="300228"/>
                </a:lnTo>
                <a:lnTo>
                  <a:pt x="88404" y="295656"/>
                </a:lnTo>
                <a:lnTo>
                  <a:pt x="88404" y="291084"/>
                </a:lnTo>
                <a:lnTo>
                  <a:pt x="91452" y="288036"/>
                </a:lnTo>
                <a:lnTo>
                  <a:pt x="91452" y="286512"/>
                </a:lnTo>
                <a:lnTo>
                  <a:pt x="97548" y="283464"/>
                </a:lnTo>
                <a:lnTo>
                  <a:pt x="190512" y="283464"/>
                </a:lnTo>
                <a:lnTo>
                  <a:pt x="199656" y="288036"/>
                </a:lnTo>
                <a:lnTo>
                  <a:pt x="199656" y="289560"/>
                </a:lnTo>
                <a:lnTo>
                  <a:pt x="202704" y="295656"/>
                </a:lnTo>
                <a:lnTo>
                  <a:pt x="202704" y="303276"/>
                </a:lnTo>
                <a:lnTo>
                  <a:pt x="207276" y="303276"/>
                </a:lnTo>
                <a:lnTo>
                  <a:pt x="207276" y="283464"/>
                </a:lnTo>
                <a:lnTo>
                  <a:pt x="207276" y="239268"/>
                </a:lnTo>
                <a:close/>
              </a:path>
              <a:path extrusionOk="0" h="524509" w="210819">
                <a:moveTo>
                  <a:pt x="210312" y="374904"/>
                </a:moveTo>
                <a:lnTo>
                  <a:pt x="94488" y="330708"/>
                </a:lnTo>
                <a:lnTo>
                  <a:pt x="83820" y="327660"/>
                </a:lnTo>
                <a:lnTo>
                  <a:pt x="79248" y="321564"/>
                </a:lnTo>
                <a:lnTo>
                  <a:pt x="77724" y="312420"/>
                </a:lnTo>
                <a:lnTo>
                  <a:pt x="73152" y="312420"/>
                </a:lnTo>
                <a:lnTo>
                  <a:pt x="73152" y="353568"/>
                </a:lnTo>
                <a:lnTo>
                  <a:pt x="77724" y="353568"/>
                </a:lnTo>
                <a:lnTo>
                  <a:pt x="77724" y="344424"/>
                </a:lnTo>
                <a:lnTo>
                  <a:pt x="79248" y="342900"/>
                </a:lnTo>
                <a:lnTo>
                  <a:pt x="80772" y="339852"/>
                </a:lnTo>
                <a:lnTo>
                  <a:pt x="92964" y="339852"/>
                </a:lnTo>
                <a:lnTo>
                  <a:pt x="97536" y="342900"/>
                </a:lnTo>
                <a:lnTo>
                  <a:pt x="170688" y="370332"/>
                </a:lnTo>
                <a:lnTo>
                  <a:pt x="96012" y="402336"/>
                </a:lnTo>
                <a:lnTo>
                  <a:pt x="92964" y="403860"/>
                </a:lnTo>
                <a:lnTo>
                  <a:pt x="83820" y="403860"/>
                </a:lnTo>
                <a:lnTo>
                  <a:pt x="82296" y="400812"/>
                </a:lnTo>
                <a:lnTo>
                  <a:pt x="79248" y="399288"/>
                </a:lnTo>
                <a:lnTo>
                  <a:pt x="77724" y="394716"/>
                </a:lnTo>
                <a:lnTo>
                  <a:pt x="77724" y="387096"/>
                </a:lnTo>
                <a:lnTo>
                  <a:pt x="73152" y="387096"/>
                </a:lnTo>
                <a:lnTo>
                  <a:pt x="73152" y="449580"/>
                </a:lnTo>
                <a:lnTo>
                  <a:pt x="77724" y="449580"/>
                </a:lnTo>
                <a:lnTo>
                  <a:pt x="77724" y="440436"/>
                </a:lnTo>
                <a:lnTo>
                  <a:pt x="79248" y="438912"/>
                </a:lnTo>
                <a:lnTo>
                  <a:pt x="82296" y="434340"/>
                </a:lnTo>
                <a:lnTo>
                  <a:pt x="86868" y="431292"/>
                </a:lnTo>
                <a:lnTo>
                  <a:pt x="92964" y="429768"/>
                </a:lnTo>
                <a:lnTo>
                  <a:pt x="111252" y="420624"/>
                </a:lnTo>
                <a:lnTo>
                  <a:pt x="172212" y="448056"/>
                </a:lnTo>
                <a:lnTo>
                  <a:pt x="97536" y="478536"/>
                </a:lnTo>
                <a:lnTo>
                  <a:pt x="92964" y="480060"/>
                </a:lnTo>
                <a:lnTo>
                  <a:pt x="82296" y="480060"/>
                </a:lnTo>
                <a:lnTo>
                  <a:pt x="79248" y="477012"/>
                </a:lnTo>
                <a:lnTo>
                  <a:pt x="77724" y="473964"/>
                </a:lnTo>
                <a:lnTo>
                  <a:pt x="77724" y="467868"/>
                </a:lnTo>
                <a:lnTo>
                  <a:pt x="73152" y="467868"/>
                </a:lnTo>
                <a:lnTo>
                  <a:pt x="73152" y="524256"/>
                </a:lnTo>
                <a:lnTo>
                  <a:pt x="77724" y="524256"/>
                </a:lnTo>
                <a:lnTo>
                  <a:pt x="80772" y="515112"/>
                </a:lnTo>
                <a:lnTo>
                  <a:pt x="83820" y="512064"/>
                </a:lnTo>
                <a:lnTo>
                  <a:pt x="85344" y="509016"/>
                </a:lnTo>
                <a:lnTo>
                  <a:pt x="89916" y="507492"/>
                </a:lnTo>
                <a:lnTo>
                  <a:pt x="210312" y="460248"/>
                </a:lnTo>
                <a:lnTo>
                  <a:pt x="210312" y="455676"/>
                </a:lnTo>
                <a:lnTo>
                  <a:pt x="123444" y="416052"/>
                </a:lnTo>
                <a:lnTo>
                  <a:pt x="210312" y="381000"/>
                </a:lnTo>
                <a:lnTo>
                  <a:pt x="210312" y="374904"/>
                </a:lnTo>
                <a:close/>
              </a:path>
              <a:path extrusionOk="0" h="524509" w="210819">
                <a:moveTo>
                  <a:pt x="210324" y="175260"/>
                </a:moveTo>
                <a:lnTo>
                  <a:pt x="181368" y="147828"/>
                </a:lnTo>
                <a:lnTo>
                  <a:pt x="181368" y="153924"/>
                </a:lnTo>
                <a:lnTo>
                  <a:pt x="184416" y="155448"/>
                </a:lnTo>
                <a:lnTo>
                  <a:pt x="187464" y="158496"/>
                </a:lnTo>
                <a:lnTo>
                  <a:pt x="192036" y="167640"/>
                </a:lnTo>
                <a:lnTo>
                  <a:pt x="192036" y="173736"/>
                </a:lnTo>
                <a:lnTo>
                  <a:pt x="190512" y="176784"/>
                </a:lnTo>
                <a:lnTo>
                  <a:pt x="187464" y="179832"/>
                </a:lnTo>
                <a:lnTo>
                  <a:pt x="184416" y="181356"/>
                </a:lnTo>
                <a:lnTo>
                  <a:pt x="178320" y="182880"/>
                </a:lnTo>
                <a:lnTo>
                  <a:pt x="82308" y="182880"/>
                </a:lnTo>
                <a:lnTo>
                  <a:pt x="82308" y="152400"/>
                </a:lnTo>
                <a:lnTo>
                  <a:pt x="73164" y="152400"/>
                </a:lnTo>
                <a:lnTo>
                  <a:pt x="73164" y="182880"/>
                </a:lnTo>
                <a:lnTo>
                  <a:pt x="28968" y="182880"/>
                </a:lnTo>
                <a:lnTo>
                  <a:pt x="28968" y="185928"/>
                </a:lnTo>
                <a:lnTo>
                  <a:pt x="38112" y="190500"/>
                </a:lnTo>
                <a:lnTo>
                  <a:pt x="45732" y="193548"/>
                </a:lnTo>
                <a:lnTo>
                  <a:pt x="48780" y="196596"/>
                </a:lnTo>
                <a:lnTo>
                  <a:pt x="56400" y="201168"/>
                </a:lnTo>
                <a:lnTo>
                  <a:pt x="62496" y="205740"/>
                </a:lnTo>
                <a:lnTo>
                  <a:pt x="76212" y="224028"/>
                </a:lnTo>
                <a:lnTo>
                  <a:pt x="77736" y="230124"/>
                </a:lnTo>
                <a:lnTo>
                  <a:pt x="82308" y="230124"/>
                </a:lnTo>
                <a:lnTo>
                  <a:pt x="82308" y="207264"/>
                </a:lnTo>
                <a:lnTo>
                  <a:pt x="182892" y="207264"/>
                </a:lnTo>
                <a:lnTo>
                  <a:pt x="190512" y="205740"/>
                </a:lnTo>
                <a:lnTo>
                  <a:pt x="199656" y="202692"/>
                </a:lnTo>
                <a:lnTo>
                  <a:pt x="204228" y="199644"/>
                </a:lnTo>
                <a:lnTo>
                  <a:pt x="205752" y="195072"/>
                </a:lnTo>
                <a:lnTo>
                  <a:pt x="208800" y="190500"/>
                </a:lnTo>
                <a:lnTo>
                  <a:pt x="210324" y="185928"/>
                </a:lnTo>
                <a:lnTo>
                  <a:pt x="210324" y="1752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86" name="Google Shape;8486;p114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889917" y="5882640"/>
            <a:ext cx="140050" cy="120396"/>
          </a:xfrm>
          <a:prstGeom prst="rect">
            <a:avLst/>
          </a:prstGeom>
          <a:noFill/>
          <a:ln>
            <a:noFill/>
          </a:ln>
        </p:spPr>
      </p:pic>
      <p:sp>
        <p:nvSpPr>
          <p:cNvPr id="8487" name="Google Shape;8487;p114"/>
          <p:cNvSpPr/>
          <p:nvPr/>
        </p:nvSpPr>
        <p:spPr>
          <a:xfrm>
            <a:off x="1819656" y="5151120"/>
            <a:ext cx="271780" cy="649605"/>
          </a:xfrm>
          <a:custGeom>
            <a:rect b="b" l="l" r="r" t="t"/>
            <a:pathLst>
              <a:path extrusionOk="0" h="649604" w="271780">
                <a:moveTo>
                  <a:pt x="32004" y="463296"/>
                </a:moveTo>
                <a:lnTo>
                  <a:pt x="30480" y="458724"/>
                </a:lnTo>
                <a:lnTo>
                  <a:pt x="24384" y="452628"/>
                </a:lnTo>
                <a:lnTo>
                  <a:pt x="19812" y="451104"/>
                </a:lnTo>
                <a:lnTo>
                  <a:pt x="10668" y="451104"/>
                </a:lnTo>
                <a:lnTo>
                  <a:pt x="7620" y="452628"/>
                </a:lnTo>
                <a:lnTo>
                  <a:pt x="1524" y="458724"/>
                </a:lnTo>
                <a:lnTo>
                  <a:pt x="0" y="463296"/>
                </a:lnTo>
                <a:lnTo>
                  <a:pt x="0" y="472440"/>
                </a:lnTo>
                <a:lnTo>
                  <a:pt x="1524" y="475488"/>
                </a:lnTo>
                <a:lnTo>
                  <a:pt x="7620" y="481584"/>
                </a:lnTo>
                <a:lnTo>
                  <a:pt x="10668" y="483108"/>
                </a:lnTo>
                <a:lnTo>
                  <a:pt x="19812" y="483108"/>
                </a:lnTo>
                <a:lnTo>
                  <a:pt x="24384" y="481584"/>
                </a:lnTo>
                <a:lnTo>
                  <a:pt x="30480" y="475488"/>
                </a:lnTo>
                <a:lnTo>
                  <a:pt x="32004" y="472440"/>
                </a:lnTo>
                <a:lnTo>
                  <a:pt x="32004" y="463296"/>
                </a:lnTo>
                <a:close/>
              </a:path>
              <a:path extrusionOk="0" h="649604" w="271780">
                <a:moveTo>
                  <a:pt x="207251" y="0"/>
                </a:moveTo>
                <a:lnTo>
                  <a:pt x="202679" y="0"/>
                </a:lnTo>
                <a:lnTo>
                  <a:pt x="202679" y="6096"/>
                </a:lnTo>
                <a:lnTo>
                  <a:pt x="201155" y="10668"/>
                </a:lnTo>
                <a:lnTo>
                  <a:pt x="199631" y="12192"/>
                </a:lnTo>
                <a:lnTo>
                  <a:pt x="198107" y="15240"/>
                </a:lnTo>
                <a:lnTo>
                  <a:pt x="196583" y="16764"/>
                </a:lnTo>
                <a:lnTo>
                  <a:pt x="193535" y="18288"/>
                </a:lnTo>
                <a:lnTo>
                  <a:pt x="190487" y="18288"/>
                </a:lnTo>
                <a:lnTo>
                  <a:pt x="185915" y="19812"/>
                </a:lnTo>
                <a:lnTo>
                  <a:pt x="120383" y="19812"/>
                </a:lnTo>
                <a:lnTo>
                  <a:pt x="111810" y="20078"/>
                </a:lnTo>
                <a:lnTo>
                  <a:pt x="74663" y="35052"/>
                </a:lnTo>
                <a:lnTo>
                  <a:pt x="70091" y="47244"/>
                </a:lnTo>
                <a:lnTo>
                  <a:pt x="70091" y="54864"/>
                </a:lnTo>
                <a:lnTo>
                  <a:pt x="71805" y="65443"/>
                </a:lnTo>
                <a:lnTo>
                  <a:pt x="76949" y="76581"/>
                </a:lnTo>
                <a:lnTo>
                  <a:pt x="85521" y="88303"/>
                </a:lnTo>
                <a:lnTo>
                  <a:pt x="97523" y="100584"/>
                </a:lnTo>
                <a:lnTo>
                  <a:pt x="70091" y="100584"/>
                </a:lnTo>
                <a:lnTo>
                  <a:pt x="70091" y="106680"/>
                </a:lnTo>
                <a:lnTo>
                  <a:pt x="86855" y="147828"/>
                </a:lnTo>
                <a:lnTo>
                  <a:pt x="91427" y="144780"/>
                </a:lnTo>
                <a:lnTo>
                  <a:pt x="88379" y="138684"/>
                </a:lnTo>
                <a:lnTo>
                  <a:pt x="88379" y="132588"/>
                </a:lnTo>
                <a:lnTo>
                  <a:pt x="91427" y="129540"/>
                </a:lnTo>
                <a:lnTo>
                  <a:pt x="91427" y="128016"/>
                </a:lnTo>
                <a:lnTo>
                  <a:pt x="94475" y="126492"/>
                </a:lnTo>
                <a:lnTo>
                  <a:pt x="97523" y="126492"/>
                </a:lnTo>
                <a:lnTo>
                  <a:pt x="101193" y="125615"/>
                </a:lnTo>
                <a:lnTo>
                  <a:pt x="107429" y="125158"/>
                </a:lnTo>
                <a:lnTo>
                  <a:pt x="126479" y="124968"/>
                </a:lnTo>
                <a:lnTo>
                  <a:pt x="185915" y="124968"/>
                </a:lnTo>
                <a:lnTo>
                  <a:pt x="193535" y="126492"/>
                </a:lnTo>
                <a:lnTo>
                  <a:pt x="196583" y="128016"/>
                </a:lnTo>
                <a:lnTo>
                  <a:pt x="201155" y="131064"/>
                </a:lnTo>
                <a:lnTo>
                  <a:pt x="202679" y="135636"/>
                </a:lnTo>
                <a:lnTo>
                  <a:pt x="202679" y="144780"/>
                </a:lnTo>
                <a:lnTo>
                  <a:pt x="207251" y="144780"/>
                </a:lnTo>
                <a:lnTo>
                  <a:pt x="207251" y="80772"/>
                </a:lnTo>
                <a:lnTo>
                  <a:pt x="202679" y="80772"/>
                </a:lnTo>
                <a:lnTo>
                  <a:pt x="202679" y="86868"/>
                </a:lnTo>
                <a:lnTo>
                  <a:pt x="201155" y="91440"/>
                </a:lnTo>
                <a:lnTo>
                  <a:pt x="199631" y="94488"/>
                </a:lnTo>
                <a:lnTo>
                  <a:pt x="196583" y="97536"/>
                </a:lnTo>
                <a:lnTo>
                  <a:pt x="193535" y="99060"/>
                </a:lnTo>
                <a:lnTo>
                  <a:pt x="192011" y="100584"/>
                </a:lnTo>
                <a:lnTo>
                  <a:pt x="106667" y="100584"/>
                </a:lnTo>
                <a:lnTo>
                  <a:pt x="98666" y="91465"/>
                </a:lnTo>
                <a:lnTo>
                  <a:pt x="92951" y="82486"/>
                </a:lnTo>
                <a:lnTo>
                  <a:pt x="89522" y="73799"/>
                </a:lnTo>
                <a:lnTo>
                  <a:pt x="88379" y="65532"/>
                </a:lnTo>
                <a:lnTo>
                  <a:pt x="88379" y="57912"/>
                </a:lnTo>
                <a:lnTo>
                  <a:pt x="121907" y="44196"/>
                </a:lnTo>
                <a:lnTo>
                  <a:pt x="190487" y="44196"/>
                </a:lnTo>
                <a:lnTo>
                  <a:pt x="195059" y="45720"/>
                </a:lnTo>
                <a:lnTo>
                  <a:pt x="198107" y="47244"/>
                </a:lnTo>
                <a:lnTo>
                  <a:pt x="199631" y="48768"/>
                </a:lnTo>
                <a:lnTo>
                  <a:pt x="202679" y="54864"/>
                </a:lnTo>
                <a:lnTo>
                  <a:pt x="202679" y="64008"/>
                </a:lnTo>
                <a:lnTo>
                  <a:pt x="207251" y="64008"/>
                </a:lnTo>
                <a:lnTo>
                  <a:pt x="207251" y="0"/>
                </a:lnTo>
                <a:close/>
              </a:path>
              <a:path extrusionOk="0" h="649604" w="271780">
                <a:moveTo>
                  <a:pt x="207264" y="434340"/>
                </a:moveTo>
                <a:lnTo>
                  <a:pt x="202692" y="434340"/>
                </a:lnTo>
                <a:lnTo>
                  <a:pt x="202692" y="440436"/>
                </a:lnTo>
                <a:lnTo>
                  <a:pt x="201168" y="445008"/>
                </a:lnTo>
                <a:lnTo>
                  <a:pt x="199644" y="448056"/>
                </a:lnTo>
                <a:lnTo>
                  <a:pt x="196596" y="451104"/>
                </a:lnTo>
                <a:lnTo>
                  <a:pt x="190500" y="454152"/>
                </a:lnTo>
                <a:lnTo>
                  <a:pt x="70104" y="454152"/>
                </a:lnTo>
                <a:lnTo>
                  <a:pt x="70104" y="460248"/>
                </a:lnTo>
                <a:lnTo>
                  <a:pt x="86868" y="501396"/>
                </a:lnTo>
                <a:lnTo>
                  <a:pt x="91440" y="499872"/>
                </a:lnTo>
                <a:lnTo>
                  <a:pt x="89916" y="495300"/>
                </a:lnTo>
                <a:lnTo>
                  <a:pt x="88392" y="492252"/>
                </a:lnTo>
                <a:lnTo>
                  <a:pt x="88392" y="487680"/>
                </a:lnTo>
                <a:lnTo>
                  <a:pt x="89916" y="484632"/>
                </a:lnTo>
                <a:lnTo>
                  <a:pt x="91440" y="483108"/>
                </a:lnTo>
                <a:lnTo>
                  <a:pt x="91440" y="481584"/>
                </a:lnTo>
                <a:lnTo>
                  <a:pt x="94488" y="481584"/>
                </a:lnTo>
                <a:lnTo>
                  <a:pt x="97536" y="480060"/>
                </a:lnTo>
                <a:lnTo>
                  <a:pt x="101841" y="479831"/>
                </a:lnTo>
                <a:lnTo>
                  <a:pt x="108013" y="479298"/>
                </a:lnTo>
                <a:lnTo>
                  <a:pt x="116179" y="478777"/>
                </a:lnTo>
                <a:lnTo>
                  <a:pt x="126492" y="478536"/>
                </a:lnTo>
                <a:lnTo>
                  <a:pt x="184404" y="478536"/>
                </a:lnTo>
                <a:lnTo>
                  <a:pt x="190500" y="480060"/>
                </a:lnTo>
                <a:lnTo>
                  <a:pt x="193548" y="480060"/>
                </a:lnTo>
                <a:lnTo>
                  <a:pt x="199644" y="483108"/>
                </a:lnTo>
                <a:lnTo>
                  <a:pt x="199644" y="486156"/>
                </a:lnTo>
                <a:lnTo>
                  <a:pt x="201168" y="487680"/>
                </a:lnTo>
                <a:lnTo>
                  <a:pt x="202692" y="492252"/>
                </a:lnTo>
                <a:lnTo>
                  <a:pt x="202692" y="498348"/>
                </a:lnTo>
                <a:lnTo>
                  <a:pt x="207264" y="498348"/>
                </a:lnTo>
                <a:lnTo>
                  <a:pt x="207264" y="478536"/>
                </a:lnTo>
                <a:lnTo>
                  <a:pt x="207264" y="434340"/>
                </a:lnTo>
                <a:close/>
              </a:path>
              <a:path extrusionOk="0" h="649604" w="271780">
                <a:moveTo>
                  <a:pt x="210299" y="347472"/>
                </a:moveTo>
                <a:lnTo>
                  <a:pt x="89903" y="298704"/>
                </a:lnTo>
                <a:lnTo>
                  <a:pt x="83807" y="295656"/>
                </a:lnTo>
                <a:lnTo>
                  <a:pt x="79235" y="291084"/>
                </a:lnTo>
                <a:lnTo>
                  <a:pt x="77711" y="286512"/>
                </a:lnTo>
                <a:lnTo>
                  <a:pt x="77711" y="281940"/>
                </a:lnTo>
                <a:lnTo>
                  <a:pt x="73139" y="281940"/>
                </a:lnTo>
                <a:lnTo>
                  <a:pt x="73139" y="324612"/>
                </a:lnTo>
                <a:lnTo>
                  <a:pt x="77711" y="324612"/>
                </a:lnTo>
                <a:lnTo>
                  <a:pt x="77711" y="313944"/>
                </a:lnTo>
                <a:lnTo>
                  <a:pt x="79235" y="312420"/>
                </a:lnTo>
                <a:lnTo>
                  <a:pt x="79235" y="310896"/>
                </a:lnTo>
                <a:lnTo>
                  <a:pt x="80759" y="309372"/>
                </a:lnTo>
                <a:lnTo>
                  <a:pt x="91427" y="309372"/>
                </a:lnTo>
                <a:lnTo>
                  <a:pt x="95999" y="312420"/>
                </a:lnTo>
                <a:lnTo>
                  <a:pt x="172199" y="342900"/>
                </a:lnTo>
                <a:lnTo>
                  <a:pt x="99047" y="374904"/>
                </a:lnTo>
                <a:lnTo>
                  <a:pt x="94475" y="376428"/>
                </a:lnTo>
                <a:lnTo>
                  <a:pt x="91427" y="377952"/>
                </a:lnTo>
                <a:lnTo>
                  <a:pt x="83807" y="377952"/>
                </a:lnTo>
                <a:lnTo>
                  <a:pt x="77711" y="371856"/>
                </a:lnTo>
                <a:lnTo>
                  <a:pt x="77711" y="361188"/>
                </a:lnTo>
                <a:lnTo>
                  <a:pt x="73139" y="361188"/>
                </a:lnTo>
                <a:lnTo>
                  <a:pt x="73139" y="425196"/>
                </a:lnTo>
                <a:lnTo>
                  <a:pt x="77711" y="425196"/>
                </a:lnTo>
                <a:lnTo>
                  <a:pt x="77711" y="420624"/>
                </a:lnTo>
                <a:lnTo>
                  <a:pt x="79235" y="417576"/>
                </a:lnTo>
                <a:lnTo>
                  <a:pt x="79235" y="416052"/>
                </a:lnTo>
                <a:lnTo>
                  <a:pt x="82283" y="413004"/>
                </a:lnTo>
                <a:lnTo>
                  <a:pt x="83807" y="409956"/>
                </a:lnTo>
                <a:lnTo>
                  <a:pt x="86855" y="408432"/>
                </a:lnTo>
                <a:lnTo>
                  <a:pt x="88379" y="406908"/>
                </a:lnTo>
                <a:lnTo>
                  <a:pt x="92951" y="403860"/>
                </a:lnTo>
                <a:lnTo>
                  <a:pt x="97523" y="402336"/>
                </a:lnTo>
                <a:lnTo>
                  <a:pt x="210299" y="355092"/>
                </a:lnTo>
                <a:lnTo>
                  <a:pt x="210299" y="347472"/>
                </a:lnTo>
                <a:close/>
              </a:path>
              <a:path extrusionOk="0" h="649604" w="271780">
                <a:moveTo>
                  <a:pt x="210312" y="208788"/>
                </a:moveTo>
                <a:lnTo>
                  <a:pt x="193548" y="172212"/>
                </a:lnTo>
                <a:lnTo>
                  <a:pt x="158496" y="153924"/>
                </a:lnTo>
                <a:lnTo>
                  <a:pt x="155448" y="156972"/>
                </a:lnTo>
                <a:lnTo>
                  <a:pt x="163080" y="160667"/>
                </a:lnTo>
                <a:lnTo>
                  <a:pt x="169735" y="164782"/>
                </a:lnTo>
                <a:lnTo>
                  <a:pt x="174917" y="169164"/>
                </a:lnTo>
                <a:lnTo>
                  <a:pt x="178308" y="173736"/>
                </a:lnTo>
                <a:lnTo>
                  <a:pt x="182880" y="179832"/>
                </a:lnTo>
                <a:lnTo>
                  <a:pt x="185928" y="188976"/>
                </a:lnTo>
                <a:lnTo>
                  <a:pt x="185928" y="196596"/>
                </a:lnTo>
                <a:lnTo>
                  <a:pt x="169164" y="231648"/>
                </a:lnTo>
                <a:lnTo>
                  <a:pt x="123444" y="245364"/>
                </a:lnTo>
                <a:lnTo>
                  <a:pt x="123444" y="184404"/>
                </a:lnTo>
                <a:lnTo>
                  <a:pt x="123444" y="153924"/>
                </a:lnTo>
                <a:lnTo>
                  <a:pt x="114287" y="154787"/>
                </a:lnTo>
                <a:lnTo>
                  <a:pt x="114287" y="184404"/>
                </a:lnTo>
                <a:lnTo>
                  <a:pt x="114287" y="245364"/>
                </a:lnTo>
                <a:lnTo>
                  <a:pt x="79235" y="220980"/>
                </a:lnTo>
                <a:lnTo>
                  <a:pt x="79235" y="208788"/>
                </a:lnTo>
                <a:lnTo>
                  <a:pt x="99047" y="185928"/>
                </a:lnTo>
                <a:lnTo>
                  <a:pt x="105143" y="185928"/>
                </a:lnTo>
                <a:lnTo>
                  <a:pt x="114287" y="184404"/>
                </a:lnTo>
                <a:lnTo>
                  <a:pt x="114287" y="154787"/>
                </a:lnTo>
                <a:lnTo>
                  <a:pt x="111671" y="155028"/>
                </a:lnTo>
                <a:lnTo>
                  <a:pt x="101333" y="158115"/>
                </a:lnTo>
                <a:lnTo>
                  <a:pt x="73520" y="185166"/>
                </a:lnTo>
                <a:lnTo>
                  <a:pt x="70167" y="206578"/>
                </a:lnTo>
                <a:lnTo>
                  <a:pt x="71234" y="218655"/>
                </a:lnTo>
                <a:lnTo>
                  <a:pt x="98653" y="257708"/>
                </a:lnTo>
                <a:lnTo>
                  <a:pt x="141732" y="266700"/>
                </a:lnTo>
                <a:lnTo>
                  <a:pt x="156654" y="265798"/>
                </a:lnTo>
                <a:lnTo>
                  <a:pt x="169735" y="262890"/>
                </a:lnTo>
                <a:lnTo>
                  <a:pt x="181368" y="257708"/>
                </a:lnTo>
                <a:lnTo>
                  <a:pt x="192024" y="249936"/>
                </a:lnTo>
                <a:lnTo>
                  <a:pt x="196291" y="245364"/>
                </a:lnTo>
                <a:lnTo>
                  <a:pt x="200025" y="241363"/>
                </a:lnTo>
                <a:lnTo>
                  <a:pt x="205740" y="231648"/>
                </a:lnTo>
                <a:lnTo>
                  <a:pt x="209169" y="220789"/>
                </a:lnTo>
                <a:lnTo>
                  <a:pt x="210312" y="208788"/>
                </a:lnTo>
                <a:close/>
              </a:path>
              <a:path extrusionOk="0" h="649604" w="271780">
                <a:moveTo>
                  <a:pt x="271272" y="591312"/>
                </a:moveTo>
                <a:lnTo>
                  <a:pt x="269862" y="573887"/>
                </a:lnTo>
                <a:lnTo>
                  <a:pt x="265747" y="558165"/>
                </a:lnTo>
                <a:lnTo>
                  <a:pt x="259054" y="544169"/>
                </a:lnTo>
                <a:lnTo>
                  <a:pt x="252857" y="535825"/>
                </a:lnTo>
                <a:lnTo>
                  <a:pt x="252857" y="580644"/>
                </a:lnTo>
                <a:lnTo>
                  <a:pt x="252412" y="591312"/>
                </a:lnTo>
                <a:lnTo>
                  <a:pt x="240792" y="627888"/>
                </a:lnTo>
                <a:lnTo>
                  <a:pt x="236220" y="629412"/>
                </a:lnTo>
                <a:lnTo>
                  <a:pt x="224028" y="629412"/>
                </a:lnTo>
                <a:lnTo>
                  <a:pt x="220980" y="626364"/>
                </a:lnTo>
                <a:lnTo>
                  <a:pt x="216408" y="624840"/>
                </a:lnTo>
                <a:lnTo>
                  <a:pt x="214884" y="623316"/>
                </a:lnTo>
                <a:lnTo>
                  <a:pt x="210312" y="618744"/>
                </a:lnTo>
                <a:lnTo>
                  <a:pt x="207264" y="615696"/>
                </a:lnTo>
                <a:lnTo>
                  <a:pt x="207365" y="610958"/>
                </a:lnTo>
                <a:lnTo>
                  <a:pt x="207492" y="605675"/>
                </a:lnTo>
                <a:lnTo>
                  <a:pt x="207606" y="603123"/>
                </a:lnTo>
                <a:lnTo>
                  <a:pt x="207721" y="600456"/>
                </a:lnTo>
                <a:lnTo>
                  <a:pt x="207848" y="597623"/>
                </a:lnTo>
                <a:lnTo>
                  <a:pt x="207924" y="595884"/>
                </a:lnTo>
                <a:lnTo>
                  <a:pt x="208026" y="593788"/>
                </a:lnTo>
                <a:lnTo>
                  <a:pt x="208114" y="591312"/>
                </a:lnTo>
                <a:lnTo>
                  <a:pt x="208521" y="580644"/>
                </a:lnTo>
                <a:lnTo>
                  <a:pt x="208635" y="573887"/>
                </a:lnTo>
                <a:lnTo>
                  <a:pt x="211836" y="533400"/>
                </a:lnTo>
                <a:lnTo>
                  <a:pt x="217932" y="524256"/>
                </a:lnTo>
                <a:lnTo>
                  <a:pt x="230124" y="524256"/>
                </a:lnTo>
                <a:lnTo>
                  <a:pt x="252412" y="564984"/>
                </a:lnTo>
                <a:lnTo>
                  <a:pt x="252425" y="565404"/>
                </a:lnTo>
                <a:lnTo>
                  <a:pt x="252806" y="573887"/>
                </a:lnTo>
                <a:lnTo>
                  <a:pt x="252857" y="580644"/>
                </a:lnTo>
                <a:lnTo>
                  <a:pt x="252857" y="535825"/>
                </a:lnTo>
                <a:lnTo>
                  <a:pt x="217932" y="515112"/>
                </a:lnTo>
                <a:lnTo>
                  <a:pt x="210312" y="515112"/>
                </a:lnTo>
                <a:lnTo>
                  <a:pt x="187452" y="547116"/>
                </a:lnTo>
                <a:lnTo>
                  <a:pt x="186563" y="552881"/>
                </a:lnTo>
                <a:lnTo>
                  <a:pt x="186486" y="554355"/>
                </a:lnTo>
                <a:lnTo>
                  <a:pt x="186385" y="556094"/>
                </a:lnTo>
                <a:lnTo>
                  <a:pt x="186270" y="558342"/>
                </a:lnTo>
                <a:lnTo>
                  <a:pt x="186156" y="560387"/>
                </a:lnTo>
                <a:lnTo>
                  <a:pt x="186055" y="565404"/>
                </a:lnTo>
                <a:lnTo>
                  <a:pt x="185928" y="605675"/>
                </a:lnTo>
                <a:lnTo>
                  <a:pt x="185928" y="608076"/>
                </a:lnTo>
                <a:lnTo>
                  <a:pt x="184404" y="612648"/>
                </a:lnTo>
                <a:lnTo>
                  <a:pt x="184404" y="615696"/>
                </a:lnTo>
                <a:lnTo>
                  <a:pt x="181356" y="618744"/>
                </a:lnTo>
                <a:lnTo>
                  <a:pt x="173736" y="618744"/>
                </a:lnTo>
                <a:lnTo>
                  <a:pt x="167640" y="615696"/>
                </a:lnTo>
                <a:lnTo>
                  <a:pt x="161544" y="606552"/>
                </a:lnTo>
                <a:lnTo>
                  <a:pt x="163068" y="600456"/>
                </a:lnTo>
                <a:lnTo>
                  <a:pt x="164592" y="592836"/>
                </a:lnTo>
                <a:lnTo>
                  <a:pt x="164592" y="586740"/>
                </a:lnTo>
                <a:lnTo>
                  <a:pt x="163728" y="575005"/>
                </a:lnTo>
                <a:lnTo>
                  <a:pt x="163614" y="574548"/>
                </a:lnTo>
                <a:lnTo>
                  <a:pt x="161163" y="564832"/>
                </a:lnTo>
                <a:lnTo>
                  <a:pt x="157695" y="557784"/>
                </a:lnTo>
                <a:lnTo>
                  <a:pt x="156972" y="556310"/>
                </a:lnTo>
                <a:lnTo>
                  <a:pt x="156972" y="577596"/>
                </a:lnTo>
                <a:lnTo>
                  <a:pt x="156972" y="592836"/>
                </a:lnTo>
                <a:lnTo>
                  <a:pt x="153924" y="598932"/>
                </a:lnTo>
                <a:lnTo>
                  <a:pt x="111252" y="614172"/>
                </a:lnTo>
                <a:lnTo>
                  <a:pt x="103555" y="613867"/>
                </a:lnTo>
                <a:lnTo>
                  <a:pt x="77724" y="595884"/>
                </a:lnTo>
                <a:lnTo>
                  <a:pt x="77724" y="580644"/>
                </a:lnTo>
                <a:lnTo>
                  <a:pt x="111290" y="558596"/>
                </a:lnTo>
                <a:lnTo>
                  <a:pt x="121920" y="557784"/>
                </a:lnTo>
                <a:lnTo>
                  <a:pt x="130467" y="558342"/>
                </a:lnTo>
                <a:lnTo>
                  <a:pt x="156972" y="577596"/>
                </a:lnTo>
                <a:lnTo>
                  <a:pt x="156972" y="556310"/>
                </a:lnTo>
                <a:lnTo>
                  <a:pt x="120396" y="533400"/>
                </a:lnTo>
                <a:lnTo>
                  <a:pt x="112699" y="533971"/>
                </a:lnTo>
                <a:lnTo>
                  <a:pt x="105727" y="535686"/>
                </a:lnTo>
                <a:lnTo>
                  <a:pt x="99606" y="538543"/>
                </a:lnTo>
                <a:lnTo>
                  <a:pt x="94488" y="542544"/>
                </a:lnTo>
                <a:lnTo>
                  <a:pt x="94488" y="518160"/>
                </a:lnTo>
                <a:lnTo>
                  <a:pt x="92964" y="518160"/>
                </a:lnTo>
                <a:lnTo>
                  <a:pt x="92964" y="516636"/>
                </a:lnTo>
                <a:lnTo>
                  <a:pt x="91440" y="516636"/>
                </a:lnTo>
                <a:lnTo>
                  <a:pt x="89916" y="515112"/>
                </a:lnTo>
                <a:lnTo>
                  <a:pt x="83820" y="515112"/>
                </a:lnTo>
                <a:lnTo>
                  <a:pt x="82296" y="516636"/>
                </a:lnTo>
                <a:lnTo>
                  <a:pt x="80772" y="516636"/>
                </a:lnTo>
                <a:lnTo>
                  <a:pt x="80772" y="553212"/>
                </a:lnTo>
                <a:lnTo>
                  <a:pt x="75882" y="560387"/>
                </a:lnTo>
                <a:lnTo>
                  <a:pt x="72580" y="568261"/>
                </a:lnTo>
                <a:lnTo>
                  <a:pt x="72529" y="568452"/>
                </a:lnTo>
                <a:lnTo>
                  <a:pt x="70688" y="577011"/>
                </a:lnTo>
                <a:lnTo>
                  <a:pt x="70662" y="577596"/>
                </a:lnTo>
                <a:lnTo>
                  <a:pt x="70104" y="586740"/>
                </a:lnTo>
                <a:lnTo>
                  <a:pt x="83820" y="624840"/>
                </a:lnTo>
                <a:lnTo>
                  <a:pt x="117348" y="638556"/>
                </a:lnTo>
                <a:lnTo>
                  <a:pt x="126492" y="638556"/>
                </a:lnTo>
                <a:lnTo>
                  <a:pt x="134112" y="637032"/>
                </a:lnTo>
                <a:lnTo>
                  <a:pt x="149352" y="627888"/>
                </a:lnTo>
                <a:lnTo>
                  <a:pt x="153924" y="621792"/>
                </a:lnTo>
                <a:lnTo>
                  <a:pt x="158496" y="614172"/>
                </a:lnTo>
                <a:lnTo>
                  <a:pt x="163918" y="621588"/>
                </a:lnTo>
                <a:lnTo>
                  <a:pt x="168783" y="627697"/>
                </a:lnTo>
                <a:lnTo>
                  <a:pt x="173062" y="632396"/>
                </a:lnTo>
                <a:lnTo>
                  <a:pt x="176784" y="635508"/>
                </a:lnTo>
                <a:lnTo>
                  <a:pt x="181356" y="638556"/>
                </a:lnTo>
                <a:lnTo>
                  <a:pt x="195072" y="638556"/>
                </a:lnTo>
                <a:lnTo>
                  <a:pt x="199644" y="633984"/>
                </a:lnTo>
                <a:lnTo>
                  <a:pt x="202692" y="629412"/>
                </a:lnTo>
                <a:lnTo>
                  <a:pt x="205740" y="623316"/>
                </a:lnTo>
                <a:lnTo>
                  <a:pt x="220980" y="638556"/>
                </a:lnTo>
                <a:lnTo>
                  <a:pt x="227076" y="643128"/>
                </a:lnTo>
                <a:lnTo>
                  <a:pt x="239268" y="649224"/>
                </a:lnTo>
                <a:lnTo>
                  <a:pt x="248412" y="649224"/>
                </a:lnTo>
                <a:lnTo>
                  <a:pt x="252984" y="646176"/>
                </a:lnTo>
                <a:lnTo>
                  <a:pt x="263067" y="629412"/>
                </a:lnTo>
                <a:lnTo>
                  <a:pt x="263550" y="628611"/>
                </a:lnTo>
                <a:lnTo>
                  <a:pt x="267843" y="617220"/>
                </a:lnTo>
                <a:lnTo>
                  <a:pt x="270408" y="604697"/>
                </a:lnTo>
                <a:lnTo>
                  <a:pt x="270510" y="603123"/>
                </a:lnTo>
                <a:lnTo>
                  <a:pt x="270586" y="601980"/>
                </a:lnTo>
                <a:lnTo>
                  <a:pt x="270675" y="600456"/>
                </a:lnTo>
                <a:lnTo>
                  <a:pt x="270776" y="598932"/>
                </a:lnTo>
                <a:lnTo>
                  <a:pt x="270865" y="597623"/>
                </a:lnTo>
                <a:lnTo>
                  <a:pt x="270967" y="595884"/>
                </a:lnTo>
                <a:lnTo>
                  <a:pt x="271272" y="5913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8" name="Google Shape;8488;p114"/>
          <p:cNvGrpSpPr/>
          <p:nvPr/>
        </p:nvGrpSpPr>
        <p:grpSpPr>
          <a:xfrm>
            <a:off x="1848611" y="4745735"/>
            <a:ext cx="181356" cy="315467"/>
            <a:chOff x="1848611" y="4745735"/>
            <a:chExt cx="181356" cy="315467"/>
          </a:xfrm>
        </p:grpSpPr>
        <p:pic>
          <p:nvPicPr>
            <p:cNvPr id="8489" name="Google Shape;8489;p114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889759" y="4969763"/>
              <a:ext cx="140207" cy="914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90" name="Google Shape;8490;p114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848611" y="4745735"/>
              <a:ext cx="181356" cy="20421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491" name="Google Shape;8491;p114"/>
          <p:cNvPicPr preferRelativeResize="0"/>
          <p:nvPr/>
        </p:nvPicPr>
        <p:blipFill rotWithShape="1">
          <a:blip r:embed="rId11">
            <a:alphaModFix/>
          </a:blip>
          <a:srcRect b="0" l="0" r="0" t="0"/>
          <a:stretch/>
        </p:blipFill>
        <p:spPr>
          <a:xfrm>
            <a:off x="1819655" y="2814827"/>
            <a:ext cx="271272" cy="1847087"/>
          </a:xfrm>
          <a:prstGeom prst="rect">
            <a:avLst/>
          </a:prstGeom>
          <a:noFill/>
          <a:ln>
            <a:noFill/>
          </a:ln>
        </p:spPr>
      </p:pic>
      <p:pic>
        <p:nvPicPr>
          <p:cNvPr id="8492" name="Google Shape;8492;p114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2319527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sp>
        <p:nvSpPr>
          <p:cNvPr id="8493" name="Google Shape;8493;p114"/>
          <p:cNvSpPr/>
          <p:nvPr/>
        </p:nvSpPr>
        <p:spPr>
          <a:xfrm>
            <a:off x="2246363" y="7993380"/>
            <a:ext cx="210820" cy="696595"/>
          </a:xfrm>
          <a:custGeom>
            <a:rect b="b" l="l" r="r" t="t"/>
            <a:pathLst>
              <a:path extrusionOk="0" h="696595" w="210819">
                <a:moveTo>
                  <a:pt x="32016" y="408432"/>
                </a:moveTo>
                <a:lnTo>
                  <a:pt x="30492" y="403860"/>
                </a:lnTo>
                <a:lnTo>
                  <a:pt x="24396" y="397764"/>
                </a:lnTo>
                <a:lnTo>
                  <a:pt x="19824" y="396240"/>
                </a:lnTo>
                <a:lnTo>
                  <a:pt x="10680" y="396240"/>
                </a:lnTo>
                <a:lnTo>
                  <a:pt x="7632" y="397764"/>
                </a:lnTo>
                <a:lnTo>
                  <a:pt x="1536" y="403860"/>
                </a:lnTo>
                <a:lnTo>
                  <a:pt x="12" y="408432"/>
                </a:lnTo>
                <a:lnTo>
                  <a:pt x="12" y="416052"/>
                </a:lnTo>
                <a:lnTo>
                  <a:pt x="1536" y="420624"/>
                </a:lnTo>
                <a:lnTo>
                  <a:pt x="7632" y="426720"/>
                </a:lnTo>
                <a:lnTo>
                  <a:pt x="10680" y="428244"/>
                </a:lnTo>
                <a:lnTo>
                  <a:pt x="19824" y="428244"/>
                </a:lnTo>
                <a:lnTo>
                  <a:pt x="24396" y="426720"/>
                </a:lnTo>
                <a:lnTo>
                  <a:pt x="30492" y="420624"/>
                </a:lnTo>
                <a:lnTo>
                  <a:pt x="32016" y="416052"/>
                </a:lnTo>
                <a:lnTo>
                  <a:pt x="32016" y="408432"/>
                </a:lnTo>
                <a:close/>
              </a:path>
              <a:path extrusionOk="0" h="696595" w="210819">
                <a:moveTo>
                  <a:pt x="32016" y="242316"/>
                </a:moveTo>
                <a:lnTo>
                  <a:pt x="30492" y="237744"/>
                </a:lnTo>
                <a:lnTo>
                  <a:pt x="24396" y="231648"/>
                </a:lnTo>
                <a:lnTo>
                  <a:pt x="19824" y="230124"/>
                </a:lnTo>
                <a:lnTo>
                  <a:pt x="10680" y="230124"/>
                </a:lnTo>
                <a:lnTo>
                  <a:pt x="7632" y="231648"/>
                </a:lnTo>
                <a:lnTo>
                  <a:pt x="1536" y="237744"/>
                </a:lnTo>
                <a:lnTo>
                  <a:pt x="12" y="242316"/>
                </a:lnTo>
                <a:lnTo>
                  <a:pt x="12" y="249936"/>
                </a:lnTo>
                <a:lnTo>
                  <a:pt x="1536" y="254508"/>
                </a:lnTo>
                <a:lnTo>
                  <a:pt x="7632" y="260604"/>
                </a:lnTo>
                <a:lnTo>
                  <a:pt x="10680" y="262128"/>
                </a:lnTo>
                <a:lnTo>
                  <a:pt x="19824" y="262128"/>
                </a:lnTo>
                <a:lnTo>
                  <a:pt x="24396" y="260604"/>
                </a:lnTo>
                <a:lnTo>
                  <a:pt x="30492" y="254508"/>
                </a:lnTo>
                <a:lnTo>
                  <a:pt x="32016" y="249936"/>
                </a:lnTo>
                <a:lnTo>
                  <a:pt x="32016" y="242316"/>
                </a:lnTo>
                <a:close/>
              </a:path>
              <a:path extrusionOk="0" h="696595" w="210819">
                <a:moveTo>
                  <a:pt x="207264" y="614172"/>
                </a:moveTo>
                <a:lnTo>
                  <a:pt x="202692" y="614172"/>
                </a:lnTo>
                <a:lnTo>
                  <a:pt x="202692" y="621792"/>
                </a:lnTo>
                <a:lnTo>
                  <a:pt x="202692" y="626364"/>
                </a:lnTo>
                <a:lnTo>
                  <a:pt x="201168" y="630936"/>
                </a:lnTo>
                <a:lnTo>
                  <a:pt x="199644" y="633984"/>
                </a:lnTo>
                <a:lnTo>
                  <a:pt x="196596" y="637032"/>
                </a:lnTo>
                <a:lnTo>
                  <a:pt x="195072" y="640080"/>
                </a:lnTo>
                <a:lnTo>
                  <a:pt x="192024" y="640080"/>
                </a:lnTo>
                <a:lnTo>
                  <a:pt x="188976" y="641604"/>
                </a:lnTo>
                <a:lnTo>
                  <a:pt x="24384" y="641604"/>
                </a:lnTo>
                <a:lnTo>
                  <a:pt x="21336" y="638556"/>
                </a:lnTo>
                <a:lnTo>
                  <a:pt x="15240" y="635508"/>
                </a:lnTo>
                <a:lnTo>
                  <a:pt x="13716" y="629412"/>
                </a:lnTo>
                <a:lnTo>
                  <a:pt x="13716" y="614172"/>
                </a:lnTo>
                <a:lnTo>
                  <a:pt x="9144" y="614172"/>
                </a:lnTo>
                <a:lnTo>
                  <a:pt x="9144" y="696468"/>
                </a:lnTo>
                <a:lnTo>
                  <a:pt x="13716" y="696468"/>
                </a:lnTo>
                <a:lnTo>
                  <a:pt x="13716" y="685800"/>
                </a:lnTo>
                <a:lnTo>
                  <a:pt x="16764" y="676656"/>
                </a:lnTo>
                <a:lnTo>
                  <a:pt x="18288" y="673608"/>
                </a:lnTo>
                <a:lnTo>
                  <a:pt x="21336" y="672084"/>
                </a:lnTo>
                <a:lnTo>
                  <a:pt x="22860" y="672084"/>
                </a:lnTo>
                <a:lnTo>
                  <a:pt x="27432" y="670560"/>
                </a:lnTo>
                <a:lnTo>
                  <a:pt x="33528" y="669036"/>
                </a:lnTo>
                <a:lnTo>
                  <a:pt x="184404" y="669036"/>
                </a:lnTo>
                <a:lnTo>
                  <a:pt x="192024" y="670560"/>
                </a:lnTo>
                <a:lnTo>
                  <a:pt x="195072" y="673608"/>
                </a:lnTo>
                <a:lnTo>
                  <a:pt x="199644" y="676656"/>
                </a:lnTo>
                <a:lnTo>
                  <a:pt x="202692" y="682752"/>
                </a:lnTo>
                <a:lnTo>
                  <a:pt x="202692" y="696468"/>
                </a:lnTo>
                <a:lnTo>
                  <a:pt x="207264" y="696468"/>
                </a:lnTo>
                <a:lnTo>
                  <a:pt x="207264" y="614172"/>
                </a:lnTo>
                <a:close/>
              </a:path>
              <a:path extrusionOk="0" h="696595" w="210819">
                <a:moveTo>
                  <a:pt x="207264" y="454152"/>
                </a:moveTo>
                <a:lnTo>
                  <a:pt x="202692" y="454152"/>
                </a:lnTo>
                <a:lnTo>
                  <a:pt x="202692" y="460248"/>
                </a:lnTo>
                <a:lnTo>
                  <a:pt x="201168" y="464820"/>
                </a:lnTo>
                <a:lnTo>
                  <a:pt x="199644" y="467868"/>
                </a:lnTo>
                <a:lnTo>
                  <a:pt x="199644" y="469392"/>
                </a:lnTo>
                <a:lnTo>
                  <a:pt x="196596" y="470916"/>
                </a:lnTo>
                <a:lnTo>
                  <a:pt x="195072" y="472440"/>
                </a:lnTo>
                <a:lnTo>
                  <a:pt x="192024" y="473964"/>
                </a:lnTo>
                <a:lnTo>
                  <a:pt x="120396" y="473964"/>
                </a:lnTo>
                <a:lnTo>
                  <a:pt x="111823" y="474230"/>
                </a:lnTo>
                <a:lnTo>
                  <a:pt x="74676" y="490728"/>
                </a:lnTo>
                <a:lnTo>
                  <a:pt x="70104" y="501396"/>
                </a:lnTo>
                <a:lnTo>
                  <a:pt x="70104" y="509016"/>
                </a:lnTo>
                <a:lnTo>
                  <a:pt x="71843" y="520446"/>
                </a:lnTo>
                <a:lnTo>
                  <a:pt x="77152" y="531876"/>
                </a:lnTo>
                <a:lnTo>
                  <a:pt x="86182" y="543306"/>
                </a:lnTo>
                <a:lnTo>
                  <a:pt x="99060" y="554736"/>
                </a:lnTo>
                <a:lnTo>
                  <a:pt x="70104" y="554736"/>
                </a:lnTo>
                <a:lnTo>
                  <a:pt x="70104" y="560832"/>
                </a:lnTo>
                <a:lnTo>
                  <a:pt x="86868" y="601980"/>
                </a:lnTo>
                <a:lnTo>
                  <a:pt x="91440" y="600456"/>
                </a:lnTo>
                <a:lnTo>
                  <a:pt x="89916" y="595884"/>
                </a:lnTo>
                <a:lnTo>
                  <a:pt x="88392" y="592836"/>
                </a:lnTo>
                <a:lnTo>
                  <a:pt x="88392" y="588264"/>
                </a:lnTo>
                <a:lnTo>
                  <a:pt x="89916" y="585216"/>
                </a:lnTo>
                <a:lnTo>
                  <a:pt x="91440" y="583692"/>
                </a:lnTo>
                <a:lnTo>
                  <a:pt x="91440" y="582168"/>
                </a:lnTo>
                <a:lnTo>
                  <a:pt x="94488" y="580644"/>
                </a:lnTo>
                <a:lnTo>
                  <a:pt x="97536" y="580644"/>
                </a:lnTo>
                <a:lnTo>
                  <a:pt x="101206" y="579767"/>
                </a:lnTo>
                <a:lnTo>
                  <a:pt x="107442" y="579310"/>
                </a:lnTo>
                <a:lnTo>
                  <a:pt x="126492" y="579120"/>
                </a:lnTo>
                <a:lnTo>
                  <a:pt x="185928" y="579120"/>
                </a:lnTo>
                <a:lnTo>
                  <a:pt x="193548" y="580644"/>
                </a:lnTo>
                <a:lnTo>
                  <a:pt x="196596" y="583692"/>
                </a:lnTo>
                <a:lnTo>
                  <a:pt x="201168" y="585216"/>
                </a:lnTo>
                <a:lnTo>
                  <a:pt x="202692" y="589788"/>
                </a:lnTo>
                <a:lnTo>
                  <a:pt x="202692" y="598932"/>
                </a:lnTo>
                <a:lnTo>
                  <a:pt x="207264" y="598932"/>
                </a:lnTo>
                <a:lnTo>
                  <a:pt x="207264" y="534924"/>
                </a:lnTo>
                <a:lnTo>
                  <a:pt x="202692" y="534924"/>
                </a:lnTo>
                <a:lnTo>
                  <a:pt x="202692" y="542544"/>
                </a:lnTo>
                <a:lnTo>
                  <a:pt x="201168" y="547116"/>
                </a:lnTo>
                <a:lnTo>
                  <a:pt x="201168" y="548640"/>
                </a:lnTo>
                <a:lnTo>
                  <a:pt x="199644" y="550164"/>
                </a:lnTo>
                <a:lnTo>
                  <a:pt x="193548" y="553212"/>
                </a:lnTo>
                <a:lnTo>
                  <a:pt x="192024" y="554736"/>
                </a:lnTo>
                <a:lnTo>
                  <a:pt x="106680" y="554736"/>
                </a:lnTo>
                <a:lnTo>
                  <a:pt x="98679" y="546481"/>
                </a:lnTo>
                <a:lnTo>
                  <a:pt x="92964" y="537781"/>
                </a:lnTo>
                <a:lnTo>
                  <a:pt x="89535" y="528815"/>
                </a:lnTo>
                <a:lnTo>
                  <a:pt x="88392" y="519684"/>
                </a:lnTo>
                <a:lnTo>
                  <a:pt x="88392" y="512064"/>
                </a:lnTo>
                <a:lnTo>
                  <a:pt x="121920" y="498348"/>
                </a:lnTo>
                <a:lnTo>
                  <a:pt x="188976" y="498348"/>
                </a:lnTo>
                <a:lnTo>
                  <a:pt x="190500" y="499872"/>
                </a:lnTo>
                <a:lnTo>
                  <a:pt x="195072" y="499872"/>
                </a:lnTo>
                <a:lnTo>
                  <a:pt x="198120" y="501396"/>
                </a:lnTo>
                <a:lnTo>
                  <a:pt x="199644" y="504444"/>
                </a:lnTo>
                <a:lnTo>
                  <a:pt x="201168" y="505968"/>
                </a:lnTo>
                <a:lnTo>
                  <a:pt x="202692" y="510540"/>
                </a:lnTo>
                <a:lnTo>
                  <a:pt x="202692" y="518160"/>
                </a:lnTo>
                <a:lnTo>
                  <a:pt x="207264" y="518160"/>
                </a:lnTo>
                <a:lnTo>
                  <a:pt x="207264" y="454152"/>
                </a:lnTo>
                <a:close/>
              </a:path>
              <a:path extrusionOk="0" h="696595" w="210819">
                <a:moveTo>
                  <a:pt x="207264" y="0"/>
                </a:moveTo>
                <a:lnTo>
                  <a:pt x="202692" y="0"/>
                </a:lnTo>
                <a:lnTo>
                  <a:pt x="202692" y="6096"/>
                </a:lnTo>
                <a:lnTo>
                  <a:pt x="201168" y="10668"/>
                </a:lnTo>
                <a:lnTo>
                  <a:pt x="199644" y="12192"/>
                </a:lnTo>
                <a:lnTo>
                  <a:pt x="198120" y="15240"/>
                </a:lnTo>
                <a:lnTo>
                  <a:pt x="196596" y="16764"/>
                </a:lnTo>
                <a:lnTo>
                  <a:pt x="190500" y="19812"/>
                </a:lnTo>
                <a:lnTo>
                  <a:pt x="0" y="19812"/>
                </a:lnTo>
                <a:lnTo>
                  <a:pt x="0" y="25908"/>
                </a:lnTo>
                <a:lnTo>
                  <a:pt x="16764" y="65532"/>
                </a:lnTo>
                <a:lnTo>
                  <a:pt x="21336" y="62484"/>
                </a:lnTo>
                <a:lnTo>
                  <a:pt x="18288" y="56388"/>
                </a:lnTo>
                <a:lnTo>
                  <a:pt x="18288" y="51816"/>
                </a:lnTo>
                <a:lnTo>
                  <a:pt x="21336" y="48768"/>
                </a:lnTo>
                <a:lnTo>
                  <a:pt x="21336" y="47244"/>
                </a:lnTo>
                <a:lnTo>
                  <a:pt x="24384" y="45720"/>
                </a:lnTo>
                <a:lnTo>
                  <a:pt x="27432" y="45720"/>
                </a:lnTo>
                <a:lnTo>
                  <a:pt x="31750" y="44843"/>
                </a:lnTo>
                <a:lnTo>
                  <a:pt x="37909" y="44386"/>
                </a:lnTo>
                <a:lnTo>
                  <a:pt x="56388" y="44196"/>
                </a:lnTo>
                <a:lnTo>
                  <a:pt x="190500" y="44196"/>
                </a:lnTo>
                <a:lnTo>
                  <a:pt x="199644" y="48768"/>
                </a:lnTo>
                <a:lnTo>
                  <a:pt x="201168" y="51816"/>
                </a:lnTo>
                <a:lnTo>
                  <a:pt x="201168" y="53340"/>
                </a:lnTo>
                <a:lnTo>
                  <a:pt x="202692" y="57912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696595" w="210819">
                <a:moveTo>
                  <a:pt x="207276" y="379476"/>
                </a:moveTo>
                <a:lnTo>
                  <a:pt x="202704" y="379476"/>
                </a:lnTo>
                <a:lnTo>
                  <a:pt x="202704" y="385572"/>
                </a:lnTo>
                <a:lnTo>
                  <a:pt x="201180" y="390144"/>
                </a:lnTo>
                <a:lnTo>
                  <a:pt x="199656" y="391668"/>
                </a:lnTo>
                <a:lnTo>
                  <a:pt x="199656" y="394716"/>
                </a:lnTo>
                <a:lnTo>
                  <a:pt x="190512" y="399288"/>
                </a:lnTo>
                <a:lnTo>
                  <a:pt x="70116" y="399288"/>
                </a:lnTo>
                <a:lnTo>
                  <a:pt x="70116" y="405384"/>
                </a:lnTo>
                <a:lnTo>
                  <a:pt x="86880" y="446532"/>
                </a:lnTo>
                <a:lnTo>
                  <a:pt x="91452" y="445008"/>
                </a:lnTo>
                <a:lnTo>
                  <a:pt x="89928" y="440436"/>
                </a:lnTo>
                <a:lnTo>
                  <a:pt x="88404" y="437388"/>
                </a:lnTo>
                <a:lnTo>
                  <a:pt x="88404" y="431292"/>
                </a:lnTo>
                <a:lnTo>
                  <a:pt x="91452" y="428244"/>
                </a:lnTo>
                <a:lnTo>
                  <a:pt x="91452" y="426720"/>
                </a:lnTo>
                <a:lnTo>
                  <a:pt x="94500" y="425196"/>
                </a:lnTo>
                <a:lnTo>
                  <a:pt x="97548" y="425196"/>
                </a:lnTo>
                <a:lnTo>
                  <a:pt x="101854" y="424319"/>
                </a:lnTo>
                <a:lnTo>
                  <a:pt x="108026" y="423862"/>
                </a:lnTo>
                <a:lnTo>
                  <a:pt x="117360" y="423672"/>
                </a:lnTo>
                <a:lnTo>
                  <a:pt x="190512" y="423672"/>
                </a:lnTo>
                <a:lnTo>
                  <a:pt x="199656" y="428244"/>
                </a:lnTo>
                <a:lnTo>
                  <a:pt x="201180" y="431292"/>
                </a:lnTo>
                <a:lnTo>
                  <a:pt x="201180" y="432816"/>
                </a:lnTo>
                <a:lnTo>
                  <a:pt x="202704" y="437388"/>
                </a:lnTo>
                <a:lnTo>
                  <a:pt x="202704" y="443484"/>
                </a:lnTo>
                <a:lnTo>
                  <a:pt x="207276" y="443484"/>
                </a:lnTo>
                <a:lnTo>
                  <a:pt x="207276" y="423672"/>
                </a:lnTo>
                <a:lnTo>
                  <a:pt x="207276" y="379476"/>
                </a:lnTo>
                <a:close/>
              </a:path>
              <a:path extrusionOk="0" h="696595" w="210819">
                <a:moveTo>
                  <a:pt x="207276" y="213360"/>
                </a:moveTo>
                <a:lnTo>
                  <a:pt x="202704" y="213360"/>
                </a:lnTo>
                <a:lnTo>
                  <a:pt x="202704" y="219456"/>
                </a:lnTo>
                <a:lnTo>
                  <a:pt x="201180" y="224028"/>
                </a:lnTo>
                <a:lnTo>
                  <a:pt x="199656" y="225552"/>
                </a:lnTo>
                <a:lnTo>
                  <a:pt x="199656" y="228600"/>
                </a:lnTo>
                <a:lnTo>
                  <a:pt x="190512" y="233172"/>
                </a:lnTo>
                <a:lnTo>
                  <a:pt x="70116" y="233172"/>
                </a:lnTo>
                <a:lnTo>
                  <a:pt x="70116" y="239268"/>
                </a:lnTo>
                <a:lnTo>
                  <a:pt x="86880" y="280416"/>
                </a:lnTo>
                <a:lnTo>
                  <a:pt x="91452" y="278892"/>
                </a:lnTo>
                <a:lnTo>
                  <a:pt x="89928" y="274320"/>
                </a:lnTo>
                <a:lnTo>
                  <a:pt x="88404" y="271272"/>
                </a:lnTo>
                <a:lnTo>
                  <a:pt x="88404" y="265176"/>
                </a:lnTo>
                <a:lnTo>
                  <a:pt x="91452" y="262128"/>
                </a:lnTo>
                <a:lnTo>
                  <a:pt x="91452" y="260604"/>
                </a:lnTo>
                <a:lnTo>
                  <a:pt x="94500" y="259080"/>
                </a:lnTo>
                <a:lnTo>
                  <a:pt x="97548" y="259080"/>
                </a:lnTo>
                <a:lnTo>
                  <a:pt x="101854" y="258203"/>
                </a:lnTo>
                <a:lnTo>
                  <a:pt x="108026" y="257746"/>
                </a:lnTo>
                <a:lnTo>
                  <a:pt x="117360" y="257556"/>
                </a:lnTo>
                <a:lnTo>
                  <a:pt x="190512" y="257556"/>
                </a:lnTo>
                <a:lnTo>
                  <a:pt x="199656" y="262128"/>
                </a:lnTo>
                <a:lnTo>
                  <a:pt x="201180" y="265176"/>
                </a:lnTo>
                <a:lnTo>
                  <a:pt x="201180" y="266700"/>
                </a:lnTo>
                <a:lnTo>
                  <a:pt x="202704" y="271272"/>
                </a:lnTo>
                <a:lnTo>
                  <a:pt x="202704" y="277368"/>
                </a:lnTo>
                <a:lnTo>
                  <a:pt x="207276" y="277368"/>
                </a:lnTo>
                <a:lnTo>
                  <a:pt x="207276" y="257556"/>
                </a:lnTo>
                <a:lnTo>
                  <a:pt x="207276" y="213360"/>
                </a:lnTo>
                <a:close/>
              </a:path>
              <a:path extrusionOk="0" h="696595" w="210819">
                <a:moveTo>
                  <a:pt x="210312" y="108204"/>
                </a:moveTo>
                <a:lnTo>
                  <a:pt x="188976" y="76200"/>
                </a:lnTo>
                <a:lnTo>
                  <a:pt x="181356" y="76200"/>
                </a:lnTo>
                <a:lnTo>
                  <a:pt x="185928" y="82296"/>
                </a:lnTo>
                <a:lnTo>
                  <a:pt x="190500" y="86868"/>
                </a:lnTo>
                <a:lnTo>
                  <a:pt x="190500" y="88392"/>
                </a:lnTo>
                <a:lnTo>
                  <a:pt x="192024" y="89916"/>
                </a:lnTo>
                <a:lnTo>
                  <a:pt x="192024" y="96012"/>
                </a:lnTo>
                <a:lnTo>
                  <a:pt x="190500" y="96012"/>
                </a:lnTo>
                <a:lnTo>
                  <a:pt x="187452" y="99060"/>
                </a:lnTo>
                <a:lnTo>
                  <a:pt x="115824" y="99060"/>
                </a:lnTo>
                <a:lnTo>
                  <a:pt x="106641" y="99326"/>
                </a:lnTo>
                <a:lnTo>
                  <a:pt x="73329" y="120573"/>
                </a:lnTo>
                <a:lnTo>
                  <a:pt x="70358" y="149352"/>
                </a:lnTo>
                <a:lnTo>
                  <a:pt x="70700" y="155625"/>
                </a:lnTo>
                <a:lnTo>
                  <a:pt x="92202" y="189357"/>
                </a:lnTo>
                <a:lnTo>
                  <a:pt x="103632" y="192024"/>
                </a:lnTo>
                <a:lnTo>
                  <a:pt x="112776" y="192024"/>
                </a:lnTo>
                <a:lnTo>
                  <a:pt x="114300" y="188976"/>
                </a:lnTo>
                <a:lnTo>
                  <a:pt x="117348" y="187452"/>
                </a:lnTo>
                <a:lnTo>
                  <a:pt x="118872" y="184404"/>
                </a:lnTo>
                <a:lnTo>
                  <a:pt x="118872" y="176784"/>
                </a:lnTo>
                <a:lnTo>
                  <a:pt x="117348" y="173736"/>
                </a:lnTo>
                <a:lnTo>
                  <a:pt x="114300" y="172212"/>
                </a:lnTo>
                <a:lnTo>
                  <a:pt x="112776" y="169164"/>
                </a:lnTo>
                <a:lnTo>
                  <a:pt x="108204" y="167640"/>
                </a:lnTo>
                <a:lnTo>
                  <a:pt x="103632" y="167640"/>
                </a:lnTo>
                <a:lnTo>
                  <a:pt x="96012" y="169164"/>
                </a:lnTo>
                <a:lnTo>
                  <a:pt x="91440" y="169164"/>
                </a:lnTo>
                <a:lnTo>
                  <a:pt x="86868" y="166116"/>
                </a:lnTo>
                <a:lnTo>
                  <a:pt x="80772" y="160020"/>
                </a:lnTo>
                <a:lnTo>
                  <a:pt x="79311" y="155625"/>
                </a:lnTo>
                <a:lnTo>
                  <a:pt x="79248" y="140208"/>
                </a:lnTo>
                <a:lnTo>
                  <a:pt x="82296" y="134112"/>
                </a:lnTo>
                <a:lnTo>
                  <a:pt x="86868" y="131064"/>
                </a:lnTo>
                <a:lnTo>
                  <a:pt x="91325" y="127825"/>
                </a:lnTo>
                <a:lnTo>
                  <a:pt x="91452" y="127825"/>
                </a:lnTo>
                <a:lnTo>
                  <a:pt x="97155" y="125539"/>
                </a:lnTo>
                <a:lnTo>
                  <a:pt x="104876" y="124002"/>
                </a:lnTo>
                <a:lnTo>
                  <a:pt x="114300" y="123444"/>
                </a:lnTo>
                <a:lnTo>
                  <a:pt x="120396" y="123444"/>
                </a:lnTo>
                <a:lnTo>
                  <a:pt x="126187" y="139636"/>
                </a:lnTo>
                <a:lnTo>
                  <a:pt x="131635" y="152971"/>
                </a:lnTo>
                <a:lnTo>
                  <a:pt x="136906" y="163957"/>
                </a:lnTo>
                <a:lnTo>
                  <a:pt x="141732" y="172212"/>
                </a:lnTo>
                <a:lnTo>
                  <a:pt x="145453" y="179412"/>
                </a:lnTo>
                <a:lnTo>
                  <a:pt x="149733" y="185166"/>
                </a:lnTo>
                <a:lnTo>
                  <a:pt x="154597" y="189788"/>
                </a:lnTo>
                <a:lnTo>
                  <a:pt x="160020" y="193548"/>
                </a:lnTo>
                <a:lnTo>
                  <a:pt x="164592" y="196596"/>
                </a:lnTo>
                <a:lnTo>
                  <a:pt x="176784" y="196596"/>
                </a:lnTo>
                <a:lnTo>
                  <a:pt x="210312" y="175260"/>
                </a:lnTo>
                <a:lnTo>
                  <a:pt x="210312" y="172212"/>
                </a:lnTo>
                <a:lnTo>
                  <a:pt x="210312" y="160020"/>
                </a:lnTo>
                <a:lnTo>
                  <a:pt x="192024" y="129463"/>
                </a:lnTo>
                <a:lnTo>
                  <a:pt x="192024" y="152400"/>
                </a:lnTo>
                <a:lnTo>
                  <a:pt x="192024" y="158496"/>
                </a:lnTo>
                <a:lnTo>
                  <a:pt x="188976" y="163068"/>
                </a:lnTo>
                <a:lnTo>
                  <a:pt x="181356" y="170688"/>
                </a:lnTo>
                <a:lnTo>
                  <a:pt x="175260" y="172212"/>
                </a:lnTo>
                <a:lnTo>
                  <a:pt x="163068" y="172212"/>
                </a:lnTo>
                <a:lnTo>
                  <a:pt x="158496" y="170688"/>
                </a:lnTo>
                <a:lnTo>
                  <a:pt x="149352" y="164592"/>
                </a:lnTo>
                <a:lnTo>
                  <a:pt x="144780" y="160020"/>
                </a:lnTo>
                <a:lnTo>
                  <a:pt x="141732" y="152400"/>
                </a:lnTo>
                <a:lnTo>
                  <a:pt x="139407" y="148094"/>
                </a:lnTo>
                <a:lnTo>
                  <a:pt x="136779" y="141922"/>
                </a:lnTo>
                <a:lnTo>
                  <a:pt x="129540" y="123444"/>
                </a:lnTo>
                <a:lnTo>
                  <a:pt x="178308" y="123444"/>
                </a:lnTo>
                <a:lnTo>
                  <a:pt x="184315" y="132041"/>
                </a:lnTo>
                <a:lnTo>
                  <a:pt x="188595" y="139636"/>
                </a:lnTo>
                <a:lnTo>
                  <a:pt x="191173" y="146380"/>
                </a:lnTo>
                <a:lnTo>
                  <a:pt x="192024" y="152400"/>
                </a:lnTo>
                <a:lnTo>
                  <a:pt x="192024" y="129463"/>
                </a:lnTo>
                <a:lnTo>
                  <a:pt x="187452" y="123444"/>
                </a:lnTo>
                <a:lnTo>
                  <a:pt x="195072" y="123444"/>
                </a:lnTo>
                <a:lnTo>
                  <a:pt x="201168" y="121920"/>
                </a:lnTo>
                <a:lnTo>
                  <a:pt x="204216" y="120396"/>
                </a:lnTo>
                <a:lnTo>
                  <a:pt x="208788" y="117348"/>
                </a:lnTo>
                <a:lnTo>
                  <a:pt x="210312" y="112776"/>
                </a:lnTo>
                <a:lnTo>
                  <a:pt x="210312" y="108204"/>
                </a:lnTo>
                <a:close/>
              </a:path>
              <a:path extrusionOk="0" h="696595" w="210819">
                <a:moveTo>
                  <a:pt x="210324" y="318516"/>
                </a:moveTo>
                <a:lnTo>
                  <a:pt x="181368" y="291084"/>
                </a:lnTo>
                <a:lnTo>
                  <a:pt x="181368" y="297180"/>
                </a:lnTo>
                <a:lnTo>
                  <a:pt x="184416" y="300228"/>
                </a:lnTo>
                <a:lnTo>
                  <a:pt x="187464" y="301752"/>
                </a:lnTo>
                <a:lnTo>
                  <a:pt x="192036" y="310896"/>
                </a:lnTo>
                <a:lnTo>
                  <a:pt x="192036" y="316992"/>
                </a:lnTo>
                <a:lnTo>
                  <a:pt x="190512" y="320040"/>
                </a:lnTo>
                <a:lnTo>
                  <a:pt x="184416" y="326136"/>
                </a:lnTo>
                <a:lnTo>
                  <a:pt x="82308" y="326136"/>
                </a:lnTo>
                <a:lnTo>
                  <a:pt x="82308" y="295656"/>
                </a:lnTo>
                <a:lnTo>
                  <a:pt x="73164" y="295656"/>
                </a:lnTo>
                <a:lnTo>
                  <a:pt x="73164" y="326136"/>
                </a:lnTo>
                <a:lnTo>
                  <a:pt x="28968" y="326136"/>
                </a:lnTo>
                <a:lnTo>
                  <a:pt x="28968" y="329184"/>
                </a:lnTo>
                <a:lnTo>
                  <a:pt x="38112" y="333756"/>
                </a:lnTo>
                <a:lnTo>
                  <a:pt x="45732" y="338328"/>
                </a:lnTo>
                <a:lnTo>
                  <a:pt x="48780" y="339852"/>
                </a:lnTo>
                <a:lnTo>
                  <a:pt x="56400" y="344424"/>
                </a:lnTo>
                <a:lnTo>
                  <a:pt x="62496" y="350520"/>
                </a:lnTo>
                <a:lnTo>
                  <a:pt x="76212" y="368808"/>
                </a:lnTo>
                <a:lnTo>
                  <a:pt x="77736" y="373380"/>
                </a:lnTo>
                <a:lnTo>
                  <a:pt x="82308" y="373380"/>
                </a:lnTo>
                <a:lnTo>
                  <a:pt x="82308" y="350520"/>
                </a:lnTo>
                <a:lnTo>
                  <a:pt x="190512" y="350520"/>
                </a:lnTo>
                <a:lnTo>
                  <a:pt x="195084" y="347472"/>
                </a:lnTo>
                <a:lnTo>
                  <a:pt x="199656" y="345948"/>
                </a:lnTo>
                <a:lnTo>
                  <a:pt x="204228" y="342900"/>
                </a:lnTo>
                <a:lnTo>
                  <a:pt x="205752" y="338328"/>
                </a:lnTo>
                <a:lnTo>
                  <a:pt x="208800" y="333756"/>
                </a:lnTo>
                <a:lnTo>
                  <a:pt x="210324" y="330708"/>
                </a:lnTo>
                <a:lnTo>
                  <a:pt x="210324" y="3185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94" name="Google Shape;8494;p114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246376" y="7142988"/>
            <a:ext cx="271271" cy="7635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95" name="Google Shape;8495;p114"/>
          <p:cNvGrpSpPr/>
          <p:nvPr/>
        </p:nvGrpSpPr>
        <p:grpSpPr>
          <a:xfrm>
            <a:off x="2246376" y="6879335"/>
            <a:ext cx="210310" cy="181356"/>
            <a:chOff x="2246376" y="6879335"/>
            <a:chExt cx="210310" cy="181356"/>
          </a:xfrm>
        </p:grpSpPr>
        <p:pic>
          <p:nvPicPr>
            <p:cNvPr id="8496" name="Google Shape;8496;p114"/>
            <p:cNvPicPr preferRelativeResize="0"/>
            <p:nvPr/>
          </p:nvPicPr>
          <p:blipFill rotWithShape="1">
            <a:blip r:embed="rId14">
              <a:alphaModFix/>
            </a:blip>
            <a:srcRect b="0" l="0" r="0" t="0"/>
            <a:stretch/>
          </p:blipFill>
          <p:spPr>
            <a:xfrm>
              <a:off x="2246376" y="6993635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97" name="Google Shape;8497;p114"/>
            <p:cNvPicPr preferRelativeResize="0"/>
            <p:nvPr/>
          </p:nvPicPr>
          <p:blipFill rotWithShape="1">
            <a:blip r:embed="rId15">
              <a:alphaModFix/>
            </a:blip>
            <a:srcRect b="0" l="0" r="0" t="0"/>
            <a:stretch/>
          </p:blipFill>
          <p:spPr>
            <a:xfrm>
              <a:off x="2316479" y="6879335"/>
              <a:ext cx="140207" cy="9143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498" name="Google Shape;8498;p114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246375" y="5576316"/>
            <a:ext cx="271272" cy="1211579"/>
          </a:xfrm>
          <a:prstGeom prst="rect">
            <a:avLst/>
          </a:prstGeom>
          <a:noFill/>
          <a:ln>
            <a:noFill/>
          </a:ln>
        </p:spPr>
      </p:pic>
      <p:pic>
        <p:nvPicPr>
          <p:cNvPr id="8499" name="Google Shape;8499;p114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246376" y="5077968"/>
            <a:ext cx="210312" cy="4175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00" name="Google Shape;8500;p114"/>
          <p:cNvGrpSpPr/>
          <p:nvPr/>
        </p:nvGrpSpPr>
        <p:grpSpPr>
          <a:xfrm>
            <a:off x="2246376" y="4306823"/>
            <a:ext cx="210312" cy="697991"/>
            <a:chOff x="2246376" y="4306823"/>
            <a:chExt cx="210312" cy="697991"/>
          </a:xfrm>
        </p:grpSpPr>
        <p:pic>
          <p:nvPicPr>
            <p:cNvPr id="8501" name="Google Shape;8501;p114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275331" y="4799075"/>
              <a:ext cx="181356" cy="20573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02" name="Google Shape;8502;p114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275331" y="4466843"/>
              <a:ext cx="181356" cy="3063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03" name="Google Shape;8503;p114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246376" y="4306823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504" name="Google Shape;8504;p114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246376" y="3398520"/>
            <a:ext cx="271271" cy="83058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05" name="Google Shape;8505;p114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246375" y="2971800"/>
            <a:ext cx="210312" cy="355092"/>
          </a:xfrm>
          <a:prstGeom prst="rect">
            <a:avLst/>
          </a:prstGeom>
          <a:noFill/>
          <a:ln>
            <a:noFill/>
          </a:ln>
        </p:spPr>
      </p:pic>
      <p:pic>
        <p:nvPicPr>
          <p:cNvPr id="8506" name="Google Shape;8506;p114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601468" y="7158228"/>
            <a:ext cx="271272" cy="1537716"/>
          </a:xfrm>
          <a:prstGeom prst="rect">
            <a:avLst/>
          </a:prstGeom>
          <a:noFill/>
          <a:ln>
            <a:noFill/>
          </a:ln>
        </p:spPr>
      </p:pic>
      <p:pic>
        <p:nvPicPr>
          <p:cNvPr id="8507" name="Google Shape;8507;p114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3102864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08" name="Google Shape;8508;p114"/>
          <p:cNvGrpSpPr/>
          <p:nvPr/>
        </p:nvGrpSpPr>
        <p:grpSpPr>
          <a:xfrm>
            <a:off x="3029711" y="7991855"/>
            <a:ext cx="212345" cy="699516"/>
            <a:chOff x="3029711" y="7991855"/>
            <a:chExt cx="212345" cy="699516"/>
          </a:xfrm>
        </p:grpSpPr>
        <p:sp>
          <p:nvSpPr>
            <p:cNvPr id="8509" name="Google Shape;8509;p114"/>
            <p:cNvSpPr/>
            <p:nvPr/>
          </p:nvSpPr>
          <p:spPr>
            <a:xfrm>
              <a:off x="3038856" y="8417051"/>
              <a:ext cx="203200" cy="274320"/>
            </a:xfrm>
            <a:custGeom>
              <a:rect b="b" l="l" r="r" t="t"/>
              <a:pathLst>
                <a:path extrusionOk="0" h="274320" w="203200">
                  <a:moveTo>
                    <a:pt x="4572" y="274319"/>
                  </a:moveTo>
                  <a:lnTo>
                    <a:pt x="0" y="274319"/>
                  </a:lnTo>
                  <a:lnTo>
                    <a:pt x="0" y="201167"/>
                  </a:lnTo>
                  <a:lnTo>
                    <a:pt x="4572" y="201167"/>
                  </a:lnTo>
                  <a:lnTo>
                    <a:pt x="4572" y="213359"/>
                  </a:lnTo>
                  <a:lnTo>
                    <a:pt x="10668" y="219455"/>
                  </a:lnTo>
                  <a:lnTo>
                    <a:pt x="13716" y="220980"/>
                  </a:lnTo>
                  <a:lnTo>
                    <a:pt x="16764" y="220980"/>
                  </a:lnTo>
                  <a:lnTo>
                    <a:pt x="20145" y="220432"/>
                  </a:lnTo>
                  <a:lnTo>
                    <a:pt x="25526" y="218884"/>
                  </a:lnTo>
                  <a:lnTo>
                    <a:pt x="32623" y="216479"/>
                  </a:lnTo>
                  <a:lnTo>
                    <a:pt x="41148" y="213359"/>
                  </a:lnTo>
                  <a:lnTo>
                    <a:pt x="152400" y="175259"/>
                  </a:lnTo>
                  <a:lnTo>
                    <a:pt x="59436" y="143255"/>
                  </a:lnTo>
                  <a:lnTo>
                    <a:pt x="27432" y="153923"/>
                  </a:lnTo>
                  <a:lnTo>
                    <a:pt x="18288" y="158495"/>
                  </a:lnTo>
                  <a:lnTo>
                    <a:pt x="13716" y="161543"/>
                  </a:lnTo>
                  <a:lnTo>
                    <a:pt x="9144" y="166115"/>
                  </a:lnTo>
                  <a:lnTo>
                    <a:pt x="7620" y="169163"/>
                  </a:lnTo>
                  <a:lnTo>
                    <a:pt x="6096" y="170687"/>
                  </a:lnTo>
                  <a:lnTo>
                    <a:pt x="4572" y="173735"/>
                  </a:lnTo>
                  <a:lnTo>
                    <a:pt x="4572" y="181355"/>
                  </a:lnTo>
                  <a:lnTo>
                    <a:pt x="0" y="181355"/>
                  </a:lnTo>
                  <a:lnTo>
                    <a:pt x="0" y="105155"/>
                  </a:lnTo>
                  <a:lnTo>
                    <a:pt x="4572" y="105155"/>
                  </a:lnTo>
                  <a:lnTo>
                    <a:pt x="4572" y="120395"/>
                  </a:lnTo>
                  <a:lnTo>
                    <a:pt x="7620" y="121919"/>
                  </a:lnTo>
                  <a:lnTo>
                    <a:pt x="10668" y="124967"/>
                  </a:lnTo>
                  <a:lnTo>
                    <a:pt x="13716" y="126491"/>
                  </a:lnTo>
                  <a:lnTo>
                    <a:pt x="16764" y="126491"/>
                  </a:lnTo>
                  <a:lnTo>
                    <a:pt x="21907" y="125968"/>
                  </a:lnTo>
                  <a:lnTo>
                    <a:pt x="28193" y="124586"/>
                  </a:lnTo>
                  <a:lnTo>
                    <a:pt x="44195" y="120395"/>
                  </a:lnTo>
                  <a:lnTo>
                    <a:pt x="152400" y="82295"/>
                  </a:lnTo>
                  <a:lnTo>
                    <a:pt x="42672" y="42671"/>
                  </a:lnTo>
                  <a:lnTo>
                    <a:pt x="34123" y="39790"/>
                  </a:lnTo>
                  <a:lnTo>
                    <a:pt x="26860" y="37909"/>
                  </a:lnTo>
                  <a:lnTo>
                    <a:pt x="21026" y="36885"/>
                  </a:lnTo>
                  <a:lnTo>
                    <a:pt x="16764" y="36575"/>
                  </a:lnTo>
                  <a:lnTo>
                    <a:pt x="13716" y="36575"/>
                  </a:lnTo>
                  <a:lnTo>
                    <a:pt x="12192" y="38099"/>
                  </a:lnTo>
                  <a:lnTo>
                    <a:pt x="10668" y="38099"/>
                  </a:lnTo>
                  <a:lnTo>
                    <a:pt x="7620" y="39623"/>
                  </a:lnTo>
                  <a:lnTo>
                    <a:pt x="6096" y="42671"/>
                  </a:lnTo>
                  <a:lnTo>
                    <a:pt x="6096" y="44195"/>
                  </a:lnTo>
                  <a:lnTo>
                    <a:pt x="4572" y="47243"/>
                  </a:lnTo>
                  <a:lnTo>
                    <a:pt x="4572" y="57911"/>
                  </a:lnTo>
                  <a:lnTo>
                    <a:pt x="0" y="57911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9143"/>
                  </a:lnTo>
                  <a:lnTo>
                    <a:pt x="6096" y="12191"/>
                  </a:lnTo>
                  <a:lnTo>
                    <a:pt x="41148" y="30479"/>
                  </a:lnTo>
                  <a:lnTo>
                    <a:pt x="202692" y="88391"/>
                  </a:lnTo>
                  <a:lnTo>
                    <a:pt x="202692" y="92963"/>
                  </a:lnTo>
                  <a:lnTo>
                    <a:pt x="77724" y="137159"/>
                  </a:lnTo>
                  <a:lnTo>
                    <a:pt x="202692" y="178307"/>
                  </a:lnTo>
                  <a:lnTo>
                    <a:pt x="202692" y="185927"/>
                  </a:lnTo>
                  <a:lnTo>
                    <a:pt x="38100" y="243839"/>
                  </a:lnTo>
                  <a:lnTo>
                    <a:pt x="25908" y="248411"/>
                  </a:lnTo>
                  <a:lnTo>
                    <a:pt x="18288" y="251459"/>
                  </a:lnTo>
                  <a:lnTo>
                    <a:pt x="15240" y="251459"/>
                  </a:lnTo>
                  <a:lnTo>
                    <a:pt x="6096" y="260604"/>
                  </a:lnTo>
                  <a:lnTo>
                    <a:pt x="4572" y="263651"/>
                  </a:lnTo>
                  <a:lnTo>
                    <a:pt x="4572" y="2743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510" name="Google Shape;8510;p114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3029711" y="7991855"/>
              <a:ext cx="210312" cy="42824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511" name="Google Shape;8511;p114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3029711" y="6374891"/>
            <a:ext cx="271272" cy="1542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8512" name="Google Shape;8512;p114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3099816" y="5940552"/>
            <a:ext cx="140208" cy="344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513" name="Google Shape;8513;p114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3058667" y="5480303"/>
            <a:ext cx="181356" cy="379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8514" name="Google Shape;8514;p114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3058667" y="4904232"/>
            <a:ext cx="225552" cy="504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515" name="Google Shape;8515;p114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3029711" y="4460747"/>
            <a:ext cx="210312" cy="355091"/>
          </a:xfrm>
          <a:prstGeom prst="rect">
            <a:avLst/>
          </a:prstGeom>
          <a:noFill/>
          <a:ln>
            <a:noFill/>
          </a:ln>
        </p:spPr>
      </p:pic>
      <p:pic>
        <p:nvPicPr>
          <p:cNvPr id="8516" name="Google Shape;8516;p114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3029711" y="3605783"/>
            <a:ext cx="271272" cy="7665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517" name="Google Shape;8517;p114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029711" y="3145535"/>
            <a:ext cx="210312" cy="3855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518" name="Google Shape;8518;p114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058667" y="2842260"/>
            <a:ext cx="181356" cy="2209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19" name="Google Shape;8519;p114"/>
          <p:cNvGrpSpPr/>
          <p:nvPr/>
        </p:nvGrpSpPr>
        <p:grpSpPr>
          <a:xfrm>
            <a:off x="3029711" y="2485643"/>
            <a:ext cx="210313" cy="272797"/>
            <a:chOff x="3029711" y="2485643"/>
            <a:chExt cx="210313" cy="272797"/>
          </a:xfrm>
        </p:grpSpPr>
        <p:pic>
          <p:nvPicPr>
            <p:cNvPr id="8520" name="Google Shape;8520;p114"/>
            <p:cNvPicPr preferRelativeResize="0"/>
            <p:nvPr/>
          </p:nvPicPr>
          <p:blipFill rotWithShape="1">
            <a:blip r:embed="rId34">
              <a:alphaModFix/>
            </a:blip>
            <a:srcRect b="0" l="0" r="0" t="0"/>
            <a:stretch/>
          </p:blipFill>
          <p:spPr>
            <a:xfrm>
              <a:off x="3029711" y="2619756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21" name="Google Shape;8521;p114"/>
            <p:cNvPicPr preferRelativeResize="0"/>
            <p:nvPr/>
          </p:nvPicPr>
          <p:blipFill rotWithShape="1">
            <a:blip r:embed="rId35">
              <a:alphaModFix/>
            </a:blip>
            <a:srcRect b="0" l="0" r="0" t="0"/>
            <a:stretch/>
          </p:blipFill>
          <p:spPr>
            <a:xfrm>
              <a:off x="3099816" y="2485643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522" name="Google Shape;8522;p114"/>
          <p:cNvPicPr preferRelativeResize="0"/>
          <p:nvPr/>
        </p:nvPicPr>
        <p:blipFill rotWithShape="1">
          <a:blip r:embed="rId36">
            <a:alphaModFix/>
          </a:blip>
          <a:srcRect b="0" l="0" r="0" t="0"/>
          <a:stretch/>
        </p:blipFill>
        <p:spPr>
          <a:xfrm>
            <a:off x="3384803" y="7560564"/>
            <a:ext cx="271271" cy="11277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23" name="Google Shape;8523;p114"/>
          <p:cNvPicPr preferRelativeResize="0"/>
          <p:nvPr/>
        </p:nvPicPr>
        <p:blipFill rotWithShape="1">
          <a:blip r:embed="rId37">
            <a:alphaModFix/>
          </a:blip>
          <a:srcRect b="0" l="0" r="0" t="0"/>
          <a:stretch/>
        </p:blipFill>
        <p:spPr>
          <a:xfrm>
            <a:off x="3884676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524" name="Google Shape;8524;p114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811523" y="6847332"/>
            <a:ext cx="271272" cy="18425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25" name="Google Shape;8525;p114"/>
          <p:cNvGrpSpPr/>
          <p:nvPr/>
        </p:nvGrpSpPr>
        <p:grpSpPr>
          <a:xfrm>
            <a:off x="3811524" y="6582156"/>
            <a:ext cx="210312" cy="182880"/>
            <a:chOff x="3811524" y="6582156"/>
            <a:chExt cx="210312" cy="182880"/>
          </a:xfrm>
        </p:grpSpPr>
        <p:pic>
          <p:nvPicPr>
            <p:cNvPr id="8526" name="Google Shape;8526;p114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3881628" y="6582156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27" name="Google Shape;8527;p114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811524" y="6697980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528" name="Google Shape;8528;p114"/>
          <p:cNvPicPr preferRelativeResize="0"/>
          <p:nvPr/>
        </p:nvPicPr>
        <p:blipFill rotWithShape="1">
          <a:blip r:embed="rId41">
            <a:alphaModFix/>
          </a:blip>
          <a:srcRect b="0" l="0" r="0" t="0"/>
          <a:stretch/>
        </p:blipFill>
        <p:spPr>
          <a:xfrm>
            <a:off x="3840479" y="6123432"/>
            <a:ext cx="181356" cy="379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8529" name="Google Shape;8529;p114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811523" y="5084064"/>
            <a:ext cx="271272" cy="966215"/>
          </a:xfrm>
          <a:prstGeom prst="rect">
            <a:avLst/>
          </a:prstGeom>
          <a:noFill/>
          <a:ln>
            <a:noFill/>
          </a:ln>
        </p:spPr>
      </p:pic>
      <p:pic>
        <p:nvPicPr>
          <p:cNvPr id="8530" name="Google Shape;8530;p114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881627" y="4754879"/>
            <a:ext cx="140208" cy="2362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31" name="Google Shape;8531;p114"/>
          <p:cNvGrpSpPr/>
          <p:nvPr/>
        </p:nvGrpSpPr>
        <p:grpSpPr>
          <a:xfrm>
            <a:off x="3840479" y="4311396"/>
            <a:ext cx="181356" cy="370332"/>
            <a:chOff x="3840479" y="4311396"/>
            <a:chExt cx="181356" cy="370332"/>
          </a:xfrm>
        </p:grpSpPr>
        <p:pic>
          <p:nvPicPr>
            <p:cNvPr id="8532" name="Google Shape;8532;p114"/>
            <p:cNvPicPr preferRelativeResize="0"/>
            <p:nvPr/>
          </p:nvPicPr>
          <p:blipFill rotWithShape="1">
            <a:blip r:embed="rId44">
              <a:alphaModFix/>
            </a:blip>
            <a:srcRect b="0" l="0" r="0" t="0"/>
            <a:stretch/>
          </p:blipFill>
          <p:spPr>
            <a:xfrm>
              <a:off x="3840479" y="4460748"/>
              <a:ext cx="181356" cy="22098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33" name="Google Shape;8533;p114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881627" y="4311396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534" name="Google Shape;8534;p114"/>
          <p:cNvGrpSpPr/>
          <p:nvPr/>
        </p:nvGrpSpPr>
        <p:grpSpPr>
          <a:xfrm>
            <a:off x="3811523" y="3461004"/>
            <a:ext cx="271272" cy="757427"/>
            <a:chOff x="3811523" y="3461004"/>
            <a:chExt cx="271272" cy="757427"/>
          </a:xfrm>
        </p:grpSpPr>
        <p:pic>
          <p:nvPicPr>
            <p:cNvPr id="8535" name="Google Shape;8535;p114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881627" y="3959352"/>
              <a:ext cx="140208" cy="2590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36" name="Google Shape;8536;p114"/>
            <p:cNvPicPr preferRelativeResize="0"/>
            <p:nvPr/>
          </p:nvPicPr>
          <p:blipFill rotWithShape="1">
            <a:blip r:embed="rId47">
              <a:alphaModFix/>
            </a:blip>
            <a:srcRect b="0" l="0" r="0" t="0"/>
            <a:stretch/>
          </p:blipFill>
          <p:spPr>
            <a:xfrm>
              <a:off x="3811523" y="3461004"/>
              <a:ext cx="271272" cy="47396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537" name="Google Shape;8537;p114"/>
          <p:cNvSpPr/>
          <p:nvPr/>
        </p:nvSpPr>
        <p:spPr>
          <a:xfrm>
            <a:off x="3811524" y="2862072"/>
            <a:ext cx="210820" cy="512445"/>
          </a:xfrm>
          <a:custGeom>
            <a:rect b="b" l="l" r="r" t="t"/>
            <a:pathLst>
              <a:path extrusionOk="0" h="512445" w="210820">
                <a:moveTo>
                  <a:pt x="207251" y="0"/>
                </a:moveTo>
                <a:lnTo>
                  <a:pt x="202679" y="0"/>
                </a:lnTo>
                <a:lnTo>
                  <a:pt x="202679" y="10668"/>
                </a:lnTo>
                <a:lnTo>
                  <a:pt x="201155" y="12192"/>
                </a:lnTo>
                <a:lnTo>
                  <a:pt x="199631" y="15240"/>
                </a:lnTo>
                <a:lnTo>
                  <a:pt x="198107" y="16764"/>
                </a:lnTo>
                <a:lnTo>
                  <a:pt x="192011" y="19812"/>
                </a:lnTo>
                <a:lnTo>
                  <a:pt x="120383" y="19812"/>
                </a:lnTo>
                <a:lnTo>
                  <a:pt x="111810" y="20078"/>
                </a:lnTo>
                <a:lnTo>
                  <a:pt x="76187" y="35052"/>
                </a:lnTo>
                <a:lnTo>
                  <a:pt x="71615" y="41148"/>
                </a:lnTo>
                <a:lnTo>
                  <a:pt x="70091" y="47244"/>
                </a:lnTo>
                <a:lnTo>
                  <a:pt x="70091" y="54864"/>
                </a:lnTo>
                <a:lnTo>
                  <a:pt x="71831" y="66294"/>
                </a:lnTo>
                <a:lnTo>
                  <a:pt x="77139" y="77724"/>
                </a:lnTo>
                <a:lnTo>
                  <a:pt x="86169" y="89154"/>
                </a:lnTo>
                <a:lnTo>
                  <a:pt x="99047" y="100584"/>
                </a:lnTo>
                <a:lnTo>
                  <a:pt x="70091" y="100584"/>
                </a:lnTo>
                <a:lnTo>
                  <a:pt x="70091" y="106680"/>
                </a:lnTo>
                <a:lnTo>
                  <a:pt x="86855" y="147828"/>
                </a:lnTo>
                <a:lnTo>
                  <a:pt x="91427" y="144780"/>
                </a:lnTo>
                <a:lnTo>
                  <a:pt x="89903" y="141732"/>
                </a:lnTo>
                <a:lnTo>
                  <a:pt x="89903" y="131064"/>
                </a:lnTo>
                <a:lnTo>
                  <a:pt x="94475" y="126492"/>
                </a:lnTo>
                <a:lnTo>
                  <a:pt x="97523" y="126492"/>
                </a:lnTo>
                <a:lnTo>
                  <a:pt x="101841" y="125615"/>
                </a:lnTo>
                <a:lnTo>
                  <a:pt x="108000" y="125158"/>
                </a:lnTo>
                <a:lnTo>
                  <a:pt x="126479" y="124968"/>
                </a:lnTo>
                <a:lnTo>
                  <a:pt x="187439" y="124968"/>
                </a:lnTo>
                <a:lnTo>
                  <a:pt x="193535" y="126492"/>
                </a:lnTo>
                <a:lnTo>
                  <a:pt x="198107" y="128016"/>
                </a:lnTo>
                <a:lnTo>
                  <a:pt x="201155" y="131064"/>
                </a:lnTo>
                <a:lnTo>
                  <a:pt x="202679" y="135636"/>
                </a:lnTo>
                <a:lnTo>
                  <a:pt x="202679" y="144780"/>
                </a:lnTo>
                <a:lnTo>
                  <a:pt x="207251" y="144780"/>
                </a:lnTo>
                <a:lnTo>
                  <a:pt x="207251" y="80772"/>
                </a:lnTo>
                <a:lnTo>
                  <a:pt x="202679" y="80772"/>
                </a:lnTo>
                <a:lnTo>
                  <a:pt x="202679" y="91440"/>
                </a:lnTo>
                <a:lnTo>
                  <a:pt x="201155" y="94488"/>
                </a:lnTo>
                <a:lnTo>
                  <a:pt x="199631" y="96012"/>
                </a:lnTo>
                <a:lnTo>
                  <a:pt x="196583" y="97536"/>
                </a:lnTo>
                <a:lnTo>
                  <a:pt x="195059" y="99060"/>
                </a:lnTo>
                <a:lnTo>
                  <a:pt x="192011" y="100584"/>
                </a:lnTo>
                <a:lnTo>
                  <a:pt x="106667" y="100584"/>
                </a:lnTo>
                <a:lnTo>
                  <a:pt x="98666" y="91681"/>
                </a:lnTo>
                <a:lnTo>
                  <a:pt x="92951" y="83058"/>
                </a:lnTo>
                <a:lnTo>
                  <a:pt x="89522" y="74447"/>
                </a:lnTo>
                <a:lnTo>
                  <a:pt x="88379" y="65532"/>
                </a:lnTo>
                <a:lnTo>
                  <a:pt x="88379" y="57912"/>
                </a:lnTo>
                <a:lnTo>
                  <a:pt x="123431" y="44196"/>
                </a:lnTo>
                <a:lnTo>
                  <a:pt x="190487" y="44196"/>
                </a:lnTo>
                <a:lnTo>
                  <a:pt x="202679" y="56388"/>
                </a:lnTo>
                <a:lnTo>
                  <a:pt x="202679" y="64008"/>
                </a:lnTo>
                <a:lnTo>
                  <a:pt x="207251" y="64008"/>
                </a:lnTo>
                <a:lnTo>
                  <a:pt x="207251" y="0"/>
                </a:lnTo>
                <a:close/>
              </a:path>
              <a:path extrusionOk="0" h="512445" w="210820">
                <a:moveTo>
                  <a:pt x="207264" y="281940"/>
                </a:moveTo>
                <a:lnTo>
                  <a:pt x="202692" y="281940"/>
                </a:lnTo>
                <a:lnTo>
                  <a:pt x="202692" y="292608"/>
                </a:lnTo>
                <a:lnTo>
                  <a:pt x="201168" y="294132"/>
                </a:lnTo>
                <a:lnTo>
                  <a:pt x="199644" y="297180"/>
                </a:lnTo>
                <a:lnTo>
                  <a:pt x="198120" y="298704"/>
                </a:lnTo>
                <a:lnTo>
                  <a:pt x="195072" y="298704"/>
                </a:lnTo>
                <a:lnTo>
                  <a:pt x="192024" y="300228"/>
                </a:lnTo>
                <a:lnTo>
                  <a:pt x="185928" y="301752"/>
                </a:lnTo>
                <a:lnTo>
                  <a:pt x="118719" y="301802"/>
                </a:lnTo>
                <a:lnTo>
                  <a:pt x="109347" y="302133"/>
                </a:lnTo>
                <a:lnTo>
                  <a:pt x="101676" y="303047"/>
                </a:lnTo>
                <a:lnTo>
                  <a:pt x="96012" y="304800"/>
                </a:lnTo>
                <a:lnTo>
                  <a:pt x="86868" y="306324"/>
                </a:lnTo>
                <a:lnTo>
                  <a:pt x="80772" y="310896"/>
                </a:lnTo>
                <a:lnTo>
                  <a:pt x="76200" y="316992"/>
                </a:lnTo>
                <a:lnTo>
                  <a:pt x="73152" y="321564"/>
                </a:lnTo>
                <a:lnTo>
                  <a:pt x="70104" y="329184"/>
                </a:lnTo>
                <a:lnTo>
                  <a:pt x="70104" y="342900"/>
                </a:lnTo>
                <a:lnTo>
                  <a:pt x="99060" y="382524"/>
                </a:lnTo>
                <a:lnTo>
                  <a:pt x="0" y="382524"/>
                </a:lnTo>
                <a:lnTo>
                  <a:pt x="0" y="388620"/>
                </a:lnTo>
                <a:lnTo>
                  <a:pt x="16764" y="429768"/>
                </a:lnTo>
                <a:lnTo>
                  <a:pt x="21336" y="426720"/>
                </a:lnTo>
                <a:lnTo>
                  <a:pt x="19812" y="422148"/>
                </a:lnTo>
                <a:lnTo>
                  <a:pt x="19812" y="413004"/>
                </a:lnTo>
                <a:lnTo>
                  <a:pt x="24384" y="408432"/>
                </a:lnTo>
                <a:lnTo>
                  <a:pt x="28956" y="408432"/>
                </a:lnTo>
                <a:lnTo>
                  <a:pt x="32385" y="407555"/>
                </a:lnTo>
                <a:lnTo>
                  <a:pt x="38100" y="407098"/>
                </a:lnTo>
                <a:lnTo>
                  <a:pt x="56388" y="406908"/>
                </a:lnTo>
                <a:lnTo>
                  <a:pt x="192024" y="406908"/>
                </a:lnTo>
                <a:lnTo>
                  <a:pt x="193548" y="408432"/>
                </a:lnTo>
                <a:lnTo>
                  <a:pt x="199644" y="411480"/>
                </a:lnTo>
                <a:lnTo>
                  <a:pt x="199644" y="413004"/>
                </a:lnTo>
                <a:lnTo>
                  <a:pt x="202692" y="416052"/>
                </a:lnTo>
                <a:lnTo>
                  <a:pt x="202692" y="426720"/>
                </a:lnTo>
                <a:lnTo>
                  <a:pt x="207264" y="426720"/>
                </a:lnTo>
                <a:lnTo>
                  <a:pt x="207264" y="362712"/>
                </a:lnTo>
                <a:lnTo>
                  <a:pt x="202692" y="362712"/>
                </a:lnTo>
                <a:lnTo>
                  <a:pt x="202692" y="373380"/>
                </a:lnTo>
                <a:lnTo>
                  <a:pt x="201168" y="374904"/>
                </a:lnTo>
                <a:lnTo>
                  <a:pt x="199644" y="377952"/>
                </a:lnTo>
                <a:lnTo>
                  <a:pt x="196596" y="379476"/>
                </a:lnTo>
                <a:lnTo>
                  <a:pt x="195072" y="381000"/>
                </a:lnTo>
                <a:lnTo>
                  <a:pt x="192024" y="381000"/>
                </a:lnTo>
                <a:lnTo>
                  <a:pt x="185928" y="382524"/>
                </a:lnTo>
                <a:lnTo>
                  <a:pt x="108204" y="382524"/>
                </a:lnTo>
                <a:lnTo>
                  <a:pt x="94488" y="368808"/>
                </a:lnTo>
                <a:lnTo>
                  <a:pt x="92964" y="362712"/>
                </a:lnTo>
                <a:lnTo>
                  <a:pt x="89916" y="358140"/>
                </a:lnTo>
                <a:lnTo>
                  <a:pt x="88392" y="352044"/>
                </a:lnTo>
                <a:lnTo>
                  <a:pt x="88392" y="342900"/>
                </a:lnTo>
                <a:lnTo>
                  <a:pt x="131064" y="326136"/>
                </a:lnTo>
                <a:lnTo>
                  <a:pt x="190500" y="326136"/>
                </a:lnTo>
                <a:lnTo>
                  <a:pt x="195072" y="327660"/>
                </a:lnTo>
                <a:lnTo>
                  <a:pt x="198120" y="329184"/>
                </a:lnTo>
                <a:lnTo>
                  <a:pt x="199644" y="330708"/>
                </a:lnTo>
                <a:lnTo>
                  <a:pt x="202692" y="336804"/>
                </a:lnTo>
                <a:lnTo>
                  <a:pt x="202692" y="345948"/>
                </a:lnTo>
                <a:lnTo>
                  <a:pt x="207264" y="345948"/>
                </a:lnTo>
                <a:lnTo>
                  <a:pt x="207264" y="281940"/>
                </a:lnTo>
                <a:close/>
              </a:path>
              <a:path extrusionOk="0" h="512445" w="210820">
                <a:moveTo>
                  <a:pt x="210299" y="211836"/>
                </a:moveTo>
                <a:lnTo>
                  <a:pt x="195059" y="175260"/>
                </a:lnTo>
                <a:lnTo>
                  <a:pt x="158483" y="158496"/>
                </a:lnTo>
                <a:lnTo>
                  <a:pt x="155435" y="161544"/>
                </a:lnTo>
                <a:lnTo>
                  <a:pt x="163753" y="164363"/>
                </a:lnTo>
                <a:lnTo>
                  <a:pt x="170484" y="168021"/>
                </a:lnTo>
                <a:lnTo>
                  <a:pt x="175742" y="172212"/>
                </a:lnTo>
                <a:lnTo>
                  <a:pt x="179819" y="176784"/>
                </a:lnTo>
                <a:lnTo>
                  <a:pt x="184391" y="184404"/>
                </a:lnTo>
                <a:lnTo>
                  <a:pt x="185915" y="192024"/>
                </a:lnTo>
                <a:lnTo>
                  <a:pt x="185915" y="199644"/>
                </a:lnTo>
                <a:lnTo>
                  <a:pt x="169151" y="234696"/>
                </a:lnTo>
                <a:lnTo>
                  <a:pt x="123431" y="249936"/>
                </a:lnTo>
                <a:lnTo>
                  <a:pt x="123431" y="188976"/>
                </a:lnTo>
                <a:lnTo>
                  <a:pt x="123431" y="158496"/>
                </a:lnTo>
                <a:lnTo>
                  <a:pt x="114287" y="159219"/>
                </a:lnTo>
                <a:lnTo>
                  <a:pt x="114287" y="188976"/>
                </a:lnTo>
                <a:lnTo>
                  <a:pt x="114287" y="249936"/>
                </a:lnTo>
                <a:lnTo>
                  <a:pt x="79235" y="225552"/>
                </a:lnTo>
                <a:lnTo>
                  <a:pt x="79235" y="211836"/>
                </a:lnTo>
                <a:lnTo>
                  <a:pt x="80759" y="207264"/>
                </a:lnTo>
                <a:lnTo>
                  <a:pt x="83807" y="202692"/>
                </a:lnTo>
                <a:lnTo>
                  <a:pt x="86855" y="196596"/>
                </a:lnTo>
                <a:lnTo>
                  <a:pt x="95999" y="190500"/>
                </a:lnTo>
                <a:lnTo>
                  <a:pt x="100571" y="188976"/>
                </a:lnTo>
                <a:lnTo>
                  <a:pt x="114287" y="188976"/>
                </a:lnTo>
                <a:lnTo>
                  <a:pt x="114287" y="159219"/>
                </a:lnTo>
                <a:lnTo>
                  <a:pt x="78460" y="179641"/>
                </a:lnTo>
                <a:lnTo>
                  <a:pt x="70167" y="209626"/>
                </a:lnTo>
                <a:lnTo>
                  <a:pt x="71259" y="221703"/>
                </a:lnTo>
                <a:lnTo>
                  <a:pt x="99936" y="260985"/>
                </a:lnTo>
                <a:lnTo>
                  <a:pt x="141719" y="271272"/>
                </a:lnTo>
                <a:lnTo>
                  <a:pt x="156870" y="270129"/>
                </a:lnTo>
                <a:lnTo>
                  <a:pt x="170294" y="266700"/>
                </a:lnTo>
                <a:lnTo>
                  <a:pt x="182016" y="260985"/>
                </a:lnTo>
                <a:lnTo>
                  <a:pt x="192011" y="252984"/>
                </a:lnTo>
                <a:lnTo>
                  <a:pt x="194856" y="249936"/>
                </a:lnTo>
                <a:lnTo>
                  <a:pt x="200012" y="244411"/>
                </a:lnTo>
                <a:lnTo>
                  <a:pt x="205727" y="234696"/>
                </a:lnTo>
                <a:lnTo>
                  <a:pt x="209156" y="223837"/>
                </a:lnTo>
                <a:lnTo>
                  <a:pt x="210299" y="211836"/>
                </a:lnTo>
                <a:close/>
              </a:path>
              <a:path extrusionOk="0" h="512445" w="210820">
                <a:moveTo>
                  <a:pt x="210312" y="457200"/>
                </a:moveTo>
                <a:lnTo>
                  <a:pt x="208788" y="451104"/>
                </a:lnTo>
                <a:lnTo>
                  <a:pt x="202692" y="445008"/>
                </a:lnTo>
                <a:lnTo>
                  <a:pt x="198704" y="440486"/>
                </a:lnTo>
                <a:lnTo>
                  <a:pt x="193738" y="436245"/>
                </a:lnTo>
                <a:lnTo>
                  <a:pt x="187896" y="432587"/>
                </a:lnTo>
                <a:lnTo>
                  <a:pt x="181356" y="429768"/>
                </a:lnTo>
                <a:lnTo>
                  <a:pt x="181356" y="435864"/>
                </a:lnTo>
                <a:lnTo>
                  <a:pt x="184404" y="437388"/>
                </a:lnTo>
                <a:lnTo>
                  <a:pt x="187452" y="440436"/>
                </a:lnTo>
                <a:lnTo>
                  <a:pt x="188976" y="443484"/>
                </a:lnTo>
                <a:lnTo>
                  <a:pt x="192024" y="446532"/>
                </a:lnTo>
                <a:lnTo>
                  <a:pt x="192024" y="455676"/>
                </a:lnTo>
                <a:lnTo>
                  <a:pt x="190500" y="458724"/>
                </a:lnTo>
                <a:lnTo>
                  <a:pt x="187452" y="461772"/>
                </a:lnTo>
                <a:lnTo>
                  <a:pt x="184404" y="463296"/>
                </a:lnTo>
                <a:lnTo>
                  <a:pt x="178308" y="464820"/>
                </a:lnTo>
                <a:lnTo>
                  <a:pt x="82296" y="464820"/>
                </a:lnTo>
                <a:lnTo>
                  <a:pt x="82296" y="434340"/>
                </a:lnTo>
                <a:lnTo>
                  <a:pt x="73152" y="434340"/>
                </a:lnTo>
                <a:lnTo>
                  <a:pt x="73152" y="464820"/>
                </a:lnTo>
                <a:lnTo>
                  <a:pt x="28956" y="464820"/>
                </a:lnTo>
                <a:lnTo>
                  <a:pt x="28956" y="467868"/>
                </a:lnTo>
                <a:lnTo>
                  <a:pt x="62484" y="489204"/>
                </a:lnTo>
                <a:lnTo>
                  <a:pt x="67056" y="495300"/>
                </a:lnTo>
                <a:lnTo>
                  <a:pt x="73152" y="501396"/>
                </a:lnTo>
                <a:lnTo>
                  <a:pt x="76200" y="505968"/>
                </a:lnTo>
                <a:lnTo>
                  <a:pt x="77724" y="512064"/>
                </a:lnTo>
                <a:lnTo>
                  <a:pt x="82296" y="512064"/>
                </a:lnTo>
                <a:lnTo>
                  <a:pt x="82296" y="489204"/>
                </a:lnTo>
                <a:lnTo>
                  <a:pt x="190500" y="489204"/>
                </a:lnTo>
                <a:lnTo>
                  <a:pt x="196596" y="486156"/>
                </a:lnTo>
                <a:lnTo>
                  <a:pt x="201168" y="484632"/>
                </a:lnTo>
                <a:lnTo>
                  <a:pt x="204216" y="481584"/>
                </a:lnTo>
                <a:lnTo>
                  <a:pt x="207264" y="477012"/>
                </a:lnTo>
                <a:lnTo>
                  <a:pt x="210312" y="467868"/>
                </a:lnTo>
                <a:lnTo>
                  <a:pt x="210312" y="4572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38" name="Google Shape;8538;p114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3881773" y="2659379"/>
            <a:ext cx="140062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539" name="Google Shape;8539;p114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4168139" y="7738871"/>
            <a:ext cx="210312" cy="9570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540" name="Google Shape;8540;p114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4168139" y="5809488"/>
            <a:ext cx="271272" cy="1847087"/>
          </a:xfrm>
          <a:prstGeom prst="rect">
            <a:avLst/>
          </a:prstGeom>
          <a:noFill/>
          <a:ln>
            <a:noFill/>
          </a:ln>
        </p:spPr>
      </p:pic>
      <p:pic>
        <p:nvPicPr>
          <p:cNvPr id="8541" name="Google Shape;8541;p114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4168139" y="5297423"/>
            <a:ext cx="210312" cy="420623"/>
          </a:xfrm>
          <a:prstGeom prst="rect">
            <a:avLst/>
          </a:prstGeom>
          <a:noFill/>
          <a:ln>
            <a:noFill/>
          </a:ln>
        </p:spPr>
      </p:pic>
      <p:pic>
        <p:nvPicPr>
          <p:cNvPr id="8542" name="Google Shape;8542;p114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4168139" y="4951476"/>
            <a:ext cx="210312" cy="2651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43" name="Google Shape;8543;p114"/>
          <p:cNvGrpSpPr/>
          <p:nvPr/>
        </p:nvGrpSpPr>
        <p:grpSpPr>
          <a:xfrm>
            <a:off x="4168139" y="4066032"/>
            <a:ext cx="271272" cy="798575"/>
            <a:chOff x="4168139" y="4066032"/>
            <a:chExt cx="271272" cy="798575"/>
          </a:xfrm>
        </p:grpSpPr>
        <p:pic>
          <p:nvPicPr>
            <p:cNvPr id="8544" name="Google Shape;8544;p114"/>
            <p:cNvPicPr preferRelativeResize="0"/>
            <p:nvPr/>
          </p:nvPicPr>
          <p:blipFill rotWithShape="1">
            <a:blip r:embed="rId53">
              <a:alphaModFix/>
            </a:blip>
            <a:srcRect b="0" l="0" r="0" t="0"/>
            <a:stretch/>
          </p:blipFill>
          <p:spPr>
            <a:xfrm>
              <a:off x="4168139" y="4421123"/>
              <a:ext cx="271272" cy="4434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45" name="Google Shape;8545;p114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4197096" y="4066032"/>
              <a:ext cx="181356" cy="33528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546" name="Google Shape;8546;p114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4168139" y="3044951"/>
            <a:ext cx="271272" cy="938783"/>
          </a:xfrm>
          <a:prstGeom prst="rect">
            <a:avLst/>
          </a:prstGeom>
          <a:noFill/>
          <a:ln>
            <a:noFill/>
          </a:ln>
        </p:spPr>
      </p:pic>
      <p:sp>
        <p:nvSpPr>
          <p:cNvPr id="8547" name="Google Shape;8547;p114"/>
          <p:cNvSpPr/>
          <p:nvPr/>
        </p:nvSpPr>
        <p:spPr>
          <a:xfrm>
            <a:off x="4197096" y="2391156"/>
            <a:ext cx="181610" cy="574675"/>
          </a:xfrm>
          <a:custGeom>
            <a:rect b="b" l="l" r="r" t="t"/>
            <a:pathLst>
              <a:path extrusionOk="0" h="574675" w="181610">
                <a:moveTo>
                  <a:pt x="178295" y="348996"/>
                </a:moveTo>
                <a:lnTo>
                  <a:pt x="173723" y="348996"/>
                </a:lnTo>
                <a:lnTo>
                  <a:pt x="173723" y="355092"/>
                </a:lnTo>
                <a:lnTo>
                  <a:pt x="169151" y="364236"/>
                </a:lnTo>
                <a:lnTo>
                  <a:pt x="167627" y="365760"/>
                </a:lnTo>
                <a:lnTo>
                  <a:pt x="164579" y="367284"/>
                </a:lnTo>
                <a:lnTo>
                  <a:pt x="161531" y="367284"/>
                </a:lnTo>
                <a:lnTo>
                  <a:pt x="155435" y="368808"/>
                </a:lnTo>
                <a:lnTo>
                  <a:pt x="81356" y="368858"/>
                </a:lnTo>
                <a:lnTo>
                  <a:pt x="74091" y="369189"/>
                </a:lnTo>
                <a:lnTo>
                  <a:pt x="68262" y="370103"/>
                </a:lnTo>
                <a:lnTo>
                  <a:pt x="63995" y="371856"/>
                </a:lnTo>
                <a:lnTo>
                  <a:pt x="54851" y="374904"/>
                </a:lnTo>
                <a:lnTo>
                  <a:pt x="48755" y="379476"/>
                </a:lnTo>
                <a:lnTo>
                  <a:pt x="45707" y="384048"/>
                </a:lnTo>
                <a:lnTo>
                  <a:pt x="42659" y="390144"/>
                </a:lnTo>
                <a:lnTo>
                  <a:pt x="41135" y="396240"/>
                </a:lnTo>
                <a:lnTo>
                  <a:pt x="41135" y="409956"/>
                </a:lnTo>
                <a:lnTo>
                  <a:pt x="70091" y="448056"/>
                </a:lnTo>
                <a:lnTo>
                  <a:pt x="62877" y="450392"/>
                </a:lnTo>
                <a:lnTo>
                  <a:pt x="41135" y="473964"/>
                </a:lnTo>
                <a:lnTo>
                  <a:pt x="41135" y="490728"/>
                </a:lnTo>
                <a:lnTo>
                  <a:pt x="44183" y="496824"/>
                </a:lnTo>
                <a:lnTo>
                  <a:pt x="45707" y="501396"/>
                </a:lnTo>
                <a:lnTo>
                  <a:pt x="51803" y="510540"/>
                </a:lnTo>
                <a:lnTo>
                  <a:pt x="59423" y="518160"/>
                </a:lnTo>
                <a:lnTo>
                  <a:pt x="70091" y="527304"/>
                </a:lnTo>
                <a:lnTo>
                  <a:pt x="41135" y="527304"/>
                </a:lnTo>
                <a:lnTo>
                  <a:pt x="41135" y="533400"/>
                </a:lnTo>
                <a:lnTo>
                  <a:pt x="57899" y="574548"/>
                </a:lnTo>
                <a:lnTo>
                  <a:pt x="62471" y="571500"/>
                </a:lnTo>
                <a:lnTo>
                  <a:pt x="59423" y="565404"/>
                </a:lnTo>
                <a:lnTo>
                  <a:pt x="59423" y="559308"/>
                </a:lnTo>
                <a:lnTo>
                  <a:pt x="60947" y="557784"/>
                </a:lnTo>
                <a:lnTo>
                  <a:pt x="60947" y="556260"/>
                </a:lnTo>
                <a:lnTo>
                  <a:pt x="62471" y="554736"/>
                </a:lnTo>
                <a:lnTo>
                  <a:pt x="65519" y="553212"/>
                </a:lnTo>
                <a:lnTo>
                  <a:pt x="68567" y="553212"/>
                </a:lnTo>
                <a:lnTo>
                  <a:pt x="72885" y="552335"/>
                </a:lnTo>
                <a:lnTo>
                  <a:pt x="79044" y="551878"/>
                </a:lnTo>
                <a:lnTo>
                  <a:pt x="97523" y="551688"/>
                </a:lnTo>
                <a:lnTo>
                  <a:pt x="161531" y="551688"/>
                </a:lnTo>
                <a:lnTo>
                  <a:pt x="167627" y="554736"/>
                </a:lnTo>
                <a:lnTo>
                  <a:pt x="169151" y="556260"/>
                </a:lnTo>
                <a:lnTo>
                  <a:pt x="170675" y="559308"/>
                </a:lnTo>
                <a:lnTo>
                  <a:pt x="172199" y="560832"/>
                </a:lnTo>
                <a:lnTo>
                  <a:pt x="173723" y="565404"/>
                </a:lnTo>
                <a:lnTo>
                  <a:pt x="173723" y="571500"/>
                </a:lnTo>
                <a:lnTo>
                  <a:pt x="178295" y="571500"/>
                </a:lnTo>
                <a:lnTo>
                  <a:pt x="178295" y="507492"/>
                </a:lnTo>
                <a:lnTo>
                  <a:pt x="173723" y="507492"/>
                </a:lnTo>
                <a:lnTo>
                  <a:pt x="173723" y="513588"/>
                </a:lnTo>
                <a:lnTo>
                  <a:pt x="172199" y="518160"/>
                </a:lnTo>
                <a:lnTo>
                  <a:pt x="170675" y="519684"/>
                </a:lnTo>
                <a:lnTo>
                  <a:pt x="169151" y="522732"/>
                </a:lnTo>
                <a:lnTo>
                  <a:pt x="167627" y="524256"/>
                </a:lnTo>
                <a:lnTo>
                  <a:pt x="164579" y="525780"/>
                </a:lnTo>
                <a:lnTo>
                  <a:pt x="161531" y="525780"/>
                </a:lnTo>
                <a:lnTo>
                  <a:pt x="156959" y="527304"/>
                </a:lnTo>
                <a:lnTo>
                  <a:pt x="76187" y="527304"/>
                </a:lnTo>
                <a:lnTo>
                  <a:pt x="71615" y="522732"/>
                </a:lnTo>
                <a:lnTo>
                  <a:pt x="67043" y="516636"/>
                </a:lnTo>
                <a:lnTo>
                  <a:pt x="62471" y="509016"/>
                </a:lnTo>
                <a:lnTo>
                  <a:pt x="59423" y="504444"/>
                </a:lnTo>
                <a:lnTo>
                  <a:pt x="59423" y="486156"/>
                </a:lnTo>
                <a:lnTo>
                  <a:pt x="62471" y="481584"/>
                </a:lnTo>
                <a:lnTo>
                  <a:pt x="67043" y="477012"/>
                </a:lnTo>
                <a:lnTo>
                  <a:pt x="71615" y="473964"/>
                </a:lnTo>
                <a:lnTo>
                  <a:pt x="79235" y="472440"/>
                </a:lnTo>
                <a:lnTo>
                  <a:pt x="161531" y="472440"/>
                </a:lnTo>
                <a:lnTo>
                  <a:pt x="166103" y="473964"/>
                </a:lnTo>
                <a:lnTo>
                  <a:pt x="169151" y="475488"/>
                </a:lnTo>
                <a:lnTo>
                  <a:pt x="170675" y="478536"/>
                </a:lnTo>
                <a:lnTo>
                  <a:pt x="172199" y="480060"/>
                </a:lnTo>
                <a:lnTo>
                  <a:pt x="173723" y="484632"/>
                </a:lnTo>
                <a:lnTo>
                  <a:pt x="173723" y="492252"/>
                </a:lnTo>
                <a:lnTo>
                  <a:pt x="178295" y="492252"/>
                </a:lnTo>
                <a:lnTo>
                  <a:pt x="178295" y="428244"/>
                </a:lnTo>
                <a:lnTo>
                  <a:pt x="173723" y="428244"/>
                </a:lnTo>
                <a:lnTo>
                  <a:pt x="173723" y="434340"/>
                </a:lnTo>
                <a:lnTo>
                  <a:pt x="172199" y="438912"/>
                </a:lnTo>
                <a:lnTo>
                  <a:pt x="170675" y="440436"/>
                </a:lnTo>
                <a:lnTo>
                  <a:pt x="169151" y="443484"/>
                </a:lnTo>
                <a:lnTo>
                  <a:pt x="167627" y="445008"/>
                </a:lnTo>
                <a:lnTo>
                  <a:pt x="164579" y="446532"/>
                </a:lnTo>
                <a:lnTo>
                  <a:pt x="163055" y="446532"/>
                </a:lnTo>
                <a:lnTo>
                  <a:pt x="156959" y="448056"/>
                </a:lnTo>
                <a:lnTo>
                  <a:pt x="76187" y="448056"/>
                </a:lnTo>
                <a:lnTo>
                  <a:pt x="70091" y="440436"/>
                </a:lnTo>
                <a:lnTo>
                  <a:pt x="65519" y="434340"/>
                </a:lnTo>
                <a:lnTo>
                  <a:pt x="62471" y="429768"/>
                </a:lnTo>
                <a:lnTo>
                  <a:pt x="59423" y="423672"/>
                </a:lnTo>
                <a:lnTo>
                  <a:pt x="59423" y="406908"/>
                </a:lnTo>
                <a:lnTo>
                  <a:pt x="62471" y="400812"/>
                </a:lnTo>
                <a:lnTo>
                  <a:pt x="68567" y="396240"/>
                </a:lnTo>
                <a:lnTo>
                  <a:pt x="71615" y="394716"/>
                </a:lnTo>
                <a:lnTo>
                  <a:pt x="79235" y="393192"/>
                </a:lnTo>
                <a:lnTo>
                  <a:pt x="161531" y="393192"/>
                </a:lnTo>
                <a:lnTo>
                  <a:pt x="166103" y="394716"/>
                </a:lnTo>
                <a:lnTo>
                  <a:pt x="172199" y="400812"/>
                </a:lnTo>
                <a:lnTo>
                  <a:pt x="173723" y="405384"/>
                </a:lnTo>
                <a:lnTo>
                  <a:pt x="173723" y="413004"/>
                </a:lnTo>
                <a:lnTo>
                  <a:pt x="178295" y="413004"/>
                </a:lnTo>
                <a:lnTo>
                  <a:pt x="178295" y="348996"/>
                </a:lnTo>
                <a:close/>
              </a:path>
              <a:path extrusionOk="0" h="574675" w="181610">
                <a:moveTo>
                  <a:pt x="181343" y="236220"/>
                </a:moveTo>
                <a:lnTo>
                  <a:pt x="164579" y="195072"/>
                </a:lnTo>
                <a:lnTo>
                  <a:pt x="160007" y="196596"/>
                </a:lnTo>
                <a:lnTo>
                  <a:pt x="161531" y="201168"/>
                </a:lnTo>
                <a:lnTo>
                  <a:pt x="161531" y="211836"/>
                </a:lnTo>
                <a:lnTo>
                  <a:pt x="158483" y="214884"/>
                </a:lnTo>
                <a:lnTo>
                  <a:pt x="155435" y="216408"/>
                </a:lnTo>
                <a:lnTo>
                  <a:pt x="152387" y="216408"/>
                </a:lnTo>
                <a:lnTo>
                  <a:pt x="148958" y="217297"/>
                </a:lnTo>
                <a:lnTo>
                  <a:pt x="143243" y="217741"/>
                </a:lnTo>
                <a:lnTo>
                  <a:pt x="124955" y="217932"/>
                </a:lnTo>
                <a:lnTo>
                  <a:pt x="44183" y="217932"/>
                </a:lnTo>
                <a:lnTo>
                  <a:pt x="44183" y="262128"/>
                </a:lnTo>
                <a:lnTo>
                  <a:pt x="48755" y="262128"/>
                </a:lnTo>
                <a:lnTo>
                  <a:pt x="48755" y="254508"/>
                </a:lnTo>
                <a:lnTo>
                  <a:pt x="50279" y="248412"/>
                </a:lnTo>
                <a:lnTo>
                  <a:pt x="53327" y="245364"/>
                </a:lnTo>
                <a:lnTo>
                  <a:pt x="56375" y="243840"/>
                </a:lnTo>
                <a:lnTo>
                  <a:pt x="60947" y="242316"/>
                </a:lnTo>
                <a:lnTo>
                  <a:pt x="143243" y="242316"/>
                </a:lnTo>
                <a:lnTo>
                  <a:pt x="150863" y="249936"/>
                </a:lnTo>
                <a:lnTo>
                  <a:pt x="155435" y="256032"/>
                </a:lnTo>
                <a:lnTo>
                  <a:pt x="158483" y="262128"/>
                </a:lnTo>
                <a:lnTo>
                  <a:pt x="161531" y="266700"/>
                </a:lnTo>
                <a:lnTo>
                  <a:pt x="163055" y="271272"/>
                </a:lnTo>
                <a:lnTo>
                  <a:pt x="163055" y="281940"/>
                </a:lnTo>
                <a:lnTo>
                  <a:pt x="160007" y="288036"/>
                </a:lnTo>
                <a:lnTo>
                  <a:pt x="156959" y="292608"/>
                </a:lnTo>
                <a:lnTo>
                  <a:pt x="152387" y="297180"/>
                </a:lnTo>
                <a:lnTo>
                  <a:pt x="144767" y="298704"/>
                </a:lnTo>
                <a:lnTo>
                  <a:pt x="44183" y="298704"/>
                </a:lnTo>
                <a:lnTo>
                  <a:pt x="44183" y="345948"/>
                </a:lnTo>
                <a:lnTo>
                  <a:pt x="48755" y="345948"/>
                </a:lnTo>
                <a:lnTo>
                  <a:pt x="47231" y="338328"/>
                </a:lnTo>
                <a:lnTo>
                  <a:pt x="48755" y="333756"/>
                </a:lnTo>
                <a:lnTo>
                  <a:pt x="50279" y="330708"/>
                </a:lnTo>
                <a:lnTo>
                  <a:pt x="51803" y="329184"/>
                </a:lnTo>
                <a:lnTo>
                  <a:pt x="53327" y="326136"/>
                </a:lnTo>
                <a:lnTo>
                  <a:pt x="56375" y="324612"/>
                </a:lnTo>
                <a:lnTo>
                  <a:pt x="57899" y="323088"/>
                </a:lnTo>
                <a:lnTo>
                  <a:pt x="129527" y="323088"/>
                </a:lnTo>
                <a:lnTo>
                  <a:pt x="169151" y="313944"/>
                </a:lnTo>
                <a:lnTo>
                  <a:pt x="173723" y="307848"/>
                </a:lnTo>
                <a:lnTo>
                  <a:pt x="178295" y="303276"/>
                </a:lnTo>
                <a:lnTo>
                  <a:pt x="181343" y="295656"/>
                </a:lnTo>
                <a:lnTo>
                  <a:pt x="181343" y="281940"/>
                </a:lnTo>
                <a:lnTo>
                  <a:pt x="152387" y="242316"/>
                </a:lnTo>
                <a:lnTo>
                  <a:pt x="181343" y="242316"/>
                </a:lnTo>
                <a:lnTo>
                  <a:pt x="181343" y="236220"/>
                </a:lnTo>
                <a:close/>
              </a:path>
              <a:path extrusionOk="0" h="574675" w="181610">
                <a:moveTo>
                  <a:pt x="181343" y="135636"/>
                </a:moveTo>
                <a:lnTo>
                  <a:pt x="163131" y="99161"/>
                </a:lnTo>
                <a:lnTo>
                  <a:pt x="140195" y="91440"/>
                </a:lnTo>
                <a:lnTo>
                  <a:pt x="129336" y="93179"/>
                </a:lnTo>
                <a:lnTo>
                  <a:pt x="119621" y="98488"/>
                </a:lnTo>
                <a:lnTo>
                  <a:pt x="111048" y="107518"/>
                </a:lnTo>
                <a:lnTo>
                  <a:pt x="103619" y="120396"/>
                </a:lnTo>
                <a:lnTo>
                  <a:pt x="88379" y="150876"/>
                </a:lnTo>
                <a:lnTo>
                  <a:pt x="83908" y="156857"/>
                </a:lnTo>
                <a:lnTo>
                  <a:pt x="83527" y="157264"/>
                </a:lnTo>
                <a:lnTo>
                  <a:pt x="80759" y="160020"/>
                </a:lnTo>
                <a:lnTo>
                  <a:pt x="76187" y="163068"/>
                </a:lnTo>
                <a:lnTo>
                  <a:pt x="71615" y="164592"/>
                </a:lnTo>
                <a:lnTo>
                  <a:pt x="62471" y="164592"/>
                </a:lnTo>
                <a:lnTo>
                  <a:pt x="57899" y="161544"/>
                </a:lnTo>
                <a:lnTo>
                  <a:pt x="54851" y="158496"/>
                </a:lnTo>
                <a:lnTo>
                  <a:pt x="51803" y="153924"/>
                </a:lnTo>
                <a:lnTo>
                  <a:pt x="50279" y="147828"/>
                </a:lnTo>
                <a:lnTo>
                  <a:pt x="50279" y="132588"/>
                </a:lnTo>
                <a:lnTo>
                  <a:pt x="86855" y="106680"/>
                </a:lnTo>
                <a:lnTo>
                  <a:pt x="86855" y="102108"/>
                </a:lnTo>
                <a:lnTo>
                  <a:pt x="41135" y="102108"/>
                </a:lnTo>
                <a:lnTo>
                  <a:pt x="41135" y="106680"/>
                </a:lnTo>
                <a:lnTo>
                  <a:pt x="42659" y="106680"/>
                </a:lnTo>
                <a:lnTo>
                  <a:pt x="47231" y="111252"/>
                </a:lnTo>
                <a:lnTo>
                  <a:pt x="47231" y="114300"/>
                </a:lnTo>
                <a:lnTo>
                  <a:pt x="45707" y="117348"/>
                </a:lnTo>
                <a:lnTo>
                  <a:pt x="44183" y="123444"/>
                </a:lnTo>
                <a:lnTo>
                  <a:pt x="41236" y="129349"/>
                </a:lnTo>
                <a:lnTo>
                  <a:pt x="41198" y="142481"/>
                </a:lnTo>
                <a:lnTo>
                  <a:pt x="41732" y="150329"/>
                </a:lnTo>
                <a:lnTo>
                  <a:pt x="70027" y="182054"/>
                </a:lnTo>
                <a:lnTo>
                  <a:pt x="77711" y="182880"/>
                </a:lnTo>
                <a:lnTo>
                  <a:pt x="86855" y="182880"/>
                </a:lnTo>
                <a:lnTo>
                  <a:pt x="117335" y="147828"/>
                </a:lnTo>
                <a:lnTo>
                  <a:pt x="121894" y="137528"/>
                </a:lnTo>
                <a:lnTo>
                  <a:pt x="126288" y="129349"/>
                </a:lnTo>
                <a:lnTo>
                  <a:pt x="130416" y="123190"/>
                </a:lnTo>
                <a:lnTo>
                  <a:pt x="134099" y="118872"/>
                </a:lnTo>
                <a:lnTo>
                  <a:pt x="138671" y="114300"/>
                </a:lnTo>
                <a:lnTo>
                  <a:pt x="144767" y="112776"/>
                </a:lnTo>
                <a:lnTo>
                  <a:pt x="156959" y="112776"/>
                </a:lnTo>
                <a:lnTo>
                  <a:pt x="161531" y="114300"/>
                </a:lnTo>
                <a:lnTo>
                  <a:pt x="166103" y="118872"/>
                </a:lnTo>
                <a:lnTo>
                  <a:pt x="172199" y="128016"/>
                </a:lnTo>
                <a:lnTo>
                  <a:pt x="172199" y="135636"/>
                </a:lnTo>
                <a:lnTo>
                  <a:pt x="149339" y="171640"/>
                </a:lnTo>
                <a:lnTo>
                  <a:pt x="132575" y="178308"/>
                </a:lnTo>
                <a:lnTo>
                  <a:pt x="132575" y="182880"/>
                </a:lnTo>
                <a:lnTo>
                  <a:pt x="179819" y="182880"/>
                </a:lnTo>
                <a:lnTo>
                  <a:pt x="181343" y="178308"/>
                </a:lnTo>
                <a:lnTo>
                  <a:pt x="176771" y="176784"/>
                </a:lnTo>
                <a:lnTo>
                  <a:pt x="175247" y="175260"/>
                </a:lnTo>
                <a:lnTo>
                  <a:pt x="175247" y="167640"/>
                </a:lnTo>
                <a:lnTo>
                  <a:pt x="176771" y="164592"/>
                </a:lnTo>
                <a:lnTo>
                  <a:pt x="178777" y="156857"/>
                </a:lnTo>
                <a:lnTo>
                  <a:pt x="180200" y="149542"/>
                </a:lnTo>
                <a:lnTo>
                  <a:pt x="180251" y="149161"/>
                </a:lnTo>
                <a:lnTo>
                  <a:pt x="181063" y="142481"/>
                </a:lnTo>
                <a:lnTo>
                  <a:pt x="181102" y="141732"/>
                </a:lnTo>
                <a:lnTo>
                  <a:pt x="181343" y="135636"/>
                </a:lnTo>
                <a:close/>
              </a:path>
              <a:path extrusionOk="0" h="574675" w="181610">
                <a:moveTo>
                  <a:pt x="181356" y="27432"/>
                </a:moveTo>
                <a:lnTo>
                  <a:pt x="178308" y="19812"/>
                </a:lnTo>
                <a:lnTo>
                  <a:pt x="169164" y="7620"/>
                </a:lnTo>
                <a:lnTo>
                  <a:pt x="161544" y="3048"/>
                </a:lnTo>
                <a:lnTo>
                  <a:pt x="152400" y="0"/>
                </a:lnTo>
                <a:lnTo>
                  <a:pt x="152400" y="6096"/>
                </a:lnTo>
                <a:lnTo>
                  <a:pt x="158496" y="9144"/>
                </a:lnTo>
                <a:lnTo>
                  <a:pt x="163068" y="18288"/>
                </a:lnTo>
                <a:lnTo>
                  <a:pt x="163068" y="25908"/>
                </a:lnTo>
                <a:lnTo>
                  <a:pt x="161544" y="28956"/>
                </a:lnTo>
                <a:lnTo>
                  <a:pt x="158496" y="30480"/>
                </a:lnTo>
                <a:lnTo>
                  <a:pt x="155448" y="33528"/>
                </a:lnTo>
                <a:lnTo>
                  <a:pt x="149352" y="35052"/>
                </a:lnTo>
                <a:lnTo>
                  <a:pt x="53340" y="35052"/>
                </a:lnTo>
                <a:lnTo>
                  <a:pt x="53340" y="3048"/>
                </a:lnTo>
                <a:lnTo>
                  <a:pt x="44196" y="3048"/>
                </a:lnTo>
                <a:lnTo>
                  <a:pt x="44196" y="35052"/>
                </a:lnTo>
                <a:lnTo>
                  <a:pt x="0" y="35052"/>
                </a:lnTo>
                <a:lnTo>
                  <a:pt x="0" y="38100"/>
                </a:lnTo>
                <a:lnTo>
                  <a:pt x="15240" y="45720"/>
                </a:lnTo>
                <a:lnTo>
                  <a:pt x="19812" y="47244"/>
                </a:lnTo>
                <a:lnTo>
                  <a:pt x="27432" y="53340"/>
                </a:lnTo>
                <a:lnTo>
                  <a:pt x="33528" y="57912"/>
                </a:lnTo>
                <a:lnTo>
                  <a:pt x="42672" y="70104"/>
                </a:lnTo>
                <a:lnTo>
                  <a:pt x="48768" y="82296"/>
                </a:lnTo>
                <a:lnTo>
                  <a:pt x="53340" y="82296"/>
                </a:lnTo>
                <a:lnTo>
                  <a:pt x="53340" y="59436"/>
                </a:lnTo>
                <a:lnTo>
                  <a:pt x="153924" y="59436"/>
                </a:lnTo>
                <a:lnTo>
                  <a:pt x="161544" y="57912"/>
                </a:lnTo>
                <a:lnTo>
                  <a:pt x="181356" y="38100"/>
                </a:lnTo>
                <a:lnTo>
                  <a:pt x="181356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8" name="Google Shape;8548;p114"/>
          <p:cNvGrpSpPr/>
          <p:nvPr/>
        </p:nvGrpSpPr>
        <p:grpSpPr>
          <a:xfrm>
            <a:off x="4168140" y="2043683"/>
            <a:ext cx="210312" cy="272797"/>
            <a:chOff x="4168140" y="2043683"/>
            <a:chExt cx="210312" cy="272797"/>
          </a:xfrm>
        </p:grpSpPr>
        <p:pic>
          <p:nvPicPr>
            <p:cNvPr id="8549" name="Google Shape;8549;p114"/>
            <p:cNvPicPr preferRelativeResize="0"/>
            <p:nvPr/>
          </p:nvPicPr>
          <p:blipFill rotWithShape="1">
            <a:blip r:embed="rId56">
              <a:alphaModFix/>
            </a:blip>
            <a:srcRect b="0" l="0" r="0" t="0"/>
            <a:stretch/>
          </p:blipFill>
          <p:spPr>
            <a:xfrm>
              <a:off x="4168140" y="2177796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50" name="Google Shape;8550;p114"/>
            <p:cNvPicPr preferRelativeResize="0"/>
            <p:nvPr/>
          </p:nvPicPr>
          <p:blipFill rotWithShape="1">
            <a:blip r:embed="rId57">
              <a:alphaModFix/>
            </a:blip>
            <a:srcRect b="0" l="0" r="0" t="0"/>
            <a:stretch/>
          </p:blipFill>
          <p:spPr>
            <a:xfrm>
              <a:off x="4238298" y="2043683"/>
              <a:ext cx="140153" cy="1127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551" name="Google Shape;8551;p114"/>
          <p:cNvSpPr/>
          <p:nvPr/>
        </p:nvSpPr>
        <p:spPr>
          <a:xfrm>
            <a:off x="4523219" y="8129016"/>
            <a:ext cx="210820" cy="556260"/>
          </a:xfrm>
          <a:custGeom>
            <a:rect b="b" l="l" r="r" t="t"/>
            <a:pathLst>
              <a:path extrusionOk="0" h="556259" w="210820">
                <a:moveTo>
                  <a:pt x="207264" y="123444"/>
                </a:moveTo>
                <a:lnTo>
                  <a:pt x="202692" y="123444"/>
                </a:lnTo>
                <a:lnTo>
                  <a:pt x="202692" y="134112"/>
                </a:lnTo>
                <a:lnTo>
                  <a:pt x="201168" y="135636"/>
                </a:lnTo>
                <a:lnTo>
                  <a:pt x="199644" y="138684"/>
                </a:lnTo>
                <a:lnTo>
                  <a:pt x="196596" y="140208"/>
                </a:lnTo>
                <a:lnTo>
                  <a:pt x="195072" y="141732"/>
                </a:lnTo>
                <a:lnTo>
                  <a:pt x="192024" y="141732"/>
                </a:lnTo>
                <a:lnTo>
                  <a:pt x="185928" y="143256"/>
                </a:lnTo>
                <a:lnTo>
                  <a:pt x="120396" y="143256"/>
                </a:lnTo>
                <a:lnTo>
                  <a:pt x="79248" y="153924"/>
                </a:lnTo>
                <a:lnTo>
                  <a:pt x="76200" y="158496"/>
                </a:lnTo>
                <a:lnTo>
                  <a:pt x="71628" y="164592"/>
                </a:lnTo>
                <a:lnTo>
                  <a:pt x="70104" y="170688"/>
                </a:lnTo>
                <a:lnTo>
                  <a:pt x="70104" y="178308"/>
                </a:lnTo>
                <a:lnTo>
                  <a:pt x="71843" y="188887"/>
                </a:lnTo>
                <a:lnTo>
                  <a:pt x="77152" y="200025"/>
                </a:lnTo>
                <a:lnTo>
                  <a:pt x="86182" y="211747"/>
                </a:lnTo>
                <a:lnTo>
                  <a:pt x="99060" y="224028"/>
                </a:lnTo>
                <a:lnTo>
                  <a:pt x="70104" y="224028"/>
                </a:lnTo>
                <a:lnTo>
                  <a:pt x="70104" y="230124"/>
                </a:lnTo>
                <a:lnTo>
                  <a:pt x="86868" y="271272"/>
                </a:lnTo>
                <a:lnTo>
                  <a:pt x="91440" y="268224"/>
                </a:lnTo>
                <a:lnTo>
                  <a:pt x="89916" y="265176"/>
                </a:lnTo>
                <a:lnTo>
                  <a:pt x="89916" y="254508"/>
                </a:lnTo>
                <a:lnTo>
                  <a:pt x="94488" y="249936"/>
                </a:lnTo>
                <a:lnTo>
                  <a:pt x="97536" y="249936"/>
                </a:lnTo>
                <a:lnTo>
                  <a:pt x="101854" y="249059"/>
                </a:lnTo>
                <a:lnTo>
                  <a:pt x="108013" y="248602"/>
                </a:lnTo>
                <a:lnTo>
                  <a:pt x="126492" y="248412"/>
                </a:lnTo>
                <a:lnTo>
                  <a:pt x="187452" y="248412"/>
                </a:lnTo>
                <a:lnTo>
                  <a:pt x="193548" y="249936"/>
                </a:lnTo>
                <a:lnTo>
                  <a:pt x="198120" y="251460"/>
                </a:lnTo>
                <a:lnTo>
                  <a:pt x="201168" y="254508"/>
                </a:lnTo>
                <a:lnTo>
                  <a:pt x="202692" y="259080"/>
                </a:lnTo>
                <a:lnTo>
                  <a:pt x="202692" y="268224"/>
                </a:lnTo>
                <a:lnTo>
                  <a:pt x="207264" y="268224"/>
                </a:lnTo>
                <a:lnTo>
                  <a:pt x="207264" y="204216"/>
                </a:lnTo>
                <a:lnTo>
                  <a:pt x="202692" y="204216"/>
                </a:lnTo>
                <a:lnTo>
                  <a:pt x="202692" y="214884"/>
                </a:lnTo>
                <a:lnTo>
                  <a:pt x="201168" y="217932"/>
                </a:lnTo>
                <a:lnTo>
                  <a:pt x="199644" y="219456"/>
                </a:lnTo>
                <a:lnTo>
                  <a:pt x="193548" y="222504"/>
                </a:lnTo>
                <a:lnTo>
                  <a:pt x="192024" y="224028"/>
                </a:lnTo>
                <a:lnTo>
                  <a:pt x="106680" y="224028"/>
                </a:lnTo>
                <a:lnTo>
                  <a:pt x="98679" y="214909"/>
                </a:lnTo>
                <a:lnTo>
                  <a:pt x="92964" y="205930"/>
                </a:lnTo>
                <a:lnTo>
                  <a:pt x="89535" y="197243"/>
                </a:lnTo>
                <a:lnTo>
                  <a:pt x="88392" y="188976"/>
                </a:lnTo>
                <a:lnTo>
                  <a:pt x="88392" y="181356"/>
                </a:lnTo>
                <a:lnTo>
                  <a:pt x="123444" y="167640"/>
                </a:lnTo>
                <a:lnTo>
                  <a:pt x="190500" y="167640"/>
                </a:lnTo>
                <a:lnTo>
                  <a:pt x="195072" y="169164"/>
                </a:lnTo>
                <a:lnTo>
                  <a:pt x="198120" y="170688"/>
                </a:lnTo>
                <a:lnTo>
                  <a:pt x="199644" y="172212"/>
                </a:lnTo>
                <a:lnTo>
                  <a:pt x="202692" y="178308"/>
                </a:lnTo>
                <a:lnTo>
                  <a:pt x="202692" y="187452"/>
                </a:lnTo>
                <a:lnTo>
                  <a:pt x="207264" y="187452"/>
                </a:lnTo>
                <a:lnTo>
                  <a:pt x="207264" y="123444"/>
                </a:lnTo>
                <a:close/>
              </a:path>
              <a:path extrusionOk="0" h="556259" w="210820">
                <a:moveTo>
                  <a:pt x="210312" y="458724"/>
                </a:moveTo>
                <a:lnTo>
                  <a:pt x="193548" y="417576"/>
                </a:lnTo>
                <a:lnTo>
                  <a:pt x="188976" y="419100"/>
                </a:lnTo>
                <a:lnTo>
                  <a:pt x="192024" y="428244"/>
                </a:lnTo>
                <a:lnTo>
                  <a:pt x="192024" y="432816"/>
                </a:lnTo>
                <a:lnTo>
                  <a:pt x="185928" y="438912"/>
                </a:lnTo>
                <a:lnTo>
                  <a:pt x="182880" y="440436"/>
                </a:lnTo>
                <a:lnTo>
                  <a:pt x="0" y="440436"/>
                </a:lnTo>
                <a:lnTo>
                  <a:pt x="0" y="448056"/>
                </a:lnTo>
                <a:lnTo>
                  <a:pt x="16764" y="487680"/>
                </a:lnTo>
                <a:lnTo>
                  <a:pt x="21336" y="486156"/>
                </a:lnTo>
                <a:lnTo>
                  <a:pt x="21234" y="485825"/>
                </a:lnTo>
                <a:lnTo>
                  <a:pt x="19812" y="481584"/>
                </a:lnTo>
                <a:lnTo>
                  <a:pt x="19812" y="470916"/>
                </a:lnTo>
                <a:lnTo>
                  <a:pt x="22860" y="467868"/>
                </a:lnTo>
                <a:lnTo>
                  <a:pt x="24384" y="467868"/>
                </a:lnTo>
                <a:lnTo>
                  <a:pt x="27432" y="466344"/>
                </a:lnTo>
                <a:lnTo>
                  <a:pt x="31750" y="466115"/>
                </a:lnTo>
                <a:lnTo>
                  <a:pt x="37909" y="465582"/>
                </a:lnTo>
                <a:lnTo>
                  <a:pt x="46088" y="465061"/>
                </a:lnTo>
                <a:lnTo>
                  <a:pt x="56388" y="464820"/>
                </a:lnTo>
                <a:lnTo>
                  <a:pt x="82296" y="464820"/>
                </a:lnTo>
                <a:lnTo>
                  <a:pt x="77177" y="471068"/>
                </a:lnTo>
                <a:lnTo>
                  <a:pt x="73342" y="478155"/>
                </a:lnTo>
                <a:lnTo>
                  <a:pt x="70942" y="485825"/>
                </a:lnTo>
                <a:lnTo>
                  <a:pt x="70904" y="486156"/>
                </a:lnTo>
                <a:lnTo>
                  <a:pt x="70104" y="493776"/>
                </a:lnTo>
                <a:lnTo>
                  <a:pt x="71564" y="506920"/>
                </a:lnTo>
                <a:lnTo>
                  <a:pt x="94488" y="539496"/>
                </a:lnTo>
                <a:lnTo>
                  <a:pt x="132003" y="555358"/>
                </a:lnTo>
                <a:lnTo>
                  <a:pt x="146304" y="556260"/>
                </a:lnTo>
                <a:lnTo>
                  <a:pt x="159804" y="555358"/>
                </a:lnTo>
                <a:lnTo>
                  <a:pt x="159562" y="555358"/>
                </a:lnTo>
                <a:lnTo>
                  <a:pt x="171450" y="552640"/>
                </a:lnTo>
                <a:lnTo>
                  <a:pt x="202488" y="528828"/>
                </a:lnTo>
                <a:lnTo>
                  <a:pt x="210312" y="496824"/>
                </a:lnTo>
                <a:lnTo>
                  <a:pt x="208788" y="490728"/>
                </a:lnTo>
                <a:lnTo>
                  <a:pt x="192024" y="467906"/>
                </a:lnTo>
                <a:lnTo>
                  <a:pt x="192024" y="489204"/>
                </a:lnTo>
                <a:lnTo>
                  <a:pt x="191160" y="496824"/>
                </a:lnTo>
                <a:lnTo>
                  <a:pt x="158115" y="526161"/>
                </a:lnTo>
                <a:lnTo>
                  <a:pt x="132588" y="528828"/>
                </a:lnTo>
                <a:lnTo>
                  <a:pt x="119710" y="528218"/>
                </a:lnTo>
                <a:lnTo>
                  <a:pt x="82296" y="510540"/>
                </a:lnTo>
                <a:lnTo>
                  <a:pt x="79248" y="502920"/>
                </a:lnTo>
                <a:lnTo>
                  <a:pt x="79248" y="490728"/>
                </a:lnTo>
                <a:lnTo>
                  <a:pt x="80772" y="486156"/>
                </a:lnTo>
                <a:lnTo>
                  <a:pt x="83820" y="481584"/>
                </a:lnTo>
                <a:lnTo>
                  <a:pt x="85344" y="477012"/>
                </a:lnTo>
                <a:lnTo>
                  <a:pt x="89916" y="472440"/>
                </a:lnTo>
                <a:lnTo>
                  <a:pt x="94488" y="470916"/>
                </a:lnTo>
                <a:lnTo>
                  <a:pt x="100584" y="467868"/>
                </a:lnTo>
                <a:lnTo>
                  <a:pt x="112776" y="464820"/>
                </a:lnTo>
                <a:lnTo>
                  <a:pt x="178308" y="464820"/>
                </a:lnTo>
                <a:lnTo>
                  <a:pt x="184315" y="471424"/>
                </a:lnTo>
                <a:lnTo>
                  <a:pt x="188595" y="477583"/>
                </a:lnTo>
                <a:lnTo>
                  <a:pt x="191173" y="483476"/>
                </a:lnTo>
                <a:lnTo>
                  <a:pt x="192024" y="489204"/>
                </a:lnTo>
                <a:lnTo>
                  <a:pt x="192024" y="467906"/>
                </a:lnTo>
                <a:lnTo>
                  <a:pt x="188976" y="464820"/>
                </a:lnTo>
                <a:lnTo>
                  <a:pt x="210312" y="464820"/>
                </a:lnTo>
                <a:lnTo>
                  <a:pt x="210312" y="458724"/>
                </a:lnTo>
                <a:close/>
              </a:path>
              <a:path extrusionOk="0" h="556259" w="210820">
                <a:moveTo>
                  <a:pt x="210312" y="53340"/>
                </a:moveTo>
                <a:lnTo>
                  <a:pt x="195072" y="16764"/>
                </a:lnTo>
                <a:lnTo>
                  <a:pt x="158496" y="0"/>
                </a:lnTo>
                <a:lnTo>
                  <a:pt x="155448" y="3048"/>
                </a:lnTo>
                <a:lnTo>
                  <a:pt x="163766" y="5867"/>
                </a:lnTo>
                <a:lnTo>
                  <a:pt x="170497" y="9525"/>
                </a:lnTo>
                <a:lnTo>
                  <a:pt x="175755" y="13716"/>
                </a:lnTo>
                <a:lnTo>
                  <a:pt x="179832" y="18288"/>
                </a:lnTo>
                <a:lnTo>
                  <a:pt x="184404" y="25908"/>
                </a:lnTo>
                <a:lnTo>
                  <a:pt x="185928" y="33528"/>
                </a:lnTo>
                <a:lnTo>
                  <a:pt x="185928" y="41148"/>
                </a:lnTo>
                <a:lnTo>
                  <a:pt x="169164" y="76200"/>
                </a:lnTo>
                <a:lnTo>
                  <a:pt x="123444" y="91440"/>
                </a:lnTo>
                <a:lnTo>
                  <a:pt x="123444" y="30480"/>
                </a:lnTo>
                <a:lnTo>
                  <a:pt x="123444" y="0"/>
                </a:lnTo>
                <a:lnTo>
                  <a:pt x="114300" y="673"/>
                </a:lnTo>
                <a:lnTo>
                  <a:pt x="114300" y="30480"/>
                </a:lnTo>
                <a:lnTo>
                  <a:pt x="114300" y="91440"/>
                </a:lnTo>
                <a:lnTo>
                  <a:pt x="79248" y="67056"/>
                </a:lnTo>
                <a:lnTo>
                  <a:pt x="79248" y="53340"/>
                </a:lnTo>
                <a:lnTo>
                  <a:pt x="80772" y="48768"/>
                </a:lnTo>
                <a:lnTo>
                  <a:pt x="83820" y="44196"/>
                </a:lnTo>
                <a:lnTo>
                  <a:pt x="86868" y="38100"/>
                </a:lnTo>
                <a:lnTo>
                  <a:pt x="91440" y="35052"/>
                </a:lnTo>
                <a:lnTo>
                  <a:pt x="100584" y="32004"/>
                </a:lnTo>
                <a:lnTo>
                  <a:pt x="106680" y="30480"/>
                </a:lnTo>
                <a:lnTo>
                  <a:pt x="114300" y="30480"/>
                </a:lnTo>
                <a:lnTo>
                  <a:pt x="114300" y="673"/>
                </a:lnTo>
                <a:lnTo>
                  <a:pt x="78473" y="21145"/>
                </a:lnTo>
                <a:lnTo>
                  <a:pt x="70180" y="51130"/>
                </a:lnTo>
                <a:lnTo>
                  <a:pt x="71247" y="63207"/>
                </a:lnTo>
                <a:lnTo>
                  <a:pt x="99301" y="102489"/>
                </a:lnTo>
                <a:lnTo>
                  <a:pt x="141732" y="112776"/>
                </a:lnTo>
                <a:lnTo>
                  <a:pt x="156883" y="111633"/>
                </a:lnTo>
                <a:lnTo>
                  <a:pt x="170307" y="108204"/>
                </a:lnTo>
                <a:lnTo>
                  <a:pt x="182029" y="102489"/>
                </a:lnTo>
                <a:lnTo>
                  <a:pt x="192024" y="94488"/>
                </a:lnTo>
                <a:lnTo>
                  <a:pt x="194868" y="91440"/>
                </a:lnTo>
                <a:lnTo>
                  <a:pt x="200025" y="85915"/>
                </a:lnTo>
                <a:lnTo>
                  <a:pt x="205740" y="76200"/>
                </a:lnTo>
                <a:lnTo>
                  <a:pt x="209169" y="65341"/>
                </a:lnTo>
                <a:lnTo>
                  <a:pt x="210312" y="53340"/>
                </a:lnTo>
                <a:close/>
              </a:path>
              <a:path extrusionOk="0" h="556259" w="210820">
                <a:moveTo>
                  <a:pt x="210324" y="345948"/>
                </a:moveTo>
                <a:lnTo>
                  <a:pt x="210223" y="344424"/>
                </a:lnTo>
                <a:lnTo>
                  <a:pt x="209753" y="337070"/>
                </a:lnTo>
                <a:lnTo>
                  <a:pt x="208038" y="328612"/>
                </a:lnTo>
                <a:lnTo>
                  <a:pt x="205181" y="320446"/>
                </a:lnTo>
                <a:lnTo>
                  <a:pt x="201180" y="312420"/>
                </a:lnTo>
                <a:lnTo>
                  <a:pt x="201180" y="339852"/>
                </a:lnTo>
                <a:lnTo>
                  <a:pt x="199771" y="348691"/>
                </a:lnTo>
                <a:lnTo>
                  <a:pt x="168986" y="375221"/>
                </a:lnTo>
                <a:lnTo>
                  <a:pt x="157327" y="378434"/>
                </a:lnTo>
                <a:lnTo>
                  <a:pt x="157645" y="378434"/>
                </a:lnTo>
                <a:lnTo>
                  <a:pt x="143840" y="380415"/>
                </a:lnTo>
                <a:lnTo>
                  <a:pt x="129552" y="381000"/>
                </a:lnTo>
                <a:lnTo>
                  <a:pt x="120954" y="380720"/>
                </a:lnTo>
                <a:lnTo>
                  <a:pt x="80784" y="359664"/>
                </a:lnTo>
                <a:lnTo>
                  <a:pt x="79260" y="353568"/>
                </a:lnTo>
                <a:lnTo>
                  <a:pt x="79286" y="348691"/>
                </a:lnTo>
                <a:lnTo>
                  <a:pt x="104140" y="316217"/>
                </a:lnTo>
                <a:lnTo>
                  <a:pt x="149364" y="307848"/>
                </a:lnTo>
                <a:lnTo>
                  <a:pt x="162191" y="308419"/>
                </a:lnTo>
                <a:lnTo>
                  <a:pt x="197942" y="327279"/>
                </a:lnTo>
                <a:lnTo>
                  <a:pt x="201180" y="339852"/>
                </a:lnTo>
                <a:lnTo>
                  <a:pt x="201180" y="312420"/>
                </a:lnTo>
                <a:lnTo>
                  <a:pt x="164604" y="285559"/>
                </a:lnTo>
                <a:lnTo>
                  <a:pt x="137172" y="280416"/>
                </a:lnTo>
                <a:lnTo>
                  <a:pt x="125120" y="281305"/>
                </a:lnTo>
                <a:lnTo>
                  <a:pt x="82969" y="305638"/>
                </a:lnTo>
                <a:lnTo>
                  <a:pt x="70116" y="344424"/>
                </a:lnTo>
                <a:lnTo>
                  <a:pt x="70218" y="345948"/>
                </a:lnTo>
                <a:lnTo>
                  <a:pt x="83515" y="383006"/>
                </a:lnTo>
                <a:lnTo>
                  <a:pt x="123456" y="406146"/>
                </a:lnTo>
                <a:lnTo>
                  <a:pt x="141744" y="408432"/>
                </a:lnTo>
                <a:lnTo>
                  <a:pt x="154000" y="407555"/>
                </a:lnTo>
                <a:lnTo>
                  <a:pt x="196811" y="384098"/>
                </a:lnTo>
                <a:lnTo>
                  <a:pt x="198932" y="381000"/>
                </a:lnTo>
                <a:lnTo>
                  <a:pt x="204419" y="372999"/>
                </a:lnTo>
                <a:lnTo>
                  <a:pt x="208864" y="360197"/>
                </a:lnTo>
                <a:lnTo>
                  <a:pt x="208915" y="359664"/>
                </a:lnTo>
                <a:lnTo>
                  <a:pt x="210324" y="3459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2" name="Google Shape;8552;p114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553" name="Google Shape;8553;p114"/>
            <p:cNvPicPr preferRelativeResize="0"/>
            <p:nvPr/>
          </p:nvPicPr>
          <p:blipFill rotWithShape="1">
            <a:blip r:embed="rId58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554" name="Google Shape;8554;p114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555" name="Google Shape;8555;p114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556" name="Google Shape;8556;p114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57" name="Google Shape;8557;p114"/>
          <p:cNvGrpSpPr/>
          <p:nvPr/>
        </p:nvGrpSpPr>
        <p:grpSpPr>
          <a:xfrm>
            <a:off x="6655307" y="1735836"/>
            <a:ext cx="117349" cy="242570"/>
            <a:chOff x="6655307" y="1735836"/>
            <a:chExt cx="117349" cy="242570"/>
          </a:xfrm>
        </p:grpSpPr>
        <p:sp>
          <p:nvSpPr>
            <p:cNvPr id="8558" name="Google Shape;8558;p114"/>
            <p:cNvSpPr/>
            <p:nvPr/>
          </p:nvSpPr>
          <p:spPr>
            <a:xfrm>
              <a:off x="6655307" y="1918716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559" name="Google Shape;8559;p114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6655308" y="1735836"/>
              <a:ext cx="117348" cy="16306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63" name="Shape 8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4" name="Google Shape;8564;p115"/>
          <p:cNvSpPr/>
          <p:nvPr/>
        </p:nvSpPr>
        <p:spPr>
          <a:xfrm>
            <a:off x="858012" y="5981700"/>
            <a:ext cx="276225" cy="866140"/>
          </a:xfrm>
          <a:custGeom>
            <a:rect b="b" l="l" r="r" t="t"/>
            <a:pathLst>
              <a:path extrusionOk="0" h="866140" w="276225">
                <a:moveTo>
                  <a:pt x="269735" y="374904"/>
                </a:moveTo>
                <a:lnTo>
                  <a:pt x="198107" y="355092"/>
                </a:lnTo>
                <a:lnTo>
                  <a:pt x="196583" y="362712"/>
                </a:lnTo>
                <a:lnTo>
                  <a:pt x="208305" y="368173"/>
                </a:lnTo>
                <a:lnTo>
                  <a:pt x="218300" y="373189"/>
                </a:lnTo>
                <a:lnTo>
                  <a:pt x="248399" y="403860"/>
                </a:lnTo>
                <a:lnTo>
                  <a:pt x="252971" y="445008"/>
                </a:lnTo>
                <a:lnTo>
                  <a:pt x="252958" y="475348"/>
                </a:lnTo>
                <a:lnTo>
                  <a:pt x="245351" y="499872"/>
                </a:lnTo>
                <a:lnTo>
                  <a:pt x="240779" y="502920"/>
                </a:lnTo>
                <a:lnTo>
                  <a:pt x="45859" y="502881"/>
                </a:lnTo>
                <a:lnTo>
                  <a:pt x="37325" y="502539"/>
                </a:lnTo>
                <a:lnTo>
                  <a:pt x="31089" y="501637"/>
                </a:lnTo>
                <a:lnTo>
                  <a:pt x="27419" y="499872"/>
                </a:lnTo>
                <a:lnTo>
                  <a:pt x="22847" y="498348"/>
                </a:lnTo>
                <a:lnTo>
                  <a:pt x="12179" y="460248"/>
                </a:lnTo>
                <a:lnTo>
                  <a:pt x="6083" y="460248"/>
                </a:lnTo>
                <a:lnTo>
                  <a:pt x="6083" y="577596"/>
                </a:lnTo>
                <a:lnTo>
                  <a:pt x="12179" y="577596"/>
                </a:lnTo>
                <a:lnTo>
                  <a:pt x="12179" y="557784"/>
                </a:lnTo>
                <a:lnTo>
                  <a:pt x="15227" y="550164"/>
                </a:lnTo>
                <a:lnTo>
                  <a:pt x="51803" y="539496"/>
                </a:lnTo>
                <a:lnTo>
                  <a:pt x="224015" y="539496"/>
                </a:lnTo>
                <a:lnTo>
                  <a:pt x="261162" y="553402"/>
                </a:lnTo>
                <a:lnTo>
                  <a:pt x="263639" y="568452"/>
                </a:lnTo>
                <a:lnTo>
                  <a:pt x="263639" y="577596"/>
                </a:lnTo>
                <a:lnTo>
                  <a:pt x="269735" y="577596"/>
                </a:lnTo>
                <a:lnTo>
                  <a:pt x="269735" y="374904"/>
                </a:lnTo>
                <a:close/>
              </a:path>
              <a:path extrusionOk="0" h="866140" w="276225">
                <a:moveTo>
                  <a:pt x="269748" y="0"/>
                </a:moveTo>
                <a:lnTo>
                  <a:pt x="263652" y="0"/>
                </a:lnTo>
                <a:lnTo>
                  <a:pt x="263652" y="10668"/>
                </a:lnTo>
                <a:lnTo>
                  <a:pt x="263652" y="16764"/>
                </a:lnTo>
                <a:lnTo>
                  <a:pt x="262128" y="22860"/>
                </a:lnTo>
                <a:lnTo>
                  <a:pt x="259080" y="27432"/>
                </a:lnTo>
                <a:lnTo>
                  <a:pt x="257556" y="32004"/>
                </a:lnTo>
                <a:lnTo>
                  <a:pt x="224028" y="38100"/>
                </a:lnTo>
                <a:lnTo>
                  <a:pt x="51816" y="38100"/>
                </a:lnTo>
                <a:lnTo>
                  <a:pt x="12192" y="21336"/>
                </a:lnTo>
                <a:lnTo>
                  <a:pt x="12192" y="0"/>
                </a:lnTo>
                <a:lnTo>
                  <a:pt x="6096" y="0"/>
                </a:lnTo>
                <a:lnTo>
                  <a:pt x="6096" y="112776"/>
                </a:lnTo>
                <a:lnTo>
                  <a:pt x="12192" y="112776"/>
                </a:lnTo>
                <a:lnTo>
                  <a:pt x="12192" y="97536"/>
                </a:lnTo>
                <a:lnTo>
                  <a:pt x="13716" y="91440"/>
                </a:lnTo>
                <a:lnTo>
                  <a:pt x="51816" y="74676"/>
                </a:lnTo>
                <a:lnTo>
                  <a:pt x="224028" y="74676"/>
                </a:lnTo>
                <a:lnTo>
                  <a:pt x="260604" y="85344"/>
                </a:lnTo>
                <a:lnTo>
                  <a:pt x="263652" y="92964"/>
                </a:lnTo>
                <a:lnTo>
                  <a:pt x="263652" y="112776"/>
                </a:lnTo>
                <a:lnTo>
                  <a:pt x="269748" y="112776"/>
                </a:lnTo>
                <a:lnTo>
                  <a:pt x="269748" y="0"/>
                </a:lnTo>
                <a:close/>
              </a:path>
              <a:path extrusionOk="0" h="866140" w="276225">
                <a:moveTo>
                  <a:pt x="275844" y="717804"/>
                </a:moveTo>
                <a:lnTo>
                  <a:pt x="53340" y="627888"/>
                </a:lnTo>
                <a:lnTo>
                  <a:pt x="18288" y="605028"/>
                </a:lnTo>
                <a:lnTo>
                  <a:pt x="12192" y="588264"/>
                </a:lnTo>
                <a:lnTo>
                  <a:pt x="6096" y="588264"/>
                </a:lnTo>
                <a:lnTo>
                  <a:pt x="6096" y="669036"/>
                </a:lnTo>
                <a:lnTo>
                  <a:pt x="12192" y="669036"/>
                </a:lnTo>
                <a:lnTo>
                  <a:pt x="12192" y="667512"/>
                </a:lnTo>
                <a:lnTo>
                  <a:pt x="13716" y="665988"/>
                </a:lnTo>
                <a:lnTo>
                  <a:pt x="13716" y="664464"/>
                </a:lnTo>
                <a:lnTo>
                  <a:pt x="15240" y="656844"/>
                </a:lnTo>
                <a:lnTo>
                  <a:pt x="16764" y="650748"/>
                </a:lnTo>
                <a:lnTo>
                  <a:pt x="19812" y="646176"/>
                </a:lnTo>
                <a:lnTo>
                  <a:pt x="24384" y="643128"/>
                </a:lnTo>
                <a:lnTo>
                  <a:pt x="27432" y="640080"/>
                </a:lnTo>
                <a:lnTo>
                  <a:pt x="30480" y="640080"/>
                </a:lnTo>
                <a:lnTo>
                  <a:pt x="35902" y="640651"/>
                </a:lnTo>
                <a:lnTo>
                  <a:pt x="43053" y="642366"/>
                </a:lnTo>
                <a:lnTo>
                  <a:pt x="51904" y="645223"/>
                </a:lnTo>
                <a:lnTo>
                  <a:pt x="62484" y="649224"/>
                </a:lnTo>
                <a:lnTo>
                  <a:pt x="214884" y="711708"/>
                </a:lnTo>
                <a:lnTo>
                  <a:pt x="60960" y="777240"/>
                </a:lnTo>
                <a:lnTo>
                  <a:pt x="51257" y="781240"/>
                </a:lnTo>
                <a:lnTo>
                  <a:pt x="42862" y="784098"/>
                </a:lnTo>
                <a:lnTo>
                  <a:pt x="35877" y="785812"/>
                </a:lnTo>
                <a:lnTo>
                  <a:pt x="30480" y="786384"/>
                </a:lnTo>
                <a:lnTo>
                  <a:pt x="25908" y="786384"/>
                </a:lnTo>
                <a:lnTo>
                  <a:pt x="12192" y="757428"/>
                </a:lnTo>
                <a:lnTo>
                  <a:pt x="6096" y="757428"/>
                </a:lnTo>
                <a:lnTo>
                  <a:pt x="6096" y="865632"/>
                </a:lnTo>
                <a:lnTo>
                  <a:pt x="12192" y="865632"/>
                </a:lnTo>
                <a:lnTo>
                  <a:pt x="13716" y="856488"/>
                </a:lnTo>
                <a:lnTo>
                  <a:pt x="15240" y="850392"/>
                </a:lnTo>
                <a:lnTo>
                  <a:pt x="16764" y="845820"/>
                </a:lnTo>
                <a:lnTo>
                  <a:pt x="22860" y="836676"/>
                </a:lnTo>
                <a:lnTo>
                  <a:pt x="27432" y="833628"/>
                </a:lnTo>
                <a:lnTo>
                  <a:pt x="28956" y="832104"/>
                </a:lnTo>
                <a:lnTo>
                  <a:pt x="36576" y="829056"/>
                </a:lnTo>
                <a:lnTo>
                  <a:pt x="48768" y="822960"/>
                </a:lnTo>
                <a:lnTo>
                  <a:pt x="275844" y="725424"/>
                </a:lnTo>
                <a:lnTo>
                  <a:pt x="275844" y="717804"/>
                </a:lnTo>
                <a:close/>
              </a:path>
              <a:path extrusionOk="0" h="866140" w="276225">
                <a:moveTo>
                  <a:pt x="275844" y="228600"/>
                </a:moveTo>
                <a:lnTo>
                  <a:pt x="263626" y="180174"/>
                </a:lnTo>
                <a:lnTo>
                  <a:pt x="230314" y="150495"/>
                </a:lnTo>
                <a:lnTo>
                  <a:pt x="202692" y="144780"/>
                </a:lnTo>
                <a:lnTo>
                  <a:pt x="194919" y="145338"/>
                </a:lnTo>
                <a:lnTo>
                  <a:pt x="158877" y="161353"/>
                </a:lnTo>
                <a:lnTo>
                  <a:pt x="134302" y="193167"/>
                </a:lnTo>
                <a:lnTo>
                  <a:pt x="117348" y="224028"/>
                </a:lnTo>
                <a:lnTo>
                  <a:pt x="105359" y="244627"/>
                </a:lnTo>
                <a:lnTo>
                  <a:pt x="77724" y="280416"/>
                </a:lnTo>
                <a:lnTo>
                  <a:pt x="64008" y="289560"/>
                </a:lnTo>
                <a:lnTo>
                  <a:pt x="54864" y="289560"/>
                </a:lnTo>
                <a:lnTo>
                  <a:pt x="20777" y="268681"/>
                </a:lnTo>
                <a:lnTo>
                  <a:pt x="13716" y="242316"/>
                </a:lnTo>
                <a:lnTo>
                  <a:pt x="14287" y="233413"/>
                </a:lnTo>
                <a:lnTo>
                  <a:pt x="34099" y="192595"/>
                </a:lnTo>
                <a:lnTo>
                  <a:pt x="77698" y="170865"/>
                </a:lnTo>
                <a:lnTo>
                  <a:pt x="89916" y="169164"/>
                </a:lnTo>
                <a:lnTo>
                  <a:pt x="89916" y="163068"/>
                </a:lnTo>
                <a:lnTo>
                  <a:pt x="0" y="163068"/>
                </a:lnTo>
                <a:lnTo>
                  <a:pt x="0" y="169164"/>
                </a:lnTo>
                <a:lnTo>
                  <a:pt x="6096" y="170688"/>
                </a:lnTo>
                <a:lnTo>
                  <a:pt x="10668" y="172212"/>
                </a:lnTo>
                <a:lnTo>
                  <a:pt x="15240" y="176784"/>
                </a:lnTo>
                <a:lnTo>
                  <a:pt x="15240" y="185928"/>
                </a:lnTo>
                <a:lnTo>
                  <a:pt x="13716" y="190500"/>
                </a:lnTo>
                <a:lnTo>
                  <a:pt x="10668" y="198120"/>
                </a:lnTo>
                <a:lnTo>
                  <a:pt x="6426" y="209537"/>
                </a:lnTo>
                <a:lnTo>
                  <a:pt x="3048" y="220789"/>
                </a:lnTo>
                <a:lnTo>
                  <a:pt x="800" y="231775"/>
                </a:lnTo>
                <a:lnTo>
                  <a:pt x="0" y="242316"/>
                </a:lnTo>
                <a:lnTo>
                  <a:pt x="1397" y="258635"/>
                </a:lnTo>
                <a:lnTo>
                  <a:pt x="21336" y="298704"/>
                </a:lnTo>
                <a:lnTo>
                  <a:pt x="56045" y="318643"/>
                </a:lnTo>
                <a:lnTo>
                  <a:pt x="70104" y="320040"/>
                </a:lnTo>
                <a:lnTo>
                  <a:pt x="77838" y="319493"/>
                </a:lnTo>
                <a:lnTo>
                  <a:pt x="117703" y="297637"/>
                </a:lnTo>
                <a:lnTo>
                  <a:pt x="145084" y="258305"/>
                </a:lnTo>
                <a:lnTo>
                  <a:pt x="162229" y="226885"/>
                </a:lnTo>
                <a:lnTo>
                  <a:pt x="168973" y="214884"/>
                </a:lnTo>
                <a:lnTo>
                  <a:pt x="198120" y="184404"/>
                </a:lnTo>
                <a:lnTo>
                  <a:pt x="211836" y="179832"/>
                </a:lnTo>
                <a:lnTo>
                  <a:pt x="217932" y="179832"/>
                </a:lnTo>
                <a:lnTo>
                  <a:pt x="255054" y="201218"/>
                </a:lnTo>
                <a:lnTo>
                  <a:pt x="262128" y="231648"/>
                </a:lnTo>
                <a:lnTo>
                  <a:pt x="261556" y="242557"/>
                </a:lnTo>
                <a:lnTo>
                  <a:pt x="248094" y="278968"/>
                </a:lnTo>
                <a:lnTo>
                  <a:pt x="211264" y="305181"/>
                </a:lnTo>
                <a:lnTo>
                  <a:pt x="185928" y="310896"/>
                </a:lnTo>
                <a:lnTo>
                  <a:pt x="185928" y="316992"/>
                </a:lnTo>
                <a:lnTo>
                  <a:pt x="275844" y="316992"/>
                </a:lnTo>
                <a:lnTo>
                  <a:pt x="275844" y="310896"/>
                </a:lnTo>
                <a:lnTo>
                  <a:pt x="269748" y="309372"/>
                </a:lnTo>
                <a:lnTo>
                  <a:pt x="265176" y="307848"/>
                </a:lnTo>
                <a:lnTo>
                  <a:pt x="262128" y="304800"/>
                </a:lnTo>
                <a:lnTo>
                  <a:pt x="260604" y="301752"/>
                </a:lnTo>
                <a:lnTo>
                  <a:pt x="260604" y="295656"/>
                </a:lnTo>
                <a:lnTo>
                  <a:pt x="263652" y="288036"/>
                </a:lnTo>
                <a:lnTo>
                  <a:pt x="266700" y="274320"/>
                </a:lnTo>
                <a:lnTo>
                  <a:pt x="269811" y="265798"/>
                </a:lnTo>
                <a:lnTo>
                  <a:pt x="272224" y="258699"/>
                </a:lnTo>
                <a:lnTo>
                  <a:pt x="273761" y="253326"/>
                </a:lnTo>
                <a:lnTo>
                  <a:pt x="275844" y="242316"/>
                </a:lnTo>
                <a:lnTo>
                  <a:pt x="275844" y="228600"/>
                </a:lnTo>
                <a:close/>
              </a:path>
            </a:pathLst>
          </a:custGeom>
          <a:solidFill>
            <a:srgbClr val="0099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65" name="Google Shape;8565;p11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851916" y="4759452"/>
            <a:ext cx="361187" cy="11125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66" name="Google Shape;8566;p115"/>
          <p:cNvGrpSpPr/>
          <p:nvPr/>
        </p:nvGrpSpPr>
        <p:grpSpPr>
          <a:xfrm>
            <a:off x="851916" y="3848100"/>
            <a:ext cx="280416" cy="803275"/>
            <a:chOff x="851916" y="3848100"/>
            <a:chExt cx="280416" cy="803275"/>
          </a:xfrm>
        </p:grpSpPr>
        <p:sp>
          <p:nvSpPr>
            <p:cNvPr id="8567" name="Google Shape;8567;p115"/>
            <p:cNvSpPr/>
            <p:nvPr/>
          </p:nvSpPr>
          <p:spPr>
            <a:xfrm>
              <a:off x="851916" y="4335780"/>
              <a:ext cx="276225" cy="315595"/>
            </a:xfrm>
            <a:custGeom>
              <a:rect b="b" l="l" r="r" t="t"/>
              <a:pathLst>
                <a:path extrusionOk="0" h="315595" w="276225">
                  <a:moveTo>
                    <a:pt x="275844" y="202692"/>
                  </a:moveTo>
                  <a:lnTo>
                    <a:pt x="269748" y="202692"/>
                  </a:lnTo>
                  <a:lnTo>
                    <a:pt x="269748" y="217932"/>
                  </a:lnTo>
                  <a:lnTo>
                    <a:pt x="268224" y="224028"/>
                  </a:lnTo>
                  <a:lnTo>
                    <a:pt x="265176" y="230124"/>
                  </a:lnTo>
                  <a:lnTo>
                    <a:pt x="263652" y="234696"/>
                  </a:lnTo>
                  <a:lnTo>
                    <a:pt x="257556" y="237744"/>
                  </a:lnTo>
                  <a:lnTo>
                    <a:pt x="253263" y="238874"/>
                  </a:lnTo>
                  <a:lnTo>
                    <a:pt x="247269" y="239839"/>
                  </a:lnTo>
                  <a:lnTo>
                    <a:pt x="239547" y="240538"/>
                  </a:lnTo>
                  <a:lnTo>
                    <a:pt x="230124" y="240792"/>
                  </a:lnTo>
                  <a:lnTo>
                    <a:pt x="146304" y="240792"/>
                  </a:lnTo>
                  <a:lnTo>
                    <a:pt x="146304" y="184404"/>
                  </a:lnTo>
                  <a:lnTo>
                    <a:pt x="147828" y="178308"/>
                  </a:lnTo>
                  <a:lnTo>
                    <a:pt x="150876" y="173736"/>
                  </a:lnTo>
                  <a:lnTo>
                    <a:pt x="152400" y="169164"/>
                  </a:lnTo>
                  <a:lnTo>
                    <a:pt x="156972" y="164592"/>
                  </a:lnTo>
                  <a:lnTo>
                    <a:pt x="161544" y="163068"/>
                  </a:lnTo>
                  <a:lnTo>
                    <a:pt x="166116" y="160020"/>
                  </a:lnTo>
                  <a:lnTo>
                    <a:pt x="173736" y="158496"/>
                  </a:lnTo>
                  <a:lnTo>
                    <a:pt x="184404" y="158496"/>
                  </a:lnTo>
                  <a:lnTo>
                    <a:pt x="184404" y="152400"/>
                  </a:lnTo>
                  <a:lnTo>
                    <a:pt x="94488" y="152400"/>
                  </a:lnTo>
                  <a:lnTo>
                    <a:pt x="94488" y="158496"/>
                  </a:lnTo>
                  <a:lnTo>
                    <a:pt x="105029" y="159956"/>
                  </a:lnTo>
                  <a:lnTo>
                    <a:pt x="113728" y="162115"/>
                  </a:lnTo>
                  <a:lnTo>
                    <a:pt x="132588" y="193548"/>
                  </a:lnTo>
                  <a:lnTo>
                    <a:pt x="132588" y="240792"/>
                  </a:lnTo>
                  <a:lnTo>
                    <a:pt x="25908" y="240792"/>
                  </a:lnTo>
                  <a:lnTo>
                    <a:pt x="25908" y="182880"/>
                  </a:lnTo>
                  <a:lnTo>
                    <a:pt x="33528" y="144780"/>
                  </a:lnTo>
                  <a:lnTo>
                    <a:pt x="42672" y="137160"/>
                  </a:lnTo>
                  <a:lnTo>
                    <a:pt x="47815" y="133997"/>
                  </a:lnTo>
                  <a:lnTo>
                    <a:pt x="54102" y="131254"/>
                  </a:lnTo>
                  <a:lnTo>
                    <a:pt x="61531" y="128803"/>
                  </a:lnTo>
                  <a:lnTo>
                    <a:pt x="70104" y="126492"/>
                  </a:lnTo>
                  <a:lnTo>
                    <a:pt x="70104" y="118872"/>
                  </a:lnTo>
                  <a:lnTo>
                    <a:pt x="12192" y="121920"/>
                  </a:lnTo>
                  <a:lnTo>
                    <a:pt x="12192" y="315468"/>
                  </a:lnTo>
                  <a:lnTo>
                    <a:pt x="18288" y="315468"/>
                  </a:lnTo>
                  <a:lnTo>
                    <a:pt x="18288" y="298704"/>
                  </a:lnTo>
                  <a:lnTo>
                    <a:pt x="19812" y="294132"/>
                  </a:lnTo>
                  <a:lnTo>
                    <a:pt x="22860" y="288036"/>
                  </a:lnTo>
                  <a:lnTo>
                    <a:pt x="25908" y="283464"/>
                  </a:lnTo>
                  <a:lnTo>
                    <a:pt x="28956" y="280416"/>
                  </a:lnTo>
                  <a:lnTo>
                    <a:pt x="32004" y="280416"/>
                  </a:lnTo>
                  <a:lnTo>
                    <a:pt x="36042" y="278663"/>
                  </a:lnTo>
                  <a:lnTo>
                    <a:pt x="41529" y="277749"/>
                  </a:lnTo>
                  <a:lnTo>
                    <a:pt x="48717" y="277418"/>
                  </a:lnTo>
                  <a:lnTo>
                    <a:pt x="230124" y="277368"/>
                  </a:lnTo>
                  <a:lnTo>
                    <a:pt x="241312" y="277660"/>
                  </a:lnTo>
                  <a:lnTo>
                    <a:pt x="269748" y="306324"/>
                  </a:lnTo>
                  <a:lnTo>
                    <a:pt x="269748" y="315468"/>
                  </a:lnTo>
                  <a:lnTo>
                    <a:pt x="275844" y="315468"/>
                  </a:lnTo>
                  <a:lnTo>
                    <a:pt x="275844" y="202692"/>
                  </a:lnTo>
                  <a:close/>
                </a:path>
                <a:path extrusionOk="0" h="315595" w="276225">
                  <a:moveTo>
                    <a:pt x="275844" y="0"/>
                  </a:moveTo>
                  <a:lnTo>
                    <a:pt x="269748" y="0"/>
                  </a:lnTo>
                  <a:lnTo>
                    <a:pt x="269748" y="15240"/>
                  </a:lnTo>
                  <a:lnTo>
                    <a:pt x="266700" y="18288"/>
                  </a:lnTo>
                  <a:lnTo>
                    <a:pt x="265176" y="22860"/>
                  </a:lnTo>
                  <a:lnTo>
                    <a:pt x="256032" y="27432"/>
                  </a:lnTo>
                  <a:lnTo>
                    <a:pt x="248412" y="28956"/>
                  </a:lnTo>
                  <a:lnTo>
                    <a:pt x="0" y="28956"/>
                  </a:lnTo>
                  <a:lnTo>
                    <a:pt x="0" y="38100"/>
                  </a:lnTo>
                  <a:lnTo>
                    <a:pt x="21336" y="89916"/>
                  </a:lnTo>
                  <a:lnTo>
                    <a:pt x="27432" y="86868"/>
                  </a:lnTo>
                  <a:lnTo>
                    <a:pt x="24384" y="77724"/>
                  </a:lnTo>
                  <a:lnTo>
                    <a:pt x="24384" y="71628"/>
                  </a:lnTo>
                  <a:lnTo>
                    <a:pt x="25908" y="68580"/>
                  </a:lnTo>
                  <a:lnTo>
                    <a:pt x="27432" y="67056"/>
                  </a:lnTo>
                  <a:lnTo>
                    <a:pt x="28956" y="64008"/>
                  </a:lnTo>
                  <a:lnTo>
                    <a:pt x="32004" y="62484"/>
                  </a:lnTo>
                  <a:lnTo>
                    <a:pt x="36576" y="62484"/>
                  </a:lnTo>
                  <a:lnTo>
                    <a:pt x="41668" y="61607"/>
                  </a:lnTo>
                  <a:lnTo>
                    <a:pt x="49911" y="61150"/>
                  </a:lnTo>
                  <a:lnTo>
                    <a:pt x="74676" y="60960"/>
                  </a:lnTo>
                  <a:lnTo>
                    <a:pt x="248412" y="60960"/>
                  </a:lnTo>
                  <a:lnTo>
                    <a:pt x="254508" y="62484"/>
                  </a:lnTo>
                  <a:lnTo>
                    <a:pt x="263652" y="65532"/>
                  </a:lnTo>
                  <a:lnTo>
                    <a:pt x="268224" y="70104"/>
                  </a:lnTo>
                  <a:lnTo>
                    <a:pt x="269748" y="73152"/>
                  </a:lnTo>
                  <a:lnTo>
                    <a:pt x="269748" y="86868"/>
                  </a:lnTo>
                  <a:lnTo>
                    <a:pt x="275844" y="86868"/>
                  </a:lnTo>
                  <a:lnTo>
                    <a:pt x="275844" y="0"/>
                  </a:lnTo>
                  <a:close/>
                </a:path>
              </a:pathLst>
            </a:custGeom>
            <a:solidFill>
              <a:srgbClr val="0099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568" name="Google Shape;8568;p115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44880" y="4142232"/>
              <a:ext cx="187452" cy="1706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569" name="Google Shape;8569;p115"/>
            <p:cNvSpPr/>
            <p:nvPr/>
          </p:nvSpPr>
          <p:spPr>
            <a:xfrm>
              <a:off x="949452" y="3848100"/>
              <a:ext cx="182880" cy="279400"/>
            </a:xfrm>
            <a:custGeom>
              <a:rect b="b" l="l" r="r" t="t"/>
              <a:pathLst>
                <a:path extrusionOk="0" h="279400" w="182880">
                  <a:moveTo>
                    <a:pt x="6096" y="278892"/>
                  </a:moveTo>
                  <a:lnTo>
                    <a:pt x="0" y="278892"/>
                  </a:lnTo>
                  <a:lnTo>
                    <a:pt x="0" y="202692"/>
                  </a:lnTo>
                  <a:lnTo>
                    <a:pt x="6096" y="202692"/>
                  </a:lnTo>
                  <a:lnTo>
                    <a:pt x="7620" y="210312"/>
                  </a:lnTo>
                  <a:lnTo>
                    <a:pt x="7620" y="214884"/>
                  </a:lnTo>
                  <a:lnTo>
                    <a:pt x="10668" y="216408"/>
                  </a:lnTo>
                  <a:lnTo>
                    <a:pt x="12192" y="219456"/>
                  </a:lnTo>
                  <a:lnTo>
                    <a:pt x="27432" y="219456"/>
                  </a:lnTo>
                  <a:lnTo>
                    <a:pt x="33528" y="216408"/>
                  </a:lnTo>
                  <a:lnTo>
                    <a:pt x="132588" y="179832"/>
                  </a:lnTo>
                  <a:lnTo>
                    <a:pt x="53340" y="141732"/>
                  </a:lnTo>
                  <a:lnTo>
                    <a:pt x="27432" y="152400"/>
                  </a:lnTo>
                  <a:lnTo>
                    <a:pt x="18288" y="155448"/>
                  </a:lnTo>
                  <a:lnTo>
                    <a:pt x="13716" y="160020"/>
                  </a:lnTo>
                  <a:lnTo>
                    <a:pt x="10668" y="164592"/>
                  </a:lnTo>
                  <a:lnTo>
                    <a:pt x="7620" y="167640"/>
                  </a:lnTo>
                  <a:lnTo>
                    <a:pt x="7620" y="173736"/>
                  </a:lnTo>
                  <a:lnTo>
                    <a:pt x="6096" y="181356"/>
                  </a:lnTo>
                  <a:lnTo>
                    <a:pt x="0" y="181356"/>
                  </a:lnTo>
                  <a:lnTo>
                    <a:pt x="0" y="96011"/>
                  </a:lnTo>
                  <a:lnTo>
                    <a:pt x="6096" y="96011"/>
                  </a:lnTo>
                  <a:lnTo>
                    <a:pt x="7620" y="105156"/>
                  </a:lnTo>
                  <a:lnTo>
                    <a:pt x="9144" y="112775"/>
                  </a:lnTo>
                  <a:lnTo>
                    <a:pt x="12192" y="115823"/>
                  </a:lnTo>
                  <a:lnTo>
                    <a:pt x="13716" y="118872"/>
                  </a:lnTo>
                  <a:lnTo>
                    <a:pt x="18288" y="120396"/>
                  </a:lnTo>
                  <a:lnTo>
                    <a:pt x="25908" y="120396"/>
                  </a:lnTo>
                  <a:lnTo>
                    <a:pt x="27432" y="118872"/>
                  </a:lnTo>
                  <a:lnTo>
                    <a:pt x="30480" y="118872"/>
                  </a:lnTo>
                  <a:lnTo>
                    <a:pt x="131064" y="76199"/>
                  </a:lnTo>
                  <a:lnTo>
                    <a:pt x="33528" y="38099"/>
                  </a:lnTo>
                  <a:lnTo>
                    <a:pt x="27432" y="35052"/>
                  </a:lnTo>
                  <a:lnTo>
                    <a:pt x="21336" y="33528"/>
                  </a:lnTo>
                  <a:lnTo>
                    <a:pt x="13716" y="33528"/>
                  </a:lnTo>
                  <a:lnTo>
                    <a:pt x="9144" y="38099"/>
                  </a:lnTo>
                  <a:lnTo>
                    <a:pt x="7620" y="41148"/>
                  </a:lnTo>
                  <a:lnTo>
                    <a:pt x="6096" y="45720"/>
                  </a:lnTo>
                  <a:lnTo>
                    <a:pt x="6096" y="53340"/>
                  </a:lnTo>
                  <a:lnTo>
                    <a:pt x="0" y="53340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8382" y="7453"/>
                  </a:lnTo>
                  <a:lnTo>
                    <a:pt x="12954" y="13906"/>
                  </a:lnTo>
                  <a:lnTo>
                    <a:pt x="19812" y="19502"/>
                  </a:lnTo>
                  <a:lnTo>
                    <a:pt x="28956" y="24384"/>
                  </a:lnTo>
                  <a:lnTo>
                    <a:pt x="182879" y="82296"/>
                  </a:lnTo>
                  <a:lnTo>
                    <a:pt x="182879" y="88392"/>
                  </a:lnTo>
                  <a:lnTo>
                    <a:pt x="68580" y="135636"/>
                  </a:lnTo>
                  <a:lnTo>
                    <a:pt x="182879" y="190500"/>
                  </a:lnTo>
                  <a:lnTo>
                    <a:pt x="182879" y="193548"/>
                  </a:lnTo>
                  <a:lnTo>
                    <a:pt x="33528" y="249936"/>
                  </a:lnTo>
                  <a:lnTo>
                    <a:pt x="18288" y="257556"/>
                  </a:lnTo>
                  <a:lnTo>
                    <a:pt x="10668" y="265176"/>
                  </a:lnTo>
                  <a:lnTo>
                    <a:pt x="7620" y="271272"/>
                  </a:lnTo>
                  <a:lnTo>
                    <a:pt x="6096" y="278892"/>
                  </a:lnTo>
                  <a:close/>
                </a:path>
              </a:pathLst>
            </a:custGeom>
            <a:solidFill>
              <a:srgbClr val="0099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570" name="Google Shape;8570;p115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562100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571" name="Google Shape;8571;p115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98091" y="8484107"/>
            <a:ext cx="198120" cy="207263"/>
          </a:xfrm>
          <a:prstGeom prst="rect">
            <a:avLst/>
          </a:prstGeom>
          <a:noFill/>
          <a:ln>
            <a:noFill/>
          </a:ln>
        </p:spPr>
      </p:pic>
      <p:sp>
        <p:nvSpPr>
          <p:cNvPr id="8572" name="Google Shape;8572;p115"/>
          <p:cNvSpPr/>
          <p:nvPr/>
        </p:nvSpPr>
        <p:spPr>
          <a:xfrm>
            <a:off x="1488948" y="7653528"/>
            <a:ext cx="210820" cy="582295"/>
          </a:xfrm>
          <a:custGeom>
            <a:rect b="b" l="l" r="r" t="t"/>
            <a:pathLst>
              <a:path extrusionOk="0" h="582295" w="210819">
                <a:moveTo>
                  <a:pt x="207264" y="313944"/>
                </a:moveTo>
                <a:lnTo>
                  <a:pt x="202692" y="313944"/>
                </a:lnTo>
                <a:lnTo>
                  <a:pt x="202692" y="320040"/>
                </a:lnTo>
                <a:lnTo>
                  <a:pt x="201168" y="324612"/>
                </a:lnTo>
                <a:lnTo>
                  <a:pt x="199644" y="326136"/>
                </a:lnTo>
                <a:lnTo>
                  <a:pt x="199644" y="329184"/>
                </a:lnTo>
                <a:lnTo>
                  <a:pt x="196596" y="330708"/>
                </a:lnTo>
                <a:lnTo>
                  <a:pt x="195072" y="332232"/>
                </a:lnTo>
                <a:lnTo>
                  <a:pt x="192024" y="333756"/>
                </a:lnTo>
                <a:lnTo>
                  <a:pt x="129540" y="333756"/>
                </a:lnTo>
                <a:lnTo>
                  <a:pt x="118084" y="334022"/>
                </a:lnTo>
                <a:lnTo>
                  <a:pt x="80772" y="342900"/>
                </a:lnTo>
                <a:lnTo>
                  <a:pt x="70104" y="361188"/>
                </a:lnTo>
                <a:lnTo>
                  <a:pt x="70104" y="374904"/>
                </a:lnTo>
                <a:lnTo>
                  <a:pt x="97536" y="414528"/>
                </a:lnTo>
                <a:lnTo>
                  <a:pt x="0" y="414528"/>
                </a:lnTo>
                <a:lnTo>
                  <a:pt x="0" y="422148"/>
                </a:lnTo>
                <a:lnTo>
                  <a:pt x="16764" y="461772"/>
                </a:lnTo>
                <a:lnTo>
                  <a:pt x="21336" y="460248"/>
                </a:lnTo>
                <a:lnTo>
                  <a:pt x="18288" y="451104"/>
                </a:lnTo>
                <a:lnTo>
                  <a:pt x="18288" y="446532"/>
                </a:lnTo>
                <a:lnTo>
                  <a:pt x="21336" y="443484"/>
                </a:lnTo>
                <a:lnTo>
                  <a:pt x="21336" y="441960"/>
                </a:lnTo>
                <a:lnTo>
                  <a:pt x="24384" y="440436"/>
                </a:lnTo>
                <a:lnTo>
                  <a:pt x="27432" y="440436"/>
                </a:lnTo>
                <a:lnTo>
                  <a:pt x="31737" y="439559"/>
                </a:lnTo>
                <a:lnTo>
                  <a:pt x="37909" y="439102"/>
                </a:lnTo>
                <a:lnTo>
                  <a:pt x="56388" y="438912"/>
                </a:lnTo>
                <a:lnTo>
                  <a:pt x="190500" y="438912"/>
                </a:lnTo>
                <a:lnTo>
                  <a:pt x="196596" y="441960"/>
                </a:lnTo>
                <a:lnTo>
                  <a:pt x="199644" y="445008"/>
                </a:lnTo>
                <a:lnTo>
                  <a:pt x="201168" y="448056"/>
                </a:lnTo>
                <a:lnTo>
                  <a:pt x="202692" y="452628"/>
                </a:lnTo>
                <a:lnTo>
                  <a:pt x="202692" y="458724"/>
                </a:lnTo>
                <a:lnTo>
                  <a:pt x="207264" y="458724"/>
                </a:lnTo>
                <a:lnTo>
                  <a:pt x="207264" y="394716"/>
                </a:lnTo>
                <a:lnTo>
                  <a:pt x="202692" y="394716"/>
                </a:lnTo>
                <a:lnTo>
                  <a:pt x="202692" y="400812"/>
                </a:lnTo>
                <a:lnTo>
                  <a:pt x="201168" y="405384"/>
                </a:lnTo>
                <a:lnTo>
                  <a:pt x="199644" y="408432"/>
                </a:lnTo>
                <a:lnTo>
                  <a:pt x="198120" y="409956"/>
                </a:lnTo>
                <a:lnTo>
                  <a:pt x="196596" y="413004"/>
                </a:lnTo>
                <a:lnTo>
                  <a:pt x="193548" y="413004"/>
                </a:lnTo>
                <a:lnTo>
                  <a:pt x="192024" y="414528"/>
                </a:lnTo>
                <a:lnTo>
                  <a:pt x="106680" y="414528"/>
                </a:lnTo>
                <a:lnTo>
                  <a:pt x="99060" y="406908"/>
                </a:lnTo>
                <a:lnTo>
                  <a:pt x="94488" y="400812"/>
                </a:lnTo>
                <a:lnTo>
                  <a:pt x="91440" y="396240"/>
                </a:lnTo>
                <a:lnTo>
                  <a:pt x="89916" y="390144"/>
                </a:lnTo>
                <a:lnTo>
                  <a:pt x="88392" y="385572"/>
                </a:lnTo>
                <a:lnTo>
                  <a:pt x="88392" y="374904"/>
                </a:lnTo>
                <a:lnTo>
                  <a:pt x="89916" y="371856"/>
                </a:lnTo>
                <a:lnTo>
                  <a:pt x="91440" y="367284"/>
                </a:lnTo>
                <a:lnTo>
                  <a:pt x="129540" y="358140"/>
                </a:lnTo>
                <a:lnTo>
                  <a:pt x="190500" y="358140"/>
                </a:lnTo>
                <a:lnTo>
                  <a:pt x="195072" y="359664"/>
                </a:lnTo>
                <a:lnTo>
                  <a:pt x="198120" y="361188"/>
                </a:lnTo>
                <a:lnTo>
                  <a:pt x="199644" y="362712"/>
                </a:lnTo>
                <a:lnTo>
                  <a:pt x="202692" y="368808"/>
                </a:lnTo>
                <a:lnTo>
                  <a:pt x="202692" y="377952"/>
                </a:lnTo>
                <a:lnTo>
                  <a:pt x="207264" y="377952"/>
                </a:lnTo>
                <a:lnTo>
                  <a:pt x="207264" y="313944"/>
                </a:lnTo>
                <a:close/>
              </a:path>
              <a:path extrusionOk="0" h="582295" w="210819">
                <a:moveTo>
                  <a:pt x="210299" y="213360"/>
                </a:moveTo>
                <a:lnTo>
                  <a:pt x="188963" y="182880"/>
                </a:lnTo>
                <a:lnTo>
                  <a:pt x="181343" y="182880"/>
                </a:lnTo>
                <a:lnTo>
                  <a:pt x="185915" y="188976"/>
                </a:lnTo>
                <a:lnTo>
                  <a:pt x="188963" y="192024"/>
                </a:lnTo>
                <a:lnTo>
                  <a:pt x="190487" y="195072"/>
                </a:lnTo>
                <a:lnTo>
                  <a:pt x="192011" y="195072"/>
                </a:lnTo>
                <a:lnTo>
                  <a:pt x="192011" y="201168"/>
                </a:lnTo>
                <a:lnTo>
                  <a:pt x="190487" y="202692"/>
                </a:lnTo>
                <a:lnTo>
                  <a:pt x="188963" y="202692"/>
                </a:lnTo>
                <a:lnTo>
                  <a:pt x="187439" y="204216"/>
                </a:lnTo>
                <a:lnTo>
                  <a:pt x="184391" y="204216"/>
                </a:lnTo>
                <a:lnTo>
                  <a:pt x="181343" y="205740"/>
                </a:lnTo>
                <a:lnTo>
                  <a:pt x="107657" y="205740"/>
                </a:lnTo>
                <a:lnTo>
                  <a:pt x="99428" y="206121"/>
                </a:lnTo>
                <a:lnTo>
                  <a:pt x="93954" y="207035"/>
                </a:lnTo>
                <a:lnTo>
                  <a:pt x="89903" y="208788"/>
                </a:lnTo>
                <a:lnTo>
                  <a:pt x="83807" y="210312"/>
                </a:lnTo>
                <a:lnTo>
                  <a:pt x="70243" y="245897"/>
                </a:lnTo>
                <a:lnTo>
                  <a:pt x="70345" y="254508"/>
                </a:lnTo>
                <a:lnTo>
                  <a:pt x="86474" y="290995"/>
                </a:lnTo>
                <a:lnTo>
                  <a:pt x="103619" y="298704"/>
                </a:lnTo>
                <a:lnTo>
                  <a:pt x="108191" y="298704"/>
                </a:lnTo>
                <a:lnTo>
                  <a:pt x="112763" y="297180"/>
                </a:lnTo>
                <a:lnTo>
                  <a:pt x="117335" y="292608"/>
                </a:lnTo>
                <a:lnTo>
                  <a:pt x="118859" y="289560"/>
                </a:lnTo>
                <a:lnTo>
                  <a:pt x="118859" y="281940"/>
                </a:lnTo>
                <a:lnTo>
                  <a:pt x="112763" y="275844"/>
                </a:lnTo>
                <a:lnTo>
                  <a:pt x="108191" y="274320"/>
                </a:lnTo>
                <a:lnTo>
                  <a:pt x="91427" y="274320"/>
                </a:lnTo>
                <a:lnTo>
                  <a:pt x="86855" y="272796"/>
                </a:lnTo>
                <a:lnTo>
                  <a:pt x="83807" y="268224"/>
                </a:lnTo>
                <a:lnTo>
                  <a:pt x="80759" y="265176"/>
                </a:lnTo>
                <a:lnTo>
                  <a:pt x="79298" y="260781"/>
                </a:lnTo>
                <a:lnTo>
                  <a:pt x="104863" y="230441"/>
                </a:lnTo>
                <a:lnTo>
                  <a:pt x="114287" y="230124"/>
                </a:lnTo>
                <a:lnTo>
                  <a:pt x="120383" y="230124"/>
                </a:lnTo>
                <a:lnTo>
                  <a:pt x="120497" y="230441"/>
                </a:lnTo>
                <a:lnTo>
                  <a:pt x="126085" y="245897"/>
                </a:lnTo>
                <a:lnTo>
                  <a:pt x="145440" y="285203"/>
                </a:lnTo>
                <a:lnTo>
                  <a:pt x="169151" y="303276"/>
                </a:lnTo>
                <a:lnTo>
                  <a:pt x="176771" y="303276"/>
                </a:lnTo>
                <a:lnTo>
                  <a:pt x="210299" y="280416"/>
                </a:lnTo>
                <a:lnTo>
                  <a:pt x="210299" y="278892"/>
                </a:lnTo>
                <a:lnTo>
                  <a:pt x="210299" y="265176"/>
                </a:lnTo>
                <a:lnTo>
                  <a:pt x="192011" y="235991"/>
                </a:lnTo>
                <a:lnTo>
                  <a:pt x="192011" y="259080"/>
                </a:lnTo>
                <a:lnTo>
                  <a:pt x="192011" y="263652"/>
                </a:lnTo>
                <a:lnTo>
                  <a:pt x="185915" y="272796"/>
                </a:lnTo>
                <a:lnTo>
                  <a:pt x="181343" y="275844"/>
                </a:lnTo>
                <a:lnTo>
                  <a:pt x="175247" y="278892"/>
                </a:lnTo>
                <a:lnTo>
                  <a:pt x="163055" y="278892"/>
                </a:lnTo>
                <a:lnTo>
                  <a:pt x="158483" y="277368"/>
                </a:lnTo>
                <a:lnTo>
                  <a:pt x="149339" y="271272"/>
                </a:lnTo>
                <a:lnTo>
                  <a:pt x="144767" y="265176"/>
                </a:lnTo>
                <a:lnTo>
                  <a:pt x="141719" y="257556"/>
                </a:lnTo>
                <a:lnTo>
                  <a:pt x="139395" y="253276"/>
                </a:lnTo>
                <a:lnTo>
                  <a:pt x="139293" y="253060"/>
                </a:lnTo>
                <a:lnTo>
                  <a:pt x="136766" y="247269"/>
                </a:lnTo>
                <a:lnTo>
                  <a:pt x="133464" y="239293"/>
                </a:lnTo>
                <a:lnTo>
                  <a:pt x="129527" y="230124"/>
                </a:lnTo>
                <a:lnTo>
                  <a:pt x="178295" y="230124"/>
                </a:lnTo>
                <a:lnTo>
                  <a:pt x="184302" y="238721"/>
                </a:lnTo>
                <a:lnTo>
                  <a:pt x="188582" y="246316"/>
                </a:lnTo>
                <a:lnTo>
                  <a:pt x="191160" y="253060"/>
                </a:lnTo>
                <a:lnTo>
                  <a:pt x="191185" y="253276"/>
                </a:lnTo>
                <a:lnTo>
                  <a:pt x="192011" y="259080"/>
                </a:lnTo>
                <a:lnTo>
                  <a:pt x="192011" y="235991"/>
                </a:lnTo>
                <a:lnTo>
                  <a:pt x="187439" y="230124"/>
                </a:lnTo>
                <a:lnTo>
                  <a:pt x="195059" y="230124"/>
                </a:lnTo>
                <a:lnTo>
                  <a:pt x="201155" y="228600"/>
                </a:lnTo>
                <a:lnTo>
                  <a:pt x="204203" y="225552"/>
                </a:lnTo>
                <a:lnTo>
                  <a:pt x="208775" y="222504"/>
                </a:lnTo>
                <a:lnTo>
                  <a:pt x="210299" y="219456"/>
                </a:lnTo>
                <a:lnTo>
                  <a:pt x="210299" y="213360"/>
                </a:lnTo>
                <a:close/>
              </a:path>
              <a:path extrusionOk="0" h="582295" w="210819">
                <a:moveTo>
                  <a:pt x="210312" y="524256"/>
                </a:moveTo>
                <a:lnTo>
                  <a:pt x="187998" y="483323"/>
                </a:lnTo>
                <a:lnTo>
                  <a:pt x="153924" y="469392"/>
                </a:lnTo>
                <a:lnTo>
                  <a:pt x="152400" y="472440"/>
                </a:lnTo>
                <a:lnTo>
                  <a:pt x="160705" y="476110"/>
                </a:lnTo>
                <a:lnTo>
                  <a:pt x="167449" y="480060"/>
                </a:lnTo>
                <a:lnTo>
                  <a:pt x="185928" y="513588"/>
                </a:lnTo>
                <a:lnTo>
                  <a:pt x="184785" y="523544"/>
                </a:lnTo>
                <a:lnTo>
                  <a:pt x="158203" y="552246"/>
                </a:lnTo>
                <a:lnTo>
                  <a:pt x="126492" y="559308"/>
                </a:lnTo>
                <a:lnTo>
                  <a:pt x="115633" y="558482"/>
                </a:lnTo>
                <a:lnTo>
                  <a:pt x="81724" y="536638"/>
                </a:lnTo>
                <a:lnTo>
                  <a:pt x="79248" y="522732"/>
                </a:lnTo>
                <a:lnTo>
                  <a:pt x="79248" y="518160"/>
                </a:lnTo>
                <a:lnTo>
                  <a:pt x="80772" y="512064"/>
                </a:lnTo>
                <a:lnTo>
                  <a:pt x="86868" y="505968"/>
                </a:lnTo>
                <a:lnTo>
                  <a:pt x="96012" y="502920"/>
                </a:lnTo>
                <a:lnTo>
                  <a:pt x="102108" y="502920"/>
                </a:lnTo>
                <a:lnTo>
                  <a:pt x="106680" y="501396"/>
                </a:lnTo>
                <a:lnTo>
                  <a:pt x="108204" y="499872"/>
                </a:lnTo>
                <a:lnTo>
                  <a:pt x="112776" y="496824"/>
                </a:lnTo>
                <a:lnTo>
                  <a:pt x="114300" y="492252"/>
                </a:lnTo>
                <a:lnTo>
                  <a:pt x="114300" y="483108"/>
                </a:lnTo>
                <a:lnTo>
                  <a:pt x="111252" y="477012"/>
                </a:lnTo>
                <a:lnTo>
                  <a:pt x="108204" y="473964"/>
                </a:lnTo>
                <a:lnTo>
                  <a:pt x="94488" y="473964"/>
                </a:lnTo>
                <a:lnTo>
                  <a:pt x="86868" y="477012"/>
                </a:lnTo>
                <a:lnTo>
                  <a:pt x="80772" y="486156"/>
                </a:lnTo>
                <a:lnTo>
                  <a:pt x="75882" y="492658"/>
                </a:lnTo>
                <a:lnTo>
                  <a:pt x="72580" y="500443"/>
                </a:lnTo>
                <a:lnTo>
                  <a:pt x="70688" y="509092"/>
                </a:lnTo>
                <a:lnTo>
                  <a:pt x="70104" y="518160"/>
                </a:lnTo>
                <a:lnTo>
                  <a:pt x="71259" y="531075"/>
                </a:lnTo>
                <a:lnTo>
                  <a:pt x="99910" y="571246"/>
                </a:lnTo>
                <a:lnTo>
                  <a:pt x="140208" y="582168"/>
                </a:lnTo>
                <a:lnTo>
                  <a:pt x="155346" y="581050"/>
                </a:lnTo>
                <a:lnTo>
                  <a:pt x="190500" y="565404"/>
                </a:lnTo>
                <a:lnTo>
                  <a:pt x="209143" y="535406"/>
                </a:lnTo>
                <a:lnTo>
                  <a:pt x="210312" y="524256"/>
                </a:lnTo>
                <a:close/>
              </a:path>
              <a:path extrusionOk="0" h="582295" w="210819">
                <a:moveTo>
                  <a:pt x="210312" y="27432"/>
                </a:moveTo>
                <a:lnTo>
                  <a:pt x="181356" y="0"/>
                </a:lnTo>
                <a:lnTo>
                  <a:pt x="181356" y="6096"/>
                </a:lnTo>
                <a:lnTo>
                  <a:pt x="184404" y="7620"/>
                </a:lnTo>
                <a:lnTo>
                  <a:pt x="187452" y="10668"/>
                </a:lnTo>
                <a:lnTo>
                  <a:pt x="188976" y="13716"/>
                </a:lnTo>
                <a:lnTo>
                  <a:pt x="190500" y="15240"/>
                </a:lnTo>
                <a:lnTo>
                  <a:pt x="192024" y="18288"/>
                </a:lnTo>
                <a:lnTo>
                  <a:pt x="192024" y="25908"/>
                </a:lnTo>
                <a:lnTo>
                  <a:pt x="190500" y="28956"/>
                </a:lnTo>
                <a:lnTo>
                  <a:pt x="187452" y="32004"/>
                </a:lnTo>
                <a:lnTo>
                  <a:pt x="184404" y="33528"/>
                </a:lnTo>
                <a:lnTo>
                  <a:pt x="178308" y="35052"/>
                </a:lnTo>
                <a:lnTo>
                  <a:pt x="82296" y="35052"/>
                </a:lnTo>
                <a:lnTo>
                  <a:pt x="82296" y="4572"/>
                </a:lnTo>
                <a:lnTo>
                  <a:pt x="73152" y="4572"/>
                </a:lnTo>
                <a:lnTo>
                  <a:pt x="73152" y="35052"/>
                </a:lnTo>
                <a:lnTo>
                  <a:pt x="28956" y="35052"/>
                </a:lnTo>
                <a:lnTo>
                  <a:pt x="28956" y="38100"/>
                </a:lnTo>
                <a:lnTo>
                  <a:pt x="38100" y="42672"/>
                </a:lnTo>
                <a:lnTo>
                  <a:pt x="45720" y="45720"/>
                </a:lnTo>
                <a:lnTo>
                  <a:pt x="48768" y="48768"/>
                </a:lnTo>
                <a:lnTo>
                  <a:pt x="56388" y="53340"/>
                </a:lnTo>
                <a:lnTo>
                  <a:pt x="62484" y="57912"/>
                </a:lnTo>
                <a:lnTo>
                  <a:pt x="76200" y="76200"/>
                </a:lnTo>
                <a:lnTo>
                  <a:pt x="77724" y="82296"/>
                </a:lnTo>
                <a:lnTo>
                  <a:pt x="79235" y="82296"/>
                </a:lnTo>
                <a:lnTo>
                  <a:pt x="71615" y="89916"/>
                </a:lnTo>
                <a:lnTo>
                  <a:pt x="70091" y="94488"/>
                </a:lnTo>
                <a:lnTo>
                  <a:pt x="70091" y="99060"/>
                </a:lnTo>
                <a:lnTo>
                  <a:pt x="72097" y="107950"/>
                </a:lnTo>
                <a:lnTo>
                  <a:pt x="78092" y="116395"/>
                </a:lnTo>
                <a:lnTo>
                  <a:pt x="88099" y="124574"/>
                </a:lnTo>
                <a:lnTo>
                  <a:pt x="102095" y="132588"/>
                </a:lnTo>
                <a:lnTo>
                  <a:pt x="70091" y="132588"/>
                </a:lnTo>
                <a:lnTo>
                  <a:pt x="70091" y="138684"/>
                </a:lnTo>
                <a:lnTo>
                  <a:pt x="86855" y="179832"/>
                </a:lnTo>
                <a:lnTo>
                  <a:pt x="91427" y="178308"/>
                </a:lnTo>
                <a:lnTo>
                  <a:pt x="89903" y="175260"/>
                </a:lnTo>
                <a:lnTo>
                  <a:pt x="88379" y="170688"/>
                </a:lnTo>
                <a:lnTo>
                  <a:pt x="88379" y="166116"/>
                </a:lnTo>
                <a:lnTo>
                  <a:pt x="89903" y="163068"/>
                </a:lnTo>
                <a:lnTo>
                  <a:pt x="94475" y="158496"/>
                </a:lnTo>
                <a:lnTo>
                  <a:pt x="97523" y="158496"/>
                </a:lnTo>
                <a:lnTo>
                  <a:pt x="100977" y="157619"/>
                </a:lnTo>
                <a:lnTo>
                  <a:pt x="106857" y="157162"/>
                </a:lnTo>
                <a:lnTo>
                  <a:pt x="126479" y="156972"/>
                </a:lnTo>
                <a:lnTo>
                  <a:pt x="188963" y="156972"/>
                </a:lnTo>
                <a:lnTo>
                  <a:pt x="192011" y="158496"/>
                </a:lnTo>
                <a:lnTo>
                  <a:pt x="195059" y="158496"/>
                </a:lnTo>
                <a:lnTo>
                  <a:pt x="198107" y="160020"/>
                </a:lnTo>
                <a:lnTo>
                  <a:pt x="201155" y="166116"/>
                </a:lnTo>
                <a:lnTo>
                  <a:pt x="202679" y="170688"/>
                </a:lnTo>
                <a:lnTo>
                  <a:pt x="202679" y="176784"/>
                </a:lnTo>
                <a:lnTo>
                  <a:pt x="207251" y="176784"/>
                </a:lnTo>
                <a:lnTo>
                  <a:pt x="207251" y="108204"/>
                </a:lnTo>
                <a:lnTo>
                  <a:pt x="202679" y="108204"/>
                </a:lnTo>
                <a:lnTo>
                  <a:pt x="202679" y="114300"/>
                </a:lnTo>
                <a:lnTo>
                  <a:pt x="201155" y="120396"/>
                </a:lnTo>
                <a:lnTo>
                  <a:pt x="198107" y="126492"/>
                </a:lnTo>
                <a:lnTo>
                  <a:pt x="195059" y="128016"/>
                </a:lnTo>
                <a:lnTo>
                  <a:pt x="193535" y="129540"/>
                </a:lnTo>
                <a:lnTo>
                  <a:pt x="188963" y="132588"/>
                </a:lnTo>
                <a:lnTo>
                  <a:pt x="114287" y="132588"/>
                </a:lnTo>
                <a:lnTo>
                  <a:pt x="105143" y="128016"/>
                </a:lnTo>
                <a:lnTo>
                  <a:pt x="97523" y="123444"/>
                </a:lnTo>
                <a:lnTo>
                  <a:pt x="94475" y="118872"/>
                </a:lnTo>
                <a:lnTo>
                  <a:pt x="91427" y="115824"/>
                </a:lnTo>
                <a:lnTo>
                  <a:pt x="91427" y="111252"/>
                </a:lnTo>
                <a:lnTo>
                  <a:pt x="92951" y="108204"/>
                </a:lnTo>
                <a:lnTo>
                  <a:pt x="95999" y="103632"/>
                </a:lnTo>
                <a:lnTo>
                  <a:pt x="100571" y="99060"/>
                </a:lnTo>
                <a:lnTo>
                  <a:pt x="102095" y="96012"/>
                </a:lnTo>
                <a:lnTo>
                  <a:pt x="102095" y="89916"/>
                </a:lnTo>
                <a:lnTo>
                  <a:pt x="100571" y="86868"/>
                </a:lnTo>
                <a:lnTo>
                  <a:pt x="97523" y="85344"/>
                </a:lnTo>
                <a:lnTo>
                  <a:pt x="94475" y="82296"/>
                </a:lnTo>
                <a:lnTo>
                  <a:pt x="91427" y="80772"/>
                </a:lnTo>
                <a:lnTo>
                  <a:pt x="82296" y="80772"/>
                </a:lnTo>
                <a:lnTo>
                  <a:pt x="82296" y="59436"/>
                </a:lnTo>
                <a:lnTo>
                  <a:pt x="182880" y="59436"/>
                </a:lnTo>
                <a:lnTo>
                  <a:pt x="190500" y="57912"/>
                </a:lnTo>
                <a:lnTo>
                  <a:pt x="199644" y="54864"/>
                </a:lnTo>
                <a:lnTo>
                  <a:pt x="204216" y="51816"/>
                </a:lnTo>
                <a:lnTo>
                  <a:pt x="205740" y="47244"/>
                </a:lnTo>
                <a:lnTo>
                  <a:pt x="208788" y="42672"/>
                </a:lnTo>
                <a:lnTo>
                  <a:pt x="210312" y="38100"/>
                </a:lnTo>
                <a:lnTo>
                  <a:pt x="210312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73" name="Google Shape;8573;p115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488948" y="6484620"/>
            <a:ext cx="210312" cy="9204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74" name="Google Shape;8574;p115"/>
          <p:cNvGrpSpPr/>
          <p:nvPr/>
        </p:nvGrpSpPr>
        <p:grpSpPr>
          <a:xfrm>
            <a:off x="1488948" y="5960364"/>
            <a:ext cx="210311" cy="268224"/>
            <a:chOff x="1488948" y="5960364"/>
            <a:chExt cx="210311" cy="268224"/>
          </a:xfrm>
        </p:grpSpPr>
        <p:pic>
          <p:nvPicPr>
            <p:cNvPr id="8575" name="Google Shape;8575;p115"/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559051" y="6100572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76" name="Google Shape;8576;p115"/>
            <p:cNvPicPr preferRelativeResize="0"/>
            <p:nvPr/>
          </p:nvPicPr>
          <p:blipFill rotWithShape="1">
            <a:blip r:embed="rId9">
              <a:alphaModFix/>
            </a:blip>
            <a:srcRect b="0" l="0" r="0" t="0"/>
            <a:stretch/>
          </p:blipFill>
          <p:spPr>
            <a:xfrm>
              <a:off x="1488948" y="5960364"/>
              <a:ext cx="207264" cy="11887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577" name="Google Shape;8577;p115"/>
          <p:cNvSpPr/>
          <p:nvPr/>
        </p:nvSpPr>
        <p:spPr>
          <a:xfrm>
            <a:off x="1488948" y="5172456"/>
            <a:ext cx="210820" cy="582295"/>
          </a:xfrm>
          <a:custGeom>
            <a:rect b="b" l="l" r="r" t="t"/>
            <a:pathLst>
              <a:path extrusionOk="0" h="582295" w="210819">
                <a:moveTo>
                  <a:pt x="207251" y="283464"/>
                </a:moveTo>
                <a:lnTo>
                  <a:pt x="202679" y="283464"/>
                </a:lnTo>
                <a:lnTo>
                  <a:pt x="202679" y="289560"/>
                </a:lnTo>
                <a:lnTo>
                  <a:pt x="201155" y="294132"/>
                </a:lnTo>
                <a:lnTo>
                  <a:pt x="198107" y="300228"/>
                </a:lnTo>
                <a:lnTo>
                  <a:pt x="193535" y="304800"/>
                </a:lnTo>
                <a:lnTo>
                  <a:pt x="184391" y="307848"/>
                </a:lnTo>
                <a:lnTo>
                  <a:pt x="114287" y="307848"/>
                </a:lnTo>
                <a:lnTo>
                  <a:pt x="105143" y="303276"/>
                </a:lnTo>
                <a:lnTo>
                  <a:pt x="97523" y="298704"/>
                </a:lnTo>
                <a:lnTo>
                  <a:pt x="94475" y="294132"/>
                </a:lnTo>
                <a:lnTo>
                  <a:pt x="92951" y="291084"/>
                </a:lnTo>
                <a:lnTo>
                  <a:pt x="91427" y="289560"/>
                </a:lnTo>
                <a:lnTo>
                  <a:pt x="91427" y="284988"/>
                </a:lnTo>
                <a:lnTo>
                  <a:pt x="92951" y="281940"/>
                </a:lnTo>
                <a:lnTo>
                  <a:pt x="100571" y="274320"/>
                </a:lnTo>
                <a:lnTo>
                  <a:pt x="102095" y="269748"/>
                </a:lnTo>
                <a:lnTo>
                  <a:pt x="102095" y="263652"/>
                </a:lnTo>
                <a:lnTo>
                  <a:pt x="100571" y="260604"/>
                </a:lnTo>
                <a:lnTo>
                  <a:pt x="97523" y="259080"/>
                </a:lnTo>
                <a:lnTo>
                  <a:pt x="94475" y="256032"/>
                </a:lnTo>
                <a:lnTo>
                  <a:pt x="82283" y="256032"/>
                </a:lnTo>
                <a:lnTo>
                  <a:pt x="79235" y="257556"/>
                </a:lnTo>
                <a:lnTo>
                  <a:pt x="74663" y="260604"/>
                </a:lnTo>
                <a:lnTo>
                  <a:pt x="71615" y="263652"/>
                </a:lnTo>
                <a:lnTo>
                  <a:pt x="70091" y="268224"/>
                </a:lnTo>
                <a:lnTo>
                  <a:pt x="70091" y="274320"/>
                </a:lnTo>
                <a:lnTo>
                  <a:pt x="72097" y="282346"/>
                </a:lnTo>
                <a:lnTo>
                  <a:pt x="78092" y="290512"/>
                </a:lnTo>
                <a:lnTo>
                  <a:pt x="88099" y="298970"/>
                </a:lnTo>
                <a:lnTo>
                  <a:pt x="102095" y="307848"/>
                </a:lnTo>
                <a:lnTo>
                  <a:pt x="70091" y="307848"/>
                </a:lnTo>
                <a:lnTo>
                  <a:pt x="70091" y="313944"/>
                </a:lnTo>
                <a:lnTo>
                  <a:pt x="86855" y="355092"/>
                </a:lnTo>
                <a:lnTo>
                  <a:pt x="91427" y="353568"/>
                </a:lnTo>
                <a:lnTo>
                  <a:pt x="89903" y="348996"/>
                </a:lnTo>
                <a:lnTo>
                  <a:pt x="88379" y="345948"/>
                </a:lnTo>
                <a:lnTo>
                  <a:pt x="88379" y="339852"/>
                </a:lnTo>
                <a:lnTo>
                  <a:pt x="94475" y="333756"/>
                </a:lnTo>
                <a:lnTo>
                  <a:pt x="97523" y="332232"/>
                </a:lnTo>
                <a:lnTo>
                  <a:pt x="192011" y="332232"/>
                </a:lnTo>
                <a:lnTo>
                  <a:pt x="198107" y="335280"/>
                </a:lnTo>
                <a:lnTo>
                  <a:pt x="199631" y="336804"/>
                </a:lnTo>
                <a:lnTo>
                  <a:pt x="201155" y="339852"/>
                </a:lnTo>
                <a:lnTo>
                  <a:pt x="202679" y="344424"/>
                </a:lnTo>
                <a:lnTo>
                  <a:pt x="202679" y="352044"/>
                </a:lnTo>
                <a:lnTo>
                  <a:pt x="207251" y="352044"/>
                </a:lnTo>
                <a:lnTo>
                  <a:pt x="207251" y="283464"/>
                </a:lnTo>
                <a:close/>
              </a:path>
              <a:path extrusionOk="0" h="582295" w="210819">
                <a:moveTo>
                  <a:pt x="207264" y="355092"/>
                </a:moveTo>
                <a:lnTo>
                  <a:pt x="202692" y="355092"/>
                </a:lnTo>
                <a:lnTo>
                  <a:pt x="202692" y="361188"/>
                </a:lnTo>
                <a:lnTo>
                  <a:pt x="201168" y="365760"/>
                </a:lnTo>
                <a:lnTo>
                  <a:pt x="199644" y="367284"/>
                </a:lnTo>
                <a:lnTo>
                  <a:pt x="199644" y="370332"/>
                </a:lnTo>
                <a:lnTo>
                  <a:pt x="196596" y="371856"/>
                </a:lnTo>
                <a:lnTo>
                  <a:pt x="195072" y="373380"/>
                </a:lnTo>
                <a:lnTo>
                  <a:pt x="192024" y="374904"/>
                </a:lnTo>
                <a:lnTo>
                  <a:pt x="129540" y="374904"/>
                </a:lnTo>
                <a:lnTo>
                  <a:pt x="118084" y="375170"/>
                </a:lnTo>
                <a:lnTo>
                  <a:pt x="80772" y="384048"/>
                </a:lnTo>
                <a:lnTo>
                  <a:pt x="70104" y="402336"/>
                </a:lnTo>
                <a:lnTo>
                  <a:pt x="70104" y="416052"/>
                </a:lnTo>
                <a:lnTo>
                  <a:pt x="97536" y="455676"/>
                </a:lnTo>
                <a:lnTo>
                  <a:pt x="0" y="455676"/>
                </a:lnTo>
                <a:lnTo>
                  <a:pt x="0" y="461772"/>
                </a:lnTo>
                <a:lnTo>
                  <a:pt x="16764" y="502920"/>
                </a:lnTo>
                <a:lnTo>
                  <a:pt x="21336" y="501396"/>
                </a:lnTo>
                <a:lnTo>
                  <a:pt x="18288" y="492252"/>
                </a:lnTo>
                <a:lnTo>
                  <a:pt x="18288" y="487680"/>
                </a:lnTo>
                <a:lnTo>
                  <a:pt x="21336" y="484632"/>
                </a:lnTo>
                <a:lnTo>
                  <a:pt x="21336" y="483108"/>
                </a:lnTo>
                <a:lnTo>
                  <a:pt x="24384" y="481584"/>
                </a:lnTo>
                <a:lnTo>
                  <a:pt x="27432" y="481584"/>
                </a:lnTo>
                <a:lnTo>
                  <a:pt x="31737" y="480707"/>
                </a:lnTo>
                <a:lnTo>
                  <a:pt x="37909" y="480250"/>
                </a:lnTo>
                <a:lnTo>
                  <a:pt x="56388" y="480060"/>
                </a:lnTo>
                <a:lnTo>
                  <a:pt x="190500" y="480060"/>
                </a:lnTo>
                <a:lnTo>
                  <a:pt x="196596" y="483108"/>
                </a:lnTo>
                <a:lnTo>
                  <a:pt x="199644" y="486156"/>
                </a:lnTo>
                <a:lnTo>
                  <a:pt x="201168" y="489204"/>
                </a:lnTo>
                <a:lnTo>
                  <a:pt x="202692" y="493776"/>
                </a:lnTo>
                <a:lnTo>
                  <a:pt x="202692" y="499872"/>
                </a:lnTo>
                <a:lnTo>
                  <a:pt x="207264" y="499872"/>
                </a:lnTo>
                <a:lnTo>
                  <a:pt x="207264" y="435864"/>
                </a:lnTo>
                <a:lnTo>
                  <a:pt x="202692" y="435864"/>
                </a:lnTo>
                <a:lnTo>
                  <a:pt x="202692" y="441960"/>
                </a:lnTo>
                <a:lnTo>
                  <a:pt x="201168" y="446532"/>
                </a:lnTo>
                <a:lnTo>
                  <a:pt x="199644" y="449580"/>
                </a:lnTo>
                <a:lnTo>
                  <a:pt x="196596" y="452628"/>
                </a:lnTo>
                <a:lnTo>
                  <a:pt x="193548" y="454152"/>
                </a:lnTo>
                <a:lnTo>
                  <a:pt x="192024" y="455676"/>
                </a:lnTo>
                <a:lnTo>
                  <a:pt x="106680" y="455676"/>
                </a:lnTo>
                <a:lnTo>
                  <a:pt x="99060" y="448056"/>
                </a:lnTo>
                <a:lnTo>
                  <a:pt x="94488" y="441960"/>
                </a:lnTo>
                <a:lnTo>
                  <a:pt x="91440" y="435864"/>
                </a:lnTo>
                <a:lnTo>
                  <a:pt x="88392" y="426720"/>
                </a:lnTo>
                <a:lnTo>
                  <a:pt x="88392" y="416052"/>
                </a:lnTo>
                <a:lnTo>
                  <a:pt x="89916" y="413004"/>
                </a:lnTo>
                <a:lnTo>
                  <a:pt x="91440" y="408432"/>
                </a:lnTo>
                <a:lnTo>
                  <a:pt x="129540" y="399288"/>
                </a:lnTo>
                <a:lnTo>
                  <a:pt x="190500" y="399288"/>
                </a:lnTo>
                <a:lnTo>
                  <a:pt x="195072" y="400812"/>
                </a:lnTo>
                <a:lnTo>
                  <a:pt x="198120" y="402336"/>
                </a:lnTo>
                <a:lnTo>
                  <a:pt x="199644" y="403860"/>
                </a:lnTo>
                <a:lnTo>
                  <a:pt x="202692" y="409956"/>
                </a:lnTo>
                <a:lnTo>
                  <a:pt x="202692" y="419100"/>
                </a:lnTo>
                <a:lnTo>
                  <a:pt x="207264" y="419100"/>
                </a:lnTo>
                <a:lnTo>
                  <a:pt x="207264" y="355092"/>
                </a:lnTo>
                <a:close/>
              </a:path>
              <a:path extrusionOk="0" h="582295" w="210819">
                <a:moveTo>
                  <a:pt x="210299" y="184404"/>
                </a:moveTo>
                <a:lnTo>
                  <a:pt x="193535" y="147828"/>
                </a:lnTo>
                <a:lnTo>
                  <a:pt x="158483" y="131064"/>
                </a:lnTo>
                <a:lnTo>
                  <a:pt x="155435" y="134112"/>
                </a:lnTo>
                <a:lnTo>
                  <a:pt x="163106" y="136931"/>
                </a:lnTo>
                <a:lnTo>
                  <a:pt x="169913" y="140589"/>
                </a:lnTo>
                <a:lnTo>
                  <a:pt x="175526" y="144780"/>
                </a:lnTo>
                <a:lnTo>
                  <a:pt x="179819" y="149352"/>
                </a:lnTo>
                <a:lnTo>
                  <a:pt x="185915" y="164592"/>
                </a:lnTo>
                <a:lnTo>
                  <a:pt x="185915" y="172212"/>
                </a:lnTo>
                <a:lnTo>
                  <a:pt x="169151" y="207264"/>
                </a:lnTo>
                <a:lnTo>
                  <a:pt x="123431" y="222504"/>
                </a:lnTo>
                <a:lnTo>
                  <a:pt x="123431" y="161544"/>
                </a:lnTo>
                <a:lnTo>
                  <a:pt x="123431" y="131064"/>
                </a:lnTo>
                <a:lnTo>
                  <a:pt x="114287" y="131737"/>
                </a:lnTo>
                <a:lnTo>
                  <a:pt x="114287" y="161544"/>
                </a:lnTo>
                <a:lnTo>
                  <a:pt x="114287" y="222504"/>
                </a:lnTo>
                <a:lnTo>
                  <a:pt x="79235" y="198120"/>
                </a:lnTo>
                <a:lnTo>
                  <a:pt x="79235" y="184404"/>
                </a:lnTo>
                <a:lnTo>
                  <a:pt x="80759" y="179832"/>
                </a:lnTo>
                <a:lnTo>
                  <a:pt x="83807" y="175260"/>
                </a:lnTo>
                <a:lnTo>
                  <a:pt x="86855" y="169164"/>
                </a:lnTo>
                <a:lnTo>
                  <a:pt x="91427" y="166116"/>
                </a:lnTo>
                <a:lnTo>
                  <a:pt x="95999" y="164592"/>
                </a:lnTo>
                <a:lnTo>
                  <a:pt x="99047" y="163068"/>
                </a:lnTo>
                <a:lnTo>
                  <a:pt x="105143" y="161544"/>
                </a:lnTo>
                <a:lnTo>
                  <a:pt x="114287" y="161544"/>
                </a:lnTo>
                <a:lnTo>
                  <a:pt x="114287" y="131737"/>
                </a:lnTo>
                <a:lnTo>
                  <a:pt x="77812" y="152209"/>
                </a:lnTo>
                <a:lnTo>
                  <a:pt x="70167" y="182194"/>
                </a:lnTo>
                <a:lnTo>
                  <a:pt x="71234" y="194271"/>
                </a:lnTo>
                <a:lnTo>
                  <a:pt x="99288" y="233553"/>
                </a:lnTo>
                <a:lnTo>
                  <a:pt x="141719" y="243840"/>
                </a:lnTo>
                <a:lnTo>
                  <a:pt x="156870" y="242697"/>
                </a:lnTo>
                <a:lnTo>
                  <a:pt x="170294" y="239268"/>
                </a:lnTo>
                <a:lnTo>
                  <a:pt x="182016" y="233553"/>
                </a:lnTo>
                <a:lnTo>
                  <a:pt x="192011" y="225552"/>
                </a:lnTo>
                <a:lnTo>
                  <a:pt x="194856" y="222504"/>
                </a:lnTo>
                <a:lnTo>
                  <a:pt x="200012" y="216979"/>
                </a:lnTo>
                <a:lnTo>
                  <a:pt x="205727" y="207264"/>
                </a:lnTo>
                <a:lnTo>
                  <a:pt x="209156" y="196405"/>
                </a:lnTo>
                <a:lnTo>
                  <a:pt x="210299" y="184404"/>
                </a:lnTo>
                <a:close/>
              </a:path>
              <a:path extrusionOk="0" h="582295" w="210819">
                <a:moveTo>
                  <a:pt x="210299" y="54864"/>
                </a:moveTo>
                <a:lnTo>
                  <a:pt x="193535" y="18288"/>
                </a:lnTo>
                <a:lnTo>
                  <a:pt x="158483" y="0"/>
                </a:lnTo>
                <a:lnTo>
                  <a:pt x="155435" y="3048"/>
                </a:lnTo>
                <a:lnTo>
                  <a:pt x="163106" y="6527"/>
                </a:lnTo>
                <a:lnTo>
                  <a:pt x="169913" y="10287"/>
                </a:lnTo>
                <a:lnTo>
                  <a:pt x="175590" y="14630"/>
                </a:lnTo>
                <a:lnTo>
                  <a:pt x="179819" y="19812"/>
                </a:lnTo>
                <a:lnTo>
                  <a:pt x="182867" y="25908"/>
                </a:lnTo>
                <a:lnTo>
                  <a:pt x="185915" y="33528"/>
                </a:lnTo>
                <a:lnTo>
                  <a:pt x="185915" y="42672"/>
                </a:lnTo>
                <a:lnTo>
                  <a:pt x="160299" y="83083"/>
                </a:lnTo>
                <a:lnTo>
                  <a:pt x="123431" y="91440"/>
                </a:lnTo>
                <a:lnTo>
                  <a:pt x="123431" y="30480"/>
                </a:lnTo>
                <a:lnTo>
                  <a:pt x="123431" y="0"/>
                </a:lnTo>
                <a:lnTo>
                  <a:pt x="114287" y="673"/>
                </a:lnTo>
                <a:lnTo>
                  <a:pt x="114287" y="30480"/>
                </a:lnTo>
                <a:lnTo>
                  <a:pt x="114287" y="91440"/>
                </a:lnTo>
                <a:lnTo>
                  <a:pt x="79235" y="67056"/>
                </a:lnTo>
                <a:lnTo>
                  <a:pt x="79235" y="53340"/>
                </a:lnTo>
                <a:lnTo>
                  <a:pt x="80759" y="48768"/>
                </a:lnTo>
                <a:lnTo>
                  <a:pt x="86855" y="39624"/>
                </a:lnTo>
                <a:lnTo>
                  <a:pt x="91427" y="35052"/>
                </a:lnTo>
                <a:lnTo>
                  <a:pt x="95999" y="33528"/>
                </a:lnTo>
                <a:lnTo>
                  <a:pt x="99047" y="32004"/>
                </a:lnTo>
                <a:lnTo>
                  <a:pt x="105143" y="30480"/>
                </a:lnTo>
                <a:lnTo>
                  <a:pt x="114287" y="30480"/>
                </a:lnTo>
                <a:lnTo>
                  <a:pt x="114287" y="673"/>
                </a:lnTo>
                <a:lnTo>
                  <a:pt x="77812" y="22034"/>
                </a:lnTo>
                <a:lnTo>
                  <a:pt x="70104" y="51777"/>
                </a:lnTo>
                <a:lnTo>
                  <a:pt x="71234" y="64058"/>
                </a:lnTo>
                <a:lnTo>
                  <a:pt x="99288" y="102489"/>
                </a:lnTo>
                <a:lnTo>
                  <a:pt x="141719" y="112776"/>
                </a:lnTo>
                <a:lnTo>
                  <a:pt x="157187" y="111633"/>
                </a:lnTo>
                <a:lnTo>
                  <a:pt x="156972" y="111633"/>
                </a:lnTo>
                <a:lnTo>
                  <a:pt x="170294" y="108394"/>
                </a:lnTo>
                <a:lnTo>
                  <a:pt x="205727" y="76581"/>
                </a:lnTo>
                <a:lnTo>
                  <a:pt x="209156" y="66014"/>
                </a:lnTo>
                <a:lnTo>
                  <a:pt x="210299" y="54864"/>
                </a:lnTo>
                <a:close/>
              </a:path>
              <a:path extrusionOk="0" h="582295" w="210819">
                <a:moveTo>
                  <a:pt x="210312" y="527304"/>
                </a:moveTo>
                <a:lnTo>
                  <a:pt x="181356" y="499872"/>
                </a:lnTo>
                <a:lnTo>
                  <a:pt x="181356" y="505968"/>
                </a:lnTo>
                <a:lnTo>
                  <a:pt x="184404" y="509016"/>
                </a:lnTo>
                <a:lnTo>
                  <a:pt x="187452" y="510540"/>
                </a:lnTo>
                <a:lnTo>
                  <a:pt x="192024" y="519684"/>
                </a:lnTo>
                <a:lnTo>
                  <a:pt x="192024" y="525780"/>
                </a:lnTo>
                <a:lnTo>
                  <a:pt x="190500" y="528828"/>
                </a:lnTo>
                <a:lnTo>
                  <a:pt x="184404" y="534924"/>
                </a:lnTo>
                <a:lnTo>
                  <a:pt x="82296" y="534924"/>
                </a:lnTo>
                <a:lnTo>
                  <a:pt x="82296" y="504444"/>
                </a:lnTo>
                <a:lnTo>
                  <a:pt x="73152" y="504444"/>
                </a:lnTo>
                <a:lnTo>
                  <a:pt x="73152" y="534924"/>
                </a:lnTo>
                <a:lnTo>
                  <a:pt x="28956" y="534924"/>
                </a:lnTo>
                <a:lnTo>
                  <a:pt x="28956" y="537972"/>
                </a:lnTo>
                <a:lnTo>
                  <a:pt x="38100" y="542544"/>
                </a:lnTo>
                <a:lnTo>
                  <a:pt x="45720" y="547116"/>
                </a:lnTo>
                <a:lnTo>
                  <a:pt x="48768" y="548640"/>
                </a:lnTo>
                <a:lnTo>
                  <a:pt x="56388" y="553212"/>
                </a:lnTo>
                <a:lnTo>
                  <a:pt x="62484" y="559308"/>
                </a:lnTo>
                <a:lnTo>
                  <a:pt x="76200" y="577596"/>
                </a:lnTo>
                <a:lnTo>
                  <a:pt x="77724" y="582168"/>
                </a:lnTo>
                <a:lnTo>
                  <a:pt x="82296" y="582168"/>
                </a:lnTo>
                <a:lnTo>
                  <a:pt x="82296" y="559308"/>
                </a:lnTo>
                <a:lnTo>
                  <a:pt x="190500" y="559308"/>
                </a:lnTo>
                <a:lnTo>
                  <a:pt x="195072" y="556260"/>
                </a:lnTo>
                <a:lnTo>
                  <a:pt x="199644" y="554736"/>
                </a:lnTo>
                <a:lnTo>
                  <a:pt x="204216" y="551688"/>
                </a:lnTo>
                <a:lnTo>
                  <a:pt x="205740" y="547116"/>
                </a:lnTo>
                <a:lnTo>
                  <a:pt x="208788" y="542544"/>
                </a:lnTo>
                <a:lnTo>
                  <a:pt x="210312" y="539496"/>
                </a:lnTo>
                <a:lnTo>
                  <a:pt x="210312" y="5273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78" name="Google Shape;8578;p115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1488947" y="3934967"/>
            <a:ext cx="210312" cy="9829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79" name="Google Shape;8579;p115"/>
          <p:cNvGrpSpPr/>
          <p:nvPr/>
        </p:nvGrpSpPr>
        <p:grpSpPr>
          <a:xfrm>
            <a:off x="1488948" y="3410711"/>
            <a:ext cx="210311" cy="266700"/>
            <a:chOff x="1488948" y="3410711"/>
            <a:chExt cx="210311" cy="266700"/>
          </a:xfrm>
        </p:grpSpPr>
        <p:pic>
          <p:nvPicPr>
            <p:cNvPr id="8580" name="Google Shape;8580;p115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559051" y="3549395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81" name="Google Shape;8581;p115"/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488948" y="3410711"/>
              <a:ext cx="207264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582" name="Google Shape;8582;p115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1488948" y="1114043"/>
            <a:ext cx="271271" cy="1854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8583" name="Google Shape;8583;p115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1844039" y="7184135"/>
            <a:ext cx="254508" cy="1507236"/>
          </a:xfrm>
          <a:prstGeom prst="rect">
            <a:avLst/>
          </a:prstGeom>
          <a:noFill/>
          <a:ln>
            <a:noFill/>
          </a:ln>
        </p:spPr>
      </p:pic>
      <p:pic>
        <p:nvPicPr>
          <p:cNvPr id="8584" name="Google Shape;8584;p115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1844039" y="5939027"/>
            <a:ext cx="211835" cy="1144523"/>
          </a:xfrm>
          <a:prstGeom prst="rect">
            <a:avLst/>
          </a:prstGeom>
          <a:noFill/>
          <a:ln>
            <a:noFill/>
          </a:ln>
        </p:spPr>
      </p:pic>
      <p:pic>
        <p:nvPicPr>
          <p:cNvPr id="8585" name="Google Shape;8585;p115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1844039" y="5431536"/>
            <a:ext cx="210312" cy="417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586" name="Google Shape;8586;p115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1844039" y="3901440"/>
            <a:ext cx="211836" cy="1446275"/>
          </a:xfrm>
          <a:prstGeom prst="rect">
            <a:avLst/>
          </a:prstGeom>
          <a:noFill/>
          <a:ln>
            <a:noFill/>
          </a:ln>
        </p:spPr>
      </p:pic>
      <p:sp>
        <p:nvSpPr>
          <p:cNvPr id="8587" name="Google Shape;8587;p115"/>
          <p:cNvSpPr/>
          <p:nvPr/>
        </p:nvSpPr>
        <p:spPr>
          <a:xfrm>
            <a:off x="1844040" y="3078480"/>
            <a:ext cx="271780" cy="734695"/>
          </a:xfrm>
          <a:custGeom>
            <a:rect b="b" l="l" r="r" t="t"/>
            <a:pathLst>
              <a:path extrusionOk="0" h="734695" w="271780">
                <a:moveTo>
                  <a:pt x="207264" y="669036"/>
                </a:moveTo>
                <a:lnTo>
                  <a:pt x="202692" y="669036"/>
                </a:lnTo>
                <a:lnTo>
                  <a:pt x="202692" y="679704"/>
                </a:lnTo>
                <a:lnTo>
                  <a:pt x="201168" y="682752"/>
                </a:lnTo>
                <a:lnTo>
                  <a:pt x="199644" y="684276"/>
                </a:lnTo>
                <a:lnTo>
                  <a:pt x="196596" y="685800"/>
                </a:lnTo>
                <a:lnTo>
                  <a:pt x="195072" y="687324"/>
                </a:lnTo>
                <a:lnTo>
                  <a:pt x="192024" y="688848"/>
                </a:lnTo>
                <a:lnTo>
                  <a:pt x="0" y="688848"/>
                </a:lnTo>
                <a:lnTo>
                  <a:pt x="0" y="694944"/>
                </a:lnTo>
                <a:lnTo>
                  <a:pt x="16764" y="734568"/>
                </a:lnTo>
                <a:lnTo>
                  <a:pt x="21336" y="731520"/>
                </a:lnTo>
                <a:lnTo>
                  <a:pt x="19812" y="728472"/>
                </a:lnTo>
                <a:lnTo>
                  <a:pt x="19812" y="719328"/>
                </a:lnTo>
                <a:lnTo>
                  <a:pt x="24384" y="714756"/>
                </a:lnTo>
                <a:lnTo>
                  <a:pt x="28956" y="714756"/>
                </a:lnTo>
                <a:lnTo>
                  <a:pt x="32385" y="713879"/>
                </a:lnTo>
                <a:lnTo>
                  <a:pt x="38100" y="713422"/>
                </a:lnTo>
                <a:lnTo>
                  <a:pt x="56388" y="713232"/>
                </a:lnTo>
                <a:lnTo>
                  <a:pt x="192024" y="713232"/>
                </a:lnTo>
                <a:lnTo>
                  <a:pt x="198120" y="716280"/>
                </a:lnTo>
                <a:lnTo>
                  <a:pt x="199644" y="717804"/>
                </a:lnTo>
                <a:lnTo>
                  <a:pt x="201168" y="720852"/>
                </a:lnTo>
                <a:lnTo>
                  <a:pt x="202692" y="722376"/>
                </a:lnTo>
                <a:lnTo>
                  <a:pt x="202692" y="733044"/>
                </a:lnTo>
                <a:lnTo>
                  <a:pt x="207264" y="733044"/>
                </a:lnTo>
                <a:lnTo>
                  <a:pt x="207264" y="669036"/>
                </a:lnTo>
                <a:close/>
              </a:path>
              <a:path extrusionOk="0" h="734695" w="271780">
                <a:moveTo>
                  <a:pt x="210299" y="560832"/>
                </a:moveTo>
                <a:lnTo>
                  <a:pt x="209118" y="553720"/>
                </a:lnTo>
                <a:lnTo>
                  <a:pt x="205346" y="546163"/>
                </a:lnTo>
                <a:lnTo>
                  <a:pt x="198729" y="538340"/>
                </a:lnTo>
                <a:lnTo>
                  <a:pt x="188963" y="530352"/>
                </a:lnTo>
                <a:lnTo>
                  <a:pt x="181343" y="530352"/>
                </a:lnTo>
                <a:lnTo>
                  <a:pt x="187439" y="534924"/>
                </a:lnTo>
                <a:lnTo>
                  <a:pt x="190487" y="539496"/>
                </a:lnTo>
                <a:lnTo>
                  <a:pt x="192011" y="541020"/>
                </a:lnTo>
                <a:lnTo>
                  <a:pt x="192011" y="548640"/>
                </a:lnTo>
                <a:lnTo>
                  <a:pt x="190487" y="548640"/>
                </a:lnTo>
                <a:lnTo>
                  <a:pt x="190487" y="550164"/>
                </a:lnTo>
                <a:lnTo>
                  <a:pt x="187439" y="551688"/>
                </a:lnTo>
                <a:lnTo>
                  <a:pt x="182867" y="551688"/>
                </a:lnTo>
                <a:lnTo>
                  <a:pt x="175247" y="553212"/>
                </a:lnTo>
                <a:lnTo>
                  <a:pt x="108305" y="553212"/>
                </a:lnTo>
                <a:lnTo>
                  <a:pt x="99999" y="553402"/>
                </a:lnTo>
                <a:lnTo>
                  <a:pt x="71996" y="581215"/>
                </a:lnTo>
                <a:lnTo>
                  <a:pt x="70091" y="597408"/>
                </a:lnTo>
                <a:lnTo>
                  <a:pt x="70192" y="598601"/>
                </a:lnTo>
                <a:lnTo>
                  <a:pt x="70269" y="599681"/>
                </a:lnTo>
                <a:lnTo>
                  <a:pt x="86499" y="638467"/>
                </a:lnTo>
                <a:lnTo>
                  <a:pt x="105143" y="646176"/>
                </a:lnTo>
                <a:lnTo>
                  <a:pt x="109715" y="646176"/>
                </a:lnTo>
                <a:lnTo>
                  <a:pt x="112763" y="644652"/>
                </a:lnTo>
                <a:lnTo>
                  <a:pt x="117335" y="640080"/>
                </a:lnTo>
                <a:lnTo>
                  <a:pt x="118859" y="637032"/>
                </a:lnTo>
                <a:lnTo>
                  <a:pt x="118859" y="629412"/>
                </a:lnTo>
                <a:lnTo>
                  <a:pt x="117335" y="626364"/>
                </a:lnTo>
                <a:lnTo>
                  <a:pt x="112763" y="621792"/>
                </a:lnTo>
                <a:lnTo>
                  <a:pt x="91427" y="621792"/>
                </a:lnTo>
                <a:lnTo>
                  <a:pt x="88379" y="620268"/>
                </a:lnTo>
                <a:lnTo>
                  <a:pt x="85331" y="615696"/>
                </a:lnTo>
                <a:lnTo>
                  <a:pt x="80759" y="612648"/>
                </a:lnTo>
                <a:lnTo>
                  <a:pt x="79298" y="608253"/>
                </a:lnTo>
                <a:lnTo>
                  <a:pt x="106362" y="577913"/>
                </a:lnTo>
                <a:lnTo>
                  <a:pt x="115811" y="577596"/>
                </a:lnTo>
                <a:lnTo>
                  <a:pt x="120383" y="577596"/>
                </a:lnTo>
                <a:lnTo>
                  <a:pt x="132194" y="605790"/>
                </a:lnTo>
                <a:lnTo>
                  <a:pt x="137109" y="616610"/>
                </a:lnTo>
                <a:lnTo>
                  <a:pt x="164579" y="649224"/>
                </a:lnTo>
                <a:lnTo>
                  <a:pt x="170675" y="650748"/>
                </a:lnTo>
                <a:lnTo>
                  <a:pt x="176771" y="650748"/>
                </a:lnTo>
                <a:lnTo>
                  <a:pt x="210299" y="627888"/>
                </a:lnTo>
                <a:lnTo>
                  <a:pt x="210299" y="626364"/>
                </a:lnTo>
                <a:lnTo>
                  <a:pt x="210299" y="612648"/>
                </a:lnTo>
                <a:lnTo>
                  <a:pt x="208775" y="608076"/>
                </a:lnTo>
                <a:lnTo>
                  <a:pt x="207251" y="601980"/>
                </a:lnTo>
                <a:lnTo>
                  <a:pt x="205016" y="598601"/>
                </a:lnTo>
                <a:lnTo>
                  <a:pt x="200774" y="593217"/>
                </a:lnTo>
                <a:lnTo>
                  <a:pt x="194830" y="586130"/>
                </a:lnTo>
                <a:lnTo>
                  <a:pt x="192011" y="582879"/>
                </a:lnTo>
                <a:lnTo>
                  <a:pt x="192011" y="605028"/>
                </a:lnTo>
                <a:lnTo>
                  <a:pt x="192011" y="611124"/>
                </a:lnTo>
                <a:lnTo>
                  <a:pt x="190487" y="615696"/>
                </a:lnTo>
                <a:lnTo>
                  <a:pt x="185915" y="620268"/>
                </a:lnTo>
                <a:lnTo>
                  <a:pt x="181343" y="623316"/>
                </a:lnTo>
                <a:lnTo>
                  <a:pt x="175247" y="626364"/>
                </a:lnTo>
                <a:lnTo>
                  <a:pt x="164579" y="626364"/>
                </a:lnTo>
                <a:lnTo>
                  <a:pt x="140030" y="600748"/>
                </a:lnTo>
                <a:lnTo>
                  <a:pt x="137337" y="594741"/>
                </a:lnTo>
                <a:lnTo>
                  <a:pt x="133794" y="587032"/>
                </a:lnTo>
                <a:lnTo>
                  <a:pt x="129527" y="577596"/>
                </a:lnTo>
                <a:lnTo>
                  <a:pt x="178295" y="577596"/>
                </a:lnTo>
                <a:lnTo>
                  <a:pt x="192011" y="605028"/>
                </a:lnTo>
                <a:lnTo>
                  <a:pt x="192011" y="582879"/>
                </a:lnTo>
                <a:lnTo>
                  <a:pt x="187439" y="577596"/>
                </a:lnTo>
                <a:lnTo>
                  <a:pt x="196583" y="576072"/>
                </a:lnTo>
                <a:lnTo>
                  <a:pt x="202679" y="576072"/>
                </a:lnTo>
                <a:lnTo>
                  <a:pt x="208775" y="569976"/>
                </a:lnTo>
                <a:lnTo>
                  <a:pt x="210299" y="565404"/>
                </a:lnTo>
                <a:lnTo>
                  <a:pt x="210299" y="560832"/>
                </a:lnTo>
                <a:close/>
              </a:path>
              <a:path extrusionOk="0" h="734695" w="271780">
                <a:moveTo>
                  <a:pt x="210299" y="306324"/>
                </a:moveTo>
                <a:lnTo>
                  <a:pt x="201155" y="272796"/>
                </a:lnTo>
                <a:lnTo>
                  <a:pt x="201155" y="291084"/>
                </a:lnTo>
                <a:lnTo>
                  <a:pt x="201155" y="300228"/>
                </a:lnTo>
                <a:lnTo>
                  <a:pt x="168960" y="334314"/>
                </a:lnTo>
                <a:lnTo>
                  <a:pt x="129527" y="341376"/>
                </a:lnTo>
                <a:lnTo>
                  <a:pt x="120942" y="341096"/>
                </a:lnTo>
                <a:lnTo>
                  <a:pt x="83807" y="324612"/>
                </a:lnTo>
                <a:lnTo>
                  <a:pt x="79235" y="313944"/>
                </a:lnTo>
                <a:lnTo>
                  <a:pt x="79298" y="308825"/>
                </a:lnTo>
                <a:lnTo>
                  <a:pt x="104343" y="276593"/>
                </a:lnTo>
                <a:lnTo>
                  <a:pt x="149339" y="268224"/>
                </a:lnTo>
                <a:lnTo>
                  <a:pt x="162852" y="268795"/>
                </a:lnTo>
                <a:lnTo>
                  <a:pt x="198107" y="283464"/>
                </a:lnTo>
                <a:lnTo>
                  <a:pt x="201155" y="291084"/>
                </a:lnTo>
                <a:lnTo>
                  <a:pt x="201155" y="272796"/>
                </a:lnTo>
                <a:lnTo>
                  <a:pt x="164604" y="245300"/>
                </a:lnTo>
                <a:lnTo>
                  <a:pt x="138671" y="240792"/>
                </a:lnTo>
                <a:lnTo>
                  <a:pt x="126390" y="241681"/>
                </a:lnTo>
                <a:lnTo>
                  <a:pt x="82956" y="265798"/>
                </a:lnTo>
                <a:lnTo>
                  <a:pt x="75692" y="277368"/>
                </a:lnTo>
                <a:lnTo>
                  <a:pt x="71526" y="289902"/>
                </a:lnTo>
                <a:lnTo>
                  <a:pt x="71412" y="291084"/>
                </a:lnTo>
                <a:lnTo>
                  <a:pt x="70091" y="304800"/>
                </a:lnTo>
                <a:lnTo>
                  <a:pt x="70205" y="306324"/>
                </a:lnTo>
                <a:lnTo>
                  <a:pt x="70662" y="312788"/>
                </a:lnTo>
                <a:lnTo>
                  <a:pt x="89903" y="349186"/>
                </a:lnTo>
                <a:lnTo>
                  <a:pt x="132575" y="368236"/>
                </a:lnTo>
                <a:lnTo>
                  <a:pt x="141719" y="368808"/>
                </a:lnTo>
                <a:lnTo>
                  <a:pt x="154012" y="367715"/>
                </a:lnTo>
                <a:lnTo>
                  <a:pt x="197446" y="343839"/>
                </a:lnTo>
                <a:lnTo>
                  <a:pt x="199034" y="341376"/>
                </a:lnTo>
                <a:lnTo>
                  <a:pt x="204584" y="332803"/>
                </a:lnTo>
                <a:lnTo>
                  <a:pt x="208876" y="320357"/>
                </a:lnTo>
                <a:lnTo>
                  <a:pt x="210299" y="306324"/>
                </a:lnTo>
                <a:close/>
              </a:path>
              <a:path extrusionOk="0" h="734695" w="271780">
                <a:moveTo>
                  <a:pt x="210299" y="120396"/>
                </a:moveTo>
                <a:lnTo>
                  <a:pt x="193535" y="79248"/>
                </a:lnTo>
                <a:lnTo>
                  <a:pt x="188963" y="82296"/>
                </a:lnTo>
                <a:lnTo>
                  <a:pt x="190487" y="85344"/>
                </a:lnTo>
                <a:lnTo>
                  <a:pt x="192011" y="89916"/>
                </a:lnTo>
                <a:lnTo>
                  <a:pt x="192011" y="94488"/>
                </a:lnTo>
                <a:lnTo>
                  <a:pt x="190487" y="96012"/>
                </a:lnTo>
                <a:lnTo>
                  <a:pt x="190487" y="97536"/>
                </a:lnTo>
                <a:lnTo>
                  <a:pt x="188963" y="99060"/>
                </a:lnTo>
                <a:lnTo>
                  <a:pt x="182867" y="102108"/>
                </a:lnTo>
                <a:lnTo>
                  <a:pt x="73139" y="102108"/>
                </a:lnTo>
                <a:lnTo>
                  <a:pt x="73139" y="146304"/>
                </a:lnTo>
                <a:lnTo>
                  <a:pt x="77711" y="146304"/>
                </a:lnTo>
                <a:lnTo>
                  <a:pt x="77711" y="138684"/>
                </a:lnTo>
                <a:lnTo>
                  <a:pt x="79235" y="134112"/>
                </a:lnTo>
                <a:lnTo>
                  <a:pt x="85331" y="128016"/>
                </a:lnTo>
                <a:lnTo>
                  <a:pt x="91427" y="126492"/>
                </a:lnTo>
                <a:lnTo>
                  <a:pt x="173723" y="126492"/>
                </a:lnTo>
                <a:lnTo>
                  <a:pt x="181343" y="134112"/>
                </a:lnTo>
                <a:lnTo>
                  <a:pt x="185915" y="141732"/>
                </a:lnTo>
                <a:lnTo>
                  <a:pt x="188963" y="146304"/>
                </a:lnTo>
                <a:lnTo>
                  <a:pt x="190487" y="152400"/>
                </a:lnTo>
                <a:lnTo>
                  <a:pt x="192011" y="156972"/>
                </a:lnTo>
                <a:lnTo>
                  <a:pt x="192011" y="167640"/>
                </a:lnTo>
                <a:lnTo>
                  <a:pt x="190487" y="172212"/>
                </a:lnTo>
                <a:lnTo>
                  <a:pt x="185915" y="176784"/>
                </a:lnTo>
                <a:lnTo>
                  <a:pt x="182867" y="181356"/>
                </a:lnTo>
                <a:lnTo>
                  <a:pt x="175247" y="182880"/>
                </a:lnTo>
                <a:lnTo>
                  <a:pt x="73139" y="182880"/>
                </a:lnTo>
                <a:lnTo>
                  <a:pt x="73139" y="230124"/>
                </a:lnTo>
                <a:lnTo>
                  <a:pt x="77711" y="230124"/>
                </a:lnTo>
                <a:lnTo>
                  <a:pt x="77711" y="224028"/>
                </a:lnTo>
                <a:lnTo>
                  <a:pt x="79235" y="219456"/>
                </a:lnTo>
                <a:lnTo>
                  <a:pt x="79235" y="216408"/>
                </a:lnTo>
                <a:lnTo>
                  <a:pt x="80759" y="213360"/>
                </a:lnTo>
                <a:lnTo>
                  <a:pt x="83807" y="211836"/>
                </a:lnTo>
                <a:lnTo>
                  <a:pt x="85331" y="210312"/>
                </a:lnTo>
                <a:lnTo>
                  <a:pt x="88379" y="208788"/>
                </a:lnTo>
                <a:lnTo>
                  <a:pt x="92951" y="207264"/>
                </a:lnTo>
                <a:lnTo>
                  <a:pt x="167297" y="207225"/>
                </a:lnTo>
                <a:lnTo>
                  <a:pt x="175247" y="206883"/>
                </a:lnTo>
                <a:lnTo>
                  <a:pt x="182067" y="205981"/>
                </a:lnTo>
                <a:lnTo>
                  <a:pt x="187439" y="204216"/>
                </a:lnTo>
                <a:lnTo>
                  <a:pt x="195059" y="202692"/>
                </a:lnTo>
                <a:lnTo>
                  <a:pt x="204203" y="193548"/>
                </a:lnTo>
                <a:lnTo>
                  <a:pt x="208775" y="187452"/>
                </a:lnTo>
                <a:lnTo>
                  <a:pt x="210299" y="181356"/>
                </a:lnTo>
                <a:lnTo>
                  <a:pt x="210299" y="166116"/>
                </a:lnTo>
                <a:lnTo>
                  <a:pt x="182867" y="126492"/>
                </a:lnTo>
                <a:lnTo>
                  <a:pt x="210299" y="126492"/>
                </a:lnTo>
                <a:lnTo>
                  <a:pt x="210299" y="120396"/>
                </a:lnTo>
                <a:close/>
              </a:path>
              <a:path extrusionOk="0" h="734695" w="271780">
                <a:moveTo>
                  <a:pt x="210312" y="27432"/>
                </a:moveTo>
                <a:lnTo>
                  <a:pt x="208775" y="21336"/>
                </a:lnTo>
                <a:lnTo>
                  <a:pt x="202679" y="15240"/>
                </a:lnTo>
                <a:lnTo>
                  <a:pt x="198920" y="10718"/>
                </a:lnTo>
                <a:lnTo>
                  <a:pt x="194297" y="6477"/>
                </a:lnTo>
                <a:lnTo>
                  <a:pt x="188544" y="2819"/>
                </a:lnTo>
                <a:lnTo>
                  <a:pt x="181343" y="0"/>
                </a:lnTo>
                <a:lnTo>
                  <a:pt x="181343" y="6096"/>
                </a:lnTo>
                <a:lnTo>
                  <a:pt x="185915" y="7620"/>
                </a:lnTo>
                <a:lnTo>
                  <a:pt x="188963" y="13716"/>
                </a:lnTo>
                <a:lnTo>
                  <a:pt x="192024" y="16764"/>
                </a:lnTo>
                <a:lnTo>
                  <a:pt x="192024" y="25908"/>
                </a:lnTo>
                <a:lnTo>
                  <a:pt x="190487" y="28956"/>
                </a:lnTo>
                <a:lnTo>
                  <a:pt x="187439" y="32004"/>
                </a:lnTo>
                <a:lnTo>
                  <a:pt x="184391" y="33528"/>
                </a:lnTo>
                <a:lnTo>
                  <a:pt x="178295" y="35052"/>
                </a:lnTo>
                <a:lnTo>
                  <a:pt x="82283" y="35052"/>
                </a:lnTo>
                <a:lnTo>
                  <a:pt x="82283" y="4572"/>
                </a:lnTo>
                <a:lnTo>
                  <a:pt x="73139" y="4572"/>
                </a:lnTo>
                <a:lnTo>
                  <a:pt x="73139" y="35052"/>
                </a:lnTo>
                <a:lnTo>
                  <a:pt x="28943" y="35052"/>
                </a:lnTo>
                <a:lnTo>
                  <a:pt x="28943" y="38100"/>
                </a:lnTo>
                <a:lnTo>
                  <a:pt x="62471" y="59436"/>
                </a:lnTo>
                <a:lnTo>
                  <a:pt x="67043" y="65532"/>
                </a:lnTo>
                <a:lnTo>
                  <a:pt x="73139" y="70104"/>
                </a:lnTo>
                <a:lnTo>
                  <a:pt x="76187" y="76200"/>
                </a:lnTo>
                <a:lnTo>
                  <a:pt x="77711" y="82296"/>
                </a:lnTo>
                <a:lnTo>
                  <a:pt x="82283" y="82296"/>
                </a:lnTo>
                <a:lnTo>
                  <a:pt x="82283" y="59436"/>
                </a:lnTo>
                <a:lnTo>
                  <a:pt x="192024" y="59436"/>
                </a:lnTo>
                <a:lnTo>
                  <a:pt x="196583" y="56388"/>
                </a:lnTo>
                <a:lnTo>
                  <a:pt x="201155" y="54864"/>
                </a:lnTo>
                <a:lnTo>
                  <a:pt x="204203" y="51816"/>
                </a:lnTo>
                <a:lnTo>
                  <a:pt x="207251" y="47244"/>
                </a:lnTo>
                <a:lnTo>
                  <a:pt x="210312" y="38100"/>
                </a:lnTo>
                <a:lnTo>
                  <a:pt x="210312" y="27432"/>
                </a:lnTo>
                <a:close/>
              </a:path>
              <a:path extrusionOk="0" h="734695" w="271780">
                <a:moveTo>
                  <a:pt x="271259" y="498348"/>
                </a:moveTo>
                <a:lnTo>
                  <a:pt x="248208" y="462343"/>
                </a:lnTo>
                <a:lnTo>
                  <a:pt x="230111" y="454152"/>
                </a:lnTo>
                <a:lnTo>
                  <a:pt x="120256" y="409956"/>
                </a:lnTo>
                <a:lnTo>
                  <a:pt x="97523" y="400812"/>
                </a:lnTo>
                <a:lnTo>
                  <a:pt x="88379" y="396240"/>
                </a:lnTo>
                <a:lnTo>
                  <a:pt x="86855" y="396240"/>
                </a:lnTo>
                <a:lnTo>
                  <a:pt x="80759" y="390144"/>
                </a:lnTo>
                <a:lnTo>
                  <a:pt x="79235" y="387096"/>
                </a:lnTo>
                <a:lnTo>
                  <a:pt x="79235" y="384048"/>
                </a:lnTo>
                <a:lnTo>
                  <a:pt x="77711" y="381000"/>
                </a:lnTo>
                <a:lnTo>
                  <a:pt x="73139" y="381000"/>
                </a:lnTo>
                <a:lnTo>
                  <a:pt x="73139" y="423672"/>
                </a:lnTo>
                <a:lnTo>
                  <a:pt x="77711" y="423672"/>
                </a:lnTo>
                <a:lnTo>
                  <a:pt x="77711" y="417576"/>
                </a:lnTo>
                <a:lnTo>
                  <a:pt x="79235" y="414528"/>
                </a:lnTo>
                <a:lnTo>
                  <a:pt x="79235" y="413004"/>
                </a:lnTo>
                <a:lnTo>
                  <a:pt x="80759" y="413004"/>
                </a:lnTo>
                <a:lnTo>
                  <a:pt x="83807" y="409956"/>
                </a:lnTo>
                <a:lnTo>
                  <a:pt x="89903" y="409956"/>
                </a:lnTo>
                <a:lnTo>
                  <a:pt x="94475" y="411480"/>
                </a:lnTo>
                <a:lnTo>
                  <a:pt x="97523" y="413004"/>
                </a:lnTo>
                <a:lnTo>
                  <a:pt x="170675" y="441960"/>
                </a:lnTo>
                <a:lnTo>
                  <a:pt x="103619" y="473964"/>
                </a:lnTo>
                <a:lnTo>
                  <a:pt x="97523" y="477012"/>
                </a:lnTo>
                <a:lnTo>
                  <a:pt x="91427" y="478536"/>
                </a:lnTo>
                <a:lnTo>
                  <a:pt x="85331" y="478536"/>
                </a:lnTo>
                <a:lnTo>
                  <a:pt x="82283" y="477012"/>
                </a:lnTo>
                <a:lnTo>
                  <a:pt x="79235" y="473964"/>
                </a:lnTo>
                <a:lnTo>
                  <a:pt x="77711" y="469392"/>
                </a:lnTo>
                <a:lnTo>
                  <a:pt x="77711" y="463296"/>
                </a:lnTo>
                <a:lnTo>
                  <a:pt x="73139" y="463296"/>
                </a:lnTo>
                <a:lnTo>
                  <a:pt x="73139" y="525780"/>
                </a:lnTo>
                <a:lnTo>
                  <a:pt x="77711" y="525780"/>
                </a:lnTo>
                <a:lnTo>
                  <a:pt x="80759" y="516636"/>
                </a:lnTo>
                <a:lnTo>
                  <a:pt x="85331" y="512064"/>
                </a:lnTo>
                <a:lnTo>
                  <a:pt x="94475" y="505968"/>
                </a:lnTo>
                <a:lnTo>
                  <a:pt x="100571" y="502920"/>
                </a:lnTo>
                <a:lnTo>
                  <a:pt x="150863" y="478536"/>
                </a:lnTo>
                <a:lnTo>
                  <a:pt x="201155" y="454152"/>
                </a:lnTo>
                <a:lnTo>
                  <a:pt x="222491" y="463296"/>
                </a:lnTo>
                <a:lnTo>
                  <a:pt x="231635" y="466344"/>
                </a:lnTo>
                <a:lnTo>
                  <a:pt x="237731" y="469392"/>
                </a:lnTo>
                <a:lnTo>
                  <a:pt x="239255" y="472440"/>
                </a:lnTo>
                <a:lnTo>
                  <a:pt x="242303" y="477012"/>
                </a:lnTo>
                <a:lnTo>
                  <a:pt x="243827" y="480060"/>
                </a:lnTo>
                <a:lnTo>
                  <a:pt x="243827" y="486156"/>
                </a:lnTo>
                <a:lnTo>
                  <a:pt x="242303" y="489204"/>
                </a:lnTo>
                <a:lnTo>
                  <a:pt x="240779" y="495300"/>
                </a:lnTo>
                <a:lnTo>
                  <a:pt x="239255" y="499872"/>
                </a:lnTo>
                <a:lnTo>
                  <a:pt x="239255" y="507492"/>
                </a:lnTo>
                <a:lnTo>
                  <a:pt x="240779" y="512064"/>
                </a:lnTo>
                <a:lnTo>
                  <a:pt x="243827" y="513588"/>
                </a:lnTo>
                <a:lnTo>
                  <a:pt x="246875" y="516636"/>
                </a:lnTo>
                <a:lnTo>
                  <a:pt x="249923" y="518160"/>
                </a:lnTo>
                <a:lnTo>
                  <a:pt x="259067" y="518160"/>
                </a:lnTo>
                <a:lnTo>
                  <a:pt x="262115" y="516636"/>
                </a:lnTo>
                <a:lnTo>
                  <a:pt x="269735" y="509016"/>
                </a:lnTo>
                <a:lnTo>
                  <a:pt x="271259" y="504444"/>
                </a:lnTo>
                <a:lnTo>
                  <a:pt x="271259" y="498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88" name="Google Shape;8588;p115"/>
          <p:cNvPicPr preferRelativeResize="0"/>
          <p:nvPr/>
        </p:nvPicPr>
        <p:blipFill rotWithShape="1">
          <a:blip r:embed="rId18">
            <a:alphaModFix/>
          </a:blip>
          <a:srcRect b="0" l="0" r="0" t="0"/>
          <a:stretch/>
        </p:blipFill>
        <p:spPr>
          <a:xfrm>
            <a:off x="2343911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589" name="Google Shape;8589;p115"/>
          <p:cNvPicPr preferRelativeResize="0"/>
          <p:nvPr/>
        </p:nvPicPr>
        <p:blipFill rotWithShape="1">
          <a:blip r:embed="rId19">
            <a:alphaModFix/>
          </a:blip>
          <a:srcRect b="0" l="0" r="0" t="0"/>
          <a:stretch/>
        </p:blipFill>
        <p:spPr>
          <a:xfrm>
            <a:off x="2270760" y="8243316"/>
            <a:ext cx="210312" cy="443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590" name="Google Shape;8590;p115"/>
          <p:cNvPicPr preferRelativeResize="0"/>
          <p:nvPr/>
        </p:nvPicPr>
        <p:blipFill rotWithShape="1">
          <a:blip r:embed="rId20">
            <a:alphaModFix/>
          </a:blip>
          <a:srcRect b="0" l="0" r="0" t="0"/>
          <a:stretch/>
        </p:blipFill>
        <p:spPr>
          <a:xfrm>
            <a:off x="2270760" y="7327392"/>
            <a:ext cx="271231" cy="761999"/>
          </a:xfrm>
          <a:prstGeom prst="rect">
            <a:avLst/>
          </a:prstGeom>
          <a:noFill/>
          <a:ln>
            <a:noFill/>
          </a:ln>
        </p:spPr>
      </p:pic>
      <p:sp>
        <p:nvSpPr>
          <p:cNvPr id="8591" name="Google Shape;8591;p115"/>
          <p:cNvSpPr/>
          <p:nvPr/>
        </p:nvSpPr>
        <p:spPr>
          <a:xfrm>
            <a:off x="2270747" y="6653784"/>
            <a:ext cx="210820" cy="528955"/>
          </a:xfrm>
          <a:custGeom>
            <a:rect b="b" l="l" r="r" t="t"/>
            <a:pathLst>
              <a:path extrusionOk="0" h="528954" w="210819">
                <a:moveTo>
                  <a:pt x="207264" y="367284"/>
                </a:moveTo>
                <a:lnTo>
                  <a:pt x="202692" y="367284"/>
                </a:lnTo>
                <a:lnTo>
                  <a:pt x="202692" y="377952"/>
                </a:lnTo>
                <a:lnTo>
                  <a:pt x="201168" y="379476"/>
                </a:lnTo>
                <a:lnTo>
                  <a:pt x="199644" y="382524"/>
                </a:lnTo>
                <a:lnTo>
                  <a:pt x="198120" y="384048"/>
                </a:lnTo>
                <a:lnTo>
                  <a:pt x="195072" y="385572"/>
                </a:lnTo>
                <a:lnTo>
                  <a:pt x="192024" y="385572"/>
                </a:lnTo>
                <a:lnTo>
                  <a:pt x="185928" y="387096"/>
                </a:lnTo>
                <a:lnTo>
                  <a:pt x="0" y="387096"/>
                </a:lnTo>
                <a:lnTo>
                  <a:pt x="0" y="393192"/>
                </a:lnTo>
                <a:lnTo>
                  <a:pt x="10820" y="418782"/>
                </a:lnTo>
                <a:lnTo>
                  <a:pt x="10668" y="419100"/>
                </a:lnTo>
                <a:lnTo>
                  <a:pt x="5791" y="425107"/>
                </a:lnTo>
                <a:lnTo>
                  <a:pt x="2476" y="431673"/>
                </a:lnTo>
                <a:lnTo>
                  <a:pt x="596" y="438823"/>
                </a:lnTo>
                <a:lnTo>
                  <a:pt x="0" y="446532"/>
                </a:lnTo>
                <a:lnTo>
                  <a:pt x="571" y="454520"/>
                </a:lnTo>
                <a:lnTo>
                  <a:pt x="19431" y="488632"/>
                </a:lnTo>
                <a:lnTo>
                  <a:pt x="55803" y="502615"/>
                </a:lnTo>
                <a:lnTo>
                  <a:pt x="65532" y="502920"/>
                </a:lnTo>
                <a:lnTo>
                  <a:pt x="73152" y="502920"/>
                </a:lnTo>
                <a:lnTo>
                  <a:pt x="73152" y="528828"/>
                </a:lnTo>
                <a:lnTo>
                  <a:pt x="82296" y="528828"/>
                </a:lnTo>
                <a:lnTo>
                  <a:pt x="82296" y="502920"/>
                </a:lnTo>
                <a:lnTo>
                  <a:pt x="188976" y="502920"/>
                </a:lnTo>
                <a:lnTo>
                  <a:pt x="195072" y="505968"/>
                </a:lnTo>
                <a:lnTo>
                  <a:pt x="198120" y="509016"/>
                </a:lnTo>
                <a:lnTo>
                  <a:pt x="199644" y="512064"/>
                </a:lnTo>
                <a:lnTo>
                  <a:pt x="202692" y="515112"/>
                </a:lnTo>
                <a:lnTo>
                  <a:pt x="202692" y="528828"/>
                </a:lnTo>
                <a:lnTo>
                  <a:pt x="207264" y="528828"/>
                </a:lnTo>
                <a:lnTo>
                  <a:pt x="207264" y="448056"/>
                </a:lnTo>
                <a:lnTo>
                  <a:pt x="202692" y="448056"/>
                </a:lnTo>
                <a:lnTo>
                  <a:pt x="202692" y="466344"/>
                </a:lnTo>
                <a:lnTo>
                  <a:pt x="201168" y="470916"/>
                </a:lnTo>
                <a:lnTo>
                  <a:pt x="196596" y="473964"/>
                </a:lnTo>
                <a:lnTo>
                  <a:pt x="193548" y="477012"/>
                </a:lnTo>
                <a:lnTo>
                  <a:pt x="185928" y="478536"/>
                </a:lnTo>
                <a:lnTo>
                  <a:pt x="82296" y="478536"/>
                </a:lnTo>
                <a:lnTo>
                  <a:pt x="82296" y="443484"/>
                </a:lnTo>
                <a:lnTo>
                  <a:pt x="73152" y="443484"/>
                </a:lnTo>
                <a:lnTo>
                  <a:pt x="73152" y="478536"/>
                </a:lnTo>
                <a:lnTo>
                  <a:pt x="49682" y="478523"/>
                </a:lnTo>
                <a:lnTo>
                  <a:pt x="13716" y="469392"/>
                </a:lnTo>
                <a:lnTo>
                  <a:pt x="10668" y="466344"/>
                </a:lnTo>
                <a:lnTo>
                  <a:pt x="9144" y="463296"/>
                </a:lnTo>
                <a:lnTo>
                  <a:pt x="9144" y="454152"/>
                </a:lnTo>
                <a:lnTo>
                  <a:pt x="13716" y="445008"/>
                </a:lnTo>
                <a:lnTo>
                  <a:pt x="22860" y="438912"/>
                </a:lnTo>
                <a:lnTo>
                  <a:pt x="28956" y="434340"/>
                </a:lnTo>
                <a:lnTo>
                  <a:pt x="33528" y="429768"/>
                </a:lnTo>
                <a:lnTo>
                  <a:pt x="35052" y="426720"/>
                </a:lnTo>
                <a:lnTo>
                  <a:pt x="35052" y="416052"/>
                </a:lnTo>
                <a:lnTo>
                  <a:pt x="32004" y="414528"/>
                </a:lnTo>
                <a:lnTo>
                  <a:pt x="28956" y="411480"/>
                </a:lnTo>
                <a:lnTo>
                  <a:pt x="192024" y="411480"/>
                </a:lnTo>
                <a:lnTo>
                  <a:pt x="198120" y="414528"/>
                </a:lnTo>
                <a:lnTo>
                  <a:pt x="199644" y="416052"/>
                </a:lnTo>
                <a:lnTo>
                  <a:pt x="201168" y="419100"/>
                </a:lnTo>
                <a:lnTo>
                  <a:pt x="202692" y="420624"/>
                </a:lnTo>
                <a:lnTo>
                  <a:pt x="202692" y="431292"/>
                </a:lnTo>
                <a:lnTo>
                  <a:pt x="207264" y="431292"/>
                </a:lnTo>
                <a:lnTo>
                  <a:pt x="207264" y="367284"/>
                </a:lnTo>
                <a:close/>
              </a:path>
              <a:path extrusionOk="0" h="528954" w="210819">
                <a:moveTo>
                  <a:pt x="210312" y="62484"/>
                </a:moveTo>
                <a:lnTo>
                  <a:pt x="96012" y="18288"/>
                </a:lnTo>
                <a:lnTo>
                  <a:pt x="77724" y="0"/>
                </a:lnTo>
                <a:lnTo>
                  <a:pt x="73152" y="0"/>
                </a:lnTo>
                <a:lnTo>
                  <a:pt x="73152" y="39624"/>
                </a:lnTo>
                <a:lnTo>
                  <a:pt x="77724" y="39624"/>
                </a:lnTo>
                <a:lnTo>
                  <a:pt x="79248" y="35052"/>
                </a:lnTo>
                <a:lnTo>
                  <a:pt x="79248" y="30480"/>
                </a:lnTo>
                <a:lnTo>
                  <a:pt x="83820" y="25908"/>
                </a:lnTo>
                <a:lnTo>
                  <a:pt x="89916" y="25908"/>
                </a:lnTo>
                <a:lnTo>
                  <a:pt x="92964" y="27432"/>
                </a:lnTo>
                <a:lnTo>
                  <a:pt x="99060" y="28956"/>
                </a:lnTo>
                <a:lnTo>
                  <a:pt x="172212" y="56388"/>
                </a:lnTo>
                <a:lnTo>
                  <a:pt x="96012" y="89916"/>
                </a:lnTo>
                <a:lnTo>
                  <a:pt x="83820" y="89916"/>
                </a:lnTo>
                <a:lnTo>
                  <a:pt x="82296" y="88392"/>
                </a:lnTo>
                <a:lnTo>
                  <a:pt x="80772" y="85344"/>
                </a:lnTo>
                <a:lnTo>
                  <a:pt x="79248" y="80772"/>
                </a:lnTo>
                <a:lnTo>
                  <a:pt x="77724" y="74676"/>
                </a:lnTo>
                <a:lnTo>
                  <a:pt x="73152" y="74676"/>
                </a:lnTo>
                <a:lnTo>
                  <a:pt x="73152" y="137160"/>
                </a:lnTo>
                <a:lnTo>
                  <a:pt x="77724" y="137160"/>
                </a:lnTo>
                <a:lnTo>
                  <a:pt x="79248" y="131064"/>
                </a:lnTo>
                <a:lnTo>
                  <a:pt x="79248" y="126492"/>
                </a:lnTo>
                <a:lnTo>
                  <a:pt x="86868" y="118872"/>
                </a:lnTo>
                <a:lnTo>
                  <a:pt x="92964" y="115824"/>
                </a:lnTo>
                <a:lnTo>
                  <a:pt x="112776" y="108204"/>
                </a:lnTo>
                <a:lnTo>
                  <a:pt x="173736" y="135636"/>
                </a:lnTo>
                <a:lnTo>
                  <a:pt x="99060" y="164592"/>
                </a:lnTo>
                <a:lnTo>
                  <a:pt x="89916" y="167640"/>
                </a:lnTo>
                <a:lnTo>
                  <a:pt x="85344" y="167640"/>
                </a:lnTo>
                <a:lnTo>
                  <a:pt x="82296" y="166116"/>
                </a:lnTo>
                <a:lnTo>
                  <a:pt x="79248" y="163068"/>
                </a:lnTo>
                <a:lnTo>
                  <a:pt x="79248" y="160020"/>
                </a:lnTo>
                <a:lnTo>
                  <a:pt x="77724" y="153924"/>
                </a:lnTo>
                <a:lnTo>
                  <a:pt x="73152" y="153924"/>
                </a:lnTo>
                <a:lnTo>
                  <a:pt x="73152" y="211836"/>
                </a:lnTo>
                <a:lnTo>
                  <a:pt x="77724" y="211836"/>
                </a:lnTo>
                <a:lnTo>
                  <a:pt x="79248" y="205740"/>
                </a:lnTo>
                <a:lnTo>
                  <a:pt x="82296" y="201168"/>
                </a:lnTo>
                <a:lnTo>
                  <a:pt x="83820" y="198120"/>
                </a:lnTo>
                <a:lnTo>
                  <a:pt x="86868" y="196596"/>
                </a:lnTo>
                <a:lnTo>
                  <a:pt x="91440" y="193548"/>
                </a:lnTo>
                <a:lnTo>
                  <a:pt x="210312" y="146304"/>
                </a:lnTo>
                <a:lnTo>
                  <a:pt x="210312" y="143256"/>
                </a:lnTo>
                <a:lnTo>
                  <a:pt x="123444" y="103632"/>
                </a:lnTo>
                <a:lnTo>
                  <a:pt x="210312" y="67056"/>
                </a:lnTo>
                <a:lnTo>
                  <a:pt x="210312" y="62484"/>
                </a:lnTo>
                <a:close/>
              </a:path>
              <a:path extrusionOk="0" h="528954" w="210819">
                <a:moveTo>
                  <a:pt x="210324" y="288036"/>
                </a:moveTo>
                <a:lnTo>
                  <a:pt x="210223" y="286512"/>
                </a:lnTo>
                <a:lnTo>
                  <a:pt x="209753" y="279158"/>
                </a:lnTo>
                <a:lnTo>
                  <a:pt x="208038" y="270700"/>
                </a:lnTo>
                <a:lnTo>
                  <a:pt x="205181" y="262534"/>
                </a:lnTo>
                <a:lnTo>
                  <a:pt x="201180" y="254508"/>
                </a:lnTo>
                <a:lnTo>
                  <a:pt x="201180" y="272796"/>
                </a:lnTo>
                <a:lnTo>
                  <a:pt x="201180" y="281940"/>
                </a:lnTo>
                <a:lnTo>
                  <a:pt x="169621" y="317309"/>
                </a:lnTo>
                <a:lnTo>
                  <a:pt x="157530" y="320522"/>
                </a:lnTo>
                <a:lnTo>
                  <a:pt x="157848" y="320522"/>
                </a:lnTo>
                <a:lnTo>
                  <a:pt x="143852" y="322503"/>
                </a:lnTo>
                <a:lnTo>
                  <a:pt x="129552" y="323088"/>
                </a:lnTo>
                <a:lnTo>
                  <a:pt x="121589" y="322808"/>
                </a:lnTo>
                <a:lnTo>
                  <a:pt x="80784" y="301752"/>
                </a:lnTo>
                <a:lnTo>
                  <a:pt x="79260" y="295656"/>
                </a:lnTo>
                <a:lnTo>
                  <a:pt x="79286" y="290779"/>
                </a:lnTo>
                <a:lnTo>
                  <a:pt x="105638" y="258940"/>
                </a:lnTo>
                <a:lnTo>
                  <a:pt x="149364" y="249936"/>
                </a:lnTo>
                <a:lnTo>
                  <a:pt x="163080" y="250507"/>
                </a:lnTo>
                <a:lnTo>
                  <a:pt x="201180" y="272796"/>
                </a:lnTo>
                <a:lnTo>
                  <a:pt x="201180" y="254508"/>
                </a:lnTo>
                <a:lnTo>
                  <a:pt x="164833" y="227647"/>
                </a:lnTo>
                <a:lnTo>
                  <a:pt x="138696" y="222504"/>
                </a:lnTo>
                <a:lnTo>
                  <a:pt x="126403" y="223608"/>
                </a:lnTo>
                <a:lnTo>
                  <a:pt x="82969" y="247726"/>
                </a:lnTo>
                <a:lnTo>
                  <a:pt x="71488" y="272796"/>
                </a:lnTo>
                <a:lnTo>
                  <a:pt x="70116" y="286512"/>
                </a:lnTo>
                <a:lnTo>
                  <a:pt x="84378" y="325094"/>
                </a:lnTo>
                <a:lnTo>
                  <a:pt x="123456" y="348234"/>
                </a:lnTo>
                <a:lnTo>
                  <a:pt x="141744" y="350520"/>
                </a:lnTo>
                <a:lnTo>
                  <a:pt x="154025" y="349669"/>
                </a:lnTo>
                <a:lnTo>
                  <a:pt x="197459" y="326834"/>
                </a:lnTo>
                <a:lnTo>
                  <a:pt x="199771" y="323088"/>
                </a:lnTo>
                <a:lnTo>
                  <a:pt x="204609" y="315277"/>
                </a:lnTo>
                <a:lnTo>
                  <a:pt x="208813" y="302514"/>
                </a:lnTo>
                <a:lnTo>
                  <a:pt x="208940" y="301752"/>
                </a:lnTo>
                <a:lnTo>
                  <a:pt x="210324" y="2880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2" name="Google Shape;8592;p115"/>
          <p:cNvSpPr/>
          <p:nvPr/>
        </p:nvSpPr>
        <p:spPr>
          <a:xfrm>
            <a:off x="2299716" y="5900928"/>
            <a:ext cx="181610" cy="603885"/>
          </a:xfrm>
          <a:custGeom>
            <a:rect b="b" l="l" r="r" t="t"/>
            <a:pathLst>
              <a:path extrusionOk="0" h="603884" w="181610">
                <a:moveTo>
                  <a:pt x="178295" y="216408"/>
                </a:moveTo>
                <a:lnTo>
                  <a:pt x="173723" y="216408"/>
                </a:lnTo>
                <a:lnTo>
                  <a:pt x="173723" y="227076"/>
                </a:lnTo>
                <a:lnTo>
                  <a:pt x="172199" y="230124"/>
                </a:lnTo>
                <a:lnTo>
                  <a:pt x="169151" y="233172"/>
                </a:lnTo>
                <a:lnTo>
                  <a:pt x="167627" y="236220"/>
                </a:lnTo>
                <a:lnTo>
                  <a:pt x="161531" y="239268"/>
                </a:lnTo>
                <a:lnTo>
                  <a:pt x="155435" y="240792"/>
                </a:lnTo>
                <a:lnTo>
                  <a:pt x="85331" y="240792"/>
                </a:lnTo>
                <a:lnTo>
                  <a:pt x="76187" y="234696"/>
                </a:lnTo>
                <a:lnTo>
                  <a:pt x="70091" y="230124"/>
                </a:lnTo>
                <a:lnTo>
                  <a:pt x="62471" y="222504"/>
                </a:lnTo>
                <a:lnTo>
                  <a:pt x="62471" y="217932"/>
                </a:lnTo>
                <a:lnTo>
                  <a:pt x="65519" y="214884"/>
                </a:lnTo>
                <a:lnTo>
                  <a:pt x="68567" y="210312"/>
                </a:lnTo>
                <a:lnTo>
                  <a:pt x="67043" y="188976"/>
                </a:lnTo>
                <a:lnTo>
                  <a:pt x="54851" y="188976"/>
                </a:lnTo>
                <a:lnTo>
                  <a:pt x="50279" y="190500"/>
                </a:lnTo>
                <a:lnTo>
                  <a:pt x="44183" y="196596"/>
                </a:lnTo>
                <a:lnTo>
                  <a:pt x="41135" y="201168"/>
                </a:lnTo>
                <a:lnTo>
                  <a:pt x="41135" y="205740"/>
                </a:lnTo>
                <a:lnTo>
                  <a:pt x="43167" y="214655"/>
                </a:lnTo>
                <a:lnTo>
                  <a:pt x="49326" y="223266"/>
                </a:lnTo>
                <a:lnTo>
                  <a:pt x="59791" y="231889"/>
                </a:lnTo>
                <a:lnTo>
                  <a:pt x="74663" y="240792"/>
                </a:lnTo>
                <a:lnTo>
                  <a:pt x="41135" y="240792"/>
                </a:lnTo>
                <a:lnTo>
                  <a:pt x="41135" y="246888"/>
                </a:lnTo>
                <a:lnTo>
                  <a:pt x="57899" y="288036"/>
                </a:lnTo>
                <a:lnTo>
                  <a:pt x="62471" y="286512"/>
                </a:lnTo>
                <a:lnTo>
                  <a:pt x="60947" y="281940"/>
                </a:lnTo>
                <a:lnTo>
                  <a:pt x="60947" y="271272"/>
                </a:lnTo>
                <a:lnTo>
                  <a:pt x="62471" y="268224"/>
                </a:lnTo>
                <a:lnTo>
                  <a:pt x="63995" y="266700"/>
                </a:lnTo>
                <a:lnTo>
                  <a:pt x="67043" y="266700"/>
                </a:lnTo>
                <a:lnTo>
                  <a:pt x="70091" y="265176"/>
                </a:lnTo>
                <a:lnTo>
                  <a:pt x="163055" y="265176"/>
                </a:lnTo>
                <a:lnTo>
                  <a:pt x="169151" y="268224"/>
                </a:lnTo>
                <a:lnTo>
                  <a:pt x="173723" y="272796"/>
                </a:lnTo>
                <a:lnTo>
                  <a:pt x="173723" y="284988"/>
                </a:lnTo>
                <a:lnTo>
                  <a:pt x="178295" y="284988"/>
                </a:lnTo>
                <a:lnTo>
                  <a:pt x="178295" y="216408"/>
                </a:lnTo>
                <a:close/>
              </a:path>
              <a:path extrusionOk="0" h="603884" w="181610">
                <a:moveTo>
                  <a:pt x="181343" y="557784"/>
                </a:moveTo>
                <a:lnTo>
                  <a:pt x="164655" y="520433"/>
                </a:lnTo>
                <a:lnTo>
                  <a:pt x="141719" y="512064"/>
                </a:lnTo>
                <a:lnTo>
                  <a:pt x="130848" y="514045"/>
                </a:lnTo>
                <a:lnTo>
                  <a:pt x="120954" y="519874"/>
                </a:lnTo>
                <a:lnTo>
                  <a:pt x="111937" y="529424"/>
                </a:lnTo>
                <a:lnTo>
                  <a:pt x="103619" y="542544"/>
                </a:lnTo>
                <a:lnTo>
                  <a:pt x="94475" y="563880"/>
                </a:lnTo>
                <a:lnTo>
                  <a:pt x="89903" y="573024"/>
                </a:lnTo>
                <a:lnTo>
                  <a:pt x="85331" y="579120"/>
                </a:lnTo>
                <a:lnTo>
                  <a:pt x="82283" y="582168"/>
                </a:lnTo>
                <a:lnTo>
                  <a:pt x="77711" y="585216"/>
                </a:lnTo>
                <a:lnTo>
                  <a:pt x="63995" y="585216"/>
                </a:lnTo>
                <a:lnTo>
                  <a:pt x="59423" y="583692"/>
                </a:lnTo>
                <a:lnTo>
                  <a:pt x="56375" y="579120"/>
                </a:lnTo>
                <a:lnTo>
                  <a:pt x="53327" y="576072"/>
                </a:lnTo>
                <a:lnTo>
                  <a:pt x="50279" y="569976"/>
                </a:lnTo>
                <a:lnTo>
                  <a:pt x="50279" y="554736"/>
                </a:lnTo>
                <a:lnTo>
                  <a:pt x="86855" y="527304"/>
                </a:lnTo>
                <a:lnTo>
                  <a:pt x="86855" y="522732"/>
                </a:lnTo>
                <a:lnTo>
                  <a:pt x="41135" y="522732"/>
                </a:lnTo>
                <a:lnTo>
                  <a:pt x="41135" y="527304"/>
                </a:lnTo>
                <a:lnTo>
                  <a:pt x="44183" y="528828"/>
                </a:lnTo>
                <a:lnTo>
                  <a:pt x="45707" y="530352"/>
                </a:lnTo>
                <a:lnTo>
                  <a:pt x="47231" y="530352"/>
                </a:lnTo>
                <a:lnTo>
                  <a:pt x="47231" y="539496"/>
                </a:lnTo>
                <a:lnTo>
                  <a:pt x="45707" y="544068"/>
                </a:lnTo>
                <a:lnTo>
                  <a:pt x="42659" y="551688"/>
                </a:lnTo>
                <a:lnTo>
                  <a:pt x="41135" y="557784"/>
                </a:lnTo>
                <a:lnTo>
                  <a:pt x="41135" y="563880"/>
                </a:lnTo>
                <a:lnTo>
                  <a:pt x="41948" y="572477"/>
                </a:lnTo>
                <a:lnTo>
                  <a:pt x="71526" y="602919"/>
                </a:lnTo>
                <a:lnTo>
                  <a:pt x="79235" y="603504"/>
                </a:lnTo>
                <a:lnTo>
                  <a:pt x="88379" y="603504"/>
                </a:lnTo>
                <a:lnTo>
                  <a:pt x="118859" y="568452"/>
                </a:lnTo>
                <a:lnTo>
                  <a:pt x="123418" y="559028"/>
                </a:lnTo>
                <a:lnTo>
                  <a:pt x="127812" y="551307"/>
                </a:lnTo>
                <a:lnTo>
                  <a:pt x="131940" y="545312"/>
                </a:lnTo>
                <a:lnTo>
                  <a:pt x="135623" y="541020"/>
                </a:lnTo>
                <a:lnTo>
                  <a:pt x="140195" y="536448"/>
                </a:lnTo>
                <a:lnTo>
                  <a:pt x="146291" y="533400"/>
                </a:lnTo>
                <a:lnTo>
                  <a:pt x="158483" y="533400"/>
                </a:lnTo>
                <a:lnTo>
                  <a:pt x="163055" y="536448"/>
                </a:lnTo>
                <a:lnTo>
                  <a:pt x="166103" y="541020"/>
                </a:lnTo>
                <a:lnTo>
                  <a:pt x="170675" y="545592"/>
                </a:lnTo>
                <a:lnTo>
                  <a:pt x="172199" y="550164"/>
                </a:lnTo>
                <a:lnTo>
                  <a:pt x="172199" y="557784"/>
                </a:lnTo>
                <a:lnTo>
                  <a:pt x="150101" y="593598"/>
                </a:lnTo>
                <a:lnTo>
                  <a:pt x="132575" y="598932"/>
                </a:lnTo>
                <a:lnTo>
                  <a:pt x="132575" y="603504"/>
                </a:lnTo>
                <a:lnTo>
                  <a:pt x="179819" y="603504"/>
                </a:lnTo>
                <a:lnTo>
                  <a:pt x="181343" y="598932"/>
                </a:lnTo>
                <a:lnTo>
                  <a:pt x="178295" y="598932"/>
                </a:lnTo>
                <a:lnTo>
                  <a:pt x="175247" y="595884"/>
                </a:lnTo>
                <a:lnTo>
                  <a:pt x="175247" y="592836"/>
                </a:lnTo>
                <a:lnTo>
                  <a:pt x="176771" y="589788"/>
                </a:lnTo>
                <a:lnTo>
                  <a:pt x="176771" y="586740"/>
                </a:lnTo>
                <a:lnTo>
                  <a:pt x="178777" y="579005"/>
                </a:lnTo>
                <a:lnTo>
                  <a:pt x="180200" y="571690"/>
                </a:lnTo>
                <a:lnTo>
                  <a:pt x="181063" y="564667"/>
                </a:lnTo>
                <a:lnTo>
                  <a:pt x="181343" y="557784"/>
                </a:lnTo>
                <a:close/>
              </a:path>
              <a:path extrusionOk="0" h="603884" w="181610">
                <a:moveTo>
                  <a:pt x="181343" y="44196"/>
                </a:moveTo>
                <a:lnTo>
                  <a:pt x="180759" y="36220"/>
                </a:lnTo>
                <a:lnTo>
                  <a:pt x="178866" y="28384"/>
                </a:lnTo>
                <a:lnTo>
                  <a:pt x="175780" y="21336"/>
                </a:lnTo>
                <a:lnTo>
                  <a:pt x="175564" y="20840"/>
                </a:lnTo>
                <a:lnTo>
                  <a:pt x="141719" y="0"/>
                </a:lnTo>
                <a:lnTo>
                  <a:pt x="130848" y="1739"/>
                </a:lnTo>
                <a:lnTo>
                  <a:pt x="120954" y="7048"/>
                </a:lnTo>
                <a:lnTo>
                  <a:pt x="111937" y="16078"/>
                </a:lnTo>
                <a:lnTo>
                  <a:pt x="103619" y="28956"/>
                </a:lnTo>
                <a:lnTo>
                  <a:pt x="94475" y="50292"/>
                </a:lnTo>
                <a:lnTo>
                  <a:pt x="89903" y="59436"/>
                </a:lnTo>
                <a:lnTo>
                  <a:pt x="73139" y="73152"/>
                </a:lnTo>
                <a:lnTo>
                  <a:pt x="63995" y="73152"/>
                </a:lnTo>
                <a:lnTo>
                  <a:pt x="59423" y="70104"/>
                </a:lnTo>
                <a:lnTo>
                  <a:pt x="56375" y="67056"/>
                </a:lnTo>
                <a:lnTo>
                  <a:pt x="50406" y="58102"/>
                </a:lnTo>
                <a:lnTo>
                  <a:pt x="50279" y="41148"/>
                </a:lnTo>
                <a:lnTo>
                  <a:pt x="53327" y="35052"/>
                </a:lnTo>
                <a:lnTo>
                  <a:pt x="86855" y="15240"/>
                </a:lnTo>
                <a:lnTo>
                  <a:pt x="86855" y="10668"/>
                </a:lnTo>
                <a:lnTo>
                  <a:pt x="41135" y="10668"/>
                </a:lnTo>
                <a:lnTo>
                  <a:pt x="41135" y="15240"/>
                </a:lnTo>
                <a:lnTo>
                  <a:pt x="44183" y="16764"/>
                </a:lnTo>
                <a:lnTo>
                  <a:pt x="45707" y="16764"/>
                </a:lnTo>
                <a:lnTo>
                  <a:pt x="47231" y="18288"/>
                </a:lnTo>
                <a:lnTo>
                  <a:pt x="47231" y="25908"/>
                </a:lnTo>
                <a:lnTo>
                  <a:pt x="45720" y="31965"/>
                </a:lnTo>
                <a:lnTo>
                  <a:pt x="42659" y="39624"/>
                </a:lnTo>
                <a:lnTo>
                  <a:pt x="41135" y="45720"/>
                </a:lnTo>
                <a:lnTo>
                  <a:pt x="57670" y="84251"/>
                </a:lnTo>
                <a:lnTo>
                  <a:pt x="79235" y="91440"/>
                </a:lnTo>
                <a:lnTo>
                  <a:pt x="88379" y="91440"/>
                </a:lnTo>
                <a:lnTo>
                  <a:pt x="118859" y="56388"/>
                </a:lnTo>
                <a:lnTo>
                  <a:pt x="123418" y="46723"/>
                </a:lnTo>
                <a:lnTo>
                  <a:pt x="127812" y="38481"/>
                </a:lnTo>
                <a:lnTo>
                  <a:pt x="131940" y="31965"/>
                </a:lnTo>
                <a:lnTo>
                  <a:pt x="135623" y="27432"/>
                </a:lnTo>
                <a:lnTo>
                  <a:pt x="140195" y="22860"/>
                </a:lnTo>
                <a:lnTo>
                  <a:pt x="146291" y="21336"/>
                </a:lnTo>
                <a:lnTo>
                  <a:pt x="158483" y="21336"/>
                </a:lnTo>
                <a:lnTo>
                  <a:pt x="163055" y="22860"/>
                </a:lnTo>
                <a:lnTo>
                  <a:pt x="166103" y="27432"/>
                </a:lnTo>
                <a:lnTo>
                  <a:pt x="170637" y="31965"/>
                </a:lnTo>
                <a:lnTo>
                  <a:pt x="171437" y="35052"/>
                </a:lnTo>
                <a:lnTo>
                  <a:pt x="172199" y="38100"/>
                </a:lnTo>
                <a:lnTo>
                  <a:pt x="172199" y="44196"/>
                </a:lnTo>
                <a:lnTo>
                  <a:pt x="171627" y="51041"/>
                </a:lnTo>
                <a:lnTo>
                  <a:pt x="169913" y="57721"/>
                </a:lnTo>
                <a:lnTo>
                  <a:pt x="169837" y="57912"/>
                </a:lnTo>
                <a:lnTo>
                  <a:pt x="169748" y="58102"/>
                </a:lnTo>
                <a:lnTo>
                  <a:pt x="167055" y="64135"/>
                </a:lnTo>
                <a:lnTo>
                  <a:pt x="132575" y="86868"/>
                </a:lnTo>
                <a:lnTo>
                  <a:pt x="132575" y="91440"/>
                </a:lnTo>
                <a:lnTo>
                  <a:pt x="179819" y="91440"/>
                </a:lnTo>
                <a:lnTo>
                  <a:pt x="181343" y="86868"/>
                </a:lnTo>
                <a:lnTo>
                  <a:pt x="175247" y="83820"/>
                </a:lnTo>
                <a:lnTo>
                  <a:pt x="175247" y="79248"/>
                </a:lnTo>
                <a:lnTo>
                  <a:pt x="176771" y="76161"/>
                </a:lnTo>
                <a:lnTo>
                  <a:pt x="176771" y="73152"/>
                </a:lnTo>
                <a:lnTo>
                  <a:pt x="178777" y="65417"/>
                </a:lnTo>
                <a:lnTo>
                  <a:pt x="180200" y="58102"/>
                </a:lnTo>
                <a:lnTo>
                  <a:pt x="180251" y="57721"/>
                </a:lnTo>
                <a:lnTo>
                  <a:pt x="181063" y="51041"/>
                </a:lnTo>
                <a:lnTo>
                  <a:pt x="181102" y="50292"/>
                </a:lnTo>
                <a:lnTo>
                  <a:pt x="181343" y="44196"/>
                </a:lnTo>
                <a:close/>
              </a:path>
              <a:path extrusionOk="0" h="603884" w="181610">
                <a:moveTo>
                  <a:pt x="181356" y="448056"/>
                </a:moveTo>
                <a:lnTo>
                  <a:pt x="152400" y="422148"/>
                </a:lnTo>
                <a:lnTo>
                  <a:pt x="152400" y="428244"/>
                </a:lnTo>
                <a:lnTo>
                  <a:pt x="156972" y="429768"/>
                </a:lnTo>
                <a:lnTo>
                  <a:pt x="161544" y="434340"/>
                </a:lnTo>
                <a:lnTo>
                  <a:pt x="163068" y="437388"/>
                </a:lnTo>
                <a:lnTo>
                  <a:pt x="163068" y="448056"/>
                </a:lnTo>
                <a:lnTo>
                  <a:pt x="161544" y="451104"/>
                </a:lnTo>
                <a:lnTo>
                  <a:pt x="158496" y="452628"/>
                </a:lnTo>
                <a:lnTo>
                  <a:pt x="155448" y="455676"/>
                </a:lnTo>
                <a:lnTo>
                  <a:pt x="150876" y="457200"/>
                </a:lnTo>
                <a:lnTo>
                  <a:pt x="53340" y="457200"/>
                </a:lnTo>
                <a:lnTo>
                  <a:pt x="53340" y="425196"/>
                </a:lnTo>
                <a:lnTo>
                  <a:pt x="44196" y="425196"/>
                </a:lnTo>
                <a:lnTo>
                  <a:pt x="44196" y="457200"/>
                </a:lnTo>
                <a:lnTo>
                  <a:pt x="0" y="457200"/>
                </a:lnTo>
                <a:lnTo>
                  <a:pt x="0" y="460248"/>
                </a:lnTo>
                <a:lnTo>
                  <a:pt x="10668" y="463296"/>
                </a:lnTo>
                <a:lnTo>
                  <a:pt x="16764" y="467868"/>
                </a:lnTo>
                <a:lnTo>
                  <a:pt x="21336" y="469392"/>
                </a:lnTo>
                <a:lnTo>
                  <a:pt x="27432" y="473964"/>
                </a:lnTo>
                <a:lnTo>
                  <a:pt x="39624" y="486156"/>
                </a:lnTo>
                <a:lnTo>
                  <a:pt x="44196" y="492252"/>
                </a:lnTo>
                <a:lnTo>
                  <a:pt x="50292" y="504444"/>
                </a:lnTo>
                <a:lnTo>
                  <a:pt x="53340" y="504444"/>
                </a:lnTo>
                <a:lnTo>
                  <a:pt x="53340" y="481584"/>
                </a:lnTo>
                <a:lnTo>
                  <a:pt x="155448" y="481584"/>
                </a:lnTo>
                <a:lnTo>
                  <a:pt x="163068" y="480060"/>
                </a:lnTo>
                <a:lnTo>
                  <a:pt x="167640" y="478536"/>
                </a:lnTo>
                <a:lnTo>
                  <a:pt x="172212" y="475488"/>
                </a:lnTo>
                <a:lnTo>
                  <a:pt x="175260" y="472440"/>
                </a:lnTo>
                <a:lnTo>
                  <a:pt x="181356" y="463296"/>
                </a:lnTo>
                <a:lnTo>
                  <a:pt x="181356" y="448056"/>
                </a:lnTo>
                <a:close/>
              </a:path>
              <a:path extrusionOk="0" h="603884" w="181610">
                <a:moveTo>
                  <a:pt x="181356" y="321564"/>
                </a:moveTo>
                <a:lnTo>
                  <a:pt x="180162" y="313563"/>
                </a:lnTo>
                <a:lnTo>
                  <a:pt x="176390" y="305562"/>
                </a:lnTo>
                <a:lnTo>
                  <a:pt x="169773" y="297561"/>
                </a:lnTo>
                <a:lnTo>
                  <a:pt x="160007" y="289560"/>
                </a:lnTo>
                <a:lnTo>
                  <a:pt x="152387" y="289560"/>
                </a:lnTo>
                <a:lnTo>
                  <a:pt x="161531" y="298704"/>
                </a:lnTo>
                <a:lnTo>
                  <a:pt x="163055" y="301752"/>
                </a:lnTo>
                <a:lnTo>
                  <a:pt x="163055" y="307848"/>
                </a:lnTo>
                <a:lnTo>
                  <a:pt x="161531" y="309372"/>
                </a:lnTo>
                <a:lnTo>
                  <a:pt x="161531" y="310896"/>
                </a:lnTo>
                <a:lnTo>
                  <a:pt x="160007" y="310896"/>
                </a:lnTo>
                <a:lnTo>
                  <a:pt x="156959" y="312420"/>
                </a:lnTo>
                <a:lnTo>
                  <a:pt x="74663" y="312420"/>
                </a:lnTo>
                <a:lnTo>
                  <a:pt x="65519" y="313944"/>
                </a:lnTo>
                <a:lnTo>
                  <a:pt x="62471" y="315468"/>
                </a:lnTo>
                <a:lnTo>
                  <a:pt x="54851" y="318516"/>
                </a:lnTo>
                <a:lnTo>
                  <a:pt x="41135" y="356616"/>
                </a:lnTo>
                <a:lnTo>
                  <a:pt x="41948" y="367474"/>
                </a:lnTo>
                <a:lnTo>
                  <a:pt x="63423" y="402145"/>
                </a:lnTo>
                <a:lnTo>
                  <a:pt x="76187" y="405384"/>
                </a:lnTo>
                <a:lnTo>
                  <a:pt x="80759" y="405384"/>
                </a:lnTo>
                <a:lnTo>
                  <a:pt x="86906" y="402297"/>
                </a:lnTo>
                <a:lnTo>
                  <a:pt x="89903" y="399288"/>
                </a:lnTo>
                <a:lnTo>
                  <a:pt x="89903" y="387096"/>
                </a:lnTo>
                <a:lnTo>
                  <a:pt x="86855" y="384048"/>
                </a:lnTo>
                <a:lnTo>
                  <a:pt x="80759" y="381000"/>
                </a:lnTo>
                <a:lnTo>
                  <a:pt x="62471" y="381000"/>
                </a:lnTo>
                <a:lnTo>
                  <a:pt x="59423" y="379476"/>
                </a:lnTo>
                <a:lnTo>
                  <a:pt x="56375" y="376428"/>
                </a:lnTo>
                <a:lnTo>
                  <a:pt x="50406" y="367474"/>
                </a:lnTo>
                <a:lnTo>
                  <a:pt x="50279" y="353568"/>
                </a:lnTo>
                <a:lnTo>
                  <a:pt x="53327" y="347472"/>
                </a:lnTo>
                <a:lnTo>
                  <a:pt x="86855" y="336804"/>
                </a:lnTo>
                <a:lnTo>
                  <a:pt x="91427" y="336804"/>
                </a:lnTo>
                <a:lnTo>
                  <a:pt x="91554" y="337121"/>
                </a:lnTo>
                <a:lnTo>
                  <a:pt x="97764" y="352577"/>
                </a:lnTo>
                <a:lnTo>
                  <a:pt x="117335" y="392099"/>
                </a:lnTo>
                <a:lnTo>
                  <a:pt x="141719" y="409956"/>
                </a:lnTo>
                <a:lnTo>
                  <a:pt x="147815" y="409956"/>
                </a:lnTo>
                <a:lnTo>
                  <a:pt x="181356" y="388620"/>
                </a:lnTo>
                <a:lnTo>
                  <a:pt x="181356" y="385572"/>
                </a:lnTo>
                <a:lnTo>
                  <a:pt x="181356" y="367284"/>
                </a:lnTo>
                <a:lnTo>
                  <a:pt x="178308" y="362712"/>
                </a:lnTo>
                <a:lnTo>
                  <a:pt x="176276" y="358673"/>
                </a:lnTo>
                <a:lnTo>
                  <a:pt x="172389" y="353187"/>
                </a:lnTo>
                <a:lnTo>
                  <a:pt x="166509" y="345998"/>
                </a:lnTo>
                <a:lnTo>
                  <a:pt x="163055" y="342049"/>
                </a:lnTo>
                <a:lnTo>
                  <a:pt x="163055" y="365760"/>
                </a:lnTo>
                <a:lnTo>
                  <a:pt x="163055" y="370332"/>
                </a:lnTo>
                <a:lnTo>
                  <a:pt x="161531" y="374904"/>
                </a:lnTo>
                <a:lnTo>
                  <a:pt x="152387" y="384048"/>
                </a:lnTo>
                <a:lnTo>
                  <a:pt x="147815" y="385572"/>
                </a:lnTo>
                <a:lnTo>
                  <a:pt x="135623" y="385572"/>
                </a:lnTo>
                <a:lnTo>
                  <a:pt x="129527" y="384048"/>
                </a:lnTo>
                <a:lnTo>
                  <a:pt x="126479" y="381000"/>
                </a:lnTo>
                <a:lnTo>
                  <a:pt x="121907" y="377952"/>
                </a:lnTo>
                <a:lnTo>
                  <a:pt x="117335" y="371856"/>
                </a:lnTo>
                <a:lnTo>
                  <a:pt x="112763" y="364236"/>
                </a:lnTo>
                <a:lnTo>
                  <a:pt x="111074" y="360603"/>
                </a:lnTo>
                <a:lnTo>
                  <a:pt x="100571" y="336804"/>
                </a:lnTo>
                <a:lnTo>
                  <a:pt x="149339" y="336804"/>
                </a:lnTo>
                <a:lnTo>
                  <a:pt x="163055" y="365760"/>
                </a:lnTo>
                <a:lnTo>
                  <a:pt x="163055" y="342049"/>
                </a:lnTo>
                <a:lnTo>
                  <a:pt x="158483" y="336804"/>
                </a:lnTo>
                <a:lnTo>
                  <a:pt x="167627" y="336804"/>
                </a:lnTo>
                <a:lnTo>
                  <a:pt x="173723" y="335280"/>
                </a:lnTo>
                <a:lnTo>
                  <a:pt x="179832" y="329184"/>
                </a:lnTo>
                <a:lnTo>
                  <a:pt x="181356" y="326136"/>
                </a:lnTo>
                <a:lnTo>
                  <a:pt x="181356" y="321564"/>
                </a:lnTo>
                <a:close/>
              </a:path>
              <a:path extrusionOk="0" h="603884" w="181610">
                <a:moveTo>
                  <a:pt x="181356" y="131064"/>
                </a:moveTo>
                <a:lnTo>
                  <a:pt x="152400" y="103632"/>
                </a:lnTo>
                <a:lnTo>
                  <a:pt x="152400" y="109728"/>
                </a:lnTo>
                <a:lnTo>
                  <a:pt x="156972" y="111252"/>
                </a:lnTo>
                <a:lnTo>
                  <a:pt x="158496" y="114300"/>
                </a:lnTo>
                <a:lnTo>
                  <a:pt x="161544" y="117348"/>
                </a:lnTo>
                <a:lnTo>
                  <a:pt x="163068" y="120396"/>
                </a:lnTo>
                <a:lnTo>
                  <a:pt x="163068" y="129540"/>
                </a:lnTo>
                <a:lnTo>
                  <a:pt x="161544" y="132588"/>
                </a:lnTo>
                <a:lnTo>
                  <a:pt x="155448" y="138684"/>
                </a:lnTo>
                <a:lnTo>
                  <a:pt x="53340" y="138684"/>
                </a:lnTo>
                <a:lnTo>
                  <a:pt x="53340" y="108204"/>
                </a:lnTo>
                <a:lnTo>
                  <a:pt x="44196" y="108204"/>
                </a:lnTo>
                <a:lnTo>
                  <a:pt x="44196" y="138684"/>
                </a:lnTo>
                <a:lnTo>
                  <a:pt x="0" y="138684"/>
                </a:lnTo>
                <a:lnTo>
                  <a:pt x="0" y="141732"/>
                </a:lnTo>
                <a:lnTo>
                  <a:pt x="39624" y="169164"/>
                </a:lnTo>
                <a:lnTo>
                  <a:pt x="47244" y="181356"/>
                </a:lnTo>
                <a:lnTo>
                  <a:pt x="50292" y="185928"/>
                </a:lnTo>
                <a:lnTo>
                  <a:pt x="53340" y="185928"/>
                </a:lnTo>
                <a:lnTo>
                  <a:pt x="53340" y="163068"/>
                </a:lnTo>
                <a:lnTo>
                  <a:pt x="163068" y="163068"/>
                </a:lnTo>
                <a:lnTo>
                  <a:pt x="167640" y="160020"/>
                </a:lnTo>
                <a:lnTo>
                  <a:pt x="172212" y="158496"/>
                </a:lnTo>
                <a:lnTo>
                  <a:pt x="175260" y="155448"/>
                </a:lnTo>
                <a:lnTo>
                  <a:pt x="181356" y="146304"/>
                </a:lnTo>
                <a:lnTo>
                  <a:pt x="181356" y="1310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3" name="Google Shape;8593;p115"/>
          <p:cNvSpPr/>
          <p:nvPr/>
        </p:nvSpPr>
        <p:spPr>
          <a:xfrm>
            <a:off x="2270747" y="5186172"/>
            <a:ext cx="210820" cy="561340"/>
          </a:xfrm>
          <a:custGeom>
            <a:rect b="b" l="l" r="r" t="t"/>
            <a:pathLst>
              <a:path extrusionOk="0" h="561339" w="210819">
                <a:moveTo>
                  <a:pt x="207264" y="480060"/>
                </a:moveTo>
                <a:lnTo>
                  <a:pt x="202692" y="480060"/>
                </a:lnTo>
                <a:lnTo>
                  <a:pt x="202692" y="498348"/>
                </a:lnTo>
                <a:lnTo>
                  <a:pt x="201168" y="502920"/>
                </a:lnTo>
                <a:lnTo>
                  <a:pt x="193548" y="510540"/>
                </a:lnTo>
                <a:lnTo>
                  <a:pt x="82296" y="510540"/>
                </a:lnTo>
                <a:lnTo>
                  <a:pt x="82296" y="475488"/>
                </a:lnTo>
                <a:lnTo>
                  <a:pt x="73152" y="475488"/>
                </a:lnTo>
                <a:lnTo>
                  <a:pt x="73152" y="510540"/>
                </a:lnTo>
                <a:lnTo>
                  <a:pt x="49682" y="510527"/>
                </a:lnTo>
                <a:lnTo>
                  <a:pt x="13716" y="502920"/>
                </a:lnTo>
                <a:lnTo>
                  <a:pt x="10668" y="499872"/>
                </a:lnTo>
                <a:lnTo>
                  <a:pt x="9144" y="495300"/>
                </a:lnTo>
                <a:lnTo>
                  <a:pt x="9144" y="487680"/>
                </a:lnTo>
                <a:lnTo>
                  <a:pt x="13716" y="478536"/>
                </a:lnTo>
                <a:lnTo>
                  <a:pt x="18288" y="473964"/>
                </a:lnTo>
                <a:lnTo>
                  <a:pt x="22860" y="470916"/>
                </a:lnTo>
                <a:lnTo>
                  <a:pt x="28956" y="467868"/>
                </a:lnTo>
                <a:lnTo>
                  <a:pt x="32004" y="464820"/>
                </a:lnTo>
                <a:lnTo>
                  <a:pt x="35052" y="458724"/>
                </a:lnTo>
                <a:lnTo>
                  <a:pt x="35052" y="449580"/>
                </a:lnTo>
                <a:lnTo>
                  <a:pt x="27432" y="441960"/>
                </a:lnTo>
                <a:lnTo>
                  <a:pt x="18288" y="441960"/>
                </a:lnTo>
                <a:lnTo>
                  <a:pt x="13716" y="445008"/>
                </a:lnTo>
                <a:lnTo>
                  <a:pt x="10668" y="451104"/>
                </a:lnTo>
                <a:lnTo>
                  <a:pt x="5791" y="457987"/>
                </a:lnTo>
                <a:lnTo>
                  <a:pt x="2476" y="465010"/>
                </a:lnTo>
                <a:lnTo>
                  <a:pt x="596" y="472325"/>
                </a:lnTo>
                <a:lnTo>
                  <a:pt x="0" y="480060"/>
                </a:lnTo>
                <a:lnTo>
                  <a:pt x="571" y="487807"/>
                </a:lnTo>
                <a:lnTo>
                  <a:pt x="25438" y="525094"/>
                </a:lnTo>
                <a:lnTo>
                  <a:pt x="65532" y="534924"/>
                </a:lnTo>
                <a:lnTo>
                  <a:pt x="73152" y="534924"/>
                </a:lnTo>
                <a:lnTo>
                  <a:pt x="73152" y="560832"/>
                </a:lnTo>
                <a:lnTo>
                  <a:pt x="82296" y="560832"/>
                </a:lnTo>
                <a:lnTo>
                  <a:pt x="82296" y="534924"/>
                </a:lnTo>
                <a:lnTo>
                  <a:pt x="182880" y="534924"/>
                </a:lnTo>
                <a:lnTo>
                  <a:pt x="188976" y="536448"/>
                </a:lnTo>
                <a:lnTo>
                  <a:pt x="192024" y="537972"/>
                </a:lnTo>
                <a:lnTo>
                  <a:pt x="195072" y="537972"/>
                </a:lnTo>
                <a:lnTo>
                  <a:pt x="198120" y="541020"/>
                </a:lnTo>
                <a:lnTo>
                  <a:pt x="199644" y="544068"/>
                </a:lnTo>
                <a:lnTo>
                  <a:pt x="202692" y="547116"/>
                </a:lnTo>
                <a:lnTo>
                  <a:pt x="202692" y="560832"/>
                </a:lnTo>
                <a:lnTo>
                  <a:pt x="207264" y="560832"/>
                </a:lnTo>
                <a:lnTo>
                  <a:pt x="207264" y="480060"/>
                </a:lnTo>
                <a:close/>
              </a:path>
              <a:path extrusionOk="0" h="561339" w="210819">
                <a:moveTo>
                  <a:pt x="207264" y="402336"/>
                </a:moveTo>
                <a:lnTo>
                  <a:pt x="202692" y="402336"/>
                </a:lnTo>
                <a:lnTo>
                  <a:pt x="202692" y="414528"/>
                </a:lnTo>
                <a:lnTo>
                  <a:pt x="201168" y="417576"/>
                </a:lnTo>
                <a:lnTo>
                  <a:pt x="196596" y="422148"/>
                </a:lnTo>
                <a:lnTo>
                  <a:pt x="193548" y="423672"/>
                </a:lnTo>
                <a:lnTo>
                  <a:pt x="190500" y="426720"/>
                </a:lnTo>
                <a:lnTo>
                  <a:pt x="114300" y="426720"/>
                </a:lnTo>
                <a:lnTo>
                  <a:pt x="105156" y="422148"/>
                </a:lnTo>
                <a:lnTo>
                  <a:pt x="99060" y="417576"/>
                </a:lnTo>
                <a:lnTo>
                  <a:pt x="91440" y="409956"/>
                </a:lnTo>
                <a:lnTo>
                  <a:pt x="91440" y="405384"/>
                </a:lnTo>
                <a:lnTo>
                  <a:pt x="94488" y="402336"/>
                </a:lnTo>
                <a:lnTo>
                  <a:pt x="100584" y="393192"/>
                </a:lnTo>
                <a:lnTo>
                  <a:pt x="102108" y="390144"/>
                </a:lnTo>
                <a:lnTo>
                  <a:pt x="102108" y="384048"/>
                </a:lnTo>
                <a:lnTo>
                  <a:pt x="99060" y="377952"/>
                </a:lnTo>
                <a:lnTo>
                  <a:pt x="92964" y="374904"/>
                </a:lnTo>
                <a:lnTo>
                  <a:pt x="83820" y="374904"/>
                </a:lnTo>
                <a:lnTo>
                  <a:pt x="79248" y="376428"/>
                </a:lnTo>
                <a:lnTo>
                  <a:pt x="76200" y="381000"/>
                </a:lnTo>
                <a:lnTo>
                  <a:pt x="73152" y="384048"/>
                </a:lnTo>
                <a:lnTo>
                  <a:pt x="70104" y="388620"/>
                </a:lnTo>
                <a:lnTo>
                  <a:pt x="70104" y="393192"/>
                </a:lnTo>
                <a:lnTo>
                  <a:pt x="72136" y="402082"/>
                </a:lnTo>
                <a:lnTo>
                  <a:pt x="78295" y="410527"/>
                </a:lnTo>
                <a:lnTo>
                  <a:pt x="88760" y="418706"/>
                </a:lnTo>
                <a:lnTo>
                  <a:pt x="103632" y="426720"/>
                </a:lnTo>
                <a:lnTo>
                  <a:pt x="70104" y="426720"/>
                </a:lnTo>
                <a:lnTo>
                  <a:pt x="70104" y="432816"/>
                </a:lnTo>
                <a:lnTo>
                  <a:pt x="86868" y="473964"/>
                </a:lnTo>
                <a:lnTo>
                  <a:pt x="91440" y="472440"/>
                </a:lnTo>
                <a:lnTo>
                  <a:pt x="89916" y="469392"/>
                </a:lnTo>
                <a:lnTo>
                  <a:pt x="89916" y="457200"/>
                </a:lnTo>
                <a:lnTo>
                  <a:pt x="92964" y="454152"/>
                </a:lnTo>
                <a:lnTo>
                  <a:pt x="96012" y="452628"/>
                </a:lnTo>
                <a:lnTo>
                  <a:pt x="99060" y="452628"/>
                </a:lnTo>
                <a:lnTo>
                  <a:pt x="102489" y="451751"/>
                </a:lnTo>
                <a:lnTo>
                  <a:pt x="108204" y="451294"/>
                </a:lnTo>
                <a:lnTo>
                  <a:pt x="126492" y="451104"/>
                </a:lnTo>
                <a:lnTo>
                  <a:pt x="190500" y="451104"/>
                </a:lnTo>
                <a:lnTo>
                  <a:pt x="192024" y="452628"/>
                </a:lnTo>
                <a:lnTo>
                  <a:pt x="195072" y="452628"/>
                </a:lnTo>
                <a:lnTo>
                  <a:pt x="198120" y="454152"/>
                </a:lnTo>
                <a:lnTo>
                  <a:pt x="199644" y="457200"/>
                </a:lnTo>
                <a:lnTo>
                  <a:pt x="202692" y="460248"/>
                </a:lnTo>
                <a:lnTo>
                  <a:pt x="202692" y="470916"/>
                </a:lnTo>
                <a:lnTo>
                  <a:pt x="207264" y="470916"/>
                </a:lnTo>
                <a:lnTo>
                  <a:pt x="207264" y="402336"/>
                </a:lnTo>
                <a:close/>
              </a:path>
              <a:path extrusionOk="0" h="561339" w="210819">
                <a:moveTo>
                  <a:pt x="207264" y="0"/>
                </a:moveTo>
                <a:lnTo>
                  <a:pt x="202692" y="0"/>
                </a:lnTo>
                <a:lnTo>
                  <a:pt x="202692" y="9144"/>
                </a:lnTo>
                <a:lnTo>
                  <a:pt x="199644" y="15240"/>
                </a:lnTo>
                <a:lnTo>
                  <a:pt x="198120" y="16764"/>
                </a:lnTo>
                <a:lnTo>
                  <a:pt x="195072" y="18288"/>
                </a:lnTo>
                <a:lnTo>
                  <a:pt x="192024" y="18288"/>
                </a:lnTo>
                <a:lnTo>
                  <a:pt x="185928" y="19812"/>
                </a:lnTo>
                <a:lnTo>
                  <a:pt x="111848" y="19862"/>
                </a:lnTo>
                <a:lnTo>
                  <a:pt x="104584" y="20193"/>
                </a:lnTo>
                <a:lnTo>
                  <a:pt x="98755" y="21107"/>
                </a:lnTo>
                <a:lnTo>
                  <a:pt x="94488" y="22860"/>
                </a:lnTo>
                <a:lnTo>
                  <a:pt x="85344" y="25908"/>
                </a:lnTo>
                <a:lnTo>
                  <a:pt x="79248" y="30480"/>
                </a:lnTo>
                <a:lnTo>
                  <a:pt x="76200" y="35052"/>
                </a:lnTo>
                <a:lnTo>
                  <a:pt x="70104" y="47244"/>
                </a:lnTo>
                <a:lnTo>
                  <a:pt x="70104" y="60960"/>
                </a:lnTo>
                <a:lnTo>
                  <a:pt x="92278" y="92252"/>
                </a:lnTo>
                <a:lnTo>
                  <a:pt x="100584" y="99060"/>
                </a:lnTo>
                <a:lnTo>
                  <a:pt x="93370" y="101396"/>
                </a:lnTo>
                <a:lnTo>
                  <a:pt x="70104" y="124968"/>
                </a:lnTo>
                <a:lnTo>
                  <a:pt x="70104" y="137160"/>
                </a:lnTo>
                <a:lnTo>
                  <a:pt x="71628" y="141732"/>
                </a:lnTo>
                <a:lnTo>
                  <a:pt x="73152" y="147828"/>
                </a:lnTo>
                <a:lnTo>
                  <a:pt x="82296" y="161544"/>
                </a:lnTo>
                <a:lnTo>
                  <a:pt x="89916" y="169164"/>
                </a:lnTo>
                <a:lnTo>
                  <a:pt x="100584" y="178308"/>
                </a:lnTo>
                <a:lnTo>
                  <a:pt x="70104" y="178308"/>
                </a:lnTo>
                <a:lnTo>
                  <a:pt x="70104" y="184404"/>
                </a:lnTo>
                <a:lnTo>
                  <a:pt x="86868" y="225552"/>
                </a:lnTo>
                <a:lnTo>
                  <a:pt x="91440" y="222504"/>
                </a:lnTo>
                <a:lnTo>
                  <a:pt x="89916" y="219456"/>
                </a:lnTo>
                <a:lnTo>
                  <a:pt x="89916" y="208788"/>
                </a:lnTo>
                <a:lnTo>
                  <a:pt x="94488" y="204216"/>
                </a:lnTo>
                <a:lnTo>
                  <a:pt x="99060" y="204216"/>
                </a:lnTo>
                <a:lnTo>
                  <a:pt x="102704" y="203339"/>
                </a:lnTo>
                <a:lnTo>
                  <a:pt x="108775" y="202882"/>
                </a:lnTo>
                <a:lnTo>
                  <a:pt x="126492" y="202692"/>
                </a:lnTo>
                <a:lnTo>
                  <a:pt x="192024" y="202692"/>
                </a:lnTo>
                <a:lnTo>
                  <a:pt x="198120" y="205740"/>
                </a:lnTo>
                <a:lnTo>
                  <a:pt x="199644" y="207264"/>
                </a:lnTo>
                <a:lnTo>
                  <a:pt x="201168" y="210312"/>
                </a:lnTo>
                <a:lnTo>
                  <a:pt x="202692" y="211836"/>
                </a:lnTo>
                <a:lnTo>
                  <a:pt x="202692" y="222504"/>
                </a:lnTo>
                <a:lnTo>
                  <a:pt x="207264" y="222504"/>
                </a:lnTo>
                <a:lnTo>
                  <a:pt x="207264" y="158496"/>
                </a:lnTo>
                <a:lnTo>
                  <a:pt x="202692" y="158496"/>
                </a:lnTo>
                <a:lnTo>
                  <a:pt x="202692" y="169164"/>
                </a:lnTo>
                <a:lnTo>
                  <a:pt x="201168" y="170688"/>
                </a:lnTo>
                <a:lnTo>
                  <a:pt x="199644" y="173736"/>
                </a:lnTo>
                <a:lnTo>
                  <a:pt x="198120" y="175260"/>
                </a:lnTo>
                <a:lnTo>
                  <a:pt x="195072" y="176784"/>
                </a:lnTo>
                <a:lnTo>
                  <a:pt x="192024" y="176784"/>
                </a:lnTo>
                <a:lnTo>
                  <a:pt x="185928" y="178308"/>
                </a:lnTo>
                <a:lnTo>
                  <a:pt x="106680" y="178308"/>
                </a:lnTo>
                <a:lnTo>
                  <a:pt x="102108" y="173736"/>
                </a:lnTo>
                <a:lnTo>
                  <a:pt x="97536" y="167640"/>
                </a:lnTo>
                <a:lnTo>
                  <a:pt x="92964" y="160020"/>
                </a:lnTo>
                <a:lnTo>
                  <a:pt x="89916" y="155448"/>
                </a:lnTo>
                <a:lnTo>
                  <a:pt x="88392" y="149352"/>
                </a:lnTo>
                <a:lnTo>
                  <a:pt x="88392" y="137160"/>
                </a:lnTo>
                <a:lnTo>
                  <a:pt x="91440" y="132588"/>
                </a:lnTo>
                <a:lnTo>
                  <a:pt x="97536" y="128016"/>
                </a:lnTo>
                <a:lnTo>
                  <a:pt x="102108" y="124968"/>
                </a:lnTo>
                <a:lnTo>
                  <a:pt x="109728" y="123444"/>
                </a:lnTo>
                <a:lnTo>
                  <a:pt x="192024" y="123444"/>
                </a:lnTo>
                <a:lnTo>
                  <a:pt x="196596" y="124968"/>
                </a:lnTo>
                <a:lnTo>
                  <a:pt x="202692" y="131064"/>
                </a:lnTo>
                <a:lnTo>
                  <a:pt x="202692" y="143256"/>
                </a:lnTo>
                <a:lnTo>
                  <a:pt x="207264" y="143256"/>
                </a:lnTo>
                <a:lnTo>
                  <a:pt x="207264" y="79248"/>
                </a:lnTo>
                <a:lnTo>
                  <a:pt x="202692" y="79248"/>
                </a:lnTo>
                <a:lnTo>
                  <a:pt x="202692" y="89916"/>
                </a:lnTo>
                <a:lnTo>
                  <a:pt x="201168" y="91440"/>
                </a:lnTo>
                <a:lnTo>
                  <a:pt x="199644" y="94488"/>
                </a:lnTo>
                <a:lnTo>
                  <a:pt x="198120" y="96012"/>
                </a:lnTo>
                <a:lnTo>
                  <a:pt x="195072" y="97536"/>
                </a:lnTo>
                <a:lnTo>
                  <a:pt x="193548" y="99060"/>
                </a:lnTo>
                <a:lnTo>
                  <a:pt x="106680" y="99060"/>
                </a:lnTo>
                <a:lnTo>
                  <a:pt x="100584" y="91440"/>
                </a:lnTo>
                <a:lnTo>
                  <a:pt x="96012" y="85344"/>
                </a:lnTo>
                <a:lnTo>
                  <a:pt x="92964" y="80772"/>
                </a:lnTo>
                <a:lnTo>
                  <a:pt x="89916" y="74676"/>
                </a:lnTo>
                <a:lnTo>
                  <a:pt x="88392" y="70104"/>
                </a:lnTo>
                <a:lnTo>
                  <a:pt x="88392" y="57912"/>
                </a:lnTo>
                <a:lnTo>
                  <a:pt x="91440" y="51816"/>
                </a:lnTo>
                <a:lnTo>
                  <a:pt x="97536" y="47244"/>
                </a:lnTo>
                <a:lnTo>
                  <a:pt x="102108" y="45720"/>
                </a:lnTo>
                <a:lnTo>
                  <a:pt x="109728" y="44196"/>
                </a:lnTo>
                <a:lnTo>
                  <a:pt x="192024" y="44196"/>
                </a:lnTo>
                <a:lnTo>
                  <a:pt x="198120" y="47244"/>
                </a:lnTo>
                <a:lnTo>
                  <a:pt x="202692" y="51816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61339" w="210819">
                <a:moveTo>
                  <a:pt x="210324" y="303276"/>
                </a:moveTo>
                <a:lnTo>
                  <a:pt x="210223" y="301752"/>
                </a:lnTo>
                <a:lnTo>
                  <a:pt x="209753" y="294398"/>
                </a:lnTo>
                <a:lnTo>
                  <a:pt x="208038" y="285940"/>
                </a:lnTo>
                <a:lnTo>
                  <a:pt x="205181" y="277774"/>
                </a:lnTo>
                <a:lnTo>
                  <a:pt x="201180" y="269748"/>
                </a:lnTo>
                <a:lnTo>
                  <a:pt x="201180" y="288036"/>
                </a:lnTo>
                <a:lnTo>
                  <a:pt x="201180" y="297180"/>
                </a:lnTo>
                <a:lnTo>
                  <a:pt x="169621" y="332549"/>
                </a:lnTo>
                <a:lnTo>
                  <a:pt x="157530" y="335762"/>
                </a:lnTo>
                <a:lnTo>
                  <a:pt x="157848" y="335762"/>
                </a:lnTo>
                <a:lnTo>
                  <a:pt x="143852" y="337743"/>
                </a:lnTo>
                <a:lnTo>
                  <a:pt x="129552" y="338328"/>
                </a:lnTo>
                <a:lnTo>
                  <a:pt x="121589" y="338048"/>
                </a:lnTo>
                <a:lnTo>
                  <a:pt x="83832" y="321564"/>
                </a:lnTo>
                <a:lnTo>
                  <a:pt x="79260" y="310896"/>
                </a:lnTo>
                <a:lnTo>
                  <a:pt x="79286" y="306019"/>
                </a:lnTo>
                <a:lnTo>
                  <a:pt x="105638" y="273545"/>
                </a:lnTo>
                <a:lnTo>
                  <a:pt x="149364" y="265176"/>
                </a:lnTo>
                <a:lnTo>
                  <a:pt x="163080" y="265747"/>
                </a:lnTo>
                <a:lnTo>
                  <a:pt x="201180" y="288036"/>
                </a:lnTo>
                <a:lnTo>
                  <a:pt x="201180" y="269748"/>
                </a:lnTo>
                <a:lnTo>
                  <a:pt x="164833" y="242887"/>
                </a:lnTo>
                <a:lnTo>
                  <a:pt x="138696" y="237744"/>
                </a:lnTo>
                <a:lnTo>
                  <a:pt x="126403" y="238633"/>
                </a:lnTo>
                <a:lnTo>
                  <a:pt x="82969" y="262966"/>
                </a:lnTo>
                <a:lnTo>
                  <a:pt x="71488" y="288036"/>
                </a:lnTo>
                <a:lnTo>
                  <a:pt x="70116" y="301752"/>
                </a:lnTo>
                <a:lnTo>
                  <a:pt x="84378" y="339686"/>
                </a:lnTo>
                <a:lnTo>
                  <a:pt x="123456" y="363474"/>
                </a:lnTo>
                <a:lnTo>
                  <a:pt x="141744" y="365760"/>
                </a:lnTo>
                <a:lnTo>
                  <a:pt x="154025" y="364883"/>
                </a:lnTo>
                <a:lnTo>
                  <a:pt x="197459" y="341426"/>
                </a:lnTo>
                <a:lnTo>
                  <a:pt x="199453" y="338328"/>
                </a:lnTo>
                <a:lnTo>
                  <a:pt x="204609" y="330327"/>
                </a:lnTo>
                <a:lnTo>
                  <a:pt x="208889" y="317525"/>
                </a:lnTo>
                <a:lnTo>
                  <a:pt x="210324" y="3032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94" name="Google Shape;8594;p115"/>
          <p:cNvPicPr preferRelativeResize="0"/>
          <p:nvPr/>
        </p:nvPicPr>
        <p:blipFill rotWithShape="1">
          <a:blip r:embed="rId21">
            <a:alphaModFix/>
          </a:blip>
          <a:srcRect b="0" l="0" r="0" t="0"/>
          <a:stretch/>
        </p:blipFill>
        <p:spPr>
          <a:xfrm>
            <a:off x="2270760" y="4695444"/>
            <a:ext cx="210312" cy="3535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595" name="Google Shape;8595;p115"/>
          <p:cNvPicPr preferRelativeResize="0"/>
          <p:nvPr/>
        </p:nvPicPr>
        <p:blipFill rotWithShape="1">
          <a:blip r:embed="rId22">
            <a:alphaModFix/>
          </a:blip>
          <a:srcRect b="0" l="0" r="0" t="0"/>
          <a:stretch/>
        </p:blipFill>
        <p:spPr>
          <a:xfrm>
            <a:off x="2270760" y="3404616"/>
            <a:ext cx="271272" cy="11399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596" name="Google Shape;8596;p115"/>
          <p:cNvPicPr preferRelativeResize="0"/>
          <p:nvPr/>
        </p:nvPicPr>
        <p:blipFill rotWithShape="1">
          <a:blip r:embed="rId23">
            <a:alphaModFix/>
          </a:blip>
          <a:srcRect b="0" l="0" r="0" t="0"/>
          <a:stretch/>
        </p:blipFill>
        <p:spPr>
          <a:xfrm>
            <a:off x="2270760" y="2823972"/>
            <a:ext cx="210312" cy="446531"/>
          </a:xfrm>
          <a:prstGeom prst="rect">
            <a:avLst/>
          </a:prstGeom>
          <a:noFill/>
          <a:ln>
            <a:noFill/>
          </a:ln>
        </p:spPr>
      </p:pic>
      <p:pic>
        <p:nvPicPr>
          <p:cNvPr id="8597" name="Google Shape;8597;p115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270760" y="1595627"/>
            <a:ext cx="210312" cy="1083563"/>
          </a:xfrm>
          <a:prstGeom prst="rect">
            <a:avLst/>
          </a:prstGeom>
          <a:noFill/>
          <a:ln>
            <a:noFill/>
          </a:ln>
        </p:spPr>
      </p:pic>
      <p:pic>
        <p:nvPicPr>
          <p:cNvPr id="8598" name="Google Shape;8598;p115"/>
          <p:cNvPicPr preferRelativeResize="0"/>
          <p:nvPr/>
        </p:nvPicPr>
        <p:blipFill rotWithShape="1">
          <a:blip r:embed="rId25">
            <a:alphaModFix/>
          </a:blip>
          <a:srcRect b="0" l="0" r="0" t="0"/>
          <a:stretch/>
        </p:blipFill>
        <p:spPr>
          <a:xfrm>
            <a:off x="2270760" y="1101852"/>
            <a:ext cx="210312" cy="3520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599" name="Google Shape;8599;p115"/>
          <p:cNvPicPr preferRelativeResize="0"/>
          <p:nvPr/>
        </p:nvPicPr>
        <p:blipFill rotWithShape="1">
          <a:blip r:embed="rId26">
            <a:alphaModFix/>
          </a:blip>
          <a:srcRect b="0" l="0" r="0" t="0"/>
          <a:stretch/>
        </p:blipFill>
        <p:spPr>
          <a:xfrm>
            <a:off x="2627375" y="7508747"/>
            <a:ext cx="210312" cy="11871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00" name="Google Shape;8600;p115"/>
          <p:cNvGrpSpPr/>
          <p:nvPr/>
        </p:nvGrpSpPr>
        <p:grpSpPr>
          <a:xfrm>
            <a:off x="2627376" y="7161276"/>
            <a:ext cx="210311" cy="266700"/>
            <a:chOff x="2627376" y="7161276"/>
            <a:chExt cx="210311" cy="266700"/>
          </a:xfrm>
        </p:grpSpPr>
        <p:pic>
          <p:nvPicPr>
            <p:cNvPr id="8601" name="Google Shape;8601;p115"/>
            <p:cNvPicPr preferRelativeResize="0"/>
            <p:nvPr/>
          </p:nvPicPr>
          <p:blipFill rotWithShape="1">
            <a:blip r:embed="rId27">
              <a:alphaModFix/>
            </a:blip>
            <a:srcRect b="0" l="0" r="0" t="0"/>
            <a:stretch/>
          </p:blipFill>
          <p:spPr>
            <a:xfrm>
              <a:off x="2697479" y="7299960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02" name="Google Shape;8602;p115"/>
            <p:cNvPicPr preferRelativeResize="0"/>
            <p:nvPr/>
          </p:nvPicPr>
          <p:blipFill rotWithShape="1">
            <a:blip r:embed="rId28">
              <a:alphaModFix/>
            </a:blip>
            <a:srcRect b="0" l="0" r="0" t="0"/>
            <a:stretch/>
          </p:blipFill>
          <p:spPr>
            <a:xfrm>
              <a:off x="2627376" y="7161276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03" name="Google Shape;8603;p115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2627375" y="6761988"/>
            <a:ext cx="210312" cy="3535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604" name="Google Shape;8604;p115"/>
          <p:cNvPicPr preferRelativeResize="0"/>
          <p:nvPr/>
        </p:nvPicPr>
        <p:blipFill rotWithShape="1">
          <a:blip r:embed="rId30">
            <a:alphaModFix/>
          </a:blip>
          <a:srcRect b="0" l="0" r="0" t="0"/>
          <a:stretch/>
        </p:blipFill>
        <p:spPr>
          <a:xfrm>
            <a:off x="2656332" y="6004560"/>
            <a:ext cx="242268" cy="678179"/>
          </a:xfrm>
          <a:prstGeom prst="rect">
            <a:avLst/>
          </a:prstGeom>
          <a:noFill/>
          <a:ln>
            <a:noFill/>
          </a:ln>
        </p:spPr>
      </p:pic>
      <p:pic>
        <p:nvPicPr>
          <p:cNvPr id="8605" name="Google Shape;8605;p115"/>
          <p:cNvPicPr preferRelativeResize="0"/>
          <p:nvPr/>
        </p:nvPicPr>
        <p:blipFill rotWithShape="1">
          <a:blip r:embed="rId31">
            <a:alphaModFix/>
          </a:blip>
          <a:srcRect b="0" l="0" r="0" t="0"/>
          <a:stretch/>
        </p:blipFill>
        <p:spPr>
          <a:xfrm>
            <a:off x="2627375" y="5433059"/>
            <a:ext cx="271272" cy="48920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06" name="Google Shape;8606;p115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3127248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07" name="Google Shape;8607;p115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3054096" y="8243316"/>
            <a:ext cx="210311" cy="443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08" name="Google Shape;8608;p115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3054095" y="6464808"/>
            <a:ext cx="271271" cy="1674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609" name="Google Shape;8609;p115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3054095" y="4981955"/>
            <a:ext cx="210312" cy="13792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10" name="Google Shape;8610;p115"/>
          <p:cNvGrpSpPr/>
          <p:nvPr/>
        </p:nvGrpSpPr>
        <p:grpSpPr>
          <a:xfrm>
            <a:off x="3054095" y="4614671"/>
            <a:ext cx="210312" cy="266700"/>
            <a:chOff x="3054095" y="4614671"/>
            <a:chExt cx="210312" cy="266700"/>
          </a:xfrm>
        </p:grpSpPr>
        <p:pic>
          <p:nvPicPr>
            <p:cNvPr id="8611" name="Google Shape;8611;p115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3124199" y="4753355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12" name="Google Shape;8612;p115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3054095" y="4614671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13" name="Google Shape;8613;p115"/>
          <p:cNvPicPr preferRelativeResize="0"/>
          <p:nvPr/>
        </p:nvPicPr>
        <p:blipFill rotWithShape="1">
          <a:blip r:embed="rId38">
            <a:alphaModFix/>
          </a:blip>
          <a:srcRect b="0" l="0" r="0" t="0"/>
          <a:stretch/>
        </p:blipFill>
        <p:spPr>
          <a:xfrm>
            <a:off x="3054096" y="4209288"/>
            <a:ext cx="210311" cy="3535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614" name="Google Shape;8614;p115"/>
          <p:cNvPicPr preferRelativeResize="0"/>
          <p:nvPr/>
        </p:nvPicPr>
        <p:blipFill rotWithShape="1">
          <a:blip r:embed="rId39">
            <a:alphaModFix/>
          </a:blip>
          <a:srcRect b="0" l="0" r="0" t="0"/>
          <a:stretch/>
        </p:blipFill>
        <p:spPr>
          <a:xfrm>
            <a:off x="3124200" y="2979420"/>
            <a:ext cx="201167" cy="11414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15" name="Google Shape;8615;p115"/>
          <p:cNvGrpSpPr/>
          <p:nvPr/>
        </p:nvGrpSpPr>
        <p:grpSpPr>
          <a:xfrm>
            <a:off x="3054095" y="2708148"/>
            <a:ext cx="210312" cy="181355"/>
            <a:chOff x="3054095" y="2708148"/>
            <a:chExt cx="210312" cy="181355"/>
          </a:xfrm>
        </p:grpSpPr>
        <p:pic>
          <p:nvPicPr>
            <p:cNvPr id="8616" name="Google Shape;8616;p115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3054095" y="2822447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17" name="Google Shape;8617;p115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3124199" y="2708148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18" name="Google Shape;8618;p115"/>
          <p:cNvPicPr preferRelativeResize="0"/>
          <p:nvPr/>
        </p:nvPicPr>
        <p:blipFill rotWithShape="1">
          <a:blip r:embed="rId42">
            <a:alphaModFix/>
          </a:blip>
          <a:srcRect b="0" l="0" r="0" t="0"/>
          <a:stretch/>
        </p:blipFill>
        <p:spPr>
          <a:xfrm>
            <a:off x="3054095" y="2138172"/>
            <a:ext cx="210312" cy="4663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19" name="Google Shape;8619;p115"/>
          <p:cNvPicPr preferRelativeResize="0"/>
          <p:nvPr/>
        </p:nvPicPr>
        <p:blipFill rotWithShape="1">
          <a:blip r:embed="rId43">
            <a:alphaModFix/>
          </a:blip>
          <a:srcRect b="0" l="0" r="0" t="0"/>
          <a:stretch/>
        </p:blipFill>
        <p:spPr>
          <a:xfrm>
            <a:off x="3054095" y="1110996"/>
            <a:ext cx="210312" cy="93421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20" name="Google Shape;8620;p115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3419855" y="8516111"/>
            <a:ext cx="201168" cy="1737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21" name="Google Shape;8621;p115"/>
          <p:cNvGrpSpPr/>
          <p:nvPr/>
        </p:nvGrpSpPr>
        <p:grpSpPr>
          <a:xfrm>
            <a:off x="3410711" y="8252459"/>
            <a:ext cx="210313" cy="181356"/>
            <a:chOff x="3410711" y="8252459"/>
            <a:chExt cx="210313" cy="181356"/>
          </a:xfrm>
        </p:grpSpPr>
        <p:pic>
          <p:nvPicPr>
            <p:cNvPr id="8622" name="Google Shape;8622;p115"/>
            <p:cNvPicPr preferRelativeResize="0"/>
            <p:nvPr/>
          </p:nvPicPr>
          <p:blipFill rotWithShape="1">
            <a:blip r:embed="rId45">
              <a:alphaModFix/>
            </a:blip>
            <a:srcRect b="0" l="0" r="0" t="0"/>
            <a:stretch/>
          </p:blipFill>
          <p:spPr>
            <a:xfrm>
              <a:off x="3410711" y="8366759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23" name="Google Shape;8623;p115"/>
            <p:cNvPicPr preferRelativeResize="0"/>
            <p:nvPr/>
          </p:nvPicPr>
          <p:blipFill rotWithShape="1">
            <a:blip r:embed="rId46">
              <a:alphaModFix/>
            </a:blip>
            <a:srcRect b="0" l="0" r="0" t="0"/>
            <a:stretch/>
          </p:blipFill>
          <p:spPr>
            <a:xfrm>
              <a:off x="3480816" y="8252459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24" name="Google Shape;8624;p115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3410711" y="7234428"/>
            <a:ext cx="271271" cy="9372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625" name="Google Shape;8625;p115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3480815" y="6861047"/>
            <a:ext cx="140208" cy="286512"/>
          </a:xfrm>
          <a:prstGeom prst="rect">
            <a:avLst/>
          </a:prstGeom>
          <a:noFill/>
          <a:ln>
            <a:noFill/>
          </a:ln>
        </p:spPr>
      </p:pic>
      <p:pic>
        <p:nvPicPr>
          <p:cNvPr id="8626" name="Google Shape;8626;p115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3439667" y="6565392"/>
            <a:ext cx="181356" cy="220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8627" name="Google Shape;8627;p115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3410711" y="6129528"/>
            <a:ext cx="210312" cy="35509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28" name="Google Shape;8628;p115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410711" y="5548884"/>
            <a:ext cx="271272" cy="48920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29" name="Google Shape;8629;p115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3410711" y="4617720"/>
            <a:ext cx="210312" cy="832103"/>
          </a:xfrm>
          <a:prstGeom prst="rect">
            <a:avLst/>
          </a:prstGeom>
          <a:noFill/>
          <a:ln>
            <a:noFill/>
          </a:ln>
        </p:spPr>
      </p:pic>
      <p:pic>
        <p:nvPicPr>
          <p:cNvPr id="8630" name="Google Shape;8630;p115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3410711" y="4242816"/>
            <a:ext cx="271272" cy="29413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31" name="Google Shape;8631;p115"/>
          <p:cNvPicPr preferRelativeResize="0"/>
          <p:nvPr/>
        </p:nvPicPr>
        <p:blipFill rotWithShape="1">
          <a:blip r:embed="rId54">
            <a:alphaModFix/>
          </a:blip>
          <a:srcRect b="0" l="0" r="0" t="0"/>
          <a:stretch/>
        </p:blipFill>
        <p:spPr>
          <a:xfrm>
            <a:off x="3410711" y="2557271"/>
            <a:ext cx="271272" cy="1598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632" name="Google Shape;8632;p115"/>
          <p:cNvPicPr preferRelativeResize="0"/>
          <p:nvPr/>
        </p:nvPicPr>
        <p:blipFill rotWithShape="1">
          <a:blip r:embed="rId55">
            <a:alphaModFix/>
          </a:blip>
          <a:srcRect b="0" l="0" r="0" t="0"/>
          <a:stretch/>
        </p:blipFill>
        <p:spPr>
          <a:xfrm>
            <a:off x="3910583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33" name="Google Shape;8633;p115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3837432" y="8243316"/>
            <a:ext cx="210311" cy="4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8634" name="Google Shape;8634;p115"/>
          <p:cNvSpPr/>
          <p:nvPr/>
        </p:nvSpPr>
        <p:spPr>
          <a:xfrm>
            <a:off x="3866388" y="7600188"/>
            <a:ext cx="181610" cy="509270"/>
          </a:xfrm>
          <a:custGeom>
            <a:rect b="b" l="l" r="r" t="t"/>
            <a:pathLst>
              <a:path extrusionOk="0" h="509270" w="181610">
                <a:moveTo>
                  <a:pt x="178295" y="361188"/>
                </a:moveTo>
                <a:lnTo>
                  <a:pt x="173723" y="361188"/>
                </a:lnTo>
                <a:lnTo>
                  <a:pt x="173723" y="367284"/>
                </a:lnTo>
                <a:lnTo>
                  <a:pt x="172199" y="371856"/>
                </a:lnTo>
                <a:lnTo>
                  <a:pt x="170675" y="374904"/>
                </a:lnTo>
                <a:lnTo>
                  <a:pt x="167627" y="377952"/>
                </a:lnTo>
                <a:lnTo>
                  <a:pt x="161531" y="381000"/>
                </a:lnTo>
                <a:lnTo>
                  <a:pt x="89903" y="381000"/>
                </a:lnTo>
                <a:lnTo>
                  <a:pt x="82219" y="381266"/>
                </a:lnTo>
                <a:lnTo>
                  <a:pt x="45707" y="397764"/>
                </a:lnTo>
                <a:lnTo>
                  <a:pt x="41135" y="408432"/>
                </a:lnTo>
                <a:lnTo>
                  <a:pt x="41135" y="416052"/>
                </a:lnTo>
                <a:lnTo>
                  <a:pt x="42849" y="427482"/>
                </a:lnTo>
                <a:lnTo>
                  <a:pt x="47993" y="438912"/>
                </a:lnTo>
                <a:lnTo>
                  <a:pt x="56565" y="450342"/>
                </a:lnTo>
                <a:lnTo>
                  <a:pt x="68567" y="461772"/>
                </a:lnTo>
                <a:lnTo>
                  <a:pt x="41135" y="461772"/>
                </a:lnTo>
                <a:lnTo>
                  <a:pt x="41135" y="467868"/>
                </a:lnTo>
                <a:lnTo>
                  <a:pt x="57899" y="509016"/>
                </a:lnTo>
                <a:lnTo>
                  <a:pt x="62471" y="507492"/>
                </a:lnTo>
                <a:lnTo>
                  <a:pt x="60947" y="502920"/>
                </a:lnTo>
                <a:lnTo>
                  <a:pt x="59423" y="499872"/>
                </a:lnTo>
                <a:lnTo>
                  <a:pt x="59423" y="495300"/>
                </a:lnTo>
                <a:lnTo>
                  <a:pt x="60947" y="492252"/>
                </a:lnTo>
                <a:lnTo>
                  <a:pt x="60947" y="490728"/>
                </a:lnTo>
                <a:lnTo>
                  <a:pt x="62471" y="489204"/>
                </a:lnTo>
                <a:lnTo>
                  <a:pt x="65519" y="487680"/>
                </a:lnTo>
                <a:lnTo>
                  <a:pt x="68567" y="487680"/>
                </a:lnTo>
                <a:lnTo>
                  <a:pt x="72021" y="486803"/>
                </a:lnTo>
                <a:lnTo>
                  <a:pt x="77901" y="486346"/>
                </a:lnTo>
                <a:lnTo>
                  <a:pt x="97523" y="486156"/>
                </a:lnTo>
                <a:lnTo>
                  <a:pt x="156959" y="486156"/>
                </a:lnTo>
                <a:lnTo>
                  <a:pt x="164579" y="487680"/>
                </a:lnTo>
                <a:lnTo>
                  <a:pt x="167627" y="489204"/>
                </a:lnTo>
                <a:lnTo>
                  <a:pt x="170675" y="492252"/>
                </a:lnTo>
                <a:lnTo>
                  <a:pt x="173723" y="496824"/>
                </a:lnTo>
                <a:lnTo>
                  <a:pt x="173723" y="505968"/>
                </a:lnTo>
                <a:lnTo>
                  <a:pt x="178295" y="505968"/>
                </a:lnTo>
                <a:lnTo>
                  <a:pt x="178295" y="441960"/>
                </a:lnTo>
                <a:lnTo>
                  <a:pt x="173723" y="441960"/>
                </a:lnTo>
                <a:lnTo>
                  <a:pt x="173723" y="449580"/>
                </a:lnTo>
                <a:lnTo>
                  <a:pt x="170675" y="455676"/>
                </a:lnTo>
                <a:lnTo>
                  <a:pt x="167627" y="458724"/>
                </a:lnTo>
                <a:lnTo>
                  <a:pt x="164579" y="460248"/>
                </a:lnTo>
                <a:lnTo>
                  <a:pt x="163055" y="461772"/>
                </a:lnTo>
                <a:lnTo>
                  <a:pt x="77711" y="461772"/>
                </a:lnTo>
                <a:lnTo>
                  <a:pt x="69710" y="453517"/>
                </a:lnTo>
                <a:lnTo>
                  <a:pt x="63995" y="444817"/>
                </a:lnTo>
                <a:lnTo>
                  <a:pt x="60566" y="435851"/>
                </a:lnTo>
                <a:lnTo>
                  <a:pt x="59423" y="426720"/>
                </a:lnTo>
                <a:lnTo>
                  <a:pt x="59423" y="419100"/>
                </a:lnTo>
                <a:lnTo>
                  <a:pt x="92951" y="405384"/>
                </a:lnTo>
                <a:lnTo>
                  <a:pt x="160007" y="405384"/>
                </a:lnTo>
                <a:lnTo>
                  <a:pt x="161531" y="406908"/>
                </a:lnTo>
                <a:lnTo>
                  <a:pt x="166103" y="406908"/>
                </a:lnTo>
                <a:lnTo>
                  <a:pt x="172199" y="413004"/>
                </a:lnTo>
                <a:lnTo>
                  <a:pt x="173723" y="417576"/>
                </a:lnTo>
                <a:lnTo>
                  <a:pt x="173723" y="425196"/>
                </a:lnTo>
                <a:lnTo>
                  <a:pt x="178295" y="425196"/>
                </a:lnTo>
                <a:lnTo>
                  <a:pt x="178295" y="361188"/>
                </a:lnTo>
                <a:close/>
              </a:path>
              <a:path extrusionOk="0" h="509270" w="181610">
                <a:moveTo>
                  <a:pt x="178308" y="86868"/>
                </a:moveTo>
                <a:lnTo>
                  <a:pt x="173736" y="86868"/>
                </a:lnTo>
                <a:lnTo>
                  <a:pt x="172212" y="92964"/>
                </a:lnTo>
                <a:lnTo>
                  <a:pt x="172212" y="97536"/>
                </a:lnTo>
                <a:lnTo>
                  <a:pt x="166255" y="103428"/>
                </a:lnTo>
                <a:lnTo>
                  <a:pt x="161925" y="107251"/>
                </a:lnTo>
                <a:lnTo>
                  <a:pt x="155867" y="111950"/>
                </a:lnTo>
                <a:lnTo>
                  <a:pt x="97536" y="150876"/>
                </a:lnTo>
                <a:lnTo>
                  <a:pt x="65735" y="127165"/>
                </a:lnTo>
                <a:lnTo>
                  <a:pt x="59626" y="122301"/>
                </a:lnTo>
                <a:lnTo>
                  <a:pt x="54927" y="118021"/>
                </a:lnTo>
                <a:lnTo>
                  <a:pt x="51816" y="114300"/>
                </a:lnTo>
                <a:lnTo>
                  <a:pt x="48768" y="105156"/>
                </a:lnTo>
                <a:lnTo>
                  <a:pt x="48768" y="100584"/>
                </a:lnTo>
                <a:lnTo>
                  <a:pt x="44196" y="100584"/>
                </a:lnTo>
                <a:lnTo>
                  <a:pt x="44196" y="144780"/>
                </a:lnTo>
                <a:lnTo>
                  <a:pt x="48768" y="144780"/>
                </a:lnTo>
                <a:lnTo>
                  <a:pt x="48768" y="137160"/>
                </a:lnTo>
                <a:lnTo>
                  <a:pt x="51816" y="134112"/>
                </a:lnTo>
                <a:lnTo>
                  <a:pt x="54864" y="132588"/>
                </a:lnTo>
                <a:lnTo>
                  <a:pt x="56388" y="132588"/>
                </a:lnTo>
                <a:lnTo>
                  <a:pt x="59436" y="134112"/>
                </a:lnTo>
                <a:lnTo>
                  <a:pt x="67056" y="137160"/>
                </a:lnTo>
                <a:lnTo>
                  <a:pt x="76200" y="144780"/>
                </a:lnTo>
                <a:lnTo>
                  <a:pt x="89916" y="155448"/>
                </a:lnTo>
                <a:lnTo>
                  <a:pt x="74676" y="164592"/>
                </a:lnTo>
                <a:lnTo>
                  <a:pt x="71628" y="167640"/>
                </a:lnTo>
                <a:lnTo>
                  <a:pt x="68580" y="169164"/>
                </a:lnTo>
                <a:lnTo>
                  <a:pt x="67056" y="169164"/>
                </a:lnTo>
                <a:lnTo>
                  <a:pt x="62484" y="173736"/>
                </a:lnTo>
                <a:lnTo>
                  <a:pt x="57912" y="175260"/>
                </a:lnTo>
                <a:lnTo>
                  <a:pt x="51816" y="175260"/>
                </a:lnTo>
                <a:lnTo>
                  <a:pt x="48768" y="172212"/>
                </a:lnTo>
                <a:lnTo>
                  <a:pt x="48768" y="164592"/>
                </a:lnTo>
                <a:lnTo>
                  <a:pt x="44196" y="164592"/>
                </a:lnTo>
                <a:lnTo>
                  <a:pt x="44196" y="225552"/>
                </a:lnTo>
                <a:lnTo>
                  <a:pt x="48768" y="225552"/>
                </a:lnTo>
                <a:lnTo>
                  <a:pt x="48768" y="220980"/>
                </a:lnTo>
                <a:lnTo>
                  <a:pt x="50292" y="214884"/>
                </a:lnTo>
                <a:lnTo>
                  <a:pt x="111252" y="170688"/>
                </a:lnTo>
                <a:lnTo>
                  <a:pt x="147828" y="198120"/>
                </a:lnTo>
                <a:lnTo>
                  <a:pt x="155867" y="204406"/>
                </a:lnTo>
                <a:lnTo>
                  <a:pt x="161925" y="209550"/>
                </a:lnTo>
                <a:lnTo>
                  <a:pt x="172212" y="219456"/>
                </a:lnTo>
                <a:lnTo>
                  <a:pt x="172212" y="222504"/>
                </a:lnTo>
                <a:lnTo>
                  <a:pt x="173736" y="225552"/>
                </a:lnTo>
                <a:lnTo>
                  <a:pt x="178308" y="225552"/>
                </a:lnTo>
                <a:lnTo>
                  <a:pt x="178308" y="179832"/>
                </a:lnTo>
                <a:lnTo>
                  <a:pt x="173736" y="179832"/>
                </a:lnTo>
                <a:lnTo>
                  <a:pt x="173736" y="185928"/>
                </a:lnTo>
                <a:lnTo>
                  <a:pt x="172212" y="188976"/>
                </a:lnTo>
                <a:lnTo>
                  <a:pt x="166116" y="195072"/>
                </a:lnTo>
                <a:lnTo>
                  <a:pt x="161544" y="195072"/>
                </a:lnTo>
                <a:lnTo>
                  <a:pt x="146304" y="187452"/>
                </a:lnTo>
                <a:lnTo>
                  <a:pt x="118872" y="166116"/>
                </a:lnTo>
                <a:lnTo>
                  <a:pt x="147828" y="146304"/>
                </a:lnTo>
                <a:lnTo>
                  <a:pt x="156972" y="140208"/>
                </a:lnTo>
                <a:lnTo>
                  <a:pt x="163068" y="137160"/>
                </a:lnTo>
                <a:lnTo>
                  <a:pt x="167640" y="137160"/>
                </a:lnTo>
                <a:lnTo>
                  <a:pt x="170688" y="140208"/>
                </a:lnTo>
                <a:lnTo>
                  <a:pt x="173736" y="146304"/>
                </a:lnTo>
                <a:lnTo>
                  <a:pt x="173736" y="150876"/>
                </a:lnTo>
                <a:lnTo>
                  <a:pt x="178308" y="150876"/>
                </a:lnTo>
                <a:lnTo>
                  <a:pt x="178308" y="86868"/>
                </a:lnTo>
                <a:close/>
              </a:path>
              <a:path extrusionOk="0" h="509270" w="181610">
                <a:moveTo>
                  <a:pt x="181343" y="292608"/>
                </a:moveTo>
                <a:lnTo>
                  <a:pt x="164579" y="256032"/>
                </a:lnTo>
                <a:lnTo>
                  <a:pt x="128003" y="237744"/>
                </a:lnTo>
                <a:lnTo>
                  <a:pt x="126479" y="240792"/>
                </a:lnTo>
                <a:lnTo>
                  <a:pt x="134124" y="244271"/>
                </a:lnTo>
                <a:lnTo>
                  <a:pt x="140766" y="248031"/>
                </a:lnTo>
                <a:lnTo>
                  <a:pt x="145986" y="252374"/>
                </a:lnTo>
                <a:lnTo>
                  <a:pt x="149339" y="257556"/>
                </a:lnTo>
                <a:lnTo>
                  <a:pt x="153911" y="263652"/>
                </a:lnTo>
                <a:lnTo>
                  <a:pt x="156959" y="271272"/>
                </a:lnTo>
                <a:lnTo>
                  <a:pt x="156959" y="280416"/>
                </a:lnTo>
                <a:lnTo>
                  <a:pt x="130479" y="320827"/>
                </a:lnTo>
                <a:lnTo>
                  <a:pt x="94475" y="329184"/>
                </a:lnTo>
                <a:lnTo>
                  <a:pt x="94475" y="268224"/>
                </a:lnTo>
                <a:lnTo>
                  <a:pt x="94475" y="237744"/>
                </a:lnTo>
                <a:lnTo>
                  <a:pt x="85331" y="238417"/>
                </a:lnTo>
                <a:lnTo>
                  <a:pt x="85331" y="268224"/>
                </a:lnTo>
                <a:lnTo>
                  <a:pt x="85331" y="329184"/>
                </a:lnTo>
                <a:lnTo>
                  <a:pt x="50279" y="304800"/>
                </a:lnTo>
                <a:lnTo>
                  <a:pt x="50279" y="291084"/>
                </a:lnTo>
                <a:lnTo>
                  <a:pt x="51803" y="286512"/>
                </a:lnTo>
                <a:lnTo>
                  <a:pt x="60947" y="272796"/>
                </a:lnTo>
                <a:lnTo>
                  <a:pt x="67043" y="271272"/>
                </a:lnTo>
                <a:lnTo>
                  <a:pt x="70091" y="269748"/>
                </a:lnTo>
                <a:lnTo>
                  <a:pt x="76187" y="268224"/>
                </a:lnTo>
                <a:lnTo>
                  <a:pt x="85331" y="268224"/>
                </a:lnTo>
                <a:lnTo>
                  <a:pt x="85331" y="238417"/>
                </a:lnTo>
                <a:lnTo>
                  <a:pt x="48856" y="259778"/>
                </a:lnTo>
                <a:lnTo>
                  <a:pt x="41148" y="289521"/>
                </a:lnTo>
                <a:lnTo>
                  <a:pt x="42278" y="301802"/>
                </a:lnTo>
                <a:lnTo>
                  <a:pt x="69697" y="340233"/>
                </a:lnTo>
                <a:lnTo>
                  <a:pt x="112763" y="350520"/>
                </a:lnTo>
                <a:lnTo>
                  <a:pt x="127342" y="349377"/>
                </a:lnTo>
                <a:lnTo>
                  <a:pt x="127127" y="349377"/>
                </a:lnTo>
                <a:lnTo>
                  <a:pt x="140004" y="346138"/>
                </a:lnTo>
                <a:lnTo>
                  <a:pt x="176580" y="314325"/>
                </a:lnTo>
                <a:lnTo>
                  <a:pt x="180187" y="303758"/>
                </a:lnTo>
                <a:lnTo>
                  <a:pt x="181343" y="292608"/>
                </a:lnTo>
                <a:close/>
              </a:path>
              <a:path extrusionOk="0" h="509270" w="181610">
                <a:moveTo>
                  <a:pt x="181356" y="27432"/>
                </a:moveTo>
                <a:lnTo>
                  <a:pt x="152400" y="0"/>
                </a:lnTo>
                <a:lnTo>
                  <a:pt x="152400" y="6096"/>
                </a:lnTo>
                <a:lnTo>
                  <a:pt x="155448" y="7620"/>
                </a:lnTo>
                <a:lnTo>
                  <a:pt x="158496" y="10668"/>
                </a:lnTo>
                <a:lnTo>
                  <a:pt x="160020" y="13716"/>
                </a:lnTo>
                <a:lnTo>
                  <a:pt x="161544" y="15240"/>
                </a:lnTo>
                <a:lnTo>
                  <a:pt x="163068" y="18288"/>
                </a:lnTo>
                <a:lnTo>
                  <a:pt x="163068" y="25908"/>
                </a:lnTo>
                <a:lnTo>
                  <a:pt x="161544" y="28956"/>
                </a:lnTo>
                <a:lnTo>
                  <a:pt x="158496" y="32004"/>
                </a:lnTo>
                <a:lnTo>
                  <a:pt x="155448" y="33528"/>
                </a:lnTo>
                <a:lnTo>
                  <a:pt x="149352" y="35052"/>
                </a:lnTo>
                <a:lnTo>
                  <a:pt x="53340" y="35052"/>
                </a:lnTo>
                <a:lnTo>
                  <a:pt x="53340" y="4572"/>
                </a:lnTo>
                <a:lnTo>
                  <a:pt x="44196" y="4572"/>
                </a:lnTo>
                <a:lnTo>
                  <a:pt x="44196" y="35052"/>
                </a:lnTo>
                <a:lnTo>
                  <a:pt x="0" y="35052"/>
                </a:lnTo>
                <a:lnTo>
                  <a:pt x="0" y="38100"/>
                </a:lnTo>
                <a:lnTo>
                  <a:pt x="9144" y="42672"/>
                </a:lnTo>
                <a:lnTo>
                  <a:pt x="16764" y="45720"/>
                </a:lnTo>
                <a:lnTo>
                  <a:pt x="19812" y="48768"/>
                </a:lnTo>
                <a:lnTo>
                  <a:pt x="27432" y="53340"/>
                </a:lnTo>
                <a:lnTo>
                  <a:pt x="33528" y="57912"/>
                </a:lnTo>
                <a:lnTo>
                  <a:pt x="42672" y="70104"/>
                </a:lnTo>
                <a:lnTo>
                  <a:pt x="48768" y="82296"/>
                </a:lnTo>
                <a:lnTo>
                  <a:pt x="53340" y="82296"/>
                </a:lnTo>
                <a:lnTo>
                  <a:pt x="53340" y="59436"/>
                </a:lnTo>
                <a:lnTo>
                  <a:pt x="153924" y="59436"/>
                </a:lnTo>
                <a:lnTo>
                  <a:pt x="161544" y="57912"/>
                </a:lnTo>
                <a:lnTo>
                  <a:pt x="170688" y="54864"/>
                </a:lnTo>
                <a:lnTo>
                  <a:pt x="175260" y="51816"/>
                </a:lnTo>
                <a:lnTo>
                  <a:pt x="176784" y="47244"/>
                </a:lnTo>
                <a:lnTo>
                  <a:pt x="179832" y="42672"/>
                </a:lnTo>
                <a:lnTo>
                  <a:pt x="181356" y="38100"/>
                </a:lnTo>
                <a:lnTo>
                  <a:pt x="181356" y="274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635" name="Google Shape;8635;p115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3837432" y="6701028"/>
            <a:ext cx="271272" cy="760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636" name="Google Shape;8636;p115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3837432" y="5455919"/>
            <a:ext cx="210312" cy="1106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37" name="Google Shape;8637;p115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3837432" y="5100828"/>
            <a:ext cx="207264" cy="219455"/>
          </a:xfrm>
          <a:prstGeom prst="rect">
            <a:avLst/>
          </a:prstGeom>
          <a:noFill/>
          <a:ln>
            <a:noFill/>
          </a:ln>
        </p:spPr>
      </p:pic>
      <p:pic>
        <p:nvPicPr>
          <p:cNvPr id="8638" name="Google Shape;8638;p115"/>
          <p:cNvPicPr preferRelativeResize="0"/>
          <p:nvPr/>
        </p:nvPicPr>
        <p:blipFill rotWithShape="1">
          <a:blip r:embed="rId60">
            <a:alphaModFix/>
          </a:blip>
          <a:srcRect b="0" l="0" r="0" t="0"/>
          <a:stretch/>
        </p:blipFill>
        <p:spPr>
          <a:xfrm>
            <a:off x="3837432" y="4617720"/>
            <a:ext cx="210312" cy="355092"/>
          </a:xfrm>
          <a:prstGeom prst="rect">
            <a:avLst/>
          </a:prstGeom>
          <a:noFill/>
          <a:ln>
            <a:noFill/>
          </a:ln>
        </p:spPr>
      </p:pic>
      <p:pic>
        <p:nvPicPr>
          <p:cNvPr id="8639" name="Google Shape;8639;p115"/>
          <p:cNvPicPr preferRelativeResize="0"/>
          <p:nvPr/>
        </p:nvPicPr>
        <p:blipFill rotWithShape="1">
          <a:blip r:embed="rId61">
            <a:alphaModFix/>
          </a:blip>
          <a:srcRect b="0" l="0" r="0" t="0"/>
          <a:stretch/>
        </p:blipFill>
        <p:spPr>
          <a:xfrm>
            <a:off x="3837432" y="3095244"/>
            <a:ext cx="210312" cy="139141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40" name="Google Shape;8640;p115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3837432" y="2072639"/>
            <a:ext cx="210312" cy="8793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641" name="Google Shape;8641;p115"/>
          <p:cNvPicPr preferRelativeResize="0"/>
          <p:nvPr/>
        </p:nvPicPr>
        <p:blipFill rotWithShape="1">
          <a:blip r:embed="rId63">
            <a:alphaModFix/>
          </a:blip>
          <a:srcRect b="0" l="0" r="0" t="0"/>
          <a:stretch/>
        </p:blipFill>
        <p:spPr>
          <a:xfrm>
            <a:off x="3837432" y="1100327"/>
            <a:ext cx="210312" cy="8381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42" name="Google Shape;8642;p115"/>
          <p:cNvGrpSpPr/>
          <p:nvPr/>
        </p:nvGrpSpPr>
        <p:grpSpPr>
          <a:xfrm>
            <a:off x="4197096" y="8109204"/>
            <a:ext cx="207263" cy="582168"/>
            <a:chOff x="4197096" y="8109204"/>
            <a:chExt cx="207263" cy="582168"/>
          </a:xfrm>
        </p:grpSpPr>
        <p:pic>
          <p:nvPicPr>
            <p:cNvPr id="8643" name="Google Shape;8643;p115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4201667" y="8545068"/>
              <a:ext cx="198119" cy="1463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44" name="Google Shape;8644;p115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4197096" y="8386572"/>
              <a:ext cx="207263" cy="1280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45" name="Google Shape;8645;p115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4201668" y="8109204"/>
              <a:ext cx="198119" cy="2529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646" name="Google Shape;8646;p115"/>
          <p:cNvGrpSpPr/>
          <p:nvPr/>
        </p:nvGrpSpPr>
        <p:grpSpPr>
          <a:xfrm>
            <a:off x="4192523" y="7161276"/>
            <a:ext cx="210312" cy="720852"/>
            <a:chOff x="4192523" y="7161276"/>
            <a:chExt cx="210312" cy="720852"/>
          </a:xfrm>
        </p:grpSpPr>
        <p:pic>
          <p:nvPicPr>
            <p:cNvPr id="8647" name="Google Shape;8647;p115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4192523" y="7447788"/>
              <a:ext cx="210312" cy="4343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48" name="Google Shape;8648;p115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4192523" y="7161276"/>
              <a:ext cx="210312" cy="26670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49" name="Google Shape;8649;p115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4262627" y="6589776"/>
            <a:ext cx="140208" cy="341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650" name="Google Shape;8650;p115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4192523" y="5015484"/>
            <a:ext cx="271272" cy="1331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8651" name="Google Shape;8651;p115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4192523" y="3255264"/>
            <a:ext cx="271272" cy="1534668"/>
          </a:xfrm>
          <a:prstGeom prst="rect">
            <a:avLst/>
          </a:prstGeom>
          <a:noFill/>
          <a:ln>
            <a:noFill/>
          </a:ln>
        </p:spPr>
      </p:pic>
      <p:sp>
        <p:nvSpPr>
          <p:cNvPr id="8652" name="Google Shape;8652;p115"/>
          <p:cNvSpPr/>
          <p:nvPr/>
        </p:nvSpPr>
        <p:spPr>
          <a:xfrm>
            <a:off x="4192524" y="2511552"/>
            <a:ext cx="210820" cy="525780"/>
          </a:xfrm>
          <a:custGeom>
            <a:rect b="b" l="l" r="r" t="t"/>
            <a:pathLst>
              <a:path extrusionOk="0" h="525780" w="210820">
                <a:moveTo>
                  <a:pt x="32004" y="268224"/>
                </a:moveTo>
                <a:lnTo>
                  <a:pt x="30480" y="263652"/>
                </a:lnTo>
                <a:lnTo>
                  <a:pt x="24384" y="257556"/>
                </a:lnTo>
                <a:lnTo>
                  <a:pt x="19812" y="256032"/>
                </a:lnTo>
                <a:lnTo>
                  <a:pt x="12192" y="256032"/>
                </a:lnTo>
                <a:lnTo>
                  <a:pt x="7620" y="257556"/>
                </a:lnTo>
                <a:lnTo>
                  <a:pt x="1524" y="263652"/>
                </a:lnTo>
                <a:lnTo>
                  <a:pt x="0" y="268224"/>
                </a:lnTo>
                <a:lnTo>
                  <a:pt x="0" y="277368"/>
                </a:lnTo>
                <a:lnTo>
                  <a:pt x="1524" y="280416"/>
                </a:lnTo>
                <a:lnTo>
                  <a:pt x="7620" y="286512"/>
                </a:lnTo>
                <a:lnTo>
                  <a:pt x="12192" y="288036"/>
                </a:lnTo>
                <a:lnTo>
                  <a:pt x="19812" y="288036"/>
                </a:lnTo>
                <a:lnTo>
                  <a:pt x="24384" y="286512"/>
                </a:lnTo>
                <a:lnTo>
                  <a:pt x="30480" y="280416"/>
                </a:lnTo>
                <a:lnTo>
                  <a:pt x="32004" y="277368"/>
                </a:lnTo>
                <a:lnTo>
                  <a:pt x="32004" y="268224"/>
                </a:lnTo>
                <a:close/>
              </a:path>
              <a:path extrusionOk="0" h="525780" w="210820">
                <a:moveTo>
                  <a:pt x="207264" y="239268"/>
                </a:moveTo>
                <a:lnTo>
                  <a:pt x="202692" y="239268"/>
                </a:lnTo>
                <a:lnTo>
                  <a:pt x="202692" y="249936"/>
                </a:lnTo>
                <a:lnTo>
                  <a:pt x="201168" y="252984"/>
                </a:lnTo>
                <a:lnTo>
                  <a:pt x="199644" y="254508"/>
                </a:lnTo>
                <a:lnTo>
                  <a:pt x="193548" y="257556"/>
                </a:lnTo>
                <a:lnTo>
                  <a:pt x="192024" y="259080"/>
                </a:lnTo>
                <a:lnTo>
                  <a:pt x="70104" y="259080"/>
                </a:lnTo>
                <a:lnTo>
                  <a:pt x="70104" y="266700"/>
                </a:lnTo>
                <a:lnTo>
                  <a:pt x="86868" y="306324"/>
                </a:lnTo>
                <a:lnTo>
                  <a:pt x="91440" y="304800"/>
                </a:lnTo>
                <a:lnTo>
                  <a:pt x="89916" y="300228"/>
                </a:lnTo>
                <a:lnTo>
                  <a:pt x="89916" y="289560"/>
                </a:lnTo>
                <a:lnTo>
                  <a:pt x="92964" y="286512"/>
                </a:lnTo>
                <a:lnTo>
                  <a:pt x="94488" y="286512"/>
                </a:lnTo>
                <a:lnTo>
                  <a:pt x="97536" y="284988"/>
                </a:lnTo>
                <a:lnTo>
                  <a:pt x="101841" y="284759"/>
                </a:lnTo>
                <a:lnTo>
                  <a:pt x="108013" y="284226"/>
                </a:lnTo>
                <a:lnTo>
                  <a:pt x="116179" y="283705"/>
                </a:lnTo>
                <a:lnTo>
                  <a:pt x="126492" y="283464"/>
                </a:lnTo>
                <a:lnTo>
                  <a:pt x="185928" y="283464"/>
                </a:lnTo>
                <a:lnTo>
                  <a:pt x="192024" y="284988"/>
                </a:lnTo>
                <a:lnTo>
                  <a:pt x="195072" y="286512"/>
                </a:lnTo>
                <a:lnTo>
                  <a:pt x="198120" y="286512"/>
                </a:lnTo>
                <a:lnTo>
                  <a:pt x="199644" y="289560"/>
                </a:lnTo>
                <a:lnTo>
                  <a:pt x="202692" y="292608"/>
                </a:lnTo>
                <a:lnTo>
                  <a:pt x="202692" y="303276"/>
                </a:lnTo>
                <a:lnTo>
                  <a:pt x="207264" y="303276"/>
                </a:lnTo>
                <a:lnTo>
                  <a:pt x="207264" y="283464"/>
                </a:lnTo>
                <a:lnTo>
                  <a:pt x="207264" y="239268"/>
                </a:lnTo>
                <a:close/>
              </a:path>
              <a:path extrusionOk="0" h="525780" w="210820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3716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8288"/>
                </a:lnTo>
                <a:lnTo>
                  <a:pt x="192024" y="19812"/>
                </a:lnTo>
                <a:lnTo>
                  <a:pt x="129540" y="19812"/>
                </a:lnTo>
                <a:lnTo>
                  <a:pt x="118084" y="20078"/>
                </a:lnTo>
                <a:lnTo>
                  <a:pt x="80772" y="30480"/>
                </a:lnTo>
                <a:lnTo>
                  <a:pt x="70104" y="47244"/>
                </a:lnTo>
                <a:lnTo>
                  <a:pt x="70104" y="62484"/>
                </a:lnTo>
                <a:lnTo>
                  <a:pt x="99060" y="100584"/>
                </a:lnTo>
                <a:lnTo>
                  <a:pt x="0" y="100584"/>
                </a:lnTo>
                <a:lnTo>
                  <a:pt x="0" y="108204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1732"/>
                </a:lnTo>
                <a:lnTo>
                  <a:pt x="19812" y="131064"/>
                </a:lnTo>
                <a:lnTo>
                  <a:pt x="22860" y="128016"/>
                </a:lnTo>
                <a:lnTo>
                  <a:pt x="24384" y="128016"/>
                </a:lnTo>
                <a:lnTo>
                  <a:pt x="27432" y="126492"/>
                </a:lnTo>
                <a:lnTo>
                  <a:pt x="46075" y="125209"/>
                </a:lnTo>
                <a:lnTo>
                  <a:pt x="56388" y="124968"/>
                </a:lnTo>
                <a:lnTo>
                  <a:pt x="185928" y="124968"/>
                </a:lnTo>
                <a:lnTo>
                  <a:pt x="192024" y="126492"/>
                </a:lnTo>
                <a:lnTo>
                  <a:pt x="193548" y="128016"/>
                </a:lnTo>
                <a:lnTo>
                  <a:pt x="196596" y="128016"/>
                </a:lnTo>
                <a:lnTo>
                  <a:pt x="199644" y="129540"/>
                </a:lnTo>
                <a:lnTo>
                  <a:pt x="199644" y="131064"/>
                </a:lnTo>
                <a:lnTo>
                  <a:pt x="202692" y="140208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91440"/>
                </a:lnTo>
                <a:lnTo>
                  <a:pt x="199644" y="97536"/>
                </a:lnTo>
                <a:lnTo>
                  <a:pt x="196596" y="99060"/>
                </a:lnTo>
                <a:lnTo>
                  <a:pt x="195072" y="99060"/>
                </a:lnTo>
                <a:lnTo>
                  <a:pt x="192024" y="100584"/>
                </a:lnTo>
                <a:lnTo>
                  <a:pt x="108204" y="100584"/>
                </a:lnTo>
                <a:lnTo>
                  <a:pt x="100584" y="94488"/>
                </a:lnTo>
                <a:lnTo>
                  <a:pt x="94488" y="86868"/>
                </a:lnTo>
                <a:lnTo>
                  <a:pt x="92964" y="82296"/>
                </a:lnTo>
                <a:lnTo>
                  <a:pt x="89916" y="76200"/>
                </a:lnTo>
                <a:lnTo>
                  <a:pt x="88392" y="71628"/>
                </a:lnTo>
                <a:lnTo>
                  <a:pt x="88392" y="62484"/>
                </a:lnTo>
                <a:lnTo>
                  <a:pt x="131064" y="44196"/>
                </a:lnTo>
                <a:lnTo>
                  <a:pt x="188976" y="44196"/>
                </a:lnTo>
                <a:lnTo>
                  <a:pt x="190500" y="45720"/>
                </a:lnTo>
                <a:lnTo>
                  <a:pt x="195072" y="45720"/>
                </a:lnTo>
                <a:lnTo>
                  <a:pt x="198120" y="47244"/>
                </a:lnTo>
                <a:lnTo>
                  <a:pt x="199644" y="50292"/>
                </a:lnTo>
                <a:lnTo>
                  <a:pt x="201168" y="51816"/>
                </a:lnTo>
                <a:lnTo>
                  <a:pt x="202692" y="56388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5780" w="210820">
                <a:moveTo>
                  <a:pt x="210312" y="376428"/>
                </a:moveTo>
                <a:lnTo>
                  <a:pt x="94488" y="332232"/>
                </a:lnTo>
                <a:lnTo>
                  <a:pt x="85344" y="329184"/>
                </a:lnTo>
                <a:lnTo>
                  <a:pt x="79248" y="321564"/>
                </a:lnTo>
                <a:lnTo>
                  <a:pt x="77724" y="313944"/>
                </a:lnTo>
                <a:lnTo>
                  <a:pt x="73152" y="313944"/>
                </a:lnTo>
                <a:lnTo>
                  <a:pt x="73152" y="355092"/>
                </a:lnTo>
                <a:lnTo>
                  <a:pt x="77724" y="355092"/>
                </a:lnTo>
                <a:lnTo>
                  <a:pt x="77724" y="348996"/>
                </a:lnTo>
                <a:lnTo>
                  <a:pt x="80772" y="342900"/>
                </a:lnTo>
                <a:lnTo>
                  <a:pt x="83820" y="339852"/>
                </a:lnTo>
                <a:lnTo>
                  <a:pt x="88392" y="339852"/>
                </a:lnTo>
                <a:lnTo>
                  <a:pt x="92964" y="341376"/>
                </a:lnTo>
                <a:lnTo>
                  <a:pt x="99060" y="342900"/>
                </a:lnTo>
                <a:lnTo>
                  <a:pt x="172212" y="371856"/>
                </a:lnTo>
                <a:lnTo>
                  <a:pt x="96012" y="403860"/>
                </a:lnTo>
                <a:lnTo>
                  <a:pt x="94488" y="405384"/>
                </a:lnTo>
                <a:lnTo>
                  <a:pt x="86868" y="405384"/>
                </a:lnTo>
                <a:lnTo>
                  <a:pt x="83820" y="403860"/>
                </a:lnTo>
                <a:lnTo>
                  <a:pt x="79248" y="399288"/>
                </a:lnTo>
                <a:lnTo>
                  <a:pt x="77724" y="394716"/>
                </a:lnTo>
                <a:lnTo>
                  <a:pt x="77724" y="388620"/>
                </a:lnTo>
                <a:lnTo>
                  <a:pt x="73152" y="388620"/>
                </a:lnTo>
                <a:lnTo>
                  <a:pt x="73152" y="451104"/>
                </a:lnTo>
                <a:lnTo>
                  <a:pt x="77724" y="451104"/>
                </a:lnTo>
                <a:lnTo>
                  <a:pt x="77724" y="445008"/>
                </a:lnTo>
                <a:lnTo>
                  <a:pt x="82296" y="435864"/>
                </a:lnTo>
                <a:lnTo>
                  <a:pt x="86868" y="432816"/>
                </a:lnTo>
                <a:lnTo>
                  <a:pt x="92964" y="429768"/>
                </a:lnTo>
                <a:lnTo>
                  <a:pt x="112776" y="422148"/>
                </a:lnTo>
                <a:lnTo>
                  <a:pt x="172212" y="449580"/>
                </a:lnTo>
                <a:lnTo>
                  <a:pt x="97536" y="478536"/>
                </a:lnTo>
                <a:lnTo>
                  <a:pt x="92964" y="481584"/>
                </a:lnTo>
                <a:lnTo>
                  <a:pt x="82296" y="481584"/>
                </a:lnTo>
                <a:lnTo>
                  <a:pt x="80772" y="478536"/>
                </a:lnTo>
                <a:lnTo>
                  <a:pt x="79248" y="477012"/>
                </a:lnTo>
                <a:lnTo>
                  <a:pt x="77724" y="473964"/>
                </a:lnTo>
                <a:lnTo>
                  <a:pt x="77724" y="469392"/>
                </a:lnTo>
                <a:lnTo>
                  <a:pt x="73152" y="469392"/>
                </a:lnTo>
                <a:lnTo>
                  <a:pt x="73152" y="525780"/>
                </a:lnTo>
                <a:lnTo>
                  <a:pt x="77724" y="525780"/>
                </a:lnTo>
                <a:lnTo>
                  <a:pt x="79248" y="519684"/>
                </a:lnTo>
                <a:lnTo>
                  <a:pt x="80772" y="516636"/>
                </a:lnTo>
                <a:lnTo>
                  <a:pt x="86868" y="510540"/>
                </a:lnTo>
                <a:lnTo>
                  <a:pt x="91440" y="507492"/>
                </a:lnTo>
                <a:lnTo>
                  <a:pt x="210312" y="460248"/>
                </a:lnTo>
                <a:lnTo>
                  <a:pt x="210312" y="457200"/>
                </a:lnTo>
                <a:lnTo>
                  <a:pt x="123444" y="417576"/>
                </a:lnTo>
                <a:lnTo>
                  <a:pt x="210312" y="381000"/>
                </a:lnTo>
                <a:lnTo>
                  <a:pt x="210312" y="376428"/>
                </a:lnTo>
                <a:close/>
              </a:path>
              <a:path extrusionOk="0" h="525780" w="210820">
                <a:moveTo>
                  <a:pt x="210312" y="176784"/>
                </a:moveTo>
                <a:lnTo>
                  <a:pt x="207264" y="169164"/>
                </a:lnTo>
                <a:lnTo>
                  <a:pt x="198120" y="156972"/>
                </a:lnTo>
                <a:lnTo>
                  <a:pt x="190500" y="152400"/>
                </a:lnTo>
                <a:lnTo>
                  <a:pt x="181356" y="149352"/>
                </a:lnTo>
                <a:lnTo>
                  <a:pt x="181356" y="155448"/>
                </a:lnTo>
                <a:lnTo>
                  <a:pt x="187452" y="158496"/>
                </a:lnTo>
                <a:lnTo>
                  <a:pt x="192024" y="167640"/>
                </a:lnTo>
                <a:lnTo>
                  <a:pt x="192024" y="175260"/>
                </a:lnTo>
                <a:lnTo>
                  <a:pt x="190500" y="178308"/>
                </a:lnTo>
                <a:lnTo>
                  <a:pt x="187452" y="179832"/>
                </a:lnTo>
                <a:lnTo>
                  <a:pt x="184404" y="182880"/>
                </a:lnTo>
                <a:lnTo>
                  <a:pt x="178308" y="184404"/>
                </a:lnTo>
                <a:lnTo>
                  <a:pt x="82296" y="184404"/>
                </a:lnTo>
                <a:lnTo>
                  <a:pt x="82296" y="152400"/>
                </a:lnTo>
                <a:lnTo>
                  <a:pt x="73152" y="152400"/>
                </a:lnTo>
                <a:lnTo>
                  <a:pt x="73152" y="184404"/>
                </a:lnTo>
                <a:lnTo>
                  <a:pt x="28956" y="184404"/>
                </a:lnTo>
                <a:lnTo>
                  <a:pt x="28956" y="187452"/>
                </a:lnTo>
                <a:lnTo>
                  <a:pt x="39624" y="192024"/>
                </a:lnTo>
                <a:lnTo>
                  <a:pt x="45720" y="195072"/>
                </a:lnTo>
                <a:lnTo>
                  <a:pt x="48768" y="198120"/>
                </a:lnTo>
                <a:lnTo>
                  <a:pt x="56388" y="202692"/>
                </a:lnTo>
                <a:lnTo>
                  <a:pt x="62484" y="207264"/>
                </a:lnTo>
                <a:lnTo>
                  <a:pt x="67056" y="213360"/>
                </a:lnTo>
                <a:lnTo>
                  <a:pt x="73152" y="219456"/>
                </a:lnTo>
                <a:lnTo>
                  <a:pt x="76200" y="225552"/>
                </a:lnTo>
                <a:lnTo>
                  <a:pt x="77724" y="231648"/>
                </a:lnTo>
                <a:lnTo>
                  <a:pt x="82296" y="231648"/>
                </a:lnTo>
                <a:lnTo>
                  <a:pt x="82296" y="208788"/>
                </a:lnTo>
                <a:lnTo>
                  <a:pt x="184404" y="208788"/>
                </a:lnTo>
                <a:lnTo>
                  <a:pt x="190500" y="207264"/>
                </a:lnTo>
                <a:lnTo>
                  <a:pt x="195072" y="205740"/>
                </a:lnTo>
                <a:lnTo>
                  <a:pt x="201168" y="202692"/>
                </a:lnTo>
                <a:lnTo>
                  <a:pt x="207264" y="196596"/>
                </a:lnTo>
                <a:lnTo>
                  <a:pt x="210312" y="187452"/>
                </a:lnTo>
                <a:lnTo>
                  <a:pt x="210312" y="1767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653" name="Google Shape;8653;p115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4192523" y="1103375"/>
            <a:ext cx="210312" cy="1178052"/>
          </a:xfrm>
          <a:prstGeom prst="rect">
            <a:avLst/>
          </a:prstGeom>
          <a:noFill/>
          <a:ln>
            <a:noFill/>
          </a:ln>
        </p:spPr>
      </p:pic>
      <p:pic>
        <p:nvPicPr>
          <p:cNvPr id="8654" name="Google Shape;8654;p115"/>
          <p:cNvPicPr preferRelativeResize="0"/>
          <p:nvPr/>
        </p:nvPicPr>
        <p:blipFill rotWithShape="1">
          <a:blip r:embed="rId73">
            <a:alphaModFix/>
          </a:blip>
          <a:srcRect b="0" l="0" r="0" t="0"/>
          <a:stretch/>
        </p:blipFill>
        <p:spPr>
          <a:xfrm>
            <a:off x="4549139" y="7703820"/>
            <a:ext cx="210312" cy="992123"/>
          </a:xfrm>
          <a:prstGeom prst="rect">
            <a:avLst/>
          </a:prstGeom>
          <a:noFill/>
          <a:ln>
            <a:noFill/>
          </a:ln>
        </p:spPr>
      </p:pic>
      <p:sp>
        <p:nvSpPr>
          <p:cNvPr id="8655" name="Google Shape;8655;p115"/>
          <p:cNvSpPr/>
          <p:nvPr/>
        </p:nvSpPr>
        <p:spPr>
          <a:xfrm>
            <a:off x="4549140" y="7074408"/>
            <a:ext cx="210820" cy="530860"/>
          </a:xfrm>
          <a:custGeom>
            <a:rect b="b" l="l" r="r" t="t"/>
            <a:pathLst>
              <a:path extrusionOk="0" h="530859" w="210820">
                <a:moveTo>
                  <a:pt x="207264" y="0"/>
                </a:moveTo>
                <a:lnTo>
                  <a:pt x="202692" y="0"/>
                </a:lnTo>
                <a:lnTo>
                  <a:pt x="202692" y="7620"/>
                </a:lnTo>
                <a:lnTo>
                  <a:pt x="199644" y="13716"/>
                </a:lnTo>
                <a:lnTo>
                  <a:pt x="196596" y="16764"/>
                </a:lnTo>
                <a:lnTo>
                  <a:pt x="190500" y="19812"/>
                </a:lnTo>
                <a:lnTo>
                  <a:pt x="129540" y="19812"/>
                </a:lnTo>
                <a:lnTo>
                  <a:pt x="118059" y="20078"/>
                </a:lnTo>
                <a:lnTo>
                  <a:pt x="79248" y="30480"/>
                </a:lnTo>
                <a:lnTo>
                  <a:pt x="76200" y="35052"/>
                </a:lnTo>
                <a:lnTo>
                  <a:pt x="71628" y="41148"/>
                </a:lnTo>
                <a:lnTo>
                  <a:pt x="70104" y="47244"/>
                </a:lnTo>
                <a:lnTo>
                  <a:pt x="70104" y="62484"/>
                </a:lnTo>
                <a:lnTo>
                  <a:pt x="97536" y="100584"/>
                </a:lnTo>
                <a:lnTo>
                  <a:pt x="0" y="100584"/>
                </a:lnTo>
                <a:lnTo>
                  <a:pt x="0" y="108204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1732"/>
                </a:lnTo>
                <a:lnTo>
                  <a:pt x="18288" y="138684"/>
                </a:lnTo>
                <a:lnTo>
                  <a:pt x="18288" y="131064"/>
                </a:lnTo>
                <a:lnTo>
                  <a:pt x="21336" y="128016"/>
                </a:lnTo>
                <a:lnTo>
                  <a:pt x="24384" y="128016"/>
                </a:lnTo>
                <a:lnTo>
                  <a:pt x="27432" y="126492"/>
                </a:lnTo>
                <a:lnTo>
                  <a:pt x="45859" y="125209"/>
                </a:lnTo>
                <a:lnTo>
                  <a:pt x="56388" y="124968"/>
                </a:lnTo>
                <a:lnTo>
                  <a:pt x="184404" y="124968"/>
                </a:lnTo>
                <a:lnTo>
                  <a:pt x="190500" y="126492"/>
                </a:lnTo>
                <a:lnTo>
                  <a:pt x="193548" y="128016"/>
                </a:lnTo>
                <a:lnTo>
                  <a:pt x="196596" y="128016"/>
                </a:lnTo>
                <a:lnTo>
                  <a:pt x="198120" y="129540"/>
                </a:lnTo>
                <a:lnTo>
                  <a:pt x="201168" y="135636"/>
                </a:lnTo>
                <a:lnTo>
                  <a:pt x="202692" y="140208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8392"/>
                </a:lnTo>
                <a:lnTo>
                  <a:pt x="198120" y="97536"/>
                </a:lnTo>
                <a:lnTo>
                  <a:pt x="196596" y="99060"/>
                </a:lnTo>
                <a:lnTo>
                  <a:pt x="193548" y="100584"/>
                </a:lnTo>
                <a:lnTo>
                  <a:pt x="106680" y="100584"/>
                </a:lnTo>
                <a:lnTo>
                  <a:pt x="99060" y="94488"/>
                </a:lnTo>
                <a:lnTo>
                  <a:pt x="94488" y="86868"/>
                </a:lnTo>
                <a:lnTo>
                  <a:pt x="91440" y="82296"/>
                </a:lnTo>
                <a:lnTo>
                  <a:pt x="88392" y="76200"/>
                </a:lnTo>
                <a:lnTo>
                  <a:pt x="88392" y="57912"/>
                </a:lnTo>
                <a:lnTo>
                  <a:pt x="91440" y="54864"/>
                </a:lnTo>
                <a:lnTo>
                  <a:pt x="92964" y="51816"/>
                </a:lnTo>
                <a:lnTo>
                  <a:pt x="129540" y="44196"/>
                </a:lnTo>
                <a:lnTo>
                  <a:pt x="184404" y="44196"/>
                </a:lnTo>
                <a:lnTo>
                  <a:pt x="188976" y="45720"/>
                </a:lnTo>
                <a:lnTo>
                  <a:pt x="193548" y="45720"/>
                </a:lnTo>
                <a:lnTo>
                  <a:pt x="196596" y="47244"/>
                </a:lnTo>
                <a:lnTo>
                  <a:pt x="201168" y="51816"/>
                </a:lnTo>
                <a:lnTo>
                  <a:pt x="202692" y="56388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30859" w="210820">
                <a:moveTo>
                  <a:pt x="210299" y="484632"/>
                </a:moveTo>
                <a:lnTo>
                  <a:pt x="192735" y="446633"/>
                </a:lnTo>
                <a:lnTo>
                  <a:pt x="169151" y="438912"/>
                </a:lnTo>
                <a:lnTo>
                  <a:pt x="158292" y="440893"/>
                </a:lnTo>
                <a:lnTo>
                  <a:pt x="148577" y="446722"/>
                </a:lnTo>
                <a:lnTo>
                  <a:pt x="140004" y="456272"/>
                </a:lnTo>
                <a:lnTo>
                  <a:pt x="132575" y="469392"/>
                </a:lnTo>
                <a:lnTo>
                  <a:pt x="117335" y="499872"/>
                </a:lnTo>
                <a:lnTo>
                  <a:pt x="112763" y="505968"/>
                </a:lnTo>
                <a:lnTo>
                  <a:pt x="109715" y="507492"/>
                </a:lnTo>
                <a:lnTo>
                  <a:pt x="105143" y="510540"/>
                </a:lnTo>
                <a:lnTo>
                  <a:pt x="100571" y="512064"/>
                </a:lnTo>
                <a:lnTo>
                  <a:pt x="91427" y="512064"/>
                </a:lnTo>
                <a:lnTo>
                  <a:pt x="86855" y="510540"/>
                </a:lnTo>
                <a:lnTo>
                  <a:pt x="80759" y="501396"/>
                </a:lnTo>
                <a:lnTo>
                  <a:pt x="79235" y="496824"/>
                </a:lnTo>
                <a:lnTo>
                  <a:pt x="79235" y="481584"/>
                </a:lnTo>
                <a:lnTo>
                  <a:pt x="115811" y="454152"/>
                </a:lnTo>
                <a:lnTo>
                  <a:pt x="115811" y="449580"/>
                </a:lnTo>
                <a:lnTo>
                  <a:pt x="70091" y="449580"/>
                </a:lnTo>
                <a:lnTo>
                  <a:pt x="70091" y="454152"/>
                </a:lnTo>
                <a:lnTo>
                  <a:pt x="73139" y="457200"/>
                </a:lnTo>
                <a:lnTo>
                  <a:pt x="74663" y="457200"/>
                </a:lnTo>
                <a:lnTo>
                  <a:pt x="74663" y="458724"/>
                </a:lnTo>
                <a:lnTo>
                  <a:pt x="76187" y="460248"/>
                </a:lnTo>
                <a:lnTo>
                  <a:pt x="76187" y="463296"/>
                </a:lnTo>
                <a:lnTo>
                  <a:pt x="74663" y="466344"/>
                </a:lnTo>
                <a:lnTo>
                  <a:pt x="73139" y="470916"/>
                </a:lnTo>
                <a:lnTo>
                  <a:pt x="70091" y="478536"/>
                </a:lnTo>
                <a:lnTo>
                  <a:pt x="70091" y="490728"/>
                </a:lnTo>
                <a:lnTo>
                  <a:pt x="91998" y="527875"/>
                </a:lnTo>
                <a:lnTo>
                  <a:pt x="106667" y="530352"/>
                </a:lnTo>
                <a:lnTo>
                  <a:pt x="115811" y="530352"/>
                </a:lnTo>
                <a:lnTo>
                  <a:pt x="146291" y="495300"/>
                </a:lnTo>
                <a:lnTo>
                  <a:pt x="150850" y="485876"/>
                </a:lnTo>
                <a:lnTo>
                  <a:pt x="155244" y="478155"/>
                </a:lnTo>
                <a:lnTo>
                  <a:pt x="159372" y="472160"/>
                </a:lnTo>
                <a:lnTo>
                  <a:pt x="163055" y="467868"/>
                </a:lnTo>
                <a:lnTo>
                  <a:pt x="167627" y="463296"/>
                </a:lnTo>
                <a:lnTo>
                  <a:pt x="173723" y="460248"/>
                </a:lnTo>
                <a:lnTo>
                  <a:pt x="185915" y="460248"/>
                </a:lnTo>
                <a:lnTo>
                  <a:pt x="195059" y="466344"/>
                </a:lnTo>
                <a:lnTo>
                  <a:pt x="198107" y="470916"/>
                </a:lnTo>
                <a:lnTo>
                  <a:pt x="201155" y="477012"/>
                </a:lnTo>
                <a:lnTo>
                  <a:pt x="201155" y="483108"/>
                </a:lnTo>
                <a:lnTo>
                  <a:pt x="178295" y="519874"/>
                </a:lnTo>
                <a:lnTo>
                  <a:pt x="161531" y="525780"/>
                </a:lnTo>
                <a:lnTo>
                  <a:pt x="161531" y="530352"/>
                </a:lnTo>
                <a:lnTo>
                  <a:pt x="208775" y="530352"/>
                </a:lnTo>
                <a:lnTo>
                  <a:pt x="210299" y="525780"/>
                </a:lnTo>
                <a:lnTo>
                  <a:pt x="205727" y="524256"/>
                </a:lnTo>
                <a:lnTo>
                  <a:pt x="204203" y="522732"/>
                </a:lnTo>
                <a:lnTo>
                  <a:pt x="204203" y="516636"/>
                </a:lnTo>
                <a:lnTo>
                  <a:pt x="205727" y="512064"/>
                </a:lnTo>
                <a:lnTo>
                  <a:pt x="207733" y="504355"/>
                </a:lnTo>
                <a:lnTo>
                  <a:pt x="209156" y="497205"/>
                </a:lnTo>
                <a:lnTo>
                  <a:pt x="210019" y="490639"/>
                </a:lnTo>
                <a:lnTo>
                  <a:pt x="210299" y="484632"/>
                </a:lnTo>
                <a:close/>
              </a:path>
              <a:path extrusionOk="0" h="530859" w="210820">
                <a:moveTo>
                  <a:pt x="210299" y="320040"/>
                </a:moveTo>
                <a:lnTo>
                  <a:pt x="193535" y="278892"/>
                </a:lnTo>
                <a:lnTo>
                  <a:pt x="188963" y="281940"/>
                </a:lnTo>
                <a:lnTo>
                  <a:pt x="190487" y="284988"/>
                </a:lnTo>
                <a:lnTo>
                  <a:pt x="190487" y="295656"/>
                </a:lnTo>
                <a:lnTo>
                  <a:pt x="187439" y="298704"/>
                </a:lnTo>
                <a:lnTo>
                  <a:pt x="181343" y="301752"/>
                </a:lnTo>
                <a:lnTo>
                  <a:pt x="73139" y="301752"/>
                </a:lnTo>
                <a:lnTo>
                  <a:pt x="73139" y="345948"/>
                </a:lnTo>
                <a:lnTo>
                  <a:pt x="77711" y="345948"/>
                </a:lnTo>
                <a:lnTo>
                  <a:pt x="77711" y="338328"/>
                </a:lnTo>
                <a:lnTo>
                  <a:pt x="79235" y="333756"/>
                </a:lnTo>
                <a:lnTo>
                  <a:pt x="85331" y="327660"/>
                </a:lnTo>
                <a:lnTo>
                  <a:pt x="89903" y="326136"/>
                </a:lnTo>
                <a:lnTo>
                  <a:pt x="172199" y="326136"/>
                </a:lnTo>
                <a:lnTo>
                  <a:pt x="179819" y="333756"/>
                </a:lnTo>
                <a:lnTo>
                  <a:pt x="184391" y="339852"/>
                </a:lnTo>
                <a:lnTo>
                  <a:pt x="187439" y="345948"/>
                </a:lnTo>
                <a:lnTo>
                  <a:pt x="190487" y="350520"/>
                </a:lnTo>
                <a:lnTo>
                  <a:pt x="192011" y="356616"/>
                </a:lnTo>
                <a:lnTo>
                  <a:pt x="192011" y="367284"/>
                </a:lnTo>
                <a:lnTo>
                  <a:pt x="185915" y="376428"/>
                </a:lnTo>
                <a:lnTo>
                  <a:pt x="181343" y="381000"/>
                </a:lnTo>
                <a:lnTo>
                  <a:pt x="173723" y="382524"/>
                </a:lnTo>
                <a:lnTo>
                  <a:pt x="73139" y="382524"/>
                </a:lnTo>
                <a:lnTo>
                  <a:pt x="73139" y="429768"/>
                </a:lnTo>
                <a:lnTo>
                  <a:pt x="77711" y="429768"/>
                </a:lnTo>
                <a:lnTo>
                  <a:pt x="77711" y="417576"/>
                </a:lnTo>
                <a:lnTo>
                  <a:pt x="79235" y="416052"/>
                </a:lnTo>
                <a:lnTo>
                  <a:pt x="80759" y="413004"/>
                </a:lnTo>
                <a:lnTo>
                  <a:pt x="82283" y="411480"/>
                </a:lnTo>
                <a:lnTo>
                  <a:pt x="85331" y="409956"/>
                </a:lnTo>
                <a:lnTo>
                  <a:pt x="86855" y="408432"/>
                </a:lnTo>
                <a:lnTo>
                  <a:pt x="91427" y="406908"/>
                </a:lnTo>
                <a:lnTo>
                  <a:pt x="167055" y="406869"/>
                </a:lnTo>
                <a:lnTo>
                  <a:pt x="174485" y="406527"/>
                </a:lnTo>
                <a:lnTo>
                  <a:pt x="180771" y="405625"/>
                </a:lnTo>
                <a:lnTo>
                  <a:pt x="185915" y="403860"/>
                </a:lnTo>
                <a:lnTo>
                  <a:pt x="193535" y="402336"/>
                </a:lnTo>
                <a:lnTo>
                  <a:pt x="199631" y="397764"/>
                </a:lnTo>
                <a:lnTo>
                  <a:pt x="202679" y="393192"/>
                </a:lnTo>
                <a:lnTo>
                  <a:pt x="207251" y="387096"/>
                </a:lnTo>
                <a:lnTo>
                  <a:pt x="210299" y="381000"/>
                </a:lnTo>
                <a:lnTo>
                  <a:pt x="210299" y="365760"/>
                </a:lnTo>
                <a:lnTo>
                  <a:pt x="208775" y="359664"/>
                </a:lnTo>
                <a:lnTo>
                  <a:pt x="204203" y="353568"/>
                </a:lnTo>
                <a:lnTo>
                  <a:pt x="201066" y="348424"/>
                </a:lnTo>
                <a:lnTo>
                  <a:pt x="196202" y="342138"/>
                </a:lnTo>
                <a:lnTo>
                  <a:pt x="189636" y="334708"/>
                </a:lnTo>
                <a:lnTo>
                  <a:pt x="181343" y="326136"/>
                </a:lnTo>
                <a:lnTo>
                  <a:pt x="210299" y="326136"/>
                </a:lnTo>
                <a:lnTo>
                  <a:pt x="210299" y="320040"/>
                </a:lnTo>
                <a:close/>
              </a:path>
              <a:path extrusionOk="0" h="530859" w="210820">
                <a:moveTo>
                  <a:pt x="210312" y="214884"/>
                </a:moveTo>
                <a:lnTo>
                  <a:pt x="195072" y="179832"/>
                </a:lnTo>
                <a:lnTo>
                  <a:pt x="153924" y="158496"/>
                </a:lnTo>
                <a:lnTo>
                  <a:pt x="152400" y="161544"/>
                </a:lnTo>
                <a:lnTo>
                  <a:pt x="160058" y="165239"/>
                </a:lnTo>
                <a:lnTo>
                  <a:pt x="166878" y="169354"/>
                </a:lnTo>
                <a:lnTo>
                  <a:pt x="185928" y="204216"/>
                </a:lnTo>
                <a:lnTo>
                  <a:pt x="184785" y="213931"/>
                </a:lnTo>
                <a:lnTo>
                  <a:pt x="158203" y="241350"/>
                </a:lnTo>
                <a:lnTo>
                  <a:pt x="126492" y="248412"/>
                </a:lnTo>
                <a:lnTo>
                  <a:pt x="115608" y="247586"/>
                </a:lnTo>
                <a:lnTo>
                  <a:pt x="79248" y="222504"/>
                </a:lnTo>
                <a:lnTo>
                  <a:pt x="79248" y="207264"/>
                </a:lnTo>
                <a:lnTo>
                  <a:pt x="96012" y="193548"/>
                </a:lnTo>
                <a:lnTo>
                  <a:pt x="102108" y="192024"/>
                </a:lnTo>
                <a:lnTo>
                  <a:pt x="105156" y="163068"/>
                </a:lnTo>
                <a:lnTo>
                  <a:pt x="94488" y="163068"/>
                </a:lnTo>
                <a:lnTo>
                  <a:pt x="70675" y="198412"/>
                </a:lnTo>
                <a:lnTo>
                  <a:pt x="70104" y="207264"/>
                </a:lnTo>
                <a:lnTo>
                  <a:pt x="71247" y="220408"/>
                </a:lnTo>
                <a:lnTo>
                  <a:pt x="99263" y="260985"/>
                </a:lnTo>
                <a:lnTo>
                  <a:pt x="140208" y="271272"/>
                </a:lnTo>
                <a:lnTo>
                  <a:pt x="155346" y="270154"/>
                </a:lnTo>
                <a:lnTo>
                  <a:pt x="190500" y="254508"/>
                </a:lnTo>
                <a:lnTo>
                  <a:pt x="208927" y="225793"/>
                </a:lnTo>
                <a:lnTo>
                  <a:pt x="210312" y="2148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656" name="Google Shape;8656;p115"/>
          <p:cNvPicPr preferRelativeResize="0"/>
          <p:nvPr/>
        </p:nvPicPr>
        <p:blipFill rotWithShape="1">
          <a:blip r:embed="rId74">
            <a:alphaModFix/>
          </a:blip>
          <a:srcRect b="0" l="0" r="0" t="0"/>
          <a:stretch/>
        </p:blipFill>
        <p:spPr>
          <a:xfrm>
            <a:off x="4619244" y="6760464"/>
            <a:ext cx="140208" cy="2301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57" name="Google Shape;8657;p115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4549139" y="5681472"/>
            <a:ext cx="271272" cy="998219"/>
          </a:xfrm>
          <a:prstGeom prst="rect">
            <a:avLst/>
          </a:prstGeom>
          <a:noFill/>
          <a:ln>
            <a:noFill/>
          </a:ln>
        </p:spPr>
      </p:pic>
      <p:pic>
        <p:nvPicPr>
          <p:cNvPr id="8658" name="Google Shape;8658;p115"/>
          <p:cNvPicPr preferRelativeResize="0"/>
          <p:nvPr/>
        </p:nvPicPr>
        <p:blipFill rotWithShape="1">
          <a:blip r:embed="rId76">
            <a:alphaModFix/>
          </a:blip>
          <a:srcRect b="0" l="0" r="0" t="0"/>
          <a:stretch/>
        </p:blipFill>
        <p:spPr>
          <a:xfrm>
            <a:off x="4549139" y="5172455"/>
            <a:ext cx="210312" cy="417575"/>
          </a:xfrm>
          <a:prstGeom prst="rect">
            <a:avLst/>
          </a:prstGeom>
          <a:noFill/>
          <a:ln>
            <a:noFill/>
          </a:ln>
        </p:spPr>
      </p:pic>
      <p:sp>
        <p:nvSpPr>
          <p:cNvPr id="8659" name="Google Shape;8659;p115"/>
          <p:cNvSpPr/>
          <p:nvPr/>
        </p:nvSpPr>
        <p:spPr>
          <a:xfrm>
            <a:off x="4553699" y="4386072"/>
            <a:ext cx="207645" cy="711835"/>
          </a:xfrm>
          <a:custGeom>
            <a:rect b="b" l="l" r="r" t="t"/>
            <a:pathLst>
              <a:path extrusionOk="0" h="711835" w="207645">
                <a:moveTo>
                  <a:pt x="202692" y="504444"/>
                </a:moveTo>
                <a:lnTo>
                  <a:pt x="198120" y="504444"/>
                </a:lnTo>
                <a:lnTo>
                  <a:pt x="196596" y="513588"/>
                </a:lnTo>
                <a:lnTo>
                  <a:pt x="195072" y="519684"/>
                </a:lnTo>
                <a:lnTo>
                  <a:pt x="187096" y="527685"/>
                </a:lnTo>
                <a:lnTo>
                  <a:pt x="181546" y="531114"/>
                </a:lnTo>
                <a:lnTo>
                  <a:pt x="174002" y="534543"/>
                </a:lnTo>
                <a:lnTo>
                  <a:pt x="164592" y="537972"/>
                </a:lnTo>
                <a:lnTo>
                  <a:pt x="126492" y="553504"/>
                </a:lnTo>
                <a:lnTo>
                  <a:pt x="126492" y="583692"/>
                </a:lnTo>
                <a:lnTo>
                  <a:pt x="126492" y="650748"/>
                </a:lnTo>
                <a:lnTo>
                  <a:pt x="45720" y="615696"/>
                </a:lnTo>
                <a:lnTo>
                  <a:pt x="126492" y="583692"/>
                </a:lnTo>
                <a:lnTo>
                  <a:pt x="126492" y="553504"/>
                </a:lnTo>
                <a:lnTo>
                  <a:pt x="0" y="605028"/>
                </a:lnTo>
                <a:lnTo>
                  <a:pt x="0" y="608076"/>
                </a:lnTo>
                <a:lnTo>
                  <a:pt x="172745" y="684047"/>
                </a:lnTo>
                <a:lnTo>
                  <a:pt x="180975" y="688086"/>
                </a:lnTo>
                <a:lnTo>
                  <a:pt x="198120" y="711708"/>
                </a:lnTo>
                <a:lnTo>
                  <a:pt x="202692" y="711708"/>
                </a:lnTo>
                <a:lnTo>
                  <a:pt x="202692" y="673608"/>
                </a:lnTo>
                <a:lnTo>
                  <a:pt x="202692" y="650748"/>
                </a:lnTo>
                <a:lnTo>
                  <a:pt x="198120" y="650748"/>
                </a:lnTo>
                <a:lnTo>
                  <a:pt x="187452" y="673608"/>
                </a:lnTo>
                <a:lnTo>
                  <a:pt x="181356" y="673608"/>
                </a:lnTo>
                <a:lnTo>
                  <a:pt x="175260" y="672084"/>
                </a:lnTo>
                <a:lnTo>
                  <a:pt x="167640" y="667512"/>
                </a:lnTo>
                <a:lnTo>
                  <a:pt x="137160" y="655320"/>
                </a:lnTo>
                <a:lnTo>
                  <a:pt x="137160" y="650748"/>
                </a:lnTo>
                <a:lnTo>
                  <a:pt x="137160" y="583692"/>
                </a:lnTo>
                <a:lnTo>
                  <a:pt x="137160" y="579120"/>
                </a:lnTo>
                <a:lnTo>
                  <a:pt x="164592" y="568452"/>
                </a:lnTo>
                <a:lnTo>
                  <a:pt x="173736" y="563880"/>
                </a:lnTo>
                <a:lnTo>
                  <a:pt x="181356" y="562356"/>
                </a:lnTo>
                <a:lnTo>
                  <a:pt x="188976" y="562356"/>
                </a:lnTo>
                <a:lnTo>
                  <a:pt x="193548" y="566928"/>
                </a:lnTo>
                <a:lnTo>
                  <a:pt x="195072" y="569976"/>
                </a:lnTo>
                <a:lnTo>
                  <a:pt x="196596" y="574548"/>
                </a:lnTo>
                <a:lnTo>
                  <a:pt x="198120" y="582168"/>
                </a:lnTo>
                <a:lnTo>
                  <a:pt x="202692" y="582168"/>
                </a:lnTo>
                <a:lnTo>
                  <a:pt x="202692" y="562356"/>
                </a:lnTo>
                <a:lnTo>
                  <a:pt x="202692" y="504444"/>
                </a:lnTo>
                <a:close/>
              </a:path>
              <a:path extrusionOk="0" h="711835" w="207645">
                <a:moveTo>
                  <a:pt x="202704" y="342900"/>
                </a:moveTo>
                <a:lnTo>
                  <a:pt x="149364" y="327660"/>
                </a:lnTo>
                <a:lnTo>
                  <a:pt x="149364" y="333756"/>
                </a:lnTo>
                <a:lnTo>
                  <a:pt x="157911" y="338074"/>
                </a:lnTo>
                <a:lnTo>
                  <a:pt x="165176" y="341947"/>
                </a:lnTo>
                <a:lnTo>
                  <a:pt x="171005" y="345554"/>
                </a:lnTo>
                <a:lnTo>
                  <a:pt x="175272" y="348996"/>
                </a:lnTo>
                <a:lnTo>
                  <a:pt x="181368" y="353568"/>
                </a:lnTo>
                <a:lnTo>
                  <a:pt x="185940" y="359664"/>
                </a:lnTo>
                <a:lnTo>
                  <a:pt x="187464" y="365760"/>
                </a:lnTo>
                <a:lnTo>
                  <a:pt x="189458" y="370954"/>
                </a:lnTo>
                <a:lnTo>
                  <a:pt x="190893" y="377571"/>
                </a:lnTo>
                <a:lnTo>
                  <a:pt x="191744" y="385914"/>
                </a:lnTo>
                <a:lnTo>
                  <a:pt x="192036" y="396240"/>
                </a:lnTo>
                <a:lnTo>
                  <a:pt x="192036" y="422148"/>
                </a:lnTo>
                <a:lnTo>
                  <a:pt x="190512" y="429768"/>
                </a:lnTo>
                <a:lnTo>
                  <a:pt x="190512" y="432816"/>
                </a:lnTo>
                <a:lnTo>
                  <a:pt x="185940" y="437388"/>
                </a:lnTo>
                <a:lnTo>
                  <a:pt x="182892" y="438912"/>
                </a:lnTo>
                <a:lnTo>
                  <a:pt x="22872" y="438912"/>
                </a:lnTo>
                <a:lnTo>
                  <a:pt x="16776" y="435864"/>
                </a:lnTo>
                <a:lnTo>
                  <a:pt x="13728" y="432816"/>
                </a:lnTo>
                <a:lnTo>
                  <a:pt x="12204" y="428244"/>
                </a:lnTo>
                <a:lnTo>
                  <a:pt x="9156" y="425196"/>
                </a:lnTo>
                <a:lnTo>
                  <a:pt x="9156" y="406908"/>
                </a:lnTo>
                <a:lnTo>
                  <a:pt x="4584" y="406908"/>
                </a:lnTo>
                <a:lnTo>
                  <a:pt x="4584" y="493776"/>
                </a:lnTo>
                <a:lnTo>
                  <a:pt x="9156" y="493776"/>
                </a:lnTo>
                <a:lnTo>
                  <a:pt x="9156" y="480060"/>
                </a:lnTo>
                <a:lnTo>
                  <a:pt x="10680" y="473964"/>
                </a:lnTo>
                <a:lnTo>
                  <a:pt x="15252" y="470916"/>
                </a:lnTo>
                <a:lnTo>
                  <a:pt x="18300" y="467868"/>
                </a:lnTo>
                <a:lnTo>
                  <a:pt x="25920" y="466344"/>
                </a:lnTo>
                <a:lnTo>
                  <a:pt x="178320" y="466344"/>
                </a:lnTo>
                <a:lnTo>
                  <a:pt x="185940" y="467868"/>
                </a:lnTo>
                <a:lnTo>
                  <a:pt x="188988" y="469392"/>
                </a:lnTo>
                <a:lnTo>
                  <a:pt x="195084" y="473964"/>
                </a:lnTo>
                <a:lnTo>
                  <a:pt x="198132" y="478536"/>
                </a:lnTo>
                <a:lnTo>
                  <a:pt x="198132" y="493776"/>
                </a:lnTo>
                <a:lnTo>
                  <a:pt x="202704" y="493776"/>
                </a:lnTo>
                <a:lnTo>
                  <a:pt x="202704" y="342900"/>
                </a:lnTo>
                <a:close/>
              </a:path>
              <a:path extrusionOk="0" h="711835" w="207645">
                <a:moveTo>
                  <a:pt x="205740" y="44196"/>
                </a:moveTo>
                <a:lnTo>
                  <a:pt x="188175" y="7721"/>
                </a:lnTo>
                <a:lnTo>
                  <a:pt x="164592" y="0"/>
                </a:lnTo>
                <a:lnTo>
                  <a:pt x="153733" y="1739"/>
                </a:lnTo>
                <a:lnTo>
                  <a:pt x="144018" y="7048"/>
                </a:lnTo>
                <a:lnTo>
                  <a:pt x="135445" y="16078"/>
                </a:lnTo>
                <a:lnTo>
                  <a:pt x="128016" y="28956"/>
                </a:lnTo>
                <a:lnTo>
                  <a:pt x="112776" y="59436"/>
                </a:lnTo>
                <a:lnTo>
                  <a:pt x="108305" y="65417"/>
                </a:lnTo>
                <a:lnTo>
                  <a:pt x="107924" y="65824"/>
                </a:lnTo>
                <a:lnTo>
                  <a:pt x="105156" y="68580"/>
                </a:lnTo>
                <a:lnTo>
                  <a:pt x="100584" y="71628"/>
                </a:lnTo>
                <a:lnTo>
                  <a:pt x="96012" y="73152"/>
                </a:lnTo>
                <a:lnTo>
                  <a:pt x="86868" y="73152"/>
                </a:lnTo>
                <a:lnTo>
                  <a:pt x="82296" y="70104"/>
                </a:lnTo>
                <a:lnTo>
                  <a:pt x="79248" y="67056"/>
                </a:lnTo>
                <a:lnTo>
                  <a:pt x="76200" y="62484"/>
                </a:lnTo>
                <a:lnTo>
                  <a:pt x="74676" y="56388"/>
                </a:lnTo>
                <a:lnTo>
                  <a:pt x="74676" y="41148"/>
                </a:lnTo>
                <a:lnTo>
                  <a:pt x="111252" y="15240"/>
                </a:lnTo>
                <a:lnTo>
                  <a:pt x="111252" y="10668"/>
                </a:lnTo>
                <a:lnTo>
                  <a:pt x="65532" y="10668"/>
                </a:lnTo>
                <a:lnTo>
                  <a:pt x="65532" y="15240"/>
                </a:lnTo>
                <a:lnTo>
                  <a:pt x="67056" y="15240"/>
                </a:lnTo>
                <a:lnTo>
                  <a:pt x="71628" y="19812"/>
                </a:lnTo>
                <a:lnTo>
                  <a:pt x="71628" y="22860"/>
                </a:lnTo>
                <a:lnTo>
                  <a:pt x="70104" y="25908"/>
                </a:lnTo>
                <a:lnTo>
                  <a:pt x="68580" y="32004"/>
                </a:lnTo>
                <a:lnTo>
                  <a:pt x="65633" y="37909"/>
                </a:lnTo>
                <a:lnTo>
                  <a:pt x="65595" y="51041"/>
                </a:lnTo>
                <a:lnTo>
                  <a:pt x="66128" y="58889"/>
                </a:lnTo>
                <a:lnTo>
                  <a:pt x="94424" y="90614"/>
                </a:lnTo>
                <a:lnTo>
                  <a:pt x="102108" y="91440"/>
                </a:lnTo>
                <a:lnTo>
                  <a:pt x="111252" y="91440"/>
                </a:lnTo>
                <a:lnTo>
                  <a:pt x="141732" y="56388"/>
                </a:lnTo>
                <a:lnTo>
                  <a:pt x="146291" y="46088"/>
                </a:lnTo>
                <a:lnTo>
                  <a:pt x="150685" y="37909"/>
                </a:lnTo>
                <a:lnTo>
                  <a:pt x="154813" y="31750"/>
                </a:lnTo>
                <a:lnTo>
                  <a:pt x="158496" y="27432"/>
                </a:lnTo>
                <a:lnTo>
                  <a:pt x="163068" y="22860"/>
                </a:lnTo>
                <a:lnTo>
                  <a:pt x="169164" y="21336"/>
                </a:lnTo>
                <a:lnTo>
                  <a:pt x="181356" y="21336"/>
                </a:lnTo>
                <a:lnTo>
                  <a:pt x="185928" y="22860"/>
                </a:lnTo>
                <a:lnTo>
                  <a:pt x="190500" y="27432"/>
                </a:lnTo>
                <a:lnTo>
                  <a:pt x="196596" y="36576"/>
                </a:lnTo>
                <a:lnTo>
                  <a:pt x="196596" y="44196"/>
                </a:lnTo>
                <a:lnTo>
                  <a:pt x="173736" y="80200"/>
                </a:lnTo>
                <a:lnTo>
                  <a:pt x="156972" y="86868"/>
                </a:lnTo>
                <a:lnTo>
                  <a:pt x="156972" y="91440"/>
                </a:lnTo>
                <a:lnTo>
                  <a:pt x="204216" y="91440"/>
                </a:lnTo>
                <a:lnTo>
                  <a:pt x="205740" y="86868"/>
                </a:lnTo>
                <a:lnTo>
                  <a:pt x="201168" y="85344"/>
                </a:lnTo>
                <a:lnTo>
                  <a:pt x="199644" y="83820"/>
                </a:lnTo>
                <a:lnTo>
                  <a:pt x="199644" y="76200"/>
                </a:lnTo>
                <a:lnTo>
                  <a:pt x="201168" y="73152"/>
                </a:lnTo>
                <a:lnTo>
                  <a:pt x="203174" y="65417"/>
                </a:lnTo>
                <a:lnTo>
                  <a:pt x="204597" y="58102"/>
                </a:lnTo>
                <a:lnTo>
                  <a:pt x="204647" y="57721"/>
                </a:lnTo>
                <a:lnTo>
                  <a:pt x="205460" y="51041"/>
                </a:lnTo>
                <a:lnTo>
                  <a:pt x="205498" y="50292"/>
                </a:lnTo>
                <a:lnTo>
                  <a:pt x="205740" y="44196"/>
                </a:lnTo>
                <a:close/>
              </a:path>
              <a:path extrusionOk="0" h="711835" w="207645">
                <a:moveTo>
                  <a:pt x="207276" y="213360"/>
                </a:moveTo>
                <a:lnTo>
                  <a:pt x="200202" y="175221"/>
                </a:lnTo>
                <a:lnTo>
                  <a:pt x="174078" y="146405"/>
                </a:lnTo>
                <a:lnTo>
                  <a:pt x="134404" y="137477"/>
                </a:lnTo>
                <a:lnTo>
                  <a:pt x="120408" y="137160"/>
                </a:lnTo>
                <a:lnTo>
                  <a:pt x="27444" y="137160"/>
                </a:lnTo>
                <a:lnTo>
                  <a:pt x="21348" y="135636"/>
                </a:lnTo>
                <a:lnTo>
                  <a:pt x="18300" y="134112"/>
                </a:lnTo>
                <a:lnTo>
                  <a:pt x="12204" y="129540"/>
                </a:lnTo>
                <a:lnTo>
                  <a:pt x="9156" y="123444"/>
                </a:lnTo>
                <a:lnTo>
                  <a:pt x="9156" y="109728"/>
                </a:lnTo>
                <a:lnTo>
                  <a:pt x="4584" y="109728"/>
                </a:lnTo>
                <a:lnTo>
                  <a:pt x="4584" y="176784"/>
                </a:lnTo>
                <a:lnTo>
                  <a:pt x="9156" y="176784"/>
                </a:lnTo>
                <a:lnTo>
                  <a:pt x="9156" y="169164"/>
                </a:lnTo>
                <a:lnTo>
                  <a:pt x="9156" y="161544"/>
                </a:lnTo>
                <a:lnTo>
                  <a:pt x="10680" y="156972"/>
                </a:lnTo>
                <a:lnTo>
                  <a:pt x="15252" y="152400"/>
                </a:lnTo>
                <a:lnTo>
                  <a:pt x="18300" y="150876"/>
                </a:lnTo>
                <a:lnTo>
                  <a:pt x="25920" y="149352"/>
                </a:lnTo>
                <a:lnTo>
                  <a:pt x="118884" y="149352"/>
                </a:lnTo>
                <a:lnTo>
                  <a:pt x="164604" y="153924"/>
                </a:lnTo>
                <a:lnTo>
                  <a:pt x="189941" y="183553"/>
                </a:lnTo>
                <a:lnTo>
                  <a:pt x="195084" y="211836"/>
                </a:lnTo>
                <a:lnTo>
                  <a:pt x="194551" y="218681"/>
                </a:lnTo>
                <a:lnTo>
                  <a:pt x="175272" y="252984"/>
                </a:lnTo>
                <a:lnTo>
                  <a:pt x="169176" y="257556"/>
                </a:lnTo>
                <a:lnTo>
                  <a:pt x="130975" y="263398"/>
                </a:lnTo>
                <a:lnTo>
                  <a:pt x="124980" y="263652"/>
                </a:lnTo>
                <a:lnTo>
                  <a:pt x="27444" y="263652"/>
                </a:lnTo>
                <a:lnTo>
                  <a:pt x="19824" y="262128"/>
                </a:lnTo>
                <a:lnTo>
                  <a:pt x="16776" y="259080"/>
                </a:lnTo>
                <a:lnTo>
                  <a:pt x="10680" y="256032"/>
                </a:lnTo>
                <a:lnTo>
                  <a:pt x="9156" y="251460"/>
                </a:lnTo>
                <a:lnTo>
                  <a:pt x="9156" y="236220"/>
                </a:lnTo>
                <a:lnTo>
                  <a:pt x="4584" y="236220"/>
                </a:lnTo>
                <a:lnTo>
                  <a:pt x="4584" y="318516"/>
                </a:lnTo>
                <a:lnTo>
                  <a:pt x="9156" y="318516"/>
                </a:lnTo>
                <a:lnTo>
                  <a:pt x="9156" y="303276"/>
                </a:lnTo>
                <a:lnTo>
                  <a:pt x="10680" y="298704"/>
                </a:lnTo>
                <a:lnTo>
                  <a:pt x="39636" y="291084"/>
                </a:lnTo>
                <a:lnTo>
                  <a:pt x="115836" y="291084"/>
                </a:lnTo>
                <a:lnTo>
                  <a:pt x="132664" y="290804"/>
                </a:lnTo>
                <a:lnTo>
                  <a:pt x="174078" y="282282"/>
                </a:lnTo>
                <a:lnTo>
                  <a:pt x="200202" y="253009"/>
                </a:lnTo>
                <a:lnTo>
                  <a:pt x="206438" y="228485"/>
                </a:lnTo>
                <a:lnTo>
                  <a:pt x="207276" y="2133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660" name="Google Shape;8660;p115"/>
          <p:cNvPicPr preferRelativeResize="0"/>
          <p:nvPr/>
        </p:nvPicPr>
        <p:blipFill rotWithShape="1">
          <a:blip r:embed="rId77">
            <a:alphaModFix/>
          </a:blip>
          <a:srcRect b="0" l="0" r="0" t="0"/>
          <a:stretch/>
        </p:blipFill>
        <p:spPr>
          <a:xfrm>
            <a:off x="5049011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61" name="Google Shape;8661;p115"/>
          <p:cNvGrpSpPr/>
          <p:nvPr/>
        </p:nvGrpSpPr>
        <p:grpSpPr>
          <a:xfrm>
            <a:off x="4975860" y="7997952"/>
            <a:ext cx="210312" cy="688848"/>
            <a:chOff x="4975860" y="7997952"/>
            <a:chExt cx="210312" cy="688848"/>
          </a:xfrm>
        </p:grpSpPr>
        <p:pic>
          <p:nvPicPr>
            <p:cNvPr id="8662" name="Google Shape;8662;p115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4975860" y="8243316"/>
              <a:ext cx="210311" cy="4434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63" name="Google Shape;8663;p115"/>
            <p:cNvPicPr preferRelativeResize="0"/>
            <p:nvPr/>
          </p:nvPicPr>
          <p:blipFill rotWithShape="1">
            <a:blip r:embed="rId79">
              <a:alphaModFix/>
            </a:blip>
            <a:srcRect b="0" l="0" r="0" t="0"/>
            <a:stretch/>
          </p:blipFill>
          <p:spPr>
            <a:xfrm>
              <a:off x="5045964" y="8130540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64" name="Google Shape;8664;p115"/>
            <p:cNvPicPr preferRelativeResize="0"/>
            <p:nvPr/>
          </p:nvPicPr>
          <p:blipFill rotWithShape="1">
            <a:blip r:embed="rId80">
              <a:alphaModFix/>
            </a:blip>
            <a:srcRect b="0" l="0" r="0" t="0"/>
            <a:stretch/>
          </p:blipFill>
          <p:spPr>
            <a:xfrm>
              <a:off x="5045967" y="7997952"/>
              <a:ext cx="140204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65" name="Google Shape;8665;p115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4975859" y="6841235"/>
            <a:ext cx="210312" cy="99517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66" name="Google Shape;8666;p115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5045963" y="6323076"/>
            <a:ext cx="140208" cy="344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67" name="Google Shape;8667;p115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4975860" y="5655564"/>
            <a:ext cx="210311" cy="5059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668" name="Google Shape;8668;p115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4975860" y="3877055"/>
            <a:ext cx="271271" cy="1615439"/>
          </a:xfrm>
          <a:prstGeom prst="rect">
            <a:avLst/>
          </a:prstGeom>
          <a:noFill/>
          <a:ln>
            <a:noFill/>
          </a:ln>
        </p:spPr>
      </p:pic>
      <p:sp>
        <p:nvSpPr>
          <p:cNvPr id="8669" name="Google Shape;8669;p115"/>
          <p:cNvSpPr/>
          <p:nvPr/>
        </p:nvSpPr>
        <p:spPr>
          <a:xfrm>
            <a:off x="4975847" y="2948940"/>
            <a:ext cx="271780" cy="774700"/>
          </a:xfrm>
          <a:custGeom>
            <a:rect b="b" l="l" r="r" t="t"/>
            <a:pathLst>
              <a:path extrusionOk="0" h="774700" w="271779">
                <a:moveTo>
                  <a:pt x="207276" y="550164"/>
                </a:moveTo>
                <a:lnTo>
                  <a:pt x="202704" y="550164"/>
                </a:lnTo>
                <a:lnTo>
                  <a:pt x="202704" y="556260"/>
                </a:lnTo>
                <a:lnTo>
                  <a:pt x="201180" y="560832"/>
                </a:lnTo>
                <a:lnTo>
                  <a:pt x="199656" y="562356"/>
                </a:lnTo>
                <a:lnTo>
                  <a:pt x="198132" y="565404"/>
                </a:lnTo>
                <a:lnTo>
                  <a:pt x="196608" y="566928"/>
                </a:lnTo>
                <a:lnTo>
                  <a:pt x="193560" y="568452"/>
                </a:lnTo>
                <a:lnTo>
                  <a:pt x="190512" y="568452"/>
                </a:lnTo>
                <a:lnTo>
                  <a:pt x="184416" y="569976"/>
                </a:lnTo>
                <a:lnTo>
                  <a:pt x="12" y="569976"/>
                </a:lnTo>
                <a:lnTo>
                  <a:pt x="12" y="576072"/>
                </a:lnTo>
                <a:lnTo>
                  <a:pt x="16776" y="615696"/>
                </a:lnTo>
                <a:lnTo>
                  <a:pt x="21348" y="612648"/>
                </a:lnTo>
                <a:lnTo>
                  <a:pt x="18300" y="606552"/>
                </a:lnTo>
                <a:lnTo>
                  <a:pt x="18300" y="601980"/>
                </a:lnTo>
                <a:lnTo>
                  <a:pt x="19824" y="598932"/>
                </a:lnTo>
                <a:lnTo>
                  <a:pt x="19824" y="597408"/>
                </a:lnTo>
                <a:lnTo>
                  <a:pt x="21348" y="595884"/>
                </a:lnTo>
                <a:lnTo>
                  <a:pt x="24396" y="595884"/>
                </a:lnTo>
                <a:lnTo>
                  <a:pt x="27444" y="594360"/>
                </a:lnTo>
                <a:lnTo>
                  <a:pt x="190512" y="594360"/>
                </a:lnTo>
                <a:lnTo>
                  <a:pt x="199656" y="598932"/>
                </a:lnTo>
                <a:lnTo>
                  <a:pt x="199656" y="600456"/>
                </a:lnTo>
                <a:lnTo>
                  <a:pt x="201180" y="603504"/>
                </a:lnTo>
                <a:lnTo>
                  <a:pt x="202704" y="608076"/>
                </a:lnTo>
                <a:lnTo>
                  <a:pt x="202704" y="614172"/>
                </a:lnTo>
                <a:lnTo>
                  <a:pt x="207276" y="614172"/>
                </a:lnTo>
                <a:lnTo>
                  <a:pt x="207276" y="550164"/>
                </a:lnTo>
                <a:close/>
              </a:path>
              <a:path extrusionOk="0" h="774700" w="271779">
                <a:moveTo>
                  <a:pt x="210312" y="211836"/>
                </a:moveTo>
                <a:lnTo>
                  <a:pt x="193548" y="175260"/>
                </a:lnTo>
                <a:lnTo>
                  <a:pt x="158496" y="156972"/>
                </a:lnTo>
                <a:lnTo>
                  <a:pt x="155448" y="160020"/>
                </a:lnTo>
                <a:lnTo>
                  <a:pt x="163093" y="163499"/>
                </a:lnTo>
                <a:lnTo>
                  <a:pt x="169735" y="167259"/>
                </a:lnTo>
                <a:lnTo>
                  <a:pt x="174955" y="171602"/>
                </a:lnTo>
                <a:lnTo>
                  <a:pt x="178308" y="176784"/>
                </a:lnTo>
                <a:lnTo>
                  <a:pt x="182880" y="182880"/>
                </a:lnTo>
                <a:lnTo>
                  <a:pt x="185928" y="190500"/>
                </a:lnTo>
                <a:lnTo>
                  <a:pt x="185928" y="199644"/>
                </a:lnTo>
                <a:lnTo>
                  <a:pt x="160096" y="240055"/>
                </a:lnTo>
                <a:lnTo>
                  <a:pt x="123444" y="248412"/>
                </a:lnTo>
                <a:lnTo>
                  <a:pt x="123444" y="187452"/>
                </a:lnTo>
                <a:lnTo>
                  <a:pt x="123444" y="156972"/>
                </a:lnTo>
                <a:lnTo>
                  <a:pt x="114300" y="157645"/>
                </a:lnTo>
                <a:lnTo>
                  <a:pt x="114300" y="187452"/>
                </a:lnTo>
                <a:lnTo>
                  <a:pt x="114300" y="248412"/>
                </a:lnTo>
                <a:lnTo>
                  <a:pt x="79248" y="224028"/>
                </a:lnTo>
                <a:lnTo>
                  <a:pt x="79248" y="210312"/>
                </a:lnTo>
                <a:lnTo>
                  <a:pt x="105156" y="187452"/>
                </a:lnTo>
                <a:lnTo>
                  <a:pt x="114300" y="187452"/>
                </a:lnTo>
                <a:lnTo>
                  <a:pt x="114300" y="157645"/>
                </a:lnTo>
                <a:lnTo>
                  <a:pt x="77825" y="179006"/>
                </a:lnTo>
                <a:lnTo>
                  <a:pt x="70116" y="208749"/>
                </a:lnTo>
                <a:lnTo>
                  <a:pt x="71247" y="221030"/>
                </a:lnTo>
                <a:lnTo>
                  <a:pt x="98666" y="259461"/>
                </a:lnTo>
                <a:lnTo>
                  <a:pt x="141732" y="269748"/>
                </a:lnTo>
                <a:lnTo>
                  <a:pt x="156984" y="268605"/>
                </a:lnTo>
                <a:lnTo>
                  <a:pt x="156768" y="268605"/>
                </a:lnTo>
                <a:lnTo>
                  <a:pt x="169735" y="265366"/>
                </a:lnTo>
                <a:lnTo>
                  <a:pt x="205740" y="233553"/>
                </a:lnTo>
                <a:lnTo>
                  <a:pt x="209169" y="222986"/>
                </a:lnTo>
                <a:lnTo>
                  <a:pt x="210312" y="211836"/>
                </a:lnTo>
                <a:close/>
              </a:path>
              <a:path extrusionOk="0" h="774700" w="271779">
                <a:moveTo>
                  <a:pt x="210312" y="41148"/>
                </a:moveTo>
                <a:lnTo>
                  <a:pt x="193548" y="0"/>
                </a:lnTo>
                <a:lnTo>
                  <a:pt x="188976" y="1524"/>
                </a:lnTo>
                <a:lnTo>
                  <a:pt x="190500" y="6096"/>
                </a:lnTo>
                <a:lnTo>
                  <a:pt x="190500" y="16764"/>
                </a:lnTo>
                <a:lnTo>
                  <a:pt x="185928" y="21336"/>
                </a:lnTo>
                <a:lnTo>
                  <a:pt x="181356" y="22860"/>
                </a:lnTo>
                <a:lnTo>
                  <a:pt x="0" y="22860"/>
                </a:lnTo>
                <a:lnTo>
                  <a:pt x="0" y="30480"/>
                </a:lnTo>
                <a:lnTo>
                  <a:pt x="16764" y="70104"/>
                </a:lnTo>
                <a:lnTo>
                  <a:pt x="21336" y="68580"/>
                </a:lnTo>
                <a:lnTo>
                  <a:pt x="19812" y="64008"/>
                </a:lnTo>
                <a:lnTo>
                  <a:pt x="18288" y="60960"/>
                </a:lnTo>
                <a:lnTo>
                  <a:pt x="18288" y="56388"/>
                </a:lnTo>
                <a:lnTo>
                  <a:pt x="19570" y="53848"/>
                </a:lnTo>
                <a:lnTo>
                  <a:pt x="19812" y="53276"/>
                </a:lnTo>
                <a:lnTo>
                  <a:pt x="19812" y="51816"/>
                </a:lnTo>
                <a:lnTo>
                  <a:pt x="21336" y="50292"/>
                </a:lnTo>
                <a:lnTo>
                  <a:pt x="24384" y="50292"/>
                </a:lnTo>
                <a:lnTo>
                  <a:pt x="27432" y="48768"/>
                </a:lnTo>
                <a:lnTo>
                  <a:pt x="31102" y="48539"/>
                </a:lnTo>
                <a:lnTo>
                  <a:pt x="37338" y="48006"/>
                </a:lnTo>
                <a:lnTo>
                  <a:pt x="45872" y="47485"/>
                </a:lnTo>
                <a:lnTo>
                  <a:pt x="56388" y="47244"/>
                </a:lnTo>
                <a:lnTo>
                  <a:pt x="82296" y="47244"/>
                </a:lnTo>
                <a:lnTo>
                  <a:pt x="76542" y="53276"/>
                </a:lnTo>
                <a:lnTo>
                  <a:pt x="72771" y="60007"/>
                </a:lnTo>
                <a:lnTo>
                  <a:pt x="70726" y="67614"/>
                </a:lnTo>
                <a:lnTo>
                  <a:pt x="70662" y="68580"/>
                </a:lnTo>
                <a:lnTo>
                  <a:pt x="70548" y="70104"/>
                </a:lnTo>
                <a:lnTo>
                  <a:pt x="70434" y="71628"/>
                </a:lnTo>
                <a:lnTo>
                  <a:pt x="70332" y="73152"/>
                </a:lnTo>
                <a:lnTo>
                  <a:pt x="70104" y="76200"/>
                </a:lnTo>
                <a:lnTo>
                  <a:pt x="82969" y="112204"/>
                </a:lnTo>
                <a:lnTo>
                  <a:pt x="117729" y="134874"/>
                </a:lnTo>
                <a:lnTo>
                  <a:pt x="144780" y="138684"/>
                </a:lnTo>
                <a:lnTo>
                  <a:pt x="159194" y="137782"/>
                </a:lnTo>
                <a:lnTo>
                  <a:pt x="158915" y="137782"/>
                </a:lnTo>
                <a:lnTo>
                  <a:pt x="171259" y="135064"/>
                </a:lnTo>
                <a:lnTo>
                  <a:pt x="202488" y="111252"/>
                </a:lnTo>
                <a:lnTo>
                  <a:pt x="210312" y="79248"/>
                </a:lnTo>
                <a:lnTo>
                  <a:pt x="208788" y="73152"/>
                </a:lnTo>
                <a:lnTo>
                  <a:pt x="204216" y="67056"/>
                </a:lnTo>
                <a:lnTo>
                  <a:pt x="201599" y="62471"/>
                </a:lnTo>
                <a:lnTo>
                  <a:pt x="198120" y="57721"/>
                </a:lnTo>
                <a:lnTo>
                  <a:pt x="193509" y="52705"/>
                </a:lnTo>
                <a:lnTo>
                  <a:pt x="192024" y="51371"/>
                </a:lnTo>
                <a:lnTo>
                  <a:pt x="192024" y="71628"/>
                </a:lnTo>
                <a:lnTo>
                  <a:pt x="190944" y="79248"/>
                </a:lnTo>
                <a:lnTo>
                  <a:pt x="158115" y="108585"/>
                </a:lnTo>
                <a:lnTo>
                  <a:pt x="132588" y="111252"/>
                </a:lnTo>
                <a:lnTo>
                  <a:pt x="119494" y="110642"/>
                </a:lnTo>
                <a:lnTo>
                  <a:pt x="82296" y="92964"/>
                </a:lnTo>
                <a:lnTo>
                  <a:pt x="79248" y="85344"/>
                </a:lnTo>
                <a:lnTo>
                  <a:pt x="79248" y="73152"/>
                </a:lnTo>
                <a:lnTo>
                  <a:pt x="82296" y="64008"/>
                </a:lnTo>
                <a:lnTo>
                  <a:pt x="85344" y="59436"/>
                </a:lnTo>
                <a:lnTo>
                  <a:pt x="89916" y="54864"/>
                </a:lnTo>
                <a:lnTo>
                  <a:pt x="92989" y="53848"/>
                </a:lnTo>
                <a:lnTo>
                  <a:pt x="94640" y="53276"/>
                </a:lnTo>
                <a:lnTo>
                  <a:pt x="100584" y="50292"/>
                </a:lnTo>
                <a:lnTo>
                  <a:pt x="112776" y="47244"/>
                </a:lnTo>
                <a:lnTo>
                  <a:pt x="178308" y="47244"/>
                </a:lnTo>
                <a:lnTo>
                  <a:pt x="184315" y="53848"/>
                </a:lnTo>
                <a:lnTo>
                  <a:pt x="188595" y="60007"/>
                </a:lnTo>
                <a:lnTo>
                  <a:pt x="191173" y="65900"/>
                </a:lnTo>
                <a:lnTo>
                  <a:pt x="192024" y="71628"/>
                </a:lnTo>
                <a:lnTo>
                  <a:pt x="192024" y="51371"/>
                </a:lnTo>
                <a:lnTo>
                  <a:pt x="187452" y="47244"/>
                </a:lnTo>
                <a:lnTo>
                  <a:pt x="210312" y="47244"/>
                </a:lnTo>
                <a:lnTo>
                  <a:pt x="210312" y="41148"/>
                </a:lnTo>
                <a:close/>
              </a:path>
              <a:path extrusionOk="0" h="774700" w="271779">
                <a:moveTo>
                  <a:pt x="210324" y="445008"/>
                </a:moveTo>
                <a:lnTo>
                  <a:pt x="208915" y="437007"/>
                </a:lnTo>
                <a:lnTo>
                  <a:pt x="208813" y="436816"/>
                </a:lnTo>
                <a:lnTo>
                  <a:pt x="204800" y="429006"/>
                </a:lnTo>
                <a:lnTo>
                  <a:pt x="198107" y="421005"/>
                </a:lnTo>
                <a:lnTo>
                  <a:pt x="188988" y="413004"/>
                </a:lnTo>
                <a:lnTo>
                  <a:pt x="181368" y="413004"/>
                </a:lnTo>
                <a:lnTo>
                  <a:pt x="185940" y="419100"/>
                </a:lnTo>
                <a:lnTo>
                  <a:pt x="188988" y="423672"/>
                </a:lnTo>
                <a:lnTo>
                  <a:pt x="190512" y="425196"/>
                </a:lnTo>
                <a:lnTo>
                  <a:pt x="190512" y="426720"/>
                </a:lnTo>
                <a:lnTo>
                  <a:pt x="192036" y="428244"/>
                </a:lnTo>
                <a:lnTo>
                  <a:pt x="192036" y="429768"/>
                </a:lnTo>
                <a:lnTo>
                  <a:pt x="190512" y="431292"/>
                </a:lnTo>
                <a:lnTo>
                  <a:pt x="190512" y="432816"/>
                </a:lnTo>
                <a:lnTo>
                  <a:pt x="188988" y="434340"/>
                </a:lnTo>
                <a:lnTo>
                  <a:pt x="187464" y="434340"/>
                </a:lnTo>
                <a:lnTo>
                  <a:pt x="184416" y="435864"/>
                </a:lnTo>
                <a:lnTo>
                  <a:pt x="115836" y="435864"/>
                </a:lnTo>
                <a:lnTo>
                  <a:pt x="106641" y="436130"/>
                </a:lnTo>
                <a:lnTo>
                  <a:pt x="73329" y="457136"/>
                </a:lnTo>
                <a:lnTo>
                  <a:pt x="70243" y="476237"/>
                </a:lnTo>
                <a:lnTo>
                  <a:pt x="70345" y="484251"/>
                </a:lnTo>
                <a:lnTo>
                  <a:pt x="70446" y="486156"/>
                </a:lnTo>
                <a:lnTo>
                  <a:pt x="70523" y="487680"/>
                </a:lnTo>
                <a:lnTo>
                  <a:pt x="91643" y="525589"/>
                </a:lnTo>
                <a:lnTo>
                  <a:pt x="103644" y="528828"/>
                </a:lnTo>
                <a:lnTo>
                  <a:pt x="108216" y="528828"/>
                </a:lnTo>
                <a:lnTo>
                  <a:pt x="114350" y="525741"/>
                </a:lnTo>
                <a:lnTo>
                  <a:pt x="117360" y="522732"/>
                </a:lnTo>
                <a:lnTo>
                  <a:pt x="118884" y="519684"/>
                </a:lnTo>
                <a:lnTo>
                  <a:pt x="118884" y="513588"/>
                </a:lnTo>
                <a:lnTo>
                  <a:pt x="117360" y="510540"/>
                </a:lnTo>
                <a:lnTo>
                  <a:pt x="112788" y="505968"/>
                </a:lnTo>
                <a:lnTo>
                  <a:pt x="108216" y="504444"/>
                </a:lnTo>
                <a:lnTo>
                  <a:pt x="91452" y="504444"/>
                </a:lnTo>
                <a:lnTo>
                  <a:pt x="86880" y="502920"/>
                </a:lnTo>
                <a:lnTo>
                  <a:pt x="83832" y="499872"/>
                </a:lnTo>
                <a:lnTo>
                  <a:pt x="80784" y="495300"/>
                </a:lnTo>
                <a:lnTo>
                  <a:pt x="79324" y="490918"/>
                </a:lnTo>
                <a:lnTo>
                  <a:pt x="79260" y="477012"/>
                </a:lnTo>
                <a:lnTo>
                  <a:pt x="80784" y="470916"/>
                </a:lnTo>
                <a:lnTo>
                  <a:pt x="114312" y="460248"/>
                </a:lnTo>
                <a:lnTo>
                  <a:pt x="120408" y="460248"/>
                </a:lnTo>
                <a:lnTo>
                  <a:pt x="120510" y="460565"/>
                </a:lnTo>
                <a:lnTo>
                  <a:pt x="126149" y="476440"/>
                </a:lnTo>
                <a:lnTo>
                  <a:pt x="144805" y="515543"/>
                </a:lnTo>
                <a:lnTo>
                  <a:pt x="160032" y="528828"/>
                </a:lnTo>
                <a:lnTo>
                  <a:pt x="164604" y="531876"/>
                </a:lnTo>
                <a:lnTo>
                  <a:pt x="169176" y="533400"/>
                </a:lnTo>
                <a:lnTo>
                  <a:pt x="175272" y="533400"/>
                </a:lnTo>
                <a:lnTo>
                  <a:pt x="210324" y="512064"/>
                </a:lnTo>
                <a:lnTo>
                  <a:pt x="210324" y="509016"/>
                </a:lnTo>
                <a:lnTo>
                  <a:pt x="210324" y="496824"/>
                </a:lnTo>
                <a:lnTo>
                  <a:pt x="208800" y="490728"/>
                </a:lnTo>
                <a:lnTo>
                  <a:pt x="205752" y="486156"/>
                </a:lnTo>
                <a:lnTo>
                  <a:pt x="203720" y="482752"/>
                </a:lnTo>
                <a:lnTo>
                  <a:pt x="199847" y="477202"/>
                </a:lnTo>
                <a:lnTo>
                  <a:pt x="193954" y="469658"/>
                </a:lnTo>
                <a:lnTo>
                  <a:pt x="192036" y="467410"/>
                </a:lnTo>
                <a:lnTo>
                  <a:pt x="192036" y="489204"/>
                </a:lnTo>
                <a:lnTo>
                  <a:pt x="192036" y="493776"/>
                </a:lnTo>
                <a:lnTo>
                  <a:pt x="188988" y="498348"/>
                </a:lnTo>
                <a:lnTo>
                  <a:pt x="179844" y="507492"/>
                </a:lnTo>
                <a:lnTo>
                  <a:pt x="175272" y="509016"/>
                </a:lnTo>
                <a:lnTo>
                  <a:pt x="163080" y="509016"/>
                </a:lnTo>
                <a:lnTo>
                  <a:pt x="136029" y="478536"/>
                </a:lnTo>
                <a:lnTo>
                  <a:pt x="129552" y="460248"/>
                </a:lnTo>
                <a:lnTo>
                  <a:pt x="178320" y="460248"/>
                </a:lnTo>
                <a:lnTo>
                  <a:pt x="184315" y="468845"/>
                </a:lnTo>
                <a:lnTo>
                  <a:pt x="188607" y="476440"/>
                </a:lnTo>
                <a:lnTo>
                  <a:pt x="191173" y="483184"/>
                </a:lnTo>
                <a:lnTo>
                  <a:pt x="192036" y="489204"/>
                </a:lnTo>
                <a:lnTo>
                  <a:pt x="192036" y="467410"/>
                </a:lnTo>
                <a:lnTo>
                  <a:pt x="185940" y="460248"/>
                </a:lnTo>
                <a:lnTo>
                  <a:pt x="195084" y="460248"/>
                </a:lnTo>
                <a:lnTo>
                  <a:pt x="201180" y="458724"/>
                </a:lnTo>
                <a:lnTo>
                  <a:pt x="204228" y="455676"/>
                </a:lnTo>
                <a:lnTo>
                  <a:pt x="208800" y="452628"/>
                </a:lnTo>
                <a:lnTo>
                  <a:pt x="210324" y="449580"/>
                </a:lnTo>
                <a:lnTo>
                  <a:pt x="210324" y="445008"/>
                </a:lnTo>
                <a:close/>
              </a:path>
              <a:path extrusionOk="0" h="774700" w="271779">
                <a:moveTo>
                  <a:pt x="210324" y="342900"/>
                </a:moveTo>
                <a:lnTo>
                  <a:pt x="195084" y="307848"/>
                </a:lnTo>
                <a:lnTo>
                  <a:pt x="153936" y="288036"/>
                </a:lnTo>
                <a:lnTo>
                  <a:pt x="152412" y="291084"/>
                </a:lnTo>
                <a:lnTo>
                  <a:pt x="160718" y="294538"/>
                </a:lnTo>
                <a:lnTo>
                  <a:pt x="167462" y="298132"/>
                </a:lnTo>
                <a:lnTo>
                  <a:pt x="185940" y="332232"/>
                </a:lnTo>
                <a:lnTo>
                  <a:pt x="184797" y="341972"/>
                </a:lnTo>
                <a:lnTo>
                  <a:pt x="158216" y="370890"/>
                </a:lnTo>
                <a:lnTo>
                  <a:pt x="126504" y="377952"/>
                </a:lnTo>
                <a:lnTo>
                  <a:pt x="115646" y="377126"/>
                </a:lnTo>
                <a:lnTo>
                  <a:pt x="81737" y="355282"/>
                </a:lnTo>
                <a:lnTo>
                  <a:pt x="79260" y="341376"/>
                </a:lnTo>
                <a:lnTo>
                  <a:pt x="79260" y="335280"/>
                </a:lnTo>
                <a:lnTo>
                  <a:pt x="102120" y="321564"/>
                </a:lnTo>
                <a:lnTo>
                  <a:pt x="106692" y="320040"/>
                </a:lnTo>
                <a:lnTo>
                  <a:pt x="111264" y="315468"/>
                </a:lnTo>
                <a:lnTo>
                  <a:pt x="114312" y="310896"/>
                </a:lnTo>
                <a:lnTo>
                  <a:pt x="114312" y="301752"/>
                </a:lnTo>
                <a:lnTo>
                  <a:pt x="112788" y="297180"/>
                </a:lnTo>
                <a:lnTo>
                  <a:pt x="109740" y="295656"/>
                </a:lnTo>
                <a:lnTo>
                  <a:pt x="108216" y="292608"/>
                </a:lnTo>
                <a:lnTo>
                  <a:pt x="102120" y="292608"/>
                </a:lnTo>
                <a:lnTo>
                  <a:pt x="96405" y="293230"/>
                </a:lnTo>
                <a:lnTo>
                  <a:pt x="70688" y="327088"/>
                </a:lnTo>
                <a:lnTo>
                  <a:pt x="70116" y="336804"/>
                </a:lnTo>
                <a:lnTo>
                  <a:pt x="71259" y="349072"/>
                </a:lnTo>
                <a:lnTo>
                  <a:pt x="99275" y="389242"/>
                </a:lnTo>
                <a:lnTo>
                  <a:pt x="140220" y="400812"/>
                </a:lnTo>
                <a:lnTo>
                  <a:pt x="155359" y="399669"/>
                </a:lnTo>
                <a:lnTo>
                  <a:pt x="190512" y="382524"/>
                </a:lnTo>
                <a:lnTo>
                  <a:pt x="209156" y="354025"/>
                </a:lnTo>
                <a:lnTo>
                  <a:pt x="210324" y="342900"/>
                </a:lnTo>
                <a:close/>
              </a:path>
              <a:path extrusionOk="0" h="774700" w="271779">
                <a:moveTo>
                  <a:pt x="271272" y="702564"/>
                </a:moveTo>
                <a:lnTo>
                  <a:pt x="266712" y="702564"/>
                </a:lnTo>
                <a:lnTo>
                  <a:pt x="266712" y="710184"/>
                </a:lnTo>
                <a:lnTo>
                  <a:pt x="265188" y="714756"/>
                </a:lnTo>
                <a:lnTo>
                  <a:pt x="262140" y="720852"/>
                </a:lnTo>
                <a:lnTo>
                  <a:pt x="260616" y="722376"/>
                </a:lnTo>
                <a:lnTo>
                  <a:pt x="257568" y="723900"/>
                </a:lnTo>
                <a:lnTo>
                  <a:pt x="256044" y="725424"/>
                </a:lnTo>
                <a:lnTo>
                  <a:pt x="198132" y="725424"/>
                </a:lnTo>
                <a:lnTo>
                  <a:pt x="202704" y="720852"/>
                </a:lnTo>
                <a:lnTo>
                  <a:pt x="205752" y="716280"/>
                </a:lnTo>
                <a:lnTo>
                  <a:pt x="208800" y="707136"/>
                </a:lnTo>
                <a:lnTo>
                  <a:pt x="210324" y="701040"/>
                </a:lnTo>
                <a:lnTo>
                  <a:pt x="210324" y="693420"/>
                </a:lnTo>
                <a:lnTo>
                  <a:pt x="209181" y="682307"/>
                </a:lnTo>
                <a:lnTo>
                  <a:pt x="205752" y="671893"/>
                </a:lnTo>
                <a:lnTo>
                  <a:pt x="201180" y="664273"/>
                </a:lnTo>
                <a:lnTo>
                  <a:pt x="201180" y="693420"/>
                </a:lnTo>
                <a:lnTo>
                  <a:pt x="201180" y="702564"/>
                </a:lnTo>
                <a:lnTo>
                  <a:pt x="179844" y="723900"/>
                </a:lnTo>
                <a:lnTo>
                  <a:pt x="176796" y="725424"/>
                </a:lnTo>
                <a:lnTo>
                  <a:pt x="109740" y="725424"/>
                </a:lnTo>
                <a:lnTo>
                  <a:pt x="100596" y="717804"/>
                </a:lnTo>
                <a:lnTo>
                  <a:pt x="96024" y="711708"/>
                </a:lnTo>
                <a:lnTo>
                  <a:pt x="94500" y="707136"/>
                </a:lnTo>
                <a:lnTo>
                  <a:pt x="91452" y="702564"/>
                </a:lnTo>
                <a:lnTo>
                  <a:pt x="91452" y="685800"/>
                </a:lnTo>
                <a:lnTo>
                  <a:pt x="94500" y="678180"/>
                </a:lnTo>
                <a:lnTo>
                  <a:pt x="133832" y="659231"/>
                </a:lnTo>
                <a:lnTo>
                  <a:pt x="147840" y="658368"/>
                </a:lnTo>
                <a:lnTo>
                  <a:pt x="160693" y="658990"/>
                </a:lnTo>
                <a:lnTo>
                  <a:pt x="197942" y="680847"/>
                </a:lnTo>
                <a:lnTo>
                  <a:pt x="201180" y="693420"/>
                </a:lnTo>
                <a:lnTo>
                  <a:pt x="201180" y="664273"/>
                </a:lnTo>
                <a:lnTo>
                  <a:pt x="200037" y="662355"/>
                </a:lnTo>
                <a:lnTo>
                  <a:pt x="196303" y="658368"/>
                </a:lnTo>
                <a:lnTo>
                  <a:pt x="192036" y="653796"/>
                </a:lnTo>
                <a:lnTo>
                  <a:pt x="179793" y="644918"/>
                </a:lnTo>
                <a:lnTo>
                  <a:pt x="166128" y="638746"/>
                </a:lnTo>
                <a:lnTo>
                  <a:pt x="151307" y="635152"/>
                </a:lnTo>
                <a:lnTo>
                  <a:pt x="135648" y="633984"/>
                </a:lnTo>
                <a:lnTo>
                  <a:pt x="120497" y="634898"/>
                </a:lnTo>
                <a:lnTo>
                  <a:pt x="85344" y="650748"/>
                </a:lnTo>
                <a:lnTo>
                  <a:pt x="70104" y="690372"/>
                </a:lnTo>
                <a:lnTo>
                  <a:pt x="71628" y="697992"/>
                </a:lnTo>
                <a:lnTo>
                  <a:pt x="102120" y="725424"/>
                </a:lnTo>
                <a:lnTo>
                  <a:pt x="70104" y="725424"/>
                </a:lnTo>
                <a:lnTo>
                  <a:pt x="70104" y="731520"/>
                </a:lnTo>
                <a:lnTo>
                  <a:pt x="86868" y="772668"/>
                </a:lnTo>
                <a:lnTo>
                  <a:pt x="91452" y="771144"/>
                </a:lnTo>
                <a:lnTo>
                  <a:pt x="89916" y="766572"/>
                </a:lnTo>
                <a:lnTo>
                  <a:pt x="88392" y="763524"/>
                </a:lnTo>
                <a:lnTo>
                  <a:pt x="88392" y="758952"/>
                </a:lnTo>
                <a:lnTo>
                  <a:pt x="89916" y="755904"/>
                </a:lnTo>
                <a:lnTo>
                  <a:pt x="89916" y="754380"/>
                </a:lnTo>
                <a:lnTo>
                  <a:pt x="92976" y="751332"/>
                </a:lnTo>
                <a:lnTo>
                  <a:pt x="96024" y="751332"/>
                </a:lnTo>
                <a:lnTo>
                  <a:pt x="97548" y="749808"/>
                </a:lnTo>
                <a:lnTo>
                  <a:pt x="256044" y="749808"/>
                </a:lnTo>
                <a:lnTo>
                  <a:pt x="257568" y="751332"/>
                </a:lnTo>
                <a:lnTo>
                  <a:pt x="260616" y="752856"/>
                </a:lnTo>
                <a:lnTo>
                  <a:pt x="263664" y="755904"/>
                </a:lnTo>
                <a:lnTo>
                  <a:pt x="266712" y="765048"/>
                </a:lnTo>
                <a:lnTo>
                  <a:pt x="266712" y="774192"/>
                </a:lnTo>
                <a:lnTo>
                  <a:pt x="271272" y="774192"/>
                </a:lnTo>
                <a:lnTo>
                  <a:pt x="271272" y="749808"/>
                </a:lnTo>
                <a:lnTo>
                  <a:pt x="271272" y="7025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670" name="Google Shape;8670;p115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5004815" y="2281427"/>
            <a:ext cx="181356" cy="504443"/>
          </a:xfrm>
          <a:prstGeom prst="rect">
            <a:avLst/>
          </a:prstGeom>
          <a:noFill/>
          <a:ln>
            <a:noFill/>
          </a:ln>
        </p:spPr>
      </p:pic>
      <p:pic>
        <p:nvPicPr>
          <p:cNvPr id="8671" name="Google Shape;8671;p115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4975860" y="1763267"/>
            <a:ext cx="210311" cy="3535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672" name="Google Shape;8672;p115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4975860" y="1101851"/>
            <a:ext cx="271271" cy="48920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73" name="Google Shape;8673;p115"/>
          <p:cNvPicPr preferRelativeResize="0"/>
          <p:nvPr/>
        </p:nvPicPr>
        <p:blipFill rotWithShape="1">
          <a:blip r:embed="rId88">
            <a:alphaModFix/>
          </a:blip>
          <a:srcRect b="0" l="0" r="0" t="0"/>
          <a:stretch/>
        </p:blipFill>
        <p:spPr>
          <a:xfrm>
            <a:off x="5330952" y="7850123"/>
            <a:ext cx="210312" cy="830580"/>
          </a:xfrm>
          <a:prstGeom prst="rect">
            <a:avLst/>
          </a:prstGeom>
          <a:noFill/>
          <a:ln>
            <a:noFill/>
          </a:ln>
        </p:spPr>
      </p:pic>
      <p:sp>
        <p:nvSpPr>
          <p:cNvPr id="8674" name="Google Shape;8674;p115"/>
          <p:cNvSpPr/>
          <p:nvPr/>
        </p:nvSpPr>
        <p:spPr>
          <a:xfrm>
            <a:off x="5330939" y="7022592"/>
            <a:ext cx="271780" cy="634365"/>
          </a:xfrm>
          <a:custGeom>
            <a:rect b="b" l="l" r="r" t="t"/>
            <a:pathLst>
              <a:path extrusionOk="0" h="634365" w="271779">
                <a:moveTo>
                  <a:pt x="32004" y="323088"/>
                </a:moveTo>
                <a:lnTo>
                  <a:pt x="30480" y="318516"/>
                </a:lnTo>
                <a:lnTo>
                  <a:pt x="24384" y="312420"/>
                </a:lnTo>
                <a:lnTo>
                  <a:pt x="21336" y="310896"/>
                </a:lnTo>
                <a:lnTo>
                  <a:pt x="12192" y="310896"/>
                </a:lnTo>
                <a:lnTo>
                  <a:pt x="7620" y="312420"/>
                </a:lnTo>
                <a:lnTo>
                  <a:pt x="1524" y="318516"/>
                </a:lnTo>
                <a:lnTo>
                  <a:pt x="0" y="323088"/>
                </a:lnTo>
                <a:lnTo>
                  <a:pt x="0" y="332232"/>
                </a:lnTo>
                <a:lnTo>
                  <a:pt x="1524" y="335280"/>
                </a:lnTo>
                <a:lnTo>
                  <a:pt x="7620" y="341376"/>
                </a:lnTo>
                <a:lnTo>
                  <a:pt x="12192" y="342900"/>
                </a:lnTo>
                <a:lnTo>
                  <a:pt x="21336" y="342900"/>
                </a:lnTo>
                <a:lnTo>
                  <a:pt x="24384" y="341376"/>
                </a:lnTo>
                <a:lnTo>
                  <a:pt x="30480" y="335280"/>
                </a:lnTo>
                <a:lnTo>
                  <a:pt x="32004" y="332232"/>
                </a:lnTo>
                <a:lnTo>
                  <a:pt x="32004" y="323088"/>
                </a:lnTo>
                <a:close/>
              </a:path>
              <a:path extrusionOk="0" h="634365" w="271779">
                <a:moveTo>
                  <a:pt x="207264" y="294132"/>
                </a:moveTo>
                <a:lnTo>
                  <a:pt x="202692" y="294132"/>
                </a:lnTo>
                <a:lnTo>
                  <a:pt x="202692" y="304800"/>
                </a:lnTo>
                <a:lnTo>
                  <a:pt x="201168" y="307848"/>
                </a:lnTo>
                <a:lnTo>
                  <a:pt x="199644" y="309372"/>
                </a:lnTo>
                <a:lnTo>
                  <a:pt x="196596" y="310896"/>
                </a:lnTo>
                <a:lnTo>
                  <a:pt x="195072" y="312420"/>
                </a:lnTo>
                <a:lnTo>
                  <a:pt x="192024" y="313944"/>
                </a:lnTo>
                <a:lnTo>
                  <a:pt x="70104" y="313944"/>
                </a:lnTo>
                <a:lnTo>
                  <a:pt x="70104" y="321564"/>
                </a:lnTo>
                <a:lnTo>
                  <a:pt x="86868" y="361188"/>
                </a:lnTo>
                <a:lnTo>
                  <a:pt x="91440" y="359664"/>
                </a:lnTo>
                <a:lnTo>
                  <a:pt x="89916" y="355092"/>
                </a:lnTo>
                <a:lnTo>
                  <a:pt x="89916" y="344424"/>
                </a:lnTo>
                <a:lnTo>
                  <a:pt x="92964" y="341376"/>
                </a:lnTo>
                <a:lnTo>
                  <a:pt x="94488" y="341376"/>
                </a:lnTo>
                <a:lnTo>
                  <a:pt x="97536" y="339852"/>
                </a:lnTo>
                <a:lnTo>
                  <a:pt x="101854" y="339623"/>
                </a:lnTo>
                <a:lnTo>
                  <a:pt x="108013" y="339090"/>
                </a:lnTo>
                <a:lnTo>
                  <a:pt x="116192" y="338569"/>
                </a:lnTo>
                <a:lnTo>
                  <a:pt x="126492" y="338328"/>
                </a:lnTo>
                <a:lnTo>
                  <a:pt x="185928" y="338328"/>
                </a:lnTo>
                <a:lnTo>
                  <a:pt x="192024" y="339852"/>
                </a:lnTo>
                <a:lnTo>
                  <a:pt x="195072" y="341376"/>
                </a:lnTo>
                <a:lnTo>
                  <a:pt x="198120" y="341376"/>
                </a:lnTo>
                <a:lnTo>
                  <a:pt x="199644" y="344424"/>
                </a:lnTo>
                <a:lnTo>
                  <a:pt x="202692" y="347472"/>
                </a:lnTo>
                <a:lnTo>
                  <a:pt x="202692" y="358140"/>
                </a:lnTo>
                <a:lnTo>
                  <a:pt x="207264" y="358140"/>
                </a:lnTo>
                <a:lnTo>
                  <a:pt x="207264" y="338328"/>
                </a:lnTo>
                <a:lnTo>
                  <a:pt x="207264" y="294132"/>
                </a:lnTo>
                <a:close/>
              </a:path>
              <a:path extrusionOk="0" h="634365" w="271779">
                <a:moveTo>
                  <a:pt x="207264" y="141732"/>
                </a:moveTo>
                <a:lnTo>
                  <a:pt x="202692" y="141732"/>
                </a:lnTo>
                <a:lnTo>
                  <a:pt x="202692" y="152400"/>
                </a:lnTo>
                <a:lnTo>
                  <a:pt x="201168" y="153924"/>
                </a:lnTo>
                <a:lnTo>
                  <a:pt x="199644" y="156972"/>
                </a:lnTo>
                <a:lnTo>
                  <a:pt x="198120" y="158496"/>
                </a:lnTo>
                <a:lnTo>
                  <a:pt x="195072" y="160020"/>
                </a:lnTo>
                <a:lnTo>
                  <a:pt x="192024" y="160020"/>
                </a:lnTo>
                <a:lnTo>
                  <a:pt x="185928" y="161544"/>
                </a:lnTo>
                <a:lnTo>
                  <a:pt x="120396" y="161544"/>
                </a:lnTo>
                <a:lnTo>
                  <a:pt x="111848" y="161810"/>
                </a:lnTo>
                <a:lnTo>
                  <a:pt x="76200" y="176784"/>
                </a:lnTo>
                <a:lnTo>
                  <a:pt x="71628" y="182880"/>
                </a:lnTo>
                <a:lnTo>
                  <a:pt x="70104" y="188976"/>
                </a:lnTo>
                <a:lnTo>
                  <a:pt x="70104" y="196596"/>
                </a:lnTo>
                <a:lnTo>
                  <a:pt x="71843" y="207175"/>
                </a:lnTo>
                <a:lnTo>
                  <a:pt x="77152" y="218313"/>
                </a:lnTo>
                <a:lnTo>
                  <a:pt x="86182" y="230035"/>
                </a:lnTo>
                <a:lnTo>
                  <a:pt x="99060" y="242316"/>
                </a:lnTo>
                <a:lnTo>
                  <a:pt x="70104" y="242316"/>
                </a:lnTo>
                <a:lnTo>
                  <a:pt x="70104" y="248412"/>
                </a:lnTo>
                <a:lnTo>
                  <a:pt x="86868" y="289560"/>
                </a:lnTo>
                <a:lnTo>
                  <a:pt x="91440" y="286512"/>
                </a:lnTo>
                <a:lnTo>
                  <a:pt x="89916" y="283464"/>
                </a:lnTo>
                <a:lnTo>
                  <a:pt x="89916" y="272796"/>
                </a:lnTo>
                <a:lnTo>
                  <a:pt x="94488" y="268224"/>
                </a:lnTo>
                <a:lnTo>
                  <a:pt x="99060" y="268224"/>
                </a:lnTo>
                <a:lnTo>
                  <a:pt x="102489" y="267347"/>
                </a:lnTo>
                <a:lnTo>
                  <a:pt x="108204" y="266890"/>
                </a:lnTo>
                <a:lnTo>
                  <a:pt x="126492" y="266700"/>
                </a:lnTo>
                <a:lnTo>
                  <a:pt x="187452" y="266700"/>
                </a:lnTo>
                <a:lnTo>
                  <a:pt x="193548" y="268224"/>
                </a:lnTo>
                <a:lnTo>
                  <a:pt x="198120" y="269748"/>
                </a:lnTo>
                <a:lnTo>
                  <a:pt x="201168" y="272796"/>
                </a:lnTo>
                <a:lnTo>
                  <a:pt x="202692" y="277368"/>
                </a:lnTo>
                <a:lnTo>
                  <a:pt x="202692" y="286512"/>
                </a:lnTo>
                <a:lnTo>
                  <a:pt x="207264" y="286512"/>
                </a:lnTo>
                <a:lnTo>
                  <a:pt x="207264" y="222504"/>
                </a:lnTo>
                <a:lnTo>
                  <a:pt x="202692" y="222504"/>
                </a:lnTo>
                <a:lnTo>
                  <a:pt x="202692" y="233172"/>
                </a:lnTo>
                <a:lnTo>
                  <a:pt x="201168" y="236220"/>
                </a:lnTo>
                <a:lnTo>
                  <a:pt x="198120" y="239268"/>
                </a:lnTo>
                <a:lnTo>
                  <a:pt x="192024" y="242316"/>
                </a:lnTo>
                <a:lnTo>
                  <a:pt x="108204" y="242316"/>
                </a:lnTo>
                <a:lnTo>
                  <a:pt x="99326" y="233197"/>
                </a:lnTo>
                <a:lnTo>
                  <a:pt x="93154" y="224218"/>
                </a:lnTo>
                <a:lnTo>
                  <a:pt x="89560" y="215531"/>
                </a:lnTo>
                <a:lnTo>
                  <a:pt x="88392" y="207264"/>
                </a:lnTo>
                <a:lnTo>
                  <a:pt x="88392" y="199644"/>
                </a:lnTo>
                <a:lnTo>
                  <a:pt x="123444" y="185928"/>
                </a:lnTo>
                <a:lnTo>
                  <a:pt x="192024" y="185928"/>
                </a:lnTo>
                <a:lnTo>
                  <a:pt x="198120" y="188976"/>
                </a:lnTo>
                <a:lnTo>
                  <a:pt x="202692" y="193548"/>
                </a:lnTo>
                <a:lnTo>
                  <a:pt x="202692" y="205740"/>
                </a:lnTo>
                <a:lnTo>
                  <a:pt x="207264" y="205740"/>
                </a:lnTo>
                <a:lnTo>
                  <a:pt x="207264" y="141732"/>
                </a:lnTo>
                <a:close/>
              </a:path>
              <a:path extrusionOk="0" h="634365" w="271779">
                <a:moveTo>
                  <a:pt x="210312" y="522732"/>
                </a:moveTo>
                <a:lnTo>
                  <a:pt x="193548" y="483108"/>
                </a:lnTo>
                <a:lnTo>
                  <a:pt x="188976" y="484632"/>
                </a:lnTo>
                <a:lnTo>
                  <a:pt x="190500" y="487680"/>
                </a:lnTo>
                <a:lnTo>
                  <a:pt x="192024" y="492252"/>
                </a:lnTo>
                <a:lnTo>
                  <a:pt x="192024" y="496824"/>
                </a:lnTo>
                <a:lnTo>
                  <a:pt x="188976" y="499872"/>
                </a:lnTo>
                <a:lnTo>
                  <a:pt x="188976" y="502920"/>
                </a:lnTo>
                <a:lnTo>
                  <a:pt x="185928" y="502920"/>
                </a:lnTo>
                <a:lnTo>
                  <a:pt x="182880" y="504444"/>
                </a:lnTo>
                <a:lnTo>
                  <a:pt x="164452" y="505739"/>
                </a:lnTo>
                <a:lnTo>
                  <a:pt x="153924" y="505968"/>
                </a:lnTo>
                <a:lnTo>
                  <a:pt x="73152" y="505968"/>
                </a:lnTo>
                <a:lnTo>
                  <a:pt x="73152" y="550164"/>
                </a:lnTo>
                <a:lnTo>
                  <a:pt x="77724" y="550164"/>
                </a:lnTo>
                <a:lnTo>
                  <a:pt x="77724" y="541020"/>
                </a:lnTo>
                <a:lnTo>
                  <a:pt x="79248" y="536448"/>
                </a:lnTo>
                <a:lnTo>
                  <a:pt x="85344" y="530352"/>
                </a:lnTo>
                <a:lnTo>
                  <a:pt x="173736" y="530352"/>
                </a:lnTo>
                <a:lnTo>
                  <a:pt x="181356" y="536448"/>
                </a:lnTo>
                <a:lnTo>
                  <a:pt x="185928" y="544068"/>
                </a:lnTo>
                <a:lnTo>
                  <a:pt x="188976" y="548640"/>
                </a:lnTo>
                <a:lnTo>
                  <a:pt x="190500" y="554736"/>
                </a:lnTo>
                <a:lnTo>
                  <a:pt x="192024" y="559308"/>
                </a:lnTo>
                <a:lnTo>
                  <a:pt x="192024" y="569976"/>
                </a:lnTo>
                <a:lnTo>
                  <a:pt x="161544" y="586740"/>
                </a:lnTo>
                <a:lnTo>
                  <a:pt x="73152" y="586740"/>
                </a:lnTo>
                <a:lnTo>
                  <a:pt x="73152" y="633984"/>
                </a:lnTo>
                <a:lnTo>
                  <a:pt x="77724" y="633984"/>
                </a:lnTo>
                <a:lnTo>
                  <a:pt x="77724" y="626364"/>
                </a:lnTo>
                <a:lnTo>
                  <a:pt x="79248" y="621792"/>
                </a:lnTo>
                <a:lnTo>
                  <a:pt x="79248" y="618744"/>
                </a:lnTo>
                <a:lnTo>
                  <a:pt x="80772" y="615696"/>
                </a:lnTo>
                <a:lnTo>
                  <a:pt x="83820" y="614172"/>
                </a:lnTo>
                <a:lnTo>
                  <a:pt x="85344" y="612648"/>
                </a:lnTo>
                <a:lnTo>
                  <a:pt x="88392" y="611124"/>
                </a:lnTo>
                <a:lnTo>
                  <a:pt x="158496" y="611124"/>
                </a:lnTo>
                <a:lnTo>
                  <a:pt x="167309" y="610844"/>
                </a:lnTo>
                <a:lnTo>
                  <a:pt x="175260" y="609981"/>
                </a:lnTo>
                <a:lnTo>
                  <a:pt x="182079" y="608558"/>
                </a:lnTo>
                <a:lnTo>
                  <a:pt x="187452" y="606552"/>
                </a:lnTo>
                <a:lnTo>
                  <a:pt x="193548" y="605028"/>
                </a:lnTo>
                <a:lnTo>
                  <a:pt x="199644" y="600456"/>
                </a:lnTo>
                <a:lnTo>
                  <a:pt x="204216" y="595884"/>
                </a:lnTo>
                <a:lnTo>
                  <a:pt x="208788" y="589788"/>
                </a:lnTo>
                <a:lnTo>
                  <a:pt x="210312" y="583692"/>
                </a:lnTo>
                <a:lnTo>
                  <a:pt x="210312" y="568452"/>
                </a:lnTo>
                <a:lnTo>
                  <a:pt x="181356" y="530352"/>
                </a:lnTo>
                <a:lnTo>
                  <a:pt x="210312" y="530352"/>
                </a:lnTo>
                <a:lnTo>
                  <a:pt x="210312" y="522732"/>
                </a:lnTo>
                <a:close/>
              </a:path>
              <a:path extrusionOk="0" h="634365" w="271779">
                <a:moveTo>
                  <a:pt x="210312" y="464820"/>
                </a:moveTo>
                <a:lnTo>
                  <a:pt x="204216" y="461772"/>
                </a:lnTo>
                <a:lnTo>
                  <a:pt x="204216" y="457200"/>
                </a:lnTo>
                <a:lnTo>
                  <a:pt x="205740" y="455676"/>
                </a:lnTo>
                <a:lnTo>
                  <a:pt x="205740" y="452628"/>
                </a:lnTo>
                <a:lnTo>
                  <a:pt x="207746" y="444652"/>
                </a:lnTo>
                <a:lnTo>
                  <a:pt x="209169" y="437007"/>
                </a:lnTo>
                <a:lnTo>
                  <a:pt x="210032" y="429768"/>
                </a:lnTo>
                <a:lnTo>
                  <a:pt x="210261" y="424916"/>
                </a:lnTo>
                <a:lnTo>
                  <a:pt x="210210" y="422148"/>
                </a:lnTo>
                <a:lnTo>
                  <a:pt x="193624" y="385673"/>
                </a:lnTo>
                <a:lnTo>
                  <a:pt x="170688" y="377952"/>
                </a:lnTo>
                <a:lnTo>
                  <a:pt x="159600" y="379933"/>
                </a:lnTo>
                <a:lnTo>
                  <a:pt x="132588" y="408432"/>
                </a:lnTo>
                <a:lnTo>
                  <a:pt x="123444" y="429768"/>
                </a:lnTo>
                <a:lnTo>
                  <a:pt x="118872" y="438912"/>
                </a:lnTo>
                <a:lnTo>
                  <a:pt x="114300" y="445008"/>
                </a:lnTo>
                <a:lnTo>
                  <a:pt x="109728" y="448056"/>
                </a:lnTo>
                <a:lnTo>
                  <a:pt x="106680" y="449580"/>
                </a:lnTo>
                <a:lnTo>
                  <a:pt x="102108" y="451104"/>
                </a:lnTo>
                <a:lnTo>
                  <a:pt x="92964" y="451104"/>
                </a:lnTo>
                <a:lnTo>
                  <a:pt x="88392" y="449580"/>
                </a:lnTo>
                <a:lnTo>
                  <a:pt x="85344" y="445008"/>
                </a:lnTo>
                <a:lnTo>
                  <a:pt x="80772" y="441960"/>
                </a:lnTo>
                <a:lnTo>
                  <a:pt x="79248" y="435864"/>
                </a:lnTo>
                <a:lnTo>
                  <a:pt x="79248" y="420624"/>
                </a:lnTo>
                <a:lnTo>
                  <a:pt x="115824" y="393192"/>
                </a:lnTo>
                <a:lnTo>
                  <a:pt x="115824" y="388620"/>
                </a:lnTo>
                <a:lnTo>
                  <a:pt x="70104" y="388620"/>
                </a:lnTo>
                <a:lnTo>
                  <a:pt x="70104" y="393192"/>
                </a:lnTo>
                <a:lnTo>
                  <a:pt x="73152" y="394716"/>
                </a:lnTo>
                <a:lnTo>
                  <a:pt x="76200" y="397764"/>
                </a:lnTo>
                <a:lnTo>
                  <a:pt x="76200" y="405384"/>
                </a:lnTo>
                <a:lnTo>
                  <a:pt x="74676" y="409956"/>
                </a:lnTo>
                <a:lnTo>
                  <a:pt x="71628" y="417576"/>
                </a:lnTo>
                <a:lnTo>
                  <a:pt x="70104" y="423672"/>
                </a:lnTo>
                <a:lnTo>
                  <a:pt x="70104" y="429768"/>
                </a:lnTo>
                <a:lnTo>
                  <a:pt x="70916" y="438365"/>
                </a:lnTo>
                <a:lnTo>
                  <a:pt x="100495" y="468807"/>
                </a:lnTo>
                <a:lnTo>
                  <a:pt x="108204" y="469392"/>
                </a:lnTo>
                <a:lnTo>
                  <a:pt x="115824" y="469392"/>
                </a:lnTo>
                <a:lnTo>
                  <a:pt x="123444" y="467868"/>
                </a:lnTo>
                <a:lnTo>
                  <a:pt x="128016" y="463296"/>
                </a:lnTo>
                <a:lnTo>
                  <a:pt x="132651" y="458914"/>
                </a:lnTo>
                <a:lnTo>
                  <a:pt x="135737" y="454748"/>
                </a:lnTo>
                <a:lnTo>
                  <a:pt x="137274" y="452628"/>
                </a:lnTo>
                <a:lnTo>
                  <a:pt x="138125" y="451104"/>
                </a:lnTo>
                <a:lnTo>
                  <a:pt x="141732" y="444652"/>
                </a:lnTo>
                <a:lnTo>
                  <a:pt x="160883" y="411200"/>
                </a:lnTo>
                <a:lnTo>
                  <a:pt x="173736" y="399288"/>
                </a:lnTo>
                <a:lnTo>
                  <a:pt x="187452" y="399288"/>
                </a:lnTo>
                <a:lnTo>
                  <a:pt x="192024" y="402336"/>
                </a:lnTo>
                <a:lnTo>
                  <a:pt x="199644" y="409956"/>
                </a:lnTo>
                <a:lnTo>
                  <a:pt x="201168" y="416052"/>
                </a:lnTo>
                <a:lnTo>
                  <a:pt x="201066" y="423672"/>
                </a:lnTo>
                <a:lnTo>
                  <a:pt x="200964" y="424916"/>
                </a:lnTo>
                <a:lnTo>
                  <a:pt x="200609" y="429768"/>
                </a:lnTo>
                <a:lnTo>
                  <a:pt x="171030" y="462229"/>
                </a:lnTo>
                <a:lnTo>
                  <a:pt x="161544" y="464820"/>
                </a:lnTo>
                <a:lnTo>
                  <a:pt x="161544" y="469392"/>
                </a:lnTo>
                <a:lnTo>
                  <a:pt x="208788" y="469392"/>
                </a:lnTo>
                <a:lnTo>
                  <a:pt x="210312" y="464820"/>
                </a:lnTo>
                <a:close/>
              </a:path>
              <a:path extrusionOk="0" h="634365" w="271779">
                <a:moveTo>
                  <a:pt x="271284" y="74676"/>
                </a:moveTo>
                <a:lnTo>
                  <a:pt x="269875" y="57251"/>
                </a:lnTo>
                <a:lnTo>
                  <a:pt x="265760" y="41529"/>
                </a:lnTo>
                <a:lnTo>
                  <a:pt x="259067" y="27533"/>
                </a:lnTo>
                <a:lnTo>
                  <a:pt x="252869" y="19189"/>
                </a:lnTo>
                <a:lnTo>
                  <a:pt x="252869" y="64008"/>
                </a:lnTo>
                <a:lnTo>
                  <a:pt x="252425" y="74676"/>
                </a:lnTo>
                <a:lnTo>
                  <a:pt x="240804" y="111252"/>
                </a:lnTo>
                <a:lnTo>
                  <a:pt x="237756" y="114300"/>
                </a:lnTo>
                <a:lnTo>
                  <a:pt x="228612" y="114300"/>
                </a:lnTo>
                <a:lnTo>
                  <a:pt x="225564" y="112776"/>
                </a:lnTo>
                <a:lnTo>
                  <a:pt x="220992" y="109728"/>
                </a:lnTo>
                <a:lnTo>
                  <a:pt x="216420" y="108204"/>
                </a:lnTo>
                <a:lnTo>
                  <a:pt x="211848" y="103632"/>
                </a:lnTo>
                <a:lnTo>
                  <a:pt x="207276" y="99060"/>
                </a:lnTo>
                <a:lnTo>
                  <a:pt x="207340" y="98259"/>
                </a:lnTo>
                <a:lnTo>
                  <a:pt x="207454" y="96964"/>
                </a:lnTo>
                <a:lnTo>
                  <a:pt x="207543" y="96012"/>
                </a:lnTo>
                <a:lnTo>
                  <a:pt x="208076" y="89916"/>
                </a:lnTo>
                <a:lnTo>
                  <a:pt x="208178" y="88392"/>
                </a:lnTo>
                <a:lnTo>
                  <a:pt x="208292" y="85344"/>
                </a:lnTo>
                <a:lnTo>
                  <a:pt x="208407" y="82296"/>
                </a:lnTo>
                <a:lnTo>
                  <a:pt x="208521" y="79248"/>
                </a:lnTo>
                <a:lnTo>
                  <a:pt x="208610" y="77152"/>
                </a:lnTo>
                <a:lnTo>
                  <a:pt x="208686" y="70104"/>
                </a:lnTo>
                <a:lnTo>
                  <a:pt x="208762" y="64008"/>
                </a:lnTo>
                <a:lnTo>
                  <a:pt x="208889" y="43967"/>
                </a:lnTo>
                <a:lnTo>
                  <a:pt x="209003" y="39674"/>
                </a:lnTo>
                <a:lnTo>
                  <a:pt x="209092" y="36576"/>
                </a:lnTo>
                <a:lnTo>
                  <a:pt x="209943" y="28003"/>
                </a:lnTo>
                <a:lnTo>
                  <a:pt x="210045" y="27533"/>
                </a:lnTo>
                <a:lnTo>
                  <a:pt x="211366" y="21323"/>
                </a:lnTo>
                <a:lnTo>
                  <a:pt x="213372" y="16764"/>
                </a:lnTo>
                <a:lnTo>
                  <a:pt x="214896" y="10668"/>
                </a:lnTo>
                <a:lnTo>
                  <a:pt x="219468" y="9144"/>
                </a:lnTo>
                <a:lnTo>
                  <a:pt x="231660" y="9144"/>
                </a:lnTo>
                <a:lnTo>
                  <a:pt x="237756" y="12192"/>
                </a:lnTo>
                <a:lnTo>
                  <a:pt x="252336" y="47815"/>
                </a:lnTo>
                <a:lnTo>
                  <a:pt x="252869" y="64008"/>
                </a:lnTo>
                <a:lnTo>
                  <a:pt x="252869" y="19189"/>
                </a:lnTo>
                <a:lnTo>
                  <a:pt x="217944" y="0"/>
                </a:lnTo>
                <a:lnTo>
                  <a:pt x="210324" y="0"/>
                </a:lnTo>
                <a:lnTo>
                  <a:pt x="204228" y="1524"/>
                </a:lnTo>
                <a:lnTo>
                  <a:pt x="192036" y="13716"/>
                </a:lnTo>
                <a:lnTo>
                  <a:pt x="188988" y="21323"/>
                </a:lnTo>
                <a:lnTo>
                  <a:pt x="188925" y="21717"/>
                </a:lnTo>
                <a:lnTo>
                  <a:pt x="188849" y="22148"/>
                </a:lnTo>
                <a:lnTo>
                  <a:pt x="187464" y="30480"/>
                </a:lnTo>
                <a:lnTo>
                  <a:pt x="187464" y="70104"/>
                </a:lnTo>
                <a:lnTo>
                  <a:pt x="185940" y="80772"/>
                </a:lnTo>
                <a:lnTo>
                  <a:pt x="185940" y="96012"/>
                </a:lnTo>
                <a:lnTo>
                  <a:pt x="184416" y="99060"/>
                </a:lnTo>
                <a:lnTo>
                  <a:pt x="179844" y="103632"/>
                </a:lnTo>
                <a:lnTo>
                  <a:pt x="176796" y="103632"/>
                </a:lnTo>
                <a:lnTo>
                  <a:pt x="170700" y="100584"/>
                </a:lnTo>
                <a:lnTo>
                  <a:pt x="167652" y="97536"/>
                </a:lnTo>
                <a:lnTo>
                  <a:pt x="166128" y="96012"/>
                </a:lnTo>
                <a:lnTo>
                  <a:pt x="161556" y="89916"/>
                </a:lnTo>
                <a:lnTo>
                  <a:pt x="164604" y="83820"/>
                </a:lnTo>
                <a:lnTo>
                  <a:pt x="164604" y="70104"/>
                </a:lnTo>
                <a:lnTo>
                  <a:pt x="163766" y="59016"/>
                </a:lnTo>
                <a:lnTo>
                  <a:pt x="161366" y="48768"/>
                </a:lnTo>
                <a:lnTo>
                  <a:pt x="158788" y="42672"/>
                </a:lnTo>
                <a:lnTo>
                  <a:pt x="157530" y="39674"/>
                </a:lnTo>
                <a:lnTo>
                  <a:pt x="156984" y="38862"/>
                </a:lnTo>
                <a:lnTo>
                  <a:pt x="156984" y="60960"/>
                </a:lnTo>
                <a:lnTo>
                  <a:pt x="156984" y="76200"/>
                </a:lnTo>
                <a:lnTo>
                  <a:pt x="123405" y="98259"/>
                </a:lnTo>
                <a:lnTo>
                  <a:pt x="112788" y="99060"/>
                </a:lnTo>
                <a:lnTo>
                  <a:pt x="104228" y="98513"/>
                </a:lnTo>
                <a:lnTo>
                  <a:pt x="77736" y="79248"/>
                </a:lnTo>
                <a:lnTo>
                  <a:pt x="77736" y="64008"/>
                </a:lnTo>
                <a:lnTo>
                  <a:pt x="112598" y="43243"/>
                </a:lnTo>
                <a:lnTo>
                  <a:pt x="123456" y="42672"/>
                </a:lnTo>
                <a:lnTo>
                  <a:pt x="131787" y="42989"/>
                </a:lnTo>
                <a:lnTo>
                  <a:pt x="138366" y="43967"/>
                </a:lnTo>
                <a:lnTo>
                  <a:pt x="138544" y="43967"/>
                </a:lnTo>
                <a:lnTo>
                  <a:pt x="144449" y="45897"/>
                </a:lnTo>
                <a:lnTo>
                  <a:pt x="149364" y="48768"/>
                </a:lnTo>
                <a:lnTo>
                  <a:pt x="153936" y="54864"/>
                </a:lnTo>
                <a:lnTo>
                  <a:pt x="156984" y="60960"/>
                </a:lnTo>
                <a:lnTo>
                  <a:pt x="156984" y="38862"/>
                </a:lnTo>
                <a:lnTo>
                  <a:pt x="152412" y="32004"/>
                </a:lnTo>
                <a:lnTo>
                  <a:pt x="145148" y="25908"/>
                </a:lnTo>
                <a:lnTo>
                  <a:pt x="137553" y="21717"/>
                </a:lnTo>
                <a:lnTo>
                  <a:pt x="129260" y="19151"/>
                </a:lnTo>
                <a:lnTo>
                  <a:pt x="120408" y="18288"/>
                </a:lnTo>
                <a:lnTo>
                  <a:pt x="112928" y="18630"/>
                </a:lnTo>
                <a:lnTo>
                  <a:pt x="106311" y="19812"/>
                </a:lnTo>
                <a:lnTo>
                  <a:pt x="100253" y="22148"/>
                </a:lnTo>
                <a:lnTo>
                  <a:pt x="94500" y="25908"/>
                </a:lnTo>
                <a:lnTo>
                  <a:pt x="94500" y="1524"/>
                </a:lnTo>
                <a:lnTo>
                  <a:pt x="92976" y="0"/>
                </a:lnTo>
                <a:lnTo>
                  <a:pt x="82308" y="0"/>
                </a:lnTo>
                <a:lnTo>
                  <a:pt x="82308" y="1524"/>
                </a:lnTo>
                <a:lnTo>
                  <a:pt x="80784" y="1524"/>
                </a:lnTo>
                <a:lnTo>
                  <a:pt x="80784" y="36576"/>
                </a:lnTo>
                <a:lnTo>
                  <a:pt x="76542" y="43967"/>
                </a:lnTo>
                <a:lnTo>
                  <a:pt x="73164" y="52197"/>
                </a:lnTo>
                <a:lnTo>
                  <a:pt x="70929" y="60960"/>
                </a:lnTo>
                <a:lnTo>
                  <a:pt x="70116" y="70104"/>
                </a:lnTo>
                <a:lnTo>
                  <a:pt x="70993" y="80987"/>
                </a:lnTo>
                <a:lnTo>
                  <a:pt x="92519" y="114452"/>
                </a:lnTo>
                <a:lnTo>
                  <a:pt x="118884" y="123444"/>
                </a:lnTo>
                <a:lnTo>
                  <a:pt x="126504" y="123444"/>
                </a:lnTo>
                <a:lnTo>
                  <a:pt x="135648" y="120396"/>
                </a:lnTo>
                <a:lnTo>
                  <a:pt x="141859" y="115760"/>
                </a:lnTo>
                <a:lnTo>
                  <a:pt x="149364" y="111252"/>
                </a:lnTo>
                <a:lnTo>
                  <a:pt x="155460" y="105156"/>
                </a:lnTo>
                <a:lnTo>
                  <a:pt x="155536" y="104952"/>
                </a:lnTo>
                <a:lnTo>
                  <a:pt x="157899" y="99060"/>
                </a:lnTo>
                <a:lnTo>
                  <a:pt x="158508" y="97536"/>
                </a:lnTo>
                <a:lnTo>
                  <a:pt x="164807" y="104952"/>
                </a:lnTo>
                <a:lnTo>
                  <a:pt x="170129" y="111061"/>
                </a:lnTo>
                <a:lnTo>
                  <a:pt x="174574" y="115760"/>
                </a:lnTo>
                <a:lnTo>
                  <a:pt x="178320" y="118872"/>
                </a:lnTo>
                <a:lnTo>
                  <a:pt x="182892" y="121920"/>
                </a:lnTo>
                <a:lnTo>
                  <a:pt x="187464" y="123444"/>
                </a:lnTo>
                <a:lnTo>
                  <a:pt x="193560" y="123444"/>
                </a:lnTo>
                <a:lnTo>
                  <a:pt x="196608" y="121920"/>
                </a:lnTo>
                <a:lnTo>
                  <a:pt x="198132" y="118872"/>
                </a:lnTo>
                <a:lnTo>
                  <a:pt x="201180" y="117348"/>
                </a:lnTo>
                <a:lnTo>
                  <a:pt x="202704" y="112776"/>
                </a:lnTo>
                <a:lnTo>
                  <a:pt x="205752" y="108204"/>
                </a:lnTo>
                <a:lnTo>
                  <a:pt x="216319" y="115760"/>
                </a:lnTo>
                <a:lnTo>
                  <a:pt x="217563" y="117348"/>
                </a:lnTo>
                <a:lnTo>
                  <a:pt x="220992" y="121920"/>
                </a:lnTo>
                <a:lnTo>
                  <a:pt x="222516" y="121920"/>
                </a:lnTo>
                <a:lnTo>
                  <a:pt x="228612" y="126492"/>
                </a:lnTo>
                <a:lnTo>
                  <a:pt x="233184" y="129540"/>
                </a:lnTo>
                <a:lnTo>
                  <a:pt x="236232" y="132588"/>
                </a:lnTo>
                <a:lnTo>
                  <a:pt x="239280" y="132588"/>
                </a:lnTo>
                <a:lnTo>
                  <a:pt x="242328" y="134112"/>
                </a:lnTo>
                <a:lnTo>
                  <a:pt x="248424" y="134112"/>
                </a:lnTo>
                <a:lnTo>
                  <a:pt x="254520" y="129540"/>
                </a:lnTo>
                <a:lnTo>
                  <a:pt x="259092" y="121920"/>
                </a:lnTo>
                <a:lnTo>
                  <a:pt x="263004" y="114300"/>
                </a:lnTo>
                <a:lnTo>
                  <a:pt x="264210" y="111975"/>
                </a:lnTo>
                <a:lnTo>
                  <a:pt x="268046" y="100584"/>
                </a:lnTo>
                <a:lnTo>
                  <a:pt x="270446" y="88061"/>
                </a:lnTo>
                <a:lnTo>
                  <a:pt x="270548" y="86487"/>
                </a:lnTo>
                <a:lnTo>
                  <a:pt x="270611" y="85344"/>
                </a:lnTo>
                <a:lnTo>
                  <a:pt x="270713" y="83820"/>
                </a:lnTo>
                <a:lnTo>
                  <a:pt x="270802" y="82296"/>
                </a:lnTo>
                <a:lnTo>
                  <a:pt x="270891" y="80987"/>
                </a:lnTo>
                <a:lnTo>
                  <a:pt x="270992" y="79248"/>
                </a:lnTo>
                <a:lnTo>
                  <a:pt x="271284" y="746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5" name="Google Shape;8675;p115"/>
          <p:cNvSpPr/>
          <p:nvPr/>
        </p:nvSpPr>
        <p:spPr>
          <a:xfrm>
            <a:off x="5335511" y="6214872"/>
            <a:ext cx="207645" cy="607060"/>
          </a:xfrm>
          <a:custGeom>
            <a:rect b="b" l="l" r="r" t="t"/>
            <a:pathLst>
              <a:path extrusionOk="0" h="607059" w="207645">
                <a:moveTo>
                  <a:pt x="202704" y="208788"/>
                </a:moveTo>
                <a:lnTo>
                  <a:pt x="198132" y="208788"/>
                </a:lnTo>
                <a:lnTo>
                  <a:pt x="198132" y="216408"/>
                </a:lnTo>
                <a:lnTo>
                  <a:pt x="195084" y="224028"/>
                </a:lnTo>
                <a:lnTo>
                  <a:pt x="126504" y="258318"/>
                </a:lnTo>
                <a:lnTo>
                  <a:pt x="126504" y="288036"/>
                </a:lnTo>
                <a:lnTo>
                  <a:pt x="126504" y="355092"/>
                </a:lnTo>
                <a:lnTo>
                  <a:pt x="47256" y="320040"/>
                </a:lnTo>
                <a:lnTo>
                  <a:pt x="126504" y="288036"/>
                </a:lnTo>
                <a:lnTo>
                  <a:pt x="126504" y="258318"/>
                </a:lnTo>
                <a:lnTo>
                  <a:pt x="12" y="309372"/>
                </a:lnTo>
                <a:lnTo>
                  <a:pt x="12" y="312420"/>
                </a:lnTo>
                <a:lnTo>
                  <a:pt x="163080" y="384048"/>
                </a:lnTo>
                <a:lnTo>
                  <a:pt x="173380" y="388366"/>
                </a:lnTo>
                <a:lnTo>
                  <a:pt x="181559" y="392239"/>
                </a:lnTo>
                <a:lnTo>
                  <a:pt x="198132" y="416052"/>
                </a:lnTo>
                <a:lnTo>
                  <a:pt x="202704" y="416052"/>
                </a:lnTo>
                <a:lnTo>
                  <a:pt x="202704" y="377952"/>
                </a:lnTo>
                <a:lnTo>
                  <a:pt x="202704" y="355092"/>
                </a:lnTo>
                <a:lnTo>
                  <a:pt x="198132" y="355092"/>
                </a:lnTo>
                <a:lnTo>
                  <a:pt x="198132" y="364236"/>
                </a:lnTo>
                <a:lnTo>
                  <a:pt x="196608" y="370332"/>
                </a:lnTo>
                <a:lnTo>
                  <a:pt x="193560" y="373380"/>
                </a:lnTo>
                <a:lnTo>
                  <a:pt x="192036" y="376428"/>
                </a:lnTo>
                <a:lnTo>
                  <a:pt x="188988" y="377952"/>
                </a:lnTo>
                <a:lnTo>
                  <a:pt x="181368" y="377952"/>
                </a:lnTo>
                <a:lnTo>
                  <a:pt x="175272" y="374904"/>
                </a:lnTo>
                <a:lnTo>
                  <a:pt x="137172" y="359664"/>
                </a:lnTo>
                <a:lnTo>
                  <a:pt x="137172" y="355092"/>
                </a:lnTo>
                <a:lnTo>
                  <a:pt x="137172" y="288036"/>
                </a:lnTo>
                <a:lnTo>
                  <a:pt x="137172" y="283464"/>
                </a:lnTo>
                <a:lnTo>
                  <a:pt x="164604" y="272796"/>
                </a:lnTo>
                <a:lnTo>
                  <a:pt x="175272" y="268224"/>
                </a:lnTo>
                <a:lnTo>
                  <a:pt x="181368" y="266700"/>
                </a:lnTo>
                <a:lnTo>
                  <a:pt x="188988" y="266700"/>
                </a:lnTo>
                <a:lnTo>
                  <a:pt x="192036" y="268224"/>
                </a:lnTo>
                <a:lnTo>
                  <a:pt x="196608" y="272796"/>
                </a:lnTo>
                <a:lnTo>
                  <a:pt x="198132" y="278892"/>
                </a:lnTo>
                <a:lnTo>
                  <a:pt x="198132" y="286512"/>
                </a:lnTo>
                <a:lnTo>
                  <a:pt x="202704" y="286512"/>
                </a:lnTo>
                <a:lnTo>
                  <a:pt x="202704" y="266700"/>
                </a:lnTo>
                <a:lnTo>
                  <a:pt x="202704" y="208788"/>
                </a:lnTo>
                <a:close/>
              </a:path>
              <a:path extrusionOk="0" h="607059" w="207645">
                <a:moveTo>
                  <a:pt x="202704" y="111252"/>
                </a:moveTo>
                <a:lnTo>
                  <a:pt x="200723" y="84416"/>
                </a:lnTo>
                <a:lnTo>
                  <a:pt x="194894" y="61150"/>
                </a:lnTo>
                <a:lnTo>
                  <a:pt x="193560" y="58432"/>
                </a:lnTo>
                <a:lnTo>
                  <a:pt x="193560" y="114300"/>
                </a:lnTo>
                <a:lnTo>
                  <a:pt x="193268" y="120573"/>
                </a:lnTo>
                <a:lnTo>
                  <a:pt x="193167" y="121424"/>
                </a:lnTo>
                <a:lnTo>
                  <a:pt x="192417" y="127825"/>
                </a:lnTo>
                <a:lnTo>
                  <a:pt x="190982" y="135953"/>
                </a:lnTo>
                <a:lnTo>
                  <a:pt x="188988" y="144780"/>
                </a:lnTo>
                <a:lnTo>
                  <a:pt x="18300" y="144780"/>
                </a:lnTo>
                <a:lnTo>
                  <a:pt x="13728" y="114300"/>
                </a:lnTo>
                <a:lnTo>
                  <a:pt x="15176" y="97751"/>
                </a:lnTo>
                <a:lnTo>
                  <a:pt x="38112" y="56388"/>
                </a:lnTo>
                <a:lnTo>
                  <a:pt x="84188" y="34963"/>
                </a:lnTo>
                <a:lnTo>
                  <a:pt x="103644" y="33528"/>
                </a:lnTo>
                <a:lnTo>
                  <a:pt x="123304" y="34963"/>
                </a:lnTo>
                <a:lnTo>
                  <a:pt x="169176" y="56388"/>
                </a:lnTo>
                <a:lnTo>
                  <a:pt x="192100" y="97751"/>
                </a:lnTo>
                <a:lnTo>
                  <a:pt x="193560" y="114300"/>
                </a:lnTo>
                <a:lnTo>
                  <a:pt x="193560" y="58432"/>
                </a:lnTo>
                <a:lnTo>
                  <a:pt x="185343" y="41605"/>
                </a:lnTo>
                <a:lnTo>
                  <a:pt x="178587" y="33528"/>
                </a:lnTo>
                <a:lnTo>
                  <a:pt x="172224" y="25908"/>
                </a:lnTo>
                <a:lnTo>
                  <a:pt x="157645" y="14795"/>
                </a:lnTo>
                <a:lnTo>
                  <a:pt x="141363" y="6667"/>
                </a:lnTo>
                <a:lnTo>
                  <a:pt x="123355" y="1701"/>
                </a:lnTo>
                <a:lnTo>
                  <a:pt x="103644" y="0"/>
                </a:lnTo>
                <a:lnTo>
                  <a:pt x="88214" y="889"/>
                </a:lnTo>
                <a:lnTo>
                  <a:pt x="48780" y="15240"/>
                </a:lnTo>
                <a:lnTo>
                  <a:pt x="15252" y="51816"/>
                </a:lnTo>
                <a:lnTo>
                  <a:pt x="5168" y="98323"/>
                </a:lnTo>
                <a:lnTo>
                  <a:pt x="4584" y="118872"/>
                </a:lnTo>
                <a:lnTo>
                  <a:pt x="4584" y="199644"/>
                </a:lnTo>
                <a:lnTo>
                  <a:pt x="9156" y="199644"/>
                </a:lnTo>
                <a:lnTo>
                  <a:pt x="9156" y="185928"/>
                </a:lnTo>
                <a:lnTo>
                  <a:pt x="12204" y="179832"/>
                </a:lnTo>
                <a:lnTo>
                  <a:pt x="16776" y="176784"/>
                </a:lnTo>
                <a:lnTo>
                  <a:pt x="19824" y="173736"/>
                </a:lnTo>
                <a:lnTo>
                  <a:pt x="27444" y="172212"/>
                </a:lnTo>
                <a:lnTo>
                  <a:pt x="179844" y="172212"/>
                </a:lnTo>
                <a:lnTo>
                  <a:pt x="187464" y="173736"/>
                </a:lnTo>
                <a:lnTo>
                  <a:pt x="190512" y="175260"/>
                </a:lnTo>
                <a:lnTo>
                  <a:pt x="195084" y="178308"/>
                </a:lnTo>
                <a:lnTo>
                  <a:pt x="198132" y="184404"/>
                </a:lnTo>
                <a:lnTo>
                  <a:pt x="198132" y="199644"/>
                </a:lnTo>
                <a:lnTo>
                  <a:pt x="202704" y="199644"/>
                </a:lnTo>
                <a:lnTo>
                  <a:pt x="202704" y="172212"/>
                </a:lnTo>
                <a:lnTo>
                  <a:pt x="202704" y="144780"/>
                </a:lnTo>
                <a:lnTo>
                  <a:pt x="202704" y="111252"/>
                </a:lnTo>
                <a:close/>
              </a:path>
              <a:path extrusionOk="0" h="607059" w="207645">
                <a:moveTo>
                  <a:pt x="207264" y="512064"/>
                </a:moveTo>
                <a:lnTo>
                  <a:pt x="195072" y="464820"/>
                </a:lnTo>
                <a:lnTo>
                  <a:pt x="155448" y="431292"/>
                </a:lnTo>
                <a:lnTo>
                  <a:pt x="153924" y="435864"/>
                </a:lnTo>
                <a:lnTo>
                  <a:pt x="165379" y="443852"/>
                </a:lnTo>
                <a:lnTo>
                  <a:pt x="174688" y="451675"/>
                </a:lnTo>
                <a:lnTo>
                  <a:pt x="194525" y="490994"/>
                </a:lnTo>
                <a:lnTo>
                  <a:pt x="195072" y="499872"/>
                </a:lnTo>
                <a:lnTo>
                  <a:pt x="194487" y="510781"/>
                </a:lnTo>
                <a:lnTo>
                  <a:pt x="179006" y="546950"/>
                </a:lnTo>
                <a:lnTo>
                  <a:pt x="143332" y="567880"/>
                </a:lnTo>
                <a:lnTo>
                  <a:pt x="106680" y="573024"/>
                </a:lnTo>
                <a:lnTo>
                  <a:pt x="91249" y="572452"/>
                </a:lnTo>
                <a:lnTo>
                  <a:pt x="51816" y="563880"/>
                </a:lnTo>
                <a:lnTo>
                  <a:pt x="19812" y="539496"/>
                </a:lnTo>
                <a:lnTo>
                  <a:pt x="9144" y="505968"/>
                </a:lnTo>
                <a:lnTo>
                  <a:pt x="10007" y="494855"/>
                </a:lnTo>
                <a:lnTo>
                  <a:pt x="30848" y="458685"/>
                </a:lnTo>
                <a:lnTo>
                  <a:pt x="67056" y="441960"/>
                </a:lnTo>
                <a:lnTo>
                  <a:pt x="67056" y="437388"/>
                </a:lnTo>
                <a:lnTo>
                  <a:pt x="0" y="441960"/>
                </a:lnTo>
                <a:lnTo>
                  <a:pt x="0" y="446532"/>
                </a:lnTo>
                <a:lnTo>
                  <a:pt x="4572" y="446532"/>
                </a:lnTo>
                <a:lnTo>
                  <a:pt x="9144" y="449580"/>
                </a:lnTo>
                <a:lnTo>
                  <a:pt x="10668" y="451104"/>
                </a:lnTo>
                <a:lnTo>
                  <a:pt x="13716" y="452628"/>
                </a:lnTo>
                <a:lnTo>
                  <a:pt x="13716" y="460248"/>
                </a:lnTo>
                <a:lnTo>
                  <a:pt x="5791" y="476631"/>
                </a:lnTo>
                <a:lnTo>
                  <a:pt x="2476" y="486918"/>
                </a:lnTo>
                <a:lnTo>
                  <a:pt x="596" y="497205"/>
                </a:lnTo>
                <a:lnTo>
                  <a:pt x="0" y="507492"/>
                </a:lnTo>
                <a:lnTo>
                  <a:pt x="863" y="520928"/>
                </a:lnTo>
                <a:lnTo>
                  <a:pt x="13716" y="557784"/>
                </a:lnTo>
                <a:lnTo>
                  <a:pt x="40728" y="586295"/>
                </a:lnTo>
                <a:lnTo>
                  <a:pt x="78105" y="603123"/>
                </a:lnTo>
                <a:lnTo>
                  <a:pt x="106680" y="606552"/>
                </a:lnTo>
                <a:lnTo>
                  <a:pt x="124396" y="605180"/>
                </a:lnTo>
                <a:lnTo>
                  <a:pt x="170688" y="586740"/>
                </a:lnTo>
                <a:lnTo>
                  <a:pt x="198120" y="554545"/>
                </a:lnTo>
                <a:lnTo>
                  <a:pt x="204978" y="534670"/>
                </a:lnTo>
                <a:lnTo>
                  <a:pt x="207264" y="5120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6" name="Google Shape;8676;p115"/>
          <p:cNvGrpSpPr/>
          <p:nvPr/>
        </p:nvGrpSpPr>
        <p:grpSpPr>
          <a:xfrm>
            <a:off x="5330952" y="5452872"/>
            <a:ext cx="210312" cy="569975"/>
            <a:chOff x="5330952" y="5452872"/>
            <a:chExt cx="210312" cy="569975"/>
          </a:xfrm>
        </p:grpSpPr>
        <p:pic>
          <p:nvPicPr>
            <p:cNvPr id="8677" name="Google Shape;8677;p115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5359907" y="5800343"/>
              <a:ext cx="181356" cy="22250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78" name="Google Shape;8678;p115"/>
            <p:cNvPicPr preferRelativeResize="0"/>
            <p:nvPr/>
          </p:nvPicPr>
          <p:blipFill rotWithShape="1">
            <a:blip r:embed="rId90">
              <a:alphaModFix/>
            </a:blip>
            <a:srcRect b="0" l="0" r="0" t="0"/>
            <a:stretch/>
          </p:blipFill>
          <p:spPr>
            <a:xfrm>
              <a:off x="5330952" y="5568695"/>
              <a:ext cx="210312" cy="2118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79" name="Google Shape;8679;p115"/>
            <p:cNvPicPr preferRelativeResize="0"/>
            <p:nvPr/>
          </p:nvPicPr>
          <p:blipFill rotWithShape="1">
            <a:blip r:embed="rId91">
              <a:alphaModFix/>
            </a:blip>
            <a:srcRect b="0" l="0" r="0" t="0"/>
            <a:stretch/>
          </p:blipFill>
          <p:spPr>
            <a:xfrm>
              <a:off x="5401055" y="5452872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80" name="Google Shape;8680;p115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5330952" y="4914900"/>
            <a:ext cx="210311" cy="335279"/>
          </a:xfrm>
          <a:prstGeom prst="rect">
            <a:avLst/>
          </a:prstGeom>
          <a:noFill/>
          <a:ln>
            <a:noFill/>
          </a:ln>
        </p:spPr>
      </p:pic>
      <p:pic>
        <p:nvPicPr>
          <p:cNvPr id="8681" name="Google Shape;8681;p115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5330951" y="3570732"/>
            <a:ext cx="210312" cy="11475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82" name="Google Shape;8682;p115"/>
          <p:cNvGrpSpPr/>
          <p:nvPr/>
        </p:nvGrpSpPr>
        <p:grpSpPr>
          <a:xfrm>
            <a:off x="5330952" y="2500883"/>
            <a:ext cx="210312" cy="879348"/>
            <a:chOff x="5330952" y="2500883"/>
            <a:chExt cx="210312" cy="879348"/>
          </a:xfrm>
        </p:grpSpPr>
        <p:pic>
          <p:nvPicPr>
            <p:cNvPr id="8683" name="Google Shape;8683;p115"/>
            <p:cNvPicPr preferRelativeResize="0"/>
            <p:nvPr/>
          </p:nvPicPr>
          <p:blipFill rotWithShape="1">
            <a:blip r:embed="rId94">
              <a:alphaModFix/>
            </a:blip>
            <a:srcRect b="0" l="0" r="0" t="0"/>
            <a:stretch/>
          </p:blipFill>
          <p:spPr>
            <a:xfrm>
              <a:off x="5401055" y="3012947"/>
              <a:ext cx="140208" cy="36728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84" name="Google Shape;8684;p115"/>
            <p:cNvPicPr preferRelativeResize="0"/>
            <p:nvPr/>
          </p:nvPicPr>
          <p:blipFill rotWithShape="1">
            <a:blip r:embed="rId95">
              <a:alphaModFix/>
            </a:blip>
            <a:srcRect b="0" l="0" r="0" t="0"/>
            <a:stretch/>
          </p:blipFill>
          <p:spPr>
            <a:xfrm>
              <a:off x="5330952" y="2633472"/>
              <a:ext cx="210312" cy="3596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85" name="Google Shape;8685;p115"/>
            <p:cNvPicPr preferRelativeResize="0"/>
            <p:nvPr/>
          </p:nvPicPr>
          <p:blipFill rotWithShape="1">
            <a:blip r:embed="rId96">
              <a:alphaModFix/>
            </a:blip>
            <a:srcRect b="0" l="0" r="0" t="0"/>
            <a:stretch/>
          </p:blipFill>
          <p:spPr>
            <a:xfrm>
              <a:off x="5401056" y="2500883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86" name="Google Shape;8686;p115"/>
          <p:cNvPicPr preferRelativeResize="0"/>
          <p:nvPr/>
        </p:nvPicPr>
        <p:blipFill rotWithShape="1">
          <a:blip r:embed="rId97">
            <a:alphaModFix/>
          </a:blip>
          <a:srcRect b="0" l="0" r="0" t="0"/>
          <a:stretch/>
        </p:blipFill>
        <p:spPr>
          <a:xfrm>
            <a:off x="5330952" y="1095755"/>
            <a:ext cx="271272" cy="1213104"/>
          </a:xfrm>
          <a:prstGeom prst="rect">
            <a:avLst/>
          </a:prstGeom>
          <a:noFill/>
          <a:ln>
            <a:noFill/>
          </a:ln>
        </p:spPr>
      </p:pic>
      <p:sp>
        <p:nvSpPr>
          <p:cNvPr id="8687" name="Google Shape;8687;p115"/>
          <p:cNvSpPr/>
          <p:nvPr/>
        </p:nvSpPr>
        <p:spPr>
          <a:xfrm>
            <a:off x="5687555" y="7642860"/>
            <a:ext cx="210820" cy="1042669"/>
          </a:xfrm>
          <a:custGeom>
            <a:rect b="b" l="l" r="r" t="t"/>
            <a:pathLst>
              <a:path extrusionOk="0" h="1042670" w="210820">
                <a:moveTo>
                  <a:pt x="207264" y="733044"/>
                </a:moveTo>
                <a:lnTo>
                  <a:pt x="202692" y="733044"/>
                </a:lnTo>
                <a:lnTo>
                  <a:pt x="202692" y="739140"/>
                </a:lnTo>
                <a:lnTo>
                  <a:pt x="201168" y="743712"/>
                </a:lnTo>
                <a:lnTo>
                  <a:pt x="199644" y="745236"/>
                </a:lnTo>
                <a:lnTo>
                  <a:pt x="198120" y="748284"/>
                </a:lnTo>
                <a:lnTo>
                  <a:pt x="196596" y="749808"/>
                </a:lnTo>
                <a:lnTo>
                  <a:pt x="190500" y="752856"/>
                </a:lnTo>
                <a:lnTo>
                  <a:pt x="0" y="752856"/>
                </a:lnTo>
                <a:lnTo>
                  <a:pt x="0" y="758952"/>
                </a:lnTo>
                <a:lnTo>
                  <a:pt x="16764" y="798576"/>
                </a:lnTo>
                <a:lnTo>
                  <a:pt x="21336" y="795528"/>
                </a:lnTo>
                <a:lnTo>
                  <a:pt x="18288" y="789432"/>
                </a:lnTo>
                <a:lnTo>
                  <a:pt x="18288" y="784860"/>
                </a:lnTo>
                <a:lnTo>
                  <a:pt x="19812" y="783336"/>
                </a:lnTo>
                <a:lnTo>
                  <a:pt x="19812" y="781812"/>
                </a:lnTo>
                <a:lnTo>
                  <a:pt x="21336" y="780288"/>
                </a:lnTo>
                <a:lnTo>
                  <a:pt x="24384" y="778764"/>
                </a:lnTo>
                <a:lnTo>
                  <a:pt x="27432" y="778764"/>
                </a:lnTo>
                <a:lnTo>
                  <a:pt x="31102" y="777887"/>
                </a:lnTo>
                <a:lnTo>
                  <a:pt x="37338" y="777430"/>
                </a:lnTo>
                <a:lnTo>
                  <a:pt x="56388" y="777240"/>
                </a:lnTo>
                <a:lnTo>
                  <a:pt x="190500" y="777240"/>
                </a:lnTo>
                <a:lnTo>
                  <a:pt x="196596" y="780288"/>
                </a:lnTo>
                <a:lnTo>
                  <a:pt x="198120" y="781812"/>
                </a:lnTo>
                <a:lnTo>
                  <a:pt x="199644" y="784860"/>
                </a:lnTo>
                <a:lnTo>
                  <a:pt x="201168" y="786384"/>
                </a:lnTo>
                <a:lnTo>
                  <a:pt x="202692" y="790956"/>
                </a:lnTo>
                <a:lnTo>
                  <a:pt x="202692" y="797052"/>
                </a:lnTo>
                <a:lnTo>
                  <a:pt x="207264" y="797052"/>
                </a:lnTo>
                <a:lnTo>
                  <a:pt x="207264" y="733044"/>
                </a:lnTo>
                <a:close/>
              </a:path>
              <a:path extrusionOk="0" h="1042670" w="210820">
                <a:moveTo>
                  <a:pt x="207264" y="649224"/>
                </a:moveTo>
                <a:lnTo>
                  <a:pt x="202692" y="649224"/>
                </a:lnTo>
                <a:lnTo>
                  <a:pt x="202692" y="656844"/>
                </a:lnTo>
                <a:lnTo>
                  <a:pt x="199644" y="662940"/>
                </a:lnTo>
                <a:lnTo>
                  <a:pt x="198120" y="664464"/>
                </a:lnTo>
                <a:lnTo>
                  <a:pt x="196596" y="667512"/>
                </a:lnTo>
                <a:lnTo>
                  <a:pt x="193548" y="667512"/>
                </a:lnTo>
                <a:lnTo>
                  <a:pt x="190500" y="669036"/>
                </a:lnTo>
                <a:lnTo>
                  <a:pt x="0" y="669036"/>
                </a:lnTo>
                <a:lnTo>
                  <a:pt x="0" y="676656"/>
                </a:lnTo>
                <a:lnTo>
                  <a:pt x="16764" y="714756"/>
                </a:lnTo>
                <a:lnTo>
                  <a:pt x="21336" y="713232"/>
                </a:lnTo>
                <a:lnTo>
                  <a:pt x="19812" y="708660"/>
                </a:lnTo>
                <a:lnTo>
                  <a:pt x="18288" y="705612"/>
                </a:lnTo>
                <a:lnTo>
                  <a:pt x="18288" y="701040"/>
                </a:lnTo>
                <a:lnTo>
                  <a:pt x="19812" y="699516"/>
                </a:lnTo>
                <a:lnTo>
                  <a:pt x="19812" y="697992"/>
                </a:lnTo>
                <a:lnTo>
                  <a:pt x="21336" y="696468"/>
                </a:lnTo>
                <a:lnTo>
                  <a:pt x="24384" y="696468"/>
                </a:lnTo>
                <a:lnTo>
                  <a:pt x="27432" y="694944"/>
                </a:lnTo>
                <a:lnTo>
                  <a:pt x="45872" y="693661"/>
                </a:lnTo>
                <a:lnTo>
                  <a:pt x="56388" y="693420"/>
                </a:lnTo>
                <a:lnTo>
                  <a:pt x="184404" y="693420"/>
                </a:lnTo>
                <a:lnTo>
                  <a:pt x="190500" y="694944"/>
                </a:lnTo>
                <a:lnTo>
                  <a:pt x="196596" y="697992"/>
                </a:lnTo>
                <a:lnTo>
                  <a:pt x="199644" y="701040"/>
                </a:lnTo>
                <a:lnTo>
                  <a:pt x="202692" y="707136"/>
                </a:lnTo>
                <a:lnTo>
                  <a:pt x="202692" y="713232"/>
                </a:lnTo>
                <a:lnTo>
                  <a:pt x="207264" y="713232"/>
                </a:lnTo>
                <a:lnTo>
                  <a:pt x="207264" y="649224"/>
                </a:lnTo>
                <a:close/>
              </a:path>
              <a:path extrusionOk="0" h="1042670" w="210820">
                <a:moveTo>
                  <a:pt x="207276" y="961644"/>
                </a:moveTo>
                <a:lnTo>
                  <a:pt x="202704" y="961644"/>
                </a:lnTo>
                <a:lnTo>
                  <a:pt x="202704" y="979932"/>
                </a:lnTo>
                <a:lnTo>
                  <a:pt x="199656" y="984504"/>
                </a:lnTo>
                <a:lnTo>
                  <a:pt x="195084" y="989076"/>
                </a:lnTo>
                <a:lnTo>
                  <a:pt x="192036" y="990600"/>
                </a:lnTo>
                <a:lnTo>
                  <a:pt x="184416" y="992124"/>
                </a:lnTo>
                <a:lnTo>
                  <a:pt x="82308" y="992124"/>
                </a:lnTo>
                <a:lnTo>
                  <a:pt x="82308" y="957072"/>
                </a:lnTo>
                <a:lnTo>
                  <a:pt x="73164" y="957072"/>
                </a:lnTo>
                <a:lnTo>
                  <a:pt x="73164" y="992124"/>
                </a:lnTo>
                <a:lnTo>
                  <a:pt x="48158" y="992111"/>
                </a:lnTo>
                <a:lnTo>
                  <a:pt x="9156" y="981456"/>
                </a:lnTo>
                <a:lnTo>
                  <a:pt x="9156" y="964692"/>
                </a:lnTo>
                <a:lnTo>
                  <a:pt x="10680" y="961644"/>
                </a:lnTo>
                <a:lnTo>
                  <a:pt x="16776" y="955548"/>
                </a:lnTo>
                <a:lnTo>
                  <a:pt x="21348" y="952500"/>
                </a:lnTo>
                <a:lnTo>
                  <a:pt x="27444" y="949452"/>
                </a:lnTo>
                <a:lnTo>
                  <a:pt x="30492" y="946404"/>
                </a:lnTo>
                <a:lnTo>
                  <a:pt x="33540" y="940308"/>
                </a:lnTo>
                <a:lnTo>
                  <a:pt x="35064" y="938784"/>
                </a:lnTo>
                <a:lnTo>
                  <a:pt x="35064" y="932688"/>
                </a:lnTo>
                <a:lnTo>
                  <a:pt x="30492" y="928116"/>
                </a:lnTo>
                <a:lnTo>
                  <a:pt x="28968" y="925068"/>
                </a:lnTo>
                <a:lnTo>
                  <a:pt x="25920" y="923544"/>
                </a:lnTo>
                <a:lnTo>
                  <a:pt x="18300" y="923544"/>
                </a:lnTo>
                <a:lnTo>
                  <a:pt x="13728" y="926592"/>
                </a:lnTo>
                <a:lnTo>
                  <a:pt x="12" y="961644"/>
                </a:lnTo>
                <a:lnTo>
                  <a:pt x="342" y="969391"/>
                </a:lnTo>
                <a:lnTo>
                  <a:pt x="23914" y="1006678"/>
                </a:lnTo>
                <a:lnTo>
                  <a:pt x="64020" y="1016508"/>
                </a:lnTo>
                <a:lnTo>
                  <a:pt x="73164" y="1016508"/>
                </a:lnTo>
                <a:lnTo>
                  <a:pt x="73164" y="1042416"/>
                </a:lnTo>
                <a:lnTo>
                  <a:pt x="82308" y="1042416"/>
                </a:lnTo>
                <a:lnTo>
                  <a:pt x="82308" y="1016508"/>
                </a:lnTo>
                <a:lnTo>
                  <a:pt x="181368" y="1016508"/>
                </a:lnTo>
                <a:lnTo>
                  <a:pt x="187464" y="1018032"/>
                </a:lnTo>
                <a:lnTo>
                  <a:pt x="190512" y="1019556"/>
                </a:lnTo>
                <a:lnTo>
                  <a:pt x="195084" y="1019556"/>
                </a:lnTo>
                <a:lnTo>
                  <a:pt x="196608" y="1022604"/>
                </a:lnTo>
                <a:lnTo>
                  <a:pt x="199656" y="1025652"/>
                </a:lnTo>
                <a:lnTo>
                  <a:pt x="201180" y="1028700"/>
                </a:lnTo>
                <a:lnTo>
                  <a:pt x="202704" y="1033272"/>
                </a:lnTo>
                <a:lnTo>
                  <a:pt x="202704" y="1042416"/>
                </a:lnTo>
                <a:lnTo>
                  <a:pt x="207276" y="1042416"/>
                </a:lnTo>
                <a:lnTo>
                  <a:pt x="207276" y="961644"/>
                </a:lnTo>
                <a:close/>
              </a:path>
              <a:path extrusionOk="0" h="1042670" w="210820">
                <a:moveTo>
                  <a:pt x="210324" y="882396"/>
                </a:moveTo>
                <a:lnTo>
                  <a:pt x="210223" y="880872"/>
                </a:lnTo>
                <a:lnTo>
                  <a:pt x="209753" y="873518"/>
                </a:lnTo>
                <a:lnTo>
                  <a:pt x="208038" y="865060"/>
                </a:lnTo>
                <a:lnTo>
                  <a:pt x="205181" y="856894"/>
                </a:lnTo>
                <a:lnTo>
                  <a:pt x="201180" y="848868"/>
                </a:lnTo>
                <a:lnTo>
                  <a:pt x="201180" y="876300"/>
                </a:lnTo>
                <a:lnTo>
                  <a:pt x="199771" y="885139"/>
                </a:lnTo>
                <a:lnTo>
                  <a:pt x="168122" y="911669"/>
                </a:lnTo>
                <a:lnTo>
                  <a:pt x="156184" y="914882"/>
                </a:lnTo>
                <a:lnTo>
                  <a:pt x="156489" y="914882"/>
                </a:lnTo>
                <a:lnTo>
                  <a:pt x="142976" y="916863"/>
                </a:lnTo>
                <a:lnTo>
                  <a:pt x="129552" y="917448"/>
                </a:lnTo>
                <a:lnTo>
                  <a:pt x="120713" y="917168"/>
                </a:lnTo>
                <a:lnTo>
                  <a:pt x="80784" y="896112"/>
                </a:lnTo>
                <a:lnTo>
                  <a:pt x="79260" y="890016"/>
                </a:lnTo>
                <a:lnTo>
                  <a:pt x="79286" y="885139"/>
                </a:lnTo>
                <a:lnTo>
                  <a:pt x="104140" y="852665"/>
                </a:lnTo>
                <a:lnTo>
                  <a:pt x="149364" y="844296"/>
                </a:lnTo>
                <a:lnTo>
                  <a:pt x="162191" y="844867"/>
                </a:lnTo>
                <a:lnTo>
                  <a:pt x="197942" y="863727"/>
                </a:lnTo>
                <a:lnTo>
                  <a:pt x="201180" y="876300"/>
                </a:lnTo>
                <a:lnTo>
                  <a:pt x="201180" y="848868"/>
                </a:lnTo>
                <a:lnTo>
                  <a:pt x="164604" y="822007"/>
                </a:lnTo>
                <a:lnTo>
                  <a:pt x="137172" y="816864"/>
                </a:lnTo>
                <a:lnTo>
                  <a:pt x="124904" y="817968"/>
                </a:lnTo>
                <a:lnTo>
                  <a:pt x="82969" y="842086"/>
                </a:lnTo>
                <a:lnTo>
                  <a:pt x="70116" y="880872"/>
                </a:lnTo>
                <a:lnTo>
                  <a:pt x="70180" y="882396"/>
                </a:lnTo>
                <a:lnTo>
                  <a:pt x="70294" y="885139"/>
                </a:lnTo>
                <a:lnTo>
                  <a:pt x="70307" y="885444"/>
                </a:lnTo>
                <a:lnTo>
                  <a:pt x="70446" y="888873"/>
                </a:lnTo>
                <a:lnTo>
                  <a:pt x="71640" y="896874"/>
                </a:lnTo>
                <a:lnTo>
                  <a:pt x="96596" y="930884"/>
                </a:lnTo>
                <a:lnTo>
                  <a:pt x="140220" y="944880"/>
                </a:lnTo>
                <a:lnTo>
                  <a:pt x="152501" y="944003"/>
                </a:lnTo>
                <a:lnTo>
                  <a:pt x="196176" y="920546"/>
                </a:lnTo>
                <a:lnTo>
                  <a:pt x="198310" y="917448"/>
                </a:lnTo>
                <a:lnTo>
                  <a:pt x="203847" y="909447"/>
                </a:lnTo>
                <a:lnTo>
                  <a:pt x="208648" y="896645"/>
                </a:lnTo>
                <a:lnTo>
                  <a:pt x="208711" y="896112"/>
                </a:lnTo>
                <a:lnTo>
                  <a:pt x="210324" y="882396"/>
                </a:lnTo>
                <a:close/>
              </a:path>
              <a:path extrusionOk="0" h="1042670" w="210820">
                <a:moveTo>
                  <a:pt x="210324" y="568452"/>
                </a:moveTo>
                <a:lnTo>
                  <a:pt x="210223" y="566928"/>
                </a:lnTo>
                <a:lnTo>
                  <a:pt x="209753" y="559574"/>
                </a:lnTo>
                <a:lnTo>
                  <a:pt x="208038" y="551116"/>
                </a:lnTo>
                <a:lnTo>
                  <a:pt x="205181" y="542950"/>
                </a:lnTo>
                <a:lnTo>
                  <a:pt x="201180" y="534924"/>
                </a:lnTo>
                <a:lnTo>
                  <a:pt x="201180" y="562356"/>
                </a:lnTo>
                <a:lnTo>
                  <a:pt x="199771" y="571169"/>
                </a:lnTo>
                <a:lnTo>
                  <a:pt x="168122" y="596442"/>
                </a:lnTo>
                <a:lnTo>
                  <a:pt x="129552" y="603504"/>
                </a:lnTo>
                <a:lnTo>
                  <a:pt x="120713" y="603224"/>
                </a:lnTo>
                <a:lnTo>
                  <a:pt x="83832" y="586740"/>
                </a:lnTo>
                <a:lnTo>
                  <a:pt x="79260" y="576072"/>
                </a:lnTo>
                <a:lnTo>
                  <a:pt x="79286" y="571169"/>
                </a:lnTo>
                <a:lnTo>
                  <a:pt x="104140" y="538721"/>
                </a:lnTo>
                <a:lnTo>
                  <a:pt x="149364" y="530352"/>
                </a:lnTo>
                <a:lnTo>
                  <a:pt x="162191" y="530923"/>
                </a:lnTo>
                <a:lnTo>
                  <a:pt x="197942" y="549783"/>
                </a:lnTo>
                <a:lnTo>
                  <a:pt x="201180" y="562356"/>
                </a:lnTo>
                <a:lnTo>
                  <a:pt x="201180" y="534924"/>
                </a:lnTo>
                <a:lnTo>
                  <a:pt x="198005" y="530352"/>
                </a:lnTo>
                <a:lnTo>
                  <a:pt x="196037" y="527494"/>
                </a:lnTo>
                <a:lnTo>
                  <a:pt x="189750" y="521208"/>
                </a:lnTo>
                <a:lnTo>
                  <a:pt x="146316" y="503491"/>
                </a:lnTo>
                <a:lnTo>
                  <a:pt x="137172" y="502920"/>
                </a:lnTo>
                <a:lnTo>
                  <a:pt x="124904" y="503809"/>
                </a:lnTo>
                <a:lnTo>
                  <a:pt x="82969" y="528142"/>
                </a:lnTo>
                <a:lnTo>
                  <a:pt x="70116" y="566928"/>
                </a:lnTo>
                <a:lnTo>
                  <a:pt x="70180" y="568452"/>
                </a:lnTo>
                <a:lnTo>
                  <a:pt x="70281" y="571169"/>
                </a:lnTo>
                <a:lnTo>
                  <a:pt x="70307" y="571500"/>
                </a:lnTo>
                <a:lnTo>
                  <a:pt x="70446" y="574916"/>
                </a:lnTo>
                <a:lnTo>
                  <a:pt x="71640" y="582739"/>
                </a:lnTo>
                <a:lnTo>
                  <a:pt x="96596" y="616915"/>
                </a:lnTo>
                <a:lnTo>
                  <a:pt x="140220" y="630936"/>
                </a:lnTo>
                <a:lnTo>
                  <a:pt x="152501" y="630059"/>
                </a:lnTo>
                <a:lnTo>
                  <a:pt x="196176" y="605967"/>
                </a:lnTo>
                <a:lnTo>
                  <a:pt x="197878" y="603504"/>
                </a:lnTo>
                <a:lnTo>
                  <a:pt x="203847" y="594931"/>
                </a:lnTo>
                <a:lnTo>
                  <a:pt x="208648" y="582485"/>
                </a:lnTo>
                <a:lnTo>
                  <a:pt x="210324" y="568452"/>
                </a:lnTo>
                <a:close/>
              </a:path>
              <a:path extrusionOk="0" h="1042670" w="210820">
                <a:moveTo>
                  <a:pt x="210324" y="341376"/>
                </a:moveTo>
                <a:lnTo>
                  <a:pt x="94500" y="297180"/>
                </a:lnTo>
                <a:lnTo>
                  <a:pt x="83832" y="294132"/>
                </a:lnTo>
                <a:lnTo>
                  <a:pt x="77736" y="288036"/>
                </a:lnTo>
                <a:lnTo>
                  <a:pt x="77736" y="278892"/>
                </a:lnTo>
                <a:lnTo>
                  <a:pt x="73164" y="278892"/>
                </a:lnTo>
                <a:lnTo>
                  <a:pt x="73164" y="320040"/>
                </a:lnTo>
                <a:lnTo>
                  <a:pt x="77736" y="320040"/>
                </a:lnTo>
                <a:lnTo>
                  <a:pt x="77736" y="310896"/>
                </a:lnTo>
                <a:lnTo>
                  <a:pt x="79260" y="309372"/>
                </a:lnTo>
                <a:lnTo>
                  <a:pt x="80784" y="306324"/>
                </a:lnTo>
                <a:lnTo>
                  <a:pt x="92976" y="306324"/>
                </a:lnTo>
                <a:lnTo>
                  <a:pt x="97548" y="309372"/>
                </a:lnTo>
                <a:lnTo>
                  <a:pt x="170700" y="336804"/>
                </a:lnTo>
                <a:lnTo>
                  <a:pt x="94500" y="368808"/>
                </a:lnTo>
                <a:lnTo>
                  <a:pt x="92976" y="370332"/>
                </a:lnTo>
                <a:lnTo>
                  <a:pt x="83832" y="370332"/>
                </a:lnTo>
                <a:lnTo>
                  <a:pt x="79260" y="365760"/>
                </a:lnTo>
                <a:lnTo>
                  <a:pt x="77736" y="361188"/>
                </a:lnTo>
                <a:lnTo>
                  <a:pt x="77736" y="353568"/>
                </a:lnTo>
                <a:lnTo>
                  <a:pt x="73164" y="353568"/>
                </a:lnTo>
                <a:lnTo>
                  <a:pt x="73164" y="416052"/>
                </a:lnTo>
                <a:lnTo>
                  <a:pt x="77736" y="416052"/>
                </a:lnTo>
                <a:lnTo>
                  <a:pt x="77736" y="406908"/>
                </a:lnTo>
                <a:lnTo>
                  <a:pt x="79260" y="405384"/>
                </a:lnTo>
                <a:lnTo>
                  <a:pt x="82308" y="400812"/>
                </a:lnTo>
                <a:lnTo>
                  <a:pt x="86880" y="397764"/>
                </a:lnTo>
                <a:lnTo>
                  <a:pt x="92976" y="396240"/>
                </a:lnTo>
                <a:lnTo>
                  <a:pt x="111264" y="387096"/>
                </a:lnTo>
                <a:lnTo>
                  <a:pt x="172224" y="414528"/>
                </a:lnTo>
                <a:lnTo>
                  <a:pt x="97548" y="445008"/>
                </a:lnTo>
                <a:lnTo>
                  <a:pt x="92976" y="446532"/>
                </a:lnTo>
                <a:lnTo>
                  <a:pt x="80784" y="446532"/>
                </a:lnTo>
                <a:lnTo>
                  <a:pt x="77736" y="443484"/>
                </a:lnTo>
                <a:lnTo>
                  <a:pt x="77736" y="434340"/>
                </a:lnTo>
                <a:lnTo>
                  <a:pt x="73164" y="434340"/>
                </a:lnTo>
                <a:lnTo>
                  <a:pt x="73164" y="490728"/>
                </a:lnTo>
                <a:lnTo>
                  <a:pt x="77736" y="490728"/>
                </a:lnTo>
                <a:lnTo>
                  <a:pt x="77736" y="486156"/>
                </a:lnTo>
                <a:lnTo>
                  <a:pt x="80784" y="481584"/>
                </a:lnTo>
                <a:lnTo>
                  <a:pt x="82308" y="478536"/>
                </a:lnTo>
                <a:lnTo>
                  <a:pt x="85356" y="475488"/>
                </a:lnTo>
                <a:lnTo>
                  <a:pt x="89928" y="473964"/>
                </a:lnTo>
                <a:lnTo>
                  <a:pt x="210324" y="426720"/>
                </a:lnTo>
                <a:lnTo>
                  <a:pt x="210324" y="422148"/>
                </a:lnTo>
                <a:lnTo>
                  <a:pt x="123456" y="382524"/>
                </a:lnTo>
                <a:lnTo>
                  <a:pt x="210324" y="347472"/>
                </a:lnTo>
                <a:lnTo>
                  <a:pt x="210324" y="341376"/>
                </a:lnTo>
                <a:close/>
              </a:path>
              <a:path extrusionOk="0" h="1042670" w="210820">
                <a:moveTo>
                  <a:pt x="210324" y="210312"/>
                </a:moveTo>
                <a:lnTo>
                  <a:pt x="193560" y="173736"/>
                </a:lnTo>
                <a:lnTo>
                  <a:pt x="156984" y="156972"/>
                </a:lnTo>
                <a:lnTo>
                  <a:pt x="155460" y="160020"/>
                </a:lnTo>
                <a:lnTo>
                  <a:pt x="162890" y="162839"/>
                </a:lnTo>
                <a:lnTo>
                  <a:pt x="169176" y="166497"/>
                </a:lnTo>
                <a:lnTo>
                  <a:pt x="174256" y="170688"/>
                </a:lnTo>
                <a:lnTo>
                  <a:pt x="178320" y="175260"/>
                </a:lnTo>
                <a:lnTo>
                  <a:pt x="182892" y="182880"/>
                </a:lnTo>
                <a:lnTo>
                  <a:pt x="185940" y="190500"/>
                </a:lnTo>
                <a:lnTo>
                  <a:pt x="185940" y="198120"/>
                </a:lnTo>
                <a:lnTo>
                  <a:pt x="169176" y="233172"/>
                </a:lnTo>
                <a:lnTo>
                  <a:pt x="123456" y="248412"/>
                </a:lnTo>
                <a:lnTo>
                  <a:pt x="123456" y="187452"/>
                </a:lnTo>
                <a:lnTo>
                  <a:pt x="123456" y="156972"/>
                </a:lnTo>
                <a:lnTo>
                  <a:pt x="114312" y="157632"/>
                </a:lnTo>
                <a:lnTo>
                  <a:pt x="114312" y="187452"/>
                </a:lnTo>
                <a:lnTo>
                  <a:pt x="114312" y="248412"/>
                </a:lnTo>
                <a:lnTo>
                  <a:pt x="79260" y="224028"/>
                </a:lnTo>
                <a:lnTo>
                  <a:pt x="79260" y="210312"/>
                </a:lnTo>
                <a:lnTo>
                  <a:pt x="80784" y="205740"/>
                </a:lnTo>
                <a:lnTo>
                  <a:pt x="89928" y="192024"/>
                </a:lnTo>
                <a:lnTo>
                  <a:pt x="96024" y="190500"/>
                </a:lnTo>
                <a:lnTo>
                  <a:pt x="99072" y="188976"/>
                </a:lnTo>
                <a:lnTo>
                  <a:pt x="105168" y="187452"/>
                </a:lnTo>
                <a:lnTo>
                  <a:pt x="114312" y="187452"/>
                </a:lnTo>
                <a:lnTo>
                  <a:pt x="114312" y="157632"/>
                </a:lnTo>
                <a:lnTo>
                  <a:pt x="77825" y="178117"/>
                </a:lnTo>
                <a:lnTo>
                  <a:pt x="70180" y="208102"/>
                </a:lnTo>
                <a:lnTo>
                  <a:pt x="71259" y="220179"/>
                </a:lnTo>
                <a:lnTo>
                  <a:pt x="98666" y="259461"/>
                </a:lnTo>
                <a:lnTo>
                  <a:pt x="141744" y="269748"/>
                </a:lnTo>
                <a:lnTo>
                  <a:pt x="156006" y="268605"/>
                </a:lnTo>
                <a:lnTo>
                  <a:pt x="168986" y="265176"/>
                </a:lnTo>
                <a:lnTo>
                  <a:pt x="180530" y="259461"/>
                </a:lnTo>
                <a:lnTo>
                  <a:pt x="190512" y="251460"/>
                </a:lnTo>
                <a:lnTo>
                  <a:pt x="193662" y="248412"/>
                </a:lnTo>
                <a:lnTo>
                  <a:pt x="199390" y="242887"/>
                </a:lnTo>
                <a:lnTo>
                  <a:pt x="205562" y="233172"/>
                </a:lnTo>
                <a:lnTo>
                  <a:pt x="209156" y="222313"/>
                </a:lnTo>
                <a:lnTo>
                  <a:pt x="210324" y="210312"/>
                </a:lnTo>
                <a:close/>
              </a:path>
              <a:path extrusionOk="0" h="1042670" w="210820">
                <a:moveTo>
                  <a:pt x="210324" y="41148"/>
                </a:moveTo>
                <a:lnTo>
                  <a:pt x="193560" y="0"/>
                </a:lnTo>
                <a:lnTo>
                  <a:pt x="188988" y="1524"/>
                </a:lnTo>
                <a:lnTo>
                  <a:pt x="190512" y="6096"/>
                </a:lnTo>
                <a:lnTo>
                  <a:pt x="190512" y="16764"/>
                </a:lnTo>
                <a:lnTo>
                  <a:pt x="187464" y="19812"/>
                </a:lnTo>
                <a:lnTo>
                  <a:pt x="184416" y="21336"/>
                </a:lnTo>
                <a:lnTo>
                  <a:pt x="181368" y="21336"/>
                </a:lnTo>
                <a:lnTo>
                  <a:pt x="177939" y="22225"/>
                </a:lnTo>
                <a:lnTo>
                  <a:pt x="172224" y="22669"/>
                </a:lnTo>
                <a:lnTo>
                  <a:pt x="164223" y="22847"/>
                </a:lnTo>
                <a:lnTo>
                  <a:pt x="12" y="22847"/>
                </a:lnTo>
                <a:lnTo>
                  <a:pt x="12" y="28956"/>
                </a:lnTo>
                <a:lnTo>
                  <a:pt x="16776" y="70104"/>
                </a:lnTo>
                <a:lnTo>
                  <a:pt x="21348" y="68580"/>
                </a:lnTo>
                <a:lnTo>
                  <a:pt x="19824" y="64008"/>
                </a:lnTo>
                <a:lnTo>
                  <a:pt x="18300" y="60960"/>
                </a:lnTo>
                <a:lnTo>
                  <a:pt x="18300" y="54864"/>
                </a:lnTo>
                <a:lnTo>
                  <a:pt x="19964" y="53200"/>
                </a:lnTo>
                <a:lnTo>
                  <a:pt x="19824" y="53200"/>
                </a:lnTo>
                <a:lnTo>
                  <a:pt x="19824" y="51816"/>
                </a:lnTo>
                <a:lnTo>
                  <a:pt x="21348" y="50292"/>
                </a:lnTo>
                <a:lnTo>
                  <a:pt x="24396" y="48768"/>
                </a:lnTo>
                <a:lnTo>
                  <a:pt x="27444" y="48768"/>
                </a:lnTo>
                <a:lnTo>
                  <a:pt x="31102" y="47891"/>
                </a:lnTo>
                <a:lnTo>
                  <a:pt x="37350" y="47434"/>
                </a:lnTo>
                <a:lnTo>
                  <a:pt x="47091" y="47244"/>
                </a:lnTo>
                <a:lnTo>
                  <a:pt x="80784" y="47244"/>
                </a:lnTo>
                <a:lnTo>
                  <a:pt x="75958" y="53200"/>
                </a:lnTo>
                <a:lnTo>
                  <a:pt x="75107" y="54864"/>
                </a:lnTo>
                <a:lnTo>
                  <a:pt x="72593" y="60007"/>
                </a:lnTo>
                <a:lnTo>
                  <a:pt x="70700" y="67614"/>
                </a:lnTo>
                <a:lnTo>
                  <a:pt x="70637" y="68580"/>
                </a:lnTo>
                <a:lnTo>
                  <a:pt x="70535" y="70104"/>
                </a:lnTo>
                <a:lnTo>
                  <a:pt x="70421" y="71628"/>
                </a:lnTo>
                <a:lnTo>
                  <a:pt x="70116" y="76200"/>
                </a:lnTo>
                <a:lnTo>
                  <a:pt x="71539" y="89331"/>
                </a:lnTo>
                <a:lnTo>
                  <a:pt x="104927" y="128397"/>
                </a:lnTo>
                <a:lnTo>
                  <a:pt x="144792" y="138684"/>
                </a:lnTo>
                <a:lnTo>
                  <a:pt x="158813" y="137807"/>
                </a:lnTo>
                <a:lnTo>
                  <a:pt x="200037" y="114922"/>
                </a:lnTo>
                <a:lnTo>
                  <a:pt x="202260" y="111252"/>
                </a:lnTo>
                <a:lnTo>
                  <a:pt x="205752" y="105537"/>
                </a:lnTo>
                <a:lnTo>
                  <a:pt x="209181" y="95592"/>
                </a:lnTo>
                <a:lnTo>
                  <a:pt x="210324" y="85344"/>
                </a:lnTo>
                <a:lnTo>
                  <a:pt x="210324" y="79248"/>
                </a:lnTo>
                <a:lnTo>
                  <a:pt x="208800" y="71628"/>
                </a:lnTo>
                <a:lnTo>
                  <a:pt x="204228" y="65532"/>
                </a:lnTo>
                <a:lnTo>
                  <a:pt x="201180" y="59436"/>
                </a:lnTo>
                <a:lnTo>
                  <a:pt x="196608" y="54864"/>
                </a:lnTo>
                <a:lnTo>
                  <a:pt x="194894" y="53200"/>
                </a:lnTo>
                <a:lnTo>
                  <a:pt x="192036" y="50914"/>
                </a:lnTo>
                <a:lnTo>
                  <a:pt x="192036" y="71628"/>
                </a:lnTo>
                <a:lnTo>
                  <a:pt x="190944" y="79248"/>
                </a:lnTo>
                <a:lnTo>
                  <a:pt x="157556" y="108013"/>
                </a:lnTo>
                <a:lnTo>
                  <a:pt x="132600" y="111252"/>
                </a:lnTo>
                <a:lnTo>
                  <a:pt x="119494" y="110426"/>
                </a:lnTo>
                <a:lnTo>
                  <a:pt x="82308" y="91440"/>
                </a:lnTo>
                <a:lnTo>
                  <a:pt x="79260" y="85344"/>
                </a:lnTo>
                <a:lnTo>
                  <a:pt x="79260" y="68580"/>
                </a:lnTo>
                <a:lnTo>
                  <a:pt x="105168" y="47244"/>
                </a:lnTo>
                <a:lnTo>
                  <a:pt x="178320" y="47244"/>
                </a:lnTo>
                <a:lnTo>
                  <a:pt x="184315" y="53200"/>
                </a:lnTo>
                <a:lnTo>
                  <a:pt x="188607" y="59436"/>
                </a:lnTo>
                <a:lnTo>
                  <a:pt x="191173" y="65684"/>
                </a:lnTo>
                <a:lnTo>
                  <a:pt x="192036" y="71628"/>
                </a:lnTo>
                <a:lnTo>
                  <a:pt x="192036" y="50914"/>
                </a:lnTo>
                <a:lnTo>
                  <a:pt x="187464" y="47244"/>
                </a:lnTo>
                <a:lnTo>
                  <a:pt x="210324" y="47244"/>
                </a:lnTo>
                <a:lnTo>
                  <a:pt x="210324" y="41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688" name="Google Shape;8688;p115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5687567" y="7203947"/>
            <a:ext cx="271272" cy="29413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89" name="Google Shape;8689;p115"/>
          <p:cNvPicPr preferRelativeResize="0"/>
          <p:nvPr/>
        </p:nvPicPr>
        <p:blipFill rotWithShape="1">
          <a:blip r:embed="rId99">
            <a:alphaModFix/>
          </a:blip>
          <a:srcRect b="0" l="0" r="0" t="0"/>
          <a:stretch/>
        </p:blipFill>
        <p:spPr>
          <a:xfrm>
            <a:off x="5687567" y="6207251"/>
            <a:ext cx="271272" cy="850392"/>
          </a:xfrm>
          <a:prstGeom prst="rect">
            <a:avLst/>
          </a:prstGeom>
          <a:noFill/>
          <a:ln>
            <a:noFill/>
          </a:ln>
        </p:spPr>
      </p:pic>
      <p:sp>
        <p:nvSpPr>
          <p:cNvPr id="8690" name="Google Shape;8690;p115"/>
          <p:cNvSpPr/>
          <p:nvPr/>
        </p:nvSpPr>
        <p:spPr>
          <a:xfrm>
            <a:off x="5687555" y="5530596"/>
            <a:ext cx="210820" cy="525780"/>
          </a:xfrm>
          <a:custGeom>
            <a:rect b="b" l="l" r="r" t="t"/>
            <a:pathLst>
              <a:path extrusionOk="0" h="525779" w="210820">
                <a:moveTo>
                  <a:pt x="32004" y="263652"/>
                </a:moveTo>
                <a:lnTo>
                  <a:pt x="30480" y="260604"/>
                </a:lnTo>
                <a:lnTo>
                  <a:pt x="25908" y="257556"/>
                </a:lnTo>
                <a:lnTo>
                  <a:pt x="22860" y="254508"/>
                </a:lnTo>
                <a:lnTo>
                  <a:pt x="19812" y="252984"/>
                </a:lnTo>
                <a:lnTo>
                  <a:pt x="10668" y="252984"/>
                </a:lnTo>
                <a:lnTo>
                  <a:pt x="7620" y="254508"/>
                </a:lnTo>
                <a:lnTo>
                  <a:pt x="1524" y="260604"/>
                </a:lnTo>
                <a:lnTo>
                  <a:pt x="0" y="263652"/>
                </a:lnTo>
                <a:lnTo>
                  <a:pt x="0" y="272796"/>
                </a:lnTo>
                <a:lnTo>
                  <a:pt x="1524" y="277368"/>
                </a:lnTo>
                <a:lnTo>
                  <a:pt x="7620" y="283464"/>
                </a:lnTo>
                <a:lnTo>
                  <a:pt x="10668" y="284988"/>
                </a:lnTo>
                <a:lnTo>
                  <a:pt x="19812" y="284988"/>
                </a:lnTo>
                <a:lnTo>
                  <a:pt x="22860" y="283464"/>
                </a:lnTo>
                <a:lnTo>
                  <a:pt x="25908" y="280416"/>
                </a:lnTo>
                <a:lnTo>
                  <a:pt x="30480" y="277368"/>
                </a:lnTo>
                <a:lnTo>
                  <a:pt x="32004" y="272796"/>
                </a:lnTo>
                <a:lnTo>
                  <a:pt x="32004" y="263652"/>
                </a:lnTo>
                <a:close/>
              </a:path>
              <a:path extrusionOk="0" h="525779" w="210820">
                <a:moveTo>
                  <a:pt x="207264" y="236220"/>
                </a:moveTo>
                <a:lnTo>
                  <a:pt x="202692" y="236220"/>
                </a:lnTo>
                <a:lnTo>
                  <a:pt x="202692" y="242316"/>
                </a:lnTo>
                <a:lnTo>
                  <a:pt x="201168" y="246888"/>
                </a:lnTo>
                <a:lnTo>
                  <a:pt x="199644" y="248412"/>
                </a:lnTo>
                <a:lnTo>
                  <a:pt x="198120" y="251460"/>
                </a:lnTo>
                <a:lnTo>
                  <a:pt x="196596" y="252984"/>
                </a:lnTo>
                <a:lnTo>
                  <a:pt x="193548" y="254508"/>
                </a:lnTo>
                <a:lnTo>
                  <a:pt x="190500" y="254508"/>
                </a:lnTo>
                <a:lnTo>
                  <a:pt x="184404" y="256032"/>
                </a:lnTo>
                <a:lnTo>
                  <a:pt x="70104" y="256032"/>
                </a:lnTo>
                <a:lnTo>
                  <a:pt x="70104" y="262128"/>
                </a:lnTo>
                <a:lnTo>
                  <a:pt x="86868" y="303276"/>
                </a:lnTo>
                <a:lnTo>
                  <a:pt x="91440" y="301752"/>
                </a:lnTo>
                <a:lnTo>
                  <a:pt x="89916" y="297180"/>
                </a:lnTo>
                <a:lnTo>
                  <a:pt x="88392" y="294132"/>
                </a:lnTo>
                <a:lnTo>
                  <a:pt x="88392" y="288036"/>
                </a:lnTo>
                <a:lnTo>
                  <a:pt x="89916" y="286512"/>
                </a:lnTo>
                <a:lnTo>
                  <a:pt x="89916" y="284988"/>
                </a:lnTo>
                <a:lnTo>
                  <a:pt x="91440" y="283464"/>
                </a:lnTo>
                <a:lnTo>
                  <a:pt x="94488" y="281940"/>
                </a:lnTo>
                <a:lnTo>
                  <a:pt x="97536" y="281940"/>
                </a:lnTo>
                <a:lnTo>
                  <a:pt x="101854" y="281063"/>
                </a:lnTo>
                <a:lnTo>
                  <a:pt x="108013" y="280606"/>
                </a:lnTo>
                <a:lnTo>
                  <a:pt x="117348" y="280416"/>
                </a:lnTo>
                <a:lnTo>
                  <a:pt x="190500" y="280416"/>
                </a:lnTo>
                <a:lnTo>
                  <a:pt x="196596" y="283464"/>
                </a:lnTo>
                <a:lnTo>
                  <a:pt x="198120" y="284988"/>
                </a:lnTo>
                <a:lnTo>
                  <a:pt x="199644" y="288036"/>
                </a:lnTo>
                <a:lnTo>
                  <a:pt x="201168" y="289560"/>
                </a:lnTo>
                <a:lnTo>
                  <a:pt x="202692" y="294132"/>
                </a:lnTo>
                <a:lnTo>
                  <a:pt x="202692" y="300228"/>
                </a:lnTo>
                <a:lnTo>
                  <a:pt x="207264" y="300228"/>
                </a:lnTo>
                <a:lnTo>
                  <a:pt x="207264" y="280416"/>
                </a:lnTo>
                <a:lnTo>
                  <a:pt x="207264" y="236220"/>
                </a:lnTo>
                <a:close/>
              </a:path>
              <a:path extrusionOk="0" h="525779" w="210820">
                <a:moveTo>
                  <a:pt x="207264" y="0"/>
                </a:moveTo>
                <a:lnTo>
                  <a:pt x="202692" y="0"/>
                </a:lnTo>
                <a:lnTo>
                  <a:pt x="202692" y="6096"/>
                </a:lnTo>
                <a:lnTo>
                  <a:pt x="201168" y="10668"/>
                </a:lnTo>
                <a:lnTo>
                  <a:pt x="199644" y="12192"/>
                </a:lnTo>
                <a:lnTo>
                  <a:pt x="198120" y="15240"/>
                </a:lnTo>
                <a:lnTo>
                  <a:pt x="196596" y="16764"/>
                </a:lnTo>
                <a:lnTo>
                  <a:pt x="193548" y="18288"/>
                </a:lnTo>
                <a:lnTo>
                  <a:pt x="190500" y="18288"/>
                </a:lnTo>
                <a:lnTo>
                  <a:pt x="184404" y="19812"/>
                </a:lnTo>
                <a:lnTo>
                  <a:pt x="118097" y="19862"/>
                </a:lnTo>
                <a:lnTo>
                  <a:pt x="108775" y="20193"/>
                </a:lnTo>
                <a:lnTo>
                  <a:pt x="101473" y="21107"/>
                </a:lnTo>
                <a:lnTo>
                  <a:pt x="96012" y="22860"/>
                </a:lnTo>
                <a:lnTo>
                  <a:pt x="86868" y="24384"/>
                </a:lnTo>
                <a:lnTo>
                  <a:pt x="79248" y="28956"/>
                </a:lnTo>
                <a:lnTo>
                  <a:pt x="76200" y="35052"/>
                </a:lnTo>
                <a:lnTo>
                  <a:pt x="71628" y="41148"/>
                </a:lnTo>
                <a:lnTo>
                  <a:pt x="70104" y="47244"/>
                </a:lnTo>
                <a:lnTo>
                  <a:pt x="70104" y="60960"/>
                </a:lnTo>
                <a:lnTo>
                  <a:pt x="97536" y="100584"/>
                </a:lnTo>
                <a:lnTo>
                  <a:pt x="0" y="100584"/>
                </a:lnTo>
                <a:lnTo>
                  <a:pt x="0" y="106680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0208"/>
                </a:lnTo>
                <a:lnTo>
                  <a:pt x="18288" y="137160"/>
                </a:lnTo>
                <a:lnTo>
                  <a:pt x="18288" y="132588"/>
                </a:lnTo>
                <a:lnTo>
                  <a:pt x="19812" y="131064"/>
                </a:lnTo>
                <a:lnTo>
                  <a:pt x="19812" y="129540"/>
                </a:lnTo>
                <a:lnTo>
                  <a:pt x="21336" y="128016"/>
                </a:lnTo>
                <a:lnTo>
                  <a:pt x="24384" y="126492"/>
                </a:lnTo>
                <a:lnTo>
                  <a:pt x="27432" y="126492"/>
                </a:lnTo>
                <a:lnTo>
                  <a:pt x="31102" y="125615"/>
                </a:lnTo>
                <a:lnTo>
                  <a:pt x="37338" y="125158"/>
                </a:lnTo>
                <a:lnTo>
                  <a:pt x="56388" y="124968"/>
                </a:lnTo>
                <a:lnTo>
                  <a:pt x="190500" y="124968"/>
                </a:lnTo>
                <a:lnTo>
                  <a:pt x="196596" y="128016"/>
                </a:lnTo>
                <a:lnTo>
                  <a:pt x="199644" y="131064"/>
                </a:lnTo>
                <a:lnTo>
                  <a:pt x="201168" y="134112"/>
                </a:lnTo>
                <a:lnTo>
                  <a:pt x="202692" y="138684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9644" y="94488"/>
                </a:lnTo>
                <a:lnTo>
                  <a:pt x="196596" y="97536"/>
                </a:lnTo>
                <a:lnTo>
                  <a:pt x="193548" y="99060"/>
                </a:lnTo>
                <a:lnTo>
                  <a:pt x="192024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0772"/>
                </a:lnTo>
                <a:lnTo>
                  <a:pt x="88392" y="76200"/>
                </a:lnTo>
                <a:lnTo>
                  <a:pt x="88392" y="56388"/>
                </a:lnTo>
                <a:lnTo>
                  <a:pt x="91440" y="53340"/>
                </a:lnTo>
                <a:lnTo>
                  <a:pt x="92964" y="50292"/>
                </a:lnTo>
                <a:lnTo>
                  <a:pt x="129540" y="44196"/>
                </a:lnTo>
                <a:lnTo>
                  <a:pt x="190500" y="44196"/>
                </a:lnTo>
                <a:lnTo>
                  <a:pt x="199644" y="48768"/>
                </a:lnTo>
                <a:lnTo>
                  <a:pt x="202692" y="54864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5779" w="210820">
                <a:moveTo>
                  <a:pt x="210312" y="175260"/>
                </a:moveTo>
                <a:lnTo>
                  <a:pt x="181356" y="147828"/>
                </a:lnTo>
                <a:lnTo>
                  <a:pt x="181356" y="153924"/>
                </a:lnTo>
                <a:lnTo>
                  <a:pt x="184404" y="155448"/>
                </a:lnTo>
                <a:lnTo>
                  <a:pt x="187452" y="158496"/>
                </a:lnTo>
                <a:lnTo>
                  <a:pt x="192024" y="167640"/>
                </a:lnTo>
                <a:lnTo>
                  <a:pt x="192024" y="173736"/>
                </a:lnTo>
                <a:lnTo>
                  <a:pt x="190500" y="176784"/>
                </a:lnTo>
                <a:lnTo>
                  <a:pt x="184404" y="182880"/>
                </a:lnTo>
                <a:lnTo>
                  <a:pt x="82296" y="182880"/>
                </a:lnTo>
                <a:lnTo>
                  <a:pt x="82296" y="152400"/>
                </a:lnTo>
                <a:lnTo>
                  <a:pt x="73152" y="152400"/>
                </a:lnTo>
                <a:lnTo>
                  <a:pt x="73152" y="182880"/>
                </a:lnTo>
                <a:lnTo>
                  <a:pt x="28956" y="182880"/>
                </a:lnTo>
                <a:lnTo>
                  <a:pt x="28956" y="185928"/>
                </a:lnTo>
                <a:lnTo>
                  <a:pt x="38100" y="190500"/>
                </a:lnTo>
                <a:lnTo>
                  <a:pt x="45720" y="193548"/>
                </a:lnTo>
                <a:lnTo>
                  <a:pt x="48768" y="196596"/>
                </a:lnTo>
                <a:lnTo>
                  <a:pt x="56388" y="201168"/>
                </a:lnTo>
                <a:lnTo>
                  <a:pt x="62484" y="207264"/>
                </a:lnTo>
                <a:lnTo>
                  <a:pt x="71628" y="219456"/>
                </a:lnTo>
                <a:lnTo>
                  <a:pt x="74676" y="225552"/>
                </a:lnTo>
                <a:lnTo>
                  <a:pt x="77724" y="230124"/>
                </a:lnTo>
                <a:lnTo>
                  <a:pt x="82296" y="230124"/>
                </a:lnTo>
                <a:lnTo>
                  <a:pt x="82296" y="207264"/>
                </a:lnTo>
                <a:lnTo>
                  <a:pt x="190500" y="207264"/>
                </a:lnTo>
                <a:lnTo>
                  <a:pt x="195072" y="204216"/>
                </a:lnTo>
                <a:lnTo>
                  <a:pt x="199644" y="202692"/>
                </a:lnTo>
                <a:lnTo>
                  <a:pt x="202692" y="199644"/>
                </a:lnTo>
                <a:lnTo>
                  <a:pt x="208788" y="190500"/>
                </a:lnTo>
                <a:lnTo>
                  <a:pt x="210312" y="185928"/>
                </a:lnTo>
                <a:lnTo>
                  <a:pt x="210312" y="175260"/>
                </a:lnTo>
                <a:close/>
              </a:path>
              <a:path extrusionOk="0" h="525779" w="210820">
                <a:moveTo>
                  <a:pt x="210324" y="376428"/>
                </a:moveTo>
                <a:lnTo>
                  <a:pt x="94500" y="332232"/>
                </a:lnTo>
                <a:lnTo>
                  <a:pt x="77736" y="312420"/>
                </a:lnTo>
                <a:lnTo>
                  <a:pt x="73164" y="312420"/>
                </a:lnTo>
                <a:lnTo>
                  <a:pt x="73164" y="353568"/>
                </a:lnTo>
                <a:lnTo>
                  <a:pt x="77736" y="353568"/>
                </a:lnTo>
                <a:lnTo>
                  <a:pt x="77736" y="344424"/>
                </a:lnTo>
                <a:lnTo>
                  <a:pt x="82308" y="339852"/>
                </a:lnTo>
                <a:lnTo>
                  <a:pt x="88404" y="339852"/>
                </a:lnTo>
                <a:lnTo>
                  <a:pt x="97548" y="342900"/>
                </a:lnTo>
                <a:lnTo>
                  <a:pt x="170700" y="370332"/>
                </a:lnTo>
                <a:lnTo>
                  <a:pt x="94500" y="403860"/>
                </a:lnTo>
                <a:lnTo>
                  <a:pt x="83832" y="403860"/>
                </a:lnTo>
                <a:lnTo>
                  <a:pt x="80784" y="402336"/>
                </a:lnTo>
                <a:lnTo>
                  <a:pt x="79260" y="399288"/>
                </a:lnTo>
                <a:lnTo>
                  <a:pt x="77736" y="394716"/>
                </a:lnTo>
                <a:lnTo>
                  <a:pt x="77736" y="387096"/>
                </a:lnTo>
                <a:lnTo>
                  <a:pt x="73164" y="387096"/>
                </a:lnTo>
                <a:lnTo>
                  <a:pt x="73164" y="451104"/>
                </a:lnTo>
                <a:lnTo>
                  <a:pt x="77736" y="451104"/>
                </a:lnTo>
                <a:lnTo>
                  <a:pt x="77736" y="440436"/>
                </a:lnTo>
                <a:lnTo>
                  <a:pt x="79260" y="438912"/>
                </a:lnTo>
                <a:lnTo>
                  <a:pt x="82308" y="434340"/>
                </a:lnTo>
                <a:lnTo>
                  <a:pt x="86880" y="431292"/>
                </a:lnTo>
                <a:lnTo>
                  <a:pt x="92976" y="429768"/>
                </a:lnTo>
                <a:lnTo>
                  <a:pt x="111264" y="422148"/>
                </a:lnTo>
                <a:lnTo>
                  <a:pt x="172224" y="449580"/>
                </a:lnTo>
                <a:lnTo>
                  <a:pt x="97548" y="478536"/>
                </a:lnTo>
                <a:lnTo>
                  <a:pt x="92976" y="480060"/>
                </a:lnTo>
                <a:lnTo>
                  <a:pt x="89928" y="481584"/>
                </a:lnTo>
                <a:lnTo>
                  <a:pt x="83832" y="481584"/>
                </a:lnTo>
                <a:lnTo>
                  <a:pt x="80784" y="480060"/>
                </a:lnTo>
                <a:lnTo>
                  <a:pt x="77736" y="477012"/>
                </a:lnTo>
                <a:lnTo>
                  <a:pt x="77736" y="467868"/>
                </a:lnTo>
                <a:lnTo>
                  <a:pt x="73164" y="467868"/>
                </a:lnTo>
                <a:lnTo>
                  <a:pt x="73164" y="525780"/>
                </a:lnTo>
                <a:lnTo>
                  <a:pt x="77736" y="525780"/>
                </a:lnTo>
                <a:lnTo>
                  <a:pt x="77736" y="519684"/>
                </a:lnTo>
                <a:lnTo>
                  <a:pt x="80784" y="515112"/>
                </a:lnTo>
                <a:lnTo>
                  <a:pt x="82308" y="512064"/>
                </a:lnTo>
                <a:lnTo>
                  <a:pt x="85356" y="510540"/>
                </a:lnTo>
                <a:lnTo>
                  <a:pt x="89928" y="507492"/>
                </a:lnTo>
                <a:lnTo>
                  <a:pt x="210324" y="460248"/>
                </a:lnTo>
                <a:lnTo>
                  <a:pt x="210324" y="455676"/>
                </a:lnTo>
                <a:lnTo>
                  <a:pt x="123456" y="417576"/>
                </a:lnTo>
                <a:lnTo>
                  <a:pt x="210324" y="381000"/>
                </a:lnTo>
                <a:lnTo>
                  <a:pt x="210324" y="3764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691" name="Google Shape;8691;p115"/>
          <p:cNvPicPr preferRelativeResize="0"/>
          <p:nvPr/>
        </p:nvPicPr>
        <p:blipFill rotWithShape="1">
          <a:blip r:embed="rId100">
            <a:alphaModFix/>
          </a:blip>
          <a:srcRect b="0" l="0" r="0" t="0"/>
          <a:stretch/>
        </p:blipFill>
        <p:spPr>
          <a:xfrm>
            <a:off x="5757821" y="5253228"/>
            <a:ext cx="140058" cy="120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92" name="Google Shape;8692;p115"/>
          <p:cNvGrpSpPr/>
          <p:nvPr/>
        </p:nvGrpSpPr>
        <p:grpSpPr>
          <a:xfrm>
            <a:off x="5687567" y="4607052"/>
            <a:ext cx="271223" cy="493775"/>
            <a:chOff x="5687567" y="4607052"/>
            <a:chExt cx="271223" cy="493775"/>
          </a:xfrm>
        </p:grpSpPr>
        <p:pic>
          <p:nvPicPr>
            <p:cNvPr id="8693" name="Google Shape;8693;p115"/>
            <p:cNvPicPr preferRelativeResize="0"/>
            <p:nvPr/>
          </p:nvPicPr>
          <p:blipFill rotWithShape="1">
            <a:blip r:embed="rId101">
              <a:alphaModFix/>
            </a:blip>
            <a:srcRect b="0" l="0" r="0" t="0"/>
            <a:stretch/>
          </p:blipFill>
          <p:spPr>
            <a:xfrm>
              <a:off x="5757671" y="4821936"/>
              <a:ext cx="201119" cy="27889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94" name="Google Shape;8694;p115"/>
            <p:cNvPicPr preferRelativeResize="0"/>
            <p:nvPr/>
          </p:nvPicPr>
          <p:blipFill rotWithShape="1">
            <a:blip r:embed="rId102">
              <a:alphaModFix/>
            </a:blip>
            <a:srcRect b="0" l="0" r="0" t="0"/>
            <a:stretch/>
          </p:blipFill>
          <p:spPr>
            <a:xfrm>
              <a:off x="5687567" y="4607052"/>
              <a:ext cx="210312" cy="19507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695" name="Google Shape;8695;p115"/>
          <p:cNvGrpSpPr/>
          <p:nvPr/>
        </p:nvGrpSpPr>
        <p:grpSpPr>
          <a:xfrm>
            <a:off x="5687567" y="4178807"/>
            <a:ext cx="210313" cy="266700"/>
            <a:chOff x="5687567" y="4178807"/>
            <a:chExt cx="210313" cy="266700"/>
          </a:xfrm>
        </p:grpSpPr>
        <p:pic>
          <p:nvPicPr>
            <p:cNvPr id="8696" name="Google Shape;8696;p115"/>
            <p:cNvPicPr preferRelativeResize="0"/>
            <p:nvPr/>
          </p:nvPicPr>
          <p:blipFill rotWithShape="1">
            <a:blip r:embed="rId103">
              <a:alphaModFix/>
            </a:blip>
            <a:srcRect b="0" l="0" r="0" t="0"/>
            <a:stretch/>
          </p:blipFill>
          <p:spPr>
            <a:xfrm>
              <a:off x="5757672" y="4317491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97" name="Google Shape;8697;p115"/>
            <p:cNvPicPr preferRelativeResize="0"/>
            <p:nvPr/>
          </p:nvPicPr>
          <p:blipFill rotWithShape="1">
            <a:blip r:embed="rId104">
              <a:alphaModFix/>
            </a:blip>
            <a:srcRect b="0" l="0" r="0" t="0"/>
            <a:stretch/>
          </p:blipFill>
          <p:spPr>
            <a:xfrm>
              <a:off x="5687567" y="4178807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698" name="Google Shape;8698;p115"/>
          <p:cNvPicPr preferRelativeResize="0"/>
          <p:nvPr/>
        </p:nvPicPr>
        <p:blipFill rotWithShape="1">
          <a:blip r:embed="rId105">
            <a:alphaModFix/>
          </a:blip>
          <a:srcRect b="0" l="0" r="0" t="0"/>
          <a:stretch/>
        </p:blipFill>
        <p:spPr>
          <a:xfrm>
            <a:off x="5687567" y="2708147"/>
            <a:ext cx="271272" cy="1354836"/>
          </a:xfrm>
          <a:prstGeom prst="rect">
            <a:avLst/>
          </a:prstGeom>
          <a:noFill/>
          <a:ln>
            <a:noFill/>
          </a:ln>
        </p:spPr>
      </p:pic>
      <p:pic>
        <p:nvPicPr>
          <p:cNvPr id="8699" name="Google Shape;8699;p115"/>
          <p:cNvPicPr preferRelativeResize="0"/>
          <p:nvPr/>
        </p:nvPicPr>
        <p:blipFill rotWithShape="1">
          <a:blip r:embed="rId106">
            <a:alphaModFix/>
          </a:blip>
          <a:srcRect b="0" l="0" r="0" t="0"/>
          <a:stretch/>
        </p:blipFill>
        <p:spPr>
          <a:xfrm>
            <a:off x="5687567" y="1095755"/>
            <a:ext cx="210312" cy="1452371"/>
          </a:xfrm>
          <a:prstGeom prst="rect">
            <a:avLst/>
          </a:prstGeom>
          <a:noFill/>
          <a:ln>
            <a:noFill/>
          </a:ln>
        </p:spPr>
      </p:pic>
      <p:sp>
        <p:nvSpPr>
          <p:cNvPr id="8700" name="Google Shape;8700;p115"/>
          <p:cNvSpPr/>
          <p:nvPr/>
        </p:nvSpPr>
        <p:spPr>
          <a:xfrm>
            <a:off x="6112764" y="8093964"/>
            <a:ext cx="140335" cy="591820"/>
          </a:xfrm>
          <a:custGeom>
            <a:rect b="b" l="l" r="r" t="t"/>
            <a:pathLst>
              <a:path extrusionOk="0" h="591820" w="140335">
                <a:moveTo>
                  <a:pt x="137160" y="400812"/>
                </a:moveTo>
                <a:lnTo>
                  <a:pt x="132588" y="400812"/>
                </a:lnTo>
                <a:lnTo>
                  <a:pt x="132588" y="406908"/>
                </a:lnTo>
                <a:lnTo>
                  <a:pt x="131064" y="411480"/>
                </a:lnTo>
                <a:lnTo>
                  <a:pt x="126492" y="420624"/>
                </a:lnTo>
                <a:lnTo>
                  <a:pt x="123444" y="422148"/>
                </a:lnTo>
                <a:lnTo>
                  <a:pt x="114300" y="425196"/>
                </a:lnTo>
                <a:lnTo>
                  <a:pt x="44196" y="425196"/>
                </a:lnTo>
                <a:lnTo>
                  <a:pt x="35052" y="420624"/>
                </a:lnTo>
                <a:lnTo>
                  <a:pt x="28956" y="416052"/>
                </a:lnTo>
                <a:lnTo>
                  <a:pt x="24384" y="411480"/>
                </a:lnTo>
                <a:lnTo>
                  <a:pt x="22860" y="408432"/>
                </a:lnTo>
                <a:lnTo>
                  <a:pt x="21336" y="406908"/>
                </a:lnTo>
                <a:lnTo>
                  <a:pt x="21336" y="403860"/>
                </a:lnTo>
                <a:lnTo>
                  <a:pt x="22860" y="400812"/>
                </a:lnTo>
                <a:lnTo>
                  <a:pt x="27432" y="396240"/>
                </a:lnTo>
                <a:lnTo>
                  <a:pt x="30480" y="391668"/>
                </a:lnTo>
                <a:lnTo>
                  <a:pt x="32004" y="387096"/>
                </a:lnTo>
                <a:lnTo>
                  <a:pt x="32004" y="381000"/>
                </a:lnTo>
                <a:lnTo>
                  <a:pt x="27432" y="376428"/>
                </a:lnTo>
                <a:lnTo>
                  <a:pt x="21336" y="373380"/>
                </a:lnTo>
                <a:lnTo>
                  <a:pt x="13716" y="373380"/>
                </a:lnTo>
                <a:lnTo>
                  <a:pt x="9144" y="374904"/>
                </a:lnTo>
                <a:lnTo>
                  <a:pt x="6096" y="377952"/>
                </a:lnTo>
                <a:lnTo>
                  <a:pt x="1524" y="381000"/>
                </a:lnTo>
                <a:lnTo>
                  <a:pt x="0" y="385572"/>
                </a:lnTo>
                <a:lnTo>
                  <a:pt x="0" y="391668"/>
                </a:lnTo>
                <a:lnTo>
                  <a:pt x="1993" y="399910"/>
                </a:lnTo>
                <a:lnTo>
                  <a:pt x="8001" y="408432"/>
                </a:lnTo>
                <a:lnTo>
                  <a:pt x="17995" y="416966"/>
                </a:lnTo>
                <a:lnTo>
                  <a:pt x="32004" y="425196"/>
                </a:lnTo>
                <a:lnTo>
                  <a:pt x="0" y="425196"/>
                </a:lnTo>
                <a:lnTo>
                  <a:pt x="0" y="431292"/>
                </a:lnTo>
                <a:lnTo>
                  <a:pt x="16764" y="472440"/>
                </a:lnTo>
                <a:lnTo>
                  <a:pt x="21336" y="470916"/>
                </a:lnTo>
                <a:lnTo>
                  <a:pt x="19812" y="466344"/>
                </a:lnTo>
                <a:lnTo>
                  <a:pt x="19812" y="455676"/>
                </a:lnTo>
                <a:lnTo>
                  <a:pt x="24384" y="451104"/>
                </a:lnTo>
                <a:lnTo>
                  <a:pt x="27432" y="449580"/>
                </a:lnTo>
                <a:lnTo>
                  <a:pt x="121920" y="449580"/>
                </a:lnTo>
                <a:lnTo>
                  <a:pt x="128016" y="452628"/>
                </a:lnTo>
                <a:lnTo>
                  <a:pt x="129540" y="454152"/>
                </a:lnTo>
                <a:lnTo>
                  <a:pt x="131064" y="457200"/>
                </a:lnTo>
                <a:lnTo>
                  <a:pt x="132588" y="463296"/>
                </a:lnTo>
                <a:lnTo>
                  <a:pt x="132588" y="469392"/>
                </a:lnTo>
                <a:lnTo>
                  <a:pt x="137160" y="469392"/>
                </a:lnTo>
                <a:lnTo>
                  <a:pt x="137160" y="400812"/>
                </a:lnTo>
                <a:close/>
              </a:path>
              <a:path extrusionOk="0" h="591820" w="140335">
                <a:moveTo>
                  <a:pt x="140195" y="301752"/>
                </a:moveTo>
                <a:lnTo>
                  <a:pt x="124955" y="265176"/>
                </a:lnTo>
                <a:lnTo>
                  <a:pt x="88379" y="248412"/>
                </a:lnTo>
                <a:lnTo>
                  <a:pt x="85331" y="251460"/>
                </a:lnTo>
                <a:lnTo>
                  <a:pt x="93649" y="254914"/>
                </a:lnTo>
                <a:lnTo>
                  <a:pt x="100380" y="258508"/>
                </a:lnTo>
                <a:lnTo>
                  <a:pt x="105702" y="262394"/>
                </a:lnTo>
                <a:lnTo>
                  <a:pt x="109715" y="266700"/>
                </a:lnTo>
                <a:lnTo>
                  <a:pt x="114287" y="274320"/>
                </a:lnTo>
                <a:lnTo>
                  <a:pt x="115811" y="281940"/>
                </a:lnTo>
                <a:lnTo>
                  <a:pt x="115811" y="289560"/>
                </a:lnTo>
                <a:lnTo>
                  <a:pt x="99047" y="324612"/>
                </a:lnTo>
                <a:lnTo>
                  <a:pt x="53327" y="339852"/>
                </a:lnTo>
                <a:lnTo>
                  <a:pt x="53327" y="278892"/>
                </a:lnTo>
                <a:lnTo>
                  <a:pt x="53327" y="248412"/>
                </a:lnTo>
                <a:lnTo>
                  <a:pt x="44183" y="249085"/>
                </a:lnTo>
                <a:lnTo>
                  <a:pt x="44183" y="278892"/>
                </a:lnTo>
                <a:lnTo>
                  <a:pt x="44183" y="339852"/>
                </a:lnTo>
                <a:lnTo>
                  <a:pt x="9131" y="315468"/>
                </a:lnTo>
                <a:lnTo>
                  <a:pt x="9131" y="301752"/>
                </a:lnTo>
                <a:lnTo>
                  <a:pt x="36563" y="278892"/>
                </a:lnTo>
                <a:lnTo>
                  <a:pt x="44183" y="278892"/>
                </a:lnTo>
                <a:lnTo>
                  <a:pt x="44183" y="249085"/>
                </a:lnTo>
                <a:lnTo>
                  <a:pt x="8356" y="269557"/>
                </a:lnTo>
                <a:lnTo>
                  <a:pt x="863" y="288036"/>
                </a:lnTo>
                <a:lnTo>
                  <a:pt x="736" y="289560"/>
                </a:lnTo>
                <a:lnTo>
                  <a:pt x="114" y="297180"/>
                </a:lnTo>
                <a:lnTo>
                  <a:pt x="63" y="299542"/>
                </a:lnTo>
                <a:lnTo>
                  <a:pt x="1155" y="311619"/>
                </a:lnTo>
                <a:lnTo>
                  <a:pt x="29832" y="350901"/>
                </a:lnTo>
                <a:lnTo>
                  <a:pt x="71615" y="361188"/>
                </a:lnTo>
                <a:lnTo>
                  <a:pt x="86766" y="360045"/>
                </a:lnTo>
                <a:lnTo>
                  <a:pt x="100190" y="356616"/>
                </a:lnTo>
                <a:lnTo>
                  <a:pt x="111912" y="350901"/>
                </a:lnTo>
                <a:lnTo>
                  <a:pt x="121907" y="342900"/>
                </a:lnTo>
                <a:lnTo>
                  <a:pt x="124752" y="339852"/>
                </a:lnTo>
                <a:lnTo>
                  <a:pt x="129908" y="334327"/>
                </a:lnTo>
                <a:lnTo>
                  <a:pt x="135623" y="324612"/>
                </a:lnTo>
                <a:lnTo>
                  <a:pt x="139052" y="313753"/>
                </a:lnTo>
                <a:lnTo>
                  <a:pt x="140195" y="301752"/>
                </a:lnTo>
                <a:close/>
              </a:path>
              <a:path extrusionOk="0" h="591820" w="140335">
                <a:moveTo>
                  <a:pt x="140208" y="502920"/>
                </a:moveTo>
                <a:lnTo>
                  <a:pt x="138798" y="495134"/>
                </a:lnTo>
                <a:lnTo>
                  <a:pt x="134670" y="487489"/>
                </a:lnTo>
                <a:lnTo>
                  <a:pt x="127990" y="479564"/>
                </a:lnTo>
                <a:lnTo>
                  <a:pt x="118859" y="470916"/>
                </a:lnTo>
                <a:lnTo>
                  <a:pt x="111239" y="470916"/>
                </a:lnTo>
                <a:lnTo>
                  <a:pt x="117335" y="477012"/>
                </a:lnTo>
                <a:lnTo>
                  <a:pt x="120383" y="481584"/>
                </a:lnTo>
                <a:lnTo>
                  <a:pt x="120383" y="483108"/>
                </a:lnTo>
                <a:lnTo>
                  <a:pt x="121907" y="484632"/>
                </a:lnTo>
                <a:lnTo>
                  <a:pt x="121907" y="490728"/>
                </a:lnTo>
                <a:lnTo>
                  <a:pt x="120383" y="490728"/>
                </a:lnTo>
                <a:lnTo>
                  <a:pt x="120383" y="492252"/>
                </a:lnTo>
                <a:lnTo>
                  <a:pt x="117335" y="493776"/>
                </a:lnTo>
                <a:lnTo>
                  <a:pt x="45707" y="493776"/>
                </a:lnTo>
                <a:lnTo>
                  <a:pt x="37160" y="494042"/>
                </a:lnTo>
                <a:lnTo>
                  <a:pt x="3213" y="515264"/>
                </a:lnTo>
                <a:lnTo>
                  <a:pt x="139" y="534149"/>
                </a:lnTo>
                <a:lnTo>
                  <a:pt x="241" y="542810"/>
                </a:lnTo>
                <a:lnTo>
                  <a:pt x="304" y="544068"/>
                </a:lnTo>
                <a:lnTo>
                  <a:pt x="584" y="549478"/>
                </a:lnTo>
                <a:lnTo>
                  <a:pt x="2463" y="559117"/>
                </a:lnTo>
                <a:lnTo>
                  <a:pt x="2552" y="559308"/>
                </a:lnTo>
                <a:lnTo>
                  <a:pt x="5778" y="567334"/>
                </a:lnTo>
                <a:lnTo>
                  <a:pt x="35039" y="586740"/>
                </a:lnTo>
                <a:lnTo>
                  <a:pt x="42659" y="586740"/>
                </a:lnTo>
                <a:lnTo>
                  <a:pt x="47231" y="582168"/>
                </a:lnTo>
                <a:lnTo>
                  <a:pt x="48755" y="579120"/>
                </a:lnTo>
                <a:lnTo>
                  <a:pt x="48755" y="571500"/>
                </a:lnTo>
                <a:lnTo>
                  <a:pt x="47231" y="568452"/>
                </a:lnTo>
                <a:lnTo>
                  <a:pt x="42659" y="563880"/>
                </a:lnTo>
                <a:lnTo>
                  <a:pt x="39611" y="562356"/>
                </a:lnTo>
                <a:lnTo>
                  <a:pt x="35039" y="562356"/>
                </a:lnTo>
                <a:lnTo>
                  <a:pt x="25895" y="563880"/>
                </a:lnTo>
                <a:lnTo>
                  <a:pt x="21323" y="563880"/>
                </a:lnTo>
                <a:lnTo>
                  <a:pt x="18275" y="560832"/>
                </a:lnTo>
                <a:lnTo>
                  <a:pt x="13703" y="557784"/>
                </a:lnTo>
                <a:lnTo>
                  <a:pt x="10655" y="554736"/>
                </a:lnTo>
                <a:lnTo>
                  <a:pt x="9131" y="548640"/>
                </a:lnTo>
                <a:lnTo>
                  <a:pt x="9131" y="534924"/>
                </a:lnTo>
                <a:lnTo>
                  <a:pt x="45707" y="518160"/>
                </a:lnTo>
                <a:lnTo>
                  <a:pt x="50279" y="518160"/>
                </a:lnTo>
                <a:lnTo>
                  <a:pt x="56705" y="534352"/>
                </a:lnTo>
                <a:lnTo>
                  <a:pt x="62090" y="547687"/>
                </a:lnTo>
                <a:lnTo>
                  <a:pt x="85331" y="584504"/>
                </a:lnTo>
                <a:lnTo>
                  <a:pt x="100571" y="591312"/>
                </a:lnTo>
                <a:lnTo>
                  <a:pt x="106667" y="591312"/>
                </a:lnTo>
                <a:lnTo>
                  <a:pt x="140208" y="569976"/>
                </a:lnTo>
                <a:lnTo>
                  <a:pt x="140208" y="566928"/>
                </a:lnTo>
                <a:lnTo>
                  <a:pt x="140208" y="554736"/>
                </a:lnTo>
                <a:lnTo>
                  <a:pt x="138684" y="548640"/>
                </a:lnTo>
                <a:lnTo>
                  <a:pt x="137160" y="544068"/>
                </a:lnTo>
                <a:lnTo>
                  <a:pt x="134277" y="540664"/>
                </a:lnTo>
                <a:lnTo>
                  <a:pt x="130098" y="535114"/>
                </a:lnTo>
                <a:lnTo>
                  <a:pt x="124510" y="527570"/>
                </a:lnTo>
                <a:lnTo>
                  <a:pt x="121907" y="524167"/>
                </a:lnTo>
                <a:lnTo>
                  <a:pt x="121907" y="547116"/>
                </a:lnTo>
                <a:lnTo>
                  <a:pt x="121907" y="553212"/>
                </a:lnTo>
                <a:lnTo>
                  <a:pt x="120383" y="557784"/>
                </a:lnTo>
                <a:lnTo>
                  <a:pt x="115811" y="560832"/>
                </a:lnTo>
                <a:lnTo>
                  <a:pt x="111239" y="565404"/>
                </a:lnTo>
                <a:lnTo>
                  <a:pt x="105143" y="566928"/>
                </a:lnTo>
                <a:lnTo>
                  <a:pt x="92951" y="566928"/>
                </a:lnTo>
                <a:lnTo>
                  <a:pt x="88379" y="565404"/>
                </a:lnTo>
                <a:lnTo>
                  <a:pt x="79235" y="559308"/>
                </a:lnTo>
                <a:lnTo>
                  <a:pt x="79108" y="559117"/>
                </a:lnTo>
                <a:lnTo>
                  <a:pt x="76187" y="554736"/>
                </a:lnTo>
                <a:lnTo>
                  <a:pt x="71615" y="547116"/>
                </a:lnTo>
                <a:lnTo>
                  <a:pt x="69291" y="542810"/>
                </a:lnTo>
                <a:lnTo>
                  <a:pt x="66662" y="536638"/>
                </a:lnTo>
                <a:lnTo>
                  <a:pt x="59423" y="518160"/>
                </a:lnTo>
                <a:lnTo>
                  <a:pt x="108191" y="518160"/>
                </a:lnTo>
                <a:lnTo>
                  <a:pt x="114198" y="526757"/>
                </a:lnTo>
                <a:lnTo>
                  <a:pt x="118478" y="534352"/>
                </a:lnTo>
                <a:lnTo>
                  <a:pt x="121056" y="541096"/>
                </a:lnTo>
                <a:lnTo>
                  <a:pt x="121907" y="547116"/>
                </a:lnTo>
                <a:lnTo>
                  <a:pt x="121907" y="524167"/>
                </a:lnTo>
                <a:lnTo>
                  <a:pt x="117335" y="518160"/>
                </a:lnTo>
                <a:lnTo>
                  <a:pt x="124955" y="518160"/>
                </a:lnTo>
                <a:lnTo>
                  <a:pt x="131051" y="516636"/>
                </a:lnTo>
                <a:lnTo>
                  <a:pt x="135636" y="513588"/>
                </a:lnTo>
                <a:lnTo>
                  <a:pt x="138684" y="512064"/>
                </a:lnTo>
                <a:lnTo>
                  <a:pt x="140208" y="507492"/>
                </a:lnTo>
                <a:lnTo>
                  <a:pt x="140208" y="502920"/>
                </a:lnTo>
                <a:close/>
              </a:path>
              <a:path extrusionOk="0" h="591820" w="140335">
                <a:moveTo>
                  <a:pt x="140208" y="141732"/>
                </a:moveTo>
                <a:lnTo>
                  <a:pt x="138798" y="133731"/>
                </a:lnTo>
                <a:lnTo>
                  <a:pt x="138696" y="133540"/>
                </a:lnTo>
                <a:lnTo>
                  <a:pt x="134670" y="125730"/>
                </a:lnTo>
                <a:lnTo>
                  <a:pt x="127990" y="117729"/>
                </a:lnTo>
                <a:lnTo>
                  <a:pt x="118859" y="109728"/>
                </a:lnTo>
                <a:lnTo>
                  <a:pt x="111239" y="109728"/>
                </a:lnTo>
                <a:lnTo>
                  <a:pt x="120383" y="118872"/>
                </a:lnTo>
                <a:lnTo>
                  <a:pt x="120383" y="121920"/>
                </a:lnTo>
                <a:lnTo>
                  <a:pt x="121907" y="123444"/>
                </a:lnTo>
                <a:lnTo>
                  <a:pt x="121907" y="128016"/>
                </a:lnTo>
                <a:lnTo>
                  <a:pt x="120383" y="129540"/>
                </a:lnTo>
                <a:lnTo>
                  <a:pt x="120383" y="131064"/>
                </a:lnTo>
                <a:lnTo>
                  <a:pt x="117335" y="131064"/>
                </a:lnTo>
                <a:lnTo>
                  <a:pt x="114287" y="132588"/>
                </a:lnTo>
                <a:lnTo>
                  <a:pt x="45707" y="132588"/>
                </a:lnTo>
                <a:lnTo>
                  <a:pt x="6083" y="147828"/>
                </a:lnTo>
                <a:lnTo>
                  <a:pt x="139" y="172745"/>
                </a:lnTo>
                <a:lnTo>
                  <a:pt x="215" y="180771"/>
                </a:lnTo>
                <a:lnTo>
                  <a:pt x="330" y="182880"/>
                </a:lnTo>
                <a:lnTo>
                  <a:pt x="406" y="184404"/>
                </a:lnTo>
                <a:lnTo>
                  <a:pt x="495" y="185928"/>
                </a:lnTo>
                <a:lnTo>
                  <a:pt x="584" y="187642"/>
                </a:lnTo>
                <a:lnTo>
                  <a:pt x="2463" y="197358"/>
                </a:lnTo>
                <a:lnTo>
                  <a:pt x="35039" y="225552"/>
                </a:lnTo>
                <a:lnTo>
                  <a:pt x="39611" y="225552"/>
                </a:lnTo>
                <a:lnTo>
                  <a:pt x="45732" y="222465"/>
                </a:lnTo>
                <a:lnTo>
                  <a:pt x="45808" y="222313"/>
                </a:lnTo>
                <a:lnTo>
                  <a:pt x="48755" y="216408"/>
                </a:lnTo>
                <a:lnTo>
                  <a:pt x="48755" y="210312"/>
                </a:lnTo>
                <a:lnTo>
                  <a:pt x="45707" y="204216"/>
                </a:lnTo>
                <a:lnTo>
                  <a:pt x="39611" y="201168"/>
                </a:lnTo>
                <a:lnTo>
                  <a:pt x="21323" y="201168"/>
                </a:lnTo>
                <a:lnTo>
                  <a:pt x="18275" y="199644"/>
                </a:lnTo>
                <a:lnTo>
                  <a:pt x="13703" y="196596"/>
                </a:lnTo>
                <a:lnTo>
                  <a:pt x="10655" y="192024"/>
                </a:lnTo>
                <a:lnTo>
                  <a:pt x="9194" y="187642"/>
                </a:lnTo>
                <a:lnTo>
                  <a:pt x="9131" y="173736"/>
                </a:lnTo>
                <a:lnTo>
                  <a:pt x="12179" y="167640"/>
                </a:lnTo>
                <a:lnTo>
                  <a:pt x="45707" y="156972"/>
                </a:lnTo>
                <a:lnTo>
                  <a:pt x="50279" y="156972"/>
                </a:lnTo>
                <a:lnTo>
                  <a:pt x="50406" y="157289"/>
                </a:lnTo>
                <a:lnTo>
                  <a:pt x="56616" y="172745"/>
                </a:lnTo>
                <a:lnTo>
                  <a:pt x="76187" y="212267"/>
                </a:lnTo>
                <a:lnTo>
                  <a:pt x="100571" y="230124"/>
                </a:lnTo>
                <a:lnTo>
                  <a:pt x="106667" y="230124"/>
                </a:lnTo>
                <a:lnTo>
                  <a:pt x="140208" y="207264"/>
                </a:lnTo>
                <a:lnTo>
                  <a:pt x="140208" y="205740"/>
                </a:lnTo>
                <a:lnTo>
                  <a:pt x="140208" y="193548"/>
                </a:lnTo>
                <a:lnTo>
                  <a:pt x="121907" y="162852"/>
                </a:lnTo>
                <a:lnTo>
                  <a:pt x="121907" y="185928"/>
                </a:lnTo>
                <a:lnTo>
                  <a:pt x="121907" y="190500"/>
                </a:lnTo>
                <a:lnTo>
                  <a:pt x="120383" y="195072"/>
                </a:lnTo>
                <a:lnTo>
                  <a:pt x="111239" y="204216"/>
                </a:lnTo>
                <a:lnTo>
                  <a:pt x="105143" y="205740"/>
                </a:lnTo>
                <a:lnTo>
                  <a:pt x="92951" y="205740"/>
                </a:lnTo>
                <a:lnTo>
                  <a:pt x="88379" y="204216"/>
                </a:lnTo>
                <a:lnTo>
                  <a:pt x="79235" y="198120"/>
                </a:lnTo>
                <a:lnTo>
                  <a:pt x="76187" y="192024"/>
                </a:lnTo>
                <a:lnTo>
                  <a:pt x="71615" y="184404"/>
                </a:lnTo>
                <a:lnTo>
                  <a:pt x="69291" y="180771"/>
                </a:lnTo>
                <a:lnTo>
                  <a:pt x="66662" y="174688"/>
                </a:lnTo>
                <a:lnTo>
                  <a:pt x="63474" y="166624"/>
                </a:lnTo>
                <a:lnTo>
                  <a:pt x="59423" y="156972"/>
                </a:lnTo>
                <a:lnTo>
                  <a:pt x="108191" y="156972"/>
                </a:lnTo>
                <a:lnTo>
                  <a:pt x="114198" y="165569"/>
                </a:lnTo>
                <a:lnTo>
                  <a:pt x="121907" y="185928"/>
                </a:lnTo>
                <a:lnTo>
                  <a:pt x="121907" y="162852"/>
                </a:lnTo>
                <a:lnTo>
                  <a:pt x="117335" y="156972"/>
                </a:lnTo>
                <a:lnTo>
                  <a:pt x="124955" y="156972"/>
                </a:lnTo>
                <a:lnTo>
                  <a:pt x="131051" y="155448"/>
                </a:lnTo>
                <a:lnTo>
                  <a:pt x="135636" y="152400"/>
                </a:lnTo>
                <a:lnTo>
                  <a:pt x="138684" y="149352"/>
                </a:lnTo>
                <a:lnTo>
                  <a:pt x="140208" y="146304"/>
                </a:lnTo>
                <a:lnTo>
                  <a:pt x="140208" y="141732"/>
                </a:lnTo>
                <a:close/>
              </a:path>
              <a:path extrusionOk="0" h="591820" w="140335">
                <a:moveTo>
                  <a:pt x="140208" y="45720"/>
                </a:moveTo>
                <a:lnTo>
                  <a:pt x="123507" y="9004"/>
                </a:lnTo>
                <a:lnTo>
                  <a:pt x="100584" y="0"/>
                </a:lnTo>
                <a:lnTo>
                  <a:pt x="89484" y="1981"/>
                </a:lnTo>
                <a:lnTo>
                  <a:pt x="62484" y="30480"/>
                </a:lnTo>
                <a:lnTo>
                  <a:pt x="48768" y="60960"/>
                </a:lnTo>
                <a:lnTo>
                  <a:pt x="44284" y="66941"/>
                </a:lnTo>
                <a:lnTo>
                  <a:pt x="43764" y="67348"/>
                </a:lnTo>
                <a:lnTo>
                  <a:pt x="39624" y="70104"/>
                </a:lnTo>
                <a:lnTo>
                  <a:pt x="36576" y="73152"/>
                </a:lnTo>
                <a:lnTo>
                  <a:pt x="21336" y="73152"/>
                </a:lnTo>
                <a:lnTo>
                  <a:pt x="18288" y="71628"/>
                </a:lnTo>
                <a:lnTo>
                  <a:pt x="15430" y="67348"/>
                </a:lnTo>
                <a:lnTo>
                  <a:pt x="15049" y="66941"/>
                </a:lnTo>
                <a:lnTo>
                  <a:pt x="10668" y="64008"/>
                </a:lnTo>
                <a:lnTo>
                  <a:pt x="9144" y="57912"/>
                </a:lnTo>
                <a:lnTo>
                  <a:pt x="9144" y="42672"/>
                </a:lnTo>
                <a:lnTo>
                  <a:pt x="45720" y="15240"/>
                </a:lnTo>
                <a:lnTo>
                  <a:pt x="45720" y="10668"/>
                </a:lnTo>
                <a:lnTo>
                  <a:pt x="0" y="10668"/>
                </a:lnTo>
                <a:lnTo>
                  <a:pt x="0" y="15240"/>
                </a:lnTo>
                <a:lnTo>
                  <a:pt x="3048" y="16764"/>
                </a:lnTo>
                <a:lnTo>
                  <a:pt x="6096" y="19812"/>
                </a:lnTo>
                <a:lnTo>
                  <a:pt x="6096" y="27432"/>
                </a:lnTo>
                <a:lnTo>
                  <a:pt x="4572" y="32004"/>
                </a:lnTo>
                <a:lnTo>
                  <a:pt x="1524" y="39624"/>
                </a:lnTo>
                <a:lnTo>
                  <a:pt x="0" y="45720"/>
                </a:lnTo>
                <a:lnTo>
                  <a:pt x="16662" y="85661"/>
                </a:lnTo>
                <a:lnTo>
                  <a:pt x="38100" y="91440"/>
                </a:lnTo>
                <a:lnTo>
                  <a:pt x="45720" y="91440"/>
                </a:lnTo>
                <a:lnTo>
                  <a:pt x="53340" y="89916"/>
                </a:lnTo>
                <a:lnTo>
                  <a:pt x="57912" y="85344"/>
                </a:lnTo>
                <a:lnTo>
                  <a:pt x="62484" y="81064"/>
                </a:lnTo>
                <a:lnTo>
                  <a:pt x="67056" y="75057"/>
                </a:lnTo>
                <a:lnTo>
                  <a:pt x="68173" y="73152"/>
                </a:lnTo>
                <a:lnTo>
                  <a:pt x="71628" y="67348"/>
                </a:lnTo>
                <a:lnTo>
                  <a:pt x="90119" y="33274"/>
                </a:lnTo>
                <a:lnTo>
                  <a:pt x="94488" y="28956"/>
                </a:lnTo>
                <a:lnTo>
                  <a:pt x="99060" y="24384"/>
                </a:lnTo>
                <a:lnTo>
                  <a:pt x="103632" y="21336"/>
                </a:lnTo>
                <a:lnTo>
                  <a:pt x="115824" y="21336"/>
                </a:lnTo>
                <a:lnTo>
                  <a:pt x="121920" y="24384"/>
                </a:lnTo>
                <a:lnTo>
                  <a:pt x="124968" y="28956"/>
                </a:lnTo>
                <a:lnTo>
                  <a:pt x="129540" y="33528"/>
                </a:lnTo>
                <a:lnTo>
                  <a:pt x="130937" y="37744"/>
                </a:lnTo>
                <a:lnTo>
                  <a:pt x="130898" y="47612"/>
                </a:lnTo>
                <a:lnTo>
                  <a:pt x="130492" y="52565"/>
                </a:lnTo>
                <a:lnTo>
                  <a:pt x="100914" y="84924"/>
                </a:lnTo>
                <a:lnTo>
                  <a:pt x="91440" y="86868"/>
                </a:lnTo>
                <a:lnTo>
                  <a:pt x="91440" y="91440"/>
                </a:lnTo>
                <a:lnTo>
                  <a:pt x="138684" y="91440"/>
                </a:lnTo>
                <a:lnTo>
                  <a:pt x="140208" y="86868"/>
                </a:lnTo>
                <a:lnTo>
                  <a:pt x="135636" y="86868"/>
                </a:lnTo>
                <a:lnTo>
                  <a:pt x="134112" y="83820"/>
                </a:lnTo>
                <a:lnTo>
                  <a:pt x="134112" y="77724"/>
                </a:lnTo>
                <a:lnTo>
                  <a:pt x="135636" y="74676"/>
                </a:lnTo>
                <a:lnTo>
                  <a:pt x="137629" y="66941"/>
                </a:lnTo>
                <a:lnTo>
                  <a:pt x="139065" y="59626"/>
                </a:lnTo>
                <a:lnTo>
                  <a:pt x="139103" y="59245"/>
                </a:lnTo>
                <a:lnTo>
                  <a:pt x="139915" y="52565"/>
                </a:lnTo>
                <a:lnTo>
                  <a:pt x="139954" y="51816"/>
                </a:lnTo>
                <a:lnTo>
                  <a:pt x="140208" y="457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701" name="Google Shape;8701;p115"/>
          <p:cNvPicPr preferRelativeResize="0"/>
          <p:nvPr/>
        </p:nvPicPr>
        <p:blipFill rotWithShape="1">
          <a:blip r:embed="rId107">
            <a:alphaModFix/>
          </a:blip>
          <a:srcRect b="0" l="0" r="0" t="0"/>
          <a:stretch/>
        </p:blipFill>
        <p:spPr>
          <a:xfrm>
            <a:off x="6042659" y="7586471"/>
            <a:ext cx="210312" cy="417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702" name="Google Shape;8702;p115"/>
          <p:cNvPicPr preferRelativeResize="0"/>
          <p:nvPr/>
        </p:nvPicPr>
        <p:blipFill rotWithShape="1">
          <a:blip r:embed="rId108">
            <a:alphaModFix/>
          </a:blip>
          <a:srcRect b="0" l="0" r="0" t="0"/>
          <a:stretch/>
        </p:blipFill>
        <p:spPr>
          <a:xfrm>
            <a:off x="6042660" y="6810756"/>
            <a:ext cx="271271" cy="6873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03" name="Google Shape;8703;p115"/>
          <p:cNvGrpSpPr/>
          <p:nvPr/>
        </p:nvGrpSpPr>
        <p:grpSpPr>
          <a:xfrm>
            <a:off x="6042659" y="5980176"/>
            <a:ext cx="271272" cy="740663"/>
            <a:chOff x="6042659" y="5980176"/>
            <a:chExt cx="271272" cy="740663"/>
          </a:xfrm>
        </p:grpSpPr>
        <p:pic>
          <p:nvPicPr>
            <p:cNvPr id="8704" name="Google Shape;8704;p115"/>
            <p:cNvPicPr preferRelativeResize="0"/>
            <p:nvPr/>
          </p:nvPicPr>
          <p:blipFill rotWithShape="1">
            <a:blip r:embed="rId109">
              <a:alphaModFix/>
            </a:blip>
            <a:srcRect b="0" l="0" r="0" t="0"/>
            <a:stretch/>
          </p:blipFill>
          <p:spPr>
            <a:xfrm>
              <a:off x="6042659" y="6377940"/>
              <a:ext cx="210312" cy="3428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05" name="Google Shape;8705;p115"/>
            <p:cNvPicPr preferRelativeResize="0"/>
            <p:nvPr/>
          </p:nvPicPr>
          <p:blipFill rotWithShape="1">
            <a:blip r:embed="rId110">
              <a:alphaModFix/>
            </a:blip>
            <a:srcRect b="0" l="0" r="0" t="0"/>
            <a:stretch/>
          </p:blipFill>
          <p:spPr>
            <a:xfrm>
              <a:off x="6112764" y="5980176"/>
              <a:ext cx="201167" cy="3779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706" name="Google Shape;8706;p115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707" name="Google Shape;8707;p115"/>
            <p:cNvPicPr preferRelativeResize="0"/>
            <p:nvPr/>
          </p:nvPicPr>
          <p:blipFill rotWithShape="1">
            <a:blip r:embed="rId111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708" name="Google Shape;8708;p115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709" name="Google Shape;8709;p115"/>
          <p:cNvPicPr preferRelativeResize="0"/>
          <p:nvPr/>
        </p:nvPicPr>
        <p:blipFill rotWithShape="1">
          <a:blip r:embed="rId112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710" name="Google Shape;8710;p115"/>
          <p:cNvPicPr preferRelativeResize="0"/>
          <p:nvPr/>
        </p:nvPicPr>
        <p:blipFill rotWithShape="1">
          <a:blip r:embed="rId113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11" name="Google Shape;8711;p115"/>
          <p:cNvGrpSpPr/>
          <p:nvPr/>
        </p:nvGrpSpPr>
        <p:grpSpPr>
          <a:xfrm>
            <a:off x="6655307" y="1735835"/>
            <a:ext cx="117348" cy="242570"/>
            <a:chOff x="6655307" y="1735835"/>
            <a:chExt cx="117348" cy="242570"/>
          </a:xfrm>
        </p:grpSpPr>
        <p:sp>
          <p:nvSpPr>
            <p:cNvPr id="8712" name="Google Shape;8712;p115"/>
            <p:cNvSpPr/>
            <p:nvPr/>
          </p:nvSpPr>
          <p:spPr>
            <a:xfrm>
              <a:off x="6655307" y="191871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713" name="Google Shape;8713;p115"/>
            <p:cNvPicPr preferRelativeResize="0"/>
            <p:nvPr/>
          </p:nvPicPr>
          <p:blipFill rotWithShape="1">
            <a:blip r:embed="rId114">
              <a:alphaModFix/>
            </a:blip>
            <a:srcRect b="0" l="0" r="0" t="0"/>
            <a:stretch/>
          </p:blipFill>
          <p:spPr>
            <a:xfrm>
              <a:off x="6655307" y="1735835"/>
              <a:ext cx="117348" cy="16306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17" name="Shape 8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8" name="Google Shape;8718;p116"/>
          <p:cNvSpPr/>
          <p:nvPr/>
        </p:nvSpPr>
        <p:spPr>
          <a:xfrm>
            <a:off x="858012" y="5981700"/>
            <a:ext cx="276225" cy="866140"/>
          </a:xfrm>
          <a:custGeom>
            <a:rect b="b" l="l" r="r" t="t"/>
            <a:pathLst>
              <a:path extrusionOk="0" h="866140" w="276225">
                <a:moveTo>
                  <a:pt x="269735" y="374904"/>
                </a:moveTo>
                <a:lnTo>
                  <a:pt x="198107" y="355092"/>
                </a:lnTo>
                <a:lnTo>
                  <a:pt x="196583" y="362712"/>
                </a:lnTo>
                <a:lnTo>
                  <a:pt x="208305" y="368173"/>
                </a:lnTo>
                <a:lnTo>
                  <a:pt x="218300" y="373189"/>
                </a:lnTo>
                <a:lnTo>
                  <a:pt x="248399" y="403860"/>
                </a:lnTo>
                <a:lnTo>
                  <a:pt x="252971" y="445008"/>
                </a:lnTo>
                <a:lnTo>
                  <a:pt x="252958" y="475348"/>
                </a:lnTo>
                <a:lnTo>
                  <a:pt x="245351" y="499872"/>
                </a:lnTo>
                <a:lnTo>
                  <a:pt x="240779" y="502920"/>
                </a:lnTo>
                <a:lnTo>
                  <a:pt x="45859" y="502881"/>
                </a:lnTo>
                <a:lnTo>
                  <a:pt x="37325" y="502539"/>
                </a:lnTo>
                <a:lnTo>
                  <a:pt x="31089" y="501637"/>
                </a:lnTo>
                <a:lnTo>
                  <a:pt x="27419" y="499872"/>
                </a:lnTo>
                <a:lnTo>
                  <a:pt x="22847" y="498348"/>
                </a:lnTo>
                <a:lnTo>
                  <a:pt x="12179" y="460248"/>
                </a:lnTo>
                <a:lnTo>
                  <a:pt x="6083" y="460248"/>
                </a:lnTo>
                <a:lnTo>
                  <a:pt x="6083" y="577596"/>
                </a:lnTo>
                <a:lnTo>
                  <a:pt x="12179" y="577596"/>
                </a:lnTo>
                <a:lnTo>
                  <a:pt x="12179" y="557784"/>
                </a:lnTo>
                <a:lnTo>
                  <a:pt x="15227" y="550164"/>
                </a:lnTo>
                <a:lnTo>
                  <a:pt x="51803" y="539496"/>
                </a:lnTo>
                <a:lnTo>
                  <a:pt x="224015" y="539496"/>
                </a:lnTo>
                <a:lnTo>
                  <a:pt x="261162" y="553402"/>
                </a:lnTo>
                <a:lnTo>
                  <a:pt x="263639" y="568452"/>
                </a:lnTo>
                <a:lnTo>
                  <a:pt x="263639" y="577596"/>
                </a:lnTo>
                <a:lnTo>
                  <a:pt x="269735" y="577596"/>
                </a:lnTo>
                <a:lnTo>
                  <a:pt x="269735" y="374904"/>
                </a:lnTo>
                <a:close/>
              </a:path>
              <a:path extrusionOk="0" h="866140" w="276225">
                <a:moveTo>
                  <a:pt x="269748" y="0"/>
                </a:moveTo>
                <a:lnTo>
                  <a:pt x="263652" y="0"/>
                </a:lnTo>
                <a:lnTo>
                  <a:pt x="263652" y="10668"/>
                </a:lnTo>
                <a:lnTo>
                  <a:pt x="263652" y="16764"/>
                </a:lnTo>
                <a:lnTo>
                  <a:pt x="262128" y="22860"/>
                </a:lnTo>
                <a:lnTo>
                  <a:pt x="259080" y="27432"/>
                </a:lnTo>
                <a:lnTo>
                  <a:pt x="257556" y="32004"/>
                </a:lnTo>
                <a:lnTo>
                  <a:pt x="224028" y="38100"/>
                </a:lnTo>
                <a:lnTo>
                  <a:pt x="51816" y="38100"/>
                </a:lnTo>
                <a:lnTo>
                  <a:pt x="12192" y="21336"/>
                </a:lnTo>
                <a:lnTo>
                  <a:pt x="12192" y="0"/>
                </a:lnTo>
                <a:lnTo>
                  <a:pt x="6096" y="0"/>
                </a:lnTo>
                <a:lnTo>
                  <a:pt x="6096" y="112776"/>
                </a:lnTo>
                <a:lnTo>
                  <a:pt x="12192" y="112776"/>
                </a:lnTo>
                <a:lnTo>
                  <a:pt x="12192" y="97536"/>
                </a:lnTo>
                <a:lnTo>
                  <a:pt x="13716" y="91440"/>
                </a:lnTo>
                <a:lnTo>
                  <a:pt x="51816" y="74676"/>
                </a:lnTo>
                <a:lnTo>
                  <a:pt x="224028" y="74676"/>
                </a:lnTo>
                <a:lnTo>
                  <a:pt x="260604" y="85344"/>
                </a:lnTo>
                <a:lnTo>
                  <a:pt x="263652" y="92964"/>
                </a:lnTo>
                <a:lnTo>
                  <a:pt x="263652" y="112776"/>
                </a:lnTo>
                <a:lnTo>
                  <a:pt x="269748" y="112776"/>
                </a:lnTo>
                <a:lnTo>
                  <a:pt x="269748" y="0"/>
                </a:lnTo>
                <a:close/>
              </a:path>
              <a:path extrusionOk="0" h="866140" w="276225">
                <a:moveTo>
                  <a:pt x="275844" y="717804"/>
                </a:moveTo>
                <a:lnTo>
                  <a:pt x="53340" y="627888"/>
                </a:lnTo>
                <a:lnTo>
                  <a:pt x="18288" y="605028"/>
                </a:lnTo>
                <a:lnTo>
                  <a:pt x="12192" y="588264"/>
                </a:lnTo>
                <a:lnTo>
                  <a:pt x="6096" y="588264"/>
                </a:lnTo>
                <a:lnTo>
                  <a:pt x="6096" y="669036"/>
                </a:lnTo>
                <a:lnTo>
                  <a:pt x="12192" y="669036"/>
                </a:lnTo>
                <a:lnTo>
                  <a:pt x="12192" y="667512"/>
                </a:lnTo>
                <a:lnTo>
                  <a:pt x="13716" y="665988"/>
                </a:lnTo>
                <a:lnTo>
                  <a:pt x="13716" y="664464"/>
                </a:lnTo>
                <a:lnTo>
                  <a:pt x="15240" y="656844"/>
                </a:lnTo>
                <a:lnTo>
                  <a:pt x="16764" y="650748"/>
                </a:lnTo>
                <a:lnTo>
                  <a:pt x="19812" y="646176"/>
                </a:lnTo>
                <a:lnTo>
                  <a:pt x="24384" y="643128"/>
                </a:lnTo>
                <a:lnTo>
                  <a:pt x="27432" y="640080"/>
                </a:lnTo>
                <a:lnTo>
                  <a:pt x="30480" y="640080"/>
                </a:lnTo>
                <a:lnTo>
                  <a:pt x="35902" y="640651"/>
                </a:lnTo>
                <a:lnTo>
                  <a:pt x="43053" y="642366"/>
                </a:lnTo>
                <a:lnTo>
                  <a:pt x="51904" y="645223"/>
                </a:lnTo>
                <a:lnTo>
                  <a:pt x="62484" y="649224"/>
                </a:lnTo>
                <a:lnTo>
                  <a:pt x="214884" y="711708"/>
                </a:lnTo>
                <a:lnTo>
                  <a:pt x="60960" y="777240"/>
                </a:lnTo>
                <a:lnTo>
                  <a:pt x="51257" y="781240"/>
                </a:lnTo>
                <a:lnTo>
                  <a:pt x="42862" y="784098"/>
                </a:lnTo>
                <a:lnTo>
                  <a:pt x="35877" y="785812"/>
                </a:lnTo>
                <a:lnTo>
                  <a:pt x="30480" y="786384"/>
                </a:lnTo>
                <a:lnTo>
                  <a:pt x="25908" y="786384"/>
                </a:lnTo>
                <a:lnTo>
                  <a:pt x="12192" y="757428"/>
                </a:lnTo>
                <a:lnTo>
                  <a:pt x="6096" y="757428"/>
                </a:lnTo>
                <a:lnTo>
                  <a:pt x="6096" y="865632"/>
                </a:lnTo>
                <a:lnTo>
                  <a:pt x="12192" y="865632"/>
                </a:lnTo>
                <a:lnTo>
                  <a:pt x="13716" y="856488"/>
                </a:lnTo>
                <a:lnTo>
                  <a:pt x="15240" y="850392"/>
                </a:lnTo>
                <a:lnTo>
                  <a:pt x="16764" y="845820"/>
                </a:lnTo>
                <a:lnTo>
                  <a:pt x="22860" y="836676"/>
                </a:lnTo>
                <a:lnTo>
                  <a:pt x="27432" y="833628"/>
                </a:lnTo>
                <a:lnTo>
                  <a:pt x="28956" y="832104"/>
                </a:lnTo>
                <a:lnTo>
                  <a:pt x="36576" y="829056"/>
                </a:lnTo>
                <a:lnTo>
                  <a:pt x="48768" y="822960"/>
                </a:lnTo>
                <a:lnTo>
                  <a:pt x="275844" y="725424"/>
                </a:lnTo>
                <a:lnTo>
                  <a:pt x="275844" y="717804"/>
                </a:lnTo>
                <a:close/>
              </a:path>
              <a:path extrusionOk="0" h="866140" w="276225">
                <a:moveTo>
                  <a:pt x="275844" y="228600"/>
                </a:moveTo>
                <a:lnTo>
                  <a:pt x="263626" y="180174"/>
                </a:lnTo>
                <a:lnTo>
                  <a:pt x="230314" y="150495"/>
                </a:lnTo>
                <a:lnTo>
                  <a:pt x="202692" y="144780"/>
                </a:lnTo>
                <a:lnTo>
                  <a:pt x="194919" y="145338"/>
                </a:lnTo>
                <a:lnTo>
                  <a:pt x="158877" y="161353"/>
                </a:lnTo>
                <a:lnTo>
                  <a:pt x="134302" y="193167"/>
                </a:lnTo>
                <a:lnTo>
                  <a:pt x="117348" y="224028"/>
                </a:lnTo>
                <a:lnTo>
                  <a:pt x="105359" y="244627"/>
                </a:lnTo>
                <a:lnTo>
                  <a:pt x="77724" y="280416"/>
                </a:lnTo>
                <a:lnTo>
                  <a:pt x="64008" y="289560"/>
                </a:lnTo>
                <a:lnTo>
                  <a:pt x="54864" y="289560"/>
                </a:lnTo>
                <a:lnTo>
                  <a:pt x="20777" y="268681"/>
                </a:lnTo>
                <a:lnTo>
                  <a:pt x="13716" y="242316"/>
                </a:lnTo>
                <a:lnTo>
                  <a:pt x="14287" y="233413"/>
                </a:lnTo>
                <a:lnTo>
                  <a:pt x="34099" y="192595"/>
                </a:lnTo>
                <a:lnTo>
                  <a:pt x="77698" y="170865"/>
                </a:lnTo>
                <a:lnTo>
                  <a:pt x="89916" y="169164"/>
                </a:lnTo>
                <a:lnTo>
                  <a:pt x="89916" y="163068"/>
                </a:lnTo>
                <a:lnTo>
                  <a:pt x="0" y="163068"/>
                </a:lnTo>
                <a:lnTo>
                  <a:pt x="0" y="169164"/>
                </a:lnTo>
                <a:lnTo>
                  <a:pt x="6096" y="170688"/>
                </a:lnTo>
                <a:lnTo>
                  <a:pt x="10668" y="172212"/>
                </a:lnTo>
                <a:lnTo>
                  <a:pt x="15240" y="176784"/>
                </a:lnTo>
                <a:lnTo>
                  <a:pt x="15240" y="185928"/>
                </a:lnTo>
                <a:lnTo>
                  <a:pt x="13716" y="190500"/>
                </a:lnTo>
                <a:lnTo>
                  <a:pt x="10668" y="198120"/>
                </a:lnTo>
                <a:lnTo>
                  <a:pt x="6426" y="209537"/>
                </a:lnTo>
                <a:lnTo>
                  <a:pt x="3048" y="220789"/>
                </a:lnTo>
                <a:lnTo>
                  <a:pt x="800" y="231775"/>
                </a:lnTo>
                <a:lnTo>
                  <a:pt x="0" y="242316"/>
                </a:lnTo>
                <a:lnTo>
                  <a:pt x="1397" y="258635"/>
                </a:lnTo>
                <a:lnTo>
                  <a:pt x="21336" y="298704"/>
                </a:lnTo>
                <a:lnTo>
                  <a:pt x="56045" y="318643"/>
                </a:lnTo>
                <a:lnTo>
                  <a:pt x="70104" y="320040"/>
                </a:lnTo>
                <a:lnTo>
                  <a:pt x="77838" y="319493"/>
                </a:lnTo>
                <a:lnTo>
                  <a:pt x="117703" y="297637"/>
                </a:lnTo>
                <a:lnTo>
                  <a:pt x="145084" y="258305"/>
                </a:lnTo>
                <a:lnTo>
                  <a:pt x="162229" y="226885"/>
                </a:lnTo>
                <a:lnTo>
                  <a:pt x="168973" y="214884"/>
                </a:lnTo>
                <a:lnTo>
                  <a:pt x="198120" y="184404"/>
                </a:lnTo>
                <a:lnTo>
                  <a:pt x="211836" y="179832"/>
                </a:lnTo>
                <a:lnTo>
                  <a:pt x="217932" y="179832"/>
                </a:lnTo>
                <a:lnTo>
                  <a:pt x="255054" y="201218"/>
                </a:lnTo>
                <a:lnTo>
                  <a:pt x="262128" y="231648"/>
                </a:lnTo>
                <a:lnTo>
                  <a:pt x="261556" y="242557"/>
                </a:lnTo>
                <a:lnTo>
                  <a:pt x="248094" y="278968"/>
                </a:lnTo>
                <a:lnTo>
                  <a:pt x="211264" y="305181"/>
                </a:lnTo>
                <a:lnTo>
                  <a:pt x="185928" y="310896"/>
                </a:lnTo>
                <a:lnTo>
                  <a:pt x="185928" y="316992"/>
                </a:lnTo>
                <a:lnTo>
                  <a:pt x="275844" y="316992"/>
                </a:lnTo>
                <a:lnTo>
                  <a:pt x="275844" y="310896"/>
                </a:lnTo>
                <a:lnTo>
                  <a:pt x="269748" y="309372"/>
                </a:lnTo>
                <a:lnTo>
                  <a:pt x="265176" y="307848"/>
                </a:lnTo>
                <a:lnTo>
                  <a:pt x="262128" y="304800"/>
                </a:lnTo>
                <a:lnTo>
                  <a:pt x="260604" y="301752"/>
                </a:lnTo>
                <a:lnTo>
                  <a:pt x="260604" y="295656"/>
                </a:lnTo>
                <a:lnTo>
                  <a:pt x="263652" y="288036"/>
                </a:lnTo>
                <a:lnTo>
                  <a:pt x="266700" y="274320"/>
                </a:lnTo>
                <a:lnTo>
                  <a:pt x="269811" y="265798"/>
                </a:lnTo>
                <a:lnTo>
                  <a:pt x="272224" y="258699"/>
                </a:lnTo>
                <a:lnTo>
                  <a:pt x="273761" y="253326"/>
                </a:lnTo>
                <a:lnTo>
                  <a:pt x="275844" y="242316"/>
                </a:lnTo>
                <a:lnTo>
                  <a:pt x="275844" y="228600"/>
                </a:lnTo>
                <a:close/>
              </a:path>
            </a:pathLst>
          </a:custGeom>
          <a:solidFill>
            <a:srgbClr val="0099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719" name="Google Shape;8719;p11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851916" y="4759452"/>
            <a:ext cx="361187" cy="11125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20" name="Google Shape;8720;p116"/>
          <p:cNvGrpSpPr/>
          <p:nvPr/>
        </p:nvGrpSpPr>
        <p:grpSpPr>
          <a:xfrm>
            <a:off x="851916" y="3848100"/>
            <a:ext cx="280416" cy="803275"/>
            <a:chOff x="851916" y="3848100"/>
            <a:chExt cx="280416" cy="803275"/>
          </a:xfrm>
        </p:grpSpPr>
        <p:sp>
          <p:nvSpPr>
            <p:cNvPr id="8721" name="Google Shape;8721;p116"/>
            <p:cNvSpPr/>
            <p:nvPr/>
          </p:nvSpPr>
          <p:spPr>
            <a:xfrm>
              <a:off x="851916" y="4335780"/>
              <a:ext cx="276225" cy="315595"/>
            </a:xfrm>
            <a:custGeom>
              <a:rect b="b" l="l" r="r" t="t"/>
              <a:pathLst>
                <a:path extrusionOk="0" h="315595" w="276225">
                  <a:moveTo>
                    <a:pt x="275844" y="202692"/>
                  </a:moveTo>
                  <a:lnTo>
                    <a:pt x="269748" y="202692"/>
                  </a:lnTo>
                  <a:lnTo>
                    <a:pt x="269748" y="217932"/>
                  </a:lnTo>
                  <a:lnTo>
                    <a:pt x="268224" y="224028"/>
                  </a:lnTo>
                  <a:lnTo>
                    <a:pt x="265176" y="230124"/>
                  </a:lnTo>
                  <a:lnTo>
                    <a:pt x="263652" y="234696"/>
                  </a:lnTo>
                  <a:lnTo>
                    <a:pt x="257556" y="237744"/>
                  </a:lnTo>
                  <a:lnTo>
                    <a:pt x="253263" y="238874"/>
                  </a:lnTo>
                  <a:lnTo>
                    <a:pt x="247269" y="239839"/>
                  </a:lnTo>
                  <a:lnTo>
                    <a:pt x="239547" y="240538"/>
                  </a:lnTo>
                  <a:lnTo>
                    <a:pt x="230124" y="240792"/>
                  </a:lnTo>
                  <a:lnTo>
                    <a:pt x="146304" y="240792"/>
                  </a:lnTo>
                  <a:lnTo>
                    <a:pt x="146304" y="184404"/>
                  </a:lnTo>
                  <a:lnTo>
                    <a:pt x="147828" y="178308"/>
                  </a:lnTo>
                  <a:lnTo>
                    <a:pt x="150876" y="173736"/>
                  </a:lnTo>
                  <a:lnTo>
                    <a:pt x="152400" y="169164"/>
                  </a:lnTo>
                  <a:lnTo>
                    <a:pt x="156972" y="164592"/>
                  </a:lnTo>
                  <a:lnTo>
                    <a:pt x="161544" y="163068"/>
                  </a:lnTo>
                  <a:lnTo>
                    <a:pt x="166116" y="160020"/>
                  </a:lnTo>
                  <a:lnTo>
                    <a:pt x="173736" y="158496"/>
                  </a:lnTo>
                  <a:lnTo>
                    <a:pt x="184404" y="158496"/>
                  </a:lnTo>
                  <a:lnTo>
                    <a:pt x="184404" y="152400"/>
                  </a:lnTo>
                  <a:lnTo>
                    <a:pt x="94488" y="152400"/>
                  </a:lnTo>
                  <a:lnTo>
                    <a:pt x="94488" y="158496"/>
                  </a:lnTo>
                  <a:lnTo>
                    <a:pt x="105029" y="159956"/>
                  </a:lnTo>
                  <a:lnTo>
                    <a:pt x="113728" y="162115"/>
                  </a:lnTo>
                  <a:lnTo>
                    <a:pt x="132588" y="193548"/>
                  </a:lnTo>
                  <a:lnTo>
                    <a:pt x="132588" y="240792"/>
                  </a:lnTo>
                  <a:lnTo>
                    <a:pt x="25908" y="240792"/>
                  </a:lnTo>
                  <a:lnTo>
                    <a:pt x="25908" y="182880"/>
                  </a:lnTo>
                  <a:lnTo>
                    <a:pt x="33528" y="144780"/>
                  </a:lnTo>
                  <a:lnTo>
                    <a:pt x="42672" y="137160"/>
                  </a:lnTo>
                  <a:lnTo>
                    <a:pt x="47815" y="133997"/>
                  </a:lnTo>
                  <a:lnTo>
                    <a:pt x="54102" y="131254"/>
                  </a:lnTo>
                  <a:lnTo>
                    <a:pt x="61531" y="128803"/>
                  </a:lnTo>
                  <a:lnTo>
                    <a:pt x="70104" y="126492"/>
                  </a:lnTo>
                  <a:lnTo>
                    <a:pt x="70104" y="118872"/>
                  </a:lnTo>
                  <a:lnTo>
                    <a:pt x="12192" y="121920"/>
                  </a:lnTo>
                  <a:lnTo>
                    <a:pt x="12192" y="315468"/>
                  </a:lnTo>
                  <a:lnTo>
                    <a:pt x="18288" y="315468"/>
                  </a:lnTo>
                  <a:lnTo>
                    <a:pt x="18288" y="298704"/>
                  </a:lnTo>
                  <a:lnTo>
                    <a:pt x="19812" y="294132"/>
                  </a:lnTo>
                  <a:lnTo>
                    <a:pt x="22860" y="288036"/>
                  </a:lnTo>
                  <a:lnTo>
                    <a:pt x="25908" y="283464"/>
                  </a:lnTo>
                  <a:lnTo>
                    <a:pt x="28956" y="280416"/>
                  </a:lnTo>
                  <a:lnTo>
                    <a:pt x="32004" y="280416"/>
                  </a:lnTo>
                  <a:lnTo>
                    <a:pt x="36042" y="278663"/>
                  </a:lnTo>
                  <a:lnTo>
                    <a:pt x="41529" y="277749"/>
                  </a:lnTo>
                  <a:lnTo>
                    <a:pt x="48717" y="277418"/>
                  </a:lnTo>
                  <a:lnTo>
                    <a:pt x="230124" y="277368"/>
                  </a:lnTo>
                  <a:lnTo>
                    <a:pt x="241312" y="277660"/>
                  </a:lnTo>
                  <a:lnTo>
                    <a:pt x="269748" y="306324"/>
                  </a:lnTo>
                  <a:lnTo>
                    <a:pt x="269748" y="315468"/>
                  </a:lnTo>
                  <a:lnTo>
                    <a:pt x="275844" y="315468"/>
                  </a:lnTo>
                  <a:lnTo>
                    <a:pt x="275844" y="202692"/>
                  </a:lnTo>
                  <a:close/>
                </a:path>
                <a:path extrusionOk="0" h="315595" w="276225">
                  <a:moveTo>
                    <a:pt x="275844" y="0"/>
                  </a:moveTo>
                  <a:lnTo>
                    <a:pt x="269748" y="0"/>
                  </a:lnTo>
                  <a:lnTo>
                    <a:pt x="269748" y="15240"/>
                  </a:lnTo>
                  <a:lnTo>
                    <a:pt x="266700" y="18288"/>
                  </a:lnTo>
                  <a:lnTo>
                    <a:pt x="265176" y="22860"/>
                  </a:lnTo>
                  <a:lnTo>
                    <a:pt x="256032" y="27432"/>
                  </a:lnTo>
                  <a:lnTo>
                    <a:pt x="248412" y="28956"/>
                  </a:lnTo>
                  <a:lnTo>
                    <a:pt x="0" y="28956"/>
                  </a:lnTo>
                  <a:lnTo>
                    <a:pt x="0" y="38100"/>
                  </a:lnTo>
                  <a:lnTo>
                    <a:pt x="21336" y="89916"/>
                  </a:lnTo>
                  <a:lnTo>
                    <a:pt x="27432" y="86868"/>
                  </a:lnTo>
                  <a:lnTo>
                    <a:pt x="24384" y="77724"/>
                  </a:lnTo>
                  <a:lnTo>
                    <a:pt x="24384" y="71628"/>
                  </a:lnTo>
                  <a:lnTo>
                    <a:pt x="25908" y="68580"/>
                  </a:lnTo>
                  <a:lnTo>
                    <a:pt x="27432" y="67056"/>
                  </a:lnTo>
                  <a:lnTo>
                    <a:pt x="28956" y="64008"/>
                  </a:lnTo>
                  <a:lnTo>
                    <a:pt x="32004" y="62484"/>
                  </a:lnTo>
                  <a:lnTo>
                    <a:pt x="36576" y="62484"/>
                  </a:lnTo>
                  <a:lnTo>
                    <a:pt x="41668" y="61607"/>
                  </a:lnTo>
                  <a:lnTo>
                    <a:pt x="49911" y="61150"/>
                  </a:lnTo>
                  <a:lnTo>
                    <a:pt x="74676" y="60960"/>
                  </a:lnTo>
                  <a:lnTo>
                    <a:pt x="248412" y="60960"/>
                  </a:lnTo>
                  <a:lnTo>
                    <a:pt x="254508" y="62484"/>
                  </a:lnTo>
                  <a:lnTo>
                    <a:pt x="263652" y="65532"/>
                  </a:lnTo>
                  <a:lnTo>
                    <a:pt x="268224" y="70104"/>
                  </a:lnTo>
                  <a:lnTo>
                    <a:pt x="269748" y="73152"/>
                  </a:lnTo>
                  <a:lnTo>
                    <a:pt x="269748" y="86868"/>
                  </a:lnTo>
                  <a:lnTo>
                    <a:pt x="275844" y="86868"/>
                  </a:lnTo>
                  <a:lnTo>
                    <a:pt x="275844" y="0"/>
                  </a:lnTo>
                  <a:close/>
                </a:path>
              </a:pathLst>
            </a:custGeom>
            <a:solidFill>
              <a:srgbClr val="0099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722" name="Google Shape;8722;p116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944880" y="4142232"/>
              <a:ext cx="187452" cy="1706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723" name="Google Shape;8723;p116"/>
            <p:cNvSpPr/>
            <p:nvPr/>
          </p:nvSpPr>
          <p:spPr>
            <a:xfrm>
              <a:off x="949452" y="3848100"/>
              <a:ext cx="182880" cy="279400"/>
            </a:xfrm>
            <a:custGeom>
              <a:rect b="b" l="l" r="r" t="t"/>
              <a:pathLst>
                <a:path extrusionOk="0" h="279400" w="182880">
                  <a:moveTo>
                    <a:pt x="6096" y="278892"/>
                  </a:moveTo>
                  <a:lnTo>
                    <a:pt x="0" y="278892"/>
                  </a:lnTo>
                  <a:lnTo>
                    <a:pt x="0" y="202692"/>
                  </a:lnTo>
                  <a:lnTo>
                    <a:pt x="6096" y="202692"/>
                  </a:lnTo>
                  <a:lnTo>
                    <a:pt x="7620" y="210312"/>
                  </a:lnTo>
                  <a:lnTo>
                    <a:pt x="7620" y="214884"/>
                  </a:lnTo>
                  <a:lnTo>
                    <a:pt x="10668" y="216408"/>
                  </a:lnTo>
                  <a:lnTo>
                    <a:pt x="12192" y="219456"/>
                  </a:lnTo>
                  <a:lnTo>
                    <a:pt x="27432" y="219456"/>
                  </a:lnTo>
                  <a:lnTo>
                    <a:pt x="33528" y="216408"/>
                  </a:lnTo>
                  <a:lnTo>
                    <a:pt x="132588" y="179832"/>
                  </a:lnTo>
                  <a:lnTo>
                    <a:pt x="53340" y="141732"/>
                  </a:lnTo>
                  <a:lnTo>
                    <a:pt x="27432" y="152400"/>
                  </a:lnTo>
                  <a:lnTo>
                    <a:pt x="18288" y="155448"/>
                  </a:lnTo>
                  <a:lnTo>
                    <a:pt x="13716" y="160020"/>
                  </a:lnTo>
                  <a:lnTo>
                    <a:pt x="10668" y="164592"/>
                  </a:lnTo>
                  <a:lnTo>
                    <a:pt x="7620" y="167640"/>
                  </a:lnTo>
                  <a:lnTo>
                    <a:pt x="7620" y="173736"/>
                  </a:lnTo>
                  <a:lnTo>
                    <a:pt x="6096" y="181356"/>
                  </a:lnTo>
                  <a:lnTo>
                    <a:pt x="0" y="181356"/>
                  </a:lnTo>
                  <a:lnTo>
                    <a:pt x="0" y="96011"/>
                  </a:lnTo>
                  <a:lnTo>
                    <a:pt x="6096" y="96011"/>
                  </a:lnTo>
                  <a:lnTo>
                    <a:pt x="7620" y="105156"/>
                  </a:lnTo>
                  <a:lnTo>
                    <a:pt x="9144" y="112775"/>
                  </a:lnTo>
                  <a:lnTo>
                    <a:pt x="12192" y="115823"/>
                  </a:lnTo>
                  <a:lnTo>
                    <a:pt x="13716" y="118872"/>
                  </a:lnTo>
                  <a:lnTo>
                    <a:pt x="18288" y="120396"/>
                  </a:lnTo>
                  <a:lnTo>
                    <a:pt x="25908" y="120396"/>
                  </a:lnTo>
                  <a:lnTo>
                    <a:pt x="27432" y="118872"/>
                  </a:lnTo>
                  <a:lnTo>
                    <a:pt x="30480" y="118872"/>
                  </a:lnTo>
                  <a:lnTo>
                    <a:pt x="131064" y="76199"/>
                  </a:lnTo>
                  <a:lnTo>
                    <a:pt x="33528" y="38099"/>
                  </a:lnTo>
                  <a:lnTo>
                    <a:pt x="27432" y="35052"/>
                  </a:lnTo>
                  <a:lnTo>
                    <a:pt x="21336" y="33528"/>
                  </a:lnTo>
                  <a:lnTo>
                    <a:pt x="13716" y="33528"/>
                  </a:lnTo>
                  <a:lnTo>
                    <a:pt x="9144" y="38099"/>
                  </a:lnTo>
                  <a:lnTo>
                    <a:pt x="7620" y="41148"/>
                  </a:lnTo>
                  <a:lnTo>
                    <a:pt x="6096" y="45720"/>
                  </a:lnTo>
                  <a:lnTo>
                    <a:pt x="6096" y="53340"/>
                  </a:lnTo>
                  <a:lnTo>
                    <a:pt x="0" y="53340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8382" y="7453"/>
                  </a:lnTo>
                  <a:lnTo>
                    <a:pt x="12954" y="13906"/>
                  </a:lnTo>
                  <a:lnTo>
                    <a:pt x="19812" y="19502"/>
                  </a:lnTo>
                  <a:lnTo>
                    <a:pt x="28956" y="24384"/>
                  </a:lnTo>
                  <a:lnTo>
                    <a:pt x="182879" y="82296"/>
                  </a:lnTo>
                  <a:lnTo>
                    <a:pt x="182879" y="88392"/>
                  </a:lnTo>
                  <a:lnTo>
                    <a:pt x="68580" y="135636"/>
                  </a:lnTo>
                  <a:lnTo>
                    <a:pt x="182879" y="190500"/>
                  </a:lnTo>
                  <a:lnTo>
                    <a:pt x="182879" y="193548"/>
                  </a:lnTo>
                  <a:lnTo>
                    <a:pt x="33528" y="249936"/>
                  </a:lnTo>
                  <a:lnTo>
                    <a:pt x="18288" y="257556"/>
                  </a:lnTo>
                  <a:lnTo>
                    <a:pt x="10668" y="265176"/>
                  </a:lnTo>
                  <a:lnTo>
                    <a:pt x="7620" y="271272"/>
                  </a:lnTo>
                  <a:lnTo>
                    <a:pt x="6096" y="278892"/>
                  </a:lnTo>
                  <a:close/>
                </a:path>
              </a:pathLst>
            </a:custGeom>
            <a:solidFill>
              <a:srgbClr val="0099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724" name="Google Shape;8724;p116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562100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725" name="Google Shape;8725;p116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88948" y="8243316"/>
            <a:ext cx="210311" cy="4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8726" name="Google Shape;8726;p116"/>
          <p:cNvSpPr/>
          <p:nvPr/>
        </p:nvSpPr>
        <p:spPr>
          <a:xfrm>
            <a:off x="1488935" y="7402068"/>
            <a:ext cx="210820" cy="562610"/>
          </a:xfrm>
          <a:custGeom>
            <a:rect b="b" l="l" r="r" t="t"/>
            <a:pathLst>
              <a:path extrusionOk="0" h="562609" w="210819">
                <a:moveTo>
                  <a:pt x="32016" y="288036"/>
                </a:moveTo>
                <a:lnTo>
                  <a:pt x="30492" y="283464"/>
                </a:lnTo>
                <a:lnTo>
                  <a:pt x="24396" y="277368"/>
                </a:lnTo>
                <a:lnTo>
                  <a:pt x="19824" y="275844"/>
                </a:lnTo>
                <a:lnTo>
                  <a:pt x="10680" y="275844"/>
                </a:lnTo>
                <a:lnTo>
                  <a:pt x="7632" y="277368"/>
                </a:lnTo>
                <a:lnTo>
                  <a:pt x="1536" y="283464"/>
                </a:lnTo>
                <a:lnTo>
                  <a:pt x="12" y="288036"/>
                </a:lnTo>
                <a:lnTo>
                  <a:pt x="12" y="295656"/>
                </a:lnTo>
                <a:lnTo>
                  <a:pt x="1536" y="300228"/>
                </a:lnTo>
                <a:lnTo>
                  <a:pt x="7632" y="306324"/>
                </a:lnTo>
                <a:lnTo>
                  <a:pt x="10680" y="307848"/>
                </a:lnTo>
                <a:lnTo>
                  <a:pt x="19824" y="307848"/>
                </a:lnTo>
                <a:lnTo>
                  <a:pt x="24396" y="306324"/>
                </a:lnTo>
                <a:lnTo>
                  <a:pt x="30492" y="300228"/>
                </a:lnTo>
                <a:lnTo>
                  <a:pt x="32016" y="295656"/>
                </a:lnTo>
                <a:lnTo>
                  <a:pt x="32016" y="288036"/>
                </a:lnTo>
                <a:close/>
              </a:path>
              <a:path extrusionOk="0" h="562609" w="210819">
                <a:moveTo>
                  <a:pt x="207264" y="179832"/>
                </a:moveTo>
                <a:lnTo>
                  <a:pt x="202692" y="179832"/>
                </a:lnTo>
                <a:lnTo>
                  <a:pt x="202692" y="185928"/>
                </a:lnTo>
                <a:lnTo>
                  <a:pt x="201168" y="190500"/>
                </a:lnTo>
                <a:lnTo>
                  <a:pt x="198120" y="196596"/>
                </a:lnTo>
                <a:lnTo>
                  <a:pt x="193548" y="201168"/>
                </a:lnTo>
                <a:lnTo>
                  <a:pt x="184404" y="204216"/>
                </a:lnTo>
                <a:lnTo>
                  <a:pt x="114300" y="204216"/>
                </a:lnTo>
                <a:lnTo>
                  <a:pt x="105156" y="198120"/>
                </a:lnTo>
                <a:lnTo>
                  <a:pt x="97536" y="193548"/>
                </a:lnTo>
                <a:lnTo>
                  <a:pt x="94488" y="190500"/>
                </a:lnTo>
                <a:lnTo>
                  <a:pt x="92964" y="187452"/>
                </a:lnTo>
                <a:lnTo>
                  <a:pt x="91440" y="185928"/>
                </a:lnTo>
                <a:lnTo>
                  <a:pt x="91440" y="181356"/>
                </a:lnTo>
                <a:lnTo>
                  <a:pt x="92964" y="178308"/>
                </a:lnTo>
                <a:lnTo>
                  <a:pt x="100584" y="170688"/>
                </a:lnTo>
                <a:lnTo>
                  <a:pt x="102108" y="166116"/>
                </a:lnTo>
                <a:lnTo>
                  <a:pt x="102108" y="160020"/>
                </a:lnTo>
                <a:lnTo>
                  <a:pt x="100584" y="156972"/>
                </a:lnTo>
                <a:lnTo>
                  <a:pt x="97536" y="155448"/>
                </a:lnTo>
                <a:lnTo>
                  <a:pt x="94488" y="152400"/>
                </a:lnTo>
                <a:lnTo>
                  <a:pt x="82296" y="152400"/>
                </a:lnTo>
                <a:lnTo>
                  <a:pt x="79248" y="153924"/>
                </a:lnTo>
                <a:lnTo>
                  <a:pt x="74676" y="156972"/>
                </a:lnTo>
                <a:lnTo>
                  <a:pt x="71628" y="160020"/>
                </a:lnTo>
                <a:lnTo>
                  <a:pt x="70104" y="164592"/>
                </a:lnTo>
                <a:lnTo>
                  <a:pt x="70104" y="169164"/>
                </a:lnTo>
                <a:lnTo>
                  <a:pt x="72110" y="178079"/>
                </a:lnTo>
                <a:lnTo>
                  <a:pt x="78105" y="186690"/>
                </a:lnTo>
                <a:lnTo>
                  <a:pt x="88112" y="195313"/>
                </a:lnTo>
                <a:lnTo>
                  <a:pt x="102108" y="204216"/>
                </a:lnTo>
                <a:lnTo>
                  <a:pt x="70104" y="204216"/>
                </a:lnTo>
                <a:lnTo>
                  <a:pt x="70104" y="210312"/>
                </a:lnTo>
                <a:lnTo>
                  <a:pt x="86868" y="251460"/>
                </a:lnTo>
                <a:lnTo>
                  <a:pt x="91440" y="249936"/>
                </a:lnTo>
                <a:lnTo>
                  <a:pt x="89916" y="245364"/>
                </a:lnTo>
                <a:lnTo>
                  <a:pt x="88392" y="242316"/>
                </a:lnTo>
                <a:lnTo>
                  <a:pt x="88392" y="236220"/>
                </a:lnTo>
                <a:lnTo>
                  <a:pt x="91440" y="233172"/>
                </a:lnTo>
                <a:lnTo>
                  <a:pt x="92964" y="230124"/>
                </a:lnTo>
                <a:lnTo>
                  <a:pt x="94488" y="230124"/>
                </a:lnTo>
                <a:lnTo>
                  <a:pt x="97536" y="228600"/>
                </a:lnTo>
                <a:lnTo>
                  <a:pt x="192024" y="228600"/>
                </a:lnTo>
                <a:lnTo>
                  <a:pt x="198120" y="231648"/>
                </a:lnTo>
                <a:lnTo>
                  <a:pt x="199644" y="233172"/>
                </a:lnTo>
                <a:lnTo>
                  <a:pt x="201168" y="236220"/>
                </a:lnTo>
                <a:lnTo>
                  <a:pt x="202692" y="240792"/>
                </a:lnTo>
                <a:lnTo>
                  <a:pt x="202692" y="248412"/>
                </a:lnTo>
                <a:lnTo>
                  <a:pt x="207264" y="248412"/>
                </a:lnTo>
                <a:lnTo>
                  <a:pt x="207264" y="179832"/>
                </a:lnTo>
                <a:close/>
              </a:path>
              <a:path extrusionOk="0" h="562609" w="210819">
                <a:moveTo>
                  <a:pt x="207276" y="330708"/>
                </a:moveTo>
                <a:lnTo>
                  <a:pt x="202704" y="330708"/>
                </a:lnTo>
                <a:lnTo>
                  <a:pt x="202704" y="336804"/>
                </a:lnTo>
                <a:lnTo>
                  <a:pt x="201180" y="341376"/>
                </a:lnTo>
                <a:lnTo>
                  <a:pt x="199656" y="344424"/>
                </a:lnTo>
                <a:lnTo>
                  <a:pt x="199656" y="345948"/>
                </a:lnTo>
                <a:lnTo>
                  <a:pt x="196608" y="347472"/>
                </a:lnTo>
                <a:lnTo>
                  <a:pt x="195084" y="348996"/>
                </a:lnTo>
                <a:lnTo>
                  <a:pt x="192036" y="350520"/>
                </a:lnTo>
                <a:lnTo>
                  <a:pt x="129552" y="350520"/>
                </a:lnTo>
                <a:lnTo>
                  <a:pt x="118097" y="350786"/>
                </a:lnTo>
                <a:lnTo>
                  <a:pt x="80784" y="361188"/>
                </a:lnTo>
                <a:lnTo>
                  <a:pt x="70116" y="377952"/>
                </a:lnTo>
                <a:lnTo>
                  <a:pt x="70116" y="393192"/>
                </a:lnTo>
                <a:lnTo>
                  <a:pt x="97548" y="431292"/>
                </a:lnTo>
                <a:lnTo>
                  <a:pt x="12" y="431292"/>
                </a:lnTo>
                <a:lnTo>
                  <a:pt x="12" y="438912"/>
                </a:lnTo>
                <a:lnTo>
                  <a:pt x="16776" y="478536"/>
                </a:lnTo>
                <a:lnTo>
                  <a:pt x="21348" y="477012"/>
                </a:lnTo>
                <a:lnTo>
                  <a:pt x="19824" y="472440"/>
                </a:lnTo>
                <a:lnTo>
                  <a:pt x="18300" y="469392"/>
                </a:lnTo>
                <a:lnTo>
                  <a:pt x="18300" y="464820"/>
                </a:lnTo>
                <a:lnTo>
                  <a:pt x="19824" y="461772"/>
                </a:lnTo>
                <a:lnTo>
                  <a:pt x="21348" y="460248"/>
                </a:lnTo>
                <a:lnTo>
                  <a:pt x="21348" y="458724"/>
                </a:lnTo>
                <a:lnTo>
                  <a:pt x="24396" y="458724"/>
                </a:lnTo>
                <a:lnTo>
                  <a:pt x="27444" y="457200"/>
                </a:lnTo>
                <a:lnTo>
                  <a:pt x="46088" y="455917"/>
                </a:lnTo>
                <a:lnTo>
                  <a:pt x="56400" y="455676"/>
                </a:lnTo>
                <a:lnTo>
                  <a:pt x="185940" y="455676"/>
                </a:lnTo>
                <a:lnTo>
                  <a:pt x="190512" y="457200"/>
                </a:lnTo>
                <a:lnTo>
                  <a:pt x="193560" y="458724"/>
                </a:lnTo>
                <a:lnTo>
                  <a:pt x="196608" y="458724"/>
                </a:lnTo>
                <a:lnTo>
                  <a:pt x="199656" y="461772"/>
                </a:lnTo>
                <a:lnTo>
                  <a:pt x="202704" y="470916"/>
                </a:lnTo>
                <a:lnTo>
                  <a:pt x="202704" y="475488"/>
                </a:lnTo>
                <a:lnTo>
                  <a:pt x="207276" y="475488"/>
                </a:lnTo>
                <a:lnTo>
                  <a:pt x="207276" y="411480"/>
                </a:lnTo>
                <a:lnTo>
                  <a:pt x="202704" y="411480"/>
                </a:lnTo>
                <a:lnTo>
                  <a:pt x="202704" y="417576"/>
                </a:lnTo>
                <a:lnTo>
                  <a:pt x="201180" y="422148"/>
                </a:lnTo>
                <a:lnTo>
                  <a:pt x="198132" y="428244"/>
                </a:lnTo>
                <a:lnTo>
                  <a:pt x="196608" y="429768"/>
                </a:lnTo>
                <a:lnTo>
                  <a:pt x="193560" y="429768"/>
                </a:lnTo>
                <a:lnTo>
                  <a:pt x="192036" y="431292"/>
                </a:lnTo>
                <a:lnTo>
                  <a:pt x="106692" y="431292"/>
                </a:lnTo>
                <a:lnTo>
                  <a:pt x="99072" y="425196"/>
                </a:lnTo>
                <a:lnTo>
                  <a:pt x="94500" y="417576"/>
                </a:lnTo>
                <a:lnTo>
                  <a:pt x="91452" y="413004"/>
                </a:lnTo>
                <a:lnTo>
                  <a:pt x="89928" y="406908"/>
                </a:lnTo>
                <a:lnTo>
                  <a:pt x="88404" y="402336"/>
                </a:lnTo>
                <a:lnTo>
                  <a:pt x="88404" y="393192"/>
                </a:lnTo>
                <a:lnTo>
                  <a:pt x="129552" y="374904"/>
                </a:lnTo>
                <a:lnTo>
                  <a:pt x="188988" y="374904"/>
                </a:lnTo>
                <a:lnTo>
                  <a:pt x="190512" y="376428"/>
                </a:lnTo>
                <a:lnTo>
                  <a:pt x="195084" y="376428"/>
                </a:lnTo>
                <a:lnTo>
                  <a:pt x="198132" y="377952"/>
                </a:lnTo>
                <a:lnTo>
                  <a:pt x="199656" y="381000"/>
                </a:lnTo>
                <a:lnTo>
                  <a:pt x="201180" y="382524"/>
                </a:lnTo>
                <a:lnTo>
                  <a:pt x="202704" y="387096"/>
                </a:lnTo>
                <a:lnTo>
                  <a:pt x="202704" y="394716"/>
                </a:lnTo>
                <a:lnTo>
                  <a:pt x="207276" y="394716"/>
                </a:lnTo>
                <a:lnTo>
                  <a:pt x="207276" y="330708"/>
                </a:lnTo>
                <a:close/>
              </a:path>
              <a:path extrusionOk="0" h="562609" w="210819">
                <a:moveTo>
                  <a:pt x="207276" y="259080"/>
                </a:moveTo>
                <a:lnTo>
                  <a:pt x="202704" y="259080"/>
                </a:lnTo>
                <a:lnTo>
                  <a:pt x="202704" y="265176"/>
                </a:lnTo>
                <a:lnTo>
                  <a:pt x="201180" y="269748"/>
                </a:lnTo>
                <a:lnTo>
                  <a:pt x="199656" y="271272"/>
                </a:lnTo>
                <a:lnTo>
                  <a:pt x="199656" y="274320"/>
                </a:lnTo>
                <a:lnTo>
                  <a:pt x="190512" y="278892"/>
                </a:lnTo>
                <a:lnTo>
                  <a:pt x="70116" y="278892"/>
                </a:lnTo>
                <a:lnTo>
                  <a:pt x="70116" y="284988"/>
                </a:lnTo>
                <a:lnTo>
                  <a:pt x="86880" y="326136"/>
                </a:lnTo>
                <a:lnTo>
                  <a:pt x="91452" y="324612"/>
                </a:lnTo>
                <a:lnTo>
                  <a:pt x="89928" y="320040"/>
                </a:lnTo>
                <a:lnTo>
                  <a:pt x="88404" y="316992"/>
                </a:lnTo>
                <a:lnTo>
                  <a:pt x="88404" y="310896"/>
                </a:lnTo>
                <a:lnTo>
                  <a:pt x="91452" y="307848"/>
                </a:lnTo>
                <a:lnTo>
                  <a:pt x="91452" y="306324"/>
                </a:lnTo>
                <a:lnTo>
                  <a:pt x="94500" y="304800"/>
                </a:lnTo>
                <a:lnTo>
                  <a:pt x="97548" y="304800"/>
                </a:lnTo>
                <a:lnTo>
                  <a:pt x="101854" y="303923"/>
                </a:lnTo>
                <a:lnTo>
                  <a:pt x="108026" y="303466"/>
                </a:lnTo>
                <a:lnTo>
                  <a:pt x="117360" y="303276"/>
                </a:lnTo>
                <a:lnTo>
                  <a:pt x="190512" y="303276"/>
                </a:lnTo>
                <a:lnTo>
                  <a:pt x="199656" y="307848"/>
                </a:lnTo>
                <a:lnTo>
                  <a:pt x="201180" y="310896"/>
                </a:lnTo>
                <a:lnTo>
                  <a:pt x="201180" y="312420"/>
                </a:lnTo>
                <a:lnTo>
                  <a:pt x="202704" y="316992"/>
                </a:lnTo>
                <a:lnTo>
                  <a:pt x="202704" y="323088"/>
                </a:lnTo>
                <a:lnTo>
                  <a:pt x="207276" y="323088"/>
                </a:lnTo>
                <a:lnTo>
                  <a:pt x="207276" y="303276"/>
                </a:lnTo>
                <a:lnTo>
                  <a:pt x="207276" y="259080"/>
                </a:lnTo>
                <a:close/>
              </a:path>
              <a:path extrusionOk="0" h="562609" w="210819">
                <a:moveTo>
                  <a:pt x="210312" y="41148"/>
                </a:moveTo>
                <a:lnTo>
                  <a:pt x="193548" y="0"/>
                </a:lnTo>
                <a:lnTo>
                  <a:pt x="188976" y="3048"/>
                </a:lnTo>
                <a:lnTo>
                  <a:pt x="190500" y="6096"/>
                </a:lnTo>
                <a:lnTo>
                  <a:pt x="190500" y="16764"/>
                </a:lnTo>
                <a:lnTo>
                  <a:pt x="185928" y="21336"/>
                </a:lnTo>
                <a:lnTo>
                  <a:pt x="181356" y="22860"/>
                </a:lnTo>
                <a:lnTo>
                  <a:pt x="0" y="22860"/>
                </a:lnTo>
                <a:lnTo>
                  <a:pt x="0" y="30480"/>
                </a:lnTo>
                <a:lnTo>
                  <a:pt x="16764" y="70104"/>
                </a:lnTo>
                <a:lnTo>
                  <a:pt x="21336" y="68580"/>
                </a:lnTo>
                <a:lnTo>
                  <a:pt x="21234" y="68249"/>
                </a:lnTo>
                <a:lnTo>
                  <a:pt x="19812" y="64008"/>
                </a:lnTo>
                <a:lnTo>
                  <a:pt x="18288" y="60960"/>
                </a:lnTo>
                <a:lnTo>
                  <a:pt x="18288" y="56388"/>
                </a:lnTo>
                <a:lnTo>
                  <a:pt x="19812" y="54864"/>
                </a:lnTo>
                <a:lnTo>
                  <a:pt x="21336" y="51816"/>
                </a:lnTo>
                <a:lnTo>
                  <a:pt x="21336" y="50292"/>
                </a:lnTo>
                <a:lnTo>
                  <a:pt x="24384" y="50292"/>
                </a:lnTo>
                <a:lnTo>
                  <a:pt x="27432" y="48768"/>
                </a:lnTo>
                <a:lnTo>
                  <a:pt x="31750" y="48539"/>
                </a:lnTo>
                <a:lnTo>
                  <a:pt x="37909" y="48006"/>
                </a:lnTo>
                <a:lnTo>
                  <a:pt x="46088" y="47485"/>
                </a:lnTo>
                <a:lnTo>
                  <a:pt x="56388" y="47244"/>
                </a:lnTo>
                <a:lnTo>
                  <a:pt x="82296" y="47244"/>
                </a:lnTo>
                <a:lnTo>
                  <a:pt x="76542" y="53492"/>
                </a:lnTo>
                <a:lnTo>
                  <a:pt x="72771" y="60579"/>
                </a:lnTo>
                <a:lnTo>
                  <a:pt x="72669" y="60960"/>
                </a:lnTo>
                <a:lnTo>
                  <a:pt x="70726" y="68249"/>
                </a:lnTo>
                <a:lnTo>
                  <a:pt x="70700" y="68580"/>
                </a:lnTo>
                <a:lnTo>
                  <a:pt x="70586" y="70104"/>
                </a:lnTo>
                <a:lnTo>
                  <a:pt x="70472" y="71628"/>
                </a:lnTo>
                <a:lnTo>
                  <a:pt x="70345" y="73152"/>
                </a:lnTo>
                <a:lnTo>
                  <a:pt x="70104" y="76200"/>
                </a:lnTo>
                <a:lnTo>
                  <a:pt x="71539" y="89344"/>
                </a:lnTo>
                <a:lnTo>
                  <a:pt x="92964" y="121920"/>
                </a:lnTo>
                <a:lnTo>
                  <a:pt x="131330" y="137782"/>
                </a:lnTo>
                <a:lnTo>
                  <a:pt x="144780" y="138684"/>
                </a:lnTo>
                <a:lnTo>
                  <a:pt x="159194" y="137782"/>
                </a:lnTo>
                <a:lnTo>
                  <a:pt x="158915" y="137782"/>
                </a:lnTo>
                <a:lnTo>
                  <a:pt x="171259" y="135064"/>
                </a:lnTo>
                <a:lnTo>
                  <a:pt x="202552" y="111252"/>
                </a:lnTo>
                <a:lnTo>
                  <a:pt x="210312" y="86868"/>
                </a:lnTo>
                <a:lnTo>
                  <a:pt x="210312" y="79248"/>
                </a:lnTo>
                <a:lnTo>
                  <a:pt x="192024" y="51358"/>
                </a:lnTo>
                <a:lnTo>
                  <a:pt x="192024" y="71628"/>
                </a:lnTo>
                <a:lnTo>
                  <a:pt x="191160" y="79248"/>
                </a:lnTo>
                <a:lnTo>
                  <a:pt x="158115" y="108585"/>
                </a:lnTo>
                <a:lnTo>
                  <a:pt x="132588" y="111252"/>
                </a:lnTo>
                <a:lnTo>
                  <a:pt x="119710" y="110642"/>
                </a:lnTo>
                <a:lnTo>
                  <a:pt x="82296" y="92964"/>
                </a:lnTo>
                <a:lnTo>
                  <a:pt x="79248" y="85344"/>
                </a:lnTo>
                <a:lnTo>
                  <a:pt x="79248" y="73152"/>
                </a:lnTo>
                <a:lnTo>
                  <a:pt x="112776" y="47244"/>
                </a:lnTo>
                <a:lnTo>
                  <a:pt x="178308" y="47244"/>
                </a:lnTo>
                <a:lnTo>
                  <a:pt x="184315" y="53848"/>
                </a:lnTo>
                <a:lnTo>
                  <a:pt x="188595" y="60007"/>
                </a:lnTo>
                <a:lnTo>
                  <a:pt x="191173" y="65900"/>
                </a:lnTo>
                <a:lnTo>
                  <a:pt x="192024" y="71628"/>
                </a:lnTo>
                <a:lnTo>
                  <a:pt x="192024" y="51358"/>
                </a:lnTo>
                <a:lnTo>
                  <a:pt x="187452" y="47244"/>
                </a:lnTo>
                <a:lnTo>
                  <a:pt x="210312" y="47244"/>
                </a:lnTo>
                <a:lnTo>
                  <a:pt x="210312" y="41148"/>
                </a:lnTo>
                <a:close/>
              </a:path>
              <a:path extrusionOk="0" h="562609" w="210819">
                <a:moveTo>
                  <a:pt x="210324" y="507492"/>
                </a:moveTo>
                <a:lnTo>
                  <a:pt x="207276" y="499872"/>
                </a:lnTo>
                <a:lnTo>
                  <a:pt x="198132" y="487680"/>
                </a:lnTo>
                <a:lnTo>
                  <a:pt x="190512" y="483108"/>
                </a:lnTo>
                <a:lnTo>
                  <a:pt x="181368" y="480060"/>
                </a:lnTo>
                <a:lnTo>
                  <a:pt x="181368" y="486156"/>
                </a:lnTo>
                <a:lnTo>
                  <a:pt x="187464" y="489204"/>
                </a:lnTo>
                <a:lnTo>
                  <a:pt x="192036" y="498348"/>
                </a:lnTo>
                <a:lnTo>
                  <a:pt x="192036" y="505968"/>
                </a:lnTo>
                <a:lnTo>
                  <a:pt x="190512" y="509016"/>
                </a:lnTo>
                <a:lnTo>
                  <a:pt x="187464" y="510540"/>
                </a:lnTo>
                <a:lnTo>
                  <a:pt x="184416" y="513588"/>
                </a:lnTo>
                <a:lnTo>
                  <a:pt x="178320" y="515112"/>
                </a:lnTo>
                <a:lnTo>
                  <a:pt x="82308" y="515112"/>
                </a:lnTo>
                <a:lnTo>
                  <a:pt x="82308" y="483108"/>
                </a:lnTo>
                <a:lnTo>
                  <a:pt x="73164" y="483108"/>
                </a:lnTo>
                <a:lnTo>
                  <a:pt x="73164" y="515112"/>
                </a:lnTo>
                <a:lnTo>
                  <a:pt x="28968" y="515112"/>
                </a:lnTo>
                <a:lnTo>
                  <a:pt x="28968" y="518160"/>
                </a:lnTo>
                <a:lnTo>
                  <a:pt x="38112" y="522732"/>
                </a:lnTo>
                <a:lnTo>
                  <a:pt x="45732" y="525780"/>
                </a:lnTo>
                <a:lnTo>
                  <a:pt x="48780" y="528828"/>
                </a:lnTo>
                <a:lnTo>
                  <a:pt x="56400" y="533400"/>
                </a:lnTo>
                <a:lnTo>
                  <a:pt x="62496" y="537972"/>
                </a:lnTo>
                <a:lnTo>
                  <a:pt x="76212" y="556260"/>
                </a:lnTo>
                <a:lnTo>
                  <a:pt x="77736" y="562356"/>
                </a:lnTo>
                <a:lnTo>
                  <a:pt x="82308" y="562356"/>
                </a:lnTo>
                <a:lnTo>
                  <a:pt x="82308" y="539496"/>
                </a:lnTo>
                <a:lnTo>
                  <a:pt x="182892" y="539496"/>
                </a:lnTo>
                <a:lnTo>
                  <a:pt x="190512" y="537972"/>
                </a:lnTo>
                <a:lnTo>
                  <a:pt x="195084" y="536448"/>
                </a:lnTo>
                <a:lnTo>
                  <a:pt x="204228" y="530352"/>
                </a:lnTo>
                <a:lnTo>
                  <a:pt x="205752" y="527304"/>
                </a:lnTo>
                <a:lnTo>
                  <a:pt x="208800" y="522732"/>
                </a:lnTo>
                <a:lnTo>
                  <a:pt x="210324" y="518160"/>
                </a:lnTo>
                <a:lnTo>
                  <a:pt x="210324" y="5074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7" name="Google Shape;8727;p116"/>
          <p:cNvGrpSpPr/>
          <p:nvPr/>
        </p:nvGrpSpPr>
        <p:grpSpPr>
          <a:xfrm>
            <a:off x="1488948" y="6016751"/>
            <a:ext cx="210820" cy="1109981"/>
            <a:chOff x="1488948" y="6016751"/>
            <a:chExt cx="210820" cy="1109981"/>
          </a:xfrm>
        </p:grpSpPr>
        <p:sp>
          <p:nvSpPr>
            <p:cNvPr id="8728" name="Google Shape;8728;p116"/>
            <p:cNvSpPr/>
            <p:nvPr/>
          </p:nvSpPr>
          <p:spPr>
            <a:xfrm>
              <a:off x="1488948" y="6321552"/>
              <a:ext cx="210820" cy="805180"/>
            </a:xfrm>
            <a:custGeom>
              <a:rect b="b" l="l" r="r" t="t"/>
              <a:pathLst>
                <a:path extrusionOk="0" h="805179" w="210819">
                  <a:moveTo>
                    <a:pt x="32004" y="27432"/>
                  </a:moveTo>
                  <a:lnTo>
                    <a:pt x="30480" y="24384"/>
                  </a:lnTo>
                  <a:lnTo>
                    <a:pt x="24384" y="18288"/>
                  </a:lnTo>
                  <a:lnTo>
                    <a:pt x="19812" y="16764"/>
                  </a:lnTo>
                  <a:lnTo>
                    <a:pt x="10668" y="16764"/>
                  </a:lnTo>
                  <a:lnTo>
                    <a:pt x="7620" y="18288"/>
                  </a:lnTo>
                  <a:lnTo>
                    <a:pt x="1524" y="24384"/>
                  </a:lnTo>
                  <a:lnTo>
                    <a:pt x="0" y="27432"/>
                  </a:lnTo>
                  <a:lnTo>
                    <a:pt x="0" y="36576"/>
                  </a:lnTo>
                  <a:lnTo>
                    <a:pt x="1524" y="41148"/>
                  </a:lnTo>
                  <a:lnTo>
                    <a:pt x="7620" y="47244"/>
                  </a:lnTo>
                  <a:lnTo>
                    <a:pt x="10668" y="48768"/>
                  </a:lnTo>
                  <a:lnTo>
                    <a:pt x="19812" y="48768"/>
                  </a:lnTo>
                  <a:lnTo>
                    <a:pt x="24384" y="47244"/>
                  </a:lnTo>
                  <a:lnTo>
                    <a:pt x="30480" y="41148"/>
                  </a:lnTo>
                  <a:lnTo>
                    <a:pt x="32004" y="36576"/>
                  </a:lnTo>
                  <a:lnTo>
                    <a:pt x="32004" y="27432"/>
                  </a:lnTo>
                  <a:close/>
                </a:path>
                <a:path extrusionOk="0" h="805179" w="210819">
                  <a:moveTo>
                    <a:pt x="207264" y="310896"/>
                  </a:moveTo>
                  <a:lnTo>
                    <a:pt x="202692" y="310896"/>
                  </a:lnTo>
                  <a:lnTo>
                    <a:pt x="202692" y="316992"/>
                  </a:lnTo>
                  <a:lnTo>
                    <a:pt x="201168" y="321564"/>
                  </a:lnTo>
                  <a:lnTo>
                    <a:pt x="199644" y="323088"/>
                  </a:lnTo>
                  <a:lnTo>
                    <a:pt x="198120" y="326136"/>
                  </a:lnTo>
                  <a:lnTo>
                    <a:pt x="196596" y="327660"/>
                  </a:lnTo>
                  <a:lnTo>
                    <a:pt x="190500" y="330708"/>
                  </a:lnTo>
                  <a:lnTo>
                    <a:pt x="0" y="330708"/>
                  </a:lnTo>
                  <a:lnTo>
                    <a:pt x="0" y="336804"/>
                  </a:lnTo>
                  <a:lnTo>
                    <a:pt x="16764" y="376428"/>
                  </a:lnTo>
                  <a:lnTo>
                    <a:pt x="21336" y="373380"/>
                  </a:lnTo>
                  <a:lnTo>
                    <a:pt x="18288" y="367284"/>
                  </a:lnTo>
                  <a:lnTo>
                    <a:pt x="18288" y="362712"/>
                  </a:lnTo>
                  <a:lnTo>
                    <a:pt x="21336" y="359664"/>
                  </a:lnTo>
                  <a:lnTo>
                    <a:pt x="21336" y="358140"/>
                  </a:lnTo>
                  <a:lnTo>
                    <a:pt x="24384" y="356616"/>
                  </a:lnTo>
                  <a:lnTo>
                    <a:pt x="27432" y="356616"/>
                  </a:lnTo>
                  <a:lnTo>
                    <a:pt x="31737" y="355739"/>
                  </a:lnTo>
                  <a:lnTo>
                    <a:pt x="37909" y="355282"/>
                  </a:lnTo>
                  <a:lnTo>
                    <a:pt x="56388" y="355092"/>
                  </a:lnTo>
                  <a:lnTo>
                    <a:pt x="190500" y="355092"/>
                  </a:lnTo>
                  <a:lnTo>
                    <a:pt x="199644" y="359664"/>
                  </a:lnTo>
                  <a:lnTo>
                    <a:pt x="201168" y="362712"/>
                  </a:lnTo>
                  <a:lnTo>
                    <a:pt x="201168" y="364236"/>
                  </a:lnTo>
                  <a:lnTo>
                    <a:pt x="202692" y="368808"/>
                  </a:lnTo>
                  <a:lnTo>
                    <a:pt x="202692" y="374904"/>
                  </a:lnTo>
                  <a:lnTo>
                    <a:pt x="207264" y="374904"/>
                  </a:lnTo>
                  <a:lnTo>
                    <a:pt x="207264" y="310896"/>
                  </a:lnTo>
                  <a:close/>
                </a:path>
                <a:path extrusionOk="0" h="805179" w="210819">
                  <a:moveTo>
                    <a:pt x="207264" y="0"/>
                  </a:moveTo>
                  <a:lnTo>
                    <a:pt x="202692" y="0"/>
                  </a:lnTo>
                  <a:lnTo>
                    <a:pt x="202692" y="6096"/>
                  </a:lnTo>
                  <a:lnTo>
                    <a:pt x="201168" y="10668"/>
                  </a:lnTo>
                  <a:lnTo>
                    <a:pt x="199644" y="12192"/>
                  </a:lnTo>
                  <a:lnTo>
                    <a:pt x="199644" y="15240"/>
                  </a:lnTo>
                  <a:lnTo>
                    <a:pt x="193548" y="18288"/>
                  </a:lnTo>
                  <a:lnTo>
                    <a:pt x="190500" y="18288"/>
                  </a:lnTo>
                  <a:lnTo>
                    <a:pt x="185928" y="19812"/>
                  </a:lnTo>
                  <a:lnTo>
                    <a:pt x="70104" y="19812"/>
                  </a:lnTo>
                  <a:lnTo>
                    <a:pt x="70104" y="25908"/>
                  </a:lnTo>
                  <a:lnTo>
                    <a:pt x="86868" y="67056"/>
                  </a:lnTo>
                  <a:lnTo>
                    <a:pt x="91440" y="64008"/>
                  </a:lnTo>
                  <a:lnTo>
                    <a:pt x="88392" y="57912"/>
                  </a:lnTo>
                  <a:lnTo>
                    <a:pt x="88392" y="51816"/>
                  </a:lnTo>
                  <a:lnTo>
                    <a:pt x="91440" y="48768"/>
                  </a:lnTo>
                  <a:lnTo>
                    <a:pt x="91440" y="47244"/>
                  </a:lnTo>
                  <a:lnTo>
                    <a:pt x="94488" y="45720"/>
                  </a:lnTo>
                  <a:lnTo>
                    <a:pt x="97536" y="45720"/>
                  </a:lnTo>
                  <a:lnTo>
                    <a:pt x="101841" y="44843"/>
                  </a:lnTo>
                  <a:lnTo>
                    <a:pt x="108013" y="44386"/>
                  </a:lnTo>
                  <a:lnTo>
                    <a:pt x="117348" y="44196"/>
                  </a:lnTo>
                  <a:lnTo>
                    <a:pt x="190500" y="44196"/>
                  </a:lnTo>
                  <a:lnTo>
                    <a:pt x="199644" y="48768"/>
                  </a:lnTo>
                  <a:lnTo>
                    <a:pt x="201168" y="50292"/>
                  </a:lnTo>
                  <a:lnTo>
                    <a:pt x="201168" y="53340"/>
                  </a:lnTo>
                  <a:lnTo>
                    <a:pt x="202692" y="57912"/>
                  </a:lnTo>
                  <a:lnTo>
                    <a:pt x="202692" y="64008"/>
                  </a:lnTo>
                  <a:lnTo>
                    <a:pt x="207264" y="64008"/>
                  </a:lnTo>
                  <a:lnTo>
                    <a:pt x="207264" y="44196"/>
                  </a:lnTo>
                  <a:lnTo>
                    <a:pt x="207264" y="0"/>
                  </a:lnTo>
                  <a:close/>
                </a:path>
                <a:path extrusionOk="0" h="805179" w="210819">
                  <a:moveTo>
                    <a:pt x="210299" y="746760"/>
                  </a:moveTo>
                  <a:lnTo>
                    <a:pt x="193535" y="710184"/>
                  </a:lnTo>
                  <a:lnTo>
                    <a:pt x="158483" y="691896"/>
                  </a:lnTo>
                  <a:lnTo>
                    <a:pt x="155435" y="694944"/>
                  </a:lnTo>
                  <a:lnTo>
                    <a:pt x="163106" y="698639"/>
                  </a:lnTo>
                  <a:lnTo>
                    <a:pt x="169913" y="702754"/>
                  </a:lnTo>
                  <a:lnTo>
                    <a:pt x="175552" y="707136"/>
                  </a:lnTo>
                  <a:lnTo>
                    <a:pt x="179819" y="711708"/>
                  </a:lnTo>
                  <a:lnTo>
                    <a:pt x="182867" y="717804"/>
                  </a:lnTo>
                  <a:lnTo>
                    <a:pt x="185915" y="725424"/>
                  </a:lnTo>
                  <a:lnTo>
                    <a:pt x="185915" y="734568"/>
                  </a:lnTo>
                  <a:lnTo>
                    <a:pt x="169151" y="769620"/>
                  </a:lnTo>
                  <a:lnTo>
                    <a:pt x="123431" y="783336"/>
                  </a:lnTo>
                  <a:lnTo>
                    <a:pt x="123431" y="722376"/>
                  </a:lnTo>
                  <a:lnTo>
                    <a:pt x="123431" y="691896"/>
                  </a:lnTo>
                  <a:lnTo>
                    <a:pt x="114287" y="692594"/>
                  </a:lnTo>
                  <a:lnTo>
                    <a:pt x="114287" y="722376"/>
                  </a:lnTo>
                  <a:lnTo>
                    <a:pt x="114287" y="783336"/>
                  </a:lnTo>
                  <a:lnTo>
                    <a:pt x="79235" y="758952"/>
                  </a:lnTo>
                  <a:lnTo>
                    <a:pt x="79235" y="745236"/>
                  </a:lnTo>
                  <a:lnTo>
                    <a:pt x="105143" y="722376"/>
                  </a:lnTo>
                  <a:lnTo>
                    <a:pt x="114287" y="722376"/>
                  </a:lnTo>
                  <a:lnTo>
                    <a:pt x="114287" y="692594"/>
                  </a:lnTo>
                  <a:lnTo>
                    <a:pt x="77812" y="714565"/>
                  </a:lnTo>
                  <a:lnTo>
                    <a:pt x="70091" y="743712"/>
                  </a:lnTo>
                  <a:lnTo>
                    <a:pt x="70154" y="744334"/>
                  </a:lnTo>
                  <a:lnTo>
                    <a:pt x="70243" y="745236"/>
                  </a:lnTo>
                  <a:lnTo>
                    <a:pt x="88379" y="787908"/>
                  </a:lnTo>
                  <a:lnTo>
                    <a:pt x="125679" y="803554"/>
                  </a:lnTo>
                  <a:lnTo>
                    <a:pt x="141719" y="804672"/>
                  </a:lnTo>
                  <a:lnTo>
                    <a:pt x="156870" y="803554"/>
                  </a:lnTo>
                  <a:lnTo>
                    <a:pt x="192011" y="787908"/>
                  </a:lnTo>
                  <a:lnTo>
                    <a:pt x="209156" y="757910"/>
                  </a:lnTo>
                  <a:lnTo>
                    <a:pt x="210299" y="746760"/>
                  </a:lnTo>
                  <a:close/>
                </a:path>
                <a:path extrusionOk="0" h="805179" w="210819">
                  <a:moveTo>
                    <a:pt x="210299" y="603504"/>
                  </a:moveTo>
                  <a:lnTo>
                    <a:pt x="89903" y="554736"/>
                  </a:lnTo>
                  <a:lnTo>
                    <a:pt x="83807" y="551688"/>
                  </a:lnTo>
                  <a:lnTo>
                    <a:pt x="80759" y="548640"/>
                  </a:lnTo>
                  <a:lnTo>
                    <a:pt x="77711" y="542544"/>
                  </a:lnTo>
                  <a:lnTo>
                    <a:pt x="77711" y="537972"/>
                  </a:lnTo>
                  <a:lnTo>
                    <a:pt x="73139" y="537972"/>
                  </a:lnTo>
                  <a:lnTo>
                    <a:pt x="73139" y="579120"/>
                  </a:lnTo>
                  <a:lnTo>
                    <a:pt x="77711" y="579120"/>
                  </a:lnTo>
                  <a:lnTo>
                    <a:pt x="77711" y="569976"/>
                  </a:lnTo>
                  <a:lnTo>
                    <a:pt x="79235" y="568452"/>
                  </a:lnTo>
                  <a:lnTo>
                    <a:pt x="79235" y="566928"/>
                  </a:lnTo>
                  <a:lnTo>
                    <a:pt x="80759" y="565404"/>
                  </a:lnTo>
                  <a:lnTo>
                    <a:pt x="82283" y="565404"/>
                  </a:lnTo>
                  <a:lnTo>
                    <a:pt x="83807" y="563880"/>
                  </a:lnTo>
                  <a:lnTo>
                    <a:pt x="86855" y="563880"/>
                  </a:lnTo>
                  <a:lnTo>
                    <a:pt x="91427" y="565404"/>
                  </a:lnTo>
                  <a:lnTo>
                    <a:pt x="97523" y="568452"/>
                  </a:lnTo>
                  <a:lnTo>
                    <a:pt x="173723" y="598932"/>
                  </a:lnTo>
                  <a:lnTo>
                    <a:pt x="99047" y="630936"/>
                  </a:lnTo>
                  <a:lnTo>
                    <a:pt x="94475" y="632460"/>
                  </a:lnTo>
                  <a:lnTo>
                    <a:pt x="91427" y="633984"/>
                  </a:lnTo>
                  <a:lnTo>
                    <a:pt x="83807" y="633984"/>
                  </a:lnTo>
                  <a:lnTo>
                    <a:pt x="77711" y="627888"/>
                  </a:lnTo>
                  <a:lnTo>
                    <a:pt x="77711" y="617220"/>
                  </a:lnTo>
                  <a:lnTo>
                    <a:pt x="73139" y="617220"/>
                  </a:lnTo>
                  <a:lnTo>
                    <a:pt x="73139" y="681228"/>
                  </a:lnTo>
                  <a:lnTo>
                    <a:pt x="77711" y="681228"/>
                  </a:lnTo>
                  <a:lnTo>
                    <a:pt x="77711" y="676656"/>
                  </a:lnTo>
                  <a:lnTo>
                    <a:pt x="79235" y="673608"/>
                  </a:lnTo>
                  <a:lnTo>
                    <a:pt x="80759" y="672084"/>
                  </a:lnTo>
                  <a:lnTo>
                    <a:pt x="83807" y="665988"/>
                  </a:lnTo>
                  <a:lnTo>
                    <a:pt x="86855" y="664464"/>
                  </a:lnTo>
                  <a:lnTo>
                    <a:pt x="88379" y="661416"/>
                  </a:lnTo>
                  <a:lnTo>
                    <a:pt x="92951" y="659892"/>
                  </a:lnTo>
                  <a:lnTo>
                    <a:pt x="99047" y="658368"/>
                  </a:lnTo>
                  <a:lnTo>
                    <a:pt x="210299" y="611124"/>
                  </a:lnTo>
                  <a:lnTo>
                    <a:pt x="210299" y="603504"/>
                  </a:lnTo>
                  <a:close/>
                </a:path>
                <a:path extrusionOk="0" h="805179" w="210819">
                  <a:moveTo>
                    <a:pt x="210299" y="460248"/>
                  </a:moveTo>
                  <a:lnTo>
                    <a:pt x="201155" y="426720"/>
                  </a:lnTo>
                  <a:lnTo>
                    <a:pt x="201155" y="454152"/>
                  </a:lnTo>
                  <a:lnTo>
                    <a:pt x="199758" y="462991"/>
                  </a:lnTo>
                  <a:lnTo>
                    <a:pt x="168960" y="489521"/>
                  </a:lnTo>
                  <a:lnTo>
                    <a:pt x="157314" y="492734"/>
                  </a:lnTo>
                  <a:lnTo>
                    <a:pt x="157632" y="492734"/>
                  </a:lnTo>
                  <a:lnTo>
                    <a:pt x="143814" y="494715"/>
                  </a:lnTo>
                  <a:lnTo>
                    <a:pt x="129527" y="495300"/>
                  </a:lnTo>
                  <a:lnTo>
                    <a:pt x="120916" y="495020"/>
                  </a:lnTo>
                  <a:lnTo>
                    <a:pt x="80759" y="473964"/>
                  </a:lnTo>
                  <a:lnTo>
                    <a:pt x="79235" y="467868"/>
                  </a:lnTo>
                  <a:lnTo>
                    <a:pt x="79273" y="462991"/>
                  </a:lnTo>
                  <a:lnTo>
                    <a:pt x="104127" y="431152"/>
                  </a:lnTo>
                  <a:lnTo>
                    <a:pt x="149339" y="422148"/>
                  </a:lnTo>
                  <a:lnTo>
                    <a:pt x="162179" y="422719"/>
                  </a:lnTo>
                  <a:lnTo>
                    <a:pt x="197916" y="441579"/>
                  </a:lnTo>
                  <a:lnTo>
                    <a:pt x="201155" y="454152"/>
                  </a:lnTo>
                  <a:lnTo>
                    <a:pt x="201155" y="426720"/>
                  </a:lnTo>
                  <a:lnTo>
                    <a:pt x="164579" y="399859"/>
                  </a:lnTo>
                  <a:lnTo>
                    <a:pt x="137147" y="394716"/>
                  </a:lnTo>
                  <a:lnTo>
                    <a:pt x="124891" y="395820"/>
                  </a:lnTo>
                  <a:lnTo>
                    <a:pt x="82956" y="419938"/>
                  </a:lnTo>
                  <a:lnTo>
                    <a:pt x="70091" y="458724"/>
                  </a:lnTo>
                  <a:lnTo>
                    <a:pt x="70205" y="460248"/>
                  </a:lnTo>
                  <a:lnTo>
                    <a:pt x="70650" y="466725"/>
                  </a:lnTo>
                  <a:lnTo>
                    <a:pt x="89141" y="503301"/>
                  </a:lnTo>
                  <a:lnTo>
                    <a:pt x="123431" y="520446"/>
                  </a:lnTo>
                  <a:lnTo>
                    <a:pt x="141719" y="522732"/>
                  </a:lnTo>
                  <a:lnTo>
                    <a:pt x="153771" y="521855"/>
                  </a:lnTo>
                  <a:lnTo>
                    <a:pt x="196799" y="498398"/>
                  </a:lnTo>
                  <a:lnTo>
                    <a:pt x="208902" y="473964"/>
                  </a:lnTo>
                  <a:lnTo>
                    <a:pt x="210299" y="460248"/>
                  </a:lnTo>
                  <a:close/>
                </a:path>
                <a:path extrusionOk="0" h="805179" w="210819">
                  <a:moveTo>
                    <a:pt x="210312" y="192024"/>
                  </a:moveTo>
                  <a:lnTo>
                    <a:pt x="193548" y="150876"/>
                  </a:lnTo>
                  <a:lnTo>
                    <a:pt x="188976" y="153924"/>
                  </a:lnTo>
                  <a:lnTo>
                    <a:pt x="190500" y="156972"/>
                  </a:lnTo>
                  <a:lnTo>
                    <a:pt x="190500" y="167640"/>
                  </a:lnTo>
                  <a:lnTo>
                    <a:pt x="185928" y="172212"/>
                  </a:lnTo>
                  <a:lnTo>
                    <a:pt x="181356" y="173736"/>
                  </a:lnTo>
                  <a:lnTo>
                    <a:pt x="73152" y="173736"/>
                  </a:lnTo>
                  <a:lnTo>
                    <a:pt x="73152" y="217932"/>
                  </a:lnTo>
                  <a:lnTo>
                    <a:pt x="77724" y="217932"/>
                  </a:lnTo>
                  <a:lnTo>
                    <a:pt x="77724" y="210312"/>
                  </a:lnTo>
                  <a:lnTo>
                    <a:pt x="79248" y="205740"/>
                  </a:lnTo>
                  <a:lnTo>
                    <a:pt x="85344" y="199644"/>
                  </a:lnTo>
                  <a:lnTo>
                    <a:pt x="89916" y="198120"/>
                  </a:lnTo>
                  <a:lnTo>
                    <a:pt x="173736" y="198120"/>
                  </a:lnTo>
                  <a:lnTo>
                    <a:pt x="185928" y="213360"/>
                  </a:lnTo>
                  <a:lnTo>
                    <a:pt x="187452" y="217932"/>
                  </a:lnTo>
                  <a:lnTo>
                    <a:pt x="190500" y="224028"/>
                  </a:lnTo>
                  <a:lnTo>
                    <a:pt x="192024" y="228600"/>
                  </a:lnTo>
                  <a:lnTo>
                    <a:pt x="192024" y="239268"/>
                  </a:lnTo>
                  <a:lnTo>
                    <a:pt x="190500" y="243840"/>
                  </a:lnTo>
                  <a:lnTo>
                    <a:pt x="185928" y="248412"/>
                  </a:lnTo>
                  <a:lnTo>
                    <a:pt x="182880" y="252984"/>
                  </a:lnTo>
                  <a:lnTo>
                    <a:pt x="173736" y="254508"/>
                  </a:lnTo>
                  <a:lnTo>
                    <a:pt x="73152" y="254508"/>
                  </a:lnTo>
                  <a:lnTo>
                    <a:pt x="73152" y="301752"/>
                  </a:lnTo>
                  <a:lnTo>
                    <a:pt x="77724" y="301752"/>
                  </a:lnTo>
                  <a:lnTo>
                    <a:pt x="77724" y="291084"/>
                  </a:lnTo>
                  <a:lnTo>
                    <a:pt x="80772" y="284988"/>
                  </a:lnTo>
                  <a:lnTo>
                    <a:pt x="82296" y="283464"/>
                  </a:lnTo>
                  <a:lnTo>
                    <a:pt x="88392" y="280416"/>
                  </a:lnTo>
                  <a:lnTo>
                    <a:pt x="92964" y="278892"/>
                  </a:lnTo>
                  <a:lnTo>
                    <a:pt x="167081" y="278853"/>
                  </a:lnTo>
                  <a:lnTo>
                    <a:pt x="174688" y="278511"/>
                  </a:lnTo>
                  <a:lnTo>
                    <a:pt x="181419" y="277609"/>
                  </a:lnTo>
                  <a:lnTo>
                    <a:pt x="187452" y="275844"/>
                  </a:lnTo>
                  <a:lnTo>
                    <a:pt x="193548" y="274320"/>
                  </a:lnTo>
                  <a:lnTo>
                    <a:pt x="199644" y="269748"/>
                  </a:lnTo>
                  <a:lnTo>
                    <a:pt x="204216" y="265176"/>
                  </a:lnTo>
                  <a:lnTo>
                    <a:pt x="210312" y="252984"/>
                  </a:lnTo>
                  <a:lnTo>
                    <a:pt x="210312" y="237744"/>
                  </a:lnTo>
                  <a:lnTo>
                    <a:pt x="181356" y="198120"/>
                  </a:lnTo>
                  <a:lnTo>
                    <a:pt x="210312" y="198120"/>
                  </a:lnTo>
                  <a:lnTo>
                    <a:pt x="210312" y="192024"/>
                  </a:lnTo>
                  <a:close/>
                </a:path>
                <a:path extrusionOk="0" h="805179" w="210819">
                  <a:moveTo>
                    <a:pt x="210312" y="102108"/>
                  </a:moveTo>
                  <a:lnTo>
                    <a:pt x="181356" y="74676"/>
                  </a:lnTo>
                  <a:lnTo>
                    <a:pt x="181356" y="80772"/>
                  </a:lnTo>
                  <a:lnTo>
                    <a:pt x="184404" y="82296"/>
                  </a:lnTo>
                  <a:lnTo>
                    <a:pt x="187452" y="85344"/>
                  </a:lnTo>
                  <a:lnTo>
                    <a:pt x="192024" y="94488"/>
                  </a:lnTo>
                  <a:lnTo>
                    <a:pt x="192024" y="100584"/>
                  </a:lnTo>
                  <a:lnTo>
                    <a:pt x="190500" y="103632"/>
                  </a:lnTo>
                  <a:lnTo>
                    <a:pt x="187452" y="106680"/>
                  </a:lnTo>
                  <a:lnTo>
                    <a:pt x="184404" y="108204"/>
                  </a:lnTo>
                  <a:lnTo>
                    <a:pt x="178308" y="109728"/>
                  </a:lnTo>
                  <a:lnTo>
                    <a:pt x="82296" y="109728"/>
                  </a:lnTo>
                  <a:lnTo>
                    <a:pt x="82296" y="79248"/>
                  </a:lnTo>
                  <a:lnTo>
                    <a:pt x="73152" y="79248"/>
                  </a:lnTo>
                  <a:lnTo>
                    <a:pt x="73152" y="109728"/>
                  </a:lnTo>
                  <a:lnTo>
                    <a:pt x="28956" y="109728"/>
                  </a:lnTo>
                  <a:lnTo>
                    <a:pt x="28956" y="112776"/>
                  </a:lnTo>
                  <a:lnTo>
                    <a:pt x="38100" y="117348"/>
                  </a:lnTo>
                  <a:lnTo>
                    <a:pt x="45720" y="120396"/>
                  </a:lnTo>
                  <a:lnTo>
                    <a:pt x="48768" y="123444"/>
                  </a:lnTo>
                  <a:lnTo>
                    <a:pt x="56388" y="128016"/>
                  </a:lnTo>
                  <a:lnTo>
                    <a:pt x="62484" y="134112"/>
                  </a:lnTo>
                  <a:lnTo>
                    <a:pt x="67056" y="140208"/>
                  </a:lnTo>
                  <a:lnTo>
                    <a:pt x="71628" y="144780"/>
                  </a:lnTo>
                  <a:lnTo>
                    <a:pt x="76200" y="150876"/>
                  </a:lnTo>
                  <a:lnTo>
                    <a:pt x="77724" y="156972"/>
                  </a:lnTo>
                  <a:lnTo>
                    <a:pt x="82296" y="156972"/>
                  </a:lnTo>
                  <a:lnTo>
                    <a:pt x="82296" y="134112"/>
                  </a:lnTo>
                  <a:lnTo>
                    <a:pt x="182880" y="134112"/>
                  </a:lnTo>
                  <a:lnTo>
                    <a:pt x="190500" y="132588"/>
                  </a:lnTo>
                  <a:lnTo>
                    <a:pt x="199644" y="129540"/>
                  </a:lnTo>
                  <a:lnTo>
                    <a:pt x="204216" y="126492"/>
                  </a:lnTo>
                  <a:lnTo>
                    <a:pt x="205740" y="121920"/>
                  </a:lnTo>
                  <a:lnTo>
                    <a:pt x="208788" y="117348"/>
                  </a:lnTo>
                  <a:lnTo>
                    <a:pt x="210312" y="112776"/>
                  </a:lnTo>
                  <a:lnTo>
                    <a:pt x="210312" y="102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729" name="Google Shape;8729;p116"/>
            <p:cNvPicPr preferRelativeResize="0"/>
            <p:nvPr/>
          </p:nvPicPr>
          <p:blipFill rotWithShape="1">
            <a:blip r:embed="rId7">
              <a:alphaModFix/>
            </a:blip>
            <a:srcRect b="0" l="0" r="0" t="0"/>
            <a:stretch/>
          </p:blipFill>
          <p:spPr>
            <a:xfrm>
              <a:off x="1559051" y="6016751"/>
              <a:ext cx="140208" cy="28498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730" name="Google Shape;8730;p116"/>
          <p:cNvSpPr/>
          <p:nvPr/>
        </p:nvSpPr>
        <p:spPr>
          <a:xfrm>
            <a:off x="1517904" y="5129784"/>
            <a:ext cx="181610" cy="601980"/>
          </a:xfrm>
          <a:custGeom>
            <a:rect b="b" l="l" r="r" t="t"/>
            <a:pathLst>
              <a:path extrusionOk="0" h="601979" w="181610">
                <a:moveTo>
                  <a:pt x="178295" y="216408"/>
                </a:moveTo>
                <a:lnTo>
                  <a:pt x="173723" y="216408"/>
                </a:lnTo>
                <a:lnTo>
                  <a:pt x="173723" y="222504"/>
                </a:lnTo>
                <a:lnTo>
                  <a:pt x="172199" y="227076"/>
                </a:lnTo>
                <a:lnTo>
                  <a:pt x="169151" y="233172"/>
                </a:lnTo>
                <a:lnTo>
                  <a:pt x="164579" y="237744"/>
                </a:lnTo>
                <a:lnTo>
                  <a:pt x="155435" y="240792"/>
                </a:lnTo>
                <a:lnTo>
                  <a:pt x="85331" y="240792"/>
                </a:lnTo>
                <a:lnTo>
                  <a:pt x="76187" y="236220"/>
                </a:lnTo>
                <a:lnTo>
                  <a:pt x="68567" y="231648"/>
                </a:lnTo>
                <a:lnTo>
                  <a:pt x="65519" y="227076"/>
                </a:lnTo>
                <a:lnTo>
                  <a:pt x="63995" y="224028"/>
                </a:lnTo>
                <a:lnTo>
                  <a:pt x="62471" y="222504"/>
                </a:lnTo>
                <a:lnTo>
                  <a:pt x="62471" y="219456"/>
                </a:lnTo>
                <a:lnTo>
                  <a:pt x="63995" y="214884"/>
                </a:lnTo>
                <a:lnTo>
                  <a:pt x="71615" y="207264"/>
                </a:lnTo>
                <a:lnTo>
                  <a:pt x="73139" y="202692"/>
                </a:lnTo>
                <a:lnTo>
                  <a:pt x="73139" y="196596"/>
                </a:lnTo>
                <a:lnTo>
                  <a:pt x="71615" y="193548"/>
                </a:lnTo>
                <a:lnTo>
                  <a:pt x="68567" y="192024"/>
                </a:lnTo>
                <a:lnTo>
                  <a:pt x="65519" y="188976"/>
                </a:lnTo>
                <a:lnTo>
                  <a:pt x="53327" y="188976"/>
                </a:lnTo>
                <a:lnTo>
                  <a:pt x="50279" y="190500"/>
                </a:lnTo>
                <a:lnTo>
                  <a:pt x="45707" y="193548"/>
                </a:lnTo>
                <a:lnTo>
                  <a:pt x="42659" y="196596"/>
                </a:lnTo>
                <a:lnTo>
                  <a:pt x="41135" y="201168"/>
                </a:lnTo>
                <a:lnTo>
                  <a:pt x="41135" y="207264"/>
                </a:lnTo>
                <a:lnTo>
                  <a:pt x="43141" y="215506"/>
                </a:lnTo>
                <a:lnTo>
                  <a:pt x="49136" y="224028"/>
                </a:lnTo>
                <a:lnTo>
                  <a:pt x="59143" y="232562"/>
                </a:lnTo>
                <a:lnTo>
                  <a:pt x="73139" y="240792"/>
                </a:lnTo>
                <a:lnTo>
                  <a:pt x="41135" y="240792"/>
                </a:lnTo>
                <a:lnTo>
                  <a:pt x="41135" y="246888"/>
                </a:lnTo>
                <a:lnTo>
                  <a:pt x="57899" y="288036"/>
                </a:lnTo>
                <a:lnTo>
                  <a:pt x="62471" y="286512"/>
                </a:lnTo>
                <a:lnTo>
                  <a:pt x="60947" y="281940"/>
                </a:lnTo>
                <a:lnTo>
                  <a:pt x="59423" y="278892"/>
                </a:lnTo>
                <a:lnTo>
                  <a:pt x="59423" y="272796"/>
                </a:lnTo>
                <a:lnTo>
                  <a:pt x="65519" y="266700"/>
                </a:lnTo>
                <a:lnTo>
                  <a:pt x="68567" y="265176"/>
                </a:lnTo>
                <a:lnTo>
                  <a:pt x="163055" y="265176"/>
                </a:lnTo>
                <a:lnTo>
                  <a:pt x="169151" y="268224"/>
                </a:lnTo>
                <a:lnTo>
                  <a:pt x="170675" y="269748"/>
                </a:lnTo>
                <a:lnTo>
                  <a:pt x="172199" y="272796"/>
                </a:lnTo>
                <a:lnTo>
                  <a:pt x="173723" y="277368"/>
                </a:lnTo>
                <a:lnTo>
                  <a:pt x="173723" y="284988"/>
                </a:lnTo>
                <a:lnTo>
                  <a:pt x="178295" y="284988"/>
                </a:lnTo>
                <a:lnTo>
                  <a:pt x="178295" y="216408"/>
                </a:lnTo>
                <a:close/>
              </a:path>
              <a:path extrusionOk="0" h="601979" w="181610">
                <a:moveTo>
                  <a:pt x="181343" y="554736"/>
                </a:moveTo>
                <a:lnTo>
                  <a:pt x="164439" y="518261"/>
                </a:lnTo>
                <a:lnTo>
                  <a:pt x="141719" y="510540"/>
                </a:lnTo>
                <a:lnTo>
                  <a:pt x="129984" y="512279"/>
                </a:lnTo>
                <a:lnTo>
                  <a:pt x="119811" y="517588"/>
                </a:lnTo>
                <a:lnTo>
                  <a:pt x="111074" y="526618"/>
                </a:lnTo>
                <a:lnTo>
                  <a:pt x="103619" y="539496"/>
                </a:lnTo>
                <a:lnTo>
                  <a:pt x="85331" y="576072"/>
                </a:lnTo>
                <a:lnTo>
                  <a:pt x="80759" y="579120"/>
                </a:lnTo>
                <a:lnTo>
                  <a:pt x="77711" y="582168"/>
                </a:lnTo>
                <a:lnTo>
                  <a:pt x="73139" y="583692"/>
                </a:lnTo>
                <a:lnTo>
                  <a:pt x="62471" y="583692"/>
                </a:lnTo>
                <a:lnTo>
                  <a:pt x="59423" y="580644"/>
                </a:lnTo>
                <a:lnTo>
                  <a:pt x="54851" y="577596"/>
                </a:lnTo>
                <a:lnTo>
                  <a:pt x="51803" y="573024"/>
                </a:lnTo>
                <a:lnTo>
                  <a:pt x="50279" y="566928"/>
                </a:lnTo>
                <a:lnTo>
                  <a:pt x="50279" y="551688"/>
                </a:lnTo>
                <a:lnTo>
                  <a:pt x="86855" y="525780"/>
                </a:lnTo>
                <a:lnTo>
                  <a:pt x="86855" y="521208"/>
                </a:lnTo>
                <a:lnTo>
                  <a:pt x="41135" y="521208"/>
                </a:lnTo>
                <a:lnTo>
                  <a:pt x="41135" y="525780"/>
                </a:lnTo>
                <a:lnTo>
                  <a:pt x="44183" y="525780"/>
                </a:lnTo>
                <a:lnTo>
                  <a:pt x="45707" y="527304"/>
                </a:lnTo>
                <a:lnTo>
                  <a:pt x="45707" y="528828"/>
                </a:lnTo>
                <a:lnTo>
                  <a:pt x="47231" y="528828"/>
                </a:lnTo>
                <a:lnTo>
                  <a:pt x="47231" y="533400"/>
                </a:lnTo>
                <a:lnTo>
                  <a:pt x="45707" y="536448"/>
                </a:lnTo>
                <a:lnTo>
                  <a:pt x="42659" y="548640"/>
                </a:lnTo>
                <a:lnTo>
                  <a:pt x="41135" y="556260"/>
                </a:lnTo>
                <a:lnTo>
                  <a:pt x="41135" y="560832"/>
                </a:lnTo>
                <a:lnTo>
                  <a:pt x="64376" y="598741"/>
                </a:lnTo>
                <a:lnTo>
                  <a:pt x="79235" y="601980"/>
                </a:lnTo>
                <a:lnTo>
                  <a:pt x="86855" y="601980"/>
                </a:lnTo>
                <a:lnTo>
                  <a:pt x="94475" y="598932"/>
                </a:lnTo>
                <a:lnTo>
                  <a:pt x="99047" y="594360"/>
                </a:lnTo>
                <a:lnTo>
                  <a:pt x="103619" y="590080"/>
                </a:lnTo>
                <a:lnTo>
                  <a:pt x="108191" y="584073"/>
                </a:lnTo>
                <a:lnTo>
                  <a:pt x="112763" y="576364"/>
                </a:lnTo>
                <a:lnTo>
                  <a:pt x="122529" y="556628"/>
                </a:lnTo>
                <a:lnTo>
                  <a:pt x="126860" y="548449"/>
                </a:lnTo>
                <a:lnTo>
                  <a:pt x="130632" y="542290"/>
                </a:lnTo>
                <a:lnTo>
                  <a:pt x="134099" y="537972"/>
                </a:lnTo>
                <a:lnTo>
                  <a:pt x="138671" y="533400"/>
                </a:lnTo>
                <a:lnTo>
                  <a:pt x="144767" y="531876"/>
                </a:lnTo>
                <a:lnTo>
                  <a:pt x="156959" y="531876"/>
                </a:lnTo>
                <a:lnTo>
                  <a:pt x="161531" y="533400"/>
                </a:lnTo>
                <a:lnTo>
                  <a:pt x="170675" y="542544"/>
                </a:lnTo>
                <a:lnTo>
                  <a:pt x="172199" y="547116"/>
                </a:lnTo>
                <a:lnTo>
                  <a:pt x="172199" y="554736"/>
                </a:lnTo>
                <a:lnTo>
                  <a:pt x="149339" y="590740"/>
                </a:lnTo>
                <a:lnTo>
                  <a:pt x="132575" y="597408"/>
                </a:lnTo>
                <a:lnTo>
                  <a:pt x="132575" y="601980"/>
                </a:lnTo>
                <a:lnTo>
                  <a:pt x="179819" y="601980"/>
                </a:lnTo>
                <a:lnTo>
                  <a:pt x="181343" y="597408"/>
                </a:lnTo>
                <a:lnTo>
                  <a:pt x="176771" y="595884"/>
                </a:lnTo>
                <a:lnTo>
                  <a:pt x="175247" y="594360"/>
                </a:lnTo>
                <a:lnTo>
                  <a:pt x="175247" y="586740"/>
                </a:lnTo>
                <a:lnTo>
                  <a:pt x="176771" y="583692"/>
                </a:lnTo>
                <a:lnTo>
                  <a:pt x="178777" y="575957"/>
                </a:lnTo>
                <a:lnTo>
                  <a:pt x="180200" y="568642"/>
                </a:lnTo>
                <a:lnTo>
                  <a:pt x="181063" y="561619"/>
                </a:lnTo>
                <a:lnTo>
                  <a:pt x="181343" y="554736"/>
                </a:lnTo>
                <a:close/>
              </a:path>
              <a:path extrusionOk="0" h="601979" w="181610">
                <a:moveTo>
                  <a:pt x="181343" y="318516"/>
                </a:moveTo>
                <a:lnTo>
                  <a:pt x="179946" y="310515"/>
                </a:lnTo>
                <a:lnTo>
                  <a:pt x="179844" y="310324"/>
                </a:lnTo>
                <a:lnTo>
                  <a:pt x="175818" y="302514"/>
                </a:lnTo>
                <a:lnTo>
                  <a:pt x="169138" y="294513"/>
                </a:lnTo>
                <a:lnTo>
                  <a:pt x="160007" y="286512"/>
                </a:lnTo>
                <a:lnTo>
                  <a:pt x="152387" y="286512"/>
                </a:lnTo>
                <a:lnTo>
                  <a:pt x="156959" y="292608"/>
                </a:lnTo>
                <a:lnTo>
                  <a:pt x="160007" y="297180"/>
                </a:lnTo>
                <a:lnTo>
                  <a:pt x="163055" y="300228"/>
                </a:lnTo>
                <a:lnTo>
                  <a:pt x="163055" y="304800"/>
                </a:lnTo>
                <a:lnTo>
                  <a:pt x="160007" y="307848"/>
                </a:lnTo>
                <a:lnTo>
                  <a:pt x="158483" y="307848"/>
                </a:lnTo>
                <a:lnTo>
                  <a:pt x="155435" y="309372"/>
                </a:lnTo>
                <a:lnTo>
                  <a:pt x="86855" y="309372"/>
                </a:lnTo>
                <a:lnTo>
                  <a:pt x="77673" y="309638"/>
                </a:lnTo>
                <a:lnTo>
                  <a:pt x="44361" y="330860"/>
                </a:lnTo>
                <a:lnTo>
                  <a:pt x="41287" y="349745"/>
                </a:lnTo>
                <a:lnTo>
                  <a:pt x="41402" y="358406"/>
                </a:lnTo>
                <a:lnTo>
                  <a:pt x="41478" y="359664"/>
                </a:lnTo>
                <a:lnTo>
                  <a:pt x="41732" y="364426"/>
                </a:lnTo>
                <a:lnTo>
                  <a:pt x="63233" y="399097"/>
                </a:lnTo>
                <a:lnTo>
                  <a:pt x="74663" y="402336"/>
                </a:lnTo>
                <a:lnTo>
                  <a:pt x="83807" y="402336"/>
                </a:lnTo>
                <a:lnTo>
                  <a:pt x="84226" y="401510"/>
                </a:lnTo>
                <a:lnTo>
                  <a:pt x="85432" y="399249"/>
                </a:lnTo>
                <a:lnTo>
                  <a:pt x="88379" y="397764"/>
                </a:lnTo>
                <a:lnTo>
                  <a:pt x="89903" y="394716"/>
                </a:lnTo>
                <a:lnTo>
                  <a:pt x="89903" y="387096"/>
                </a:lnTo>
                <a:lnTo>
                  <a:pt x="88379" y="384048"/>
                </a:lnTo>
                <a:lnTo>
                  <a:pt x="85331" y="382524"/>
                </a:lnTo>
                <a:lnTo>
                  <a:pt x="83807" y="379476"/>
                </a:lnTo>
                <a:lnTo>
                  <a:pt x="79235" y="377952"/>
                </a:lnTo>
                <a:lnTo>
                  <a:pt x="62471" y="377952"/>
                </a:lnTo>
                <a:lnTo>
                  <a:pt x="57899" y="376428"/>
                </a:lnTo>
                <a:lnTo>
                  <a:pt x="51803" y="370332"/>
                </a:lnTo>
                <a:lnTo>
                  <a:pt x="50330" y="364426"/>
                </a:lnTo>
                <a:lnTo>
                  <a:pt x="50279" y="350520"/>
                </a:lnTo>
                <a:lnTo>
                  <a:pt x="53327" y="344424"/>
                </a:lnTo>
                <a:lnTo>
                  <a:pt x="85331" y="333756"/>
                </a:lnTo>
                <a:lnTo>
                  <a:pt x="91427" y="333756"/>
                </a:lnTo>
                <a:lnTo>
                  <a:pt x="97218" y="349948"/>
                </a:lnTo>
                <a:lnTo>
                  <a:pt x="102666" y="363283"/>
                </a:lnTo>
                <a:lnTo>
                  <a:pt x="107873" y="374142"/>
                </a:lnTo>
                <a:lnTo>
                  <a:pt x="112877" y="382714"/>
                </a:lnTo>
                <a:lnTo>
                  <a:pt x="116484" y="389051"/>
                </a:lnTo>
                <a:lnTo>
                  <a:pt x="120764" y="394716"/>
                </a:lnTo>
                <a:lnTo>
                  <a:pt x="125628" y="399249"/>
                </a:lnTo>
                <a:lnTo>
                  <a:pt x="131051" y="402336"/>
                </a:lnTo>
                <a:lnTo>
                  <a:pt x="135623" y="405384"/>
                </a:lnTo>
                <a:lnTo>
                  <a:pt x="140195" y="406908"/>
                </a:lnTo>
                <a:lnTo>
                  <a:pt x="147815" y="406908"/>
                </a:lnTo>
                <a:lnTo>
                  <a:pt x="154635" y="406336"/>
                </a:lnTo>
                <a:lnTo>
                  <a:pt x="161150" y="404622"/>
                </a:lnTo>
                <a:lnTo>
                  <a:pt x="167106" y="401764"/>
                </a:lnTo>
                <a:lnTo>
                  <a:pt x="172199" y="397764"/>
                </a:lnTo>
                <a:lnTo>
                  <a:pt x="178295" y="393192"/>
                </a:lnTo>
                <a:lnTo>
                  <a:pt x="181343" y="385572"/>
                </a:lnTo>
                <a:lnTo>
                  <a:pt x="181343" y="382524"/>
                </a:lnTo>
                <a:lnTo>
                  <a:pt x="181343" y="370332"/>
                </a:lnTo>
                <a:lnTo>
                  <a:pt x="179819" y="364236"/>
                </a:lnTo>
                <a:lnTo>
                  <a:pt x="176771" y="359664"/>
                </a:lnTo>
                <a:lnTo>
                  <a:pt x="174777" y="356260"/>
                </a:lnTo>
                <a:lnTo>
                  <a:pt x="171056" y="350710"/>
                </a:lnTo>
                <a:lnTo>
                  <a:pt x="165633" y="343166"/>
                </a:lnTo>
                <a:lnTo>
                  <a:pt x="163055" y="339775"/>
                </a:lnTo>
                <a:lnTo>
                  <a:pt x="163055" y="362712"/>
                </a:lnTo>
                <a:lnTo>
                  <a:pt x="163055" y="367284"/>
                </a:lnTo>
                <a:lnTo>
                  <a:pt x="160007" y="373380"/>
                </a:lnTo>
                <a:lnTo>
                  <a:pt x="152387" y="381000"/>
                </a:lnTo>
                <a:lnTo>
                  <a:pt x="146291" y="382524"/>
                </a:lnTo>
                <a:lnTo>
                  <a:pt x="134099" y="382524"/>
                </a:lnTo>
                <a:lnTo>
                  <a:pt x="129527" y="381000"/>
                </a:lnTo>
                <a:lnTo>
                  <a:pt x="120383" y="374904"/>
                </a:lnTo>
                <a:lnTo>
                  <a:pt x="115811" y="368808"/>
                </a:lnTo>
                <a:lnTo>
                  <a:pt x="112763" y="362712"/>
                </a:lnTo>
                <a:lnTo>
                  <a:pt x="110439" y="358406"/>
                </a:lnTo>
                <a:lnTo>
                  <a:pt x="107810" y="352234"/>
                </a:lnTo>
                <a:lnTo>
                  <a:pt x="100571" y="333756"/>
                </a:lnTo>
                <a:lnTo>
                  <a:pt x="149339" y="333756"/>
                </a:lnTo>
                <a:lnTo>
                  <a:pt x="155346" y="342353"/>
                </a:lnTo>
                <a:lnTo>
                  <a:pt x="159626" y="349948"/>
                </a:lnTo>
                <a:lnTo>
                  <a:pt x="162204" y="356692"/>
                </a:lnTo>
                <a:lnTo>
                  <a:pt x="163055" y="362712"/>
                </a:lnTo>
                <a:lnTo>
                  <a:pt x="163055" y="339775"/>
                </a:lnTo>
                <a:lnTo>
                  <a:pt x="158483" y="333756"/>
                </a:lnTo>
                <a:lnTo>
                  <a:pt x="166103" y="333756"/>
                </a:lnTo>
                <a:lnTo>
                  <a:pt x="172199" y="332232"/>
                </a:lnTo>
                <a:lnTo>
                  <a:pt x="175247" y="329184"/>
                </a:lnTo>
                <a:lnTo>
                  <a:pt x="179819" y="327660"/>
                </a:lnTo>
                <a:lnTo>
                  <a:pt x="181343" y="323088"/>
                </a:lnTo>
                <a:lnTo>
                  <a:pt x="181343" y="318516"/>
                </a:lnTo>
                <a:close/>
              </a:path>
              <a:path extrusionOk="0" h="601979" w="181610">
                <a:moveTo>
                  <a:pt x="181343" y="45720"/>
                </a:moveTo>
                <a:lnTo>
                  <a:pt x="164287" y="7620"/>
                </a:lnTo>
                <a:lnTo>
                  <a:pt x="141719" y="0"/>
                </a:lnTo>
                <a:lnTo>
                  <a:pt x="129984" y="1955"/>
                </a:lnTo>
                <a:lnTo>
                  <a:pt x="119811" y="7620"/>
                </a:lnTo>
                <a:lnTo>
                  <a:pt x="111074" y="16725"/>
                </a:lnTo>
                <a:lnTo>
                  <a:pt x="103619" y="28956"/>
                </a:lnTo>
                <a:lnTo>
                  <a:pt x="93014" y="51701"/>
                </a:lnTo>
                <a:lnTo>
                  <a:pt x="85331" y="67056"/>
                </a:lnTo>
                <a:lnTo>
                  <a:pt x="80759" y="68580"/>
                </a:lnTo>
                <a:lnTo>
                  <a:pt x="77711" y="71628"/>
                </a:lnTo>
                <a:lnTo>
                  <a:pt x="73139" y="73152"/>
                </a:lnTo>
                <a:lnTo>
                  <a:pt x="62471" y="73152"/>
                </a:lnTo>
                <a:lnTo>
                  <a:pt x="59423" y="71628"/>
                </a:lnTo>
                <a:lnTo>
                  <a:pt x="54851" y="67056"/>
                </a:lnTo>
                <a:lnTo>
                  <a:pt x="51803" y="62484"/>
                </a:lnTo>
                <a:lnTo>
                  <a:pt x="50279" y="57912"/>
                </a:lnTo>
                <a:lnTo>
                  <a:pt x="50279" y="42672"/>
                </a:lnTo>
                <a:lnTo>
                  <a:pt x="86855" y="15240"/>
                </a:lnTo>
                <a:lnTo>
                  <a:pt x="86855" y="10668"/>
                </a:lnTo>
                <a:lnTo>
                  <a:pt x="41135" y="10668"/>
                </a:lnTo>
                <a:lnTo>
                  <a:pt x="41135" y="15240"/>
                </a:lnTo>
                <a:lnTo>
                  <a:pt x="44094" y="16725"/>
                </a:lnTo>
                <a:lnTo>
                  <a:pt x="45707" y="16725"/>
                </a:lnTo>
                <a:lnTo>
                  <a:pt x="45707" y="18288"/>
                </a:lnTo>
                <a:lnTo>
                  <a:pt x="47231" y="19812"/>
                </a:lnTo>
                <a:lnTo>
                  <a:pt x="47231" y="22860"/>
                </a:lnTo>
                <a:lnTo>
                  <a:pt x="44183" y="32004"/>
                </a:lnTo>
                <a:lnTo>
                  <a:pt x="42659" y="39624"/>
                </a:lnTo>
                <a:lnTo>
                  <a:pt x="41135" y="45720"/>
                </a:lnTo>
                <a:lnTo>
                  <a:pt x="41236" y="51701"/>
                </a:lnTo>
                <a:lnTo>
                  <a:pt x="41732" y="59131"/>
                </a:lnTo>
                <a:lnTo>
                  <a:pt x="71526" y="90855"/>
                </a:lnTo>
                <a:lnTo>
                  <a:pt x="79235" y="91440"/>
                </a:lnTo>
                <a:lnTo>
                  <a:pt x="86855" y="91440"/>
                </a:lnTo>
                <a:lnTo>
                  <a:pt x="94475" y="89916"/>
                </a:lnTo>
                <a:lnTo>
                  <a:pt x="103657" y="80772"/>
                </a:lnTo>
                <a:lnTo>
                  <a:pt x="108191" y="74295"/>
                </a:lnTo>
                <a:lnTo>
                  <a:pt x="108826" y="73152"/>
                </a:lnTo>
                <a:lnTo>
                  <a:pt x="112763" y="66065"/>
                </a:lnTo>
                <a:lnTo>
                  <a:pt x="134099" y="28956"/>
                </a:lnTo>
                <a:lnTo>
                  <a:pt x="144767" y="21336"/>
                </a:lnTo>
                <a:lnTo>
                  <a:pt x="156959" y="21336"/>
                </a:lnTo>
                <a:lnTo>
                  <a:pt x="161531" y="22860"/>
                </a:lnTo>
                <a:lnTo>
                  <a:pt x="170675" y="32004"/>
                </a:lnTo>
                <a:lnTo>
                  <a:pt x="172199" y="38100"/>
                </a:lnTo>
                <a:lnTo>
                  <a:pt x="172085" y="45720"/>
                </a:lnTo>
                <a:lnTo>
                  <a:pt x="171983" y="46964"/>
                </a:lnTo>
                <a:lnTo>
                  <a:pt x="171615" y="51701"/>
                </a:lnTo>
                <a:lnTo>
                  <a:pt x="141389" y="84277"/>
                </a:lnTo>
                <a:lnTo>
                  <a:pt x="132575" y="86868"/>
                </a:lnTo>
                <a:lnTo>
                  <a:pt x="132575" y="91440"/>
                </a:lnTo>
                <a:lnTo>
                  <a:pt x="179819" y="91440"/>
                </a:lnTo>
                <a:lnTo>
                  <a:pt x="181343" y="86868"/>
                </a:lnTo>
                <a:lnTo>
                  <a:pt x="176771" y="85344"/>
                </a:lnTo>
                <a:lnTo>
                  <a:pt x="175247" y="83820"/>
                </a:lnTo>
                <a:lnTo>
                  <a:pt x="175247" y="76200"/>
                </a:lnTo>
                <a:lnTo>
                  <a:pt x="176771" y="73152"/>
                </a:lnTo>
                <a:lnTo>
                  <a:pt x="178777" y="65443"/>
                </a:lnTo>
                <a:lnTo>
                  <a:pt x="178866" y="64985"/>
                </a:lnTo>
                <a:lnTo>
                  <a:pt x="180162" y="58483"/>
                </a:lnTo>
                <a:lnTo>
                  <a:pt x="180251" y="57912"/>
                </a:lnTo>
                <a:lnTo>
                  <a:pt x="181063" y="51701"/>
                </a:lnTo>
                <a:lnTo>
                  <a:pt x="181127" y="50292"/>
                </a:lnTo>
                <a:lnTo>
                  <a:pt x="181343" y="45720"/>
                </a:lnTo>
                <a:close/>
              </a:path>
              <a:path extrusionOk="0" h="601979" w="181610">
                <a:moveTo>
                  <a:pt x="181356" y="446532"/>
                </a:moveTo>
                <a:lnTo>
                  <a:pt x="178308" y="438912"/>
                </a:lnTo>
                <a:lnTo>
                  <a:pt x="169164" y="426720"/>
                </a:lnTo>
                <a:lnTo>
                  <a:pt x="161544" y="422148"/>
                </a:lnTo>
                <a:lnTo>
                  <a:pt x="152400" y="419100"/>
                </a:lnTo>
                <a:lnTo>
                  <a:pt x="152400" y="425196"/>
                </a:lnTo>
                <a:lnTo>
                  <a:pt x="158496" y="428244"/>
                </a:lnTo>
                <a:lnTo>
                  <a:pt x="163068" y="437388"/>
                </a:lnTo>
                <a:lnTo>
                  <a:pt x="163068" y="445008"/>
                </a:lnTo>
                <a:lnTo>
                  <a:pt x="161544" y="448056"/>
                </a:lnTo>
                <a:lnTo>
                  <a:pt x="158496" y="449580"/>
                </a:lnTo>
                <a:lnTo>
                  <a:pt x="155448" y="452628"/>
                </a:lnTo>
                <a:lnTo>
                  <a:pt x="149352" y="454152"/>
                </a:lnTo>
                <a:lnTo>
                  <a:pt x="53340" y="454152"/>
                </a:lnTo>
                <a:lnTo>
                  <a:pt x="53340" y="422148"/>
                </a:lnTo>
                <a:lnTo>
                  <a:pt x="44196" y="422148"/>
                </a:lnTo>
                <a:lnTo>
                  <a:pt x="44196" y="454152"/>
                </a:lnTo>
                <a:lnTo>
                  <a:pt x="0" y="454152"/>
                </a:lnTo>
                <a:lnTo>
                  <a:pt x="0" y="457200"/>
                </a:lnTo>
                <a:lnTo>
                  <a:pt x="9144" y="461772"/>
                </a:lnTo>
                <a:lnTo>
                  <a:pt x="16764" y="464820"/>
                </a:lnTo>
                <a:lnTo>
                  <a:pt x="19812" y="466344"/>
                </a:lnTo>
                <a:lnTo>
                  <a:pt x="27432" y="472440"/>
                </a:lnTo>
                <a:lnTo>
                  <a:pt x="33528" y="477012"/>
                </a:lnTo>
                <a:lnTo>
                  <a:pt x="47244" y="495300"/>
                </a:lnTo>
                <a:lnTo>
                  <a:pt x="48768" y="501396"/>
                </a:lnTo>
                <a:lnTo>
                  <a:pt x="53340" y="501396"/>
                </a:lnTo>
                <a:lnTo>
                  <a:pt x="53340" y="478536"/>
                </a:lnTo>
                <a:lnTo>
                  <a:pt x="153924" y="478536"/>
                </a:lnTo>
                <a:lnTo>
                  <a:pt x="161544" y="477012"/>
                </a:lnTo>
                <a:lnTo>
                  <a:pt x="166116" y="475488"/>
                </a:lnTo>
                <a:lnTo>
                  <a:pt x="175260" y="469392"/>
                </a:lnTo>
                <a:lnTo>
                  <a:pt x="176784" y="466344"/>
                </a:lnTo>
                <a:lnTo>
                  <a:pt x="179832" y="461772"/>
                </a:lnTo>
                <a:lnTo>
                  <a:pt x="181356" y="457200"/>
                </a:lnTo>
                <a:lnTo>
                  <a:pt x="181356" y="446532"/>
                </a:lnTo>
                <a:close/>
              </a:path>
              <a:path extrusionOk="0" h="601979" w="181610">
                <a:moveTo>
                  <a:pt x="181356" y="131064"/>
                </a:moveTo>
                <a:lnTo>
                  <a:pt x="178308" y="124968"/>
                </a:lnTo>
                <a:lnTo>
                  <a:pt x="169164" y="112776"/>
                </a:lnTo>
                <a:lnTo>
                  <a:pt x="161544" y="108204"/>
                </a:lnTo>
                <a:lnTo>
                  <a:pt x="152400" y="105156"/>
                </a:lnTo>
                <a:lnTo>
                  <a:pt x="152400" y="111252"/>
                </a:lnTo>
                <a:lnTo>
                  <a:pt x="158496" y="114300"/>
                </a:lnTo>
                <a:lnTo>
                  <a:pt x="163068" y="123444"/>
                </a:lnTo>
                <a:lnTo>
                  <a:pt x="163068" y="131064"/>
                </a:lnTo>
                <a:lnTo>
                  <a:pt x="161544" y="134112"/>
                </a:lnTo>
                <a:lnTo>
                  <a:pt x="158496" y="135636"/>
                </a:lnTo>
                <a:lnTo>
                  <a:pt x="155448" y="138684"/>
                </a:lnTo>
                <a:lnTo>
                  <a:pt x="149352" y="140208"/>
                </a:lnTo>
                <a:lnTo>
                  <a:pt x="53340" y="140208"/>
                </a:lnTo>
                <a:lnTo>
                  <a:pt x="53340" y="108204"/>
                </a:lnTo>
                <a:lnTo>
                  <a:pt x="44196" y="108204"/>
                </a:lnTo>
                <a:lnTo>
                  <a:pt x="44196" y="140208"/>
                </a:lnTo>
                <a:lnTo>
                  <a:pt x="0" y="140208"/>
                </a:lnTo>
                <a:lnTo>
                  <a:pt x="0" y="143256"/>
                </a:lnTo>
                <a:lnTo>
                  <a:pt x="9144" y="146304"/>
                </a:lnTo>
                <a:lnTo>
                  <a:pt x="16764" y="150876"/>
                </a:lnTo>
                <a:lnTo>
                  <a:pt x="19812" y="152400"/>
                </a:lnTo>
                <a:lnTo>
                  <a:pt x="27432" y="156972"/>
                </a:lnTo>
                <a:lnTo>
                  <a:pt x="33528" y="163068"/>
                </a:lnTo>
                <a:lnTo>
                  <a:pt x="47244" y="181356"/>
                </a:lnTo>
                <a:lnTo>
                  <a:pt x="48768" y="187452"/>
                </a:lnTo>
                <a:lnTo>
                  <a:pt x="53340" y="187452"/>
                </a:lnTo>
                <a:lnTo>
                  <a:pt x="53340" y="164592"/>
                </a:lnTo>
                <a:lnTo>
                  <a:pt x="153924" y="164592"/>
                </a:lnTo>
                <a:lnTo>
                  <a:pt x="161544" y="163068"/>
                </a:lnTo>
                <a:lnTo>
                  <a:pt x="166116" y="161544"/>
                </a:lnTo>
                <a:lnTo>
                  <a:pt x="175260" y="155448"/>
                </a:lnTo>
                <a:lnTo>
                  <a:pt x="176784" y="150876"/>
                </a:lnTo>
                <a:lnTo>
                  <a:pt x="179832" y="146304"/>
                </a:lnTo>
                <a:lnTo>
                  <a:pt x="181356" y="143256"/>
                </a:lnTo>
                <a:lnTo>
                  <a:pt x="181356" y="1310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1" name="Google Shape;8731;p116"/>
          <p:cNvSpPr/>
          <p:nvPr/>
        </p:nvSpPr>
        <p:spPr>
          <a:xfrm>
            <a:off x="1488948" y="4320540"/>
            <a:ext cx="210820" cy="525780"/>
          </a:xfrm>
          <a:custGeom>
            <a:rect b="b" l="l" r="r" t="t"/>
            <a:pathLst>
              <a:path extrusionOk="0" h="525779" w="210819">
                <a:moveTo>
                  <a:pt x="32004" y="268224"/>
                </a:moveTo>
                <a:lnTo>
                  <a:pt x="30480" y="263652"/>
                </a:lnTo>
                <a:lnTo>
                  <a:pt x="24384" y="257556"/>
                </a:lnTo>
                <a:lnTo>
                  <a:pt x="19812" y="256032"/>
                </a:lnTo>
                <a:lnTo>
                  <a:pt x="10668" y="256032"/>
                </a:lnTo>
                <a:lnTo>
                  <a:pt x="7620" y="257556"/>
                </a:lnTo>
                <a:lnTo>
                  <a:pt x="1524" y="263652"/>
                </a:lnTo>
                <a:lnTo>
                  <a:pt x="0" y="268224"/>
                </a:lnTo>
                <a:lnTo>
                  <a:pt x="0" y="275844"/>
                </a:lnTo>
                <a:lnTo>
                  <a:pt x="1524" y="280416"/>
                </a:lnTo>
                <a:lnTo>
                  <a:pt x="7620" y="286512"/>
                </a:lnTo>
                <a:lnTo>
                  <a:pt x="10668" y="288036"/>
                </a:lnTo>
                <a:lnTo>
                  <a:pt x="19812" y="288036"/>
                </a:lnTo>
                <a:lnTo>
                  <a:pt x="24384" y="286512"/>
                </a:lnTo>
                <a:lnTo>
                  <a:pt x="30480" y="280416"/>
                </a:lnTo>
                <a:lnTo>
                  <a:pt x="32004" y="275844"/>
                </a:lnTo>
                <a:lnTo>
                  <a:pt x="32004" y="268224"/>
                </a:lnTo>
                <a:close/>
              </a:path>
              <a:path extrusionOk="0" h="525779" w="210819">
                <a:moveTo>
                  <a:pt x="207264" y="239268"/>
                </a:moveTo>
                <a:lnTo>
                  <a:pt x="202692" y="239268"/>
                </a:lnTo>
                <a:lnTo>
                  <a:pt x="202692" y="245364"/>
                </a:lnTo>
                <a:lnTo>
                  <a:pt x="201168" y="249936"/>
                </a:lnTo>
                <a:lnTo>
                  <a:pt x="199644" y="251460"/>
                </a:lnTo>
                <a:lnTo>
                  <a:pt x="199644" y="254508"/>
                </a:lnTo>
                <a:lnTo>
                  <a:pt x="190500" y="259080"/>
                </a:lnTo>
                <a:lnTo>
                  <a:pt x="70104" y="259080"/>
                </a:lnTo>
                <a:lnTo>
                  <a:pt x="70104" y="265176"/>
                </a:lnTo>
                <a:lnTo>
                  <a:pt x="86868" y="306324"/>
                </a:lnTo>
                <a:lnTo>
                  <a:pt x="91440" y="304800"/>
                </a:lnTo>
                <a:lnTo>
                  <a:pt x="89916" y="300228"/>
                </a:lnTo>
                <a:lnTo>
                  <a:pt x="88392" y="297180"/>
                </a:lnTo>
                <a:lnTo>
                  <a:pt x="88392" y="291084"/>
                </a:lnTo>
                <a:lnTo>
                  <a:pt x="91440" y="288036"/>
                </a:lnTo>
                <a:lnTo>
                  <a:pt x="91440" y="286512"/>
                </a:lnTo>
                <a:lnTo>
                  <a:pt x="94488" y="284988"/>
                </a:lnTo>
                <a:lnTo>
                  <a:pt x="97536" y="284988"/>
                </a:lnTo>
                <a:lnTo>
                  <a:pt x="101841" y="284111"/>
                </a:lnTo>
                <a:lnTo>
                  <a:pt x="108013" y="283654"/>
                </a:lnTo>
                <a:lnTo>
                  <a:pt x="117348" y="283464"/>
                </a:lnTo>
                <a:lnTo>
                  <a:pt x="190500" y="283464"/>
                </a:lnTo>
                <a:lnTo>
                  <a:pt x="199644" y="288036"/>
                </a:lnTo>
                <a:lnTo>
                  <a:pt x="201168" y="291084"/>
                </a:lnTo>
                <a:lnTo>
                  <a:pt x="201168" y="292608"/>
                </a:lnTo>
                <a:lnTo>
                  <a:pt x="202692" y="297180"/>
                </a:lnTo>
                <a:lnTo>
                  <a:pt x="202692" y="303276"/>
                </a:lnTo>
                <a:lnTo>
                  <a:pt x="207264" y="303276"/>
                </a:lnTo>
                <a:lnTo>
                  <a:pt x="207264" y="283464"/>
                </a:lnTo>
                <a:lnTo>
                  <a:pt x="207264" y="239268"/>
                </a:lnTo>
                <a:close/>
              </a:path>
              <a:path extrusionOk="0" h="525779" w="210819">
                <a:moveTo>
                  <a:pt x="207264" y="0"/>
                </a:moveTo>
                <a:lnTo>
                  <a:pt x="202692" y="0"/>
                </a:lnTo>
                <a:lnTo>
                  <a:pt x="202692" y="6096"/>
                </a:lnTo>
                <a:lnTo>
                  <a:pt x="201168" y="10668"/>
                </a:lnTo>
                <a:lnTo>
                  <a:pt x="199644" y="13716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8288"/>
                </a:lnTo>
                <a:lnTo>
                  <a:pt x="192024" y="19812"/>
                </a:lnTo>
                <a:lnTo>
                  <a:pt x="129540" y="19812"/>
                </a:lnTo>
                <a:lnTo>
                  <a:pt x="118084" y="20078"/>
                </a:lnTo>
                <a:lnTo>
                  <a:pt x="80772" y="28956"/>
                </a:lnTo>
                <a:lnTo>
                  <a:pt x="70104" y="47244"/>
                </a:lnTo>
                <a:lnTo>
                  <a:pt x="70104" y="60960"/>
                </a:lnTo>
                <a:lnTo>
                  <a:pt x="97536" y="100584"/>
                </a:lnTo>
                <a:lnTo>
                  <a:pt x="0" y="100584"/>
                </a:lnTo>
                <a:lnTo>
                  <a:pt x="0" y="108204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1732"/>
                </a:lnTo>
                <a:lnTo>
                  <a:pt x="18288" y="138684"/>
                </a:lnTo>
                <a:lnTo>
                  <a:pt x="18288" y="132588"/>
                </a:lnTo>
                <a:lnTo>
                  <a:pt x="21336" y="129540"/>
                </a:lnTo>
                <a:lnTo>
                  <a:pt x="21336" y="128016"/>
                </a:lnTo>
                <a:lnTo>
                  <a:pt x="24384" y="126492"/>
                </a:lnTo>
                <a:lnTo>
                  <a:pt x="27432" y="126492"/>
                </a:lnTo>
                <a:lnTo>
                  <a:pt x="31737" y="125615"/>
                </a:lnTo>
                <a:lnTo>
                  <a:pt x="37909" y="125158"/>
                </a:lnTo>
                <a:lnTo>
                  <a:pt x="56388" y="124968"/>
                </a:lnTo>
                <a:lnTo>
                  <a:pt x="185928" y="124968"/>
                </a:lnTo>
                <a:lnTo>
                  <a:pt x="190500" y="126492"/>
                </a:lnTo>
                <a:lnTo>
                  <a:pt x="193548" y="126492"/>
                </a:lnTo>
                <a:lnTo>
                  <a:pt x="196596" y="128016"/>
                </a:lnTo>
                <a:lnTo>
                  <a:pt x="199644" y="131064"/>
                </a:lnTo>
                <a:lnTo>
                  <a:pt x="201168" y="134112"/>
                </a:lnTo>
                <a:lnTo>
                  <a:pt x="202692" y="138684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9644" y="94488"/>
                </a:lnTo>
                <a:lnTo>
                  <a:pt x="198120" y="96012"/>
                </a:lnTo>
                <a:lnTo>
                  <a:pt x="196596" y="99060"/>
                </a:lnTo>
                <a:lnTo>
                  <a:pt x="193548" y="99060"/>
                </a:lnTo>
                <a:lnTo>
                  <a:pt x="192024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2296"/>
                </a:lnTo>
                <a:lnTo>
                  <a:pt x="89916" y="76200"/>
                </a:lnTo>
                <a:lnTo>
                  <a:pt x="88392" y="71628"/>
                </a:lnTo>
                <a:lnTo>
                  <a:pt x="88392" y="60960"/>
                </a:lnTo>
                <a:lnTo>
                  <a:pt x="91440" y="54864"/>
                </a:lnTo>
                <a:lnTo>
                  <a:pt x="129540" y="44196"/>
                </a:lnTo>
                <a:lnTo>
                  <a:pt x="190500" y="44196"/>
                </a:lnTo>
                <a:lnTo>
                  <a:pt x="202692" y="56388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5779" w="210819">
                <a:moveTo>
                  <a:pt x="210299" y="376428"/>
                </a:moveTo>
                <a:lnTo>
                  <a:pt x="94475" y="332232"/>
                </a:lnTo>
                <a:lnTo>
                  <a:pt x="83807" y="327660"/>
                </a:lnTo>
                <a:lnTo>
                  <a:pt x="79235" y="321564"/>
                </a:lnTo>
                <a:lnTo>
                  <a:pt x="77711" y="313944"/>
                </a:lnTo>
                <a:lnTo>
                  <a:pt x="73139" y="313944"/>
                </a:lnTo>
                <a:lnTo>
                  <a:pt x="73139" y="353568"/>
                </a:lnTo>
                <a:lnTo>
                  <a:pt x="77711" y="353568"/>
                </a:lnTo>
                <a:lnTo>
                  <a:pt x="77711" y="348996"/>
                </a:lnTo>
                <a:lnTo>
                  <a:pt x="79235" y="344424"/>
                </a:lnTo>
                <a:lnTo>
                  <a:pt x="83807" y="339852"/>
                </a:lnTo>
                <a:lnTo>
                  <a:pt x="88379" y="339852"/>
                </a:lnTo>
                <a:lnTo>
                  <a:pt x="97523" y="342900"/>
                </a:lnTo>
                <a:lnTo>
                  <a:pt x="170675" y="370332"/>
                </a:lnTo>
                <a:lnTo>
                  <a:pt x="95999" y="403860"/>
                </a:lnTo>
                <a:lnTo>
                  <a:pt x="92951" y="403860"/>
                </a:lnTo>
                <a:lnTo>
                  <a:pt x="91427" y="405384"/>
                </a:lnTo>
                <a:lnTo>
                  <a:pt x="86855" y="405384"/>
                </a:lnTo>
                <a:lnTo>
                  <a:pt x="83807" y="403860"/>
                </a:lnTo>
                <a:lnTo>
                  <a:pt x="79235" y="399288"/>
                </a:lnTo>
                <a:lnTo>
                  <a:pt x="77711" y="394716"/>
                </a:lnTo>
                <a:lnTo>
                  <a:pt x="77711" y="388620"/>
                </a:lnTo>
                <a:lnTo>
                  <a:pt x="73139" y="388620"/>
                </a:lnTo>
                <a:lnTo>
                  <a:pt x="73139" y="451104"/>
                </a:lnTo>
                <a:lnTo>
                  <a:pt x="77711" y="451104"/>
                </a:lnTo>
                <a:lnTo>
                  <a:pt x="77711" y="445008"/>
                </a:lnTo>
                <a:lnTo>
                  <a:pt x="82283" y="435864"/>
                </a:lnTo>
                <a:lnTo>
                  <a:pt x="86855" y="432816"/>
                </a:lnTo>
                <a:lnTo>
                  <a:pt x="92951" y="429768"/>
                </a:lnTo>
                <a:lnTo>
                  <a:pt x="111239" y="422148"/>
                </a:lnTo>
                <a:lnTo>
                  <a:pt x="172199" y="449580"/>
                </a:lnTo>
                <a:lnTo>
                  <a:pt x="97523" y="478536"/>
                </a:lnTo>
                <a:lnTo>
                  <a:pt x="92951" y="480060"/>
                </a:lnTo>
                <a:lnTo>
                  <a:pt x="89903" y="481584"/>
                </a:lnTo>
                <a:lnTo>
                  <a:pt x="83807" y="481584"/>
                </a:lnTo>
                <a:lnTo>
                  <a:pt x="79235" y="477012"/>
                </a:lnTo>
                <a:lnTo>
                  <a:pt x="77711" y="473964"/>
                </a:lnTo>
                <a:lnTo>
                  <a:pt x="77711" y="469392"/>
                </a:lnTo>
                <a:lnTo>
                  <a:pt x="73139" y="469392"/>
                </a:lnTo>
                <a:lnTo>
                  <a:pt x="73139" y="525780"/>
                </a:lnTo>
                <a:lnTo>
                  <a:pt x="77711" y="525780"/>
                </a:lnTo>
                <a:lnTo>
                  <a:pt x="79235" y="519684"/>
                </a:lnTo>
                <a:lnTo>
                  <a:pt x="80759" y="515112"/>
                </a:lnTo>
                <a:lnTo>
                  <a:pt x="83807" y="513588"/>
                </a:lnTo>
                <a:lnTo>
                  <a:pt x="85331" y="510540"/>
                </a:lnTo>
                <a:lnTo>
                  <a:pt x="97523" y="504444"/>
                </a:lnTo>
                <a:lnTo>
                  <a:pt x="210299" y="460248"/>
                </a:lnTo>
                <a:lnTo>
                  <a:pt x="210299" y="457200"/>
                </a:lnTo>
                <a:lnTo>
                  <a:pt x="123431" y="417576"/>
                </a:lnTo>
                <a:lnTo>
                  <a:pt x="210299" y="381000"/>
                </a:lnTo>
                <a:lnTo>
                  <a:pt x="210299" y="376428"/>
                </a:lnTo>
                <a:close/>
              </a:path>
              <a:path extrusionOk="0" h="525779" w="210819">
                <a:moveTo>
                  <a:pt x="210312" y="178308"/>
                </a:moveTo>
                <a:lnTo>
                  <a:pt x="207264" y="172212"/>
                </a:lnTo>
                <a:lnTo>
                  <a:pt x="198120" y="160020"/>
                </a:lnTo>
                <a:lnTo>
                  <a:pt x="190500" y="155448"/>
                </a:lnTo>
                <a:lnTo>
                  <a:pt x="181356" y="152400"/>
                </a:lnTo>
                <a:lnTo>
                  <a:pt x="181356" y="158496"/>
                </a:lnTo>
                <a:lnTo>
                  <a:pt x="187452" y="161544"/>
                </a:lnTo>
                <a:lnTo>
                  <a:pt x="192024" y="170688"/>
                </a:lnTo>
                <a:lnTo>
                  <a:pt x="192024" y="178308"/>
                </a:lnTo>
                <a:lnTo>
                  <a:pt x="190500" y="181356"/>
                </a:lnTo>
                <a:lnTo>
                  <a:pt x="187452" y="182880"/>
                </a:lnTo>
                <a:lnTo>
                  <a:pt x="184404" y="185928"/>
                </a:lnTo>
                <a:lnTo>
                  <a:pt x="178308" y="187452"/>
                </a:lnTo>
                <a:lnTo>
                  <a:pt x="82296" y="187452"/>
                </a:lnTo>
                <a:lnTo>
                  <a:pt x="82296" y="155448"/>
                </a:lnTo>
                <a:lnTo>
                  <a:pt x="73152" y="155448"/>
                </a:lnTo>
                <a:lnTo>
                  <a:pt x="73152" y="187452"/>
                </a:lnTo>
                <a:lnTo>
                  <a:pt x="28956" y="187452"/>
                </a:lnTo>
                <a:lnTo>
                  <a:pt x="28956" y="190500"/>
                </a:lnTo>
                <a:lnTo>
                  <a:pt x="38100" y="193548"/>
                </a:lnTo>
                <a:lnTo>
                  <a:pt x="45720" y="198120"/>
                </a:lnTo>
                <a:lnTo>
                  <a:pt x="48768" y="199644"/>
                </a:lnTo>
                <a:lnTo>
                  <a:pt x="56388" y="204216"/>
                </a:lnTo>
                <a:lnTo>
                  <a:pt x="62484" y="210312"/>
                </a:lnTo>
                <a:lnTo>
                  <a:pt x="76200" y="228600"/>
                </a:lnTo>
                <a:lnTo>
                  <a:pt x="77724" y="234696"/>
                </a:lnTo>
                <a:lnTo>
                  <a:pt x="82296" y="234696"/>
                </a:lnTo>
                <a:lnTo>
                  <a:pt x="82296" y="211836"/>
                </a:lnTo>
                <a:lnTo>
                  <a:pt x="182880" y="211836"/>
                </a:lnTo>
                <a:lnTo>
                  <a:pt x="190500" y="210312"/>
                </a:lnTo>
                <a:lnTo>
                  <a:pt x="195072" y="208788"/>
                </a:lnTo>
                <a:lnTo>
                  <a:pt x="204216" y="202692"/>
                </a:lnTo>
                <a:lnTo>
                  <a:pt x="205740" y="198120"/>
                </a:lnTo>
                <a:lnTo>
                  <a:pt x="208788" y="195072"/>
                </a:lnTo>
                <a:lnTo>
                  <a:pt x="210312" y="190500"/>
                </a:lnTo>
                <a:lnTo>
                  <a:pt x="210312" y="1783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732" name="Google Shape;8732;p116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559197" y="3919728"/>
            <a:ext cx="140062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733" name="Google Shape;8733;p116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1488948" y="2258567"/>
            <a:ext cx="210312" cy="13883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34" name="Google Shape;8734;p116"/>
          <p:cNvGrpSpPr/>
          <p:nvPr/>
        </p:nvGrpSpPr>
        <p:grpSpPr>
          <a:xfrm>
            <a:off x="1488947" y="1101852"/>
            <a:ext cx="210312" cy="879347"/>
            <a:chOff x="1488947" y="1101852"/>
            <a:chExt cx="210312" cy="879347"/>
          </a:xfrm>
        </p:grpSpPr>
        <p:pic>
          <p:nvPicPr>
            <p:cNvPr id="8735" name="Google Shape;8735;p116"/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559051" y="1613916"/>
              <a:ext cx="140208" cy="36728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36" name="Google Shape;8736;p116"/>
            <p:cNvPicPr preferRelativeResize="0"/>
            <p:nvPr/>
          </p:nvPicPr>
          <p:blipFill rotWithShape="1">
            <a:blip r:embed="rId11">
              <a:alphaModFix/>
            </a:blip>
            <a:srcRect b="0" l="0" r="0" t="0"/>
            <a:stretch/>
          </p:blipFill>
          <p:spPr>
            <a:xfrm>
              <a:off x="1488947" y="1101852"/>
              <a:ext cx="210312" cy="48920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737" name="Google Shape;8737;p116"/>
          <p:cNvPicPr preferRelativeResize="0"/>
          <p:nvPr/>
        </p:nvPicPr>
        <p:blipFill rotWithShape="1">
          <a:blip r:embed="rId12">
            <a:alphaModFix/>
          </a:blip>
          <a:srcRect b="0" l="0" r="0" t="0"/>
          <a:stretch/>
        </p:blipFill>
        <p:spPr>
          <a:xfrm>
            <a:off x="1844039" y="7377683"/>
            <a:ext cx="271272" cy="1307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8738" name="Google Shape;8738;p116"/>
          <p:cNvPicPr preferRelativeResize="0"/>
          <p:nvPr/>
        </p:nvPicPr>
        <p:blipFill rotWithShape="1">
          <a:blip r:embed="rId13">
            <a:alphaModFix/>
          </a:blip>
          <a:srcRect b="0" l="0" r="0" t="0"/>
          <a:stretch/>
        </p:blipFill>
        <p:spPr>
          <a:xfrm>
            <a:off x="2343911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739" name="Google Shape;8739;p116"/>
          <p:cNvPicPr preferRelativeResize="0"/>
          <p:nvPr/>
        </p:nvPicPr>
        <p:blipFill rotWithShape="1">
          <a:blip r:embed="rId14">
            <a:alphaModFix/>
          </a:blip>
          <a:srcRect b="0" l="0" r="0" t="0"/>
          <a:stretch/>
        </p:blipFill>
        <p:spPr>
          <a:xfrm>
            <a:off x="2270760" y="7485888"/>
            <a:ext cx="210312" cy="1203959"/>
          </a:xfrm>
          <a:prstGeom prst="rect">
            <a:avLst/>
          </a:prstGeom>
          <a:noFill/>
          <a:ln>
            <a:noFill/>
          </a:ln>
        </p:spPr>
      </p:pic>
      <p:pic>
        <p:nvPicPr>
          <p:cNvPr id="8740" name="Google Shape;8740;p116"/>
          <p:cNvPicPr preferRelativeResize="0"/>
          <p:nvPr/>
        </p:nvPicPr>
        <p:blipFill rotWithShape="1">
          <a:blip r:embed="rId15">
            <a:alphaModFix/>
          </a:blip>
          <a:srcRect b="0" l="0" r="0" t="0"/>
          <a:stretch/>
        </p:blipFill>
        <p:spPr>
          <a:xfrm>
            <a:off x="2270760" y="6339840"/>
            <a:ext cx="210312" cy="995171"/>
          </a:xfrm>
          <a:prstGeom prst="rect">
            <a:avLst/>
          </a:prstGeom>
          <a:noFill/>
          <a:ln>
            <a:noFill/>
          </a:ln>
        </p:spPr>
      </p:pic>
      <p:pic>
        <p:nvPicPr>
          <p:cNvPr id="8741" name="Google Shape;8741;p116"/>
          <p:cNvPicPr preferRelativeResize="0"/>
          <p:nvPr/>
        </p:nvPicPr>
        <p:blipFill rotWithShape="1">
          <a:blip r:embed="rId16">
            <a:alphaModFix/>
          </a:blip>
          <a:srcRect b="0" l="0" r="0" t="0"/>
          <a:stretch/>
        </p:blipFill>
        <p:spPr>
          <a:xfrm>
            <a:off x="2340863" y="5830823"/>
            <a:ext cx="140208" cy="344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742" name="Google Shape;8742;p116"/>
          <p:cNvPicPr preferRelativeResize="0"/>
          <p:nvPr/>
        </p:nvPicPr>
        <p:blipFill rotWithShape="1">
          <a:blip r:embed="rId17">
            <a:alphaModFix/>
          </a:blip>
          <a:srcRect b="0" l="0" r="0" t="0"/>
          <a:stretch/>
        </p:blipFill>
        <p:spPr>
          <a:xfrm>
            <a:off x="2270760" y="4130040"/>
            <a:ext cx="271272" cy="1540764"/>
          </a:xfrm>
          <a:prstGeom prst="rect">
            <a:avLst/>
          </a:prstGeom>
          <a:noFill/>
          <a:ln>
            <a:noFill/>
          </a:ln>
        </p:spPr>
      </p:pic>
      <p:sp>
        <p:nvSpPr>
          <p:cNvPr id="8743" name="Google Shape;8743;p116"/>
          <p:cNvSpPr/>
          <p:nvPr/>
        </p:nvSpPr>
        <p:spPr>
          <a:xfrm>
            <a:off x="2270747" y="3457956"/>
            <a:ext cx="210820" cy="528955"/>
          </a:xfrm>
          <a:custGeom>
            <a:rect b="b" l="l" r="r" t="t"/>
            <a:pathLst>
              <a:path extrusionOk="0" h="528954" w="210819">
                <a:moveTo>
                  <a:pt x="32016" y="268224"/>
                </a:moveTo>
                <a:lnTo>
                  <a:pt x="30492" y="263652"/>
                </a:lnTo>
                <a:lnTo>
                  <a:pt x="24396" y="257556"/>
                </a:lnTo>
                <a:lnTo>
                  <a:pt x="21348" y="256032"/>
                </a:lnTo>
                <a:lnTo>
                  <a:pt x="12204" y="256032"/>
                </a:lnTo>
                <a:lnTo>
                  <a:pt x="7632" y="257556"/>
                </a:lnTo>
                <a:lnTo>
                  <a:pt x="1536" y="263652"/>
                </a:lnTo>
                <a:lnTo>
                  <a:pt x="12" y="268224"/>
                </a:lnTo>
                <a:lnTo>
                  <a:pt x="12" y="275844"/>
                </a:lnTo>
                <a:lnTo>
                  <a:pt x="1536" y="280416"/>
                </a:lnTo>
                <a:lnTo>
                  <a:pt x="7632" y="286512"/>
                </a:lnTo>
                <a:lnTo>
                  <a:pt x="12204" y="288036"/>
                </a:lnTo>
                <a:lnTo>
                  <a:pt x="21348" y="288036"/>
                </a:lnTo>
                <a:lnTo>
                  <a:pt x="24396" y="286512"/>
                </a:lnTo>
                <a:lnTo>
                  <a:pt x="30492" y="280416"/>
                </a:lnTo>
                <a:lnTo>
                  <a:pt x="32016" y="275844"/>
                </a:lnTo>
                <a:lnTo>
                  <a:pt x="32016" y="268224"/>
                </a:lnTo>
                <a:close/>
              </a:path>
              <a:path extrusionOk="0" h="528954" w="210819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2192"/>
                </a:lnTo>
                <a:lnTo>
                  <a:pt x="199644" y="15240"/>
                </a:lnTo>
                <a:lnTo>
                  <a:pt x="198120" y="16764"/>
                </a:lnTo>
                <a:lnTo>
                  <a:pt x="192024" y="19812"/>
                </a:lnTo>
                <a:lnTo>
                  <a:pt x="131064" y="19812"/>
                </a:lnTo>
                <a:lnTo>
                  <a:pt x="119380" y="20078"/>
                </a:lnTo>
                <a:lnTo>
                  <a:pt x="80772" y="28956"/>
                </a:lnTo>
                <a:lnTo>
                  <a:pt x="70104" y="47244"/>
                </a:lnTo>
                <a:lnTo>
                  <a:pt x="70104" y="60960"/>
                </a:lnTo>
                <a:lnTo>
                  <a:pt x="99060" y="100584"/>
                </a:lnTo>
                <a:lnTo>
                  <a:pt x="0" y="100584"/>
                </a:lnTo>
                <a:lnTo>
                  <a:pt x="0" y="106680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1732"/>
                </a:lnTo>
                <a:lnTo>
                  <a:pt x="19812" y="131064"/>
                </a:lnTo>
                <a:lnTo>
                  <a:pt x="22860" y="128016"/>
                </a:lnTo>
                <a:lnTo>
                  <a:pt x="25908" y="126492"/>
                </a:lnTo>
                <a:lnTo>
                  <a:pt x="28956" y="126492"/>
                </a:lnTo>
                <a:lnTo>
                  <a:pt x="32385" y="125615"/>
                </a:lnTo>
                <a:lnTo>
                  <a:pt x="38100" y="125158"/>
                </a:lnTo>
                <a:lnTo>
                  <a:pt x="56388" y="124968"/>
                </a:lnTo>
                <a:lnTo>
                  <a:pt x="192024" y="124968"/>
                </a:lnTo>
                <a:lnTo>
                  <a:pt x="198120" y="128016"/>
                </a:lnTo>
                <a:lnTo>
                  <a:pt x="201168" y="131064"/>
                </a:lnTo>
                <a:lnTo>
                  <a:pt x="202692" y="134112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91440"/>
                </a:lnTo>
                <a:lnTo>
                  <a:pt x="201168" y="94488"/>
                </a:lnTo>
                <a:lnTo>
                  <a:pt x="198120" y="97536"/>
                </a:lnTo>
                <a:lnTo>
                  <a:pt x="195072" y="99060"/>
                </a:lnTo>
                <a:lnTo>
                  <a:pt x="193548" y="100584"/>
                </a:lnTo>
                <a:lnTo>
                  <a:pt x="108204" y="100584"/>
                </a:lnTo>
                <a:lnTo>
                  <a:pt x="100584" y="92964"/>
                </a:lnTo>
                <a:lnTo>
                  <a:pt x="96012" y="86868"/>
                </a:lnTo>
                <a:lnTo>
                  <a:pt x="92964" y="82296"/>
                </a:lnTo>
                <a:lnTo>
                  <a:pt x="89916" y="76200"/>
                </a:lnTo>
                <a:lnTo>
                  <a:pt x="88392" y="71628"/>
                </a:lnTo>
                <a:lnTo>
                  <a:pt x="88392" y="60960"/>
                </a:lnTo>
                <a:lnTo>
                  <a:pt x="89916" y="57912"/>
                </a:lnTo>
                <a:lnTo>
                  <a:pt x="92964" y="53340"/>
                </a:lnTo>
                <a:lnTo>
                  <a:pt x="94488" y="50292"/>
                </a:lnTo>
                <a:lnTo>
                  <a:pt x="131064" y="44196"/>
                </a:lnTo>
                <a:lnTo>
                  <a:pt x="192024" y="44196"/>
                </a:lnTo>
                <a:lnTo>
                  <a:pt x="198120" y="47244"/>
                </a:lnTo>
                <a:lnTo>
                  <a:pt x="202692" y="51816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8954" w="210819">
                <a:moveTo>
                  <a:pt x="207276" y="239268"/>
                </a:moveTo>
                <a:lnTo>
                  <a:pt x="202704" y="239268"/>
                </a:lnTo>
                <a:lnTo>
                  <a:pt x="202704" y="249936"/>
                </a:lnTo>
                <a:lnTo>
                  <a:pt x="201180" y="251460"/>
                </a:lnTo>
                <a:lnTo>
                  <a:pt x="199656" y="254508"/>
                </a:lnTo>
                <a:lnTo>
                  <a:pt x="198132" y="256032"/>
                </a:lnTo>
                <a:lnTo>
                  <a:pt x="192036" y="259080"/>
                </a:lnTo>
                <a:lnTo>
                  <a:pt x="70116" y="259080"/>
                </a:lnTo>
                <a:lnTo>
                  <a:pt x="70116" y="265176"/>
                </a:lnTo>
                <a:lnTo>
                  <a:pt x="86880" y="306324"/>
                </a:lnTo>
                <a:lnTo>
                  <a:pt x="91452" y="304800"/>
                </a:lnTo>
                <a:lnTo>
                  <a:pt x="89928" y="300228"/>
                </a:lnTo>
                <a:lnTo>
                  <a:pt x="89928" y="289560"/>
                </a:lnTo>
                <a:lnTo>
                  <a:pt x="94500" y="284988"/>
                </a:lnTo>
                <a:lnTo>
                  <a:pt x="99072" y="284988"/>
                </a:lnTo>
                <a:lnTo>
                  <a:pt x="102704" y="284111"/>
                </a:lnTo>
                <a:lnTo>
                  <a:pt x="108788" y="283654"/>
                </a:lnTo>
                <a:lnTo>
                  <a:pt x="118008" y="283464"/>
                </a:lnTo>
                <a:lnTo>
                  <a:pt x="192036" y="283464"/>
                </a:lnTo>
                <a:lnTo>
                  <a:pt x="198132" y="286512"/>
                </a:lnTo>
                <a:lnTo>
                  <a:pt x="199656" y="288036"/>
                </a:lnTo>
                <a:lnTo>
                  <a:pt x="201180" y="291084"/>
                </a:lnTo>
                <a:lnTo>
                  <a:pt x="202704" y="292608"/>
                </a:lnTo>
                <a:lnTo>
                  <a:pt x="202704" y="303276"/>
                </a:lnTo>
                <a:lnTo>
                  <a:pt x="207276" y="303276"/>
                </a:lnTo>
                <a:lnTo>
                  <a:pt x="207276" y="283464"/>
                </a:lnTo>
                <a:lnTo>
                  <a:pt x="207276" y="239268"/>
                </a:lnTo>
                <a:close/>
              </a:path>
              <a:path extrusionOk="0" h="528954" w="210819">
                <a:moveTo>
                  <a:pt x="210312" y="379476"/>
                </a:moveTo>
                <a:lnTo>
                  <a:pt x="96012" y="335280"/>
                </a:lnTo>
                <a:lnTo>
                  <a:pt x="77724" y="316992"/>
                </a:lnTo>
                <a:lnTo>
                  <a:pt x="73152" y="316992"/>
                </a:lnTo>
                <a:lnTo>
                  <a:pt x="73152" y="356616"/>
                </a:lnTo>
                <a:lnTo>
                  <a:pt x="77724" y="356616"/>
                </a:lnTo>
                <a:lnTo>
                  <a:pt x="79248" y="352044"/>
                </a:lnTo>
                <a:lnTo>
                  <a:pt x="79248" y="347472"/>
                </a:lnTo>
                <a:lnTo>
                  <a:pt x="83820" y="342900"/>
                </a:lnTo>
                <a:lnTo>
                  <a:pt x="89916" y="342900"/>
                </a:lnTo>
                <a:lnTo>
                  <a:pt x="92964" y="344424"/>
                </a:lnTo>
                <a:lnTo>
                  <a:pt x="99060" y="345948"/>
                </a:lnTo>
                <a:lnTo>
                  <a:pt x="172212" y="373380"/>
                </a:lnTo>
                <a:lnTo>
                  <a:pt x="96012" y="406908"/>
                </a:lnTo>
                <a:lnTo>
                  <a:pt x="83820" y="406908"/>
                </a:lnTo>
                <a:lnTo>
                  <a:pt x="82296" y="405384"/>
                </a:lnTo>
                <a:lnTo>
                  <a:pt x="80772" y="402336"/>
                </a:lnTo>
                <a:lnTo>
                  <a:pt x="79248" y="397764"/>
                </a:lnTo>
                <a:lnTo>
                  <a:pt x="77724" y="391668"/>
                </a:lnTo>
                <a:lnTo>
                  <a:pt x="73152" y="391668"/>
                </a:lnTo>
                <a:lnTo>
                  <a:pt x="73152" y="454152"/>
                </a:lnTo>
                <a:lnTo>
                  <a:pt x="77724" y="454152"/>
                </a:lnTo>
                <a:lnTo>
                  <a:pt x="79248" y="448056"/>
                </a:lnTo>
                <a:lnTo>
                  <a:pt x="79248" y="443484"/>
                </a:lnTo>
                <a:lnTo>
                  <a:pt x="86868" y="435864"/>
                </a:lnTo>
                <a:lnTo>
                  <a:pt x="92964" y="432816"/>
                </a:lnTo>
                <a:lnTo>
                  <a:pt x="112776" y="425196"/>
                </a:lnTo>
                <a:lnTo>
                  <a:pt x="173736" y="452628"/>
                </a:lnTo>
                <a:lnTo>
                  <a:pt x="99060" y="481584"/>
                </a:lnTo>
                <a:lnTo>
                  <a:pt x="89916" y="484632"/>
                </a:lnTo>
                <a:lnTo>
                  <a:pt x="85344" y="484632"/>
                </a:lnTo>
                <a:lnTo>
                  <a:pt x="82296" y="483108"/>
                </a:lnTo>
                <a:lnTo>
                  <a:pt x="79248" y="480060"/>
                </a:lnTo>
                <a:lnTo>
                  <a:pt x="79248" y="477012"/>
                </a:lnTo>
                <a:lnTo>
                  <a:pt x="77724" y="470916"/>
                </a:lnTo>
                <a:lnTo>
                  <a:pt x="73152" y="470916"/>
                </a:lnTo>
                <a:lnTo>
                  <a:pt x="73152" y="528828"/>
                </a:lnTo>
                <a:lnTo>
                  <a:pt x="77724" y="528828"/>
                </a:lnTo>
                <a:lnTo>
                  <a:pt x="79248" y="522732"/>
                </a:lnTo>
                <a:lnTo>
                  <a:pt x="82296" y="518160"/>
                </a:lnTo>
                <a:lnTo>
                  <a:pt x="83820" y="515112"/>
                </a:lnTo>
                <a:lnTo>
                  <a:pt x="86868" y="513588"/>
                </a:lnTo>
                <a:lnTo>
                  <a:pt x="91440" y="510540"/>
                </a:lnTo>
                <a:lnTo>
                  <a:pt x="210312" y="463296"/>
                </a:lnTo>
                <a:lnTo>
                  <a:pt x="210312" y="458724"/>
                </a:lnTo>
                <a:lnTo>
                  <a:pt x="123444" y="420624"/>
                </a:lnTo>
                <a:lnTo>
                  <a:pt x="210312" y="384048"/>
                </a:lnTo>
                <a:lnTo>
                  <a:pt x="210312" y="379476"/>
                </a:lnTo>
                <a:close/>
              </a:path>
              <a:path extrusionOk="0" h="528954" w="210819">
                <a:moveTo>
                  <a:pt x="210324" y="178308"/>
                </a:moveTo>
                <a:lnTo>
                  <a:pt x="181368" y="150876"/>
                </a:lnTo>
                <a:lnTo>
                  <a:pt x="181368" y="156972"/>
                </a:lnTo>
                <a:lnTo>
                  <a:pt x="185940" y="158496"/>
                </a:lnTo>
                <a:lnTo>
                  <a:pt x="187464" y="161544"/>
                </a:lnTo>
                <a:lnTo>
                  <a:pt x="190512" y="164592"/>
                </a:lnTo>
                <a:lnTo>
                  <a:pt x="192036" y="167640"/>
                </a:lnTo>
                <a:lnTo>
                  <a:pt x="192036" y="176784"/>
                </a:lnTo>
                <a:lnTo>
                  <a:pt x="190512" y="179832"/>
                </a:lnTo>
                <a:lnTo>
                  <a:pt x="184416" y="185928"/>
                </a:lnTo>
                <a:lnTo>
                  <a:pt x="82308" y="185928"/>
                </a:lnTo>
                <a:lnTo>
                  <a:pt x="82308" y="155448"/>
                </a:lnTo>
                <a:lnTo>
                  <a:pt x="73164" y="155448"/>
                </a:lnTo>
                <a:lnTo>
                  <a:pt x="73164" y="185928"/>
                </a:lnTo>
                <a:lnTo>
                  <a:pt x="28968" y="185928"/>
                </a:lnTo>
                <a:lnTo>
                  <a:pt x="28968" y="188976"/>
                </a:lnTo>
                <a:lnTo>
                  <a:pt x="39636" y="193548"/>
                </a:lnTo>
                <a:lnTo>
                  <a:pt x="45732" y="198120"/>
                </a:lnTo>
                <a:lnTo>
                  <a:pt x="50304" y="199644"/>
                </a:lnTo>
                <a:lnTo>
                  <a:pt x="56400" y="204216"/>
                </a:lnTo>
                <a:lnTo>
                  <a:pt x="68592" y="216408"/>
                </a:lnTo>
                <a:lnTo>
                  <a:pt x="73164" y="222504"/>
                </a:lnTo>
                <a:lnTo>
                  <a:pt x="76212" y="228600"/>
                </a:lnTo>
                <a:lnTo>
                  <a:pt x="79260" y="233172"/>
                </a:lnTo>
                <a:lnTo>
                  <a:pt x="82308" y="233172"/>
                </a:lnTo>
                <a:lnTo>
                  <a:pt x="82308" y="210312"/>
                </a:lnTo>
                <a:lnTo>
                  <a:pt x="192036" y="210312"/>
                </a:lnTo>
                <a:lnTo>
                  <a:pt x="196608" y="207264"/>
                </a:lnTo>
                <a:lnTo>
                  <a:pt x="201180" y="205740"/>
                </a:lnTo>
                <a:lnTo>
                  <a:pt x="204228" y="202692"/>
                </a:lnTo>
                <a:lnTo>
                  <a:pt x="210324" y="193548"/>
                </a:lnTo>
                <a:lnTo>
                  <a:pt x="210324" y="1783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4" name="Google Shape;8744;p116"/>
          <p:cNvGrpSpPr/>
          <p:nvPr/>
        </p:nvGrpSpPr>
        <p:grpSpPr>
          <a:xfrm>
            <a:off x="2270759" y="2839211"/>
            <a:ext cx="210312" cy="466344"/>
            <a:chOff x="2270759" y="2839211"/>
            <a:chExt cx="210312" cy="466344"/>
          </a:xfrm>
        </p:grpSpPr>
        <p:pic>
          <p:nvPicPr>
            <p:cNvPr id="8745" name="Google Shape;8745;p116"/>
            <p:cNvPicPr preferRelativeResize="0"/>
            <p:nvPr/>
          </p:nvPicPr>
          <p:blipFill rotWithShape="1">
            <a:blip r:embed="rId18">
              <a:alphaModFix/>
            </a:blip>
            <a:srcRect b="0" l="0" r="0" t="0"/>
            <a:stretch/>
          </p:blipFill>
          <p:spPr>
            <a:xfrm>
              <a:off x="2270759" y="3108959"/>
              <a:ext cx="210312" cy="1965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46" name="Google Shape;8746;p116"/>
            <p:cNvPicPr preferRelativeResize="0"/>
            <p:nvPr/>
          </p:nvPicPr>
          <p:blipFill rotWithShape="1">
            <a:blip r:embed="rId19">
              <a:alphaModFix/>
            </a:blip>
            <a:srcRect b="0" l="0" r="0" t="0"/>
            <a:stretch/>
          </p:blipFill>
          <p:spPr>
            <a:xfrm>
              <a:off x="2270759" y="2839211"/>
              <a:ext cx="210312" cy="24841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747" name="Google Shape;8747;p116"/>
          <p:cNvGrpSpPr/>
          <p:nvPr/>
        </p:nvGrpSpPr>
        <p:grpSpPr>
          <a:xfrm>
            <a:off x="2270760" y="2127503"/>
            <a:ext cx="210439" cy="589788"/>
            <a:chOff x="2270760" y="2127503"/>
            <a:chExt cx="210439" cy="589788"/>
          </a:xfrm>
        </p:grpSpPr>
        <p:pic>
          <p:nvPicPr>
            <p:cNvPr id="8748" name="Google Shape;8748;p116"/>
            <p:cNvPicPr preferRelativeResize="0"/>
            <p:nvPr/>
          </p:nvPicPr>
          <p:blipFill rotWithShape="1">
            <a:blip r:embed="rId20">
              <a:alphaModFix/>
            </a:blip>
            <a:srcRect b="0" l="0" r="0" t="0"/>
            <a:stretch/>
          </p:blipFill>
          <p:spPr>
            <a:xfrm>
              <a:off x="2340864" y="2604516"/>
              <a:ext cx="140207" cy="112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49" name="Google Shape;8749;p116"/>
            <p:cNvPicPr preferRelativeResize="0"/>
            <p:nvPr/>
          </p:nvPicPr>
          <p:blipFill rotWithShape="1">
            <a:blip r:embed="rId21">
              <a:alphaModFix/>
            </a:blip>
            <a:srcRect b="0" l="0" r="0" t="0"/>
            <a:stretch/>
          </p:blipFill>
          <p:spPr>
            <a:xfrm>
              <a:off x="2340864" y="2471927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50" name="Google Shape;8750;p116"/>
            <p:cNvPicPr preferRelativeResize="0"/>
            <p:nvPr/>
          </p:nvPicPr>
          <p:blipFill rotWithShape="1">
            <a:blip r:embed="rId22">
              <a:alphaModFix/>
            </a:blip>
            <a:srcRect b="0" l="0" r="0" t="0"/>
            <a:stretch/>
          </p:blipFill>
          <p:spPr>
            <a:xfrm>
              <a:off x="2270760" y="2307335"/>
              <a:ext cx="207263" cy="1447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51" name="Google Shape;8751;p116"/>
            <p:cNvPicPr preferRelativeResize="0"/>
            <p:nvPr/>
          </p:nvPicPr>
          <p:blipFill rotWithShape="1">
            <a:blip r:embed="rId23">
              <a:alphaModFix/>
            </a:blip>
            <a:srcRect b="0" l="0" r="0" t="0"/>
            <a:stretch/>
          </p:blipFill>
          <p:spPr>
            <a:xfrm>
              <a:off x="2340864" y="2188463"/>
              <a:ext cx="140207" cy="914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752" name="Google Shape;8752;p116"/>
            <p:cNvSpPr/>
            <p:nvPr/>
          </p:nvSpPr>
          <p:spPr>
            <a:xfrm>
              <a:off x="2447544" y="2127503"/>
              <a:ext cx="33655" cy="33655"/>
            </a:xfrm>
            <a:custGeom>
              <a:rect b="b" l="l" r="r" t="t"/>
              <a:pathLst>
                <a:path extrusionOk="0" h="33655" w="33655">
                  <a:moveTo>
                    <a:pt x="21335" y="33527"/>
                  </a:moveTo>
                  <a:lnTo>
                    <a:pt x="12191" y="33527"/>
                  </a:lnTo>
                  <a:lnTo>
                    <a:pt x="9143" y="32003"/>
                  </a:lnTo>
                  <a:lnTo>
                    <a:pt x="6095" y="28955"/>
                  </a:lnTo>
                  <a:lnTo>
                    <a:pt x="1523" y="25907"/>
                  </a:lnTo>
                  <a:lnTo>
                    <a:pt x="0" y="21335"/>
                  </a:lnTo>
                  <a:lnTo>
                    <a:pt x="0" y="12191"/>
                  </a:lnTo>
                  <a:lnTo>
                    <a:pt x="1523" y="7619"/>
                  </a:lnTo>
                  <a:lnTo>
                    <a:pt x="6095" y="4571"/>
                  </a:lnTo>
                  <a:lnTo>
                    <a:pt x="9143" y="1523"/>
                  </a:lnTo>
                  <a:lnTo>
                    <a:pt x="12191" y="0"/>
                  </a:lnTo>
                  <a:lnTo>
                    <a:pt x="21335" y="0"/>
                  </a:lnTo>
                  <a:lnTo>
                    <a:pt x="25907" y="1523"/>
                  </a:lnTo>
                  <a:lnTo>
                    <a:pt x="28955" y="4571"/>
                  </a:lnTo>
                  <a:lnTo>
                    <a:pt x="32003" y="9143"/>
                  </a:lnTo>
                  <a:lnTo>
                    <a:pt x="33527" y="12191"/>
                  </a:lnTo>
                  <a:lnTo>
                    <a:pt x="33527" y="21335"/>
                  </a:lnTo>
                  <a:lnTo>
                    <a:pt x="32003" y="25907"/>
                  </a:lnTo>
                  <a:lnTo>
                    <a:pt x="25907" y="32003"/>
                  </a:lnTo>
                  <a:lnTo>
                    <a:pt x="21335" y="33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753" name="Google Shape;8753;p116"/>
          <p:cNvPicPr preferRelativeResize="0"/>
          <p:nvPr/>
        </p:nvPicPr>
        <p:blipFill rotWithShape="1">
          <a:blip r:embed="rId24">
            <a:alphaModFix/>
          </a:blip>
          <a:srcRect b="0" l="0" r="0" t="0"/>
          <a:stretch/>
        </p:blipFill>
        <p:spPr>
          <a:xfrm>
            <a:off x="2275332" y="1667255"/>
            <a:ext cx="205739" cy="2941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54" name="Google Shape;8754;p116"/>
          <p:cNvGrpSpPr/>
          <p:nvPr/>
        </p:nvGrpSpPr>
        <p:grpSpPr>
          <a:xfrm>
            <a:off x="2270760" y="1100327"/>
            <a:ext cx="210312" cy="420624"/>
            <a:chOff x="2270760" y="1100327"/>
            <a:chExt cx="210312" cy="420624"/>
          </a:xfrm>
        </p:grpSpPr>
        <p:pic>
          <p:nvPicPr>
            <p:cNvPr id="8755" name="Google Shape;8755;p116"/>
            <p:cNvPicPr preferRelativeResize="0"/>
            <p:nvPr/>
          </p:nvPicPr>
          <p:blipFill rotWithShape="1">
            <a:blip r:embed="rId25">
              <a:alphaModFix/>
            </a:blip>
            <a:srcRect b="0" l="0" r="0" t="0"/>
            <a:stretch/>
          </p:blipFill>
          <p:spPr>
            <a:xfrm>
              <a:off x="2270760" y="1216152"/>
              <a:ext cx="210312" cy="3047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56" name="Google Shape;8756;p116"/>
            <p:cNvPicPr preferRelativeResize="0"/>
            <p:nvPr/>
          </p:nvPicPr>
          <p:blipFill rotWithShape="1">
            <a:blip r:embed="rId26">
              <a:alphaModFix/>
            </a:blip>
            <a:srcRect b="0" l="0" r="0" t="0"/>
            <a:stretch/>
          </p:blipFill>
          <p:spPr>
            <a:xfrm>
              <a:off x="2340864" y="1100327"/>
              <a:ext cx="140207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757" name="Google Shape;8757;p116"/>
          <p:cNvPicPr preferRelativeResize="0"/>
          <p:nvPr/>
        </p:nvPicPr>
        <p:blipFill rotWithShape="1">
          <a:blip r:embed="rId27">
            <a:alphaModFix/>
          </a:blip>
          <a:srcRect b="0" l="0" r="0" t="0"/>
          <a:stretch/>
        </p:blipFill>
        <p:spPr>
          <a:xfrm>
            <a:off x="2656332" y="8029955"/>
            <a:ext cx="242315" cy="6507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758" name="Google Shape;8758;p116"/>
          <p:cNvPicPr preferRelativeResize="0"/>
          <p:nvPr/>
        </p:nvPicPr>
        <p:blipFill rotWithShape="1">
          <a:blip r:embed="rId28">
            <a:alphaModFix/>
          </a:blip>
          <a:srcRect b="0" l="0" r="0" t="0"/>
          <a:stretch/>
        </p:blipFill>
        <p:spPr>
          <a:xfrm>
            <a:off x="2627375" y="7580376"/>
            <a:ext cx="210312" cy="3535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759" name="Google Shape;8759;p116"/>
          <p:cNvPicPr preferRelativeResize="0"/>
          <p:nvPr/>
        </p:nvPicPr>
        <p:blipFill rotWithShape="1">
          <a:blip r:embed="rId29">
            <a:alphaModFix/>
          </a:blip>
          <a:srcRect b="0" l="0" r="0" t="0"/>
          <a:stretch/>
        </p:blipFill>
        <p:spPr>
          <a:xfrm>
            <a:off x="2627375" y="6989064"/>
            <a:ext cx="271272" cy="4907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60" name="Google Shape;8760;p116"/>
          <p:cNvGrpSpPr/>
          <p:nvPr/>
        </p:nvGrpSpPr>
        <p:grpSpPr>
          <a:xfrm>
            <a:off x="2627376" y="6710171"/>
            <a:ext cx="210312" cy="181356"/>
            <a:chOff x="2627376" y="6710171"/>
            <a:chExt cx="210312" cy="181356"/>
          </a:xfrm>
        </p:grpSpPr>
        <p:pic>
          <p:nvPicPr>
            <p:cNvPr id="8761" name="Google Shape;8761;p116"/>
            <p:cNvPicPr preferRelativeResize="0"/>
            <p:nvPr/>
          </p:nvPicPr>
          <p:blipFill rotWithShape="1">
            <a:blip r:embed="rId30">
              <a:alphaModFix/>
            </a:blip>
            <a:srcRect b="0" l="0" r="0" t="0"/>
            <a:stretch/>
          </p:blipFill>
          <p:spPr>
            <a:xfrm>
              <a:off x="2627376" y="6824471"/>
              <a:ext cx="207264" cy="670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62" name="Google Shape;8762;p116"/>
            <p:cNvPicPr preferRelativeResize="0"/>
            <p:nvPr/>
          </p:nvPicPr>
          <p:blipFill rotWithShape="1">
            <a:blip r:embed="rId31">
              <a:alphaModFix/>
            </a:blip>
            <a:srcRect b="0" l="0" r="0" t="0"/>
            <a:stretch/>
          </p:blipFill>
          <p:spPr>
            <a:xfrm>
              <a:off x="2697480" y="6710171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763" name="Google Shape;8763;p116"/>
          <p:cNvPicPr preferRelativeResize="0"/>
          <p:nvPr/>
        </p:nvPicPr>
        <p:blipFill rotWithShape="1">
          <a:blip r:embed="rId32">
            <a:alphaModFix/>
          </a:blip>
          <a:srcRect b="0" l="0" r="0" t="0"/>
          <a:stretch/>
        </p:blipFill>
        <p:spPr>
          <a:xfrm>
            <a:off x="2627375" y="5487923"/>
            <a:ext cx="210312" cy="1123187"/>
          </a:xfrm>
          <a:prstGeom prst="rect">
            <a:avLst/>
          </a:prstGeom>
          <a:noFill/>
          <a:ln>
            <a:noFill/>
          </a:ln>
        </p:spPr>
      </p:pic>
      <p:pic>
        <p:nvPicPr>
          <p:cNvPr id="8764" name="Google Shape;8764;p116"/>
          <p:cNvPicPr preferRelativeResize="0"/>
          <p:nvPr/>
        </p:nvPicPr>
        <p:blipFill rotWithShape="1">
          <a:blip r:embed="rId33">
            <a:alphaModFix/>
          </a:blip>
          <a:srcRect b="0" l="0" r="0" t="0"/>
          <a:stretch/>
        </p:blipFill>
        <p:spPr>
          <a:xfrm>
            <a:off x="2627376" y="5173979"/>
            <a:ext cx="207264" cy="227076"/>
          </a:xfrm>
          <a:prstGeom prst="rect">
            <a:avLst/>
          </a:prstGeom>
          <a:noFill/>
          <a:ln>
            <a:noFill/>
          </a:ln>
        </p:spPr>
      </p:pic>
      <p:sp>
        <p:nvSpPr>
          <p:cNvPr id="8765" name="Google Shape;8765;p116"/>
          <p:cNvSpPr/>
          <p:nvPr/>
        </p:nvSpPr>
        <p:spPr>
          <a:xfrm>
            <a:off x="2656332" y="4448556"/>
            <a:ext cx="181610" cy="646430"/>
          </a:xfrm>
          <a:custGeom>
            <a:rect b="b" l="l" r="r" t="t"/>
            <a:pathLst>
              <a:path extrusionOk="0" h="646429" w="181610">
                <a:moveTo>
                  <a:pt x="178308" y="362712"/>
                </a:moveTo>
                <a:lnTo>
                  <a:pt x="173736" y="362712"/>
                </a:lnTo>
                <a:lnTo>
                  <a:pt x="173736" y="370332"/>
                </a:lnTo>
                <a:lnTo>
                  <a:pt x="172212" y="374904"/>
                </a:lnTo>
                <a:lnTo>
                  <a:pt x="169164" y="381000"/>
                </a:lnTo>
                <a:lnTo>
                  <a:pt x="164592" y="385572"/>
                </a:lnTo>
                <a:lnTo>
                  <a:pt x="160020" y="387096"/>
                </a:lnTo>
                <a:lnTo>
                  <a:pt x="85344" y="387096"/>
                </a:lnTo>
                <a:lnTo>
                  <a:pt x="76200" y="382524"/>
                </a:lnTo>
                <a:lnTo>
                  <a:pt x="68580" y="377952"/>
                </a:lnTo>
                <a:lnTo>
                  <a:pt x="65532" y="373380"/>
                </a:lnTo>
                <a:lnTo>
                  <a:pt x="62484" y="370332"/>
                </a:lnTo>
                <a:lnTo>
                  <a:pt x="62484" y="365760"/>
                </a:lnTo>
                <a:lnTo>
                  <a:pt x="64008" y="362712"/>
                </a:lnTo>
                <a:lnTo>
                  <a:pt x="67056" y="358140"/>
                </a:lnTo>
                <a:lnTo>
                  <a:pt x="71628" y="355092"/>
                </a:lnTo>
                <a:lnTo>
                  <a:pt x="73152" y="350520"/>
                </a:lnTo>
                <a:lnTo>
                  <a:pt x="73152" y="344424"/>
                </a:lnTo>
                <a:lnTo>
                  <a:pt x="71628" y="341376"/>
                </a:lnTo>
                <a:lnTo>
                  <a:pt x="68580" y="339852"/>
                </a:lnTo>
                <a:lnTo>
                  <a:pt x="65532" y="336804"/>
                </a:lnTo>
                <a:lnTo>
                  <a:pt x="62484" y="335280"/>
                </a:lnTo>
                <a:lnTo>
                  <a:pt x="53340" y="335280"/>
                </a:lnTo>
                <a:lnTo>
                  <a:pt x="50292" y="338328"/>
                </a:lnTo>
                <a:lnTo>
                  <a:pt x="45720" y="341376"/>
                </a:lnTo>
                <a:lnTo>
                  <a:pt x="42672" y="344424"/>
                </a:lnTo>
                <a:lnTo>
                  <a:pt x="41148" y="348996"/>
                </a:lnTo>
                <a:lnTo>
                  <a:pt x="41148" y="353568"/>
                </a:lnTo>
                <a:lnTo>
                  <a:pt x="43141" y="362458"/>
                </a:lnTo>
                <a:lnTo>
                  <a:pt x="49149" y="370903"/>
                </a:lnTo>
                <a:lnTo>
                  <a:pt x="59143" y="379082"/>
                </a:lnTo>
                <a:lnTo>
                  <a:pt x="73152" y="387096"/>
                </a:lnTo>
                <a:lnTo>
                  <a:pt x="41148" y="387096"/>
                </a:lnTo>
                <a:lnTo>
                  <a:pt x="41148" y="394716"/>
                </a:lnTo>
                <a:lnTo>
                  <a:pt x="57912" y="434340"/>
                </a:lnTo>
                <a:lnTo>
                  <a:pt x="62484" y="434340"/>
                </a:lnTo>
                <a:lnTo>
                  <a:pt x="60960" y="429768"/>
                </a:lnTo>
                <a:lnTo>
                  <a:pt x="59436" y="426720"/>
                </a:lnTo>
                <a:lnTo>
                  <a:pt x="59436" y="420624"/>
                </a:lnTo>
                <a:lnTo>
                  <a:pt x="60960" y="419100"/>
                </a:lnTo>
                <a:lnTo>
                  <a:pt x="62484" y="416052"/>
                </a:lnTo>
                <a:lnTo>
                  <a:pt x="64008" y="414528"/>
                </a:lnTo>
                <a:lnTo>
                  <a:pt x="65532" y="414528"/>
                </a:lnTo>
                <a:lnTo>
                  <a:pt x="68580" y="413004"/>
                </a:lnTo>
                <a:lnTo>
                  <a:pt x="86360" y="411721"/>
                </a:lnTo>
                <a:lnTo>
                  <a:pt x="97536" y="411480"/>
                </a:lnTo>
                <a:lnTo>
                  <a:pt x="155448" y="411480"/>
                </a:lnTo>
                <a:lnTo>
                  <a:pt x="160020" y="413004"/>
                </a:lnTo>
                <a:lnTo>
                  <a:pt x="163068" y="413004"/>
                </a:lnTo>
                <a:lnTo>
                  <a:pt x="169164" y="416052"/>
                </a:lnTo>
                <a:lnTo>
                  <a:pt x="170688" y="417576"/>
                </a:lnTo>
                <a:lnTo>
                  <a:pt x="172212" y="420624"/>
                </a:lnTo>
                <a:lnTo>
                  <a:pt x="173736" y="425196"/>
                </a:lnTo>
                <a:lnTo>
                  <a:pt x="173736" y="431292"/>
                </a:lnTo>
                <a:lnTo>
                  <a:pt x="178308" y="431292"/>
                </a:lnTo>
                <a:lnTo>
                  <a:pt x="178308" y="362712"/>
                </a:lnTo>
                <a:close/>
              </a:path>
              <a:path extrusionOk="0" h="646429" w="181610">
                <a:moveTo>
                  <a:pt x="178308" y="108204"/>
                </a:moveTo>
                <a:lnTo>
                  <a:pt x="173736" y="108204"/>
                </a:lnTo>
                <a:lnTo>
                  <a:pt x="173736" y="114300"/>
                </a:lnTo>
                <a:lnTo>
                  <a:pt x="172212" y="118872"/>
                </a:lnTo>
                <a:lnTo>
                  <a:pt x="170688" y="121920"/>
                </a:lnTo>
                <a:lnTo>
                  <a:pt x="166116" y="126492"/>
                </a:lnTo>
                <a:lnTo>
                  <a:pt x="163068" y="128016"/>
                </a:lnTo>
                <a:lnTo>
                  <a:pt x="89916" y="128016"/>
                </a:lnTo>
                <a:lnTo>
                  <a:pt x="82219" y="128282"/>
                </a:lnTo>
                <a:lnTo>
                  <a:pt x="45720" y="144780"/>
                </a:lnTo>
                <a:lnTo>
                  <a:pt x="41148" y="155448"/>
                </a:lnTo>
                <a:lnTo>
                  <a:pt x="41148" y="170688"/>
                </a:lnTo>
                <a:lnTo>
                  <a:pt x="70104" y="208788"/>
                </a:lnTo>
                <a:lnTo>
                  <a:pt x="60960" y="210312"/>
                </a:lnTo>
                <a:lnTo>
                  <a:pt x="53340" y="214884"/>
                </a:lnTo>
                <a:lnTo>
                  <a:pt x="48768" y="220980"/>
                </a:lnTo>
                <a:lnTo>
                  <a:pt x="44196" y="225552"/>
                </a:lnTo>
                <a:lnTo>
                  <a:pt x="41148" y="233172"/>
                </a:lnTo>
                <a:lnTo>
                  <a:pt x="41148" y="246888"/>
                </a:lnTo>
                <a:lnTo>
                  <a:pt x="45720" y="260604"/>
                </a:lnTo>
                <a:lnTo>
                  <a:pt x="48768" y="265176"/>
                </a:lnTo>
                <a:lnTo>
                  <a:pt x="54864" y="271272"/>
                </a:lnTo>
                <a:lnTo>
                  <a:pt x="59436" y="277368"/>
                </a:lnTo>
                <a:lnTo>
                  <a:pt x="70104" y="286512"/>
                </a:lnTo>
                <a:lnTo>
                  <a:pt x="41148" y="286512"/>
                </a:lnTo>
                <a:lnTo>
                  <a:pt x="41148" y="294132"/>
                </a:lnTo>
                <a:lnTo>
                  <a:pt x="57912" y="333756"/>
                </a:lnTo>
                <a:lnTo>
                  <a:pt x="62484" y="332232"/>
                </a:lnTo>
                <a:lnTo>
                  <a:pt x="60960" y="327660"/>
                </a:lnTo>
                <a:lnTo>
                  <a:pt x="59436" y="324612"/>
                </a:lnTo>
                <a:lnTo>
                  <a:pt x="59436" y="320040"/>
                </a:lnTo>
                <a:lnTo>
                  <a:pt x="60960" y="316992"/>
                </a:lnTo>
                <a:lnTo>
                  <a:pt x="62484" y="315468"/>
                </a:lnTo>
                <a:lnTo>
                  <a:pt x="62484" y="313944"/>
                </a:lnTo>
                <a:lnTo>
                  <a:pt x="65532" y="313944"/>
                </a:lnTo>
                <a:lnTo>
                  <a:pt x="68580" y="312420"/>
                </a:lnTo>
                <a:lnTo>
                  <a:pt x="87223" y="311137"/>
                </a:lnTo>
                <a:lnTo>
                  <a:pt x="97536" y="310896"/>
                </a:lnTo>
                <a:lnTo>
                  <a:pt x="156972" y="310896"/>
                </a:lnTo>
                <a:lnTo>
                  <a:pt x="161544" y="312420"/>
                </a:lnTo>
                <a:lnTo>
                  <a:pt x="164592" y="313944"/>
                </a:lnTo>
                <a:lnTo>
                  <a:pt x="167640" y="313944"/>
                </a:lnTo>
                <a:lnTo>
                  <a:pt x="172212" y="318516"/>
                </a:lnTo>
                <a:lnTo>
                  <a:pt x="172212" y="321564"/>
                </a:lnTo>
                <a:lnTo>
                  <a:pt x="173736" y="324612"/>
                </a:lnTo>
                <a:lnTo>
                  <a:pt x="173736" y="330708"/>
                </a:lnTo>
                <a:lnTo>
                  <a:pt x="178308" y="330708"/>
                </a:lnTo>
                <a:lnTo>
                  <a:pt x="178308" y="266700"/>
                </a:lnTo>
                <a:lnTo>
                  <a:pt x="173736" y="266700"/>
                </a:lnTo>
                <a:lnTo>
                  <a:pt x="173736" y="274320"/>
                </a:lnTo>
                <a:lnTo>
                  <a:pt x="172212" y="278892"/>
                </a:lnTo>
                <a:lnTo>
                  <a:pt x="172212" y="280416"/>
                </a:lnTo>
                <a:lnTo>
                  <a:pt x="167640" y="284988"/>
                </a:lnTo>
                <a:lnTo>
                  <a:pt x="166116" y="284988"/>
                </a:lnTo>
                <a:lnTo>
                  <a:pt x="163068" y="286512"/>
                </a:lnTo>
                <a:lnTo>
                  <a:pt x="77724" y="286512"/>
                </a:lnTo>
                <a:lnTo>
                  <a:pt x="71628" y="283464"/>
                </a:lnTo>
                <a:lnTo>
                  <a:pt x="67056" y="277368"/>
                </a:lnTo>
                <a:lnTo>
                  <a:pt x="64008" y="269748"/>
                </a:lnTo>
                <a:lnTo>
                  <a:pt x="60960" y="263652"/>
                </a:lnTo>
                <a:lnTo>
                  <a:pt x="59436" y="259080"/>
                </a:lnTo>
                <a:lnTo>
                  <a:pt x="59436" y="246888"/>
                </a:lnTo>
                <a:lnTo>
                  <a:pt x="62484" y="240792"/>
                </a:lnTo>
                <a:lnTo>
                  <a:pt x="68580" y="236220"/>
                </a:lnTo>
                <a:lnTo>
                  <a:pt x="73152" y="233172"/>
                </a:lnTo>
                <a:lnTo>
                  <a:pt x="80772" y="231648"/>
                </a:lnTo>
                <a:lnTo>
                  <a:pt x="161544" y="231648"/>
                </a:lnTo>
                <a:lnTo>
                  <a:pt x="163068" y="233172"/>
                </a:lnTo>
                <a:lnTo>
                  <a:pt x="166116" y="233172"/>
                </a:lnTo>
                <a:lnTo>
                  <a:pt x="170688" y="237744"/>
                </a:lnTo>
                <a:lnTo>
                  <a:pt x="172212" y="240792"/>
                </a:lnTo>
                <a:lnTo>
                  <a:pt x="173736" y="245364"/>
                </a:lnTo>
                <a:lnTo>
                  <a:pt x="173736" y="251460"/>
                </a:lnTo>
                <a:lnTo>
                  <a:pt x="178308" y="251460"/>
                </a:lnTo>
                <a:lnTo>
                  <a:pt x="178308" y="187452"/>
                </a:lnTo>
                <a:lnTo>
                  <a:pt x="173736" y="187452"/>
                </a:lnTo>
                <a:lnTo>
                  <a:pt x="173736" y="193548"/>
                </a:lnTo>
                <a:lnTo>
                  <a:pt x="172212" y="198120"/>
                </a:lnTo>
                <a:lnTo>
                  <a:pt x="169164" y="204216"/>
                </a:lnTo>
                <a:lnTo>
                  <a:pt x="167640" y="205740"/>
                </a:lnTo>
                <a:lnTo>
                  <a:pt x="166116" y="205740"/>
                </a:lnTo>
                <a:lnTo>
                  <a:pt x="163068" y="207264"/>
                </a:lnTo>
                <a:lnTo>
                  <a:pt x="77724" y="207264"/>
                </a:lnTo>
                <a:lnTo>
                  <a:pt x="70104" y="199644"/>
                </a:lnTo>
                <a:lnTo>
                  <a:pt x="65532" y="193548"/>
                </a:lnTo>
                <a:lnTo>
                  <a:pt x="62484" y="188976"/>
                </a:lnTo>
                <a:lnTo>
                  <a:pt x="59436" y="179832"/>
                </a:lnTo>
                <a:lnTo>
                  <a:pt x="59436" y="166116"/>
                </a:lnTo>
                <a:lnTo>
                  <a:pt x="62484" y="160020"/>
                </a:lnTo>
                <a:lnTo>
                  <a:pt x="68580" y="156972"/>
                </a:lnTo>
                <a:lnTo>
                  <a:pt x="73152" y="153924"/>
                </a:lnTo>
                <a:lnTo>
                  <a:pt x="80772" y="152400"/>
                </a:lnTo>
                <a:lnTo>
                  <a:pt x="160020" y="152400"/>
                </a:lnTo>
                <a:lnTo>
                  <a:pt x="163068" y="153924"/>
                </a:lnTo>
                <a:lnTo>
                  <a:pt x="166116" y="153924"/>
                </a:lnTo>
                <a:lnTo>
                  <a:pt x="169164" y="155448"/>
                </a:lnTo>
                <a:lnTo>
                  <a:pt x="173736" y="164592"/>
                </a:lnTo>
                <a:lnTo>
                  <a:pt x="173736" y="172212"/>
                </a:lnTo>
                <a:lnTo>
                  <a:pt x="178308" y="172212"/>
                </a:lnTo>
                <a:lnTo>
                  <a:pt x="178308" y="108204"/>
                </a:lnTo>
                <a:close/>
              </a:path>
              <a:path extrusionOk="0" h="646429" w="181610">
                <a:moveTo>
                  <a:pt x="181343" y="496824"/>
                </a:moveTo>
                <a:lnTo>
                  <a:pt x="166103" y="460248"/>
                </a:lnTo>
                <a:lnTo>
                  <a:pt x="129527" y="441960"/>
                </a:lnTo>
                <a:lnTo>
                  <a:pt x="126479" y="445008"/>
                </a:lnTo>
                <a:lnTo>
                  <a:pt x="134797" y="448703"/>
                </a:lnTo>
                <a:lnTo>
                  <a:pt x="141528" y="452818"/>
                </a:lnTo>
                <a:lnTo>
                  <a:pt x="146812" y="457200"/>
                </a:lnTo>
                <a:lnTo>
                  <a:pt x="150863" y="461772"/>
                </a:lnTo>
                <a:lnTo>
                  <a:pt x="153911" y="467868"/>
                </a:lnTo>
                <a:lnTo>
                  <a:pt x="156959" y="475488"/>
                </a:lnTo>
                <a:lnTo>
                  <a:pt x="156959" y="484632"/>
                </a:lnTo>
                <a:lnTo>
                  <a:pt x="140195" y="519684"/>
                </a:lnTo>
                <a:lnTo>
                  <a:pt x="94475" y="533400"/>
                </a:lnTo>
                <a:lnTo>
                  <a:pt x="94475" y="472440"/>
                </a:lnTo>
                <a:lnTo>
                  <a:pt x="94475" y="441960"/>
                </a:lnTo>
                <a:lnTo>
                  <a:pt x="85331" y="442658"/>
                </a:lnTo>
                <a:lnTo>
                  <a:pt x="85331" y="472440"/>
                </a:lnTo>
                <a:lnTo>
                  <a:pt x="85331" y="533400"/>
                </a:lnTo>
                <a:lnTo>
                  <a:pt x="50279" y="509016"/>
                </a:lnTo>
                <a:lnTo>
                  <a:pt x="50279" y="495300"/>
                </a:lnTo>
                <a:lnTo>
                  <a:pt x="76187" y="472440"/>
                </a:lnTo>
                <a:lnTo>
                  <a:pt x="85331" y="472440"/>
                </a:lnTo>
                <a:lnTo>
                  <a:pt x="85331" y="442658"/>
                </a:lnTo>
                <a:lnTo>
                  <a:pt x="48856" y="464629"/>
                </a:lnTo>
                <a:lnTo>
                  <a:pt x="41135" y="493776"/>
                </a:lnTo>
                <a:lnTo>
                  <a:pt x="41198" y="494398"/>
                </a:lnTo>
                <a:lnTo>
                  <a:pt x="41287" y="495300"/>
                </a:lnTo>
                <a:lnTo>
                  <a:pt x="59423" y="537972"/>
                </a:lnTo>
                <a:lnTo>
                  <a:pt x="96723" y="553618"/>
                </a:lnTo>
                <a:lnTo>
                  <a:pt x="112763" y="554736"/>
                </a:lnTo>
                <a:lnTo>
                  <a:pt x="127914" y="553618"/>
                </a:lnTo>
                <a:lnTo>
                  <a:pt x="163055" y="537972"/>
                </a:lnTo>
                <a:lnTo>
                  <a:pt x="180200" y="507974"/>
                </a:lnTo>
                <a:lnTo>
                  <a:pt x="181343" y="496824"/>
                </a:lnTo>
                <a:close/>
              </a:path>
              <a:path extrusionOk="0" h="646429" w="181610">
                <a:moveTo>
                  <a:pt x="181356" y="589788"/>
                </a:moveTo>
                <a:lnTo>
                  <a:pt x="178308" y="583692"/>
                </a:lnTo>
                <a:lnTo>
                  <a:pt x="169164" y="571500"/>
                </a:lnTo>
                <a:lnTo>
                  <a:pt x="161544" y="566928"/>
                </a:lnTo>
                <a:lnTo>
                  <a:pt x="152400" y="563880"/>
                </a:lnTo>
                <a:lnTo>
                  <a:pt x="152400" y="569976"/>
                </a:lnTo>
                <a:lnTo>
                  <a:pt x="158496" y="573024"/>
                </a:lnTo>
                <a:lnTo>
                  <a:pt x="163068" y="582168"/>
                </a:lnTo>
                <a:lnTo>
                  <a:pt x="163068" y="589788"/>
                </a:lnTo>
                <a:lnTo>
                  <a:pt x="161544" y="592836"/>
                </a:lnTo>
                <a:lnTo>
                  <a:pt x="158496" y="594360"/>
                </a:lnTo>
                <a:lnTo>
                  <a:pt x="155448" y="597408"/>
                </a:lnTo>
                <a:lnTo>
                  <a:pt x="149352" y="598932"/>
                </a:lnTo>
                <a:lnTo>
                  <a:pt x="53340" y="598932"/>
                </a:lnTo>
                <a:lnTo>
                  <a:pt x="53340" y="566928"/>
                </a:lnTo>
                <a:lnTo>
                  <a:pt x="44196" y="566928"/>
                </a:lnTo>
                <a:lnTo>
                  <a:pt x="44196" y="598932"/>
                </a:lnTo>
                <a:lnTo>
                  <a:pt x="0" y="598932"/>
                </a:lnTo>
                <a:lnTo>
                  <a:pt x="0" y="601980"/>
                </a:lnTo>
                <a:lnTo>
                  <a:pt x="9144" y="605028"/>
                </a:lnTo>
                <a:lnTo>
                  <a:pt x="16764" y="609600"/>
                </a:lnTo>
                <a:lnTo>
                  <a:pt x="19812" y="611124"/>
                </a:lnTo>
                <a:lnTo>
                  <a:pt x="27432" y="615696"/>
                </a:lnTo>
                <a:lnTo>
                  <a:pt x="33528" y="621792"/>
                </a:lnTo>
                <a:lnTo>
                  <a:pt x="47244" y="640080"/>
                </a:lnTo>
                <a:lnTo>
                  <a:pt x="48768" y="646176"/>
                </a:lnTo>
                <a:lnTo>
                  <a:pt x="53340" y="646176"/>
                </a:lnTo>
                <a:lnTo>
                  <a:pt x="53340" y="623316"/>
                </a:lnTo>
                <a:lnTo>
                  <a:pt x="153924" y="623316"/>
                </a:lnTo>
                <a:lnTo>
                  <a:pt x="161544" y="621792"/>
                </a:lnTo>
                <a:lnTo>
                  <a:pt x="166116" y="620268"/>
                </a:lnTo>
                <a:lnTo>
                  <a:pt x="175260" y="614172"/>
                </a:lnTo>
                <a:lnTo>
                  <a:pt x="176784" y="609600"/>
                </a:lnTo>
                <a:lnTo>
                  <a:pt x="179832" y="606552"/>
                </a:lnTo>
                <a:lnTo>
                  <a:pt x="181356" y="601980"/>
                </a:lnTo>
                <a:lnTo>
                  <a:pt x="181356" y="589788"/>
                </a:lnTo>
                <a:close/>
              </a:path>
              <a:path extrusionOk="0" h="646429" w="181610">
                <a:moveTo>
                  <a:pt x="181356" y="44196"/>
                </a:moveTo>
                <a:lnTo>
                  <a:pt x="164439" y="7721"/>
                </a:lnTo>
                <a:lnTo>
                  <a:pt x="141732" y="0"/>
                </a:lnTo>
                <a:lnTo>
                  <a:pt x="129984" y="1739"/>
                </a:lnTo>
                <a:lnTo>
                  <a:pt x="119824" y="7048"/>
                </a:lnTo>
                <a:lnTo>
                  <a:pt x="111074" y="16078"/>
                </a:lnTo>
                <a:lnTo>
                  <a:pt x="103632" y="28956"/>
                </a:lnTo>
                <a:lnTo>
                  <a:pt x="85344" y="65532"/>
                </a:lnTo>
                <a:lnTo>
                  <a:pt x="80772" y="68580"/>
                </a:lnTo>
                <a:lnTo>
                  <a:pt x="77724" y="71628"/>
                </a:lnTo>
                <a:lnTo>
                  <a:pt x="73152" y="73152"/>
                </a:lnTo>
                <a:lnTo>
                  <a:pt x="62484" y="73152"/>
                </a:lnTo>
                <a:lnTo>
                  <a:pt x="59436" y="70104"/>
                </a:lnTo>
                <a:lnTo>
                  <a:pt x="54864" y="67056"/>
                </a:lnTo>
                <a:lnTo>
                  <a:pt x="51816" y="62484"/>
                </a:lnTo>
                <a:lnTo>
                  <a:pt x="50292" y="56388"/>
                </a:lnTo>
                <a:lnTo>
                  <a:pt x="50292" y="41148"/>
                </a:lnTo>
                <a:lnTo>
                  <a:pt x="86868" y="15240"/>
                </a:lnTo>
                <a:lnTo>
                  <a:pt x="86868" y="10668"/>
                </a:lnTo>
                <a:lnTo>
                  <a:pt x="41148" y="10668"/>
                </a:lnTo>
                <a:lnTo>
                  <a:pt x="41148" y="15240"/>
                </a:lnTo>
                <a:lnTo>
                  <a:pt x="44196" y="15240"/>
                </a:lnTo>
                <a:lnTo>
                  <a:pt x="45720" y="16764"/>
                </a:lnTo>
                <a:lnTo>
                  <a:pt x="45720" y="18288"/>
                </a:lnTo>
                <a:lnTo>
                  <a:pt x="47244" y="18288"/>
                </a:lnTo>
                <a:lnTo>
                  <a:pt x="47244" y="22860"/>
                </a:lnTo>
                <a:lnTo>
                  <a:pt x="45720" y="25908"/>
                </a:lnTo>
                <a:lnTo>
                  <a:pt x="44196" y="30480"/>
                </a:lnTo>
                <a:lnTo>
                  <a:pt x="41148" y="45720"/>
                </a:lnTo>
                <a:lnTo>
                  <a:pt x="41148" y="50292"/>
                </a:lnTo>
                <a:lnTo>
                  <a:pt x="64389" y="88201"/>
                </a:lnTo>
                <a:lnTo>
                  <a:pt x="79248" y="91440"/>
                </a:lnTo>
                <a:lnTo>
                  <a:pt x="86868" y="91440"/>
                </a:lnTo>
                <a:lnTo>
                  <a:pt x="94488" y="88392"/>
                </a:lnTo>
                <a:lnTo>
                  <a:pt x="99060" y="83820"/>
                </a:lnTo>
                <a:lnTo>
                  <a:pt x="103632" y="79540"/>
                </a:lnTo>
                <a:lnTo>
                  <a:pt x="108204" y="73533"/>
                </a:lnTo>
                <a:lnTo>
                  <a:pt x="112776" y="65824"/>
                </a:lnTo>
                <a:lnTo>
                  <a:pt x="122529" y="46088"/>
                </a:lnTo>
                <a:lnTo>
                  <a:pt x="126873" y="37909"/>
                </a:lnTo>
                <a:lnTo>
                  <a:pt x="130632" y="31750"/>
                </a:lnTo>
                <a:lnTo>
                  <a:pt x="134112" y="27432"/>
                </a:lnTo>
                <a:lnTo>
                  <a:pt x="138684" y="22860"/>
                </a:lnTo>
                <a:lnTo>
                  <a:pt x="144780" y="21336"/>
                </a:lnTo>
                <a:lnTo>
                  <a:pt x="156972" y="21336"/>
                </a:lnTo>
                <a:lnTo>
                  <a:pt x="161544" y="22860"/>
                </a:lnTo>
                <a:lnTo>
                  <a:pt x="170688" y="32004"/>
                </a:lnTo>
                <a:lnTo>
                  <a:pt x="172212" y="36576"/>
                </a:lnTo>
                <a:lnTo>
                  <a:pt x="172212" y="44196"/>
                </a:lnTo>
                <a:lnTo>
                  <a:pt x="149923" y="80200"/>
                </a:lnTo>
                <a:lnTo>
                  <a:pt x="132588" y="86868"/>
                </a:lnTo>
                <a:lnTo>
                  <a:pt x="132588" y="91440"/>
                </a:lnTo>
                <a:lnTo>
                  <a:pt x="179832" y="91440"/>
                </a:lnTo>
                <a:lnTo>
                  <a:pt x="181356" y="86868"/>
                </a:lnTo>
                <a:lnTo>
                  <a:pt x="176784" y="85344"/>
                </a:lnTo>
                <a:lnTo>
                  <a:pt x="175260" y="83820"/>
                </a:lnTo>
                <a:lnTo>
                  <a:pt x="175260" y="76200"/>
                </a:lnTo>
                <a:lnTo>
                  <a:pt x="176784" y="73152"/>
                </a:lnTo>
                <a:lnTo>
                  <a:pt x="178777" y="65417"/>
                </a:lnTo>
                <a:lnTo>
                  <a:pt x="180213" y="58102"/>
                </a:lnTo>
                <a:lnTo>
                  <a:pt x="181063" y="51079"/>
                </a:lnTo>
                <a:lnTo>
                  <a:pt x="181356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766" name="Google Shape;8766;p116"/>
          <p:cNvPicPr preferRelativeResize="0"/>
          <p:nvPr/>
        </p:nvPicPr>
        <p:blipFill rotWithShape="1">
          <a:blip r:embed="rId34">
            <a:alphaModFix/>
          </a:blip>
          <a:srcRect b="0" l="0" r="0" t="0"/>
          <a:stretch/>
        </p:blipFill>
        <p:spPr>
          <a:xfrm>
            <a:off x="2627375" y="3447288"/>
            <a:ext cx="271272" cy="9006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767" name="Google Shape;8767;p116"/>
          <p:cNvPicPr preferRelativeResize="0"/>
          <p:nvPr/>
        </p:nvPicPr>
        <p:blipFill rotWithShape="1">
          <a:blip r:embed="rId35">
            <a:alphaModFix/>
          </a:blip>
          <a:srcRect b="0" l="0" r="0" t="0"/>
          <a:stretch/>
        </p:blipFill>
        <p:spPr>
          <a:xfrm>
            <a:off x="2656332" y="2758440"/>
            <a:ext cx="242315" cy="5913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68" name="Google Shape;8768;p116"/>
          <p:cNvGrpSpPr/>
          <p:nvPr/>
        </p:nvGrpSpPr>
        <p:grpSpPr>
          <a:xfrm>
            <a:off x="2627375" y="1946148"/>
            <a:ext cx="210312" cy="720851"/>
            <a:chOff x="2627375" y="1946148"/>
            <a:chExt cx="210312" cy="720851"/>
          </a:xfrm>
        </p:grpSpPr>
        <p:pic>
          <p:nvPicPr>
            <p:cNvPr id="8769" name="Google Shape;8769;p116"/>
            <p:cNvPicPr preferRelativeResize="0"/>
            <p:nvPr/>
          </p:nvPicPr>
          <p:blipFill rotWithShape="1">
            <a:blip r:embed="rId36">
              <a:alphaModFix/>
            </a:blip>
            <a:srcRect b="0" l="0" r="0" t="0"/>
            <a:stretch/>
          </p:blipFill>
          <p:spPr>
            <a:xfrm>
              <a:off x="2627375" y="2232659"/>
              <a:ext cx="210312" cy="4343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70" name="Google Shape;8770;p116"/>
            <p:cNvPicPr preferRelativeResize="0"/>
            <p:nvPr/>
          </p:nvPicPr>
          <p:blipFill rotWithShape="1">
            <a:blip r:embed="rId37">
              <a:alphaModFix/>
            </a:blip>
            <a:srcRect b="0" l="0" r="0" t="0"/>
            <a:stretch/>
          </p:blipFill>
          <p:spPr>
            <a:xfrm>
              <a:off x="2627375" y="1946148"/>
              <a:ext cx="210312" cy="2666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771" name="Google Shape;8771;p116"/>
          <p:cNvGrpSpPr/>
          <p:nvPr/>
        </p:nvGrpSpPr>
        <p:grpSpPr>
          <a:xfrm>
            <a:off x="2697479" y="1453895"/>
            <a:ext cx="140208" cy="400811"/>
            <a:chOff x="2697479" y="1453895"/>
            <a:chExt cx="140208" cy="400811"/>
          </a:xfrm>
        </p:grpSpPr>
        <p:pic>
          <p:nvPicPr>
            <p:cNvPr id="8772" name="Google Shape;8772;p116"/>
            <p:cNvPicPr preferRelativeResize="0"/>
            <p:nvPr/>
          </p:nvPicPr>
          <p:blipFill rotWithShape="1">
            <a:blip r:embed="rId38">
              <a:alphaModFix/>
            </a:blip>
            <a:srcRect b="0" l="0" r="0" t="0"/>
            <a:stretch/>
          </p:blipFill>
          <p:spPr>
            <a:xfrm>
              <a:off x="2697479" y="1741931"/>
              <a:ext cx="140207" cy="112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73" name="Google Shape;8773;p116"/>
            <p:cNvPicPr preferRelativeResize="0"/>
            <p:nvPr/>
          </p:nvPicPr>
          <p:blipFill rotWithShape="1">
            <a:blip r:embed="rId39">
              <a:alphaModFix/>
            </a:blip>
            <a:srcRect b="0" l="0" r="0" t="0"/>
            <a:stretch/>
          </p:blipFill>
          <p:spPr>
            <a:xfrm>
              <a:off x="2697480" y="1453895"/>
              <a:ext cx="140207" cy="2667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774" name="Google Shape;8774;p116"/>
          <p:cNvGrpSpPr/>
          <p:nvPr/>
        </p:nvGrpSpPr>
        <p:grpSpPr>
          <a:xfrm>
            <a:off x="2627375" y="1101852"/>
            <a:ext cx="210312" cy="271271"/>
            <a:chOff x="2627375" y="1101852"/>
            <a:chExt cx="210312" cy="271271"/>
          </a:xfrm>
        </p:grpSpPr>
        <p:pic>
          <p:nvPicPr>
            <p:cNvPr id="8775" name="Google Shape;8775;p116"/>
            <p:cNvPicPr preferRelativeResize="0"/>
            <p:nvPr/>
          </p:nvPicPr>
          <p:blipFill rotWithShape="1">
            <a:blip r:embed="rId40">
              <a:alphaModFix/>
            </a:blip>
            <a:srcRect b="0" l="0" r="0" t="0"/>
            <a:stretch/>
          </p:blipFill>
          <p:spPr>
            <a:xfrm>
              <a:off x="2697479" y="1101852"/>
              <a:ext cx="140208" cy="112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76" name="Google Shape;8776;p116"/>
            <p:cNvPicPr preferRelativeResize="0"/>
            <p:nvPr/>
          </p:nvPicPr>
          <p:blipFill rotWithShape="1">
            <a:blip r:embed="rId41">
              <a:alphaModFix/>
            </a:blip>
            <a:srcRect b="0" l="0" r="0" t="0"/>
            <a:stretch/>
          </p:blipFill>
          <p:spPr>
            <a:xfrm>
              <a:off x="2627375" y="1234439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777" name="Google Shape;8777;p116"/>
          <p:cNvGrpSpPr/>
          <p:nvPr/>
        </p:nvGrpSpPr>
        <p:grpSpPr>
          <a:xfrm>
            <a:off x="2982467" y="7921752"/>
            <a:ext cx="271272" cy="775715"/>
            <a:chOff x="2982467" y="7921752"/>
            <a:chExt cx="271272" cy="775715"/>
          </a:xfrm>
        </p:grpSpPr>
        <p:pic>
          <p:nvPicPr>
            <p:cNvPr id="8778" name="Google Shape;8778;p116"/>
            <p:cNvPicPr preferRelativeResize="0"/>
            <p:nvPr/>
          </p:nvPicPr>
          <p:blipFill rotWithShape="1">
            <a:blip r:embed="rId42">
              <a:alphaModFix/>
            </a:blip>
            <a:srcRect b="0" l="0" r="0" t="0"/>
            <a:stretch/>
          </p:blipFill>
          <p:spPr>
            <a:xfrm>
              <a:off x="2982467" y="8211312"/>
              <a:ext cx="271272" cy="48615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79" name="Google Shape;8779;p116"/>
            <p:cNvPicPr preferRelativeResize="0"/>
            <p:nvPr/>
          </p:nvPicPr>
          <p:blipFill rotWithShape="1">
            <a:blip r:embed="rId43">
              <a:alphaModFix/>
            </a:blip>
            <a:srcRect b="0" l="0" r="0" t="0"/>
            <a:stretch/>
          </p:blipFill>
          <p:spPr>
            <a:xfrm>
              <a:off x="2982468" y="7921752"/>
              <a:ext cx="210312" cy="26822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780" name="Google Shape;8780;p116"/>
          <p:cNvPicPr preferRelativeResize="0"/>
          <p:nvPr/>
        </p:nvPicPr>
        <p:blipFill rotWithShape="1">
          <a:blip r:embed="rId44">
            <a:alphaModFix/>
          </a:blip>
          <a:srcRect b="0" l="0" r="0" t="0"/>
          <a:stretch/>
        </p:blipFill>
        <p:spPr>
          <a:xfrm>
            <a:off x="2982468" y="7373111"/>
            <a:ext cx="210312" cy="4206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781" name="Google Shape;8781;p116"/>
          <p:cNvPicPr preferRelativeResize="0"/>
          <p:nvPr/>
        </p:nvPicPr>
        <p:blipFill rotWithShape="1">
          <a:blip r:embed="rId45">
            <a:alphaModFix/>
          </a:blip>
          <a:srcRect b="0" l="0" r="0" t="0"/>
          <a:stretch/>
        </p:blipFill>
        <p:spPr>
          <a:xfrm>
            <a:off x="2982468" y="5513832"/>
            <a:ext cx="210312" cy="1734311"/>
          </a:xfrm>
          <a:prstGeom prst="rect">
            <a:avLst/>
          </a:prstGeom>
          <a:noFill/>
          <a:ln>
            <a:noFill/>
          </a:ln>
        </p:spPr>
      </p:pic>
      <p:sp>
        <p:nvSpPr>
          <p:cNvPr id="8782" name="Google Shape;8782;p116"/>
          <p:cNvSpPr/>
          <p:nvPr/>
        </p:nvSpPr>
        <p:spPr>
          <a:xfrm>
            <a:off x="2982468" y="4756404"/>
            <a:ext cx="271780" cy="637540"/>
          </a:xfrm>
          <a:custGeom>
            <a:rect b="b" l="l" r="r" t="t"/>
            <a:pathLst>
              <a:path extrusionOk="0" h="637539" w="271779">
                <a:moveTo>
                  <a:pt x="32004" y="327660"/>
                </a:moveTo>
                <a:lnTo>
                  <a:pt x="30480" y="323088"/>
                </a:lnTo>
                <a:lnTo>
                  <a:pt x="24384" y="316992"/>
                </a:lnTo>
                <a:lnTo>
                  <a:pt x="21336" y="315468"/>
                </a:lnTo>
                <a:lnTo>
                  <a:pt x="12192" y="315468"/>
                </a:lnTo>
                <a:lnTo>
                  <a:pt x="7620" y="316992"/>
                </a:lnTo>
                <a:lnTo>
                  <a:pt x="1524" y="323088"/>
                </a:lnTo>
                <a:lnTo>
                  <a:pt x="0" y="327660"/>
                </a:lnTo>
                <a:lnTo>
                  <a:pt x="0" y="335280"/>
                </a:lnTo>
                <a:lnTo>
                  <a:pt x="1524" y="339852"/>
                </a:lnTo>
                <a:lnTo>
                  <a:pt x="7620" y="345948"/>
                </a:lnTo>
                <a:lnTo>
                  <a:pt x="12192" y="347472"/>
                </a:lnTo>
                <a:lnTo>
                  <a:pt x="21336" y="347472"/>
                </a:lnTo>
                <a:lnTo>
                  <a:pt x="24384" y="345948"/>
                </a:lnTo>
                <a:lnTo>
                  <a:pt x="30480" y="339852"/>
                </a:lnTo>
                <a:lnTo>
                  <a:pt x="32004" y="335280"/>
                </a:lnTo>
                <a:lnTo>
                  <a:pt x="32004" y="327660"/>
                </a:lnTo>
                <a:close/>
              </a:path>
              <a:path extrusionOk="0" h="637539" w="271779">
                <a:moveTo>
                  <a:pt x="207264" y="298704"/>
                </a:moveTo>
                <a:lnTo>
                  <a:pt x="202692" y="298704"/>
                </a:lnTo>
                <a:lnTo>
                  <a:pt x="202692" y="309372"/>
                </a:lnTo>
                <a:lnTo>
                  <a:pt x="201168" y="310896"/>
                </a:lnTo>
                <a:lnTo>
                  <a:pt x="199644" y="313944"/>
                </a:lnTo>
                <a:lnTo>
                  <a:pt x="198120" y="315468"/>
                </a:lnTo>
                <a:lnTo>
                  <a:pt x="192024" y="318516"/>
                </a:lnTo>
                <a:lnTo>
                  <a:pt x="70104" y="318516"/>
                </a:lnTo>
                <a:lnTo>
                  <a:pt x="70104" y="324612"/>
                </a:lnTo>
                <a:lnTo>
                  <a:pt x="86868" y="365760"/>
                </a:lnTo>
                <a:lnTo>
                  <a:pt x="91440" y="364236"/>
                </a:lnTo>
                <a:lnTo>
                  <a:pt x="89916" y="359664"/>
                </a:lnTo>
                <a:lnTo>
                  <a:pt x="89916" y="348996"/>
                </a:lnTo>
                <a:lnTo>
                  <a:pt x="94488" y="344424"/>
                </a:lnTo>
                <a:lnTo>
                  <a:pt x="97536" y="344424"/>
                </a:lnTo>
                <a:lnTo>
                  <a:pt x="102057" y="343547"/>
                </a:lnTo>
                <a:lnTo>
                  <a:pt x="108585" y="343090"/>
                </a:lnTo>
                <a:lnTo>
                  <a:pt x="117995" y="342900"/>
                </a:lnTo>
                <a:lnTo>
                  <a:pt x="192024" y="342900"/>
                </a:lnTo>
                <a:lnTo>
                  <a:pt x="198120" y="345948"/>
                </a:lnTo>
                <a:lnTo>
                  <a:pt x="199644" y="347472"/>
                </a:lnTo>
                <a:lnTo>
                  <a:pt x="201168" y="350520"/>
                </a:lnTo>
                <a:lnTo>
                  <a:pt x="202692" y="352044"/>
                </a:lnTo>
                <a:lnTo>
                  <a:pt x="202692" y="362712"/>
                </a:lnTo>
                <a:lnTo>
                  <a:pt x="207264" y="362712"/>
                </a:lnTo>
                <a:lnTo>
                  <a:pt x="207264" y="342900"/>
                </a:lnTo>
                <a:lnTo>
                  <a:pt x="207264" y="298704"/>
                </a:lnTo>
                <a:close/>
              </a:path>
              <a:path extrusionOk="0" h="637539" w="271779">
                <a:moveTo>
                  <a:pt x="207264" y="141732"/>
                </a:moveTo>
                <a:lnTo>
                  <a:pt x="202692" y="141732"/>
                </a:lnTo>
                <a:lnTo>
                  <a:pt x="202692" y="152400"/>
                </a:lnTo>
                <a:lnTo>
                  <a:pt x="201168" y="155448"/>
                </a:lnTo>
                <a:lnTo>
                  <a:pt x="199644" y="156972"/>
                </a:lnTo>
                <a:lnTo>
                  <a:pt x="198120" y="160020"/>
                </a:lnTo>
                <a:lnTo>
                  <a:pt x="195072" y="160020"/>
                </a:lnTo>
                <a:lnTo>
                  <a:pt x="192024" y="161544"/>
                </a:lnTo>
                <a:lnTo>
                  <a:pt x="120396" y="161544"/>
                </a:lnTo>
                <a:lnTo>
                  <a:pt x="111836" y="161836"/>
                </a:lnTo>
                <a:lnTo>
                  <a:pt x="104584" y="162687"/>
                </a:lnTo>
                <a:lnTo>
                  <a:pt x="98742" y="164122"/>
                </a:lnTo>
                <a:lnTo>
                  <a:pt x="94488" y="166116"/>
                </a:lnTo>
                <a:lnTo>
                  <a:pt x="85344" y="169164"/>
                </a:lnTo>
                <a:lnTo>
                  <a:pt x="79248" y="173736"/>
                </a:lnTo>
                <a:lnTo>
                  <a:pt x="76200" y="178308"/>
                </a:lnTo>
                <a:lnTo>
                  <a:pt x="71628" y="184404"/>
                </a:lnTo>
                <a:lnTo>
                  <a:pt x="70104" y="190500"/>
                </a:lnTo>
                <a:lnTo>
                  <a:pt x="70104" y="198120"/>
                </a:lnTo>
                <a:lnTo>
                  <a:pt x="72047" y="208673"/>
                </a:lnTo>
                <a:lnTo>
                  <a:pt x="77724" y="219646"/>
                </a:lnTo>
                <a:lnTo>
                  <a:pt x="86817" y="230911"/>
                </a:lnTo>
                <a:lnTo>
                  <a:pt x="99060" y="242316"/>
                </a:lnTo>
                <a:lnTo>
                  <a:pt x="70104" y="242316"/>
                </a:lnTo>
                <a:lnTo>
                  <a:pt x="70104" y="249936"/>
                </a:lnTo>
                <a:lnTo>
                  <a:pt x="86868" y="289560"/>
                </a:lnTo>
                <a:lnTo>
                  <a:pt x="91440" y="288036"/>
                </a:lnTo>
                <a:lnTo>
                  <a:pt x="89916" y="283464"/>
                </a:lnTo>
                <a:lnTo>
                  <a:pt x="89916" y="272796"/>
                </a:lnTo>
                <a:lnTo>
                  <a:pt x="92964" y="269748"/>
                </a:lnTo>
                <a:lnTo>
                  <a:pt x="94488" y="269748"/>
                </a:lnTo>
                <a:lnTo>
                  <a:pt x="99060" y="268224"/>
                </a:lnTo>
                <a:lnTo>
                  <a:pt x="116205" y="266941"/>
                </a:lnTo>
                <a:lnTo>
                  <a:pt x="126492" y="266700"/>
                </a:lnTo>
                <a:lnTo>
                  <a:pt x="187452" y="266700"/>
                </a:lnTo>
                <a:lnTo>
                  <a:pt x="193548" y="268224"/>
                </a:lnTo>
                <a:lnTo>
                  <a:pt x="198120" y="271272"/>
                </a:lnTo>
                <a:lnTo>
                  <a:pt x="201168" y="272796"/>
                </a:lnTo>
                <a:lnTo>
                  <a:pt x="202692" y="277368"/>
                </a:lnTo>
                <a:lnTo>
                  <a:pt x="202692" y="286512"/>
                </a:lnTo>
                <a:lnTo>
                  <a:pt x="207264" y="286512"/>
                </a:lnTo>
                <a:lnTo>
                  <a:pt x="207264" y="222504"/>
                </a:lnTo>
                <a:lnTo>
                  <a:pt x="202692" y="222504"/>
                </a:lnTo>
                <a:lnTo>
                  <a:pt x="202692" y="234696"/>
                </a:lnTo>
                <a:lnTo>
                  <a:pt x="201168" y="236220"/>
                </a:lnTo>
                <a:lnTo>
                  <a:pt x="199644" y="239268"/>
                </a:lnTo>
                <a:lnTo>
                  <a:pt x="198120" y="240792"/>
                </a:lnTo>
                <a:lnTo>
                  <a:pt x="195072" y="242316"/>
                </a:lnTo>
                <a:lnTo>
                  <a:pt x="108204" y="242316"/>
                </a:lnTo>
                <a:lnTo>
                  <a:pt x="99314" y="234061"/>
                </a:lnTo>
                <a:lnTo>
                  <a:pt x="93154" y="225361"/>
                </a:lnTo>
                <a:lnTo>
                  <a:pt x="89547" y="216395"/>
                </a:lnTo>
                <a:lnTo>
                  <a:pt x="88392" y="207264"/>
                </a:lnTo>
                <a:lnTo>
                  <a:pt x="88392" y="199644"/>
                </a:lnTo>
                <a:lnTo>
                  <a:pt x="123444" y="185928"/>
                </a:lnTo>
                <a:lnTo>
                  <a:pt x="185928" y="185928"/>
                </a:lnTo>
                <a:lnTo>
                  <a:pt x="190500" y="187452"/>
                </a:lnTo>
                <a:lnTo>
                  <a:pt x="195072" y="187452"/>
                </a:lnTo>
                <a:lnTo>
                  <a:pt x="198120" y="188976"/>
                </a:lnTo>
                <a:lnTo>
                  <a:pt x="199644" y="192024"/>
                </a:lnTo>
                <a:lnTo>
                  <a:pt x="202692" y="193548"/>
                </a:lnTo>
                <a:lnTo>
                  <a:pt x="202692" y="205740"/>
                </a:lnTo>
                <a:lnTo>
                  <a:pt x="207264" y="205740"/>
                </a:lnTo>
                <a:lnTo>
                  <a:pt x="207264" y="141732"/>
                </a:lnTo>
                <a:close/>
              </a:path>
              <a:path extrusionOk="0" h="637539" w="271779">
                <a:moveTo>
                  <a:pt x="210299" y="527304"/>
                </a:moveTo>
                <a:lnTo>
                  <a:pt x="193535" y="486156"/>
                </a:lnTo>
                <a:lnTo>
                  <a:pt x="188963" y="487680"/>
                </a:lnTo>
                <a:lnTo>
                  <a:pt x="190487" y="492252"/>
                </a:lnTo>
                <a:lnTo>
                  <a:pt x="192011" y="495300"/>
                </a:lnTo>
                <a:lnTo>
                  <a:pt x="192011" y="501396"/>
                </a:lnTo>
                <a:lnTo>
                  <a:pt x="190487" y="502920"/>
                </a:lnTo>
                <a:lnTo>
                  <a:pt x="190487" y="504444"/>
                </a:lnTo>
                <a:lnTo>
                  <a:pt x="188963" y="505968"/>
                </a:lnTo>
                <a:lnTo>
                  <a:pt x="185915" y="507492"/>
                </a:lnTo>
                <a:lnTo>
                  <a:pt x="182867" y="507492"/>
                </a:lnTo>
                <a:lnTo>
                  <a:pt x="179209" y="508381"/>
                </a:lnTo>
                <a:lnTo>
                  <a:pt x="172961" y="508825"/>
                </a:lnTo>
                <a:lnTo>
                  <a:pt x="153911" y="509016"/>
                </a:lnTo>
                <a:lnTo>
                  <a:pt x="73139" y="509016"/>
                </a:lnTo>
                <a:lnTo>
                  <a:pt x="73139" y="553212"/>
                </a:lnTo>
                <a:lnTo>
                  <a:pt x="77711" y="553212"/>
                </a:lnTo>
                <a:lnTo>
                  <a:pt x="77711" y="545592"/>
                </a:lnTo>
                <a:lnTo>
                  <a:pt x="79235" y="539496"/>
                </a:lnTo>
                <a:lnTo>
                  <a:pt x="82283" y="537972"/>
                </a:lnTo>
                <a:lnTo>
                  <a:pt x="85331" y="534924"/>
                </a:lnTo>
                <a:lnTo>
                  <a:pt x="91427" y="533400"/>
                </a:lnTo>
                <a:lnTo>
                  <a:pt x="173723" y="533400"/>
                </a:lnTo>
                <a:lnTo>
                  <a:pt x="181343" y="541020"/>
                </a:lnTo>
                <a:lnTo>
                  <a:pt x="185915" y="547116"/>
                </a:lnTo>
                <a:lnTo>
                  <a:pt x="188963" y="553212"/>
                </a:lnTo>
                <a:lnTo>
                  <a:pt x="192011" y="562356"/>
                </a:lnTo>
                <a:lnTo>
                  <a:pt x="192011" y="573024"/>
                </a:lnTo>
                <a:lnTo>
                  <a:pt x="190487" y="579120"/>
                </a:lnTo>
                <a:lnTo>
                  <a:pt x="185915" y="583692"/>
                </a:lnTo>
                <a:lnTo>
                  <a:pt x="182867" y="588264"/>
                </a:lnTo>
                <a:lnTo>
                  <a:pt x="175247" y="589788"/>
                </a:lnTo>
                <a:lnTo>
                  <a:pt x="73139" y="589788"/>
                </a:lnTo>
                <a:lnTo>
                  <a:pt x="73139" y="637032"/>
                </a:lnTo>
                <a:lnTo>
                  <a:pt x="77711" y="637032"/>
                </a:lnTo>
                <a:lnTo>
                  <a:pt x="77711" y="629412"/>
                </a:lnTo>
                <a:lnTo>
                  <a:pt x="79235" y="624840"/>
                </a:lnTo>
                <a:lnTo>
                  <a:pt x="80759" y="621792"/>
                </a:lnTo>
                <a:lnTo>
                  <a:pt x="80759" y="620268"/>
                </a:lnTo>
                <a:lnTo>
                  <a:pt x="85331" y="615696"/>
                </a:lnTo>
                <a:lnTo>
                  <a:pt x="88379" y="615696"/>
                </a:lnTo>
                <a:lnTo>
                  <a:pt x="92951" y="614172"/>
                </a:lnTo>
                <a:lnTo>
                  <a:pt x="158483" y="614172"/>
                </a:lnTo>
                <a:lnTo>
                  <a:pt x="199631" y="605028"/>
                </a:lnTo>
                <a:lnTo>
                  <a:pt x="204203" y="598932"/>
                </a:lnTo>
                <a:lnTo>
                  <a:pt x="208775" y="594360"/>
                </a:lnTo>
                <a:lnTo>
                  <a:pt x="210299" y="586740"/>
                </a:lnTo>
                <a:lnTo>
                  <a:pt x="210299" y="573024"/>
                </a:lnTo>
                <a:lnTo>
                  <a:pt x="182867" y="533400"/>
                </a:lnTo>
                <a:lnTo>
                  <a:pt x="210299" y="533400"/>
                </a:lnTo>
                <a:lnTo>
                  <a:pt x="210299" y="527304"/>
                </a:lnTo>
                <a:close/>
              </a:path>
              <a:path extrusionOk="0" h="637539" w="271779">
                <a:moveTo>
                  <a:pt x="210312" y="469392"/>
                </a:moveTo>
                <a:lnTo>
                  <a:pt x="204216" y="466344"/>
                </a:lnTo>
                <a:lnTo>
                  <a:pt x="204216" y="461772"/>
                </a:lnTo>
                <a:lnTo>
                  <a:pt x="205740" y="458685"/>
                </a:lnTo>
                <a:lnTo>
                  <a:pt x="205740" y="455676"/>
                </a:lnTo>
                <a:lnTo>
                  <a:pt x="207733" y="447967"/>
                </a:lnTo>
                <a:lnTo>
                  <a:pt x="209169" y="440817"/>
                </a:lnTo>
                <a:lnTo>
                  <a:pt x="209232" y="440245"/>
                </a:lnTo>
                <a:lnTo>
                  <a:pt x="210019" y="434251"/>
                </a:lnTo>
                <a:lnTo>
                  <a:pt x="210083" y="432816"/>
                </a:lnTo>
                <a:lnTo>
                  <a:pt x="210261" y="429247"/>
                </a:lnTo>
                <a:lnTo>
                  <a:pt x="210197" y="426720"/>
                </a:lnTo>
                <a:lnTo>
                  <a:pt x="193611" y="390245"/>
                </a:lnTo>
                <a:lnTo>
                  <a:pt x="170688" y="382524"/>
                </a:lnTo>
                <a:lnTo>
                  <a:pt x="159804" y="384263"/>
                </a:lnTo>
                <a:lnTo>
                  <a:pt x="149923" y="389572"/>
                </a:lnTo>
                <a:lnTo>
                  <a:pt x="140893" y="398602"/>
                </a:lnTo>
                <a:lnTo>
                  <a:pt x="132588" y="411480"/>
                </a:lnTo>
                <a:lnTo>
                  <a:pt x="123444" y="432816"/>
                </a:lnTo>
                <a:lnTo>
                  <a:pt x="118872" y="441960"/>
                </a:lnTo>
                <a:lnTo>
                  <a:pt x="114363" y="447967"/>
                </a:lnTo>
                <a:lnTo>
                  <a:pt x="113868" y="448348"/>
                </a:lnTo>
                <a:lnTo>
                  <a:pt x="109728" y="451104"/>
                </a:lnTo>
                <a:lnTo>
                  <a:pt x="106680" y="454152"/>
                </a:lnTo>
                <a:lnTo>
                  <a:pt x="102108" y="455676"/>
                </a:lnTo>
                <a:lnTo>
                  <a:pt x="92964" y="455676"/>
                </a:lnTo>
                <a:lnTo>
                  <a:pt x="88392" y="454152"/>
                </a:lnTo>
                <a:lnTo>
                  <a:pt x="85344" y="449580"/>
                </a:lnTo>
                <a:lnTo>
                  <a:pt x="80772" y="445008"/>
                </a:lnTo>
                <a:lnTo>
                  <a:pt x="79248" y="440436"/>
                </a:lnTo>
                <a:lnTo>
                  <a:pt x="79248" y="423672"/>
                </a:lnTo>
                <a:lnTo>
                  <a:pt x="115824" y="397764"/>
                </a:lnTo>
                <a:lnTo>
                  <a:pt x="115824" y="393192"/>
                </a:lnTo>
                <a:lnTo>
                  <a:pt x="70104" y="393192"/>
                </a:lnTo>
                <a:lnTo>
                  <a:pt x="70104" y="397764"/>
                </a:lnTo>
                <a:lnTo>
                  <a:pt x="73152" y="399288"/>
                </a:lnTo>
                <a:lnTo>
                  <a:pt x="74676" y="399288"/>
                </a:lnTo>
                <a:lnTo>
                  <a:pt x="76200" y="400812"/>
                </a:lnTo>
                <a:lnTo>
                  <a:pt x="76200" y="409956"/>
                </a:lnTo>
                <a:lnTo>
                  <a:pt x="74688" y="414489"/>
                </a:lnTo>
                <a:lnTo>
                  <a:pt x="71628" y="422148"/>
                </a:lnTo>
                <a:lnTo>
                  <a:pt x="70104" y="428244"/>
                </a:lnTo>
                <a:lnTo>
                  <a:pt x="70167" y="433565"/>
                </a:lnTo>
                <a:lnTo>
                  <a:pt x="70231" y="434251"/>
                </a:lnTo>
                <a:lnTo>
                  <a:pt x="70904" y="441629"/>
                </a:lnTo>
                <a:lnTo>
                  <a:pt x="71005" y="441960"/>
                </a:lnTo>
                <a:lnTo>
                  <a:pt x="73152" y="449580"/>
                </a:lnTo>
                <a:lnTo>
                  <a:pt x="76530" y="456399"/>
                </a:lnTo>
                <a:lnTo>
                  <a:pt x="108204" y="473964"/>
                </a:lnTo>
                <a:lnTo>
                  <a:pt x="115824" y="473964"/>
                </a:lnTo>
                <a:lnTo>
                  <a:pt x="123444" y="470916"/>
                </a:lnTo>
                <a:lnTo>
                  <a:pt x="128016" y="466344"/>
                </a:lnTo>
                <a:lnTo>
                  <a:pt x="132600" y="462064"/>
                </a:lnTo>
                <a:lnTo>
                  <a:pt x="137350" y="456057"/>
                </a:lnTo>
                <a:lnTo>
                  <a:pt x="137591" y="455676"/>
                </a:lnTo>
                <a:lnTo>
                  <a:pt x="142367" y="448348"/>
                </a:lnTo>
                <a:lnTo>
                  <a:pt x="147828" y="438912"/>
                </a:lnTo>
                <a:lnTo>
                  <a:pt x="152374" y="429247"/>
                </a:lnTo>
                <a:lnTo>
                  <a:pt x="156781" y="421005"/>
                </a:lnTo>
                <a:lnTo>
                  <a:pt x="160896" y="414489"/>
                </a:lnTo>
                <a:lnTo>
                  <a:pt x="164592" y="409956"/>
                </a:lnTo>
                <a:lnTo>
                  <a:pt x="169164" y="405384"/>
                </a:lnTo>
                <a:lnTo>
                  <a:pt x="173736" y="403860"/>
                </a:lnTo>
                <a:lnTo>
                  <a:pt x="187452" y="403860"/>
                </a:lnTo>
                <a:lnTo>
                  <a:pt x="192024" y="405384"/>
                </a:lnTo>
                <a:lnTo>
                  <a:pt x="195072" y="409956"/>
                </a:lnTo>
                <a:lnTo>
                  <a:pt x="199593" y="414489"/>
                </a:lnTo>
                <a:lnTo>
                  <a:pt x="200406" y="417576"/>
                </a:lnTo>
                <a:lnTo>
                  <a:pt x="201168" y="420624"/>
                </a:lnTo>
                <a:lnTo>
                  <a:pt x="201168" y="426720"/>
                </a:lnTo>
                <a:lnTo>
                  <a:pt x="200596" y="433565"/>
                </a:lnTo>
                <a:lnTo>
                  <a:pt x="198882" y="440245"/>
                </a:lnTo>
                <a:lnTo>
                  <a:pt x="198793" y="440436"/>
                </a:lnTo>
                <a:lnTo>
                  <a:pt x="196024" y="446659"/>
                </a:lnTo>
                <a:lnTo>
                  <a:pt x="161544" y="469392"/>
                </a:lnTo>
                <a:lnTo>
                  <a:pt x="161544" y="473964"/>
                </a:lnTo>
                <a:lnTo>
                  <a:pt x="208788" y="473964"/>
                </a:lnTo>
                <a:lnTo>
                  <a:pt x="210312" y="469392"/>
                </a:lnTo>
                <a:close/>
              </a:path>
              <a:path extrusionOk="0" h="637539" w="271779">
                <a:moveTo>
                  <a:pt x="271221" y="75590"/>
                </a:moveTo>
                <a:lnTo>
                  <a:pt x="270078" y="58534"/>
                </a:lnTo>
                <a:lnTo>
                  <a:pt x="266306" y="42291"/>
                </a:lnTo>
                <a:lnTo>
                  <a:pt x="259689" y="27774"/>
                </a:lnTo>
                <a:lnTo>
                  <a:pt x="252844" y="18999"/>
                </a:lnTo>
                <a:lnTo>
                  <a:pt x="252844" y="65532"/>
                </a:lnTo>
                <a:lnTo>
                  <a:pt x="252425" y="75590"/>
                </a:lnTo>
                <a:lnTo>
                  <a:pt x="237731" y="114300"/>
                </a:lnTo>
                <a:lnTo>
                  <a:pt x="228587" y="114300"/>
                </a:lnTo>
                <a:lnTo>
                  <a:pt x="225539" y="112776"/>
                </a:lnTo>
                <a:lnTo>
                  <a:pt x="220967" y="111252"/>
                </a:lnTo>
                <a:lnTo>
                  <a:pt x="216395" y="108204"/>
                </a:lnTo>
                <a:lnTo>
                  <a:pt x="211823" y="105156"/>
                </a:lnTo>
                <a:lnTo>
                  <a:pt x="210299" y="103632"/>
                </a:lnTo>
                <a:lnTo>
                  <a:pt x="207251" y="100584"/>
                </a:lnTo>
                <a:lnTo>
                  <a:pt x="208064" y="91440"/>
                </a:lnTo>
                <a:lnTo>
                  <a:pt x="208178" y="89369"/>
                </a:lnTo>
                <a:lnTo>
                  <a:pt x="208280" y="86868"/>
                </a:lnTo>
                <a:lnTo>
                  <a:pt x="208394" y="83820"/>
                </a:lnTo>
                <a:lnTo>
                  <a:pt x="208508" y="80772"/>
                </a:lnTo>
                <a:lnTo>
                  <a:pt x="208584" y="78676"/>
                </a:lnTo>
                <a:lnTo>
                  <a:pt x="208673" y="71628"/>
                </a:lnTo>
                <a:lnTo>
                  <a:pt x="208775" y="48768"/>
                </a:lnTo>
                <a:lnTo>
                  <a:pt x="210489" y="29337"/>
                </a:lnTo>
                <a:lnTo>
                  <a:pt x="211569" y="22199"/>
                </a:lnTo>
                <a:lnTo>
                  <a:pt x="211658" y="21907"/>
                </a:lnTo>
                <a:lnTo>
                  <a:pt x="214871" y="12192"/>
                </a:lnTo>
                <a:lnTo>
                  <a:pt x="219443" y="9144"/>
                </a:lnTo>
                <a:lnTo>
                  <a:pt x="231635" y="9144"/>
                </a:lnTo>
                <a:lnTo>
                  <a:pt x="252323" y="49110"/>
                </a:lnTo>
                <a:lnTo>
                  <a:pt x="252844" y="65532"/>
                </a:lnTo>
                <a:lnTo>
                  <a:pt x="252844" y="18999"/>
                </a:lnTo>
                <a:lnTo>
                  <a:pt x="217919" y="0"/>
                </a:lnTo>
                <a:lnTo>
                  <a:pt x="210299" y="0"/>
                </a:lnTo>
                <a:lnTo>
                  <a:pt x="204203" y="3048"/>
                </a:lnTo>
                <a:lnTo>
                  <a:pt x="198107" y="9144"/>
                </a:lnTo>
                <a:lnTo>
                  <a:pt x="192011" y="13716"/>
                </a:lnTo>
                <a:lnTo>
                  <a:pt x="188963" y="21336"/>
                </a:lnTo>
                <a:lnTo>
                  <a:pt x="188874" y="21907"/>
                </a:lnTo>
                <a:lnTo>
                  <a:pt x="188823" y="22199"/>
                </a:lnTo>
                <a:lnTo>
                  <a:pt x="188709" y="22860"/>
                </a:lnTo>
                <a:lnTo>
                  <a:pt x="188620" y="23431"/>
                </a:lnTo>
                <a:lnTo>
                  <a:pt x="187439" y="30480"/>
                </a:lnTo>
                <a:lnTo>
                  <a:pt x="187401" y="82486"/>
                </a:lnTo>
                <a:lnTo>
                  <a:pt x="185915" y="88392"/>
                </a:lnTo>
                <a:lnTo>
                  <a:pt x="185915" y="96012"/>
                </a:lnTo>
                <a:lnTo>
                  <a:pt x="184391" y="100584"/>
                </a:lnTo>
                <a:lnTo>
                  <a:pt x="181343" y="103632"/>
                </a:lnTo>
                <a:lnTo>
                  <a:pt x="173723" y="103632"/>
                </a:lnTo>
                <a:lnTo>
                  <a:pt x="170675" y="102108"/>
                </a:lnTo>
                <a:lnTo>
                  <a:pt x="169151" y="99060"/>
                </a:lnTo>
                <a:lnTo>
                  <a:pt x="161531" y="91440"/>
                </a:lnTo>
                <a:lnTo>
                  <a:pt x="164579" y="83820"/>
                </a:lnTo>
                <a:lnTo>
                  <a:pt x="164579" y="71628"/>
                </a:lnTo>
                <a:lnTo>
                  <a:pt x="163753" y="59893"/>
                </a:lnTo>
                <a:lnTo>
                  <a:pt x="161315" y="49657"/>
                </a:lnTo>
                <a:lnTo>
                  <a:pt x="158254" y="42672"/>
                </a:lnTo>
                <a:lnTo>
                  <a:pt x="157518" y="40982"/>
                </a:lnTo>
                <a:lnTo>
                  <a:pt x="156959" y="40182"/>
                </a:lnTo>
                <a:lnTo>
                  <a:pt x="156959" y="60960"/>
                </a:lnTo>
                <a:lnTo>
                  <a:pt x="156959" y="77724"/>
                </a:lnTo>
                <a:lnTo>
                  <a:pt x="123609" y="98475"/>
                </a:lnTo>
                <a:lnTo>
                  <a:pt x="112763" y="99060"/>
                </a:lnTo>
                <a:lnTo>
                  <a:pt x="104432" y="98729"/>
                </a:lnTo>
                <a:lnTo>
                  <a:pt x="97523" y="97536"/>
                </a:lnTo>
                <a:lnTo>
                  <a:pt x="91770" y="95211"/>
                </a:lnTo>
                <a:lnTo>
                  <a:pt x="86855" y="91440"/>
                </a:lnTo>
                <a:lnTo>
                  <a:pt x="80759" y="86868"/>
                </a:lnTo>
                <a:lnTo>
                  <a:pt x="77711" y="80772"/>
                </a:lnTo>
                <a:lnTo>
                  <a:pt x="77711" y="65532"/>
                </a:lnTo>
                <a:lnTo>
                  <a:pt x="80759" y="57912"/>
                </a:lnTo>
                <a:lnTo>
                  <a:pt x="88379" y="53340"/>
                </a:lnTo>
                <a:lnTo>
                  <a:pt x="94932" y="49110"/>
                </a:lnTo>
                <a:lnTo>
                  <a:pt x="103047" y="45720"/>
                </a:lnTo>
                <a:lnTo>
                  <a:pt x="112598" y="43484"/>
                </a:lnTo>
                <a:lnTo>
                  <a:pt x="123431" y="42672"/>
                </a:lnTo>
                <a:lnTo>
                  <a:pt x="131775" y="43230"/>
                </a:lnTo>
                <a:lnTo>
                  <a:pt x="156959" y="60960"/>
                </a:lnTo>
                <a:lnTo>
                  <a:pt x="156959" y="40182"/>
                </a:lnTo>
                <a:lnTo>
                  <a:pt x="120383" y="18288"/>
                </a:lnTo>
                <a:lnTo>
                  <a:pt x="112915" y="18859"/>
                </a:lnTo>
                <a:lnTo>
                  <a:pt x="106286" y="20574"/>
                </a:lnTo>
                <a:lnTo>
                  <a:pt x="100241" y="23431"/>
                </a:lnTo>
                <a:lnTo>
                  <a:pt x="94475" y="27432"/>
                </a:lnTo>
                <a:lnTo>
                  <a:pt x="94475" y="1524"/>
                </a:lnTo>
                <a:lnTo>
                  <a:pt x="92951" y="1524"/>
                </a:lnTo>
                <a:lnTo>
                  <a:pt x="92951" y="0"/>
                </a:lnTo>
                <a:lnTo>
                  <a:pt x="83807" y="0"/>
                </a:lnTo>
                <a:lnTo>
                  <a:pt x="82283" y="1524"/>
                </a:lnTo>
                <a:lnTo>
                  <a:pt x="82283" y="3048"/>
                </a:lnTo>
                <a:lnTo>
                  <a:pt x="80759" y="3048"/>
                </a:lnTo>
                <a:lnTo>
                  <a:pt x="80759" y="38100"/>
                </a:lnTo>
                <a:lnTo>
                  <a:pt x="76530" y="45275"/>
                </a:lnTo>
                <a:lnTo>
                  <a:pt x="73139" y="53149"/>
                </a:lnTo>
                <a:lnTo>
                  <a:pt x="73101" y="53340"/>
                </a:lnTo>
                <a:lnTo>
                  <a:pt x="70904" y="61899"/>
                </a:lnTo>
                <a:lnTo>
                  <a:pt x="70853" y="62484"/>
                </a:lnTo>
                <a:lnTo>
                  <a:pt x="78460" y="100774"/>
                </a:lnTo>
                <a:lnTo>
                  <a:pt x="118859" y="123444"/>
                </a:lnTo>
                <a:lnTo>
                  <a:pt x="128003" y="123444"/>
                </a:lnTo>
                <a:lnTo>
                  <a:pt x="135623" y="121920"/>
                </a:lnTo>
                <a:lnTo>
                  <a:pt x="141719" y="117348"/>
                </a:lnTo>
                <a:lnTo>
                  <a:pt x="149339" y="112776"/>
                </a:lnTo>
                <a:lnTo>
                  <a:pt x="155435" y="106680"/>
                </a:lnTo>
                <a:lnTo>
                  <a:pt x="158483" y="99060"/>
                </a:lnTo>
                <a:lnTo>
                  <a:pt x="164795" y="106235"/>
                </a:lnTo>
                <a:lnTo>
                  <a:pt x="187439" y="123444"/>
                </a:lnTo>
                <a:lnTo>
                  <a:pt x="193535" y="123444"/>
                </a:lnTo>
                <a:lnTo>
                  <a:pt x="196583" y="121920"/>
                </a:lnTo>
                <a:lnTo>
                  <a:pt x="204203" y="114300"/>
                </a:lnTo>
                <a:lnTo>
                  <a:pt x="207251" y="108204"/>
                </a:lnTo>
                <a:lnTo>
                  <a:pt x="222491" y="123444"/>
                </a:lnTo>
                <a:lnTo>
                  <a:pt x="228587" y="128016"/>
                </a:lnTo>
                <a:lnTo>
                  <a:pt x="233159" y="131064"/>
                </a:lnTo>
                <a:lnTo>
                  <a:pt x="237731" y="132588"/>
                </a:lnTo>
                <a:lnTo>
                  <a:pt x="239255" y="134112"/>
                </a:lnTo>
                <a:lnTo>
                  <a:pt x="249923" y="134112"/>
                </a:lnTo>
                <a:lnTo>
                  <a:pt x="254495" y="131064"/>
                </a:lnTo>
                <a:lnTo>
                  <a:pt x="270649" y="89369"/>
                </a:lnTo>
                <a:lnTo>
                  <a:pt x="270764" y="86868"/>
                </a:lnTo>
                <a:lnTo>
                  <a:pt x="271145" y="78676"/>
                </a:lnTo>
                <a:lnTo>
                  <a:pt x="271221" y="7559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783" name="Google Shape;8783;p116"/>
          <p:cNvPicPr preferRelativeResize="0"/>
          <p:nvPr/>
        </p:nvPicPr>
        <p:blipFill rotWithShape="1">
          <a:blip r:embed="rId46">
            <a:alphaModFix/>
          </a:blip>
          <a:srcRect b="0" l="0" r="0" t="0"/>
          <a:stretch/>
        </p:blipFill>
        <p:spPr>
          <a:xfrm>
            <a:off x="3052805" y="4500371"/>
            <a:ext cx="139974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784" name="Google Shape;8784;p116"/>
          <p:cNvPicPr preferRelativeResize="0"/>
          <p:nvPr/>
        </p:nvPicPr>
        <p:blipFill rotWithShape="1">
          <a:blip r:embed="rId47">
            <a:alphaModFix/>
          </a:blip>
          <a:srcRect b="0" l="0" r="0" t="0"/>
          <a:stretch/>
        </p:blipFill>
        <p:spPr>
          <a:xfrm>
            <a:off x="2982467" y="3960876"/>
            <a:ext cx="210312" cy="4084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785" name="Google Shape;8785;p116"/>
          <p:cNvPicPr preferRelativeResize="0"/>
          <p:nvPr/>
        </p:nvPicPr>
        <p:blipFill rotWithShape="1">
          <a:blip r:embed="rId48">
            <a:alphaModFix/>
          </a:blip>
          <a:srcRect b="0" l="0" r="0" t="0"/>
          <a:stretch/>
        </p:blipFill>
        <p:spPr>
          <a:xfrm>
            <a:off x="2982467" y="2616707"/>
            <a:ext cx="271272" cy="12191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786" name="Google Shape;8786;p116"/>
          <p:cNvPicPr preferRelativeResize="0"/>
          <p:nvPr/>
        </p:nvPicPr>
        <p:blipFill rotWithShape="1">
          <a:blip r:embed="rId49">
            <a:alphaModFix/>
          </a:blip>
          <a:srcRect b="0" l="0" r="0" t="0"/>
          <a:stretch/>
        </p:blipFill>
        <p:spPr>
          <a:xfrm>
            <a:off x="2982468" y="2066544"/>
            <a:ext cx="210312" cy="416052"/>
          </a:xfrm>
          <a:prstGeom prst="rect">
            <a:avLst/>
          </a:prstGeom>
          <a:noFill/>
          <a:ln>
            <a:noFill/>
          </a:ln>
        </p:spPr>
      </p:pic>
      <p:pic>
        <p:nvPicPr>
          <p:cNvPr id="8787" name="Google Shape;8787;p116"/>
          <p:cNvPicPr preferRelativeResize="0"/>
          <p:nvPr/>
        </p:nvPicPr>
        <p:blipFill rotWithShape="1">
          <a:blip r:embed="rId50">
            <a:alphaModFix/>
          </a:blip>
          <a:srcRect b="0" l="0" r="0" t="0"/>
          <a:stretch/>
        </p:blipFill>
        <p:spPr>
          <a:xfrm>
            <a:off x="2982468" y="1098803"/>
            <a:ext cx="271271" cy="8488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788" name="Google Shape;8788;p116"/>
          <p:cNvPicPr preferRelativeResize="0"/>
          <p:nvPr/>
        </p:nvPicPr>
        <p:blipFill rotWithShape="1">
          <a:blip r:embed="rId51">
            <a:alphaModFix/>
          </a:blip>
          <a:srcRect b="0" l="0" r="0" t="0"/>
          <a:stretch/>
        </p:blipFill>
        <p:spPr>
          <a:xfrm>
            <a:off x="3409188" y="7697723"/>
            <a:ext cx="201168" cy="999743"/>
          </a:xfrm>
          <a:prstGeom prst="rect">
            <a:avLst/>
          </a:prstGeom>
          <a:noFill/>
          <a:ln>
            <a:noFill/>
          </a:ln>
        </p:spPr>
      </p:pic>
      <p:pic>
        <p:nvPicPr>
          <p:cNvPr id="8789" name="Google Shape;8789;p116"/>
          <p:cNvPicPr preferRelativeResize="0"/>
          <p:nvPr/>
        </p:nvPicPr>
        <p:blipFill rotWithShape="1">
          <a:blip r:embed="rId52">
            <a:alphaModFix/>
          </a:blip>
          <a:srcRect b="0" l="0" r="0" t="0"/>
          <a:stretch/>
        </p:blipFill>
        <p:spPr>
          <a:xfrm>
            <a:off x="3838955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790" name="Google Shape;8790;p116"/>
          <p:cNvPicPr preferRelativeResize="0"/>
          <p:nvPr/>
        </p:nvPicPr>
        <p:blipFill rotWithShape="1">
          <a:blip r:embed="rId53">
            <a:alphaModFix/>
          </a:blip>
          <a:srcRect b="0" l="0" r="0" t="0"/>
          <a:stretch/>
        </p:blipFill>
        <p:spPr>
          <a:xfrm>
            <a:off x="3765803" y="8243316"/>
            <a:ext cx="210312" cy="4434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91" name="Google Shape;8791;p116"/>
          <p:cNvGrpSpPr/>
          <p:nvPr/>
        </p:nvGrpSpPr>
        <p:grpSpPr>
          <a:xfrm>
            <a:off x="3765803" y="7731252"/>
            <a:ext cx="210312" cy="402335"/>
            <a:chOff x="3765803" y="7731252"/>
            <a:chExt cx="210312" cy="402335"/>
          </a:xfrm>
        </p:grpSpPr>
        <p:pic>
          <p:nvPicPr>
            <p:cNvPr id="8792" name="Google Shape;8792;p116"/>
            <p:cNvPicPr preferRelativeResize="0"/>
            <p:nvPr/>
          </p:nvPicPr>
          <p:blipFill rotWithShape="1">
            <a:blip r:embed="rId54">
              <a:alphaModFix/>
            </a:blip>
            <a:srcRect b="0" l="0" r="0" t="0"/>
            <a:stretch/>
          </p:blipFill>
          <p:spPr>
            <a:xfrm>
              <a:off x="3765803" y="8068056"/>
              <a:ext cx="207263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93" name="Google Shape;8793;p116"/>
            <p:cNvPicPr preferRelativeResize="0"/>
            <p:nvPr/>
          </p:nvPicPr>
          <p:blipFill rotWithShape="1">
            <a:blip r:embed="rId55">
              <a:alphaModFix/>
            </a:blip>
            <a:srcRect b="0" l="0" r="0" t="0"/>
            <a:stretch/>
          </p:blipFill>
          <p:spPr>
            <a:xfrm>
              <a:off x="3794759" y="7731252"/>
              <a:ext cx="181356" cy="31699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794" name="Google Shape;8794;p116"/>
          <p:cNvSpPr/>
          <p:nvPr/>
        </p:nvSpPr>
        <p:spPr>
          <a:xfrm>
            <a:off x="3765791" y="6518148"/>
            <a:ext cx="210820" cy="1109980"/>
          </a:xfrm>
          <a:custGeom>
            <a:rect b="b" l="l" r="r" t="t"/>
            <a:pathLst>
              <a:path extrusionOk="0" h="1109979" w="210820">
                <a:moveTo>
                  <a:pt x="32004" y="332232"/>
                </a:moveTo>
                <a:lnTo>
                  <a:pt x="30480" y="329184"/>
                </a:lnTo>
                <a:lnTo>
                  <a:pt x="24384" y="323088"/>
                </a:lnTo>
                <a:lnTo>
                  <a:pt x="19812" y="320040"/>
                </a:lnTo>
                <a:lnTo>
                  <a:pt x="10668" y="320040"/>
                </a:lnTo>
                <a:lnTo>
                  <a:pt x="1524" y="329184"/>
                </a:lnTo>
                <a:lnTo>
                  <a:pt x="0" y="332232"/>
                </a:lnTo>
                <a:lnTo>
                  <a:pt x="0" y="341376"/>
                </a:lnTo>
                <a:lnTo>
                  <a:pt x="1524" y="344424"/>
                </a:lnTo>
                <a:lnTo>
                  <a:pt x="7620" y="350520"/>
                </a:lnTo>
                <a:lnTo>
                  <a:pt x="10668" y="352044"/>
                </a:lnTo>
                <a:lnTo>
                  <a:pt x="19812" y="352044"/>
                </a:lnTo>
                <a:lnTo>
                  <a:pt x="24384" y="350520"/>
                </a:lnTo>
                <a:lnTo>
                  <a:pt x="30480" y="344424"/>
                </a:lnTo>
                <a:lnTo>
                  <a:pt x="32004" y="341376"/>
                </a:lnTo>
                <a:lnTo>
                  <a:pt x="32004" y="332232"/>
                </a:lnTo>
                <a:close/>
              </a:path>
              <a:path extrusionOk="0" h="1109979" w="210820">
                <a:moveTo>
                  <a:pt x="207264" y="618744"/>
                </a:moveTo>
                <a:lnTo>
                  <a:pt x="202692" y="618744"/>
                </a:lnTo>
                <a:lnTo>
                  <a:pt x="202692" y="624840"/>
                </a:lnTo>
                <a:lnTo>
                  <a:pt x="201168" y="629412"/>
                </a:lnTo>
                <a:lnTo>
                  <a:pt x="199644" y="630936"/>
                </a:lnTo>
                <a:lnTo>
                  <a:pt x="199644" y="633984"/>
                </a:lnTo>
                <a:lnTo>
                  <a:pt x="193548" y="637032"/>
                </a:lnTo>
                <a:lnTo>
                  <a:pt x="190500" y="637032"/>
                </a:lnTo>
                <a:lnTo>
                  <a:pt x="185928" y="638556"/>
                </a:lnTo>
                <a:lnTo>
                  <a:pt x="0" y="638556"/>
                </a:lnTo>
                <a:lnTo>
                  <a:pt x="0" y="644652"/>
                </a:lnTo>
                <a:lnTo>
                  <a:pt x="16764" y="684276"/>
                </a:lnTo>
                <a:lnTo>
                  <a:pt x="21336" y="681228"/>
                </a:lnTo>
                <a:lnTo>
                  <a:pt x="18288" y="675132"/>
                </a:lnTo>
                <a:lnTo>
                  <a:pt x="18288" y="670560"/>
                </a:lnTo>
                <a:lnTo>
                  <a:pt x="19812" y="667512"/>
                </a:lnTo>
                <a:lnTo>
                  <a:pt x="21336" y="665988"/>
                </a:lnTo>
                <a:lnTo>
                  <a:pt x="21336" y="664464"/>
                </a:lnTo>
                <a:lnTo>
                  <a:pt x="24384" y="664464"/>
                </a:lnTo>
                <a:lnTo>
                  <a:pt x="27432" y="662940"/>
                </a:lnTo>
                <a:lnTo>
                  <a:pt x="190500" y="662940"/>
                </a:lnTo>
                <a:lnTo>
                  <a:pt x="199644" y="667512"/>
                </a:lnTo>
                <a:lnTo>
                  <a:pt x="201168" y="669036"/>
                </a:lnTo>
                <a:lnTo>
                  <a:pt x="202692" y="672084"/>
                </a:lnTo>
                <a:lnTo>
                  <a:pt x="202692" y="682752"/>
                </a:lnTo>
                <a:lnTo>
                  <a:pt x="207264" y="682752"/>
                </a:lnTo>
                <a:lnTo>
                  <a:pt x="207264" y="618744"/>
                </a:lnTo>
                <a:close/>
              </a:path>
              <a:path extrusionOk="0" h="1109979" w="210820">
                <a:moveTo>
                  <a:pt x="207264" y="303276"/>
                </a:moveTo>
                <a:lnTo>
                  <a:pt x="202692" y="303276"/>
                </a:lnTo>
                <a:lnTo>
                  <a:pt x="202692" y="310896"/>
                </a:lnTo>
                <a:lnTo>
                  <a:pt x="201168" y="313944"/>
                </a:lnTo>
                <a:lnTo>
                  <a:pt x="201168" y="316992"/>
                </a:lnTo>
                <a:lnTo>
                  <a:pt x="196596" y="321564"/>
                </a:lnTo>
                <a:lnTo>
                  <a:pt x="193548" y="321564"/>
                </a:lnTo>
                <a:lnTo>
                  <a:pt x="190500" y="323088"/>
                </a:lnTo>
                <a:lnTo>
                  <a:pt x="70104" y="323088"/>
                </a:lnTo>
                <a:lnTo>
                  <a:pt x="70104" y="330708"/>
                </a:lnTo>
                <a:lnTo>
                  <a:pt x="86868" y="370332"/>
                </a:lnTo>
                <a:lnTo>
                  <a:pt x="91440" y="368808"/>
                </a:lnTo>
                <a:lnTo>
                  <a:pt x="89916" y="365760"/>
                </a:lnTo>
                <a:lnTo>
                  <a:pt x="89916" y="353568"/>
                </a:lnTo>
                <a:lnTo>
                  <a:pt x="91440" y="353568"/>
                </a:lnTo>
                <a:lnTo>
                  <a:pt x="94488" y="350520"/>
                </a:lnTo>
                <a:lnTo>
                  <a:pt x="97536" y="348996"/>
                </a:lnTo>
                <a:lnTo>
                  <a:pt x="101854" y="348767"/>
                </a:lnTo>
                <a:lnTo>
                  <a:pt x="108013" y="348234"/>
                </a:lnTo>
                <a:lnTo>
                  <a:pt x="116192" y="347713"/>
                </a:lnTo>
                <a:lnTo>
                  <a:pt x="126492" y="347472"/>
                </a:lnTo>
                <a:lnTo>
                  <a:pt x="185928" y="347472"/>
                </a:lnTo>
                <a:lnTo>
                  <a:pt x="190500" y="348996"/>
                </a:lnTo>
                <a:lnTo>
                  <a:pt x="199644" y="353568"/>
                </a:lnTo>
                <a:lnTo>
                  <a:pt x="201168" y="355092"/>
                </a:lnTo>
                <a:lnTo>
                  <a:pt x="202692" y="358140"/>
                </a:lnTo>
                <a:lnTo>
                  <a:pt x="202692" y="367284"/>
                </a:lnTo>
                <a:lnTo>
                  <a:pt x="207264" y="367284"/>
                </a:lnTo>
                <a:lnTo>
                  <a:pt x="207264" y="347472"/>
                </a:lnTo>
                <a:lnTo>
                  <a:pt x="207264" y="303276"/>
                </a:lnTo>
                <a:close/>
              </a:path>
              <a:path extrusionOk="0" h="1109979" w="210820">
                <a:moveTo>
                  <a:pt x="207276" y="0"/>
                </a:moveTo>
                <a:lnTo>
                  <a:pt x="202704" y="0"/>
                </a:lnTo>
                <a:lnTo>
                  <a:pt x="202704" y="6096"/>
                </a:lnTo>
                <a:lnTo>
                  <a:pt x="201180" y="10668"/>
                </a:lnTo>
                <a:lnTo>
                  <a:pt x="201180" y="12192"/>
                </a:lnTo>
                <a:lnTo>
                  <a:pt x="199656" y="15240"/>
                </a:lnTo>
                <a:lnTo>
                  <a:pt x="196608" y="16764"/>
                </a:lnTo>
                <a:lnTo>
                  <a:pt x="195084" y="16764"/>
                </a:lnTo>
                <a:lnTo>
                  <a:pt x="192036" y="18288"/>
                </a:lnTo>
                <a:lnTo>
                  <a:pt x="185940" y="19812"/>
                </a:lnTo>
                <a:lnTo>
                  <a:pt x="111836" y="19862"/>
                </a:lnTo>
                <a:lnTo>
                  <a:pt x="104406" y="20193"/>
                </a:lnTo>
                <a:lnTo>
                  <a:pt x="71640" y="41148"/>
                </a:lnTo>
                <a:lnTo>
                  <a:pt x="70116" y="47244"/>
                </a:lnTo>
                <a:lnTo>
                  <a:pt x="70116" y="54864"/>
                </a:lnTo>
                <a:lnTo>
                  <a:pt x="71843" y="65443"/>
                </a:lnTo>
                <a:lnTo>
                  <a:pt x="77165" y="76581"/>
                </a:lnTo>
                <a:lnTo>
                  <a:pt x="86182" y="88303"/>
                </a:lnTo>
                <a:lnTo>
                  <a:pt x="99072" y="100584"/>
                </a:lnTo>
                <a:lnTo>
                  <a:pt x="70116" y="100584"/>
                </a:lnTo>
                <a:lnTo>
                  <a:pt x="70116" y="106680"/>
                </a:lnTo>
                <a:lnTo>
                  <a:pt x="86880" y="147828"/>
                </a:lnTo>
                <a:lnTo>
                  <a:pt x="91452" y="144780"/>
                </a:lnTo>
                <a:lnTo>
                  <a:pt x="89928" y="141732"/>
                </a:lnTo>
                <a:lnTo>
                  <a:pt x="89928" y="131064"/>
                </a:lnTo>
                <a:lnTo>
                  <a:pt x="94500" y="126492"/>
                </a:lnTo>
                <a:lnTo>
                  <a:pt x="97548" y="124968"/>
                </a:lnTo>
                <a:lnTo>
                  <a:pt x="193560" y="124968"/>
                </a:lnTo>
                <a:lnTo>
                  <a:pt x="196608" y="128016"/>
                </a:lnTo>
                <a:lnTo>
                  <a:pt x="201180" y="131064"/>
                </a:lnTo>
                <a:lnTo>
                  <a:pt x="202704" y="134112"/>
                </a:lnTo>
                <a:lnTo>
                  <a:pt x="202704" y="144780"/>
                </a:lnTo>
                <a:lnTo>
                  <a:pt x="207276" y="144780"/>
                </a:lnTo>
                <a:lnTo>
                  <a:pt x="207276" y="80772"/>
                </a:lnTo>
                <a:lnTo>
                  <a:pt x="202704" y="80772"/>
                </a:lnTo>
                <a:lnTo>
                  <a:pt x="202704" y="86868"/>
                </a:lnTo>
                <a:lnTo>
                  <a:pt x="201180" y="91440"/>
                </a:lnTo>
                <a:lnTo>
                  <a:pt x="201180" y="92964"/>
                </a:lnTo>
                <a:lnTo>
                  <a:pt x="199656" y="96012"/>
                </a:lnTo>
                <a:lnTo>
                  <a:pt x="193560" y="99060"/>
                </a:lnTo>
                <a:lnTo>
                  <a:pt x="192036" y="99060"/>
                </a:lnTo>
                <a:lnTo>
                  <a:pt x="185940" y="100584"/>
                </a:lnTo>
                <a:lnTo>
                  <a:pt x="106692" y="100584"/>
                </a:lnTo>
                <a:lnTo>
                  <a:pt x="98691" y="91465"/>
                </a:lnTo>
                <a:lnTo>
                  <a:pt x="92976" y="82486"/>
                </a:lnTo>
                <a:lnTo>
                  <a:pt x="89547" y="73799"/>
                </a:lnTo>
                <a:lnTo>
                  <a:pt x="88404" y="65532"/>
                </a:lnTo>
                <a:lnTo>
                  <a:pt x="88404" y="57912"/>
                </a:lnTo>
                <a:lnTo>
                  <a:pt x="121932" y="44196"/>
                </a:lnTo>
                <a:lnTo>
                  <a:pt x="190512" y="44196"/>
                </a:lnTo>
                <a:lnTo>
                  <a:pt x="195084" y="45720"/>
                </a:lnTo>
                <a:lnTo>
                  <a:pt x="198132" y="47244"/>
                </a:lnTo>
                <a:lnTo>
                  <a:pt x="199656" y="48768"/>
                </a:lnTo>
                <a:lnTo>
                  <a:pt x="202704" y="54864"/>
                </a:lnTo>
                <a:lnTo>
                  <a:pt x="202704" y="64008"/>
                </a:lnTo>
                <a:lnTo>
                  <a:pt x="207276" y="64008"/>
                </a:lnTo>
                <a:lnTo>
                  <a:pt x="207276" y="0"/>
                </a:lnTo>
                <a:close/>
              </a:path>
              <a:path extrusionOk="0" h="1109979" w="210820">
                <a:moveTo>
                  <a:pt x="210312" y="908304"/>
                </a:moveTo>
                <a:lnTo>
                  <a:pt x="115735" y="868680"/>
                </a:lnTo>
                <a:lnTo>
                  <a:pt x="97536" y="861060"/>
                </a:lnTo>
                <a:lnTo>
                  <a:pt x="89916" y="859536"/>
                </a:lnTo>
                <a:lnTo>
                  <a:pt x="83820" y="856488"/>
                </a:lnTo>
                <a:lnTo>
                  <a:pt x="80772" y="851916"/>
                </a:lnTo>
                <a:lnTo>
                  <a:pt x="79248" y="850392"/>
                </a:lnTo>
                <a:lnTo>
                  <a:pt x="77724" y="847344"/>
                </a:lnTo>
                <a:lnTo>
                  <a:pt x="77724" y="842772"/>
                </a:lnTo>
                <a:lnTo>
                  <a:pt x="73152" y="842772"/>
                </a:lnTo>
                <a:lnTo>
                  <a:pt x="73152" y="883920"/>
                </a:lnTo>
                <a:lnTo>
                  <a:pt x="77724" y="883920"/>
                </a:lnTo>
                <a:lnTo>
                  <a:pt x="77724" y="874776"/>
                </a:lnTo>
                <a:lnTo>
                  <a:pt x="79248" y="871728"/>
                </a:lnTo>
                <a:lnTo>
                  <a:pt x="82296" y="868680"/>
                </a:lnTo>
                <a:lnTo>
                  <a:pt x="86868" y="868680"/>
                </a:lnTo>
                <a:lnTo>
                  <a:pt x="91440" y="870204"/>
                </a:lnTo>
                <a:lnTo>
                  <a:pt x="97536" y="871728"/>
                </a:lnTo>
                <a:lnTo>
                  <a:pt x="173736" y="903732"/>
                </a:lnTo>
                <a:lnTo>
                  <a:pt x="99060" y="934212"/>
                </a:lnTo>
                <a:lnTo>
                  <a:pt x="94488" y="937260"/>
                </a:lnTo>
                <a:lnTo>
                  <a:pt x="82296" y="937260"/>
                </a:lnTo>
                <a:lnTo>
                  <a:pt x="80772" y="934212"/>
                </a:lnTo>
                <a:lnTo>
                  <a:pt x="79248" y="932688"/>
                </a:lnTo>
                <a:lnTo>
                  <a:pt x="77724" y="929640"/>
                </a:lnTo>
                <a:lnTo>
                  <a:pt x="77724" y="922020"/>
                </a:lnTo>
                <a:lnTo>
                  <a:pt x="73152" y="922020"/>
                </a:lnTo>
                <a:lnTo>
                  <a:pt x="73152" y="986028"/>
                </a:lnTo>
                <a:lnTo>
                  <a:pt x="77724" y="986028"/>
                </a:lnTo>
                <a:lnTo>
                  <a:pt x="77724" y="981456"/>
                </a:lnTo>
                <a:lnTo>
                  <a:pt x="79248" y="976884"/>
                </a:lnTo>
                <a:lnTo>
                  <a:pt x="80772" y="975360"/>
                </a:lnTo>
                <a:lnTo>
                  <a:pt x="82296" y="972312"/>
                </a:lnTo>
                <a:lnTo>
                  <a:pt x="88392" y="966216"/>
                </a:lnTo>
                <a:lnTo>
                  <a:pt x="92964" y="964692"/>
                </a:lnTo>
                <a:lnTo>
                  <a:pt x="99060" y="961644"/>
                </a:lnTo>
                <a:lnTo>
                  <a:pt x="156489" y="937260"/>
                </a:lnTo>
                <a:lnTo>
                  <a:pt x="210312" y="914400"/>
                </a:lnTo>
                <a:lnTo>
                  <a:pt x="210312" y="908304"/>
                </a:lnTo>
                <a:close/>
              </a:path>
              <a:path extrusionOk="0" h="1109979" w="210820">
                <a:moveTo>
                  <a:pt x="210312" y="765048"/>
                </a:moveTo>
                <a:lnTo>
                  <a:pt x="201168" y="731520"/>
                </a:lnTo>
                <a:lnTo>
                  <a:pt x="201168" y="758952"/>
                </a:lnTo>
                <a:lnTo>
                  <a:pt x="199771" y="767791"/>
                </a:lnTo>
                <a:lnTo>
                  <a:pt x="168973" y="794321"/>
                </a:lnTo>
                <a:lnTo>
                  <a:pt x="157327" y="797534"/>
                </a:lnTo>
                <a:lnTo>
                  <a:pt x="157645" y="797534"/>
                </a:lnTo>
                <a:lnTo>
                  <a:pt x="143827" y="799515"/>
                </a:lnTo>
                <a:lnTo>
                  <a:pt x="129540" y="800100"/>
                </a:lnTo>
                <a:lnTo>
                  <a:pt x="120954" y="799820"/>
                </a:lnTo>
                <a:lnTo>
                  <a:pt x="83820" y="783336"/>
                </a:lnTo>
                <a:lnTo>
                  <a:pt x="83743" y="783170"/>
                </a:lnTo>
                <a:lnTo>
                  <a:pt x="80772" y="777240"/>
                </a:lnTo>
                <a:lnTo>
                  <a:pt x="79248" y="772668"/>
                </a:lnTo>
                <a:lnTo>
                  <a:pt x="79286" y="767791"/>
                </a:lnTo>
                <a:lnTo>
                  <a:pt x="80111" y="760412"/>
                </a:lnTo>
                <a:lnTo>
                  <a:pt x="117157" y="730567"/>
                </a:lnTo>
                <a:lnTo>
                  <a:pt x="149352" y="726948"/>
                </a:lnTo>
                <a:lnTo>
                  <a:pt x="162191" y="727519"/>
                </a:lnTo>
                <a:lnTo>
                  <a:pt x="197929" y="746379"/>
                </a:lnTo>
                <a:lnTo>
                  <a:pt x="201168" y="758952"/>
                </a:lnTo>
                <a:lnTo>
                  <a:pt x="201168" y="731520"/>
                </a:lnTo>
                <a:lnTo>
                  <a:pt x="164592" y="704659"/>
                </a:lnTo>
                <a:lnTo>
                  <a:pt x="137160" y="699516"/>
                </a:lnTo>
                <a:lnTo>
                  <a:pt x="124904" y="700405"/>
                </a:lnTo>
                <a:lnTo>
                  <a:pt x="82969" y="724738"/>
                </a:lnTo>
                <a:lnTo>
                  <a:pt x="70104" y="763524"/>
                </a:lnTo>
                <a:lnTo>
                  <a:pt x="70218" y="765048"/>
                </a:lnTo>
                <a:lnTo>
                  <a:pt x="70675" y="771512"/>
                </a:lnTo>
                <a:lnTo>
                  <a:pt x="89344" y="807910"/>
                </a:lnTo>
                <a:lnTo>
                  <a:pt x="123444" y="825246"/>
                </a:lnTo>
                <a:lnTo>
                  <a:pt x="141732" y="827532"/>
                </a:lnTo>
                <a:lnTo>
                  <a:pt x="154000" y="826655"/>
                </a:lnTo>
                <a:lnTo>
                  <a:pt x="196811" y="803198"/>
                </a:lnTo>
                <a:lnTo>
                  <a:pt x="208864" y="779297"/>
                </a:lnTo>
                <a:lnTo>
                  <a:pt x="210312" y="765048"/>
                </a:lnTo>
                <a:close/>
              </a:path>
              <a:path extrusionOk="0" h="1109979" w="210820">
                <a:moveTo>
                  <a:pt x="210312" y="406908"/>
                </a:moveTo>
                <a:lnTo>
                  <a:pt x="181356" y="379476"/>
                </a:lnTo>
                <a:lnTo>
                  <a:pt x="181356" y="385572"/>
                </a:lnTo>
                <a:lnTo>
                  <a:pt x="184404" y="387096"/>
                </a:lnTo>
                <a:lnTo>
                  <a:pt x="188976" y="391668"/>
                </a:lnTo>
                <a:lnTo>
                  <a:pt x="192024" y="397764"/>
                </a:lnTo>
                <a:lnTo>
                  <a:pt x="192024" y="405384"/>
                </a:lnTo>
                <a:lnTo>
                  <a:pt x="190500" y="408432"/>
                </a:lnTo>
                <a:lnTo>
                  <a:pt x="187452" y="411480"/>
                </a:lnTo>
                <a:lnTo>
                  <a:pt x="184404" y="413004"/>
                </a:lnTo>
                <a:lnTo>
                  <a:pt x="178308" y="414528"/>
                </a:lnTo>
                <a:lnTo>
                  <a:pt x="82296" y="414528"/>
                </a:lnTo>
                <a:lnTo>
                  <a:pt x="82296" y="384048"/>
                </a:lnTo>
                <a:lnTo>
                  <a:pt x="73152" y="384048"/>
                </a:lnTo>
                <a:lnTo>
                  <a:pt x="73152" y="414528"/>
                </a:lnTo>
                <a:lnTo>
                  <a:pt x="28956" y="414528"/>
                </a:lnTo>
                <a:lnTo>
                  <a:pt x="28956" y="417576"/>
                </a:lnTo>
                <a:lnTo>
                  <a:pt x="38100" y="422148"/>
                </a:lnTo>
                <a:lnTo>
                  <a:pt x="45720" y="425196"/>
                </a:lnTo>
                <a:lnTo>
                  <a:pt x="48768" y="428244"/>
                </a:lnTo>
                <a:lnTo>
                  <a:pt x="56388" y="432816"/>
                </a:lnTo>
                <a:lnTo>
                  <a:pt x="62484" y="437388"/>
                </a:lnTo>
                <a:lnTo>
                  <a:pt x="76200" y="455676"/>
                </a:lnTo>
                <a:lnTo>
                  <a:pt x="77724" y="461772"/>
                </a:lnTo>
                <a:lnTo>
                  <a:pt x="82296" y="461772"/>
                </a:lnTo>
                <a:lnTo>
                  <a:pt x="82296" y="438912"/>
                </a:lnTo>
                <a:lnTo>
                  <a:pt x="182880" y="438912"/>
                </a:lnTo>
                <a:lnTo>
                  <a:pt x="190500" y="437388"/>
                </a:lnTo>
                <a:lnTo>
                  <a:pt x="199644" y="434340"/>
                </a:lnTo>
                <a:lnTo>
                  <a:pt x="204216" y="431292"/>
                </a:lnTo>
                <a:lnTo>
                  <a:pt x="205740" y="426720"/>
                </a:lnTo>
                <a:lnTo>
                  <a:pt x="208788" y="422148"/>
                </a:lnTo>
                <a:lnTo>
                  <a:pt x="210312" y="417576"/>
                </a:lnTo>
                <a:lnTo>
                  <a:pt x="210312" y="406908"/>
                </a:lnTo>
                <a:close/>
              </a:path>
              <a:path extrusionOk="0" h="1109979" w="210820">
                <a:moveTo>
                  <a:pt x="210312" y="222504"/>
                </a:moveTo>
                <a:lnTo>
                  <a:pt x="201168" y="188976"/>
                </a:lnTo>
                <a:lnTo>
                  <a:pt x="201168" y="216408"/>
                </a:lnTo>
                <a:lnTo>
                  <a:pt x="199771" y="225247"/>
                </a:lnTo>
                <a:lnTo>
                  <a:pt x="168973" y="251777"/>
                </a:lnTo>
                <a:lnTo>
                  <a:pt x="157327" y="254990"/>
                </a:lnTo>
                <a:lnTo>
                  <a:pt x="157645" y="254990"/>
                </a:lnTo>
                <a:lnTo>
                  <a:pt x="143827" y="256971"/>
                </a:lnTo>
                <a:lnTo>
                  <a:pt x="129540" y="257556"/>
                </a:lnTo>
                <a:lnTo>
                  <a:pt x="120954" y="257276"/>
                </a:lnTo>
                <a:lnTo>
                  <a:pt x="83820" y="240792"/>
                </a:lnTo>
                <a:lnTo>
                  <a:pt x="83743" y="240626"/>
                </a:lnTo>
                <a:lnTo>
                  <a:pt x="80772" y="234696"/>
                </a:lnTo>
                <a:lnTo>
                  <a:pt x="79248" y="230124"/>
                </a:lnTo>
                <a:lnTo>
                  <a:pt x="79286" y="225247"/>
                </a:lnTo>
                <a:lnTo>
                  <a:pt x="80111" y="217868"/>
                </a:lnTo>
                <a:lnTo>
                  <a:pt x="117157" y="188023"/>
                </a:lnTo>
                <a:lnTo>
                  <a:pt x="149352" y="184404"/>
                </a:lnTo>
                <a:lnTo>
                  <a:pt x="162191" y="184975"/>
                </a:lnTo>
                <a:lnTo>
                  <a:pt x="197929" y="203835"/>
                </a:lnTo>
                <a:lnTo>
                  <a:pt x="201168" y="216408"/>
                </a:lnTo>
                <a:lnTo>
                  <a:pt x="201168" y="188976"/>
                </a:lnTo>
                <a:lnTo>
                  <a:pt x="164592" y="162115"/>
                </a:lnTo>
                <a:lnTo>
                  <a:pt x="137160" y="156972"/>
                </a:lnTo>
                <a:lnTo>
                  <a:pt x="124904" y="157861"/>
                </a:lnTo>
                <a:lnTo>
                  <a:pt x="82969" y="182194"/>
                </a:lnTo>
                <a:lnTo>
                  <a:pt x="70104" y="220980"/>
                </a:lnTo>
                <a:lnTo>
                  <a:pt x="70218" y="222504"/>
                </a:lnTo>
                <a:lnTo>
                  <a:pt x="70675" y="228968"/>
                </a:lnTo>
                <a:lnTo>
                  <a:pt x="89344" y="265366"/>
                </a:lnTo>
                <a:lnTo>
                  <a:pt x="123444" y="282702"/>
                </a:lnTo>
                <a:lnTo>
                  <a:pt x="141732" y="284988"/>
                </a:lnTo>
                <a:lnTo>
                  <a:pt x="154000" y="284111"/>
                </a:lnTo>
                <a:lnTo>
                  <a:pt x="196811" y="260654"/>
                </a:lnTo>
                <a:lnTo>
                  <a:pt x="208864" y="236753"/>
                </a:lnTo>
                <a:lnTo>
                  <a:pt x="210312" y="222504"/>
                </a:lnTo>
                <a:close/>
              </a:path>
              <a:path extrusionOk="0" h="1109979" w="210820">
                <a:moveTo>
                  <a:pt x="210324" y="1051560"/>
                </a:moveTo>
                <a:lnTo>
                  <a:pt x="195084" y="1014984"/>
                </a:lnTo>
                <a:lnTo>
                  <a:pt x="158508" y="996696"/>
                </a:lnTo>
                <a:lnTo>
                  <a:pt x="155460" y="999744"/>
                </a:lnTo>
                <a:lnTo>
                  <a:pt x="163766" y="1003223"/>
                </a:lnTo>
                <a:lnTo>
                  <a:pt x="170510" y="1006983"/>
                </a:lnTo>
                <a:lnTo>
                  <a:pt x="175818" y="1011326"/>
                </a:lnTo>
                <a:lnTo>
                  <a:pt x="179844" y="1016508"/>
                </a:lnTo>
                <a:lnTo>
                  <a:pt x="184416" y="1022604"/>
                </a:lnTo>
                <a:lnTo>
                  <a:pt x="185940" y="1030224"/>
                </a:lnTo>
                <a:lnTo>
                  <a:pt x="185940" y="1039368"/>
                </a:lnTo>
                <a:lnTo>
                  <a:pt x="160312" y="1079779"/>
                </a:lnTo>
                <a:lnTo>
                  <a:pt x="123456" y="1088136"/>
                </a:lnTo>
                <a:lnTo>
                  <a:pt x="123456" y="1027176"/>
                </a:lnTo>
                <a:lnTo>
                  <a:pt x="123456" y="996696"/>
                </a:lnTo>
                <a:lnTo>
                  <a:pt x="114312" y="997369"/>
                </a:lnTo>
                <a:lnTo>
                  <a:pt x="114312" y="1027176"/>
                </a:lnTo>
                <a:lnTo>
                  <a:pt x="114312" y="1088136"/>
                </a:lnTo>
                <a:lnTo>
                  <a:pt x="79260" y="1063752"/>
                </a:lnTo>
                <a:lnTo>
                  <a:pt x="79260" y="1050036"/>
                </a:lnTo>
                <a:lnTo>
                  <a:pt x="80784" y="1045464"/>
                </a:lnTo>
                <a:lnTo>
                  <a:pt x="86880" y="1036320"/>
                </a:lnTo>
                <a:lnTo>
                  <a:pt x="91452" y="1031748"/>
                </a:lnTo>
                <a:lnTo>
                  <a:pt x="105168" y="1027176"/>
                </a:lnTo>
                <a:lnTo>
                  <a:pt x="114312" y="1027176"/>
                </a:lnTo>
                <a:lnTo>
                  <a:pt x="114312" y="997369"/>
                </a:lnTo>
                <a:lnTo>
                  <a:pt x="77825" y="1018705"/>
                </a:lnTo>
                <a:lnTo>
                  <a:pt x="70116" y="1046988"/>
                </a:lnTo>
                <a:lnTo>
                  <a:pt x="71259" y="1060119"/>
                </a:lnTo>
                <a:lnTo>
                  <a:pt x="99301" y="1099185"/>
                </a:lnTo>
                <a:lnTo>
                  <a:pt x="141744" y="1109472"/>
                </a:lnTo>
                <a:lnTo>
                  <a:pt x="157200" y="1108329"/>
                </a:lnTo>
                <a:lnTo>
                  <a:pt x="156984" y="1108329"/>
                </a:lnTo>
                <a:lnTo>
                  <a:pt x="170319" y="1105090"/>
                </a:lnTo>
                <a:lnTo>
                  <a:pt x="182029" y="1099832"/>
                </a:lnTo>
                <a:lnTo>
                  <a:pt x="192036" y="1092708"/>
                </a:lnTo>
                <a:lnTo>
                  <a:pt x="195910" y="1088136"/>
                </a:lnTo>
                <a:lnTo>
                  <a:pt x="200037" y="1083284"/>
                </a:lnTo>
                <a:lnTo>
                  <a:pt x="205752" y="1073277"/>
                </a:lnTo>
                <a:lnTo>
                  <a:pt x="205867" y="1072896"/>
                </a:lnTo>
                <a:lnTo>
                  <a:pt x="209181" y="1062710"/>
                </a:lnTo>
                <a:lnTo>
                  <a:pt x="210324" y="1051560"/>
                </a:lnTo>
                <a:close/>
              </a:path>
              <a:path extrusionOk="0" h="1109979" w="210820">
                <a:moveTo>
                  <a:pt x="210324" y="496824"/>
                </a:moveTo>
                <a:lnTo>
                  <a:pt x="193560" y="455676"/>
                </a:lnTo>
                <a:lnTo>
                  <a:pt x="188988" y="458724"/>
                </a:lnTo>
                <a:lnTo>
                  <a:pt x="192036" y="464820"/>
                </a:lnTo>
                <a:lnTo>
                  <a:pt x="192036" y="470916"/>
                </a:lnTo>
                <a:lnTo>
                  <a:pt x="185940" y="477012"/>
                </a:lnTo>
                <a:lnTo>
                  <a:pt x="181368" y="478536"/>
                </a:lnTo>
                <a:lnTo>
                  <a:pt x="73164" y="478536"/>
                </a:lnTo>
                <a:lnTo>
                  <a:pt x="73164" y="522732"/>
                </a:lnTo>
                <a:lnTo>
                  <a:pt x="77736" y="522732"/>
                </a:lnTo>
                <a:lnTo>
                  <a:pt x="77736" y="515112"/>
                </a:lnTo>
                <a:lnTo>
                  <a:pt x="79260" y="510540"/>
                </a:lnTo>
                <a:lnTo>
                  <a:pt x="85356" y="504444"/>
                </a:lnTo>
                <a:lnTo>
                  <a:pt x="91452" y="502920"/>
                </a:lnTo>
                <a:lnTo>
                  <a:pt x="173748" y="502920"/>
                </a:lnTo>
                <a:lnTo>
                  <a:pt x="179844" y="510540"/>
                </a:lnTo>
                <a:lnTo>
                  <a:pt x="185940" y="516636"/>
                </a:lnTo>
                <a:lnTo>
                  <a:pt x="187464" y="522732"/>
                </a:lnTo>
                <a:lnTo>
                  <a:pt x="190512" y="527304"/>
                </a:lnTo>
                <a:lnTo>
                  <a:pt x="192036" y="533400"/>
                </a:lnTo>
                <a:lnTo>
                  <a:pt x="192036" y="544068"/>
                </a:lnTo>
                <a:lnTo>
                  <a:pt x="190512" y="548640"/>
                </a:lnTo>
                <a:lnTo>
                  <a:pt x="185940" y="553212"/>
                </a:lnTo>
                <a:lnTo>
                  <a:pt x="182892" y="557784"/>
                </a:lnTo>
                <a:lnTo>
                  <a:pt x="173748" y="559308"/>
                </a:lnTo>
                <a:lnTo>
                  <a:pt x="73164" y="559308"/>
                </a:lnTo>
                <a:lnTo>
                  <a:pt x="73164" y="606552"/>
                </a:lnTo>
                <a:lnTo>
                  <a:pt x="77736" y="606552"/>
                </a:lnTo>
                <a:lnTo>
                  <a:pt x="77736" y="594360"/>
                </a:lnTo>
                <a:lnTo>
                  <a:pt x="79260" y="592836"/>
                </a:lnTo>
                <a:lnTo>
                  <a:pt x="167093" y="583653"/>
                </a:lnTo>
                <a:lnTo>
                  <a:pt x="174701" y="583311"/>
                </a:lnTo>
                <a:lnTo>
                  <a:pt x="181432" y="582409"/>
                </a:lnTo>
                <a:lnTo>
                  <a:pt x="187464" y="580644"/>
                </a:lnTo>
                <a:lnTo>
                  <a:pt x="193560" y="579120"/>
                </a:lnTo>
                <a:lnTo>
                  <a:pt x="199656" y="574548"/>
                </a:lnTo>
                <a:lnTo>
                  <a:pt x="204228" y="569976"/>
                </a:lnTo>
                <a:lnTo>
                  <a:pt x="208800" y="563880"/>
                </a:lnTo>
                <a:lnTo>
                  <a:pt x="210324" y="557784"/>
                </a:lnTo>
                <a:lnTo>
                  <a:pt x="210324" y="542544"/>
                </a:lnTo>
                <a:lnTo>
                  <a:pt x="181368" y="502920"/>
                </a:lnTo>
                <a:lnTo>
                  <a:pt x="210324" y="502920"/>
                </a:lnTo>
                <a:lnTo>
                  <a:pt x="210324" y="4968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5" name="Google Shape;8795;p116"/>
          <p:cNvSpPr/>
          <p:nvPr/>
        </p:nvSpPr>
        <p:spPr>
          <a:xfrm>
            <a:off x="3794747" y="5809488"/>
            <a:ext cx="181610" cy="597535"/>
          </a:xfrm>
          <a:custGeom>
            <a:rect b="b" l="l" r="r" t="t"/>
            <a:pathLst>
              <a:path extrusionOk="0" h="597535" w="181610">
                <a:moveTo>
                  <a:pt x="181356" y="445008"/>
                </a:moveTo>
                <a:lnTo>
                  <a:pt x="152400" y="417576"/>
                </a:lnTo>
                <a:lnTo>
                  <a:pt x="152400" y="423672"/>
                </a:lnTo>
                <a:lnTo>
                  <a:pt x="155448" y="425196"/>
                </a:lnTo>
                <a:lnTo>
                  <a:pt x="158496" y="428244"/>
                </a:lnTo>
                <a:lnTo>
                  <a:pt x="163068" y="437388"/>
                </a:lnTo>
                <a:lnTo>
                  <a:pt x="163068" y="443484"/>
                </a:lnTo>
                <a:lnTo>
                  <a:pt x="161544" y="446532"/>
                </a:lnTo>
                <a:lnTo>
                  <a:pt x="158496" y="449580"/>
                </a:lnTo>
                <a:lnTo>
                  <a:pt x="155448" y="451104"/>
                </a:lnTo>
                <a:lnTo>
                  <a:pt x="149352" y="452628"/>
                </a:lnTo>
                <a:lnTo>
                  <a:pt x="53340" y="452628"/>
                </a:lnTo>
                <a:lnTo>
                  <a:pt x="53340" y="422148"/>
                </a:lnTo>
                <a:lnTo>
                  <a:pt x="44196" y="422148"/>
                </a:lnTo>
                <a:lnTo>
                  <a:pt x="44196" y="452628"/>
                </a:lnTo>
                <a:lnTo>
                  <a:pt x="0" y="452628"/>
                </a:lnTo>
                <a:lnTo>
                  <a:pt x="0" y="455676"/>
                </a:lnTo>
                <a:lnTo>
                  <a:pt x="9144" y="460248"/>
                </a:lnTo>
                <a:lnTo>
                  <a:pt x="16764" y="463296"/>
                </a:lnTo>
                <a:lnTo>
                  <a:pt x="19812" y="466344"/>
                </a:lnTo>
                <a:lnTo>
                  <a:pt x="27432" y="470916"/>
                </a:lnTo>
                <a:lnTo>
                  <a:pt x="33528" y="477012"/>
                </a:lnTo>
                <a:lnTo>
                  <a:pt x="42672" y="489204"/>
                </a:lnTo>
                <a:lnTo>
                  <a:pt x="47244" y="493776"/>
                </a:lnTo>
                <a:lnTo>
                  <a:pt x="48768" y="499872"/>
                </a:lnTo>
                <a:lnTo>
                  <a:pt x="53340" y="499872"/>
                </a:lnTo>
                <a:lnTo>
                  <a:pt x="53340" y="477012"/>
                </a:lnTo>
                <a:lnTo>
                  <a:pt x="161544" y="477012"/>
                </a:lnTo>
                <a:lnTo>
                  <a:pt x="166116" y="473964"/>
                </a:lnTo>
                <a:lnTo>
                  <a:pt x="170688" y="472440"/>
                </a:lnTo>
                <a:lnTo>
                  <a:pt x="175260" y="469392"/>
                </a:lnTo>
                <a:lnTo>
                  <a:pt x="176784" y="464820"/>
                </a:lnTo>
                <a:lnTo>
                  <a:pt x="179832" y="460248"/>
                </a:lnTo>
                <a:lnTo>
                  <a:pt x="181356" y="455676"/>
                </a:lnTo>
                <a:lnTo>
                  <a:pt x="181356" y="445008"/>
                </a:lnTo>
                <a:close/>
              </a:path>
              <a:path extrusionOk="0" h="597535" w="181610">
                <a:moveTo>
                  <a:pt x="181356" y="316992"/>
                </a:moveTo>
                <a:lnTo>
                  <a:pt x="160020" y="286512"/>
                </a:lnTo>
                <a:lnTo>
                  <a:pt x="152400" y="286512"/>
                </a:lnTo>
                <a:lnTo>
                  <a:pt x="156972" y="292608"/>
                </a:lnTo>
                <a:lnTo>
                  <a:pt x="161544" y="295656"/>
                </a:lnTo>
                <a:lnTo>
                  <a:pt x="161544" y="298704"/>
                </a:lnTo>
                <a:lnTo>
                  <a:pt x="163068" y="298704"/>
                </a:lnTo>
                <a:lnTo>
                  <a:pt x="163068" y="304800"/>
                </a:lnTo>
                <a:lnTo>
                  <a:pt x="161544" y="306324"/>
                </a:lnTo>
                <a:lnTo>
                  <a:pt x="160020" y="306324"/>
                </a:lnTo>
                <a:lnTo>
                  <a:pt x="158496" y="307848"/>
                </a:lnTo>
                <a:lnTo>
                  <a:pt x="155448" y="307848"/>
                </a:lnTo>
                <a:lnTo>
                  <a:pt x="152400" y="309372"/>
                </a:lnTo>
                <a:lnTo>
                  <a:pt x="79362" y="309372"/>
                </a:lnTo>
                <a:lnTo>
                  <a:pt x="71056" y="309753"/>
                </a:lnTo>
                <a:lnTo>
                  <a:pt x="65227" y="310667"/>
                </a:lnTo>
                <a:lnTo>
                  <a:pt x="60960" y="312420"/>
                </a:lnTo>
                <a:lnTo>
                  <a:pt x="54864" y="313944"/>
                </a:lnTo>
                <a:lnTo>
                  <a:pt x="41300" y="349529"/>
                </a:lnTo>
                <a:lnTo>
                  <a:pt x="41402" y="358140"/>
                </a:lnTo>
                <a:lnTo>
                  <a:pt x="57531" y="394627"/>
                </a:lnTo>
                <a:lnTo>
                  <a:pt x="74676" y="402336"/>
                </a:lnTo>
                <a:lnTo>
                  <a:pt x="79248" y="402336"/>
                </a:lnTo>
                <a:lnTo>
                  <a:pt x="83820" y="400812"/>
                </a:lnTo>
                <a:lnTo>
                  <a:pt x="88392" y="396240"/>
                </a:lnTo>
                <a:lnTo>
                  <a:pt x="89916" y="393192"/>
                </a:lnTo>
                <a:lnTo>
                  <a:pt x="89916" y="385572"/>
                </a:lnTo>
                <a:lnTo>
                  <a:pt x="83820" y="379476"/>
                </a:lnTo>
                <a:lnTo>
                  <a:pt x="80772" y="377952"/>
                </a:lnTo>
                <a:lnTo>
                  <a:pt x="62484" y="377952"/>
                </a:lnTo>
                <a:lnTo>
                  <a:pt x="57912" y="376428"/>
                </a:lnTo>
                <a:lnTo>
                  <a:pt x="54864" y="371856"/>
                </a:lnTo>
                <a:lnTo>
                  <a:pt x="51816" y="368808"/>
                </a:lnTo>
                <a:lnTo>
                  <a:pt x="50355" y="364413"/>
                </a:lnTo>
                <a:lnTo>
                  <a:pt x="75920" y="334073"/>
                </a:lnTo>
                <a:lnTo>
                  <a:pt x="85344" y="333756"/>
                </a:lnTo>
                <a:lnTo>
                  <a:pt x="91440" y="333756"/>
                </a:lnTo>
                <a:lnTo>
                  <a:pt x="91554" y="334073"/>
                </a:lnTo>
                <a:lnTo>
                  <a:pt x="97142" y="349529"/>
                </a:lnTo>
                <a:lnTo>
                  <a:pt x="116497" y="388835"/>
                </a:lnTo>
                <a:lnTo>
                  <a:pt x="140208" y="406908"/>
                </a:lnTo>
                <a:lnTo>
                  <a:pt x="147828" y="406908"/>
                </a:lnTo>
                <a:lnTo>
                  <a:pt x="181356" y="384048"/>
                </a:lnTo>
                <a:lnTo>
                  <a:pt x="181356" y="382524"/>
                </a:lnTo>
                <a:lnTo>
                  <a:pt x="181356" y="368808"/>
                </a:lnTo>
                <a:lnTo>
                  <a:pt x="163068" y="339623"/>
                </a:lnTo>
                <a:lnTo>
                  <a:pt x="163068" y="362712"/>
                </a:lnTo>
                <a:lnTo>
                  <a:pt x="163068" y="367284"/>
                </a:lnTo>
                <a:lnTo>
                  <a:pt x="156972" y="376428"/>
                </a:lnTo>
                <a:lnTo>
                  <a:pt x="152400" y="379476"/>
                </a:lnTo>
                <a:lnTo>
                  <a:pt x="146304" y="382524"/>
                </a:lnTo>
                <a:lnTo>
                  <a:pt x="134112" y="382524"/>
                </a:lnTo>
                <a:lnTo>
                  <a:pt x="129540" y="381000"/>
                </a:lnTo>
                <a:lnTo>
                  <a:pt x="120396" y="374904"/>
                </a:lnTo>
                <a:lnTo>
                  <a:pt x="115824" y="368808"/>
                </a:lnTo>
                <a:lnTo>
                  <a:pt x="112776" y="361188"/>
                </a:lnTo>
                <a:lnTo>
                  <a:pt x="110451" y="356908"/>
                </a:lnTo>
                <a:lnTo>
                  <a:pt x="110350" y="356692"/>
                </a:lnTo>
                <a:lnTo>
                  <a:pt x="107823" y="350901"/>
                </a:lnTo>
                <a:lnTo>
                  <a:pt x="104521" y="342925"/>
                </a:lnTo>
                <a:lnTo>
                  <a:pt x="100584" y="333756"/>
                </a:lnTo>
                <a:lnTo>
                  <a:pt x="149352" y="333756"/>
                </a:lnTo>
                <a:lnTo>
                  <a:pt x="155359" y="342353"/>
                </a:lnTo>
                <a:lnTo>
                  <a:pt x="159639" y="349948"/>
                </a:lnTo>
                <a:lnTo>
                  <a:pt x="162217" y="356692"/>
                </a:lnTo>
                <a:lnTo>
                  <a:pt x="162242" y="356908"/>
                </a:lnTo>
                <a:lnTo>
                  <a:pt x="163068" y="362712"/>
                </a:lnTo>
                <a:lnTo>
                  <a:pt x="163068" y="339623"/>
                </a:lnTo>
                <a:lnTo>
                  <a:pt x="158496" y="333756"/>
                </a:lnTo>
                <a:lnTo>
                  <a:pt x="166116" y="333756"/>
                </a:lnTo>
                <a:lnTo>
                  <a:pt x="172212" y="332232"/>
                </a:lnTo>
                <a:lnTo>
                  <a:pt x="175260" y="329184"/>
                </a:lnTo>
                <a:lnTo>
                  <a:pt x="179832" y="326136"/>
                </a:lnTo>
                <a:lnTo>
                  <a:pt x="181356" y="323088"/>
                </a:lnTo>
                <a:lnTo>
                  <a:pt x="181356" y="316992"/>
                </a:lnTo>
                <a:close/>
              </a:path>
              <a:path extrusionOk="0" h="597535" w="181610">
                <a:moveTo>
                  <a:pt x="181356" y="131064"/>
                </a:moveTo>
                <a:lnTo>
                  <a:pt x="152400" y="103632"/>
                </a:lnTo>
                <a:lnTo>
                  <a:pt x="152400" y="109728"/>
                </a:lnTo>
                <a:lnTo>
                  <a:pt x="155448" y="111252"/>
                </a:lnTo>
                <a:lnTo>
                  <a:pt x="158496" y="114300"/>
                </a:lnTo>
                <a:lnTo>
                  <a:pt x="160020" y="117348"/>
                </a:lnTo>
                <a:lnTo>
                  <a:pt x="161544" y="118872"/>
                </a:lnTo>
                <a:lnTo>
                  <a:pt x="163068" y="121920"/>
                </a:lnTo>
                <a:lnTo>
                  <a:pt x="163068" y="129540"/>
                </a:lnTo>
                <a:lnTo>
                  <a:pt x="161544" y="132588"/>
                </a:lnTo>
                <a:lnTo>
                  <a:pt x="158496" y="135636"/>
                </a:lnTo>
                <a:lnTo>
                  <a:pt x="155448" y="137160"/>
                </a:lnTo>
                <a:lnTo>
                  <a:pt x="149352" y="138684"/>
                </a:lnTo>
                <a:lnTo>
                  <a:pt x="53340" y="138684"/>
                </a:lnTo>
                <a:lnTo>
                  <a:pt x="53340" y="108204"/>
                </a:lnTo>
                <a:lnTo>
                  <a:pt x="44196" y="108204"/>
                </a:lnTo>
                <a:lnTo>
                  <a:pt x="44196" y="138684"/>
                </a:lnTo>
                <a:lnTo>
                  <a:pt x="0" y="138684"/>
                </a:lnTo>
                <a:lnTo>
                  <a:pt x="0" y="141732"/>
                </a:lnTo>
                <a:lnTo>
                  <a:pt x="9144" y="146304"/>
                </a:lnTo>
                <a:lnTo>
                  <a:pt x="16764" y="149352"/>
                </a:lnTo>
                <a:lnTo>
                  <a:pt x="19812" y="152400"/>
                </a:lnTo>
                <a:lnTo>
                  <a:pt x="27432" y="156972"/>
                </a:lnTo>
                <a:lnTo>
                  <a:pt x="33528" y="161544"/>
                </a:lnTo>
                <a:lnTo>
                  <a:pt x="47244" y="179832"/>
                </a:lnTo>
                <a:lnTo>
                  <a:pt x="48768" y="185928"/>
                </a:lnTo>
                <a:lnTo>
                  <a:pt x="50304" y="185928"/>
                </a:lnTo>
                <a:lnTo>
                  <a:pt x="42684" y="193548"/>
                </a:lnTo>
                <a:lnTo>
                  <a:pt x="41160" y="198120"/>
                </a:lnTo>
                <a:lnTo>
                  <a:pt x="41160" y="202692"/>
                </a:lnTo>
                <a:lnTo>
                  <a:pt x="43154" y="211582"/>
                </a:lnTo>
                <a:lnTo>
                  <a:pt x="49161" y="220027"/>
                </a:lnTo>
                <a:lnTo>
                  <a:pt x="59156" y="228206"/>
                </a:lnTo>
                <a:lnTo>
                  <a:pt x="73164" y="236220"/>
                </a:lnTo>
                <a:lnTo>
                  <a:pt x="41160" y="236220"/>
                </a:lnTo>
                <a:lnTo>
                  <a:pt x="41160" y="242316"/>
                </a:lnTo>
                <a:lnTo>
                  <a:pt x="57924" y="283464"/>
                </a:lnTo>
                <a:lnTo>
                  <a:pt x="62496" y="281940"/>
                </a:lnTo>
                <a:lnTo>
                  <a:pt x="60972" y="278892"/>
                </a:lnTo>
                <a:lnTo>
                  <a:pt x="60972" y="266700"/>
                </a:lnTo>
                <a:lnTo>
                  <a:pt x="65544" y="262128"/>
                </a:lnTo>
                <a:lnTo>
                  <a:pt x="68592" y="262128"/>
                </a:lnTo>
                <a:lnTo>
                  <a:pt x="72034" y="261251"/>
                </a:lnTo>
                <a:lnTo>
                  <a:pt x="77927" y="260794"/>
                </a:lnTo>
                <a:lnTo>
                  <a:pt x="97548" y="260604"/>
                </a:lnTo>
                <a:lnTo>
                  <a:pt x="161556" y="260604"/>
                </a:lnTo>
                <a:lnTo>
                  <a:pt x="163080" y="262128"/>
                </a:lnTo>
                <a:lnTo>
                  <a:pt x="166128" y="262128"/>
                </a:lnTo>
                <a:lnTo>
                  <a:pt x="169176" y="263652"/>
                </a:lnTo>
                <a:lnTo>
                  <a:pt x="172224" y="269748"/>
                </a:lnTo>
                <a:lnTo>
                  <a:pt x="173748" y="274320"/>
                </a:lnTo>
                <a:lnTo>
                  <a:pt x="173748" y="280416"/>
                </a:lnTo>
                <a:lnTo>
                  <a:pt x="178320" y="280416"/>
                </a:lnTo>
                <a:lnTo>
                  <a:pt x="178320" y="211836"/>
                </a:lnTo>
                <a:lnTo>
                  <a:pt x="173748" y="211836"/>
                </a:lnTo>
                <a:lnTo>
                  <a:pt x="173748" y="217932"/>
                </a:lnTo>
                <a:lnTo>
                  <a:pt x="172224" y="224028"/>
                </a:lnTo>
                <a:lnTo>
                  <a:pt x="169176" y="230124"/>
                </a:lnTo>
                <a:lnTo>
                  <a:pt x="166128" y="231648"/>
                </a:lnTo>
                <a:lnTo>
                  <a:pt x="164604" y="233172"/>
                </a:lnTo>
                <a:lnTo>
                  <a:pt x="160032" y="236220"/>
                </a:lnTo>
                <a:lnTo>
                  <a:pt x="85356" y="236220"/>
                </a:lnTo>
                <a:lnTo>
                  <a:pt x="76212" y="231648"/>
                </a:lnTo>
                <a:lnTo>
                  <a:pt x="70116" y="227076"/>
                </a:lnTo>
                <a:lnTo>
                  <a:pt x="62496" y="219456"/>
                </a:lnTo>
                <a:lnTo>
                  <a:pt x="62496" y="214884"/>
                </a:lnTo>
                <a:lnTo>
                  <a:pt x="64020" y="211836"/>
                </a:lnTo>
                <a:lnTo>
                  <a:pt x="67068" y="207264"/>
                </a:lnTo>
                <a:lnTo>
                  <a:pt x="71640" y="202692"/>
                </a:lnTo>
                <a:lnTo>
                  <a:pt x="73164" y="199644"/>
                </a:lnTo>
                <a:lnTo>
                  <a:pt x="73164" y="193548"/>
                </a:lnTo>
                <a:lnTo>
                  <a:pt x="71640" y="190500"/>
                </a:lnTo>
                <a:lnTo>
                  <a:pt x="68592" y="188976"/>
                </a:lnTo>
                <a:lnTo>
                  <a:pt x="65544" y="185928"/>
                </a:lnTo>
                <a:lnTo>
                  <a:pt x="62496" y="184404"/>
                </a:lnTo>
                <a:lnTo>
                  <a:pt x="53352" y="184404"/>
                </a:lnTo>
                <a:lnTo>
                  <a:pt x="53340" y="163068"/>
                </a:lnTo>
                <a:lnTo>
                  <a:pt x="153924" y="163068"/>
                </a:lnTo>
                <a:lnTo>
                  <a:pt x="161544" y="161544"/>
                </a:lnTo>
                <a:lnTo>
                  <a:pt x="170688" y="158496"/>
                </a:lnTo>
                <a:lnTo>
                  <a:pt x="175260" y="155448"/>
                </a:lnTo>
                <a:lnTo>
                  <a:pt x="176784" y="150876"/>
                </a:lnTo>
                <a:lnTo>
                  <a:pt x="179832" y="146304"/>
                </a:lnTo>
                <a:lnTo>
                  <a:pt x="181356" y="141732"/>
                </a:lnTo>
                <a:lnTo>
                  <a:pt x="181356" y="131064"/>
                </a:lnTo>
                <a:close/>
              </a:path>
              <a:path extrusionOk="0" h="597535" w="181610">
                <a:moveTo>
                  <a:pt x="181368" y="592836"/>
                </a:moveTo>
                <a:lnTo>
                  <a:pt x="176796" y="591312"/>
                </a:lnTo>
                <a:lnTo>
                  <a:pt x="175272" y="589788"/>
                </a:lnTo>
                <a:lnTo>
                  <a:pt x="175272" y="583692"/>
                </a:lnTo>
                <a:lnTo>
                  <a:pt x="176796" y="579120"/>
                </a:lnTo>
                <a:lnTo>
                  <a:pt x="178790" y="572058"/>
                </a:lnTo>
                <a:lnTo>
                  <a:pt x="178879" y="571601"/>
                </a:lnTo>
                <a:lnTo>
                  <a:pt x="180225" y="564832"/>
                </a:lnTo>
                <a:lnTo>
                  <a:pt x="180340" y="563880"/>
                </a:lnTo>
                <a:lnTo>
                  <a:pt x="181076" y="557784"/>
                </a:lnTo>
                <a:lnTo>
                  <a:pt x="181305" y="552932"/>
                </a:lnTo>
                <a:lnTo>
                  <a:pt x="181254" y="550164"/>
                </a:lnTo>
                <a:lnTo>
                  <a:pt x="181152" y="548640"/>
                </a:lnTo>
                <a:lnTo>
                  <a:pt x="180771" y="542836"/>
                </a:lnTo>
                <a:lnTo>
                  <a:pt x="157937" y="509397"/>
                </a:lnTo>
                <a:lnTo>
                  <a:pt x="141744" y="505968"/>
                </a:lnTo>
                <a:lnTo>
                  <a:pt x="129997" y="507949"/>
                </a:lnTo>
                <a:lnTo>
                  <a:pt x="103644" y="536448"/>
                </a:lnTo>
                <a:lnTo>
                  <a:pt x="85356" y="573024"/>
                </a:lnTo>
                <a:lnTo>
                  <a:pt x="80784" y="574548"/>
                </a:lnTo>
                <a:lnTo>
                  <a:pt x="77736" y="577596"/>
                </a:lnTo>
                <a:lnTo>
                  <a:pt x="73164" y="579120"/>
                </a:lnTo>
                <a:lnTo>
                  <a:pt x="62496" y="579120"/>
                </a:lnTo>
                <a:lnTo>
                  <a:pt x="59448" y="577596"/>
                </a:lnTo>
                <a:lnTo>
                  <a:pt x="54876" y="573024"/>
                </a:lnTo>
                <a:lnTo>
                  <a:pt x="51828" y="568452"/>
                </a:lnTo>
                <a:lnTo>
                  <a:pt x="50304" y="563880"/>
                </a:lnTo>
                <a:lnTo>
                  <a:pt x="50304" y="548640"/>
                </a:lnTo>
                <a:lnTo>
                  <a:pt x="86880" y="521208"/>
                </a:lnTo>
                <a:lnTo>
                  <a:pt x="86880" y="516636"/>
                </a:lnTo>
                <a:lnTo>
                  <a:pt x="41160" y="516636"/>
                </a:lnTo>
                <a:lnTo>
                  <a:pt x="41160" y="521208"/>
                </a:lnTo>
                <a:lnTo>
                  <a:pt x="44208" y="522732"/>
                </a:lnTo>
                <a:lnTo>
                  <a:pt x="47256" y="525780"/>
                </a:lnTo>
                <a:lnTo>
                  <a:pt x="47256" y="530352"/>
                </a:lnTo>
                <a:lnTo>
                  <a:pt x="45732" y="533400"/>
                </a:lnTo>
                <a:lnTo>
                  <a:pt x="44208" y="537972"/>
                </a:lnTo>
                <a:lnTo>
                  <a:pt x="42684" y="545592"/>
                </a:lnTo>
                <a:lnTo>
                  <a:pt x="41160" y="551688"/>
                </a:lnTo>
                <a:lnTo>
                  <a:pt x="41160" y="557784"/>
                </a:lnTo>
                <a:lnTo>
                  <a:pt x="64401" y="594931"/>
                </a:lnTo>
                <a:lnTo>
                  <a:pt x="79260" y="597408"/>
                </a:lnTo>
                <a:lnTo>
                  <a:pt x="86880" y="597408"/>
                </a:lnTo>
                <a:lnTo>
                  <a:pt x="94500" y="595884"/>
                </a:lnTo>
                <a:lnTo>
                  <a:pt x="99072" y="591312"/>
                </a:lnTo>
                <a:lnTo>
                  <a:pt x="103695" y="586930"/>
                </a:lnTo>
                <a:lnTo>
                  <a:pt x="108216" y="580834"/>
                </a:lnTo>
                <a:lnTo>
                  <a:pt x="109169" y="579120"/>
                </a:lnTo>
                <a:lnTo>
                  <a:pt x="112788" y="572668"/>
                </a:lnTo>
                <a:lnTo>
                  <a:pt x="134124" y="534924"/>
                </a:lnTo>
                <a:lnTo>
                  <a:pt x="144792" y="527304"/>
                </a:lnTo>
                <a:lnTo>
                  <a:pt x="156984" y="527304"/>
                </a:lnTo>
                <a:lnTo>
                  <a:pt x="166128" y="533400"/>
                </a:lnTo>
                <a:lnTo>
                  <a:pt x="170700" y="537972"/>
                </a:lnTo>
                <a:lnTo>
                  <a:pt x="172224" y="544068"/>
                </a:lnTo>
                <a:lnTo>
                  <a:pt x="172097" y="551688"/>
                </a:lnTo>
                <a:lnTo>
                  <a:pt x="149936" y="586930"/>
                </a:lnTo>
                <a:lnTo>
                  <a:pt x="132600" y="592836"/>
                </a:lnTo>
                <a:lnTo>
                  <a:pt x="132600" y="597408"/>
                </a:lnTo>
                <a:lnTo>
                  <a:pt x="179844" y="597408"/>
                </a:lnTo>
                <a:lnTo>
                  <a:pt x="181368" y="592836"/>
                </a:lnTo>
                <a:close/>
              </a:path>
              <a:path extrusionOk="0" h="597535" w="181610">
                <a:moveTo>
                  <a:pt x="181368" y="44196"/>
                </a:moveTo>
                <a:lnTo>
                  <a:pt x="164668" y="7721"/>
                </a:lnTo>
                <a:lnTo>
                  <a:pt x="141744" y="0"/>
                </a:lnTo>
                <a:lnTo>
                  <a:pt x="129997" y="1739"/>
                </a:lnTo>
                <a:lnTo>
                  <a:pt x="119837" y="7048"/>
                </a:lnTo>
                <a:lnTo>
                  <a:pt x="111086" y="16078"/>
                </a:lnTo>
                <a:lnTo>
                  <a:pt x="103644" y="28956"/>
                </a:lnTo>
                <a:lnTo>
                  <a:pt x="85356" y="65532"/>
                </a:lnTo>
                <a:lnTo>
                  <a:pt x="80784" y="68580"/>
                </a:lnTo>
                <a:lnTo>
                  <a:pt x="77736" y="71628"/>
                </a:lnTo>
                <a:lnTo>
                  <a:pt x="73164" y="73152"/>
                </a:lnTo>
                <a:lnTo>
                  <a:pt x="62496" y="73152"/>
                </a:lnTo>
                <a:lnTo>
                  <a:pt x="51828" y="62484"/>
                </a:lnTo>
                <a:lnTo>
                  <a:pt x="50304" y="56388"/>
                </a:lnTo>
                <a:lnTo>
                  <a:pt x="50304" y="41148"/>
                </a:lnTo>
                <a:lnTo>
                  <a:pt x="86880" y="15240"/>
                </a:lnTo>
                <a:lnTo>
                  <a:pt x="86880" y="10668"/>
                </a:lnTo>
                <a:lnTo>
                  <a:pt x="41160" y="10668"/>
                </a:lnTo>
                <a:lnTo>
                  <a:pt x="41160" y="15240"/>
                </a:lnTo>
                <a:lnTo>
                  <a:pt x="44208" y="15240"/>
                </a:lnTo>
                <a:lnTo>
                  <a:pt x="45732" y="16764"/>
                </a:lnTo>
                <a:lnTo>
                  <a:pt x="45732" y="18288"/>
                </a:lnTo>
                <a:lnTo>
                  <a:pt x="47256" y="18288"/>
                </a:lnTo>
                <a:lnTo>
                  <a:pt x="47256" y="22860"/>
                </a:lnTo>
                <a:lnTo>
                  <a:pt x="45732" y="25908"/>
                </a:lnTo>
                <a:lnTo>
                  <a:pt x="44208" y="30480"/>
                </a:lnTo>
                <a:lnTo>
                  <a:pt x="41160" y="45720"/>
                </a:lnTo>
                <a:lnTo>
                  <a:pt x="41160" y="50292"/>
                </a:lnTo>
                <a:lnTo>
                  <a:pt x="64401" y="88201"/>
                </a:lnTo>
                <a:lnTo>
                  <a:pt x="79260" y="91440"/>
                </a:lnTo>
                <a:lnTo>
                  <a:pt x="86880" y="91440"/>
                </a:lnTo>
                <a:lnTo>
                  <a:pt x="94500" y="88392"/>
                </a:lnTo>
                <a:lnTo>
                  <a:pt x="99072" y="83820"/>
                </a:lnTo>
                <a:lnTo>
                  <a:pt x="103644" y="79540"/>
                </a:lnTo>
                <a:lnTo>
                  <a:pt x="108216" y="73533"/>
                </a:lnTo>
                <a:lnTo>
                  <a:pt x="112788" y="65824"/>
                </a:lnTo>
                <a:lnTo>
                  <a:pt x="122542" y="46088"/>
                </a:lnTo>
                <a:lnTo>
                  <a:pt x="126885" y="37909"/>
                </a:lnTo>
                <a:lnTo>
                  <a:pt x="130644" y="31750"/>
                </a:lnTo>
                <a:lnTo>
                  <a:pt x="134124" y="27432"/>
                </a:lnTo>
                <a:lnTo>
                  <a:pt x="138696" y="22860"/>
                </a:lnTo>
                <a:lnTo>
                  <a:pt x="144792" y="21336"/>
                </a:lnTo>
                <a:lnTo>
                  <a:pt x="156984" y="21336"/>
                </a:lnTo>
                <a:lnTo>
                  <a:pt x="161556" y="22860"/>
                </a:lnTo>
                <a:lnTo>
                  <a:pt x="170700" y="32004"/>
                </a:lnTo>
                <a:lnTo>
                  <a:pt x="172224" y="36576"/>
                </a:lnTo>
                <a:lnTo>
                  <a:pt x="172224" y="44196"/>
                </a:lnTo>
                <a:lnTo>
                  <a:pt x="149936" y="80200"/>
                </a:lnTo>
                <a:lnTo>
                  <a:pt x="132600" y="86868"/>
                </a:lnTo>
                <a:lnTo>
                  <a:pt x="132600" y="91440"/>
                </a:lnTo>
                <a:lnTo>
                  <a:pt x="179844" y="91440"/>
                </a:lnTo>
                <a:lnTo>
                  <a:pt x="181368" y="86868"/>
                </a:lnTo>
                <a:lnTo>
                  <a:pt x="176796" y="85344"/>
                </a:lnTo>
                <a:lnTo>
                  <a:pt x="175272" y="83820"/>
                </a:lnTo>
                <a:lnTo>
                  <a:pt x="175272" y="76200"/>
                </a:lnTo>
                <a:lnTo>
                  <a:pt x="176796" y="73152"/>
                </a:lnTo>
                <a:lnTo>
                  <a:pt x="178790" y="65417"/>
                </a:lnTo>
                <a:lnTo>
                  <a:pt x="180225" y="58102"/>
                </a:lnTo>
                <a:lnTo>
                  <a:pt x="181076" y="51079"/>
                </a:lnTo>
                <a:lnTo>
                  <a:pt x="181368" y="441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6" name="Google Shape;8796;p116"/>
          <p:cNvSpPr/>
          <p:nvPr/>
        </p:nvSpPr>
        <p:spPr>
          <a:xfrm>
            <a:off x="3765791" y="5180076"/>
            <a:ext cx="210820" cy="523240"/>
          </a:xfrm>
          <a:custGeom>
            <a:rect b="b" l="l" r="r" t="t"/>
            <a:pathLst>
              <a:path extrusionOk="0" h="523239" w="210820">
                <a:moveTo>
                  <a:pt x="32004" y="268224"/>
                </a:moveTo>
                <a:lnTo>
                  <a:pt x="30480" y="263652"/>
                </a:lnTo>
                <a:lnTo>
                  <a:pt x="24384" y="257556"/>
                </a:lnTo>
                <a:lnTo>
                  <a:pt x="19812" y="256032"/>
                </a:lnTo>
                <a:lnTo>
                  <a:pt x="10668" y="256032"/>
                </a:lnTo>
                <a:lnTo>
                  <a:pt x="7620" y="257556"/>
                </a:lnTo>
                <a:lnTo>
                  <a:pt x="1524" y="263652"/>
                </a:lnTo>
                <a:lnTo>
                  <a:pt x="0" y="268224"/>
                </a:lnTo>
                <a:lnTo>
                  <a:pt x="0" y="277368"/>
                </a:lnTo>
                <a:lnTo>
                  <a:pt x="1524" y="280416"/>
                </a:lnTo>
                <a:lnTo>
                  <a:pt x="7620" y="286512"/>
                </a:lnTo>
                <a:lnTo>
                  <a:pt x="10668" y="288036"/>
                </a:lnTo>
                <a:lnTo>
                  <a:pt x="19812" y="288036"/>
                </a:lnTo>
                <a:lnTo>
                  <a:pt x="24384" y="286512"/>
                </a:lnTo>
                <a:lnTo>
                  <a:pt x="30480" y="280416"/>
                </a:lnTo>
                <a:lnTo>
                  <a:pt x="32004" y="277368"/>
                </a:lnTo>
                <a:lnTo>
                  <a:pt x="32004" y="268224"/>
                </a:lnTo>
                <a:close/>
              </a:path>
              <a:path extrusionOk="0" h="523239" w="210820">
                <a:moveTo>
                  <a:pt x="207264" y="239268"/>
                </a:moveTo>
                <a:lnTo>
                  <a:pt x="202692" y="239268"/>
                </a:lnTo>
                <a:lnTo>
                  <a:pt x="202692" y="245364"/>
                </a:lnTo>
                <a:lnTo>
                  <a:pt x="201168" y="249936"/>
                </a:lnTo>
                <a:lnTo>
                  <a:pt x="201168" y="252984"/>
                </a:lnTo>
                <a:lnTo>
                  <a:pt x="199644" y="254508"/>
                </a:lnTo>
                <a:lnTo>
                  <a:pt x="190500" y="259080"/>
                </a:lnTo>
                <a:lnTo>
                  <a:pt x="70104" y="259080"/>
                </a:lnTo>
                <a:lnTo>
                  <a:pt x="70104" y="266700"/>
                </a:lnTo>
                <a:lnTo>
                  <a:pt x="86868" y="306324"/>
                </a:lnTo>
                <a:lnTo>
                  <a:pt x="91440" y="304800"/>
                </a:lnTo>
                <a:lnTo>
                  <a:pt x="89916" y="300228"/>
                </a:lnTo>
                <a:lnTo>
                  <a:pt x="89916" y="289560"/>
                </a:lnTo>
                <a:lnTo>
                  <a:pt x="92964" y="286512"/>
                </a:lnTo>
                <a:lnTo>
                  <a:pt x="94488" y="286512"/>
                </a:lnTo>
                <a:lnTo>
                  <a:pt x="97536" y="284988"/>
                </a:lnTo>
                <a:lnTo>
                  <a:pt x="101854" y="284759"/>
                </a:lnTo>
                <a:lnTo>
                  <a:pt x="108013" y="284226"/>
                </a:lnTo>
                <a:lnTo>
                  <a:pt x="116192" y="283705"/>
                </a:lnTo>
                <a:lnTo>
                  <a:pt x="126492" y="283464"/>
                </a:lnTo>
                <a:lnTo>
                  <a:pt x="185928" y="283464"/>
                </a:lnTo>
                <a:lnTo>
                  <a:pt x="190500" y="284988"/>
                </a:lnTo>
                <a:lnTo>
                  <a:pt x="193548" y="286512"/>
                </a:lnTo>
                <a:lnTo>
                  <a:pt x="196596" y="286512"/>
                </a:lnTo>
                <a:lnTo>
                  <a:pt x="199644" y="288036"/>
                </a:lnTo>
                <a:lnTo>
                  <a:pt x="201168" y="291084"/>
                </a:lnTo>
                <a:lnTo>
                  <a:pt x="202692" y="292608"/>
                </a:lnTo>
                <a:lnTo>
                  <a:pt x="202692" y="303276"/>
                </a:lnTo>
                <a:lnTo>
                  <a:pt x="207264" y="303276"/>
                </a:lnTo>
                <a:lnTo>
                  <a:pt x="207264" y="283464"/>
                </a:lnTo>
                <a:lnTo>
                  <a:pt x="207264" y="239268"/>
                </a:lnTo>
                <a:close/>
              </a:path>
              <a:path extrusionOk="0" h="523239" w="210820">
                <a:moveTo>
                  <a:pt x="207264" y="0"/>
                </a:moveTo>
                <a:lnTo>
                  <a:pt x="202692" y="0"/>
                </a:lnTo>
                <a:lnTo>
                  <a:pt x="202692" y="6096"/>
                </a:lnTo>
                <a:lnTo>
                  <a:pt x="201168" y="10668"/>
                </a:lnTo>
                <a:lnTo>
                  <a:pt x="201168" y="13716"/>
                </a:lnTo>
                <a:lnTo>
                  <a:pt x="199644" y="15240"/>
                </a:lnTo>
                <a:lnTo>
                  <a:pt x="196596" y="16764"/>
                </a:lnTo>
                <a:lnTo>
                  <a:pt x="195072" y="18288"/>
                </a:lnTo>
                <a:lnTo>
                  <a:pt x="192024" y="19812"/>
                </a:lnTo>
                <a:lnTo>
                  <a:pt x="129540" y="19812"/>
                </a:lnTo>
                <a:lnTo>
                  <a:pt x="118097" y="20078"/>
                </a:lnTo>
                <a:lnTo>
                  <a:pt x="80772" y="30480"/>
                </a:lnTo>
                <a:lnTo>
                  <a:pt x="70104" y="47244"/>
                </a:lnTo>
                <a:lnTo>
                  <a:pt x="70104" y="62484"/>
                </a:lnTo>
                <a:lnTo>
                  <a:pt x="99060" y="100584"/>
                </a:lnTo>
                <a:lnTo>
                  <a:pt x="0" y="100584"/>
                </a:lnTo>
                <a:lnTo>
                  <a:pt x="0" y="108204"/>
                </a:lnTo>
                <a:lnTo>
                  <a:pt x="16764" y="147828"/>
                </a:lnTo>
                <a:lnTo>
                  <a:pt x="21336" y="146304"/>
                </a:lnTo>
                <a:lnTo>
                  <a:pt x="19812" y="141732"/>
                </a:lnTo>
                <a:lnTo>
                  <a:pt x="18288" y="138684"/>
                </a:lnTo>
                <a:lnTo>
                  <a:pt x="18288" y="134112"/>
                </a:lnTo>
                <a:lnTo>
                  <a:pt x="19812" y="131064"/>
                </a:lnTo>
                <a:lnTo>
                  <a:pt x="21336" y="129540"/>
                </a:lnTo>
                <a:lnTo>
                  <a:pt x="21336" y="128016"/>
                </a:lnTo>
                <a:lnTo>
                  <a:pt x="24384" y="128016"/>
                </a:lnTo>
                <a:lnTo>
                  <a:pt x="27432" y="126492"/>
                </a:lnTo>
                <a:lnTo>
                  <a:pt x="46088" y="125209"/>
                </a:lnTo>
                <a:lnTo>
                  <a:pt x="56388" y="124968"/>
                </a:lnTo>
                <a:lnTo>
                  <a:pt x="185928" y="124968"/>
                </a:lnTo>
                <a:lnTo>
                  <a:pt x="190500" y="126492"/>
                </a:lnTo>
                <a:lnTo>
                  <a:pt x="193548" y="126492"/>
                </a:lnTo>
                <a:lnTo>
                  <a:pt x="196596" y="128016"/>
                </a:lnTo>
                <a:lnTo>
                  <a:pt x="199644" y="131064"/>
                </a:lnTo>
                <a:lnTo>
                  <a:pt x="202692" y="140208"/>
                </a:lnTo>
                <a:lnTo>
                  <a:pt x="202692" y="144780"/>
                </a:lnTo>
                <a:lnTo>
                  <a:pt x="207264" y="144780"/>
                </a:lnTo>
                <a:lnTo>
                  <a:pt x="207264" y="80772"/>
                </a:lnTo>
                <a:lnTo>
                  <a:pt x="202692" y="80772"/>
                </a:lnTo>
                <a:lnTo>
                  <a:pt x="202692" y="86868"/>
                </a:lnTo>
                <a:lnTo>
                  <a:pt x="201168" y="91440"/>
                </a:lnTo>
                <a:lnTo>
                  <a:pt x="198120" y="97536"/>
                </a:lnTo>
                <a:lnTo>
                  <a:pt x="196596" y="99060"/>
                </a:lnTo>
                <a:lnTo>
                  <a:pt x="195072" y="99060"/>
                </a:lnTo>
                <a:lnTo>
                  <a:pt x="192024" y="100584"/>
                </a:lnTo>
                <a:lnTo>
                  <a:pt x="106680" y="100584"/>
                </a:lnTo>
                <a:lnTo>
                  <a:pt x="99060" y="92964"/>
                </a:lnTo>
                <a:lnTo>
                  <a:pt x="94488" y="86868"/>
                </a:lnTo>
                <a:lnTo>
                  <a:pt x="91440" y="82296"/>
                </a:lnTo>
                <a:lnTo>
                  <a:pt x="89916" y="76200"/>
                </a:lnTo>
                <a:lnTo>
                  <a:pt x="88392" y="71628"/>
                </a:lnTo>
                <a:lnTo>
                  <a:pt x="88392" y="62484"/>
                </a:lnTo>
                <a:lnTo>
                  <a:pt x="89916" y="57912"/>
                </a:lnTo>
                <a:lnTo>
                  <a:pt x="129540" y="44196"/>
                </a:lnTo>
                <a:lnTo>
                  <a:pt x="188976" y="44196"/>
                </a:lnTo>
                <a:lnTo>
                  <a:pt x="190500" y="45720"/>
                </a:lnTo>
                <a:lnTo>
                  <a:pt x="195072" y="45720"/>
                </a:lnTo>
                <a:lnTo>
                  <a:pt x="198120" y="47244"/>
                </a:lnTo>
                <a:lnTo>
                  <a:pt x="199644" y="50292"/>
                </a:lnTo>
                <a:lnTo>
                  <a:pt x="201168" y="51816"/>
                </a:lnTo>
                <a:lnTo>
                  <a:pt x="202692" y="56388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23239" w="210820">
                <a:moveTo>
                  <a:pt x="210312" y="373380"/>
                </a:moveTo>
                <a:lnTo>
                  <a:pt x="94488" y="329184"/>
                </a:lnTo>
                <a:lnTo>
                  <a:pt x="83820" y="326136"/>
                </a:lnTo>
                <a:lnTo>
                  <a:pt x="79248" y="318516"/>
                </a:lnTo>
                <a:lnTo>
                  <a:pt x="77724" y="310896"/>
                </a:lnTo>
                <a:lnTo>
                  <a:pt x="73152" y="310896"/>
                </a:lnTo>
                <a:lnTo>
                  <a:pt x="73152" y="352044"/>
                </a:lnTo>
                <a:lnTo>
                  <a:pt x="77724" y="352044"/>
                </a:lnTo>
                <a:lnTo>
                  <a:pt x="77724" y="345948"/>
                </a:lnTo>
                <a:lnTo>
                  <a:pt x="80772" y="339852"/>
                </a:lnTo>
                <a:lnTo>
                  <a:pt x="83820" y="336804"/>
                </a:lnTo>
                <a:lnTo>
                  <a:pt x="88392" y="336804"/>
                </a:lnTo>
                <a:lnTo>
                  <a:pt x="92964" y="338328"/>
                </a:lnTo>
                <a:lnTo>
                  <a:pt x="99060" y="339852"/>
                </a:lnTo>
                <a:lnTo>
                  <a:pt x="170688" y="368808"/>
                </a:lnTo>
                <a:lnTo>
                  <a:pt x="96012" y="400812"/>
                </a:lnTo>
                <a:lnTo>
                  <a:pt x="94488" y="402336"/>
                </a:lnTo>
                <a:lnTo>
                  <a:pt x="86868" y="402336"/>
                </a:lnTo>
                <a:lnTo>
                  <a:pt x="83820" y="400812"/>
                </a:lnTo>
                <a:lnTo>
                  <a:pt x="79248" y="396240"/>
                </a:lnTo>
                <a:lnTo>
                  <a:pt x="77724" y="391668"/>
                </a:lnTo>
                <a:lnTo>
                  <a:pt x="77724" y="385572"/>
                </a:lnTo>
                <a:lnTo>
                  <a:pt x="73152" y="385572"/>
                </a:lnTo>
                <a:lnTo>
                  <a:pt x="73152" y="448056"/>
                </a:lnTo>
                <a:lnTo>
                  <a:pt x="77724" y="448056"/>
                </a:lnTo>
                <a:lnTo>
                  <a:pt x="77724" y="441960"/>
                </a:lnTo>
                <a:lnTo>
                  <a:pt x="82296" y="432816"/>
                </a:lnTo>
                <a:lnTo>
                  <a:pt x="86868" y="429768"/>
                </a:lnTo>
                <a:lnTo>
                  <a:pt x="92964" y="426720"/>
                </a:lnTo>
                <a:lnTo>
                  <a:pt x="111252" y="419100"/>
                </a:lnTo>
                <a:lnTo>
                  <a:pt x="172212" y="446532"/>
                </a:lnTo>
                <a:lnTo>
                  <a:pt x="97536" y="475488"/>
                </a:lnTo>
                <a:lnTo>
                  <a:pt x="92964" y="478536"/>
                </a:lnTo>
                <a:lnTo>
                  <a:pt x="82296" y="478536"/>
                </a:lnTo>
                <a:lnTo>
                  <a:pt x="80772" y="475488"/>
                </a:lnTo>
                <a:lnTo>
                  <a:pt x="79248" y="473964"/>
                </a:lnTo>
                <a:lnTo>
                  <a:pt x="77724" y="470916"/>
                </a:lnTo>
                <a:lnTo>
                  <a:pt x="77724" y="466344"/>
                </a:lnTo>
                <a:lnTo>
                  <a:pt x="73152" y="466344"/>
                </a:lnTo>
                <a:lnTo>
                  <a:pt x="73152" y="522732"/>
                </a:lnTo>
                <a:lnTo>
                  <a:pt x="77724" y="522732"/>
                </a:lnTo>
                <a:lnTo>
                  <a:pt x="79248" y="516636"/>
                </a:lnTo>
                <a:lnTo>
                  <a:pt x="80772" y="513588"/>
                </a:lnTo>
                <a:lnTo>
                  <a:pt x="83820" y="510540"/>
                </a:lnTo>
                <a:lnTo>
                  <a:pt x="85344" y="507492"/>
                </a:lnTo>
                <a:lnTo>
                  <a:pt x="91440" y="504444"/>
                </a:lnTo>
                <a:lnTo>
                  <a:pt x="210312" y="457200"/>
                </a:lnTo>
                <a:lnTo>
                  <a:pt x="210312" y="454152"/>
                </a:lnTo>
                <a:lnTo>
                  <a:pt x="123444" y="414528"/>
                </a:lnTo>
                <a:lnTo>
                  <a:pt x="210312" y="377952"/>
                </a:lnTo>
                <a:lnTo>
                  <a:pt x="210312" y="373380"/>
                </a:lnTo>
                <a:close/>
              </a:path>
              <a:path extrusionOk="0" h="523239" w="210820">
                <a:moveTo>
                  <a:pt x="210312" y="173736"/>
                </a:moveTo>
                <a:lnTo>
                  <a:pt x="207264" y="166116"/>
                </a:lnTo>
                <a:lnTo>
                  <a:pt x="198120" y="153924"/>
                </a:lnTo>
                <a:lnTo>
                  <a:pt x="190500" y="149352"/>
                </a:lnTo>
                <a:lnTo>
                  <a:pt x="181356" y="146304"/>
                </a:lnTo>
                <a:lnTo>
                  <a:pt x="181356" y="152400"/>
                </a:lnTo>
                <a:lnTo>
                  <a:pt x="187452" y="155448"/>
                </a:lnTo>
                <a:lnTo>
                  <a:pt x="192024" y="164592"/>
                </a:lnTo>
                <a:lnTo>
                  <a:pt x="192024" y="172212"/>
                </a:lnTo>
                <a:lnTo>
                  <a:pt x="190500" y="175260"/>
                </a:lnTo>
                <a:lnTo>
                  <a:pt x="187452" y="176784"/>
                </a:lnTo>
                <a:lnTo>
                  <a:pt x="184404" y="179832"/>
                </a:lnTo>
                <a:lnTo>
                  <a:pt x="178308" y="181356"/>
                </a:lnTo>
                <a:lnTo>
                  <a:pt x="82296" y="181356"/>
                </a:lnTo>
                <a:lnTo>
                  <a:pt x="82296" y="149352"/>
                </a:lnTo>
                <a:lnTo>
                  <a:pt x="73152" y="149352"/>
                </a:lnTo>
                <a:lnTo>
                  <a:pt x="73152" y="181356"/>
                </a:lnTo>
                <a:lnTo>
                  <a:pt x="28956" y="181356"/>
                </a:lnTo>
                <a:lnTo>
                  <a:pt x="28956" y="184404"/>
                </a:lnTo>
                <a:lnTo>
                  <a:pt x="38100" y="188976"/>
                </a:lnTo>
                <a:lnTo>
                  <a:pt x="45720" y="192024"/>
                </a:lnTo>
                <a:lnTo>
                  <a:pt x="48768" y="195072"/>
                </a:lnTo>
                <a:lnTo>
                  <a:pt x="56388" y="199644"/>
                </a:lnTo>
                <a:lnTo>
                  <a:pt x="62484" y="204216"/>
                </a:lnTo>
                <a:lnTo>
                  <a:pt x="76200" y="222504"/>
                </a:lnTo>
                <a:lnTo>
                  <a:pt x="77724" y="228600"/>
                </a:lnTo>
                <a:lnTo>
                  <a:pt x="82296" y="228600"/>
                </a:lnTo>
                <a:lnTo>
                  <a:pt x="82296" y="205740"/>
                </a:lnTo>
                <a:lnTo>
                  <a:pt x="182880" y="205740"/>
                </a:lnTo>
                <a:lnTo>
                  <a:pt x="190500" y="204216"/>
                </a:lnTo>
                <a:lnTo>
                  <a:pt x="195072" y="202692"/>
                </a:lnTo>
                <a:lnTo>
                  <a:pt x="204216" y="196596"/>
                </a:lnTo>
                <a:lnTo>
                  <a:pt x="205740" y="193548"/>
                </a:lnTo>
                <a:lnTo>
                  <a:pt x="208788" y="188976"/>
                </a:lnTo>
                <a:lnTo>
                  <a:pt x="210312" y="184404"/>
                </a:lnTo>
                <a:lnTo>
                  <a:pt x="210312" y="1737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797" name="Google Shape;8797;p116"/>
          <p:cNvPicPr preferRelativeResize="0"/>
          <p:nvPr/>
        </p:nvPicPr>
        <p:blipFill rotWithShape="1">
          <a:blip r:embed="rId56">
            <a:alphaModFix/>
          </a:blip>
          <a:srcRect b="0" l="0" r="0" t="0"/>
          <a:stretch/>
        </p:blipFill>
        <p:spPr>
          <a:xfrm>
            <a:off x="3836053" y="4954524"/>
            <a:ext cx="140062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798" name="Google Shape;8798;p116"/>
          <p:cNvPicPr preferRelativeResize="0"/>
          <p:nvPr/>
        </p:nvPicPr>
        <p:blipFill rotWithShape="1">
          <a:blip r:embed="rId57">
            <a:alphaModFix/>
          </a:blip>
          <a:srcRect b="0" l="0" r="0" t="0"/>
          <a:stretch/>
        </p:blipFill>
        <p:spPr>
          <a:xfrm>
            <a:off x="3765803" y="3924300"/>
            <a:ext cx="210312" cy="9250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799" name="Google Shape;8799;p116"/>
          <p:cNvPicPr preferRelativeResize="0"/>
          <p:nvPr/>
        </p:nvPicPr>
        <p:blipFill rotWithShape="1">
          <a:blip r:embed="rId58">
            <a:alphaModFix/>
          </a:blip>
          <a:srcRect b="0" l="0" r="0" t="0"/>
          <a:stretch/>
        </p:blipFill>
        <p:spPr>
          <a:xfrm>
            <a:off x="3765803" y="2843783"/>
            <a:ext cx="210312" cy="982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8800" name="Google Shape;8800;p116"/>
          <p:cNvPicPr preferRelativeResize="0"/>
          <p:nvPr/>
        </p:nvPicPr>
        <p:blipFill rotWithShape="1">
          <a:blip r:embed="rId59">
            <a:alphaModFix/>
          </a:blip>
          <a:srcRect b="0" l="0" r="0" t="0"/>
          <a:stretch/>
        </p:blipFill>
        <p:spPr>
          <a:xfrm>
            <a:off x="3765803" y="1435608"/>
            <a:ext cx="271271" cy="13060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01" name="Google Shape;8801;p116"/>
          <p:cNvGrpSpPr/>
          <p:nvPr/>
        </p:nvGrpSpPr>
        <p:grpSpPr>
          <a:xfrm>
            <a:off x="3765803" y="1062227"/>
            <a:ext cx="210312" cy="268225"/>
            <a:chOff x="3765803" y="1062227"/>
            <a:chExt cx="210312" cy="268225"/>
          </a:xfrm>
        </p:grpSpPr>
        <p:pic>
          <p:nvPicPr>
            <p:cNvPr id="8802" name="Google Shape;8802;p116"/>
            <p:cNvPicPr preferRelativeResize="0"/>
            <p:nvPr/>
          </p:nvPicPr>
          <p:blipFill rotWithShape="1">
            <a:blip r:embed="rId60">
              <a:alphaModFix/>
            </a:blip>
            <a:srcRect b="0" l="0" r="0" t="0"/>
            <a:stretch/>
          </p:blipFill>
          <p:spPr>
            <a:xfrm>
              <a:off x="3835907" y="1202436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03" name="Google Shape;8803;p116"/>
            <p:cNvPicPr preferRelativeResize="0"/>
            <p:nvPr/>
          </p:nvPicPr>
          <p:blipFill rotWithShape="1">
            <a:blip r:embed="rId61">
              <a:alphaModFix/>
            </a:blip>
            <a:srcRect b="0" l="0" r="0" t="0"/>
            <a:stretch/>
          </p:blipFill>
          <p:spPr>
            <a:xfrm>
              <a:off x="3765803" y="1062227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04" name="Google Shape;8804;p116"/>
          <p:cNvPicPr preferRelativeResize="0"/>
          <p:nvPr/>
        </p:nvPicPr>
        <p:blipFill rotWithShape="1">
          <a:blip r:embed="rId62">
            <a:alphaModFix/>
          </a:blip>
          <a:srcRect b="0" l="0" r="0" t="0"/>
          <a:stretch/>
        </p:blipFill>
        <p:spPr>
          <a:xfrm>
            <a:off x="4120896" y="8220455"/>
            <a:ext cx="210312" cy="4663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05" name="Google Shape;8805;p116"/>
          <p:cNvGrpSpPr/>
          <p:nvPr/>
        </p:nvGrpSpPr>
        <p:grpSpPr>
          <a:xfrm>
            <a:off x="4120896" y="7616952"/>
            <a:ext cx="210312" cy="525778"/>
            <a:chOff x="4120896" y="7616952"/>
            <a:chExt cx="210312" cy="525778"/>
          </a:xfrm>
        </p:grpSpPr>
        <p:pic>
          <p:nvPicPr>
            <p:cNvPr id="8806" name="Google Shape;8806;p116"/>
            <p:cNvPicPr preferRelativeResize="0"/>
            <p:nvPr/>
          </p:nvPicPr>
          <p:blipFill rotWithShape="1">
            <a:blip r:embed="rId63">
              <a:alphaModFix/>
            </a:blip>
            <a:srcRect b="0" l="0" r="0" t="0"/>
            <a:stretch/>
          </p:blipFill>
          <p:spPr>
            <a:xfrm>
              <a:off x="4191000" y="8029955"/>
              <a:ext cx="140208" cy="1127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07" name="Google Shape;8807;p116"/>
            <p:cNvPicPr preferRelativeResize="0"/>
            <p:nvPr/>
          </p:nvPicPr>
          <p:blipFill rotWithShape="1">
            <a:blip r:embed="rId64">
              <a:alphaModFix/>
            </a:blip>
            <a:srcRect b="0" l="0" r="0" t="0"/>
            <a:stretch/>
          </p:blipFill>
          <p:spPr>
            <a:xfrm>
              <a:off x="4120896" y="7732775"/>
              <a:ext cx="210311" cy="27736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08" name="Google Shape;8808;p116"/>
            <p:cNvPicPr preferRelativeResize="0"/>
            <p:nvPr/>
          </p:nvPicPr>
          <p:blipFill rotWithShape="1">
            <a:blip r:embed="rId65">
              <a:alphaModFix/>
            </a:blip>
            <a:srcRect b="0" l="0" r="0" t="0"/>
            <a:stretch/>
          </p:blipFill>
          <p:spPr>
            <a:xfrm>
              <a:off x="4190999" y="7616952"/>
              <a:ext cx="140208" cy="9143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809" name="Google Shape;8809;p116"/>
          <p:cNvGrpSpPr/>
          <p:nvPr/>
        </p:nvGrpSpPr>
        <p:grpSpPr>
          <a:xfrm>
            <a:off x="4120896" y="6454140"/>
            <a:ext cx="210312" cy="1042416"/>
            <a:chOff x="4120896" y="6454140"/>
            <a:chExt cx="210312" cy="1042416"/>
          </a:xfrm>
        </p:grpSpPr>
        <p:pic>
          <p:nvPicPr>
            <p:cNvPr id="8810" name="Google Shape;8810;p116"/>
            <p:cNvPicPr preferRelativeResize="0"/>
            <p:nvPr/>
          </p:nvPicPr>
          <p:blipFill rotWithShape="1">
            <a:blip r:embed="rId66">
              <a:alphaModFix/>
            </a:blip>
            <a:srcRect b="0" l="0" r="0" t="0"/>
            <a:stretch/>
          </p:blipFill>
          <p:spPr>
            <a:xfrm>
              <a:off x="4120896" y="7106412"/>
              <a:ext cx="210311" cy="3901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11" name="Google Shape;8811;p116"/>
            <p:cNvPicPr preferRelativeResize="0"/>
            <p:nvPr/>
          </p:nvPicPr>
          <p:blipFill rotWithShape="1">
            <a:blip r:embed="rId67">
              <a:alphaModFix/>
            </a:blip>
            <a:srcRect b="0" l="0" r="0" t="0"/>
            <a:stretch/>
          </p:blipFill>
          <p:spPr>
            <a:xfrm>
              <a:off x="4191000" y="6612636"/>
              <a:ext cx="140208" cy="472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12" name="Google Shape;8812;p116"/>
            <p:cNvPicPr preferRelativeResize="0"/>
            <p:nvPr/>
          </p:nvPicPr>
          <p:blipFill rotWithShape="1">
            <a:blip r:embed="rId68">
              <a:alphaModFix/>
            </a:blip>
            <a:srcRect b="0" l="0" r="0" t="0"/>
            <a:stretch/>
          </p:blipFill>
          <p:spPr>
            <a:xfrm>
              <a:off x="4120896" y="6454140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13" name="Google Shape;8813;p116"/>
          <p:cNvPicPr preferRelativeResize="0"/>
          <p:nvPr/>
        </p:nvPicPr>
        <p:blipFill rotWithShape="1">
          <a:blip r:embed="rId69">
            <a:alphaModFix/>
          </a:blip>
          <a:srcRect b="0" l="0" r="0" t="0"/>
          <a:stretch/>
        </p:blipFill>
        <p:spPr>
          <a:xfrm>
            <a:off x="4120896" y="6059423"/>
            <a:ext cx="271271" cy="2941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814" name="Google Shape;8814;p116"/>
          <p:cNvPicPr preferRelativeResize="0"/>
          <p:nvPr/>
        </p:nvPicPr>
        <p:blipFill rotWithShape="1">
          <a:blip r:embed="rId70">
            <a:alphaModFix/>
          </a:blip>
          <a:srcRect b="0" l="0" r="0" t="0"/>
          <a:stretch/>
        </p:blipFill>
        <p:spPr>
          <a:xfrm>
            <a:off x="4191000" y="5826251"/>
            <a:ext cx="140208" cy="120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815" name="Google Shape;8815;p116"/>
          <p:cNvPicPr preferRelativeResize="0"/>
          <p:nvPr/>
        </p:nvPicPr>
        <p:blipFill rotWithShape="1">
          <a:blip r:embed="rId71">
            <a:alphaModFix/>
          </a:blip>
          <a:srcRect b="0" l="0" r="0" t="0"/>
          <a:stretch/>
        </p:blipFill>
        <p:spPr>
          <a:xfrm>
            <a:off x="4120896" y="4619244"/>
            <a:ext cx="210312" cy="1103375"/>
          </a:xfrm>
          <a:prstGeom prst="rect">
            <a:avLst/>
          </a:prstGeom>
          <a:noFill/>
          <a:ln>
            <a:noFill/>
          </a:ln>
        </p:spPr>
      </p:pic>
      <p:sp>
        <p:nvSpPr>
          <p:cNvPr id="8816" name="Google Shape;8816;p116"/>
          <p:cNvSpPr/>
          <p:nvPr/>
        </p:nvSpPr>
        <p:spPr>
          <a:xfrm>
            <a:off x="4120896" y="3951732"/>
            <a:ext cx="210820" cy="558165"/>
          </a:xfrm>
          <a:custGeom>
            <a:rect b="b" l="l" r="r" t="t"/>
            <a:pathLst>
              <a:path extrusionOk="0" h="558164" w="210820">
                <a:moveTo>
                  <a:pt x="207264" y="492252"/>
                </a:moveTo>
                <a:lnTo>
                  <a:pt x="202692" y="492252"/>
                </a:lnTo>
                <a:lnTo>
                  <a:pt x="202692" y="502920"/>
                </a:lnTo>
                <a:lnTo>
                  <a:pt x="201168" y="505968"/>
                </a:lnTo>
                <a:lnTo>
                  <a:pt x="198120" y="509016"/>
                </a:lnTo>
                <a:lnTo>
                  <a:pt x="192024" y="512064"/>
                </a:lnTo>
                <a:lnTo>
                  <a:pt x="0" y="512064"/>
                </a:lnTo>
                <a:lnTo>
                  <a:pt x="0" y="518160"/>
                </a:lnTo>
                <a:lnTo>
                  <a:pt x="16764" y="557784"/>
                </a:lnTo>
                <a:lnTo>
                  <a:pt x="21336" y="556260"/>
                </a:lnTo>
                <a:lnTo>
                  <a:pt x="19812" y="551688"/>
                </a:lnTo>
                <a:lnTo>
                  <a:pt x="19812" y="542544"/>
                </a:lnTo>
                <a:lnTo>
                  <a:pt x="22860" y="539496"/>
                </a:lnTo>
                <a:lnTo>
                  <a:pt x="25908" y="537972"/>
                </a:lnTo>
                <a:lnTo>
                  <a:pt x="28956" y="537972"/>
                </a:lnTo>
                <a:lnTo>
                  <a:pt x="32385" y="537095"/>
                </a:lnTo>
                <a:lnTo>
                  <a:pt x="38100" y="536638"/>
                </a:lnTo>
                <a:lnTo>
                  <a:pt x="56388" y="536448"/>
                </a:lnTo>
                <a:lnTo>
                  <a:pt x="185928" y="536448"/>
                </a:lnTo>
                <a:lnTo>
                  <a:pt x="192024" y="537972"/>
                </a:lnTo>
                <a:lnTo>
                  <a:pt x="195072" y="537972"/>
                </a:lnTo>
                <a:lnTo>
                  <a:pt x="198120" y="539496"/>
                </a:lnTo>
                <a:lnTo>
                  <a:pt x="199644" y="541020"/>
                </a:lnTo>
                <a:lnTo>
                  <a:pt x="201168" y="544068"/>
                </a:lnTo>
                <a:lnTo>
                  <a:pt x="202692" y="545592"/>
                </a:lnTo>
                <a:lnTo>
                  <a:pt x="202692" y="556260"/>
                </a:lnTo>
                <a:lnTo>
                  <a:pt x="207264" y="556260"/>
                </a:lnTo>
                <a:lnTo>
                  <a:pt x="207264" y="492252"/>
                </a:lnTo>
                <a:close/>
              </a:path>
              <a:path extrusionOk="0" h="558164" w="210820">
                <a:moveTo>
                  <a:pt x="207264" y="0"/>
                </a:moveTo>
                <a:lnTo>
                  <a:pt x="202692" y="0"/>
                </a:lnTo>
                <a:lnTo>
                  <a:pt x="202692" y="10668"/>
                </a:lnTo>
                <a:lnTo>
                  <a:pt x="201168" y="13716"/>
                </a:lnTo>
                <a:lnTo>
                  <a:pt x="198120" y="16764"/>
                </a:lnTo>
                <a:lnTo>
                  <a:pt x="192024" y="19812"/>
                </a:lnTo>
                <a:lnTo>
                  <a:pt x="0" y="19812"/>
                </a:lnTo>
                <a:lnTo>
                  <a:pt x="0" y="27432"/>
                </a:lnTo>
                <a:lnTo>
                  <a:pt x="16764" y="65532"/>
                </a:lnTo>
                <a:lnTo>
                  <a:pt x="21336" y="64008"/>
                </a:lnTo>
                <a:lnTo>
                  <a:pt x="19812" y="59436"/>
                </a:lnTo>
                <a:lnTo>
                  <a:pt x="19812" y="50292"/>
                </a:lnTo>
                <a:lnTo>
                  <a:pt x="22860" y="47244"/>
                </a:lnTo>
                <a:lnTo>
                  <a:pt x="25908" y="45720"/>
                </a:lnTo>
                <a:lnTo>
                  <a:pt x="28956" y="45720"/>
                </a:lnTo>
                <a:lnTo>
                  <a:pt x="32385" y="44843"/>
                </a:lnTo>
                <a:lnTo>
                  <a:pt x="38100" y="44386"/>
                </a:lnTo>
                <a:lnTo>
                  <a:pt x="56388" y="44196"/>
                </a:lnTo>
                <a:lnTo>
                  <a:pt x="185928" y="44196"/>
                </a:lnTo>
                <a:lnTo>
                  <a:pt x="192024" y="45720"/>
                </a:lnTo>
                <a:lnTo>
                  <a:pt x="195072" y="47244"/>
                </a:lnTo>
                <a:lnTo>
                  <a:pt x="198120" y="47244"/>
                </a:lnTo>
                <a:lnTo>
                  <a:pt x="199644" y="50292"/>
                </a:lnTo>
                <a:lnTo>
                  <a:pt x="202692" y="53340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0"/>
                </a:lnTo>
                <a:close/>
              </a:path>
              <a:path extrusionOk="0" h="558164" w="210820">
                <a:moveTo>
                  <a:pt x="210299" y="275844"/>
                </a:moveTo>
                <a:lnTo>
                  <a:pt x="97523" y="228600"/>
                </a:lnTo>
                <a:lnTo>
                  <a:pt x="89903" y="225552"/>
                </a:lnTo>
                <a:lnTo>
                  <a:pt x="85331" y="222504"/>
                </a:lnTo>
                <a:lnTo>
                  <a:pt x="82283" y="219456"/>
                </a:lnTo>
                <a:lnTo>
                  <a:pt x="79235" y="217932"/>
                </a:lnTo>
                <a:lnTo>
                  <a:pt x="79235" y="214884"/>
                </a:lnTo>
                <a:lnTo>
                  <a:pt x="77711" y="208788"/>
                </a:lnTo>
                <a:lnTo>
                  <a:pt x="73139" y="208788"/>
                </a:lnTo>
                <a:lnTo>
                  <a:pt x="73139" y="251460"/>
                </a:lnTo>
                <a:lnTo>
                  <a:pt x="77711" y="251460"/>
                </a:lnTo>
                <a:lnTo>
                  <a:pt x="77711" y="246888"/>
                </a:lnTo>
                <a:lnTo>
                  <a:pt x="79235" y="242316"/>
                </a:lnTo>
                <a:lnTo>
                  <a:pt x="79235" y="239268"/>
                </a:lnTo>
                <a:lnTo>
                  <a:pt x="80759" y="237744"/>
                </a:lnTo>
                <a:lnTo>
                  <a:pt x="82283" y="237744"/>
                </a:lnTo>
                <a:lnTo>
                  <a:pt x="82283" y="236220"/>
                </a:lnTo>
                <a:lnTo>
                  <a:pt x="88379" y="236220"/>
                </a:lnTo>
                <a:lnTo>
                  <a:pt x="97523" y="239268"/>
                </a:lnTo>
                <a:lnTo>
                  <a:pt x="173723" y="271272"/>
                </a:lnTo>
                <a:lnTo>
                  <a:pt x="100571" y="301752"/>
                </a:lnTo>
                <a:lnTo>
                  <a:pt x="95999" y="304800"/>
                </a:lnTo>
                <a:lnTo>
                  <a:pt x="82283" y="304800"/>
                </a:lnTo>
                <a:lnTo>
                  <a:pt x="80759" y="301752"/>
                </a:lnTo>
                <a:lnTo>
                  <a:pt x="79235" y="300228"/>
                </a:lnTo>
                <a:lnTo>
                  <a:pt x="77711" y="297180"/>
                </a:lnTo>
                <a:lnTo>
                  <a:pt x="77711" y="289560"/>
                </a:lnTo>
                <a:lnTo>
                  <a:pt x="73139" y="289560"/>
                </a:lnTo>
                <a:lnTo>
                  <a:pt x="73139" y="353568"/>
                </a:lnTo>
                <a:lnTo>
                  <a:pt x="77711" y="353568"/>
                </a:lnTo>
                <a:lnTo>
                  <a:pt x="79235" y="347472"/>
                </a:lnTo>
                <a:lnTo>
                  <a:pt x="80759" y="344424"/>
                </a:lnTo>
                <a:lnTo>
                  <a:pt x="80759" y="342900"/>
                </a:lnTo>
                <a:lnTo>
                  <a:pt x="82283" y="339852"/>
                </a:lnTo>
                <a:lnTo>
                  <a:pt x="85331" y="338328"/>
                </a:lnTo>
                <a:lnTo>
                  <a:pt x="86855" y="335280"/>
                </a:lnTo>
                <a:lnTo>
                  <a:pt x="99047" y="329184"/>
                </a:lnTo>
                <a:lnTo>
                  <a:pt x="210299" y="281940"/>
                </a:lnTo>
                <a:lnTo>
                  <a:pt x="210299" y="275844"/>
                </a:lnTo>
                <a:close/>
              </a:path>
              <a:path extrusionOk="0" h="558164" w="210820">
                <a:moveTo>
                  <a:pt x="210312" y="416052"/>
                </a:moveTo>
                <a:lnTo>
                  <a:pt x="210185" y="414528"/>
                </a:lnTo>
                <a:lnTo>
                  <a:pt x="209423" y="405180"/>
                </a:lnTo>
                <a:lnTo>
                  <a:pt x="206692" y="395287"/>
                </a:lnTo>
                <a:lnTo>
                  <a:pt x="177927" y="366712"/>
                </a:lnTo>
                <a:lnTo>
                  <a:pt x="158496" y="361188"/>
                </a:lnTo>
                <a:lnTo>
                  <a:pt x="155448" y="364236"/>
                </a:lnTo>
                <a:lnTo>
                  <a:pt x="163753" y="367690"/>
                </a:lnTo>
                <a:lnTo>
                  <a:pt x="170497" y="371284"/>
                </a:lnTo>
                <a:lnTo>
                  <a:pt x="175806" y="375170"/>
                </a:lnTo>
                <a:lnTo>
                  <a:pt x="179832" y="379476"/>
                </a:lnTo>
                <a:lnTo>
                  <a:pt x="184404" y="387096"/>
                </a:lnTo>
                <a:lnTo>
                  <a:pt x="185928" y="394716"/>
                </a:lnTo>
                <a:lnTo>
                  <a:pt x="185801" y="405180"/>
                </a:lnTo>
                <a:lnTo>
                  <a:pt x="160947" y="444271"/>
                </a:lnTo>
                <a:lnTo>
                  <a:pt x="123444" y="452628"/>
                </a:lnTo>
                <a:lnTo>
                  <a:pt x="123444" y="391668"/>
                </a:lnTo>
                <a:lnTo>
                  <a:pt x="123444" y="361188"/>
                </a:lnTo>
                <a:lnTo>
                  <a:pt x="114300" y="361911"/>
                </a:lnTo>
                <a:lnTo>
                  <a:pt x="114300" y="391668"/>
                </a:lnTo>
                <a:lnTo>
                  <a:pt x="114300" y="452628"/>
                </a:lnTo>
                <a:lnTo>
                  <a:pt x="79248" y="428244"/>
                </a:lnTo>
                <a:lnTo>
                  <a:pt x="79248" y="414528"/>
                </a:lnTo>
                <a:lnTo>
                  <a:pt x="80772" y="409956"/>
                </a:lnTo>
                <a:lnTo>
                  <a:pt x="86868" y="400812"/>
                </a:lnTo>
                <a:lnTo>
                  <a:pt x="91440" y="396240"/>
                </a:lnTo>
                <a:lnTo>
                  <a:pt x="97536" y="394716"/>
                </a:lnTo>
                <a:lnTo>
                  <a:pt x="100584" y="393192"/>
                </a:lnTo>
                <a:lnTo>
                  <a:pt x="106680" y="391668"/>
                </a:lnTo>
                <a:lnTo>
                  <a:pt x="114300" y="391668"/>
                </a:lnTo>
                <a:lnTo>
                  <a:pt x="114300" y="361911"/>
                </a:lnTo>
                <a:lnTo>
                  <a:pt x="79095" y="382549"/>
                </a:lnTo>
                <a:lnTo>
                  <a:pt x="70104" y="411480"/>
                </a:lnTo>
                <a:lnTo>
                  <a:pt x="71475" y="424611"/>
                </a:lnTo>
                <a:lnTo>
                  <a:pt x="100177" y="463677"/>
                </a:lnTo>
                <a:lnTo>
                  <a:pt x="143256" y="473964"/>
                </a:lnTo>
                <a:lnTo>
                  <a:pt x="157822" y="472821"/>
                </a:lnTo>
                <a:lnTo>
                  <a:pt x="157607" y="472821"/>
                </a:lnTo>
                <a:lnTo>
                  <a:pt x="170497" y="469582"/>
                </a:lnTo>
                <a:lnTo>
                  <a:pt x="182041" y="464324"/>
                </a:lnTo>
                <a:lnTo>
                  <a:pt x="192024" y="457200"/>
                </a:lnTo>
                <a:lnTo>
                  <a:pt x="195897" y="452628"/>
                </a:lnTo>
                <a:lnTo>
                  <a:pt x="200025" y="447776"/>
                </a:lnTo>
                <a:lnTo>
                  <a:pt x="205740" y="437769"/>
                </a:lnTo>
                <a:lnTo>
                  <a:pt x="205854" y="437388"/>
                </a:lnTo>
                <a:lnTo>
                  <a:pt x="209169" y="427202"/>
                </a:lnTo>
                <a:lnTo>
                  <a:pt x="210312" y="416052"/>
                </a:lnTo>
                <a:close/>
              </a:path>
              <a:path extrusionOk="0" h="558164" w="210820">
                <a:moveTo>
                  <a:pt x="210312" y="137160"/>
                </a:moveTo>
                <a:lnTo>
                  <a:pt x="210185" y="135636"/>
                </a:lnTo>
                <a:lnTo>
                  <a:pt x="209423" y="126301"/>
                </a:lnTo>
                <a:lnTo>
                  <a:pt x="206692" y="116586"/>
                </a:lnTo>
                <a:lnTo>
                  <a:pt x="177927" y="88011"/>
                </a:lnTo>
                <a:lnTo>
                  <a:pt x="158496" y="82296"/>
                </a:lnTo>
                <a:lnTo>
                  <a:pt x="155448" y="85344"/>
                </a:lnTo>
                <a:lnTo>
                  <a:pt x="163753" y="88823"/>
                </a:lnTo>
                <a:lnTo>
                  <a:pt x="170497" y="92583"/>
                </a:lnTo>
                <a:lnTo>
                  <a:pt x="175806" y="96926"/>
                </a:lnTo>
                <a:lnTo>
                  <a:pt x="179832" y="102108"/>
                </a:lnTo>
                <a:lnTo>
                  <a:pt x="184404" y="108204"/>
                </a:lnTo>
                <a:lnTo>
                  <a:pt x="185928" y="115824"/>
                </a:lnTo>
                <a:lnTo>
                  <a:pt x="185928" y="124968"/>
                </a:lnTo>
                <a:lnTo>
                  <a:pt x="160947" y="165379"/>
                </a:lnTo>
                <a:lnTo>
                  <a:pt x="123444" y="173736"/>
                </a:lnTo>
                <a:lnTo>
                  <a:pt x="123444" y="112776"/>
                </a:lnTo>
                <a:lnTo>
                  <a:pt x="123444" y="82296"/>
                </a:lnTo>
                <a:lnTo>
                  <a:pt x="114300" y="83019"/>
                </a:lnTo>
                <a:lnTo>
                  <a:pt x="114300" y="112776"/>
                </a:lnTo>
                <a:lnTo>
                  <a:pt x="114300" y="173736"/>
                </a:lnTo>
                <a:lnTo>
                  <a:pt x="106845" y="172288"/>
                </a:lnTo>
                <a:lnTo>
                  <a:pt x="100393" y="170116"/>
                </a:lnTo>
                <a:lnTo>
                  <a:pt x="94792" y="167093"/>
                </a:lnTo>
                <a:lnTo>
                  <a:pt x="89916" y="163068"/>
                </a:lnTo>
                <a:lnTo>
                  <a:pt x="82296" y="156972"/>
                </a:lnTo>
                <a:lnTo>
                  <a:pt x="79248" y="149352"/>
                </a:lnTo>
                <a:lnTo>
                  <a:pt x="79248" y="135636"/>
                </a:lnTo>
                <a:lnTo>
                  <a:pt x="80772" y="131064"/>
                </a:lnTo>
                <a:lnTo>
                  <a:pt x="86868" y="121920"/>
                </a:lnTo>
                <a:lnTo>
                  <a:pt x="91440" y="117348"/>
                </a:lnTo>
                <a:lnTo>
                  <a:pt x="97536" y="115824"/>
                </a:lnTo>
                <a:lnTo>
                  <a:pt x="100584" y="114300"/>
                </a:lnTo>
                <a:lnTo>
                  <a:pt x="106680" y="112776"/>
                </a:lnTo>
                <a:lnTo>
                  <a:pt x="114300" y="112776"/>
                </a:lnTo>
                <a:lnTo>
                  <a:pt x="114300" y="83019"/>
                </a:lnTo>
                <a:lnTo>
                  <a:pt x="79095" y="104305"/>
                </a:lnTo>
                <a:lnTo>
                  <a:pt x="70104" y="132588"/>
                </a:lnTo>
                <a:lnTo>
                  <a:pt x="71475" y="145719"/>
                </a:lnTo>
                <a:lnTo>
                  <a:pt x="100177" y="184785"/>
                </a:lnTo>
                <a:lnTo>
                  <a:pt x="143256" y="195072"/>
                </a:lnTo>
                <a:lnTo>
                  <a:pt x="157822" y="193929"/>
                </a:lnTo>
                <a:lnTo>
                  <a:pt x="157607" y="193929"/>
                </a:lnTo>
                <a:lnTo>
                  <a:pt x="170497" y="190690"/>
                </a:lnTo>
                <a:lnTo>
                  <a:pt x="182041" y="185432"/>
                </a:lnTo>
                <a:lnTo>
                  <a:pt x="192024" y="178308"/>
                </a:lnTo>
                <a:lnTo>
                  <a:pt x="195897" y="173736"/>
                </a:lnTo>
                <a:lnTo>
                  <a:pt x="200025" y="168884"/>
                </a:lnTo>
                <a:lnTo>
                  <a:pt x="205740" y="158877"/>
                </a:lnTo>
                <a:lnTo>
                  <a:pt x="205854" y="158496"/>
                </a:lnTo>
                <a:lnTo>
                  <a:pt x="209169" y="148310"/>
                </a:lnTo>
                <a:lnTo>
                  <a:pt x="210312" y="1371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817" name="Google Shape;8817;p116"/>
          <p:cNvPicPr preferRelativeResize="0"/>
          <p:nvPr/>
        </p:nvPicPr>
        <p:blipFill rotWithShape="1">
          <a:blip r:embed="rId72">
            <a:alphaModFix/>
          </a:blip>
          <a:srcRect b="0" l="0" r="0" t="0"/>
          <a:stretch/>
        </p:blipFill>
        <p:spPr>
          <a:xfrm>
            <a:off x="4120896" y="1987295"/>
            <a:ext cx="271271" cy="1848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18" name="Google Shape;8818;p116"/>
          <p:cNvGrpSpPr/>
          <p:nvPr/>
        </p:nvGrpSpPr>
        <p:grpSpPr>
          <a:xfrm>
            <a:off x="4120896" y="1604772"/>
            <a:ext cx="210312" cy="268223"/>
            <a:chOff x="4120896" y="1604772"/>
            <a:chExt cx="210312" cy="268223"/>
          </a:xfrm>
        </p:grpSpPr>
        <p:pic>
          <p:nvPicPr>
            <p:cNvPr id="8819" name="Google Shape;8819;p116"/>
            <p:cNvPicPr preferRelativeResize="0"/>
            <p:nvPr/>
          </p:nvPicPr>
          <p:blipFill rotWithShape="1">
            <a:blip r:embed="rId73">
              <a:alphaModFix/>
            </a:blip>
            <a:srcRect b="0" l="0" r="0" t="0"/>
            <a:stretch/>
          </p:blipFill>
          <p:spPr>
            <a:xfrm>
              <a:off x="4191000" y="1744979"/>
              <a:ext cx="140208" cy="1280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20" name="Google Shape;8820;p116"/>
            <p:cNvPicPr preferRelativeResize="0"/>
            <p:nvPr/>
          </p:nvPicPr>
          <p:blipFill rotWithShape="1">
            <a:blip r:embed="rId74">
              <a:alphaModFix/>
            </a:blip>
            <a:srcRect b="0" l="0" r="0" t="0"/>
            <a:stretch/>
          </p:blipFill>
          <p:spPr>
            <a:xfrm>
              <a:off x="4120896" y="1604772"/>
              <a:ext cx="207263" cy="11887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21" name="Google Shape;8821;p116"/>
          <p:cNvPicPr preferRelativeResize="0"/>
          <p:nvPr/>
        </p:nvPicPr>
        <p:blipFill rotWithShape="1">
          <a:blip r:embed="rId75">
            <a:alphaModFix/>
          </a:blip>
          <a:srcRect b="0" l="0" r="0" t="0"/>
          <a:stretch/>
        </p:blipFill>
        <p:spPr>
          <a:xfrm>
            <a:off x="4120896" y="1062227"/>
            <a:ext cx="210312" cy="4648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22" name="Google Shape;8822;p116"/>
          <p:cNvGrpSpPr/>
          <p:nvPr/>
        </p:nvGrpSpPr>
        <p:grpSpPr>
          <a:xfrm>
            <a:off x="4477511" y="8159495"/>
            <a:ext cx="210313" cy="525780"/>
            <a:chOff x="4477511" y="8159495"/>
            <a:chExt cx="210313" cy="525780"/>
          </a:xfrm>
        </p:grpSpPr>
        <p:pic>
          <p:nvPicPr>
            <p:cNvPr id="8823" name="Google Shape;8823;p116"/>
            <p:cNvPicPr preferRelativeResize="0"/>
            <p:nvPr/>
          </p:nvPicPr>
          <p:blipFill rotWithShape="1">
            <a:blip r:embed="rId76">
              <a:alphaModFix/>
            </a:blip>
            <a:srcRect b="0" l="0" r="0" t="0"/>
            <a:stretch/>
          </p:blipFill>
          <p:spPr>
            <a:xfrm>
              <a:off x="4547615" y="8442960"/>
              <a:ext cx="140208" cy="2423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24" name="Google Shape;8824;p116"/>
            <p:cNvPicPr preferRelativeResize="0"/>
            <p:nvPr/>
          </p:nvPicPr>
          <p:blipFill rotWithShape="1">
            <a:blip r:embed="rId77">
              <a:alphaModFix/>
            </a:blip>
            <a:srcRect b="0" l="0" r="0" t="0"/>
            <a:stretch/>
          </p:blipFill>
          <p:spPr>
            <a:xfrm>
              <a:off x="4477511" y="8275320"/>
              <a:ext cx="207264" cy="14782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25" name="Google Shape;8825;p116"/>
            <p:cNvPicPr preferRelativeResize="0"/>
            <p:nvPr/>
          </p:nvPicPr>
          <p:blipFill rotWithShape="1">
            <a:blip r:embed="rId78">
              <a:alphaModFix/>
            </a:blip>
            <a:srcRect b="0" l="0" r="0" t="0"/>
            <a:stretch/>
          </p:blipFill>
          <p:spPr>
            <a:xfrm>
              <a:off x="4547616" y="8159495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26" name="Google Shape;8826;p116"/>
          <p:cNvPicPr preferRelativeResize="0"/>
          <p:nvPr/>
        </p:nvPicPr>
        <p:blipFill rotWithShape="1">
          <a:blip r:embed="rId79">
            <a:alphaModFix/>
          </a:blip>
          <a:srcRect b="0" l="0" r="0" t="0"/>
          <a:stretch/>
        </p:blipFill>
        <p:spPr>
          <a:xfrm>
            <a:off x="4477511" y="7652004"/>
            <a:ext cx="210312" cy="417575"/>
          </a:xfrm>
          <a:prstGeom prst="rect">
            <a:avLst/>
          </a:prstGeom>
          <a:noFill/>
          <a:ln>
            <a:noFill/>
          </a:ln>
        </p:spPr>
      </p:pic>
      <p:sp>
        <p:nvSpPr>
          <p:cNvPr id="8827" name="Google Shape;8827;p116"/>
          <p:cNvSpPr/>
          <p:nvPr/>
        </p:nvSpPr>
        <p:spPr>
          <a:xfrm>
            <a:off x="4477499" y="6950964"/>
            <a:ext cx="210820" cy="628015"/>
          </a:xfrm>
          <a:custGeom>
            <a:rect b="b" l="l" r="r" t="t"/>
            <a:pathLst>
              <a:path extrusionOk="0" h="628015" w="210820">
                <a:moveTo>
                  <a:pt x="207264" y="83820"/>
                </a:moveTo>
                <a:lnTo>
                  <a:pt x="202692" y="83820"/>
                </a:lnTo>
                <a:lnTo>
                  <a:pt x="202692" y="89916"/>
                </a:lnTo>
                <a:lnTo>
                  <a:pt x="201168" y="94488"/>
                </a:lnTo>
                <a:lnTo>
                  <a:pt x="201168" y="96012"/>
                </a:lnTo>
                <a:lnTo>
                  <a:pt x="199644" y="99060"/>
                </a:lnTo>
                <a:lnTo>
                  <a:pt x="196596" y="100584"/>
                </a:lnTo>
                <a:lnTo>
                  <a:pt x="195072" y="102108"/>
                </a:lnTo>
                <a:lnTo>
                  <a:pt x="192024" y="102108"/>
                </a:lnTo>
                <a:lnTo>
                  <a:pt x="185928" y="103632"/>
                </a:lnTo>
                <a:lnTo>
                  <a:pt x="132588" y="103632"/>
                </a:lnTo>
                <a:lnTo>
                  <a:pt x="0" y="103632"/>
                </a:lnTo>
                <a:lnTo>
                  <a:pt x="0" y="109728"/>
                </a:lnTo>
                <a:lnTo>
                  <a:pt x="16764" y="149352"/>
                </a:lnTo>
                <a:lnTo>
                  <a:pt x="21336" y="146304"/>
                </a:lnTo>
                <a:lnTo>
                  <a:pt x="18288" y="140208"/>
                </a:lnTo>
                <a:lnTo>
                  <a:pt x="18288" y="135636"/>
                </a:lnTo>
                <a:lnTo>
                  <a:pt x="19812" y="132588"/>
                </a:lnTo>
                <a:lnTo>
                  <a:pt x="19812" y="131064"/>
                </a:lnTo>
                <a:lnTo>
                  <a:pt x="21336" y="129540"/>
                </a:lnTo>
                <a:lnTo>
                  <a:pt x="24384" y="129540"/>
                </a:lnTo>
                <a:lnTo>
                  <a:pt x="27432" y="128016"/>
                </a:lnTo>
                <a:lnTo>
                  <a:pt x="190500" y="128016"/>
                </a:lnTo>
                <a:lnTo>
                  <a:pt x="195072" y="129540"/>
                </a:lnTo>
                <a:lnTo>
                  <a:pt x="199644" y="134112"/>
                </a:lnTo>
                <a:lnTo>
                  <a:pt x="201168" y="137160"/>
                </a:lnTo>
                <a:lnTo>
                  <a:pt x="202692" y="141732"/>
                </a:lnTo>
                <a:lnTo>
                  <a:pt x="202692" y="149352"/>
                </a:lnTo>
                <a:lnTo>
                  <a:pt x="207264" y="149352"/>
                </a:lnTo>
                <a:lnTo>
                  <a:pt x="207264" y="128016"/>
                </a:lnTo>
                <a:lnTo>
                  <a:pt x="207264" y="83820"/>
                </a:lnTo>
                <a:close/>
              </a:path>
              <a:path extrusionOk="0" h="628015" w="210820">
                <a:moveTo>
                  <a:pt x="207264" y="0"/>
                </a:moveTo>
                <a:lnTo>
                  <a:pt x="201168" y="0"/>
                </a:lnTo>
                <a:lnTo>
                  <a:pt x="201168" y="10668"/>
                </a:lnTo>
                <a:lnTo>
                  <a:pt x="199644" y="12192"/>
                </a:lnTo>
                <a:lnTo>
                  <a:pt x="198120" y="16764"/>
                </a:lnTo>
                <a:lnTo>
                  <a:pt x="195072" y="19812"/>
                </a:lnTo>
                <a:lnTo>
                  <a:pt x="192024" y="24384"/>
                </a:lnTo>
                <a:lnTo>
                  <a:pt x="188023" y="27266"/>
                </a:lnTo>
                <a:lnTo>
                  <a:pt x="182880" y="31432"/>
                </a:lnTo>
                <a:lnTo>
                  <a:pt x="176593" y="37033"/>
                </a:lnTo>
                <a:lnTo>
                  <a:pt x="169164" y="44196"/>
                </a:lnTo>
                <a:lnTo>
                  <a:pt x="123444" y="79248"/>
                </a:lnTo>
                <a:lnTo>
                  <a:pt x="102247" y="54864"/>
                </a:lnTo>
                <a:lnTo>
                  <a:pt x="92964" y="44196"/>
                </a:lnTo>
                <a:lnTo>
                  <a:pt x="86868" y="38100"/>
                </a:lnTo>
                <a:lnTo>
                  <a:pt x="82296" y="32004"/>
                </a:lnTo>
                <a:lnTo>
                  <a:pt x="79248" y="25908"/>
                </a:lnTo>
                <a:lnTo>
                  <a:pt x="77724" y="19812"/>
                </a:lnTo>
                <a:lnTo>
                  <a:pt x="76200" y="12192"/>
                </a:lnTo>
                <a:lnTo>
                  <a:pt x="76200" y="4572"/>
                </a:lnTo>
                <a:lnTo>
                  <a:pt x="73152" y="4572"/>
                </a:lnTo>
                <a:lnTo>
                  <a:pt x="73152" y="64008"/>
                </a:lnTo>
                <a:lnTo>
                  <a:pt x="77724" y="64008"/>
                </a:lnTo>
                <a:lnTo>
                  <a:pt x="77724" y="57912"/>
                </a:lnTo>
                <a:lnTo>
                  <a:pt x="80772" y="54864"/>
                </a:lnTo>
                <a:lnTo>
                  <a:pt x="88392" y="54864"/>
                </a:lnTo>
                <a:lnTo>
                  <a:pt x="102108" y="68580"/>
                </a:lnTo>
                <a:lnTo>
                  <a:pt x="132588" y="103632"/>
                </a:lnTo>
                <a:lnTo>
                  <a:pt x="162204" y="79248"/>
                </a:lnTo>
                <a:lnTo>
                  <a:pt x="184404" y="60960"/>
                </a:lnTo>
                <a:lnTo>
                  <a:pt x="190500" y="56388"/>
                </a:lnTo>
                <a:lnTo>
                  <a:pt x="193548" y="54864"/>
                </a:lnTo>
                <a:lnTo>
                  <a:pt x="198120" y="54864"/>
                </a:lnTo>
                <a:lnTo>
                  <a:pt x="201168" y="57912"/>
                </a:lnTo>
                <a:lnTo>
                  <a:pt x="202692" y="60960"/>
                </a:lnTo>
                <a:lnTo>
                  <a:pt x="202692" y="64008"/>
                </a:lnTo>
                <a:lnTo>
                  <a:pt x="207264" y="64008"/>
                </a:lnTo>
                <a:lnTo>
                  <a:pt x="207264" y="54864"/>
                </a:lnTo>
                <a:lnTo>
                  <a:pt x="207264" y="0"/>
                </a:lnTo>
                <a:close/>
              </a:path>
              <a:path extrusionOk="0" h="628015" w="210820">
                <a:moveTo>
                  <a:pt x="207276" y="402336"/>
                </a:moveTo>
                <a:lnTo>
                  <a:pt x="202704" y="402336"/>
                </a:lnTo>
                <a:lnTo>
                  <a:pt x="202704" y="408432"/>
                </a:lnTo>
                <a:lnTo>
                  <a:pt x="201180" y="413004"/>
                </a:lnTo>
                <a:lnTo>
                  <a:pt x="199656" y="414528"/>
                </a:lnTo>
                <a:lnTo>
                  <a:pt x="198132" y="417576"/>
                </a:lnTo>
                <a:lnTo>
                  <a:pt x="195084" y="420624"/>
                </a:lnTo>
                <a:lnTo>
                  <a:pt x="190512" y="422148"/>
                </a:lnTo>
                <a:lnTo>
                  <a:pt x="118884" y="422148"/>
                </a:lnTo>
                <a:lnTo>
                  <a:pt x="110540" y="422414"/>
                </a:lnTo>
                <a:lnTo>
                  <a:pt x="74688" y="437388"/>
                </a:lnTo>
                <a:lnTo>
                  <a:pt x="70116" y="449580"/>
                </a:lnTo>
                <a:lnTo>
                  <a:pt x="70116" y="463296"/>
                </a:lnTo>
                <a:lnTo>
                  <a:pt x="99072" y="501396"/>
                </a:lnTo>
                <a:lnTo>
                  <a:pt x="89928" y="504444"/>
                </a:lnTo>
                <a:lnTo>
                  <a:pt x="82308" y="507492"/>
                </a:lnTo>
                <a:lnTo>
                  <a:pt x="77736" y="513588"/>
                </a:lnTo>
                <a:lnTo>
                  <a:pt x="71640" y="519684"/>
                </a:lnTo>
                <a:lnTo>
                  <a:pt x="70116" y="527304"/>
                </a:lnTo>
                <a:lnTo>
                  <a:pt x="70116" y="539496"/>
                </a:lnTo>
                <a:lnTo>
                  <a:pt x="71640" y="544068"/>
                </a:lnTo>
                <a:lnTo>
                  <a:pt x="73164" y="550164"/>
                </a:lnTo>
                <a:lnTo>
                  <a:pt x="74688" y="554736"/>
                </a:lnTo>
                <a:lnTo>
                  <a:pt x="77736" y="559308"/>
                </a:lnTo>
                <a:lnTo>
                  <a:pt x="83832" y="565404"/>
                </a:lnTo>
                <a:lnTo>
                  <a:pt x="88404" y="571500"/>
                </a:lnTo>
                <a:lnTo>
                  <a:pt x="99072" y="580644"/>
                </a:lnTo>
                <a:lnTo>
                  <a:pt x="70116" y="580644"/>
                </a:lnTo>
                <a:lnTo>
                  <a:pt x="70116" y="586740"/>
                </a:lnTo>
                <a:lnTo>
                  <a:pt x="86880" y="627888"/>
                </a:lnTo>
                <a:lnTo>
                  <a:pt x="91452" y="624840"/>
                </a:lnTo>
                <a:lnTo>
                  <a:pt x="88404" y="618744"/>
                </a:lnTo>
                <a:lnTo>
                  <a:pt x="88404" y="612648"/>
                </a:lnTo>
                <a:lnTo>
                  <a:pt x="91452" y="609600"/>
                </a:lnTo>
                <a:lnTo>
                  <a:pt x="91452" y="608076"/>
                </a:lnTo>
                <a:lnTo>
                  <a:pt x="94500" y="606552"/>
                </a:lnTo>
                <a:lnTo>
                  <a:pt x="97548" y="606552"/>
                </a:lnTo>
                <a:lnTo>
                  <a:pt x="101854" y="605675"/>
                </a:lnTo>
                <a:lnTo>
                  <a:pt x="108026" y="605218"/>
                </a:lnTo>
                <a:lnTo>
                  <a:pt x="126504" y="605028"/>
                </a:lnTo>
                <a:lnTo>
                  <a:pt x="190512" y="605028"/>
                </a:lnTo>
                <a:lnTo>
                  <a:pt x="199656" y="609600"/>
                </a:lnTo>
                <a:lnTo>
                  <a:pt x="199656" y="612648"/>
                </a:lnTo>
                <a:lnTo>
                  <a:pt x="201180" y="614172"/>
                </a:lnTo>
                <a:lnTo>
                  <a:pt x="202704" y="618744"/>
                </a:lnTo>
                <a:lnTo>
                  <a:pt x="202704" y="624840"/>
                </a:lnTo>
                <a:lnTo>
                  <a:pt x="207276" y="624840"/>
                </a:lnTo>
                <a:lnTo>
                  <a:pt x="207276" y="560832"/>
                </a:lnTo>
                <a:lnTo>
                  <a:pt x="202704" y="560832"/>
                </a:lnTo>
                <a:lnTo>
                  <a:pt x="202704" y="566928"/>
                </a:lnTo>
                <a:lnTo>
                  <a:pt x="201180" y="571500"/>
                </a:lnTo>
                <a:lnTo>
                  <a:pt x="199656" y="574548"/>
                </a:lnTo>
                <a:lnTo>
                  <a:pt x="199656" y="576072"/>
                </a:lnTo>
                <a:lnTo>
                  <a:pt x="193560" y="579120"/>
                </a:lnTo>
                <a:lnTo>
                  <a:pt x="192036" y="580644"/>
                </a:lnTo>
                <a:lnTo>
                  <a:pt x="106692" y="580644"/>
                </a:lnTo>
                <a:lnTo>
                  <a:pt x="100596" y="576072"/>
                </a:lnTo>
                <a:lnTo>
                  <a:pt x="96024" y="569976"/>
                </a:lnTo>
                <a:lnTo>
                  <a:pt x="92976" y="562356"/>
                </a:lnTo>
                <a:lnTo>
                  <a:pt x="89928" y="557784"/>
                </a:lnTo>
                <a:lnTo>
                  <a:pt x="88404" y="553212"/>
                </a:lnTo>
                <a:lnTo>
                  <a:pt x="88404" y="539496"/>
                </a:lnTo>
                <a:lnTo>
                  <a:pt x="91452" y="534924"/>
                </a:lnTo>
                <a:lnTo>
                  <a:pt x="97548" y="530352"/>
                </a:lnTo>
                <a:lnTo>
                  <a:pt x="102120" y="527304"/>
                </a:lnTo>
                <a:lnTo>
                  <a:pt x="109740" y="525780"/>
                </a:lnTo>
                <a:lnTo>
                  <a:pt x="192036" y="525780"/>
                </a:lnTo>
                <a:lnTo>
                  <a:pt x="198132" y="528828"/>
                </a:lnTo>
                <a:lnTo>
                  <a:pt x="199656" y="531876"/>
                </a:lnTo>
                <a:lnTo>
                  <a:pt x="201180" y="533400"/>
                </a:lnTo>
                <a:lnTo>
                  <a:pt x="202704" y="539496"/>
                </a:lnTo>
                <a:lnTo>
                  <a:pt x="202704" y="545592"/>
                </a:lnTo>
                <a:lnTo>
                  <a:pt x="207276" y="545592"/>
                </a:lnTo>
                <a:lnTo>
                  <a:pt x="207276" y="481584"/>
                </a:lnTo>
                <a:lnTo>
                  <a:pt x="202704" y="481584"/>
                </a:lnTo>
                <a:lnTo>
                  <a:pt x="202704" y="487680"/>
                </a:lnTo>
                <a:lnTo>
                  <a:pt x="201180" y="492252"/>
                </a:lnTo>
                <a:lnTo>
                  <a:pt x="199656" y="495300"/>
                </a:lnTo>
                <a:lnTo>
                  <a:pt x="196608" y="498348"/>
                </a:lnTo>
                <a:lnTo>
                  <a:pt x="193560" y="499872"/>
                </a:lnTo>
                <a:lnTo>
                  <a:pt x="192036" y="501396"/>
                </a:lnTo>
                <a:lnTo>
                  <a:pt x="106692" y="501396"/>
                </a:lnTo>
                <a:lnTo>
                  <a:pt x="99072" y="493776"/>
                </a:lnTo>
                <a:lnTo>
                  <a:pt x="94500" y="487680"/>
                </a:lnTo>
                <a:lnTo>
                  <a:pt x="91452" y="483108"/>
                </a:lnTo>
                <a:lnTo>
                  <a:pt x="89928" y="477012"/>
                </a:lnTo>
                <a:lnTo>
                  <a:pt x="88404" y="472440"/>
                </a:lnTo>
                <a:lnTo>
                  <a:pt x="88404" y="460248"/>
                </a:lnTo>
                <a:lnTo>
                  <a:pt x="91452" y="454152"/>
                </a:lnTo>
                <a:lnTo>
                  <a:pt x="97548" y="449580"/>
                </a:lnTo>
                <a:lnTo>
                  <a:pt x="102120" y="448056"/>
                </a:lnTo>
                <a:lnTo>
                  <a:pt x="109740" y="446532"/>
                </a:lnTo>
                <a:lnTo>
                  <a:pt x="190512" y="446532"/>
                </a:lnTo>
                <a:lnTo>
                  <a:pt x="195084" y="448056"/>
                </a:lnTo>
                <a:lnTo>
                  <a:pt x="196608" y="449580"/>
                </a:lnTo>
                <a:lnTo>
                  <a:pt x="199656" y="451104"/>
                </a:lnTo>
                <a:lnTo>
                  <a:pt x="201180" y="454152"/>
                </a:lnTo>
                <a:lnTo>
                  <a:pt x="202704" y="458724"/>
                </a:lnTo>
                <a:lnTo>
                  <a:pt x="202704" y="466344"/>
                </a:lnTo>
                <a:lnTo>
                  <a:pt x="207276" y="466344"/>
                </a:lnTo>
                <a:lnTo>
                  <a:pt x="207276" y="402336"/>
                </a:lnTo>
                <a:close/>
              </a:path>
              <a:path extrusionOk="0" h="628015" w="210820">
                <a:moveTo>
                  <a:pt x="210312" y="300228"/>
                </a:moveTo>
                <a:lnTo>
                  <a:pt x="208915" y="292227"/>
                </a:lnTo>
                <a:lnTo>
                  <a:pt x="208813" y="292036"/>
                </a:lnTo>
                <a:lnTo>
                  <a:pt x="204787" y="284226"/>
                </a:lnTo>
                <a:lnTo>
                  <a:pt x="198107" y="276225"/>
                </a:lnTo>
                <a:lnTo>
                  <a:pt x="188976" y="268224"/>
                </a:lnTo>
                <a:lnTo>
                  <a:pt x="181356" y="268224"/>
                </a:lnTo>
                <a:lnTo>
                  <a:pt x="185928" y="274320"/>
                </a:lnTo>
                <a:lnTo>
                  <a:pt x="188976" y="278892"/>
                </a:lnTo>
                <a:lnTo>
                  <a:pt x="192024" y="281940"/>
                </a:lnTo>
                <a:lnTo>
                  <a:pt x="192024" y="286512"/>
                </a:lnTo>
                <a:lnTo>
                  <a:pt x="188976" y="289560"/>
                </a:lnTo>
                <a:lnTo>
                  <a:pt x="187452" y="289560"/>
                </a:lnTo>
                <a:lnTo>
                  <a:pt x="184404" y="291084"/>
                </a:lnTo>
                <a:lnTo>
                  <a:pt x="115824" y="291084"/>
                </a:lnTo>
                <a:lnTo>
                  <a:pt x="106641" y="291350"/>
                </a:lnTo>
                <a:lnTo>
                  <a:pt x="73329" y="312356"/>
                </a:lnTo>
                <a:lnTo>
                  <a:pt x="70243" y="331457"/>
                </a:lnTo>
                <a:lnTo>
                  <a:pt x="70345" y="339471"/>
                </a:lnTo>
                <a:lnTo>
                  <a:pt x="70446" y="341376"/>
                </a:lnTo>
                <a:lnTo>
                  <a:pt x="70523" y="342900"/>
                </a:lnTo>
                <a:lnTo>
                  <a:pt x="92202" y="380809"/>
                </a:lnTo>
                <a:lnTo>
                  <a:pt x="103632" y="384048"/>
                </a:lnTo>
                <a:lnTo>
                  <a:pt x="108204" y="384048"/>
                </a:lnTo>
                <a:lnTo>
                  <a:pt x="112776" y="382524"/>
                </a:lnTo>
                <a:lnTo>
                  <a:pt x="118872" y="376428"/>
                </a:lnTo>
                <a:lnTo>
                  <a:pt x="118872" y="368808"/>
                </a:lnTo>
                <a:lnTo>
                  <a:pt x="117348" y="365760"/>
                </a:lnTo>
                <a:lnTo>
                  <a:pt x="112776" y="361188"/>
                </a:lnTo>
                <a:lnTo>
                  <a:pt x="108204" y="359664"/>
                </a:lnTo>
                <a:lnTo>
                  <a:pt x="91440" y="359664"/>
                </a:lnTo>
                <a:lnTo>
                  <a:pt x="86868" y="358140"/>
                </a:lnTo>
                <a:lnTo>
                  <a:pt x="83820" y="355092"/>
                </a:lnTo>
                <a:lnTo>
                  <a:pt x="80772" y="350520"/>
                </a:lnTo>
                <a:lnTo>
                  <a:pt x="79311" y="346138"/>
                </a:lnTo>
                <a:lnTo>
                  <a:pt x="79248" y="332232"/>
                </a:lnTo>
                <a:lnTo>
                  <a:pt x="80772" y="326136"/>
                </a:lnTo>
                <a:lnTo>
                  <a:pt x="114300" y="315468"/>
                </a:lnTo>
                <a:lnTo>
                  <a:pt x="120396" y="315468"/>
                </a:lnTo>
                <a:lnTo>
                  <a:pt x="120510" y="315785"/>
                </a:lnTo>
                <a:lnTo>
                  <a:pt x="126187" y="331660"/>
                </a:lnTo>
                <a:lnTo>
                  <a:pt x="131635" y="344995"/>
                </a:lnTo>
                <a:lnTo>
                  <a:pt x="136842" y="355854"/>
                </a:lnTo>
                <a:lnTo>
                  <a:pt x="141846" y="364426"/>
                </a:lnTo>
                <a:lnTo>
                  <a:pt x="145453" y="370763"/>
                </a:lnTo>
                <a:lnTo>
                  <a:pt x="149733" y="376428"/>
                </a:lnTo>
                <a:lnTo>
                  <a:pt x="154597" y="380961"/>
                </a:lnTo>
                <a:lnTo>
                  <a:pt x="160020" y="384048"/>
                </a:lnTo>
                <a:lnTo>
                  <a:pt x="164592" y="387096"/>
                </a:lnTo>
                <a:lnTo>
                  <a:pt x="169164" y="388620"/>
                </a:lnTo>
                <a:lnTo>
                  <a:pt x="176784" y="388620"/>
                </a:lnTo>
                <a:lnTo>
                  <a:pt x="210312" y="367284"/>
                </a:lnTo>
                <a:lnTo>
                  <a:pt x="210312" y="364236"/>
                </a:lnTo>
                <a:lnTo>
                  <a:pt x="210312" y="352044"/>
                </a:lnTo>
                <a:lnTo>
                  <a:pt x="208788" y="345948"/>
                </a:lnTo>
                <a:lnTo>
                  <a:pt x="205740" y="341376"/>
                </a:lnTo>
                <a:lnTo>
                  <a:pt x="203746" y="337972"/>
                </a:lnTo>
                <a:lnTo>
                  <a:pt x="200025" y="332422"/>
                </a:lnTo>
                <a:lnTo>
                  <a:pt x="194602" y="324878"/>
                </a:lnTo>
                <a:lnTo>
                  <a:pt x="192024" y="321487"/>
                </a:lnTo>
                <a:lnTo>
                  <a:pt x="192024" y="344424"/>
                </a:lnTo>
                <a:lnTo>
                  <a:pt x="192024" y="348996"/>
                </a:lnTo>
                <a:lnTo>
                  <a:pt x="188976" y="353568"/>
                </a:lnTo>
                <a:lnTo>
                  <a:pt x="184404" y="358140"/>
                </a:lnTo>
                <a:lnTo>
                  <a:pt x="181356" y="362712"/>
                </a:lnTo>
                <a:lnTo>
                  <a:pt x="175260" y="364236"/>
                </a:lnTo>
                <a:lnTo>
                  <a:pt x="163068" y="364236"/>
                </a:lnTo>
                <a:lnTo>
                  <a:pt x="158496" y="362712"/>
                </a:lnTo>
                <a:lnTo>
                  <a:pt x="149352" y="356616"/>
                </a:lnTo>
                <a:lnTo>
                  <a:pt x="144780" y="350520"/>
                </a:lnTo>
                <a:lnTo>
                  <a:pt x="141732" y="342900"/>
                </a:lnTo>
                <a:lnTo>
                  <a:pt x="139192" y="339471"/>
                </a:lnTo>
                <a:lnTo>
                  <a:pt x="136207" y="333756"/>
                </a:lnTo>
                <a:lnTo>
                  <a:pt x="132956" y="325755"/>
                </a:lnTo>
                <a:lnTo>
                  <a:pt x="129540" y="315468"/>
                </a:lnTo>
                <a:lnTo>
                  <a:pt x="178308" y="315468"/>
                </a:lnTo>
                <a:lnTo>
                  <a:pt x="184315" y="324065"/>
                </a:lnTo>
                <a:lnTo>
                  <a:pt x="188595" y="331660"/>
                </a:lnTo>
                <a:lnTo>
                  <a:pt x="191173" y="338404"/>
                </a:lnTo>
                <a:lnTo>
                  <a:pt x="192024" y="344424"/>
                </a:lnTo>
                <a:lnTo>
                  <a:pt x="192024" y="321487"/>
                </a:lnTo>
                <a:lnTo>
                  <a:pt x="187452" y="315468"/>
                </a:lnTo>
                <a:lnTo>
                  <a:pt x="195072" y="315468"/>
                </a:lnTo>
                <a:lnTo>
                  <a:pt x="201168" y="313944"/>
                </a:lnTo>
                <a:lnTo>
                  <a:pt x="204216" y="310896"/>
                </a:lnTo>
                <a:lnTo>
                  <a:pt x="208788" y="307848"/>
                </a:lnTo>
                <a:lnTo>
                  <a:pt x="210312" y="304800"/>
                </a:lnTo>
                <a:lnTo>
                  <a:pt x="210312" y="300228"/>
                </a:lnTo>
                <a:close/>
              </a:path>
              <a:path extrusionOk="0" h="628015" w="210820">
                <a:moveTo>
                  <a:pt x="210324" y="207264"/>
                </a:moveTo>
                <a:lnTo>
                  <a:pt x="193408" y="170789"/>
                </a:lnTo>
                <a:lnTo>
                  <a:pt x="170700" y="163068"/>
                </a:lnTo>
                <a:lnTo>
                  <a:pt x="158953" y="164807"/>
                </a:lnTo>
                <a:lnTo>
                  <a:pt x="148793" y="170116"/>
                </a:lnTo>
                <a:lnTo>
                  <a:pt x="140042" y="179146"/>
                </a:lnTo>
                <a:lnTo>
                  <a:pt x="132600" y="192024"/>
                </a:lnTo>
                <a:lnTo>
                  <a:pt x="114312" y="228600"/>
                </a:lnTo>
                <a:lnTo>
                  <a:pt x="105168" y="234696"/>
                </a:lnTo>
                <a:lnTo>
                  <a:pt x="100596" y="236220"/>
                </a:lnTo>
                <a:lnTo>
                  <a:pt x="91452" y="236220"/>
                </a:lnTo>
                <a:lnTo>
                  <a:pt x="80784" y="225552"/>
                </a:lnTo>
                <a:lnTo>
                  <a:pt x="79260" y="219456"/>
                </a:lnTo>
                <a:lnTo>
                  <a:pt x="79260" y="204216"/>
                </a:lnTo>
                <a:lnTo>
                  <a:pt x="115836" y="178308"/>
                </a:lnTo>
                <a:lnTo>
                  <a:pt x="115836" y="173736"/>
                </a:lnTo>
                <a:lnTo>
                  <a:pt x="70116" y="173736"/>
                </a:lnTo>
                <a:lnTo>
                  <a:pt x="70116" y="178308"/>
                </a:lnTo>
                <a:lnTo>
                  <a:pt x="73164" y="178308"/>
                </a:lnTo>
                <a:lnTo>
                  <a:pt x="74688" y="179832"/>
                </a:lnTo>
                <a:lnTo>
                  <a:pt x="74688" y="181356"/>
                </a:lnTo>
                <a:lnTo>
                  <a:pt x="76212" y="181356"/>
                </a:lnTo>
                <a:lnTo>
                  <a:pt x="76212" y="185928"/>
                </a:lnTo>
                <a:lnTo>
                  <a:pt x="74688" y="188976"/>
                </a:lnTo>
                <a:lnTo>
                  <a:pt x="73164" y="193548"/>
                </a:lnTo>
                <a:lnTo>
                  <a:pt x="70116" y="208788"/>
                </a:lnTo>
                <a:lnTo>
                  <a:pt x="70116" y="213360"/>
                </a:lnTo>
                <a:lnTo>
                  <a:pt x="93357" y="251269"/>
                </a:lnTo>
                <a:lnTo>
                  <a:pt x="108216" y="254508"/>
                </a:lnTo>
                <a:lnTo>
                  <a:pt x="115836" y="254508"/>
                </a:lnTo>
                <a:lnTo>
                  <a:pt x="146316" y="219456"/>
                </a:lnTo>
                <a:lnTo>
                  <a:pt x="150863" y="209156"/>
                </a:lnTo>
                <a:lnTo>
                  <a:pt x="155270" y="200977"/>
                </a:lnTo>
                <a:lnTo>
                  <a:pt x="159385" y="194818"/>
                </a:lnTo>
                <a:lnTo>
                  <a:pt x="163080" y="190500"/>
                </a:lnTo>
                <a:lnTo>
                  <a:pt x="167652" y="185928"/>
                </a:lnTo>
                <a:lnTo>
                  <a:pt x="173748" y="184404"/>
                </a:lnTo>
                <a:lnTo>
                  <a:pt x="185940" y="184404"/>
                </a:lnTo>
                <a:lnTo>
                  <a:pt x="190512" y="185928"/>
                </a:lnTo>
                <a:lnTo>
                  <a:pt x="199656" y="195072"/>
                </a:lnTo>
                <a:lnTo>
                  <a:pt x="201180" y="199644"/>
                </a:lnTo>
                <a:lnTo>
                  <a:pt x="201180" y="207264"/>
                </a:lnTo>
                <a:lnTo>
                  <a:pt x="178320" y="243268"/>
                </a:lnTo>
                <a:lnTo>
                  <a:pt x="161556" y="249936"/>
                </a:lnTo>
                <a:lnTo>
                  <a:pt x="161556" y="254508"/>
                </a:lnTo>
                <a:lnTo>
                  <a:pt x="208800" y="254508"/>
                </a:lnTo>
                <a:lnTo>
                  <a:pt x="210324" y="249936"/>
                </a:lnTo>
                <a:lnTo>
                  <a:pt x="205752" y="248412"/>
                </a:lnTo>
                <a:lnTo>
                  <a:pt x="204228" y="246888"/>
                </a:lnTo>
                <a:lnTo>
                  <a:pt x="204228" y="239268"/>
                </a:lnTo>
                <a:lnTo>
                  <a:pt x="205752" y="236220"/>
                </a:lnTo>
                <a:lnTo>
                  <a:pt x="207746" y="228485"/>
                </a:lnTo>
                <a:lnTo>
                  <a:pt x="209181" y="221170"/>
                </a:lnTo>
                <a:lnTo>
                  <a:pt x="210032" y="214147"/>
                </a:lnTo>
                <a:lnTo>
                  <a:pt x="210324" y="2072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828" name="Google Shape;8828;p116"/>
          <p:cNvPicPr preferRelativeResize="0"/>
          <p:nvPr/>
        </p:nvPicPr>
        <p:blipFill rotWithShape="1">
          <a:blip r:embed="rId80">
            <a:alphaModFix/>
          </a:blip>
          <a:srcRect b="0" l="0" r="0" t="0"/>
          <a:stretch/>
        </p:blipFill>
        <p:spPr>
          <a:xfrm>
            <a:off x="4477511" y="5625083"/>
            <a:ext cx="271271" cy="12466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829" name="Google Shape;8829;p116"/>
          <p:cNvPicPr preferRelativeResize="0"/>
          <p:nvPr/>
        </p:nvPicPr>
        <p:blipFill rotWithShape="1">
          <a:blip r:embed="rId81">
            <a:alphaModFix/>
          </a:blip>
          <a:srcRect b="0" l="0" r="0" t="0"/>
          <a:stretch/>
        </p:blipFill>
        <p:spPr>
          <a:xfrm>
            <a:off x="4977383" y="8938259"/>
            <a:ext cx="73151" cy="73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830" name="Google Shape;8830;p116"/>
          <p:cNvPicPr preferRelativeResize="0"/>
          <p:nvPr/>
        </p:nvPicPr>
        <p:blipFill rotWithShape="1">
          <a:blip r:embed="rId82">
            <a:alphaModFix/>
          </a:blip>
          <a:srcRect b="0" l="0" r="0" t="0"/>
          <a:stretch/>
        </p:blipFill>
        <p:spPr>
          <a:xfrm>
            <a:off x="4913375" y="8447531"/>
            <a:ext cx="198120" cy="242315"/>
          </a:xfrm>
          <a:prstGeom prst="rect">
            <a:avLst/>
          </a:prstGeom>
          <a:noFill/>
          <a:ln>
            <a:noFill/>
          </a:ln>
        </p:spPr>
      </p:pic>
      <p:pic>
        <p:nvPicPr>
          <p:cNvPr id="8831" name="Google Shape;8831;p116"/>
          <p:cNvPicPr preferRelativeResize="0"/>
          <p:nvPr/>
        </p:nvPicPr>
        <p:blipFill rotWithShape="1">
          <a:blip r:embed="rId83">
            <a:alphaModFix/>
          </a:blip>
          <a:srcRect b="0" l="0" r="0" t="0"/>
          <a:stretch/>
        </p:blipFill>
        <p:spPr>
          <a:xfrm>
            <a:off x="4904232" y="8010144"/>
            <a:ext cx="210312" cy="3520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832" name="Google Shape;8832;p116"/>
          <p:cNvPicPr preferRelativeResize="0"/>
          <p:nvPr/>
        </p:nvPicPr>
        <p:blipFill rotWithShape="1">
          <a:blip r:embed="rId84">
            <a:alphaModFix/>
          </a:blip>
          <a:srcRect b="0" l="0" r="0" t="0"/>
          <a:stretch/>
        </p:blipFill>
        <p:spPr>
          <a:xfrm>
            <a:off x="4904232" y="6908292"/>
            <a:ext cx="210312" cy="990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833" name="Google Shape;8833;p116"/>
          <p:cNvPicPr preferRelativeResize="0"/>
          <p:nvPr/>
        </p:nvPicPr>
        <p:blipFill rotWithShape="1">
          <a:blip r:embed="rId85">
            <a:alphaModFix/>
          </a:blip>
          <a:srcRect b="0" l="0" r="0" t="0"/>
          <a:stretch/>
        </p:blipFill>
        <p:spPr>
          <a:xfrm>
            <a:off x="4904232" y="6406895"/>
            <a:ext cx="210312" cy="4053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834" name="Google Shape;8834;p116"/>
          <p:cNvPicPr preferRelativeResize="0"/>
          <p:nvPr/>
        </p:nvPicPr>
        <p:blipFill rotWithShape="1">
          <a:blip r:embed="rId86">
            <a:alphaModFix/>
          </a:blip>
          <a:srcRect b="0" l="0" r="0" t="0"/>
          <a:stretch/>
        </p:blipFill>
        <p:spPr>
          <a:xfrm>
            <a:off x="4904232" y="5539739"/>
            <a:ext cx="271271" cy="758952"/>
          </a:xfrm>
          <a:prstGeom prst="rect">
            <a:avLst/>
          </a:prstGeom>
          <a:noFill/>
          <a:ln>
            <a:noFill/>
          </a:ln>
        </p:spPr>
      </p:pic>
      <p:sp>
        <p:nvSpPr>
          <p:cNvPr id="8835" name="Google Shape;8835;p116"/>
          <p:cNvSpPr/>
          <p:nvPr/>
        </p:nvSpPr>
        <p:spPr>
          <a:xfrm>
            <a:off x="4904232" y="4832604"/>
            <a:ext cx="271780" cy="605155"/>
          </a:xfrm>
          <a:custGeom>
            <a:rect b="b" l="l" r="r" t="t"/>
            <a:pathLst>
              <a:path extrusionOk="0" h="605154" w="271779">
                <a:moveTo>
                  <a:pt x="207264" y="198120"/>
                </a:moveTo>
                <a:lnTo>
                  <a:pt x="202692" y="198120"/>
                </a:lnTo>
                <a:lnTo>
                  <a:pt x="202692" y="208788"/>
                </a:lnTo>
                <a:lnTo>
                  <a:pt x="201168" y="211836"/>
                </a:lnTo>
                <a:lnTo>
                  <a:pt x="196596" y="216408"/>
                </a:lnTo>
                <a:lnTo>
                  <a:pt x="193548" y="216408"/>
                </a:lnTo>
                <a:lnTo>
                  <a:pt x="192024" y="217932"/>
                </a:lnTo>
                <a:lnTo>
                  <a:pt x="0" y="217932"/>
                </a:lnTo>
                <a:lnTo>
                  <a:pt x="0" y="225552"/>
                </a:lnTo>
                <a:lnTo>
                  <a:pt x="16764" y="263652"/>
                </a:lnTo>
                <a:lnTo>
                  <a:pt x="21336" y="262128"/>
                </a:lnTo>
                <a:lnTo>
                  <a:pt x="19812" y="257556"/>
                </a:lnTo>
                <a:lnTo>
                  <a:pt x="19812" y="248412"/>
                </a:lnTo>
                <a:lnTo>
                  <a:pt x="22860" y="245364"/>
                </a:lnTo>
                <a:lnTo>
                  <a:pt x="24384" y="245364"/>
                </a:lnTo>
                <a:lnTo>
                  <a:pt x="27432" y="243840"/>
                </a:lnTo>
                <a:lnTo>
                  <a:pt x="46075" y="242557"/>
                </a:lnTo>
                <a:lnTo>
                  <a:pt x="56388" y="242316"/>
                </a:lnTo>
                <a:lnTo>
                  <a:pt x="185928" y="242316"/>
                </a:lnTo>
                <a:lnTo>
                  <a:pt x="192024" y="243840"/>
                </a:lnTo>
                <a:lnTo>
                  <a:pt x="193548" y="245364"/>
                </a:lnTo>
                <a:lnTo>
                  <a:pt x="199644" y="248412"/>
                </a:lnTo>
                <a:lnTo>
                  <a:pt x="201168" y="249936"/>
                </a:lnTo>
                <a:lnTo>
                  <a:pt x="202692" y="252984"/>
                </a:lnTo>
                <a:lnTo>
                  <a:pt x="202692" y="262128"/>
                </a:lnTo>
                <a:lnTo>
                  <a:pt x="207264" y="262128"/>
                </a:lnTo>
                <a:lnTo>
                  <a:pt x="207264" y="198120"/>
                </a:lnTo>
                <a:close/>
              </a:path>
              <a:path extrusionOk="0" h="605154" w="271779">
                <a:moveTo>
                  <a:pt x="210299" y="600456"/>
                </a:moveTo>
                <a:lnTo>
                  <a:pt x="205727" y="598932"/>
                </a:lnTo>
                <a:lnTo>
                  <a:pt x="204203" y="597408"/>
                </a:lnTo>
                <a:lnTo>
                  <a:pt x="204203" y="589788"/>
                </a:lnTo>
                <a:lnTo>
                  <a:pt x="205727" y="586740"/>
                </a:lnTo>
                <a:lnTo>
                  <a:pt x="207733" y="579031"/>
                </a:lnTo>
                <a:lnTo>
                  <a:pt x="207822" y="578573"/>
                </a:lnTo>
                <a:lnTo>
                  <a:pt x="209118" y="572071"/>
                </a:lnTo>
                <a:lnTo>
                  <a:pt x="209207" y="571500"/>
                </a:lnTo>
                <a:lnTo>
                  <a:pt x="210019" y="565289"/>
                </a:lnTo>
                <a:lnTo>
                  <a:pt x="210083" y="563880"/>
                </a:lnTo>
                <a:lnTo>
                  <a:pt x="210248" y="560552"/>
                </a:lnTo>
                <a:lnTo>
                  <a:pt x="210197" y="557784"/>
                </a:lnTo>
                <a:lnTo>
                  <a:pt x="210096" y="556260"/>
                </a:lnTo>
                <a:lnTo>
                  <a:pt x="209715" y="550456"/>
                </a:lnTo>
                <a:lnTo>
                  <a:pt x="186867" y="517017"/>
                </a:lnTo>
                <a:lnTo>
                  <a:pt x="170675" y="513588"/>
                </a:lnTo>
                <a:lnTo>
                  <a:pt x="159588" y="515569"/>
                </a:lnTo>
                <a:lnTo>
                  <a:pt x="132575" y="544068"/>
                </a:lnTo>
                <a:lnTo>
                  <a:pt x="118859" y="574548"/>
                </a:lnTo>
                <a:lnTo>
                  <a:pt x="114287" y="580644"/>
                </a:lnTo>
                <a:lnTo>
                  <a:pt x="109715" y="582168"/>
                </a:lnTo>
                <a:lnTo>
                  <a:pt x="106667" y="585216"/>
                </a:lnTo>
                <a:lnTo>
                  <a:pt x="102095" y="586740"/>
                </a:lnTo>
                <a:lnTo>
                  <a:pt x="91427" y="586740"/>
                </a:lnTo>
                <a:lnTo>
                  <a:pt x="88379" y="585216"/>
                </a:lnTo>
                <a:lnTo>
                  <a:pt x="85331" y="580644"/>
                </a:lnTo>
                <a:lnTo>
                  <a:pt x="80759" y="576072"/>
                </a:lnTo>
                <a:lnTo>
                  <a:pt x="79235" y="571500"/>
                </a:lnTo>
                <a:lnTo>
                  <a:pt x="79235" y="556260"/>
                </a:lnTo>
                <a:lnTo>
                  <a:pt x="115811" y="528828"/>
                </a:lnTo>
                <a:lnTo>
                  <a:pt x="115811" y="524256"/>
                </a:lnTo>
                <a:lnTo>
                  <a:pt x="70091" y="524256"/>
                </a:lnTo>
                <a:lnTo>
                  <a:pt x="70091" y="528828"/>
                </a:lnTo>
                <a:lnTo>
                  <a:pt x="73139" y="530352"/>
                </a:lnTo>
                <a:lnTo>
                  <a:pt x="74663" y="530352"/>
                </a:lnTo>
                <a:lnTo>
                  <a:pt x="74663" y="531876"/>
                </a:lnTo>
                <a:lnTo>
                  <a:pt x="76187" y="533400"/>
                </a:lnTo>
                <a:lnTo>
                  <a:pt x="76187" y="541020"/>
                </a:lnTo>
                <a:lnTo>
                  <a:pt x="73139" y="545592"/>
                </a:lnTo>
                <a:lnTo>
                  <a:pt x="71615" y="553212"/>
                </a:lnTo>
                <a:lnTo>
                  <a:pt x="70091" y="559308"/>
                </a:lnTo>
                <a:lnTo>
                  <a:pt x="70192" y="565289"/>
                </a:lnTo>
                <a:lnTo>
                  <a:pt x="70688" y="572719"/>
                </a:lnTo>
                <a:lnTo>
                  <a:pt x="100482" y="604443"/>
                </a:lnTo>
                <a:lnTo>
                  <a:pt x="108191" y="605028"/>
                </a:lnTo>
                <a:lnTo>
                  <a:pt x="115811" y="605028"/>
                </a:lnTo>
                <a:lnTo>
                  <a:pt x="123431" y="603504"/>
                </a:lnTo>
                <a:lnTo>
                  <a:pt x="132613" y="594360"/>
                </a:lnTo>
                <a:lnTo>
                  <a:pt x="137147" y="587883"/>
                </a:lnTo>
                <a:lnTo>
                  <a:pt x="137782" y="586740"/>
                </a:lnTo>
                <a:lnTo>
                  <a:pt x="141719" y="579653"/>
                </a:lnTo>
                <a:lnTo>
                  <a:pt x="163055" y="542544"/>
                </a:lnTo>
                <a:lnTo>
                  <a:pt x="173723" y="534924"/>
                </a:lnTo>
                <a:lnTo>
                  <a:pt x="185915" y="534924"/>
                </a:lnTo>
                <a:lnTo>
                  <a:pt x="192011" y="536448"/>
                </a:lnTo>
                <a:lnTo>
                  <a:pt x="195059" y="541020"/>
                </a:lnTo>
                <a:lnTo>
                  <a:pt x="199631" y="545592"/>
                </a:lnTo>
                <a:lnTo>
                  <a:pt x="201155" y="551688"/>
                </a:lnTo>
                <a:lnTo>
                  <a:pt x="201041" y="559308"/>
                </a:lnTo>
                <a:lnTo>
                  <a:pt x="200952" y="560552"/>
                </a:lnTo>
                <a:lnTo>
                  <a:pt x="179057" y="594550"/>
                </a:lnTo>
                <a:lnTo>
                  <a:pt x="161531" y="600456"/>
                </a:lnTo>
                <a:lnTo>
                  <a:pt x="161531" y="605028"/>
                </a:lnTo>
                <a:lnTo>
                  <a:pt x="208775" y="605028"/>
                </a:lnTo>
                <a:lnTo>
                  <a:pt x="210299" y="600456"/>
                </a:lnTo>
                <a:close/>
              </a:path>
              <a:path extrusionOk="0" h="605154" w="271779">
                <a:moveTo>
                  <a:pt x="210299" y="449580"/>
                </a:moveTo>
                <a:lnTo>
                  <a:pt x="181343" y="422148"/>
                </a:lnTo>
                <a:lnTo>
                  <a:pt x="181343" y="428244"/>
                </a:lnTo>
                <a:lnTo>
                  <a:pt x="184391" y="429768"/>
                </a:lnTo>
                <a:lnTo>
                  <a:pt x="187439" y="432816"/>
                </a:lnTo>
                <a:lnTo>
                  <a:pt x="192011" y="441960"/>
                </a:lnTo>
                <a:lnTo>
                  <a:pt x="192011" y="448056"/>
                </a:lnTo>
                <a:lnTo>
                  <a:pt x="190487" y="451104"/>
                </a:lnTo>
                <a:lnTo>
                  <a:pt x="187439" y="454152"/>
                </a:lnTo>
                <a:lnTo>
                  <a:pt x="184391" y="455676"/>
                </a:lnTo>
                <a:lnTo>
                  <a:pt x="178295" y="457200"/>
                </a:lnTo>
                <a:lnTo>
                  <a:pt x="82283" y="457200"/>
                </a:lnTo>
                <a:lnTo>
                  <a:pt x="82283" y="426720"/>
                </a:lnTo>
                <a:lnTo>
                  <a:pt x="73139" y="426720"/>
                </a:lnTo>
                <a:lnTo>
                  <a:pt x="73139" y="457200"/>
                </a:lnTo>
                <a:lnTo>
                  <a:pt x="28943" y="457200"/>
                </a:lnTo>
                <a:lnTo>
                  <a:pt x="28943" y="460248"/>
                </a:lnTo>
                <a:lnTo>
                  <a:pt x="39611" y="464820"/>
                </a:lnTo>
                <a:lnTo>
                  <a:pt x="45707" y="467868"/>
                </a:lnTo>
                <a:lnTo>
                  <a:pt x="48755" y="470916"/>
                </a:lnTo>
                <a:lnTo>
                  <a:pt x="56375" y="475488"/>
                </a:lnTo>
                <a:lnTo>
                  <a:pt x="62471" y="481584"/>
                </a:lnTo>
                <a:lnTo>
                  <a:pt x="67043" y="487680"/>
                </a:lnTo>
                <a:lnTo>
                  <a:pt x="73139" y="492252"/>
                </a:lnTo>
                <a:lnTo>
                  <a:pt x="76187" y="498348"/>
                </a:lnTo>
                <a:lnTo>
                  <a:pt x="77711" y="504444"/>
                </a:lnTo>
                <a:lnTo>
                  <a:pt x="82283" y="504444"/>
                </a:lnTo>
                <a:lnTo>
                  <a:pt x="82283" y="481584"/>
                </a:lnTo>
                <a:lnTo>
                  <a:pt x="184391" y="481584"/>
                </a:lnTo>
                <a:lnTo>
                  <a:pt x="190487" y="480060"/>
                </a:lnTo>
                <a:lnTo>
                  <a:pt x="195059" y="478536"/>
                </a:lnTo>
                <a:lnTo>
                  <a:pt x="201155" y="477012"/>
                </a:lnTo>
                <a:lnTo>
                  <a:pt x="204203" y="473964"/>
                </a:lnTo>
                <a:lnTo>
                  <a:pt x="207251" y="469392"/>
                </a:lnTo>
                <a:lnTo>
                  <a:pt x="210299" y="460248"/>
                </a:lnTo>
                <a:lnTo>
                  <a:pt x="210299" y="449580"/>
                </a:lnTo>
                <a:close/>
              </a:path>
              <a:path extrusionOk="0" h="605154" w="271779">
                <a:moveTo>
                  <a:pt x="210312" y="124968"/>
                </a:moveTo>
                <a:lnTo>
                  <a:pt x="210185" y="123444"/>
                </a:lnTo>
                <a:lnTo>
                  <a:pt x="209423" y="114109"/>
                </a:lnTo>
                <a:lnTo>
                  <a:pt x="206692" y="104394"/>
                </a:lnTo>
                <a:lnTo>
                  <a:pt x="177927" y="75819"/>
                </a:lnTo>
                <a:lnTo>
                  <a:pt x="158496" y="70104"/>
                </a:lnTo>
                <a:lnTo>
                  <a:pt x="155448" y="73152"/>
                </a:lnTo>
                <a:lnTo>
                  <a:pt x="163753" y="76631"/>
                </a:lnTo>
                <a:lnTo>
                  <a:pt x="170497" y="80391"/>
                </a:lnTo>
                <a:lnTo>
                  <a:pt x="175806" y="84734"/>
                </a:lnTo>
                <a:lnTo>
                  <a:pt x="179832" y="89916"/>
                </a:lnTo>
                <a:lnTo>
                  <a:pt x="184404" y="96012"/>
                </a:lnTo>
                <a:lnTo>
                  <a:pt x="185928" y="103632"/>
                </a:lnTo>
                <a:lnTo>
                  <a:pt x="185928" y="112776"/>
                </a:lnTo>
                <a:lnTo>
                  <a:pt x="160299" y="153187"/>
                </a:lnTo>
                <a:lnTo>
                  <a:pt x="123444" y="161544"/>
                </a:lnTo>
                <a:lnTo>
                  <a:pt x="123444" y="100584"/>
                </a:lnTo>
                <a:lnTo>
                  <a:pt x="123444" y="70104"/>
                </a:lnTo>
                <a:lnTo>
                  <a:pt x="114300" y="70777"/>
                </a:lnTo>
                <a:lnTo>
                  <a:pt x="114300" y="100584"/>
                </a:lnTo>
                <a:lnTo>
                  <a:pt x="114300" y="161544"/>
                </a:lnTo>
                <a:lnTo>
                  <a:pt x="79248" y="137160"/>
                </a:lnTo>
                <a:lnTo>
                  <a:pt x="79248" y="123444"/>
                </a:lnTo>
                <a:lnTo>
                  <a:pt x="106680" y="100584"/>
                </a:lnTo>
                <a:lnTo>
                  <a:pt x="114300" y="100584"/>
                </a:lnTo>
                <a:lnTo>
                  <a:pt x="114300" y="70777"/>
                </a:lnTo>
                <a:lnTo>
                  <a:pt x="78460" y="92138"/>
                </a:lnTo>
                <a:lnTo>
                  <a:pt x="70104" y="121881"/>
                </a:lnTo>
                <a:lnTo>
                  <a:pt x="71247" y="134162"/>
                </a:lnTo>
                <a:lnTo>
                  <a:pt x="99288" y="172593"/>
                </a:lnTo>
                <a:lnTo>
                  <a:pt x="141732" y="182880"/>
                </a:lnTo>
                <a:lnTo>
                  <a:pt x="157187" y="181737"/>
                </a:lnTo>
                <a:lnTo>
                  <a:pt x="156972" y="181737"/>
                </a:lnTo>
                <a:lnTo>
                  <a:pt x="170307" y="178498"/>
                </a:lnTo>
                <a:lnTo>
                  <a:pt x="182016" y="173240"/>
                </a:lnTo>
                <a:lnTo>
                  <a:pt x="192024" y="166116"/>
                </a:lnTo>
                <a:lnTo>
                  <a:pt x="195897" y="161544"/>
                </a:lnTo>
                <a:lnTo>
                  <a:pt x="200025" y="156692"/>
                </a:lnTo>
                <a:lnTo>
                  <a:pt x="205740" y="146685"/>
                </a:lnTo>
                <a:lnTo>
                  <a:pt x="205854" y="146304"/>
                </a:lnTo>
                <a:lnTo>
                  <a:pt x="209169" y="136118"/>
                </a:lnTo>
                <a:lnTo>
                  <a:pt x="210312" y="124968"/>
                </a:lnTo>
                <a:close/>
              </a:path>
              <a:path extrusionOk="0" h="605154" w="271779">
                <a:moveTo>
                  <a:pt x="254508" y="44196"/>
                </a:moveTo>
                <a:lnTo>
                  <a:pt x="250507" y="33528"/>
                </a:lnTo>
                <a:lnTo>
                  <a:pt x="245745" y="24574"/>
                </a:lnTo>
                <a:lnTo>
                  <a:pt x="240360" y="16979"/>
                </a:lnTo>
                <a:lnTo>
                  <a:pt x="237426" y="13716"/>
                </a:lnTo>
                <a:lnTo>
                  <a:pt x="234696" y="10668"/>
                </a:lnTo>
                <a:lnTo>
                  <a:pt x="227838" y="6438"/>
                </a:lnTo>
                <a:lnTo>
                  <a:pt x="220980" y="3048"/>
                </a:lnTo>
                <a:lnTo>
                  <a:pt x="214122" y="812"/>
                </a:lnTo>
                <a:lnTo>
                  <a:pt x="207264" y="0"/>
                </a:lnTo>
                <a:lnTo>
                  <a:pt x="198120" y="0"/>
                </a:lnTo>
                <a:lnTo>
                  <a:pt x="190500" y="3048"/>
                </a:lnTo>
                <a:lnTo>
                  <a:pt x="184404" y="7620"/>
                </a:lnTo>
                <a:lnTo>
                  <a:pt x="179832" y="13716"/>
                </a:lnTo>
                <a:lnTo>
                  <a:pt x="176784" y="19812"/>
                </a:lnTo>
                <a:lnTo>
                  <a:pt x="176784" y="30480"/>
                </a:lnTo>
                <a:lnTo>
                  <a:pt x="178308" y="35052"/>
                </a:lnTo>
                <a:lnTo>
                  <a:pt x="181356" y="39624"/>
                </a:lnTo>
                <a:lnTo>
                  <a:pt x="185928" y="42672"/>
                </a:lnTo>
                <a:lnTo>
                  <a:pt x="188976" y="44196"/>
                </a:lnTo>
                <a:lnTo>
                  <a:pt x="199644" y="44196"/>
                </a:lnTo>
                <a:lnTo>
                  <a:pt x="208788" y="24384"/>
                </a:lnTo>
                <a:lnTo>
                  <a:pt x="205740" y="18288"/>
                </a:lnTo>
                <a:lnTo>
                  <a:pt x="205740" y="16764"/>
                </a:lnTo>
                <a:lnTo>
                  <a:pt x="207264" y="16764"/>
                </a:lnTo>
                <a:lnTo>
                  <a:pt x="207264" y="15240"/>
                </a:lnTo>
                <a:lnTo>
                  <a:pt x="208788" y="15240"/>
                </a:lnTo>
                <a:lnTo>
                  <a:pt x="210312" y="13716"/>
                </a:lnTo>
                <a:lnTo>
                  <a:pt x="219456" y="13716"/>
                </a:lnTo>
                <a:lnTo>
                  <a:pt x="227076" y="16764"/>
                </a:lnTo>
                <a:lnTo>
                  <a:pt x="233172" y="22860"/>
                </a:lnTo>
                <a:lnTo>
                  <a:pt x="238328" y="26847"/>
                </a:lnTo>
                <a:lnTo>
                  <a:pt x="242506" y="31813"/>
                </a:lnTo>
                <a:lnTo>
                  <a:pt x="245808" y="37655"/>
                </a:lnTo>
                <a:lnTo>
                  <a:pt x="248412" y="44196"/>
                </a:lnTo>
                <a:lnTo>
                  <a:pt x="254508" y="44196"/>
                </a:lnTo>
                <a:close/>
              </a:path>
              <a:path extrusionOk="0" h="605154" w="271779">
                <a:moveTo>
                  <a:pt x="271259" y="393192"/>
                </a:moveTo>
                <a:lnTo>
                  <a:pt x="248208" y="356997"/>
                </a:lnTo>
                <a:lnTo>
                  <a:pt x="120929" y="304800"/>
                </a:lnTo>
                <a:lnTo>
                  <a:pt x="97523" y="295656"/>
                </a:lnTo>
                <a:lnTo>
                  <a:pt x="88379" y="291084"/>
                </a:lnTo>
                <a:lnTo>
                  <a:pt x="86855" y="289560"/>
                </a:lnTo>
                <a:lnTo>
                  <a:pt x="80759" y="286512"/>
                </a:lnTo>
                <a:lnTo>
                  <a:pt x="80759" y="283464"/>
                </a:lnTo>
                <a:lnTo>
                  <a:pt x="79235" y="281940"/>
                </a:lnTo>
                <a:lnTo>
                  <a:pt x="77711" y="278892"/>
                </a:lnTo>
                <a:lnTo>
                  <a:pt x="77711" y="275844"/>
                </a:lnTo>
                <a:lnTo>
                  <a:pt x="73139" y="275844"/>
                </a:lnTo>
                <a:lnTo>
                  <a:pt x="73139" y="318516"/>
                </a:lnTo>
                <a:lnTo>
                  <a:pt x="77711" y="318516"/>
                </a:lnTo>
                <a:lnTo>
                  <a:pt x="77711" y="310896"/>
                </a:lnTo>
                <a:lnTo>
                  <a:pt x="79235" y="309372"/>
                </a:lnTo>
                <a:lnTo>
                  <a:pt x="79235" y="307848"/>
                </a:lnTo>
                <a:lnTo>
                  <a:pt x="82283" y="304800"/>
                </a:lnTo>
                <a:lnTo>
                  <a:pt x="89903" y="304800"/>
                </a:lnTo>
                <a:lnTo>
                  <a:pt x="92951" y="306324"/>
                </a:lnTo>
                <a:lnTo>
                  <a:pt x="97523" y="307848"/>
                </a:lnTo>
                <a:lnTo>
                  <a:pt x="170675" y="336804"/>
                </a:lnTo>
                <a:lnTo>
                  <a:pt x="103619" y="368808"/>
                </a:lnTo>
                <a:lnTo>
                  <a:pt x="97523" y="371856"/>
                </a:lnTo>
                <a:lnTo>
                  <a:pt x="91427" y="373380"/>
                </a:lnTo>
                <a:lnTo>
                  <a:pt x="85331" y="373380"/>
                </a:lnTo>
                <a:lnTo>
                  <a:pt x="82283" y="371856"/>
                </a:lnTo>
                <a:lnTo>
                  <a:pt x="80759" y="370332"/>
                </a:lnTo>
                <a:lnTo>
                  <a:pt x="77711" y="364236"/>
                </a:lnTo>
                <a:lnTo>
                  <a:pt x="77711" y="356616"/>
                </a:lnTo>
                <a:lnTo>
                  <a:pt x="73139" y="356616"/>
                </a:lnTo>
                <a:lnTo>
                  <a:pt x="73139" y="420624"/>
                </a:lnTo>
                <a:lnTo>
                  <a:pt x="77711" y="420624"/>
                </a:lnTo>
                <a:lnTo>
                  <a:pt x="80759" y="411480"/>
                </a:lnTo>
                <a:lnTo>
                  <a:pt x="83807" y="408432"/>
                </a:lnTo>
                <a:lnTo>
                  <a:pt x="85331" y="405384"/>
                </a:lnTo>
                <a:lnTo>
                  <a:pt x="89903" y="403860"/>
                </a:lnTo>
                <a:lnTo>
                  <a:pt x="94475" y="400812"/>
                </a:lnTo>
                <a:lnTo>
                  <a:pt x="97523" y="397764"/>
                </a:lnTo>
                <a:lnTo>
                  <a:pt x="100571" y="396240"/>
                </a:lnTo>
                <a:lnTo>
                  <a:pt x="149250" y="373380"/>
                </a:lnTo>
                <a:lnTo>
                  <a:pt x="201155" y="348996"/>
                </a:lnTo>
                <a:lnTo>
                  <a:pt x="236207" y="364236"/>
                </a:lnTo>
                <a:lnTo>
                  <a:pt x="243827" y="373380"/>
                </a:lnTo>
                <a:lnTo>
                  <a:pt x="243827" y="381000"/>
                </a:lnTo>
                <a:lnTo>
                  <a:pt x="242303" y="384048"/>
                </a:lnTo>
                <a:lnTo>
                  <a:pt x="240779" y="390144"/>
                </a:lnTo>
                <a:lnTo>
                  <a:pt x="239255" y="394716"/>
                </a:lnTo>
                <a:lnTo>
                  <a:pt x="239255" y="402336"/>
                </a:lnTo>
                <a:lnTo>
                  <a:pt x="240779" y="405384"/>
                </a:lnTo>
                <a:lnTo>
                  <a:pt x="243827" y="408432"/>
                </a:lnTo>
                <a:lnTo>
                  <a:pt x="245351" y="411480"/>
                </a:lnTo>
                <a:lnTo>
                  <a:pt x="249923" y="413004"/>
                </a:lnTo>
                <a:lnTo>
                  <a:pt x="259067" y="413004"/>
                </a:lnTo>
                <a:lnTo>
                  <a:pt x="262115" y="409956"/>
                </a:lnTo>
                <a:lnTo>
                  <a:pt x="266687" y="406908"/>
                </a:lnTo>
                <a:lnTo>
                  <a:pt x="269735" y="403860"/>
                </a:lnTo>
                <a:lnTo>
                  <a:pt x="271259" y="399288"/>
                </a:lnTo>
                <a:lnTo>
                  <a:pt x="271259" y="3931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836" name="Google Shape;8836;p116"/>
          <p:cNvPicPr preferRelativeResize="0"/>
          <p:nvPr/>
        </p:nvPicPr>
        <p:blipFill rotWithShape="1">
          <a:blip r:embed="rId87">
            <a:alphaModFix/>
          </a:blip>
          <a:srcRect b="0" l="0" r="0" t="0"/>
          <a:stretch/>
        </p:blipFill>
        <p:spPr>
          <a:xfrm>
            <a:off x="4904232" y="4259579"/>
            <a:ext cx="210312" cy="4632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37" name="Google Shape;8837;p116"/>
          <p:cNvGrpSpPr/>
          <p:nvPr/>
        </p:nvGrpSpPr>
        <p:grpSpPr>
          <a:xfrm>
            <a:off x="4904232" y="3668267"/>
            <a:ext cx="210312" cy="525779"/>
            <a:chOff x="4904232" y="3668267"/>
            <a:chExt cx="210312" cy="525779"/>
          </a:xfrm>
        </p:grpSpPr>
        <p:pic>
          <p:nvPicPr>
            <p:cNvPr id="8838" name="Google Shape;8838;p116"/>
            <p:cNvPicPr preferRelativeResize="0"/>
            <p:nvPr/>
          </p:nvPicPr>
          <p:blipFill rotWithShape="1">
            <a:blip r:embed="rId88">
              <a:alphaModFix/>
            </a:blip>
            <a:srcRect b="0" l="0" r="0" t="0"/>
            <a:stretch/>
          </p:blipFill>
          <p:spPr>
            <a:xfrm>
              <a:off x="4904232" y="3782567"/>
              <a:ext cx="210312" cy="4114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39" name="Google Shape;8839;p116"/>
            <p:cNvPicPr preferRelativeResize="0"/>
            <p:nvPr/>
          </p:nvPicPr>
          <p:blipFill rotWithShape="1">
            <a:blip r:embed="rId89">
              <a:alphaModFix/>
            </a:blip>
            <a:srcRect b="0" l="0" r="0" t="0"/>
            <a:stretch/>
          </p:blipFill>
          <p:spPr>
            <a:xfrm>
              <a:off x="4974335" y="3668267"/>
              <a:ext cx="140208" cy="9144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40" name="Google Shape;8840;p116"/>
          <p:cNvPicPr preferRelativeResize="0"/>
          <p:nvPr/>
        </p:nvPicPr>
        <p:blipFill rotWithShape="1">
          <a:blip r:embed="rId90">
            <a:alphaModFix/>
          </a:blip>
          <a:srcRect b="0" l="0" r="0" t="0"/>
          <a:stretch/>
        </p:blipFill>
        <p:spPr>
          <a:xfrm>
            <a:off x="4974335" y="3221735"/>
            <a:ext cx="140208" cy="341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8841" name="Google Shape;8841;p116"/>
          <p:cNvPicPr preferRelativeResize="0"/>
          <p:nvPr/>
        </p:nvPicPr>
        <p:blipFill rotWithShape="1">
          <a:blip r:embed="rId91">
            <a:alphaModFix/>
          </a:blip>
          <a:srcRect b="0" l="0" r="0" t="0"/>
          <a:stretch/>
        </p:blipFill>
        <p:spPr>
          <a:xfrm>
            <a:off x="4974335" y="2755392"/>
            <a:ext cx="201167" cy="371856"/>
          </a:xfrm>
          <a:prstGeom prst="rect">
            <a:avLst/>
          </a:prstGeom>
          <a:noFill/>
          <a:ln>
            <a:noFill/>
          </a:ln>
        </p:spPr>
      </p:pic>
      <p:pic>
        <p:nvPicPr>
          <p:cNvPr id="8842" name="Google Shape;8842;p116"/>
          <p:cNvPicPr preferRelativeResize="0"/>
          <p:nvPr/>
        </p:nvPicPr>
        <p:blipFill rotWithShape="1">
          <a:blip r:embed="rId92">
            <a:alphaModFix/>
          </a:blip>
          <a:srcRect b="0" l="0" r="0" t="0"/>
          <a:stretch/>
        </p:blipFill>
        <p:spPr>
          <a:xfrm>
            <a:off x="4904232" y="1606296"/>
            <a:ext cx="271224" cy="1042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8843" name="Google Shape;8843;p116"/>
          <p:cNvPicPr preferRelativeResize="0"/>
          <p:nvPr/>
        </p:nvPicPr>
        <p:blipFill rotWithShape="1">
          <a:blip r:embed="rId93">
            <a:alphaModFix/>
          </a:blip>
          <a:srcRect b="0" l="0" r="0" t="0"/>
          <a:stretch/>
        </p:blipFill>
        <p:spPr>
          <a:xfrm>
            <a:off x="4904232" y="1092708"/>
            <a:ext cx="210312" cy="4175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44" name="Google Shape;8844;p116"/>
          <p:cNvGrpSpPr/>
          <p:nvPr/>
        </p:nvGrpSpPr>
        <p:grpSpPr>
          <a:xfrm>
            <a:off x="5259323" y="7968995"/>
            <a:ext cx="210567" cy="711836"/>
            <a:chOff x="5259323" y="7968995"/>
            <a:chExt cx="210567" cy="711836"/>
          </a:xfrm>
        </p:grpSpPr>
        <p:sp>
          <p:nvSpPr>
            <p:cNvPr id="8845" name="Google Shape;8845;p116"/>
            <p:cNvSpPr/>
            <p:nvPr/>
          </p:nvSpPr>
          <p:spPr>
            <a:xfrm>
              <a:off x="5288280" y="8129016"/>
              <a:ext cx="181610" cy="551815"/>
            </a:xfrm>
            <a:custGeom>
              <a:rect b="b" l="l" r="r" t="t"/>
              <a:pathLst>
                <a:path extrusionOk="0" h="551815" w="181610">
                  <a:moveTo>
                    <a:pt x="178308" y="149352"/>
                  </a:moveTo>
                  <a:lnTo>
                    <a:pt x="173736" y="149352"/>
                  </a:lnTo>
                  <a:lnTo>
                    <a:pt x="173736" y="160020"/>
                  </a:lnTo>
                  <a:lnTo>
                    <a:pt x="172212" y="163068"/>
                  </a:lnTo>
                  <a:lnTo>
                    <a:pt x="169164" y="166116"/>
                  </a:lnTo>
                  <a:lnTo>
                    <a:pt x="167640" y="169164"/>
                  </a:lnTo>
                  <a:lnTo>
                    <a:pt x="161544" y="172212"/>
                  </a:lnTo>
                  <a:lnTo>
                    <a:pt x="155448" y="173736"/>
                  </a:lnTo>
                  <a:lnTo>
                    <a:pt x="85344" y="173736"/>
                  </a:lnTo>
                  <a:lnTo>
                    <a:pt x="76200" y="169164"/>
                  </a:lnTo>
                  <a:lnTo>
                    <a:pt x="70104" y="164592"/>
                  </a:lnTo>
                  <a:lnTo>
                    <a:pt x="65532" y="160020"/>
                  </a:lnTo>
                  <a:lnTo>
                    <a:pt x="64008" y="156972"/>
                  </a:lnTo>
                  <a:lnTo>
                    <a:pt x="62484" y="155448"/>
                  </a:lnTo>
                  <a:lnTo>
                    <a:pt x="62484" y="152400"/>
                  </a:lnTo>
                  <a:lnTo>
                    <a:pt x="65532" y="147828"/>
                  </a:lnTo>
                  <a:lnTo>
                    <a:pt x="68580" y="144780"/>
                  </a:lnTo>
                  <a:lnTo>
                    <a:pt x="71628" y="140208"/>
                  </a:lnTo>
                  <a:lnTo>
                    <a:pt x="73152" y="135636"/>
                  </a:lnTo>
                  <a:lnTo>
                    <a:pt x="73152" y="128016"/>
                  </a:lnTo>
                  <a:lnTo>
                    <a:pt x="70104" y="124968"/>
                  </a:lnTo>
                  <a:lnTo>
                    <a:pt x="64008" y="121920"/>
                  </a:lnTo>
                  <a:lnTo>
                    <a:pt x="54864" y="121920"/>
                  </a:lnTo>
                  <a:lnTo>
                    <a:pt x="50292" y="123444"/>
                  </a:lnTo>
                  <a:lnTo>
                    <a:pt x="44196" y="129540"/>
                  </a:lnTo>
                  <a:lnTo>
                    <a:pt x="41148" y="134112"/>
                  </a:lnTo>
                  <a:lnTo>
                    <a:pt x="41148" y="140208"/>
                  </a:lnTo>
                  <a:lnTo>
                    <a:pt x="43383" y="148450"/>
                  </a:lnTo>
                  <a:lnTo>
                    <a:pt x="49911" y="156972"/>
                  </a:lnTo>
                  <a:lnTo>
                    <a:pt x="60426" y="165506"/>
                  </a:lnTo>
                  <a:lnTo>
                    <a:pt x="74676" y="173736"/>
                  </a:lnTo>
                  <a:lnTo>
                    <a:pt x="41148" y="173736"/>
                  </a:lnTo>
                  <a:lnTo>
                    <a:pt x="41148" y="179832"/>
                  </a:lnTo>
                  <a:lnTo>
                    <a:pt x="57912" y="220980"/>
                  </a:lnTo>
                  <a:lnTo>
                    <a:pt x="62484" y="219456"/>
                  </a:lnTo>
                  <a:lnTo>
                    <a:pt x="62484" y="214884"/>
                  </a:lnTo>
                  <a:lnTo>
                    <a:pt x="60960" y="211836"/>
                  </a:lnTo>
                  <a:lnTo>
                    <a:pt x="60960" y="204216"/>
                  </a:lnTo>
                  <a:lnTo>
                    <a:pt x="64008" y="201168"/>
                  </a:lnTo>
                  <a:lnTo>
                    <a:pt x="70104" y="198120"/>
                  </a:lnTo>
                  <a:lnTo>
                    <a:pt x="163068" y="198120"/>
                  </a:lnTo>
                  <a:lnTo>
                    <a:pt x="167640" y="199644"/>
                  </a:lnTo>
                  <a:lnTo>
                    <a:pt x="173736" y="205740"/>
                  </a:lnTo>
                  <a:lnTo>
                    <a:pt x="173736" y="217932"/>
                  </a:lnTo>
                  <a:lnTo>
                    <a:pt x="178308" y="217932"/>
                  </a:lnTo>
                  <a:lnTo>
                    <a:pt x="178308" y="149352"/>
                  </a:lnTo>
                  <a:close/>
                </a:path>
                <a:path extrusionOk="0" h="551815" w="181610">
                  <a:moveTo>
                    <a:pt x="181343" y="295656"/>
                  </a:moveTo>
                  <a:lnTo>
                    <a:pt x="172199" y="262128"/>
                  </a:lnTo>
                  <a:lnTo>
                    <a:pt x="172199" y="280416"/>
                  </a:lnTo>
                  <a:lnTo>
                    <a:pt x="172199" y="289560"/>
                  </a:lnTo>
                  <a:lnTo>
                    <a:pt x="140677" y="324929"/>
                  </a:lnTo>
                  <a:lnTo>
                    <a:pt x="128739" y="328142"/>
                  </a:lnTo>
                  <a:lnTo>
                    <a:pt x="129044" y="328142"/>
                  </a:lnTo>
                  <a:lnTo>
                    <a:pt x="115531" y="330123"/>
                  </a:lnTo>
                  <a:lnTo>
                    <a:pt x="102095" y="330708"/>
                  </a:lnTo>
                  <a:lnTo>
                    <a:pt x="93268" y="330428"/>
                  </a:lnTo>
                  <a:lnTo>
                    <a:pt x="54851" y="313944"/>
                  </a:lnTo>
                  <a:lnTo>
                    <a:pt x="54775" y="313778"/>
                  </a:lnTo>
                  <a:lnTo>
                    <a:pt x="51803" y="307848"/>
                  </a:lnTo>
                  <a:lnTo>
                    <a:pt x="50279" y="303276"/>
                  </a:lnTo>
                  <a:lnTo>
                    <a:pt x="50330" y="298399"/>
                  </a:lnTo>
                  <a:lnTo>
                    <a:pt x="51384" y="291020"/>
                  </a:lnTo>
                  <a:lnTo>
                    <a:pt x="89522" y="261175"/>
                  </a:lnTo>
                  <a:lnTo>
                    <a:pt x="120383" y="257556"/>
                  </a:lnTo>
                  <a:lnTo>
                    <a:pt x="134099" y="258127"/>
                  </a:lnTo>
                  <a:lnTo>
                    <a:pt x="172199" y="280416"/>
                  </a:lnTo>
                  <a:lnTo>
                    <a:pt x="172199" y="262128"/>
                  </a:lnTo>
                  <a:lnTo>
                    <a:pt x="135864" y="235267"/>
                  </a:lnTo>
                  <a:lnTo>
                    <a:pt x="109715" y="230124"/>
                  </a:lnTo>
                  <a:lnTo>
                    <a:pt x="97434" y="231013"/>
                  </a:lnTo>
                  <a:lnTo>
                    <a:pt x="54000" y="255346"/>
                  </a:lnTo>
                  <a:lnTo>
                    <a:pt x="42519" y="280416"/>
                  </a:lnTo>
                  <a:lnTo>
                    <a:pt x="41135" y="294132"/>
                  </a:lnTo>
                  <a:lnTo>
                    <a:pt x="41249" y="295656"/>
                  </a:lnTo>
                  <a:lnTo>
                    <a:pt x="41706" y="302120"/>
                  </a:lnTo>
                  <a:lnTo>
                    <a:pt x="43421" y="309905"/>
                  </a:lnTo>
                  <a:lnTo>
                    <a:pt x="69138" y="344119"/>
                  </a:lnTo>
                  <a:lnTo>
                    <a:pt x="112763" y="358140"/>
                  </a:lnTo>
                  <a:lnTo>
                    <a:pt x="125056" y="357263"/>
                  </a:lnTo>
                  <a:lnTo>
                    <a:pt x="168490" y="333806"/>
                  </a:lnTo>
                  <a:lnTo>
                    <a:pt x="179920" y="309905"/>
                  </a:lnTo>
                  <a:lnTo>
                    <a:pt x="181343" y="295656"/>
                  </a:lnTo>
                  <a:close/>
                </a:path>
                <a:path extrusionOk="0" h="551815" w="181610">
                  <a:moveTo>
                    <a:pt x="181343" y="53340"/>
                  </a:moveTo>
                  <a:lnTo>
                    <a:pt x="166103" y="16764"/>
                  </a:lnTo>
                  <a:lnTo>
                    <a:pt x="129527" y="0"/>
                  </a:lnTo>
                  <a:lnTo>
                    <a:pt x="126479" y="3048"/>
                  </a:lnTo>
                  <a:lnTo>
                    <a:pt x="134797" y="5867"/>
                  </a:lnTo>
                  <a:lnTo>
                    <a:pt x="141528" y="9525"/>
                  </a:lnTo>
                  <a:lnTo>
                    <a:pt x="146786" y="13716"/>
                  </a:lnTo>
                  <a:lnTo>
                    <a:pt x="150863" y="18288"/>
                  </a:lnTo>
                  <a:lnTo>
                    <a:pt x="155435" y="25908"/>
                  </a:lnTo>
                  <a:lnTo>
                    <a:pt x="156959" y="33528"/>
                  </a:lnTo>
                  <a:lnTo>
                    <a:pt x="156959" y="41148"/>
                  </a:lnTo>
                  <a:lnTo>
                    <a:pt x="141719" y="76200"/>
                  </a:lnTo>
                  <a:lnTo>
                    <a:pt x="94475" y="91440"/>
                  </a:lnTo>
                  <a:lnTo>
                    <a:pt x="94475" y="30480"/>
                  </a:lnTo>
                  <a:lnTo>
                    <a:pt x="94475" y="0"/>
                  </a:lnTo>
                  <a:lnTo>
                    <a:pt x="85331" y="723"/>
                  </a:lnTo>
                  <a:lnTo>
                    <a:pt x="85331" y="30480"/>
                  </a:lnTo>
                  <a:lnTo>
                    <a:pt x="85331" y="91440"/>
                  </a:lnTo>
                  <a:lnTo>
                    <a:pt x="77889" y="89750"/>
                  </a:lnTo>
                  <a:lnTo>
                    <a:pt x="71424" y="87058"/>
                  </a:lnTo>
                  <a:lnTo>
                    <a:pt x="65836" y="83515"/>
                  </a:lnTo>
                  <a:lnTo>
                    <a:pt x="60947" y="79248"/>
                  </a:lnTo>
                  <a:lnTo>
                    <a:pt x="53327" y="73152"/>
                  </a:lnTo>
                  <a:lnTo>
                    <a:pt x="50279" y="67056"/>
                  </a:lnTo>
                  <a:lnTo>
                    <a:pt x="50279" y="53340"/>
                  </a:lnTo>
                  <a:lnTo>
                    <a:pt x="51803" y="48768"/>
                  </a:lnTo>
                  <a:lnTo>
                    <a:pt x="54851" y="44196"/>
                  </a:lnTo>
                  <a:lnTo>
                    <a:pt x="57899" y="38100"/>
                  </a:lnTo>
                  <a:lnTo>
                    <a:pt x="62471" y="35052"/>
                  </a:lnTo>
                  <a:lnTo>
                    <a:pt x="68567" y="33528"/>
                  </a:lnTo>
                  <a:lnTo>
                    <a:pt x="71615" y="32004"/>
                  </a:lnTo>
                  <a:lnTo>
                    <a:pt x="77711" y="30480"/>
                  </a:lnTo>
                  <a:lnTo>
                    <a:pt x="85331" y="30480"/>
                  </a:lnTo>
                  <a:lnTo>
                    <a:pt x="85331" y="723"/>
                  </a:lnTo>
                  <a:lnTo>
                    <a:pt x="50139" y="21145"/>
                  </a:lnTo>
                  <a:lnTo>
                    <a:pt x="41135" y="50292"/>
                  </a:lnTo>
                  <a:lnTo>
                    <a:pt x="41236" y="51130"/>
                  </a:lnTo>
                  <a:lnTo>
                    <a:pt x="42519" y="63207"/>
                  </a:lnTo>
                  <a:lnTo>
                    <a:pt x="71221" y="102489"/>
                  </a:lnTo>
                  <a:lnTo>
                    <a:pt x="114287" y="112776"/>
                  </a:lnTo>
                  <a:lnTo>
                    <a:pt x="128562" y="111633"/>
                  </a:lnTo>
                  <a:lnTo>
                    <a:pt x="141528" y="108204"/>
                  </a:lnTo>
                  <a:lnTo>
                    <a:pt x="153085" y="102489"/>
                  </a:lnTo>
                  <a:lnTo>
                    <a:pt x="163055" y="94488"/>
                  </a:lnTo>
                  <a:lnTo>
                    <a:pt x="165900" y="91440"/>
                  </a:lnTo>
                  <a:lnTo>
                    <a:pt x="171056" y="85915"/>
                  </a:lnTo>
                  <a:lnTo>
                    <a:pt x="176771" y="76200"/>
                  </a:lnTo>
                  <a:lnTo>
                    <a:pt x="180200" y="65341"/>
                  </a:lnTo>
                  <a:lnTo>
                    <a:pt x="181343" y="53340"/>
                  </a:lnTo>
                  <a:close/>
                </a:path>
                <a:path extrusionOk="0" h="551815" w="181610">
                  <a:moveTo>
                    <a:pt x="181356" y="505968"/>
                  </a:moveTo>
                  <a:lnTo>
                    <a:pt x="164655" y="468617"/>
                  </a:lnTo>
                  <a:lnTo>
                    <a:pt x="141732" y="460248"/>
                  </a:lnTo>
                  <a:lnTo>
                    <a:pt x="130848" y="462229"/>
                  </a:lnTo>
                  <a:lnTo>
                    <a:pt x="120967" y="468058"/>
                  </a:lnTo>
                  <a:lnTo>
                    <a:pt x="111937" y="477608"/>
                  </a:lnTo>
                  <a:lnTo>
                    <a:pt x="103632" y="490728"/>
                  </a:lnTo>
                  <a:lnTo>
                    <a:pt x="94488" y="512064"/>
                  </a:lnTo>
                  <a:lnTo>
                    <a:pt x="89916" y="521208"/>
                  </a:lnTo>
                  <a:lnTo>
                    <a:pt x="85344" y="527304"/>
                  </a:lnTo>
                  <a:lnTo>
                    <a:pt x="82296" y="530352"/>
                  </a:lnTo>
                  <a:lnTo>
                    <a:pt x="73152" y="533400"/>
                  </a:lnTo>
                  <a:lnTo>
                    <a:pt x="64008" y="533400"/>
                  </a:lnTo>
                  <a:lnTo>
                    <a:pt x="59436" y="531876"/>
                  </a:lnTo>
                  <a:lnTo>
                    <a:pt x="56388" y="527304"/>
                  </a:lnTo>
                  <a:lnTo>
                    <a:pt x="53340" y="524256"/>
                  </a:lnTo>
                  <a:lnTo>
                    <a:pt x="50292" y="518160"/>
                  </a:lnTo>
                  <a:lnTo>
                    <a:pt x="50292" y="502920"/>
                  </a:lnTo>
                  <a:lnTo>
                    <a:pt x="86868" y="475488"/>
                  </a:lnTo>
                  <a:lnTo>
                    <a:pt x="86868" y="470916"/>
                  </a:lnTo>
                  <a:lnTo>
                    <a:pt x="41148" y="470916"/>
                  </a:lnTo>
                  <a:lnTo>
                    <a:pt x="41148" y="475488"/>
                  </a:lnTo>
                  <a:lnTo>
                    <a:pt x="44196" y="477012"/>
                  </a:lnTo>
                  <a:lnTo>
                    <a:pt x="45720" y="478536"/>
                  </a:lnTo>
                  <a:lnTo>
                    <a:pt x="47244" y="478536"/>
                  </a:lnTo>
                  <a:lnTo>
                    <a:pt x="47244" y="487680"/>
                  </a:lnTo>
                  <a:lnTo>
                    <a:pt x="45720" y="492252"/>
                  </a:lnTo>
                  <a:lnTo>
                    <a:pt x="42672" y="499872"/>
                  </a:lnTo>
                  <a:lnTo>
                    <a:pt x="41148" y="505968"/>
                  </a:lnTo>
                  <a:lnTo>
                    <a:pt x="41148" y="512064"/>
                  </a:lnTo>
                  <a:lnTo>
                    <a:pt x="41973" y="520661"/>
                  </a:lnTo>
                  <a:lnTo>
                    <a:pt x="71551" y="551103"/>
                  </a:lnTo>
                  <a:lnTo>
                    <a:pt x="79248" y="551688"/>
                  </a:lnTo>
                  <a:lnTo>
                    <a:pt x="88392" y="551688"/>
                  </a:lnTo>
                  <a:lnTo>
                    <a:pt x="118872" y="516636"/>
                  </a:lnTo>
                  <a:lnTo>
                    <a:pt x="123418" y="507212"/>
                  </a:lnTo>
                  <a:lnTo>
                    <a:pt x="127825" y="499491"/>
                  </a:lnTo>
                  <a:lnTo>
                    <a:pt x="131940" y="493496"/>
                  </a:lnTo>
                  <a:lnTo>
                    <a:pt x="135636" y="489204"/>
                  </a:lnTo>
                  <a:lnTo>
                    <a:pt x="140208" y="484632"/>
                  </a:lnTo>
                  <a:lnTo>
                    <a:pt x="146304" y="481584"/>
                  </a:lnTo>
                  <a:lnTo>
                    <a:pt x="158496" y="481584"/>
                  </a:lnTo>
                  <a:lnTo>
                    <a:pt x="163068" y="484632"/>
                  </a:lnTo>
                  <a:lnTo>
                    <a:pt x="170688" y="492252"/>
                  </a:lnTo>
                  <a:lnTo>
                    <a:pt x="172212" y="498348"/>
                  </a:lnTo>
                  <a:lnTo>
                    <a:pt x="172212" y="505968"/>
                  </a:lnTo>
                  <a:lnTo>
                    <a:pt x="150685" y="541782"/>
                  </a:lnTo>
                  <a:lnTo>
                    <a:pt x="132588" y="547116"/>
                  </a:lnTo>
                  <a:lnTo>
                    <a:pt x="132588" y="551688"/>
                  </a:lnTo>
                  <a:lnTo>
                    <a:pt x="179832" y="551688"/>
                  </a:lnTo>
                  <a:lnTo>
                    <a:pt x="181356" y="547116"/>
                  </a:lnTo>
                  <a:lnTo>
                    <a:pt x="178308" y="547116"/>
                  </a:lnTo>
                  <a:lnTo>
                    <a:pt x="175260" y="544068"/>
                  </a:lnTo>
                  <a:lnTo>
                    <a:pt x="175260" y="541020"/>
                  </a:lnTo>
                  <a:lnTo>
                    <a:pt x="176784" y="537972"/>
                  </a:lnTo>
                  <a:lnTo>
                    <a:pt x="176784" y="534924"/>
                  </a:lnTo>
                  <a:lnTo>
                    <a:pt x="178777" y="526973"/>
                  </a:lnTo>
                  <a:lnTo>
                    <a:pt x="180213" y="519303"/>
                  </a:lnTo>
                  <a:lnTo>
                    <a:pt x="181063" y="512216"/>
                  </a:lnTo>
                  <a:lnTo>
                    <a:pt x="181356" y="505968"/>
                  </a:lnTo>
                  <a:close/>
                </a:path>
                <a:path extrusionOk="0" h="551815" w="181610">
                  <a:moveTo>
                    <a:pt x="181356" y="396240"/>
                  </a:moveTo>
                  <a:lnTo>
                    <a:pt x="152400" y="368808"/>
                  </a:lnTo>
                  <a:lnTo>
                    <a:pt x="152400" y="374904"/>
                  </a:lnTo>
                  <a:lnTo>
                    <a:pt x="156972" y="377952"/>
                  </a:lnTo>
                  <a:lnTo>
                    <a:pt x="160020" y="379476"/>
                  </a:lnTo>
                  <a:lnTo>
                    <a:pt x="163068" y="385572"/>
                  </a:lnTo>
                  <a:lnTo>
                    <a:pt x="163068" y="394716"/>
                  </a:lnTo>
                  <a:lnTo>
                    <a:pt x="161544" y="399288"/>
                  </a:lnTo>
                  <a:lnTo>
                    <a:pt x="158496" y="400812"/>
                  </a:lnTo>
                  <a:lnTo>
                    <a:pt x="155448" y="403860"/>
                  </a:lnTo>
                  <a:lnTo>
                    <a:pt x="53340" y="403860"/>
                  </a:lnTo>
                  <a:lnTo>
                    <a:pt x="53340" y="373380"/>
                  </a:lnTo>
                  <a:lnTo>
                    <a:pt x="44196" y="373380"/>
                  </a:lnTo>
                  <a:lnTo>
                    <a:pt x="44196" y="403860"/>
                  </a:lnTo>
                  <a:lnTo>
                    <a:pt x="0" y="403860"/>
                  </a:lnTo>
                  <a:lnTo>
                    <a:pt x="0" y="406908"/>
                  </a:lnTo>
                  <a:lnTo>
                    <a:pt x="10668" y="411480"/>
                  </a:lnTo>
                  <a:lnTo>
                    <a:pt x="16764" y="416052"/>
                  </a:lnTo>
                  <a:lnTo>
                    <a:pt x="21336" y="417576"/>
                  </a:lnTo>
                  <a:lnTo>
                    <a:pt x="27432" y="422148"/>
                  </a:lnTo>
                  <a:lnTo>
                    <a:pt x="39624" y="434340"/>
                  </a:lnTo>
                  <a:lnTo>
                    <a:pt x="44196" y="440436"/>
                  </a:lnTo>
                  <a:lnTo>
                    <a:pt x="47244" y="446532"/>
                  </a:lnTo>
                  <a:lnTo>
                    <a:pt x="50292" y="451104"/>
                  </a:lnTo>
                  <a:lnTo>
                    <a:pt x="53340" y="451104"/>
                  </a:lnTo>
                  <a:lnTo>
                    <a:pt x="53340" y="428244"/>
                  </a:lnTo>
                  <a:lnTo>
                    <a:pt x="163068" y="428244"/>
                  </a:lnTo>
                  <a:lnTo>
                    <a:pt x="167640" y="425196"/>
                  </a:lnTo>
                  <a:lnTo>
                    <a:pt x="172212" y="423672"/>
                  </a:lnTo>
                  <a:lnTo>
                    <a:pt x="175260" y="420624"/>
                  </a:lnTo>
                  <a:lnTo>
                    <a:pt x="181356" y="411480"/>
                  </a:lnTo>
                  <a:lnTo>
                    <a:pt x="181356" y="3962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846" name="Google Shape;8846;p116"/>
            <p:cNvPicPr preferRelativeResize="0"/>
            <p:nvPr/>
          </p:nvPicPr>
          <p:blipFill rotWithShape="1">
            <a:blip r:embed="rId94">
              <a:alphaModFix/>
            </a:blip>
            <a:srcRect b="0" l="0" r="0" t="0"/>
            <a:stretch/>
          </p:blipFill>
          <p:spPr>
            <a:xfrm>
              <a:off x="5259323" y="7968995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47" name="Google Shape;8847;p116"/>
          <p:cNvPicPr preferRelativeResize="0"/>
          <p:nvPr/>
        </p:nvPicPr>
        <p:blipFill rotWithShape="1">
          <a:blip r:embed="rId95">
            <a:alphaModFix/>
          </a:blip>
          <a:srcRect b="0" l="0" r="0" t="0"/>
          <a:stretch/>
        </p:blipFill>
        <p:spPr>
          <a:xfrm>
            <a:off x="5259323" y="7513319"/>
            <a:ext cx="207264" cy="224027"/>
          </a:xfrm>
          <a:prstGeom prst="rect">
            <a:avLst/>
          </a:prstGeom>
          <a:noFill/>
          <a:ln>
            <a:noFill/>
          </a:ln>
        </p:spPr>
      </p:pic>
      <p:pic>
        <p:nvPicPr>
          <p:cNvPr id="8848" name="Google Shape;8848;p116"/>
          <p:cNvPicPr preferRelativeResize="0"/>
          <p:nvPr/>
        </p:nvPicPr>
        <p:blipFill rotWithShape="1">
          <a:blip r:embed="rId96">
            <a:alphaModFix/>
          </a:blip>
          <a:srcRect b="0" l="0" r="0" t="0"/>
          <a:stretch/>
        </p:blipFill>
        <p:spPr>
          <a:xfrm>
            <a:off x="5329428" y="7156704"/>
            <a:ext cx="140208" cy="120396"/>
          </a:xfrm>
          <a:prstGeom prst="rect">
            <a:avLst/>
          </a:prstGeom>
          <a:noFill/>
          <a:ln>
            <a:noFill/>
          </a:ln>
        </p:spPr>
      </p:pic>
      <p:sp>
        <p:nvSpPr>
          <p:cNvPr id="8849" name="Google Shape;8849;p116"/>
          <p:cNvSpPr/>
          <p:nvPr/>
        </p:nvSpPr>
        <p:spPr>
          <a:xfrm>
            <a:off x="5259311" y="6140196"/>
            <a:ext cx="271780" cy="777240"/>
          </a:xfrm>
          <a:custGeom>
            <a:rect b="b" l="l" r="r" t="t"/>
            <a:pathLst>
              <a:path extrusionOk="0" h="777240" w="271779">
                <a:moveTo>
                  <a:pt x="32004" y="659892"/>
                </a:moveTo>
                <a:lnTo>
                  <a:pt x="30480" y="655320"/>
                </a:lnTo>
                <a:lnTo>
                  <a:pt x="24384" y="649224"/>
                </a:lnTo>
                <a:lnTo>
                  <a:pt x="21336" y="647700"/>
                </a:lnTo>
                <a:lnTo>
                  <a:pt x="12192" y="647700"/>
                </a:lnTo>
                <a:lnTo>
                  <a:pt x="9144" y="649224"/>
                </a:lnTo>
                <a:lnTo>
                  <a:pt x="6096" y="652272"/>
                </a:lnTo>
                <a:lnTo>
                  <a:pt x="1524" y="655320"/>
                </a:lnTo>
                <a:lnTo>
                  <a:pt x="0" y="659892"/>
                </a:lnTo>
                <a:lnTo>
                  <a:pt x="0" y="669036"/>
                </a:lnTo>
                <a:lnTo>
                  <a:pt x="1524" y="672084"/>
                </a:lnTo>
                <a:lnTo>
                  <a:pt x="6096" y="675132"/>
                </a:lnTo>
                <a:lnTo>
                  <a:pt x="9144" y="678180"/>
                </a:lnTo>
                <a:lnTo>
                  <a:pt x="12192" y="679704"/>
                </a:lnTo>
                <a:lnTo>
                  <a:pt x="21336" y="679704"/>
                </a:lnTo>
                <a:lnTo>
                  <a:pt x="24384" y="678180"/>
                </a:lnTo>
                <a:lnTo>
                  <a:pt x="30480" y="672084"/>
                </a:lnTo>
                <a:lnTo>
                  <a:pt x="32004" y="669036"/>
                </a:lnTo>
                <a:lnTo>
                  <a:pt x="32004" y="659892"/>
                </a:lnTo>
                <a:close/>
              </a:path>
              <a:path extrusionOk="0" h="777240" w="271779">
                <a:moveTo>
                  <a:pt x="207264" y="711708"/>
                </a:moveTo>
                <a:lnTo>
                  <a:pt x="202692" y="711708"/>
                </a:lnTo>
                <a:lnTo>
                  <a:pt x="202692" y="722376"/>
                </a:lnTo>
                <a:lnTo>
                  <a:pt x="201168" y="723900"/>
                </a:lnTo>
                <a:lnTo>
                  <a:pt x="199644" y="726948"/>
                </a:lnTo>
                <a:lnTo>
                  <a:pt x="198120" y="728472"/>
                </a:lnTo>
                <a:lnTo>
                  <a:pt x="192024" y="731520"/>
                </a:lnTo>
                <a:lnTo>
                  <a:pt x="0" y="731520"/>
                </a:lnTo>
                <a:lnTo>
                  <a:pt x="0" y="737616"/>
                </a:lnTo>
                <a:lnTo>
                  <a:pt x="16764" y="777240"/>
                </a:lnTo>
                <a:lnTo>
                  <a:pt x="21336" y="774192"/>
                </a:lnTo>
                <a:lnTo>
                  <a:pt x="19812" y="771144"/>
                </a:lnTo>
                <a:lnTo>
                  <a:pt x="19812" y="762000"/>
                </a:lnTo>
                <a:lnTo>
                  <a:pt x="22860" y="758952"/>
                </a:lnTo>
                <a:lnTo>
                  <a:pt x="25908" y="757428"/>
                </a:lnTo>
                <a:lnTo>
                  <a:pt x="28956" y="757428"/>
                </a:lnTo>
                <a:lnTo>
                  <a:pt x="32385" y="756551"/>
                </a:lnTo>
                <a:lnTo>
                  <a:pt x="38100" y="756094"/>
                </a:lnTo>
                <a:lnTo>
                  <a:pt x="56388" y="755904"/>
                </a:lnTo>
                <a:lnTo>
                  <a:pt x="192024" y="755904"/>
                </a:lnTo>
                <a:lnTo>
                  <a:pt x="198120" y="758952"/>
                </a:lnTo>
                <a:lnTo>
                  <a:pt x="199644" y="760476"/>
                </a:lnTo>
                <a:lnTo>
                  <a:pt x="201168" y="763524"/>
                </a:lnTo>
                <a:lnTo>
                  <a:pt x="202692" y="765048"/>
                </a:lnTo>
                <a:lnTo>
                  <a:pt x="202692" y="775716"/>
                </a:lnTo>
                <a:lnTo>
                  <a:pt x="207264" y="775716"/>
                </a:lnTo>
                <a:lnTo>
                  <a:pt x="207264" y="711708"/>
                </a:lnTo>
                <a:close/>
              </a:path>
              <a:path extrusionOk="0" h="777240" w="271779">
                <a:moveTo>
                  <a:pt x="207264" y="630936"/>
                </a:moveTo>
                <a:lnTo>
                  <a:pt x="202692" y="630936"/>
                </a:lnTo>
                <a:lnTo>
                  <a:pt x="202692" y="641604"/>
                </a:lnTo>
                <a:lnTo>
                  <a:pt x="201168" y="644652"/>
                </a:lnTo>
                <a:lnTo>
                  <a:pt x="198120" y="647700"/>
                </a:lnTo>
                <a:lnTo>
                  <a:pt x="192024" y="650748"/>
                </a:lnTo>
                <a:lnTo>
                  <a:pt x="70104" y="650748"/>
                </a:lnTo>
                <a:lnTo>
                  <a:pt x="70104" y="658368"/>
                </a:lnTo>
                <a:lnTo>
                  <a:pt x="86868" y="697992"/>
                </a:lnTo>
                <a:lnTo>
                  <a:pt x="91440" y="696468"/>
                </a:lnTo>
                <a:lnTo>
                  <a:pt x="91440" y="691896"/>
                </a:lnTo>
                <a:lnTo>
                  <a:pt x="89916" y="688848"/>
                </a:lnTo>
                <a:lnTo>
                  <a:pt x="89916" y="681228"/>
                </a:lnTo>
                <a:lnTo>
                  <a:pt x="92964" y="678180"/>
                </a:lnTo>
                <a:lnTo>
                  <a:pt x="94488" y="678180"/>
                </a:lnTo>
                <a:lnTo>
                  <a:pt x="99060" y="676656"/>
                </a:lnTo>
                <a:lnTo>
                  <a:pt x="102704" y="676427"/>
                </a:lnTo>
                <a:lnTo>
                  <a:pt x="108775" y="675894"/>
                </a:lnTo>
                <a:lnTo>
                  <a:pt x="116852" y="675373"/>
                </a:lnTo>
                <a:lnTo>
                  <a:pt x="126492" y="675132"/>
                </a:lnTo>
                <a:lnTo>
                  <a:pt x="185928" y="675132"/>
                </a:lnTo>
                <a:lnTo>
                  <a:pt x="192024" y="676656"/>
                </a:lnTo>
                <a:lnTo>
                  <a:pt x="195072" y="678180"/>
                </a:lnTo>
                <a:lnTo>
                  <a:pt x="198120" y="678180"/>
                </a:lnTo>
                <a:lnTo>
                  <a:pt x="199644" y="681228"/>
                </a:lnTo>
                <a:lnTo>
                  <a:pt x="202692" y="684276"/>
                </a:lnTo>
                <a:lnTo>
                  <a:pt x="202692" y="694944"/>
                </a:lnTo>
                <a:lnTo>
                  <a:pt x="207264" y="694944"/>
                </a:lnTo>
                <a:lnTo>
                  <a:pt x="207264" y="675132"/>
                </a:lnTo>
                <a:lnTo>
                  <a:pt x="207264" y="630936"/>
                </a:lnTo>
                <a:close/>
              </a:path>
              <a:path extrusionOk="0" h="777240" w="271779">
                <a:moveTo>
                  <a:pt x="207276" y="403860"/>
                </a:moveTo>
                <a:lnTo>
                  <a:pt x="202704" y="403860"/>
                </a:lnTo>
                <a:lnTo>
                  <a:pt x="202704" y="414528"/>
                </a:lnTo>
                <a:lnTo>
                  <a:pt x="201180" y="417576"/>
                </a:lnTo>
                <a:lnTo>
                  <a:pt x="198132" y="420624"/>
                </a:lnTo>
                <a:lnTo>
                  <a:pt x="196608" y="423672"/>
                </a:lnTo>
                <a:lnTo>
                  <a:pt x="190512" y="426720"/>
                </a:lnTo>
                <a:lnTo>
                  <a:pt x="184416" y="428244"/>
                </a:lnTo>
                <a:lnTo>
                  <a:pt x="114312" y="428244"/>
                </a:lnTo>
                <a:lnTo>
                  <a:pt x="105168" y="423672"/>
                </a:lnTo>
                <a:lnTo>
                  <a:pt x="99072" y="419100"/>
                </a:lnTo>
                <a:lnTo>
                  <a:pt x="94500" y="414528"/>
                </a:lnTo>
                <a:lnTo>
                  <a:pt x="92976" y="411480"/>
                </a:lnTo>
                <a:lnTo>
                  <a:pt x="91452" y="409956"/>
                </a:lnTo>
                <a:lnTo>
                  <a:pt x="91452" y="405384"/>
                </a:lnTo>
                <a:lnTo>
                  <a:pt x="97548" y="399288"/>
                </a:lnTo>
                <a:lnTo>
                  <a:pt x="100596" y="394716"/>
                </a:lnTo>
                <a:lnTo>
                  <a:pt x="102120" y="390144"/>
                </a:lnTo>
                <a:lnTo>
                  <a:pt x="102120" y="381000"/>
                </a:lnTo>
                <a:lnTo>
                  <a:pt x="99072" y="379476"/>
                </a:lnTo>
                <a:lnTo>
                  <a:pt x="96024" y="376428"/>
                </a:lnTo>
                <a:lnTo>
                  <a:pt x="83832" y="376428"/>
                </a:lnTo>
                <a:lnTo>
                  <a:pt x="79260" y="377952"/>
                </a:lnTo>
                <a:lnTo>
                  <a:pt x="73164" y="384048"/>
                </a:lnTo>
                <a:lnTo>
                  <a:pt x="70116" y="388620"/>
                </a:lnTo>
                <a:lnTo>
                  <a:pt x="70116" y="394716"/>
                </a:lnTo>
                <a:lnTo>
                  <a:pt x="72351" y="402742"/>
                </a:lnTo>
                <a:lnTo>
                  <a:pt x="78879" y="410908"/>
                </a:lnTo>
                <a:lnTo>
                  <a:pt x="89395" y="419366"/>
                </a:lnTo>
                <a:lnTo>
                  <a:pt x="103644" y="428244"/>
                </a:lnTo>
                <a:lnTo>
                  <a:pt x="70116" y="428244"/>
                </a:lnTo>
                <a:lnTo>
                  <a:pt x="70116" y="434340"/>
                </a:lnTo>
                <a:lnTo>
                  <a:pt x="86880" y="475488"/>
                </a:lnTo>
                <a:lnTo>
                  <a:pt x="91452" y="473964"/>
                </a:lnTo>
                <a:lnTo>
                  <a:pt x="91452" y="469392"/>
                </a:lnTo>
                <a:lnTo>
                  <a:pt x="89928" y="466344"/>
                </a:lnTo>
                <a:lnTo>
                  <a:pt x="89928" y="458724"/>
                </a:lnTo>
                <a:lnTo>
                  <a:pt x="91452" y="457200"/>
                </a:lnTo>
                <a:lnTo>
                  <a:pt x="92976" y="454152"/>
                </a:lnTo>
                <a:lnTo>
                  <a:pt x="96024" y="454152"/>
                </a:lnTo>
                <a:lnTo>
                  <a:pt x="99072" y="452628"/>
                </a:lnTo>
                <a:lnTo>
                  <a:pt x="192036" y="452628"/>
                </a:lnTo>
                <a:lnTo>
                  <a:pt x="196608" y="454152"/>
                </a:lnTo>
                <a:lnTo>
                  <a:pt x="202704" y="460248"/>
                </a:lnTo>
                <a:lnTo>
                  <a:pt x="202704" y="472440"/>
                </a:lnTo>
                <a:lnTo>
                  <a:pt x="207276" y="472440"/>
                </a:lnTo>
                <a:lnTo>
                  <a:pt x="207276" y="403860"/>
                </a:lnTo>
                <a:close/>
              </a:path>
              <a:path extrusionOk="0" h="777240" w="271779">
                <a:moveTo>
                  <a:pt x="207276" y="172212"/>
                </a:moveTo>
                <a:lnTo>
                  <a:pt x="202704" y="172212"/>
                </a:lnTo>
                <a:lnTo>
                  <a:pt x="202704" y="182880"/>
                </a:lnTo>
                <a:lnTo>
                  <a:pt x="201180" y="185928"/>
                </a:lnTo>
                <a:lnTo>
                  <a:pt x="198132" y="190500"/>
                </a:lnTo>
                <a:lnTo>
                  <a:pt x="196608" y="192024"/>
                </a:lnTo>
                <a:lnTo>
                  <a:pt x="190512" y="195072"/>
                </a:lnTo>
                <a:lnTo>
                  <a:pt x="184416" y="196596"/>
                </a:lnTo>
                <a:lnTo>
                  <a:pt x="114312" y="196596"/>
                </a:lnTo>
                <a:lnTo>
                  <a:pt x="105168" y="192024"/>
                </a:lnTo>
                <a:lnTo>
                  <a:pt x="99072" y="187452"/>
                </a:lnTo>
                <a:lnTo>
                  <a:pt x="92976" y="181356"/>
                </a:lnTo>
                <a:lnTo>
                  <a:pt x="91452" y="178308"/>
                </a:lnTo>
                <a:lnTo>
                  <a:pt x="91452" y="175260"/>
                </a:lnTo>
                <a:lnTo>
                  <a:pt x="94500" y="172212"/>
                </a:lnTo>
                <a:lnTo>
                  <a:pt x="100596" y="163068"/>
                </a:lnTo>
                <a:lnTo>
                  <a:pt x="102120" y="160020"/>
                </a:lnTo>
                <a:lnTo>
                  <a:pt x="102120" y="150876"/>
                </a:lnTo>
                <a:lnTo>
                  <a:pt x="99072" y="147828"/>
                </a:lnTo>
                <a:lnTo>
                  <a:pt x="92976" y="144780"/>
                </a:lnTo>
                <a:lnTo>
                  <a:pt x="83832" y="144780"/>
                </a:lnTo>
                <a:lnTo>
                  <a:pt x="79260" y="146304"/>
                </a:lnTo>
                <a:lnTo>
                  <a:pt x="76212" y="149352"/>
                </a:lnTo>
                <a:lnTo>
                  <a:pt x="73164" y="153924"/>
                </a:lnTo>
                <a:lnTo>
                  <a:pt x="70116" y="156972"/>
                </a:lnTo>
                <a:lnTo>
                  <a:pt x="70116" y="163068"/>
                </a:lnTo>
                <a:lnTo>
                  <a:pt x="72351" y="171310"/>
                </a:lnTo>
                <a:lnTo>
                  <a:pt x="78879" y="179832"/>
                </a:lnTo>
                <a:lnTo>
                  <a:pt x="89395" y="188366"/>
                </a:lnTo>
                <a:lnTo>
                  <a:pt x="103644" y="196596"/>
                </a:lnTo>
                <a:lnTo>
                  <a:pt x="70116" y="196596"/>
                </a:lnTo>
                <a:lnTo>
                  <a:pt x="70116" y="202692"/>
                </a:lnTo>
                <a:lnTo>
                  <a:pt x="86880" y="243840"/>
                </a:lnTo>
                <a:lnTo>
                  <a:pt x="91452" y="242316"/>
                </a:lnTo>
                <a:lnTo>
                  <a:pt x="91452" y="237744"/>
                </a:lnTo>
                <a:lnTo>
                  <a:pt x="89928" y="234696"/>
                </a:lnTo>
                <a:lnTo>
                  <a:pt x="89928" y="227076"/>
                </a:lnTo>
                <a:lnTo>
                  <a:pt x="92976" y="224028"/>
                </a:lnTo>
                <a:lnTo>
                  <a:pt x="96024" y="222504"/>
                </a:lnTo>
                <a:lnTo>
                  <a:pt x="99072" y="222504"/>
                </a:lnTo>
                <a:lnTo>
                  <a:pt x="102501" y="221627"/>
                </a:lnTo>
                <a:lnTo>
                  <a:pt x="108216" y="221170"/>
                </a:lnTo>
                <a:lnTo>
                  <a:pt x="126504" y="220980"/>
                </a:lnTo>
                <a:lnTo>
                  <a:pt x="192036" y="220980"/>
                </a:lnTo>
                <a:lnTo>
                  <a:pt x="196608" y="222504"/>
                </a:lnTo>
                <a:lnTo>
                  <a:pt x="198132" y="224028"/>
                </a:lnTo>
                <a:lnTo>
                  <a:pt x="199656" y="227076"/>
                </a:lnTo>
                <a:lnTo>
                  <a:pt x="202704" y="230124"/>
                </a:lnTo>
                <a:lnTo>
                  <a:pt x="202704" y="240792"/>
                </a:lnTo>
                <a:lnTo>
                  <a:pt x="207276" y="240792"/>
                </a:lnTo>
                <a:lnTo>
                  <a:pt x="207276" y="172212"/>
                </a:lnTo>
                <a:close/>
              </a:path>
              <a:path extrusionOk="0" h="777240" w="271779">
                <a:moveTo>
                  <a:pt x="210312" y="553212"/>
                </a:moveTo>
                <a:lnTo>
                  <a:pt x="209169" y="540931"/>
                </a:lnTo>
                <a:lnTo>
                  <a:pt x="205740" y="529209"/>
                </a:lnTo>
                <a:lnTo>
                  <a:pt x="201168" y="520306"/>
                </a:lnTo>
                <a:lnTo>
                  <a:pt x="201168" y="544068"/>
                </a:lnTo>
                <a:lnTo>
                  <a:pt x="201168" y="554736"/>
                </a:lnTo>
                <a:lnTo>
                  <a:pt x="198120" y="560832"/>
                </a:lnTo>
                <a:lnTo>
                  <a:pt x="195072" y="565404"/>
                </a:lnTo>
                <a:lnTo>
                  <a:pt x="192024" y="571500"/>
                </a:lnTo>
                <a:lnTo>
                  <a:pt x="187452" y="576072"/>
                </a:lnTo>
                <a:lnTo>
                  <a:pt x="108204" y="576072"/>
                </a:lnTo>
                <a:lnTo>
                  <a:pt x="97536" y="565404"/>
                </a:lnTo>
                <a:lnTo>
                  <a:pt x="96012" y="560832"/>
                </a:lnTo>
                <a:lnTo>
                  <a:pt x="92964" y="556260"/>
                </a:lnTo>
                <a:lnTo>
                  <a:pt x="91440" y="551688"/>
                </a:lnTo>
                <a:lnTo>
                  <a:pt x="91440" y="545592"/>
                </a:lnTo>
                <a:lnTo>
                  <a:pt x="122110" y="511492"/>
                </a:lnTo>
                <a:lnTo>
                  <a:pt x="144780" y="509016"/>
                </a:lnTo>
                <a:lnTo>
                  <a:pt x="157886" y="509612"/>
                </a:lnTo>
                <a:lnTo>
                  <a:pt x="193459" y="525640"/>
                </a:lnTo>
                <a:lnTo>
                  <a:pt x="200406" y="538759"/>
                </a:lnTo>
                <a:lnTo>
                  <a:pt x="201168" y="544068"/>
                </a:lnTo>
                <a:lnTo>
                  <a:pt x="201168" y="520306"/>
                </a:lnTo>
                <a:lnTo>
                  <a:pt x="200025" y="518071"/>
                </a:lnTo>
                <a:lnTo>
                  <a:pt x="167830" y="490347"/>
                </a:lnTo>
                <a:lnTo>
                  <a:pt x="135636" y="484632"/>
                </a:lnTo>
                <a:lnTo>
                  <a:pt x="121399" y="485521"/>
                </a:lnTo>
                <a:lnTo>
                  <a:pt x="80391" y="507288"/>
                </a:lnTo>
                <a:lnTo>
                  <a:pt x="71170" y="525640"/>
                </a:lnTo>
                <a:lnTo>
                  <a:pt x="70104" y="534924"/>
                </a:lnTo>
                <a:lnTo>
                  <a:pt x="71843" y="546074"/>
                </a:lnTo>
                <a:lnTo>
                  <a:pt x="77152" y="556641"/>
                </a:lnTo>
                <a:lnTo>
                  <a:pt x="86182" y="566648"/>
                </a:lnTo>
                <a:lnTo>
                  <a:pt x="99060" y="576072"/>
                </a:lnTo>
                <a:lnTo>
                  <a:pt x="0" y="576072"/>
                </a:lnTo>
                <a:lnTo>
                  <a:pt x="0" y="582168"/>
                </a:lnTo>
                <a:lnTo>
                  <a:pt x="16764" y="623316"/>
                </a:lnTo>
                <a:lnTo>
                  <a:pt x="21336" y="621792"/>
                </a:lnTo>
                <a:lnTo>
                  <a:pt x="19812" y="617220"/>
                </a:lnTo>
                <a:lnTo>
                  <a:pt x="19812" y="606552"/>
                </a:lnTo>
                <a:lnTo>
                  <a:pt x="22860" y="603504"/>
                </a:lnTo>
                <a:lnTo>
                  <a:pt x="25908" y="601980"/>
                </a:lnTo>
                <a:lnTo>
                  <a:pt x="28956" y="601980"/>
                </a:lnTo>
                <a:lnTo>
                  <a:pt x="32385" y="601103"/>
                </a:lnTo>
                <a:lnTo>
                  <a:pt x="38100" y="600646"/>
                </a:lnTo>
                <a:lnTo>
                  <a:pt x="47244" y="600456"/>
                </a:lnTo>
                <a:lnTo>
                  <a:pt x="195072" y="600456"/>
                </a:lnTo>
                <a:lnTo>
                  <a:pt x="199123" y="593864"/>
                </a:lnTo>
                <a:lnTo>
                  <a:pt x="202311" y="587692"/>
                </a:lnTo>
                <a:lnTo>
                  <a:pt x="204939" y="581812"/>
                </a:lnTo>
                <a:lnTo>
                  <a:pt x="207264" y="576072"/>
                </a:lnTo>
                <a:lnTo>
                  <a:pt x="210312" y="568452"/>
                </a:lnTo>
                <a:lnTo>
                  <a:pt x="210312" y="553212"/>
                </a:lnTo>
                <a:close/>
              </a:path>
              <a:path extrusionOk="0" h="777240" w="271779">
                <a:moveTo>
                  <a:pt x="210324" y="277368"/>
                </a:moveTo>
                <a:lnTo>
                  <a:pt x="188988" y="245364"/>
                </a:lnTo>
                <a:lnTo>
                  <a:pt x="181368" y="245364"/>
                </a:lnTo>
                <a:lnTo>
                  <a:pt x="187464" y="251460"/>
                </a:lnTo>
                <a:lnTo>
                  <a:pt x="190512" y="256032"/>
                </a:lnTo>
                <a:lnTo>
                  <a:pt x="192036" y="257556"/>
                </a:lnTo>
                <a:lnTo>
                  <a:pt x="192036" y="265176"/>
                </a:lnTo>
                <a:lnTo>
                  <a:pt x="190512" y="265176"/>
                </a:lnTo>
                <a:lnTo>
                  <a:pt x="190512" y="266700"/>
                </a:lnTo>
                <a:lnTo>
                  <a:pt x="188988" y="268224"/>
                </a:lnTo>
                <a:lnTo>
                  <a:pt x="117360" y="268224"/>
                </a:lnTo>
                <a:lnTo>
                  <a:pt x="107950" y="268490"/>
                </a:lnTo>
                <a:lnTo>
                  <a:pt x="73964" y="289737"/>
                </a:lnTo>
                <a:lnTo>
                  <a:pt x="70116" y="313944"/>
                </a:lnTo>
                <a:lnTo>
                  <a:pt x="70231" y="315544"/>
                </a:lnTo>
                <a:lnTo>
                  <a:pt x="87160" y="354761"/>
                </a:lnTo>
                <a:lnTo>
                  <a:pt x="105168" y="361188"/>
                </a:lnTo>
                <a:lnTo>
                  <a:pt x="112788" y="361188"/>
                </a:lnTo>
                <a:lnTo>
                  <a:pt x="115836" y="358140"/>
                </a:lnTo>
                <a:lnTo>
                  <a:pt x="118884" y="356616"/>
                </a:lnTo>
                <a:lnTo>
                  <a:pt x="118884" y="342900"/>
                </a:lnTo>
                <a:lnTo>
                  <a:pt x="115836" y="341376"/>
                </a:lnTo>
                <a:lnTo>
                  <a:pt x="112788" y="338328"/>
                </a:lnTo>
                <a:lnTo>
                  <a:pt x="109740" y="336804"/>
                </a:lnTo>
                <a:lnTo>
                  <a:pt x="105168" y="336804"/>
                </a:lnTo>
                <a:lnTo>
                  <a:pt x="96024" y="338328"/>
                </a:lnTo>
                <a:lnTo>
                  <a:pt x="92976" y="338328"/>
                </a:lnTo>
                <a:lnTo>
                  <a:pt x="88404" y="335280"/>
                </a:lnTo>
                <a:lnTo>
                  <a:pt x="82308" y="329184"/>
                </a:lnTo>
                <a:lnTo>
                  <a:pt x="79260" y="324573"/>
                </a:lnTo>
                <a:lnTo>
                  <a:pt x="79260" y="309372"/>
                </a:lnTo>
                <a:lnTo>
                  <a:pt x="115836" y="292608"/>
                </a:lnTo>
                <a:lnTo>
                  <a:pt x="120408" y="292608"/>
                </a:lnTo>
                <a:lnTo>
                  <a:pt x="126822" y="308800"/>
                </a:lnTo>
                <a:lnTo>
                  <a:pt x="132219" y="322135"/>
                </a:lnTo>
                <a:lnTo>
                  <a:pt x="155460" y="358952"/>
                </a:lnTo>
                <a:lnTo>
                  <a:pt x="164604" y="365760"/>
                </a:lnTo>
                <a:lnTo>
                  <a:pt x="176796" y="365760"/>
                </a:lnTo>
                <a:lnTo>
                  <a:pt x="210324" y="344424"/>
                </a:lnTo>
                <a:lnTo>
                  <a:pt x="210324" y="341376"/>
                </a:lnTo>
                <a:lnTo>
                  <a:pt x="210324" y="323088"/>
                </a:lnTo>
                <a:lnTo>
                  <a:pt x="207276" y="318516"/>
                </a:lnTo>
                <a:lnTo>
                  <a:pt x="205244" y="315112"/>
                </a:lnTo>
                <a:lnTo>
                  <a:pt x="201371" y="309562"/>
                </a:lnTo>
                <a:lnTo>
                  <a:pt x="195478" y="302018"/>
                </a:lnTo>
                <a:lnTo>
                  <a:pt x="192036" y="297980"/>
                </a:lnTo>
                <a:lnTo>
                  <a:pt x="192036" y="321564"/>
                </a:lnTo>
                <a:lnTo>
                  <a:pt x="192036" y="327660"/>
                </a:lnTo>
                <a:lnTo>
                  <a:pt x="190512" y="332232"/>
                </a:lnTo>
                <a:lnTo>
                  <a:pt x="185940" y="335280"/>
                </a:lnTo>
                <a:lnTo>
                  <a:pt x="181368" y="339852"/>
                </a:lnTo>
                <a:lnTo>
                  <a:pt x="176796" y="341376"/>
                </a:lnTo>
                <a:lnTo>
                  <a:pt x="164604" y="341376"/>
                </a:lnTo>
                <a:lnTo>
                  <a:pt x="140042" y="317258"/>
                </a:lnTo>
                <a:lnTo>
                  <a:pt x="133807" y="302920"/>
                </a:lnTo>
                <a:lnTo>
                  <a:pt x="129552" y="292608"/>
                </a:lnTo>
                <a:lnTo>
                  <a:pt x="178320" y="292608"/>
                </a:lnTo>
                <a:lnTo>
                  <a:pt x="184315" y="301205"/>
                </a:lnTo>
                <a:lnTo>
                  <a:pt x="188607" y="308800"/>
                </a:lnTo>
                <a:lnTo>
                  <a:pt x="191173" y="315544"/>
                </a:lnTo>
                <a:lnTo>
                  <a:pt x="192036" y="321564"/>
                </a:lnTo>
                <a:lnTo>
                  <a:pt x="192036" y="297980"/>
                </a:lnTo>
                <a:lnTo>
                  <a:pt x="187464" y="292608"/>
                </a:lnTo>
                <a:lnTo>
                  <a:pt x="196608" y="292608"/>
                </a:lnTo>
                <a:lnTo>
                  <a:pt x="202704" y="291084"/>
                </a:lnTo>
                <a:lnTo>
                  <a:pt x="205752" y="289560"/>
                </a:lnTo>
                <a:lnTo>
                  <a:pt x="208800" y="286512"/>
                </a:lnTo>
                <a:lnTo>
                  <a:pt x="210324" y="281940"/>
                </a:lnTo>
                <a:lnTo>
                  <a:pt x="210324" y="277368"/>
                </a:lnTo>
                <a:close/>
              </a:path>
              <a:path extrusionOk="0" h="777240" w="271779">
                <a:moveTo>
                  <a:pt x="271284" y="117348"/>
                </a:moveTo>
                <a:lnTo>
                  <a:pt x="248424" y="81153"/>
                </a:lnTo>
                <a:lnTo>
                  <a:pt x="99072" y="19812"/>
                </a:lnTo>
                <a:lnTo>
                  <a:pt x="92976" y="16764"/>
                </a:lnTo>
                <a:lnTo>
                  <a:pt x="88404" y="15240"/>
                </a:lnTo>
                <a:lnTo>
                  <a:pt x="86880" y="13716"/>
                </a:lnTo>
                <a:lnTo>
                  <a:pt x="83832" y="12192"/>
                </a:lnTo>
                <a:lnTo>
                  <a:pt x="82308" y="10668"/>
                </a:lnTo>
                <a:lnTo>
                  <a:pt x="80784" y="7620"/>
                </a:lnTo>
                <a:lnTo>
                  <a:pt x="79260" y="6096"/>
                </a:lnTo>
                <a:lnTo>
                  <a:pt x="79260" y="3048"/>
                </a:lnTo>
                <a:lnTo>
                  <a:pt x="77736" y="0"/>
                </a:lnTo>
                <a:lnTo>
                  <a:pt x="73164" y="0"/>
                </a:lnTo>
                <a:lnTo>
                  <a:pt x="73164" y="42672"/>
                </a:lnTo>
                <a:lnTo>
                  <a:pt x="77736" y="42672"/>
                </a:lnTo>
                <a:lnTo>
                  <a:pt x="77736" y="38100"/>
                </a:lnTo>
                <a:lnTo>
                  <a:pt x="79260" y="35052"/>
                </a:lnTo>
                <a:lnTo>
                  <a:pt x="79260" y="33528"/>
                </a:lnTo>
                <a:lnTo>
                  <a:pt x="80784" y="32004"/>
                </a:lnTo>
                <a:lnTo>
                  <a:pt x="80784" y="30480"/>
                </a:lnTo>
                <a:lnTo>
                  <a:pt x="82308" y="30480"/>
                </a:lnTo>
                <a:lnTo>
                  <a:pt x="82308" y="28956"/>
                </a:lnTo>
                <a:lnTo>
                  <a:pt x="89928" y="28956"/>
                </a:lnTo>
                <a:lnTo>
                  <a:pt x="94500" y="30480"/>
                </a:lnTo>
                <a:lnTo>
                  <a:pt x="97548" y="32004"/>
                </a:lnTo>
                <a:lnTo>
                  <a:pt x="170700" y="60960"/>
                </a:lnTo>
                <a:lnTo>
                  <a:pt x="105168" y="92964"/>
                </a:lnTo>
                <a:lnTo>
                  <a:pt x="97548" y="96012"/>
                </a:lnTo>
                <a:lnTo>
                  <a:pt x="92976" y="97536"/>
                </a:lnTo>
                <a:lnTo>
                  <a:pt x="85356" y="97536"/>
                </a:lnTo>
                <a:lnTo>
                  <a:pt x="83832" y="96012"/>
                </a:lnTo>
                <a:lnTo>
                  <a:pt x="80784" y="94488"/>
                </a:lnTo>
                <a:lnTo>
                  <a:pt x="77736" y="88392"/>
                </a:lnTo>
                <a:lnTo>
                  <a:pt x="77736" y="80772"/>
                </a:lnTo>
                <a:lnTo>
                  <a:pt x="73164" y="80772"/>
                </a:lnTo>
                <a:lnTo>
                  <a:pt x="73164" y="144780"/>
                </a:lnTo>
                <a:lnTo>
                  <a:pt x="77736" y="144780"/>
                </a:lnTo>
                <a:lnTo>
                  <a:pt x="80784" y="135636"/>
                </a:lnTo>
                <a:lnTo>
                  <a:pt x="86880" y="129540"/>
                </a:lnTo>
                <a:lnTo>
                  <a:pt x="89928" y="128016"/>
                </a:lnTo>
                <a:lnTo>
                  <a:pt x="99072" y="121920"/>
                </a:lnTo>
                <a:lnTo>
                  <a:pt x="202704" y="73152"/>
                </a:lnTo>
                <a:lnTo>
                  <a:pt x="224040" y="80772"/>
                </a:lnTo>
                <a:lnTo>
                  <a:pt x="231660" y="85344"/>
                </a:lnTo>
                <a:lnTo>
                  <a:pt x="237756" y="88392"/>
                </a:lnTo>
                <a:lnTo>
                  <a:pt x="243852" y="94488"/>
                </a:lnTo>
                <a:lnTo>
                  <a:pt x="243852" y="105156"/>
                </a:lnTo>
                <a:lnTo>
                  <a:pt x="242328" y="108204"/>
                </a:lnTo>
                <a:lnTo>
                  <a:pt x="240804" y="114300"/>
                </a:lnTo>
                <a:lnTo>
                  <a:pt x="239280" y="118872"/>
                </a:lnTo>
                <a:lnTo>
                  <a:pt x="239280" y="126492"/>
                </a:lnTo>
                <a:lnTo>
                  <a:pt x="240804" y="129540"/>
                </a:lnTo>
                <a:lnTo>
                  <a:pt x="246900" y="135636"/>
                </a:lnTo>
                <a:lnTo>
                  <a:pt x="249948" y="137160"/>
                </a:lnTo>
                <a:lnTo>
                  <a:pt x="259092" y="137160"/>
                </a:lnTo>
                <a:lnTo>
                  <a:pt x="263664" y="134112"/>
                </a:lnTo>
                <a:lnTo>
                  <a:pt x="269760" y="128016"/>
                </a:lnTo>
                <a:lnTo>
                  <a:pt x="271284" y="123444"/>
                </a:lnTo>
                <a:lnTo>
                  <a:pt x="271284" y="1173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850" name="Google Shape;8850;p116"/>
          <p:cNvPicPr preferRelativeResize="0"/>
          <p:nvPr/>
        </p:nvPicPr>
        <p:blipFill rotWithShape="1">
          <a:blip r:embed="rId97">
            <a:alphaModFix/>
          </a:blip>
          <a:srcRect b="0" l="0" r="0" t="0"/>
          <a:stretch/>
        </p:blipFill>
        <p:spPr>
          <a:xfrm>
            <a:off x="5259323" y="5564123"/>
            <a:ext cx="210311" cy="335280"/>
          </a:xfrm>
          <a:prstGeom prst="rect">
            <a:avLst/>
          </a:prstGeom>
          <a:noFill/>
          <a:ln>
            <a:noFill/>
          </a:ln>
        </p:spPr>
      </p:pic>
      <p:sp>
        <p:nvSpPr>
          <p:cNvPr id="8851" name="Google Shape;8851;p116"/>
          <p:cNvSpPr/>
          <p:nvPr/>
        </p:nvSpPr>
        <p:spPr>
          <a:xfrm>
            <a:off x="5259311" y="4754880"/>
            <a:ext cx="271780" cy="573405"/>
          </a:xfrm>
          <a:custGeom>
            <a:rect b="b" l="l" r="r" t="t"/>
            <a:pathLst>
              <a:path extrusionOk="0" h="573404" w="271779">
                <a:moveTo>
                  <a:pt x="32004" y="156972"/>
                </a:moveTo>
                <a:lnTo>
                  <a:pt x="30480" y="152400"/>
                </a:lnTo>
                <a:lnTo>
                  <a:pt x="24384" y="146304"/>
                </a:lnTo>
                <a:lnTo>
                  <a:pt x="21336" y="144780"/>
                </a:lnTo>
                <a:lnTo>
                  <a:pt x="12192" y="144780"/>
                </a:lnTo>
                <a:lnTo>
                  <a:pt x="9144" y="146304"/>
                </a:lnTo>
                <a:lnTo>
                  <a:pt x="6096" y="149352"/>
                </a:lnTo>
                <a:lnTo>
                  <a:pt x="1524" y="152400"/>
                </a:lnTo>
                <a:lnTo>
                  <a:pt x="0" y="156972"/>
                </a:lnTo>
                <a:lnTo>
                  <a:pt x="0" y="166116"/>
                </a:lnTo>
                <a:lnTo>
                  <a:pt x="1524" y="169164"/>
                </a:lnTo>
                <a:lnTo>
                  <a:pt x="6096" y="172212"/>
                </a:lnTo>
                <a:lnTo>
                  <a:pt x="9144" y="175260"/>
                </a:lnTo>
                <a:lnTo>
                  <a:pt x="12192" y="176784"/>
                </a:lnTo>
                <a:lnTo>
                  <a:pt x="21336" y="176784"/>
                </a:lnTo>
                <a:lnTo>
                  <a:pt x="24384" y="175260"/>
                </a:lnTo>
                <a:lnTo>
                  <a:pt x="30480" y="169164"/>
                </a:lnTo>
                <a:lnTo>
                  <a:pt x="32004" y="164592"/>
                </a:lnTo>
                <a:lnTo>
                  <a:pt x="32004" y="156972"/>
                </a:lnTo>
                <a:close/>
              </a:path>
              <a:path extrusionOk="0" h="573404" w="271779">
                <a:moveTo>
                  <a:pt x="207264" y="507492"/>
                </a:moveTo>
                <a:lnTo>
                  <a:pt x="202692" y="507492"/>
                </a:lnTo>
                <a:lnTo>
                  <a:pt x="202692" y="518160"/>
                </a:lnTo>
                <a:lnTo>
                  <a:pt x="201168" y="521208"/>
                </a:lnTo>
                <a:lnTo>
                  <a:pt x="198120" y="524256"/>
                </a:lnTo>
                <a:lnTo>
                  <a:pt x="192024" y="527304"/>
                </a:lnTo>
                <a:lnTo>
                  <a:pt x="0" y="527304"/>
                </a:lnTo>
                <a:lnTo>
                  <a:pt x="0" y="533400"/>
                </a:lnTo>
                <a:lnTo>
                  <a:pt x="16764" y="573024"/>
                </a:lnTo>
                <a:lnTo>
                  <a:pt x="21336" y="571500"/>
                </a:lnTo>
                <a:lnTo>
                  <a:pt x="19812" y="566928"/>
                </a:lnTo>
                <a:lnTo>
                  <a:pt x="19812" y="557784"/>
                </a:lnTo>
                <a:lnTo>
                  <a:pt x="22860" y="554736"/>
                </a:lnTo>
                <a:lnTo>
                  <a:pt x="25908" y="553212"/>
                </a:lnTo>
                <a:lnTo>
                  <a:pt x="28956" y="553212"/>
                </a:lnTo>
                <a:lnTo>
                  <a:pt x="32385" y="552335"/>
                </a:lnTo>
                <a:lnTo>
                  <a:pt x="38100" y="551878"/>
                </a:lnTo>
                <a:lnTo>
                  <a:pt x="56388" y="551688"/>
                </a:lnTo>
                <a:lnTo>
                  <a:pt x="185928" y="551688"/>
                </a:lnTo>
                <a:lnTo>
                  <a:pt x="192024" y="553212"/>
                </a:lnTo>
                <a:lnTo>
                  <a:pt x="195072" y="553212"/>
                </a:lnTo>
                <a:lnTo>
                  <a:pt x="198120" y="554736"/>
                </a:lnTo>
                <a:lnTo>
                  <a:pt x="199644" y="556260"/>
                </a:lnTo>
                <a:lnTo>
                  <a:pt x="201168" y="559308"/>
                </a:lnTo>
                <a:lnTo>
                  <a:pt x="202692" y="560832"/>
                </a:lnTo>
                <a:lnTo>
                  <a:pt x="202692" y="571500"/>
                </a:lnTo>
                <a:lnTo>
                  <a:pt x="207264" y="571500"/>
                </a:lnTo>
                <a:lnTo>
                  <a:pt x="207264" y="507492"/>
                </a:lnTo>
                <a:close/>
              </a:path>
              <a:path extrusionOk="0" h="573404" w="271779">
                <a:moveTo>
                  <a:pt x="207264" y="128016"/>
                </a:moveTo>
                <a:lnTo>
                  <a:pt x="202692" y="128016"/>
                </a:lnTo>
                <a:lnTo>
                  <a:pt x="202692" y="138684"/>
                </a:lnTo>
                <a:lnTo>
                  <a:pt x="201168" y="140208"/>
                </a:lnTo>
                <a:lnTo>
                  <a:pt x="199644" y="143256"/>
                </a:lnTo>
                <a:lnTo>
                  <a:pt x="198120" y="144780"/>
                </a:lnTo>
                <a:lnTo>
                  <a:pt x="192024" y="147828"/>
                </a:lnTo>
                <a:lnTo>
                  <a:pt x="70104" y="147828"/>
                </a:lnTo>
                <a:lnTo>
                  <a:pt x="70104" y="153924"/>
                </a:lnTo>
                <a:lnTo>
                  <a:pt x="86868" y="195072"/>
                </a:lnTo>
                <a:lnTo>
                  <a:pt x="91440" y="193548"/>
                </a:lnTo>
                <a:lnTo>
                  <a:pt x="91440" y="188976"/>
                </a:lnTo>
                <a:lnTo>
                  <a:pt x="89916" y="185928"/>
                </a:lnTo>
                <a:lnTo>
                  <a:pt x="89916" y="178308"/>
                </a:lnTo>
                <a:lnTo>
                  <a:pt x="94488" y="173736"/>
                </a:lnTo>
                <a:lnTo>
                  <a:pt x="99060" y="173736"/>
                </a:lnTo>
                <a:lnTo>
                  <a:pt x="102704" y="172859"/>
                </a:lnTo>
                <a:lnTo>
                  <a:pt x="108775" y="172402"/>
                </a:lnTo>
                <a:lnTo>
                  <a:pt x="118008" y="172212"/>
                </a:lnTo>
                <a:lnTo>
                  <a:pt x="185928" y="172212"/>
                </a:lnTo>
                <a:lnTo>
                  <a:pt x="192024" y="173736"/>
                </a:lnTo>
                <a:lnTo>
                  <a:pt x="195072" y="173736"/>
                </a:lnTo>
                <a:lnTo>
                  <a:pt x="198120" y="175260"/>
                </a:lnTo>
                <a:lnTo>
                  <a:pt x="199644" y="176784"/>
                </a:lnTo>
                <a:lnTo>
                  <a:pt x="201168" y="179832"/>
                </a:lnTo>
                <a:lnTo>
                  <a:pt x="202692" y="181356"/>
                </a:lnTo>
                <a:lnTo>
                  <a:pt x="202692" y="192024"/>
                </a:lnTo>
                <a:lnTo>
                  <a:pt x="207264" y="192024"/>
                </a:lnTo>
                <a:lnTo>
                  <a:pt x="207264" y="172212"/>
                </a:lnTo>
                <a:lnTo>
                  <a:pt x="207264" y="128016"/>
                </a:lnTo>
                <a:close/>
              </a:path>
              <a:path extrusionOk="0" h="573404" w="271779">
                <a:moveTo>
                  <a:pt x="210312" y="426720"/>
                </a:moveTo>
                <a:lnTo>
                  <a:pt x="201168" y="393192"/>
                </a:lnTo>
                <a:lnTo>
                  <a:pt x="201168" y="411480"/>
                </a:lnTo>
                <a:lnTo>
                  <a:pt x="201066" y="421436"/>
                </a:lnTo>
                <a:lnTo>
                  <a:pt x="169646" y="454710"/>
                </a:lnTo>
                <a:lnTo>
                  <a:pt x="131064" y="461772"/>
                </a:lnTo>
                <a:lnTo>
                  <a:pt x="122237" y="461492"/>
                </a:lnTo>
                <a:lnTo>
                  <a:pt x="83820" y="443484"/>
                </a:lnTo>
                <a:lnTo>
                  <a:pt x="80772" y="438912"/>
                </a:lnTo>
                <a:lnTo>
                  <a:pt x="79248" y="434340"/>
                </a:lnTo>
                <a:lnTo>
                  <a:pt x="79248" y="428244"/>
                </a:lnTo>
                <a:lnTo>
                  <a:pt x="105638" y="396989"/>
                </a:lnTo>
                <a:lnTo>
                  <a:pt x="149352" y="388620"/>
                </a:lnTo>
                <a:lnTo>
                  <a:pt x="163068" y="389191"/>
                </a:lnTo>
                <a:lnTo>
                  <a:pt x="201168" y="411480"/>
                </a:lnTo>
                <a:lnTo>
                  <a:pt x="201168" y="393192"/>
                </a:lnTo>
                <a:lnTo>
                  <a:pt x="164833" y="365696"/>
                </a:lnTo>
                <a:lnTo>
                  <a:pt x="138684" y="361188"/>
                </a:lnTo>
                <a:lnTo>
                  <a:pt x="126403" y="362077"/>
                </a:lnTo>
                <a:lnTo>
                  <a:pt x="82969" y="386194"/>
                </a:lnTo>
                <a:lnTo>
                  <a:pt x="75704" y="397764"/>
                </a:lnTo>
                <a:lnTo>
                  <a:pt x="71539" y="410298"/>
                </a:lnTo>
                <a:lnTo>
                  <a:pt x="71424" y="411480"/>
                </a:lnTo>
                <a:lnTo>
                  <a:pt x="70104" y="425196"/>
                </a:lnTo>
                <a:lnTo>
                  <a:pt x="70218" y="426720"/>
                </a:lnTo>
                <a:lnTo>
                  <a:pt x="70332" y="428244"/>
                </a:lnTo>
                <a:lnTo>
                  <a:pt x="90678" y="469582"/>
                </a:lnTo>
                <a:lnTo>
                  <a:pt x="132613" y="488632"/>
                </a:lnTo>
                <a:lnTo>
                  <a:pt x="141732" y="489204"/>
                </a:lnTo>
                <a:lnTo>
                  <a:pt x="154025" y="488111"/>
                </a:lnTo>
                <a:lnTo>
                  <a:pt x="197459" y="464235"/>
                </a:lnTo>
                <a:lnTo>
                  <a:pt x="199047" y="461772"/>
                </a:lnTo>
                <a:lnTo>
                  <a:pt x="204597" y="453199"/>
                </a:lnTo>
                <a:lnTo>
                  <a:pt x="208889" y="440753"/>
                </a:lnTo>
                <a:lnTo>
                  <a:pt x="210312" y="426720"/>
                </a:lnTo>
                <a:close/>
              </a:path>
              <a:path extrusionOk="0" h="573404" w="271779">
                <a:moveTo>
                  <a:pt x="210312" y="54864"/>
                </a:moveTo>
                <a:lnTo>
                  <a:pt x="188887" y="13931"/>
                </a:lnTo>
                <a:lnTo>
                  <a:pt x="155448" y="0"/>
                </a:lnTo>
                <a:lnTo>
                  <a:pt x="152400" y="3048"/>
                </a:lnTo>
                <a:lnTo>
                  <a:pt x="160959" y="6718"/>
                </a:lnTo>
                <a:lnTo>
                  <a:pt x="168211" y="10668"/>
                </a:lnTo>
                <a:lnTo>
                  <a:pt x="185928" y="44196"/>
                </a:lnTo>
                <a:lnTo>
                  <a:pt x="185026" y="53936"/>
                </a:lnTo>
                <a:lnTo>
                  <a:pt x="159740" y="82854"/>
                </a:lnTo>
                <a:lnTo>
                  <a:pt x="128016" y="89916"/>
                </a:lnTo>
                <a:lnTo>
                  <a:pt x="117144" y="89090"/>
                </a:lnTo>
                <a:lnTo>
                  <a:pt x="82296" y="67246"/>
                </a:lnTo>
                <a:lnTo>
                  <a:pt x="79248" y="53340"/>
                </a:lnTo>
                <a:lnTo>
                  <a:pt x="79248" y="47244"/>
                </a:lnTo>
                <a:lnTo>
                  <a:pt x="103632" y="33528"/>
                </a:lnTo>
                <a:lnTo>
                  <a:pt x="109728" y="30480"/>
                </a:lnTo>
                <a:lnTo>
                  <a:pt x="112776" y="27432"/>
                </a:lnTo>
                <a:lnTo>
                  <a:pt x="114300" y="22860"/>
                </a:lnTo>
                <a:lnTo>
                  <a:pt x="114300" y="10668"/>
                </a:lnTo>
                <a:lnTo>
                  <a:pt x="111252" y="7620"/>
                </a:lnTo>
                <a:lnTo>
                  <a:pt x="109728" y="4572"/>
                </a:lnTo>
                <a:lnTo>
                  <a:pt x="96012" y="4572"/>
                </a:lnTo>
                <a:lnTo>
                  <a:pt x="88392" y="7620"/>
                </a:lnTo>
                <a:lnTo>
                  <a:pt x="70104" y="48768"/>
                </a:lnTo>
                <a:lnTo>
                  <a:pt x="71488" y="61036"/>
                </a:lnTo>
                <a:lnTo>
                  <a:pt x="100799" y="101854"/>
                </a:lnTo>
                <a:lnTo>
                  <a:pt x="141732" y="112776"/>
                </a:lnTo>
                <a:lnTo>
                  <a:pt x="156883" y="111633"/>
                </a:lnTo>
                <a:lnTo>
                  <a:pt x="192024" y="94488"/>
                </a:lnTo>
                <a:lnTo>
                  <a:pt x="209169" y="65989"/>
                </a:lnTo>
                <a:lnTo>
                  <a:pt x="210312" y="54864"/>
                </a:lnTo>
                <a:close/>
              </a:path>
              <a:path extrusionOk="0" h="573404" w="271779">
                <a:moveTo>
                  <a:pt x="271284" y="284988"/>
                </a:moveTo>
                <a:lnTo>
                  <a:pt x="270090" y="267563"/>
                </a:lnTo>
                <a:lnTo>
                  <a:pt x="266331" y="251841"/>
                </a:lnTo>
                <a:lnTo>
                  <a:pt x="259702" y="237845"/>
                </a:lnTo>
                <a:lnTo>
                  <a:pt x="252818" y="229171"/>
                </a:lnTo>
                <a:lnTo>
                  <a:pt x="252818" y="267563"/>
                </a:lnTo>
                <a:lnTo>
                  <a:pt x="252768" y="280416"/>
                </a:lnTo>
                <a:lnTo>
                  <a:pt x="237756" y="323088"/>
                </a:lnTo>
                <a:lnTo>
                  <a:pt x="225564" y="323088"/>
                </a:lnTo>
                <a:lnTo>
                  <a:pt x="220992" y="320040"/>
                </a:lnTo>
                <a:lnTo>
                  <a:pt x="217944" y="318516"/>
                </a:lnTo>
                <a:lnTo>
                  <a:pt x="216420" y="316992"/>
                </a:lnTo>
                <a:lnTo>
                  <a:pt x="213372" y="313944"/>
                </a:lnTo>
                <a:lnTo>
                  <a:pt x="211340" y="312420"/>
                </a:lnTo>
                <a:lnTo>
                  <a:pt x="207276" y="309372"/>
                </a:lnTo>
                <a:lnTo>
                  <a:pt x="208076" y="300228"/>
                </a:lnTo>
                <a:lnTo>
                  <a:pt x="208178" y="298704"/>
                </a:lnTo>
                <a:lnTo>
                  <a:pt x="208292" y="295656"/>
                </a:lnTo>
                <a:lnTo>
                  <a:pt x="208407" y="292608"/>
                </a:lnTo>
                <a:lnTo>
                  <a:pt x="208521" y="289560"/>
                </a:lnTo>
                <a:lnTo>
                  <a:pt x="208610" y="287464"/>
                </a:lnTo>
                <a:lnTo>
                  <a:pt x="208686" y="280416"/>
                </a:lnTo>
                <a:lnTo>
                  <a:pt x="208800" y="257556"/>
                </a:lnTo>
                <a:lnTo>
                  <a:pt x="209943" y="246888"/>
                </a:lnTo>
                <a:lnTo>
                  <a:pt x="219468" y="217932"/>
                </a:lnTo>
                <a:lnTo>
                  <a:pt x="231660" y="217932"/>
                </a:lnTo>
                <a:lnTo>
                  <a:pt x="252336" y="257898"/>
                </a:lnTo>
                <a:lnTo>
                  <a:pt x="252818" y="267563"/>
                </a:lnTo>
                <a:lnTo>
                  <a:pt x="252818" y="229171"/>
                </a:lnTo>
                <a:lnTo>
                  <a:pt x="219468" y="208788"/>
                </a:lnTo>
                <a:lnTo>
                  <a:pt x="210324" y="208788"/>
                </a:lnTo>
                <a:lnTo>
                  <a:pt x="204228" y="211836"/>
                </a:lnTo>
                <a:lnTo>
                  <a:pt x="193560" y="222504"/>
                </a:lnTo>
                <a:lnTo>
                  <a:pt x="188988" y="230124"/>
                </a:lnTo>
                <a:lnTo>
                  <a:pt x="187464" y="239268"/>
                </a:lnTo>
                <a:lnTo>
                  <a:pt x="187464" y="298704"/>
                </a:lnTo>
                <a:lnTo>
                  <a:pt x="185940" y="300228"/>
                </a:lnTo>
                <a:lnTo>
                  <a:pt x="185940" y="306324"/>
                </a:lnTo>
                <a:lnTo>
                  <a:pt x="184416" y="309372"/>
                </a:lnTo>
                <a:lnTo>
                  <a:pt x="181368" y="312420"/>
                </a:lnTo>
                <a:lnTo>
                  <a:pt x="173748" y="312420"/>
                </a:lnTo>
                <a:lnTo>
                  <a:pt x="172224" y="310896"/>
                </a:lnTo>
                <a:lnTo>
                  <a:pt x="169176" y="309372"/>
                </a:lnTo>
                <a:lnTo>
                  <a:pt x="166128" y="304800"/>
                </a:lnTo>
                <a:lnTo>
                  <a:pt x="161556" y="300228"/>
                </a:lnTo>
                <a:lnTo>
                  <a:pt x="164604" y="294132"/>
                </a:lnTo>
                <a:lnTo>
                  <a:pt x="164604" y="280416"/>
                </a:lnTo>
                <a:lnTo>
                  <a:pt x="163982" y="268681"/>
                </a:lnTo>
                <a:lnTo>
                  <a:pt x="156984" y="248246"/>
                </a:lnTo>
                <a:lnTo>
                  <a:pt x="156984" y="286512"/>
                </a:lnTo>
                <a:lnTo>
                  <a:pt x="153936" y="292608"/>
                </a:lnTo>
                <a:lnTo>
                  <a:pt x="112788" y="307848"/>
                </a:lnTo>
                <a:lnTo>
                  <a:pt x="104444" y="307517"/>
                </a:lnTo>
                <a:lnTo>
                  <a:pt x="97548" y="306324"/>
                </a:lnTo>
                <a:lnTo>
                  <a:pt x="91782" y="303999"/>
                </a:lnTo>
                <a:lnTo>
                  <a:pt x="86880" y="300228"/>
                </a:lnTo>
                <a:lnTo>
                  <a:pt x="80784" y="295656"/>
                </a:lnTo>
                <a:lnTo>
                  <a:pt x="77736" y="289560"/>
                </a:lnTo>
                <a:lnTo>
                  <a:pt x="77736" y="274320"/>
                </a:lnTo>
                <a:lnTo>
                  <a:pt x="112610" y="252272"/>
                </a:lnTo>
                <a:lnTo>
                  <a:pt x="123456" y="251460"/>
                </a:lnTo>
                <a:lnTo>
                  <a:pt x="131787" y="252018"/>
                </a:lnTo>
                <a:lnTo>
                  <a:pt x="156984" y="286512"/>
                </a:lnTo>
                <a:lnTo>
                  <a:pt x="156984" y="248246"/>
                </a:lnTo>
                <a:lnTo>
                  <a:pt x="152412" y="242316"/>
                </a:lnTo>
                <a:lnTo>
                  <a:pt x="145656" y="236220"/>
                </a:lnTo>
                <a:lnTo>
                  <a:pt x="145503" y="236080"/>
                </a:lnTo>
                <a:lnTo>
                  <a:pt x="138315" y="231267"/>
                </a:lnTo>
                <a:lnTo>
                  <a:pt x="130543" y="228180"/>
                </a:lnTo>
                <a:lnTo>
                  <a:pt x="121932" y="227076"/>
                </a:lnTo>
                <a:lnTo>
                  <a:pt x="114211" y="227647"/>
                </a:lnTo>
                <a:lnTo>
                  <a:pt x="107073" y="229362"/>
                </a:lnTo>
                <a:lnTo>
                  <a:pt x="100495" y="232219"/>
                </a:lnTo>
                <a:lnTo>
                  <a:pt x="94500" y="236220"/>
                </a:lnTo>
                <a:lnTo>
                  <a:pt x="94500" y="210312"/>
                </a:lnTo>
                <a:lnTo>
                  <a:pt x="92976" y="210312"/>
                </a:lnTo>
                <a:lnTo>
                  <a:pt x="91452" y="208788"/>
                </a:lnTo>
                <a:lnTo>
                  <a:pt x="85356" y="208788"/>
                </a:lnTo>
                <a:lnTo>
                  <a:pt x="83832" y="210312"/>
                </a:lnTo>
                <a:lnTo>
                  <a:pt x="82308" y="210312"/>
                </a:lnTo>
                <a:lnTo>
                  <a:pt x="82308" y="211836"/>
                </a:lnTo>
                <a:lnTo>
                  <a:pt x="80784" y="214884"/>
                </a:lnTo>
                <a:lnTo>
                  <a:pt x="80784" y="246888"/>
                </a:lnTo>
                <a:lnTo>
                  <a:pt x="76542" y="254063"/>
                </a:lnTo>
                <a:lnTo>
                  <a:pt x="70116" y="280416"/>
                </a:lnTo>
                <a:lnTo>
                  <a:pt x="71208" y="291299"/>
                </a:lnTo>
                <a:lnTo>
                  <a:pt x="92519" y="324523"/>
                </a:lnTo>
                <a:lnTo>
                  <a:pt x="118884" y="332232"/>
                </a:lnTo>
                <a:lnTo>
                  <a:pt x="128028" y="332232"/>
                </a:lnTo>
                <a:lnTo>
                  <a:pt x="158508" y="307848"/>
                </a:lnTo>
                <a:lnTo>
                  <a:pt x="164807" y="315023"/>
                </a:lnTo>
                <a:lnTo>
                  <a:pt x="187464" y="332232"/>
                </a:lnTo>
                <a:lnTo>
                  <a:pt x="196608" y="332232"/>
                </a:lnTo>
                <a:lnTo>
                  <a:pt x="198132" y="329184"/>
                </a:lnTo>
                <a:lnTo>
                  <a:pt x="201180" y="327660"/>
                </a:lnTo>
                <a:lnTo>
                  <a:pt x="204228" y="323088"/>
                </a:lnTo>
                <a:lnTo>
                  <a:pt x="207276" y="316992"/>
                </a:lnTo>
                <a:lnTo>
                  <a:pt x="222516" y="332232"/>
                </a:lnTo>
                <a:lnTo>
                  <a:pt x="228612" y="336804"/>
                </a:lnTo>
                <a:lnTo>
                  <a:pt x="233184" y="339852"/>
                </a:lnTo>
                <a:lnTo>
                  <a:pt x="237756" y="341376"/>
                </a:lnTo>
                <a:lnTo>
                  <a:pt x="239280" y="342900"/>
                </a:lnTo>
                <a:lnTo>
                  <a:pt x="249948" y="342900"/>
                </a:lnTo>
                <a:lnTo>
                  <a:pt x="254520" y="339852"/>
                </a:lnTo>
                <a:lnTo>
                  <a:pt x="259092" y="332232"/>
                </a:lnTo>
                <a:lnTo>
                  <a:pt x="264375" y="323088"/>
                </a:lnTo>
                <a:lnTo>
                  <a:pt x="264845" y="322287"/>
                </a:lnTo>
                <a:lnTo>
                  <a:pt x="268617" y="310896"/>
                </a:lnTo>
                <a:lnTo>
                  <a:pt x="268719" y="310210"/>
                </a:lnTo>
                <a:lnTo>
                  <a:pt x="270662" y="298373"/>
                </a:lnTo>
                <a:lnTo>
                  <a:pt x="270725" y="296799"/>
                </a:lnTo>
                <a:lnTo>
                  <a:pt x="270852" y="294132"/>
                </a:lnTo>
                <a:lnTo>
                  <a:pt x="270929" y="292608"/>
                </a:lnTo>
                <a:lnTo>
                  <a:pt x="270992" y="291299"/>
                </a:lnTo>
                <a:lnTo>
                  <a:pt x="271068" y="289560"/>
                </a:lnTo>
                <a:lnTo>
                  <a:pt x="271157" y="287464"/>
                </a:lnTo>
                <a:lnTo>
                  <a:pt x="271284" y="2849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852" name="Google Shape;8852;p116"/>
          <p:cNvPicPr preferRelativeResize="0"/>
          <p:nvPr/>
        </p:nvPicPr>
        <p:blipFill rotWithShape="1">
          <a:blip r:embed="rId98">
            <a:alphaModFix/>
          </a:blip>
          <a:srcRect b="0" l="0" r="0" t="0"/>
          <a:stretch/>
        </p:blipFill>
        <p:spPr>
          <a:xfrm>
            <a:off x="5259323" y="2599943"/>
            <a:ext cx="271272" cy="19080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853" name="Google Shape;8853;p116"/>
          <p:cNvPicPr preferRelativeResize="0"/>
          <p:nvPr/>
        </p:nvPicPr>
        <p:blipFill rotWithShape="1">
          <a:blip r:embed="rId99">
            <a:alphaModFix/>
          </a:blip>
          <a:srcRect b="0" l="0" r="0" t="0"/>
          <a:stretch/>
        </p:blipFill>
        <p:spPr>
          <a:xfrm>
            <a:off x="5259323" y="1094232"/>
            <a:ext cx="271272" cy="1252727"/>
          </a:xfrm>
          <a:prstGeom prst="rect">
            <a:avLst/>
          </a:prstGeom>
          <a:noFill/>
          <a:ln>
            <a:noFill/>
          </a:ln>
        </p:spPr>
      </p:pic>
      <p:pic>
        <p:nvPicPr>
          <p:cNvPr id="8854" name="Google Shape;8854;p116"/>
          <p:cNvPicPr preferRelativeResize="0"/>
          <p:nvPr/>
        </p:nvPicPr>
        <p:blipFill rotWithShape="1">
          <a:blip r:embed="rId100">
            <a:alphaModFix/>
          </a:blip>
          <a:srcRect b="0" l="0" r="0" t="0"/>
          <a:stretch/>
        </p:blipFill>
        <p:spPr>
          <a:xfrm>
            <a:off x="5615939" y="7353300"/>
            <a:ext cx="271272" cy="1331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855" name="Google Shape;8855;p116"/>
          <p:cNvPicPr preferRelativeResize="0"/>
          <p:nvPr/>
        </p:nvPicPr>
        <p:blipFill rotWithShape="1">
          <a:blip r:embed="rId101">
            <a:alphaModFix/>
          </a:blip>
          <a:srcRect b="0" l="0" r="0" t="0"/>
          <a:stretch/>
        </p:blipFill>
        <p:spPr>
          <a:xfrm>
            <a:off x="5615939" y="6922007"/>
            <a:ext cx="210312" cy="3535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56" name="Google Shape;8856;p116"/>
          <p:cNvGrpSpPr/>
          <p:nvPr/>
        </p:nvGrpSpPr>
        <p:grpSpPr>
          <a:xfrm>
            <a:off x="5615939" y="6278879"/>
            <a:ext cx="210312" cy="562357"/>
            <a:chOff x="5615939" y="6278879"/>
            <a:chExt cx="210312" cy="562357"/>
          </a:xfrm>
        </p:grpSpPr>
        <p:pic>
          <p:nvPicPr>
            <p:cNvPr id="8857" name="Google Shape;8857;p116"/>
            <p:cNvPicPr preferRelativeResize="0"/>
            <p:nvPr/>
          </p:nvPicPr>
          <p:blipFill rotWithShape="1">
            <a:blip r:embed="rId102">
              <a:alphaModFix/>
            </a:blip>
            <a:srcRect b="0" l="0" r="0" t="0"/>
            <a:stretch/>
          </p:blipFill>
          <p:spPr>
            <a:xfrm>
              <a:off x="5686043" y="6438900"/>
              <a:ext cx="140208" cy="4023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58" name="Google Shape;8858;p116"/>
            <p:cNvPicPr preferRelativeResize="0"/>
            <p:nvPr/>
          </p:nvPicPr>
          <p:blipFill rotWithShape="1">
            <a:blip r:embed="rId103">
              <a:alphaModFix/>
            </a:blip>
            <a:srcRect b="0" l="0" r="0" t="0"/>
            <a:stretch/>
          </p:blipFill>
          <p:spPr>
            <a:xfrm>
              <a:off x="5615939" y="6278879"/>
              <a:ext cx="210312" cy="13868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59" name="Google Shape;8859;p116"/>
          <p:cNvPicPr preferRelativeResize="0"/>
          <p:nvPr/>
        </p:nvPicPr>
        <p:blipFill rotWithShape="1">
          <a:blip r:embed="rId104">
            <a:alphaModFix/>
          </a:blip>
          <a:srcRect b="0" l="0" r="0" t="0"/>
          <a:stretch/>
        </p:blipFill>
        <p:spPr>
          <a:xfrm>
            <a:off x="5615939" y="5864352"/>
            <a:ext cx="210311" cy="330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8860" name="Google Shape;8860;p116"/>
          <p:cNvPicPr preferRelativeResize="0"/>
          <p:nvPr/>
        </p:nvPicPr>
        <p:blipFill rotWithShape="1">
          <a:blip r:embed="rId105">
            <a:alphaModFix/>
          </a:blip>
          <a:srcRect b="0" l="0" r="0" t="0"/>
          <a:stretch/>
        </p:blipFill>
        <p:spPr>
          <a:xfrm>
            <a:off x="5615939" y="5433060"/>
            <a:ext cx="210312" cy="355091"/>
          </a:xfrm>
          <a:prstGeom prst="rect">
            <a:avLst/>
          </a:prstGeom>
          <a:noFill/>
          <a:ln>
            <a:noFill/>
          </a:ln>
        </p:spPr>
      </p:pic>
      <p:pic>
        <p:nvPicPr>
          <p:cNvPr id="8861" name="Google Shape;8861;p116"/>
          <p:cNvPicPr preferRelativeResize="0"/>
          <p:nvPr/>
        </p:nvPicPr>
        <p:blipFill rotWithShape="1">
          <a:blip r:embed="rId106">
            <a:alphaModFix/>
          </a:blip>
          <a:srcRect b="0" l="0" r="0" t="0"/>
          <a:stretch/>
        </p:blipFill>
        <p:spPr>
          <a:xfrm>
            <a:off x="5615940" y="4244339"/>
            <a:ext cx="210312" cy="11079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62" name="Google Shape;8862;p116"/>
          <p:cNvGrpSpPr/>
          <p:nvPr/>
        </p:nvGrpSpPr>
        <p:grpSpPr>
          <a:xfrm>
            <a:off x="5615939" y="3605784"/>
            <a:ext cx="210312" cy="560831"/>
            <a:chOff x="5615939" y="3605784"/>
            <a:chExt cx="210312" cy="560831"/>
          </a:xfrm>
        </p:grpSpPr>
        <p:pic>
          <p:nvPicPr>
            <p:cNvPr id="8863" name="Google Shape;8863;p116"/>
            <p:cNvPicPr preferRelativeResize="0"/>
            <p:nvPr/>
          </p:nvPicPr>
          <p:blipFill rotWithShape="1">
            <a:blip r:embed="rId107">
              <a:alphaModFix/>
            </a:blip>
            <a:srcRect b="0" l="0" r="0" t="0"/>
            <a:stretch/>
          </p:blipFill>
          <p:spPr>
            <a:xfrm>
              <a:off x="5615939" y="4101084"/>
              <a:ext cx="207263" cy="6553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64" name="Google Shape;8864;p116"/>
            <p:cNvPicPr preferRelativeResize="0"/>
            <p:nvPr/>
          </p:nvPicPr>
          <p:blipFill rotWithShape="1">
            <a:blip r:embed="rId108">
              <a:alphaModFix/>
            </a:blip>
            <a:srcRect b="0" l="0" r="0" t="0"/>
            <a:stretch/>
          </p:blipFill>
          <p:spPr>
            <a:xfrm>
              <a:off x="5615939" y="3605784"/>
              <a:ext cx="210312" cy="47548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65" name="Google Shape;8865;p116"/>
          <p:cNvPicPr preferRelativeResize="0"/>
          <p:nvPr/>
        </p:nvPicPr>
        <p:blipFill rotWithShape="1">
          <a:blip r:embed="rId109">
            <a:alphaModFix/>
          </a:blip>
          <a:srcRect b="0" l="0" r="0" t="0"/>
          <a:stretch/>
        </p:blipFill>
        <p:spPr>
          <a:xfrm>
            <a:off x="5615939" y="2752343"/>
            <a:ext cx="271224" cy="7619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66" name="Google Shape;8866;p116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867" name="Google Shape;8867;p116"/>
            <p:cNvPicPr preferRelativeResize="0"/>
            <p:nvPr/>
          </p:nvPicPr>
          <p:blipFill rotWithShape="1">
            <a:blip r:embed="rId110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868" name="Google Shape;8868;p116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869" name="Google Shape;8869;p116"/>
          <p:cNvPicPr preferRelativeResize="0"/>
          <p:nvPr/>
        </p:nvPicPr>
        <p:blipFill rotWithShape="1">
          <a:blip r:embed="rId111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870" name="Google Shape;8870;p116"/>
          <p:cNvPicPr preferRelativeResize="0"/>
          <p:nvPr/>
        </p:nvPicPr>
        <p:blipFill rotWithShape="1">
          <a:blip r:embed="rId112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71" name="Google Shape;8871;p116"/>
          <p:cNvGrpSpPr/>
          <p:nvPr/>
        </p:nvGrpSpPr>
        <p:grpSpPr>
          <a:xfrm>
            <a:off x="6655295" y="1743455"/>
            <a:ext cx="117361" cy="235078"/>
            <a:chOff x="6655295" y="1743455"/>
            <a:chExt cx="117361" cy="235078"/>
          </a:xfrm>
        </p:grpSpPr>
        <p:sp>
          <p:nvSpPr>
            <p:cNvPr id="8872" name="Google Shape;8872;p116"/>
            <p:cNvSpPr/>
            <p:nvPr/>
          </p:nvSpPr>
          <p:spPr>
            <a:xfrm>
              <a:off x="6655295" y="1839468"/>
              <a:ext cx="116205" cy="139065"/>
            </a:xfrm>
            <a:custGeom>
              <a:rect b="b" l="l" r="r" t="t"/>
              <a:pathLst>
                <a:path extrusionOk="0" h="139064" w="116204">
                  <a:moveTo>
                    <a:pt x="115824" y="79248"/>
                  </a:moveTo>
                  <a:lnTo>
                    <a:pt x="112776" y="79248"/>
                  </a:lnTo>
                  <a:lnTo>
                    <a:pt x="112776" y="85344"/>
                  </a:lnTo>
                  <a:lnTo>
                    <a:pt x="109728" y="91440"/>
                  </a:lnTo>
                  <a:lnTo>
                    <a:pt x="109728" y="92964"/>
                  </a:lnTo>
                  <a:lnTo>
                    <a:pt x="106680" y="94488"/>
                  </a:lnTo>
                  <a:lnTo>
                    <a:pt x="103632" y="94488"/>
                  </a:lnTo>
                  <a:lnTo>
                    <a:pt x="99060" y="96012"/>
                  </a:lnTo>
                  <a:lnTo>
                    <a:pt x="0" y="96012"/>
                  </a:lnTo>
                  <a:lnTo>
                    <a:pt x="0" y="97536"/>
                  </a:lnTo>
                  <a:lnTo>
                    <a:pt x="19812" y="138684"/>
                  </a:lnTo>
                  <a:lnTo>
                    <a:pt x="22860" y="137160"/>
                  </a:lnTo>
                  <a:lnTo>
                    <a:pt x="19812" y="132588"/>
                  </a:lnTo>
                  <a:lnTo>
                    <a:pt x="19812" y="124968"/>
                  </a:lnTo>
                  <a:lnTo>
                    <a:pt x="21336" y="123444"/>
                  </a:lnTo>
                  <a:lnTo>
                    <a:pt x="21336" y="121920"/>
                  </a:lnTo>
                  <a:lnTo>
                    <a:pt x="22860" y="120396"/>
                  </a:lnTo>
                  <a:lnTo>
                    <a:pt x="105156" y="120396"/>
                  </a:lnTo>
                  <a:lnTo>
                    <a:pt x="108204" y="121920"/>
                  </a:lnTo>
                  <a:lnTo>
                    <a:pt x="109728" y="123444"/>
                  </a:lnTo>
                  <a:lnTo>
                    <a:pt x="109728" y="124968"/>
                  </a:lnTo>
                  <a:lnTo>
                    <a:pt x="111252" y="126492"/>
                  </a:lnTo>
                  <a:lnTo>
                    <a:pt x="112776" y="131064"/>
                  </a:lnTo>
                  <a:lnTo>
                    <a:pt x="112776" y="138684"/>
                  </a:lnTo>
                  <a:lnTo>
                    <a:pt x="115824" y="138684"/>
                  </a:lnTo>
                  <a:lnTo>
                    <a:pt x="115824" y="79248"/>
                  </a:lnTo>
                  <a:close/>
                </a:path>
                <a:path extrusionOk="0" h="139064" w="116204">
                  <a:moveTo>
                    <a:pt x="115824" y="0"/>
                  </a:moveTo>
                  <a:lnTo>
                    <a:pt x="112776" y="0"/>
                  </a:lnTo>
                  <a:lnTo>
                    <a:pt x="112776" y="7620"/>
                  </a:lnTo>
                  <a:lnTo>
                    <a:pt x="111252" y="10668"/>
                  </a:lnTo>
                  <a:lnTo>
                    <a:pt x="109728" y="12192"/>
                  </a:lnTo>
                  <a:lnTo>
                    <a:pt x="109728" y="15240"/>
                  </a:lnTo>
                  <a:lnTo>
                    <a:pt x="106680" y="15240"/>
                  </a:lnTo>
                  <a:lnTo>
                    <a:pt x="105156" y="16764"/>
                  </a:lnTo>
                  <a:lnTo>
                    <a:pt x="0" y="16764"/>
                  </a:lnTo>
                  <a:lnTo>
                    <a:pt x="0" y="19812"/>
                  </a:lnTo>
                  <a:lnTo>
                    <a:pt x="19812" y="59436"/>
                  </a:lnTo>
                  <a:lnTo>
                    <a:pt x="22860" y="59436"/>
                  </a:lnTo>
                  <a:lnTo>
                    <a:pt x="19812" y="54864"/>
                  </a:lnTo>
                  <a:lnTo>
                    <a:pt x="19812" y="45720"/>
                  </a:lnTo>
                  <a:lnTo>
                    <a:pt x="21336" y="45720"/>
                  </a:lnTo>
                  <a:lnTo>
                    <a:pt x="21336" y="44196"/>
                  </a:lnTo>
                  <a:lnTo>
                    <a:pt x="22860" y="42672"/>
                  </a:lnTo>
                  <a:lnTo>
                    <a:pt x="25908" y="42672"/>
                  </a:lnTo>
                  <a:lnTo>
                    <a:pt x="28956" y="41148"/>
                  </a:lnTo>
                  <a:lnTo>
                    <a:pt x="99060" y="41148"/>
                  </a:lnTo>
                  <a:lnTo>
                    <a:pt x="103632" y="42672"/>
                  </a:lnTo>
                  <a:lnTo>
                    <a:pt x="105156" y="42672"/>
                  </a:lnTo>
                  <a:lnTo>
                    <a:pt x="108204" y="44196"/>
                  </a:lnTo>
                  <a:lnTo>
                    <a:pt x="109728" y="45720"/>
                  </a:lnTo>
                  <a:lnTo>
                    <a:pt x="109728" y="47244"/>
                  </a:lnTo>
                  <a:lnTo>
                    <a:pt x="111252" y="48768"/>
                  </a:lnTo>
                  <a:lnTo>
                    <a:pt x="112776" y="51816"/>
                  </a:lnTo>
                  <a:lnTo>
                    <a:pt x="112776" y="59436"/>
                  </a:lnTo>
                  <a:lnTo>
                    <a:pt x="115824" y="59436"/>
                  </a:lnTo>
                  <a:lnTo>
                    <a:pt x="1158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873" name="Google Shape;8873;p116"/>
            <p:cNvPicPr preferRelativeResize="0"/>
            <p:nvPr/>
          </p:nvPicPr>
          <p:blipFill rotWithShape="1">
            <a:blip r:embed="rId113">
              <a:alphaModFix/>
            </a:blip>
            <a:srcRect b="0" l="0" r="0" t="0"/>
            <a:stretch/>
          </p:blipFill>
          <p:spPr>
            <a:xfrm>
              <a:off x="6655308" y="1743455"/>
              <a:ext cx="117348" cy="7462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77" name="Shape 8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78" name="Google Shape;8878;p117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879" name="Google Shape;8879;p117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880" name="Google Shape;8880;p117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881" name="Google Shape;8881;p117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882" name="Google Shape;8882;p117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sp>
        <p:nvSpPr>
          <p:cNvPr id="8883" name="Google Shape;8883;p117"/>
          <p:cNvSpPr/>
          <p:nvPr/>
        </p:nvSpPr>
        <p:spPr>
          <a:xfrm>
            <a:off x="6655295" y="1760220"/>
            <a:ext cx="116205" cy="218440"/>
          </a:xfrm>
          <a:custGeom>
            <a:rect b="b" l="l" r="r" t="t"/>
            <a:pathLst>
              <a:path extrusionOk="0" h="218439" w="116204">
                <a:moveTo>
                  <a:pt x="115824" y="158496"/>
                </a:moveTo>
                <a:lnTo>
                  <a:pt x="112776" y="158496"/>
                </a:lnTo>
                <a:lnTo>
                  <a:pt x="112776" y="164592"/>
                </a:lnTo>
                <a:lnTo>
                  <a:pt x="109728" y="170688"/>
                </a:lnTo>
                <a:lnTo>
                  <a:pt x="109728" y="172212"/>
                </a:lnTo>
                <a:lnTo>
                  <a:pt x="106680" y="173736"/>
                </a:lnTo>
                <a:lnTo>
                  <a:pt x="103632" y="173736"/>
                </a:lnTo>
                <a:lnTo>
                  <a:pt x="99060" y="175260"/>
                </a:lnTo>
                <a:lnTo>
                  <a:pt x="0" y="175260"/>
                </a:lnTo>
                <a:lnTo>
                  <a:pt x="0" y="176784"/>
                </a:lnTo>
                <a:lnTo>
                  <a:pt x="19812" y="217932"/>
                </a:lnTo>
                <a:lnTo>
                  <a:pt x="22860" y="216408"/>
                </a:lnTo>
                <a:lnTo>
                  <a:pt x="19812" y="211836"/>
                </a:lnTo>
                <a:lnTo>
                  <a:pt x="19812" y="204216"/>
                </a:lnTo>
                <a:lnTo>
                  <a:pt x="21336" y="202692"/>
                </a:lnTo>
                <a:lnTo>
                  <a:pt x="21336" y="201168"/>
                </a:lnTo>
                <a:lnTo>
                  <a:pt x="22860" y="199644"/>
                </a:lnTo>
                <a:lnTo>
                  <a:pt x="105156" y="199644"/>
                </a:lnTo>
                <a:lnTo>
                  <a:pt x="108204" y="201168"/>
                </a:lnTo>
                <a:lnTo>
                  <a:pt x="109728" y="202692"/>
                </a:lnTo>
                <a:lnTo>
                  <a:pt x="109728" y="204216"/>
                </a:lnTo>
                <a:lnTo>
                  <a:pt x="111252" y="205740"/>
                </a:lnTo>
                <a:lnTo>
                  <a:pt x="112776" y="210312"/>
                </a:lnTo>
                <a:lnTo>
                  <a:pt x="112776" y="217932"/>
                </a:lnTo>
                <a:lnTo>
                  <a:pt x="115824" y="217932"/>
                </a:lnTo>
                <a:lnTo>
                  <a:pt x="115824" y="158496"/>
                </a:lnTo>
                <a:close/>
              </a:path>
              <a:path extrusionOk="0" h="218439" w="116204">
                <a:moveTo>
                  <a:pt x="115824" y="79248"/>
                </a:moveTo>
                <a:lnTo>
                  <a:pt x="112776" y="79248"/>
                </a:lnTo>
                <a:lnTo>
                  <a:pt x="112776" y="86868"/>
                </a:lnTo>
                <a:lnTo>
                  <a:pt x="111252" y="89916"/>
                </a:lnTo>
                <a:lnTo>
                  <a:pt x="109728" y="91440"/>
                </a:lnTo>
                <a:lnTo>
                  <a:pt x="109728" y="94488"/>
                </a:lnTo>
                <a:lnTo>
                  <a:pt x="106680" y="94488"/>
                </a:lnTo>
                <a:lnTo>
                  <a:pt x="105156" y="96012"/>
                </a:lnTo>
                <a:lnTo>
                  <a:pt x="0" y="96012"/>
                </a:lnTo>
                <a:lnTo>
                  <a:pt x="0" y="99060"/>
                </a:lnTo>
                <a:lnTo>
                  <a:pt x="19812" y="138684"/>
                </a:lnTo>
                <a:lnTo>
                  <a:pt x="22860" y="138684"/>
                </a:lnTo>
                <a:lnTo>
                  <a:pt x="19812" y="134112"/>
                </a:lnTo>
                <a:lnTo>
                  <a:pt x="19812" y="124968"/>
                </a:lnTo>
                <a:lnTo>
                  <a:pt x="21336" y="124968"/>
                </a:lnTo>
                <a:lnTo>
                  <a:pt x="21336" y="123444"/>
                </a:lnTo>
                <a:lnTo>
                  <a:pt x="22860" y="121920"/>
                </a:lnTo>
                <a:lnTo>
                  <a:pt x="25908" y="121920"/>
                </a:lnTo>
                <a:lnTo>
                  <a:pt x="28956" y="120396"/>
                </a:lnTo>
                <a:lnTo>
                  <a:pt x="99060" y="120396"/>
                </a:lnTo>
                <a:lnTo>
                  <a:pt x="103632" y="121920"/>
                </a:lnTo>
                <a:lnTo>
                  <a:pt x="105156" y="121920"/>
                </a:lnTo>
                <a:lnTo>
                  <a:pt x="108204" y="123444"/>
                </a:lnTo>
                <a:lnTo>
                  <a:pt x="109728" y="124968"/>
                </a:lnTo>
                <a:lnTo>
                  <a:pt x="109728" y="126492"/>
                </a:lnTo>
                <a:lnTo>
                  <a:pt x="111252" y="128016"/>
                </a:lnTo>
                <a:lnTo>
                  <a:pt x="112776" y="131064"/>
                </a:lnTo>
                <a:lnTo>
                  <a:pt x="112776" y="138684"/>
                </a:lnTo>
                <a:lnTo>
                  <a:pt x="115824" y="138684"/>
                </a:lnTo>
                <a:lnTo>
                  <a:pt x="115824" y="79248"/>
                </a:lnTo>
                <a:close/>
              </a:path>
              <a:path extrusionOk="0" h="218439" w="116204">
                <a:moveTo>
                  <a:pt x="115824" y="0"/>
                </a:moveTo>
                <a:lnTo>
                  <a:pt x="112776" y="0"/>
                </a:lnTo>
                <a:lnTo>
                  <a:pt x="112776" y="7620"/>
                </a:lnTo>
                <a:lnTo>
                  <a:pt x="111252" y="10668"/>
                </a:lnTo>
                <a:lnTo>
                  <a:pt x="109728" y="12192"/>
                </a:lnTo>
                <a:lnTo>
                  <a:pt x="109728" y="13716"/>
                </a:lnTo>
                <a:lnTo>
                  <a:pt x="106680" y="15240"/>
                </a:lnTo>
                <a:lnTo>
                  <a:pt x="105156" y="16764"/>
                </a:lnTo>
                <a:lnTo>
                  <a:pt x="0" y="16764"/>
                </a:lnTo>
                <a:lnTo>
                  <a:pt x="0" y="19812"/>
                </a:lnTo>
                <a:lnTo>
                  <a:pt x="19812" y="59436"/>
                </a:lnTo>
                <a:lnTo>
                  <a:pt x="22860" y="57912"/>
                </a:lnTo>
                <a:lnTo>
                  <a:pt x="19812" y="54864"/>
                </a:lnTo>
                <a:lnTo>
                  <a:pt x="19812" y="45720"/>
                </a:lnTo>
                <a:lnTo>
                  <a:pt x="21336" y="44196"/>
                </a:lnTo>
                <a:lnTo>
                  <a:pt x="21336" y="42672"/>
                </a:lnTo>
                <a:lnTo>
                  <a:pt x="24384" y="42672"/>
                </a:lnTo>
                <a:lnTo>
                  <a:pt x="25908" y="41148"/>
                </a:lnTo>
                <a:lnTo>
                  <a:pt x="103632" y="41148"/>
                </a:lnTo>
                <a:lnTo>
                  <a:pt x="105156" y="42672"/>
                </a:lnTo>
                <a:lnTo>
                  <a:pt x="108204" y="42672"/>
                </a:lnTo>
                <a:lnTo>
                  <a:pt x="109728" y="44196"/>
                </a:lnTo>
                <a:lnTo>
                  <a:pt x="109728" y="45720"/>
                </a:lnTo>
                <a:lnTo>
                  <a:pt x="112776" y="51816"/>
                </a:lnTo>
                <a:lnTo>
                  <a:pt x="112776" y="59436"/>
                </a:lnTo>
                <a:lnTo>
                  <a:pt x="115824" y="59436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884" name="Google Shape;8884;p117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923544" y="1449324"/>
            <a:ext cx="5085588" cy="76535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88" name="Shape 8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89" name="Google Shape;8889;p118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890" name="Google Shape;8890;p118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891" name="Google Shape;8891;p118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892" name="Google Shape;8892;p118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893" name="Google Shape;8893;p118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94" name="Google Shape;8894;p118"/>
          <p:cNvGrpSpPr/>
          <p:nvPr/>
        </p:nvGrpSpPr>
        <p:grpSpPr>
          <a:xfrm>
            <a:off x="6655307" y="1746504"/>
            <a:ext cx="116205" cy="231902"/>
            <a:chOff x="6655307" y="1746504"/>
            <a:chExt cx="116205" cy="231902"/>
          </a:xfrm>
        </p:grpSpPr>
        <p:sp>
          <p:nvSpPr>
            <p:cNvPr id="8895" name="Google Shape;8895;p118"/>
            <p:cNvSpPr/>
            <p:nvPr/>
          </p:nvSpPr>
          <p:spPr>
            <a:xfrm>
              <a:off x="6655307" y="1918716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896" name="Google Shape;8896;p118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655307" y="1746504"/>
              <a:ext cx="115824" cy="15239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97" name="Google Shape;8897;p118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856487" y="1519427"/>
            <a:ext cx="5102351" cy="76565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01" name="Shape 8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02" name="Google Shape;8902;p119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903" name="Google Shape;8903;p119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04" name="Google Shape;8904;p119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905" name="Google Shape;8905;p11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906" name="Google Shape;8906;p119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07" name="Google Shape;8907;p119"/>
          <p:cNvGrpSpPr/>
          <p:nvPr/>
        </p:nvGrpSpPr>
        <p:grpSpPr>
          <a:xfrm>
            <a:off x="6655307" y="1746503"/>
            <a:ext cx="117348" cy="231902"/>
            <a:chOff x="6655307" y="1746503"/>
            <a:chExt cx="117348" cy="231902"/>
          </a:xfrm>
        </p:grpSpPr>
        <p:sp>
          <p:nvSpPr>
            <p:cNvPr id="8908" name="Google Shape;8908;p119"/>
            <p:cNvSpPr/>
            <p:nvPr/>
          </p:nvSpPr>
          <p:spPr>
            <a:xfrm>
              <a:off x="6655307" y="191871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51816"/>
                  </a:lnTo>
                  <a:lnTo>
                    <a:pt x="111252" y="47244"/>
                  </a:lnTo>
                  <a:lnTo>
                    <a:pt x="109728" y="45720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5155" y="41148"/>
                  </a:lnTo>
                  <a:lnTo>
                    <a:pt x="22859" y="41148"/>
                  </a:lnTo>
                  <a:lnTo>
                    <a:pt x="21336" y="42672"/>
                  </a:lnTo>
                  <a:lnTo>
                    <a:pt x="21336" y="44196"/>
                  </a:lnTo>
                  <a:lnTo>
                    <a:pt x="19812" y="45720"/>
                  </a:lnTo>
                  <a:lnTo>
                    <a:pt x="19812" y="53340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8288"/>
                  </a:lnTo>
                  <a:lnTo>
                    <a:pt x="0" y="16764"/>
                  </a:lnTo>
                  <a:lnTo>
                    <a:pt x="99060" y="16764"/>
                  </a:lnTo>
                  <a:lnTo>
                    <a:pt x="103632" y="15240"/>
                  </a:lnTo>
                  <a:lnTo>
                    <a:pt x="106679" y="15240"/>
                  </a:lnTo>
                  <a:lnTo>
                    <a:pt x="109728" y="13716"/>
                  </a:lnTo>
                  <a:lnTo>
                    <a:pt x="109728" y="12192"/>
                  </a:lnTo>
                  <a:lnTo>
                    <a:pt x="112775" y="6096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09" name="Google Shape;8909;p119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655307" y="1746503"/>
              <a:ext cx="117348" cy="15240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910" name="Google Shape;8910;p119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923544" y="1380744"/>
            <a:ext cx="5157215" cy="77952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14" name="Shape 8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15" name="Google Shape;8915;p120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916" name="Google Shape;8916;p120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17" name="Google Shape;8917;p120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918" name="Google Shape;8918;p120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919" name="Google Shape;8919;p120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20" name="Google Shape;8920;p120"/>
          <p:cNvGrpSpPr/>
          <p:nvPr/>
        </p:nvGrpSpPr>
        <p:grpSpPr>
          <a:xfrm>
            <a:off x="6655295" y="1743455"/>
            <a:ext cx="116205" cy="235078"/>
            <a:chOff x="6655295" y="1743455"/>
            <a:chExt cx="116205" cy="235078"/>
          </a:xfrm>
        </p:grpSpPr>
        <p:sp>
          <p:nvSpPr>
            <p:cNvPr id="8921" name="Google Shape;8921;p120"/>
            <p:cNvSpPr/>
            <p:nvPr/>
          </p:nvSpPr>
          <p:spPr>
            <a:xfrm>
              <a:off x="6655295" y="1839468"/>
              <a:ext cx="116205" cy="139065"/>
            </a:xfrm>
            <a:custGeom>
              <a:rect b="b" l="l" r="r" t="t"/>
              <a:pathLst>
                <a:path extrusionOk="0" h="139064" w="116204">
                  <a:moveTo>
                    <a:pt x="115824" y="79248"/>
                  </a:moveTo>
                  <a:lnTo>
                    <a:pt x="112776" y="79248"/>
                  </a:lnTo>
                  <a:lnTo>
                    <a:pt x="112776" y="85344"/>
                  </a:lnTo>
                  <a:lnTo>
                    <a:pt x="109728" y="91440"/>
                  </a:lnTo>
                  <a:lnTo>
                    <a:pt x="109728" y="92964"/>
                  </a:lnTo>
                  <a:lnTo>
                    <a:pt x="106680" y="94488"/>
                  </a:lnTo>
                  <a:lnTo>
                    <a:pt x="103632" y="94488"/>
                  </a:lnTo>
                  <a:lnTo>
                    <a:pt x="99060" y="96012"/>
                  </a:lnTo>
                  <a:lnTo>
                    <a:pt x="0" y="96012"/>
                  </a:lnTo>
                  <a:lnTo>
                    <a:pt x="0" y="97536"/>
                  </a:lnTo>
                  <a:lnTo>
                    <a:pt x="19812" y="138684"/>
                  </a:lnTo>
                  <a:lnTo>
                    <a:pt x="22860" y="137160"/>
                  </a:lnTo>
                  <a:lnTo>
                    <a:pt x="19812" y="132588"/>
                  </a:lnTo>
                  <a:lnTo>
                    <a:pt x="19812" y="124968"/>
                  </a:lnTo>
                  <a:lnTo>
                    <a:pt x="21336" y="123444"/>
                  </a:lnTo>
                  <a:lnTo>
                    <a:pt x="21336" y="121920"/>
                  </a:lnTo>
                  <a:lnTo>
                    <a:pt x="22860" y="120396"/>
                  </a:lnTo>
                  <a:lnTo>
                    <a:pt x="105156" y="120396"/>
                  </a:lnTo>
                  <a:lnTo>
                    <a:pt x="108204" y="121920"/>
                  </a:lnTo>
                  <a:lnTo>
                    <a:pt x="109728" y="123444"/>
                  </a:lnTo>
                  <a:lnTo>
                    <a:pt x="109728" y="124968"/>
                  </a:lnTo>
                  <a:lnTo>
                    <a:pt x="111252" y="126492"/>
                  </a:lnTo>
                  <a:lnTo>
                    <a:pt x="112776" y="131064"/>
                  </a:lnTo>
                  <a:lnTo>
                    <a:pt x="112776" y="138684"/>
                  </a:lnTo>
                  <a:lnTo>
                    <a:pt x="115824" y="138684"/>
                  </a:lnTo>
                  <a:lnTo>
                    <a:pt x="115824" y="79248"/>
                  </a:lnTo>
                  <a:close/>
                </a:path>
                <a:path extrusionOk="0" h="139064" w="116204">
                  <a:moveTo>
                    <a:pt x="115824" y="0"/>
                  </a:moveTo>
                  <a:lnTo>
                    <a:pt x="112776" y="0"/>
                  </a:lnTo>
                  <a:lnTo>
                    <a:pt x="112776" y="7620"/>
                  </a:lnTo>
                  <a:lnTo>
                    <a:pt x="111252" y="10668"/>
                  </a:lnTo>
                  <a:lnTo>
                    <a:pt x="109728" y="12192"/>
                  </a:lnTo>
                  <a:lnTo>
                    <a:pt x="109728" y="15240"/>
                  </a:lnTo>
                  <a:lnTo>
                    <a:pt x="106680" y="15240"/>
                  </a:lnTo>
                  <a:lnTo>
                    <a:pt x="105156" y="16764"/>
                  </a:lnTo>
                  <a:lnTo>
                    <a:pt x="0" y="16764"/>
                  </a:lnTo>
                  <a:lnTo>
                    <a:pt x="0" y="19812"/>
                  </a:lnTo>
                  <a:lnTo>
                    <a:pt x="19812" y="59436"/>
                  </a:lnTo>
                  <a:lnTo>
                    <a:pt x="22860" y="59436"/>
                  </a:lnTo>
                  <a:lnTo>
                    <a:pt x="19812" y="54864"/>
                  </a:lnTo>
                  <a:lnTo>
                    <a:pt x="19812" y="45720"/>
                  </a:lnTo>
                  <a:lnTo>
                    <a:pt x="21336" y="45720"/>
                  </a:lnTo>
                  <a:lnTo>
                    <a:pt x="21336" y="44196"/>
                  </a:lnTo>
                  <a:lnTo>
                    <a:pt x="22860" y="42672"/>
                  </a:lnTo>
                  <a:lnTo>
                    <a:pt x="25908" y="42672"/>
                  </a:lnTo>
                  <a:lnTo>
                    <a:pt x="28956" y="41148"/>
                  </a:lnTo>
                  <a:lnTo>
                    <a:pt x="99060" y="41148"/>
                  </a:lnTo>
                  <a:lnTo>
                    <a:pt x="103632" y="42672"/>
                  </a:lnTo>
                  <a:lnTo>
                    <a:pt x="105156" y="42672"/>
                  </a:lnTo>
                  <a:lnTo>
                    <a:pt x="108204" y="44196"/>
                  </a:lnTo>
                  <a:lnTo>
                    <a:pt x="109728" y="45720"/>
                  </a:lnTo>
                  <a:lnTo>
                    <a:pt x="109728" y="47244"/>
                  </a:lnTo>
                  <a:lnTo>
                    <a:pt x="111252" y="48768"/>
                  </a:lnTo>
                  <a:lnTo>
                    <a:pt x="112776" y="51816"/>
                  </a:lnTo>
                  <a:lnTo>
                    <a:pt x="112776" y="59436"/>
                  </a:lnTo>
                  <a:lnTo>
                    <a:pt x="115824" y="59436"/>
                  </a:lnTo>
                  <a:lnTo>
                    <a:pt x="1158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22" name="Google Shape;8922;p120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655307" y="1743455"/>
              <a:ext cx="115824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923" name="Google Shape;8923;p120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135380" y="1728216"/>
            <a:ext cx="4806695" cy="72374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27" name="Shape 8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28" name="Google Shape;8928;p121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929" name="Google Shape;8929;p121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30" name="Google Shape;8930;p121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931" name="Google Shape;8931;p121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932" name="Google Shape;8932;p121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33" name="Google Shape;8933;p121"/>
          <p:cNvGrpSpPr/>
          <p:nvPr/>
        </p:nvGrpSpPr>
        <p:grpSpPr>
          <a:xfrm>
            <a:off x="6655295" y="1743455"/>
            <a:ext cx="117360" cy="235078"/>
            <a:chOff x="6655295" y="1743455"/>
            <a:chExt cx="117360" cy="235078"/>
          </a:xfrm>
        </p:grpSpPr>
        <p:sp>
          <p:nvSpPr>
            <p:cNvPr id="8934" name="Google Shape;8934;p121"/>
            <p:cNvSpPr/>
            <p:nvPr/>
          </p:nvSpPr>
          <p:spPr>
            <a:xfrm>
              <a:off x="6655295" y="1839468"/>
              <a:ext cx="116205" cy="139065"/>
            </a:xfrm>
            <a:custGeom>
              <a:rect b="b" l="l" r="r" t="t"/>
              <a:pathLst>
                <a:path extrusionOk="0" h="139064" w="116204">
                  <a:moveTo>
                    <a:pt x="115824" y="79248"/>
                  </a:moveTo>
                  <a:lnTo>
                    <a:pt x="112776" y="79248"/>
                  </a:lnTo>
                  <a:lnTo>
                    <a:pt x="112776" y="85344"/>
                  </a:lnTo>
                  <a:lnTo>
                    <a:pt x="109728" y="91440"/>
                  </a:lnTo>
                  <a:lnTo>
                    <a:pt x="109728" y="92964"/>
                  </a:lnTo>
                  <a:lnTo>
                    <a:pt x="106680" y="94488"/>
                  </a:lnTo>
                  <a:lnTo>
                    <a:pt x="103632" y="94488"/>
                  </a:lnTo>
                  <a:lnTo>
                    <a:pt x="99060" y="96012"/>
                  </a:lnTo>
                  <a:lnTo>
                    <a:pt x="0" y="96012"/>
                  </a:lnTo>
                  <a:lnTo>
                    <a:pt x="0" y="97536"/>
                  </a:lnTo>
                  <a:lnTo>
                    <a:pt x="19812" y="138684"/>
                  </a:lnTo>
                  <a:lnTo>
                    <a:pt x="22860" y="137160"/>
                  </a:lnTo>
                  <a:lnTo>
                    <a:pt x="19812" y="132588"/>
                  </a:lnTo>
                  <a:lnTo>
                    <a:pt x="19812" y="124968"/>
                  </a:lnTo>
                  <a:lnTo>
                    <a:pt x="21336" y="123444"/>
                  </a:lnTo>
                  <a:lnTo>
                    <a:pt x="21336" y="121920"/>
                  </a:lnTo>
                  <a:lnTo>
                    <a:pt x="22860" y="120396"/>
                  </a:lnTo>
                  <a:lnTo>
                    <a:pt x="105156" y="120396"/>
                  </a:lnTo>
                  <a:lnTo>
                    <a:pt x="108204" y="121920"/>
                  </a:lnTo>
                  <a:lnTo>
                    <a:pt x="109728" y="123444"/>
                  </a:lnTo>
                  <a:lnTo>
                    <a:pt x="109728" y="124968"/>
                  </a:lnTo>
                  <a:lnTo>
                    <a:pt x="111252" y="126492"/>
                  </a:lnTo>
                  <a:lnTo>
                    <a:pt x="112776" y="131064"/>
                  </a:lnTo>
                  <a:lnTo>
                    <a:pt x="112776" y="138684"/>
                  </a:lnTo>
                  <a:lnTo>
                    <a:pt x="115824" y="138684"/>
                  </a:lnTo>
                  <a:lnTo>
                    <a:pt x="115824" y="79248"/>
                  </a:lnTo>
                  <a:close/>
                </a:path>
                <a:path extrusionOk="0" h="139064" w="116204">
                  <a:moveTo>
                    <a:pt x="115824" y="0"/>
                  </a:moveTo>
                  <a:lnTo>
                    <a:pt x="112776" y="0"/>
                  </a:lnTo>
                  <a:lnTo>
                    <a:pt x="112776" y="7620"/>
                  </a:lnTo>
                  <a:lnTo>
                    <a:pt x="111252" y="10668"/>
                  </a:lnTo>
                  <a:lnTo>
                    <a:pt x="109728" y="12192"/>
                  </a:lnTo>
                  <a:lnTo>
                    <a:pt x="109728" y="15240"/>
                  </a:lnTo>
                  <a:lnTo>
                    <a:pt x="106680" y="15240"/>
                  </a:lnTo>
                  <a:lnTo>
                    <a:pt x="105156" y="16764"/>
                  </a:lnTo>
                  <a:lnTo>
                    <a:pt x="0" y="16764"/>
                  </a:lnTo>
                  <a:lnTo>
                    <a:pt x="0" y="19812"/>
                  </a:lnTo>
                  <a:lnTo>
                    <a:pt x="19812" y="59436"/>
                  </a:lnTo>
                  <a:lnTo>
                    <a:pt x="22860" y="59436"/>
                  </a:lnTo>
                  <a:lnTo>
                    <a:pt x="19812" y="54864"/>
                  </a:lnTo>
                  <a:lnTo>
                    <a:pt x="19812" y="45720"/>
                  </a:lnTo>
                  <a:lnTo>
                    <a:pt x="21336" y="45720"/>
                  </a:lnTo>
                  <a:lnTo>
                    <a:pt x="21336" y="44196"/>
                  </a:lnTo>
                  <a:lnTo>
                    <a:pt x="22860" y="42672"/>
                  </a:lnTo>
                  <a:lnTo>
                    <a:pt x="25908" y="42672"/>
                  </a:lnTo>
                  <a:lnTo>
                    <a:pt x="28956" y="41148"/>
                  </a:lnTo>
                  <a:lnTo>
                    <a:pt x="99060" y="41148"/>
                  </a:lnTo>
                  <a:lnTo>
                    <a:pt x="103632" y="42672"/>
                  </a:lnTo>
                  <a:lnTo>
                    <a:pt x="105156" y="42672"/>
                  </a:lnTo>
                  <a:lnTo>
                    <a:pt x="108204" y="44196"/>
                  </a:lnTo>
                  <a:lnTo>
                    <a:pt x="109728" y="45720"/>
                  </a:lnTo>
                  <a:lnTo>
                    <a:pt x="109728" y="47244"/>
                  </a:lnTo>
                  <a:lnTo>
                    <a:pt x="111252" y="48768"/>
                  </a:lnTo>
                  <a:lnTo>
                    <a:pt x="112776" y="51816"/>
                  </a:lnTo>
                  <a:lnTo>
                    <a:pt x="112776" y="59436"/>
                  </a:lnTo>
                  <a:lnTo>
                    <a:pt x="115824" y="59436"/>
                  </a:lnTo>
                  <a:lnTo>
                    <a:pt x="1158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35" name="Google Shape;8935;p121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656832" y="1743455"/>
              <a:ext cx="115823" cy="746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936" name="Google Shape;8936;p121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923544" y="1728216"/>
            <a:ext cx="4840223" cy="730757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40" name="Shape 8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1" name="Google Shape;8941;p122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942" name="Google Shape;8942;p122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43" name="Google Shape;8943;p122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944" name="Google Shape;8944;p122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945" name="Google Shape;8945;p122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46" name="Google Shape;8946;p122"/>
          <p:cNvGrpSpPr/>
          <p:nvPr/>
        </p:nvGrpSpPr>
        <p:grpSpPr>
          <a:xfrm>
            <a:off x="6655295" y="1743455"/>
            <a:ext cx="117360" cy="235078"/>
            <a:chOff x="6655295" y="1743455"/>
            <a:chExt cx="117360" cy="235078"/>
          </a:xfrm>
        </p:grpSpPr>
        <p:sp>
          <p:nvSpPr>
            <p:cNvPr id="8947" name="Google Shape;8947;p122"/>
            <p:cNvSpPr/>
            <p:nvPr/>
          </p:nvSpPr>
          <p:spPr>
            <a:xfrm>
              <a:off x="6655295" y="1839468"/>
              <a:ext cx="116205" cy="139065"/>
            </a:xfrm>
            <a:custGeom>
              <a:rect b="b" l="l" r="r" t="t"/>
              <a:pathLst>
                <a:path extrusionOk="0" h="139064" w="116204">
                  <a:moveTo>
                    <a:pt x="115824" y="79248"/>
                  </a:moveTo>
                  <a:lnTo>
                    <a:pt x="112776" y="79248"/>
                  </a:lnTo>
                  <a:lnTo>
                    <a:pt x="112776" y="85344"/>
                  </a:lnTo>
                  <a:lnTo>
                    <a:pt x="109728" y="91440"/>
                  </a:lnTo>
                  <a:lnTo>
                    <a:pt x="109728" y="92964"/>
                  </a:lnTo>
                  <a:lnTo>
                    <a:pt x="106680" y="94488"/>
                  </a:lnTo>
                  <a:lnTo>
                    <a:pt x="103632" y="94488"/>
                  </a:lnTo>
                  <a:lnTo>
                    <a:pt x="99060" y="96012"/>
                  </a:lnTo>
                  <a:lnTo>
                    <a:pt x="0" y="96012"/>
                  </a:lnTo>
                  <a:lnTo>
                    <a:pt x="0" y="97536"/>
                  </a:lnTo>
                  <a:lnTo>
                    <a:pt x="19812" y="138684"/>
                  </a:lnTo>
                  <a:lnTo>
                    <a:pt x="22860" y="137160"/>
                  </a:lnTo>
                  <a:lnTo>
                    <a:pt x="19812" y="132588"/>
                  </a:lnTo>
                  <a:lnTo>
                    <a:pt x="19812" y="124968"/>
                  </a:lnTo>
                  <a:lnTo>
                    <a:pt x="21336" y="123444"/>
                  </a:lnTo>
                  <a:lnTo>
                    <a:pt x="21336" y="121920"/>
                  </a:lnTo>
                  <a:lnTo>
                    <a:pt x="22860" y="120396"/>
                  </a:lnTo>
                  <a:lnTo>
                    <a:pt x="105156" y="120396"/>
                  </a:lnTo>
                  <a:lnTo>
                    <a:pt x="108204" y="121920"/>
                  </a:lnTo>
                  <a:lnTo>
                    <a:pt x="109728" y="123444"/>
                  </a:lnTo>
                  <a:lnTo>
                    <a:pt x="109728" y="124968"/>
                  </a:lnTo>
                  <a:lnTo>
                    <a:pt x="111252" y="126492"/>
                  </a:lnTo>
                  <a:lnTo>
                    <a:pt x="112776" y="131064"/>
                  </a:lnTo>
                  <a:lnTo>
                    <a:pt x="112776" y="138684"/>
                  </a:lnTo>
                  <a:lnTo>
                    <a:pt x="115824" y="138684"/>
                  </a:lnTo>
                  <a:lnTo>
                    <a:pt x="115824" y="79248"/>
                  </a:lnTo>
                  <a:close/>
                </a:path>
                <a:path extrusionOk="0" h="139064" w="116204">
                  <a:moveTo>
                    <a:pt x="115824" y="0"/>
                  </a:moveTo>
                  <a:lnTo>
                    <a:pt x="112776" y="0"/>
                  </a:lnTo>
                  <a:lnTo>
                    <a:pt x="112776" y="7620"/>
                  </a:lnTo>
                  <a:lnTo>
                    <a:pt x="111252" y="10668"/>
                  </a:lnTo>
                  <a:lnTo>
                    <a:pt x="109728" y="12192"/>
                  </a:lnTo>
                  <a:lnTo>
                    <a:pt x="109728" y="15240"/>
                  </a:lnTo>
                  <a:lnTo>
                    <a:pt x="106680" y="15240"/>
                  </a:lnTo>
                  <a:lnTo>
                    <a:pt x="105156" y="16764"/>
                  </a:lnTo>
                  <a:lnTo>
                    <a:pt x="0" y="16764"/>
                  </a:lnTo>
                  <a:lnTo>
                    <a:pt x="0" y="19812"/>
                  </a:lnTo>
                  <a:lnTo>
                    <a:pt x="19812" y="59436"/>
                  </a:lnTo>
                  <a:lnTo>
                    <a:pt x="22860" y="59436"/>
                  </a:lnTo>
                  <a:lnTo>
                    <a:pt x="19812" y="54864"/>
                  </a:lnTo>
                  <a:lnTo>
                    <a:pt x="19812" y="45720"/>
                  </a:lnTo>
                  <a:lnTo>
                    <a:pt x="21336" y="45720"/>
                  </a:lnTo>
                  <a:lnTo>
                    <a:pt x="21336" y="44196"/>
                  </a:lnTo>
                  <a:lnTo>
                    <a:pt x="22860" y="42672"/>
                  </a:lnTo>
                  <a:lnTo>
                    <a:pt x="25908" y="42672"/>
                  </a:lnTo>
                  <a:lnTo>
                    <a:pt x="28956" y="41148"/>
                  </a:lnTo>
                  <a:lnTo>
                    <a:pt x="99060" y="41148"/>
                  </a:lnTo>
                  <a:lnTo>
                    <a:pt x="103632" y="42672"/>
                  </a:lnTo>
                  <a:lnTo>
                    <a:pt x="105156" y="42672"/>
                  </a:lnTo>
                  <a:lnTo>
                    <a:pt x="108204" y="44196"/>
                  </a:lnTo>
                  <a:lnTo>
                    <a:pt x="109728" y="45720"/>
                  </a:lnTo>
                  <a:lnTo>
                    <a:pt x="109728" y="47244"/>
                  </a:lnTo>
                  <a:lnTo>
                    <a:pt x="111252" y="48768"/>
                  </a:lnTo>
                  <a:lnTo>
                    <a:pt x="112776" y="51816"/>
                  </a:lnTo>
                  <a:lnTo>
                    <a:pt x="112776" y="59436"/>
                  </a:lnTo>
                  <a:lnTo>
                    <a:pt x="115824" y="59436"/>
                  </a:lnTo>
                  <a:lnTo>
                    <a:pt x="1158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48" name="Google Shape;8948;p122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655307" y="1743455"/>
              <a:ext cx="117348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949" name="Google Shape;8949;p122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341119" y="1935479"/>
            <a:ext cx="4600956" cy="682447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53" name="Shape 8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54" name="Google Shape;8954;p123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955" name="Google Shape;8955;p123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56" name="Google Shape;8956;p123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957" name="Google Shape;8957;p123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958" name="Google Shape;8958;p123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59" name="Google Shape;8959;p123"/>
          <p:cNvGrpSpPr/>
          <p:nvPr/>
        </p:nvGrpSpPr>
        <p:grpSpPr>
          <a:xfrm>
            <a:off x="6655295" y="1740407"/>
            <a:ext cx="116205" cy="238126"/>
            <a:chOff x="6655295" y="1740407"/>
            <a:chExt cx="116205" cy="238126"/>
          </a:xfrm>
        </p:grpSpPr>
        <p:sp>
          <p:nvSpPr>
            <p:cNvPr id="8960" name="Google Shape;8960;p123"/>
            <p:cNvSpPr/>
            <p:nvPr/>
          </p:nvSpPr>
          <p:spPr>
            <a:xfrm>
              <a:off x="6655295" y="1839468"/>
              <a:ext cx="116205" cy="139065"/>
            </a:xfrm>
            <a:custGeom>
              <a:rect b="b" l="l" r="r" t="t"/>
              <a:pathLst>
                <a:path extrusionOk="0" h="139064" w="116204">
                  <a:moveTo>
                    <a:pt x="115824" y="79248"/>
                  </a:moveTo>
                  <a:lnTo>
                    <a:pt x="112776" y="79248"/>
                  </a:lnTo>
                  <a:lnTo>
                    <a:pt x="112776" y="85344"/>
                  </a:lnTo>
                  <a:lnTo>
                    <a:pt x="109728" y="91440"/>
                  </a:lnTo>
                  <a:lnTo>
                    <a:pt x="109728" y="92964"/>
                  </a:lnTo>
                  <a:lnTo>
                    <a:pt x="106680" y="94488"/>
                  </a:lnTo>
                  <a:lnTo>
                    <a:pt x="103632" y="94488"/>
                  </a:lnTo>
                  <a:lnTo>
                    <a:pt x="99060" y="96012"/>
                  </a:lnTo>
                  <a:lnTo>
                    <a:pt x="0" y="96012"/>
                  </a:lnTo>
                  <a:lnTo>
                    <a:pt x="0" y="97536"/>
                  </a:lnTo>
                  <a:lnTo>
                    <a:pt x="19812" y="138684"/>
                  </a:lnTo>
                  <a:lnTo>
                    <a:pt x="22860" y="137160"/>
                  </a:lnTo>
                  <a:lnTo>
                    <a:pt x="19812" y="132588"/>
                  </a:lnTo>
                  <a:lnTo>
                    <a:pt x="19812" y="124968"/>
                  </a:lnTo>
                  <a:lnTo>
                    <a:pt x="21336" y="123444"/>
                  </a:lnTo>
                  <a:lnTo>
                    <a:pt x="21336" y="121920"/>
                  </a:lnTo>
                  <a:lnTo>
                    <a:pt x="22860" y="120396"/>
                  </a:lnTo>
                  <a:lnTo>
                    <a:pt x="105156" y="120396"/>
                  </a:lnTo>
                  <a:lnTo>
                    <a:pt x="108204" y="121920"/>
                  </a:lnTo>
                  <a:lnTo>
                    <a:pt x="109728" y="123444"/>
                  </a:lnTo>
                  <a:lnTo>
                    <a:pt x="109728" y="124968"/>
                  </a:lnTo>
                  <a:lnTo>
                    <a:pt x="111252" y="126492"/>
                  </a:lnTo>
                  <a:lnTo>
                    <a:pt x="112776" y="131064"/>
                  </a:lnTo>
                  <a:lnTo>
                    <a:pt x="112776" y="138684"/>
                  </a:lnTo>
                  <a:lnTo>
                    <a:pt x="115824" y="138684"/>
                  </a:lnTo>
                  <a:lnTo>
                    <a:pt x="115824" y="79248"/>
                  </a:lnTo>
                  <a:close/>
                </a:path>
                <a:path extrusionOk="0" h="139064" w="116204">
                  <a:moveTo>
                    <a:pt x="115824" y="0"/>
                  </a:moveTo>
                  <a:lnTo>
                    <a:pt x="112776" y="0"/>
                  </a:lnTo>
                  <a:lnTo>
                    <a:pt x="112776" y="7620"/>
                  </a:lnTo>
                  <a:lnTo>
                    <a:pt x="111252" y="10668"/>
                  </a:lnTo>
                  <a:lnTo>
                    <a:pt x="109728" y="12192"/>
                  </a:lnTo>
                  <a:lnTo>
                    <a:pt x="109728" y="15240"/>
                  </a:lnTo>
                  <a:lnTo>
                    <a:pt x="106680" y="15240"/>
                  </a:lnTo>
                  <a:lnTo>
                    <a:pt x="105156" y="16764"/>
                  </a:lnTo>
                  <a:lnTo>
                    <a:pt x="0" y="16764"/>
                  </a:lnTo>
                  <a:lnTo>
                    <a:pt x="0" y="19812"/>
                  </a:lnTo>
                  <a:lnTo>
                    <a:pt x="19812" y="59436"/>
                  </a:lnTo>
                  <a:lnTo>
                    <a:pt x="22860" y="59436"/>
                  </a:lnTo>
                  <a:lnTo>
                    <a:pt x="19812" y="54864"/>
                  </a:lnTo>
                  <a:lnTo>
                    <a:pt x="19812" y="45720"/>
                  </a:lnTo>
                  <a:lnTo>
                    <a:pt x="21336" y="45720"/>
                  </a:lnTo>
                  <a:lnTo>
                    <a:pt x="21336" y="44196"/>
                  </a:lnTo>
                  <a:lnTo>
                    <a:pt x="22860" y="42672"/>
                  </a:lnTo>
                  <a:lnTo>
                    <a:pt x="25908" y="42672"/>
                  </a:lnTo>
                  <a:lnTo>
                    <a:pt x="28956" y="41148"/>
                  </a:lnTo>
                  <a:lnTo>
                    <a:pt x="99060" y="41148"/>
                  </a:lnTo>
                  <a:lnTo>
                    <a:pt x="103632" y="42672"/>
                  </a:lnTo>
                  <a:lnTo>
                    <a:pt x="105156" y="42672"/>
                  </a:lnTo>
                  <a:lnTo>
                    <a:pt x="108204" y="44196"/>
                  </a:lnTo>
                  <a:lnTo>
                    <a:pt x="109728" y="45720"/>
                  </a:lnTo>
                  <a:lnTo>
                    <a:pt x="109728" y="47244"/>
                  </a:lnTo>
                  <a:lnTo>
                    <a:pt x="111252" y="48768"/>
                  </a:lnTo>
                  <a:lnTo>
                    <a:pt x="112776" y="51816"/>
                  </a:lnTo>
                  <a:lnTo>
                    <a:pt x="112776" y="59436"/>
                  </a:lnTo>
                  <a:lnTo>
                    <a:pt x="115824" y="59436"/>
                  </a:lnTo>
                  <a:lnTo>
                    <a:pt x="1158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61" name="Google Shape;8961;p123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656832" y="1740407"/>
              <a:ext cx="114300" cy="777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962" name="Google Shape;8962;p123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135380" y="1728216"/>
            <a:ext cx="4535423" cy="730605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66" name="Shape 8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67" name="Google Shape;8967;p124"/>
          <p:cNvGrpSpPr/>
          <p:nvPr/>
        </p:nvGrpSpPr>
        <p:grpSpPr>
          <a:xfrm>
            <a:off x="6734555" y="5721095"/>
            <a:ext cx="116205" cy="158497"/>
            <a:chOff x="6734555" y="5721095"/>
            <a:chExt cx="116205" cy="158497"/>
          </a:xfrm>
        </p:grpSpPr>
        <p:pic>
          <p:nvPicPr>
            <p:cNvPr id="8968" name="Google Shape;8968;p124"/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6734555" y="5803392"/>
              <a:ext cx="115824" cy="762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69" name="Google Shape;8969;p124"/>
            <p:cNvSpPr/>
            <p:nvPr/>
          </p:nvSpPr>
          <p:spPr>
            <a:xfrm>
              <a:off x="6734555" y="5721095"/>
              <a:ext cx="116205" cy="59690"/>
            </a:xfrm>
            <a:custGeom>
              <a:rect b="b" l="l" r="r" t="t"/>
              <a:pathLst>
                <a:path extrusionOk="0" h="59689" w="116204">
                  <a:moveTo>
                    <a:pt x="115824" y="59436"/>
                  </a:moveTo>
                  <a:lnTo>
                    <a:pt x="112775" y="59436"/>
                  </a:lnTo>
                  <a:lnTo>
                    <a:pt x="112775" y="48768"/>
                  </a:lnTo>
                  <a:lnTo>
                    <a:pt x="111252" y="47244"/>
                  </a:lnTo>
                  <a:lnTo>
                    <a:pt x="109728" y="44196"/>
                  </a:lnTo>
                  <a:lnTo>
                    <a:pt x="108204" y="42672"/>
                  </a:lnTo>
                  <a:lnTo>
                    <a:pt x="106679" y="42672"/>
                  </a:lnTo>
                  <a:lnTo>
                    <a:pt x="105155" y="41148"/>
                  </a:lnTo>
                  <a:lnTo>
                    <a:pt x="25908" y="41148"/>
                  </a:lnTo>
                  <a:lnTo>
                    <a:pt x="22859" y="44196"/>
                  </a:lnTo>
                  <a:lnTo>
                    <a:pt x="21336" y="44196"/>
                  </a:lnTo>
                  <a:lnTo>
                    <a:pt x="21336" y="45720"/>
                  </a:lnTo>
                  <a:lnTo>
                    <a:pt x="19812" y="47244"/>
                  </a:lnTo>
                  <a:lnTo>
                    <a:pt x="19812" y="51816"/>
                  </a:lnTo>
                  <a:lnTo>
                    <a:pt x="22859" y="57912"/>
                  </a:lnTo>
                  <a:lnTo>
                    <a:pt x="19812" y="59436"/>
                  </a:lnTo>
                  <a:lnTo>
                    <a:pt x="0" y="19812"/>
                  </a:lnTo>
                  <a:lnTo>
                    <a:pt x="0" y="16764"/>
                  </a:lnTo>
                  <a:lnTo>
                    <a:pt x="106679" y="16764"/>
                  </a:lnTo>
                  <a:lnTo>
                    <a:pt x="112775" y="10668"/>
                  </a:lnTo>
                  <a:lnTo>
                    <a:pt x="112775" y="0"/>
                  </a:lnTo>
                  <a:lnTo>
                    <a:pt x="115824" y="0"/>
                  </a:lnTo>
                  <a:lnTo>
                    <a:pt x="115824" y="59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970" name="Google Shape;8970;p124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6736080" y="5330952"/>
            <a:ext cx="150875" cy="330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971" name="Google Shape;8971;p124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34555" y="4942331"/>
            <a:ext cx="117348" cy="3413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2" name="Google Shape;8972;p124"/>
          <p:cNvGrpSpPr/>
          <p:nvPr/>
        </p:nvGrpSpPr>
        <p:grpSpPr>
          <a:xfrm>
            <a:off x="6655295" y="1743455"/>
            <a:ext cx="117360" cy="235078"/>
            <a:chOff x="6655295" y="1743455"/>
            <a:chExt cx="117360" cy="235078"/>
          </a:xfrm>
        </p:grpSpPr>
        <p:sp>
          <p:nvSpPr>
            <p:cNvPr id="8973" name="Google Shape;8973;p124"/>
            <p:cNvSpPr/>
            <p:nvPr/>
          </p:nvSpPr>
          <p:spPr>
            <a:xfrm>
              <a:off x="6655295" y="1839468"/>
              <a:ext cx="116205" cy="139065"/>
            </a:xfrm>
            <a:custGeom>
              <a:rect b="b" l="l" r="r" t="t"/>
              <a:pathLst>
                <a:path extrusionOk="0" h="139064" w="116204">
                  <a:moveTo>
                    <a:pt x="115824" y="79248"/>
                  </a:moveTo>
                  <a:lnTo>
                    <a:pt x="112776" y="79248"/>
                  </a:lnTo>
                  <a:lnTo>
                    <a:pt x="112776" y="85344"/>
                  </a:lnTo>
                  <a:lnTo>
                    <a:pt x="109728" y="91440"/>
                  </a:lnTo>
                  <a:lnTo>
                    <a:pt x="109728" y="92964"/>
                  </a:lnTo>
                  <a:lnTo>
                    <a:pt x="106680" y="94488"/>
                  </a:lnTo>
                  <a:lnTo>
                    <a:pt x="103632" y="94488"/>
                  </a:lnTo>
                  <a:lnTo>
                    <a:pt x="99060" y="96012"/>
                  </a:lnTo>
                  <a:lnTo>
                    <a:pt x="0" y="96012"/>
                  </a:lnTo>
                  <a:lnTo>
                    <a:pt x="0" y="97536"/>
                  </a:lnTo>
                  <a:lnTo>
                    <a:pt x="19812" y="138684"/>
                  </a:lnTo>
                  <a:lnTo>
                    <a:pt x="22860" y="137160"/>
                  </a:lnTo>
                  <a:lnTo>
                    <a:pt x="19812" y="132588"/>
                  </a:lnTo>
                  <a:lnTo>
                    <a:pt x="19812" y="124968"/>
                  </a:lnTo>
                  <a:lnTo>
                    <a:pt x="21336" y="123444"/>
                  </a:lnTo>
                  <a:lnTo>
                    <a:pt x="21336" y="121920"/>
                  </a:lnTo>
                  <a:lnTo>
                    <a:pt x="22860" y="120396"/>
                  </a:lnTo>
                  <a:lnTo>
                    <a:pt x="105156" y="120396"/>
                  </a:lnTo>
                  <a:lnTo>
                    <a:pt x="108204" y="121920"/>
                  </a:lnTo>
                  <a:lnTo>
                    <a:pt x="109728" y="123444"/>
                  </a:lnTo>
                  <a:lnTo>
                    <a:pt x="109728" y="124968"/>
                  </a:lnTo>
                  <a:lnTo>
                    <a:pt x="111252" y="126492"/>
                  </a:lnTo>
                  <a:lnTo>
                    <a:pt x="112776" y="131064"/>
                  </a:lnTo>
                  <a:lnTo>
                    <a:pt x="112776" y="138684"/>
                  </a:lnTo>
                  <a:lnTo>
                    <a:pt x="115824" y="138684"/>
                  </a:lnTo>
                  <a:lnTo>
                    <a:pt x="115824" y="79248"/>
                  </a:lnTo>
                  <a:close/>
                </a:path>
                <a:path extrusionOk="0" h="139064" w="116204">
                  <a:moveTo>
                    <a:pt x="115824" y="0"/>
                  </a:moveTo>
                  <a:lnTo>
                    <a:pt x="112776" y="0"/>
                  </a:lnTo>
                  <a:lnTo>
                    <a:pt x="112776" y="7620"/>
                  </a:lnTo>
                  <a:lnTo>
                    <a:pt x="111252" y="10668"/>
                  </a:lnTo>
                  <a:lnTo>
                    <a:pt x="109728" y="12192"/>
                  </a:lnTo>
                  <a:lnTo>
                    <a:pt x="109728" y="15240"/>
                  </a:lnTo>
                  <a:lnTo>
                    <a:pt x="106680" y="15240"/>
                  </a:lnTo>
                  <a:lnTo>
                    <a:pt x="105156" y="16764"/>
                  </a:lnTo>
                  <a:lnTo>
                    <a:pt x="0" y="16764"/>
                  </a:lnTo>
                  <a:lnTo>
                    <a:pt x="0" y="19812"/>
                  </a:lnTo>
                  <a:lnTo>
                    <a:pt x="19812" y="59436"/>
                  </a:lnTo>
                  <a:lnTo>
                    <a:pt x="22860" y="59436"/>
                  </a:lnTo>
                  <a:lnTo>
                    <a:pt x="19812" y="54864"/>
                  </a:lnTo>
                  <a:lnTo>
                    <a:pt x="19812" y="45720"/>
                  </a:lnTo>
                  <a:lnTo>
                    <a:pt x="21336" y="45720"/>
                  </a:lnTo>
                  <a:lnTo>
                    <a:pt x="21336" y="44196"/>
                  </a:lnTo>
                  <a:lnTo>
                    <a:pt x="22860" y="42672"/>
                  </a:lnTo>
                  <a:lnTo>
                    <a:pt x="25908" y="42672"/>
                  </a:lnTo>
                  <a:lnTo>
                    <a:pt x="28956" y="41148"/>
                  </a:lnTo>
                  <a:lnTo>
                    <a:pt x="99060" y="41148"/>
                  </a:lnTo>
                  <a:lnTo>
                    <a:pt x="103632" y="42672"/>
                  </a:lnTo>
                  <a:lnTo>
                    <a:pt x="105156" y="42672"/>
                  </a:lnTo>
                  <a:lnTo>
                    <a:pt x="108204" y="44196"/>
                  </a:lnTo>
                  <a:lnTo>
                    <a:pt x="109728" y="45720"/>
                  </a:lnTo>
                  <a:lnTo>
                    <a:pt x="109728" y="47244"/>
                  </a:lnTo>
                  <a:lnTo>
                    <a:pt x="111252" y="48768"/>
                  </a:lnTo>
                  <a:lnTo>
                    <a:pt x="112776" y="51816"/>
                  </a:lnTo>
                  <a:lnTo>
                    <a:pt x="112776" y="59436"/>
                  </a:lnTo>
                  <a:lnTo>
                    <a:pt x="115824" y="59436"/>
                  </a:lnTo>
                  <a:lnTo>
                    <a:pt x="1158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974" name="Google Shape;8974;p124"/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6655374" y="1743455"/>
              <a:ext cx="117281" cy="7467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975" name="Google Shape;8975;p124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996695" y="1588008"/>
            <a:ext cx="5012436" cy="758799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